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84" r:id="rId4"/>
    <p:sldId id="260" r:id="rId5"/>
    <p:sldId id="285" r:id="rId6"/>
    <p:sldId id="263" r:id="rId7"/>
    <p:sldId id="286" r:id="rId8"/>
    <p:sldId id="264" r:id="rId9"/>
    <p:sldId id="287" r:id="rId10"/>
    <p:sldId id="266" r:id="rId11"/>
    <p:sldId id="288" r:id="rId12"/>
    <p:sldId id="267" r:id="rId13"/>
    <p:sldId id="268" r:id="rId14"/>
    <p:sldId id="269" r:id="rId15"/>
    <p:sldId id="270" r:id="rId16"/>
    <p:sldId id="271" r:id="rId17"/>
    <p:sldId id="272" r:id="rId18"/>
    <p:sldId id="274" r:id="rId19"/>
    <p:sldId id="273" r:id="rId20"/>
    <p:sldId id="276" r:id="rId21"/>
    <p:sldId id="289" r:id="rId22"/>
    <p:sldId id="277" r:id="rId23"/>
    <p:sldId id="290" r:id="rId24"/>
    <p:sldId id="282" r:id="rId25"/>
    <p:sldId id="291" r:id="rId26"/>
    <p:sldId id="283" r:id="rId27"/>
    <p:sldId id="27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389"/>
    <a:srgbClr val="1B5FD0"/>
    <a:srgbClr val="EC4E75"/>
    <a:srgbClr val="3C3624"/>
    <a:srgbClr val="1C1C12"/>
    <a:srgbClr val="1D1D1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9" d="100"/>
          <a:sy n="69" d="100"/>
        </p:scale>
        <p:origin x="84" y="14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gradFill flip="none" rotWithShape="1">
              <a:gsLst>
                <a:gs pos="0">
                  <a:schemeClr val="accent1"/>
                </a:gs>
                <a:gs pos="100000">
                  <a:schemeClr val="accent2"/>
                </a:gs>
              </a:gsLst>
              <a:lin ang="5400000" scaled="1"/>
              <a:tileRect/>
            </a:gra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1000-4CE7-9110-EE3688D4B762}"/>
            </c:ext>
          </c:extLst>
        </c:ser>
        <c:ser>
          <c:idx val="1"/>
          <c:order val="1"/>
          <c:tx>
            <c:strRef>
              <c:f>Sheet1!$C$1</c:f>
              <c:strCache>
                <c:ptCount val="1"/>
                <c:pt idx="0">
                  <c:v>Series 2</c:v>
                </c:pt>
              </c:strCache>
            </c:strRef>
          </c:tx>
          <c:spPr>
            <a:gradFill flip="none" rotWithShape="1">
              <a:gsLst>
                <a:gs pos="0">
                  <a:schemeClr val="accent2"/>
                </a:gs>
                <a:gs pos="100000">
                  <a:schemeClr val="accent3"/>
                </a:gs>
              </a:gsLst>
              <a:lin ang="5400000" scaled="1"/>
              <a:tileRect/>
            </a:gra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1000-4CE7-9110-EE3688D4B762}"/>
            </c:ext>
          </c:extLst>
        </c:ser>
        <c:ser>
          <c:idx val="2"/>
          <c:order val="2"/>
          <c:tx>
            <c:strRef>
              <c:f>Sheet1!$D$1</c:f>
              <c:strCache>
                <c:ptCount val="1"/>
                <c:pt idx="0">
                  <c:v>Series 3</c:v>
                </c:pt>
              </c:strCache>
            </c:strRef>
          </c:tx>
          <c:spPr>
            <a:gradFill>
              <a:gsLst>
                <a:gs pos="0">
                  <a:schemeClr val="accent3"/>
                </a:gs>
                <a:gs pos="100000">
                  <a:schemeClr val="accent4"/>
                </a:gs>
              </a:gsLst>
              <a:lin ang="5400000" scaled="1"/>
            </a:gra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1000-4CE7-9110-EE3688D4B762}"/>
            </c:ext>
          </c:extLst>
        </c:ser>
        <c:dLbls>
          <c:showLegendKey val="0"/>
          <c:showVal val="0"/>
          <c:showCatName val="0"/>
          <c:showSerName val="0"/>
          <c:showPercent val="0"/>
          <c:showBubbleSize val="0"/>
        </c:dLbls>
        <c:gapWidth val="219"/>
        <c:overlap val="-27"/>
        <c:axId val="638929408"/>
        <c:axId val="638935312"/>
      </c:barChart>
      <c:catAx>
        <c:axId val="638929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638935312"/>
        <c:crosses val="autoZero"/>
        <c:auto val="1"/>
        <c:lblAlgn val="ctr"/>
        <c:lblOffset val="100"/>
        <c:noMultiLvlLbl val="0"/>
      </c:catAx>
      <c:valAx>
        <c:axId val="6389353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6389294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714505078242083"/>
          <c:y val="8.2177109235279003E-2"/>
          <c:w val="0.53447007752469644"/>
          <c:h val="0.86809222422421461"/>
        </c:manualLayout>
      </c:layout>
      <c:radarChart>
        <c:radarStyle val="filled"/>
        <c:varyColors val="0"/>
        <c:ser>
          <c:idx val="0"/>
          <c:order val="0"/>
          <c:tx>
            <c:strRef>
              <c:f>Sheet1!$B$1</c:f>
              <c:strCache>
                <c:ptCount val="1"/>
                <c:pt idx="0">
                  <c:v>Series 1</c:v>
                </c:pt>
              </c:strCache>
            </c:strRef>
          </c:tx>
          <c:spPr>
            <a:gradFill>
              <a:gsLst>
                <a:gs pos="100000">
                  <a:schemeClr val="bg1">
                    <a:alpha val="60000"/>
                  </a:schemeClr>
                </a:gs>
                <a:gs pos="0">
                  <a:schemeClr val="bg2">
                    <a:alpha val="20000"/>
                  </a:schemeClr>
                </a:gs>
              </a:gsLst>
              <a:lin ang="5400000" scaled="1"/>
            </a:gradFill>
            <a:ln w="44450">
              <a:gradFill>
                <a:gsLst>
                  <a:gs pos="100000">
                    <a:schemeClr val="bg1"/>
                  </a:gs>
                  <a:gs pos="0">
                    <a:schemeClr val="bg2"/>
                  </a:gs>
                </a:gsLst>
                <a:lin ang="5400000" scaled="1"/>
              </a:gradFill>
            </a:ln>
            <a:effectLst/>
          </c:spPr>
          <c:cat>
            <c:strRef>
              <c:f>Sheet1!$A$2:$A$11</c:f>
              <c:strCache>
                <c:ptCount val="10"/>
                <c:pt idx="0">
                  <c:v>Text 1</c:v>
                </c:pt>
                <c:pt idx="1">
                  <c:v>Text 2</c:v>
                </c:pt>
                <c:pt idx="2">
                  <c:v>Text  3</c:v>
                </c:pt>
                <c:pt idx="3">
                  <c:v>Text 4</c:v>
                </c:pt>
                <c:pt idx="4">
                  <c:v>Text 5</c:v>
                </c:pt>
                <c:pt idx="5">
                  <c:v>Text 6</c:v>
                </c:pt>
                <c:pt idx="6">
                  <c:v>Text 7</c:v>
                </c:pt>
                <c:pt idx="7">
                  <c:v>Text 8</c:v>
                </c:pt>
                <c:pt idx="8">
                  <c:v>Text 9</c:v>
                </c:pt>
                <c:pt idx="9">
                  <c:v>Text 10</c:v>
                </c:pt>
              </c:strCache>
            </c:strRef>
          </c:cat>
          <c:val>
            <c:numRef>
              <c:f>Sheet1!$B$2:$B$11</c:f>
              <c:numCache>
                <c:formatCode>General</c:formatCode>
                <c:ptCount val="10"/>
                <c:pt idx="0">
                  <c:v>31</c:v>
                </c:pt>
                <c:pt idx="1">
                  <c:v>30</c:v>
                </c:pt>
                <c:pt idx="2">
                  <c:v>32</c:v>
                </c:pt>
                <c:pt idx="3">
                  <c:v>31</c:v>
                </c:pt>
                <c:pt idx="4">
                  <c:v>30</c:v>
                </c:pt>
                <c:pt idx="5">
                  <c:v>31</c:v>
                </c:pt>
                <c:pt idx="6">
                  <c:v>32</c:v>
                </c:pt>
                <c:pt idx="7">
                  <c:v>32</c:v>
                </c:pt>
                <c:pt idx="8">
                  <c:v>32</c:v>
                </c:pt>
                <c:pt idx="9">
                  <c:v>32</c:v>
                </c:pt>
              </c:numCache>
            </c:numRef>
          </c:val>
          <c:extLst>
            <c:ext xmlns:c16="http://schemas.microsoft.com/office/drawing/2014/chart" uri="{C3380CC4-5D6E-409C-BE32-E72D297353CC}">
              <c16:uniqueId val="{00000000-C5EA-4984-8B8B-5B051E09E729}"/>
            </c:ext>
          </c:extLst>
        </c:ser>
        <c:dLbls>
          <c:showLegendKey val="0"/>
          <c:showVal val="0"/>
          <c:showCatName val="0"/>
          <c:showSerName val="0"/>
          <c:showPercent val="0"/>
          <c:showBubbleSize val="0"/>
        </c:dLbls>
        <c:axId val="1162290280"/>
        <c:axId val="1162288968"/>
      </c:radarChart>
      <c:catAx>
        <c:axId val="116229028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bg2"/>
                </a:solidFill>
                <a:latin typeface="+mn-lt"/>
                <a:ea typeface="+mn-ea"/>
                <a:cs typeface="+mn-cs"/>
              </a:defRPr>
            </a:pPr>
            <a:endParaRPr lang="en-US"/>
          </a:p>
        </c:txPr>
        <c:crossAx val="1162288968"/>
        <c:crosses val="autoZero"/>
        <c:auto val="1"/>
        <c:lblAlgn val="ctr"/>
        <c:lblOffset val="100"/>
        <c:noMultiLvlLbl val="0"/>
      </c:catAx>
      <c:valAx>
        <c:axId val="1162288968"/>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16229028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9653306373653962E-2"/>
          <c:y val="1.5337638851194381E-2"/>
          <c:w val="0.89115886955888923"/>
          <c:h val="0.90174578999928856"/>
        </c:manualLayout>
      </c:layout>
      <c:barChart>
        <c:barDir val="bar"/>
        <c:grouping val="stacked"/>
        <c:varyColors val="0"/>
        <c:ser>
          <c:idx val="0"/>
          <c:order val="0"/>
          <c:tx>
            <c:strRef>
              <c:f>Sheet1!$B$1</c:f>
              <c:strCache>
                <c:ptCount val="1"/>
                <c:pt idx="0">
                  <c:v>Profit</c:v>
                </c:pt>
              </c:strCache>
            </c:strRef>
          </c:tx>
          <c:spPr>
            <a:solidFill>
              <a:schemeClr val="accent1"/>
            </a:solidFill>
            <a:ln>
              <a:noFill/>
            </a:ln>
            <a:effectLst/>
          </c:spPr>
          <c:invertIfNegative val="0"/>
          <c:cat>
            <c:strRef>
              <c:f>Sheet1!$A$2:$A$13</c:f>
              <c:strCache>
                <c:ptCount val="12"/>
                <c:pt idx="0">
                  <c:v>Jan</c:v>
                </c:pt>
                <c:pt idx="1">
                  <c:v>Feb</c:v>
                </c:pt>
                <c:pt idx="2">
                  <c:v>March</c:v>
                </c:pt>
                <c:pt idx="3">
                  <c:v>April</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5</c:v>
                </c:pt>
                <c:pt idx="1">
                  <c:v>7</c:v>
                </c:pt>
                <c:pt idx="2">
                  <c:v>9</c:v>
                </c:pt>
                <c:pt idx="3">
                  <c:v>8</c:v>
                </c:pt>
                <c:pt idx="4">
                  <c:v>12</c:v>
                </c:pt>
                <c:pt idx="5">
                  <c:v>16</c:v>
                </c:pt>
                <c:pt idx="6">
                  <c:v>20</c:v>
                </c:pt>
                <c:pt idx="7">
                  <c:v>22</c:v>
                </c:pt>
                <c:pt idx="8">
                  <c:v>20</c:v>
                </c:pt>
                <c:pt idx="9">
                  <c:v>36</c:v>
                </c:pt>
                <c:pt idx="10">
                  <c:v>40</c:v>
                </c:pt>
                <c:pt idx="11">
                  <c:v>55</c:v>
                </c:pt>
              </c:numCache>
            </c:numRef>
          </c:val>
          <c:extLst>
            <c:ext xmlns:c16="http://schemas.microsoft.com/office/drawing/2014/chart" uri="{C3380CC4-5D6E-409C-BE32-E72D297353CC}">
              <c16:uniqueId val="{00000000-53EE-4BC4-8D38-AB2C2E841C54}"/>
            </c:ext>
          </c:extLst>
        </c:ser>
        <c:ser>
          <c:idx val="1"/>
          <c:order val="1"/>
          <c:tx>
            <c:strRef>
              <c:f>Sheet1!$C$1</c:f>
              <c:strCache>
                <c:ptCount val="1"/>
                <c:pt idx="0">
                  <c:v>Costs</c:v>
                </c:pt>
              </c:strCache>
            </c:strRef>
          </c:tx>
          <c:spPr>
            <a:solidFill>
              <a:schemeClr val="tx2"/>
            </a:solidFill>
            <a:ln>
              <a:noFill/>
            </a:ln>
            <a:effectLst/>
          </c:spPr>
          <c:invertIfNegative val="0"/>
          <c:cat>
            <c:strRef>
              <c:f>Sheet1!$A$2:$A$13</c:f>
              <c:strCache>
                <c:ptCount val="12"/>
                <c:pt idx="0">
                  <c:v>Jan</c:v>
                </c:pt>
                <c:pt idx="1">
                  <c:v>Feb</c:v>
                </c:pt>
                <c:pt idx="2">
                  <c:v>March</c:v>
                </c:pt>
                <c:pt idx="3">
                  <c:v>April</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6</c:v>
                </c:pt>
                <c:pt idx="1">
                  <c:v>8</c:v>
                </c:pt>
                <c:pt idx="2">
                  <c:v>10</c:v>
                </c:pt>
                <c:pt idx="3">
                  <c:v>9</c:v>
                </c:pt>
                <c:pt idx="4">
                  <c:v>13</c:v>
                </c:pt>
                <c:pt idx="5">
                  <c:v>18</c:v>
                </c:pt>
                <c:pt idx="6">
                  <c:v>20</c:v>
                </c:pt>
                <c:pt idx="7">
                  <c:v>23</c:v>
                </c:pt>
                <c:pt idx="8">
                  <c:v>18</c:v>
                </c:pt>
                <c:pt idx="9">
                  <c:v>15</c:v>
                </c:pt>
                <c:pt idx="10">
                  <c:v>20</c:v>
                </c:pt>
                <c:pt idx="11">
                  <c:v>35</c:v>
                </c:pt>
              </c:numCache>
            </c:numRef>
          </c:val>
          <c:extLst>
            <c:ext xmlns:c16="http://schemas.microsoft.com/office/drawing/2014/chart" uri="{C3380CC4-5D6E-409C-BE32-E72D297353CC}">
              <c16:uniqueId val="{00000001-53EE-4BC4-8D38-AB2C2E841C54}"/>
            </c:ext>
          </c:extLst>
        </c:ser>
        <c:ser>
          <c:idx val="2"/>
          <c:order val="2"/>
          <c:tx>
            <c:strRef>
              <c:f>Sheet1!$D$1</c:f>
              <c:strCache>
                <c:ptCount val="1"/>
                <c:pt idx="0">
                  <c:v>Loss</c:v>
                </c:pt>
              </c:strCache>
            </c:strRef>
          </c:tx>
          <c:spPr>
            <a:solidFill>
              <a:schemeClr val="tx1"/>
            </a:solidFill>
            <a:ln>
              <a:noFill/>
            </a:ln>
            <a:effectLst/>
          </c:spPr>
          <c:invertIfNegative val="0"/>
          <c:cat>
            <c:strRef>
              <c:f>Sheet1!$A$2:$A$13</c:f>
              <c:strCache>
                <c:ptCount val="12"/>
                <c:pt idx="0">
                  <c:v>Jan</c:v>
                </c:pt>
                <c:pt idx="1">
                  <c:v>Feb</c:v>
                </c:pt>
                <c:pt idx="2">
                  <c:v>March</c:v>
                </c:pt>
                <c:pt idx="3">
                  <c:v>April</c:v>
                </c:pt>
                <c:pt idx="4">
                  <c:v>May</c:v>
                </c:pt>
                <c:pt idx="5">
                  <c:v>Jun</c:v>
                </c:pt>
                <c:pt idx="6">
                  <c:v>Jul</c:v>
                </c:pt>
                <c:pt idx="7">
                  <c:v>Aug</c:v>
                </c:pt>
                <c:pt idx="8">
                  <c:v>Sep</c:v>
                </c:pt>
                <c:pt idx="9">
                  <c:v>Oct</c:v>
                </c:pt>
                <c:pt idx="10">
                  <c:v>Nov</c:v>
                </c:pt>
                <c:pt idx="11">
                  <c:v>Dec</c:v>
                </c:pt>
              </c:strCache>
            </c:strRef>
          </c:cat>
          <c:val>
            <c:numRef>
              <c:f>Sheet1!$D$2:$D$13</c:f>
              <c:numCache>
                <c:formatCode>General</c:formatCode>
                <c:ptCount val="12"/>
                <c:pt idx="0">
                  <c:v>3</c:v>
                </c:pt>
                <c:pt idx="1">
                  <c:v>5</c:v>
                </c:pt>
                <c:pt idx="2">
                  <c:v>7</c:v>
                </c:pt>
                <c:pt idx="3">
                  <c:v>6</c:v>
                </c:pt>
                <c:pt idx="4">
                  <c:v>5</c:v>
                </c:pt>
                <c:pt idx="5">
                  <c:v>4</c:v>
                </c:pt>
                <c:pt idx="6">
                  <c:v>3</c:v>
                </c:pt>
                <c:pt idx="7">
                  <c:v>4</c:v>
                </c:pt>
                <c:pt idx="8">
                  <c:v>7</c:v>
                </c:pt>
                <c:pt idx="9">
                  <c:v>5</c:v>
                </c:pt>
                <c:pt idx="10">
                  <c:v>9</c:v>
                </c:pt>
                <c:pt idx="11">
                  <c:v>11</c:v>
                </c:pt>
              </c:numCache>
            </c:numRef>
          </c:val>
          <c:extLst>
            <c:ext xmlns:c16="http://schemas.microsoft.com/office/drawing/2014/chart" uri="{C3380CC4-5D6E-409C-BE32-E72D297353CC}">
              <c16:uniqueId val="{00000002-53EE-4BC4-8D38-AB2C2E841C54}"/>
            </c:ext>
          </c:extLst>
        </c:ser>
        <c:dLbls>
          <c:showLegendKey val="0"/>
          <c:showVal val="0"/>
          <c:showCatName val="0"/>
          <c:showSerName val="0"/>
          <c:showPercent val="0"/>
          <c:showBubbleSize val="0"/>
        </c:dLbls>
        <c:gapWidth val="150"/>
        <c:overlap val="100"/>
        <c:axId val="512904216"/>
        <c:axId val="511746984"/>
      </c:barChart>
      <c:catAx>
        <c:axId val="512904216"/>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 sourceLinked="0"/>
        <c:majorTickMark val="out"/>
        <c:minorTickMark val="out"/>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Roboto" panose="02000000000000000000" pitchFamily="2" charset="0"/>
                <a:ea typeface="Roboto" panose="02000000000000000000" pitchFamily="2" charset="0"/>
                <a:cs typeface="+mn-cs"/>
              </a:defRPr>
            </a:pPr>
            <a:endParaRPr lang="en-US"/>
          </a:p>
        </c:txPr>
        <c:crossAx val="511746984"/>
        <c:crosses val="autoZero"/>
        <c:auto val="1"/>
        <c:lblAlgn val="ctr"/>
        <c:lblOffset val="100"/>
        <c:tickMarkSkip val="3"/>
        <c:noMultiLvlLbl val="0"/>
      </c:catAx>
      <c:valAx>
        <c:axId val="511746984"/>
        <c:scaling>
          <c:orientation val="minMax"/>
        </c:scaling>
        <c:delete val="0"/>
        <c:axPos val="b"/>
        <c:numFmt formatCode="General" sourceLinked="1"/>
        <c:majorTickMark val="none"/>
        <c:minorTickMark val="none"/>
        <c:tickLblPos val="nextTo"/>
        <c:spPr>
          <a:noFill/>
          <a:ln>
            <a:noFill/>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Roboto" panose="02000000000000000000" pitchFamily="2" charset="0"/>
                <a:ea typeface="Roboto" panose="02000000000000000000" pitchFamily="2" charset="0"/>
                <a:cs typeface="+mn-cs"/>
              </a:defRPr>
            </a:pPr>
            <a:endParaRPr lang="en-US"/>
          </a:p>
        </c:txPr>
        <c:crossAx val="5129042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FECA5-9E3D-45A3-ACDC-747A5E0EE7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7387C81-7B1A-4A85-94AF-FA6CAE0F1E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2AEB1B0-1110-4C2D-8091-225160798A0F}"/>
              </a:ext>
            </a:extLst>
          </p:cNvPr>
          <p:cNvSpPr>
            <a:spLocks noGrp="1"/>
          </p:cNvSpPr>
          <p:nvPr>
            <p:ph type="dt" sz="half" idx="10"/>
          </p:nvPr>
        </p:nvSpPr>
        <p:spPr/>
        <p:txBody>
          <a:bodyPr/>
          <a:lstStyle/>
          <a:p>
            <a:fld id="{E38D4A69-CC18-4C70-A3DB-AF79BEA40F85}" type="datetimeFigureOut">
              <a:rPr lang="en-US" smtClean="0"/>
              <a:t>5/31/2020</a:t>
            </a:fld>
            <a:endParaRPr lang="en-US"/>
          </a:p>
        </p:txBody>
      </p:sp>
      <p:sp>
        <p:nvSpPr>
          <p:cNvPr id="5" name="Footer Placeholder 4">
            <a:extLst>
              <a:ext uri="{FF2B5EF4-FFF2-40B4-BE49-F238E27FC236}">
                <a16:creationId xmlns:a16="http://schemas.microsoft.com/office/drawing/2014/main" id="{C400E4CE-F01C-4471-AADA-2A443CA6F1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929A5-0E00-49F5-8FCD-75F3DA00FD61}"/>
              </a:ext>
            </a:extLst>
          </p:cNvPr>
          <p:cNvSpPr>
            <a:spLocks noGrp="1"/>
          </p:cNvSpPr>
          <p:nvPr>
            <p:ph type="sldNum" sz="quarter" idx="12"/>
          </p:nvPr>
        </p:nvSpPr>
        <p:spPr/>
        <p:txBody>
          <a:bodyPr/>
          <a:lstStyle/>
          <a:p>
            <a:fld id="{82D72ECE-8AA9-4D16-871A-9AD045FB1B92}" type="slidenum">
              <a:rPr lang="en-US" smtClean="0"/>
              <a:t>‹#›</a:t>
            </a:fld>
            <a:endParaRPr lang="en-US"/>
          </a:p>
        </p:txBody>
      </p:sp>
    </p:spTree>
    <p:extLst>
      <p:ext uri="{BB962C8B-B14F-4D97-AF65-F5344CB8AC3E}">
        <p14:creationId xmlns:p14="http://schemas.microsoft.com/office/powerpoint/2010/main" val="1728860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7BD8B-C8C7-4492-9C4D-C3DB61A523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1CC5E8-6B50-4578-A4BA-9466152B2D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804CA6-FB12-466A-85EF-7ED15AF58DE9}"/>
              </a:ext>
            </a:extLst>
          </p:cNvPr>
          <p:cNvSpPr>
            <a:spLocks noGrp="1"/>
          </p:cNvSpPr>
          <p:nvPr>
            <p:ph type="dt" sz="half" idx="10"/>
          </p:nvPr>
        </p:nvSpPr>
        <p:spPr/>
        <p:txBody>
          <a:bodyPr/>
          <a:lstStyle/>
          <a:p>
            <a:fld id="{E38D4A69-CC18-4C70-A3DB-AF79BEA40F85}" type="datetimeFigureOut">
              <a:rPr lang="en-US" smtClean="0"/>
              <a:t>5/31/2020</a:t>
            </a:fld>
            <a:endParaRPr lang="en-US"/>
          </a:p>
        </p:txBody>
      </p:sp>
      <p:sp>
        <p:nvSpPr>
          <p:cNvPr id="5" name="Footer Placeholder 4">
            <a:extLst>
              <a:ext uri="{FF2B5EF4-FFF2-40B4-BE49-F238E27FC236}">
                <a16:creationId xmlns:a16="http://schemas.microsoft.com/office/drawing/2014/main" id="{FDBED3A5-2839-43EC-9756-56CACD56DA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A8BF99-EEB5-429D-A4B2-8C4200702173}"/>
              </a:ext>
            </a:extLst>
          </p:cNvPr>
          <p:cNvSpPr>
            <a:spLocks noGrp="1"/>
          </p:cNvSpPr>
          <p:nvPr>
            <p:ph type="sldNum" sz="quarter" idx="12"/>
          </p:nvPr>
        </p:nvSpPr>
        <p:spPr/>
        <p:txBody>
          <a:bodyPr/>
          <a:lstStyle/>
          <a:p>
            <a:fld id="{82D72ECE-8AA9-4D16-871A-9AD045FB1B92}" type="slidenum">
              <a:rPr lang="en-US" smtClean="0"/>
              <a:t>‹#›</a:t>
            </a:fld>
            <a:endParaRPr lang="en-US"/>
          </a:p>
        </p:txBody>
      </p:sp>
    </p:spTree>
    <p:extLst>
      <p:ext uri="{BB962C8B-B14F-4D97-AF65-F5344CB8AC3E}">
        <p14:creationId xmlns:p14="http://schemas.microsoft.com/office/powerpoint/2010/main" val="1611986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C0CAC-70B1-481C-9AFC-4AB56A751B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9F7036F-ECC0-465D-AE28-B5DE7B2443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5A90E8-6441-4067-B37F-6A10B52B6D77}"/>
              </a:ext>
            </a:extLst>
          </p:cNvPr>
          <p:cNvSpPr>
            <a:spLocks noGrp="1"/>
          </p:cNvSpPr>
          <p:nvPr>
            <p:ph type="dt" sz="half" idx="10"/>
          </p:nvPr>
        </p:nvSpPr>
        <p:spPr/>
        <p:txBody>
          <a:bodyPr/>
          <a:lstStyle/>
          <a:p>
            <a:fld id="{E38D4A69-CC18-4C70-A3DB-AF79BEA40F85}" type="datetimeFigureOut">
              <a:rPr lang="en-US" smtClean="0"/>
              <a:t>5/31/2020</a:t>
            </a:fld>
            <a:endParaRPr lang="en-US"/>
          </a:p>
        </p:txBody>
      </p:sp>
      <p:sp>
        <p:nvSpPr>
          <p:cNvPr id="5" name="Footer Placeholder 4">
            <a:extLst>
              <a:ext uri="{FF2B5EF4-FFF2-40B4-BE49-F238E27FC236}">
                <a16:creationId xmlns:a16="http://schemas.microsoft.com/office/drawing/2014/main" id="{7E4BF242-0328-43FF-9089-2799EA1D20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45C745-0B55-42CF-8014-284CCD55A775}"/>
              </a:ext>
            </a:extLst>
          </p:cNvPr>
          <p:cNvSpPr>
            <a:spLocks noGrp="1"/>
          </p:cNvSpPr>
          <p:nvPr>
            <p:ph type="sldNum" sz="quarter" idx="12"/>
          </p:nvPr>
        </p:nvSpPr>
        <p:spPr/>
        <p:txBody>
          <a:bodyPr/>
          <a:lstStyle/>
          <a:p>
            <a:fld id="{82D72ECE-8AA9-4D16-871A-9AD045FB1B92}" type="slidenum">
              <a:rPr lang="en-US" smtClean="0"/>
              <a:t>‹#›</a:t>
            </a:fld>
            <a:endParaRPr lang="en-US"/>
          </a:p>
        </p:txBody>
      </p:sp>
    </p:spTree>
    <p:extLst>
      <p:ext uri="{BB962C8B-B14F-4D97-AF65-F5344CB8AC3E}">
        <p14:creationId xmlns:p14="http://schemas.microsoft.com/office/powerpoint/2010/main" val="2465619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0D6AA-17CD-4199-A2D1-44AB44BF98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4FC07B-1BC7-4B53-9095-9A951FC4EB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2E2219-33AC-4B29-859C-EA07E65BE6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9A4D74A-7F64-4D1A-9015-AD07D7206008}"/>
              </a:ext>
            </a:extLst>
          </p:cNvPr>
          <p:cNvSpPr>
            <a:spLocks noGrp="1"/>
          </p:cNvSpPr>
          <p:nvPr>
            <p:ph type="dt" sz="half" idx="10"/>
          </p:nvPr>
        </p:nvSpPr>
        <p:spPr/>
        <p:txBody>
          <a:bodyPr/>
          <a:lstStyle/>
          <a:p>
            <a:fld id="{E38D4A69-CC18-4C70-A3DB-AF79BEA40F85}" type="datetimeFigureOut">
              <a:rPr lang="en-US" smtClean="0"/>
              <a:t>5/31/2020</a:t>
            </a:fld>
            <a:endParaRPr lang="en-US"/>
          </a:p>
        </p:txBody>
      </p:sp>
      <p:sp>
        <p:nvSpPr>
          <p:cNvPr id="6" name="Footer Placeholder 5">
            <a:extLst>
              <a:ext uri="{FF2B5EF4-FFF2-40B4-BE49-F238E27FC236}">
                <a16:creationId xmlns:a16="http://schemas.microsoft.com/office/drawing/2014/main" id="{6CAA11A8-F974-4CA2-A5FC-6817F60CEA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D8DCE7-E0FC-4B85-A060-BF3E66C06DCD}"/>
              </a:ext>
            </a:extLst>
          </p:cNvPr>
          <p:cNvSpPr>
            <a:spLocks noGrp="1"/>
          </p:cNvSpPr>
          <p:nvPr>
            <p:ph type="sldNum" sz="quarter" idx="12"/>
          </p:nvPr>
        </p:nvSpPr>
        <p:spPr/>
        <p:txBody>
          <a:bodyPr/>
          <a:lstStyle/>
          <a:p>
            <a:fld id="{82D72ECE-8AA9-4D16-871A-9AD045FB1B92}" type="slidenum">
              <a:rPr lang="en-US" smtClean="0"/>
              <a:t>‹#›</a:t>
            </a:fld>
            <a:endParaRPr lang="en-US"/>
          </a:p>
        </p:txBody>
      </p:sp>
    </p:spTree>
    <p:extLst>
      <p:ext uri="{BB962C8B-B14F-4D97-AF65-F5344CB8AC3E}">
        <p14:creationId xmlns:p14="http://schemas.microsoft.com/office/powerpoint/2010/main" val="19827152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9A423-614B-4FCE-86BC-8691EAF6E2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F312EED-2774-4AD9-BDC3-AAA395C0A2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2EE025-0424-43B3-BA2A-D048C895C2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915AE78-28E3-4073-9CA8-98483CA1C7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9658B4-BAF6-44C7-93E5-B6E015266D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86213A-3030-4827-A5B5-3CAC242082DC}"/>
              </a:ext>
            </a:extLst>
          </p:cNvPr>
          <p:cNvSpPr>
            <a:spLocks noGrp="1"/>
          </p:cNvSpPr>
          <p:nvPr>
            <p:ph type="dt" sz="half" idx="10"/>
          </p:nvPr>
        </p:nvSpPr>
        <p:spPr/>
        <p:txBody>
          <a:bodyPr/>
          <a:lstStyle/>
          <a:p>
            <a:fld id="{E38D4A69-CC18-4C70-A3DB-AF79BEA40F85}" type="datetimeFigureOut">
              <a:rPr lang="en-US" smtClean="0"/>
              <a:t>5/31/2020</a:t>
            </a:fld>
            <a:endParaRPr lang="en-US"/>
          </a:p>
        </p:txBody>
      </p:sp>
      <p:sp>
        <p:nvSpPr>
          <p:cNvPr id="8" name="Footer Placeholder 7">
            <a:extLst>
              <a:ext uri="{FF2B5EF4-FFF2-40B4-BE49-F238E27FC236}">
                <a16:creationId xmlns:a16="http://schemas.microsoft.com/office/drawing/2014/main" id="{79BBC8B6-1043-425B-A6E2-41D3D42272A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FE478DE-454C-4557-A703-C36623C9A32F}"/>
              </a:ext>
            </a:extLst>
          </p:cNvPr>
          <p:cNvSpPr>
            <a:spLocks noGrp="1"/>
          </p:cNvSpPr>
          <p:nvPr>
            <p:ph type="sldNum" sz="quarter" idx="12"/>
          </p:nvPr>
        </p:nvSpPr>
        <p:spPr/>
        <p:txBody>
          <a:bodyPr/>
          <a:lstStyle/>
          <a:p>
            <a:fld id="{82D72ECE-8AA9-4D16-871A-9AD045FB1B92}" type="slidenum">
              <a:rPr lang="en-US" smtClean="0"/>
              <a:t>‹#›</a:t>
            </a:fld>
            <a:endParaRPr lang="en-US"/>
          </a:p>
        </p:txBody>
      </p:sp>
    </p:spTree>
    <p:extLst>
      <p:ext uri="{BB962C8B-B14F-4D97-AF65-F5344CB8AC3E}">
        <p14:creationId xmlns:p14="http://schemas.microsoft.com/office/powerpoint/2010/main" val="270177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9D2E2-A149-4232-B168-CB3BFF7AF39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E9478AA-9569-403F-AB70-C0E4461BBF08}"/>
              </a:ext>
            </a:extLst>
          </p:cNvPr>
          <p:cNvSpPr>
            <a:spLocks noGrp="1"/>
          </p:cNvSpPr>
          <p:nvPr>
            <p:ph type="dt" sz="half" idx="10"/>
          </p:nvPr>
        </p:nvSpPr>
        <p:spPr/>
        <p:txBody>
          <a:bodyPr/>
          <a:lstStyle/>
          <a:p>
            <a:fld id="{E38D4A69-CC18-4C70-A3DB-AF79BEA40F85}" type="datetimeFigureOut">
              <a:rPr lang="en-US" smtClean="0"/>
              <a:t>5/31/2020</a:t>
            </a:fld>
            <a:endParaRPr lang="en-US"/>
          </a:p>
        </p:txBody>
      </p:sp>
      <p:sp>
        <p:nvSpPr>
          <p:cNvPr id="4" name="Footer Placeholder 3">
            <a:extLst>
              <a:ext uri="{FF2B5EF4-FFF2-40B4-BE49-F238E27FC236}">
                <a16:creationId xmlns:a16="http://schemas.microsoft.com/office/drawing/2014/main" id="{4D0BE381-C84A-46D6-A964-5845ED62085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125BF94-4916-4878-95F0-D8CB2801D26A}"/>
              </a:ext>
            </a:extLst>
          </p:cNvPr>
          <p:cNvSpPr>
            <a:spLocks noGrp="1"/>
          </p:cNvSpPr>
          <p:nvPr>
            <p:ph type="sldNum" sz="quarter" idx="12"/>
          </p:nvPr>
        </p:nvSpPr>
        <p:spPr/>
        <p:txBody>
          <a:bodyPr/>
          <a:lstStyle/>
          <a:p>
            <a:fld id="{82D72ECE-8AA9-4D16-871A-9AD045FB1B92}" type="slidenum">
              <a:rPr lang="en-US" smtClean="0"/>
              <a:t>‹#›</a:t>
            </a:fld>
            <a:endParaRPr lang="en-US"/>
          </a:p>
        </p:txBody>
      </p:sp>
    </p:spTree>
    <p:extLst>
      <p:ext uri="{BB962C8B-B14F-4D97-AF65-F5344CB8AC3E}">
        <p14:creationId xmlns:p14="http://schemas.microsoft.com/office/powerpoint/2010/main" val="1232592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90DD64-E337-46D9-864E-1573AEDCC3B7}"/>
              </a:ext>
            </a:extLst>
          </p:cNvPr>
          <p:cNvSpPr>
            <a:spLocks noGrp="1"/>
          </p:cNvSpPr>
          <p:nvPr>
            <p:ph type="dt" sz="half" idx="10"/>
          </p:nvPr>
        </p:nvSpPr>
        <p:spPr/>
        <p:txBody>
          <a:bodyPr/>
          <a:lstStyle/>
          <a:p>
            <a:fld id="{E38D4A69-CC18-4C70-A3DB-AF79BEA40F85}" type="datetimeFigureOut">
              <a:rPr lang="en-US" smtClean="0"/>
              <a:t>5/31/2020</a:t>
            </a:fld>
            <a:endParaRPr lang="en-US"/>
          </a:p>
        </p:txBody>
      </p:sp>
      <p:sp>
        <p:nvSpPr>
          <p:cNvPr id="3" name="Footer Placeholder 2">
            <a:extLst>
              <a:ext uri="{FF2B5EF4-FFF2-40B4-BE49-F238E27FC236}">
                <a16:creationId xmlns:a16="http://schemas.microsoft.com/office/drawing/2014/main" id="{10EB68F7-573F-44D6-A10E-D79B18946C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E0BA94-6591-4597-BC44-B910D27D46DF}"/>
              </a:ext>
            </a:extLst>
          </p:cNvPr>
          <p:cNvSpPr>
            <a:spLocks noGrp="1"/>
          </p:cNvSpPr>
          <p:nvPr>
            <p:ph type="sldNum" sz="quarter" idx="12"/>
          </p:nvPr>
        </p:nvSpPr>
        <p:spPr/>
        <p:txBody>
          <a:bodyPr/>
          <a:lstStyle/>
          <a:p>
            <a:fld id="{82D72ECE-8AA9-4D16-871A-9AD045FB1B92}" type="slidenum">
              <a:rPr lang="en-US" smtClean="0"/>
              <a:t>‹#›</a:t>
            </a:fld>
            <a:endParaRPr lang="en-US"/>
          </a:p>
        </p:txBody>
      </p:sp>
    </p:spTree>
    <p:extLst>
      <p:ext uri="{BB962C8B-B14F-4D97-AF65-F5344CB8AC3E}">
        <p14:creationId xmlns:p14="http://schemas.microsoft.com/office/powerpoint/2010/main" val="286344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9_Blank">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8A53427-68AA-4F0F-9EBF-3C96C2090775}"/>
              </a:ext>
            </a:extLst>
          </p:cNvPr>
          <p:cNvSpPr>
            <a:spLocks noGrp="1"/>
          </p:cNvSpPr>
          <p:nvPr>
            <p:ph type="pic" sz="quarter" idx="13"/>
          </p:nvPr>
        </p:nvSpPr>
        <p:spPr>
          <a:xfrm>
            <a:off x="749300" y="1824990"/>
            <a:ext cx="5346700" cy="3208020"/>
          </a:xfrm>
          <a:custGeom>
            <a:avLst/>
            <a:gdLst>
              <a:gd name="connsiteX0" fmla="*/ 148595 w 5346700"/>
              <a:gd name="connsiteY0" fmla="*/ 0 h 3208020"/>
              <a:gd name="connsiteX1" fmla="*/ 5198105 w 5346700"/>
              <a:gd name="connsiteY1" fmla="*/ 0 h 3208020"/>
              <a:gd name="connsiteX2" fmla="*/ 5346700 w 5346700"/>
              <a:gd name="connsiteY2" fmla="*/ 148595 h 3208020"/>
              <a:gd name="connsiteX3" fmla="*/ 5346700 w 5346700"/>
              <a:gd name="connsiteY3" fmla="*/ 3059425 h 3208020"/>
              <a:gd name="connsiteX4" fmla="*/ 5198105 w 5346700"/>
              <a:gd name="connsiteY4" fmla="*/ 3208020 h 3208020"/>
              <a:gd name="connsiteX5" fmla="*/ 148595 w 5346700"/>
              <a:gd name="connsiteY5" fmla="*/ 3208020 h 3208020"/>
              <a:gd name="connsiteX6" fmla="*/ 0 w 5346700"/>
              <a:gd name="connsiteY6" fmla="*/ 3059425 h 3208020"/>
              <a:gd name="connsiteX7" fmla="*/ 0 w 5346700"/>
              <a:gd name="connsiteY7" fmla="*/ 148595 h 3208020"/>
              <a:gd name="connsiteX8" fmla="*/ 148595 w 5346700"/>
              <a:gd name="connsiteY8" fmla="*/ 0 h 3208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6700" h="3208020">
                <a:moveTo>
                  <a:pt x="148595" y="0"/>
                </a:moveTo>
                <a:lnTo>
                  <a:pt x="5198105" y="0"/>
                </a:lnTo>
                <a:cubicBezTo>
                  <a:pt x="5280172" y="0"/>
                  <a:pt x="5346700" y="66528"/>
                  <a:pt x="5346700" y="148595"/>
                </a:cubicBezTo>
                <a:lnTo>
                  <a:pt x="5346700" y="3059425"/>
                </a:lnTo>
                <a:cubicBezTo>
                  <a:pt x="5346700" y="3141492"/>
                  <a:pt x="5280172" y="3208020"/>
                  <a:pt x="5198105" y="3208020"/>
                </a:cubicBezTo>
                <a:lnTo>
                  <a:pt x="148595" y="3208020"/>
                </a:lnTo>
                <a:cubicBezTo>
                  <a:pt x="66528" y="3208020"/>
                  <a:pt x="0" y="3141492"/>
                  <a:pt x="0" y="3059425"/>
                </a:cubicBezTo>
                <a:lnTo>
                  <a:pt x="0" y="148595"/>
                </a:lnTo>
                <a:cubicBezTo>
                  <a:pt x="0" y="66528"/>
                  <a:pt x="66528" y="0"/>
                  <a:pt x="148595" y="0"/>
                </a:cubicBezTo>
                <a:close/>
              </a:path>
            </a:pathLst>
          </a:custGeom>
        </p:spPr>
        <p:txBody>
          <a:bodyPr wrap="square">
            <a:noAutofit/>
          </a:bodyPr>
          <a:lstStyle/>
          <a:p>
            <a:endParaRPr lang="en-US"/>
          </a:p>
        </p:txBody>
      </p:sp>
      <p:sp>
        <p:nvSpPr>
          <p:cNvPr id="2" name="Date Placeholder 1">
            <a:extLst>
              <a:ext uri="{FF2B5EF4-FFF2-40B4-BE49-F238E27FC236}">
                <a16:creationId xmlns:a16="http://schemas.microsoft.com/office/drawing/2014/main" id="{6C90DD64-E337-46D9-864E-1573AEDCC3B7}"/>
              </a:ext>
            </a:extLst>
          </p:cNvPr>
          <p:cNvSpPr>
            <a:spLocks noGrp="1"/>
          </p:cNvSpPr>
          <p:nvPr>
            <p:ph type="dt" sz="half" idx="10"/>
          </p:nvPr>
        </p:nvSpPr>
        <p:spPr/>
        <p:txBody>
          <a:bodyPr/>
          <a:lstStyle/>
          <a:p>
            <a:fld id="{E38D4A69-CC18-4C70-A3DB-AF79BEA40F85}" type="datetimeFigureOut">
              <a:rPr lang="en-US" smtClean="0"/>
              <a:t>5/31/2020</a:t>
            </a:fld>
            <a:endParaRPr lang="en-US"/>
          </a:p>
        </p:txBody>
      </p:sp>
      <p:sp>
        <p:nvSpPr>
          <p:cNvPr id="3" name="Footer Placeholder 2">
            <a:extLst>
              <a:ext uri="{FF2B5EF4-FFF2-40B4-BE49-F238E27FC236}">
                <a16:creationId xmlns:a16="http://schemas.microsoft.com/office/drawing/2014/main" id="{10EB68F7-573F-44D6-A10E-D79B18946C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E0BA94-6591-4597-BC44-B910D27D46DF}"/>
              </a:ext>
            </a:extLst>
          </p:cNvPr>
          <p:cNvSpPr>
            <a:spLocks noGrp="1"/>
          </p:cNvSpPr>
          <p:nvPr>
            <p:ph type="sldNum" sz="quarter" idx="12"/>
          </p:nvPr>
        </p:nvSpPr>
        <p:spPr/>
        <p:txBody>
          <a:bodyPr/>
          <a:lstStyle/>
          <a:p>
            <a:fld id="{82D72ECE-8AA9-4D16-871A-9AD045FB1B92}" type="slidenum">
              <a:rPr lang="en-US" smtClean="0"/>
              <a:t>‹#›</a:t>
            </a:fld>
            <a:endParaRPr lang="en-US"/>
          </a:p>
        </p:txBody>
      </p:sp>
    </p:spTree>
    <p:extLst>
      <p:ext uri="{BB962C8B-B14F-4D97-AF65-F5344CB8AC3E}">
        <p14:creationId xmlns:p14="http://schemas.microsoft.com/office/powerpoint/2010/main" val="2002157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Blank">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3A636A17-0179-4ADD-A4A5-018FC5BBE406}"/>
              </a:ext>
            </a:extLst>
          </p:cNvPr>
          <p:cNvSpPr>
            <a:spLocks noGrp="1"/>
          </p:cNvSpPr>
          <p:nvPr>
            <p:ph type="pic" sz="quarter" idx="13"/>
          </p:nvPr>
        </p:nvSpPr>
        <p:spPr>
          <a:xfrm>
            <a:off x="0" y="0"/>
            <a:ext cx="12192000" cy="3518704"/>
          </a:xfrm>
        </p:spPr>
        <p:txBody>
          <a:bodyPr/>
          <a:lstStyle/>
          <a:p>
            <a:endParaRPr lang="en-US"/>
          </a:p>
        </p:txBody>
      </p:sp>
      <p:sp>
        <p:nvSpPr>
          <p:cNvPr id="2" name="Date Placeholder 1">
            <a:extLst>
              <a:ext uri="{FF2B5EF4-FFF2-40B4-BE49-F238E27FC236}">
                <a16:creationId xmlns:a16="http://schemas.microsoft.com/office/drawing/2014/main" id="{6C90DD64-E337-46D9-864E-1573AEDCC3B7}"/>
              </a:ext>
            </a:extLst>
          </p:cNvPr>
          <p:cNvSpPr>
            <a:spLocks noGrp="1"/>
          </p:cNvSpPr>
          <p:nvPr>
            <p:ph type="dt" sz="half" idx="10"/>
          </p:nvPr>
        </p:nvSpPr>
        <p:spPr/>
        <p:txBody>
          <a:bodyPr/>
          <a:lstStyle/>
          <a:p>
            <a:fld id="{E38D4A69-CC18-4C70-A3DB-AF79BEA40F85}" type="datetimeFigureOut">
              <a:rPr lang="en-US" smtClean="0"/>
              <a:t>5/31/2020</a:t>
            </a:fld>
            <a:endParaRPr lang="en-US"/>
          </a:p>
        </p:txBody>
      </p:sp>
      <p:sp>
        <p:nvSpPr>
          <p:cNvPr id="3" name="Footer Placeholder 2">
            <a:extLst>
              <a:ext uri="{FF2B5EF4-FFF2-40B4-BE49-F238E27FC236}">
                <a16:creationId xmlns:a16="http://schemas.microsoft.com/office/drawing/2014/main" id="{10EB68F7-573F-44D6-A10E-D79B18946C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E0BA94-6591-4597-BC44-B910D27D46DF}"/>
              </a:ext>
            </a:extLst>
          </p:cNvPr>
          <p:cNvSpPr>
            <a:spLocks noGrp="1"/>
          </p:cNvSpPr>
          <p:nvPr>
            <p:ph type="sldNum" sz="quarter" idx="12"/>
          </p:nvPr>
        </p:nvSpPr>
        <p:spPr/>
        <p:txBody>
          <a:bodyPr/>
          <a:lstStyle/>
          <a:p>
            <a:fld id="{82D72ECE-8AA9-4D16-871A-9AD045FB1B92}" type="slidenum">
              <a:rPr lang="en-US" smtClean="0"/>
              <a:t>‹#›</a:t>
            </a:fld>
            <a:endParaRPr lang="en-US"/>
          </a:p>
        </p:txBody>
      </p:sp>
    </p:spTree>
    <p:extLst>
      <p:ext uri="{BB962C8B-B14F-4D97-AF65-F5344CB8AC3E}">
        <p14:creationId xmlns:p14="http://schemas.microsoft.com/office/powerpoint/2010/main" val="1322937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Blank">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A974A4B-EDB5-4805-A329-6B14A9F4456E}"/>
              </a:ext>
            </a:extLst>
          </p:cNvPr>
          <p:cNvSpPr>
            <a:spLocks noGrp="1"/>
          </p:cNvSpPr>
          <p:nvPr>
            <p:ph type="pic" sz="quarter" idx="13"/>
          </p:nvPr>
        </p:nvSpPr>
        <p:spPr>
          <a:xfrm>
            <a:off x="6886937" y="1"/>
            <a:ext cx="4618298" cy="5833641"/>
          </a:xfrm>
          <a:custGeom>
            <a:avLst/>
            <a:gdLst>
              <a:gd name="connsiteX0" fmla="*/ 0 w 4618298"/>
              <a:gd name="connsiteY0" fmla="*/ 0 h 5833641"/>
              <a:gd name="connsiteX1" fmla="*/ 4618298 w 4618298"/>
              <a:gd name="connsiteY1" fmla="*/ 0 h 5833641"/>
              <a:gd name="connsiteX2" fmla="*/ 4618298 w 4618298"/>
              <a:gd name="connsiteY2" fmla="*/ 5660039 h 5833641"/>
              <a:gd name="connsiteX3" fmla="*/ 4444696 w 4618298"/>
              <a:gd name="connsiteY3" fmla="*/ 5833641 h 5833641"/>
              <a:gd name="connsiteX4" fmla="*/ 173602 w 4618298"/>
              <a:gd name="connsiteY4" fmla="*/ 5833641 h 5833641"/>
              <a:gd name="connsiteX5" fmla="*/ 0 w 4618298"/>
              <a:gd name="connsiteY5" fmla="*/ 5660039 h 583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18298" h="5833641">
                <a:moveTo>
                  <a:pt x="0" y="0"/>
                </a:moveTo>
                <a:lnTo>
                  <a:pt x="4618298" y="0"/>
                </a:lnTo>
                <a:lnTo>
                  <a:pt x="4618298" y="5660039"/>
                </a:lnTo>
                <a:cubicBezTo>
                  <a:pt x="4618298" y="5755917"/>
                  <a:pt x="4540574" y="5833641"/>
                  <a:pt x="4444696" y="5833641"/>
                </a:cubicBezTo>
                <a:lnTo>
                  <a:pt x="173602" y="5833641"/>
                </a:lnTo>
                <a:cubicBezTo>
                  <a:pt x="77724" y="5833641"/>
                  <a:pt x="0" y="5755917"/>
                  <a:pt x="0" y="5660039"/>
                </a:cubicBezTo>
                <a:close/>
              </a:path>
            </a:pathLst>
          </a:custGeom>
        </p:spPr>
        <p:txBody>
          <a:bodyPr wrap="square">
            <a:noAutofit/>
          </a:bodyPr>
          <a:lstStyle/>
          <a:p>
            <a:endParaRPr lang="en-US"/>
          </a:p>
        </p:txBody>
      </p:sp>
      <p:sp>
        <p:nvSpPr>
          <p:cNvPr id="2" name="Date Placeholder 1">
            <a:extLst>
              <a:ext uri="{FF2B5EF4-FFF2-40B4-BE49-F238E27FC236}">
                <a16:creationId xmlns:a16="http://schemas.microsoft.com/office/drawing/2014/main" id="{6C90DD64-E337-46D9-864E-1573AEDCC3B7}"/>
              </a:ext>
            </a:extLst>
          </p:cNvPr>
          <p:cNvSpPr>
            <a:spLocks noGrp="1"/>
          </p:cNvSpPr>
          <p:nvPr>
            <p:ph type="dt" sz="half" idx="10"/>
          </p:nvPr>
        </p:nvSpPr>
        <p:spPr/>
        <p:txBody>
          <a:bodyPr/>
          <a:lstStyle/>
          <a:p>
            <a:fld id="{E38D4A69-CC18-4C70-A3DB-AF79BEA40F85}" type="datetimeFigureOut">
              <a:rPr lang="en-US" smtClean="0"/>
              <a:t>5/31/2020</a:t>
            </a:fld>
            <a:endParaRPr lang="en-US"/>
          </a:p>
        </p:txBody>
      </p:sp>
      <p:sp>
        <p:nvSpPr>
          <p:cNvPr id="3" name="Footer Placeholder 2">
            <a:extLst>
              <a:ext uri="{FF2B5EF4-FFF2-40B4-BE49-F238E27FC236}">
                <a16:creationId xmlns:a16="http://schemas.microsoft.com/office/drawing/2014/main" id="{10EB68F7-573F-44D6-A10E-D79B18946C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E0BA94-6591-4597-BC44-B910D27D46DF}"/>
              </a:ext>
            </a:extLst>
          </p:cNvPr>
          <p:cNvSpPr>
            <a:spLocks noGrp="1"/>
          </p:cNvSpPr>
          <p:nvPr>
            <p:ph type="sldNum" sz="quarter" idx="12"/>
          </p:nvPr>
        </p:nvSpPr>
        <p:spPr/>
        <p:txBody>
          <a:bodyPr/>
          <a:lstStyle/>
          <a:p>
            <a:fld id="{82D72ECE-8AA9-4D16-871A-9AD045FB1B92}" type="slidenum">
              <a:rPr lang="en-US" smtClean="0"/>
              <a:t>‹#›</a:t>
            </a:fld>
            <a:endParaRPr lang="en-US"/>
          </a:p>
        </p:txBody>
      </p:sp>
    </p:spTree>
    <p:extLst>
      <p:ext uri="{BB962C8B-B14F-4D97-AF65-F5344CB8AC3E}">
        <p14:creationId xmlns:p14="http://schemas.microsoft.com/office/powerpoint/2010/main" val="2348335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Blank">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A65C7C5-9999-4F14-88D9-4BB626393202}"/>
              </a:ext>
            </a:extLst>
          </p:cNvPr>
          <p:cNvSpPr>
            <a:spLocks noGrp="1"/>
          </p:cNvSpPr>
          <p:nvPr>
            <p:ph type="pic" sz="quarter" idx="13"/>
          </p:nvPr>
        </p:nvSpPr>
        <p:spPr>
          <a:xfrm>
            <a:off x="7187877" y="0"/>
            <a:ext cx="5004124" cy="6858000"/>
          </a:xfrm>
          <a:prstGeom prst="rect">
            <a:avLst/>
          </a:prstGeom>
        </p:spPr>
        <p:txBody>
          <a:bodyPr wrap="square">
            <a:noAutofit/>
          </a:bodyPr>
          <a:lstStyle/>
          <a:p>
            <a:endParaRPr lang="en-US"/>
          </a:p>
        </p:txBody>
      </p:sp>
      <p:sp>
        <p:nvSpPr>
          <p:cNvPr id="2" name="Date Placeholder 1">
            <a:extLst>
              <a:ext uri="{FF2B5EF4-FFF2-40B4-BE49-F238E27FC236}">
                <a16:creationId xmlns:a16="http://schemas.microsoft.com/office/drawing/2014/main" id="{6C90DD64-E337-46D9-864E-1573AEDCC3B7}"/>
              </a:ext>
            </a:extLst>
          </p:cNvPr>
          <p:cNvSpPr>
            <a:spLocks noGrp="1"/>
          </p:cNvSpPr>
          <p:nvPr>
            <p:ph type="dt" sz="half" idx="10"/>
          </p:nvPr>
        </p:nvSpPr>
        <p:spPr/>
        <p:txBody>
          <a:bodyPr/>
          <a:lstStyle/>
          <a:p>
            <a:fld id="{E38D4A69-CC18-4C70-A3DB-AF79BEA40F85}" type="datetimeFigureOut">
              <a:rPr lang="en-US" smtClean="0"/>
              <a:t>5/31/2020</a:t>
            </a:fld>
            <a:endParaRPr lang="en-US"/>
          </a:p>
        </p:txBody>
      </p:sp>
      <p:sp>
        <p:nvSpPr>
          <p:cNvPr id="3" name="Footer Placeholder 2">
            <a:extLst>
              <a:ext uri="{FF2B5EF4-FFF2-40B4-BE49-F238E27FC236}">
                <a16:creationId xmlns:a16="http://schemas.microsoft.com/office/drawing/2014/main" id="{10EB68F7-573F-44D6-A10E-D79B18946C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E0BA94-6591-4597-BC44-B910D27D46DF}"/>
              </a:ext>
            </a:extLst>
          </p:cNvPr>
          <p:cNvSpPr>
            <a:spLocks noGrp="1"/>
          </p:cNvSpPr>
          <p:nvPr>
            <p:ph type="sldNum" sz="quarter" idx="12"/>
          </p:nvPr>
        </p:nvSpPr>
        <p:spPr/>
        <p:txBody>
          <a:bodyPr/>
          <a:lstStyle/>
          <a:p>
            <a:fld id="{82D72ECE-8AA9-4D16-871A-9AD045FB1B92}" type="slidenum">
              <a:rPr lang="en-US" smtClean="0"/>
              <a:t>‹#›</a:t>
            </a:fld>
            <a:endParaRPr lang="en-US"/>
          </a:p>
        </p:txBody>
      </p:sp>
    </p:spTree>
    <p:extLst>
      <p:ext uri="{BB962C8B-B14F-4D97-AF65-F5344CB8AC3E}">
        <p14:creationId xmlns:p14="http://schemas.microsoft.com/office/powerpoint/2010/main" val="995239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Blank">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FC811EB-97FB-441E-9B7D-7CF0E542DEA0}"/>
              </a:ext>
            </a:extLst>
          </p:cNvPr>
          <p:cNvSpPr>
            <a:spLocks noGrp="1"/>
          </p:cNvSpPr>
          <p:nvPr>
            <p:ph type="pic" sz="quarter" idx="13"/>
          </p:nvPr>
        </p:nvSpPr>
        <p:spPr>
          <a:xfrm>
            <a:off x="0" y="1724024"/>
            <a:ext cx="12192000" cy="2614295"/>
          </a:xfrm>
        </p:spPr>
        <p:txBody>
          <a:bodyPr/>
          <a:lstStyle/>
          <a:p>
            <a:endParaRPr lang="en-US"/>
          </a:p>
        </p:txBody>
      </p:sp>
      <p:sp>
        <p:nvSpPr>
          <p:cNvPr id="2" name="Date Placeholder 1">
            <a:extLst>
              <a:ext uri="{FF2B5EF4-FFF2-40B4-BE49-F238E27FC236}">
                <a16:creationId xmlns:a16="http://schemas.microsoft.com/office/drawing/2014/main" id="{6C90DD64-E337-46D9-864E-1573AEDCC3B7}"/>
              </a:ext>
            </a:extLst>
          </p:cNvPr>
          <p:cNvSpPr>
            <a:spLocks noGrp="1"/>
          </p:cNvSpPr>
          <p:nvPr>
            <p:ph type="dt" sz="half" idx="10"/>
          </p:nvPr>
        </p:nvSpPr>
        <p:spPr/>
        <p:txBody>
          <a:bodyPr/>
          <a:lstStyle/>
          <a:p>
            <a:fld id="{E38D4A69-CC18-4C70-A3DB-AF79BEA40F85}" type="datetimeFigureOut">
              <a:rPr lang="en-US" smtClean="0"/>
              <a:t>5/31/2020</a:t>
            </a:fld>
            <a:endParaRPr lang="en-US"/>
          </a:p>
        </p:txBody>
      </p:sp>
      <p:sp>
        <p:nvSpPr>
          <p:cNvPr id="3" name="Footer Placeholder 2">
            <a:extLst>
              <a:ext uri="{FF2B5EF4-FFF2-40B4-BE49-F238E27FC236}">
                <a16:creationId xmlns:a16="http://schemas.microsoft.com/office/drawing/2014/main" id="{10EB68F7-573F-44D6-A10E-D79B18946C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E0BA94-6591-4597-BC44-B910D27D46DF}"/>
              </a:ext>
            </a:extLst>
          </p:cNvPr>
          <p:cNvSpPr>
            <a:spLocks noGrp="1"/>
          </p:cNvSpPr>
          <p:nvPr>
            <p:ph type="sldNum" sz="quarter" idx="12"/>
          </p:nvPr>
        </p:nvSpPr>
        <p:spPr/>
        <p:txBody>
          <a:bodyPr/>
          <a:lstStyle/>
          <a:p>
            <a:fld id="{82D72ECE-8AA9-4D16-871A-9AD045FB1B92}" type="slidenum">
              <a:rPr lang="en-US" smtClean="0"/>
              <a:t>‹#›</a:t>
            </a:fld>
            <a:endParaRPr lang="en-US"/>
          </a:p>
        </p:txBody>
      </p:sp>
    </p:spTree>
    <p:extLst>
      <p:ext uri="{BB962C8B-B14F-4D97-AF65-F5344CB8AC3E}">
        <p14:creationId xmlns:p14="http://schemas.microsoft.com/office/powerpoint/2010/main" val="41596594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FFB78CDA-CE03-4129-9420-33397581DD6E}"/>
              </a:ext>
            </a:extLst>
          </p:cNvPr>
          <p:cNvSpPr>
            <a:spLocks noGrp="1"/>
          </p:cNvSpPr>
          <p:nvPr>
            <p:ph type="pic" sz="quarter" idx="13"/>
          </p:nvPr>
        </p:nvSpPr>
        <p:spPr>
          <a:xfrm>
            <a:off x="6572250" y="0"/>
            <a:ext cx="5619749" cy="6858000"/>
          </a:xfrm>
        </p:spPr>
        <p:txBody>
          <a:bodyPr/>
          <a:lstStyle/>
          <a:p>
            <a:endParaRPr lang="en-US"/>
          </a:p>
        </p:txBody>
      </p:sp>
      <p:sp>
        <p:nvSpPr>
          <p:cNvPr id="2" name="Date Placeholder 1">
            <a:extLst>
              <a:ext uri="{FF2B5EF4-FFF2-40B4-BE49-F238E27FC236}">
                <a16:creationId xmlns:a16="http://schemas.microsoft.com/office/drawing/2014/main" id="{6C90DD64-E337-46D9-864E-1573AEDCC3B7}"/>
              </a:ext>
            </a:extLst>
          </p:cNvPr>
          <p:cNvSpPr>
            <a:spLocks noGrp="1"/>
          </p:cNvSpPr>
          <p:nvPr>
            <p:ph type="dt" sz="half" idx="10"/>
          </p:nvPr>
        </p:nvSpPr>
        <p:spPr/>
        <p:txBody>
          <a:bodyPr/>
          <a:lstStyle/>
          <a:p>
            <a:fld id="{E38D4A69-CC18-4C70-A3DB-AF79BEA40F85}" type="datetimeFigureOut">
              <a:rPr lang="en-US" smtClean="0"/>
              <a:t>5/31/2020</a:t>
            </a:fld>
            <a:endParaRPr lang="en-US"/>
          </a:p>
        </p:txBody>
      </p:sp>
      <p:sp>
        <p:nvSpPr>
          <p:cNvPr id="3" name="Footer Placeholder 2">
            <a:extLst>
              <a:ext uri="{FF2B5EF4-FFF2-40B4-BE49-F238E27FC236}">
                <a16:creationId xmlns:a16="http://schemas.microsoft.com/office/drawing/2014/main" id="{10EB68F7-573F-44D6-A10E-D79B18946C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E0BA94-6591-4597-BC44-B910D27D46DF}"/>
              </a:ext>
            </a:extLst>
          </p:cNvPr>
          <p:cNvSpPr>
            <a:spLocks noGrp="1"/>
          </p:cNvSpPr>
          <p:nvPr>
            <p:ph type="sldNum" sz="quarter" idx="12"/>
          </p:nvPr>
        </p:nvSpPr>
        <p:spPr/>
        <p:txBody>
          <a:bodyPr/>
          <a:lstStyle/>
          <a:p>
            <a:fld id="{82D72ECE-8AA9-4D16-871A-9AD045FB1B92}" type="slidenum">
              <a:rPr lang="en-US" smtClean="0"/>
              <a:t>‹#›</a:t>
            </a:fld>
            <a:endParaRPr lang="en-US"/>
          </a:p>
        </p:txBody>
      </p:sp>
    </p:spTree>
    <p:extLst>
      <p:ext uri="{BB962C8B-B14F-4D97-AF65-F5344CB8AC3E}">
        <p14:creationId xmlns:p14="http://schemas.microsoft.com/office/powerpoint/2010/main" val="40596337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F7AE85B-E288-4983-B469-E5A9305A5E82}"/>
              </a:ext>
            </a:extLst>
          </p:cNvPr>
          <p:cNvSpPr>
            <a:spLocks noGrp="1"/>
          </p:cNvSpPr>
          <p:nvPr>
            <p:ph type="pic" sz="quarter" idx="13"/>
          </p:nvPr>
        </p:nvSpPr>
        <p:spPr>
          <a:xfrm>
            <a:off x="7546695" y="2106592"/>
            <a:ext cx="4645304" cy="3877519"/>
          </a:xfrm>
          <a:custGeom>
            <a:avLst/>
            <a:gdLst>
              <a:gd name="connsiteX0" fmla="*/ 0 w 4645304"/>
              <a:gd name="connsiteY0" fmla="*/ 0 h 3877519"/>
              <a:gd name="connsiteX1" fmla="*/ 4645304 w 4645304"/>
              <a:gd name="connsiteY1" fmla="*/ 0 h 3877519"/>
              <a:gd name="connsiteX2" fmla="*/ 4645304 w 4645304"/>
              <a:gd name="connsiteY2" fmla="*/ 3877519 h 3877519"/>
              <a:gd name="connsiteX3" fmla="*/ 0 w 4645304"/>
              <a:gd name="connsiteY3" fmla="*/ 3877519 h 3877519"/>
            </a:gdLst>
            <a:ahLst/>
            <a:cxnLst>
              <a:cxn ang="0">
                <a:pos x="connsiteX0" y="connsiteY0"/>
              </a:cxn>
              <a:cxn ang="0">
                <a:pos x="connsiteX1" y="connsiteY1"/>
              </a:cxn>
              <a:cxn ang="0">
                <a:pos x="connsiteX2" y="connsiteY2"/>
              </a:cxn>
              <a:cxn ang="0">
                <a:pos x="connsiteX3" y="connsiteY3"/>
              </a:cxn>
            </a:cxnLst>
            <a:rect l="l" t="t" r="r" b="b"/>
            <a:pathLst>
              <a:path w="4645304" h="3877519">
                <a:moveTo>
                  <a:pt x="0" y="0"/>
                </a:moveTo>
                <a:lnTo>
                  <a:pt x="4645304" y="0"/>
                </a:lnTo>
                <a:lnTo>
                  <a:pt x="4645304" y="3877519"/>
                </a:lnTo>
                <a:lnTo>
                  <a:pt x="0" y="3877519"/>
                </a:lnTo>
                <a:close/>
              </a:path>
            </a:pathLst>
          </a:custGeom>
        </p:spPr>
        <p:txBody>
          <a:bodyPr wrap="square">
            <a:noAutofit/>
          </a:bodyPr>
          <a:lstStyle/>
          <a:p>
            <a:endParaRPr lang="en-US"/>
          </a:p>
        </p:txBody>
      </p:sp>
      <p:sp>
        <p:nvSpPr>
          <p:cNvPr id="2" name="Date Placeholder 1">
            <a:extLst>
              <a:ext uri="{FF2B5EF4-FFF2-40B4-BE49-F238E27FC236}">
                <a16:creationId xmlns:a16="http://schemas.microsoft.com/office/drawing/2014/main" id="{6C90DD64-E337-46D9-864E-1573AEDCC3B7}"/>
              </a:ext>
            </a:extLst>
          </p:cNvPr>
          <p:cNvSpPr>
            <a:spLocks noGrp="1"/>
          </p:cNvSpPr>
          <p:nvPr>
            <p:ph type="dt" sz="half" idx="10"/>
          </p:nvPr>
        </p:nvSpPr>
        <p:spPr/>
        <p:txBody>
          <a:bodyPr/>
          <a:lstStyle/>
          <a:p>
            <a:fld id="{E38D4A69-CC18-4C70-A3DB-AF79BEA40F85}" type="datetimeFigureOut">
              <a:rPr lang="en-US" smtClean="0"/>
              <a:t>5/31/2020</a:t>
            </a:fld>
            <a:endParaRPr lang="en-US"/>
          </a:p>
        </p:txBody>
      </p:sp>
      <p:sp>
        <p:nvSpPr>
          <p:cNvPr id="3" name="Footer Placeholder 2">
            <a:extLst>
              <a:ext uri="{FF2B5EF4-FFF2-40B4-BE49-F238E27FC236}">
                <a16:creationId xmlns:a16="http://schemas.microsoft.com/office/drawing/2014/main" id="{10EB68F7-573F-44D6-A10E-D79B18946C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E0BA94-6591-4597-BC44-B910D27D46DF}"/>
              </a:ext>
            </a:extLst>
          </p:cNvPr>
          <p:cNvSpPr>
            <a:spLocks noGrp="1"/>
          </p:cNvSpPr>
          <p:nvPr>
            <p:ph type="sldNum" sz="quarter" idx="12"/>
          </p:nvPr>
        </p:nvSpPr>
        <p:spPr/>
        <p:txBody>
          <a:bodyPr/>
          <a:lstStyle/>
          <a:p>
            <a:fld id="{82D72ECE-8AA9-4D16-871A-9AD045FB1B92}" type="slidenum">
              <a:rPr lang="en-US" smtClean="0"/>
              <a:t>‹#›</a:t>
            </a:fld>
            <a:endParaRPr lang="en-US"/>
          </a:p>
        </p:txBody>
      </p:sp>
    </p:spTree>
    <p:extLst>
      <p:ext uri="{BB962C8B-B14F-4D97-AF65-F5344CB8AC3E}">
        <p14:creationId xmlns:p14="http://schemas.microsoft.com/office/powerpoint/2010/main" val="5742492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BA49A57-1C13-42E1-A26A-D92FA2A19CCE}"/>
              </a:ext>
            </a:extLst>
          </p:cNvPr>
          <p:cNvSpPr>
            <a:spLocks noGrp="1"/>
          </p:cNvSpPr>
          <p:nvPr>
            <p:ph type="pic" sz="quarter" idx="13"/>
          </p:nvPr>
        </p:nvSpPr>
        <p:spPr>
          <a:xfrm>
            <a:off x="1219200" y="647700"/>
            <a:ext cx="3767138" cy="5495925"/>
          </a:xfrm>
        </p:spPr>
        <p:txBody>
          <a:bodyPr/>
          <a:lstStyle/>
          <a:p>
            <a:endParaRPr lang="en-US"/>
          </a:p>
        </p:txBody>
      </p:sp>
      <p:sp>
        <p:nvSpPr>
          <p:cNvPr id="2" name="Date Placeholder 1">
            <a:extLst>
              <a:ext uri="{FF2B5EF4-FFF2-40B4-BE49-F238E27FC236}">
                <a16:creationId xmlns:a16="http://schemas.microsoft.com/office/drawing/2014/main" id="{6C90DD64-E337-46D9-864E-1573AEDCC3B7}"/>
              </a:ext>
            </a:extLst>
          </p:cNvPr>
          <p:cNvSpPr>
            <a:spLocks noGrp="1"/>
          </p:cNvSpPr>
          <p:nvPr>
            <p:ph type="dt" sz="half" idx="10"/>
          </p:nvPr>
        </p:nvSpPr>
        <p:spPr/>
        <p:txBody>
          <a:bodyPr/>
          <a:lstStyle/>
          <a:p>
            <a:fld id="{E38D4A69-CC18-4C70-A3DB-AF79BEA40F85}" type="datetimeFigureOut">
              <a:rPr lang="en-US" smtClean="0"/>
              <a:t>5/31/2020</a:t>
            </a:fld>
            <a:endParaRPr lang="en-US"/>
          </a:p>
        </p:txBody>
      </p:sp>
      <p:sp>
        <p:nvSpPr>
          <p:cNvPr id="3" name="Footer Placeholder 2">
            <a:extLst>
              <a:ext uri="{FF2B5EF4-FFF2-40B4-BE49-F238E27FC236}">
                <a16:creationId xmlns:a16="http://schemas.microsoft.com/office/drawing/2014/main" id="{10EB68F7-573F-44D6-A10E-D79B18946C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E0BA94-6591-4597-BC44-B910D27D46DF}"/>
              </a:ext>
            </a:extLst>
          </p:cNvPr>
          <p:cNvSpPr>
            <a:spLocks noGrp="1"/>
          </p:cNvSpPr>
          <p:nvPr>
            <p:ph type="sldNum" sz="quarter" idx="12"/>
          </p:nvPr>
        </p:nvSpPr>
        <p:spPr/>
        <p:txBody>
          <a:bodyPr/>
          <a:lstStyle/>
          <a:p>
            <a:fld id="{82D72ECE-8AA9-4D16-871A-9AD045FB1B92}" type="slidenum">
              <a:rPr lang="en-US" smtClean="0"/>
              <a:t>‹#›</a:t>
            </a:fld>
            <a:endParaRPr lang="en-US"/>
          </a:p>
        </p:txBody>
      </p:sp>
    </p:spTree>
    <p:extLst>
      <p:ext uri="{BB962C8B-B14F-4D97-AF65-F5344CB8AC3E}">
        <p14:creationId xmlns:p14="http://schemas.microsoft.com/office/powerpoint/2010/main" val="37351664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90DD64-E337-46D9-864E-1573AEDCC3B7}"/>
              </a:ext>
            </a:extLst>
          </p:cNvPr>
          <p:cNvSpPr>
            <a:spLocks noGrp="1"/>
          </p:cNvSpPr>
          <p:nvPr>
            <p:ph type="dt" sz="half" idx="10"/>
          </p:nvPr>
        </p:nvSpPr>
        <p:spPr/>
        <p:txBody>
          <a:bodyPr/>
          <a:lstStyle/>
          <a:p>
            <a:fld id="{E38D4A69-CC18-4C70-A3DB-AF79BEA40F85}" type="datetimeFigureOut">
              <a:rPr lang="en-US" smtClean="0"/>
              <a:t>5/31/2020</a:t>
            </a:fld>
            <a:endParaRPr lang="en-US"/>
          </a:p>
        </p:txBody>
      </p:sp>
      <p:sp>
        <p:nvSpPr>
          <p:cNvPr id="3" name="Footer Placeholder 2">
            <a:extLst>
              <a:ext uri="{FF2B5EF4-FFF2-40B4-BE49-F238E27FC236}">
                <a16:creationId xmlns:a16="http://schemas.microsoft.com/office/drawing/2014/main" id="{10EB68F7-573F-44D6-A10E-D79B18946C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E0BA94-6591-4597-BC44-B910D27D46DF}"/>
              </a:ext>
            </a:extLst>
          </p:cNvPr>
          <p:cNvSpPr>
            <a:spLocks noGrp="1"/>
          </p:cNvSpPr>
          <p:nvPr>
            <p:ph type="sldNum" sz="quarter" idx="12"/>
          </p:nvPr>
        </p:nvSpPr>
        <p:spPr/>
        <p:txBody>
          <a:bodyPr/>
          <a:lstStyle/>
          <a:p>
            <a:fld id="{82D72ECE-8AA9-4D16-871A-9AD045FB1B92}" type="slidenum">
              <a:rPr lang="en-US" smtClean="0"/>
              <a:t>‹#›</a:t>
            </a:fld>
            <a:endParaRPr lang="en-US"/>
          </a:p>
        </p:txBody>
      </p:sp>
      <p:sp>
        <p:nvSpPr>
          <p:cNvPr id="6" name="Picture Placeholder 5">
            <a:extLst>
              <a:ext uri="{FF2B5EF4-FFF2-40B4-BE49-F238E27FC236}">
                <a16:creationId xmlns:a16="http://schemas.microsoft.com/office/drawing/2014/main" id="{BCC64942-8333-4850-A28A-FC083779C054}"/>
              </a:ext>
            </a:extLst>
          </p:cNvPr>
          <p:cNvSpPr>
            <a:spLocks noGrp="1"/>
          </p:cNvSpPr>
          <p:nvPr>
            <p:ph type="pic" sz="quarter" idx="13"/>
          </p:nvPr>
        </p:nvSpPr>
        <p:spPr>
          <a:xfrm>
            <a:off x="0" y="0"/>
            <a:ext cx="12192000" cy="6858000"/>
          </a:xfrm>
        </p:spPr>
        <p:txBody>
          <a:bodyPr/>
          <a:lstStyle/>
          <a:p>
            <a:endParaRPr lang="en-US"/>
          </a:p>
        </p:txBody>
      </p:sp>
    </p:spTree>
    <p:extLst>
      <p:ext uri="{BB962C8B-B14F-4D97-AF65-F5344CB8AC3E}">
        <p14:creationId xmlns:p14="http://schemas.microsoft.com/office/powerpoint/2010/main" val="40783467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5D35D-E8E6-4FD2-8222-59361A50B1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69A5F7-A45C-445E-B1F5-8EE82FA1D7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3F24340-E04A-49DD-A66B-6D1C5A430B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F62E4A-0FB7-457B-A4F0-2DCCC35728D4}"/>
              </a:ext>
            </a:extLst>
          </p:cNvPr>
          <p:cNvSpPr>
            <a:spLocks noGrp="1"/>
          </p:cNvSpPr>
          <p:nvPr>
            <p:ph type="dt" sz="half" idx="10"/>
          </p:nvPr>
        </p:nvSpPr>
        <p:spPr/>
        <p:txBody>
          <a:bodyPr/>
          <a:lstStyle/>
          <a:p>
            <a:fld id="{E38D4A69-CC18-4C70-A3DB-AF79BEA40F85}" type="datetimeFigureOut">
              <a:rPr lang="en-US" smtClean="0"/>
              <a:t>5/31/2020</a:t>
            </a:fld>
            <a:endParaRPr lang="en-US"/>
          </a:p>
        </p:txBody>
      </p:sp>
      <p:sp>
        <p:nvSpPr>
          <p:cNvPr id="6" name="Footer Placeholder 5">
            <a:extLst>
              <a:ext uri="{FF2B5EF4-FFF2-40B4-BE49-F238E27FC236}">
                <a16:creationId xmlns:a16="http://schemas.microsoft.com/office/drawing/2014/main" id="{FDEF62D1-2912-4CA0-9F5A-DE8FD22D31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EA8015-C86F-4156-98A9-743DD125E345}"/>
              </a:ext>
            </a:extLst>
          </p:cNvPr>
          <p:cNvSpPr>
            <a:spLocks noGrp="1"/>
          </p:cNvSpPr>
          <p:nvPr>
            <p:ph type="sldNum" sz="quarter" idx="12"/>
          </p:nvPr>
        </p:nvSpPr>
        <p:spPr/>
        <p:txBody>
          <a:bodyPr/>
          <a:lstStyle/>
          <a:p>
            <a:fld id="{82D72ECE-8AA9-4D16-871A-9AD045FB1B92}" type="slidenum">
              <a:rPr lang="en-US" smtClean="0"/>
              <a:t>‹#›</a:t>
            </a:fld>
            <a:endParaRPr lang="en-US"/>
          </a:p>
        </p:txBody>
      </p:sp>
    </p:spTree>
    <p:extLst>
      <p:ext uri="{BB962C8B-B14F-4D97-AF65-F5344CB8AC3E}">
        <p14:creationId xmlns:p14="http://schemas.microsoft.com/office/powerpoint/2010/main" val="3577499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58331-4117-4917-BA48-6DC73048F7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2CA00A-323A-4B36-B102-7494735BB7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B8968A-E9E8-4C13-BAC1-08B6DE4D02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056B05-7BAB-4F16-B3F2-5D61E0381B50}"/>
              </a:ext>
            </a:extLst>
          </p:cNvPr>
          <p:cNvSpPr>
            <a:spLocks noGrp="1"/>
          </p:cNvSpPr>
          <p:nvPr>
            <p:ph type="dt" sz="half" idx="10"/>
          </p:nvPr>
        </p:nvSpPr>
        <p:spPr/>
        <p:txBody>
          <a:bodyPr/>
          <a:lstStyle/>
          <a:p>
            <a:fld id="{E38D4A69-CC18-4C70-A3DB-AF79BEA40F85}" type="datetimeFigureOut">
              <a:rPr lang="en-US" smtClean="0"/>
              <a:t>5/31/2020</a:t>
            </a:fld>
            <a:endParaRPr lang="en-US"/>
          </a:p>
        </p:txBody>
      </p:sp>
      <p:sp>
        <p:nvSpPr>
          <p:cNvPr id="6" name="Footer Placeholder 5">
            <a:extLst>
              <a:ext uri="{FF2B5EF4-FFF2-40B4-BE49-F238E27FC236}">
                <a16:creationId xmlns:a16="http://schemas.microsoft.com/office/drawing/2014/main" id="{526FBB27-5199-4937-AB61-93312C640F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9A5895-A039-4AF9-BC3C-D17CEBADB6AD}"/>
              </a:ext>
            </a:extLst>
          </p:cNvPr>
          <p:cNvSpPr>
            <a:spLocks noGrp="1"/>
          </p:cNvSpPr>
          <p:nvPr>
            <p:ph type="sldNum" sz="quarter" idx="12"/>
          </p:nvPr>
        </p:nvSpPr>
        <p:spPr/>
        <p:txBody>
          <a:bodyPr/>
          <a:lstStyle/>
          <a:p>
            <a:fld id="{82D72ECE-8AA9-4D16-871A-9AD045FB1B92}" type="slidenum">
              <a:rPr lang="en-US" smtClean="0"/>
              <a:t>‹#›</a:t>
            </a:fld>
            <a:endParaRPr lang="en-US"/>
          </a:p>
        </p:txBody>
      </p:sp>
    </p:spTree>
    <p:extLst>
      <p:ext uri="{BB962C8B-B14F-4D97-AF65-F5344CB8AC3E}">
        <p14:creationId xmlns:p14="http://schemas.microsoft.com/office/powerpoint/2010/main" val="15635688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2431B-F900-409E-BDC7-14B5385EE2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C4F4A11-8F88-49C6-9673-DAFE3A5E2B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317F35-A806-44FB-B1DB-34A792EE214E}"/>
              </a:ext>
            </a:extLst>
          </p:cNvPr>
          <p:cNvSpPr>
            <a:spLocks noGrp="1"/>
          </p:cNvSpPr>
          <p:nvPr>
            <p:ph type="dt" sz="half" idx="10"/>
          </p:nvPr>
        </p:nvSpPr>
        <p:spPr/>
        <p:txBody>
          <a:bodyPr/>
          <a:lstStyle/>
          <a:p>
            <a:fld id="{E38D4A69-CC18-4C70-A3DB-AF79BEA40F85}" type="datetimeFigureOut">
              <a:rPr lang="en-US" smtClean="0"/>
              <a:t>5/31/2020</a:t>
            </a:fld>
            <a:endParaRPr lang="en-US"/>
          </a:p>
        </p:txBody>
      </p:sp>
      <p:sp>
        <p:nvSpPr>
          <p:cNvPr id="5" name="Footer Placeholder 4">
            <a:extLst>
              <a:ext uri="{FF2B5EF4-FFF2-40B4-BE49-F238E27FC236}">
                <a16:creationId xmlns:a16="http://schemas.microsoft.com/office/drawing/2014/main" id="{89279E71-6502-4585-8D20-E76B96834E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249262-2583-4118-BFCA-9AD86E418178}"/>
              </a:ext>
            </a:extLst>
          </p:cNvPr>
          <p:cNvSpPr>
            <a:spLocks noGrp="1"/>
          </p:cNvSpPr>
          <p:nvPr>
            <p:ph type="sldNum" sz="quarter" idx="12"/>
          </p:nvPr>
        </p:nvSpPr>
        <p:spPr/>
        <p:txBody>
          <a:bodyPr/>
          <a:lstStyle/>
          <a:p>
            <a:fld id="{82D72ECE-8AA9-4D16-871A-9AD045FB1B92}" type="slidenum">
              <a:rPr lang="en-US" smtClean="0"/>
              <a:t>‹#›</a:t>
            </a:fld>
            <a:endParaRPr lang="en-US"/>
          </a:p>
        </p:txBody>
      </p:sp>
    </p:spTree>
    <p:extLst>
      <p:ext uri="{BB962C8B-B14F-4D97-AF65-F5344CB8AC3E}">
        <p14:creationId xmlns:p14="http://schemas.microsoft.com/office/powerpoint/2010/main" val="655225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312396-C7EA-4BBC-8279-61C4E688EE5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825914-1968-466F-9E58-59FD2EA81B4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D09985-A514-433D-8FF1-B1FD0C21A12D}"/>
              </a:ext>
            </a:extLst>
          </p:cNvPr>
          <p:cNvSpPr>
            <a:spLocks noGrp="1"/>
          </p:cNvSpPr>
          <p:nvPr>
            <p:ph type="dt" sz="half" idx="10"/>
          </p:nvPr>
        </p:nvSpPr>
        <p:spPr/>
        <p:txBody>
          <a:bodyPr/>
          <a:lstStyle/>
          <a:p>
            <a:fld id="{E38D4A69-CC18-4C70-A3DB-AF79BEA40F85}" type="datetimeFigureOut">
              <a:rPr lang="en-US" smtClean="0"/>
              <a:t>5/31/2020</a:t>
            </a:fld>
            <a:endParaRPr lang="en-US"/>
          </a:p>
        </p:txBody>
      </p:sp>
      <p:sp>
        <p:nvSpPr>
          <p:cNvPr id="5" name="Footer Placeholder 4">
            <a:extLst>
              <a:ext uri="{FF2B5EF4-FFF2-40B4-BE49-F238E27FC236}">
                <a16:creationId xmlns:a16="http://schemas.microsoft.com/office/drawing/2014/main" id="{897C874F-2A0B-4794-8857-8FD419707E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CB8FB8-5DAB-4891-8158-6069DFA9D7A8}"/>
              </a:ext>
            </a:extLst>
          </p:cNvPr>
          <p:cNvSpPr>
            <a:spLocks noGrp="1"/>
          </p:cNvSpPr>
          <p:nvPr>
            <p:ph type="sldNum" sz="quarter" idx="12"/>
          </p:nvPr>
        </p:nvSpPr>
        <p:spPr/>
        <p:txBody>
          <a:bodyPr/>
          <a:lstStyle/>
          <a:p>
            <a:fld id="{82D72ECE-8AA9-4D16-871A-9AD045FB1B92}" type="slidenum">
              <a:rPr lang="en-US" smtClean="0"/>
              <a:t>‹#›</a:t>
            </a:fld>
            <a:endParaRPr lang="en-US"/>
          </a:p>
        </p:txBody>
      </p:sp>
    </p:spTree>
    <p:extLst>
      <p:ext uri="{BB962C8B-B14F-4D97-AF65-F5344CB8AC3E}">
        <p14:creationId xmlns:p14="http://schemas.microsoft.com/office/powerpoint/2010/main" val="1492116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5A4884-5C00-4E8D-A270-5AB8EAD51E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8DEE222-ACDE-4284-A01C-AD5A545392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8826BE-A4C5-46D5-8F92-4EA133559F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8D4A69-CC18-4C70-A3DB-AF79BEA40F85}" type="datetimeFigureOut">
              <a:rPr lang="en-US" smtClean="0"/>
              <a:t>5/31/2020</a:t>
            </a:fld>
            <a:endParaRPr lang="en-US"/>
          </a:p>
        </p:txBody>
      </p:sp>
      <p:sp>
        <p:nvSpPr>
          <p:cNvPr id="5" name="Footer Placeholder 4">
            <a:extLst>
              <a:ext uri="{FF2B5EF4-FFF2-40B4-BE49-F238E27FC236}">
                <a16:creationId xmlns:a16="http://schemas.microsoft.com/office/drawing/2014/main" id="{9981C097-91C2-4A50-9A59-5ABEEAAE73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1FCB74C-75B5-4D37-9395-164554B727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D72ECE-8AA9-4D16-871A-9AD045FB1B92}" type="slidenum">
              <a:rPr lang="en-US" smtClean="0"/>
              <a:t>‹#›</a:t>
            </a:fld>
            <a:endParaRPr lang="en-US"/>
          </a:p>
        </p:txBody>
      </p:sp>
    </p:spTree>
    <p:extLst>
      <p:ext uri="{BB962C8B-B14F-4D97-AF65-F5344CB8AC3E}">
        <p14:creationId xmlns:p14="http://schemas.microsoft.com/office/powerpoint/2010/main" val="17152672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8" r:id="rId8"/>
    <p:sldLayoutId id="2147483667" r:id="rId9"/>
    <p:sldLayoutId id="2147483666" r:id="rId10"/>
    <p:sldLayoutId id="2147483665" r:id="rId11"/>
    <p:sldLayoutId id="2147483664" r:id="rId12"/>
    <p:sldLayoutId id="2147483663" r:id="rId13"/>
    <p:sldLayoutId id="2147483662" r:id="rId14"/>
    <p:sldLayoutId id="2147483661" r:id="rId15"/>
    <p:sldLayoutId id="2147483660" r:id="rId16"/>
    <p:sldLayoutId id="2147483656" r:id="rId17"/>
    <p:sldLayoutId id="2147483657" r:id="rId18"/>
    <p:sldLayoutId id="2147483658" r:id="rId19"/>
    <p:sldLayoutId id="2147483659"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 name="Picture Placeholder 157">
            <a:extLst>
              <a:ext uri="{FF2B5EF4-FFF2-40B4-BE49-F238E27FC236}">
                <a16:creationId xmlns:a16="http://schemas.microsoft.com/office/drawing/2014/main" id="{42FF4D10-11E1-401E-B3EE-77A5F485D545}"/>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l="-60" t="799" r="60" b="14797"/>
          <a:stretch/>
        </p:blipFill>
        <p:spPr>
          <a:xfrm>
            <a:off x="0" y="0"/>
            <a:ext cx="12192000" cy="6858000"/>
          </a:xfrm>
        </p:spPr>
      </p:pic>
      <p:sp>
        <p:nvSpPr>
          <p:cNvPr id="12" name="Rectangle 11">
            <a:extLst>
              <a:ext uri="{FF2B5EF4-FFF2-40B4-BE49-F238E27FC236}">
                <a16:creationId xmlns:a16="http://schemas.microsoft.com/office/drawing/2014/main" id="{E4BD5CBA-A752-4B0A-967E-FEF8C196F577}"/>
              </a:ext>
            </a:extLst>
          </p:cNvPr>
          <p:cNvSpPr/>
          <p:nvPr/>
        </p:nvSpPr>
        <p:spPr>
          <a:xfrm>
            <a:off x="0" y="0"/>
            <a:ext cx="12192000" cy="6858000"/>
          </a:xfrm>
          <a:prstGeom prst="rect">
            <a:avLst/>
          </a:prstGeom>
          <a:gradFill>
            <a:gsLst>
              <a:gs pos="0">
                <a:schemeClr val="accent1">
                  <a:alpha val="70000"/>
                </a:schemeClr>
              </a:gs>
              <a:gs pos="100000">
                <a:schemeClr val="accent2">
                  <a:alpha val="7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reeform: Shape 6">
            <a:extLst>
              <a:ext uri="{FF2B5EF4-FFF2-40B4-BE49-F238E27FC236}">
                <a16:creationId xmlns:a16="http://schemas.microsoft.com/office/drawing/2014/main" id="{615AF539-403B-4868-825E-5D21A882D124}"/>
              </a:ext>
            </a:extLst>
          </p:cNvPr>
          <p:cNvSpPr/>
          <p:nvPr/>
        </p:nvSpPr>
        <p:spPr>
          <a:xfrm>
            <a:off x="256572" y="280686"/>
            <a:ext cx="11678856" cy="6296628"/>
          </a:xfrm>
          <a:custGeom>
            <a:avLst/>
            <a:gdLst>
              <a:gd name="connsiteX0" fmla="*/ 123477 w 11678856"/>
              <a:gd name="connsiteY0" fmla="*/ 0 h 6296628"/>
              <a:gd name="connsiteX1" fmla="*/ 11555379 w 11678856"/>
              <a:gd name="connsiteY1" fmla="*/ 0 h 6296628"/>
              <a:gd name="connsiteX2" fmla="*/ 11678856 w 11678856"/>
              <a:gd name="connsiteY2" fmla="*/ 123477 h 6296628"/>
              <a:gd name="connsiteX3" fmla="*/ 11678856 w 11678856"/>
              <a:gd name="connsiteY3" fmla="*/ 6173151 h 6296628"/>
              <a:gd name="connsiteX4" fmla="*/ 11555379 w 11678856"/>
              <a:gd name="connsiteY4" fmla="*/ 6296628 h 6296628"/>
              <a:gd name="connsiteX5" fmla="*/ 123477 w 11678856"/>
              <a:gd name="connsiteY5" fmla="*/ 6296628 h 6296628"/>
              <a:gd name="connsiteX6" fmla="*/ 0 w 11678856"/>
              <a:gd name="connsiteY6" fmla="*/ 6173151 h 6296628"/>
              <a:gd name="connsiteX7" fmla="*/ 0 w 11678856"/>
              <a:gd name="connsiteY7" fmla="*/ 123477 h 6296628"/>
              <a:gd name="connsiteX8" fmla="*/ 123477 w 11678856"/>
              <a:gd name="connsiteY8" fmla="*/ 0 h 6296628"/>
              <a:gd name="connsiteX9" fmla="*/ 270976 w 11678856"/>
              <a:gd name="connsiteY9" fmla="*/ 174733 h 6296628"/>
              <a:gd name="connsiteX10" fmla="*/ 173621 w 11678856"/>
              <a:gd name="connsiteY10" fmla="*/ 272088 h 6296628"/>
              <a:gd name="connsiteX11" fmla="*/ 173621 w 11678856"/>
              <a:gd name="connsiteY11" fmla="*/ 6024540 h 6296628"/>
              <a:gd name="connsiteX12" fmla="*/ 270976 w 11678856"/>
              <a:gd name="connsiteY12" fmla="*/ 6121895 h 6296628"/>
              <a:gd name="connsiteX13" fmla="*/ 11407880 w 11678856"/>
              <a:gd name="connsiteY13" fmla="*/ 6121895 h 6296628"/>
              <a:gd name="connsiteX14" fmla="*/ 11505235 w 11678856"/>
              <a:gd name="connsiteY14" fmla="*/ 6024540 h 6296628"/>
              <a:gd name="connsiteX15" fmla="*/ 11505235 w 11678856"/>
              <a:gd name="connsiteY15" fmla="*/ 272088 h 6296628"/>
              <a:gd name="connsiteX16" fmla="*/ 11407880 w 11678856"/>
              <a:gd name="connsiteY16" fmla="*/ 174733 h 6296628"/>
              <a:gd name="connsiteX17" fmla="*/ 270976 w 11678856"/>
              <a:gd name="connsiteY17" fmla="*/ 174733 h 6296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678856" h="6296628">
                <a:moveTo>
                  <a:pt x="123477" y="0"/>
                </a:moveTo>
                <a:lnTo>
                  <a:pt x="11555379" y="0"/>
                </a:lnTo>
                <a:cubicBezTo>
                  <a:pt x="11623573" y="0"/>
                  <a:pt x="11678856" y="55283"/>
                  <a:pt x="11678856" y="123477"/>
                </a:cubicBezTo>
                <a:lnTo>
                  <a:pt x="11678856" y="6173151"/>
                </a:lnTo>
                <a:cubicBezTo>
                  <a:pt x="11678856" y="6241345"/>
                  <a:pt x="11623573" y="6296628"/>
                  <a:pt x="11555379" y="6296628"/>
                </a:cubicBezTo>
                <a:lnTo>
                  <a:pt x="123477" y="6296628"/>
                </a:lnTo>
                <a:cubicBezTo>
                  <a:pt x="55283" y="6296628"/>
                  <a:pt x="0" y="6241345"/>
                  <a:pt x="0" y="6173151"/>
                </a:cubicBezTo>
                <a:lnTo>
                  <a:pt x="0" y="123477"/>
                </a:lnTo>
                <a:cubicBezTo>
                  <a:pt x="0" y="55283"/>
                  <a:pt x="55283" y="0"/>
                  <a:pt x="123477" y="0"/>
                </a:cubicBezTo>
                <a:close/>
                <a:moveTo>
                  <a:pt x="270976" y="174733"/>
                </a:moveTo>
                <a:cubicBezTo>
                  <a:pt x="217208" y="174733"/>
                  <a:pt x="173621" y="218320"/>
                  <a:pt x="173621" y="272088"/>
                </a:cubicBezTo>
                <a:lnTo>
                  <a:pt x="173621" y="6024540"/>
                </a:lnTo>
                <a:cubicBezTo>
                  <a:pt x="173621" y="6078308"/>
                  <a:pt x="217208" y="6121895"/>
                  <a:pt x="270976" y="6121895"/>
                </a:cubicBezTo>
                <a:lnTo>
                  <a:pt x="11407880" y="6121895"/>
                </a:lnTo>
                <a:cubicBezTo>
                  <a:pt x="11461648" y="6121895"/>
                  <a:pt x="11505235" y="6078308"/>
                  <a:pt x="11505235" y="6024540"/>
                </a:cubicBezTo>
                <a:lnTo>
                  <a:pt x="11505235" y="272088"/>
                </a:lnTo>
                <a:cubicBezTo>
                  <a:pt x="11505235" y="218320"/>
                  <a:pt x="11461648" y="174733"/>
                  <a:pt x="11407880" y="174733"/>
                </a:cubicBezTo>
                <a:lnTo>
                  <a:pt x="270976" y="17473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3" name="Rectangle 42">
            <a:extLst>
              <a:ext uri="{FF2B5EF4-FFF2-40B4-BE49-F238E27FC236}">
                <a16:creationId xmlns:a16="http://schemas.microsoft.com/office/drawing/2014/main" id="{CC69D358-99C7-40C8-9EC1-6C6591C639A2}"/>
              </a:ext>
            </a:extLst>
          </p:cNvPr>
          <p:cNvSpPr/>
          <p:nvPr/>
        </p:nvSpPr>
        <p:spPr>
          <a:xfrm>
            <a:off x="4792379" y="1755650"/>
            <a:ext cx="565668" cy="2237230"/>
          </a:xfrm>
          <a:prstGeom prst="rect">
            <a:avLst/>
          </a:prstGeom>
          <a:gradFill flip="none" rotWithShape="1">
            <a:gsLst>
              <a:gs pos="0">
                <a:schemeClr val="accent1"/>
              </a:gs>
              <a:gs pos="100000">
                <a:schemeClr val="accent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8" name="Straight Connector 107">
            <a:extLst>
              <a:ext uri="{FF2B5EF4-FFF2-40B4-BE49-F238E27FC236}">
                <a16:creationId xmlns:a16="http://schemas.microsoft.com/office/drawing/2014/main" id="{A74E8774-F074-44FF-A4FC-3D72B699A434}"/>
              </a:ext>
            </a:extLst>
          </p:cNvPr>
          <p:cNvCxnSpPr>
            <a:cxnSpLocks/>
          </p:cNvCxnSpPr>
          <p:nvPr/>
        </p:nvCxnSpPr>
        <p:spPr>
          <a:xfrm>
            <a:off x="5059680" y="1971462"/>
            <a:ext cx="1919125" cy="0"/>
          </a:xfrm>
          <a:prstGeom prst="line">
            <a:avLst/>
          </a:prstGeom>
          <a:ln w="31750">
            <a:solidFill>
              <a:schemeClr val="bg2"/>
            </a:solidFill>
          </a:ln>
        </p:spPr>
        <p:style>
          <a:lnRef idx="1">
            <a:schemeClr val="accent1"/>
          </a:lnRef>
          <a:fillRef idx="0">
            <a:schemeClr val="accent1"/>
          </a:fillRef>
          <a:effectRef idx="0">
            <a:schemeClr val="accent1"/>
          </a:effectRef>
          <a:fontRef idx="minor">
            <a:schemeClr val="tx1"/>
          </a:fontRef>
        </p:style>
      </p:cxnSp>
      <p:sp>
        <p:nvSpPr>
          <p:cNvPr id="180" name="TextBox 179">
            <a:extLst>
              <a:ext uri="{FF2B5EF4-FFF2-40B4-BE49-F238E27FC236}">
                <a16:creationId xmlns:a16="http://schemas.microsoft.com/office/drawing/2014/main" id="{E539F0C8-C509-4675-92E2-3FE404515863}"/>
              </a:ext>
            </a:extLst>
          </p:cNvPr>
          <p:cNvSpPr txBox="1"/>
          <p:nvPr/>
        </p:nvSpPr>
        <p:spPr>
          <a:xfrm>
            <a:off x="5054686" y="2117735"/>
            <a:ext cx="2390856" cy="1692771"/>
          </a:xfrm>
          <a:prstGeom prst="rect">
            <a:avLst/>
          </a:prstGeom>
          <a:noFill/>
        </p:spPr>
        <p:txBody>
          <a:bodyPr wrap="square" rtlCol="0">
            <a:spAutoFit/>
          </a:bodyPr>
          <a:lstStyle/>
          <a:p>
            <a:r>
              <a:rPr lang="en-US" sz="3700" dirty="0">
                <a:solidFill>
                  <a:schemeClr val="bg2"/>
                </a:solidFill>
                <a:latin typeface="Roboto Black" panose="02000000000000000000" pitchFamily="2" charset="0"/>
                <a:ea typeface="Roboto Black" panose="02000000000000000000" pitchFamily="2" charset="0"/>
              </a:rPr>
              <a:t>GENERAL</a:t>
            </a:r>
            <a:br>
              <a:rPr lang="en-US" dirty="0">
                <a:solidFill>
                  <a:schemeClr val="bg2"/>
                </a:solidFill>
                <a:latin typeface="Roboto Black" panose="02000000000000000000" pitchFamily="2" charset="0"/>
                <a:ea typeface="Roboto Black" panose="02000000000000000000" pitchFamily="2" charset="0"/>
              </a:rPr>
            </a:br>
            <a:r>
              <a:rPr lang="en-US" sz="4400" dirty="0">
                <a:solidFill>
                  <a:schemeClr val="bg2"/>
                </a:solidFill>
                <a:latin typeface="Roboto Black" panose="02000000000000000000" pitchFamily="2" charset="0"/>
                <a:ea typeface="Roboto Black" panose="02000000000000000000" pitchFamily="2" charset="0"/>
              </a:rPr>
              <a:t>LESSON</a:t>
            </a:r>
            <a:br>
              <a:rPr lang="en-US" dirty="0">
                <a:solidFill>
                  <a:schemeClr val="bg2"/>
                </a:solidFill>
                <a:latin typeface="Roboto Black" panose="02000000000000000000" pitchFamily="2" charset="0"/>
                <a:ea typeface="Roboto Black" panose="02000000000000000000" pitchFamily="2" charset="0"/>
              </a:rPr>
            </a:br>
            <a:r>
              <a:rPr lang="en-US" sz="2200" dirty="0">
                <a:solidFill>
                  <a:schemeClr val="bg2"/>
                </a:solidFill>
                <a:latin typeface="Roboto Black" panose="02000000000000000000" pitchFamily="2" charset="0"/>
                <a:ea typeface="Roboto Black" panose="02000000000000000000" pitchFamily="2" charset="0"/>
              </a:rPr>
              <a:t>PRESENTATION</a:t>
            </a:r>
          </a:p>
        </p:txBody>
      </p:sp>
      <p:sp>
        <p:nvSpPr>
          <p:cNvPr id="181" name="TextBox 180">
            <a:extLst>
              <a:ext uri="{FF2B5EF4-FFF2-40B4-BE49-F238E27FC236}">
                <a16:creationId xmlns:a16="http://schemas.microsoft.com/office/drawing/2014/main" id="{1113A1B3-8DBB-4D51-8B89-9F0931FC0EBA}"/>
              </a:ext>
            </a:extLst>
          </p:cNvPr>
          <p:cNvSpPr txBox="1"/>
          <p:nvPr/>
        </p:nvSpPr>
        <p:spPr>
          <a:xfrm>
            <a:off x="4331989" y="5145047"/>
            <a:ext cx="3528022" cy="1077218"/>
          </a:xfrm>
          <a:prstGeom prst="rect">
            <a:avLst/>
          </a:prstGeom>
          <a:noFill/>
        </p:spPr>
        <p:txBody>
          <a:bodyPr wrap="square" rtlCol="0">
            <a:spAutoFit/>
          </a:bodyPr>
          <a:lstStyle/>
          <a:p>
            <a:pPr algn="ctr"/>
            <a:r>
              <a:rPr lang="en-US" sz="2800" dirty="0">
                <a:solidFill>
                  <a:schemeClr val="bg2"/>
                </a:solidFill>
                <a:latin typeface="Roboto" panose="02000000000000000000" pitchFamily="2" charset="0"/>
                <a:ea typeface="Roboto" panose="02000000000000000000" pitchFamily="2" charset="0"/>
              </a:rPr>
              <a:t>POWERPOINT</a:t>
            </a:r>
            <a:br>
              <a:rPr lang="en-US" sz="2800" dirty="0">
                <a:solidFill>
                  <a:schemeClr val="bg2"/>
                </a:solidFill>
                <a:latin typeface="Roboto" panose="02000000000000000000" pitchFamily="2" charset="0"/>
                <a:ea typeface="Roboto" panose="02000000000000000000" pitchFamily="2" charset="0"/>
              </a:rPr>
            </a:br>
            <a:r>
              <a:rPr lang="en-US" sz="3600" dirty="0">
                <a:solidFill>
                  <a:schemeClr val="bg2"/>
                </a:solidFill>
                <a:latin typeface="Roboto" panose="02000000000000000000" pitchFamily="2" charset="0"/>
                <a:ea typeface="Roboto" panose="02000000000000000000" pitchFamily="2" charset="0"/>
              </a:rPr>
              <a:t>TEMPLATE</a:t>
            </a:r>
          </a:p>
        </p:txBody>
      </p:sp>
    </p:spTree>
    <p:extLst>
      <p:ext uri="{BB962C8B-B14F-4D97-AF65-F5344CB8AC3E}">
        <p14:creationId xmlns:p14="http://schemas.microsoft.com/office/powerpoint/2010/main" val="9513227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Rectangle 134">
            <a:extLst>
              <a:ext uri="{FF2B5EF4-FFF2-40B4-BE49-F238E27FC236}">
                <a16:creationId xmlns:a16="http://schemas.microsoft.com/office/drawing/2014/main" id="{B593E4CC-35FB-4320-A681-36444739BB5E}"/>
              </a:ext>
            </a:extLst>
          </p:cNvPr>
          <p:cNvSpPr/>
          <p:nvPr/>
        </p:nvSpPr>
        <p:spPr>
          <a:xfrm>
            <a:off x="1001977" y="575310"/>
            <a:ext cx="209751" cy="690880"/>
          </a:xfrm>
          <a:prstGeom prst="rect">
            <a:avLst/>
          </a:prstGeom>
          <a:gradFill flip="none" rotWithShape="1">
            <a:gsLst>
              <a:gs pos="0">
                <a:schemeClr val="accent1">
                  <a:alpha val="50000"/>
                </a:schemeClr>
              </a:gs>
              <a:gs pos="100000">
                <a:schemeClr val="accent2">
                  <a:alpha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A9609852-0809-430D-AF79-92740ABCE696}"/>
              </a:ext>
            </a:extLst>
          </p:cNvPr>
          <p:cNvSpPr txBox="1"/>
          <p:nvPr/>
        </p:nvSpPr>
        <p:spPr>
          <a:xfrm>
            <a:off x="1001977" y="827424"/>
            <a:ext cx="3711873" cy="523220"/>
          </a:xfrm>
          <a:prstGeom prst="rect">
            <a:avLst/>
          </a:prstGeom>
          <a:noFill/>
        </p:spPr>
        <p:txBody>
          <a:bodyPr wrap="square" rtlCol="0" anchor="b">
            <a:spAutoFit/>
          </a:bodyPr>
          <a:lstStyle/>
          <a:p>
            <a:r>
              <a:rPr lang="en-US" sz="2800" b="1" dirty="0">
                <a:latin typeface="Roboto" panose="02000000000000000000" pitchFamily="2" charset="0"/>
                <a:ea typeface="Roboto" panose="02000000000000000000" pitchFamily="2" charset="0"/>
              </a:rPr>
              <a:t>Introduction</a:t>
            </a:r>
          </a:p>
        </p:txBody>
      </p:sp>
      <p:grpSp>
        <p:nvGrpSpPr>
          <p:cNvPr id="107" name="Group 106">
            <a:extLst>
              <a:ext uri="{FF2B5EF4-FFF2-40B4-BE49-F238E27FC236}">
                <a16:creationId xmlns:a16="http://schemas.microsoft.com/office/drawing/2014/main" id="{B78A0CEE-3319-44EC-A321-918E9A4FA997}"/>
              </a:ext>
            </a:extLst>
          </p:cNvPr>
          <p:cNvGrpSpPr/>
          <p:nvPr/>
        </p:nvGrpSpPr>
        <p:grpSpPr>
          <a:xfrm>
            <a:off x="1341148" y="2160003"/>
            <a:ext cx="1044797" cy="1060458"/>
            <a:chOff x="1876425" y="2421906"/>
            <a:chExt cx="795074" cy="806992"/>
          </a:xfrm>
        </p:grpSpPr>
        <p:sp>
          <p:nvSpPr>
            <p:cNvPr id="106" name="Isosceles Triangle 105">
              <a:extLst>
                <a:ext uri="{FF2B5EF4-FFF2-40B4-BE49-F238E27FC236}">
                  <a16:creationId xmlns:a16="http://schemas.microsoft.com/office/drawing/2014/main" id="{3AF4E322-3075-47F6-AFA4-987AB33EBF38}"/>
                </a:ext>
              </a:extLst>
            </p:cNvPr>
            <p:cNvSpPr/>
            <p:nvPr/>
          </p:nvSpPr>
          <p:spPr>
            <a:xfrm rot="5956497">
              <a:off x="1957930" y="2515330"/>
              <a:ext cx="766425" cy="660712"/>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Isosceles Triangle 104">
              <a:extLst>
                <a:ext uri="{FF2B5EF4-FFF2-40B4-BE49-F238E27FC236}">
                  <a16:creationId xmlns:a16="http://schemas.microsoft.com/office/drawing/2014/main" id="{AF29EF14-8AC3-491B-A29C-C0BEBC9EE4E9}"/>
                </a:ext>
              </a:extLst>
            </p:cNvPr>
            <p:cNvSpPr/>
            <p:nvPr/>
          </p:nvSpPr>
          <p:spPr>
            <a:xfrm rot="6496077">
              <a:off x="1957930" y="2514584"/>
              <a:ext cx="766425" cy="660712"/>
            </a:xfrm>
            <a:prstGeom prst="triangle">
              <a:avLst/>
            </a:prstGeom>
            <a:solidFill>
              <a:schemeClr val="tx2">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Isosceles Triangle 103">
              <a:extLst>
                <a:ext uri="{FF2B5EF4-FFF2-40B4-BE49-F238E27FC236}">
                  <a16:creationId xmlns:a16="http://schemas.microsoft.com/office/drawing/2014/main" id="{0F5621DE-CA37-43AF-8C0B-07209A63FEEB}"/>
                </a:ext>
              </a:extLst>
            </p:cNvPr>
            <p:cNvSpPr/>
            <p:nvPr/>
          </p:nvSpPr>
          <p:spPr>
            <a:xfrm>
              <a:off x="1876425" y="2421906"/>
              <a:ext cx="710406" cy="612419"/>
            </a:xfrm>
            <a:prstGeom prst="triangle">
              <a:avLst/>
            </a:prstGeom>
            <a:gradFill>
              <a:gsLst>
                <a:gs pos="0">
                  <a:schemeClr val="accent1"/>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8" name="Group 107">
            <a:extLst>
              <a:ext uri="{FF2B5EF4-FFF2-40B4-BE49-F238E27FC236}">
                <a16:creationId xmlns:a16="http://schemas.microsoft.com/office/drawing/2014/main" id="{18CD2023-E908-4D5D-B594-6FECAB9CD98E}"/>
              </a:ext>
            </a:extLst>
          </p:cNvPr>
          <p:cNvGrpSpPr/>
          <p:nvPr/>
        </p:nvGrpSpPr>
        <p:grpSpPr>
          <a:xfrm>
            <a:off x="1341148" y="3400495"/>
            <a:ext cx="1044797" cy="1060458"/>
            <a:chOff x="1876425" y="2421906"/>
            <a:chExt cx="795074" cy="806992"/>
          </a:xfrm>
        </p:grpSpPr>
        <p:sp>
          <p:nvSpPr>
            <p:cNvPr id="109" name="Isosceles Triangle 108">
              <a:extLst>
                <a:ext uri="{FF2B5EF4-FFF2-40B4-BE49-F238E27FC236}">
                  <a16:creationId xmlns:a16="http://schemas.microsoft.com/office/drawing/2014/main" id="{50C5B0AB-7735-414B-9977-8B3AB04BC380}"/>
                </a:ext>
              </a:extLst>
            </p:cNvPr>
            <p:cNvSpPr/>
            <p:nvPr/>
          </p:nvSpPr>
          <p:spPr>
            <a:xfrm rot="5956497">
              <a:off x="1957930" y="2515330"/>
              <a:ext cx="766425" cy="660712"/>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Isosceles Triangle 109">
              <a:extLst>
                <a:ext uri="{FF2B5EF4-FFF2-40B4-BE49-F238E27FC236}">
                  <a16:creationId xmlns:a16="http://schemas.microsoft.com/office/drawing/2014/main" id="{BFFA3BD5-F85A-441E-B19B-498B81BE722C}"/>
                </a:ext>
              </a:extLst>
            </p:cNvPr>
            <p:cNvSpPr/>
            <p:nvPr/>
          </p:nvSpPr>
          <p:spPr>
            <a:xfrm rot="6496077">
              <a:off x="1957930" y="2514584"/>
              <a:ext cx="766425" cy="660712"/>
            </a:xfrm>
            <a:prstGeom prst="triangle">
              <a:avLst/>
            </a:prstGeom>
            <a:solidFill>
              <a:schemeClr val="tx2">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Isosceles Triangle 110">
              <a:extLst>
                <a:ext uri="{FF2B5EF4-FFF2-40B4-BE49-F238E27FC236}">
                  <a16:creationId xmlns:a16="http://schemas.microsoft.com/office/drawing/2014/main" id="{9A8DD909-6C66-480A-9962-56D5C5EDF7A7}"/>
                </a:ext>
              </a:extLst>
            </p:cNvPr>
            <p:cNvSpPr/>
            <p:nvPr/>
          </p:nvSpPr>
          <p:spPr>
            <a:xfrm>
              <a:off x="1876425" y="2421906"/>
              <a:ext cx="710406" cy="612419"/>
            </a:xfrm>
            <a:prstGeom prst="triangle">
              <a:avLst/>
            </a:prstGeom>
            <a:gradFill>
              <a:gsLst>
                <a:gs pos="0">
                  <a:schemeClr val="accent2"/>
                </a:gs>
                <a:gs pos="100000">
                  <a:schemeClr val="accent3"/>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2" name="Group 111">
            <a:extLst>
              <a:ext uri="{FF2B5EF4-FFF2-40B4-BE49-F238E27FC236}">
                <a16:creationId xmlns:a16="http://schemas.microsoft.com/office/drawing/2014/main" id="{78E8BF96-ECF4-45A0-B38A-12F1AEA3E547}"/>
              </a:ext>
            </a:extLst>
          </p:cNvPr>
          <p:cNvGrpSpPr/>
          <p:nvPr/>
        </p:nvGrpSpPr>
        <p:grpSpPr>
          <a:xfrm>
            <a:off x="1341148" y="4640988"/>
            <a:ext cx="1044797" cy="1060458"/>
            <a:chOff x="1876425" y="2421906"/>
            <a:chExt cx="795074" cy="806992"/>
          </a:xfrm>
        </p:grpSpPr>
        <p:sp>
          <p:nvSpPr>
            <p:cNvPr id="113" name="Isosceles Triangle 112">
              <a:extLst>
                <a:ext uri="{FF2B5EF4-FFF2-40B4-BE49-F238E27FC236}">
                  <a16:creationId xmlns:a16="http://schemas.microsoft.com/office/drawing/2014/main" id="{9D00BFC3-B9C8-4ABF-AE58-FAFA4FF92AB1}"/>
                </a:ext>
              </a:extLst>
            </p:cNvPr>
            <p:cNvSpPr/>
            <p:nvPr/>
          </p:nvSpPr>
          <p:spPr>
            <a:xfrm rot="5956497">
              <a:off x="1957930" y="2515330"/>
              <a:ext cx="766425" cy="660712"/>
            </a:xfrm>
            <a:prstGeom prst="triangl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Isosceles Triangle 113">
              <a:extLst>
                <a:ext uri="{FF2B5EF4-FFF2-40B4-BE49-F238E27FC236}">
                  <a16:creationId xmlns:a16="http://schemas.microsoft.com/office/drawing/2014/main" id="{DB1EAECE-278B-4391-878E-3B4CB433466D}"/>
                </a:ext>
              </a:extLst>
            </p:cNvPr>
            <p:cNvSpPr/>
            <p:nvPr/>
          </p:nvSpPr>
          <p:spPr>
            <a:xfrm rot="6496077">
              <a:off x="1957930" y="2514584"/>
              <a:ext cx="766425" cy="660712"/>
            </a:xfrm>
            <a:prstGeom prst="triangle">
              <a:avLst/>
            </a:prstGeom>
            <a:solidFill>
              <a:schemeClr val="tx2">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Isosceles Triangle 114">
              <a:extLst>
                <a:ext uri="{FF2B5EF4-FFF2-40B4-BE49-F238E27FC236}">
                  <a16:creationId xmlns:a16="http://schemas.microsoft.com/office/drawing/2014/main" id="{DC5D132B-1BC6-4246-AB30-4400B269FA59}"/>
                </a:ext>
              </a:extLst>
            </p:cNvPr>
            <p:cNvSpPr/>
            <p:nvPr/>
          </p:nvSpPr>
          <p:spPr>
            <a:xfrm>
              <a:off x="1876425" y="2421906"/>
              <a:ext cx="710406" cy="612419"/>
            </a:xfrm>
            <a:prstGeom prst="triangle">
              <a:avLst/>
            </a:prstGeom>
            <a:gradFill>
              <a:gsLst>
                <a:gs pos="0">
                  <a:schemeClr val="accent3"/>
                </a:gs>
                <a:gs pos="100000">
                  <a:schemeClr val="accent4"/>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9" name="TextBox 118">
            <a:extLst>
              <a:ext uri="{FF2B5EF4-FFF2-40B4-BE49-F238E27FC236}">
                <a16:creationId xmlns:a16="http://schemas.microsoft.com/office/drawing/2014/main" id="{F744A3FF-2C47-468A-85DF-CF46AF6FB31C}"/>
              </a:ext>
            </a:extLst>
          </p:cNvPr>
          <p:cNvSpPr txBox="1"/>
          <p:nvPr/>
        </p:nvSpPr>
        <p:spPr>
          <a:xfrm>
            <a:off x="2472049" y="2176195"/>
            <a:ext cx="2839403" cy="646331"/>
          </a:xfrm>
          <a:prstGeom prst="rect">
            <a:avLst/>
          </a:prstGeom>
          <a:noFill/>
        </p:spPr>
        <p:txBody>
          <a:bodyPr wrap="square" rtlCol="0">
            <a:spAutoFit/>
          </a:bodyPr>
          <a:lstStyle/>
          <a:p>
            <a:r>
              <a:rPr lang="en-US" b="1" dirty="0">
                <a:solidFill>
                  <a:schemeClr val="tx1">
                    <a:lumMod val="90000"/>
                    <a:lumOff val="10000"/>
                  </a:schemeClr>
                </a:solidFill>
                <a:latin typeface="Roboto" panose="02000000000000000000" pitchFamily="2" charset="0"/>
                <a:ea typeface="Roboto" panose="02000000000000000000" pitchFamily="2" charset="0"/>
              </a:rPr>
              <a:t>Introduce the subject of the lesson.</a:t>
            </a:r>
          </a:p>
        </p:txBody>
      </p:sp>
      <p:sp>
        <p:nvSpPr>
          <p:cNvPr id="120" name="TextBox 119">
            <a:extLst>
              <a:ext uri="{FF2B5EF4-FFF2-40B4-BE49-F238E27FC236}">
                <a16:creationId xmlns:a16="http://schemas.microsoft.com/office/drawing/2014/main" id="{101A2CE7-8F7A-457F-B8C1-028C9E794BD5}"/>
              </a:ext>
            </a:extLst>
          </p:cNvPr>
          <p:cNvSpPr txBox="1"/>
          <p:nvPr/>
        </p:nvSpPr>
        <p:spPr>
          <a:xfrm>
            <a:off x="2442769" y="3439048"/>
            <a:ext cx="3077130" cy="646331"/>
          </a:xfrm>
          <a:prstGeom prst="rect">
            <a:avLst/>
          </a:prstGeom>
          <a:noFill/>
        </p:spPr>
        <p:txBody>
          <a:bodyPr wrap="square" rtlCol="0">
            <a:spAutoFit/>
          </a:bodyPr>
          <a:lstStyle/>
          <a:p>
            <a:r>
              <a:rPr lang="en-US" b="1" dirty="0">
                <a:solidFill>
                  <a:schemeClr val="tx1">
                    <a:lumMod val="90000"/>
                    <a:lumOff val="10000"/>
                  </a:schemeClr>
                </a:solidFill>
                <a:latin typeface="Roboto" panose="02000000000000000000" pitchFamily="2" charset="0"/>
                <a:ea typeface="Roboto" panose="02000000000000000000" pitchFamily="2" charset="0"/>
              </a:rPr>
              <a:t>State how lesson will benefit students.</a:t>
            </a:r>
          </a:p>
        </p:txBody>
      </p:sp>
      <p:sp>
        <p:nvSpPr>
          <p:cNvPr id="121" name="TextBox 120">
            <a:extLst>
              <a:ext uri="{FF2B5EF4-FFF2-40B4-BE49-F238E27FC236}">
                <a16:creationId xmlns:a16="http://schemas.microsoft.com/office/drawing/2014/main" id="{97CA979D-2004-4BA8-93A9-3F58C2E587D6}"/>
              </a:ext>
            </a:extLst>
          </p:cNvPr>
          <p:cNvSpPr txBox="1"/>
          <p:nvPr/>
        </p:nvSpPr>
        <p:spPr>
          <a:xfrm>
            <a:off x="2464233" y="4674981"/>
            <a:ext cx="3218470" cy="646331"/>
          </a:xfrm>
          <a:prstGeom prst="rect">
            <a:avLst/>
          </a:prstGeom>
          <a:noFill/>
        </p:spPr>
        <p:txBody>
          <a:bodyPr wrap="square" rtlCol="0">
            <a:spAutoFit/>
          </a:bodyPr>
          <a:lstStyle/>
          <a:p>
            <a:r>
              <a:rPr lang="en-US" b="1" dirty="0">
                <a:solidFill>
                  <a:schemeClr val="tx1">
                    <a:lumMod val="90000"/>
                    <a:lumOff val="10000"/>
                  </a:schemeClr>
                </a:solidFill>
                <a:latin typeface="Roboto" panose="02000000000000000000" pitchFamily="2" charset="0"/>
                <a:ea typeface="Roboto" panose="02000000000000000000" pitchFamily="2" charset="0"/>
              </a:rPr>
              <a:t>State presenter’s level of expertise in subject.</a:t>
            </a:r>
          </a:p>
        </p:txBody>
      </p:sp>
      <p:sp>
        <p:nvSpPr>
          <p:cNvPr id="122" name="TextBox 121">
            <a:extLst>
              <a:ext uri="{FF2B5EF4-FFF2-40B4-BE49-F238E27FC236}">
                <a16:creationId xmlns:a16="http://schemas.microsoft.com/office/drawing/2014/main" id="{46408AF8-34C4-486D-A08E-E178EB0A7BA9}"/>
              </a:ext>
            </a:extLst>
          </p:cNvPr>
          <p:cNvSpPr txBox="1"/>
          <p:nvPr/>
        </p:nvSpPr>
        <p:spPr>
          <a:xfrm>
            <a:off x="1581854" y="2457797"/>
            <a:ext cx="514520" cy="369332"/>
          </a:xfrm>
          <a:prstGeom prst="rect">
            <a:avLst/>
          </a:prstGeom>
          <a:noFill/>
        </p:spPr>
        <p:txBody>
          <a:bodyPr wrap="square" rtlCol="0">
            <a:spAutoFit/>
          </a:bodyPr>
          <a:lstStyle/>
          <a:p>
            <a:pPr algn="ctr"/>
            <a:r>
              <a:rPr lang="en-US" dirty="0">
                <a:solidFill>
                  <a:schemeClr val="bg2"/>
                </a:solidFill>
                <a:latin typeface="Roboto Black" panose="02000000000000000000" pitchFamily="2" charset="0"/>
                <a:ea typeface="Roboto Black" panose="02000000000000000000" pitchFamily="2" charset="0"/>
              </a:rPr>
              <a:t>01</a:t>
            </a:r>
          </a:p>
        </p:txBody>
      </p:sp>
      <p:sp>
        <p:nvSpPr>
          <p:cNvPr id="123" name="TextBox 122">
            <a:extLst>
              <a:ext uri="{FF2B5EF4-FFF2-40B4-BE49-F238E27FC236}">
                <a16:creationId xmlns:a16="http://schemas.microsoft.com/office/drawing/2014/main" id="{3D47337D-7B9E-4DC1-8EF3-4EBA42704889}"/>
              </a:ext>
            </a:extLst>
          </p:cNvPr>
          <p:cNvSpPr txBox="1"/>
          <p:nvPr/>
        </p:nvSpPr>
        <p:spPr>
          <a:xfrm>
            <a:off x="1550656" y="3747759"/>
            <a:ext cx="514520" cy="369332"/>
          </a:xfrm>
          <a:prstGeom prst="rect">
            <a:avLst/>
          </a:prstGeom>
          <a:noFill/>
        </p:spPr>
        <p:txBody>
          <a:bodyPr wrap="square" rtlCol="0">
            <a:spAutoFit/>
          </a:bodyPr>
          <a:lstStyle/>
          <a:p>
            <a:pPr algn="ctr"/>
            <a:r>
              <a:rPr lang="en-US" dirty="0">
                <a:solidFill>
                  <a:schemeClr val="bg2"/>
                </a:solidFill>
                <a:latin typeface="Roboto Black" panose="02000000000000000000" pitchFamily="2" charset="0"/>
                <a:ea typeface="Roboto Black" panose="02000000000000000000" pitchFamily="2" charset="0"/>
              </a:rPr>
              <a:t>02</a:t>
            </a:r>
          </a:p>
        </p:txBody>
      </p:sp>
      <p:sp>
        <p:nvSpPr>
          <p:cNvPr id="124" name="TextBox 123">
            <a:extLst>
              <a:ext uri="{FF2B5EF4-FFF2-40B4-BE49-F238E27FC236}">
                <a16:creationId xmlns:a16="http://schemas.microsoft.com/office/drawing/2014/main" id="{65421EE8-2440-4570-9D49-E8A4700542F6}"/>
              </a:ext>
            </a:extLst>
          </p:cNvPr>
          <p:cNvSpPr txBox="1"/>
          <p:nvPr/>
        </p:nvSpPr>
        <p:spPr>
          <a:xfrm>
            <a:off x="1535223" y="4990080"/>
            <a:ext cx="514520" cy="369332"/>
          </a:xfrm>
          <a:prstGeom prst="rect">
            <a:avLst/>
          </a:prstGeom>
          <a:noFill/>
        </p:spPr>
        <p:txBody>
          <a:bodyPr wrap="square" rtlCol="0">
            <a:spAutoFit/>
          </a:bodyPr>
          <a:lstStyle/>
          <a:p>
            <a:pPr algn="ctr"/>
            <a:r>
              <a:rPr lang="en-US" dirty="0">
                <a:solidFill>
                  <a:schemeClr val="bg2"/>
                </a:solidFill>
                <a:latin typeface="Roboto Black" panose="02000000000000000000" pitchFamily="2" charset="0"/>
                <a:ea typeface="Roboto Black" panose="02000000000000000000" pitchFamily="2" charset="0"/>
              </a:rPr>
              <a:t>03</a:t>
            </a:r>
          </a:p>
        </p:txBody>
      </p:sp>
      <p:grpSp>
        <p:nvGrpSpPr>
          <p:cNvPr id="755" name="Graphic 753">
            <a:extLst>
              <a:ext uri="{FF2B5EF4-FFF2-40B4-BE49-F238E27FC236}">
                <a16:creationId xmlns:a16="http://schemas.microsoft.com/office/drawing/2014/main" id="{5EBFB4F7-675C-4068-AC41-D8DFCC35F870}"/>
              </a:ext>
            </a:extLst>
          </p:cNvPr>
          <p:cNvGrpSpPr/>
          <p:nvPr/>
        </p:nvGrpSpPr>
        <p:grpSpPr>
          <a:xfrm>
            <a:off x="6073499" y="1198487"/>
            <a:ext cx="5568679" cy="5092992"/>
            <a:chOff x="6073499" y="1198487"/>
            <a:chExt cx="5568679" cy="5092992"/>
          </a:xfrm>
        </p:grpSpPr>
        <p:sp>
          <p:nvSpPr>
            <p:cNvPr id="756" name="Freeform: Shape 755">
              <a:extLst>
                <a:ext uri="{FF2B5EF4-FFF2-40B4-BE49-F238E27FC236}">
                  <a16:creationId xmlns:a16="http://schemas.microsoft.com/office/drawing/2014/main" id="{DC535C15-0DC8-4F34-A0E8-CB16FEB36D0F}"/>
                </a:ext>
              </a:extLst>
            </p:cNvPr>
            <p:cNvSpPr/>
            <p:nvPr/>
          </p:nvSpPr>
          <p:spPr>
            <a:xfrm>
              <a:off x="6167889" y="1198487"/>
              <a:ext cx="5458682" cy="3887292"/>
            </a:xfrm>
            <a:custGeom>
              <a:avLst/>
              <a:gdLst>
                <a:gd name="connsiteX0" fmla="*/ 1324855 w 5458682"/>
                <a:gd name="connsiteY0" fmla="*/ 2577031 h 3887292"/>
                <a:gd name="connsiteX1" fmla="*/ 2498297 w 5458682"/>
                <a:gd name="connsiteY1" fmla="*/ 3800944 h 3887292"/>
                <a:gd name="connsiteX2" fmla="*/ 3583416 w 5458682"/>
                <a:gd name="connsiteY2" fmla="*/ 3586444 h 3887292"/>
                <a:gd name="connsiteX3" fmla="*/ 5286801 w 5458682"/>
                <a:gd name="connsiteY3" fmla="*/ 1744265 h 3887292"/>
                <a:gd name="connsiteX4" fmla="*/ 5392789 w 5458682"/>
                <a:gd name="connsiteY4" fmla="*/ 1734171 h 3887292"/>
                <a:gd name="connsiteX5" fmla="*/ 5076086 w 5458682"/>
                <a:gd name="connsiteY5" fmla="*/ 362631 h 3887292"/>
                <a:gd name="connsiteX6" fmla="*/ 4016202 w 5458682"/>
                <a:gd name="connsiteY6" fmla="*/ 34572 h 3887292"/>
                <a:gd name="connsiteX7" fmla="*/ 3643981 w 5458682"/>
                <a:gd name="connsiteY7" fmla="*/ 322254 h 3887292"/>
                <a:gd name="connsiteX8" fmla="*/ 3529160 w 5458682"/>
                <a:gd name="connsiteY8" fmla="*/ 830746 h 3887292"/>
                <a:gd name="connsiteX9" fmla="*/ 2947486 w 5458682"/>
                <a:gd name="connsiteY9" fmla="*/ 1654680 h 3887292"/>
                <a:gd name="connsiteX10" fmla="*/ 1403084 w 5458682"/>
                <a:gd name="connsiteY10" fmla="*/ 2076110 h 3887292"/>
                <a:gd name="connsiteX11" fmla="*/ 712898 w 5458682"/>
                <a:gd name="connsiteY11" fmla="*/ 1982739 h 3887292"/>
                <a:gd name="connsiteX12" fmla="*/ 0 w 5458682"/>
                <a:gd name="connsiteY12" fmla="*/ 2623716 h 3887292"/>
                <a:gd name="connsiteX13" fmla="*/ 1324855 w 5458682"/>
                <a:gd name="connsiteY13" fmla="*/ 2577031 h 388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58682" h="3887292">
                  <a:moveTo>
                    <a:pt x="1324855" y="2577031"/>
                  </a:moveTo>
                  <a:cubicBezTo>
                    <a:pt x="1703384" y="3018649"/>
                    <a:pt x="1955738" y="3586444"/>
                    <a:pt x="2498297" y="3800944"/>
                  </a:cubicBezTo>
                  <a:cubicBezTo>
                    <a:pt x="2876827" y="3939739"/>
                    <a:pt x="3343681" y="3939739"/>
                    <a:pt x="3583416" y="3586444"/>
                  </a:cubicBezTo>
                  <a:cubicBezTo>
                    <a:pt x="4075505" y="2854619"/>
                    <a:pt x="4353094" y="1908295"/>
                    <a:pt x="5286801" y="1744265"/>
                  </a:cubicBezTo>
                  <a:cubicBezTo>
                    <a:pt x="5323392" y="1737956"/>
                    <a:pt x="5358722" y="1734171"/>
                    <a:pt x="5392789" y="1734171"/>
                  </a:cubicBezTo>
                  <a:cubicBezTo>
                    <a:pt x="5546725" y="1266056"/>
                    <a:pt x="5426857" y="736114"/>
                    <a:pt x="5076086" y="362631"/>
                  </a:cubicBezTo>
                  <a:cubicBezTo>
                    <a:pt x="4809853" y="78733"/>
                    <a:pt x="4390947" y="-72679"/>
                    <a:pt x="4016202" y="34572"/>
                  </a:cubicBezTo>
                  <a:cubicBezTo>
                    <a:pt x="3845863" y="83780"/>
                    <a:pt x="3683096" y="153178"/>
                    <a:pt x="3643981" y="322254"/>
                  </a:cubicBezTo>
                  <a:cubicBezTo>
                    <a:pt x="3604866" y="493854"/>
                    <a:pt x="3590987" y="661669"/>
                    <a:pt x="3529160" y="830746"/>
                  </a:cubicBezTo>
                  <a:cubicBezTo>
                    <a:pt x="3410554" y="1148711"/>
                    <a:pt x="3209933" y="1437656"/>
                    <a:pt x="2947486" y="1654680"/>
                  </a:cubicBezTo>
                  <a:cubicBezTo>
                    <a:pt x="2523533" y="2005451"/>
                    <a:pt x="1945644" y="2163171"/>
                    <a:pt x="1403084" y="2076110"/>
                  </a:cubicBezTo>
                  <a:cubicBezTo>
                    <a:pt x="1172181" y="2039518"/>
                    <a:pt x="943801" y="1960027"/>
                    <a:pt x="712898" y="1982739"/>
                  </a:cubicBezTo>
                  <a:cubicBezTo>
                    <a:pt x="330583" y="2019330"/>
                    <a:pt x="111035" y="2291872"/>
                    <a:pt x="0" y="2623716"/>
                  </a:cubicBezTo>
                  <a:cubicBezTo>
                    <a:pt x="336892" y="2265375"/>
                    <a:pt x="979131" y="2198501"/>
                    <a:pt x="1324855" y="2577031"/>
                  </a:cubicBezTo>
                  <a:close/>
                </a:path>
              </a:pathLst>
            </a:custGeom>
            <a:gradFill>
              <a:gsLst>
                <a:gs pos="0">
                  <a:schemeClr val="accent1">
                    <a:alpha val="30000"/>
                  </a:schemeClr>
                </a:gs>
                <a:gs pos="100000">
                  <a:schemeClr val="accent2">
                    <a:alpha val="20000"/>
                  </a:schemeClr>
                </a:gs>
              </a:gsLst>
              <a:lin ang="8100000" scaled="1"/>
            </a:gradFill>
            <a:ln w="12614" cap="flat">
              <a:noFill/>
              <a:prstDash val="solid"/>
              <a:miter/>
            </a:ln>
          </p:spPr>
          <p:txBody>
            <a:bodyPr rtlCol="0" anchor="ctr"/>
            <a:lstStyle/>
            <a:p>
              <a:endParaRPr lang="en-US"/>
            </a:p>
          </p:txBody>
        </p:sp>
        <p:sp>
          <p:nvSpPr>
            <p:cNvPr id="757" name="Freeform: Shape 756">
              <a:extLst>
                <a:ext uri="{FF2B5EF4-FFF2-40B4-BE49-F238E27FC236}">
                  <a16:creationId xmlns:a16="http://schemas.microsoft.com/office/drawing/2014/main" id="{9956B94A-B1A1-4002-801A-CF18AC2C1477}"/>
                </a:ext>
              </a:extLst>
            </p:cNvPr>
            <p:cNvSpPr/>
            <p:nvPr/>
          </p:nvSpPr>
          <p:spPr>
            <a:xfrm>
              <a:off x="6073499" y="2932657"/>
              <a:ext cx="5568679" cy="3127344"/>
            </a:xfrm>
            <a:custGeom>
              <a:avLst/>
              <a:gdLst>
                <a:gd name="connsiteX0" fmla="*/ 5355955 w 5568679"/>
                <a:gd name="connsiteY0" fmla="*/ 283897 h 3127344"/>
                <a:gd name="connsiteX1" fmla="*/ 5488441 w 5568679"/>
                <a:gd name="connsiteY1" fmla="*/ 0 h 3127344"/>
                <a:gd name="connsiteX2" fmla="*/ 5382452 w 5568679"/>
                <a:gd name="connsiteY2" fmla="*/ 10094 h 3127344"/>
                <a:gd name="connsiteX3" fmla="*/ 3679068 w 5568679"/>
                <a:gd name="connsiteY3" fmla="*/ 1852273 h 3127344"/>
                <a:gd name="connsiteX4" fmla="*/ 2593949 w 5568679"/>
                <a:gd name="connsiteY4" fmla="*/ 2066774 h 3127344"/>
                <a:gd name="connsiteX5" fmla="*/ 1420506 w 5568679"/>
                <a:gd name="connsiteY5" fmla="*/ 842860 h 3127344"/>
                <a:gd name="connsiteX6" fmla="*/ 96913 w 5568679"/>
                <a:gd name="connsiteY6" fmla="*/ 890807 h 3127344"/>
                <a:gd name="connsiteX7" fmla="*/ 12375 w 5568679"/>
                <a:gd name="connsiteY7" fmla="*/ 1771520 h 3127344"/>
                <a:gd name="connsiteX8" fmla="*/ 1063426 w 5568679"/>
                <a:gd name="connsiteY8" fmla="*/ 3066092 h 3127344"/>
                <a:gd name="connsiteX9" fmla="*/ 1682953 w 5568679"/>
                <a:gd name="connsiteY9" fmla="*/ 3039595 h 3127344"/>
                <a:gd name="connsiteX10" fmla="*/ 4755354 w 5568679"/>
                <a:gd name="connsiteY10" fmla="*/ 3121610 h 3127344"/>
                <a:gd name="connsiteX11" fmla="*/ 4964808 w 5568679"/>
                <a:gd name="connsiteY11" fmla="*/ 3126657 h 3127344"/>
                <a:gd name="connsiteX12" fmla="*/ 5223470 w 5568679"/>
                <a:gd name="connsiteY12" fmla="*/ 3050951 h 3127344"/>
                <a:gd name="connsiteX13" fmla="*/ 5526294 w 5568679"/>
                <a:gd name="connsiteY13" fmla="*/ 2685039 h 3127344"/>
                <a:gd name="connsiteX14" fmla="*/ 5406426 w 5568679"/>
                <a:gd name="connsiteY14" fmla="*/ 1978450 h 3127344"/>
                <a:gd name="connsiteX15" fmla="*/ 4979949 w 5568679"/>
                <a:gd name="connsiteY15" fmla="*/ 1540617 h 3127344"/>
                <a:gd name="connsiteX16" fmla="*/ 4990043 w 5568679"/>
                <a:gd name="connsiteY16" fmla="*/ 871881 h 3127344"/>
                <a:gd name="connsiteX17" fmla="*/ 5355955 w 5568679"/>
                <a:gd name="connsiteY17" fmla="*/ 283897 h 312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68679" h="3127344">
                  <a:moveTo>
                    <a:pt x="5355955" y="283897"/>
                  </a:moveTo>
                  <a:cubicBezTo>
                    <a:pt x="5412735" y="193050"/>
                    <a:pt x="5455635" y="98418"/>
                    <a:pt x="5488441" y="0"/>
                  </a:cubicBezTo>
                  <a:cubicBezTo>
                    <a:pt x="5453111" y="0"/>
                    <a:pt x="5417782" y="2524"/>
                    <a:pt x="5382452" y="10094"/>
                  </a:cubicBezTo>
                  <a:cubicBezTo>
                    <a:pt x="4448745" y="174124"/>
                    <a:pt x="4171157" y="1120449"/>
                    <a:pt x="3679068" y="1852273"/>
                  </a:cubicBezTo>
                  <a:cubicBezTo>
                    <a:pt x="3439332" y="2205568"/>
                    <a:pt x="2972479" y="2205568"/>
                    <a:pt x="2593949" y="2066774"/>
                  </a:cubicBezTo>
                  <a:cubicBezTo>
                    <a:pt x="2051389" y="1852273"/>
                    <a:pt x="1799036" y="1284478"/>
                    <a:pt x="1420506" y="842860"/>
                  </a:cubicBezTo>
                  <a:cubicBezTo>
                    <a:pt x="1074782" y="464330"/>
                    <a:pt x="432543" y="531204"/>
                    <a:pt x="96913" y="890807"/>
                  </a:cubicBezTo>
                  <a:cubicBezTo>
                    <a:pt x="-243" y="1175966"/>
                    <a:pt x="-15384" y="1506549"/>
                    <a:pt x="12375" y="1771520"/>
                  </a:cubicBezTo>
                  <a:cubicBezTo>
                    <a:pt x="70416" y="2314080"/>
                    <a:pt x="390905" y="3191007"/>
                    <a:pt x="1063426" y="3066092"/>
                  </a:cubicBezTo>
                  <a:cubicBezTo>
                    <a:pt x="1266571" y="3028239"/>
                    <a:pt x="1476024" y="3034548"/>
                    <a:pt x="1682953" y="3039595"/>
                  </a:cubicBezTo>
                  <a:cubicBezTo>
                    <a:pt x="2707508" y="3067354"/>
                    <a:pt x="3730800" y="3093851"/>
                    <a:pt x="4755354" y="3121610"/>
                  </a:cubicBezTo>
                  <a:cubicBezTo>
                    <a:pt x="4832322" y="3124134"/>
                    <a:pt x="4899196" y="3129181"/>
                    <a:pt x="4964808" y="3126657"/>
                  </a:cubicBezTo>
                  <a:cubicBezTo>
                    <a:pt x="5050607" y="3124134"/>
                    <a:pt x="5132622" y="3107731"/>
                    <a:pt x="5223470" y="3050951"/>
                  </a:cubicBezTo>
                  <a:cubicBezTo>
                    <a:pt x="5361002" y="2966413"/>
                    <a:pt x="5470776" y="2836451"/>
                    <a:pt x="5526294" y="2685039"/>
                  </a:cubicBezTo>
                  <a:cubicBezTo>
                    <a:pt x="5612093" y="2450351"/>
                    <a:pt x="5565408" y="2171500"/>
                    <a:pt x="5406426" y="1978450"/>
                  </a:cubicBezTo>
                  <a:cubicBezTo>
                    <a:pt x="5276464" y="1820729"/>
                    <a:pt x="5080890" y="1718526"/>
                    <a:pt x="4979949" y="1540617"/>
                  </a:cubicBezTo>
                  <a:cubicBezTo>
                    <a:pt x="4865128" y="1339996"/>
                    <a:pt x="4896672" y="1083857"/>
                    <a:pt x="4990043" y="871881"/>
                  </a:cubicBezTo>
                  <a:cubicBezTo>
                    <a:pt x="5084675" y="661166"/>
                    <a:pt x="5232302" y="479471"/>
                    <a:pt x="5355955" y="283897"/>
                  </a:cubicBezTo>
                  <a:close/>
                </a:path>
              </a:pathLst>
            </a:custGeom>
            <a:gradFill>
              <a:gsLst>
                <a:gs pos="0">
                  <a:schemeClr val="accent1">
                    <a:alpha val="50000"/>
                  </a:schemeClr>
                </a:gs>
                <a:gs pos="100000">
                  <a:schemeClr val="accent2">
                    <a:alpha val="50000"/>
                  </a:schemeClr>
                </a:gs>
              </a:gsLst>
              <a:lin ang="8100000" scaled="1"/>
            </a:gradFill>
            <a:ln w="12614" cap="flat">
              <a:noFill/>
              <a:prstDash val="solid"/>
              <a:miter/>
            </a:ln>
          </p:spPr>
          <p:txBody>
            <a:bodyPr rtlCol="0" anchor="ctr"/>
            <a:lstStyle/>
            <a:p>
              <a:endParaRPr lang="en-US"/>
            </a:p>
          </p:txBody>
        </p:sp>
        <p:sp>
          <p:nvSpPr>
            <p:cNvPr id="758" name="Freeform: Shape 757">
              <a:extLst>
                <a:ext uri="{FF2B5EF4-FFF2-40B4-BE49-F238E27FC236}">
                  <a16:creationId xmlns:a16="http://schemas.microsoft.com/office/drawing/2014/main" id="{F7BBCC9F-6503-4315-AA7F-2E19D21CC123}"/>
                </a:ext>
              </a:extLst>
            </p:cNvPr>
            <p:cNvSpPr/>
            <p:nvPr/>
          </p:nvSpPr>
          <p:spPr>
            <a:xfrm>
              <a:off x="6649884" y="5791820"/>
              <a:ext cx="4918364" cy="499659"/>
            </a:xfrm>
            <a:custGeom>
              <a:avLst/>
              <a:gdLst>
                <a:gd name="connsiteX0" fmla="*/ 4918365 w 4918364"/>
                <a:gd name="connsiteY0" fmla="*/ 249830 h 499659"/>
                <a:gd name="connsiteX1" fmla="*/ 2459183 w 4918364"/>
                <a:gd name="connsiteY1" fmla="*/ 499659 h 499659"/>
                <a:gd name="connsiteX2" fmla="*/ 0 w 4918364"/>
                <a:gd name="connsiteY2" fmla="*/ 249830 h 499659"/>
                <a:gd name="connsiteX3" fmla="*/ 2459183 w 4918364"/>
                <a:gd name="connsiteY3" fmla="*/ 0 h 499659"/>
                <a:gd name="connsiteX4" fmla="*/ 4918365 w 4918364"/>
                <a:gd name="connsiteY4" fmla="*/ 249830 h 499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8364" h="499659">
                  <a:moveTo>
                    <a:pt x="4918365" y="249830"/>
                  </a:moveTo>
                  <a:cubicBezTo>
                    <a:pt x="4918365" y="387807"/>
                    <a:pt x="3817351" y="499659"/>
                    <a:pt x="2459183" y="499659"/>
                  </a:cubicBezTo>
                  <a:cubicBezTo>
                    <a:pt x="1101013" y="499659"/>
                    <a:pt x="0" y="387806"/>
                    <a:pt x="0" y="249830"/>
                  </a:cubicBezTo>
                  <a:cubicBezTo>
                    <a:pt x="0" y="111852"/>
                    <a:pt x="1101013" y="0"/>
                    <a:pt x="2459183" y="0"/>
                  </a:cubicBezTo>
                  <a:cubicBezTo>
                    <a:pt x="3817351" y="0"/>
                    <a:pt x="4918365" y="111853"/>
                    <a:pt x="4918365" y="249830"/>
                  </a:cubicBezTo>
                  <a:close/>
                </a:path>
              </a:pathLst>
            </a:custGeom>
            <a:solidFill>
              <a:srgbClr val="60B4D1"/>
            </a:solidFill>
            <a:ln w="12614" cap="flat">
              <a:noFill/>
              <a:prstDash val="solid"/>
              <a:miter/>
            </a:ln>
          </p:spPr>
          <p:txBody>
            <a:bodyPr rtlCol="0" anchor="ctr"/>
            <a:lstStyle/>
            <a:p>
              <a:endParaRPr lang="en-US"/>
            </a:p>
          </p:txBody>
        </p:sp>
        <p:sp>
          <p:nvSpPr>
            <p:cNvPr id="759" name="Freeform: Shape 758">
              <a:extLst>
                <a:ext uri="{FF2B5EF4-FFF2-40B4-BE49-F238E27FC236}">
                  <a16:creationId xmlns:a16="http://schemas.microsoft.com/office/drawing/2014/main" id="{4F79D29C-A6B4-47CC-9D15-4EC3E745F6B2}"/>
                </a:ext>
              </a:extLst>
            </p:cNvPr>
            <p:cNvSpPr/>
            <p:nvPr/>
          </p:nvSpPr>
          <p:spPr>
            <a:xfrm>
              <a:off x="6659978" y="5923044"/>
              <a:ext cx="1223913" cy="219547"/>
            </a:xfrm>
            <a:custGeom>
              <a:avLst/>
              <a:gdLst>
                <a:gd name="connsiteX0" fmla="*/ 1223913 w 1223913"/>
                <a:gd name="connsiteY0" fmla="*/ 109774 h 219547"/>
                <a:gd name="connsiteX1" fmla="*/ 611957 w 1223913"/>
                <a:gd name="connsiteY1" fmla="*/ 219548 h 219547"/>
                <a:gd name="connsiteX2" fmla="*/ 0 w 1223913"/>
                <a:gd name="connsiteY2" fmla="*/ 109774 h 219547"/>
                <a:gd name="connsiteX3" fmla="*/ 611957 w 1223913"/>
                <a:gd name="connsiteY3" fmla="*/ 0 h 219547"/>
                <a:gd name="connsiteX4" fmla="*/ 1223913 w 1223913"/>
                <a:gd name="connsiteY4" fmla="*/ 109774 h 2195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913" h="219547">
                  <a:moveTo>
                    <a:pt x="1223913" y="109774"/>
                  </a:moveTo>
                  <a:cubicBezTo>
                    <a:pt x="1223913" y="170400"/>
                    <a:pt x="949931" y="219548"/>
                    <a:pt x="611957" y="219548"/>
                  </a:cubicBezTo>
                  <a:cubicBezTo>
                    <a:pt x="273982" y="219548"/>
                    <a:pt x="0" y="170400"/>
                    <a:pt x="0" y="109774"/>
                  </a:cubicBezTo>
                  <a:cubicBezTo>
                    <a:pt x="0" y="49148"/>
                    <a:pt x="273982" y="0"/>
                    <a:pt x="611957" y="0"/>
                  </a:cubicBezTo>
                  <a:cubicBezTo>
                    <a:pt x="949931" y="0"/>
                    <a:pt x="1223913" y="49147"/>
                    <a:pt x="1223913" y="109774"/>
                  </a:cubicBezTo>
                  <a:close/>
                </a:path>
              </a:pathLst>
            </a:custGeom>
            <a:solidFill>
              <a:srgbClr val="4E9FBA"/>
            </a:solidFill>
            <a:ln w="12614" cap="flat">
              <a:noFill/>
              <a:prstDash val="solid"/>
              <a:miter/>
            </a:ln>
          </p:spPr>
          <p:txBody>
            <a:bodyPr rtlCol="0" anchor="ctr"/>
            <a:lstStyle/>
            <a:p>
              <a:endParaRPr lang="en-US"/>
            </a:p>
          </p:txBody>
        </p:sp>
        <p:sp>
          <p:nvSpPr>
            <p:cNvPr id="760" name="Freeform: Shape 759">
              <a:extLst>
                <a:ext uri="{FF2B5EF4-FFF2-40B4-BE49-F238E27FC236}">
                  <a16:creationId xmlns:a16="http://schemas.microsoft.com/office/drawing/2014/main" id="{4E6B39DB-95D8-4801-AF1A-AA013CFCA937}"/>
                </a:ext>
              </a:extLst>
            </p:cNvPr>
            <p:cNvSpPr/>
            <p:nvPr/>
          </p:nvSpPr>
          <p:spPr>
            <a:xfrm>
              <a:off x="9572134" y="5916735"/>
              <a:ext cx="1604966" cy="287682"/>
            </a:xfrm>
            <a:custGeom>
              <a:avLst/>
              <a:gdLst>
                <a:gd name="connsiteX0" fmla="*/ 1604967 w 1604966"/>
                <a:gd name="connsiteY0" fmla="*/ 143841 h 287682"/>
                <a:gd name="connsiteX1" fmla="*/ 802483 w 1604966"/>
                <a:gd name="connsiteY1" fmla="*/ 287683 h 287682"/>
                <a:gd name="connsiteX2" fmla="*/ 0 w 1604966"/>
                <a:gd name="connsiteY2" fmla="*/ 143841 h 287682"/>
                <a:gd name="connsiteX3" fmla="*/ 802483 w 1604966"/>
                <a:gd name="connsiteY3" fmla="*/ 0 h 287682"/>
                <a:gd name="connsiteX4" fmla="*/ 1604967 w 1604966"/>
                <a:gd name="connsiteY4" fmla="*/ 143841 h 2876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4966" h="287682">
                  <a:moveTo>
                    <a:pt x="1604967" y="143841"/>
                  </a:moveTo>
                  <a:cubicBezTo>
                    <a:pt x="1604967" y="223283"/>
                    <a:pt x="1245683" y="287683"/>
                    <a:pt x="802483" y="287683"/>
                  </a:cubicBezTo>
                  <a:cubicBezTo>
                    <a:pt x="359284" y="287683"/>
                    <a:pt x="0" y="223283"/>
                    <a:pt x="0" y="143841"/>
                  </a:cubicBezTo>
                  <a:cubicBezTo>
                    <a:pt x="0" y="64400"/>
                    <a:pt x="359284" y="0"/>
                    <a:pt x="802483" y="0"/>
                  </a:cubicBezTo>
                  <a:cubicBezTo>
                    <a:pt x="1245683" y="0"/>
                    <a:pt x="1604967" y="64400"/>
                    <a:pt x="1604967" y="143841"/>
                  </a:cubicBezTo>
                  <a:close/>
                </a:path>
              </a:pathLst>
            </a:custGeom>
            <a:solidFill>
              <a:srgbClr val="4E9FBA"/>
            </a:solidFill>
            <a:ln w="12614" cap="flat">
              <a:noFill/>
              <a:prstDash val="solid"/>
              <a:miter/>
            </a:ln>
          </p:spPr>
          <p:txBody>
            <a:bodyPr rtlCol="0" anchor="ctr"/>
            <a:lstStyle/>
            <a:p>
              <a:endParaRPr lang="en-US"/>
            </a:p>
          </p:txBody>
        </p:sp>
        <p:grpSp>
          <p:nvGrpSpPr>
            <p:cNvPr id="761" name="Graphic 753">
              <a:extLst>
                <a:ext uri="{FF2B5EF4-FFF2-40B4-BE49-F238E27FC236}">
                  <a16:creationId xmlns:a16="http://schemas.microsoft.com/office/drawing/2014/main" id="{5EBFB4F7-675C-4068-AC41-D8DFCC35F870}"/>
                </a:ext>
              </a:extLst>
            </p:cNvPr>
            <p:cNvGrpSpPr/>
            <p:nvPr/>
          </p:nvGrpSpPr>
          <p:grpSpPr>
            <a:xfrm>
              <a:off x="6688433" y="1293623"/>
              <a:ext cx="3620713" cy="2563364"/>
              <a:chOff x="6688433" y="1293623"/>
              <a:chExt cx="3620713" cy="2563364"/>
            </a:xfrm>
          </p:grpSpPr>
          <p:sp>
            <p:nvSpPr>
              <p:cNvPr id="762" name="Freeform: Shape 761">
                <a:extLst>
                  <a:ext uri="{FF2B5EF4-FFF2-40B4-BE49-F238E27FC236}">
                    <a16:creationId xmlns:a16="http://schemas.microsoft.com/office/drawing/2014/main" id="{B620C558-1AE7-404B-B6DD-98662E52B785}"/>
                  </a:ext>
                </a:extLst>
              </p:cNvPr>
              <p:cNvSpPr/>
              <p:nvPr/>
            </p:nvSpPr>
            <p:spPr>
              <a:xfrm>
                <a:off x="6688433" y="1335261"/>
                <a:ext cx="3576551" cy="2521726"/>
              </a:xfrm>
              <a:custGeom>
                <a:avLst/>
                <a:gdLst>
                  <a:gd name="connsiteX0" fmla="*/ 534293 w 3576551"/>
                  <a:gd name="connsiteY0" fmla="*/ 2521009 h 2521726"/>
                  <a:gd name="connsiteX1" fmla="*/ 115386 w 3576551"/>
                  <a:gd name="connsiteY1" fmla="*/ 2509653 h 2521726"/>
                  <a:gd name="connsiteX2" fmla="*/ 566 w 3576551"/>
                  <a:gd name="connsiteY2" fmla="*/ 235950 h 2521726"/>
                  <a:gd name="connsiteX3" fmla="*/ 44727 w 3576551"/>
                  <a:gd name="connsiteY3" fmla="*/ 191788 h 2521726"/>
                  <a:gd name="connsiteX4" fmla="*/ 2874869 w 3576551"/>
                  <a:gd name="connsiteY4" fmla="*/ 55518 h 2521726"/>
                  <a:gd name="connsiteX5" fmla="*/ 3419952 w 3576551"/>
                  <a:gd name="connsiteY5" fmla="*/ 10094 h 2521726"/>
                  <a:gd name="connsiteX6" fmla="*/ 3563794 w 3576551"/>
                  <a:gd name="connsiteY6" fmla="*/ 0 h 2521726"/>
                  <a:gd name="connsiteX7" fmla="*/ 3565055 w 3576551"/>
                  <a:gd name="connsiteY7" fmla="*/ 143841 h 2521726"/>
                  <a:gd name="connsiteX8" fmla="*/ 3566317 w 3576551"/>
                  <a:gd name="connsiteY8" fmla="*/ 253615 h 2521726"/>
                  <a:gd name="connsiteX9" fmla="*/ 3576411 w 3576551"/>
                  <a:gd name="connsiteY9" fmla="*/ 1413178 h 2521726"/>
                  <a:gd name="connsiteX10" fmla="*/ 3565055 w 3576551"/>
                  <a:gd name="connsiteY10" fmla="*/ 2007470 h 2521726"/>
                  <a:gd name="connsiteX11" fmla="*/ 3490611 w 3576551"/>
                  <a:gd name="connsiteY11" fmla="*/ 2378430 h 2521726"/>
                  <a:gd name="connsiteX12" fmla="*/ 3389670 w 3576551"/>
                  <a:gd name="connsiteY12" fmla="*/ 2421330 h 2521726"/>
                  <a:gd name="connsiteX13" fmla="*/ 3384623 w 3576551"/>
                  <a:gd name="connsiteY13" fmla="*/ 2421330 h 2521726"/>
                  <a:gd name="connsiteX14" fmla="*/ 3379576 w 3576551"/>
                  <a:gd name="connsiteY14" fmla="*/ 2421330 h 2521726"/>
                  <a:gd name="connsiteX15" fmla="*/ 3339199 w 3576551"/>
                  <a:gd name="connsiteY15" fmla="*/ 2420068 h 2521726"/>
                  <a:gd name="connsiteX16" fmla="*/ 2310860 w 3576551"/>
                  <a:gd name="connsiteY16" fmla="*/ 2461706 h 2521726"/>
                  <a:gd name="connsiteX17" fmla="*/ 534293 w 3576551"/>
                  <a:gd name="connsiteY17" fmla="*/ 2521009 h 252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76551" h="2521726">
                    <a:moveTo>
                      <a:pt x="534293" y="2521009"/>
                    </a:moveTo>
                    <a:cubicBezTo>
                      <a:pt x="394237" y="2519747"/>
                      <a:pt x="254181" y="2515962"/>
                      <a:pt x="115386" y="2509653"/>
                    </a:cubicBezTo>
                    <a:cubicBezTo>
                      <a:pt x="88889" y="1809373"/>
                      <a:pt x="-8267" y="1013198"/>
                      <a:pt x="566" y="235950"/>
                    </a:cubicBezTo>
                    <a:cubicBezTo>
                      <a:pt x="566" y="247306"/>
                      <a:pt x="44727" y="191788"/>
                      <a:pt x="44727" y="191788"/>
                    </a:cubicBezTo>
                    <a:cubicBezTo>
                      <a:pt x="712202" y="167815"/>
                      <a:pt x="2695698" y="70659"/>
                      <a:pt x="2874869" y="55518"/>
                    </a:cubicBezTo>
                    <a:cubicBezTo>
                      <a:pt x="3152458" y="31544"/>
                      <a:pt x="3353078" y="15141"/>
                      <a:pt x="3419952" y="10094"/>
                    </a:cubicBezTo>
                    <a:lnTo>
                      <a:pt x="3563794" y="0"/>
                    </a:lnTo>
                    <a:lnTo>
                      <a:pt x="3565055" y="143841"/>
                    </a:lnTo>
                    <a:cubicBezTo>
                      <a:pt x="3565055" y="162768"/>
                      <a:pt x="3566317" y="200621"/>
                      <a:pt x="3566317" y="253615"/>
                    </a:cubicBezTo>
                    <a:cubicBezTo>
                      <a:pt x="3570102" y="485780"/>
                      <a:pt x="3577673" y="969037"/>
                      <a:pt x="3576411" y="1413178"/>
                    </a:cubicBezTo>
                    <a:cubicBezTo>
                      <a:pt x="3575149" y="1663008"/>
                      <a:pt x="3571364" y="1862367"/>
                      <a:pt x="3565055" y="2007470"/>
                    </a:cubicBezTo>
                    <a:cubicBezTo>
                      <a:pt x="3552437" y="2287583"/>
                      <a:pt x="3532249" y="2338053"/>
                      <a:pt x="3490611" y="2378430"/>
                    </a:cubicBezTo>
                    <a:cubicBezTo>
                      <a:pt x="3464114" y="2406189"/>
                      <a:pt x="3427523" y="2421330"/>
                      <a:pt x="3389670" y="2421330"/>
                    </a:cubicBezTo>
                    <a:lnTo>
                      <a:pt x="3384623" y="2421330"/>
                    </a:lnTo>
                    <a:lnTo>
                      <a:pt x="3379576" y="2421330"/>
                    </a:lnTo>
                    <a:cubicBezTo>
                      <a:pt x="3375790" y="2421330"/>
                      <a:pt x="3365696" y="2420068"/>
                      <a:pt x="3339199" y="2420068"/>
                    </a:cubicBezTo>
                    <a:cubicBezTo>
                      <a:pt x="3187787" y="2420068"/>
                      <a:pt x="2781499" y="2438995"/>
                      <a:pt x="2310860" y="2461706"/>
                    </a:cubicBezTo>
                    <a:cubicBezTo>
                      <a:pt x="1720353" y="2490727"/>
                      <a:pt x="1126061" y="2527318"/>
                      <a:pt x="534293" y="2521009"/>
                    </a:cubicBezTo>
                    <a:close/>
                  </a:path>
                </a:pathLst>
              </a:custGeom>
              <a:solidFill>
                <a:srgbClr val="E07557"/>
              </a:solidFill>
              <a:ln w="12614" cap="flat">
                <a:noFill/>
                <a:prstDash val="solid"/>
                <a:miter/>
              </a:ln>
            </p:spPr>
            <p:txBody>
              <a:bodyPr rtlCol="0" anchor="ctr"/>
              <a:lstStyle/>
              <a:p>
                <a:endParaRPr lang="en-US"/>
              </a:p>
            </p:txBody>
          </p:sp>
          <p:sp>
            <p:nvSpPr>
              <p:cNvPr id="763" name="Freeform: Shape 762">
                <a:extLst>
                  <a:ext uri="{FF2B5EF4-FFF2-40B4-BE49-F238E27FC236}">
                    <a16:creationId xmlns:a16="http://schemas.microsoft.com/office/drawing/2014/main" id="{170419B3-D932-4C70-87AB-19653A80CAA7}"/>
                  </a:ext>
                </a:extLst>
              </p:cNvPr>
              <p:cNvSpPr/>
              <p:nvPr/>
            </p:nvSpPr>
            <p:spPr>
              <a:xfrm>
                <a:off x="6732410" y="1293623"/>
                <a:ext cx="3576735" cy="2520218"/>
              </a:xfrm>
              <a:custGeom>
                <a:avLst/>
                <a:gdLst>
                  <a:gd name="connsiteX0" fmla="*/ 534477 w 3576735"/>
                  <a:gd name="connsiteY0" fmla="*/ 2519747 h 2520218"/>
                  <a:gd name="connsiteX1" fmla="*/ 115571 w 3576735"/>
                  <a:gd name="connsiteY1" fmla="*/ 2508392 h 2520218"/>
                  <a:gd name="connsiteX2" fmla="*/ 750 w 3576735"/>
                  <a:gd name="connsiteY2" fmla="*/ 234689 h 2520218"/>
                  <a:gd name="connsiteX3" fmla="*/ 2875053 w 3576735"/>
                  <a:gd name="connsiteY3" fmla="*/ 55518 h 2520218"/>
                  <a:gd name="connsiteX4" fmla="*/ 3420136 w 3576735"/>
                  <a:gd name="connsiteY4" fmla="*/ 10094 h 2520218"/>
                  <a:gd name="connsiteX5" fmla="*/ 3563978 w 3576735"/>
                  <a:gd name="connsiteY5" fmla="*/ 0 h 2520218"/>
                  <a:gd name="connsiteX6" fmla="*/ 3565239 w 3576735"/>
                  <a:gd name="connsiteY6" fmla="*/ 143841 h 2520218"/>
                  <a:gd name="connsiteX7" fmla="*/ 3566501 w 3576735"/>
                  <a:gd name="connsiteY7" fmla="*/ 253615 h 2520218"/>
                  <a:gd name="connsiteX8" fmla="*/ 3576596 w 3576735"/>
                  <a:gd name="connsiteY8" fmla="*/ 1413178 h 2520218"/>
                  <a:gd name="connsiteX9" fmla="*/ 3565239 w 3576735"/>
                  <a:gd name="connsiteY9" fmla="*/ 2007470 h 2520218"/>
                  <a:gd name="connsiteX10" fmla="*/ 3490795 w 3576735"/>
                  <a:gd name="connsiteY10" fmla="*/ 2378430 h 2520218"/>
                  <a:gd name="connsiteX11" fmla="*/ 3389854 w 3576735"/>
                  <a:gd name="connsiteY11" fmla="*/ 2421330 h 2520218"/>
                  <a:gd name="connsiteX12" fmla="*/ 3384807 w 3576735"/>
                  <a:gd name="connsiteY12" fmla="*/ 2421330 h 2520218"/>
                  <a:gd name="connsiteX13" fmla="*/ 3379760 w 3576735"/>
                  <a:gd name="connsiteY13" fmla="*/ 2421330 h 2520218"/>
                  <a:gd name="connsiteX14" fmla="*/ 3339383 w 3576735"/>
                  <a:gd name="connsiteY14" fmla="*/ 2420068 h 2520218"/>
                  <a:gd name="connsiteX15" fmla="*/ 2311044 w 3576735"/>
                  <a:gd name="connsiteY15" fmla="*/ 2461706 h 2520218"/>
                  <a:gd name="connsiteX16" fmla="*/ 534477 w 3576735"/>
                  <a:gd name="connsiteY16" fmla="*/ 2519747 h 2520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576735" h="2520218">
                    <a:moveTo>
                      <a:pt x="534477" y="2519747"/>
                    </a:moveTo>
                    <a:cubicBezTo>
                      <a:pt x="394421" y="2518486"/>
                      <a:pt x="254365" y="2514700"/>
                      <a:pt x="115571" y="2508392"/>
                    </a:cubicBezTo>
                    <a:cubicBezTo>
                      <a:pt x="85288" y="1757641"/>
                      <a:pt x="-9344" y="991748"/>
                      <a:pt x="750" y="234689"/>
                    </a:cubicBezTo>
                    <a:cubicBezTo>
                      <a:pt x="-512" y="291468"/>
                      <a:pt x="2654244" y="73182"/>
                      <a:pt x="2875053" y="55518"/>
                    </a:cubicBezTo>
                    <a:cubicBezTo>
                      <a:pt x="3152642" y="31544"/>
                      <a:pt x="3353263" y="15141"/>
                      <a:pt x="3420136" y="10094"/>
                    </a:cubicBezTo>
                    <a:lnTo>
                      <a:pt x="3563978" y="0"/>
                    </a:lnTo>
                    <a:lnTo>
                      <a:pt x="3565239" y="143841"/>
                    </a:lnTo>
                    <a:cubicBezTo>
                      <a:pt x="3565239" y="162768"/>
                      <a:pt x="3566501" y="200621"/>
                      <a:pt x="3566501" y="253615"/>
                    </a:cubicBezTo>
                    <a:cubicBezTo>
                      <a:pt x="3570287" y="485780"/>
                      <a:pt x="3577857" y="969037"/>
                      <a:pt x="3576596" y="1413178"/>
                    </a:cubicBezTo>
                    <a:cubicBezTo>
                      <a:pt x="3575334" y="1663008"/>
                      <a:pt x="3571548" y="1862367"/>
                      <a:pt x="3565239" y="2007470"/>
                    </a:cubicBezTo>
                    <a:cubicBezTo>
                      <a:pt x="3552622" y="2287583"/>
                      <a:pt x="3532434" y="2338053"/>
                      <a:pt x="3490795" y="2378430"/>
                    </a:cubicBezTo>
                    <a:cubicBezTo>
                      <a:pt x="3464298" y="2406188"/>
                      <a:pt x="3427707" y="2421330"/>
                      <a:pt x="3389854" y="2421330"/>
                    </a:cubicBezTo>
                    <a:lnTo>
                      <a:pt x="3384807" y="2421330"/>
                    </a:lnTo>
                    <a:lnTo>
                      <a:pt x="3379760" y="2421330"/>
                    </a:lnTo>
                    <a:cubicBezTo>
                      <a:pt x="3375974" y="2421330"/>
                      <a:pt x="3365880" y="2420068"/>
                      <a:pt x="3339383" y="2420068"/>
                    </a:cubicBezTo>
                    <a:cubicBezTo>
                      <a:pt x="3187971" y="2420068"/>
                      <a:pt x="2781683" y="2438994"/>
                      <a:pt x="2311044" y="2461706"/>
                    </a:cubicBezTo>
                    <a:cubicBezTo>
                      <a:pt x="1719275" y="2488203"/>
                      <a:pt x="1124984" y="2524795"/>
                      <a:pt x="534477" y="2519747"/>
                    </a:cubicBezTo>
                    <a:close/>
                  </a:path>
                </a:pathLst>
              </a:custGeom>
              <a:solidFill>
                <a:srgbClr val="E0A267"/>
              </a:solidFill>
              <a:ln w="12614" cap="flat">
                <a:noFill/>
                <a:prstDash val="solid"/>
                <a:miter/>
              </a:ln>
            </p:spPr>
            <p:txBody>
              <a:bodyPr rtlCol="0" anchor="ctr"/>
              <a:lstStyle/>
              <a:p>
                <a:endParaRPr lang="en-US"/>
              </a:p>
            </p:txBody>
          </p:sp>
          <p:sp>
            <p:nvSpPr>
              <p:cNvPr id="764" name="Freeform: Shape 763">
                <a:extLst>
                  <a:ext uri="{FF2B5EF4-FFF2-40B4-BE49-F238E27FC236}">
                    <a16:creationId xmlns:a16="http://schemas.microsoft.com/office/drawing/2014/main" id="{877C4786-D28A-4C96-8EF9-0F2A2052B9AC}"/>
                  </a:ext>
                </a:extLst>
              </p:cNvPr>
              <p:cNvSpPr/>
              <p:nvPr/>
            </p:nvSpPr>
            <p:spPr>
              <a:xfrm>
                <a:off x="6880787" y="1438726"/>
                <a:ext cx="3292202" cy="2246330"/>
              </a:xfrm>
              <a:custGeom>
                <a:avLst/>
                <a:gdLst>
                  <a:gd name="connsiteX0" fmla="*/ 3240216 w 3292202"/>
                  <a:gd name="connsiteY0" fmla="*/ 2139956 h 2246330"/>
                  <a:gd name="connsiteX1" fmla="*/ 131224 w 3292202"/>
                  <a:gd name="connsiteY1" fmla="*/ 2225756 h 2246330"/>
                  <a:gd name="connsiteX2" fmla="*/ 11356 w 3292202"/>
                  <a:gd name="connsiteY2" fmla="*/ 436571 h 2246330"/>
                  <a:gd name="connsiteX3" fmla="*/ 0 w 3292202"/>
                  <a:gd name="connsiteY3" fmla="*/ 238474 h 2246330"/>
                  <a:gd name="connsiteX4" fmla="*/ 3280592 w 3292202"/>
                  <a:gd name="connsiteY4" fmla="*/ 0 h 2246330"/>
                  <a:gd name="connsiteX5" fmla="*/ 3283116 w 3292202"/>
                  <a:gd name="connsiteY5" fmla="*/ 186741 h 2246330"/>
                  <a:gd name="connsiteX6" fmla="*/ 3240216 w 3292202"/>
                  <a:gd name="connsiteY6" fmla="*/ 2139956 h 2246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92202" h="2246330">
                    <a:moveTo>
                      <a:pt x="3240216" y="2139956"/>
                    </a:moveTo>
                    <a:cubicBezTo>
                      <a:pt x="2999219" y="2122291"/>
                      <a:pt x="137533" y="2306509"/>
                      <a:pt x="131224" y="2225756"/>
                    </a:cubicBezTo>
                    <a:cubicBezTo>
                      <a:pt x="84538" y="1628940"/>
                      <a:pt x="45424" y="1034648"/>
                      <a:pt x="11356" y="436571"/>
                    </a:cubicBezTo>
                    <a:cubicBezTo>
                      <a:pt x="7571" y="370959"/>
                      <a:pt x="3785" y="304086"/>
                      <a:pt x="0" y="238474"/>
                    </a:cubicBezTo>
                    <a:cubicBezTo>
                      <a:pt x="3785" y="290206"/>
                      <a:pt x="2987862" y="20188"/>
                      <a:pt x="3280592" y="0"/>
                    </a:cubicBezTo>
                    <a:cubicBezTo>
                      <a:pt x="3280592" y="27759"/>
                      <a:pt x="3281854" y="94632"/>
                      <a:pt x="3283116" y="186741"/>
                    </a:cubicBezTo>
                    <a:cubicBezTo>
                      <a:pt x="3291948" y="721730"/>
                      <a:pt x="3310875" y="2145003"/>
                      <a:pt x="3240216" y="2139956"/>
                    </a:cubicBezTo>
                    <a:close/>
                  </a:path>
                </a:pathLst>
              </a:custGeom>
              <a:solidFill>
                <a:srgbClr val="4D9C84"/>
              </a:solidFill>
              <a:ln w="12614" cap="flat">
                <a:noFill/>
                <a:prstDash val="solid"/>
                <a:miter/>
              </a:ln>
            </p:spPr>
            <p:txBody>
              <a:bodyPr rtlCol="0" anchor="ctr"/>
              <a:lstStyle/>
              <a:p>
                <a:endParaRPr lang="en-US"/>
              </a:p>
            </p:txBody>
          </p:sp>
          <p:sp>
            <p:nvSpPr>
              <p:cNvPr id="765" name="Freeform: Shape 764">
                <a:extLst>
                  <a:ext uri="{FF2B5EF4-FFF2-40B4-BE49-F238E27FC236}">
                    <a16:creationId xmlns:a16="http://schemas.microsoft.com/office/drawing/2014/main" id="{6D61169F-E6D2-4AE7-8A09-B5B65B5221EF}"/>
                  </a:ext>
                </a:extLst>
              </p:cNvPr>
              <p:cNvSpPr/>
              <p:nvPr/>
            </p:nvSpPr>
            <p:spPr>
              <a:xfrm>
                <a:off x="6880787" y="1438726"/>
                <a:ext cx="3284377" cy="438532"/>
              </a:xfrm>
              <a:custGeom>
                <a:avLst/>
                <a:gdLst>
                  <a:gd name="connsiteX0" fmla="*/ 3284377 w 3284377"/>
                  <a:gd name="connsiteY0" fmla="*/ 185480 h 438532"/>
                  <a:gd name="connsiteX1" fmla="*/ 1449769 w 3284377"/>
                  <a:gd name="connsiteY1" fmla="*/ 307871 h 438532"/>
                  <a:gd name="connsiteX2" fmla="*/ 1087642 w 3284377"/>
                  <a:gd name="connsiteY2" fmla="*/ 339415 h 438532"/>
                  <a:gd name="connsiteX3" fmla="*/ 11356 w 3284377"/>
                  <a:gd name="connsiteY3" fmla="*/ 436571 h 438532"/>
                  <a:gd name="connsiteX4" fmla="*/ 0 w 3284377"/>
                  <a:gd name="connsiteY4" fmla="*/ 238474 h 438532"/>
                  <a:gd name="connsiteX5" fmla="*/ 3280592 w 3284377"/>
                  <a:gd name="connsiteY5" fmla="*/ 0 h 438532"/>
                  <a:gd name="connsiteX6" fmla="*/ 3284377 w 3284377"/>
                  <a:gd name="connsiteY6" fmla="*/ 185480 h 438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4377" h="438532">
                    <a:moveTo>
                      <a:pt x="3284377" y="185480"/>
                    </a:moveTo>
                    <a:cubicBezTo>
                      <a:pt x="3284377" y="174124"/>
                      <a:pt x="1613799" y="295253"/>
                      <a:pt x="1449769" y="307871"/>
                    </a:cubicBezTo>
                    <a:cubicBezTo>
                      <a:pt x="1328640" y="317965"/>
                      <a:pt x="1208772" y="328059"/>
                      <a:pt x="1087642" y="339415"/>
                    </a:cubicBezTo>
                    <a:cubicBezTo>
                      <a:pt x="1009413" y="346986"/>
                      <a:pt x="12618" y="454236"/>
                      <a:pt x="11356" y="436571"/>
                    </a:cubicBezTo>
                    <a:cubicBezTo>
                      <a:pt x="7571" y="370959"/>
                      <a:pt x="3785" y="304086"/>
                      <a:pt x="0" y="238474"/>
                    </a:cubicBezTo>
                    <a:cubicBezTo>
                      <a:pt x="3785" y="290206"/>
                      <a:pt x="2987862" y="20188"/>
                      <a:pt x="3280592" y="0"/>
                    </a:cubicBezTo>
                    <a:cubicBezTo>
                      <a:pt x="3281854" y="27759"/>
                      <a:pt x="3281854" y="93371"/>
                      <a:pt x="3284377" y="185480"/>
                    </a:cubicBezTo>
                    <a:close/>
                  </a:path>
                </a:pathLst>
              </a:custGeom>
              <a:solidFill>
                <a:srgbClr val="3C8C8A"/>
              </a:solidFill>
              <a:ln w="12614" cap="flat">
                <a:noFill/>
                <a:prstDash val="solid"/>
                <a:miter/>
              </a:ln>
            </p:spPr>
            <p:txBody>
              <a:bodyPr rtlCol="0" anchor="ctr"/>
              <a:lstStyle/>
              <a:p>
                <a:endParaRPr lang="en-US"/>
              </a:p>
            </p:txBody>
          </p:sp>
        </p:grpSp>
        <p:grpSp>
          <p:nvGrpSpPr>
            <p:cNvPr id="766" name="Graphic 753">
              <a:extLst>
                <a:ext uri="{FF2B5EF4-FFF2-40B4-BE49-F238E27FC236}">
                  <a16:creationId xmlns:a16="http://schemas.microsoft.com/office/drawing/2014/main" id="{5EBFB4F7-675C-4068-AC41-D8DFCC35F870}"/>
                </a:ext>
              </a:extLst>
            </p:cNvPr>
            <p:cNvGrpSpPr/>
            <p:nvPr/>
          </p:nvGrpSpPr>
          <p:grpSpPr>
            <a:xfrm>
              <a:off x="9219744" y="1837144"/>
              <a:ext cx="1850679" cy="4303729"/>
              <a:chOff x="9219744" y="1837144"/>
              <a:chExt cx="1850679" cy="4303729"/>
            </a:xfrm>
          </p:grpSpPr>
          <p:grpSp>
            <p:nvGrpSpPr>
              <p:cNvPr id="767" name="Graphic 753">
                <a:extLst>
                  <a:ext uri="{FF2B5EF4-FFF2-40B4-BE49-F238E27FC236}">
                    <a16:creationId xmlns:a16="http://schemas.microsoft.com/office/drawing/2014/main" id="{5EBFB4F7-675C-4068-AC41-D8DFCC35F870}"/>
                  </a:ext>
                </a:extLst>
              </p:cNvPr>
              <p:cNvGrpSpPr/>
              <p:nvPr/>
            </p:nvGrpSpPr>
            <p:grpSpPr>
              <a:xfrm>
                <a:off x="9219744" y="1837144"/>
                <a:ext cx="1850679" cy="4303729"/>
                <a:chOff x="9219744" y="1837144"/>
                <a:chExt cx="1850679" cy="4303729"/>
              </a:xfrm>
            </p:grpSpPr>
            <p:grpSp>
              <p:nvGrpSpPr>
                <p:cNvPr id="768" name="Graphic 753">
                  <a:extLst>
                    <a:ext uri="{FF2B5EF4-FFF2-40B4-BE49-F238E27FC236}">
                      <a16:creationId xmlns:a16="http://schemas.microsoft.com/office/drawing/2014/main" id="{5EBFB4F7-675C-4068-AC41-D8DFCC35F870}"/>
                    </a:ext>
                  </a:extLst>
                </p:cNvPr>
                <p:cNvGrpSpPr/>
                <p:nvPr/>
              </p:nvGrpSpPr>
              <p:grpSpPr>
                <a:xfrm>
                  <a:off x="9219744" y="1837144"/>
                  <a:ext cx="1850679" cy="4303729"/>
                  <a:chOff x="9219744" y="1837144"/>
                  <a:chExt cx="1850679" cy="4303729"/>
                </a:xfrm>
              </p:grpSpPr>
              <p:grpSp>
                <p:nvGrpSpPr>
                  <p:cNvPr id="769" name="Graphic 753">
                    <a:extLst>
                      <a:ext uri="{FF2B5EF4-FFF2-40B4-BE49-F238E27FC236}">
                        <a16:creationId xmlns:a16="http://schemas.microsoft.com/office/drawing/2014/main" id="{5EBFB4F7-675C-4068-AC41-D8DFCC35F870}"/>
                      </a:ext>
                    </a:extLst>
                  </p:cNvPr>
                  <p:cNvGrpSpPr/>
                  <p:nvPr/>
                </p:nvGrpSpPr>
                <p:grpSpPr>
                  <a:xfrm>
                    <a:off x="9219744" y="1837144"/>
                    <a:ext cx="1850679" cy="4303729"/>
                    <a:chOff x="9219744" y="1837144"/>
                    <a:chExt cx="1850679" cy="4303729"/>
                  </a:xfrm>
                </p:grpSpPr>
                <p:grpSp>
                  <p:nvGrpSpPr>
                    <p:cNvPr id="770" name="Graphic 753">
                      <a:extLst>
                        <a:ext uri="{FF2B5EF4-FFF2-40B4-BE49-F238E27FC236}">
                          <a16:creationId xmlns:a16="http://schemas.microsoft.com/office/drawing/2014/main" id="{5EBFB4F7-675C-4068-AC41-D8DFCC35F870}"/>
                        </a:ext>
                      </a:extLst>
                    </p:cNvPr>
                    <p:cNvGrpSpPr/>
                    <p:nvPr/>
                  </p:nvGrpSpPr>
                  <p:grpSpPr>
                    <a:xfrm>
                      <a:off x="9219744" y="1837144"/>
                      <a:ext cx="1850679" cy="4303729"/>
                      <a:chOff x="9219744" y="1837144"/>
                      <a:chExt cx="1850679" cy="4303729"/>
                    </a:xfrm>
                  </p:grpSpPr>
                  <p:grpSp>
                    <p:nvGrpSpPr>
                      <p:cNvPr id="771" name="Graphic 753">
                        <a:extLst>
                          <a:ext uri="{FF2B5EF4-FFF2-40B4-BE49-F238E27FC236}">
                            <a16:creationId xmlns:a16="http://schemas.microsoft.com/office/drawing/2014/main" id="{5EBFB4F7-675C-4068-AC41-D8DFCC35F870}"/>
                          </a:ext>
                        </a:extLst>
                      </p:cNvPr>
                      <p:cNvGrpSpPr/>
                      <p:nvPr/>
                    </p:nvGrpSpPr>
                    <p:grpSpPr>
                      <a:xfrm>
                        <a:off x="9219744" y="1837144"/>
                        <a:ext cx="1785756" cy="4303729"/>
                        <a:chOff x="9219744" y="1837144"/>
                        <a:chExt cx="1785756" cy="4303729"/>
                      </a:xfrm>
                    </p:grpSpPr>
                    <p:sp>
                      <p:nvSpPr>
                        <p:cNvPr id="772" name="Freeform: Shape 771">
                          <a:extLst>
                            <a:ext uri="{FF2B5EF4-FFF2-40B4-BE49-F238E27FC236}">
                              <a16:creationId xmlns:a16="http://schemas.microsoft.com/office/drawing/2014/main" id="{909449BE-9400-481B-A0BE-4A00DA8A83C1}"/>
                            </a:ext>
                          </a:extLst>
                        </p:cNvPr>
                        <p:cNvSpPr/>
                        <p:nvPr/>
                      </p:nvSpPr>
                      <p:spPr>
                        <a:xfrm>
                          <a:off x="10073055" y="1837144"/>
                          <a:ext cx="891383" cy="1187609"/>
                        </a:xfrm>
                        <a:custGeom>
                          <a:avLst/>
                          <a:gdLst>
                            <a:gd name="connsiteX0" fmla="*/ 2524 w 891383"/>
                            <a:gd name="connsiteY0" fmla="*/ 657680 h 1187609"/>
                            <a:gd name="connsiteX1" fmla="*/ 10094 w 891383"/>
                            <a:gd name="connsiteY1" fmla="*/ 756098 h 1187609"/>
                            <a:gd name="connsiteX2" fmla="*/ 52994 w 891383"/>
                            <a:gd name="connsiteY2" fmla="*/ 848207 h 1187609"/>
                            <a:gd name="connsiteX3" fmla="*/ 49209 w 891383"/>
                            <a:gd name="connsiteY3" fmla="*/ 1013498 h 1187609"/>
                            <a:gd name="connsiteX4" fmla="*/ 164030 w 891383"/>
                            <a:gd name="connsiteY4" fmla="*/ 1072801 h 1187609"/>
                            <a:gd name="connsiteX5" fmla="*/ 354556 w 891383"/>
                            <a:gd name="connsiteY5" fmla="*/ 1084157 h 1187609"/>
                            <a:gd name="connsiteX6" fmla="*/ 744442 w 891383"/>
                            <a:gd name="connsiteY6" fmla="*/ 1168695 h 1187609"/>
                            <a:gd name="connsiteX7" fmla="*/ 866834 w 891383"/>
                            <a:gd name="connsiteY7" fmla="*/ 1169957 h 1187609"/>
                            <a:gd name="connsiteX8" fmla="*/ 881975 w 891383"/>
                            <a:gd name="connsiteY8" fmla="*/ 1058922 h 1187609"/>
                            <a:gd name="connsiteX9" fmla="*/ 835289 w 891383"/>
                            <a:gd name="connsiteY9" fmla="*/ 949148 h 1187609"/>
                            <a:gd name="connsiteX10" fmla="*/ 860525 w 891383"/>
                            <a:gd name="connsiteY10" fmla="*/ 759883 h 1187609"/>
                            <a:gd name="connsiteX11" fmla="*/ 866834 w 891383"/>
                            <a:gd name="connsiteY11" fmla="*/ 525195 h 1187609"/>
                            <a:gd name="connsiteX12" fmla="*/ 807530 w 891383"/>
                            <a:gd name="connsiteY12" fmla="*/ 324574 h 1187609"/>
                            <a:gd name="connsiteX13" fmla="*/ 606910 w 891383"/>
                            <a:gd name="connsiteY13" fmla="*/ 31844 h 1187609"/>
                            <a:gd name="connsiteX14" fmla="*/ 458021 w 891383"/>
                            <a:gd name="connsiteY14" fmla="*/ 300 h 1187609"/>
                            <a:gd name="connsiteX15" fmla="*/ 344462 w 891383"/>
                            <a:gd name="connsiteY15" fmla="*/ 11656 h 1187609"/>
                            <a:gd name="connsiteX16" fmla="*/ 330583 w 891383"/>
                            <a:gd name="connsiteY16" fmla="*/ 16703 h 1187609"/>
                            <a:gd name="connsiteX17" fmla="*/ 92109 w 891383"/>
                            <a:gd name="connsiteY17" fmla="*/ 262747 h 1187609"/>
                            <a:gd name="connsiteX18" fmla="*/ 51733 w 891383"/>
                            <a:gd name="connsiteY18" fmla="*/ 440656 h 1187609"/>
                            <a:gd name="connsiteX19" fmla="*/ 51733 w 891383"/>
                            <a:gd name="connsiteY19" fmla="*/ 522671 h 1187609"/>
                            <a:gd name="connsiteX20" fmla="*/ 13880 w 891383"/>
                            <a:gd name="connsiteY20" fmla="*/ 628659 h 1187609"/>
                            <a:gd name="connsiteX21" fmla="*/ 2524 w 891383"/>
                            <a:gd name="connsiteY21" fmla="*/ 657680 h 1187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91383" h="1187609">
                              <a:moveTo>
                                <a:pt x="2524" y="657680"/>
                              </a:moveTo>
                              <a:cubicBezTo>
                                <a:pt x="-2524" y="690486"/>
                                <a:pt x="0" y="724554"/>
                                <a:pt x="10094" y="756098"/>
                              </a:cubicBezTo>
                              <a:cubicBezTo>
                                <a:pt x="21450" y="787642"/>
                                <a:pt x="41638" y="815401"/>
                                <a:pt x="52994" y="848207"/>
                              </a:cubicBezTo>
                              <a:cubicBezTo>
                                <a:pt x="70659" y="899939"/>
                                <a:pt x="47947" y="959242"/>
                                <a:pt x="49209" y="1013498"/>
                              </a:cubicBezTo>
                              <a:cubicBezTo>
                                <a:pt x="50471" y="1096775"/>
                                <a:pt x="100941" y="1092989"/>
                                <a:pt x="164030" y="1072801"/>
                              </a:cubicBezTo>
                              <a:cubicBezTo>
                                <a:pt x="217024" y="1056398"/>
                                <a:pt x="299039" y="1077848"/>
                                <a:pt x="354556" y="1084157"/>
                              </a:cubicBezTo>
                              <a:cubicBezTo>
                                <a:pt x="487042" y="1100560"/>
                                <a:pt x="623312" y="1109392"/>
                                <a:pt x="744442" y="1168695"/>
                              </a:cubicBezTo>
                              <a:cubicBezTo>
                                <a:pt x="783557" y="1187622"/>
                                <a:pt x="834028" y="1198978"/>
                                <a:pt x="866834" y="1169957"/>
                              </a:cubicBezTo>
                              <a:cubicBezTo>
                                <a:pt x="897116" y="1143460"/>
                                <a:pt x="895854" y="1095513"/>
                                <a:pt x="881975" y="1058922"/>
                              </a:cubicBezTo>
                              <a:cubicBezTo>
                                <a:pt x="868095" y="1021069"/>
                                <a:pt x="844122" y="988263"/>
                                <a:pt x="835289" y="949148"/>
                              </a:cubicBezTo>
                              <a:cubicBezTo>
                                <a:pt x="820148" y="886060"/>
                                <a:pt x="845383" y="822972"/>
                                <a:pt x="860525" y="759883"/>
                              </a:cubicBezTo>
                              <a:cubicBezTo>
                                <a:pt x="878189" y="682915"/>
                                <a:pt x="880713" y="602162"/>
                                <a:pt x="866834" y="525195"/>
                              </a:cubicBezTo>
                              <a:cubicBezTo>
                                <a:pt x="854216" y="454536"/>
                                <a:pt x="821410" y="392709"/>
                                <a:pt x="807530" y="324574"/>
                              </a:cubicBezTo>
                              <a:cubicBezTo>
                                <a:pt x="783557" y="205968"/>
                                <a:pt x="725516" y="81053"/>
                                <a:pt x="606910" y="31844"/>
                              </a:cubicBezTo>
                              <a:cubicBezTo>
                                <a:pt x="560224" y="12917"/>
                                <a:pt x="508492" y="2823"/>
                                <a:pt x="458021" y="300"/>
                              </a:cubicBezTo>
                              <a:cubicBezTo>
                                <a:pt x="420168" y="-962"/>
                                <a:pt x="381054" y="1562"/>
                                <a:pt x="344462" y="11656"/>
                              </a:cubicBezTo>
                              <a:cubicBezTo>
                                <a:pt x="339415" y="12917"/>
                                <a:pt x="334368" y="14179"/>
                                <a:pt x="330583" y="16703"/>
                              </a:cubicBezTo>
                              <a:cubicBezTo>
                                <a:pt x="214500" y="54556"/>
                                <a:pt x="135009" y="151712"/>
                                <a:pt x="92109" y="262747"/>
                              </a:cubicBezTo>
                              <a:cubicBezTo>
                                <a:pt x="69397" y="319527"/>
                                <a:pt x="56780" y="380091"/>
                                <a:pt x="51733" y="440656"/>
                              </a:cubicBezTo>
                              <a:cubicBezTo>
                                <a:pt x="49209" y="467153"/>
                                <a:pt x="55518" y="496174"/>
                                <a:pt x="51733" y="522671"/>
                              </a:cubicBezTo>
                              <a:cubicBezTo>
                                <a:pt x="45424" y="558001"/>
                                <a:pt x="22712" y="593330"/>
                                <a:pt x="13880" y="628659"/>
                              </a:cubicBezTo>
                              <a:cubicBezTo>
                                <a:pt x="5047" y="637492"/>
                                <a:pt x="3785" y="647586"/>
                                <a:pt x="2524" y="657680"/>
                              </a:cubicBezTo>
                              <a:close/>
                            </a:path>
                          </a:pathLst>
                        </a:custGeom>
                        <a:solidFill>
                          <a:srgbClr val="964429"/>
                        </a:solidFill>
                        <a:ln w="12614" cap="flat">
                          <a:noFill/>
                          <a:prstDash val="solid"/>
                          <a:miter/>
                        </a:ln>
                      </p:spPr>
                      <p:txBody>
                        <a:bodyPr rtlCol="0" anchor="ctr"/>
                        <a:lstStyle/>
                        <a:p>
                          <a:endParaRPr lang="en-US"/>
                        </a:p>
                      </p:txBody>
                    </p:sp>
                    <p:sp>
                      <p:nvSpPr>
                        <p:cNvPr id="773" name="Freeform: Shape 772">
                          <a:extLst>
                            <a:ext uri="{FF2B5EF4-FFF2-40B4-BE49-F238E27FC236}">
                              <a16:creationId xmlns:a16="http://schemas.microsoft.com/office/drawing/2014/main" id="{D4072661-07EB-4D6B-A90D-D56F5C0B4F3B}"/>
                            </a:ext>
                          </a:extLst>
                        </p:cNvPr>
                        <p:cNvSpPr/>
                        <p:nvPr/>
                      </p:nvSpPr>
                      <p:spPr>
                        <a:xfrm>
                          <a:off x="10175259" y="2348460"/>
                          <a:ext cx="557736" cy="556438"/>
                        </a:xfrm>
                        <a:custGeom>
                          <a:avLst/>
                          <a:gdLst>
                            <a:gd name="connsiteX0" fmla="*/ 0 w 557736"/>
                            <a:gd name="connsiteY0" fmla="*/ 0 h 556438"/>
                            <a:gd name="connsiteX1" fmla="*/ 2523 w 557736"/>
                            <a:gd name="connsiteY1" fmla="*/ 98418 h 556438"/>
                            <a:gd name="connsiteX2" fmla="*/ 6309 w 557736"/>
                            <a:gd name="connsiteY2" fmla="*/ 150150 h 556438"/>
                            <a:gd name="connsiteX3" fmla="*/ 32806 w 557736"/>
                            <a:gd name="connsiteY3" fmla="*/ 198097 h 556438"/>
                            <a:gd name="connsiteX4" fmla="*/ 26497 w 557736"/>
                            <a:gd name="connsiteY4" fmla="*/ 263709 h 556438"/>
                            <a:gd name="connsiteX5" fmla="*/ 30282 w 557736"/>
                            <a:gd name="connsiteY5" fmla="*/ 328059 h 556438"/>
                            <a:gd name="connsiteX6" fmla="*/ 69397 w 557736"/>
                            <a:gd name="connsiteY6" fmla="*/ 372221 h 556438"/>
                            <a:gd name="connsiteX7" fmla="*/ 108512 w 557736"/>
                            <a:gd name="connsiteY7" fmla="*/ 416383 h 556438"/>
                            <a:gd name="connsiteX8" fmla="*/ 66873 w 557736"/>
                            <a:gd name="connsiteY8" fmla="*/ 556439 h 556438"/>
                            <a:gd name="connsiteX9" fmla="*/ 219547 w 557736"/>
                            <a:gd name="connsiteY9" fmla="*/ 553915 h 556438"/>
                            <a:gd name="connsiteX10" fmla="*/ 339415 w 557736"/>
                            <a:gd name="connsiteY10" fmla="*/ 552654 h 556438"/>
                            <a:gd name="connsiteX11" fmla="*/ 488303 w 557736"/>
                            <a:gd name="connsiteY11" fmla="*/ 550130 h 556438"/>
                            <a:gd name="connsiteX12" fmla="*/ 556439 w 557736"/>
                            <a:gd name="connsiteY12" fmla="*/ 495874 h 556438"/>
                            <a:gd name="connsiteX13" fmla="*/ 540036 w 557736"/>
                            <a:gd name="connsiteY13" fmla="*/ 410074 h 556438"/>
                            <a:gd name="connsiteX14" fmla="*/ 517324 w 557736"/>
                            <a:gd name="connsiteY14" fmla="*/ 325536 h 556438"/>
                            <a:gd name="connsiteX15" fmla="*/ 550130 w 557736"/>
                            <a:gd name="connsiteY15" fmla="*/ 210715 h 556438"/>
                            <a:gd name="connsiteX16" fmla="*/ 376006 w 557736"/>
                            <a:gd name="connsiteY16" fmla="*/ 45424 h 556438"/>
                            <a:gd name="connsiteX17" fmla="*/ 0 w 557736"/>
                            <a:gd name="connsiteY17" fmla="*/ 0 h 556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7736" h="556438">
                              <a:moveTo>
                                <a:pt x="0" y="0"/>
                              </a:moveTo>
                              <a:cubicBezTo>
                                <a:pt x="0" y="0"/>
                                <a:pt x="2523" y="85800"/>
                                <a:pt x="2523" y="98418"/>
                              </a:cubicBezTo>
                              <a:cubicBezTo>
                                <a:pt x="2523" y="116083"/>
                                <a:pt x="0" y="133747"/>
                                <a:pt x="6309" y="150150"/>
                              </a:cubicBezTo>
                              <a:cubicBezTo>
                                <a:pt x="13880" y="167815"/>
                                <a:pt x="30282" y="176647"/>
                                <a:pt x="32806" y="198097"/>
                              </a:cubicBezTo>
                              <a:cubicBezTo>
                                <a:pt x="35329" y="219547"/>
                                <a:pt x="30282" y="242259"/>
                                <a:pt x="26497" y="263709"/>
                              </a:cubicBezTo>
                              <a:cubicBezTo>
                                <a:pt x="22712" y="285159"/>
                                <a:pt x="21450" y="309133"/>
                                <a:pt x="30282" y="328059"/>
                              </a:cubicBezTo>
                              <a:cubicBezTo>
                                <a:pt x="37853" y="345724"/>
                                <a:pt x="54256" y="359603"/>
                                <a:pt x="69397" y="372221"/>
                              </a:cubicBezTo>
                              <a:cubicBezTo>
                                <a:pt x="84538" y="384839"/>
                                <a:pt x="100941" y="398718"/>
                                <a:pt x="108512" y="416383"/>
                              </a:cubicBezTo>
                              <a:cubicBezTo>
                                <a:pt x="123653" y="450451"/>
                                <a:pt x="84538" y="526157"/>
                                <a:pt x="66873" y="556439"/>
                              </a:cubicBezTo>
                              <a:cubicBezTo>
                                <a:pt x="73182" y="545083"/>
                                <a:pt x="203144" y="553915"/>
                                <a:pt x="219547" y="553915"/>
                              </a:cubicBezTo>
                              <a:cubicBezTo>
                                <a:pt x="259924" y="552654"/>
                                <a:pt x="299038" y="552654"/>
                                <a:pt x="339415" y="552654"/>
                              </a:cubicBezTo>
                              <a:cubicBezTo>
                                <a:pt x="388624" y="551392"/>
                                <a:pt x="439095" y="548868"/>
                                <a:pt x="488303" y="550130"/>
                              </a:cubicBezTo>
                              <a:cubicBezTo>
                                <a:pt x="523633" y="550130"/>
                                <a:pt x="550130" y="537512"/>
                                <a:pt x="556439" y="495874"/>
                              </a:cubicBezTo>
                              <a:cubicBezTo>
                                <a:pt x="560224" y="466854"/>
                                <a:pt x="550130" y="437833"/>
                                <a:pt x="540036" y="410074"/>
                              </a:cubicBezTo>
                              <a:cubicBezTo>
                                <a:pt x="528680" y="382315"/>
                                <a:pt x="517324" y="354556"/>
                                <a:pt x="517324" y="325536"/>
                              </a:cubicBezTo>
                              <a:cubicBezTo>
                                <a:pt x="517324" y="285159"/>
                                <a:pt x="537513" y="248568"/>
                                <a:pt x="550130" y="210715"/>
                              </a:cubicBezTo>
                              <a:cubicBezTo>
                                <a:pt x="589245" y="90847"/>
                                <a:pt x="469377" y="60565"/>
                                <a:pt x="376006" y="45424"/>
                              </a:cubicBezTo>
                              <a:cubicBezTo>
                                <a:pt x="251091" y="23974"/>
                                <a:pt x="126177" y="10094"/>
                                <a:pt x="0" y="0"/>
                              </a:cubicBezTo>
                              <a:close/>
                            </a:path>
                          </a:pathLst>
                        </a:custGeom>
                        <a:solidFill>
                          <a:srgbClr val="7A321B"/>
                        </a:solidFill>
                        <a:ln w="12614" cap="flat">
                          <a:noFill/>
                          <a:prstDash val="solid"/>
                          <a:miter/>
                        </a:ln>
                      </p:spPr>
                      <p:txBody>
                        <a:bodyPr rtlCol="0" anchor="ctr"/>
                        <a:lstStyle/>
                        <a:p>
                          <a:endParaRPr lang="en-US"/>
                        </a:p>
                      </p:txBody>
                    </p:sp>
                    <p:sp>
                      <p:nvSpPr>
                        <p:cNvPr id="774" name="Freeform: Shape 773">
                          <a:extLst>
                            <a:ext uri="{FF2B5EF4-FFF2-40B4-BE49-F238E27FC236}">
                              <a16:creationId xmlns:a16="http://schemas.microsoft.com/office/drawing/2014/main" id="{EDEFA4E3-B88B-4EE0-AFC8-D8C3DB86AFDC}"/>
                            </a:ext>
                          </a:extLst>
                        </p:cNvPr>
                        <p:cNvSpPr/>
                        <p:nvPr/>
                      </p:nvSpPr>
                      <p:spPr>
                        <a:xfrm>
                          <a:off x="10432526" y="4725958"/>
                          <a:ext cx="299301" cy="1198505"/>
                        </a:xfrm>
                        <a:custGeom>
                          <a:avLst/>
                          <a:gdLst>
                            <a:gd name="connsiteX0" fmla="*/ 299171 w 299301"/>
                            <a:gd name="connsiteY0" fmla="*/ 206599 h 1198505"/>
                            <a:gd name="connsiteX1" fmla="*/ 299171 w 299301"/>
                            <a:gd name="connsiteY1" fmla="*/ 206599 h 1198505"/>
                            <a:gd name="connsiteX2" fmla="*/ 281506 w 299301"/>
                            <a:gd name="connsiteY2" fmla="*/ 438764 h 1198505"/>
                            <a:gd name="connsiteX3" fmla="*/ 280245 w 299301"/>
                            <a:gd name="connsiteY3" fmla="*/ 457691 h 1198505"/>
                            <a:gd name="connsiteX4" fmla="*/ 260057 w 299301"/>
                            <a:gd name="connsiteY4" fmla="*/ 1195824 h 1198505"/>
                            <a:gd name="connsiteX5" fmla="*/ 191921 w 299301"/>
                            <a:gd name="connsiteY5" fmla="*/ 1147877 h 1198505"/>
                            <a:gd name="connsiteX6" fmla="*/ 179304 w 299301"/>
                            <a:gd name="connsiteY6" fmla="*/ 1089836 h 1198505"/>
                            <a:gd name="connsiteX7" fmla="*/ 56912 w 299301"/>
                            <a:gd name="connsiteY7" fmla="*/ 529612 h 1198505"/>
                            <a:gd name="connsiteX8" fmla="*/ 45556 w 299301"/>
                            <a:gd name="connsiteY8" fmla="*/ 470308 h 1198505"/>
                            <a:gd name="connsiteX9" fmla="*/ 10227 w 299301"/>
                            <a:gd name="connsiteY9" fmla="*/ 246976 h 1198505"/>
                            <a:gd name="connsiteX10" fmla="*/ 5180 w 299301"/>
                            <a:gd name="connsiteY10" fmla="*/ 219217 h 1198505"/>
                            <a:gd name="connsiteX11" fmla="*/ 89718 w 299301"/>
                            <a:gd name="connsiteY11" fmla="*/ 24905 h 1198505"/>
                            <a:gd name="connsiteX12" fmla="*/ 299171 w 299301"/>
                            <a:gd name="connsiteY12" fmla="*/ 206599 h 1198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9301" h="1198505">
                              <a:moveTo>
                                <a:pt x="299171" y="206599"/>
                              </a:moveTo>
                              <a:lnTo>
                                <a:pt x="299171" y="206599"/>
                              </a:lnTo>
                              <a:cubicBezTo>
                                <a:pt x="297910" y="287352"/>
                                <a:pt x="285292" y="374415"/>
                                <a:pt x="281506" y="438764"/>
                              </a:cubicBezTo>
                              <a:cubicBezTo>
                                <a:pt x="281506" y="445073"/>
                                <a:pt x="281506" y="451382"/>
                                <a:pt x="280245" y="457691"/>
                              </a:cubicBezTo>
                              <a:cubicBezTo>
                                <a:pt x="275198" y="698688"/>
                                <a:pt x="295386" y="958612"/>
                                <a:pt x="260057" y="1195824"/>
                              </a:cubicBezTo>
                              <a:cubicBezTo>
                                <a:pt x="220942" y="1205919"/>
                                <a:pt x="200753" y="1186992"/>
                                <a:pt x="191921" y="1147877"/>
                              </a:cubicBezTo>
                              <a:cubicBezTo>
                                <a:pt x="188136" y="1128951"/>
                                <a:pt x="183089" y="1108762"/>
                                <a:pt x="179304" y="1089836"/>
                              </a:cubicBezTo>
                              <a:cubicBezTo>
                                <a:pt x="138927" y="903095"/>
                                <a:pt x="97289" y="716353"/>
                                <a:pt x="56912" y="529612"/>
                              </a:cubicBezTo>
                              <a:cubicBezTo>
                                <a:pt x="51865" y="509423"/>
                                <a:pt x="48080" y="489235"/>
                                <a:pt x="45556" y="470308"/>
                              </a:cubicBezTo>
                              <a:cubicBezTo>
                                <a:pt x="31677" y="395864"/>
                                <a:pt x="22844" y="321420"/>
                                <a:pt x="10227" y="246976"/>
                              </a:cubicBezTo>
                              <a:cubicBezTo>
                                <a:pt x="8965" y="238144"/>
                                <a:pt x="6442" y="228050"/>
                                <a:pt x="5180" y="219217"/>
                              </a:cubicBezTo>
                              <a:cubicBezTo>
                                <a:pt x="-9961" y="135940"/>
                                <a:pt x="5180" y="61496"/>
                                <a:pt x="89718" y="24905"/>
                              </a:cubicBezTo>
                              <a:cubicBezTo>
                                <a:pt x="268889" y="-53325"/>
                                <a:pt x="301695" y="65282"/>
                                <a:pt x="299171" y="206599"/>
                              </a:cubicBezTo>
                              <a:close/>
                            </a:path>
                          </a:pathLst>
                        </a:custGeom>
                        <a:solidFill>
                          <a:srgbClr val="FFC58A"/>
                        </a:solidFill>
                        <a:ln w="12614" cap="flat">
                          <a:noFill/>
                          <a:prstDash val="solid"/>
                          <a:miter/>
                        </a:ln>
                      </p:spPr>
                      <p:txBody>
                        <a:bodyPr rtlCol="0" anchor="ctr"/>
                        <a:lstStyle/>
                        <a:p>
                          <a:endParaRPr lang="en-US"/>
                        </a:p>
                      </p:txBody>
                    </p:sp>
                    <p:sp>
                      <p:nvSpPr>
                        <p:cNvPr id="775" name="Freeform: Shape 774">
                          <a:extLst>
                            <a:ext uri="{FF2B5EF4-FFF2-40B4-BE49-F238E27FC236}">
                              <a16:creationId xmlns:a16="http://schemas.microsoft.com/office/drawing/2014/main" id="{B60E0959-3C3A-4249-9EF8-A4474ADFC821}"/>
                            </a:ext>
                          </a:extLst>
                        </p:cNvPr>
                        <p:cNvSpPr/>
                        <p:nvPr/>
                      </p:nvSpPr>
                      <p:spPr>
                        <a:xfrm>
                          <a:off x="10442753" y="4904798"/>
                          <a:ext cx="288944" cy="291467"/>
                        </a:xfrm>
                        <a:custGeom>
                          <a:avLst/>
                          <a:gdLst>
                            <a:gd name="connsiteX0" fmla="*/ 288945 w 288944"/>
                            <a:gd name="connsiteY0" fmla="*/ 27759 h 291467"/>
                            <a:gd name="connsiteX1" fmla="*/ 288945 w 288944"/>
                            <a:gd name="connsiteY1" fmla="*/ 27759 h 291467"/>
                            <a:gd name="connsiteX2" fmla="*/ 271280 w 288944"/>
                            <a:gd name="connsiteY2" fmla="*/ 259924 h 291467"/>
                            <a:gd name="connsiteX3" fmla="*/ 35330 w 288944"/>
                            <a:gd name="connsiteY3" fmla="*/ 291468 h 291467"/>
                            <a:gd name="connsiteX4" fmla="*/ 0 w 288944"/>
                            <a:gd name="connsiteY4" fmla="*/ 68135 h 291467"/>
                            <a:gd name="connsiteX5" fmla="*/ 282636 w 288944"/>
                            <a:gd name="connsiteY5" fmla="*/ 0 h 291467"/>
                            <a:gd name="connsiteX6" fmla="*/ 288945 w 288944"/>
                            <a:gd name="connsiteY6" fmla="*/ 27759 h 29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8944" h="291467">
                              <a:moveTo>
                                <a:pt x="288945" y="27759"/>
                              </a:moveTo>
                              <a:lnTo>
                                <a:pt x="288945" y="27759"/>
                              </a:lnTo>
                              <a:cubicBezTo>
                                <a:pt x="287683" y="108512"/>
                                <a:pt x="275065" y="195574"/>
                                <a:pt x="271280" y="259924"/>
                              </a:cubicBezTo>
                              <a:cubicBezTo>
                                <a:pt x="217024" y="276327"/>
                                <a:pt x="129962" y="286421"/>
                                <a:pt x="35330" y="291468"/>
                              </a:cubicBezTo>
                              <a:cubicBezTo>
                                <a:pt x="21450" y="217024"/>
                                <a:pt x="12618" y="142579"/>
                                <a:pt x="0" y="68135"/>
                              </a:cubicBezTo>
                              <a:lnTo>
                                <a:pt x="282636" y="0"/>
                              </a:lnTo>
                              <a:lnTo>
                                <a:pt x="288945" y="27759"/>
                              </a:lnTo>
                              <a:close/>
                            </a:path>
                          </a:pathLst>
                        </a:custGeom>
                        <a:solidFill>
                          <a:srgbClr val="EB8E4B"/>
                        </a:solidFill>
                        <a:ln w="12614" cap="flat">
                          <a:noFill/>
                          <a:prstDash val="solid"/>
                          <a:miter/>
                        </a:ln>
                      </p:spPr>
                      <p:txBody>
                        <a:bodyPr rtlCol="0" anchor="ctr"/>
                        <a:lstStyle/>
                        <a:p>
                          <a:endParaRPr lang="en-US"/>
                        </a:p>
                      </p:txBody>
                    </p:sp>
                    <p:sp>
                      <p:nvSpPr>
                        <p:cNvPr id="776" name="Freeform: Shape 775">
                          <a:extLst>
                            <a:ext uri="{FF2B5EF4-FFF2-40B4-BE49-F238E27FC236}">
                              <a16:creationId xmlns:a16="http://schemas.microsoft.com/office/drawing/2014/main" id="{3C93B40D-686C-4713-A46D-D3FD453C1F17}"/>
                            </a:ext>
                          </a:extLst>
                        </p:cNvPr>
                        <p:cNvSpPr/>
                        <p:nvPr/>
                      </p:nvSpPr>
                      <p:spPr>
                        <a:xfrm>
                          <a:off x="10391613" y="5860722"/>
                          <a:ext cx="336299" cy="255879"/>
                        </a:xfrm>
                        <a:custGeom>
                          <a:avLst/>
                          <a:gdLst>
                            <a:gd name="connsiteX0" fmla="*/ 271949 w 336299"/>
                            <a:gd name="connsiteY0" fmla="*/ 495 h 255879"/>
                            <a:gd name="connsiteX1" fmla="*/ 254285 w 336299"/>
                            <a:gd name="connsiteY1" fmla="*/ 3019 h 255879"/>
                            <a:gd name="connsiteX2" fmla="*/ 200029 w 336299"/>
                            <a:gd name="connsiteY2" fmla="*/ 77463 h 255879"/>
                            <a:gd name="connsiteX3" fmla="*/ 68805 w 336299"/>
                            <a:gd name="connsiteY3" fmla="*/ 182189 h 255879"/>
                            <a:gd name="connsiteX4" fmla="*/ 15811 w 336299"/>
                            <a:gd name="connsiteY4" fmla="*/ 220042 h 255879"/>
                            <a:gd name="connsiteX5" fmla="*/ 10764 w 336299"/>
                            <a:gd name="connsiteY5" fmla="*/ 255372 h 255879"/>
                            <a:gd name="connsiteX6" fmla="*/ 51140 w 336299"/>
                            <a:gd name="connsiteY6" fmla="*/ 247801 h 255879"/>
                            <a:gd name="connsiteX7" fmla="*/ 97826 w 336299"/>
                            <a:gd name="connsiteY7" fmla="*/ 233922 h 255879"/>
                            <a:gd name="connsiteX8" fmla="*/ 311064 w 336299"/>
                            <a:gd name="connsiteY8" fmla="*/ 164525 h 255879"/>
                            <a:gd name="connsiteX9" fmla="*/ 326205 w 336299"/>
                            <a:gd name="connsiteY9" fmla="*/ 156954 h 255879"/>
                            <a:gd name="connsiteX10" fmla="*/ 336299 w 336299"/>
                            <a:gd name="connsiteY10" fmla="*/ 122887 h 255879"/>
                            <a:gd name="connsiteX11" fmla="*/ 327467 w 336299"/>
                            <a:gd name="connsiteY11" fmla="*/ 48442 h 255879"/>
                            <a:gd name="connsiteX12" fmla="*/ 271949 w 336299"/>
                            <a:gd name="connsiteY12" fmla="*/ 495 h 25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6299" h="255879">
                              <a:moveTo>
                                <a:pt x="271949" y="495"/>
                              </a:moveTo>
                              <a:cubicBezTo>
                                <a:pt x="265640" y="-767"/>
                                <a:pt x="260593" y="495"/>
                                <a:pt x="254285" y="3019"/>
                              </a:cubicBezTo>
                              <a:cubicBezTo>
                                <a:pt x="231573" y="11851"/>
                                <a:pt x="215170" y="58536"/>
                                <a:pt x="200029" y="77463"/>
                              </a:cubicBezTo>
                              <a:cubicBezTo>
                                <a:pt x="164699" y="121625"/>
                                <a:pt x="119276" y="158216"/>
                                <a:pt x="68805" y="182189"/>
                              </a:cubicBezTo>
                              <a:cubicBezTo>
                                <a:pt x="44831" y="193545"/>
                                <a:pt x="33475" y="199854"/>
                                <a:pt x="15811" y="220042"/>
                              </a:cubicBezTo>
                              <a:cubicBezTo>
                                <a:pt x="6978" y="228875"/>
                                <a:pt x="-11948" y="250325"/>
                                <a:pt x="10764" y="255372"/>
                              </a:cubicBezTo>
                              <a:cubicBezTo>
                                <a:pt x="23381" y="257895"/>
                                <a:pt x="39784" y="250325"/>
                                <a:pt x="51140" y="247801"/>
                              </a:cubicBezTo>
                              <a:cubicBezTo>
                                <a:pt x="66281" y="244016"/>
                                <a:pt x="82684" y="238969"/>
                                <a:pt x="97826" y="233922"/>
                              </a:cubicBezTo>
                              <a:cubicBezTo>
                                <a:pt x="168485" y="211210"/>
                                <a:pt x="239144" y="187236"/>
                                <a:pt x="311064" y="164525"/>
                              </a:cubicBezTo>
                              <a:cubicBezTo>
                                <a:pt x="316111" y="163263"/>
                                <a:pt x="322420" y="160740"/>
                                <a:pt x="326205" y="156954"/>
                              </a:cubicBezTo>
                              <a:cubicBezTo>
                                <a:pt x="335038" y="149383"/>
                                <a:pt x="336299" y="135504"/>
                                <a:pt x="336299" y="122887"/>
                              </a:cubicBezTo>
                              <a:cubicBezTo>
                                <a:pt x="336299" y="97651"/>
                                <a:pt x="336299" y="72416"/>
                                <a:pt x="327467" y="48442"/>
                              </a:cubicBezTo>
                              <a:cubicBezTo>
                                <a:pt x="317373" y="29515"/>
                                <a:pt x="295923" y="4280"/>
                                <a:pt x="271949" y="495"/>
                              </a:cubicBezTo>
                              <a:close/>
                            </a:path>
                          </a:pathLst>
                        </a:custGeom>
                        <a:solidFill>
                          <a:srgbClr val="FFC58A"/>
                        </a:solidFill>
                        <a:ln w="12614" cap="flat">
                          <a:noFill/>
                          <a:prstDash val="solid"/>
                          <a:miter/>
                        </a:ln>
                      </p:spPr>
                      <p:txBody>
                        <a:bodyPr rtlCol="0" anchor="ctr"/>
                        <a:lstStyle/>
                        <a:p>
                          <a:endParaRPr lang="en-US"/>
                        </a:p>
                      </p:txBody>
                    </p:sp>
                    <p:sp>
                      <p:nvSpPr>
                        <p:cNvPr id="777" name="Freeform: Shape 776">
                          <a:extLst>
                            <a:ext uri="{FF2B5EF4-FFF2-40B4-BE49-F238E27FC236}">
                              <a16:creationId xmlns:a16="http://schemas.microsoft.com/office/drawing/2014/main" id="{1671B91A-C9EB-450C-9F4C-A6B4A22005C9}"/>
                            </a:ext>
                          </a:extLst>
                        </p:cNvPr>
                        <p:cNvSpPr/>
                        <p:nvPr/>
                      </p:nvSpPr>
                      <p:spPr>
                        <a:xfrm>
                          <a:off x="10367940" y="5913042"/>
                          <a:ext cx="381189" cy="226569"/>
                        </a:xfrm>
                        <a:custGeom>
                          <a:avLst/>
                          <a:gdLst>
                            <a:gd name="connsiteX0" fmla="*/ 314548 w 381189"/>
                            <a:gd name="connsiteY0" fmla="*/ 172770 h 226569"/>
                            <a:gd name="connsiteX1" fmla="*/ 344831 w 381189"/>
                            <a:gd name="connsiteY1" fmla="*/ 195482 h 226569"/>
                            <a:gd name="connsiteX2" fmla="*/ 376375 w 381189"/>
                            <a:gd name="connsiteY2" fmla="*/ 137440 h 226569"/>
                            <a:gd name="connsiteX3" fmla="*/ 370066 w 381189"/>
                            <a:gd name="connsiteY3" fmla="*/ 18834 h 226569"/>
                            <a:gd name="connsiteX4" fmla="*/ 349878 w 381189"/>
                            <a:gd name="connsiteY4" fmla="*/ 11264 h 226569"/>
                            <a:gd name="connsiteX5" fmla="*/ 329689 w 381189"/>
                            <a:gd name="connsiteY5" fmla="*/ 50378 h 226569"/>
                            <a:gd name="connsiteX6" fmla="*/ 260292 w 381189"/>
                            <a:gd name="connsiteY6" fmla="*/ 113467 h 226569"/>
                            <a:gd name="connsiteX7" fmla="*/ 163136 w 381189"/>
                            <a:gd name="connsiteY7" fmla="*/ 165199 h 226569"/>
                            <a:gd name="connsiteX8" fmla="*/ 107618 w 381189"/>
                            <a:gd name="connsiteY8" fmla="*/ 170246 h 226569"/>
                            <a:gd name="connsiteX9" fmla="*/ 64718 w 381189"/>
                            <a:gd name="connsiteY9" fmla="*/ 142487 h 226569"/>
                            <a:gd name="connsiteX10" fmla="*/ 6677 w 381189"/>
                            <a:gd name="connsiteY10" fmla="*/ 182864 h 226569"/>
                            <a:gd name="connsiteX11" fmla="*/ 10463 w 381189"/>
                            <a:gd name="connsiteY11" fmla="*/ 214408 h 226569"/>
                            <a:gd name="connsiteX12" fmla="*/ 54624 w 381189"/>
                            <a:gd name="connsiteY12" fmla="*/ 224502 h 226569"/>
                            <a:gd name="connsiteX13" fmla="*/ 190895 w 381189"/>
                            <a:gd name="connsiteY13" fmla="*/ 221979 h 226569"/>
                            <a:gd name="connsiteX14" fmla="*/ 314548 w 381189"/>
                            <a:gd name="connsiteY14" fmla="*/ 172770 h 226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189" h="226569">
                              <a:moveTo>
                                <a:pt x="314548" y="172770"/>
                              </a:moveTo>
                              <a:cubicBezTo>
                                <a:pt x="308239" y="192958"/>
                                <a:pt x="327166" y="201790"/>
                                <a:pt x="344831" y="195482"/>
                              </a:cubicBezTo>
                              <a:cubicBezTo>
                                <a:pt x="358710" y="190435"/>
                                <a:pt x="372589" y="151320"/>
                                <a:pt x="376375" y="137440"/>
                              </a:cubicBezTo>
                              <a:cubicBezTo>
                                <a:pt x="386469" y="97064"/>
                                <a:pt x="378898" y="59211"/>
                                <a:pt x="370066" y="18834"/>
                              </a:cubicBezTo>
                              <a:cubicBezTo>
                                <a:pt x="366280" y="4955"/>
                                <a:pt x="357448" y="-11448"/>
                                <a:pt x="349878" y="11264"/>
                              </a:cubicBezTo>
                              <a:cubicBezTo>
                                <a:pt x="344831" y="26405"/>
                                <a:pt x="339783" y="39023"/>
                                <a:pt x="329689" y="50378"/>
                              </a:cubicBezTo>
                              <a:cubicBezTo>
                                <a:pt x="309501" y="74352"/>
                                <a:pt x="285528" y="94540"/>
                                <a:pt x="260292" y="113467"/>
                              </a:cubicBezTo>
                              <a:cubicBezTo>
                                <a:pt x="231272" y="134917"/>
                                <a:pt x="198466" y="155105"/>
                                <a:pt x="163136" y="165199"/>
                              </a:cubicBezTo>
                              <a:cubicBezTo>
                                <a:pt x="145471" y="170246"/>
                                <a:pt x="126545" y="172770"/>
                                <a:pt x="107618" y="170246"/>
                              </a:cubicBezTo>
                              <a:cubicBezTo>
                                <a:pt x="89954" y="167723"/>
                                <a:pt x="82383" y="143749"/>
                                <a:pt x="64718" y="142487"/>
                              </a:cubicBezTo>
                              <a:cubicBezTo>
                                <a:pt x="48316" y="142487"/>
                                <a:pt x="20557" y="174031"/>
                                <a:pt x="6677" y="182864"/>
                              </a:cubicBezTo>
                              <a:cubicBezTo>
                                <a:pt x="-5941" y="190435"/>
                                <a:pt x="1630" y="206837"/>
                                <a:pt x="10463" y="214408"/>
                              </a:cubicBezTo>
                              <a:cubicBezTo>
                                <a:pt x="21818" y="225764"/>
                                <a:pt x="39483" y="224502"/>
                                <a:pt x="54624" y="224502"/>
                              </a:cubicBezTo>
                              <a:cubicBezTo>
                                <a:pt x="100048" y="227026"/>
                                <a:pt x="146733" y="228288"/>
                                <a:pt x="190895" y="221979"/>
                              </a:cubicBezTo>
                              <a:cubicBezTo>
                                <a:pt x="233795" y="218193"/>
                                <a:pt x="279219" y="201790"/>
                                <a:pt x="314548" y="172770"/>
                              </a:cubicBezTo>
                              <a:close/>
                            </a:path>
                          </a:pathLst>
                        </a:custGeom>
                        <a:solidFill>
                          <a:srgbClr val="303B42"/>
                        </a:solidFill>
                        <a:ln w="12614" cap="flat">
                          <a:noFill/>
                          <a:prstDash val="solid"/>
                          <a:miter/>
                        </a:ln>
                      </p:spPr>
                      <p:txBody>
                        <a:bodyPr rtlCol="0" anchor="ctr"/>
                        <a:lstStyle/>
                        <a:p>
                          <a:endParaRPr lang="en-US"/>
                        </a:p>
                      </p:txBody>
                    </p:sp>
                    <p:sp>
                      <p:nvSpPr>
                        <p:cNvPr id="778" name="Freeform: Shape 777">
                          <a:extLst>
                            <a:ext uri="{FF2B5EF4-FFF2-40B4-BE49-F238E27FC236}">
                              <a16:creationId xmlns:a16="http://schemas.microsoft.com/office/drawing/2014/main" id="{DEEBA436-42FC-4756-9B15-F2829D493930}"/>
                            </a:ext>
                          </a:extLst>
                        </p:cNvPr>
                        <p:cNvSpPr/>
                        <p:nvPr/>
                      </p:nvSpPr>
                      <p:spPr>
                        <a:xfrm>
                          <a:off x="10065352" y="4724856"/>
                          <a:ext cx="298239" cy="1198346"/>
                        </a:xfrm>
                        <a:custGeom>
                          <a:avLst/>
                          <a:gdLst>
                            <a:gd name="connsiteX0" fmla="*/ 281507 w 298239"/>
                            <a:gd name="connsiteY0" fmla="*/ 475196 h 1198346"/>
                            <a:gd name="connsiteX1" fmla="*/ 261318 w 298239"/>
                            <a:gd name="connsiteY1" fmla="*/ 1195664 h 1198346"/>
                            <a:gd name="connsiteX2" fmla="*/ 193183 w 298239"/>
                            <a:gd name="connsiteY2" fmla="*/ 1147717 h 1198346"/>
                            <a:gd name="connsiteX3" fmla="*/ 180566 w 298239"/>
                            <a:gd name="connsiteY3" fmla="*/ 1089676 h 1198346"/>
                            <a:gd name="connsiteX4" fmla="*/ 58174 w 298239"/>
                            <a:gd name="connsiteY4" fmla="*/ 529452 h 1198346"/>
                            <a:gd name="connsiteX5" fmla="*/ 46818 w 298239"/>
                            <a:gd name="connsiteY5" fmla="*/ 473934 h 1198346"/>
                            <a:gd name="connsiteX6" fmla="*/ 24106 w 298239"/>
                            <a:gd name="connsiteY6" fmla="*/ 331355 h 1198346"/>
                            <a:gd name="connsiteX7" fmla="*/ 5180 w 298239"/>
                            <a:gd name="connsiteY7" fmla="*/ 219057 h 1198346"/>
                            <a:gd name="connsiteX8" fmla="*/ 89718 w 298239"/>
                            <a:gd name="connsiteY8" fmla="*/ 24745 h 1198346"/>
                            <a:gd name="connsiteX9" fmla="*/ 295386 w 298239"/>
                            <a:gd name="connsiteY9" fmla="*/ 265743 h 1198346"/>
                            <a:gd name="connsiteX10" fmla="*/ 278983 w 298239"/>
                            <a:gd name="connsiteY10" fmla="*/ 457531 h 1198346"/>
                            <a:gd name="connsiteX11" fmla="*/ 281507 w 298239"/>
                            <a:gd name="connsiteY11" fmla="*/ 475196 h 1198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8239" h="1198346">
                              <a:moveTo>
                                <a:pt x="281507" y="475196"/>
                              </a:moveTo>
                              <a:cubicBezTo>
                                <a:pt x="277721" y="711146"/>
                                <a:pt x="296648" y="964761"/>
                                <a:pt x="261318" y="1195664"/>
                              </a:cubicBezTo>
                              <a:cubicBezTo>
                                <a:pt x="222204" y="1205758"/>
                                <a:pt x="202015" y="1186832"/>
                                <a:pt x="193183" y="1147717"/>
                              </a:cubicBezTo>
                              <a:cubicBezTo>
                                <a:pt x="189398" y="1128791"/>
                                <a:pt x="184351" y="1108602"/>
                                <a:pt x="180566" y="1089676"/>
                              </a:cubicBezTo>
                              <a:cubicBezTo>
                                <a:pt x="140189" y="902935"/>
                                <a:pt x="98551" y="716193"/>
                                <a:pt x="58174" y="529452"/>
                              </a:cubicBezTo>
                              <a:cubicBezTo>
                                <a:pt x="54389" y="510525"/>
                                <a:pt x="50603" y="492860"/>
                                <a:pt x="46818" y="473934"/>
                              </a:cubicBezTo>
                              <a:cubicBezTo>
                                <a:pt x="37986" y="425987"/>
                                <a:pt x="31677" y="379301"/>
                                <a:pt x="24106" y="331355"/>
                              </a:cubicBezTo>
                              <a:cubicBezTo>
                                <a:pt x="17797" y="293502"/>
                                <a:pt x="12750" y="255649"/>
                                <a:pt x="5180" y="219057"/>
                              </a:cubicBezTo>
                              <a:cubicBezTo>
                                <a:pt x="-9961" y="135781"/>
                                <a:pt x="5180" y="61336"/>
                                <a:pt x="89718" y="24745"/>
                              </a:cubicBezTo>
                              <a:cubicBezTo>
                                <a:pt x="292863" y="-63579"/>
                                <a:pt x="306742" y="100451"/>
                                <a:pt x="295386" y="265743"/>
                              </a:cubicBezTo>
                              <a:cubicBezTo>
                                <a:pt x="290339" y="336401"/>
                                <a:pt x="281507" y="407060"/>
                                <a:pt x="278983" y="457531"/>
                              </a:cubicBezTo>
                              <a:cubicBezTo>
                                <a:pt x="281507" y="462578"/>
                                <a:pt x="281507" y="468887"/>
                                <a:pt x="281507" y="475196"/>
                              </a:cubicBezTo>
                              <a:close/>
                            </a:path>
                          </a:pathLst>
                        </a:custGeom>
                        <a:solidFill>
                          <a:srgbClr val="FFC58A"/>
                        </a:solidFill>
                        <a:ln w="12614" cap="flat">
                          <a:noFill/>
                          <a:prstDash val="solid"/>
                          <a:miter/>
                        </a:ln>
                      </p:spPr>
                      <p:txBody>
                        <a:bodyPr rtlCol="0" anchor="ctr"/>
                        <a:lstStyle/>
                        <a:p>
                          <a:endParaRPr lang="en-US"/>
                        </a:p>
                      </p:txBody>
                    </p:sp>
                    <p:sp>
                      <p:nvSpPr>
                        <p:cNvPr id="779" name="Freeform: Shape 778">
                          <a:extLst>
                            <a:ext uri="{FF2B5EF4-FFF2-40B4-BE49-F238E27FC236}">
                              <a16:creationId xmlns:a16="http://schemas.microsoft.com/office/drawing/2014/main" id="{C65203E7-2313-4D9F-BC0F-060426F02BBD}"/>
                            </a:ext>
                          </a:extLst>
                        </p:cNvPr>
                        <p:cNvSpPr/>
                        <p:nvPr/>
                      </p:nvSpPr>
                      <p:spPr>
                        <a:xfrm>
                          <a:off x="10090720" y="4990598"/>
                          <a:ext cx="272541" cy="210399"/>
                        </a:xfrm>
                        <a:custGeom>
                          <a:avLst/>
                          <a:gdLst>
                            <a:gd name="connsiteX0" fmla="*/ 0 w 272541"/>
                            <a:gd name="connsiteY0" fmla="*/ 65612 h 210399"/>
                            <a:gd name="connsiteX1" fmla="*/ 272542 w 272541"/>
                            <a:gd name="connsiteY1" fmla="*/ 0 h 210399"/>
                            <a:gd name="connsiteX2" fmla="*/ 256139 w 272541"/>
                            <a:gd name="connsiteY2" fmla="*/ 191789 h 210399"/>
                            <a:gd name="connsiteX3" fmla="*/ 256139 w 272541"/>
                            <a:gd name="connsiteY3" fmla="*/ 209453 h 210399"/>
                            <a:gd name="connsiteX4" fmla="*/ 22712 w 272541"/>
                            <a:gd name="connsiteY4" fmla="*/ 209453 h 210399"/>
                            <a:gd name="connsiteX5" fmla="*/ 0 w 272541"/>
                            <a:gd name="connsiteY5" fmla="*/ 65612 h 21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541" h="210399">
                              <a:moveTo>
                                <a:pt x="0" y="65612"/>
                              </a:moveTo>
                              <a:lnTo>
                                <a:pt x="272542" y="0"/>
                              </a:lnTo>
                              <a:cubicBezTo>
                                <a:pt x="267495" y="70659"/>
                                <a:pt x="258662" y="141318"/>
                                <a:pt x="256139" y="191789"/>
                              </a:cubicBezTo>
                              <a:cubicBezTo>
                                <a:pt x="256139" y="198097"/>
                                <a:pt x="256139" y="203144"/>
                                <a:pt x="256139" y="209453"/>
                              </a:cubicBezTo>
                              <a:cubicBezTo>
                                <a:pt x="164030" y="210715"/>
                                <a:pt x="78230" y="210715"/>
                                <a:pt x="22712" y="209453"/>
                              </a:cubicBezTo>
                              <a:cubicBezTo>
                                <a:pt x="13880" y="160244"/>
                                <a:pt x="7571" y="113559"/>
                                <a:pt x="0" y="65612"/>
                              </a:cubicBezTo>
                              <a:close/>
                            </a:path>
                          </a:pathLst>
                        </a:custGeom>
                        <a:solidFill>
                          <a:srgbClr val="EB8E4B"/>
                        </a:solidFill>
                        <a:ln w="12614" cap="flat">
                          <a:noFill/>
                          <a:prstDash val="solid"/>
                          <a:miter/>
                        </a:ln>
                      </p:spPr>
                      <p:txBody>
                        <a:bodyPr rtlCol="0" anchor="ctr"/>
                        <a:lstStyle/>
                        <a:p>
                          <a:endParaRPr lang="en-US"/>
                        </a:p>
                      </p:txBody>
                    </p:sp>
                    <p:sp>
                      <p:nvSpPr>
                        <p:cNvPr id="780" name="Freeform: Shape 779">
                          <a:extLst>
                            <a:ext uri="{FF2B5EF4-FFF2-40B4-BE49-F238E27FC236}">
                              <a16:creationId xmlns:a16="http://schemas.microsoft.com/office/drawing/2014/main" id="{27EFD240-49CC-42C0-A50C-DF61A5754D11}"/>
                            </a:ext>
                          </a:extLst>
                        </p:cNvPr>
                        <p:cNvSpPr/>
                        <p:nvPr/>
                      </p:nvSpPr>
                      <p:spPr>
                        <a:xfrm>
                          <a:off x="9996088" y="5863572"/>
                          <a:ext cx="365912" cy="257648"/>
                        </a:xfrm>
                        <a:custGeom>
                          <a:avLst/>
                          <a:gdLst>
                            <a:gd name="connsiteX0" fmla="*/ 301562 w 365912"/>
                            <a:gd name="connsiteY0" fmla="*/ 168 h 257648"/>
                            <a:gd name="connsiteX1" fmla="*/ 244783 w 365912"/>
                            <a:gd name="connsiteY1" fmla="*/ 36759 h 257648"/>
                            <a:gd name="connsiteX2" fmla="*/ 217024 w 365912"/>
                            <a:gd name="connsiteY2" fmla="*/ 55686 h 257648"/>
                            <a:gd name="connsiteX3" fmla="*/ 143841 w 365912"/>
                            <a:gd name="connsiteY3" fmla="*/ 123821 h 257648"/>
                            <a:gd name="connsiteX4" fmla="*/ 70659 w 365912"/>
                            <a:gd name="connsiteY4" fmla="*/ 191957 h 257648"/>
                            <a:gd name="connsiteX5" fmla="*/ 34068 w 365912"/>
                            <a:gd name="connsiteY5" fmla="*/ 226024 h 257648"/>
                            <a:gd name="connsiteX6" fmla="*/ 0 w 365912"/>
                            <a:gd name="connsiteY6" fmla="*/ 257569 h 257648"/>
                            <a:gd name="connsiteX7" fmla="*/ 127438 w 365912"/>
                            <a:gd name="connsiteY7" fmla="*/ 232333 h 257648"/>
                            <a:gd name="connsiteX8" fmla="*/ 340677 w 365912"/>
                            <a:gd name="connsiteY8" fmla="*/ 162936 h 257648"/>
                            <a:gd name="connsiteX9" fmla="*/ 355818 w 365912"/>
                            <a:gd name="connsiteY9" fmla="*/ 155365 h 257648"/>
                            <a:gd name="connsiteX10" fmla="*/ 365912 w 365912"/>
                            <a:gd name="connsiteY10" fmla="*/ 121298 h 257648"/>
                            <a:gd name="connsiteX11" fmla="*/ 357080 w 365912"/>
                            <a:gd name="connsiteY11" fmla="*/ 46853 h 257648"/>
                            <a:gd name="connsiteX12" fmla="*/ 301562 w 365912"/>
                            <a:gd name="connsiteY12" fmla="*/ 168 h 257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912" h="257648">
                              <a:moveTo>
                                <a:pt x="301562" y="168"/>
                              </a:moveTo>
                              <a:cubicBezTo>
                                <a:pt x="276327" y="-2355"/>
                                <a:pt x="263709" y="24142"/>
                                <a:pt x="244783" y="36759"/>
                              </a:cubicBezTo>
                              <a:cubicBezTo>
                                <a:pt x="234689" y="43068"/>
                                <a:pt x="225856" y="46853"/>
                                <a:pt x="217024" y="55686"/>
                              </a:cubicBezTo>
                              <a:cubicBezTo>
                                <a:pt x="193050" y="78398"/>
                                <a:pt x="167815" y="101110"/>
                                <a:pt x="143841" y="123821"/>
                              </a:cubicBezTo>
                              <a:cubicBezTo>
                                <a:pt x="119868" y="146533"/>
                                <a:pt x="94632" y="169245"/>
                                <a:pt x="70659" y="191957"/>
                              </a:cubicBezTo>
                              <a:cubicBezTo>
                                <a:pt x="58041" y="203312"/>
                                <a:pt x="46686" y="214669"/>
                                <a:pt x="34068" y="226024"/>
                              </a:cubicBezTo>
                              <a:cubicBezTo>
                                <a:pt x="29021" y="231071"/>
                                <a:pt x="6309" y="258830"/>
                                <a:pt x="0" y="257569"/>
                              </a:cubicBezTo>
                              <a:cubicBezTo>
                                <a:pt x="44162" y="258830"/>
                                <a:pt x="85800" y="244951"/>
                                <a:pt x="127438" y="232333"/>
                              </a:cubicBezTo>
                              <a:cubicBezTo>
                                <a:pt x="198097" y="209621"/>
                                <a:pt x="268756" y="185648"/>
                                <a:pt x="340677" y="162936"/>
                              </a:cubicBezTo>
                              <a:cubicBezTo>
                                <a:pt x="345724" y="161674"/>
                                <a:pt x="352033" y="159151"/>
                                <a:pt x="355818" y="155365"/>
                              </a:cubicBezTo>
                              <a:cubicBezTo>
                                <a:pt x="364650" y="147795"/>
                                <a:pt x="365912" y="133915"/>
                                <a:pt x="365912" y="121298"/>
                              </a:cubicBezTo>
                              <a:cubicBezTo>
                                <a:pt x="365912" y="96062"/>
                                <a:pt x="365912" y="70827"/>
                                <a:pt x="357080" y="46853"/>
                              </a:cubicBezTo>
                              <a:cubicBezTo>
                                <a:pt x="346986" y="22880"/>
                                <a:pt x="326797" y="1430"/>
                                <a:pt x="301562" y="168"/>
                              </a:cubicBezTo>
                              <a:close/>
                            </a:path>
                          </a:pathLst>
                        </a:custGeom>
                        <a:solidFill>
                          <a:srgbClr val="FFC58A"/>
                        </a:solidFill>
                        <a:ln w="12614" cap="flat">
                          <a:noFill/>
                          <a:prstDash val="solid"/>
                          <a:miter/>
                        </a:ln>
                      </p:spPr>
                      <p:txBody>
                        <a:bodyPr rtlCol="0" anchor="ctr"/>
                        <a:lstStyle/>
                        <a:p>
                          <a:endParaRPr lang="en-US"/>
                        </a:p>
                      </p:txBody>
                    </p:sp>
                    <p:sp>
                      <p:nvSpPr>
                        <p:cNvPr id="781" name="Freeform: Shape 780">
                          <a:extLst>
                            <a:ext uri="{FF2B5EF4-FFF2-40B4-BE49-F238E27FC236}">
                              <a16:creationId xmlns:a16="http://schemas.microsoft.com/office/drawing/2014/main" id="{D6C94273-D38A-4114-BF7A-7F5D0A7DF310}"/>
                            </a:ext>
                          </a:extLst>
                        </p:cNvPr>
                        <p:cNvSpPr/>
                        <p:nvPr/>
                      </p:nvSpPr>
                      <p:spPr>
                        <a:xfrm>
                          <a:off x="9991784" y="5937617"/>
                          <a:ext cx="391065" cy="203256"/>
                        </a:xfrm>
                        <a:custGeom>
                          <a:avLst/>
                          <a:gdLst>
                            <a:gd name="connsiteX0" fmla="*/ 324793 w 391065"/>
                            <a:gd name="connsiteY0" fmla="*/ 148194 h 203256"/>
                            <a:gd name="connsiteX1" fmla="*/ 357599 w 391065"/>
                            <a:gd name="connsiteY1" fmla="*/ 170906 h 203256"/>
                            <a:gd name="connsiteX2" fmla="*/ 381572 w 391065"/>
                            <a:gd name="connsiteY2" fmla="*/ 130530 h 203256"/>
                            <a:gd name="connsiteX3" fmla="*/ 385358 w 391065"/>
                            <a:gd name="connsiteY3" fmla="*/ 44730 h 203256"/>
                            <a:gd name="connsiteX4" fmla="*/ 375263 w 391065"/>
                            <a:gd name="connsiteY4" fmla="*/ 5615 h 203256"/>
                            <a:gd name="connsiteX5" fmla="*/ 363907 w 391065"/>
                            <a:gd name="connsiteY5" fmla="*/ 15709 h 203256"/>
                            <a:gd name="connsiteX6" fmla="*/ 305866 w 391065"/>
                            <a:gd name="connsiteY6" fmla="*/ 62394 h 203256"/>
                            <a:gd name="connsiteX7" fmla="*/ 172119 w 391065"/>
                            <a:gd name="connsiteY7" fmla="*/ 133053 h 203256"/>
                            <a:gd name="connsiteX8" fmla="*/ 101460 w 391065"/>
                            <a:gd name="connsiteY8" fmla="*/ 129268 h 203256"/>
                            <a:gd name="connsiteX9" fmla="*/ 77487 w 391065"/>
                            <a:gd name="connsiteY9" fmla="*/ 111603 h 203256"/>
                            <a:gd name="connsiteX10" fmla="*/ 54775 w 391065"/>
                            <a:gd name="connsiteY10" fmla="*/ 116650 h 203256"/>
                            <a:gd name="connsiteX11" fmla="*/ 14398 w 391065"/>
                            <a:gd name="connsiteY11" fmla="*/ 154503 h 203256"/>
                            <a:gd name="connsiteX12" fmla="*/ 519 w 391065"/>
                            <a:gd name="connsiteY12" fmla="*/ 174692 h 203256"/>
                            <a:gd name="connsiteX13" fmla="*/ 63607 w 391065"/>
                            <a:gd name="connsiteY13" fmla="*/ 201189 h 203256"/>
                            <a:gd name="connsiteX14" fmla="*/ 199878 w 391065"/>
                            <a:gd name="connsiteY14" fmla="*/ 198665 h 203256"/>
                            <a:gd name="connsiteX15" fmla="*/ 324793 w 391065"/>
                            <a:gd name="connsiteY15" fmla="*/ 148194 h 203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1065" h="203256">
                              <a:moveTo>
                                <a:pt x="324793" y="148194"/>
                              </a:moveTo>
                              <a:cubicBezTo>
                                <a:pt x="315960" y="174692"/>
                                <a:pt x="346243" y="175953"/>
                                <a:pt x="357599" y="170906"/>
                              </a:cubicBezTo>
                              <a:cubicBezTo>
                                <a:pt x="356337" y="172168"/>
                                <a:pt x="380311" y="133053"/>
                                <a:pt x="381572" y="130530"/>
                              </a:cubicBezTo>
                              <a:cubicBezTo>
                                <a:pt x="394190" y="102771"/>
                                <a:pt x="392928" y="73750"/>
                                <a:pt x="385358" y="44730"/>
                              </a:cubicBezTo>
                              <a:cubicBezTo>
                                <a:pt x="382834" y="33374"/>
                                <a:pt x="380311" y="15709"/>
                                <a:pt x="375263" y="5615"/>
                              </a:cubicBezTo>
                              <a:cubicBezTo>
                                <a:pt x="368954" y="-8265"/>
                                <a:pt x="367693" y="6877"/>
                                <a:pt x="363907" y="15709"/>
                              </a:cubicBezTo>
                              <a:cubicBezTo>
                                <a:pt x="357599" y="34635"/>
                                <a:pt x="321007" y="52300"/>
                                <a:pt x="305866" y="62394"/>
                              </a:cubicBezTo>
                              <a:cubicBezTo>
                                <a:pt x="264228" y="90153"/>
                                <a:pt x="220066" y="116650"/>
                                <a:pt x="172119" y="133053"/>
                              </a:cubicBezTo>
                              <a:cubicBezTo>
                                <a:pt x="148145" y="140624"/>
                                <a:pt x="120387" y="150718"/>
                                <a:pt x="101460" y="129268"/>
                              </a:cubicBezTo>
                              <a:cubicBezTo>
                                <a:pt x="93889" y="121698"/>
                                <a:pt x="87581" y="112865"/>
                                <a:pt x="77487" y="111603"/>
                              </a:cubicBezTo>
                              <a:cubicBezTo>
                                <a:pt x="69916" y="110341"/>
                                <a:pt x="61083" y="112865"/>
                                <a:pt x="54775" y="116650"/>
                              </a:cubicBezTo>
                              <a:cubicBezTo>
                                <a:pt x="39634" y="126745"/>
                                <a:pt x="27016" y="141886"/>
                                <a:pt x="14398" y="154503"/>
                              </a:cubicBezTo>
                              <a:cubicBezTo>
                                <a:pt x="8089" y="160812"/>
                                <a:pt x="1781" y="167121"/>
                                <a:pt x="519" y="174692"/>
                              </a:cubicBezTo>
                              <a:cubicBezTo>
                                <a:pt x="-5790" y="204974"/>
                                <a:pt x="47204" y="201189"/>
                                <a:pt x="63607" y="201189"/>
                              </a:cubicBezTo>
                              <a:cubicBezTo>
                                <a:pt x="109031" y="203712"/>
                                <a:pt x="155716" y="204974"/>
                                <a:pt x="199878" y="198665"/>
                              </a:cubicBezTo>
                              <a:cubicBezTo>
                                <a:pt x="245301" y="193618"/>
                                <a:pt x="289463" y="177215"/>
                                <a:pt x="324793" y="148194"/>
                              </a:cubicBezTo>
                              <a:close/>
                            </a:path>
                          </a:pathLst>
                        </a:custGeom>
                        <a:solidFill>
                          <a:srgbClr val="303B42"/>
                        </a:solidFill>
                        <a:ln w="12614" cap="flat">
                          <a:noFill/>
                          <a:prstDash val="solid"/>
                          <a:miter/>
                        </a:ln>
                      </p:spPr>
                      <p:txBody>
                        <a:bodyPr rtlCol="0" anchor="ctr"/>
                        <a:lstStyle/>
                        <a:p>
                          <a:endParaRPr lang="en-US"/>
                        </a:p>
                      </p:txBody>
                    </p:sp>
                    <p:sp>
                      <p:nvSpPr>
                        <p:cNvPr id="782" name="Freeform: Shape 781">
                          <a:extLst>
                            <a:ext uri="{FF2B5EF4-FFF2-40B4-BE49-F238E27FC236}">
                              <a16:creationId xmlns:a16="http://schemas.microsoft.com/office/drawing/2014/main" id="{58AD03AB-B863-45F0-A0AF-EDDB6AF639C1}"/>
                            </a:ext>
                          </a:extLst>
                        </p:cNvPr>
                        <p:cNvSpPr/>
                        <p:nvPr/>
                      </p:nvSpPr>
                      <p:spPr>
                        <a:xfrm>
                          <a:off x="10289994" y="2546557"/>
                          <a:ext cx="402630" cy="507776"/>
                        </a:xfrm>
                        <a:custGeom>
                          <a:avLst/>
                          <a:gdLst>
                            <a:gd name="connsiteX0" fmla="*/ 61912 w 402630"/>
                            <a:gd name="connsiteY0" fmla="*/ 500921 h 507776"/>
                            <a:gd name="connsiteX1" fmla="*/ 223418 w 402630"/>
                            <a:gd name="connsiteY1" fmla="*/ 480733 h 507776"/>
                            <a:gd name="connsiteX2" fmla="*/ 355903 w 402630"/>
                            <a:gd name="connsiteY2" fmla="*/ 381053 h 507776"/>
                            <a:gd name="connsiteX3" fmla="*/ 402589 w 402630"/>
                            <a:gd name="connsiteY3" fmla="*/ 300300 h 507776"/>
                            <a:gd name="connsiteX4" fmla="*/ 342024 w 402630"/>
                            <a:gd name="connsiteY4" fmla="*/ 256139 h 507776"/>
                            <a:gd name="connsiteX5" fmla="*/ 286506 w 402630"/>
                            <a:gd name="connsiteY5" fmla="*/ 237212 h 507776"/>
                            <a:gd name="connsiteX6" fmla="*/ 282721 w 402630"/>
                            <a:gd name="connsiteY6" fmla="*/ 215762 h 507776"/>
                            <a:gd name="connsiteX7" fmla="*/ 276412 w 402630"/>
                            <a:gd name="connsiteY7" fmla="*/ 123653 h 507776"/>
                            <a:gd name="connsiteX8" fmla="*/ 272627 w 402630"/>
                            <a:gd name="connsiteY8" fmla="*/ 87062 h 507776"/>
                            <a:gd name="connsiteX9" fmla="*/ 270103 w 402630"/>
                            <a:gd name="connsiteY9" fmla="*/ 0 h 507776"/>
                            <a:gd name="connsiteX10" fmla="*/ 118691 w 402630"/>
                            <a:gd name="connsiteY10" fmla="*/ 31544 h 507776"/>
                            <a:gd name="connsiteX11" fmla="*/ 128785 w 402630"/>
                            <a:gd name="connsiteY11" fmla="*/ 117344 h 507776"/>
                            <a:gd name="connsiteX12" fmla="*/ 127524 w 402630"/>
                            <a:gd name="connsiteY12" fmla="*/ 137532 h 507776"/>
                            <a:gd name="connsiteX13" fmla="*/ 127524 w 402630"/>
                            <a:gd name="connsiteY13" fmla="*/ 164030 h 507776"/>
                            <a:gd name="connsiteX14" fmla="*/ 72006 w 402630"/>
                            <a:gd name="connsiteY14" fmla="*/ 244783 h 507776"/>
                            <a:gd name="connsiteX15" fmla="*/ 1347 w 402630"/>
                            <a:gd name="connsiteY15" fmla="*/ 273803 h 507776"/>
                            <a:gd name="connsiteX16" fmla="*/ 61912 w 402630"/>
                            <a:gd name="connsiteY16" fmla="*/ 500921 h 507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2630" h="507776">
                              <a:moveTo>
                                <a:pt x="61912" y="500921"/>
                              </a:moveTo>
                              <a:cubicBezTo>
                                <a:pt x="114906" y="516062"/>
                                <a:pt x="172947" y="504707"/>
                                <a:pt x="223418" y="480733"/>
                              </a:cubicBezTo>
                              <a:cubicBezTo>
                                <a:pt x="273888" y="456759"/>
                                <a:pt x="315527" y="420168"/>
                                <a:pt x="355903" y="381053"/>
                              </a:cubicBezTo>
                              <a:cubicBezTo>
                                <a:pt x="376092" y="360865"/>
                                <a:pt x="403851" y="331845"/>
                                <a:pt x="402589" y="300300"/>
                              </a:cubicBezTo>
                              <a:cubicBezTo>
                                <a:pt x="401327" y="273803"/>
                                <a:pt x="363474" y="263709"/>
                                <a:pt x="342024" y="256139"/>
                              </a:cubicBezTo>
                              <a:cubicBezTo>
                                <a:pt x="326883" y="251091"/>
                                <a:pt x="295339" y="252353"/>
                                <a:pt x="286506" y="237212"/>
                              </a:cubicBezTo>
                              <a:cubicBezTo>
                                <a:pt x="282721" y="230903"/>
                                <a:pt x="282721" y="223333"/>
                                <a:pt x="282721" y="215762"/>
                              </a:cubicBezTo>
                              <a:cubicBezTo>
                                <a:pt x="283983" y="184218"/>
                                <a:pt x="280197" y="153935"/>
                                <a:pt x="276412" y="123653"/>
                              </a:cubicBezTo>
                              <a:cubicBezTo>
                                <a:pt x="275150" y="112297"/>
                                <a:pt x="273888" y="99679"/>
                                <a:pt x="272627" y="87062"/>
                              </a:cubicBezTo>
                              <a:cubicBezTo>
                                <a:pt x="270103" y="58041"/>
                                <a:pt x="267580" y="30282"/>
                                <a:pt x="270103" y="0"/>
                              </a:cubicBezTo>
                              <a:cubicBezTo>
                                <a:pt x="219633" y="10094"/>
                                <a:pt x="169162" y="21450"/>
                                <a:pt x="118691" y="31544"/>
                              </a:cubicBezTo>
                              <a:cubicBezTo>
                                <a:pt x="135094" y="27759"/>
                                <a:pt x="131309" y="85800"/>
                                <a:pt x="128785" y="117344"/>
                              </a:cubicBezTo>
                              <a:cubicBezTo>
                                <a:pt x="127524" y="127438"/>
                                <a:pt x="127524" y="135009"/>
                                <a:pt x="127524" y="137532"/>
                              </a:cubicBezTo>
                              <a:cubicBezTo>
                                <a:pt x="127524" y="147627"/>
                                <a:pt x="127524" y="155197"/>
                                <a:pt x="127524" y="164030"/>
                              </a:cubicBezTo>
                              <a:cubicBezTo>
                                <a:pt x="126262" y="203144"/>
                                <a:pt x="122477" y="223333"/>
                                <a:pt x="72006" y="244783"/>
                              </a:cubicBezTo>
                              <a:cubicBezTo>
                                <a:pt x="48032" y="254877"/>
                                <a:pt x="25321" y="263709"/>
                                <a:pt x="1347" y="273803"/>
                              </a:cubicBezTo>
                              <a:cubicBezTo>
                                <a:pt x="-4962" y="317965"/>
                                <a:pt x="10179" y="485780"/>
                                <a:pt x="61912" y="500921"/>
                              </a:cubicBezTo>
                              <a:close/>
                            </a:path>
                          </a:pathLst>
                        </a:custGeom>
                        <a:solidFill>
                          <a:srgbClr val="FFC58A"/>
                        </a:solidFill>
                        <a:ln w="12614" cap="flat">
                          <a:noFill/>
                          <a:prstDash val="solid"/>
                          <a:miter/>
                        </a:ln>
                      </p:spPr>
                      <p:txBody>
                        <a:bodyPr rtlCol="0" anchor="ctr"/>
                        <a:lstStyle/>
                        <a:p>
                          <a:endParaRPr lang="en-US"/>
                        </a:p>
                      </p:txBody>
                    </p:sp>
                    <p:sp>
                      <p:nvSpPr>
                        <p:cNvPr id="783" name="Freeform: Shape 782">
                          <a:extLst>
                            <a:ext uri="{FF2B5EF4-FFF2-40B4-BE49-F238E27FC236}">
                              <a16:creationId xmlns:a16="http://schemas.microsoft.com/office/drawing/2014/main" id="{B15EE988-E3B3-4839-9D0D-869F8CCC21B6}"/>
                            </a:ext>
                          </a:extLst>
                        </p:cNvPr>
                        <p:cNvSpPr/>
                        <p:nvPr/>
                      </p:nvSpPr>
                      <p:spPr>
                        <a:xfrm>
                          <a:off x="10403638" y="2636142"/>
                          <a:ext cx="161505" cy="83936"/>
                        </a:xfrm>
                        <a:custGeom>
                          <a:avLst/>
                          <a:gdLst>
                            <a:gd name="connsiteX0" fmla="*/ 0 w 161505"/>
                            <a:gd name="connsiteY0" fmla="*/ 71921 h 83936"/>
                            <a:gd name="connsiteX1" fmla="*/ 12618 w 161505"/>
                            <a:gd name="connsiteY1" fmla="*/ 76968 h 83936"/>
                            <a:gd name="connsiteX2" fmla="*/ 103465 w 161505"/>
                            <a:gd name="connsiteY2" fmla="*/ 75706 h 83936"/>
                            <a:gd name="connsiteX3" fmla="*/ 161506 w 161505"/>
                            <a:gd name="connsiteY3" fmla="*/ 36591 h 83936"/>
                            <a:gd name="connsiteX4" fmla="*/ 157721 w 161505"/>
                            <a:gd name="connsiteY4" fmla="*/ 0 h 83936"/>
                            <a:gd name="connsiteX5" fmla="*/ 31544 w 161505"/>
                            <a:gd name="connsiteY5" fmla="*/ 20188 h 83936"/>
                            <a:gd name="connsiteX6" fmla="*/ 20188 w 161505"/>
                            <a:gd name="connsiteY6" fmla="*/ 22712 h 83936"/>
                            <a:gd name="connsiteX7" fmla="*/ 13879 w 161505"/>
                            <a:gd name="connsiteY7" fmla="*/ 30282 h 83936"/>
                            <a:gd name="connsiteX8" fmla="*/ 12618 w 161505"/>
                            <a:gd name="connsiteY8" fmla="*/ 34068 h 83936"/>
                            <a:gd name="connsiteX9" fmla="*/ 0 w 161505"/>
                            <a:gd name="connsiteY9" fmla="*/ 71921 h 83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505" h="83936">
                              <a:moveTo>
                                <a:pt x="0" y="71921"/>
                              </a:moveTo>
                              <a:cubicBezTo>
                                <a:pt x="3785" y="73182"/>
                                <a:pt x="8832" y="75706"/>
                                <a:pt x="12618" y="76968"/>
                              </a:cubicBezTo>
                              <a:cubicBezTo>
                                <a:pt x="41638" y="87062"/>
                                <a:pt x="74444" y="85800"/>
                                <a:pt x="103465" y="75706"/>
                              </a:cubicBezTo>
                              <a:cubicBezTo>
                                <a:pt x="123653" y="68135"/>
                                <a:pt x="147626" y="54256"/>
                                <a:pt x="161506" y="36591"/>
                              </a:cubicBezTo>
                              <a:cubicBezTo>
                                <a:pt x="160244" y="25235"/>
                                <a:pt x="158982" y="12618"/>
                                <a:pt x="157721" y="0"/>
                              </a:cubicBezTo>
                              <a:cubicBezTo>
                                <a:pt x="116082" y="10094"/>
                                <a:pt x="75706" y="16403"/>
                                <a:pt x="31544" y="20188"/>
                              </a:cubicBezTo>
                              <a:cubicBezTo>
                                <a:pt x="27759" y="20188"/>
                                <a:pt x="23973" y="21450"/>
                                <a:pt x="20188" y="22712"/>
                              </a:cubicBezTo>
                              <a:cubicBezTo>
                                <a:pt x="17665" y="23974"/>
                                <a:pt x="16403" y="26497"/>
                                <a:pt x="13879" y="30282"/>
                              </a:cubicBezTo>
                              <a:cubicBezTo>
                                <a:pt x="12618" y="31544"/>
                                <a:pt x="12618" y="32806"/>
                                <a:pt x="12618" y="34068"/>
                              </a:cubicBezTo>
                              <a:cubicBezTo>
                                <a:pt x="7570" y="46685"/>
                                <a:pt x="3785" y="58041"/>
                                <a:pt x="0" y="71921"/>
                              </a:cubicBezTo>
                              <a:close/>
                            </a:path>
                          </a:pathLst>
                        </a:custGeom>
                        <a:solidFill>
                          <a:srgbClr val="EB8E4B"/>
                        </a:solidFill>
                        <a:ln w="12614" cap="flat">
                          <a:noFill/>
                          <a:prstDash val="solid"/>
                          <a:miter/>
                        </a:ln>
                      </p:spPr>
                      <p:txBody>
                        <a:bodyPr rtlCol="0" anchor="ctr"/>
                        <a:lstStyle/>
                        <a:p>
                          <a:endParaRPr lang="en-US"/>
                        </a:p>
                      </p:txBody>
                    </p:sp>
                    <p:sp>
                      <p:nvSpPr>
                        <p:cNvPr id="784" name="Freeform: Shape 783">
                          <a:extLst>
                            <a:ext uri="{FF2B5EF4-FFF2-40B4-BE49-F238E27FC236}">
                              <a16:creationId xmlns:a16="http://schemas.microsoft.com/office/drawing/2014/main" id="{A1C98AAA-3FD2-4BD2-A91E-6A8C9C697C66}"/>
                            </a:ext>
                          </a:extLst>
                        </p:cNvPr>
                        <p:cNvSpPr/>
                        <p:nvPr/>
                      </p:nvSpPr>
                      <p:spPr>
                        <a:xfrm>
                          <a:off x="10142987" y="1949767"/>
                          <a:ext cx="582226" cy="757251"/>
                        </a:xfrm>
                        <a:custGeom>
                          <a:avLst/>
                          <a:gdLst>
                            <a:gd name="connsiteX0" fmla="*/ 303551 w 582226"/>
                            <a:gd name="connsiteY0" fmla="*/ 746940 h 757251"/>
                            <a:gd name="connsiteX1" fmla="*/ 13345 w 582226"/>
                            <a:gd name="connsiteY1" fmla="*/ 455472 h 757251"/>
                            <a:gd name="connsiteX2" fmla="*/ 5775 w 582226"/>
                            <a:gd name="connsiteY2" fmla="*/ 170313 h 757251"/>
                            <a:gd name="connsiteX3" fmla="*/ 7036 w 582226"/>
                            <a:gd name="connsiteY3" fmla="*/ 157695 h 757251"/>
                            <a:gd name="connsiteX4" fmla="*/ 76434 w 582226"/>
                            <a:gd name="connsiteY4" fmla="*/ 52969 h 757251"/>
                            <a:gd name="connsiteX5" fmla="*/ 162233 w 582226"/>
                            <a:gd name="connsiteY5" fmla="*/ 16377 h 757251"/>
                            <a:gd name="connsiteX6" fmla="*/ 514266 w 582226"/>
                            <a:gd name="connsiteY6" fmla="*/ 95869 h 757251"/>
                            <a:gd name="connsiteX7" fmla="*/ 544549 w 582226"/>
                            <a:gd name="connsiteY7" fmla="*/ 146339 h 757251"/>
                            <a:gd name="connsiteX8" fmla="*/ 303551 w 582226"/>
                            <a:gd name="connsiteY8" fmla="*/ 746940 h 757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2226" h="757251">
                              <a:moveTo>
                                <a:pt x="303551" y="746940"/>
                              </a:moveTo>
                              <a:cubicBezTo>
                                <a:pt x="118072" y="801196"/>
                                <a:pt x="41104" y="632119"/>
                                <a:pt x="13345" y="455472"/>
                              </a:cubicBezTo>
                              <a:cubicBezTo>
                                <a:pt x="-4319" y="346960"/>
                                <a:pt x="-1796" y="234663"/>
                                <a:pt x="5775" y="170313"/>
                              </a:cubicBezTo>
                              <a:cubicBezTo>
                                <a:pt x="5775" y="166528"/>
                                <a:pt x="7036" y="161481"/>
                                <a:pt x="7036" y="157695"/>
                              </a:cubicBezTo>
                              <a:cubicBezTo>
                                <a:pt x="15869" y="108486"/>
                                <a:pt x="39842" y="75680"/>
                                <a:pt x="76434" y="52969"/>
                              </a:cubicBezTo>
                              <a:cubicBezTo>
                                <a:pt x="100407" y="37827"/>
                                <a:pt x="129427" y="25210"/>
                                <a:pt x="162233" y="16377"/>
                              </a:cubicBezTo>
                              <a:cubicBezTo>
                                <a:pt x="287148" y="-20214"/>
                                <a:pt x="438560" y="3760"/>
                                <a:pt x="514266" y="95869"/>
                              </a:cubicBezTo>
                              <a:cubicBezTo>
                                <a:pt x="526884" y="111010"/>
                                <a:pt x="536978" y="127413"/>
                                <a:pt x="544549" y="146339"/>
                              </a:cubicBezTo>
                              <a:cubicBezTo>
                                <a:pt x="640443" y="370934"/>
                                <a:pt x="550858" y="673758"/>
                                <a:pt x="303551" y="746940"/>
                              </a:cubicBezTo>
                              <a:close/>
                            </a:path>
                          </a:pathLst>
                        </a:custGeom>
                        <a:solidFill>
                          <a:srgbClr val="FFC58A"/>
                        </a:solidFill>
                        <a:ln w="12614" cap="flat">
                          <a:noFill/>
                          <a:prstDash val="solid"/>
                          <a:miter/>
                        </a:ln>
                      </p:spPr>
                      <p:txBody>
                        <a:bodyPr rtlCol="0" anchor="ctr"/>
                        <a:lstStyle/>
                        <a:p>
                          <a:endParaRPr lang="en-US"/>
                        </a:p>
                      </p:txBody>
                    </p:sp>
                    <p:sp>
                      <p:nvSpPr>
                        <p:cNvPr id="785" name="Freeform: Shape 784">
                          <a:extLst>
                            <a:ext uri="{FF2B5EF4-FFF2-40B4-BE49-F238E27FC236}">
                              <a16:creationId xmlns:a16="http://schemas.microsoft.com/office/drawing/2014/main" id="{A4DE9DC7-37DF-419B-A11F-FF330B2B35FF}"/>
                            </a:ext>
                          </a:extLst>
                        </p:cNvPr>
                        <p:cNvSpPr/>
                        <p:nvPr/>
                      </p:nvSpPr>
                      <p:spPr>
                        <a:xfrm>
                          <a:off x="9811870" y="3721261"/>
                          <a:ext cx="1193630" cy="1428993"/>
                        </a:xfrm>
                        <a:custGeom>
                          <a:avLst/>
                          <a:gdLst>
                            <a:gd name="connsiteX0" fmla="*/ 1193631 w 1193630"/>
                            <a:gd name="connsiteY0" fmla="*/ 1300881 h 1428993"/>
                            <a:gd name="connsiteX1" fmla="*/ 199359 w 1193630"/>
                            <a:gd name="connsiteY1" fmla="*/ 1390467 h 1428993"/>
                            <a:gd name="connsiteX2" fmla="*/ 0 w 1193630"/>
                            <a:gd name="connsiteY2" fmla="*/ 1290787 h 1428993"/>
                            <a:gd name="connsiteX3" fmla="*/ 331845 w 1193630"/>
                            <a:gd name="connsiteY3" fmla="*/ 21450 h 1428993"/>
                            <a:gd name="connsiteX4" fmla="*/ 821410 w 1193630"/>
                            <a:gd name="connsiteY4" fmla="*/ 2524 h 1428993"/>
                            <a:gd name="connsiteX5" fmla="*/ 878189 w 1193630"/>
                            <a:gd name="connsiteY5" fmla="*/ 0 h 1428993"/>
                            <a:gd name="connsiteX6" fmla="*/ 881975 w 1193630"/>
                            <a:gd name="connsiteY6" fmla="*/ 6309 h 1428993"/>
                            <a:gd name="connsiteX7" fmla="*/ 1005628 w 1193630"/>
                            <a:gd name="connsiteY7" fmla="*/ 343201 h 1428993"/>
                            <a:gd name="connsiteX8" fmla="*/ 1193631 w 1193630"/>
                            <a:gd name="connsiteY8" fmla="*/ 1300881 h 1428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3630" h="1428993">
                              <a:moveTo>
                                <a:pt x="1193631" y="1300881"/>
                              </a:moveTo>
                              <a:cubicBezTo>
                                <a:pt x="693971" y="1466173"/>
                                <a:pt x="379792" y="1442199"/>
                                <a:pt x="199359" y="1390467"/>
                              </a:cubicBezTo>
                              <a:cubicBezTo>
                                <a:pt x="58041" y="1348828"/>
                                <a:pt x="0" y="1290787"/>
                                <a:pt x="0" y="1290787"/>
                              </a:cubicBezTo>
                              <a:lnTo>
                                <a:pt x="331845" y="21450"/>
                              </a:lnTo>
                              <a:lnTo>
                                <a:pt x="821410" y="2524"/>
                              </a:lnTo>
                              <a:lnTo>
                                <a:pt x="878189" y="0"/>
                              </a:lnTo>
                              <a:cubicBezTo>
                                <a:pt x="878189" y="0"/>
                                <a:pt x="879451" y="2524"/>
                                <a:pt x="881975" y="6309"/>
                              </a:cubicBezTo>
                              <a:cubicBezTo>
                                <a:pt x="904687" y="44162"/>
                                <a:pt x="1010675" y="224594"/>
                                <a:pt x="1005628" y="343201"/>
                              </a:cubicBezTo>
                              <a:cubicBezTo>
                                <a:pt x="999319" y="478210"/>
                                <a:pt x="1193631" y="1300881"/>
                                <a:pt x="1193631" y="1300881"/>
                              </a:cubicBezTo>
                              <a:close/>
                            </a:path>
                          </a:pathLst>
                        </a:custGeom>
                        <a:solidFill>
                          <a:schemeClr val="accent2"/>
                        </a:solidFill>
                        <a:ln w="12614" cap="flat">
                          <a:noFill/>
                          <a:prstDash val="solid"/>
                          <a:miter/>
                        </a:ln>
                      </p:spPr>
                      <p:txBody>
                        <a:bodyPr rtlCol="0" anchor="ctr"/>
                        <a:lstStyle/>
                        <a:p>
                          <a:endParaRPr lang="en-US"/>
                        </a:p>
                      </p:txBody>
                    </p:sp>
                    <p:sp>
                      <p:nvSpPr>
                        <p:cNvPr id="786" name="Freeform: Shape 785">
                          <a:extLst>
                            <a:ext uri="{FF2B5EF4-FFF2-40B4-BE49-F238E27FC236}">
                              <a16:creationId xmlns:a16="http://schemas.microsoft.com/office/drawing/2014/main" id="{D4FC0E1A-7927-403F-92DB-84BC5CB441C8}"/>
                            </a:ext>
                          </a:extLst>
                        </p:cNvPr>
                        <p:cNvSpPr/>
                        <p:nvPr/>
                      </p:nvSpPr>
                      <p:spPr>
                        <a:xfrm>
                          <a:off x="10131097" y="3712429"/>
                          <a:ext cx="617003" cy="181694"/>
                        </a:xfrm>
                        <a:custGeom>
                          <a:avLst/>
                          <a:gdLst>
                            <a:gd name="connsiteX0" fmla="*/ 0 w 617003"/>
                            <a:gd name="connsiteY0" fmla="*/ 79491 h 181694"/>
                            <a:gd name="connsiteX1" fmla="*/ 157721 w 617003"/>
                            <a:gd name="connsiteY1" fmla="*/ 132485 h 181694"/>
                            <a:gd name="connsiteX2" fmla="*/ 182956 w 617003"/>
                            <a:gd name="connsiteY2" fmla="*/ 181694 h 181694"/>
                            <a:gd name="connsiteX3" fmla="*/ 542560 w 617003"/>
                            <a:gd name="connsiteY3" fmla="*/ 165291 h 181694"/>
                            <a:gd name="connsiteX4" fmla="*/ 542560 w 617003"/>
                            <a:gd name="connsiteY4" fmla="*/ 131224 h 181694"/>
                            <a:gd name="connsiteX5" fmla="*/ 617004 w 617003"/>
                            <a:gd name="connsiteY5" fmla="*/ 116082 h 181694"/>
                            <a:gd name="connsiteX6" fmla="*/ 574104 w 617003"/>
                            <a:gd name="connsiteY6" fmla="*/ 36591 h 181694"/>
                            <a:gd name="connsiteX7" fmla="*/ 11356 w 617003"/>
                            <a:gd name="connsiteY7" fmla="*/ 0 h 181694"/>
                            <a:gd name="connsiteX8" fmla="*/ 0 w 617003"/>
                            <a:gd name="connsiteY8" fmla="*/ 79491 h 181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003" h="181694">
                              <a:moveTo>
                                <a:pt x="0" y="79491"/>
                              </a:moveTo>
                              <a:cubicBezTo>
                                <a:pt x="0" y="79491"/>
                                <a:pt x="95894" y="148888"/>
                                <a:pt x="157721" y="132485"/>
                              </a:cubicBezTo>
                              <a:lnTo>
                                <a:pt x="182956" y="181694"/>
                              </a:lnTo>
                              <a:lnTo>
                                <a:pt x="542560" y="165291"/>
                              </a:lnTo>
                              <a:lnTo>
                                <a:pt x="542560" y="131224"/>
                              </a:lnTo>
                              <a:lnTo>
                                <a:pt x="617004" y="116082"/>
                              </a:lnTo>
                              <a:lnTo>
                                <a:pt x="574104" y="36591"/>
                              </a:lnTo>
                              <a:lnTo>
                                <a:pt x="11356" y="0"/>
                              </a:lnTo>
                              <a:lnTo>
                                <a:pt x="0" y="79491"/>
                              </a:lnTo>
                              <a:close/>
                            </a:path>
                          </a:pathLst>
                        </a:custGeom>
                        <a:solidFill>
                          <a:schemeClr val="accent2">
                            <a:lumMod val="75000"/>
                          </a:schemeClr>
                        </a:solidFill>
                        <a:ln w="12614" cap="flat">
                          <a:noFill/>
                          <a:prstDash val="solid"/>
                          <a:miter/>
                        </a:ln>
                      </p:spPr>
                      <p:txBody>
                        <a:bodyPr rtlCol="0" anchor="ctr"/>
                        <a:lstStyle/>
                        <a:p>
                          <a:endParaRPr lang="en-US"/>
                        </a:p>
                      </p:txBody>
                    </p:sp>
                    <p:sp>
                      <p:nvSpPr>
                        <p:cNvPr id="787" name="Freeform: Shape 786">
                          <a:extLst>
                            <a:ext uri="{FF2B5EF4-FFF2-40B4-BE49-F238E27FC236}">
                              <a16:creationId xmlns:a16="http://schemas.microsoft.com/office/drawing/2014/main" id="{BD1D493B-2A36-4009-AFDD-B3906C964C52}"/>
                            </a:ext>
                          </a:extLst>
                        </p:cNvPr>
                        <p:cNvSpPr/>
                        <p:nvPr/>
                      </p:nvSpPr>
                      <p:spPr>
                        <a:xfrm>
                          <a:off x="10230217" y="2812586"/>
                          <a:ext cx="381288" cy="780340"/>
                        </a:xfrm>
                        <a:custGeom>
                          <a:avLst/>
                          <a:gdLst>
                            <a:gd name="connsiteX0" fmla="*/ 82574 w 381288"/>
                            <a:gd name="connsiteY0" fmla="*/ 67077 h 780340"/>
                            <a:gd name="connsiteX1" fmla="*/ 20747 w 381288"/>
                            <a:gd name="connsiteY1" fmla="*/ 372424 h 780340"/>
                            <a:gd name="connsiteX2" fmla="*/ 559 w 381288"/>
                            <a:gd name="connsiteY2" fmla="*/ 526360 h 780340"/>
                            <a:gd name="connsiteX3" fmla="*/ 10653 w 381288"/>
                            <a:gd name="connsiteY3" fmla="*/ 685343 h 780340"/>
                            <a:gd name="connsiteX4" fmla="*/ 22009 w 381288"/>
                            <a:gd name="connsiteY4" fmla="*/ 740860 h 780340"/>
                            <a:gd name="connsiteX5" fmla="*/ 82574 w 381288"/>
                            <a:gd name="connsiteY5" fmla="*/ 763572 h 780340"/>
                            <a:gd name="connsiteX6" fmla="*/ 237771 w 381288"/>
                            <a:gd name="connsiteY6" fmla="*/ 778713 h 780340"/>
                            <a:gd name="connsiteX7" fmla="*/ 374042 w 381288"/>
                            <a:gd name="connsiteY7" fmla="*/ 724457 h 780340"/>
                            <a:gd name="connsiteX8" fmla="*/ 371518 w 381288"/>
                            <a:gd name="connsiteY8" fmla="*/ 562951 h 780340"/>
                            <a:gd name="connsiteX9" fmla="*/ 366471 w 381288"/>
                            <a:gd name="connsiteY9" fmla="*/ 128904 h 780340"/>
                            <a:gd name="connsiteX10" fmla="*/ 357639 w 381288"/>
                            <a:gd name="connsiteY10" fmla="*/ 6512 h 780340"/>
                            <a:gd name="connsiteX11" fmla="*/ 208750 w 381288"/>
                            <a:gd name="connsiteY11" fmla="*/ 40580 h 780340"/>
                            <a:gd name="connsiteX12" fmla="*/ 155756 w 381288"/>
                            <a:gd name="connsiteY12" fmla="*/ 10297 h 780340"/>
                            <a:gd name="connsiteX13" fmla="*/ 116642 w 381288"/>
                            <a:gd name="connsiteY13" fmla="*/ 1465 h 780340"/>
                            <a:gd name="connsiteX14" fmla="*/ 82574 w 381288"/>
                            <a:gd name="connsiteY14" fmla="*/ 67077 h 780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288" h="780340">
                              <a:moveTo>
                                <a:pt x="82574" y="67077"/>
                              </a:moveTo>
                              <a:cubicBezTo>
                                <a:pt x="52291" y="166757"/>
                                <a:pt x="37150" y="270221"/>
                                <a:pt x="20747" y="372424"/>
                              </a:cubicBezTo>
                              <a:cubicBezTo>
                                <a:pt x="13177" y="421633"/>
                                <a:pt x="-3226" y="477151"/>
                                <a:pt x="559" y="526360"/>
                              </a:cubicBezTo>
                              <a:cubicBezTo>
                                <a:pt x="4344" y="580616"/>
                                <a:pt x="11915" y="629825"/>
                                <a:pt x="10653" y="685343"/>
                              </a:cubicBezTo>
                              <a:cubicBezTo>
                                <a:pt x="10653" y="704269"/>
                                <a:pt x="10653" y="725719"/>
                                <a:pt x="22009" y="740860"/>
                              </a:cubicBezTo>
                              <a:cubicBezTo>
                                <a:pt x="35888" y="758525"/>
                                <a:pt x="61124" y="762310"/>
                                <a:pt x="82574" y="763572"/>
                              </a:cubicBezTo>
                              <a:cubicBezTo>
                                <a:pt x="134306" y="768619"/>
                                <a:pt x="186039" y="773666"/>
                                <a:pt x="237771" y="778713"/>
                              </a:cubicBezTo>
                              <a:cubicBezTo>
                                <a:pt x="286980" y="783760"/>
                                <a:pt x="352592" y="779975"/>
                                <a:pt x="374042" y="724457"/>
                              </a:cubicBezTo>
                              <a:cubicBezTo>
                                <a:pt x="391707" y="680296"/>
                                <a:pt x="371518" y="609637"/>
                                <a:pt x="371518" y="562951"/>
                              </a:cubicBezTo>
                              <a:cubicBezTo>
                                <a:pt x="371518" y="417848"/>
                                <a:pt x="365209" y="274007"/>
                                <a:pt x="366471" y="128904"/>
                              </a:cubicBezTo>
                              <a:cubicBezTo>
                                <a:pt x="366471" y="102406"/>
                                <a:pt x="382874" y="25439"/>
                                <a:pt x="357639" y="6512"/>
                              </a:cubicBezTo>
                              <a:cubicBezTo>
                                <a:pt x="321048" y="-19985"/>
                                <a:pt x="249127" y="43103"/>
                                <a:pt x="208750" y="40580"/>
                              </a:cubicBezTo>
                              <a:cubicBezTo>
                                <a:pt x="183515" y="39318"/>
                                <a:pt x="177206" y="15345"/>
                                <a:pt x="155756" y="10297"/>
                              </a:cubicBezTo>
                              <a:cubicBezTo>
                                <a:pt x="144400" y="6512"/>
                                <a:pt x="129259" y="203"/>
                                <a:pt x="116642" y="1465"/>
                              </a:cubicBezTo>
                              <a:cubicBezTo>
                                <a:pt x="106547" y="2727"/>
                                <a:pt x="93930" y="27962"/>
                                <a:pt x="82574" y="67077"/>
                              </a:cubicBezTo>
                              <a:close/>
                            </a:path>
                          </a:pathLst>
                        </a:custGeom>
                        <a:solidFill>
                          <a:srgbClr val="9DE0E0"/>
                        </a:solidFill>
                        <a:ln w="12614" cap="flat">
                          <a:noFill/>
                          <a:prstDash val="solid"/>
                          <a:miter/>
                        </a:ln>
                      </p:spPr>
                      <p:txBody>
                        <a:bodyPr rtlCol="0" anchor="ctr"/>
                        <a:lstStyle/>
                        <a:p>
                          <a:endParaRPr lang="en-US"/>
                        </a:p>
                      </p:txBody>
                    </p:sp>
                    <p:sp>
                      <p:nvSpPr>
                        <p:cNvPr id="788" name="Freeform: Shape 787">
                          <a:extLst>
                            <a:ext uri="{FF2B5EF4-FFF2-40B4-BE49-F238E27FC236}">
                              <a16:creationId xmlns:a16="http://schemas.microsoft.com/office/drawing/2014/main" id="{CDF01675-FC84-4114-ACAD-B4A4A25CBEB8}"/>
                            </a:ext>
                          </a:extLst>
                        </p:cNvPr>
                        <p:cNvSpPr/>
                        <p:nvPr/>
                      </p:nvSpPr>
                      <p:spPr>
                        <a:xfrm>
                          <a:off x="10345597" y="3403296"/>
                          <a:ext cx="203144" cy="36422"/>
                        </a:xfrm>
                        <a:custGeom>
                          <a:avLst/>
                          <a:gdLst>
                            <a:gd name="connsiteX0" fmla="*/ 203144 w 203144"/>
                            <a:gd name="connsiteY0" fmla="*/ 23974 h 36422"/>
                            <a:gd name="connsiteX1" fmla="*/ 0 w 203144"/>
                            <a:gd name="connsiteY1" fmla="*/ 30283 h 36422"/>
                            <a:gd name="connsiteX2" fmla="*/ 8832 w 203144"/>
                            <a:gd name="connsiteY2" fmla="*/ 0 h 36422"/>
                            <a:gd name="connsiteX3" fmla="*/ 95894 w 203144"/>
                            <a:gd name="connsiteY3" fmla="*/ 11356 h 36422"/>
                            <a:gd name="connsiteX4" fmla="*/ 203144 w 203144"/>
                            <a:gd name="connsiteY4" fmla="*/ 23974 h 36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144" h="36422">
                              <a:moveTo>
                                <a:pt x="203144" y="23974"/>
                              </a:moveTo>
                              <a:cubicBezTo>
                                <a:pt x="136271" y="37853"/>
                                <a:pt x="68135" y="40376"/>
                                <a:pt x="0" y="30283"/>
                              </a:cubicBezTo>
                              <a:cubicBezTo>
                                <a:pt x="2523" y="20188"/>
                                <a:pt x="6309" y="10094"/>
                                <a:pt x="8832" y="0"/>
                              </a:cubicBezTo>
                              <a:cubicBezTo>
                                <a:pt x="36591" y="6309"/>
                                <a:pt x="66873" y="7571"/>
                                <a:pt x="95894" y="11356"/>
                              </a:cubicBezTo>
                              <a:cubicBezTo>
                                <a:pt x="127438" y="13880"/>
                                <a:pt x="174124" y="30283"/>
                                <a:pt x="203144" y="23974"/>
                              </a:cubicBezTo>
                              <a:close/>
                            </a:path>
                          </a:pathLst>
                        </a:custGeom>
                        <a:solidFill>
                          <a:srgbClr val="93D1D1"/>
                        </a:solidFill>
                        <a:ln w="12614" cap="flat">
                          <a:noFill/>
                          <a:prstDash val="solid"/>
                          <a:miter/>
                        </a:ln>
                      </p:spPr>
                      <p:txBody>
                        <a:bodyPr rtlCol="0" anchor="ctr"/>
                        <a:lstStyle/>
                        <a:p>
                          <a:endParaRPr lang="en-US"/>
                        </a:p>
                      </p:txBody>
                    </p:sp>
                    <p:sp>
                      <p:nvSpPr>
                        <p:cNvPr id="789" name="Freeform: Shape 788">
                          <a:extLst>
                            <a:ext uri="{FF2B5EF4-FFF2-40B4-BE49-F238E27FC236}">
                              <a16:creationId xmlns:a16="http://schemas.microsoft.com/office/drawing/2014/main" id="{D77FDF15-34C0-4CB1-A000-C53C708A9FF0}"/>
                            </a:ext>
                          </a:extLst>
                        </p:cNvPr>
                        <p:cNvSpPr/>
                        <p:nvPr/>
                      </p:nvSpPr>
                      <p:spPr>
                        <a:xfrm>
                          <a:off x="10509508" y="3704859"/>
                          <a:ext cx="249005" cy="86295"/>
                        </a:xfrm>
                        <a:custGeom>
                          <a:avLst/>
                          <a:gdLst>
                            <a:gd name="connsiteX0" fmla="*/ 246163 w 249005"/>
                            <a:gd name="connsiteY0" fmla="*/ 0 h 86295"/>
                            <a:gd name="connsiteX1" fmla="*/ 63207 w 249005"/>
                            <a:gd name="connsiteY1" fmla="*/ 18926 h 86295"/>
                            <a:gd name="connsiteX2" fmla="*/ 1381 w 249005"/>
                            <a:gd name="connsiteY2" fmla="*/ 49209 h 86295"/>
                            <a:gd name="connsiteX3" fmla="*/ 232284 w 249005"/>
                            <a:gd name="connsiteY3" fmla="*/ 56779 h 86295"/>
                            <a:gd name="connsiteX4" fmla="*/ 247425 w 249005"/>
                            <a:gd name="connsiteY4" fmla="*/ 11356 h 86295"/>
                            <a:gd name="connsiteX5" fmla="*/ 231022 w 249005"/>
                            <a:gd name="connsiteY5" fmla="*/ 3785 h 8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005" h="86295">
                              <a:moveTo>
                                <a:pt x="246163" y="0"/>
                              </a:moveTo>
                              <a:cubicBezTo>
                                <a:pt x="189384" y="15141"/>
                                <a:pt x="121248" y="39115"/>
                                <a:pt x="63207" y="18926"/>
                              </a:cubicBezTo>
                              <a:cubicBezTo>
                                <a:pt x="17784" y="2523"/>
                                <a:pt x="-6190" y="-20188"/>
                                <a:pt x="1381" y="49209"/>
                              </a:cubicBezTo>
                              <a:cubicBezTo>
                                <a:pt x="70778" y="66873"/>
                                <a:pt x="171719" y="118606"/>
                                <a:pt x="232284" y="56779"/>
                              </a:cubicBezTo>
                              <a:cubicBezTo>
                                <a:pt x="244901" y="45423"/>
                                <a:pt x="252472" y="27759"/>
                                <a:pt x="247425" y="11356"/>
                              </a:cubicBezTo>
                              <a:cubicBezTo>
                                <a:pt x="242378" y="8832"/>
                                <a:pt x="236069" y="6309"/>
                                <a:pt x="231022" y="3785"/>
                              </a:cubicBezTo>
                            </a:path>
                          </a:pathLst>
                        </a:custGeom>
                        <a:solidFill>
                          <a:srgbClr val="D44271"/>
                        </a:solidFill>
                        <a:ln w="12614" cap="flat">
                          <a:noFill/>
                          <a:prstDash val="solid"/>
                          <a:miter/>
                        </a:ln>
                      </p:spPr>
                      <p:txBody>
                        <a:bodyPr rtlCol="0" anchor="ctr"/>
                        <a:lstStyle/>
                        <a:p>
                          <a:endParaRPr lang="en-US"/>
                        </a:p>
                      </p:txBody>
                    </p:sp>
                    <p:sp>
                      <p:nvSpPr>
                        <p:cNvPr id="790" name="Freeform: Shape 789">
                          <a:extLst>
                            <a:ext uri="{FF2B5EF4-FFF2-40B4-BE49-F238E27FC236}">
                              <a16:creationId xmlns:a16="http://schemas.microsoft.com/office/drawing/2014/main" id="{EA7A0BC0-27A5-47CC-A639-AA277183034B}"/>
                            </a:ext>
                          </a:extLst>
                        </p:cNvPr>
                        <p:cNvSpPr/>
                        <p:nvPr/>
                      </p:nvSpPr>
                      <p:spPr>
                        <a:xfrm>
                          <a:off x="9219744" y="3000064"/>
                          <a:ext cx="346943" cy="166023"/>
                        </a:xfrm>
                        <a:custGeom>
                          <a:avLst/>
                          <a:gdLst>
                            <a:gd name="connsiteX0" fmla="*/ 330940 w 346943"/>
                            <a:gd name="connsiteY0" fmla="*/ 76435 h 166023"/>
                            <a:gd name="connsiteX1" fmla="*/ 313276 w 346943"/>
                            <a:gd name="connsiteY1" fmla="*/ 157188 h 166023"/>
                            <a:gd name="connsiteX2" fmla="*/ 200978 w 346943"/>
                            <a:gd name="connsiteY2" fmla="*/ 152141 h 166023"/>
                            <a:gd name="connsiteX3" fmla="*/ 58399 w 346943"/>
                            <a:gd name="connsiteY3" fmla="*/ 138262 h 166023"/>
                            <a:gd name="connsiteX4" fmla="*/ 44519 w 346943"/>
                            <a:gd name="connsiteY4" fmla="*/ 130691 h 166023"/>
                            <a:gd name="connsiteX5" fmla="*/ 53352 w 346943"/>
                            <a:gd name="connsiteY5" fmla="*/ 124382 h 166023"/>
                            <a:gd name="connsiteX6" fmla="*/ 100037 w 346943"/>
                            <a:gd name="connsiteY6" fmla="*/ 113026 h 166023"/>
                            <a:gd name="connsiteX7" fmla="*/ 16761 w 346943"/>
                            <a:gd name="connsiteY7" fmla="*/ 105456 h 166023"/>
                            <a:gd name="connsiteX8" fmla="*/ 358 w 346943"/>
                            <a:gd name="connsiteY8" fmla="*/ 94100 h 166023"/>
                            <a:gd name="connsiteX9" fmla="*/ 18022 w 346943"/>
                            <a:gd name="connsiteY9" fmla="*/ 76435 h 166023"/>
                            <a:gd name="connsiteX10" fmla="*/ 271637 w 346943"/>
                            <a:gd name="connsiteY10" fmla="*/ 63818 h 166023"/>
                            <a:gd name="connsiteX11" fmla="*/ 241355 w 346943"/>
                            <a:gd name="connsiteY11" fmla="*/ 729 h 166023"/>
                            <a:gd name="connsiteX12" fmla="*/ 279208 w 346943"/>
                            <a:gd name="connsiteY12" fmla="*/ 20917 h 166023"/>
                            <a:gd name="connsiteX13" fmla="*/ 330940 w 346943"/>
                            <a:gd name="connsiteY13" fmla="*/ 76435 h 16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943" h="166023">
                              <a:moveTo>
                                <a:pt x="330940" y="76435"/>
                              </a:moveTo>
                              <a:cubicBezTo>
                                <a:pt x="352390" y="106718"/>
                                <a:pt x="357438" y="137000"/>
                                <a:pt x="313276" y="157188"/>
                              </a:cubicBezTo>
                              <a:cubicBezTo>
                                <a:pt x="275423" y="174853"/>
                                <a:pt x="237570" y="162235"/>
                                <a:pt x="200978" y="152141"/>
                              </a:cubicBezTo>
                              <a:cubicBezTo>
                                <a:pt x="154293" y="139524"/>
                                <a:pt x="106346" y="134476"/>
                                <a:pt x="58399" y="138262"/>
                              </a:cubicBezTo>
                              <a:cubicBezTo>
                                <a:pt x="52090" y="138262"/>
                                <a:pt x="43258" y="137000"/>
                                <a:pt x="44519" y="130691"/>
                              </a:cubicBezTo>
                              <a:cubicBezTo>
                                <a:pt x="45781" y="126906"/>
                                <a:pt x="49567" y="125644"/>
                                <a:pt x="53352" y="124382"/>
                              </a:cubicBezTo>
                              <a:cubicBezTo>
                                <a:pt x="68493" y="120597"/>
                                <a:pt x="83634" y="116812"/>
                                <a:pt x="100037" y="113026"/>
                              </a:cubicBezTo>
                              <a:cubicBezTo>
                                <a:pt x="72278" y="114288"/>
                                <a:pt x="44519" y="111765"/>
                                <a:pt x="16761" y="105456"/>
                              </a:cubicBezTo>
                              <a:cubicBezTo>
                                <a:pt x="10452" y="104194"/>
                                <a:pt x="2881" y="101671"/>
                                <a:pt x="358" y="94100"/>
                              </a:cubicBezTo>
                              <a:cubicBezTo>
                                <a:pt x="-2166" y="85268"/>
                                <a:pt x="9190" y="78959"/>
                                <a:pt x="18022" y="76435"/>
                              </a:cubicBezTo>
                              <a:cubicBezTo>
                                <a:pt x="100037" y="52462"/>
                                <a:pt x="188361" y="48677"/>
                                <a:pt x="271637" y="63818"/>
                              </a:cubicBezTo>
                              <a:cubicBezTo>
                                <a:pt x="261543" y="42368"/>
                                <a:pt x="251449" y="22179"/>
                                <a:pt x="241355" y="729"/>
                              </a:cubicBezTo>
                              <a:cubicBezTo>
                                <a:pt x="238831" y="-4318"/>
                                <a:pt x="276684" y="18394"/>
                                <a:pt x="279208" y="20917"/>
                              </a:cubicBezTo>
                              <a:cubicBezTo>
                                <a:pt x="298134" y="37321"/>
                                <a:pt x="315799" y="54985"/>
                                <a:pt x="330940" y="76435"/>
                              </a:cubicBezTo>
                              <a:close/>
                            </a:path>
                          </a:pathLst>
                        </a:custGeom>
                        <a:solidFill>
                          <a:srgbClr val="FFC58A"/>
                        </a:solidFill>
                        <a:ln w="12614" cap="flat">
                          <a:noFill/>
                          <a:prstDash val="solid"/>
                          <a:miter/>
                        </a:ln>
                      </p:spPr>
                      <p:txBody>
                        <a:bodyPr rtlCol="0" anchor="ctr"/>
                        <a:lstStyle/>
                        <a:p>
                          <a:endParaRPr lang="en-US"/>
                        </a:p>
                      </p:txBody>
                    </p:sp>
                    <p:sp>
                      <p:nvSpPr>
                        <p:cNvPr id="791" name="Freeform: Shape 790">
                          <a:extLst>
                            <a:ext uri="{FF2B5EF4-FFF2-40B4-BE49-F238E27FC236}">
                              <a16:creationId xmlns:a16="http://schemas.microsoft.com/office/drawing/2014/main" id="{74635E26-7B54-403E-9186-7FC5326F150E}"/>
                            </a:ext>
                          </a:extLst>
                        </p:cNvPr>
                        <p:cNvSpPr/>
                        <p:nvPr/>
                      </p:nvSpPr>
                      <p:spPr>
                        <a:xfrm>
                          <a:off x="9469931" y="3074813"/>
                          <a:ext cx="267494" cy="203568"/>
                        </a:xfrm>
                        <a:custGeom>
                          <a:avLst/>
                          <a:gdLst>
                            <a:gd name="connsiteX0" fmla="*/ 267494 w 267494"/>
                            <a:gd name="connsiteY0" fmla="*/ 100104 h 203568"/>
                            <a:gd name="connsiteX1" fmla="*/ 142579 w 267494"/>
                            <a:gd name="connsiteY1" fmla="*/ 203569 h 203568"/>
                            <a:gd name="connsiteX2" fmla="*/ 128700 w 267494"/>
                            <a:gd name="connsiteY2" fmla="*/ 197260 h 203568"/>
                            <a:gd name="connsiteX3" fmla="*/ 0 w 267494"/>
                            <a:gd name="connsiteY3" fmla="*/ 108936 h 203568"/>
                            <a:gd name="connsiteX4" fmla="*/ 95894 w 267494"/>
                            <a:gd name="connsiteY4" fmla="*/ 19351 h 203568"/>
                            <a:gd name="connsiteX5" fmla="*/ 147626 w 267494"/>
                            <a:gd name="connsiteY5" fmla="*/ 1686 h 203568"/>
                            <a:gd name="connsiteX6" fmla="*/ 169077 w 267494"/>
                            <a:gd name="connsiteY6" fmla="*/ 15565 h 203568"/>
                            <a:gd name="connsiteX7" fmla="*/ 267494 w 267494"/>
                            <a:gd name="connsiteY7" fmla="*/ 100104 h 203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494" h="203568">
                              <a:moveTo>
                                <a:pt x="267494" y="100104"/>
                              </a:moveTo>
                              <a:cubicBezTo>
                                <a:pt x="259924" y="93795"/>
                                <a:pt x="157721" y="203569"/>
                                <a:pt x="142579" y="203569"/>
                              </a:cubicBezTo>
                              <a:cubicBezTo>
                                <a:pt x="137532" y="203569"/>
                                <a:pt x="132485" y="199783"/>
                                <a:pt x="128700" y="197260"/>
                              </a:cubicBezTo>
                              <a:cubicBezTo>
                                <a:pt x="85800" y="168239"/>
                                <a:pt x="42900" y="137957"/>
                                <a:pt x="0" y="108936"/>
                              </a:cubicBezTo>
                              <a:cubicBezTo>
                                <a:pt x="30282" y="77392"/>
                                <a:pt x="60565" y="45848"/>
                                <a:pt x="95894" y="19351"/>
                              </a:cubicBezTo>
                              <a:cubicBezTo>
                                <a:pt x="111035" y="7995"/>
                                <a:pt x="129962" y="-4623"/>
                                <a:pt x="147626" y="1686"/>
                              </a:cubicBezTo>
                              <a:cubicBezTo>
                                <a:pt x="156459" y="4209"/>
                                <a:pt x="162768" y="10518"/>
                                <a:pt x="169077" y="15565"/>
                              </a:cubicBezTo>
                              <a:cubicBezTo>
                                <a:pt x="201883" y="42062"/>
                                <a:pt x="234688" y="71083"/>
                                <a:pt x="267494" y="100104"/>
                              </a:cubicBezTo>
                              <a:close/>
                            </a:path>
                          </a:pathLst>
                        </a:custGeom>
                        <a:solidFill>
                          <a:srgbClr val="FFFFFF"/>
                        </a:solidFill>
                        <a:ln w="12614" cap="flat">
                          <a:noFill/>
                          <a:prstDash val="solid"/>
                          <a:miter/>
                        </a:ln>
                      </p:spPr>
                      <p:txBody>
                        <a:bodyPr rtlCol="0" anchor="ctr"/>
                        <a:lstStyle/>
                        <a:p>
                          <a:endParaRPr lang="en-US"/>
                        </a:p>
                      </p:txBody>
                    </p:sp>
                    <p:sp>
                      <p:nvSpPr>
                        <p:cNvPr id="792" name="Freeform: Shape 791">
                          <a:extLst>
                            <a:ext uri="{FF2B5EF4-FFF2-40B4-BE49-F238E27FC236}">
                              <a16:creationId xmlns:a16="http://schemas.microsoft.com/office/drawing/2014/main" id="{9D11FFA2-B40E-4D40-AE06-BAF8C3B1679D}"/>
                            </a:ext>
                          </a:extLst>
                        </p:cNvPr>
                        <p:cNvSpPr/>
                        <p:nvPr/>
                      </p:nvSpPr>
                      <p:spPr>
                        <a:xfrm>
                          <a:off x="9501475" y="2827931"/>
                          <a:ext cx="781033" cy="728362"/>
                        </a:xfrm>
                        <a:custGeom>
                          <a:avLst/>
                          <a:gdLst>
                            <a:gd name="connsiteX0" fmla="*/ 748227 w 781033"/>
                            <a:gd name="connsiteY0" fmla="*/ 393671 h 728362"/>
                            <a:gd name="connsiteX1" fmla="*/ 774724 w 781033"/>
                            <a:gd name="connsiteY1" fmla="*/ 254877 h 728362"/>
                            <a:gd name="connsiteX2" fmla="*/ 781033 w 781033"/>
                            <a:gd name="connsiteY2" fmla="*/ 0 h 728362"/>
                            <a:gd name="connsiteX3" fmla="*/ 654857 w 781033"/>
                            <a:gd name="connsiteY3" fmla="*/ 54256 h 728362"/>
                            <a:gd name="connsiteX4" fmla="*/ 570318 w 781033"/>
                            <a:gd name="connsiteY4" fmla="*/ 170338 h 728362"/>
                            <a:gd name="connsiteX5" fmla="*/ 434048 w 781033"/>
                            <a:gd name="connsiteY5" fmla="*/ 435309 h 728362"/>
                            <a:gd name="connsiteX6" fmla="*/ 266232 w 781033"/>
                            <a:gd name="connsiteY6" fmla="*/ 349509 h 728362"/>
                            <a:gd name="connsiteX7" fmla="*/ 161506 w 781033"/>
                            <a:gd name="connsiteY7" fmla="*/ 247306 h 728362"/>
                            <a:gd name="connsiteX8" fmla="*/ 0 w 781033"/>
                            <a:gd name="connsiteY8" fmla="*/ 412598 h 728362"/>
                            <a:gd name="connsiteX9" fmla="*/ 117344 w 781033"/>
                            <a:gd name="connsiteY9" fmla="*/ 493351 h 728362"/>
                            <a:gd name="connsiteX10" fmla="*/ 239736 w 781033"/>
                            <a:gd name="connsiteY10" fmla="*/ 584198 h 728362"/>
                            <a:gd name="connsiteX11" fmla="*/ 418906 w 781033"/>
                            <a:gd name="connsiteY11" fmla="*/ 712898 h 728362"/>
                            <a:gd name="connsiteX12" fmla="*/ 551392 w 781033"/>
                            <a:gd name="connsiteY12" fmla="*/ 704065 h 728362"/>
                            <a:gd name="connsiteX13" fmla="*/ 683877 w 781033"/>
                            <a:gd name="connsiteY13" fmla="*/ 565271 h 728362"/>
                            <a:gd name="connsiteX14" fmla="*/ 738133 w 781033"/>
                            <a:gd name="connsiteY14" fmla="*/ 483256 h 728362"/>
                            <a:gd name="connsiteX15" fmla="*/ 748227 w 781033"/>
                            <a:gd name="connsiteY15" fmla="*/ 393671 h 728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81033" h="728362">
                              <a:moveTo>
                                <a:pt x="748227" y="393671"/>
                              </a:moveTo>
                              <a:cubicBezTo>
                                <a:pt x="758321" y="348247"/>
                                <a:pt x="769677" y="301562"/>
                                <a:pt x="774724" y="254877"/>
                              </a:cubicBezTo>
                              <a:cubicBezTo>
                                <a:pt x="783557" y="172862"/>
                                <a:pt x="778510" y="83276"/>
                                <a:pt x="781033" y="0"/>
                              </a:cubicBezTo>
                              <a:cubicBezTo>
                                <a:pt x="741918" y="20188"/>
                                <a:pt x="690186" y="30282"/>
                                <a:pt x="654857" y="54256"/>
                              </a:cubicBezTo>
                              <a:cubicBezTo>
                                <a:pt x="619527" y="78229"/>
                                <a:pt x="593030" y="135009"/>
                                <a:pt x="570318" y="170338"/>
                              </a:cubicBezTo>
                              <a:cubicBezTo>
                                <a:pt x="556439" y="191788"/>
                                <a:pt x="426477" y="432786"/>
                                <a:pt x="434048" y="435309"/>
                              </a:cubicBezTo>
                              <a:cubicBezTo>
                                <a:pt x="377268" y="417645"/>
                                <a:pt x="312918" y="386100"/>
                                <a:pt x="266232" y="349509"/>
                              </a:cubicBezTo>
                              <a:cubicBezTo>
                                <a:pt x="256138" y="341939"/>
                                <a:pt x="150150" y="256138"/>
                                <a:pt x="161506" y="247306"/>
                              </a:cubicBezTo>
                              <a:cubicBezTo>
                                <a:pt x="99679" y="293991"/>
                                <a:pt x="45423" y="349509"/>
                                <a:pt x="0" y="412598"/>
                              </a:cubicBezTo>
                              <a:cubicBezTo>
                                <a:pt x="42900" y="420168"/>
                                <a:pt x="82015" y="468115"/>
                                <a:pt x="117344" y="493351"/>
                              </a:cubicBezTo>
                              <a:cubicBezTo>
                                <a:pt x="157721" y="523633"/>
                                <a:pt x="199359" y="553915"/>
                                <a:pt x="239736" y="584198"/>
                              </a:cubicBezTo>
                              <a:cubicBezTo>
                                <a:pt x="299038" y="627098"/>
                                <a:pt x="357080" y="676307"/>
                                <a:pt x="418906" y="712898"/>
                              </a:cubicBezTo>
                              <a:cubicBezTo>
                                <a:pt x="461806" y="738133"/>
                                <a:pt x="509753" y="730563"/>
                                <a:pt x="551392" y="704065"/>
                              </a:cubicBezTo>
                              <a:cubicBezTo>
                                <a:pt x="605648" y="668736"/>
                                <a:pt x="647286" y="617004"/>
                                <a:pt x="683877" y="565271"/>
                              </a:cubicBezTo>
                              <a:cubicBezTo>
                                <a:pt x="700280" y="541298"/>
                                <a:pt x="728039" y="511015"/>
                                <a:pt x="738133" y="483256"/>
                              </a:cubicBezTo>
                              <a:cubicBezTo>
                                <a:pt x="745704" y="456759"/>
                                <a:pt x="741918" y="422692"/>
                                <a:pt x="748227" y="393671"/>
                              </a:cubicBezTo>
                              <a:close/>
                            </a:path>
                          </a:pathLst>
                        </a:custGeom>
                        <a:solidFill>
                          <a:schemeClr val="accent1">
                            <a:lumMod val="75000"/>
                          </a:schemeClr>
                        </a:solidFill>
                        <a:ln w="12614" cap="flat">
                          <a:noFill/>
                          <a:prstDash val="solid"/>
                          <a:miter/>
                        </a:ln>
                      </p:spPr>
                      <p:txBody>
                        <a:bodyPr rtlCol="0" anchor="ctr"/>
                        <a:lstStyle/>
                        <a:p>
                          <a:endParaRPr lang="en-US"/>
                        </a:p>
                      </p:txBody>
                    </p:sp>
                    <p:sp>
                      <p:nvSpPr>
                        <p:cNvPr id="793" name="Freeform: Shape 792">
                          <a:extLst>
                            <a:ext uri="{FF2B5EF4-FFF2-40B4-BE49-F238E27FC236}">
                              <a16:creationId xmlns:a16="http://schemas.microsoft.com/office/drawing/2014/main" id="{027AA864-09E0-435C-AC1C-5BCD14690D02}"/>
                            </a:ext>
                          </a:extLst>
                        </p:cNvPr>
                        <p:cNvSpPr/>
                        <p:nvPr/>
                      </p:nvSpPr>
                      <p:spPr>
                        <a:xfrm>
                          <a:off x="10132276" y="2805185"/>
                          <a:ext cx="665568" cy="999476"/>
                        </a:xfrm>
                        <a:custGeom>
                          <a:avLst/>
                          <a:gdLst>
                            <a:gd name="connsiteX0" fmla="*/ 608253 w 665568"/>
                            <a:gd name="connsiteY0" fmla="*/ 93405 h 999476"/>
                            <a:gd name="connsiteX1" fmla="*/ 656201 w 665568"/>
                            <a:gd name="connsiteY1" fmla="*/ 377302 h 999476"/>
                            <a:gd name="connsiteX2" fmla="*/ 619609 w 665568"/>
                            <a:gd name="connsiteY2" fmla="*/ 767188 h 999476"/>
                            <a:gd name="connsiteX3" fmla="*/ 609515 w 665568"/>
                            <a:gd name="connsiteY3" fmla="*/ 844156 h 999476"/>
                            <a:gd name="connsiteX4" fmla="*/ 615824 w 665568"/>
                            <a:gd name="connsiteY4" fmla="*/ 914815 h 999476"/>
                            <a:gd name="connsiteX5" fmla="*/ 590589 w 665568"/>
                            <a:gd name="connsiteY5" fmla="*/ 981688 h 999476"/>
                            <a:gd name="connsiteX6" fmla="*/ 502265 w 665568"/>
                            <a:gd name="connsiteY6" fmla="*/ 998091 h 999476"/>
                            <a:gd name="connsiteX7" fmla="*/ 117426 w 665568"/>
                            <a:gd name="connsiteY7" fmla="*/ 971594 h 999476"/>
                            <a:gd name="connsiteX8" fmla="*/ 34150 w 665568"/>
                            <a:gd name="connsiteY8" fmla="*/ 947620 h 999476"/>
                            <a:gd name="connsiteX9" fmla="*/ 29103 w 665568"/>
                            <a:gd name="connsiteY9" fmla="*/ 673817 h 999476"/>
                            <a:gd name="connsiteX10" fmla="*/ 5129 w 665568"/>
                            <a:gd name="connsiteY10" fmla="*/ 454270 h 999476"/>
                            <a:gd name="connsiteX11" fmla="*/ 17747 w 665568"/>
                            <a:gd name="connsiteY11" fmla="*/ 254911 h 999476"/>
                            <a:gd name="connsiteX12" fmla="*/ 87144 w 665568"/>
                            <a:gd name="connsiteY12" fmla="*/ 68169 h 999476"/>
                            <a:gd name="connsiteX13" fmla="*/ 215844 w 665568"/>
                            <a:gd name="connsiteY13" fmla="*/ 34 h 999476"/>
                            <a:gd name="connsiteX14" fmla="*/ 333188 w 665568"/>
                            <a:gd name="connsiteY14" fmla="*/ 156493 h 999476"/>
                            <a:gd name="connsiteX15" fmla="*/ 425297 w 665568"/>
                            <a:gd name="connsiteY15" fmla="*/ 8866 h 999476"/>
                            <a:gd name="connsiteX16" fmla="*/ 608253 w 665568"/>
                            <a:gd name="connsiteY16" fmla="*/ 93405 h 99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65568" h="999476">
                              <a:moveTo>
                                <a:pt x="608253" y="93405"/>
                              </a:moveTo>
                              <a:cubicBezTo>
                                <a:pt x="662509" y="174158"/>
                                <a:pt x="677650" y="262481"/>
                                <a:pt x="656201" y="377302"/>
                              </a:cubicBezTo>
                              <a:cubicBezTo>
                                <a:pt x="632227" y="506002"/>
                                <a:pt x="618348" y="637226"/>
                                <a:pt x="619609" y="767188"/>
                              </a:cubicBezTo>
                              <a:cubicBezTo>
                                <a:pt x="619609" y="794947"/>
                                <a:pt x="612039" y="818920"/>
                                <a:pt x="609515" y="844156"/>
                              </a:cubicBezTo>
                              <a:cubicBezTo>
                                <a:pt x="606991" y="868129"/>
                                <a:pt x="614562" y="889579"/>
                                <a:pt x="615824" y="914815"/>
                              </a:cubicBezTo>
                              <a:cubicBezTo>
                                <a:pt x="617086" y="940050"/>
                                <a:pt x="609515" y="965285"/>
                                <a:pt x="590589" y="981688"/>
                              </a:cubicBezTo>
                              <a:cubicBezTo>
                                <a:pt x="566615" y="1001876"/>
                                <a:pt x="532547" y="1000615"/>
                                <a:pt x="502265" y="998091"/>
                              </a:cubicBezTo>
                              <a:cubicBezTo>
                                <a:pt x="373565" y="989259"/>
                                <a:pt x="246127" y="980426"/>
                                <a:pt x="117426" y="971594"/>
                              </a:cubicBezTo>
                              <a:cubicBezTo>
                                <a:pt x="88406" y="969071"/>
                                <a:pt x="56862" y="966547"/>
                                <a:pt x="34150" y="947620"/>
                              </a:cubicBezTo>
                              <a:cubicBezTo>
                                <a:pt x="-32724" y="890841"/>
                                <a:pt x="35411" y="748261"/>
                                <a:pt x="29103" y="673817"/>
                              </a:cubicBezTo>
                              <a:cubicBezTo>
                                <a:pt x="22794" y="601897"/>
                                <a:pt x="24056" y="526191"/>
                                <a:pt x="5129" y="454270"/>
                              </a:cubicBezTo>
                              <a:cubicBezTo>
                                <a:pt x="-10012" y="389920"/>
                                <a:pt x="12700" y="319261"/>
                                <a:pt x="17747" y="254911"/>
                              </a:cubicBezTo>
                              <a:cubicBezTo>
                                <a:pt x="22794" y="189299"/>
                                <a:pt x="56862" y="124949"/>
                                <a:pt x="87144" y="68169"/>
                              </a:cubicBezTo>
                              <a:cubicBezTo>
                                <a:pt x="111117" y="22746"/>
                                <a:pt x="170421" y="12652"/>
                                <a:pt x="215844" y="34"/>
                              </a:cubicBezTo>
                              <a:cubicBezTo>
                                <a:pt x="224676" y="-2490"/>
                                <a:pt x="321832" y="136305"/>
                                <a:pt x="333188" y="156493"/>
                              </a:cubicBezTo>
                              <a:cubicBezTo>
                                <a:pt x="378612" y="118640"/>
                                <a:pt x="411418" y="65646"/>
                                <a:pt x="425297" y="8866"/>
                              </a:cubicBezTo>
                              <a:cubicBezTo>
                                <a:pt x="524977" y="8866"/>
                                <a:pt x="552736" y="12652"/>
                                <a:pt x="608253" y="93405"/>
                              </a:cubicBezTo>
                              <a:close/>
                            </a:path>
                          </a:pathLst>
                        </a:custGeom>
                        <a:solidFill>
                          <a:schemeClr val="accent1"/>
                        </a:solidFill>
                        <a:ln w="12614" cap="flat">
                          <a:noFill/>
                          <a:prstDash val="solid"/>
                          <a:miter/>
                        </a:ln>
                      </p:spPr>
                      <p:txBody>
                        <a:bodyPr rtlCol="0" anchor="ctr"/>
                        <a:lstStyle/>
                        <a:p>
                          <a:endParaRPr lang="en-US"/>
                        </a:p>
                      </p:txBody>
                    </p:sp>
                    <p:sp>
                      <p:nvSpPr>
                        <p:cNvPr id="794" name="Freeform: Shape 793">
                          <a:extLst>
                            <a:ext uri="{FF2B5EF4-FFF2-40B4-BE49-F238E27FC236}">
                              <a16:creationId xmlns:a16="http://schemas.microsoft.com/office/drawing/2014/main" id="{04529B67-889C-4500-B2FA-3D63D10BE970}"/>
                            </a:ext>
                          </a:extLst>
                        </p:cNvPr>
                        <p:cNvSpPr/>
                        <p:nvPr/>
                      </p:nvSpPr>
                      <p:spPr>
                        <a:xfrm>
                          <a:off x="10244656" y="3248099"/>
                          <a:ext cx="350770" cy="190526"/>
                        </a:xfrm>
                        <a:custGeom>
                          <a:avLst/>
                          <a:gdLst>
                            <a:gd name="connsiteX0" fmla="*/ 0 w 350770"/>
                            <a:gd name="connsiteY0" fmla="*/ 138794 h 190526"/>
                            <a:gd name="connsiteX1" fmla="*/ 37853 w 350770"/>
                            <a:gd name="connsiteY1" fmla="*/ 58041 h 190526"/>
                            <a:gd name="connsiteX2" fmla="*/ 350771 w 350770"/>
                            <a:gd name="connsiteY2" fmla="*/ 0 h 190526"/>
                            <a:gd name="connsiteX3" fmla="*/ 350771 w 350770"/>
                            <a:gd name="connsiteY3" fmla="*/ 190527 h 190526"/>
                          </a:gdLst>
                          <a:ahLst/>
                          <a:cxnLst>
                            <a:cxn ang="0">
                              <a:pos x="connsiteX0" y="connsiteY0"/>
                            </a:cxn>
                            <a:cxn ang="0">
                              <a:pos x="connsiteX1" y="connsiteY1"/>
                            </a:cxn>
                            <a:cxn ang="0">
                              <a:pos x="connsiteX2" y="connsiteY2"/>
                            </a:cxn>
                            <a:cxn ang="0">
                              <a:pos x="connsiteX3" y="connsiteY3"/>
                            </a:cxn>
                          </a:cxnLst>
                          <a:rect l="l" t="t" r="r" b="b"/>
                          <a:pathLst>
                            <a:path w="350770" h="190526">
                              <a:moveTo>
                                <a:pt x="0" y="138794"/>
                              </a:moveTo>
                              <a:lnTo>
                                <a:pt x="37853" y="58041"/>
                              </a:lnTo>
                              <a:lnTo>
                                <a:pt x="350771" y="0"/>
                              </a:lnTo>
                              <a:lnTo>
                                <a:pt x="350771" y="190527"/>
                              </a:lnTo>
                              <a:close/>
                            </a:path>
                          </a:pathLst>
                        </a:custGeom>
                        <a:solidFill>
                          <a:srgbClr val="29286B"/>
                        </a:solidFill>
                        <a:ln w="12614" cap="flat">
                          <a:noFill/>
                          <a:prstDash val="solid"/>
                          <a:miter/>
                        </a:ln>
                      </p:spPr>
                      <p:txBody>
                        <a:bodyPr rtlCol="0" anchor="ctr"/>
                        <a:lstStyle/>
                        <a:p>
                          <a:endParaRPr lang="en-US"/>
                        </a:p>
                      </p:txBody>
                    </p:sp>
                    <p:sp>
                      <p:nvSpPr>
                        <p:cNvPr id="795" name="Freeform: Shape 794">
                          <a:extLst>
                            <a:ext uri="{FF2B5EF4-FFF2-40B4-BE49-F238E27FC236}">
                              <a16:creationId xmlns:a16="http://schemas.microsoft.com/office/drawing/2014/main" id="{44E8A2A2-5E91-46EC-B61B-015F52830105}"/>
                            </a:ext>
                          </a:extLst>
                        </p:cNvPr>
                        <p:cNvSpPr/>
                        <p:nvPr/>
                      </p:nvSpPr>
                      <p:spPr>
                        <a:xfrm>
                          <a:off x="10271153" y="3283428"/>
                          <a:ext cx="324273" cy="155197"/>
                        </a:xfrm>
                        <a:custGeom>
                          <a:avLst/>
                          <a:gdLst>
                            <a:gd name="connsiteX0" fmla="*/ 0 w 324273"/>
                            <a:gd name="connsiteY0" fmla="*/ 119868 h 155197"/>
                            <a:gd name="connsiteX1" fmla="*/ 11356 w 324273"/>
                            <a:gd name="connsiteY1" fmla="*/ 60565 h 155197"/>
                            <a:gd name="connsiteX2" fmla="*/ 311656 w 324273"/>
                            <a:gd name="connsiteY2" fmla="*/ 0 h 155197"/>
                            <a:gd name="connsiteX3" fmla="*/ 324274 w 324273"/>
                            <a:gd name="connsiteY3" fmla="*/ 155197 h 155197"/>
                          </a:gdLst>
                          <a:ahLst/>
                          <a:cxnLst>
                            <a:cxn ang="0">
                              <a:pos x="connsiteX0" y="connsiteY0"/>
                            </a:cxn>
                            <a:cxn ang="0">
                              <a:pos x="connsiteX1" y="connsiteY1"/>
                            </a:cxn>
                            <a:cxn ang="0">
                              <a:pos x="connsiteX2" y="connsiteY2"/>
                            </a:cxn>
                            <a:cxn ang="0">
                              <a:pos x="connsiteX3" y="connsiteY3"/>
                            </a:cxn>
                          </a:cxnLst>
                          <a:rect l="l" t="t" r="r" b="b"/>
                          <a:pathLst>
                            <a:path w="324273" h="155197">
                              <a:moveTo>
                                <a:pt x="0" y="119868"/>
                              </a:moveTo>
                              <a:lnTo>
                                <a:pt x="11356" y="60565"/>
                              </a:lnTo>
                              <a:lnTo>
                                <a:pt x="311656" y="0"/>
                              </a:lnTo>
                              <a:lnTo>
                                <a:pt x="324274" y="155197"/>
                              </a:lnTo>
                              <a:close/>
                            </a:path>
                          </a:pathLst>
                        </a:custGeom>
                        <a:solidFill>
                          <a:srgbClr val="FFFFFF"/>
                        </a:solidFill>
                        <a:ln w="12614" cap="flat">
                          <a:noFill/>
                          <a:prstDash val="solid"/>
                          <a:miter/>
                        </a:ln>
                      </p:spPr>
                      <p:txBody>
                        <a:bodyPr rtlCol="0" anchor="ctr"/>
                        <a:lstStyle/>
                        <a:p>
                          <a:endParaRPr lang="en-US"/>
                        </a:p>
                      </p:txBody>
                    </p:sp>
                    <p:sp>
                      <p:nvSpPr>
                        <p:cNvPr id="796" name="Freeform: Shape 795">
                          <a:extLst>
                            <a:ext uri="{FF2B5EF4-FFF2-40B4-BE49-F238E27FC236}">
                              <a16:creationId xmlns:a16="http://schemas.microsoft.com/office/drawing/2014/main" id="{4605896F-EF2B-4619-A872-9756C0A87932}"/>
                            </a:ext>
                          </a:extLst>
                        </p:cNvPr>
                        <p:cNvSpPr/>
                        <p:nvPr/>
                      </p:nvSpPr>
                      <p:spPr>
                        <a:xfrm>
                          <a:off x="10244656" y="3327590"/>
                          <a:ext cx="407550" cy="517324"/>
                        </a:xfrm>
                        <a:custGeom>
                          <a:avLst/>
                          <a:gdLst>
                            <a:gd name="connsiteX0" fmla="*/ 111035 w 407550"/>
                            <a:gd name="connsiteY0" fmla="*/ 517324 h 517324"/>
                            <a:gd name="connsiteX1" fmla="*/ 0 w 407550"/>
                            <a:gd name="connsiteY1" fmla="*/ 59303 h 517324"/>
                            <a:gd name="connsiteX2" fmla="*/ 369697 w 407550"/>
                            <a:gd name="connsiteY2" fmla="*/ 0 h 517324"/>
                            <a:gd name="connsiteX3" fmla="*/ 407550 w 407550"/>
                            <a:gd name="connsiteY3" fmla="*/ 499660 h 517324"/>
                          </a:gdLst>
                          <a:ahLst/>
                          <a:cxnLst>
                            <a:cxn ang="0">
                              <a:pos x="connsiteX0" y="connsiteY0"/>
                            </a:cxn>
                            <a:cxn ang="0">
                              <a:pos x="connsiteX1" y="connsiteY1"/>
                            </a:cxn>
                            <a:cxn ang="0">
                              <a:pos x="connsiteX2" y="connsiteY2"/>
                            </a:cxn>
                            <a:cxn ang="0">
                              <a:pos x="connsiteX3" y="connsiteY3"/>
                            </a:cxn>
                          </a:cxnLst>
                          <a:rect l="l" t="t" r="r" b="b"/>
                          <a:pathLst>
                            <a:path w="407550" h="517324">
                              <a:moveTo>
                                <a:pt x="111035" y="517324"/>
                              </a:moveTo>
                              <a:lnTo>
                                <a:pt x="0" y="59303"/>
                              </a:lnTo>
                              <a:lnTo>
                                <a:pt x="369697" y="0"/>
                              </a:lnTo>
                              <a:lnTo>
                                <a:pt x="407550" y="499660"/>
                              </a:lnTo>
                              <a:close/>
                            </a:path>
                          </a:pathLst>
                        </a:custGeom>
                        <a:solidFill>
                          <a:srgbClr val="5351BD"/>
                        </a:solidFill>
                        <a:ln w="12614" cap="flat">
                          <a:noFill/>
                          <a:prstDash val="solid"/>
                          <a:miter/>
                        </a:ln>
                      </p:spPr>
                      <p:txBody>
                        <a:bodyPr rtlCol="0" anchor="ctr"/>
                        <a:lstStyle/>
                        <a:p>
                          <a:endParaRPr lang="en-US"/>
                        </a:p>
                      </p:txBody>
                    </p:sp>
                    <p:sp>
                      <p:nvSpPr>
                        <p:cNvPr id="797" name="Freeform: Shape 796">
                          <a:extLst>
                            <a:ext uri="{FF2B5EF4-FFF2-40B4-BE49-F238E27FC236}">
                              <a16:creationId xmlns:a16="http://schemas.microsoft.com/office/drawing/2014/main" id="{012BCCF3-AFAF-4D4F-A744-652FA15A9EB2}"/>
                            </a:ext>
                          </a:extLst>
                        </p:cNvPr>
                        <p:cNvSpPr/>
                        <p:nvPr/>
                      </p:nvSpPr>
                      <p:spPr>
                        <a:xfrm>
                          <a:off x="10140851" y="1897323"/>
                          <a:ext cx="557198" cy="422115"/>
                        </a:xfrm>
                        <a:custGeom>
                          <a:avLst/>
                          <a:gdLst>
                            <a:gd name="connsiteX0" fmla="*/ 516402 w 557198"/>
                            <a:gd name="connsiteY0" fmla="*/ 109198 h 422115"/>
                            <a:gd name="connsiteX1" fmla="*/ 554255 w 557198"/>
                            <a:gd name="connsiteY1" fmla="*/ 236636 h 422115"/>
                            <a:gd name="connsiteX2" fmla="*/ 550470 w 557198"/>
                            <a:gd name="connsiteY2" fmla="*/ 422116 h 422115"/>
                            <a:gd name="connsiteX3" fmla="*/ 421769 w 557198"/>
                            <a:gd name="connsiteY3" fmla="*/ 213924 h 422115"/>
                            <a:gd name="connsiteX4" fmla="*/ 188343 w 557198"/>
                            <a:gd name="connsiteY4" fmla="*/ 330007 h 422115"/>
                            <a:gd name="connsiteX5" fmla="*/ 41978 w 557198"/>
                            <a:gd name="connsiteY5" fmla="*/ 345148 h 422115"/>
                            <a:gd name="connsiteX6" fmla="*/ 6648 w 557198"/>
                            <a:gd name="connsiteY6" fmla="*/ 221495 h 422115"/>
                            <a:gd name="connsiteX7" fmla="*/ 7910 w 557198"/>
                            <a:gd name="connsiteY7" fmla="*/ 208877 h 422115"/>
                            <a:gd name="connsiteX8" fmla="*/ 77307 w 557198"/>
                            <a:gd name="connsiteY8" fmla="*/ 104151 h 422115"/>
                            <a:gd name="connsiteX9" fmla="*/ 97496 w 557198"/>
                            <a:gd name="connsiteY9" fmla="*/ 85224 h 422115"/>
                            <a:gd name="connsiteX10" fmla="*/ 382655 w 557198"/>
                            <a:gd name="connsiteY10" fmla="*/ 8256 h 422115"/>
                            <a:gd name="connsiteX11" fmla="*/ 516402 w 557198"/>
                            <a:gd name="connsiteY11" fmla="*/ 109198 h 422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7198" h="422115">
                              <a:moveTo>
                                <a:pt x="516402" y="109198"/>
                              </a:moveTo>
                              <a:cubicBezTo>
                                <a:pt x="536590" y="145789"/>
                                <a:pt x="549208" y="188689"/>
                                <a:pt x="554255" y="236636"/>
                              </a:cubicBezTo>
                              <a:cubicBezTo>
                                <a:pt x="560564" y="298463"/>
                                <a:pt x="555517" y="360289"/>
                                <a:pt x="550470" y="422116"/>
                              </a:cubicBezTo>
                              <a:cubicBezTo>
                                <a:pt x="507570" y="352719"/>
                                <a:pt x="464670" y="283322"/>
                                <a:pt x="421769" y="213924"/>
                              </a:cubicBezTo>
                              <a:cubicBezTo>
                                <a:pt x="351111" y="269442"/>
                                <a:pt x="277928" y="311080"/>
                                <a:pt x="188343" y="330007"/>
                              </a:cubicBezTo>
                              <a:cubicBezTo>
                                <a:pt x="142919" y="340101"/>
                                <a:pt x="88663" y="359028"/>
                                <a:pt x="41978" y="345148"/>
                              </a:cubicBezTo>
                              <a:cubicBezTo>
                                <a:pt x="-14801" y="327483"/>
                                <a:pt x="340" y="269442"/>
                                <a:pt x="6648" y="221495"/>
                              </a:cubicBezTo>
                              <a:cubicBezTo>
                                <a:pt x="6648" y="217710"/>
                                <a:pt x="7910" y="212663"/>
                                <a:pt x="7910" y="208877"/>
                              </a:cubicBezTo>
                              <a:cubicBezTo>
                                <a:pt x="25575" y="169763"/>
                                <a:pt x="48287" y="133171"/>
                                <a:pt x="77307" y="104151"/>
                              </a:cubicBezTo>
                              <a:cubicBezTo>
                                <a:pt x="83616" y="97842"/>
                                <a:pt x="91187" y="90271"/>
                                <a:pt x="97496" y="85224"/>
                              </a:cubicBezTo>
                              <a:cubicBezTo>
                                <a:pt x="171940" y="22136"/>
                                <a:pt x="285499" y="-18241"/>
                                <a:pt x="382655" y="8256"/>
                              </a:cubicBezTo>
                              <a:cubicBezTo>
                                <a:pt x="447005" y="25921"/>
                                <a:pt x="489905" y="61251"/>
                                <a:pt x="516402" y="109198"/>
                              </a:cubicBezTo>
                              <a:close/>
                            </a:path>
                          </a:pathLst>
                        </a:custGeom>
                        <a:solidFill>
                          <a:srgbClr val="EB8E4B"/>
                        </a:solidFill>
                        <a:ln w="12614" cap="flat">
                          <a:noFill/>
                          <a:prstDash val="solid"/>
                          <a:miter/>
                        </a:ln>
                      </p:spPr>
                      <p:txBody>
                        <a:bodyPr rtlCol="0" anchor="ctr"/>
                        <a:lstStyle/>
                        <a:p>
                          <a:endParaRPr lang="en-US"/>
                        </a:p>
                      </p:txBody>
                    </p:sp>
                    <p:sp>
                      <p:nvSpPr>
                        <p:cNvPr id="798" name="Freeform: Shape 797">
                          <a:extLst>
                            <a:ext uri="{FF2B5EF4-FFF2-40B4-BE49-F238E27FC236}">
                              <a16:creationId xmlns:a16="http://schemas.microsoft.com/office/drawing/2014/main" id="{AD091C10-6A0B-4BD6-BF16-4E066A785C06}"/>
                            </a:ext>
                          </a:extLst>
                        </p:cNvPr>
                        <p:cNvSpPr/>
                        <p:nvPr/>
                      </p:nvSpPr>
                      <p:spPr>
                        <a:xfrm>
                          <a:off x="10100540" y="1855960"/>
                          <a:ext cx="546826" cy="545493"/>
                        </a:xfrm>
                        <a:custGeom>
                          <a:avLst/>
                          <a:gdLst>
                            <a:gd name="connsiteX0" fmla="*/ 9106 w 546826"/>
                            <a:gd name="connsiteY0" fmla="*/ 303235 h 545493"/>
                            <a:gd name="connsiteX1" fmla="*/ 128974 w 546826"/>
                            <a:gd name="connsiteY1" fmla="*/ 84949 h 545493"/>
                            <a:gd name="connsiteX2" fmla="*/ 520121 w 546826"/>
                            <a:gd name="connsiteY2" fmla="*/ 79902 h 545493"/>
                            <a:gd name="connsiteX3" fmla="*/ 546619 w 546826"/>
                            <a:gd name="connsiteY3" fmla="*/ 134158 h 545493"/>
                            <a:gd name="connsiteX4" fmla="*/ 361139 w 546826"/>
                            <a:gd name="connsiteY4" fmla="*/ 285570 h 545493"/>
                            <a:gd name="connsiteX5" fmla="*/ 219821 w 546826"/>
                            <a:gd name="connsiteY5" fmla="*/ 329732 h 545493"/>
                            <a:gd name="connsiteX6" fmla="*/ 81027 w 546826"/>
                            <a:gd name="connsiteY6" fmla="*/ 348658 h 545493"/>
                            <a:gd name="connsiteX7" fmla="*/ 34341 w 546826"/>
                            <a:gd name="connsiteY7" fmla="*/ 545494 h 545493"/>
                            <a:gd name="connsiteX8" fmla="*/ 14153 w 546826"/>
                            <a:gd name="connsiteY8" fmla="*/ 495023 h 545493"/>
                            <a:gd name="connsiteX9" fmla="*/ 4059 w 546826"/>
                            <a:gd name="connsiteY9" fmla="*/ 442029 h 545493"/>
                            <a:gd name="connsiteX10" fmla="*/ 9106 w 546826"/>
                            <a:gd name="connsiteY10" fmla="*/ 303235 h 545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6826" h="545493">
                              <a:moveTo>
                                <a:pt x="9106" y="303235"/>
                              </a:moveTo>
                              <a:cubicBezTo>
                                <a:pt x="26771" y="218696"/>
                                <a:pt x="67147" y="136682"/>
                                <a:pt x="128974" y="84949"/>
                              </a:cubicBezTo>
                              <a:cubicBezTo>
                                <a:pt x="241271" y="-10945"/>
                                <a:pt x="414133" y="-42489"/>
                                <a:pt x="520121" y="79902"/>
                              </a:cubicBezTo>
                              <a:cubicBezTo>
                                <a:pt x="534001" y="95043"/>
                                <a:pt x="545357" y="113970"/>
                                <a:pt x="546619" y="134158"/>
                              </a:cubicBezTo>
                              <a:cubicBezTo>
                                <a:pt x="552927" y="212388"/>
                                <a:pt x="414133" y="264120"/>
                                <a:pt x="361139" y="285570"/>
                              </a:cubicBezTo>
                              <a:cubicBezTo>
                                <a:pt x="315716" y="304497"/>
                                <a:pt x="267768" y="319638"/>
                                <a:pt x="219821" y="329732"/>
                              </a:cubicBezTo>
                              <a:cubicBezTo>
                                <a:pt x="207204" y="332255"/>
                                <a:pt x="81027" y="346135"/>
                                <a:pt x="81027" y="348658"/>
                              </a:cubicBezTo>
                              <a:cubicBezTo>
                                <a:pt x="65886" y="414270"/>
                                <a:pt x="57053" y="483667"/>
                                <a:pt x="34341" y="545494"/>
                              </a:cubicBezTo>
                              <a:cubicBezTo>
                                <a:pt x="36865" y="539185"/>
                                <a:pt x="16677" y="503856"/>
                                <a:pt x="14153" y="495023"/>
                              </a:cubicBezTo>
                              <a:cubicBezTo>
                                <a:pt x="10368" y="477359"/>
                                <a:pt x="6583" y="458432"/>
                                <a:pt x="4059" y="442029"/>
                              </a:cubicBezTo>
                              <a:cubicBezTo>
                                <a:pt x="-3512" y="395344"/>
                                <a:pt x="274" y="348658"/>
                                <a:pt x="9106" y="303235"/>
                              </a:cubicBezTo>
                              <a:close/>
                            </a:path>
                          </a:pathLst>
                        </a:custGeom>
                        <a:solidFill>
                          <a:srgbClr val="964429"/>
                        </a:solidFill>
                        <a:ln w="12614" cap="flat">
                          <a:noFill/>
                          <a:prstDash val="solid"/>
                          <a:miter/>
                        </a:ln>
                      </p:spPr>
                      <p:txBody>
                        <a:bodyPr rtlCol="0" anchor="ctr"/>
                        <a:lstStyle/>
                        <a:p>
                          <a:endParaRPr lang="en-US"/>
                        </a:p>
                      </p:txBody>
                    </p:sp>
                    <p:sp>
                      <p:nvSpPr>
                        <p:cNvPr id="799" name="Freeform: Shape 798">
                          <a:extLst>
                            <a:ext uri="{FF2B5EF4-FFF2-40B4-BE49-F238E27FC236}">
                              <a16:creationId xmlns:a16="http://schemas.microsoft.com/office/drawing/2014/main" id="{D770204D-5AB7-4D1A-A92E-A70E26E12BEC}"/>
                            </a:ext>
                          </a:extLst>
                        </p:cNvPr>
                        <p:cNvSpPr/>
                        <p:nvPr/>
                      </p:nvSpPr>
                      <p:spPr>
                        <a:xfrm>
                          <a:off x="10594485" y="1977176"/>
                          <a:ext cx="169016" cy="631207"/>
                        </a:xfrm>
                        <a:custGeom>
                          <a:avLst/>
                          <a:gdLst>
                            <a:gd name="connsiteX0" fmla="*/ 38794 w 169016"/>
                            <a:gd name="connsiteY0" fmla="*/ 1586 h 631207"/>
                            <a:gd name="connsiteX1" fmla="*/ 4727 w 169016"/>
                            <a:gd name="connsiteY1" fmla="*/ 106312 h 631207"/>
                            <a:gd name="connsiteX2" fmla="*/ 76647 w 169016"/>
                            <a:gd name="connsiteY2" fmla="*/ 335954 h 631207"/>
                            <a:gd name="connsiteX3" fmla="*/ 71600 w 169016"/>
                            <a:gd name="connsiteY3" fmla="*/ 438157 h 631207"/>
                            <a:gd name="connsiteX4" fmla="*/ 99359 w 169016"/>
                            <a:gd name="connsiteY4" fmla="*/ 494937 h 631207"/>
                            <a:gd name="connsiteX5" fmla="*/ 113239 w 169016"/>
                            <a:gd name="connsiteY5" fmla="*/ 631207 h 631207"/>
                            <a:gd name="connsiteX6" fmla="*/ 139736 w 169016"/>
                            <a:gd name="connsiteY6" fmla="*/ 565595 h 631207"/>
                            <a:gd name="connsiteX7" fmla="*/ 159924 w 169016"/>
                            <a:gd name="connsiteY7" fmla="*/ 472225 h 631207"/>
                            <a:gd name="connsiteX8" fmla="*/ 168757 w 169016"/>
                            <a:gd name="connsiteY8" fmla="*/ 351095 h 631207"/>
                            <a:gd name="connsiteX9" fmla="*/ 143521 w 169016"/>
                            <a:gd name="connsiteY9" fmla="*/ 173186 h 631207"/>
                            <a:gd name="connsiteX10" fmla="*/ 58983 w 169016"/>
                            <a:gd name="connsiteY10" fmla="*/ 15465 h 631207"/>
                            <a:gd name="connsiteX11" fmla="*/ 38794 w 169016"/>
                            <a:gd name="connsiteY11" fmla="*/ 1586 h 631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9016" h="631207">
                              <a:moveTo>
                                <a:pt x="38794" y="1586"/>
                              </a:moveTo>
                              <a:cubicBezTo>
                                <a:pt x="-1582" y="-12294"/>
                                <a:pt x="-5367" y="68459"/>
                                <a:pt x="4727" y="106312"/>
                              </a:cubicBezTo>
                              <a:cubicBezTo>
                                <a:pt x="24915" y="185804"/>
                                <a:pt x="88003" y="250154"/>
                                <a:pt x="76647" y="335954"/>
                              </a:cubicBezTo>
                              <a:cubicBezTo>
                                <a:pt x="71600" y="373807"/>
                                <a:pt x="56459" y="400304"/>
                                <a:pt x="71600" y="438157"/>
                              </a:cubicBezTo>
                              <a:cubicBezTo>
                                <a:pt x="79171" y="457084"/>
                                <a:pt x="90527" y="476010"/>
                                <a:pt x="99359" y="494937"/>
                              </a:cubicBezTo>
                              <a:cubicBezTo>
                                <a:pt x="118286" y="537837"/>
                                <a:pt x="123333" y="585784"/>
                                <a:pt x="113239" y="631207"/>
                              </a:cubicBezTo>
                              <a:cubicBezTo>
                                <a:pt x="118286" y="608496"/>
                                <a:pt x="133427" y="587045"/>
                                <a:pt x="139736" y="565595"/>
                              </a:cubicBezTo>
                              <a:cubicBezTo>
                                <a:pt x="148568" y="535313"/>
                                <a:pt x="154877" y="503769"/>
                                <a:pt x="159924" y="472225"/>
                              </a:cubicBezTo>
                              <a:cubicBezTo>
                                <a:pt x="163709" y="431848"/>
                                <a:pt x="166233" y="391472"/>
                                <a:pt x="168757" y="351095"/>
                              </a:cubicBezTo>
                              <a:cubicBezTo>
                                <a:pt x="171280" y="295577"/>
                                <a:pt x="154877" y="226180"/>
                                <a:pt x="143521" y="173186"/>
                              </a:cubicBezTo>
                              <a:cubicBezTo>
                                <a:pt x="130904" y="117668"/>
                                <a:pt x="103145" y="54580"/>
                                <a:pt x="58983" y="15465"/>
                              </a:cubicBezTo>
                              <a:cubicBezTo>
                                <a:pt x="51412" y="6633"/>
                                <a:pt x="45103" y="2848"/>
                                <a:pt x="38794" y="1586"/>
                              </a:cubicBezTo>
                              <a:close/>
                            </a:path>
                          </a:pathLst>
                        </a:custGeom>
                        <a:solidFill>
                          <a:srgbClr val="964429"/>
                        </a:solidFill>
                        <a:ln w="12614" cap="flat">
                          <a:noFill/>
                          <a:prstDash val="solid"/>
                          <a:miter/>
                        </a:ln>
                      </p:spPr>
                      <p:txBody>
                        <a:bodyPr rtlCol="0" anchor="ctr"/>
                        <a:lstStyle/>
                        <a:p>
                          <a:endParaRPr lang="en-US"/>
                        </a:p>
                      </p:txBody>
                    </p:sp>
                    <p:sp>
                      <p:nvSpPr>
                        <p:cNvPr id="800" name="Freeform: Shape 799">
                          <a:extLst>
                            <a:ext uri="{FF2B5EF4-FFF2-40B4-BE49-F238E27FC236}">
                              <a16:creationId xmlns:a16="http://schemas.microsoft.com/office/drawing/2014/main" id="{5B458CBE-C663-41FA-8973-ECCABFE5B8FC}"/>
                            </a:ext>
                          </a:extLst>
                        </p:cNvPr>
                        <p:cNvSpPr/>
                        <p:nvPr/>
                      </p:nvSpPr>
                      <p:spPr>
                        <a:xfrm>
                          <a:off x="10251530" y="2298205"/>
                          <a:ext cx="63083" cy="94716"/>
                        </a:xfrm>
                        <a:custGeom>
                          <a:avLst/>
                          <a:gdLst>
                            <a:gd name="connsiteX0" fmla="*/ 61261 w 63083"/>
                            <a:gd name="connsiteY0" fmla="*/ 26281 h 94716"/>
                            <a:gd name="connsiteX1" fmla="*/ 28455 w 63083"/>
                            <a:gd name="connsiteY1" fmla="*/ 11139 h 94716"/>
                            <a:gd name="connsiteX2" fmla="*/ 27193 w 63083"/>
                            <a:gd name="connsiteY2" fmla="*/ 11139 h 94716"/>
                            <a:gd name="connsiteX3" fmla="*/ 18361 w 63083"/>
                            <a:gd name="connsiteY3" fmla="*/ 8616 h 94716"/>
                            <a:gd name="connsiteX4" fmla="*/ 15837 w 63083"/>
                            <a:gd name="connsiteY4" fmla="*/ 6092 h 94716"/>
                            <a:gd name="connsiteX5" fmla="*/ 10790 w 63083"/>
                            <a:gd name="connsiteY5" fmla="*/ 1045 h 94716"/>
                            <a:gd name="connsiteX6" fmla="*/ 1958 w 63083"/>
                            <a:gd name="connsiteY6" fmla="*/ 3569 h 94716"/>
                            <a:gd name="connsiteX7" fmla="*/ 15837 w 63083"/>
                            <a:gd name="connsiteY7" fmla="*/ 26281 h 94716"/>
                            <a:gd name="connsiteX8" fmla="*/ 15837 w 63083"/>
                            <a:gd name="connsiteY8" fmla="*/ 26281 h 94716"/>
                            <a:gd name="connsiteX9" fmla="*/ 15837 w 63083"/>
                            <a:gd name="connsiteY9" fmla="*/ 71704 h 94716"/>
                            <a:gd name="connsiteX10" fmla="*/ 42334 w 63083"/>
                            <a:gd name="connsiteY10" fmla="*/ 94416 h 94716"/>
                            <a:gd name="connsiteX11" fmla="*/ 61261 w 63083"/>
                            <a:gd name="connsiteY11" fmla="*/ 26281 h 9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3083" h="94716">
                              <a:moveTo>
                                <a:pt x="61261" y="26281"/>
                              </a:moveTo>
                              <a:cubicBezTo>
                                <a:pt x="58737" y="11139"/>
                                <a:pt x="41072" y="6092"/>
                                <a:pt x="28455" y="11139"/>
                              </a:cubicBezTo>
                              <a:cubicBezTo>
                                <a:pt x="28455" y="11139"/>
                                <a:pt x="28455" y="11139"/>
                                <a:pt x="27193" y="11139"/>
                              </a:cubicBezTo>
                              <a:cubicBezTo>
                                <a:pt x="24670" y="11139"/>
                                <a:pt x="20884" y="11139"/>
                                <a:pt x="18361" y="8616"/>
                              </a:cubicBezTo>
                              <a:cubicBezTo>
                                <a:pt x="17099" y="7354"/>
                                <a:pt x="17099" y="7354"/>
                                <a:pt x="15837" y="6092"/>
                              </a:cubicBezTo>
                              <a:cubicBezTo>
                                <a:pt x="14575" y="3569"/>
                                <a:pt x="13314" y="2307"/>
                                <a:pt x="10790" y="1045"/>
                              </a:cubicBezTo>
                              <a:cubicBezTo>
                                <a:pt x="8266" y="-1478"/>
                                <a:pt x="3219" y="1045"/>
                                <a:pt x="1958" y="3569"/>
                              </a:cubicBezTo>
                              <a:cubicBezTo>
                                <a:pt x="-4351" y="13663"/>
                                <a:pt x="5743" y="23757"/>
                                <a:pt x="15837" y="26281"/>
                              </a:cubicBezTo>
                              <a:cubicBezTo>
                                <a:pt x="15837" y="26281"/>
                                <a:pt x="15837" y="26281"/>
                                <a:pt x="15837" y="26281"/>
                              </a:cubicBezTo>
                              <a:cubicBezTo>
                                <a:pt x="13314" y="40160"/>
                                <a:pt x="12052" y="57825"/>
                                <a:pt x="15837" y="71704"/>
                              </a:cubicBezTo>
                              <a:cubicBezTo>
                                <a:pt x="18361" y="83060"/>
                                <a:pt x="28455" y="96940"/>
                                <a:pt x="42334" y="94416"/>
                              </a:cubicBezTo>
                              <a:cubicBezTo>
                                <a:pt x="67570" y="89369"/>
                                <a:pt x="63784" y="45207"/>
                                <a:pt x="61261" y="26281"/>
                              </a:cubicBezTo>
                              <a:close/>
                            </a:path>
                          </a:pathLst>
                        </a:custGeom>
                        <a:solidFill>
                          <a:srgbClr val="664411"/>
                        </a:solidFill>
                        <a:ln w="12614" cap="flat">
                          <a:noFill/>
                          <a:prstDash val="solid"/>
                          <a:miter/>
                        </a:ln>
                      </p:spPr>
                      <p:txBody>
                        <a:bodyPr rtlCol="0" anchor="ctr"/>
                        <a:lstStyle/>
                        <a:p>
                          <a:endParaRPr lang="en-US"/>
                        </a:p>
                      </p:txBody>
                    </p:sp>
                    <p:sp>
                      <p:nvSpPr>
                        <p:cNvPr id="801" name="Freeform: Shape 800">
                          <a:extLst>
                            <a:ext uri="{FF2B5EF4-FFF2-40B4-BE49-F238E27FC236}">
                              <a16:creationId xmlns:a16="http://schemas.microsoft.com/office/drawing/2014/main" id="{D9F1771E-B223-4379-A742-ADEAAF0E5FFA}"/>
                            </a:ext>
                          </a:extLst>
                        </p:cNvPr>
                        <p:cNvSpPr/>
                        <p:nvPr/>
                      </p:nvSpPr>
                      <p:spPr>
                        <a:xfrm>
                          <a:off x="10484004" y="2292942"/>
                          <a:ext cx="65813" cy="99979"/>
                        </a:xfrm>
                        <a:custGeom>
                          <a:avLst/>
                          <a:gdLst>
                            <a:gd name="connsiteX0" fmla="*/ 63476 w 65813"/>
                            <a:gd name="connsiteY0" fmla="*/ 31544 h 99979"/>
                            <a:gd name="connsiteX1" fmla="*/ 25623 w 65813"/>
                            <a:gd name="connsiteY1" fmla="*/ 18926 h 99979"/>
                            <a:gd name="connsiteX2" fmla="*/ 21837 w 65813"/>
                            <a:gd name="connsiteY2" fmla="*/ 16403 h 99979"/>
                            <a:gd name="connsiteX3" fmla="*/ 14267 w 65813"/>
                            <a:gd name="connsiteY3" fmla="*/ 3785 h 99979"/>
                            <a:gd name="connsiteX4" fmla="*/ 1649 w 65813"/>
                            <a:gd name="connsiteY4" fmla="*/ 3785 h 99979"/>
                            <a:gd name="connsiteX5" fmla="*/ 10481 w 65813"/>
                            <a:gd name="connsiteY5" fmla="*/ 29021 h 99979"/>
                            <a:gd name="connsiteX6" fmla="*/ 16790 w 65813"/>
                            <a:gd name="connsiteY6" fmla="*/ 32806 h 99979"/>
                            <a:gd name="connsiteX7" fmla="*/ 16790 w 65813"/>
                            <a:gd name="connsiteY7" fmla="*/ 76968 h 99979"/>
                            <a:gd name="connsiteX8" fmla="*/ 43287 w 65813"/>
                            <a:gd name="connsiteY8" fmla="*/ 99680 h 99979"/>
                            <a:gd name="connsiteX9" fmla="*/ 63476 w 65813"/>
                            <a:gd name="connsiteY9" fmla="*/ 31544 h 99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813" h="99979">
                              <a:moveTo>
                                <a:pt x="63476" y="31544"/>
                              </a:moveTo>
                              <a:cubicBezTo>
                                <a:pt x="60952" y="15141"/>
                                <a:pt x="38240" y="10094"/>
                                <a:pt x="25623" y="18926"/>
                              </a:cubicBezTo>
                              <a:cubicBezTo>
                                <a:pt x="24361" y="18926"/>
                                <a:pt x="23099" y="17665"/>
                                <a:pt x="21837" y="16403"/>
                              </a:cubicBezTo>
                              <a:cubicBezTo>
                                <a:pt x="16790" y="12618"/>
                                <a:pt x="18052" y="7571"/>
                                <a:pt x="14267" y="3785"/>
                              </a:cubicBezTo>
                              <a:cubicBezTo>
                                <a:pt x="11743" y="-1262"/>
                                <a:pt x="4172" y="-1262"/>
                                <a:pt x="1649" y="3785"/>
                              </a:cubicBezTo>
                              <a:cubicBezTo>
                                <a:pt x="-3398" y="12618"/>
                                <a:pt x="4172" y="23974"/>
                                <a:pt x="10481" y="29021"/>
                              </a:cubicBezTo>
                              <a:cubicBezTo>
                                <a:pt x="11743" y="30282"/>
                                <a:pt x="14267" y="31544"/>
                                <a:pt x="16790" y="32806"/>
                              </a:cubicBezTo>
                              <a:cubicBezTo>
                                <a:pt x="14267" y="46685"/>
                                <a:pt x="14267" y="63088"/>
                                <a:pt x="16790" y="76968"/>
                              </a:cubicBezTo>
                              <a:cubicBezTo>
                                <a:pt x="19314" y="88324"/>
                                <a:pt x="29408" y="102203"/>
                                <a:pt x="43287" y="99680"/>
                              </a:cubicBezTo>
                              <a:cubicBezTo>
                                <a:pt x="69784" y="94632"/>
                                <a:pt x="67261" y="50471"/>
                                <a:pt x="63476" y="31544"/>
                              </a:cubicBezTo>
                              <a:close/>
                            </a:path>
                          </a:pathLst>
                        </a:custGeom>
                        <a:solidFill>
                          <a:srgbClr val="664411"/>
                        </a:solidFill>
                        <a:ln w="12614" cap="flat">
                          <a:noFill/>
                          <a:prstDash val="solid"/>
                          <a:miter/>
                        </a:ln>
                      </p:spPr>
                      <p:txBody>
                        <a:bodyPr rtlCol="0" anchor="ctr"/>
                        <a:lstStyle/>
                        <a:p>
                          <a:endParaRPr lang="en-US"/>
                        </a:p>
                      </p:txBody>
                    </p:sp>
                    <p:sp>
                      <p:nvSpPr>
                        <p:cNvPr id="802" name="Freeform: Shape 801">
                          <a:extLst>
                            <a:ext uri="{FF2B5EF4-FFF2-40B4-BE49-F238E27FC236}">
                              <a16:creationId xmlns:a16="http://schemas.microsoft.com/office/drawing/2014/main" id="{2C95F923-5862-43CB-B986-684CD0A413A9}"/>
                            </a:ext>
                          </a:extLst>
                        </p:cNvPr>
                        <p:cNvSpPr/>
                        <p:nvPr/>
                      </p:nvSpPr>
                      <p:spPr>
                        <a:xfrm>
                          <a:off x="10290395" y="2316915"/>
                          <a:ext cx="17033" cy="16403"/>
                        </a:xfrm>
                        <a:custGeom>
                          <a:avLst/>
                          <a:gdLst>
                            <a:gd name="connsiteX0" fmla="*/ 8517 w 17033"/>
                            <a:gd name="connsiteY0" fmla="*/ 0 h 16403"/>
                            <a:gd name="connsiteX1" fmla="*/ 8517 w 17033"/>
                            <a:gd name="connsiteY1" fmla="*/ 16403 h 16403"/>
                            <a:gd name="connsiteX2" fmla="*/ 8517 w 17033"/>
                            <a:gd name="connsiteY2" fmla="*/ 0 h 16403"/>
                          </a:gdLst>
                          <a:ahLst/>
                          <a:cxnLst>
                            <a:cxn ang="0">
                              <a:pos x="connsiteX0" y="connsiteY0"/>
                            </a:cxn>
                            <a:cxn ang="0">
                              <a:pos x="connsiteX1" y="connsiteY1"/>
                            </a:cxn>
                            <a:cxn ang="0">
                              <a:pos x="connsiteX2" y="connsiteY2"/>
                            </a:cxn>
                          </a:cxnLst>
                          <a:rect l="l" t="t" r="r" b="b"/>
                          <a:pathLst>
                            <a:path w="17033" h="16403">
                              <a:moveTo>
                                <a:pt x="8517" y="0"/>
                              </a:moveTo>
                              <a:cubicBezTo>
                                <a:pt x="-2839" y="0"/>
                                <a:pt x="-2839" y="16403"/>
                                <a:pt x="8517" y="16403"/>
                              </a:cubicBezTo>
                              <a:cubicBezTo>
                                <a:pt x="19873" y="16403"/>
                                <a:pt x="19873" y="0"/>
                                <a:pt x="8517" y="0"/>
                              </a:cubicBezTo>
                              <a:close/>
                            </a:path>
                          </a:pathLst>
                        </a:custGeom>
                        <a:solidFill>
                          <a:srgbClr val="FFFFFF"/>
                        </a:solidFill>
                        <a:ln w="12614" cap="flat">
                          <a:noFill/>
                          <a:prstDash val="solid"/>
                          <a:miter/>
                        </a:ln>
                      </p:spPr>
                      <p:txBody>
                        <a:bodyPr rtlCol="0" anchor="ctr"/>
                        <a:lstStyle/>
                        <a:p>
                          <a:endParaRPr lang="en-US"/>
                        </a:p>
                      </p:txBody>
                    </p:sp>
                    <p:sp>
                      <p:nvSpPr>
                        <p:cNvPr id="803" name="Freeform: Shape 802">
                          <a:extLst>
                            <a:ext uri="{FF2B5EF4-FFF2-40B4-BE49-F238E27FC236}">
                              <a16:creationId xmlns:a16="http://schemas.microsoft.com/office/drawing/2014/main" id="{81B37181-59A7-417D-99D0-23349B30B8CB}"/>
                            </a:ext>
                          </a:extLst>
                        </p:cNvPr>
                        <p:cNvSpPr/>
                        <p:nvPr/>
                      </p:nvSpPr>
                      <p:spPr>
                        <a:xfrm>
                          <a:off x="10527291" y="2316915"/>
                          <a:ext cx="15141" cy="16403"/>
                        </a:xfrm>
                        <a:custGeom>
                          <a:avLst/>
                          <a:gdLst>
                            <a:gd name="connsiteX0" fmla="*/ 7571 w 15141"/>
                            <a:gd name="connsiteY0" fmla="*/ 0 h 16403"/>
                            <a:gd name="connsiteX1" fmla="*/ 7571 w 15141"/>
                            <a:gd name="connsiteY1" fmla="*/ 16403 h 16403"/>
                            <a:gd name="connsiteX2" fmla="*/ 7571 w 15141"/>
                            <a:gd name="connsiteY2" fmla="*/ 0 h 16403"/>
                          </a:gdLst>
                          <a:ahLst/>
                          <a:cxnLst>
                            <a:cxn ang="0">
                              <a:pos x="connsiteX0" y="connsiteY0"/>
                            </a:cxn>
                            <a:cxn ang="0">
                              <a:pos x="connsiteX1" y="connsiteY1"/>
                            </a:cxn>
                            <a:cxn ang="0">
                              <a:pos x="connsiteX2" y="connsiteY2"/>
                            </a:cxn>
                          </a:cxnLst>
                          <a:rect l="l" t="t" r="r" b="b"/>
                          <a:pathLst>
                            <a:path w="15141" h="16403">
                              <a:moveTo>
                                <a:pt x="7571" y="0"/>
                              </a:moveTo>
                              <a:cubicBezTo>
                                <a:pt x="-2524" y="0"/>
                                <a:pt x="-2524" y="16403"/>
                                <a:pt x="7571" y="16403"/>
                              </a:cubicBezTo>
                              <a:cubicBezTo>
                                <a:pt x="17665" y="16403"/>
                                <a:pt x="17665" y="0"/>
                                <a:pt x="7571" y="0"/>
                              </a:cubicBezTo>
                              <a:close/>
                            </a:path>
                          </a:pathLst>
                        </a:custGeom>
                        <a:solidFill>
                          <a:srgbClr val="FFFFFF"/>
                        </a:solidFill>
                        <a:ln w="12614" cap="flat">
                          <a:noFill/>
                          <a:prstDash val="solid"/>
                          <a:miter/>
                        </a:ln>
                      </p:spPr>
                      <p:txBody>
                        <a:bodyPr rtlCol="0" anchor="ctr"/>
                        <a:lstStyle/>
                        <a:p>
                          <a:endParaRPr lang="en-US"/>
                        </a:p>
                      </p:txBody>
                    </p:sp>
                    <p:sp>
                      <p:nvSpPr>
                        <p:cNvPr id="804" name="Freeform: Shape 803">
                          <a:extLst>
                            <a:ext uri="{FF2B5EF4-FFF2-40B4-BE49-F238E27FC236}">
                              <a16:creationId xmlns:a16="http://schemas.microsoft.com/office/drawing/2014/main" id="{05EEE7AA-710E-42AF-9078-E6C0B8C5FDD0}"/>
                            </a:ext>
                          </a:extLst>
                        </p:cNvPr>
                        <p:cNvSpPr/>
                        <p:nvPr/>
                      </p:nvSpPr>
                      <p:spPr>
                        <a:xfrm>
                          <a:off x="10342414" y="2398681"/>
                          <a:ext cx="80720" cy="88692"/>
                        </a:xfrm>
                        <a:custGeom>
                          <a:avLst/>
                          <a:gdLst>
                            <a:gd name="connsiteX0" fmla="*/ 70056 w 80720"/>
                            <a:gd name="connsiteY0" fmla="*/ 55767 h 88692"/>
                            <a:gd name="connsiteX1" fmla="*/ 56177 w 80720"/>
                            <a:gd name="connsiteY1" fmla="*/ 63338 h 88692"/>
                            <a:gd name="connsiteX2" fmla="*/ 32203 w 80720"/>
                            <a:gd name="connsiteY2" fmla="*/ 51982 h 88692"/>
                            <a:gd name="connsiteX3" fmla="*/ 22109 w 80720"/>
                            <a:gd name="connsiteY3" fmla="*/ 250 h 88692"/>
                            <a:gd name="connsiteX4" fmla="*/ 659 w 80720"/>
                            <a:gd name="connsiteY4" fmla="*/ 44412 h 88692"/>
                            <a:gd name="connsiteX5" fmla="*/ 35989 w 80720"/>
                            <a:gd name="connsiteY5" fmla="*/ 88573 h 88692"/>
                            <a:gd name="connsiteX6" fmla="*/ 80151 w 80720"/>
                            <a:gd name="connsiteY6" fmla="*/ 63338 h 88692"/>
                            <a:gd name="connsiteX7" fmla="*/ 70056 w 80720"/>
                            <a:gd name="connsiteY7" fmla="*/ 55767 h 88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720" h="88692">
                              <a:moveTo>
                                <a:pt x="70056" y="55767"/>
                              </a:moveTo>
                              <a:cubicBezTo>
                                <a:pt x="63747" y="58291"/>
                                <a:pt x="58700" y="62076"/>
                                <a:pt x="56177" y="63338"/>
                              </a:cubicBezTo>
                              <a:cubicBezTo>
                                <a:pt x="43559" y="65862"/>
                                <a:pt x="38512" y="65862"/>
                                <a:pt x="32203" y="51982"/>
                              </a:cubicBezTo>
                              <a:cubicBezTo>
                                <a:pt x="28418" y="43150"/>
                                <a:pt x="32203" y="2773"/>
                                <a:pt x="22109" y="250"/>
                              </a:cubicBezTo>
                              <a:cubicBezTo>
                                <a:pt x="5706" y="-3535"/>
                                <a:pt x="659" y="36841"/>
                                <a:pt x="659" y="44412"/>
                              </a:cubicBezTo>
                              <a:cubicBezTo>
                                <a:pt x="-3126" y="69647"/>
                                <a:pt x="9492" y="86050"/>
                                <a:pt x="35989" y="88573"/>
                              </a:cubicBezTo>
                              <a:cubicBezTo>
                                <a:pt x="52392" y="89835"/>
                                <a:pt x="76365" y="81003"/>
                                <a:pt x="80151" y="63338"/>
                              </a:cubicBezTo>
                              <a:cubicBezTo>
                                <a:pt x="82674" y="51982"/>
                                <a:pt x="76365" y="53244"/>
                                <a:pt x="70056" y="55767"/>
                              </a:cubicBezTo>
                              <a:close/>
                            </a:path>
                          </a:pathLst>
                        </a:custGeom>
                        <a:solidFill>
                          <a:srgbClr val="EB8E4B"/>
                        </a:solidFill>
                        <a:ln w="12614" cap="flat">
                          <a:noFill/>
                          <a:prstDash val="solid"/>
                          <a:miter/>
                        </a:ln>
                      </p:spPr>
                      <p:txBody>
                        <a:bodyPr rtlCol="0" anchor="ctr"/>
                        <a:lstStyle/>
                        <a:p>
                          <a:endParaRPr lang="en-US"/>
                        </a:p>
                      </p:txBody>
                    </p:sp>
                    <p:sp>
                      <p:nvSpPr>
                        <p:cNvPr id="805" name="Freeform: Shape 804">
                          <a:extLst>
                            <a:ext uri="{FF2B5EF4-FFF2-40B4-BE49-F238E27FC236}">
                              <a16:creationId xmlns:a16="http://schemas.microsoft.com/office/drawing/2014/main" id="{A1F3783E-C773-4362-9317-180464438731}"/>
                            </a:ext>
                          </a:extLst>
                        </p:cNvPr>
                        <p:cNvSpPr/>
                        <p:nvPr/>
                      </p:nvSpPr>
                      <p:spPr>
                        <a:xfrm>
                          <a:off x="10302127" y="2527326"/>
                          <a:ext cx="195438" cy="95171"/>
                        </a:xfrm>
                        <a:custGeom>
                          <a:avLst/>
                          <a:gdLst>
                            <a:gd name="connsiteX0" fmla="*/ 194882 w 195438"/>
                            <a:gd name="connsiteY0" fmla="*/ 10399 h 95171"/>
                            <a:gd name="connsiteX1" fmla="*/ 177217 w 195438"/>
                            <a:gd name="connsiteY1" fmla="*/ 46990 h 95171"/>
                            <a:gd name="connsiteX2" fmla="*/ 48517 w 195438"/>
                            <a:gd name="connsiteY2" fmla="*/ 83581 h 95171"/>
                            <a:gd name="connsiteX3" fmla="*/ 570 w 195438"/>
                            <a:gd name="connsiteY3" fmla="*/ 14184 h 95171"/>
                            <a:gd name="connsiteX4" fmla="*/ 10664 w 195438"/>
                            <a:gd name="connsiteY4" fmla="*/ 6613 h 95171"/>
                            <a:gd name="connsiteX5" fmla="*/ 10664 w 195438"/>
                            <a:gd name="connsiteY5" fmla="*/ 6613 h 95171"/>
                            <a:gd name="connsiteX6" fmla="*/ 177217 w 195438"/>
                            <a:gd name="connsiteY6" fmla="*/ 305 h 95171"/>
                            <a:gd name="connsiteX7" fmla="*/ 181002 w 195438"/>
                            <a:gd name="connsiteY7" fmla="*/ 305 h 95171"/>
                            <a:gd name="connsiteX8" fmla="*/ 194882 w 195438"/>
                            <a:gd name="connsiteY8" fmla="*/ 10399 h 95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5438" h="95171">
                              <a:moveTo>
                                <a:pt x="194882" y="10399"/>
                              </a:moveTo>
                              <a:cubicBezTo>
                                <a:pt x="191096" y="24278"/>
                                <a:pt x="184787" y="36896"/>
                                <a:pt x="177217" y="46990"/>
                              </a:cubicBezTo>
                              <a:cubicBezTo>
                                <a:pt x="145673" y="91152"/>
                                <a:pt x="91417" y="108817"/>
                                <a:pt x="48517" y="83581"/>
                              </a:cubicBezTo>
                              <a:cubicBezTo>
                                <a:pt x="28328" y="70964"/>
                                <a:pt x="10664" y="48252"/>
                                <a:pt x="570" y="14184"/>
                              </a:cubicBezTo>
                              <a:cubicBezTo>
                                <a:pt x="-1954" y="6613"/>
                                <a:pt x="4355" y="6613"/>
                                <a:pt x="10664" y="6613"/>
                              </a:cubicBezTo>
                              <a:lnTo>
                                <a:pt x="10664" y="6613"/>
                              </a:lnTo>
                              <a:cubicBezTo>
                                <a:pt x="95202" y="305"/>
                                <a:pt x="107820" y="6613"/>
                                <a:pt x="177217" y="305"/>
                              </a:cubicBezTo>
                              <a:cubicBezTo>
                                <a:pt x="178479" y="305"/>
                                <a:pt x="179740" y="305"/>
                                <a:pt x="181002" y="305"/>
                              </a:cubicBezTo>
                              <a:cubicBezTo>
                                <a:pt x="191096" y="-957"/>
                                <a:pt x="197405" y="1566"/>
                                <a:pt x="194882" y="10399"/>
                              </a:cubicBezTo>
                              <a:close/>
                            </a:path>
                          </a:pathLst>
                        </a:custGeom>
                        <a:solidFill>
                          <a:srgbClr val="B86428"/>
                        </a:solidFill>
                        <a:ln w="12614" cap="flat">
                          <a:noFill/>
                          <a:prstDash val="solid"/>
                          <a:miter/>
                        </a:ln>
                      </p:spPr>
                      <p:txBody>
                        <a:bodyPr rtlCol="0" anchor="ctr"/>
                        <a:lstStyle/>
                        <a:p>
                          <a:endParaRPr lang="en-US"/>
                        </a:p>
                      </p:txBody>
                    </p:sp>
                    <p:sp>
                      <p:nvSpPr>
                        <p:cNvPr id="806" name="Freeform: Shape 805">
                          <a:extLst>
                            <a:ext uri="{FF2B5EF4-FFF2-40B4-BE49-F238E27FC236}">
                              <a16:creationId xmlns:a16="http://schemas.microsoft.com/office/drawing/2014/main" id="{9CFFC57A-950D-439A-B604-B76DE20E03FB}"/>
                            </a:ext>
                          </a:extLst>
                        </p:cNvPr>
                        <p:cNvSpPr/>
                        <p:nvPr/>
                      </p:nvSpPr>
                      <p:spPr>
                        <a:xfrm>
                          <a:off x="10200809" y="2415550"/>
                          <a:ext cx="70659" cy="41205"/>
                        </a:xfrm>
                        <a:custGeom>
                          <a:avLst/>
                          <a:gdLst>
                            <a:gd name="connsiteX0" fmla="*/ 56464 w 70659"/>
                            <a:gd name="connsiteY0" fmla="*/ 1045 h 41205"/>
                            <a:gd name="connsiteX1" fmla="*/ 12302 w 70659"/>
                            <a:gd name="connsiteY1" fmla="*/ 3569 h 41205"/>
                            <a:gd name="connsiteX2" fmla="*/ 12302 w 70659"/>
                            <a:gd name="connsiteY2" fmla="*/ 37637 h 41205"/>
                            <a:gd name="connsiteX3" fmla="*/ 56464 w 70659"/>
                            <a:gd name="connsiteY3" fmla="*/ 40160 h 41205"/>
                            <a:gd name="connsiteX4" fmla="*/ 56464 w 70659"/>
                            <a:gd name="connsiteY4" fmla="*/ 1045 h 41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59" h="41205">
                              <a:moveTo>
                                <a:pt x="56464" y="1045"/>
                              </a:moveTo>
                              <a:cubicBezTo>
                                <a:pt x="42585" y="-1478"/>
                                <a:pt x="26182" y="1045"/>
                                <a:pt x="12302" y="3569"/>
                              </a:cubicBezTo>
                              <a:cubicBezTo>
                                <a:pt x="-4101" y="6092"/>
                                <a:pt x="-4101" y="35113"/>
                                <a:pt x="12302" y="37637"/>
                              </a:cubicBezTo>
                              <a:cubicBezTo>
                                <a:pt x="26182" y="40160"/>
                                <a:pt x="42585" y="42684"/>
                                <a:pt x="56464" y="40160"/>
                              </a:cubicBezTo>
                              <a:cubicBezTo>
                                <a:pt x="75391" y="36375"/>
                                <a:pt x="75391" y="4831"/>
                                <a:pt x="56464" y="1045"/>
                              </a:cubicBezTo>
                              <a:close/>
                            </a:path>
                          </a:pathLst>
                        </a:custGeom>
                        <a:solidFill>
                          <a:srgbClr val="EB8E4B"/>
                        </a:solidFill>
                        <a:ln w="12614" cap="flat">
                          <a:noFill/>
                          <a:prstDash val="solid"/>
                          <a:miter/>
                        </a:ln>
                      </p:spPr>
                      <p:txBody>
                        <a:bodyPr rtlCol="0" anchor="ctr"/>
                        <a:lstStyle/>
                        <a:p>
                          <a:endParaRPr lang="en-US"/>
                        </a:p>
                      </p:txBody>
                    </p:sp>
                    <p:sp>
                      <p:nvSpPr>
                        <p:cNvPr id="807" name="Freeform: Shape 806">
                          <a:extLst>
                            <a:ext uri="{FF2B5EF4-FFF2-40B4-BE49-F238E27FC236}">
                              <a16:creationId xmlns:a16="http://schemas.microsoft.com/office/drawing/2014/main" id="{BBAB5941-5E95-4258-90A6-63A73C278F96}"/>
                            </a:ext>
                          </a:extLst>
                        </p:cNvPr>
                        <p:cNvSpPr/>
                        <p:nvPr/>
                      </p:nvSpPr>
                      <p:spPr>
                        <a:xfrm>
                          <a:off x="10539278" y="2407567"/>
                          <a:ext cx="74443" cy="47826"/>
                        </a:xfrm>
                        <a:custGeom>
                          <a:avLst/>
                          <a:gdLst>
                            <a:gd name="connsiteX0" fmla="*/ 57410 w 74443"/>
                            <a:gd name="connsiteY0" fmla="*/ 1457 h 47826"/>
                            <a:gd name="connsiteX1" fmla="*/ 33437 w 74443"/>
                            <a:gd name="connsiteY1" fmla="*/ 1457 h 47826"/>
                            <a:gd name="connsiteX2" fmla="*/ 9463 w 74443"/>
                            <a:gd name="connsiteY2" fmla="*/ 7766 h 47826"/>
                            <a:gd name="connsiteX3" fmla="*/ 9463 w 74443"/>
                            <a:gd name="connsiteY3" fmla="*/ 40572 h 47826"/>
                            <a:gd name="connsiteX4" fmla="*/ 33437 w 74443"/>
                            <a:gd name="connsiteY4" fmla="*/ 46881 h 47826"/>
                            <a:gd name="connsiteX5" fmla="*/ 57410 w 74443"/>
                            <a:gd name="connsiteY5" fmla="*/ 46881 h 47826"/>
                            <a:gd name="connsiteX6" fmla="*/ 57410 w 74443"/>
                            <a:gd name="connsiteY6" fmla="*/ 1457 h 47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443" h="47826">
                              <a:moveTo>
                                <a:pt x="57410" y="1457"/>
                              </a:moveTo>
                              <a:cubicBezTo>
                                <a:pt x="49840" y="-1067"/>
                                <a:pt x="41007" y="195"/>
                                <a:pt x="33437" y="1457"/>
                              </a:cubicBezTo>
                              <a:cubicBezTo>
                                <a:pt x="24604" y="2719"/>
                                <a:pt x="15772" y="2719"/>
                                <a:pt x="9463" y="7766"/>
                              </a:cubicBezTo>
                              <a:cubicBezTo>
                                <a:pt x="-3154" y="16598"/>
                                <a:pt x="-3154" y="31739"/>
                                <a:pt x="9463" y="40572"/>
                              </a:cubicBezTo>
                              <a:cubicBezTo>
                                <a:pt x="15772" y="45619"/>
                                <a:pt x="25866" y="46881"/>
                                <a:pt x="33437" y="46881"/>
                              </a:cubicBezTo>
                              <a:cubicBezTo>
                                <a:pt x="41007" y="48142"/>
                                <a:pt x="49840" y="48142"/>
                                <a:pt x="57410" y="46881"/>
                              </a:cubicBezTo>
                              <a:cubicBezTo>
                                <a:pt x="80122" y="41833"/>
                                <a:pt x="80122" y="6504"/>
                                <a:pt x="57410" y="1457"/>
                              </a:cubicBezTo>
                              <a:close/>
                            </a:path>
                          </a:pathLst>
                        </a:custGeom>
                        <a:solidFill>
                          <a:srgbClr val="EB8E4B"/>
                        </a:solidFill>
                        <a:ln w="12614" cap="flat">
                          <a:noFill/>
                          <a:prstDash val="solid"/>
                          <a:miter/>
                        </a:ln>
                      </p:spPr>
                      <p:txBody>
                        <a:bodyPr rtlCol="0" anchor="ctr"/>
                        <a:lstStyle/>
                        <a:p>
                          <a:endParaRPr lang="en-US"/>
                        </a:p>
                      </p:txBody>
                    </p:sp>
                  </p:grpSp>
                  <p:sp>
                    <p:nvSpPr>
                      <p:cNvPr id="808" name="Freeform: Shape 807">
                        <a:extLst>
                          <a:ext uri="{FF2B5EF4-FFF2-40B4-BE49-F238E27FC236}">
                            <a16:creationId xmlns:a16="http://schemas.microsoft.com/office/drawing/2014/main" id="{53F0877F-2C71-467C-9219-87C271AB15B2}"/>
                          </a:ext>
                        </a:extLst>
                      </p:cNvPr>
                      <p:cNvSpPr/>
                      <p:nvPr/>
                    </p:nvSpPr>
                    <p:spPr>
                      <a:xfrm>
                        <a:off x="10324615" y="2807743"/>
                        <a:ext cx="272073" cy="403765"/>
                      </a:xfrm>
                      <a:custGeom>
                        <a:avLst/>
                        <a:gdLst>
                          <a:gd name="connsiteX0" fmla="*/ 4579 w 272073"/>
                          <a:gd name="connsiteY0" fmla="*/ 76968 h 403765"/>
                          <a:gd name="connsiteX1" fmla="*/ 17197 w 272073"/>
                          <a:gd name="connsiteY1" fmla="*/ 223333 h 403765"/>
                          <a:gd name="connsiteX2" fmla="*/ 17197 w 272073"/>
                          <a:gd name="connsiteY2" fmla="*/ 225856 h 403765"/>
                          <a:gd name="connsiteX3" fmla="*/ 48741 w 272073"/>
                          <a:gd name="connsiteY3" fmla="*/ 403765 h 403765"/>
                          <a:gd name="connsiteX4" fmla="*/ 101735 w 272073"/>
                          <a:gd name="connsiteY4" fmla="*/ 300300 h 403765"/>
                          <a:gd name="connsiteX5" fmla="*/ 115615 w 272073"/>
                          <a:gd name="connsiteY5" fmla="*/ 268756 h 403765"/>
                          <a:gd name="connsiteX6" fmla="*/ 144635 w 272073"/>
                          <a:gd name="connsiteY6" fmla="*/ 215762 h 403765"/>
                          <a:gd name="connsiteX7" fmla="*/ 198891 w 272073"/>
                          <a:gd name="connsiteY7" fmla="*/ 127438 h 403765"/>
                          <a:gd name="connsiteX8" fmla="*/ 272074 w 272073"/>
                          <a:gd name="connsiteY8" fmla="*/ 0 h 403765"/>
                          <a:gd name="connsiteX9" fmla="*/ 159776 w 272073"/>
                          <a:gd name="connsiteY9" fmla="*/ 32806 h 403765"/>
                          <a:gd name="connsiteX10" fmla="*/ 109306 w 272073"/>
                          <a:gd name="connsiteY10" fmla="*/ 45424 h 403765"/>
                          <a:gd name="connsiteX11" fmla="*/ 56311 w 272073"/>
                          <a:gd name="connsiteY11" fmla="*/ 15141 h 403765"/>
                          <a:gd name="connsiteX12" fmla="*/ 17197 w 272073"/>
                          <a:gd name="connsiteY12" fmla="*/ 6309 h 403765"/>
                          <a:gd name="connsiteX13" fmla="*/ 4579 w 272073"/>
                          <a:gd name="connsiteY13" fmla="*/ 76968 h 403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2073" h="403765">
                            <a:moveTo>
                              <a:pt x="4579" y="76968"/>
                            </a:moveTo>
                            <a:cubicBezTo>
                              <a:pt x="9626" y="126177"/>
                              <a:pt x="8364" y="174124"/>
                              <a:pt x="17197" y="223333"/>
                            </a:cubicBezTo>
                            <a:cubicBezTo>
                              <a:pt x="17197" y="224594"/>
                              <a:pt x="17197" y="224594"/>
                              <a:pt x="17197" y="225856"/>
                            </a:cubicBezTo>
                            <a:cubicBezTo>
                              <a:pt x="23505" y="258662"/>
                              <a:pt x="63882" y="384839"/>
                              <a:pt x="48741" y="403765"/>
                            </a:cubicBezTo>
                            <a:cubicBezTo>
                              <a:pt x="71453" y="372221"/>
                              <a:pt x="87856" y="336892"/>
                              <a:pt x="101735" y="300300"/>
                            </a:cubicBezTo>
                            <a:cubicBezTo>
                              <a:pt x="105520" y="290206"/>
                              <a:pt x="110568" y="278850"/>
                              <a:pt x="115615" y="268756"/>
                            </a:cubicBezTo>
                            <a:cubicBezTo>
                              <a:pt x="124447" y="249830"/>
                              <a:pt x="133279" y="232165"/>
                              <a:pt x="144635" y="215762"/>
                            </a:cubicBezTo>
                            <a:cubicBezTo>
                              <a:pt x="163562" y="186741"/>
                              <a:pt x="183750" y="158983"/>
                              <a:pt x="198891" y="127438"/>
                            </a:cubicBezTo>
                            <a:cubicBezTo>
                              <a:pt x="212770" y="98418"/>
                              <a:pt x="234221" y="7571"/>
                              <a:pt x="272074" y="0"/>
                            </a:cubicBezTo>
                            <a:cubicBezTo>
                              <a:pt x="232959" y="6309"/>
                              <a:pt x="196368" y="15141"/>
                              <a:pt x="159776" y="32806"/>
                            </a:cubicBezTo>
                            <a:cubicBezTo>
                              <a:pt x="143373" y="40376"/>
                              <a:pt x="126970" y="46685"/>
                              <a:pt x="109306" y="45424"/>
                            </a:cubicBezTo>
                            <a:cubicBezTo>
                              <a:pt x="84070" y="44162"/>
                              <a:pt x="77762" y="20188"/>
                              <a:pt x="56311" y="15141"/>
                            </a:cubicBezTo>
                            <a:cubicBezTo>
                              <a:pt x="44956" y="11356"/>
                              <a:pt x="29814" y="5047"/>
                              <a:pt x="17197" y="6309"/>
                            </a:cubicBezTo>
                            <a:cubicBezTo>
                              <a:pt x="-9300" y="8832"/>
                              <a:pt x="2056" y="59303"/>
                              <a:pt x="4579" y="76968"/>
                            </a:cubicBezTo>
                            <a:close/>
                          </a:path>
                        </a:pathLst>
                      </a:custGeom>
                      <a:solidFill>
                        <a:srgbClr val="FFFFFF"/>
                      </a:solidFill>
                      <a:ln w="12614" cap="flat">
                        <a:noFill/>
                        <a:prstDash val="solid"/>
                        <a:miter/>
                      </a:ln>
                    </p:spPr>
                    <p:txBody>
                      <a:bodyPr rtlCol="0" anchor="ctr"/>
                      <a:lstStyle/>
                      <a:p>
                        <a:endParaRPr lang="en-US"/>
                      </a:p>
                    </p:txBody>
                  </p:sp>
                  <p:sp>
                    <p:nvSpPr>
                      <p:cNvPr id="809" name="Freeform: Shape 808">
                        <a:extLst>
                          <a:ext uri="{FF2B5EF4-FFF2-40B4-BE49-F238E27FC236}">
                            <a16:creationId xmlns:a16="http://schemas.microsoft.com/office/drawing/2014/main" id="{1EA59AB2-DF04-43A0-8EA4-DEBB935C864C}"/>
                          </a:ext>
                        </a:extLst>
                      </p:cNvPr>
                      <p:cNvSpPr/>
                      <p:nvPr/>
                    </p:nvSpPr>
                    <p:spPr>
                      <a:xfrm>
                        <a:off x="10433921" y="2736748"/>
                        <a:ext cx="208191" cy="211050"/>
                      </a:xfrm>
                      <a:custGeom>
                        <a:avLst/>
                        <a:gdLst>
                          <a:gd name="connsiteX0" fmla="*/ 204406 w 208191"/>
                          <a:gd name="connsiteY0" fmla="*/ 96230 h 211050"/>
                          <a:gd name="connsiteX1" fmla="*/ 175385 w 208191"/>
                          <a:gd name="connsiteY1" fmla="*/ 47021 h 211050"/>
                          <a:gd name="connsiteX2" fmla="*/ 148888 w 208191"/>
                          <a:gd name="connsiteY2" fmla="*/ 4121 h 211050"/>
                          <a:gd name="connsiteX3" fmla="*/ 137532 w 208191"/>
                          <a:gd name="connsiteY3" fmla="*/ 336 h 211050"/>
                          <a:gd name="connsiteX4" fmla="*/ 133747 w 208191"/>
                          <a:gd name="connsiteY4" fmla="*/ 11692 h 211050"/>
                          <a:gd name="connsiteX5" fmla="*/ 93371 w 208191"/>
                          <a:gd name="connsiteY5" fmla="*/ 69733 h 211050"/>
                          <a:gd name="connsiteX6" fmla="*/ 0 w 208191"/>
                          <a:gd name="connsiteY6" fmla="*/ 113894 h 211050"/>
                          <a:gd name="connsiteX7" fmla="*/ 41638 w 208191"/>
                          <a:gd name="connsiteY7" fmla="*/ 211051 h 211050"/>
                          <a:gd name="connsiteX8" fmla="*/ 208191 w 208191"/>
                          <a:gd name="connsiteY8" fmla="*/ 106324 h 21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191" h="211050">
                            <a:moveTo>
                              <a:pt x="204406" y="96230"/>
                            </a:moveTo>
                            <a:cubicBezTo>
                              <a:pt x="194312" y="79827"/>
                              <a:pt x="182956" y="65947"/>
                              <a:pt x="175385" y="47021"/>
                            </a:cubicBezTo>
                            <a:cubicBezTo>
                              <a:pt x="169077" y="30618"/>
                              <a:pt x="161506" y="15477"/>
                              <a:pt x="148888" y="4121"/>
                            </a:cubicBezTo>
                            <a:cubicBezTo>
                              <a:pt x="146365" y="1597"/>
                              <a:pt x="141318" y="-926"/>
                              <a:pt x="137532" y="336"/>
                            </a:cubicBezTo>
                            <a:cubicBezTo>
                              <a:pt x="133747" y="2859"/>
                              <a:pt x="133747" y="7906"/>
                              <a:pt x="133747" y="11692"/>
                            </a:cubicBezTo>
                            <a:cubicBezTo>
                              <a:pt x="133747" y="45759"/>
                              <a:pt x="119868" y="55853"/>
                              <a:pt x="93371" y="69733"/>
                            </a:cubicBezTo>
                            <a:cubicBezTo>
                              <a:pt x="85800" y="73518"/>
                              <a:pt x="1262" y="117680"/>
                              <a:pt x="0" y="113894"/>
                            </a:cubicBezTo>
                            <a:cubicBezTo>
                              <a:pt x="13880" y="146700"/>
                              <a:pt x="27759" y="179506"/>
                              <a:pt x="41638" y="211051"/>
                            </a:cubicBezTo>
                            <a:cubicBezTo>
                              <a:pt x="105988" y="194648"/>
                              <a:pt x="165291" y="158056"/>
                              <a:pt x="208191" y="106324"/>
                            </a:cubicBezTo>
                          </a:path>
                        </a:pathLst>
                      </a:custGeom>
                      <a:solidFill>
                        <a:srgbClr val="D1D3D4"/>
                      </a:solidFill>
                      <a:ln w="12614" cap="flat">
                        <a:noFill/>
                        <a:prstDash val="solid"/>
                        <a:miter/>
                      </a:ln>
                    </p:spPr>
                    <p:txBody>
                      <a:bodyPr rtlCol="0" anchor="ctr"/>
                      <a:lstStyle/>
                      <a:p>
                        <a:endParaRPr lang="en-US"/>
                      </a:p>
                    </p:txBody>
                  </p:sp>
                  <p:sp>
                    <p:nvSpPr>
                      <p:cNvPr id="810" name="Freeform: Shape 809">
                        <a:extLst>
                          <a:ext uri="{FF2B5EF4-FFF2-40B4-BE49-F238E27FC236}">
                            <a16:creationId xmlns:a16="http://schemas.microsoft.com/office/drawing/2014/main" id="{83C6794B-5369-48A6-840D-348247A9BB61}"/>
                          </a:ext>
                        </a:extLst>
                      </p:cNvPr>
                      <p:cNvSpPr/>
                      <p:nvPr/>
                    </p:nvSpPr>
                    <p:spPr>
                      <a:xfrm>
                        <a:off x="10286246" y="2742131"/>
                        <a:ext cx="141366" cy="199359"/>
                      </a:xfrm>
                      <a:custGeom>
                        <a:avLst/>
                        <a:gdLst>
                          <a:gd name="connsiteX0" fmla="*/ 56828 w 141366"/>
                          <a:gd name="connsiteY0" fmla="*/ 40376 h 199359"/>
                          <a:gd name="connsiteX1" fmla="*/ 133795 w 141366"/>
                          <a:gd name="connsiteY1" fmla="*/ 0 h 199359"/>
                          <a:gd name="connsiteX2" fmla="*/ 117393 w 141366"/>
                          <a:gd name="connsiteY2" fmla="*/ 68135 h 199359"/>
                          <a:gd name="connsiteX3" fmla="*/ 141366 w 141366"/>
                          <a:gd name="connsiteY3" fmla="*/ 108512 h 199359"/>
                          <a:gd name="connsiteX4" fmla="*/ 104775 w 141366"/>
                          <a:gd name="connsiteY4" fmla="*/ 133747 h 199359"/>
                          <a:gd name="connsiteX5" fmla="*/ 55566 w 141366"/>
                          <a:gd name="connsiteY5" fmla="*/ 199359 h 199359"/>
                          <a:gd name="connsiteX6" fmla="*/ 24022 w 141366"/>
                          <a:gd name="connsiteY6" fmla="*/ 152674 h 199359"/>
                          <a:gd name="connsiteX7" fmla="*/ 48 w 141366"/>
                          <a:gd name="connsiteY7" fmla="*/ 85800 h 199359"/>
                          <a:gd name="connsiteX8" fmla="*/ 56828 w 141366"/>
                          <a:gd name="connsiteY8" fmla="*/ 40376 h 199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366" h="199359">
                            <a:moveTo>
                              <a:pt x="56828" y="40376"/>
                            </a:moveTo>
                            <a:cubicBezTo>
                              <a:pt x="80801" y="22712"/>
                              <a:pt x="106036" y="7571"/>
                              <a:pt x="133795" y="0"/>
                            </a:cubicBezTo>
                            <a:cubicBezTo>
                              <a:pt x="119916" y="18926"/>
                              <a:pt x="108560" y="45424"/>
                              <a:pt x="117393" y="68135"/>
                            </a:cubicBezTo>
                            <a:cubicBezTo>
                              <a:pt x="118654" y="71921"/>
                              <a:pt x="136319" y="111035"/>
                              <a:pt x="141366" y="108512"/>
                            </a:cubicBezTo>
                            <a:cubicBezTo>
                              <a:pt x="128748" y="116082"/>
                              <a:pt x="114869" y="123653"/>
                              <a:pt x="104775" y="133747"/>
                            </a:cubicBezTo>
                            <a:cubicBezTo>
                              <a:pt x="84587" y="152674"/>
                              <a:pt x="70707" y="175385"/>
                              <a:pt x="55566" y="199359"/>
                            </a:cubicBezTo>
                            <a:cubicBezTo>
                              <a:pt x="41687" y="184218"/>
                              <a:pt x="29069" y="172862"/>
                              <a:pt x="24022" y="152674"/>
                            </a:cubicBezTo>
                            <a:cubicBezTo>
                              <a:pt x="22760" y="145103"/>
                              <a:pt x="-1214" y="88324"/>
                              <a:pt x="48" y="85800"/>
                            </a:cubicBezTo>
                            <a:cubicBezTo>
                              <a:pt x="18975" y="70659"/>
                              <a:pt x="36639" y="54256"/>
                              <a:pt x="56828" y="40376"/>
                            </a:cubicBezTo>
                            <a:close/>
                          </a:path>
                        </a:pathLst>
                      </a:custGeom>
                      <a:solidFill>
                        <a:srgbClr val="D1D3D4"/>
                      </a:solidFill>
                      <a:ln w="12614" cap="flat">
                        <a:noFill/>
                        <a:prstDash val="solid"/>
                        <a:miter/>
                      </a:ln>
                    </p:spPr>
                    <p:txBody>
                      <a:bodyPr rtlCol="0" anchor="ctr"/>
                      <a:lstStyle/>
                      <a:p>
                        <a:endParaRPr lang="en-US"/>
                      </a:p>
                    </p:txBody>
                  </p:sp>
                  <p:sp>
                    <p:nvSpPr>
                      <p:cNvPr id="811" name="Freeform: Shape 810">
                        <a:extLst>
                          <a:ext uri="{FF2B5EF4-FFF2-40B4-BE49-F238E27FC236}">
                            <a16:creationId xmlns:a16="http://schemas.microsoft.com/office/drawing/2014/main" id="{76EFF1EA-63AB-4178-9DB2-01C5C7205BD3}"/>
                          </a:ext>
                        </a:extLst>
                      </p:cNvPr>
                      <p:cNvSpPr/>
                      <p:nvPr/>
                    </p:nvSpPr>
                    <p:spPr>
                      <a:xfrm>
                        <a:off x="10229176" y="3592561"/>
                        <a:ext cx="281284" cy="172172"/>
                      </a:xfrm>
                      <a:custGeom>
                        <a:avLst/>
                        <a:gdLst>
                          <a:gd name="connsiteX0" fmla="*/ 208530 w 281284"/>
                          <a:gd name="connsiteY0" fmla="*/ 0 h 172172"/>
                          <a:gd name="connsiteX1" fmla="*/ 271618 w 281284"/>
                          <a:gd name="connsiteY1" fmla="*/ 35329 h 172172"/>
                          <a:gd name="connsiteX2" fmla="*/ 269095 w 281284"/>
                          <a:gd name="connsiteY2" fmla="*/ 107250 h 172172"/>
                          <a:gd name="connsiteX3" fmla="*/ 245121 w 281284"/>
                          <a:gd name="connsiteY3" fmla="*/ 121130 h 172172"/>
                          <a:gd name="connsiteX4" fmla="*/ 117683 w 281284"/>
                          <a:gd name="connsiteY4" fmla="*/ 162768 h 172172"/>
                          <a:gd name="connsiteX5" fmla="*/ 53333 w 281284"/>
                          <a:gd name="connsiteY5" fmla="*/ 169077 h 172172"/>
                          <a:gd name="connsiteX6" fmla="*/ 31882 w 281284"/>
                          <a:gd name="connsiteY6" fmla="*/ 131224 h 172172"/>
                          <a:gd name="connsiteX7" fmla="*/ 16741 w 281284"/>
                          <a:gd name="connsiteY7" fmla="*/ 117344 h 172172"/>
                          <a:gd name="connsiteX8" fmla="*/ 29359 w 281284"/>
                          <a:gd name="connsiteY8" fmla="*/ 102203 h 172172"/>
                          <a:gd name="connsiteX9" fmla="*/ 10433 w 281284"/>
                          <a:gd name="connsiteY9" fmla="*/ 59303 h 172172"/>
                          <a:gd name="connsiteX10" fmla="*/ 110112 w 281284"/>
                          <a:gd name="connsiteY10" fmla="*/ 45424 h 172172"/>
                          <a:gd name="connsiteX11" fmla="*/ 55856 w 281284"/>
                          <a:gd name="connsiteY11" fmla="*/ 40376 h 172172"/>
                          <a:gd name="connsiteX12" fmla="*/ 31882 w 281284"/>
                          <a:gd name="connsiteY12" fmla="*/ 26497 h 172172"/>
                          <a:gd name="connsiteX13" fmla="*/ 58380 w 281284"/>
                          <a:gd name="connsiteY13" fmla="*/ 12618 h 172172"/>
                          <a:gd name="connsiteX14" fmla="*/ 136609 w 281284"/>
                          <a:gd name="connsiteY14" fmla="*/ 5047 h 172172"/>
                          <a:gd name="connsiteX15" fmla="*/ 208530 w 281284"/>
                          <a:gd name="connsiteY15" fmla="*/ 0 h 172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1284" h="172172">
                            <a:moveTo>
                              <a:pt x="208530" y="0"/>
                            </a:moveTo>
                            <a:cubicBezTo>
                              <a:pt x="235027" y="0"/>
                              <a:pt x="259000" y="7571"/>
                              <a:pt x="271618" y="35329"/>
                            </a:cubicBezTo>
                            <a:cubicBezTo>
                              <a:pt x="281712" y="56779"/>
                              <a:pt x="288021" y="87062"/>
                              <a:pt x="269095" y="107250"/>
                            </a:cubicBezTo>
                            <a:cubicBezTo>
                              <a:pt x="262786" y="113559"/>
                              <a:pt x="253953" y="117344"/>
                              <a:pt x="245121" y="121130"/>
                            </a:cubicBezTo>
                            <a:cubicBezTo>
                              <a:pt x="203483" y="138794"/>
                              <a:pt x="161845" y="155197"/>
                              <a:pt x="117683" y="162768"/>
                            </a:cubicBezTo>
                            <a:cubicBezTo>
                              <a:pt x="98756" y="165291"/>
                              <a:pt x="70997" y="177909"/>
                              <a:pt x="53333" y="169077"/>
                            </a:cubicBezTo>
                            <a:cubicBezTo>
                              <a:pt x="39453" y="162768"/>
                              <a:pt x="30621" y="146365"/>
                              <a:pt x="31882" y="131224"/>
                            </a:cubicBezTo>
                            <a:cubicBezTo>
                              <a:pt x="24312" y="131224"/>
                              <a:pt x="18003" y="124915"/>
                              <a:pt x="16741" y="117344"/>
                            </a:cubicBezTo>
                            <a:cubicBezTo>
                              <a:pt x="15480" y="109774"/>
                              <a:pt x="21788" y="103465"/>
                              <a:pt x="29359" y="102203"/>
                            </a:cubicBezTo>
                            <a:cubicBezTo>
                              <a:pt x="-3447" y="109774"/>
                              <a:pt x="-7232" y="70659"/>
                              <a:pt x="10433" y="59303"/>
                            </a:cubicBezTo>
                            <a:cubicBezTo>
                              <a:pt x="24312" y="50471"/>
                              <a:pt x="93709" y="45424"/>
                              <a:pt x="110112" y="45424"/>
                            </a:cubicBezTo>
                            <a:cubicBezTo>
                              <a:pt x="92447" y="45424"/>
                              <a:pt x="73521" y="45424"/>
                              <a:pt x="55856" y="40376"/>
                            </a:cubicBezTo>
                            <a:cubicBezTo>
                              <a:pt x="49547" y="37853"/>
                              <a:pt x="34406" y="35329"/>
                              <a:pt x="31882" y="26497"/>
                            </a:cubicBezTo>
                            <a:cubicBezTo>
                              <a:pt x="26835" y="11356"/>
                              <a:pt x="45762" y="13880"/>
                              <a:pt x="58380" y="12618"/>
                            </a:cubicBezTo>
                            <a:cubicBezTo>
                              <a:pt x="84877" y="11356"/>
                              <a:pt x="110112" y="3785"/>
                              <a:pt x="136609" y="5047"/>
                            </a:cubicBezTo>
                            <a:cubicBezTo>
                              <a:pt x="158059" y="5047"/>
                              <a:pt x="184556" y="0"/>
                              <a:pt x="208530" y="0"/>
                            </a:cubicBezTo>
                            <a:close/>
                          </a:path>
                        </a:pathLst>
                      </a:custGeom>
                      <a:solidFill>
                        <a:srgbClr val="FFC58A"/>
                      </a:solidFill>
                      <a:ln w="12614" cap="flat">
                        <a:noFill/>
                        <a:prstDash val="solid"/>
                        <a:miter/>
                      </a:ln>
                    </p:spPr>
                    <p:txBody>
                      <a:bodyPr rtlCol="0" anchor="ctr"/>
                      <a:lstStyle/>
                      <a:p>
                        <a:endParaRPr lang="en-US"/>
                      </a:p>
                    </p:txBody>
                  </p:sp>
                  <p:sp>
                    <p:nvSpPr>
                      <p:cNvPr id="812" name="Freeform: Shape 811">
                        <a:extLst>
                          <a:ext uri="{FF2B5EF4-FFF2-40B4-BE49-F238E27FC236}">
                            <a16:creationId xmlns:a16="http://schemas.microsoft.com/office/drawing/2014/main" id="{BCDAD862-B4E0-4399-AC74-0510FE0791B2}"/>
                          </a:ext>
                        </a:extLst>
                      </p:cNvPr>
                      <p:cNvSpPr/>
                      <p:nvPr/>
                    </p:nvSpPr>
                    <p:spPr>
                      <a:xfrm>
                        <a:off x="10382188" y="3553447"/>
                        <a:ext cx="191958" cy="192311"/>
                      </a:xfrm>
                      <a:custGeom>
                        <a:avLst/>
                        <a:gdLst>
                          <a:gd name="connsiteX0" fmla="*/ 103465 w 191958"/>
                          <a:gd name="connsiteY0" fmla="*/ 190527 h 192311"/>
                          <a:gd name="connsiteX1" fmla="*/ 93371 w 191958"/>
                          <a:gd name="connsiteY1" fmla="*/ 191788 h 192311"/>
                          <a:gd name="connsiteX2" fmla="*/ 87062 w 191958"/>
                          <a:gd name="connsiteY2" fmla="*/ 185480 h 192311"/>
                          <a:gd name="connsiteX3" fmla="*/ 0 w 191958"/>
                          <a:gd name="connsiteY3" fmla="*/ 27759 h 192311"/>
                          <a:gd name="connsiteX4" fmla="*/ 131224 w 191958"/>
                          <a:gd name="connsiteY4" fmla="*/ 0 h 192311"/>
                          <a:gd name="connsiteX5" fmla="*/ 186741 w 191958"/>
                          <a:gd name="connsiteY5" fmla="*/ 129962 h 192311"/>
                          <a:gd name="connsiteX6" fmla="*/ 167815 w 191958"/>
                          <a:gd name="connsiteY6" fmla="*/ 165291 h 192311"/>
                          <a:gd name="connsiteX7" fmla="*/ 103465 w 191958"/>
                          <a:gd name="connsiteY7" fmla="*/ 190527 h 192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1958" h="192311">
                            <a:moveTo>
                              <a:pt x="103465" y="190527"/>
                            </a:moveTo>
                            <a:cubicBezTo>
                              <a:pt x="100941" y="191788"/>
                              <a:pt x="97156" y="193050"/>
                              <a:pt x="93371" y="191788"/>
                            </a:cubicBezTo>
                            <a:cubicBezTo>
                              <a:pt x="90847" y="190527"/>
                              <a:pt x="88324" y="188003"/>
                              <a:pt x="87062" y="185480"/>
                            </a:cubicBezTo>
                            <a:cubicBezTo>
                              <a:pt x="54256" y="135009"/>
                              <a:pt x="25235" y="82015"/>
                              <a:pt x="0" y="27759"/>
                            </a:cubicBezTo>
                            <a:cubicBezTo>
                              <a:pt x="44162" y="21450"/>
                              <a:pt x="88324" y="12618"/>
                              <a:pt x="131224" y="0"/>
                            </a:cubicBezTo>
                            <a:cubicBezTo>
                              <a:pt x="143841" y="46685"/>
                              <a:pt x="166553" y="85800"/>
                              <a:pt x="186741" y="129962"/>
                            </a:cubicBezTo>
                            <a:cubicBezTo>
                              <a:pt x="198097" y="153935"/>
                              <a:pt x="190527" y="153935"/>
                              <a:pt x="167815" y="165291"/>
                            </a:cubicBezTo>
                            <a:cubicBezTo>
                              <a:pt x="146365" y="174124"/>
                              <a:pt x="124915" y="182956"/>
                              <a:pt x="103465" y="190527"/>
                            </a:cubicBezTo>
                            <a:close/>
                          </a:path>
                        </a:pathLst>
                      </a:custGeom>
                      <a:solidFill>
                        <a:srgbClr val="FFFFFF"/>
                      </a:solidFill>
                      <a:ln w="12614" cap="flat">
                        <a:noFill/>
                        <a:prstDash val="solid"/>
                        <a:miter/>
                      </a:ln>
                    </p:spPr>
                    <p:txBody>
                      <a:bodyPr rtlCol="0" anchor="ctr"/>
                      <a:lstStyle/>
                      <a:p>
                        <a:endParaRPr lang="en-US"/>
                      </a:p>
                    </p:txBody>
                  </p:sp>
                  <p:sp>
                    <p:nvSpPr>
                      <p:cNvPr id="813" name="Freeform: Shape 812">
                        <a:extLst>
                          <a:ext uri="{FF2B5EF4-FFF2-40B4-BE49-F238E27FC236}">
                            <a16:creationId xmlns:a16="http://schemas.microsoft.com/office/drawing/2014/main" id="{D2AF8088-A555-4BBF-B390-759A8B8D660F}"/>
                          </a:ext>
                        </a:extLst>
                      </p:cNvPr>
                      <p:cNvSpPr/>
                      <p:nvPr/>
                    </p:nvSpPr>
                    <p:spPr>
                      <a:xfrm>
                        <a:off x="10425088" y="2810266"/>
                        <a:ext cx="645335" cy="934913"/>
                      </a:xfrm>
                      <a:custGeom>
                        <a:avLst/>
                        <a:gdLst>
                          <a:gd name="connsiteX0" fmla="*/ 514801 w 645335"/>
                          <a:gd name="connsiteY0" fmla="*/ 162768 h 934913"/>
                          <a:gd name="connsiteX1" fmla="*/ 644763 w 645335"/>
                          <a:gd name="connsiteY1" fmla="*/ 728039 h 934913"/>
                          <a:gd name="connsiteX2" fmla="*/ 635930 w 645335"/>
                          <a:gd name="connsiteY2" fmla="*/ 773463 h 934913"/>
                          <a:gd name="connsiteX3" fmla="*/ 610695 w 645335"/>
                          <a:gd name="connsiteY3" fmla="*/ 791127 h 934913"/>
                          <a:gd name="connsiteX4" fmla="*/ 302824 w 645335"/>
                          <a:gd name="connsiteY4" fmla="*/ 916042 h 934913"/>
                          <a:gd name="connsiteX5" fmla="*/ 145103 w 645335"/>
                          <a:gd name="connsiteY5" fmla="*/ 933707 h 934913"/>
                          <a:gd name="connsiteX6" fmla="*/ 98418 w 645335"/>
                          <a:gd name="connsiteY6" fmla="*/ 927398 h 934913"/>
                          <a:gd name="connsiteX7" fmla="*/ 44162 w 645335"/>
                          <a:gd name="connsiteY7" fmla="*/ 839075 h 934913"/>
                          <a:gd name="connsiteX8" fmla="*/ 0 w 645335"/>
                          <a:gd name="connsiteY8" fmla="*/ 736872 h 934913"/>
                          <a:gd name="connsiteX9" fmla="*/ 185480 w 645335"/>
                          <a:gd name="connsiteY9" fmla="*/ 710375 h 934913"/>
                          <a:gd name="connsiteX10" fmla="*/ 389886 w 645335"/>
                          <a:gd name="connsiteY10" fmla="*/ 651072 h 934913"/>
                          <a:gd name="connsiteX11" fmla="*/ 292730 w 645335"/>
                          <a:gd name="connsiteY11" fmla="*/ 310395 h 934913"/>
                          <a:gd name="connsiteX12" fmla="*/ 240997 w 645335"/>
                          <a:gd name="connsiteY12" fmla="*/ 253615 h 934913"/>
                          <a:gd name="connsiteX13" fmla="*/ 190527 w 645335"/>
                          <a:gd name="connsiteY13" fmla="*/ 195574 h 934913"/>
                          <a:gd name="connsiteX14" fmla="*/ 195574 w 645335"/>
                          <a:gd name="connsiteY14" fmla="*/ 0 h 934913"/>
                          <a:gd name="connsiteX15" fmla="*/ 338154 w 645335"/>
                          <a:gd name="connsiteY15" fmla="*/ 40376 h 934913"/>
                          <a:gd name="connsiteX16" fmla="*/ 436571 w 645335"/>
                          <a:gd name="connsiteY16" fmla="*/ 76968 h 934913"/>
                          <a:gd name="connsiteX17" fmla="*/ 494613 w 645335"/>
                          <a:gd name="connsiteY17" fmla="*/ 136271 h 934913"/>
                          <a:gd name="connsiteX18" fmla="*/ 514801 w 645335"/>
                          <a:gd name="connsiteY18" fmla="*/ 162768 h 934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5335" h="934913">
                            <a:moveTo>
                              <a:pt x="514801" y="162768"/>
                            </a:moveTo>
                            <a:cubicBezTo>
                              <a:pt x="613218" y="312918"/>
                              <a:pt x="635930" y="558963"/>
                              <a:pt x="644763" y="728039"/>
                            </a:cubicBezTo>
                            <a:cubicBezTo>
                              <a:pt x="646024" y="743181"/>
                              <a:pt x="646024" y="760845"/>
                              <a:pt x="635930" y="773463"/>
                            </a:cubicBezTo>
                            <a:cubicBezTo>
                              <a:pt x="629621" y="781034"/>
                              <a:pt x="620789" y="786080"/>
                              <a:pt x="610695" y="791127"/>
                            </a:cubicBezTo>
                            <a:cubicBezTo>
                              <a:pt x="512277" y="840336"/>
                              <a:pt x="411336" y="889545"/>
                              <a:pt x="302824" y="916042"/>
                            </a:cubicBezTo>
                            <a:cubicBezTo>
                              <a:pt x="251091" y="928660"/>
                              <a:pt x="198097" y="937492"/>
                              <a:pt x="145103" y="933707"/>
                            </a:cubicBezTo>
                            <a:cubicBezTo>
                              <a:pt x="117344" y="931184"/>
                              <a:pt x="121130" y="941278"/>
                              <a:pt x="98418" y="927398"/>
                            </a:cubicBezTo>
                            <a:cubicBezTo>
                              <a:pt x="76968" y="913519"/>
                              <a:pt x="56779" y="861786"/>
                              <a:pt x="44162" y="839075"/>
                            </a:cubicBezTo>
                            <a:cubicBezTo>
                              <a:pt x="27759" y="810054"/>
                              <a:pt x="1262" y="770939"/>
                              <a:pt x="0" y="736872"/>
                            </a:cubicBezTo>
                            <a:cubicBezTo>
                              <a:pt x="63088" y="739395"/>
                              <a:pt x="123653" y="717945"/>
                              <a:pt x="185480" y="710375"/>
                            </a:cubicBezTo>
                            <a:cubicBezTo>
                              <a:pt x="205668" y="707851"/>
                              <a:pt x="392409" y="673783"/>
                              <a:pt x="389886" y="651072"/>
                            </a:cubicBezTo>
                            <a:cubicBezTo>
                              <a:pt x="374745" y="531204"/>
                              <a:pt x="355818" y="416383"/>
                              <a:pt x="292730" y="310395"/>
                            </a:cubicBezTo>
                            <a:cubicBezTo>
                              <a:pt x="275065" y="292730"/>
                              <a:pt x="259924" y="271280"/>
                              <a:pt x="240997" y="253615"/>
                            </a:cubicBezTo>
                            <a:cubicBezTo>
                              <a:pt x="222071" y="235950"/>
                              <a:pt x="201883" y="219547"/>
                              <a:pt x="190527" y="195574"/>
                            </a:cubicBezTo>
                            <a:cubicBezTo>
                              <a:pt x="160244" y="137533"/>
                              <a:pt x="185480" y="59303"/>
                              <a:pt x="195574" y="0"/>
                            </a:cubicBezTo>
                            <a:cubicBezTo>
                              <a:pt x="242259" y="13880"/>
                              <a:pt x="290206" y="29021"/>
                              <a:pt x="338154" y="40376"/>
                            </a:cubicBezTo>
                            <a:cubicBezTo>
                              <a:pt x="374745" y="49209"/>
                              <a:pt x="405027" y="54256"/>
                              <a:pt x="436571" y="76968"/>
                            </a:cubicBezTo>
                            <a:cubicBezTo>
                              <a:pt x="459283" y="93371"/>
                              <a:pt x="476948" y="114821"/>
                              <a:pt x="494613" y="136271"/>
                            </a:cubicBezTo>
                            <a:cubicBezTo>
                              <a:pt x="502183" y="143841"/>
                              <a:pt x="508492" y="152674"/>
                              <a:pt x="514801" y="162768"/>
                            </a:cubicBezTo>
                            <a:close/>
                          </a:path>
                        </a:pathLst>
                      </a:custGeom>
                      <a:solidFill>
                        <a:srgbClr val="E66969"/>
                      </a:solidFill>
                      <a:ln w="12614" cap="flat">
                        <a:noFill/>
                        <a:prstDash val="solid"/>
                        <a:miter/>
                      </a:ln>
                    </p:spPr>
                    <p:txBody>
                      <a:bodyPr rtlCol="0" anchor="ctr"/>
                      <a:lstStyle/>
                      <a:p>
                        <a:endParaRPr lang="en-US"/>
                      </a:p>
                    </p:txBody>
                  </p:sp>
                  <p:sp>
                    <p:nvSpPr>
                      <p:cNvPr id="814" name="Freeform: Shape 813">
                        <a:extLst>
                          <a:ext uri="{FF2B5EF4-FFF2-40B4-BE49-F238E27FC236}">
                            <a16:creationId xmlns:a16="http://schemas.microsoft.com/office/drawing/2014/main" id="{4C74FFD5-840D-4738-98A7-DB369A191CAB}"/>
                          </a:ext>
                        </a:extLst>
                      </p:cNvPr>
                      <p:cNvSpPr/>
                      <p:nvPr/>
                    </p:nvSpPr>
                    <p:spPr>
                      <a:xfrm>
                        <a:off x="10426350" y="2810266"/>
                        <a:ext cx="643500" cy="873453"/>
                      </a:xfrm>
                      <a:custGeom>
                        <a:avLst/>
                        <a:gdLst>
                          <a:gd name="connsiteX0" fmla="*/ 639716 w 643500"/>
                          <a:gd name="connsiteY0" fmla="*/ 763369 h 873453"/>
                          <a:gd name="connsiteX1" fmla="*/ 643501 w 643500"/>
                          <a:gd name="connsiteY1" fmla="*/ 728039 h 873453"/>
                          <a:gd name="connsiteX2" fmla="*/ 513539 w 643500"/>
                          <a:gd name="connsiteY2" fmla="*/ 162768 h 873453"/>
                          <a:gd name="connsiteX3" fmla="*/ 494613 w 643500"/>
                          <a:gd name="connsiteY3" fmla="*/ 136271 h 873453"/>
                          <a:gd name="connsiteX4" fmla="*/ 436571 w 643500"/>
                          <a:gd name="connsiteY4" fmla="*/ 76968 h 873453"/>
                          <a:gd name="connsiteX5" fmla="*/ 338153 w 643500"/>
                          <a:gd name="connsiteY5" fmla="*/ 40376 h 873453"/>
                          <a:gd name="connsiteX6" fmla="*/ 195574 w 643500"/>
                          <a:gd name="connsiteY6" fmla="*/ 0 h 873453"/>
                          <a:gd name="connsiteX7" fmla="*/ 190527 w 643500"/>
                          <a:gd name="connsiteY7" fmla="*/ 195574 h 873453"/>
                          <a:gd name="connsiteX8" fmla="*/ 240997 w 643500"/>
                          <a:gd name="connsiteY8" fmla="*/ 253615 h 873453"/>
                          <a:gd name="connsiteX9" fmla="*/ 292730 w 643500"/>
                          <a:gd name="connsiteY9" fmla="*/ 310395 h 873453"/>
                          <a:gd name="connsiteX10" fmla="*/ 389886 w 643500"/>
                          <a:gd name="connsiteY10" fmla="*/ 651072 h 873453"/>
                          <a:gd name="connsiteX11" fmla="*/ 185480 w 643500"/>
                          <a:gd name="connsiteY11" fmla="*/ 710375 h 873453"/>
                          <a:gd name="connsiteX12" fmla="*/ 0 w 643500"/>
                          <a:gd name="connsiteY12" fmla="*/ 736872 h 873453"/>
                          <a:gd name="connsiteX13" fmla="*/ 44162 w 643500"/>
                          <a:gd name="connsiteY13" fmla="*/ 839075 h 873453"/>
                          <a:gd name="connsiteX14" fmla="*/ 55518 w 643500"/>
                          <a:gd name="connsiteY14" fmla="*/ 863048 h 873453"/>
                          <a:gd name="connsiteX15" fmla="*/ 639716 w 643500"/>
                          <a:gd name="connsiteY15" fmla="*/ 763369 h 873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43500" h="873453">
                            <a:moveTo>
                              <a:pt x="639716" y="763369"/>
                            </a:moveTo>
                            <a:cubicBezTo>
                              <a:pt x="643501" y="752013"/>
                              <a:pt x="643501" y="739395"/>
                              <a:pt x="643501" y="728039"/>
                            </a:cubicBezTo>
                            <a:cubicBezTo>
                              <a:pt x="635930" y="558963"/>
                              <a:pt x="611957" y="314180"/>
                              <a:pt x="513539" y="162768"/>
                            </a:cubicBezTo>
                            <a:cubicBezTo>
                              <a:pt x="507230" y="153935"/>
                              <a:pt x="500921" y="143841"/>
                              <a:pt x="494613" y="136271"/>
                            </a:cubicBezTo>
                            <a:cubicBezTo>
                              <a:pt x="476947" y="114821"/>
                              <a:pt x="459283" y="93371"/>
                              <a:pt x="436571" y="76968"/>
                            </a:cubicBezTo>
                            <a:cubicBezTo>
                              <a:pt x="405027" y="54256"/>
                              <a:pt x="374745" y="47947"/>
                              <a:pt x="338153" y="40376"/>
                            </a:cubicBezTo>
                            <a:cubicBezTo>
                              <a:pt x="290206" y="29021"/>
                              <a:pt x="243521" y="13880"/>
                              <a:pt x="195574" y="0"/>
                            </a:cubicBezTo>
                            <a:cubicBezTo>
                              <a:pt x="184218" y="59303"/>
                              <a:pt x="160244" y="137533"/>
                              <a:pt x="190527" y="195574"/>
                            </a:cubicBezTo>
                            <a:cubicBezTo>
                              <a:pt x="203144" y="218286"/>
                              <a:pt x="222071" y="235950"/>
                              <a:pt x="240997" y="253615"/>
                            </a:cubicBezTo>
                            <a:cubicBezTo>
                              <a:pt x="259924" y="271280"/>
                              <a:pt x="275065" y="292730"/>
                              <a:pt x="292730" y="310395"/>
                            </a:cubicBezTo>
                            <a:cubicBezTo>
                              <a:pt x="355818" y="416383"/>
                              <a:pt x="373483" y="531204"/>
                              <a:pt x="389886" y="651072"/>
                            </a:cubicBezTo>
                            <a:cubicBezTo>
                              <a:pt x="392409" y="673783"/>
                              <a:pt x="205668" y="707851"/>
                              <a:pt x="185480" y="710375"/>
                            </a:cubicBezTo>
                            <a:cubicBezTo>
                              <a:pt x="123653" y="717945"/>
                              <a:pt x="61826" y="739395"/>
                              <a:pt x="0" y="736872"/>
                            </a:cubicBezTo>
                            <a:cubicBezTo>
                              <a:pt x="2524" y="770939"/>
                              <a:pt x="27759" y="810054"/>
                              <a:pt x="44162" y="839075"/>
                            </a:cubicBezTo>
                            <a:cubicBezTo>
                              <a:pt x="47947" y="845383"/>
                              <a:pt x="51732" y="852954"/>
                              <a:pt x="55518" y="863048"/>
                            </a:cubicBezTo>
                            <a:cubicBezTo>
                              <a:pt x="253615" y="893331"/>
                              <a:pt x="464330" y="856739"/>
                              <a:pt x="639716" y="763369"/>
                            </a:cubicBezTo>
                            <a:close/>
                          </a:path>
                        </a:pathLst>
                      </a:custGeom>
                      <a:solidFill>
                        <a:schemeClr val="accent1"/>
                      </a:solidFill>
                      <a:ln w="12614" cap="flat">
                        <a:noFill/>
                        <a:prstDash val="solid"/>
                        <a:miter/>
                      </a:ln>
                    </p:spPr>
                    <p:txBody>
                      <a:bodyPr rtlCol="0" anchor="ctr"/>
                      <a:lstStyle/>
                      <a:p>
                        <a:endParaRPr lang="en-US"/>
                      </a:p>
                    </p:txBody>
                  </p:sp>
                  <p:sp>
                    <p:nvSpPr>
                      <p:cNvPr id="815" name="Freeform: Shape 814">
                        <a:extLst>
                          <a:ext uri="{FF2B5EF4-FFF2-40B4-BE49-F238E27FC236}">
                            <a16:creationId xmlns:a16="http://schemas.microsoft.com/office/drawing/2014/main" id="{D7318621-19CA-4791-9E0E-98DE547B1AF5}"/>
                          </a:ext>
                        </a:extLst>
                      </p:cNvPr>
                      <p:cNvSpPr/>
                      <p:nvPr/>
                    </p:nvSpPr>
                    <p:spPr>
                      <a:xfrm>
                        <a:off x="10480606" y="3571111"/>
                        <a:ext cx="585459" cy="172476"/>
                      </a:xfrm>
                      <a:custGeom>
                        <a:avLst/>
                        <a:gdLst>
                          <a:gd name="connsiteX0" fmla="*/ 0 w 585459"/>
                          <a:gd name="connsiteY0" fmla="*/ 99679 h 172476"/>
                          <a:gd name="connsiteX1" fmla="*/ 42900 w 585459"/>
                          <a:gd name="connsiteY1" fmla="*/ 164030 h 172476"/>
                          <a:gd name="connsiteX2" fmla="*/ 89585 w 585459"/>
                          <a:gd name="connsiteY2" fmla="*/ 170338 h 172476"/>
                          <a:gd name="connsiteX3" fmla="*/ 247306 w 585459"/>
                          <a:gd name="connsiteY3" fmla="*/ 152674 h 172476"/>
                          <a:gd name="connsiteX4" fmla="*/ 555177 w 585459"/>
                          <a:gd name="connsiteY4" fmla="*/ 27759 h 172476"/>
                          <a:gd name="connsiteX5" fmla="*/ 580412 w 585459"/>
                          <a:gd name="connsiteY5" fmla="*/ 10094 h 172476"/>
                          <a:gd name="connsiteX6" fmla="*/ 585460 w 585459"/>
                          <a:gd name="connsiteY6" fmla="*/ 0 h 172476"/>
                          <a:gd name="connsiteX7" fmla="*/ 0 w 585459"/>
                          <a:gd name="connsiteY7" fmla="*/ 99679 h 172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5459" h="172476">
                            <a:moveTo>
                              <a:pt x="0" y="99679"/>
                            </a:moveTo>
                            <a:cubicBezTo>
                              <a:pt x="11356" y="123653"/>
                              <a:pt x="26497" y="153935"/>
                              <a:pt x="42900" y="164030"/>
                            </a:cubicBezTo>
                            <a:cubicBezTo>
                              <a:pt x="65612" y="179171"/>
                              <a:pt x="61827" y="169077"/>
                              <a:pt x="89585" y="170338"/>
                            </a:cubicBezTo>
                            <a:cubicBezTo>
                              <a:pt x="142580" y="174124"/>
                              <a:pt x="195574" y="165291"/>
                              <a:pt x="247306" y="152674"/>
                            </a:cubicBezTo>
                            <a:cubicBezTo>
                              <a:pt x="354556" y="126177"/>
                              <a:pt x="455498" y="75706"/>
                              <a:pt x="555177" y="27759"/>
                            </a:cubicBezTo>
                            <a:cubicBezTo>
                              <a:pt x="564010" y="22712"/>
                              <a:pt x="574104" y="18926"/>
                              <a:pt x="580412" y="10094"/>
                            </a:cubicBezTo>
                            <a:cubicBezTo>
                              <a:pt x="582936" y="7571"/>
                              <a:pt x="584198" y="3785"/>
                              <a:pt x="585460" y="0"/>
                            </a:cubicBezTo>
                            <a:cubicBezTo>
                              <a:pt x="410074" y="95894"/>
                              <a:pt x="199359" y="132485"/>
                              <a:pt x="0" y="99679"/>
                            </a:cubicBezTo>
                            <a:close/>
                          </a:path>
                        </a:pathLst>
                      </a:custGeom>
                      <a:solidFill>
                        <a:schemeClr val="accent1">
                          <a:lumMod val="75000"/>
                        </a:schemeClr>
                      </a:solidFill>
                      <a:ln w="12614" cap="flat">
                        <a:noFill/>
                        <a:prstDash val="solid"/>
                        <a:miter/>
                      </a:ln>
                    </p:spPr>
                    <p:txBody>
                      <a:bodyPr rtlCol="0" anchor="ctr"/>
                      <a:lstStyle/>
                      <a:p>
                        <a:endParaRPr lang="en-US"/>
                      </a:p>
                    </p:txBody>
                  </p:sp>
                  <p:sp>
                    <p:nvSpPr>
                      <p:cNvPr id="816" name="Freeform: Shape 815">
                        <a:extLst>
                          <a:ext uri="{FF2B5EF4-FFF2-40B4-BE49-F238E27FC236}">
                            <a16:creationId xmlns:a16="http://schemas.microsoft.com/office/drawing/2014/main" id="{C27F7475-1206-4596-A2E4-D35F159AB895}"/>
                          </a:ext>
                        </a:extLst>
                      </p:cNvPr>
                      <p:cNvSpPr/>
                      <p:nvPr/>
                    </p:nvSpPr>
                    <p:spPr>
                      <a:xfrm>
                        <a:off x="10466885" y="2229654"/>
                        <a:ext cx="136112" cy="33452"/>
                      </a:xfrm>
                      <a:custGeom>
                        <a:avLst/>
                        <a:gdLst>
                          <a:gd name="connsiteX0" fmla="*/ 8674 w 136112"/>
                          <a:gd name="connsiteY0" fmla="*/ 10294 h 33452"/>
                          <a:gd name="connsiteX1" fmla="*/ 84380 w 136112"/>
                          <a:gd name="connsiteY1" fmla="*/ 1462 h 33452"/>
                          <a:gd name="connsiteX2" fmla="*/ 136112 w 136112"/>
                          <a:gd name="connsiteY2" fmla="*/ 30482 h 33452"/>
                          <a:gd name="connsiteX3" fmla="*/ 134851 w 136112"/>
                          <a:gd name="connsiteY3" fmla="*/ 33006 h 33452"/>
                          <a:gd name="connsiteX4" fmla="*/ 90689 w 136112"/>
                          <a:gd name="connsiteY4" fmla="*/ 22912 h 33452"/>
                          <a:gd name="connsiteX5" fmla="*/ 18768 w 136112"/>
                          <a:gd name="connsiteY5" fmla="*/ 31744 h 33452"/>
                          <a:gd name="connsiteX6" fmla="*/ 8674 w 136112"/>
                          <a:gd name="connsiteY6" fmla="*/ 10294 h 33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112" h="33452">
                            <a:moveTo>
                              <a:pt x="8674" y="10294"/>
                            </a:moveTo>
                            <a:cubicBezTo>
                              <a:pt x="32647" y="1462"/>
                              <a:pt x="57883" y="-2324"/>
                              <a:pt x="84380" y="1462"/>
                            </a:cubicBezTo>
                            <a:cubicBezTo>
                              <a:pt x="102045" y="3985"/>
                              <a:pt x="131065" y="10294"/>
                              <a:pt x="136112" y="30482"/>
                            </a:cubicBezTo>
                            <a:cubicBezTo>
                              <a:pt x="136112" y="31744"/>
                              <a:pt x="136112" y="33006"/>
                              <a:pt x="134851" y="33006"/>
                            </a:cubicBezTo>
                            <a:cubicBezTo>
                              <a:pt x="119710" y="35529"/>
                              <a:pt x="104568" y="26697"/>
                              <a:pt x="90689" y="22912"/>
                            </a:cubicBezTo>
                            <a:cubicBezTo>
                              <a:pt x="66715" y="17865"/>
                              <a:pt x="41480" y="21650"/>
                              <a:pt x="18768" y="31744"/>
                            </a:cubicBezTo>
                            <a:cubicBezTo>
                              <a:pt x="1103" y="39315"/>
                              <a:pt x="-7729" y="16603"/>
                              <a:pt x="8674" y="10294"/>
                            </a:cubicBezTo>
                            <a:close/>
                          </a:path>
                        </a:pathLst>
                      </a:custGeom>
                      <a:solidFill>
                        <a:srgbClr val="964429"/>
                      </a:solidFill>
                      <a:ln w="12614" cap="flat">
                        <a:noFill/>
                        <a:prstDash val="solid"/>
                        <a:miter/>
                      </a:ln>
                    </p:spPr>
                    <p:txBody>
                      <a:bodyPr rtlCol="0" anchor="ctr"/>
                      <a:lstStyle/>
                      <a:p>
                        <a:endParaRPr lang="en-US"/>
                      </a:p>
                    </p:txBody>
                  </p:sp>
                  <p:sp>
                    <p:nvSpPr>
                      <p:cNvPr id="817" name="Freeform: Shape 816">
                        <a:extLst>
                          <a:ext uri="{FF2B5EF4-FFF2-40B4-BE49-F238E27FC236}">
                            <a16:creationId xmlns:a16="http://schemas.microsoft.com/office/drawing/2014/main" id="{39D03BEB-3D81-44FB-BB40-CB2C27B918DE}"/>
                          </a:ext>
                        </a:extLst>
                      </p:cNvPr>
                      <p:cNvSpPr/>
                      <p:nvPr/>
                    </p:nvSpPr>
                    <p:spPr>
                      <a:xfrm>
                        <a:off x="10203017" y="2229654"/>
                        <a:ext cx="136112" cy="33452"/>
                      </a:xfrm>
                      <a:custGeom>
                        <a:avLst/>
                        <a:gdLst>
                          <a:gd name="connsiteX0" fmla="*/ 127438 w 136112"/>
                          <a:gd name="connsiteY0" fmla="*/ 10294 h 33452"/>
                          <a:gd name="connsiteX1" fmla="*/ 51732 w 136112"/>
                          <a:gd name="connsiteY1" fmla="*/ 1462 h 33452"/>
                          <a:gd name="connsiteX2" fmla="*/ 0 w 136112"/>
                          <a:gd name="connsiteY2" fmla="*/ 30482 h 33452"/>
                          <a:gd name="connsiteX3" fmla="*/ 1262 w 136112"/>
                          <a:gd name="connsiteY3" fmla="*/ 33006 h 33452"/>
                          <a:gd name="connsiteX4" fmla="*/ 45424 w 136112"/>
                          <a:gd name="connsiteY4" fmla="*/ 22912 h 33452"/>
                          <a:gd name="connsiteX5" fmla="*/ 117344 w 136112"/>
                          <a:gd name="connsiteY5" fmla="*/ 31744 h 33452"/>
                          <a:gd name="connsiteX6" fmla="*/ 127438 w 136112"/>
                          <a:gd name="connsiteY6" fmla="*/ 10294 h 33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112" h="33452">
                            <a:moveTo>
                              <a:pt x="127438" y="10294"/>
                            </a:moveTo>
                            <a:cubicBezTo>
                              <a:pt x="103465" y="1462"/>
                              <a:pt x="78230" y="-2324"/>
                              <a:pt x="51732" y="1462"/>
                            </a:cubicBezTo>
                            <a:cubicBezTo>
                              <a:pt x="34068" y="3985"/>
                              <a:pt x="5047" y="10294"/>
                              <a:pt x="0" y="30482"/>
                            </a:cubicBezTo>
                            <a:cubicBezTo>
                              <a:pt x="0" y="31744"/>
                              <a:pt x="0" y="33006"/>
                              <a:pt x="1262" y="33006"/>
                            </a:cubicBezTo>
                            <a:cubicBezTo>
                              <a:pt x="16403" y="35529"/>
                              <a:pt x="31544" y="26697"/>
                              <a:pt x="45424" y="22912"/>
                            </a:cubicBezTo>
                            <a:cubicBezTo>
                              <a:pt x="69397" y="17865"/>
                              <a:pt x="94632" y="21650"/>
                              <a:pt x="117344" y="31744"/>
                            </a:cubicBezTo>
                            <a:cubicBezTo>
                              <a:pt x="135009" y="39315"/>
                              <a:pt x="143842" y="16603"/>
                              <a:pt x="127438" y="10294"/>
                            </a:cubicBezTo>
                            <a:close/>
                          </a:path>
                        </a:pathLst>
                      </a:custGeom>
                      <a:solidFill>
                        <a:srgbClr val="964429"/>
                      </a:solidFill>
                      <a:ln w="12614" cap="flat">
                        <a:noFill/>
                        <a:prstDash val="solid"/>
                        <a:miter/>
                      </a:ln>
                    </p:spPr>
                    <p:txBody>
                      <a:bodyPr rtlCol="0" anchor="ctr"/>
                      <a:lstStyle/>
                      <a:p>
                        <a:endParaRPr lang="en-US"/>
                      </a:p>
                    </p:txBody>
                  </p:sp>
                </p:grpSp>
                <p:sp>
                  <p:nvSpPr>
                    <p:cNvPr id="818" name="Freeform: Shape 817">
                      <a:extLst>
                        <a:ext uri="{FF2B5EF4-FFF2-40B4-BE49-F238E27FC236}">
                          <a16:creationId xmlns:a16="http://schemas.microsoft.com/office/drawing/2014/main" id="{D4B2D599-2694-47A5-AE9C-9A264567C86C}"/>
                        </a:ext>
                      </a:extLst>
                    </p:cNvPr>
                    <p:cNvSpPr/>
                    <p:nvPr/>
                  </p:nvSpPr>
                  <p:spPr>
                    <a:xfrm>
                      <a:off x="10711509" y="3126970"/>
                      <a:ext cx="74175" cy="311656"/>
                    </a:xfrm>
                    <a:custGeom>
                      <a:avLst/>
                      <a:gdLst>
                        <a:gd name="connsiteX0" fmla="*/ 0 w 74175"/>
                        <a:gd name="connsiteY0" fmla="*/ 0 h 311656"/>
                        <a:gd name="connsiteX1" fmla="*/ 20188 w 74175"/>
                        <a:gd name="connsiteY1" fmla="*/ 166553 h 311656"/>
                        <a:gd name="connsiteX2" fmla="*/ 39115 w 74175"/>
                        <a:gd name="connsiteY2" fmla="*/ 311656 h 311656"/>
                        <a:gd name="connsiteX3" fmla="*/ 73182 w 74175"/>
                        <a:gd name="connsiteY3" fmla="*/ 140056 h 311656"/>
                        <a:gd name="connsiteX4" fmla="*/ 0 w 74175"/>
                        <a:gd name="connsiteY4" fmla="*/ 0 h 311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175" h="311656">
                          <a:moveTo>
                            <a:pt x="0" y="0"/>
                          </a:moveTo>
                          <a:cubicBezTo>
                            <a:pt x="6309" y="55518"/>
                            <a:pt x="12618" y="111035"/>
                            <a:pt x="20188" y="166553"/>
                          </a:cubicBezTo>
                          <a:cubicBezTo>
                            <a:pt x="26497" y="215762"/>
                            <a:pt x="21450" y="264971"/>
                            <a:pt x="39115" y="311656"/>
                          </a:cubicBezTo>
                          <a:cubicBezTo>
                            <a:pt x="54256" y="262447"/>
                            <a:pt x="79491" y="191788"/>
                            <a:pt x="73182" y="140056"/>
                          </a:cubicBezTo>
                          <a:cubicBezTo>
                            <a:pt x="66873" y="89585"/>
                            <a:pt x="5047" y="49209"/>
                            <a:pt x="0" y="0"/>
                          </a:cubicBezTo>
                          <a:close/>
                        </a:path>
                      </a:pathLst>
                    </a:custGeom>
                    <a:solidFill>
                      <a:schemeClr val="accent1">
                        <a:lumMod val="75000"/>
                      </a:schemeClr>
                    </a:solidFill>
                    <a:ln w="12614" cap="flat">
                      <a:noFill/>
                      <a:prstDash val="solid"/>
                      <a:miter/>
                    </a:ln>
                  </p:spPr>
                  <p:txBody>
                    <a:bodyPr rtlCol="0" anchor="ctr"/>
                    <a:lstStyle/>
                    <a:p>
                      <a:endParaRPr lang="en-US"/>
                    </a:p>
                  </p:txBody>
                </p:sp>
                <p:sp>
                  <p:nvSpPr>
                    <p:cNvPr id="819" name="Freeform: Shape 818">
                      <a:extLst>
                        <a:ext uri="{FF2B5EF4-FFF2-40B4-BE49-F238E27FC236}">
                          <a16:creationId xmlns:a16="http://schemas.microsoft.com/office/drawing/2014/main" id="{CAEF0A4C-85BA-460A-8B2E-3295B3614F6B}"/>
                        </a:ext>
                      </a:extLst>
                    </p:cNvPr>
                    <p:cNvSpPr/>
                    <p:nvPr/>
                  </p:nvSpPr>
                  <p:spPr>
                    <a:xfrm>
                      <a:off x="10168950" y="1884130"/>
                      <a:ext cx="384838" cy="290206"/>
                    </a:xfrm>
                    <a:custGeom>
                      <a:avLst/>
                      <a:gdLst>
                        <a:gd name="connsiteX0" fmla="*/ 142579 w 384838"/>
                        <a:gd name="connsiteY0" fmla="*/ 69397 h 290206"/>
                        <a:gd name="connsiteX1" fmla="*/ 121130 w 384838"/>
                        <a:gd name="connsiteY1" fmla="*/ 79491 h 290206"/>
                        <a:gd name="connsiteX2" fmla="*/ 0 w 384838"/>
                        <a:gd name="connsiteY2" fmla="*/ 254877 h 290206"/>
                        <a:gd name="connsiteX3" fmla="*/ 82015 w 384838"/>
                        <a:gd name="connsiteY3" fmla="*/ 201883 h 290206"/>
                        <a:gd name="connsiteX4" fmla="*/ 23973 w 384838"/>
                        <a:gd name="connsiteY4" fmla="*/ 290206 h 290206"/>
                        <a:gd name="connsiteX5" fmla="*/ 117344 w 384838"/>
                        <a:gd name="connsiteY5" fmla="*/ 230903 h 290206"/>
                        <a:gd name="connsiteX6" fmla="*/ 92109 w 384838"/>
                        <a:gd name="connsiteY6" fmla="*/ 263709 h 290206"/>
                        <a:gd name="connsiteX7" fmla="*/ 290206 w 384838"/>
                        <a:gd name="connsiteY7" fmla="*/ 191789 h 290206"/>
                        <a:gd name="connsiteX8" fmla="*/ 374744 w 384838"/>
                        <a:gd name="connsiteY8" fmla="*/ 142580 h 290206"/>
                        <a:gd name="connsiteX9" fmla="*/ 276327 w 384838"/>
                        <a:gd name="connsiteY9" fmla="*/ 153936 h 290206"/>
                        <a:gd name="connsiteX10" fmla="*/ 377268 w 384838"/>
                        <a:gd name="connsiteY10" fmla="*/ 79491 h 290206"/>
                        <a:gd name="connsiteX11" fmla="*/ 252353 w 384838"/>
                        <a:gd name="connsiteY11" fmla="*/ 94632 h 290206"/>
                        <a:gd name="connsiteX12" fmla="*/ 384839 w 384838"/>
                        <a:gd name="connsiteY12" fmla="*/ 0 h 290206"/>
                        <a:gd name="connsiteX13" fmla="*/ 244783 w 384838"/>
                        <a:gd name="connsiteY13" fmla="*/ 34068 h 290206"/>
                        <a:gd name="connsiteX14" fmla="*/ 142579 w 384838"/>
                        <a:gd name="connsiteY14" fmla="*/ 69397 h 290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4838" h="290206">
                          <a:moveTo>
                            <a:pt x="142579" y="69397"/>
                          </a:moveTo>
                          <a:cubicBezTo>
                            <a:pt x="135009" y="73182"/>
                            <a:pt x="128700" y="75706"/>
                            <a:pt x="121130" y="79491"/>
                          </a:cubicBezTo>
                          <a:cubicBezTo>
                            <a:pt x="52994" y="118606"/>
                            <a:pt x="34067" y="188003"/>
                            <a:pt x="0" y="254877"/>
                          </a:cubicBezTo>
                          <a:cubicBezTo>
                            <a:pt x="26497" y="234689"/>
                            <a:pt x="51732" y="215762"/>
                            <a:pt x="82015" y="201883"/>
                          </a:cubicBezTo>
                          <a:cubicBezTo>
                            <a:pt x="63088" y="230903"/>
                            <a:pt x="42900" y="261186"/>
                            <a:pt x="23973" y="290206"/>
                          </a:cubicBezTo>
                          <a:cubicBezTo>
                            <a:pt x="54256" y="270018"/>
                            <a:pt x="85800" y="249830"/>
                            <a:pt x="117344" y="230903"/>
                          </a:cubicBezTo>
                          <a:cubicBezTo>
                            <a:pt x="108512" y="242259"/>
                            <a:pt x="99679" y="253615"/>
                            <a:pt x="92109" y="263709"/>
                          </a:cubicBezTo>
                          <a:cubicBezTo>
                            <a:pt x="169077" y="244783"/>
                            <a:pt x="224594" y="240997"/>
                            <a:pt x="290206" y="191789"/>
                          </a:cubicBezTo>
                          <a:cubicBezTo>
                            <a:pt x="315442" y="171600"/>
                            <a:pt x="346986" y="158983"/>
                            <a:pt x="374744" y="142580"/>
                          </a:cubicBezTo>
                          <a:cubicBezTo>
                            <a:pt x="341939" y="146365"/>
                            <a:pt x="309133" y="150150"/>
                            <a:pt x="276327" y="153936"/>
                          </a:cubicBezTo>
                          <a:cubicBezTo>
                            <a:pt x="310395" y="128700"/>
                            <a:pt x="343200" y="104727"/>
                            <a:pt x="377268" y="79491"/>
                          </a:cubicBezTo>
                          <a:cubicBezTo>
                            <a:pt x="335630" y="84538"/>
                            <a:pt x="293991" y="89585"/>
                            <a:pt x="252353" y="94632"/>
                          </a:cubicBezTo>
                          <a:cubicBezTo>
                            <a:pt x="290206" y="55518"/>
                            <a:pt x="335630" y="22712"/>
                            <a:pt x="384839" y="0"/>
                          </a:cubicBezTo>
                          <a:cubicBezTo>
                            <a:pt x="343200" y="21450"/>
                            <a:pt x="286421" y="21450"/>
                            <a:pt x="244783" y="34068"/>
                          </a:cubicBezTo>
                          <a:cubicBezTo>
                            <a:pt x="210715" y="45424"/>
                            <a:pt x="174124" y="54256"/>
                            <a:pt x="142579" y="69397"/>
                          </a:cubicBezTo>
                          <a:close/>
                        </a:path>
                      </a:pathLst>
                    </a:custGeom>
                    <a:solidFill>
                      <a:srgbClr val="BA5433"/>
                    </a:solidFill>
                    <a:ln w="12614" cap="flat">
                      <a:noFill/>
                      <a:prstDash val="solid"/>
                      <a:miter/>
                    </a:ln>
                  </p:spPr>
                  <p:txBody>
                    <a:bodyPr rtlCol="0" anchor="ctr"/>
                    <a:lstStyle/>
                    <a:p>
                      <a:endParaRPr lang="en-US"/>
                    </a:p>
                  </p:txBody>
                </p:sp>
                <p:sp>
                  <p:nvSpPr>
                    <p:cNvPr id="820" name="Freeform: Shape 819">
                      <a:extLst>
                        <a:ext uri="{FF2B5EF4-FFF2-40B4-BE49-F238E27FC236}">
                          <a16:creationId xmlns:a16="http://schemas.microsoft.com/office/drawing/2014/main" id="{56691A64-C325-4C0D-87B7-BD64DBF0B7F7}"/>
                        </a:ext>
                      </a:extLst>
                    </p:cNvPr>
                    <p:cNvSpPr/>
                    <p:nvPr/>
                  </p:nvSpPr>
                  <p:spPr>
                    <a:xfrm>
                      <a:off x="10637065" y="1972453"/>
                      <a:ext cx="227117" cy="263709"/>
                    </a:xfrm>
                    <a:custGeom>
                      <a:avLst/>
                      <a:gdLst>
                        <a:gd name="connsiteX0" fmla="*/ 151412 w 227117"/>
                        <a:gd name="connsiteY0" fmla="*/ 213238 h 263709"/>
                        <a:gd name="connsiteX1" fmla="*/ 194312 w 227117"/>
                        <a:gd name="connsiteY1" fmla="*/ 263709 h 263709"/>
                        <a:gd name="connsiteX2" fmla="*/ 179171 w 227117"/>
                        <a:gd name="connsiteY2" fmla="*/ 167815 h 263709"/>
                        <a:gd name="connsiteX3" fmla="*/ 227118 w 227117"/>
                        <a:gd name="connsiteY3" fmla="*/ 218286 h 263709"/>
                        <a:gd name="connsiteX4" fmla="*/ 181694 w 227117"/>
                        <a:gd name="connsiteY4" fmla="*/ 79491 h 263709"/>
                        <a:gd name="connsiteX5" fmla="*/ 129962 w 227117"/>
                        <a:gd name="connsiteY5" fmla="*/ 29021 h 263709"/>
                        <a:gd name="connsiteX6" fmla="*/ 76967 w 227117"/>
                        <a:gd name="connsiteY6" fmla="*/ 0 h 263709"/>
                        <a:gd name="connsiteX7" fmla="*/ 131224 w 227117"/>
                        <a:gd name="connsiteY7" fmla="*/ 82015 h 263709"/>
                        <a:gd name="connsiteX8" fmla="*/ 20188 w 227117"/>
                        <a:gd name="connsiteY8" fmla="*/ 16403 h 263709"/>
                        <a:gd name="connsiteX9" fmla="*/ 52994 w 227117"/>
                        <a:gd name="connsiteY9" fmla="*/ 109774 h 263709"/>
                        <a:gd name="connsiteX10" fmla="*/ 0 w 227117"/>
                        <a:gd name="connsiteY10" fmla="*/ 78230 h 263709"/>
                        <a:gd name="connsiteX11" fmla="*/ 41638 w 227117"/>
                        <a:gd name="connsiteY11" fmla="*/ 148888 h 263709"/>
                        <a:gd name="connsiteX12" fmla="*/ 100941 w 227117"/>
                        <a:gd name="connsiteY12" fmla="*/ 210715 h 263709"/>
                        <a:gd name="connsiteX13" fmla="*/ 76967 w 227117"/>
                        <a:gd name="connsiteY13" fmla="*/ 140056 h 263709"/>
                        <a:gd name="connsiteX14" fmla="*/ 151412 w 227117"/>
                        <a:gd name="connsiteY14" fmla="*/ 213238 h 2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7117" h="263709">
                          <a:moveTo>
                            <a:pt x="151412" y="213238"/>
                          </a:moveTo>
                          <a:cubicBezTo>
                            <a:pt x="166553" y="229641"/>
                            <a:pt x="180432" y="247306"/>
                            <a:pt x="194312" y="263709"/>
                          </a:cubicBezTo>
                          <a:cubicBezTo>
                            <a:pt x="189265" y="232165"/>
                            <a:pt x="184218" y="199359"/>
                            <a:pt x="179171" y="167815"/>
                          </a:cubicBezTo>
                          <a:cubicBezTo>
                            <a:pt x="193050" y="186741"/>
                            <a:pt x="209453" y="203144"/>
                            <a:pt x="227118" y="218286"/>
                          </a:cubicBezTo>
                          <a:cubicBezTo>
                            <a:pt x="218285" y="174124"/>
                            <a:pt x="208191" y="116083"/>
                            <a:pt x="181694" y="79491"/>
                          </a:cubicBezTo>
                          <a:cubicBezTo>
                            <a:pt x="167815" y="60565"/>
                            <a:pt x="148888" y="42900"/>
                            <a:pt x="129962" y="29021"/>
                          </a:cubicBezTo>
                          <a:cubicBezTo>
                            <a:pt x="118606" y="20188"/>
                            <a:pt x="83276" y="10094"/>
                            <a:pt x="76967" y="0"/>
                          </a:cubicBezTo>
                          <a:cubicBezTo>
                            <a:pt x="94632" y="27759"/>
                            <a:pt x="112297" y="54256"/>
                            <a:pt x="131224" y="82015"/>
                          </a:cubicBezTo>
                          <a:cubicBezTo>
                            <a:pt x="94632" y="60565"/>
                            <a:pt x="58041" y="37853"/>
                            <a:pt x="20188" y="16403"/>
                          </a:cubicBezTo>
                          <a:cubicBezTo>
                            <a:pt x="31544" y="47947"/>
                            <a:pt x="41638" y="79491"/>
                            <a:pt x="52994" y="109774"/>
                          </a:cubicBezTo>
                          <a:cubicBezTo>
                            <a:pt x="40376" y="92109"/>
                            <a:pt x="20188" y="80753"/>
                            <a:pt x="0" y="78230"/>
                          </a:cubicBezTo>
                          <a:cubicBezTo>
                            <a:pt x="12618" y="104727"/>
                            <a:pt x="23973" y="126177"/>
                            <a:pt x="41638" y="148888"/>
                          </a:cubicBezTo>
                          <a:cubicBezTo>
                            <a:pt x="54256" y="164030"/>
                            <a:pt x="97156" y="193050"/>
                            <a:pt x="100941" y="210715"/>
                          </a:cubicBezTo>
                          <a:cubicBezTo>
                            <a:pt x="94632" y="186741"/>
                            <a:pt x="84538" y="164030"/>
                            <a:pt x="76967" y="140056"/>
                          </a:cubicBezTo>
                          <a:cubicBezTo>
                            <a:pt x="103465" y="162768"/>
                            <a:pt x="128700" y="186741"/>
                            <a:pt x="151412" y="213238"/>
                          </a:cubicBezTo>
                          <a:close/>
                        </a:path>
                      </a:pathLst>
                    </a:custGeom>
                    <a:solidFill>
                      <a:srgbClr val="BA5433"/>
                    </a:solidFill>
                    <a:ln w="12614" cap="flat">
                      <a:noFill/>
                      <a:prstDash val="solid"/>
                      <a:miter/>
                    </a:ln>
                  </p:spPr>
                  <p:txBody>
                    <a:bodyPr rtlCol="0" anchor="ctr"/>
                    <a:lstStyle/>
                    <a:p>
                      <a:endParaRPr lang="en-US"/>
                    </a:p>
                  </p:txBody>
                </p:sp>
              </p:grpSp>
              <p:sp>
                <p:nvSpPr>
                  <p:cNvPr id="821" name="Freeform: Shape 820">
                    <a:extLst>
                      <a:ext uri="{FF2B5EF4-FFF2-40B4-BE49-F238E27FC236}">
                        <a16:creationId xmlns:a16="http://schemas.microsoft.com/office/drawing/2014/main" id="{49B2B10C-6DCE-430F-AD68-F140A0E25803}"/>
                      </a:ext>
                    </a:extLst>
                  </p:cNvPr>
                  <p:cNvSpPr/>
                  <p:nvPr/>
                </p:nvSpPr>
                <p:spPr>
                  <a:xfrm>
                    <a:off x="9551946" y="3076499"/>
                    <a:ext cx="521109" cy="363458"/>
                  </a:xfrm>
                  <a:custGeom>
                    <a:avLst/>
                    <a:gdLst>
                      <a:gd name="connsiteX0" fmla="*/ 378530 w 521109"/>
                      <a:gd name="connsiteY0" fmla="*/ 195574 h 363458"/>
                      <a:gd name="connsiteX1" fmla="*/ 494612 w 521109"/>
                      <a:gd name="connsiteY1" fmla="*/ 182956 h 363458"/>
                      <a:gd name="connsiteX2" fmla="*/ 521109 w 521109"/>
                      <a:gd name="connsiteY2" fmla="*/ 267494 h 363458"/>
                      <a:gd name="connsiteX3" fmla="*/ 464330 w 521109"/>
                      <a:gd name="connsiteY3" fmla="*/ 237212 h 363458"/>
                      <a:gd name="connsiteX4" fmla="*/ 374744 w 521109"/>
                      <a:gd name="connsiteY4" fmla="*/ 188003 h 363458"/>
                      <a:gd name="connsiteX5" fmla="*/ 460545 w 521109"/>
                      <a:gd name="connsiteY5" fmla="*/ 301562 h 363458"/>
                      <a:gd name="connsiteX6" fmla="*/ 447927 w 521109"/>
                      <a:gd name="connsiteY6" fmla="*/ 363389 h 363458"/>
                      <a:gd name="connsiteX7" fmla="*/ 0 w 521109"/>
                      <a:gd name="connsiteY7" fmla="*/ 98418 h 363458"/>
                      <a:gd name="connsiteX8" fmla="*/ 108512 w 521109"/>
                      <a:gd name="connsiteY8" fmla="*/ 0 h 363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1109" h="363458">
                        <a:moveTo>
                          <a:pt x="378530" y="195574"/>
                        </a:moveTo>
                        <a:cubicBezTo>
                          <a:pt x="394933" y="148888"/>
                          <a:pt x="460545" y="186741"/>
                          <a:pt x="494612" y="182956"/>
                        </a:cubicBezTo>
                        <a:cubicBezTo>
                          <a:pt x="503445" y="210715"/>
                          <a:pt x="514800" y="238474"/>
                          <a:pt x="521109" y="267494"/>
                        </a:cubicBezTo>
                        <a:cubicBezTo>
                          <a:pt x="495874" y="264971"/>
                          <a:pt x="483256" y="251091"/>
                          <a:pt x="464330" y="237212"/>
                        </a:cubicBezTo>
                        <a:cubicBezTo>
                          <a:pt x="437833" y="217024"/>
                          <a:pt x="406289" y="201883"/>
                          <a:pt x="374744" y="188003"/>
                        </a:cubicBezTo>
                        <a:lnTo>
                          <a:pt x="460545" y="301562"/>
                        </a:lnTo>
                        <a:cubicBezTo>
                          <a:pt x="460545" y="301562"/>
                          <a:pt x="492089" y="358342"/>
                          <a:pt x="447927" y="363389"/>
                        </a:cubicBezTo>
                        <a:cubicBezTo>
                          <a:pt x="403765" y="368436"/>
                          <a:pt x="0" y="98418"/>
                          <a:pt x="0" y="98418"/>
                        </a:cubicBezTo>
                        <a:lnTo>
                          <a:pt x="108512" y="0"/>
                        </a:lnTo>
                      </a:path>
                    </a:pathLst>
                  </a:custGeom>
                  <a:solidFill>
                    <a:schemeClr val="accent1"/>
                  </a:solidFill>
                  <a:ln w="12614" cap="flat">
                    <a:noFill/>
                    <a:prstDash val="solid"/>
                    <a:miter/>
                  </a:ln>
                </p:spPr>
                <p:txBody>
                  <a:bodyPr rtlCol="0" anchor="ctr"/>
                  <a:lstStyle/>
                  <a:p>
                    <a:endParaRPr lang="en-US"/>
                  </a:p>
                </p:txBody>
              </p:sp>
            </p:grpSp>
            <p:sp>
              <p:nvSpPr>
                <p:cNvPr id="822" name="Freeform: Shape 821">
                  <a:extLst>
                    <a:ext uri="{FF2B5EF4-FFF2-40B4-BE49-F238E27FC236}">
                      <a16:creationId xmlns:a16="http://schemas.microsoft.com/office/drawing/2014/main" id="{FB20E18D-280C-4947-9248-6552DA7BE814}"/>
                    </a:ext>
                  </a:extLst>
                </p:cNvPr>
                <p:cNvSpPr/>
                <p:nvPr/>
              </p:nvSpPr>
              <p:spPr>
                <a:xfrm>
                  <a:off x="10214373" y="2778722"/>
                  <a:ext cx="160531" cy="439094"/>
                </a:xfrm>
                <a:custGeom>
                  <a:avLst/>
                  <a:gdLst>
                    <a:gd name="connsiteX0" fmla="*/ 131224 w 160531"/>
                    <a:gd name="connsiteY0" fmla="*/ 165291 h 439094"/>
                    <a:gd name="connsiteX1" fmla="*/ 129962 w 160531"/>
                    <a:gd name="connsiteY1" fmla="*/ 0 h 439094"/>
                    <a:gd name="connsiteX2" fmla="*/ 40376 w 160531"/>
                    <a:gd name="connsiteY2" fmla="*/ 44162 h 439094"/>
                    <a:gd name="connsiteX3" fmla="*/ 13879 w 160531"/>
                    <a:gd name="connsiteY3" fmla="*/ 82015 h 439094"/>
                    <a:gd name="connsiteX4" fmla="*/ 37853 w 160531"/>
                    <a:gd name="connsiteY4" fmla="*/ 100941 h 439094"/>
                    <a:gd name="connsiteX5" fmla="*/ 61826 w 160531"/>
                    <a:gd name="connsiteY5" fmla="*/ 128700 h 439094"/>
                    <a:gd name="connsiteX6" fmla="*/ 78229 w 160531"/>
                    <a:gd name="connsiteY6" fmla="*/ 175386 h 439094"/>
                    <a:gd name="connsiteX7" fmla="*/ 0 w 160531"/>
                    <a:gd name="connsiteY7" fmla="*/ 238474 h 439094"/>
                    <a:gd name="connsiteX8" fmla="*/ 52994 w 160531"/>
                    <a:gd name="connsiteY8" fmla="*/ 336892 h 439094"/>
                    <a:gd name="connsiteX9" fmla="*/ 153935 w 160531"/>
                    <a:gd name="connsiteY9" fmla="*/ 439095 h 439094"/>
                    <a:gd name="connsiteX10" fmla="*/ 131224 w 160531"/>
                    <a:gd name="connsiteY10" fmla="*/ 165291 h 439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0531" h="439094">
                      <a:moveTo>
                        <a:pt x="131224" y="165291"/>
                      </a:moveTo>
                      <a:cubicBezTo>
                        <a:pt x="123653" y="109774"/>
                        <a:pt x="104726" y="51732"/>
                        <a:pt x="129962" y="0"/>
                      </a:cubicBezTo>
                      <a:cubicBezTo>
                        <a:pt x="98418" y="12618"/>
                        <a:pt x="69397" y="27759"/>
                        <a:pt x="40376" y="44162"/>
                      </a:cubicBezTo>
                      <a:cubicBezTo>
                        <a:pt x="23973" y="52994"/>
                        <a:pt x="2523" y="58041"/>
                        <a:pt x="13879" y="82015"/>
                      </a:cubicBezTo>
                      <a:cubicBezTo>
                        <a:pt x="18926" y="92109"/>
                        <a:pt x="29020" y="94632"/>
                        <a:pt x="37853" y="100941"/>
                      </a:cubicBezTo>
                      <a:cubicBezTo>
                        <a:pt x="46685" y="108512"/>
                        <a:pt x="54256" y="119868"/>
                        <a:pt x="61826" y="128700"/>
                      </a:cubicBezTo>
                      <a:cubicBezTo>
                        <a:pt x="69397" y="138794"/>
                        <a:pt x="88324" y="162768"/>
                        <a:pt x="78229" y="175386"/>
                      </a:cubicBezTo>
                      <a:cubicBezTo>
                        <a:pt x="58041" y="203144"/>
                        <a:pt x="22712" y="214500"/>
                        <a:pt x="0" y="238474"/>
                      </a:cubicBezTo>
                      <a:cubicBezTo>
                        <a:pt x="18926" y="270018"/>
                        <a:pt x="34067" y="305347"/>
                        <a:pt x="52994" y="336892"/>
                      </a:cubicBezTo>
                      <a:cubicBezTo>
                        <a:pt x="78229" y="377268"/>
                        <a:pt x="119868" y="407551"/>
                        <a:pt x="153935" y="439095"/>
                      </a:cubicBezTo>
                      <a:cubicBezTo>
                        <a:pt x="174124" y="357080"/>
                        <a:pt x="142579" y="246044"/>
                        <a:pt x="131224" y="165291"/>
                      </a:cubicBezTo>
                      <a:close/>
                    </a:path>
                  </a:pathLst>
                </a:custGeom>
                <a:solidFill>
                  <a:schemeClr val="accent1">
                    <a:lumMod val="75000"/>
                  </a:schemeClr>
                </a:solidFill>
                <a:ln w="12614" cap="flat">
                  <a:noFill/>
                  <a:prstDash val="solid"/>
                  <a:miter/>
                </a:ln>
              </p:spPr>
              <p:txBody>
                <a:bodyPr rtlCol="0" anchor="ctr"/>
                <a:lstStyle/>
                <a:p>
                  <a:endParaRPr lang="en-US"/>
                </a:p>
              </p:txBody>
            </p:sp>
            <p:sp>
              <p:nvSpPr>
                <p:cNvPr id="823" name="Freeform: Shape 822">
                  <a:extLst>
                    <a:ext uri="{FF2B5EF4-FFF2-40B4-BE49-F238E27FC236}">
                      <a16:creationId xmlns:a16="http://schemas.microsoft.com/office/drawing/2014/main" id="{1626F669-3632-4E51-9EDA-340D9251408C}"/>
                    </a:ext>
                  </a:extLst>
                </p:cNvPr>
                <p:cNvSpPr/>
                <p:nvPr/>
              </p:nvSpPr>
              <p:spPr>
                <a:xfrm>
                  <a:off x="10372094" y="2788951"/>
                  <a:ext cx="386100" cy="437698"/>
                </a:xfrm>
                <a:custGeom>
                  <a:avLst/>
                  <a:gdLst>
                    <a:gd name="connsiteX0" fmla="*/ 290206 w 386100"/>
                    <a:gd name="connsiteY0" fmla="*/ 95760 h 437698"/>
                    <a:gd name="connsiteX1" fmla="*/ 209453 w 386100"/>
                    <a:gd name="connsiteY1" fmla="*/ 128566 h 437698"/>
                    <a:gd name="connsiteX2" fmla="*/ 235950 w 386100"/>
                    <a:gd name="connsiteY2" fmla="*/ 233292 h 437698"/>
                    <a:gd name="connsiteX3" fmla="*/ 172862 w 386100"/>
                    <a:gd name="connsiteY3" fmla="*/ 292595 h 437698"/>
                    <a:gd name="connsiteX4" fmla="*/ 0 w 386100"/>
                    <a:gd name="connsiteY4" fmla="*/ 437698 h 437698"/>
                    <a:gd name="connsiteX5" fmla="*/ 184218 w 386100"/>
                    <a:gd name="connsiteY5" fmla="*/ 99545 h 437698"/>
                    <a:gd name="connsiteX6" fmla="*/ 225856 w 386100"/>
                    <a:gd name="connsiteY6" fmla="*/ 55383 h 437698"/>
                    <a:gd name="connsiteX7" fmla="*/ 237212 w 386100"/>
                    <a:gd name="connsiteY7" fmla="*/ 9960 h 437698"/>
                    <a:gd name="connsiteX8" fmla="*/ 239736 w 386100"/>
                    <a:gd name="connsiteY8" fmla="*/ 2389 h 437698"/>
                    <a:gd name="connsiteX9" fmla="*/ 254877 w 386100"/>
                    <a:gd name="connsiteY9" fmla="*/ 2389 h 437698"/>
                    <a:gd name="connsiteX10" fmla="*/ 386100 w 386100"/>
                    <a:gd name="connsiteY10" fmla="*/ 59168 h 437698"/>
                    <a:gd name="connsiteX11" fmla="*/ 290206 w 386100"/>
                    <a:gd name="connsiteY11" fmla="*/ 95760 h 437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6100" h="437698">
                      <a:moveTo>
                        <a:pt x="290206" y="95760"/>
                      </a:moveTo>
                      <a:cubicBezTo>
                        <a:pt x="263709" y="107116"/>
                        <a:pt x="235950" y="118471"/>
                        <a:pt x="209453" y="128566"/>
                      </a:cubicBezTo>
                      <a:cubicBezTo>
                        <a:pt x="206930" y="129827"/>
                        <a:pt x="242259" y="216889"/>
                        <a:pt x="235950" y="233292"/>
                      </a:cubicBezTo>
                      <a:cubicBezTo>
                        <a:pt x="225856" y="256004"/>
                        <a:pt x="190526" y="277454"/>
                        <a:pt x="172862" y="292595"/>
                      </a:cubicBezTo>
                      <a:cubicBezTo>
                        <a:pt x="114820" y="343066"/>
                        <a:pt x="54256" y="384704"/>
                        <a:pt x="0" y="437698"/>
                      </a:cubicBezTo>
                      <a:cubicBezTo>
                        <a:pt x="37853" y="321616"/>
                        <a:pt x="107250" y="196701"/>
                        <a:pt x="184218" y="99545"/>
                      </a:cubicBezTo>
                      <a:cubicBezTo>
                        <a:pt x="196835" y="83142"/>
                        <a:pt x="213238" y="70524"/>
                        <a:pt x="225856" y="55383"/>
                      </a:cubicBezTo>
                      <a:cubicBezTo>
                        <a:pt x="237212" y="41504"/>
                        <a:pt x="235950" y="27624"/>
                        <a:pt x="237212" y="9960"/>
                      </a:cubicBezTo>
                      <a:cubicBezTo>
                        <a:pt x="237212" y="7436"/>
                        <a:pt x="237212" y="3651"/>
                        <a:pt x="239736" y="2389"/>
                      </a:cubicBezTo>
                      <a:cubicBezTo>
                        <a:pt x="243521" y="-1396"/>
                        <a:pt x="249830" y="-135"/>
                        <a:pt x="254877" y="2389"/>
                      </a:cubicBezTo>
                      <a:cubicBezTo>
                        <a:pt x="299038" y="21315"/>
                        <a:pt x="341938" y="40242"/>
                        <a:pt x="386100" y="59168"/>
                      </a:cubicBezTo>
                      <a:cubicBezTo>
                        <a:pt x="352033" y="66739"/>
                        <a:pt x="320489" y="81880"/>
                        <a:pt x="290206" y="95760"/>
                      </a:cubicBezTo>
                      <a:close/>
                    </a:path>
                  </a:pathLst>
                </a:custGeom>
                <a:solidFill>
                  <a:schemeClr val="accent1">
                    <a:lumMod val="75000"/>
                  </a:schemeClr>
                </a:solidFill>
                <a:ln w="12614" cap="flat">
                  <a:noFill/>
                  <a:prstDash val="solid"/>
                  <a:miter/>
                </a:ln>
              </p:spPr>
              <p:txBody>
                <a:bodyPr rtlCol="0" anchor="ctr"/>
                <a:lstStyle/>
                <a:p>
                  <a:endParaRPr lang="en-US"/>
                </a:p>
              </p:txBody>
            </p:sp>
            <p:sp>
              <p:nvSpPr>
                <p:cNvPr id="824" name="Freeform: Shape 823">
                  <a:extLst>
                    <a:ext uri="{FF2B5EF4-FFF2-40B4-BE49-F238E27FC236}">
                      <a16:creationId xmlns:a16="http://schemas.microsoft.com/office/drawing/2014/main" id="{0927DCD4-792C-4D14-B786-49292523F70E}"/>
                    </a:ext>
                  </a:extLst>
                </p:cNvPr>
                <p:cNvSpPr/>
                <p:nvPr/>
              </p:nvSpPr>
              <p:spPr>
                <a:xfrm>
                  <a:off x="10785345" y="2367386"/>
                  <a:ext cx="104072" cy="444141"/>
                </a:xfrm>
                <a:custGeom>
                  <a:avLst/>
                  <a:gdLst>
                    <a:gd name="connsiteX0" fmla="*/ 13226 w 104072"/>
                    <a:gd name="connsiteY0" fmla="*/ 94632 h 444141"/>
                    <a:gd name="connsiteX1" fmla="*/ 23320 w 104072"/>
                    <a:gd name="connsiteY1" fmla="*/ 166553 h 444141"/>
                    <a:gd name="connsiteX2" fmla="*/ 68743 w 104072"/>
                    <a:gd name="connsiteY2" fmla="*/ 0 h 444141"/>
                    <a:gd name="connsiteX3" fmla="*/ 77576 w 104072"/>
                    <a:gd name="connsiteY3" fmla="*/ 136271 h 444141"/>
                    <a:gd name="connsiteX4" fmla="*/ 104073 w 104072"/>
                    <a:gd name="connsiteY4" fmla="*/ 64350 h 444141"/>
                    <a:gd name="connsiteX5" fmla="*/ 82623 w 104072"/>
                    <a:gd name="connsiteY5" fmla="*/ 399980 h 444141"/>
                    <a:gd name="connsiteX6" fmla="*/ 51079 w 104072"/>
                    <a:gd name="connsiteY6" fmla="*/ 302824 h 444141"/>
                    <a:gd name="connsiteX7" fmla="*/ 49817 w 104072"/>
                    <a:gd name="connsiteY7" fmla="*/ 444142 h 444141"/>
                    <a:gd name="connsiteX8" fmla="*/ 13226 w 104072"/>
                    <a:gd name="connsiteY8" fmla="*/ 94632 h 444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072" h="444141">
                      <a:moveTo>
                        <a:pt x="13226" y="94632"/>
                      </a:moveTo>
                      <a:cubicBezTo>
                        <a:pt x="17011" y="118606"/>
                        <a:pt x="20796" y="142580"/>
                        <a:pt x="23320" y="166553"/>
                      </a:cubicBezTo>
                      <a:cubicBezTo>
                        <a:pt x="38461" y="111035"/>
                        <a:pt x="53602" y="55518"/>
                        <a:pt x="68743" y="0"/>
                      </a:cubicBezTo>
                      <a:cubicBezTo>
                        <a:pt x="71267" y="45424"/>
                        <a:pt x="75052" y="90847"/>
                        <a:pt x="77576" y="136271"/>
                      </a:cubicBezTo>
                      <a:cubicBezTo>
                        <a:pt x="86408" y="112297"/>
                        <a:pt x="95240" y="88324"/>
                        <a:pt x="104073" y="64350"/>
                      </a:cubicBezTo>
                      <a:cubicBezTo>
                        <a:pt x="80099" y="174124"/>
                        <a:pt x="72529" y="287683"/>
                        <a:pt x="82623" y="399980"/>
                      </a:cubicBezTo>
                      <a:cubicBezTo>
                        <a:pt x="72529" y="367174"/>
                        <a:pt x="61173" y="335630"/>
                        <a:pt x="51079" y="302824"/>
                      </a:cubicBezTo>
                      <a:cubicBezTo>
                        <a:pt x="51079" y="349509"/>
                        <a:pt x="52340" y="397456"/>
                        <a:pt x="49817" y="444142"/>
                      </a:cubicBezTo>
                      <a:cubicBezTo>
                        <a:pt x="608" y="334368"/>
                        <a:pt x="-13272" y="213239"/>
                        <a:pt x="13226" y="94632"/>
                      </a:cubicBezTo>
                      <a:close/>
                    </a:path>
                  </a:pathLst>
                </a:custGeom>
                <a:solidFill>
                  <a:srgbClr val="BA5433"/>
                </a:solidFill>
                <a:ln w="12614" cap="flat">
                  <a:noFill/>
                  <a:prstDash val="solid"/>
                  <a:miter/>
                </a:ln>
              </p:spPr>
              <p:txBody>
                <a:bodyPr rtlCol="0" anchor="ctr"/>
                <a:lstStyle/>
                <a:p>
                  <a:endParaRPr lang="en-US"/>
                </a:p>
              </p:txBody>
            </p:sp>
            <p:sp>
              <p:nvSpPr>
                <p:cNvPr id="825" name="Freeform: Shape 824">
                  <a:extLst>
                    <a:ext uri="{FF2B5EF4-FFF2-40B4-BE49-F238E27FC236}">
                      <a16:creationId xmlns:a16="http://schemas.microsoft.com/office/drawing/2014/main" id="{42703573-62ED-494F-B900-5F460D392D94}"/>
                    </a:ext>
                  </a:extLst>
                </p:cNvPr>
                <p:cNvSpPr/>
                <p:nvPr/>
              </p:nvSpPr>
              <p:spPr>
                <a:xfrm>
                  <a:off x="10314053" y="2527630"/>
                  <a:ext cx="166552" cy="30422"/>
                </a:xfrm>
                <a:custGeom>
                  <a:avLst/>
                  <a:gdLst>
                    <a:gd name="connsiteX0" fmla="*/ 166553 w 166552"/>
                    <a:gd name="connsiteY0" fmla="*/ 0 h 30422"/>
                    <a:gd name="connsiteX1" fmla="*/ 146365 w 166552"/>
                    <a:gd name="connsiteY1" fmla="*/ 21450 h 30422"/>
                    <a:gd name="connsiteX2" fmla="*/ 111035 w 166552"/>
                    <a:gd name="connsiteY2" fmla="*/ 27759 h 30422"/>
                    <a:gd name="connsiteX3" fmla="*/ 51732 w 166552"/>
                    <a:gd name="connsiteY3" fmla="*/ 30282 h 30422"/>
                    <a:gd name="connsiteX4" fmla="*/ 17665 w 166552"/>
                    <a:gd name="connsiteY4" fmla="*/ 26497 h 30422"/>
                    <a:gd name="connsiteX5" fmla="*/ 0 w 166552"/>
                    <a:gd name="connsiteY5" fmla="*/ 6309 h 30422"/>
                    <a:gd name="connsiteX6" fmla="*/ 166553 w 166552"/>
                    <a:gd name="connsiteY6" fmla="*/ 0 h 30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552" h="30422">
                      <a:moveTo>
                        <a:pt x="166553" y="0"/>
                      </a:moveTo>
                      <a:cubicBezTo>
                        <a:pt x="162768" y="8832"/>
                        <a:pt x="155197" y="16403"/>
                        <a:pt x="146365" y="21450"/>
                      </a:cubicBezTo>
                      <a:cubicBezTo>
                        <a:pt x="135009" y="26497"/>
                        <a:pt x="122391" y="26497"/>
                        <a:pt x="111035" y="27759"/>
                      </a:cubicBezTo>
                      <a:cubicBezTo>
                        <a:pt x="90847" y="29021"/>
                        <a:pt x="71920" y="29021"/>
                        <a:pt x="51732" y="30282"/>
                      </a:cubicBezTo>
                      <a:cubicBezTo>
                        <a:pt x="40376" y="30282"/>
                        <a:pt x="29020" y="31544"/>
                        <a:pt x="17665" y="26497"/>
                      </a:cubicBezTo>
                      <a:cubicBezTo>
                        <a:pt x="8832" y="22712"/>
                        <a:pt x="1262" y="15141"/>
                        <a:pt x="0" y="6309"/>
                      </a:cubicBezTo>
                      <a:cubicBezTo>
                        <a:pt x="84538" y="0"/>
                        <a:pt x="97156" y="6309"/>
                        <a:pt x="166553" y="0"/>
                      </a:cubicBezTo>
                      <a:close/>
                    </a:path>
                  </a:pathLst>
                </a:custGeom>
                <a:solidFill>
                  <a:srgbClr val="FFFFFF"/>
                </a:solidFill>
                <a:ln w="12614" cap="flat">
                  <a:noFill/>
                  <a:prstDash val="solid"/>
                  <a:miter/>
                </a:ln>
              </p:spPr>
              <p:txBody>
                <a:bodyPr rtlCol="0" anchor="ctr"/>
                <a:lstStyle/>
                <a:p>
                  <a:endParaRPr lang="en-US"/>
                </a:p>
              </p:txBody>
            </p:sp>
            <p:sp>
              <p:nvSpPr>
                <p:cNvPr id="826" name="Freeform: Shape 825">
                  <a:extLst>
                    <a:ext uri="{FF2B5EF4-FFF2-40B4-BE49-F238E27FC236}">
                      <a16:creationId xmlns:a16="http://schemas.microsoft.com/office/drawing/2014/main" id="{348538FB-8CD7-4EE7-AD09-98E5265CB89B}"/>
                    </a:ext>
                  </a:extLst>
                </p:cNvPr>
                <p:cNvSpPr/>
                <p:nvPr/>
              </p:nvSpPr>
              <p:spPr>
                <a:xfrm>
                  <a:off x="10350644" y="2567689"/>
                  <a:ext cx="128700" cy="54808"/>
                </a:xfrm>
                <a:custGeom>
                  <a:avLst/>
                  <a:gdLst>
                    <a:gd name="connsiteX0" fmla="*/ 128700 w 128700"/>
                    <a:gd name="connsiteY0" fmla="*/ 6626 h 54808"/>
                    <a:gd name="connsiteX1" fmla="*/ 0 w 128700"/>
                    <a:gd name="connsiteY1" fmla="*/ 43218 h 54808"/>
                    <a:gd name="connsiteX2" fmla="*/ 7571 w 128700"/>
                    <a:gd name="connsiteY2" fmla="*/ 34385 h 54808"/>
                    <a:gd name="connsiteX3" fmla="*/ 105988 w 128700"/>
                    <a:gd name="connsiteY3" fmla="*/ 318 h 54808"/>
                    <a:gd name="connsiteX4" fmla="*/ 128700 w 128700"/>
                    <a:gd name="connsiteY4" fmla="*/ 6626 h 54808"/>
                    <a:gd name="connsiteX5" fmla="*/ 128700 w 128700"/>
                    <a:gd name="connsiteY5" fmla="*/ 6626 h 54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700" h="54808">
                      <a:moveTo>
                        <a:pt x="128700" y="6626"/>
                      </a:moveTo>
                      <a:cubicBezTo>
                        <a:pt x="97156" y="50788"/>
                        <a:pt x="42900" y="68453"/>
                        <a:pt x="0" y="43218"/>
                      </a:cubicBezTo>
                      <a:cubicBezTo>
                        <a:pt x="2524" y="40694"/>
                        <a:pt x="5047" y="38171"/>
                        <a:pt x="7571" y="34385"/>
                      </a:cubicBezTo>
                      <a:cubicBezTo>
                        <a:pt x="34068" y="10412"/>
                        <a:pt x="69397" y="-2206"/>
                        <a:pt x="105988" y="318"/>
                      </a:cubicBezTo>
                      <a:cubicBezTo>
                        <a:pt x="113559" y="318"/>
                        <a:pt x="121130" y="2841"/>
                        <a:pt x="128700" y="6626"/>
                      </a:cubicBezTo>
                      <a:cubicBezTo>
                        <a:pt x="127438" y="6626"/>
                        <a:pt x="127438" y="6626"/>
                        <a:pt x="128700" y="6626"/>
                      </a:cubicBezTo>
                      <a:close/>
                    </a:path>
                  </a:pathLst>
                </a:custGeom>
                <a:solidFill>
                  <a:srgbClr val="D9762F"/>
                </a:solidFill>
                <a:ln w="12614" cap="flat">
                  <a:noFill/>
                  <a:prstDash val="solid"/>
                  <a:miter/>
                </a:ln>
              </p:spPr>
              <p:txBody>
                <a:bodyPr rtlCol="0" anchor="ctr"/>
                <a:lstStyle/>
                <a:p>
                  <a:endParaRPr lang="en-US"/>
                </a:p>
              </p:txBody>
            </p:sp>
          </p:grpSp>
          <p:sp>
            <p:nvSpPr>
              <p:cNvPr id="827" name="Freeform: Shape 826">
                <a:extLst>
                  <a:ext uri="{FF2B5EF4-FFF2-40B4-BE49-F238E27FC236}">
                    <a16:creationId xmlns:a16="http://schemas.microsoft.com/office/drawing/2014/main" id="{02A502DD-A682-4710-B8A1-2F57C1373696}"/>
                  </a:ext>
                </a:extLst>
              </p:cNvPr>
              <p:cNvSpPr/>
              <p:nvPr/>
            </p:nvSpPr>
            <p:spPr>
              <a:xfrm>
                <a:off x="10602997" y="4166665"/>
                <a:ext cx="141317" cy="957680"/>
              </a:xfrm>
              <a:custGeom>
                <a:avLst/>
                <a:gdLst>
                  <a:gd name="connsiteX0" fmla="*/ 0 w 141317"/>
                  <a:gd name="connsiteY0" fmla="*/ 957681 h 957680"/>
                  <a:gd name="connsiteX1" fmla="*/ 30282 w 141317"/>
                  <a:gd name="connsiteY1" fmla="*/ 0 h 957680"/>
                  <a:gd name="connsiteX2" fmla="*/ 141318 w 141317"/>
                  <a:gd name="connsiteY2" fmla="*/ 927398 h 957680"/>
                </a:gdLst>
                <a:ahLst/>
                <a:cxnLst>
                  <a:cxn ang="0">
                    <a:pos x="connsiteX0" y="connsiteY0"/>
                  </a:cxn>
                  <a:cxn ang="0">
                    <a:pos x="connsiteX1" y="connsiteY1"/>
                  </a:cxn>
                  <a:cxn ang="0">
                    <a:pos x="connsiteX2" y="connsiteY2"/>
                  </a:cxn>
                </a:cxnLst>
                <a:rect l="l" t="t" r="r" b="b"/>
                <a:pathLst>
                  <a:path w="141317" h="957680">
                    <a:moveTo>
                      <a:pt x="0" y="957681"/>
                    </a:moveTo>
                    <a:lnTo>
                      <a:pt x="30282" y="0"/>
                    </a:lnTo>
                    <a:lnTo>
                      <a:pt x="141318" y="927398"/>
                    </a:lnTo>
                    <a:close/>
                  </a:path>
                </a:pathLst>
              </a:custGeom>
              <a:solidFill>
                <a:schemeClr val="accent2">
                  <a:lumMod val="75000"/>
                </a:schemeClr>
              </a:solidFill>
              <a:ln w="12614" cap="flat">
                <a:noFill/>
                <a:prstDash val="solid"/>
                <a:miter/>
              </a:ln>
            </p:spPr>
            <p:txBody>
              <a:bodyPr rtlCol="0" anchor="ctr"/>
              <a:lstStyle/>
              <a:p>
                <a:endParaRPr lang="en-US"/>
              </a:p>
            </p:txBody>
          </p:sp>
          <p:sp>
            <p:nvSpPr>
              <p:cNvPr id="828" name="Freeform: Shape 827">
                <a:extLst>
                  <a:ext uri="{FF2B5EF4-FFF2-40B4-BE49-F238E27FC236}">
                    <a16:creationId xmlns:a16="http://schemas.microsoft.com/office/drawing/2014/main" id="{8C70C16B-0CCD-4166-9D68-24CFDEBBC611}"/>
                  </a:ext>
                </a:extLst>
              </p:cNvPr>
              <p:cNvSpPr/>
              <p:nvPr/>
            </p:nvSpPr>
            <p:spPr>
              <a:xfrm>
                <a:off x="10029943" y="4436683"/>
                <a:ext cx="113771" cy="695572"/>
              </a:xfrm>
              <a:custGeom>
                <a:avLst/>
                <a:gdLst>
                  <a:gd name="connsiteX0" fmla="*/ 5260 w 113771"/>
                  <a:gd name="connsiteY0" fmla="*/ 678830 h 695572"/>
                  <a:gd name="connsiteX1" fmla="*/ 113772 w 113771"/>
                  <a:gd name="connsiteY1" fmla="*/ 0 h 695572"/>
                  <a:gd name="connsiteX2" fmla="*/ 113772 w 113771"/>
                  <a:gd name="connsiteY2" fmla="*/ 687663 h 695572"/>
                  <a:gd name="connsiteX3" fmla="*/ 5260 w 113771"/>
                  <a:gd name="connsiteY3" fmla="*/ 678830 h 695572"/>
                </a:gdLst>
                <a:ahLst/>
                <a:cxnLst>
                  <a:cxn ang="0">
                    <a:pos x="connsiteX0" y="connsiteY0"/>
                  </a:cxn>
                  <a:cxn ang="0">
                    <a:pos x="connsiteX1" y="connsiteY1"/>
                  </a:cxn>
                  <a:cxn ang="0">
                    <a:pos x="connsiteX2" y="connsiteY2"/>
                  </a:cxn>
                  <a:cxn ang="0">
                    <a:pos x="connsiteX3" y="connsiteY3"/>
                  </a:cxn>
                </a:cxnLst>
                <a:rect l="l" t="t" r="r" b="b"/>
                <a:pathLst>
                  <a:path w="113771" h="695572">
                    <a:moveTo>
                      <a:pt x="5260" y="678830"/>
                    </a:moveTo>
                    <a:cubicBezTo>
                      <a:pt x="-28808" y="662427"/>
                      <a:pt x="113772" y="0"/>
                      <a:pt x="113772" y="0"/>
                    </a:cubicBezTo>
                    <a:lnTo>
                      <a:pt x="113772" y="687663"/>
                    </a:lnTo>
                    <a:cubicBezTo>
                      <a:pt x="113772" y="687663"/>
                      <a:pt x="69610" y="710374"/>
                      <a:pt x="5260" y="678830"/>
                    </a:cubicBezTo>
                    <a:close/>
                  </a:path>
                </a:pathLst>
              </a:custGeom>
              <a:solidFill>
                <a:schemeClr val="accent2">
                  <a:lumMod val="75000"/>
                </a:schemeClr>
              </a:solidFill>
              <a:ln w="12614" cap="flat">
                <a:noFill/>
                <a:prstDash val="solid"/>
                <a:miter/>
              </a:ln>
            </p:spPr>
            <p:txBody>
              <a:bodyPr rtlCol="0" anchor="ctr"/>
              <a:lstStyle/>
              <a:p>
                <a:endParaRPr lang="en-US"/>
              </a:p>
            </p:txBody>
          </p:sp>
        </p:grpSp>
        <p:sp>
          <p:nvSpPr>
            <p:cNvPr id="829" name="Freeform: Shape 828">
              <a:extLst>
                <a:ext uri="{FF2B5EF4-FFF2-40B4-BE49-F238E27FC236}">
                  <a16:creationId xmlns:a16="http://schemas.microsoft.com/office/drawing/2014/main" id="{037AEAF7-662E-45B8-8AEA-EEF8DD74ED34}"/>
                </a:ext>
              </a:extLst>
            </p:cNvPr>
            <p:cNvSpPr/>
            <p:nvPr/>
          </p:nvSpPr>
          <p:spPr>
            <a:xfrm>
              <a:off x="6175594" y="3919273"/>
              <a:ext cx="829173" cy="1390603"/>
            </a:xfrm>
            <a:custGeom>
              <a:avLst/>
              <a:gdLst>
                <a:gd name="connsiteX0" fmla="*/ 661031 w 829173"/>
                <a:gd name="connsiteY0" fmla="*/ 1386767 h 1390603"/>
                <a:gd name="connsiteX1" fmla="*/ 606775 w 829173"/>
                <a:gd name="connsiteY1" fmla="*/ 1389291 h 1390603"/>
                <a:gd name="connsiteX2" fmla="*/ 298904 w 829173"/>
                <a:gd name="connsiteY2" fmla="*/ 1254282 h 1390603"/>
                <a:gd name="connsiteX3" fmla="*/ 91975 w 829173"/>
                <a:gd name="connsiteY3" fmla="*/ 1015808 h 1390603"/>
                <a:gd name="connsiteX4" fmla="*/ 155063 w 829173"/>
                <a:gd name="connsiteY4" fmla="*/ 943887 h 1390603"/>
                <a:gd name="connsiteX5" fmla="*/ 291334 w 829173"/>
                <a:gd name="connsiteY5" fmla="*/ 1048614 h 1390603"/>
                <a:gd name="connsiteX6" fmla="*/ 399846 w 829173"/>
                <a:gd name="connsiteY6" fmla="*/ 1018331 h 1390603"/>
                <a:gd name="connsiteX7" fmla="*/ 168942 w 829173"/>
                <a:gd name="connsiteY7" fmla="*/ 805093 h 1390603"/>
                <a:gd name="connsiteX8" fmla="*/ 35195 w 829173"/>
                <a:gd name="connsiteY8" fmla="*/ 499745 h 1390603"/>
                <a:gd name="connsiteX9" fmla="*/ 107116 w 829173"/>
                <a:gd name="connsiteY9" fmla="*/ 517410 h 1390603"/>
                <a:gd name="connsiteX10" fmla="*/ 210581 w 829173"/>
                <a:gd name="connsiteY10" fmla="*/ 639801 h 1390603"/>
                <a:gd name="connsiteX11" fmla="*/ 285025 w 829173"/>
                <a:gd name="connsiteY11" fmla="*/ 521195 h 1390603"/>
                <a:gd name="connsiteX12" fmla="*/ 203010 w 829173"/>
                <a:gd name="connsiteY12" fmla="*/ 386186 h 1390603"/>
                <a:gd name="connsiteX13" fmla="*/ 107116 w 829173"/>
                <a:gd name="connsiteY13" fmla="*/ 152760 h 1390603"/>
                <a:gd name="connsiteX14" fmla="*/ 103331 w 829173"/>
                <a:gd name="connsiteY14" fmla="*/ 69483 h 1390603"/>
                <a:gd name="connsiteX15" fmla="*/ 152540 w 829173"/>
                <a:gd name="connsiteY15" fmla="*/ 5133 h 1390603"/>
                <a:gd name="connsiteX16" fmla="*/ 254743 w 829173"/>
                <a:gd name="connsiteY16" fmla="*/ 41724 h 1390603"/>
                <a:gd name="connsiteX17" fmla="*/ 295119 w 829173"/>
                <a:gd name="connsiteY17" fmla="*/ 150236 h 1390603"/>
                <a:gd name="connsiteX18" fmla="*/ 353160 w 829173"/>
                <a:gd name="connsiteY18" fmla="*/ 425301 h 1390603"/>
                <a:gd name="connsiteX19" fmla="*/ 435175 w 829173"/>
                <a:gd name="connsiteY19" fmla="*/ 570404 h 1390603"/>
                <a:gd name="connsiteX20" fmla="*/ 474290 w 829173"/>
                <a:gd name="connsiteY20" fmla="*/ 434134 h 1390603"/>
                <a:gd name="connsiteX21" fmla="*/ 579017 w 829173"/>
                <a:gd name="connsiteY21" fmla="*/ 285245 h 1390603"/>
                <a:gd name="connsiteX22" fmla="*/ 602990 w 829173"/>
                <a:gd name="connsiteY22" fmla="*/ 362213 h 1390603"/>
                <a:gd name="connsiteX23" fmla="*/ 628225 w 829173"/>
                <a:gd name="connsiteY23" fmla="*/ 630969 h 1390603"/>
                <a:gd name="connsiteX24" fmla="*/ 596681 w 829173"/>
                <a:gd name="connsiteY24" fmla="*/ 850516 h 1390603"/>
                <a:gd name="connsiteX25" fmla="*/ 590372 w 829173"/>
                <a:gd name="connsiteY25" fmla="*/ 900987 h 1390603"/>
                <a:gd name="connsiteX26" fmla="*/ 682481 w 829173"/>
                <a:gd name="connsiteY26" fmla="*/ 906034 h 1390603"/>
                <a:gd name="connsiteX27" fmla="*/ 692575 w 829173"/>
                <a:gd name="connsiteY27" fmla="*/ 837899 h 1390603"/>
                <a:gd name="connsiteX28" fmla="*/ 700146 w 829173"/>
                <a:gd name="connsiteY28" fmla="*/ 742004 h 1390603"/>
                <a:gd name="connsiteX29" fmla="*/ 740523 w 829173"/>
                <a:gd name="connsiteY29" fmla="*/ 675131 h 1390603"/>
                <a:gd name="connsiteX30" fmla="*/ 785946 w 829173"/>
                <a:gd name="connsiteY30" fmla="*/ 692796 h 1390603"/>
                <a:gd name="connsiteX31" fmla="*/ 807396 w 829173"/>
                <a:gd name="connsiteY31" fmla="*/ 739481 h 1390603"/>
                <a:gd name="connsiteX32" fmla="*/ 767020 w 829173"/>
                <a:gd name="connsiteY32" fmla="*/ 1235355 h 1390603"/>
                <a:gd name="connsiteX33" fmla="*/ 682481 w 829173"/>
                <a:gd name="connsiteY33" fmla="*/ 1377935 h 1390603"/>
                <a:gd name="connsiteX34" fmla="*/ 661031 w 829173"/>
                <a:gd name="connsiteY34" fmla="*/ 1386767 h 139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29173" h="1390603">
                  <a:moveTo>
                    <a:pt x="661031" y="1386767"/>
                  </a:moveTo>
                  <a:cubicBezTo>
                    <a:pt x="643367" y="1390552"/>
                    <a:pt x="624440" y="1391814"/>
                    <a:pt x="606775" y="1389291"/>
                  </a:cubicBezTo>
                  <a:cubicBezTo>
                    <a:pt x="503311" y="1380458"/>
                    <a:pt x="385966" y="1309799"/>
                    <a:pt x="298904" y="1254282"/>
                  </a:cubicBezTo>
                  <a:cubicBezTo>
                    <a:pt x="209319" y="1197502"/>
                    <a:pt x="124781" y="1120534"/>
                    <a:pt x="91975" y="1015808"/>
                  </a:cubicBezTo>
                  <a:cubicBezTo>
                    <a:pt x="75572" y="961552"/>
                    <a:pt x="99545" y="923699"/>
                    <a:pt x="155063" y="943887"/>
                  </a:cubicBezTo>
                  <a:cubicBezTo>
                    <a:pt x="208057" y="964075"/>
                    <a:pt x="247172" y="1013284"/>
                    <a:pt x="291334" y="1048614"/>
                  </a:cubicBezTo>
                  <a:cubicBezTo>
                    <a:pt x="326663" y="1076373"/>
                    <a:pt x="407416" y="1091514"/>
                    <a:pt x="399846" y="1018331"/>
                  </a:cubicBezTo>
                  <a:cubicBezTo>
                    <a:pt x="389752" y="931269"/>
                    <a:pt x="230769" y="856825"/>
                    <a:pt x="168942" y="805093"/>
                  </a:cubicBezTo>
                  <a:cubicBezTo>
                    <a:pt x="123519" y="767240"/>
                    <a:pt x="-80887" y="556525"/>
                    <a:pt x="35195" y="499745"/>
                  </a:cubicBezTo>
                  <a:cubicBezTo>
                    <a:pt x="59169" y="488390"/>
                    <a:pt x="86928" y="501007"/>
                    <a:pt x="107116" y="517410"/>
                  </a:cubicBezTo>
                  <a:cubicBezTo>
                    <a:pt x="148754" y="552739"/>
                    <a:pt x="170204" y="603210"/>
                    <a:pt x="210581" y="639801"/>
                  </a:cubicBezTo>
                  <a:cubicBezTo>
                    <a:pt x="291334" y="712984"/>
                    <a:pt x="303951" y="575452"/>
                    <a:pt x="285025" y="521195"/>
                  </a:cubicBezTo>
                  <a:cubicBezTo>
                    <a:pt x="267360" y="471987"/>
                    <a:pt x="232031" y="430348"/>
                    <a:pt x="203010" y="386186"/>
                  </a:cubicBezTo>
                  <a:cubicBezTo>
                    <a:pt x="156325" y="315528"/>
                    <a:pt x="123519" y="236036"/>
                    <a:pt x="107116" y="152760"/>
                  </a:cubicBezTo>
                  <a:cubicBezTo>
                    <a:pt x="102069" y="125001"/>
                    <a:pt x="98284" y="97242"/>
                    <a:pt x="103331" y="69483"/>
                  </a:cubicBezTo>
                  <a:cubicBezTo>
                    <a:pt x="109639" y="41724"/>
                    <a:pt x="126042" y="15227"/>
                    <a:pt x="152540" y="5133"/>
                  </a:cubicBezTo>
                  <a:cubicBezTo>
                    <a:pt x="189131" y="-10008"/>
                    <a:pt x="232031" y="10180"/>
                    <a:pt x="254743" y="41724"/>
                  </a:cubicBezTo>
                  <a:cubicBezTo>
                    <a:pt x="278716" y="73268"/>
                    <a:pt x="286287" y="112383"/>
                    <a:pt x="295119" y="150236"/>
                  </a:cubicBezTo>
                  <a:cubicBezTo>
                    <a:pt x="314046" y="242345"/>
                    <a:pt x="334234" y="334454"/>
                    <a:pt x="353160" y="425301"/>
                  </a:cubicBezTo>
                  <a:cubicBezTo>
                    <a:pt x="364516" y="482081"/>
                    <a:pt x="383443" y="546431"/>
                    <a:pt x="435175" y="570404"/>
                  </a:cubicBezTo>
                  <a:cubicBezTo>
                    <a:pt x="456625" y="519933"/>
                    <a:pt x="467981" y="490913"/>
                    <a:pt x="474290" y="434134"/>
                  </a:cubicBezTo>
                  <a:cubicBezTo>
                    <a:pt x="480599" y="386186"/>
                    <a:pt x="497002" y="186827"/>
                    <a:pt x="579017" y="285245"/>
                  </a:cubicBezTo>
                  <a:cubicBezTo>
                    <a:pt x="596681" y="305433"/>
                    <a:pt x="601728" y="334454"/>
                    <a:pt x="602990" y="362213"/>
                  </a:cubicBezTo>
                  <a:cubicBezTo>
                    <a:pt x="608037" y="451798"/>
                    <a:pt x="624440" y="540122"/>
                    <a:pt x="628225" y="630969"/>
                  </a:cubicBezTo>
                  <a:cubicBezTo>
                    <a:pt x="630749" y="712984"/>
                    <a:pt x="621917" y="772287"/>
                    <a:pt x="596681" y="850516"/>
                  </a:cubicBezTo>
                  <a:cubicBezTo>
                    <a:pt x="591634" y="866919"/>
                    <a:pt x="586587" y="884584"/>
                    <a:pt x="590372" y="900987"/>
                  </a:cubicBezTo>
                  <a:cubicBezTo>
                    <a:pt x="600467" y="952720"/>
                    <a:pt x="662293" y="948934"/>
                    <a:pt x="682481" y="906034"/>
                  </a:cubicBezTo>
                  <a:cubicBezTo>
                    <a:pt x="692575" y="884584"/>
                    <a:pt x="692575" y="860610"/>
                    <a:pt x="692575" y="837899"/>
                  </a:cubicBezTo>
                  <a:cubicBezTo>
                    <a:pt x="693837" y="806355"/>
                    <a:pt x="696361" y="773549"/>
                    <a:pt x="700146" y="742004"/>
                  </a:cubicBezTo>
                  <a:cubicBezTo>
                    <a:pt x="703931" y="714246"/>
                    <a:pt x="712764" y="681440"/>
                    <a:pt x="740523" y="675131"/>
                  </a:cubicBezTo>
                  <a:cubicBezTo>
                    <a:pt x="756926" y="671345"/>
                    <a:pt x="774590" y="680178"/>
                    <a:pt x="785946" y="692796"/>
                  </a:cubicBezTo>
                  <a:cubicBezTo>
                    <a:pt x="797302" y="705413"/>
                    <a:pt x="802349" y="723078"/>
                    <a:pt x="807396" y="739481"/>
                  </a:cubicBezTo>
                  <a:cubicBezTo>
                    <a:pt x="852820" y="904772"/>
                    <a:pt x="821276" y="1077634"/>
                    <a:pt x="767020" y="1235355"/>
                  </a:cubicBezTo>
                  <a:cubicBezTo>
                    <a:pt x="749355" y="1287088"/>
                    <a:pt x="739261" y="1353961"/>
                    <a:pt x="682481" y="1377935"/>
                  </a:cubicBezTo>
                  <a:cubicBezTo>
                    <a:pt x="673649" y="1382982"/>
                    <a:pt x="667340" y="1385505"/>
                    <a:pt x="661031" y="1386767"/>
                  </a:cubicBezTo>
                  <a:close/>
                </a:path>
              </a:pathLst>
            </a:custGeom>
            <a:solidFill>
              <a:schemeClr val="accent2"/>
            </a:solidFill>
            <a:ln w="12614" cap="flat">
              <a:noFill/>
              <a:prstDash val="solid"/>
              <a:miter/>
            </a:ln>
          </p:spPr>
          <p:txBody>
            <a:bodyPr rtlCol="0" anchor="ctr"/>
            <a:lstStyle/>
            <a:p>
              <a:endParaRPr lang="en-US"/>
            </a:p>
          </p:txBody>
        </p:sp>
        <p:sp>
          <p:nvSpPr>
            <p:cNvPr id="830" name="Freeform: Shape 829">
              <a:extLst>
                <a:ext uri="{FF2B5EF4-FFF2-40B4-BE49-F238E27FC236}">
                  <a16:creationId xmlns:a16="http://schemas.microsoft.com/office/drawing/2014/main" id="{33CE3C30-855B-4C1E-8C62-2B7C76EDDE56}"/>
                </a:ext>
              </a:extLst>
            </p:cNvPr>
            <p:cNvSpPr/>
            <p:nvPr/>
          </p:nvSpPr>
          <p:spPr>
            <a:xfrm>
              <a:off x="6840410" y="4595600"/>
              <a:ext cx="162554" cy="268821"/>
            </a:xfrm>
            <a:custGeom>
              <a:avLst/>
              <a:gdLst>
                <a:gd name="connsiteX0" fmla="*/ 161506 w 162554"/>
                <a:gd name="connsiteY0" fmla="*/ 268822 h 268821"/>
                <a:gd name="connsiteX1" fmla="*/ 140056 w 162554"/>
                <a:gd name="connsiteY1" fmla="*/ 65677 h 268821"/>
                <a:gd name="connsiteX2" fmla="*/ 118606 w 162554"/>
                <a:gd name="connsiteY2" fmla="*/ 18992 h 268821"/>
                <a:gd name="connsiteX3" fmla="*/ 73182 w 162554"/>
                <a:gd name="connsiteY3" fmla="*/ 1327 h 268821"/>
                <a:gd name="connsiteX4" fmla="*/ 32806 w 162554"/>
                <a:gd name="connsiteY4" fmla="*/ 68201 h 268821"/>
                <a:gd name="connsiteX5" fmla="*/ 25235 w 162554"/>
                <a:gd name="connsiteY5" fmla="*/ 164095 h 268821"/>
                <a:gd name="connsiteX6" fmla="*/ 15141 w 162554"/>
                <a:gd name="connsiteY6" fmla="*/ 232231 h 268821"/>
                <a:gd name="connsiteX7" fmla="*/ 0 w 162554"/>
                <a:gd name="connsiteY7" fmla="*/ 252419 h 268821"/>
                <a:gd name="connsiteX8" fmla="*/ 95894 w 162554"/>
                <a:gd name="connsiteY8" fmla="*/ 266298 h 268821"/>
                <a:gd name="connsiteX9" fmla="*/ 161506 w 162554"/>
                <a:gd name="connsiteY9" fmla="*/ 268822 h 268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2554" h="268821">
                  <a:moveTo>
                    <a:pt x="161506" y="268822"/>
                  </a:moveTo>
                  <a:cubicBezTo>
                    <a:pt x="165291" y="200687"/>
                    <a:pt x="158983" y="132551"/>
                    <a:pt x="140056" y="65677"/>
                  </a:cubicBezTo>
                  <a:cubicBezTo>
                    <a:pt x="135009" y="49275"/>
                    <a:pt x="129962" y="31610"/>
                    <a:pt x="118606" y="18992"/>
                  </a:cubicBezTo>
                  <a:cubicBezTo>
                    <a:pt x="107250" y="6375"/>
                    <a:pt x="89585" y="-3720"/>
                    <a:pt x="73182" y="1327"/>
                  </a:cubicBezTo>
                  <a:cubicBezTo>
                    <a:pt x="46685" y="7636"/>
                    <a:pt x="36591" y="40442"/>
                    <a:pt x="32806" y="68201"/>
                  </a:cubicBezTo>
                  <a:cubicBezTo>
                    <a:pt x="29021" y="99745"/>
                    <a:pt x="26497" y="132551"/>
                    <a:pt x="25235" y="164095"/>
                  </a:cubicBezTo>
                  <a:cubicBezTo>
                    <a:pt x="23974" y="186807"/>
                    <a:pt x="23974" y="210781"/>
                    <a:pt x="15141" y="232231"/>
                  </a:cubicBezTo>
                  <a:cubicBezTo>
                    <a:pt x="11356" y="239801"/>
                    <a:pt x="6309" y="247372"/>
                    <a:pt x="0" y="252419"/>
                  </a:cubicBezTo>
                  <a:cubicBezTo>
                    <a:pt x="31544" y="258728"/>
                    <a:pt x="63088" y="263775"/>
                    <a:pt x="95894" y="266298"/>
                  </a:cubicBezTo>
                  <a:cubicBezTo>
                    <a:pt x="119868" y="267560"/>
                    <a:pt x="140056" y="268822"/>
                    <a:pt x="161506" y="268822"/>
                  </a:cubicBezTo>
                  <a:close/>
                </a:path>
              </a:pathLst>
            </a:custGeom>
            <a:solidFill>
              <a:srgbClr val="85B0FF"/>
            </a:solidFill>
            <a:ln w="12614" cap="flat">
              <a:noFill/>
              <a:prstDash val="solid"/>
              <a:miter/>
            </a:ln>
          </p:spPr>
          <p:txBody>
            <a:bodyPr rtlCol="0" anchor="ctr"/>
            <a:lstStyle/>
            <a:p>
              <a:endParaRPr lang="en-US"/>
            </a:p>
          </p:txBody>
        </p:sp>
        <p:sp>
          <p:nvSpPr>
            <p:cNvPr id="831" name="Freeform: Shape 830">
              <a:extLst>
                <a:ext uri="{FF2B5EF4-FFF2-40B4-BE49-F238E27FC236}">
                  <a16:creationId xmlns:a16="http://schemas.microsoft.com/office/drawing/2014/main" id="{B84321A0-A802-4E17-A310-2CABC480157C}"/>
                </a:ext>
              </a:extLst>
            </p:cNvPr>
            <p:cNvSpPr/>
            <p:nvPr/>
          </p:nvSpPr>
          <p:spPr>
            <a:xfrm>
              <a:off x="6175884" y="4427850"/>
              <a:ext cx="827293" cy="882729"/>
            </a:xfrm>
            <a:custGeom>
              <a:avLst/>
              <a:gdLst>
                <a:gd name="connsiteX0" fmla="*/ 761682 w 827293"/>
                <a:gd name="connsiteY0" fmla="*/ 432786 h 882729"/>
                <a:gd name="connsiteX1" fmla="*/ 665788 w 827293"/>
                <a:gd name="connsiteY1" fmla="*/ 418907 h 882729"/>
                <a:gd name="connsiteX2" fmla="*/ 591344 w 827293"/>
                <a:gd name="connsiteY2" fmla="*/ 401242 h 882729"/>
                <a:gd name="connsiteX3" fmla="*/ 106825 w 827293"/>
                <a:gd name="connsiteY3" fmla="*/ 92109 h 882729"/>
                <a:gd name="connsiteX4" fmla="*/ 21025 w 827293"/>
                <a:gd name="connsiteY4" fmla="*/ 0 h 882729"/>
                <a:gd name="connsiteX5" fmla="*/ 169914 w 827293"/>
                <a:gd name="connsiteY5" fmla="*/ 296515 h 882729"/>
                <a:gd name="connsiteX6" fmla="*/ 400817 w 827293"/>
                <a:gd name="connsiteY6" fmla="*/ 509754 h 882729"/>
                <a:gd name="connsiteX7" fmla="*/ 292305 w 827293"/>
                <a:gd name="connsiteY7" fmla="*/ 540036 h 882729"/>
                <a:gd name="connsiteX8" fmla="*/ 156034 w 827293"/>
                <a:gd name="connsiteY8" fmla="*/ 435309 h 882729"/>
                <a:gd name="connsiteX9" fmla="*/ 92946 w 827293"/>
                <a:gd name="connsiteY9" fmla="*/ 507230 h 882729"/>
                <a:gd name="connsiteX10" fmla="*/ 299876 w 827293"/>
                <a:gd name="connsiteY10" fmla="*/ 745704 h 882729"/>
                <a:gd name="connsiteX11" fmla="*/ 607747 w 827293"/>
                <a:gd name="connsiteY11" fmla="*/ 881975 h 882729"/>
                <a:gd name="connsiteX12" fmla="*/ 662003 w 827293"/>
                <a:gd name="connsiteY12" fmla="*/ 879451 h 882729"/>
                <a:gd name="connsiteX13" fmla="*/ 680929 w 827293"/>
                <a:gd name="connsiteY13" fmla="*/ 873142 h 882729"/>
                <a:gd name="connsiteX14" fmla="*/ 765467 w 827293"/>
                <a:gd name="connsiteY14" fmla="*/ 730563 h 882729"/>
                <a:gd name="connsiteX15" fmla="*/ 827294 w 827293"/>
                <a:gd name="connsiteY15" fmla="*/ 437833 h 882729"/>
                <a:gd name="connsiteX16" fmla="*/ 761682 w 827293"/>
                <a:gd name="connsiteY16" fmla="*/ 432786 h 882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27293" h="882729">
                  <a:moveTo>
                    <a:pt x="761682" y="432786"/>
                  </a:moveTo>
                  <a:cubicBezTo>
                    <a:pt x="728876" y="430262"/>
                    <a:pt x="697332" y="425215"/>
                    <a:pt x="665788" y="418907"/>
                  </a:cubicBezTo>
                  <a:cubicBezTo>
                    <a:pt x="641814" y="439095"/>
                    <a:pt x="602700" y="435309"/>
                    <a:pt x="591344" y="401242"/>
                  </a:cubicBezTo>
                  <a:cubicBezTo>
                    <a:pt x="399555" y="348248"/>
                    <a:pt x="234264" y="239736"/>
                    <a:pt x="106825" y="92109"/>
                  </a:cubicBezTo>
                  <a:cubicBezTo>
                    <a:pt x="81590" y="66874"/>
                    <a:pt x="47522" y="35330"/>
                    <a:pt x="21025" y="0"/>
                  </a:cubicBezTo>
                  <a:cubicBezTo>
                    <a:pt x="-62251" y="66874"/>
                    <a:pt x="125752" y="259924"/>
                    <a:pt x="169914" y="296515"/>
                  </a:cubicBezTo>
                  <a:cubicBezTo>
                    <a:pt x="231740" y="346986"/>
                    <a:pt x="390723" y="422692"/>
                    <a:pt x="400817" y="509754"/>
                  </a:cubicBezTo>
                  <a:cubicBezTo>
                    <a:pt x="409649" y="582936"/>
                    <a:pt x="328896" y="567795"/>
                    <a:pt x="292305" y="540036"/>
                  </a:cubicBezTo>
                  <a:cubicBezTo>
                    <a:pt x="249405" y="505968"/>
                    <a:pt x="209028" y="455498"/>
                    <a:pt x="156034" y="435309"/>
                  </a:cubicBezTo>
                  <a:cubicBezTo>
                    <a:pt x="100517" y="415121"/>
                    <a:pt x="76543" y="452974"/>
                    <a:pt x="92946" y="507230"/>
                  </a:cubicBezTo>
                  <a:cubicBezTo>
                    <a:pt x="125752" y="611957"/>
                    <a:pt x="210290" y="688925"/>
                    <a:pt x="299876" y="745704"/>
                  </a:cubicBezTo>
                  <a:cubicBezTo>
                    <a:pt x="386937" y="801222"/>
                    <a:pt x="503020" y="871881"/>
                    <a:pt x="607747" y="881975"/>
                  </a:cubicBezTo>
                  <a:cubicBezTo>
                    <a:pt x="625411" y="883236"/>
                    <a:pt x="644338" y="883236"/>
                    <a:pt x="662003" y="879451"/>
                  </a:cubicBezTo>
                  <a:cubicBezTo>
                    <a:pt x="668311" y="878189"/>
                    <a:pt x="674620" y="875666"/>
                    <a:pt x="680929" y="873142"/>
                  </a:cubicBezTo>
                  <a:cubicBezTo>
                    <a:pt x="736447" y="849169"/>
                    <a:pt x="747803" y="781033"/>
                    <a:pt x="765467" y="730563"/>
                  </a:cubicBezTo>
                  <a:cubicBezTo>
                    <a:pt x="798273" y="635930"/>
                    <a:pt x="822247" y="537513"/>
                    <a:pt x="827294" y="437833"/>
                  </a:cubicBezTo>
                  <a:cubicBezTo>
                    <a:pt x="804582" y="436571"/>
                    <a:pt x="784394" y="435309"/>
                    <a:pt x="761682" y="432786"/>
                  </a:cubicBezTo>
                  <a:close/>
                </a:path>
              </a:pathLst>
            </a:custGeom>
            <a:solidFill>
              <a:schemeClr val="tx2">
                <a:alpha val="10000"/>
              </a:schemeClr>
            </a:solidFill>
            <a:ln w="12614" cap="flat">
              <a:noFill/>
              <a:prstDash val="solid"/>
              <a:miter/>
            </a:ln>
          </p:spPr>
          <p:txBody>
            <a:bodyPr rtlCol="0" anchor="ctr"/>
            <a:lstStyle/>
            <a:p>
              <a:endParaRPr lang="en-US"/>
            </a:p>
          </p:txBody>
        </p:sp>
        <p:sp>
          <p:nvSpPr>
            <p:cNvPr id="833" name="Freeform: Shape 832">
              <a:extLst>
                <a:ext uri="{FF2B5EF4-FFF2-40B4-BE49-F238E27FC236}">
                  <a16:creationId xmlns:a16="http://schemas.microsoft.com/office/drawing/2014/main" id="{9FA49DB4-0C20-47A5-BFC5-2403F57E5FD4}"/>
                </a:ext>
              </a:extLst>
            </p:cNvPr>
            <p:cNvSpPr/>
            <p:nvPr/>
          </p:nvSpPr>
          <p:spPr>
            <a:xfrm>
              <a:off x="6780731" y="3935762"/>
              <a:ext cx="443591" cy="1572160"/>
            </a:xfrm>
            <a:custGeom>
              <a:avLst/>
              <a:gdLst>
                <a:gd name="connsiteX0" fmla="*/ 327173 w 443591"/>
                <a:gd name="connsiteY0" fmla="*/ 0 h 1572160"/>
                <a:gd name="connsiteX1" fmla="*/ 441994 w 443591"/>
                <a:gd name="connsiteY1" fmla="*/ 769677 h 1572160"/>
                <a:gd name="connsiteX2" fmla="*/ 339791 w 443591"/>
                <a:gd name="connsiteY2" fmla="*/ 1204987 h 1572160"/>
                <a:gd name="connsiteX3" fmla="*/ 95008 w 443591"/>
                <a:gd name="connsiteY3" fmla="*/ 1572161 h 1572160"/>
                <a:gd name="connsiteX4" fmla="*/ 1638 w 443591"/>
                <a:gd name="connsiteY4" fmla="*/ 1069978 h 1572160"/>
                <a:gd name="connsiteX5" fmla="*/ 101317 w 443591"/>
                <a:gd name="connsiteY5" fmla="*/ 570319 h 1572160"/>
                <a:gd name="connsiteX6" fmla="*/ 195950 w 443591"/>
                <a:gd name="connsiteY6" fmla="*/ 278850 h 1572160"/>
                <a:gd name="connsiteX7" fmla="*/ 327173 w 443591"/>
                <a:gd name="connsiteY7" fmla="*/ 0 h 1572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3591" h="1572160">
                  <a:moveTo>
                    <a:pt x="327173" y="0"/>
                  </a:moveTo>
                  <a:cubicBezTo>
                    <a:pt x="390262" y="252353"/>
                    <a:pt x="454612" y="509754"/>
                    <a:pt x="441994" y="769677"/>
                  </a:cubicBezTo>
                  <a:cubicBezTo>
                    <a:pt x="435685" y="910995"/>
                    <a:pt x="421806" y="1083857"/>
                    <a:pt x="339791" y="1204987"/>
                  </a:cubicBezTo>
                  <a:cubicBezTo>
                    <a:pt x="285535" y="1284478"/>
                    <a:pt x="67249" y="1464911"/>
                    <a:pt x="95008" y="1572161"/>
                  </a:cubicBezTo>
                  <a:cubicBezTo>
                    <a:pt x="52108" y="1405608"/>
                    <a:pt x="-10980" y="1241578"/>
                    <a:pt x="1638" y="1069978"/>
                  </a:cubicBezTo>
                  <a:cubicBezTo>
                    <a:pt x="14255" y="902163"/>
                    <a:pt x="59679" y="733086"/>
                    <a:pt x="101317" y="570319"/>
                  </a:cubicBezTo>
                  <a:cubicBezTo>
                    <a:pt x="126552" y="471901"/>
                    <a:pt x="158097" y="373483"/>
                    <a:pt x="195950" y="278850"/>
                  </a:cubicBezTo>
                  <a:cubicBezTo>
                    <a:pt x="217400" y="227118"/>
                    <a:pt x="337267" y="42900"/>
                    <a:pt x="327173" y="0"/>
                  </a:cubicBezTo>
                  <a:close/>
                </a:path>
              </a:pathLst>
            </a:custGeom>
            <a:solidFill>
              <a:schemeClr val="accent2"/>
            </a:solidFill>
            <a:ln w="12614" cap="flat">
              <a:noFill/>
              <a:prstDash val="solid"/>
              <a:miter/>
            </a:ln>
          </p:spPr>
          <p:txBody>
            <a:bodyPr rtlCol="0" anchor="ctr"/>
            <a:lstStyle/>
            <a:p>
              <a:endParaRPr lang="en-US"/>
            </a:p>
          </p:txBody>
        </p:sp>
        <p:sp>
          <p:nvSpPr>
            <p:cNvPr id="834" name="Freeform: Shape 833">
              <a:extLst>
                <a:ext uri="{FF2B5EF4-FFF2-40B4-BE49-F238E27FC236}">
                  <a16:creationId xmlns:a16="http://schemas.microsoft.com/office/drawing/2014/main" id="{B5379E18-F3D9-4FA2-A671-6D97E0CFCCB7}"/>
                </a:ext>
              </a:extLst>
            </p:cNvPr>
            <p:cNvSpPr/>
            <p:nvPr/>
          </p:nvSpPr>
          <p:spPr>
            <a:xfrm>
              <a:off x="6781966" y="4673895"/>
              <a:ext cx="443283" cy="832765"/>
            </a:xfrm>
            <a:custGeom>
              <a:avLst/>
              <a:gdLst>
                <a:gd name="connsiteX0" fmla="*/ 1665 w 443283"/>
                <a:gd name="connsiteY0" fmla="*/ 330583 h 832765"/>
                <a:gd name="connsiteX1" fmla="*/ 95036 w 443283"/>
                <a:gd name="connsiteY1" fmla="*/ 832766 h 832765"/>
                <a:gd name="connsiteX2" fmla="*/ 339818 w 443283"/>
                <a:gd name="connsiteY2" fmla="*/ 465592 h 832765"/>
                <a:gd name="connsiteX3" fmla="*/ 442021 w 443283"/>
                <a:gd name="connsiteY3" fmla="*/ 30282 h 832765"/>
                <a:gd name="connsiteX4" fmla="*/ 443283 w 443283"/>
                <a:gd name="connsiteY4" fmla="*/ 0 h 832765"/>
                <a:gd name="connsiteX5" fmla="*/ 21853 w 443283"/>
                <a:gd name="connsiteY5" fmla="*/ 180433 h 832765"/>
                <a:gd name="connsiteX6" fmla="*/ 1665 w 443283"/>
                <a:gd name="connsiteY6" fmla="*/ 330583 h 8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283" h="832765">
                  <a:moveTo>
                    <a:pt x="1665" y="330583"/>
                  </a:moveTo>
                  <a:cubicBezTo>
                    <a:pt x="-10953" y="502183"/>
                    <a:pt x="50874" y="666213"/>
                    <a:pt x="95036" y="832766"/>
                  </a:cubicBezTo>
                  <a:cubicBezTo>
                    <a:pt x="67277" y="725516"/>
                    <a:pt x="285562" y="545083"/>
                    <a:pt x="339818" y="465592"/>
                  </a:cubicBezTo>
                  <a:cubicBezTo>
                    <a:pt x="421833" y="345724"/>
                    <a:pt x="435713" y="171600"/>
                    <a:pt x="442021" y="30282"/>
                  </a:cubicBezTo>
                  <a:cubicBezTo>
                    <a:pt x="442021" y="20188"/>
                    <a:pt x="442021" y="10094"/>
                    <a:pt x="443283" y="0"/>
                  </a:cubicBezTo>
                  <a:cubicBezTo>
                    <a:pt x="320892" y="94632"/>
                    <a:pt x="178312" y="161506"/>
                    <a:pt x="21853" y="180433"/>
                  </a:cubicBezTo>
                  <a:cubicBezTo>
                    <a:pt x="11759" y="230903"/>
                    <a:pt x="5450" y="281374"/>
                    <a:pt x="1665" y="330583"/>
                  </a:cubicBezTo>
                  <a:close/>
                </a:path>
              </a:pathLst>
            </a:custGeom>
            <a:solidFill>
              <a:schemeClr val="tx2">
                <a:alpha val="10000"/>
              </a:schemeClr>
            </a:solidFill>
            <a:ln w="12614" cap="flat">
              <a:noFill/>
              <a:prstDash val="solid"/>
              <a:miter/>
            </a:ln>
          </p:spPr>
          <p:txBody>
            <a:bodyPr rtlCol="0" anchor="ctr"/>
            <a:lstStyle/>
            <a:p>
              <a:endParaRPr lang="en-US"/>
            </a:p>
          </p:txBody>
        </p:sp>
        <p:sp>
          <p:nvSpPr>
            <p:cNvPr id="836" name="Freeform: Shape 835">
              <a:extLst>
                <a:ext uri="{FF2B5EF4-FFF2-40B4-BE49-F238E27FC236}">
                  <a16:creationId xmlns:a16="http://schemas.microsoft.com/office/drawing/2014/main" id="{F2DCD1E5-AB16-44E1-9330-F02278A2ABFA}"/>
                </a:ext>
              </a:extLst>
            </p:cNvPr>
            <p:cNvSpPr/>
            <p:nvPr/>
          </p:nvSpPr>
          <p:spPr>
            <a:xfrm>
              <a:off x="6426551" y="5232274"/>
              <a:ext cx="807530" cy="829143"/>
            </a:xfrm>
            <a:custGeom>
              <a:avLst/>
              <a:gdLst>
                <a:gd name="connsiteX0" fmla="*/ 222071 w 807530"/>
                <a:gd name="connsiteY0" fmla="*/ 791711 h 829143"/>
                <a:gd name="connsiteX1" fmla="*/ 0 w 807530"/>
                <a:gd name="connsiteY1" fmla="*/ 77551 h 829143"/>
                <a:gd name="connsiteX2" fmla="*/ 807530 w 807530"/>
                <a:gd name="connsiteY2" fmla="*/ 43484 h 829143"/>
                <a:gd name="connsiteX3" fmla="*/ 740657 w 807530"/>
                <a:gd name="connsiteY3" fmla="*/ 751335 h 829143"/>
                <a:gd name="connsiteX4" fmla="*/ 222071 w 807530"/>
                <a:gd name="connsiteY4" fmla="*/ 791711 h 829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7530" h="829143">
                  <a:moveTo>
                    <a:pt x="222071" y="791711"/>
                  </a:moveTo>
                  <a:lnTo>
                    <a:pt x="0" y="77551"/>
                  </a:lnTo>
                  <a:cubicBezTo>
                    <a:pt x="0" y="77551"/>
                    <a:pt x="441618" y="-71337"/>
                    <a:pt x="807530" y="43484"/>
                  </a:cubicBezTo>
                  <a:lnTo>
                    <a:pt x="740657" y="751335"/>
                  </a:lnTo>
                  <a:cubicBezTo>
                    <a:pt x="740657" y="751335"/>
                    <a:pt x="403765" y="895176"/>
                    <a:pt x="222071" y="791711"/>
                  </a:cubicBezTo>
                  <a:close/>
                </a:path>
              </a:pathLst>
            </a:custGeom>
            <a:solidFill>
              <a:srgbClr val="E0A267"/>
            </a:solidFill>
            <a:ln w="12614" cap="flat">
              <a:noFill/>
              <a:prstDash val="solid"/>
              <a:miter/>
            </a:ln>
          </p:spPr>
          <p:txBody>
            <a:bodyPr rtlCol="0" anchor="ctr"/>
            <a:lstStyle/>
            <a:p>
              <a:endParaRPr lang="en-US"/>
            </a:p>
          </p:txBody>
        </p:sp>
        <p:sp>
          <p:nvSpPr>
            <p:cNvPr id="837" name="Freeform: Shape 836">
              <a:extLst>
                <a:ext uri="{FF2B5EF4-FFF2-40B4-BE49-F238E27FC236}">
                  <a16:creationId xmlns:a16="http://schemas.microsoft.com/office/drawing/2014/main" id="{758FD331-3CB2-481B-B786-03E135206510}"/>
                </a:ext>
              </a:extLst>
            </p:cNvPr>
            <p:cNvSpPr/>
            <p:nvPr/>
          </p:nvSpPr>
          <p:spPr>
            <a:xfrm>
              <a:off x="6426551" y="5280805"/>
              <a:ext cx="745703" cy="780612"/>
            </a:xfrm>
            <a:custGeom>
              <a:avLst/>
              <a:gdLst>
                <a:gd name="connsiteX0" fmla="*/ 309133 w 745703"/>
                <a:gd name="connsiteY0" fmla="*/ 656119 h 780612"/>
                <a:gd name="connsiteX1" fmla="*/ 104727 w 745703"/>
                <a:gd name="connsiteY1" fmla="*/ 0 h 780612"/>
                <a:gd name="connsiteX2" fmla="*/ 0 w 745703"/>
                <a:gd name="connsiteY2" fmla="*/ 29020 h 780612"/>
                <a:gd name="connsiteX3" fmla="*/ 222071 w 745703"/>
                <a:gd name="connsiteY3" fmla="*/ 743180 h 780612"/>
                <a:gd name="connsiteX4" fmla="*/ 740657 w 745703"/>
                <a:gd name="connsiteY4" fmla="*/ 702804 h 780612"/>
                <a:gd name="connsiteX5" fmla="*/ 745704 w 745703"/>
                <a:gd name="connsiteY5" fmla="*/ 646025 h 780612"/>
                <a:gd name="connsiteX6" fmla="*/ 309133 w 745703"/>
                <a:gd name="connsiteY6" fmla="*/ 656119 h 780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5703" h="780612">
                  <a:moveTo>
                    <a:pt x="309133" y="656119"/>
                  </a:moveTo>
                  <a:lnTo>
                    <a:pt x="104727" y="0"/>
                  </a:lnTo>
                  <a:cubicBezTo>
                    <a:pt x="39115" y="15141"/>
                    <a:pt x="0" y="29020"/>
                    <a:pt x="0" y="29020"/>
                  </a:cubicBezTo>
                  <a:lnTo>
                    <a:pt x="222071" y="743180"/>
                  </a:lnTo>
                  <a:cubicBezTo>
                    <a:pt x="403765" y="846645"/>
                    <a:pt x="740657" y="702804"/>
                    <a:pt x="740657" y="702804"/>
                  </a:cubicBezTo>
                  <a:lnTo>
                    <a:pt x="745704" y="646025"/>
                  </a:lnTo>
                  <a:cubicBezTo>
                    <a:pt x="635930" y="681354"/>
                    <a:pt x="435309" y="728039"/>
                    <a:pt x="309133" y="656119"/>
                  </a:cubicBezTo>
                  <a:close/>
                </a:path>
              </a:pathLst>
            </a:custGeom>
            <a:solidFill>
              <a:srgbClr val="E07557"/>
            </a:solidFill>
            <a:ln w="12614" cap="flat">
              <a:noFill/>
              <a:prstDash val="solid"/>
              <a:miter/>
            </a:ln>
          </p:spPr>
          <p:txBody>
            <a:bodyPr rtlCol="0" anchor="ctr"/>
            <a:lstStyle/>
            <a:p>
              <a:endParaRPr lang="en-US"/>
            </a:p>
          </p:txBody>
        </p:sp>
        <p:sp>
          <p:nvSpPr>
            <p:cNvPr id="838" name="Freeform: Shape 837">
              <a:extLst>
                <a:ext uri="{FF2B5EF4-FFF2-40B4-BE49-F238E27FC236}">
                  <a16:creationId xmlns:a16="http://schemas.microsoft.com/office/drawing/2014/main" id="{7E4FE808-FBC7-4039-80EB-BC721348C1D0}"/>
                </a:ext>
              </a:extLst>
            </p:cNvPr>
            <p:cNvSpPr/>
            <p:nvPr/>
          </p:nvSpPr>
          <p:spPr>
            <a:xfrm>
              <a:off x="6446304" y="5367248"/>
              <a:ext cx="757909" cy="105683"/>
            </a:xfrm>
            <a:custGeom>
              <a:avLst/>
              <a:gdLst>
                <a:gd name="connsiteX0" fmla="*/ 741092 w 757909"/>
                <a:gd name="connsiteY0" fmla="*/ 27115 h 105683"/>
                <a:gd name="connsiteX1" fmla="*/ 11791 w 757909"/>
                <a:gd name="connsiteY1" fmla="*/ 71277 h 105683"/>
                <a:gd name="connsiteX2" fmla="*/ 20624 w 757909"/>
                <a:gd name="connsiteY2" fmla="*/ 105345 h 105683"/>
                <a:gd name="connsiteX3" fmla="*/ 372656 w 757909"/>
                <a:gd name="connsiteY3" fmla="*/ 47303 h 105683"/>
                <a:gd name="connsiteX4" fmla="*/ 728475 w 757909"/>
                <a:gd name="connsiteY4" fmla="*/ 72539 h 105683"/>
                <a:gd name="connsiteX5" fmla="*/ 741092 w 757909"/>
                <a:gd name="connsiteY5" fmla="*/ 27115 h 105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909" h="105683">
                  <a:moveTo>
                    <a:pt x="741092" y="27115"/>
                  </a:moveTo>
                  <a:cubicBezTo>
                    <a:pt x="505142" y="-10738"/>
                    <a:pt x="237648" y="-19570"/>
                    <a:pt x="11791" y="71277"/>
                  </a:cubicBezTo>
                  <a:cubicBezTo>
                    <a:pt x="-8397" y="80109"/>
                    <a:pt x="-826" y="109130"/>
                    <a:pt x="20624" y="105345"/>
                  </a:cubicBezTo>
                  <a:cubicBezTo>
                    <a:pt x="139230" y="81371"/>
                    <a:pt x="251527" y="53612"/>
                    <a:pt x="372656" y="47303"/>
                  </a:cubicBezTo>
                  <a:cubicBezTo>
                    <a:pt x="491262" y="40995"/>
                    <a:pt x="611130" y="48565"/>
                    <a:pt x="728475" y="72539"/>
                  </a:cubicBezTo>
                  <a:cubicBezTo>
                    <a:pt x="758757" y="77586"/>
                    <a:pt x="770113" y="32162"/>
                    <a:pt x="741092" y="27115"/>
                  </a:cubicBezTo>
                  <a:close/>
                </a:path>
              </a:pathLst>
            </a:custGeom>
            <a:solidFill>
              <a:srgbClr val="E07557"/>
            </a:solidFill>
            <a:ln w="12614" cap="flat">
              <a:noFill/>
              <a:prstDash val="solid"/>
              <a:miter/>
            </a:ln>
          </p:spPr>
          <p:txBody>
            <a:bodyPr rtlCol="0" anchor="ctr"/>
            <a:lstStyle/>
            <a:p>
              <a:endParaRPr lang="en-US"/>
            </a:p>
          </p:txBody>
        </p:sp>
        <p:sp>
          <p:nvSpPr>
            <p:cNvPr id="839" name="Freeform: Shape 838">
              <a:extLst>
                <a:ext uri="{FF2B5EF4-FFF2-40B4-BE49-F238E27FC236}">
                  <a16:creationId xmlns:a16="http://schemas.microsoft.com/office/drawing/2014/main" id="{FC227BC9-55D0-47A7-B748-D5864DFB0C6E}"/>
                </a:ext>
              </a:extLst>
            </p:cNvPr>
            <p:cNvSpPr/>
            <p:nvPr/>
          </p:nvSpPr>
          <p:spPr>
            <a:xfrm>
              <a:off x="10814974" y="3421810"/>
              <a:ext cx="170338" cy="38265"/>
            </a:xfrm>
            <a:custGeom>
              <a:avLst/>
              <a:gdLst>
                <a:gd name="connsiteX0" fmla="*/ 0 w 170338"/>
                <a:gd name="connsiteY0" fmla="*/ 38266 h 38265"/>
                <a:gd name="connsiteX1" fmla="*/ 76968 w 170338"/>
                <a:gd name="connsiteY1" fmla="*/ 413 h 38265"/>
                <a:gd name="connsiteX2" fmla="*/ 170338 w 170338"/>
                <a:gd name="connsiteY2" fmla="*/ 38266 h 38265"/>
                <a:gd name="connsiteX3" fmla="*/ 50471 w 170338"/>
                <a:gd name="connsiteY3" fmla="*/ 38266 h 38265"/>
                <a:gd name="connsiteX4" fmla="*/ 0 w 170338"/>
                <a:gd name="connsiteY4" fmla="*/ 38266 h 382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338" h="38265">
                  <a:moveTo>
                    <a:pt x="0" y="38266"/>
                  </a:moveTo>
                  <a:cubicBezTo>
                    <a:pt x="0" y="38266"/>
                    <a:pt x="61827" y="5460"/>
                    <a:pt x="76968" y="413"/>
                  </a:cubicBezTo>
                  <a:cubicBezTo>
                    <a:pt x="92109" y="-4634"/>
                    <a:pt x="170338" y="38266"/>
                    <a:pt x="170338" y="38266"/>
                  </a:cubicBezTo>
                  <a:lnTo>
                    <a:pt x="50471" y="38266"/>
                  </a:lnTo>
                  <a:lnTo>
                    <a:pt x="0" y="38266"/>
                  </a:lnTo>
                  <a:close/>
                </a:path>
              </a:pathLst>
            </a:custGeom>
            <a:solidFill>
              <a:schemeClr val="accent1">
                <a:lumMod val="75000"/>
              </a:schemeClr>
            </a:solidFill>
            <a:ln w="12614" cap="flat">
              <a:noFill/>
              <a:prstDash val="solid"/>
              <a:miter/>
            </a:ln>
          </p:spPr>
          <p:txBody>
            <a:bodyPr rtlCol="0" anchor="ctr"/>
            <a:lstStyle/>
            <a:p>
              <a:endParaRPr lang="en-US"/>
            </a:p>
          </p:txBody>
        </p:sp>
        <p:sp>
          <p:nvSpPr>
            <p:cNvPr id="840" name="Freeform: Shape 839">
              <a:extLst>
                <a:ext uri="{FF2B5EF4-FFF2-40B4-BE49-F238E27FC236}">
                  <a16:creationId xmlns:a16="http://schemas.microsoft.com/office/drawing/2014/main" id="{D6C5240E-35BC-4EC0-BFF8-B0E1C7423991}"/>
                </a:ext>
              </a:extLst>
            </p:cNvPr>
            <p:cNvSpPr/>
            <p:nvPr/>
          </p:nvSpPr>
          <p:spPr>
            <a:xfrm>
              <a:off x="9962020" y="2859475"/>
              <a:ext cx="240997" cy="353294"/>
            </a:xfrm>
            <a:custGeom>
              <a:avLst/>
              <a:gdLst>
                <a:gd name="connsiteX0" fmla="*/ 0 w 240997"/>
                <a:gd name="connsiteY0" fmla="*/ 343200 h 353294"/>
                <a:gd name="connsiteX1" fmla="*/ 116082 w 240997"/>
                <a:gd name="connsiteY1" fmla="*/ 353295 h 353294"/>
                <a:gd name="connsiteX2" fmla="*/ 138794 w 240997"/>
                <a:gd name="connsiteY2" fmla="*/ 343200 h 353294"/>
                <a:gd name="connsiteX3" fmla="*/ 240997 w 240997"/>
                <a:gd name="connsiteY3" fmla="*/ 0 h 353294"/>
                <a:gd name="connsiteX4" fmla="*/ 108512 w 240997"/>
                <a:gd name="connsiteY4" fmla="*/ 140056 h 353294"/>
                <a:gd name="connsiteX5" fmla="*/ 0 w 240997"/>
                <a:gd name="connsiteY5" fmla="*/ 343200 h 353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0997" h="353294">
                  <a:moveTo>
                    <a:pt x="0" y="343200"/>
                  </a:moveTo>
                  <a:cubicBezTo>
                    <a:pt x="2523" y="339415"/>
                    <a:pt x="116082" y="353295"/>
                    <a:pt x="116082" y="353295"/>
                  </a:cubicBezTo>
                  <a:lnTo>
                    <a:pt x="138794" y="343200"/>
                  </a:lnTo>
                  <a:cubicBezTo>
                    <a:pt x="138794" y="343200"/>
                    <a:pt x="153935" y="37853"/>
                    <a:pt x="240997" y="0"/>
                  </a:cubicBezTo>
                  <a:cubicBezTo>
                    <a:pt x="240997" y="0"/>
                    <a:pt x="165291" y="35329"/>
                    <a:pt x="108512" y="140056"/>
                  </a:cubicBezTo>
                  <a:cubicBezTo>
                    <a:pt x="51732" y="243521"/>
                    <a:pt x="0" y="343200"/>
                    <a:pt x="0" y="343200"/>
                  </a:cubicBezTo>
                  <a:close/>
                </a:path>
              </a:pathLst>
            </a:custGeom>
            <a:solidFill>
              <a:schemeClr val="accent1"/>
            </a:solidFill>
            <a:ln w="12614" cap="flat">
              <a:noFill/>
              <a:prstDash val="solid"/>
              <a:miter/>
            </a:ln>
          </p:spPr>
          <p:txBody>
            <a:bodyPr rtlCol="0" anchor="ctr"/>
            <a:lstStyle/>
            <a:p>
              <a:endParaRPr lang="en-US"/>
            </a:p>
          </p:txBody>
        </p:sp>
        <p:sp>
          <p:nvSpPr>
            <p:cNvPr id="841" name="Freeform: Shape 840">
              <a:extLst>
                <a:ext uri="{FF2B5EF4-FFF2-40B4-BE49-F238E27FC236}">
                  <a16:creationId xmlns:a16="http://schemas.microsoft.com/office/drawing/2014/main" id="{DDB36CD1-20C1-4016-970C-4C88D79AA7CC}"/>
                </a:ext>
              </a:extLst>
            </p:cNvPr>
            <p:cNvSpPr/>
            <p:nvPr/>
          </p:nvSpPr>
          <p:spPr>
            <a:xfrm>
              <a:off x="10037911" y="6061438"/>
              <a:ext cx="70015" cy="44683"/>
            </a:xfrm>
            <a:custGeom>
              <a:avLst/>
              <a:gdLst>
                <a:gd name="connsiteX0" fmla="*/ 69213 w 70015"/>
                <a:gd name="connsiteY0" fmla="*/ 34468 h 44683"/>
                <a:gd name="connsiteX1" fmla="*/ 40192 w 70015"/>
                <a:gd name="connsiteY1" fmla="*/ 15541 h 44683"/>
                <a:gd name="connsiteX2" fmla="*/ 7386 w 70015"/>
                <a:gd name="connsiteY2" fmla="*/ 400 h 44683"/>
                <a:gd name="connsiteX3" fmla="*/ 2339 w 70015"/>
                <a:gd name="connsiteY3" fmla="*/ 11756 h 44683"/>
                <a:gd name="connsiteX4" fmla="*/ 33883 w 70015"/>
                <a:gd name="connsiteY4" fmla="*/ 31944 h 44683"/>
                <a:gd name="connsiteX5" fmla="*/ 62904 w 70015"/>
                <a:gd name="connsiteY5" fmla="*/ 44562 h 44683"/>
                <a:gd name="connsiteX6" fmla="*/ 69213 w 70015"/>
                <a:gd name="connsiteY6" fmla="*/ 34468 h 44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015" h="44683">
                  <a:moveTo>
                    <a:pt x="69213" y="34468"/>
                  </a:moveTo>
                  <a:cubicBezTo>
                    <a:pt x="62904" y="24373"/>
                    <a:pt x="50286" y="20588"/>
                    <a:pt x="40192" y="15541"/>
                  </a:cubicBezTo>
                  <a:cubicBezTo>
                    <a:pt x="28836" y="10494"/>
                    <a:pt x="18742" y="4185"/>
                    <a:pt x="7386" y="400"/>
                  </a:cubicBezTo>
                  <a:cubicBezTo>
                    <a:pt x="1077" y="-2123"/>
                    <a:pt x="-2708" y="7971"/>
                    <a:pt x="2339" y="11756"/>
                  </a:cubicBezTo>
                  <a:cubicBezTo>
                    <a:pt x="12433" y="19326"/>
                    <a:pt x="22527" y="25635"/>
                    <a:pt x="33883" y="31944"/>
                  </a:cubicBezTo>
                  <a:cubicBezTo>
                    <a:pt x="42715" y="36991"/>
                    <a:pt x="52809" y="45824"/>
                    <a:pt x="62904" y="44562"/>
                  </a:cubicBezTo>
                  <a:cubicBezTo>
                    <a:pt x="67951" y="44562"/>
                    <a:pt x="71736" y="39515"/>
                    <a:pt x="69213" y="34468"/>
                  </a:cubicBezTo>
                  <a:close/>
                </a:path>
              </a:pathLst>
            </a:custGeom>
            <a:solidFill>
              <a:srgbClr val="627987"/>
            </a:solidFill>
            <a:ln w="12614" cap="flat">
              <a:noFill/>
              <a:prstDash val="solid"/>
              <a:miter/>
            </a:ln>
          </p:spPr>
          <p:txBody>
            <a:bodyPr rtlCol="0" anchor="ctr"/>
            <a:lstStyle/>
            <a:p>
              <a:endParaRPr lang="en-US"/>
            </a:p>
          </p:txBody>
        </p:sp>
        <p:sp>
          <p:nvSpPr>
            <p:cNvPr id="842" name="Freeform: Shape 841">
              <a:extLst>
                <a:ext uri="{FF2B5EF4-FFF2-40B4-BE49-F238E27FC236}">
                  <a16:creationId xmlns:a16="http://schemas.microsoft.com/office/drawing/2014/main" id="{DA3B3927-CD67-4293-B0B3-9B582F99BB74}"/>
                </a:ext>
              </a:extLst>
            </p:cNvPr>
            <p:cNvSpPr/>
            <p:nvPr/>
          </p:nvSpPr>
          <p:spPr>
            <a:xfrm>
              <a:off x="10408754" y="6073505"/>
              <a:ext cx="62794" cy="41423"/>
            </a:xfrm>
            <a:custGeom>
              <a:avLst/>
              <a:gdLst>
                <a:gd name="connsiteX0" fmla="*/ 60496 w 62794"/>
                <a:gd name="connsiteY0" fmla="*/ 24924 h 41423"/>
                <a:gd name="connsiteX1" fmla="*/ 39046 w 62794"/>
                <a:gd name="connsiteY1" fmla="*/ 12306 h 41423"/>
                <a:gd name="connsiteX2" fmla="*/ 15072 w 62794"/>
                <a:gd name="connsiteY2" fmla="*/ 950 h 41423"/>
                <a:gd name="connsiteX3" fmla="*/ 4978 w 62794"/>
                <a:gd name="connsiteY3" fmla="*/ 18615 h 41423"/>
                <a:gd name="connsiteX4" fmla="*/ 30214 w 62794"/>
                <a:gd name="connsiteY4" fmla="*/ 31232 h 41423"/>
                <a:gd name="connsiteX5" fmla="*/ 54187 w 62794"/>
                <a:gd name="connsiteY5" fmla="*/ 41327 h 41423"/>
                <a:gd name="connsiteX6" fmla="*/ 60496 w 62794"/>
                <a:gd name="connsiteY6" fmla="*/ 24924 h 4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94" h="41423">
                  <a:moveTo>
                    <a:pt x="60496" y="24924"/>
                  </a:moveTo>
                  <a:cubicBezTo>
                    <a:pt x="54187" y="18615"/>
                    <a:pt x="46616" y="16091"/>
                    <a:pt x="39046" y="12306"/>
                  </a:cubicBezTo>
                  <a:cubicBezTo>
                    <a:pt x="31476" y="8521"/>
                    <a:pt x="22643" y="4736"/>
                    <a:pt x="15072" y="950"/>
                  </a:cubicBezTo>
                  <a:cubicBezTo>
                    <a:pt x="3717" y="-4097"/>
                    <a:pt x="-6377" y="12306"/>
                    <a:pt x="4978" y="18615"/>
                  </a:cubicBezTo>
                  <a:cubicBezTo>
                    <a:pt x="13811" y="22400"/>
                    <a:pt x="21381" y="27447"/>
                    <a:pt x="30214" y="31232"/>
                  </a:cubicBezTo>
                  <a:cubicBezTo>
                    <a:pt x="37784" y="35018"/>
                    <a:pt x="45355" y="40065"/>
                    <a:pt x="54187" y="41327"/>
                  </a:cubicBezTo>
                  <a:cubicBezTo>
                    <a:pt x="61758" y="42589"/>
                    <a:pt x="65543" y="31232"/>
                    <a:pt x="60496" y="24924"/>
                  </a:cubicBezTo>
                  <a:close/>
                </a:path>
              </a:pathLst>
            </a:custGeom>
            <a:solidFill>
              <a:srgbClr val="627987"/>
            </a:solidFill>
            <a:ln w="12614" cap="flat">
              <a:noFill/>
              <a:prstDash val="solid"/>
              <a:miter/>
            </a:ln>
          </p:spPr>
          <p:txBody>
            <a:bodyPr rtlCol="0" anchor="ctr"/>
            <a:lstStyle/>
            <a:p>
              <a:endParaRPr lang="en-US"/>
            </a:p>
          </p:txBody>
        </p:sp>
      </p:grpSp>
    </p:spTree>
    <p:extLst>
      <p:ext uri="{BB962C8B-B14F-4D97-AF65-F5344CB8AC3E}">
        <p14:creationId xmlns:p14="http://schemas.microsoft.com/office/powerpoint/2010/main" val="2509179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47" name="Group 846">
            <a:extLst>
              <a:ext uri="{FF2B5EF4-FFF2-40B4-BE49-F238E27FC236}">
                <a16:creationId xmlns:a16="http://schemas.microsoft.com/office/drawing/2014/main" id="{18E2B69E-65B4-41BD-8021-F3E78D6DDFC8}"/>
              </a:ext>
            </a:extLst>
          </p:cNvPr>
          <p:cNvGrpSpPr/>
          <p:nvPr/>
        </p:nvGrpSpPr>
        <p:grpSpPr>
          <a:xfrm>
            <a:off x="6857684" y="991336"/>
            <a:ext cx="4341555" cy="5115105"/>
            <a:chOff x="7282623" y="876963"/>
            <a:chExt cx="4341555" cy="5115105"/>
          </a:xfrm>
        </p:grpSpPr>
        <p:grpSp>
          <p:nvGrpSpPr>
            <p:cNvPr id="846" name="Group 845">
              <a:extLst>
                <a:ext uri="{FF2B5EF4-FFF2-40B4-BE49-F238E27FC236}">
                  <a16:creationId xmlns:a16="http://schemas.microsoft.com/office/drawing/2014/main" id="{B67AE179-8C73-4746-A81A-87F9C046B626}"/>
                </a:ext>
              </a:extLst>
            </p:cNvPr>
            <p:cNvGrpSpPr/>
            <p:nvPr/>
          </p:nvGrpSpPr>
          <p:grpSpPr>
            <a:xfrm>
              <a:off x="7383698" y="876963"/>
              <a:ext cx="3711873" cy="775334"/>
              <a:chOff x="6943452" y="865932"/>
              <a:chExt cx="3711873" cy="775334"/>
            </a:xfrm>
          </p:grpSpPr>
          <p:sp>
            <p:nvSpPr>
              <p:cNvPr id="135" name="Rectangle 134">
                <a:extLst>
                  <a:ext uri="{FF2B5EF4-FFF2-40B4-BE49-F238E27FC236}">
                    <a16:creationId xmlns:a16="http://schemas.microsoft.com/office/drawing/2014/main" id="{B593E4CC-35FB-4320-A681-36444739BB5E}"/>
                  </a:ext>
                </a:extLst>
              </p:cNvPr>
              <p:cNvSpPr/>
              <p:nvPr/>
            </p:nvSpPr>
            <p:spPr>
              <a:xfrm>
                <a:off x="6943452" y="865932"/>
                <a:ext cx="209751" cy="690880"/>
              </a:xfrm>
              <a:prstGeom prst="rect">
                <a:avLst/>
              </a:prstGeom>
              <a:gradFill flip="none" rotWithShape="1">
                <a:gsLst>
                  <a:gs pos="0">
                    <a:schemeClr val="accent1">
                      <a:alpha val="50000"/>
                    </a:schemeClr>
                  </a:gs>
                  <a:gs pos="100000">
                    <a:schemeClr val="accent2">
                      <a:alpha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A9609852-0809-430D-AF79-92740ABCE696}"/>
                  </a:ext>
                </a:extLst>
              </p:cNvPr>
              <p:cNvSpPr txBox="1"/>
              <p:nvPr/>
            </p:nvSpPr>
            <p:spPr>
              <a:xfrm>
                <a:off x="6943452" y="1118046"/>
                <a:ext cx="3711873" cy="523220"/>
              </a:xfrm>
              <a:prstGeom prst="rect">
                <a:avLst/>
              </a:prstGeom>
              <a:noFill/>
            </p:spPr>
            <p:txBody>
              <a:bodyPr wrap="square" rtlCol="0" anchor="b">
                <a:spAutoFit/>
              </a:bodyPr>
              <a:lstStyle/>
              <a:p>
                <a:r>
                  <a:rPr lang="en-US" sz="2800" b="1" dirty="0">
                    <a:latin typeface="Roboto" panose="02000000000000000000" pitchFamily="2" charset="0"/>
                    <a:ea typeface="Roboto" panose="02000000000000000000" pitchFamily="2" charset="0"/>
                  </a:rPr>
                  <a:t>Introduction</a:t>
                </a:r>
              </a:p>
            </p:txBody>
          </p:sp>
        </p:grpSp>
        <p:grpSp>
          <p:nvGrpSpPr>
            <p:cNvPr id="107" name="Group 106">
              <a:extLst>
                <a:ext uri="{FF2B5EF4-FFF2-40B4-BE49-F238E27FC236}">
                  <a16:creationId xmlns:a16="http://schemas.microsoft.com/office/drawing/2014/main" id="{B78A0CEE-3319-44EC-A321-918E9A4FA997}"/>
                </a:ext>
              </a:extLst>
            </p:cNvPr>
            <p:cNvGrpSpPr/>
            <p:nvPr/>
          </p:nvGrpSpPr>
          <p:grpSpPr>
            <a:xfrm>
              <a:off x="7282623" y="2450625"/>
              <a:ext cx="1044797" cy="1060458"/>
              <a:chOff x="1876425" y="2421906"/>
              <a:chExt cx="795074" cy="806992"/>
            </a:xfrm>
          </p:grpSpPr>
          <p:sp>
            <p:nvSpPr>
              <p:cNvPr id="106" name="Isosceles Triangle 105">
                <a:extLst>
                  <a:ext uri="{FF2B5EF4-FFF2-40B4-BE49-F238E27FC236}">
                    <a16:creationId xmlns:a16="http://schemas.microsoft.com/office/drawing/2014/main" id="{3AF4E322-3075-47F6-AFA4-987AB33EBF38}"/>
                  </a:ext>
                </a:extLst>
              </p:cNvPr>
              <p:cNvSpPr/>
              <p:nvPr/>
            </p:nvSpPr>
            <p:spPr>
              <a:xfrm rot="5956497">
                <a:off x="1957930" y="2515330"/>
                <a:ext cx="766425" cy="660712"/>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Isosceles Triangle 104">
                <a:extLst>
                  <a:ext uri="{FF2B5EF4-FFF2-40B4-BE49-F238E27FC236}">
                    <a16:creationId xmlns:a16="http://schemas.microsoft.com/office/drawing/2014/main" id="{AF29EF14-8AC3-491B-A29C-C0BEBC9EE4E9}"/>
                  </a:ext>
                </a:extLst>
              </p:cNvPr>
              <p:cNvSpPr/>
              <p:nvPr/>
            </p:nvSpPr>
            <p:spPr>
              <a:xfrm rot="6496077">
                <a:off x="1957930" y="2514584"/>
                <a:ext cx="766425" cy="660712"/>
              </a:xfrm>
              <a:prstGeom prst="triangle">
                <a:avLst/>
              </a:prstGeom>
              <a:solidFill>
                <a:schemeClr val="tx2">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Isosceles Triangle 103">
                <a:extLst>
                  <a:ext uri="{FF2B5EF4-FFF2-40B4-BE49-F238E27FC236}">
                    <a16:creationId xmlns:a16="http://schemas.microsoft.com/office/drawing/2014/main" id="{0F5621DE-CA37-43AF-8C0B-07209A63FEEB}"/>
                  </a:ext>
                </a:extLst>
              </p:cNvPr>
              <p:cNvSpPr/>
              <p:nvPr/>
            </p:nvSpPr>
            <p:spPr>
              <a:xfrm>
                <a:off x="1876425" y="2421906"/>
                <a:ext cx="710406" cy="612419"/>
              </a:xfrm>
              <a:prstGeom prst="triangle">
                <a:avLst/>
              </a:prstGeom>
              <a:gradFill>
                <a:gsLst>
                  <a:gs pos="0">
                    <a:schemeClr val="accent1"/>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8" name="Group 107">
              <a:extLst>
                <a:ext uri="{FF2B5EF4-FFF2-40B4-BE49-F238E27FC236}">
                  <a16:creationId xmlns:a16="http://schemas.microsoft.com/office/drawing/2014/main" id="{18CD2023-E908-4D5D-B594-6FECAB9CD98E}"/>
                </a:ext>
              </a:extLst>
            </p:cNvPr>
            <p:cNvGrpSpPr/>
            <p:nvPr/>
          </p:nvGrpSpPr>
          <p:grpSpPr>
            <a:xfrm>
              <a:off x="7282623" y="3691117"/>
              <a:ext cx="1044797" cy="1060458"/>
              <a:chOff x="1876425" y="2421906"/>
              <a:chExt cx="795074" cy="806992"/>
            </a:xfrm>
          </p:grpSpPr>
          <p:sp>
            <p:nvSpPr>
              <p:cNvPr id="109" name="Isosceles Triangle 108">
                <a:extLst>
                  <a:ext uri="{FF2B5EF4-FFF2-40B4-BE49-F238E27FC236}">
                    <a16:creationId xmlns:a16="http://schemas.microsoft.com/office/drawing/2014/main" id="{50C5B0AB-7735-414B-9977-8B3AB04BC380}"/>
                  </a:ext>
                </a:extLst>
              </p:cNvPr>
              <p:cNvSpPr/>
              <p:nvPr/>
            </p:nvSpPr>
            <p:spPr>
              <a:xfrm rot="5956497">
                <a:off x="1957930" y="2515330"/>
                <a:ext cx="766425" cy="660712"/>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Isosceles Triangle 109">
                <a:extLst>
                  <a:ext uri="{FF2B5EF4-FFF2-40B4-BE49-F238E27FC236}">
                    <a16:creationId xmlns:a16="http://schemas.microsoft.com/office/drawing/2014/main" id="{BFFA3BD5-F85A-441E-B19B-498B81BE722C}"/>
                  </a:ext>
                </a:extLst>
              </p:cNvPr>
              <p:cNvSpPr/>
              <p:nvPr/>
            </p:nvSpPr>
            <p:spPr>
              <a:xfrm rot="6496077">
                <a:off x="1957930" y="2514584"/>
                <a:ext cx="766425" cy="660712"/>
              </a:xfrm>
              <a:prstGeom prst="triangle">
                <a:avLst/>
              </a:prstGeom>
              <a:solidFill>
                <a:schemeClr val="tx2">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Isosceles Triangle 110">
                <a:extLst>
                  <a:ext uri="{FF2B5EF4-FFF2-40B4-BE49-F238E27FC236}">
                    <a16:creationId xmlns:a16="http://schemas.microsoft.com/office/drawing/2014/main" id="{9A8DD909-6C66-480A-9962-56D5C5EDF7A7}"/>
                  </a:ext>
                </a:extLst>
              </p:cNvPr>
              <p:cNvSpPr/>
              <p:nvPr/>
            </p:nvSpPr>
            <p:spPr>
              <a:xfrm>
                <a:off x="1876425" y="2421906"/>
                <a:ext cx="710406" cy="612419"/>
              </a:xfrm>
              <a:prstGeom prst="triangle">
                <a:avLst/>
              </a:prstGeom>
              <a:gradFill>
                <a:gsLst>
                  <a:gs pos="0">
                    <a:schemeClr val="accent2"/>
                  </a:gs>
                  <a:gs pos="100000">
                    <a:schemeClr val="accent3"/>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2" name="Group 111">
              <a:extLst>
                <a:ext uri="{FF2B5EF4-FFF2-40B4-BE49-F238E27FC236}">
                  <a16:creationId xmlns:a16="http://schemas.microsoft.com/office/drawing/2014/main" id="{78E8BF96-ECF4-45A0-B38A-12F1AEA3E547}"/>
                </a:ext>
              </a:extLst>
            </p:cNvPr>
            <p:cNvGrpSpPr/>
            <p:nvPr/>
          </p:nvGrpSpPr>
          <p:grpSpPr>
            <a:xfrm>
              <a:off x="7282623" y="4931610"/>
              <a:ext cx="1044797" cy="1060458"/>
              <a:chOff x="1876425" y="2421906"/>
              <a:chExt cx="795074" cy="806992"/>
            </a:xfrm>
          </p:grpSpPr>
          <p:sp>
            <p:nvSpPr>
              <p:cNvPr id="113" name="Isosceles Triangle 112">
                <a:extLst>
                  <a:ext uri="{FF2B5EF4-FFF2-40B4-BE49-F238E27FC236}">
                    <a16:creationId xmlns:a16="http://schemas.microsoft.com/office/drawing/2014/main" id="{9D00BFC3-B9C8-4ABF-AE58-FAFA4FF92AB1}"/>
                  </a:ext>
                </a:extLst>
              </p:cNvPr>
              <p:cNvSpPr/>
              <p:nvPr/>
            </p:nvSpPr>
            <p:spPr>
              <a:xfrm rot="5956497">
                <a:off x="1957930" y="2515330"/>
                <a:ext cx="766425" cy="660712"/>
              </a:xfrm>
              <a:prstGeom prst="triangl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Isosceles Triangle 113">
                <a:extLst>
                  <a:ext uri="{FF2B5EF4-FFF2-40B4-BE49-F238E27FC236}">
                    <a16:creationId xmlns:a16="http://schemas.microsoft.com/office/drawing/2014/main" id="{DB1EAECE-278B-4391-878E-3B4CB433466D}"/>
                  </a:ext>
                </a:extLst>
              </p:cNvPr>
              <p:cNvSpPr/>
              <p:nvPr/>
            </p:nvSpPr>
            <p:spPr>
              <a:xfrm rot="6496077">
                <a:off x="1957930" y="2514584"/>
                <a:ext cx="766425" cy="660712"/>
              </a:xfrm>
              <a:prstGeom prst="triangle">
                <a:avLst/>
              </a:prstGeom>
              <a:solidFill>
                <a:schemeClr val="tx2">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Isosceles Triangle 114">
                <a:extLst>
                  <a:ext uri="{FF2B5EF4-FFF2-40B4-BE49-F238E27FC236}">
                    <a16:creationId xmlns:a16="http://schemas.microsoft.com/office/drawing/2014/main" id="{DC5D132B-1BC6-4246-AB30-4400B269FA59}"/>
                  </a:ext>
                </a:extLst>
              </p:cNvPr>
              <p:cNvSpPr/>
              <p:nvPr/>
            </p:nvSpPr>
            <p:spPr>
              <a:xfrm>
                <a:off x="1876425" y="2421906"/>
                <a:ext cx="710406" cy="612419"/>
              </a:xfrm>
              <a:prstGeom prst="triangle">
                <a:avLst/>
              </a:prstGeom>
              <a:gradFill>
                <a:gsLst>
                  <a:gs pos="0">
                    <a:schemeClr val="accent3"/>
                  </a:gs>
                  <a:gs pos="100000">
                    <a:schemeClr val="accent4"/>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9" name="TextBox 118">
              <a:extLst>
                <a:ext uri="{FF2B5EF4-FFF2-40B4-BE49-F238E27FC236}">
                  <a16:creationId xmlns:a16="http://schemas.microsoft.com/office/drawing/2014/main" id="{F744A3FF-2C47-468A-85DF-CF46AF6FB31C}"/>
                </a:ext>
              </a:extLst>
            </p:cNvPr>
            <p:cNvSpPr txBox="1"/>
            <p:nvPr/>
          </p:nvSpPr>
          <p:spPr>
            <a:xfrm>
              <a:off x="8413524" y="2466817"/>
              <a:ext cx="2839403" cy="646331"/>
            </a:xfrm>
            <a:prstGeom prst="rect">
              <a:avLst/>
            </a:prstGeom>
            <a:noFill/>
          </p:spPr>
          <p:txBody>
            <a:bodyPr wrap="square" rtlCol="0">
              <a:spAutoFit/>
            </a:bodyPr>
            <a:lstStyle/>
            <a:p>
              <a:r>
                <a:rPr lang="en-US" b="1" dirty="0">
                  <a:solidFill>
                    <a:schemeClr val="tx1">
                      <a:lumMod val="90000"/>
                      <a:lumOff val="10000"/>
                    </a:schemeClr>
                  </a:solidFill>
                  <a:latin typeface="Roboto" panose="02000000000000000000" pitchFamily="2" charset="0"/>
                  <a:ea typeface="Roboto" panose="02000000000000000000" pitchFamily="2" charset="0"/>
                </a:rPr>
                <a:t>Introduce the subject of the lesson.</a:t>
              </a:r>
            </a:p>
          </p:txBody>
        </p:sp>
        <p:sp>
          <p:nvSpPr>
            <p:cNvPr id="120" name="TextBox 119">
              <a:extLst>
                <a:ext uri="{FF2B5EF4-FFF2-40B4-BE49-F238E27FC236}">
                  <a16:creationId xmlns:a16="http://schemas.microsoft.com/office/drawing/2014/main" id="{101A2CE7-8F7A-457F-B8C1-028C9E794BD5}"/>
                </a:ext>
              </a:extLst>
            </p:cNvPr>
            <p:cNvSpPr txBox="1"/>
            <p:nvPr/>
          </p:nvSpPr>
          <p:spPr>
            <a:xfrm>
              <a:off x="8384244" y="3729670"/>
              <a:ext cx="3077130" cy="646331"/>
            </a:xfrm>
            <a:prstGeom prst="rect">
              <a:avLst/>
            </a:prstGeom>
            <a:noFill/>
          </p:spPr>
          <p:txBody>
            <a:bodyPr wrap="square" rtlCol="0">
              <a:spAutoFit/>
            </a:bodyPr>
            <a:lstStyle/>
            <a:p>
              <a:r>
                <a:rPr lang="en-US" b="1" dirty="0">
                  <a:solidFill>
                    <a:schemeClr val="tx1">
                      <a:lumMod val="90000"/>
                      <a:lumOff val="10000"/>
                    </a:schemeClr>
                  </a:solidFill>
                  <a:latin typeface="Roboto" panose="02000000000000000000" pitchFamily="2" charset="0"/>
                  <a:ea typeface="Roboto" panose="02000000000000000000" pitchFamily="2" charset="0"/>
                </a:rPr>
                <a:t>State how lesson will benefit students.</a:t>
              </a:r>
            </a:p>
          </p:txBody>
        </p:sp>
        <p:sp>
          <p:nvSpPr>
            <p:cNvPr id="121" name="TextBox 120">
              <a:extLst>
                <a:ext uri="{FF2B5EF4-FFF2-40B4-BE49-F238E27FC236}">
                  <a16:creationId xmlns:a16="http://schemas.microsoft.com/office/drawing/2014/main" id="{97CA979D-2004-4BA8-93A9-3F58C2E587D6}"/>
                </a:ext>
              </a:extLst>
            </p:cNvPr>
            <p:cNvSpPr txBox="1"/>
            <p:nvPr/>
          </p:nvSpPr>
          <p:spPr>
            <a:xfrm>
              <a:off x="8405708" y="4965603"/>
              <a:ext cx="3218470" cy="646331"/>
            </a:xfrm>
            <a:prstGeom prst="rect">
              <a:avLst/>
            </a:prstGeom>
            <a:noFill/>
          </p:spPr>
          <p:txBody>
            <a:bodyPr wrap="square" rtlCol="0">
              <a:spAutoFit/>
            </a:bodyPr>
            <a:lstStyle/>
            <a:p>
              <a:r>
                <a:rPr lang="en-US" b="1" dirty="0">
                  <a:solidFill>
                    <a:schemeClr val="tx1">
                      <a:lumMod val="90000"/>
                      <a:lumOff val="10000"/>
                    </a:schemeClr>
                  </a:solidFill>
                  <a:latin typeface="Roboto" panose="02000000000000000000" pitchFamily="2" charset="0"/>
                  <a:ea typeface="Roboto" panose="02000000000000000000" pitchFamily="2" charset="0"/>
                </a:rPr>
                <a:t>State presenter’s level of expertise in subject.</a:t>
              </a:r>
            </a:p>
          </p:txBody>
        </p:sp>
        <p:sp>
          <p:nvSpPr>
            <p:cNvPr id="122" name="TextBox 121">
              <a:extLst>
                <a:ext uri="{FF2B5EF4-FFF2-40B4-BE49-F238E27FC236}">
                  <a16:creationId xmlns:a16="http://schemas.microsoft.com/office/drawing/2014/main" id="{46408AF8-34C4-486D-A08E-E178EB0A7BA9}"/>
                </a:ext>
              </a:extLst>
            </p:cNvPr>
            <p:cNvSpPr txBox="1"/>
            <p:nvPr/>
          </p:nvSpPr>
          <p:spPr>
            <a:xfrm>
              <a:off x="7523329" y="2748419"/>
              <a:ext cx="514520" cy="369332"/>
            </a:xfrm>
            <a:prstGeom prst="rect">
              <a:avLst/>
            </a:prstGeom>
            <a:noFill/>
          </p:spPr>
          <p:txBody>
            <a:bodyPr wrap="square" rtlCol="0">
              <a:spAutoFit/>
            </a:bodyPr>
            <a:lstStyle/>
            <a:p>
              <a:pPr algn="ctr"/>
              <a:r>
                <a:rPr lang="en-US" dirty="0">
                  <a:solidFill>
                    <a:schemeClr val="bg2"/>
                  </a:solidFill>
                  <a:latin typeface="Roboto Black" panose="02000000000000000000" pitchFamily="2" charset="0"/>
                  <a:ea typeface="Roboto Black" panose="02000000000000000000" pitchFamily="2" charset="0"/>
                </a:rPr>
                <a:t>01</a:t>
              </a:r>
            </a:p>
          </p:txBody>
        </p:sp>
        <p:sp>
          <p:nvSpPr>
            <p:cNvPr id="123" name="TextBox 122">
              <a:extLst>
                <a:ext uri="{FF2B5EF4-FFF2-40B4-BE49-F238E27FC236}">
                  <a16:creationId xmlns:a16="http://schemas.microsoft.com/office/drawing/2014/main" id="{3D47337D-7B9E-4DC1-8EF3-4EBA42704889}"/>
                </a:ext>
              </a:extLst>
            </p:cNvPr>
            <p:cNvSpPr txBox="1"/>
            <p:nvPr/>
          </p:nvSpPr>
          <p:spPr>
            <a:xfrm>
              <a:off x="7492131" y="4038381"/>
              <a:ext cx="514520" cy="369332"/>
            </a:xfrm>
            <a:prstGeom prst="rect">
              <a:avLst/>
            </a:prstGeom>
            <a:noFill/>
          </p:spPr>
          <p:txBody>
            <a:bodyPr wrap="square" rtlCol="0">
              <a:spAutoFit/>
            </a:bodyPr>
            <a:lstStyle/>
            <a:p>
              <a:pPr algn="ctr"/>
              <a:r>
                <a:rPr lang="en-US" dirty="0">
                  <a:solidFill>
                    <a:schemeClr val="bg2"/>
                  </a:solidFill>
                  <a:latin typeface="Roboto Black" panose="02000000000000000000" pitchFamily="2" charset="0"/>
                  <a:ea typeface="Roboto Black" panose="02000000000000000000" pitchFamily="2" charset="0"/>
                </a:rPr>
                <a:t>02</a:t>
              </a:r>
            </a:p>
          </p:txBody>
        </p:sp>
        <p:sp>
          <p:nvSpPr>
            <p:cNvPr id="124" name="TextBox 123">
              <a:extLst>
                <a:ext uri="{FF2B5EF4-FFF2-40B4-BE49-F238E27FC236}">
                  <a16:creationId xmlns:a16="http://schemas.microsoft.com/office/drawing/2014/main" id="{65421EE8-2440-4570-9D49-E8A4700542F6}"/>
                </a:ext>
              </a:extLst>
            </p:cNvPr>
            <p:cNvSpPr txBox="1"/>
            <p:nvPr/>
          </p:nvSpPr>
          <p:spPr>
            <a:xfrm>
              <a:off x="7476698" y="5280702"/>
              <a:ext cx="514520" cy="369332"/>
            </a:xfrm>
            <a:prstGeom prst="rect">
              <a:avLst/>
            </a:prstGeom>
            <a:noFill/>
          </p:spPr>
          <p:txBody>
            <a:bodyPr wrap="square" rtlCol="0">
              <a:spAutoFit/>
            </a:bodyPr>
            <a:lstStyle/>
            <a:p>
              <a:pPr algn="ctr"/>
              <a:r>
                <a:rPr lang="en-US" dirty="0">
                  <a:solidFill>
                    <a:schemeClr val="bg2"/>
                  </a:solidFill>
                  <a:latin typeface="Roboto Black" panose="02000000000000000000" pitchFamily="2" charset="0"/>
                  <a:ea typeface="Roboto Black" panose="02000000000000000000" pitchFamily="2" charset="0"/>
                </a:rPr>
                <a:t>03</a:t>
              </a:r>
            </a:p>
          </p:txBody>
        </p:sp>
      </p:grpSp>
      <p:grpSp>
        <p:nvGrpSpPr>
          <p:cNvPr id="848" name="Group 847">
            <a:extLst>
              <a:ext uri="{FF2B5EF4-FFF2-40B4-BE49-F238E27FC236}">
                <a16:creationId xmlns:a16="http://schemas.microsoft.com/office/drawing/2014/main" id="{F727AF33-F5CA-438C-96BC-0F0522A2EE25}"/>
              </a:ext>
            </a:extLst>
          </p:cNvPr>
          <p:cNvGrpSpPr/>
          <p:nvPr/>
        </p:nvGrpSpPr>
        <p:grpSpPr>
          <a:xfrm>
            <a:off x="634422" y="1760690"/>
            <a:ext cx="5650780" cy="3505166"/>
            <a:chOff x="381074" y="2994713"/>
            <a:chExt cx="5650780" cy="3505166"/>
          </a:xfrm>
        </p:grpSpPr>
        <p:grpSp>
          <p:nvGrpSpPr>
            <p:cNvPr id="154" name="Graphic 2">
              <a:extLst>
                <a:ext uri="{FF2B5EF4-FFF2-40B4-BE49-F238E27FC236}">
                  <a16:creationId xmlns:a16="http://schemas.microsoft.com/office/drawing/2014/main" id="{7A1A7512-C6B7-42F2-ADF1-6A62A07475E9}"/>
                </a:ext>
              </a:extLst>
            </p:cNvPr>
            <p:cNvGrpSpPr/>
            <p:nvPr/>
          </p:nvGrpSpPr>
          <p:grpSpPr>
            <a:xfrm>
              <a:off x="3972498" y="2994713"/>
              <a:ext cx="1234608" cy="646136"/>
              <a:chOff x="2652395" y="1428848"/>
              <a:chExt cx="1080458" cy="565461"/>
            </a:xfrm>
            <a:solidFill>
              <a:schemeClr val="accent1"/>
            </a:solidFill>
          </p:grpSpPr>
          <p:grpSp>
            <p:nvGrpSpPr>
              <p:cNvPr id="155" name="Graphic 2">
                <a:extLst>
                  <a:ext uri="{FF2B5EF4-FFF2-40B4-BE49-F238E27FC236}">
                    <a16:creationId xmlns:a16="http://schemas.microsoft.com/office/drawing/2014/main" id="{7A1A7512-C6B7-42F2-ADF1-6A62A07475E9}"/>
                  </a:ext>
                </a:extLst>
              </p:cNvPr>
              <p:cNvGrpSpPr/>
              <p:nvPr/>
            </p:nvGrpSpPr>
            <p:grpSpPr>
              <a:xfrm>
                <a:off x="2652395" y="1428848"/>
                <a:ext cx="318314" cy="377836"/>
                <a:chOff x="2652395" y="1428848"/>
                <a:chExt cx="318314" cy="377836"/>
              </a:xfrm>
              <a:grpFill/>
            </p:grpSpPr>
            <p:sp>
              <p:nvSpPr>
                <p:cNvPr id="156" name="Freeform: Shape 155">
                  <a:extLst>
                    <a:ext uri="{FF2B5EF4-FFF2-40B4-BE49-F238E27FC236}">
                      <a16:creationId xmlns:a16="http://schemas.microsoft.com/office/drawing/2014/main" id="{0D06F8A6-3852-48D3-8941-44085CE74AA4}"/>
                    </a:ext>
                  </a:extLst>
                </p:cNvPr>
                <p:cNvSpPr/>
                <p:nvPr/>
              </p:nvSpPr>
              <p:spPr>
                <a:xfrm>
                  <a:off x="2652395" y="1428848"/>
                  <a:ext cx="103516" cy="103516"/>
                </a:xfrm>
                <a:custGeom>
                  <a:avLst/>
                  <a:gdLst>
                    <a:gd name="connsiteX0" fmla="*/ 71168 w 103516"/>
                    <a:gd name="connsiteY0" fmla="*/ 71168 h 103516"/>
                    <a:gd name="connsiteX1" fmla="*/ 103517 w 103516"/>
                    <a:gd name="connsiteY1" fmla="*/ 51758 h 103516"/>
                    <a:gd name="connsiteX2" fmla="*/ 71168 w 103516"/>
                    <a:gd name="connsiteY2" fmla="*/ 32349 h 103516"/>
                    <a:gd name="connsiteX3" fmla="*/ 51758 w 103516"/>
                    <a:gd name="connsiteY3" fmla="*/ 0 h 103516"/>
                    <a:gd name="connsiteX4" fmla="*/ 32349 w 103516"/>
                    <a:gd name="connsiteY4" fmla="*/ 32349 h 103516"/>
                    <a:gd name="connsiteX5" fmla="*/ 0 w 103516"/>
                    <a:gd name="connsiteY5" fmla="*/ 51758 h 103516"/>
                    <a:gd name="connsiteX6" fmla="*/ 32349 w 103516"/>
                    <a:gd name="connsiteY6" fmla="*/ 71168 h 103516"/>
                    <a:gd name="connsiteX7" fmla="*/ 51758 w 103516"/>
                    <a:gd name="connsiteY7" fmla="*/ 103517 h 103516"/>
                    <a:gd name="connsiteX8" fmla="*/ 71168 w 103516"/>
                    <a:gd name="connsiteY8" fmla="*/ 71168 h 103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516" h="103516">
                      <a:moveTo>
                        <a:pt x="71168" y="71168"/>
                      </a:moveTo>
                      <a:cubicBezTo>
                        <a:pt x="84108" y="67286"/>
                        <a:pt x="94459" y="60816"/>
                        <a:pt x="103517" y="51758"/>
                      </a:cubicBezTo>
                      <a:cubicBezTo>
                        <a:pt x="94459" y="42701"/>
                        <a:pt x="82814" y="36231"/>
                        <a:pt x="71168" y="32349"/>
                      </a:cubicBezTo>
                      <a:cubicBezTo>
                        <a:pt x="67286" y="19409"/>
                        <a:pt x="60816" y="9058"/>
                        <a:pt x="51758" y="0"/>
                      </a:cubicBezTo>
                      <a:cubicBezTo>
                        <a:pt x="42701" y="9058"/>
                        <a:pt x="36231" y="20703"/>
                        <a:pt x="32349" y="32349"/>
                      </a:cubicBezTo>
                      <a:cubicBezTo>
                        <a:pt x="19409" y="36231"/>
                        <a:pt x="9058" y="42701"/>
                        <a:pt x="0" y="51758"/>
                      </a:cubicBezTo>
                      <a:cubicBezTo>
                        <a:pt x="9058" y="60816"/>
                        <a:pt x="20703" y="67286"/>
                        <a:pt x="32349" y="71168"/>
                      </a:cubicBezTo>
                      <a:cubicBezTo>
                        <a:pt x="36231" y="84108"/>
                        <a:pt x="42701" y="94459"/>
                        <a:pt x="51758" y="103517"/>
                      </a:cubicBezTo>
                      <a:cubicBezTo>
                        <a:pt x="60816" y="95753"/>
                        <a:pt x="68580" y="84108"/>
                        <a:pt x="71168" y="71168"/>
                      </a:cubicBezTo>
                      <a:close/>
                    </a:path>
                  </a:pathLst>
                </a:custGeom>
                <a:grpFill/>
                <a:ln w="12921"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7D81F7EB-5EE5-479B-9377-E3209FE4B9A3}"/>
                    </a:ext>
                  </a:extLst>
                </p:cNvPr>
                <p:cNvSpPr/>
                <p:nvPr/>
              </p:nvSpPr>
              <p:spPr>
                <a:xfrm>
                  <a:off x="2815434" y="1651409"/>
                  <a:ext cx="155275" cy="155275"/>
                </a:xfrm>
                <a:custGeom>
                  <a:avLst/>
                  <a:gdLst>
                    <a:gd name="connsiteX0" fmla="*/ 106105 w 155275"/>
                    <a:gd name="connsiteY0" fmla="*/ 106105 h 155275"/>
                    <a:gd name="connsiteX1" fmla="*/ 155275 w 155275"/>
                    <a:gd name="connsiteY1" fmla="*/ 77638 h 155275"/>
                    <a:gd name="connsiteX2" fmla="*/ 106105 w 155275"/>
                    <a:gd name="connsiteY2" fmla="*/ 49171 h 155275"/>
                    <a:gd name="connsiteX3" fmla="*/ 77638 w 155275"/>
                    <a:gd name="connsiteY3" fmla="*/ 0 h 155275"/>
                    <a:gd name="connsiteX4" fmla="*/ 49171 w 155275"/>
                    <a:gd name="connsiteY4" fmla="*/ 49171 h 155275"/>
                    <a:gd name="connsiteX5" fmla="*/ 0 w 155275"/>
                    <a:gd name="connsiteY5" fmla="*/ 77638 h 155275"/>
                    <a:gd name="connsiteX6" fmla="*/ 49171 w 155275"/>
                    <a:gd name="connsiteY6" fmla="*/ 106105 h 155275"/>
                    <a:gd name="connsiteX7" fmla="*/ 77638 w 155275"/>
                    <a:gd name="connsiteY7" fmla="*/ 155275 h 155275"/>
                    <a:gd name="connsiteX8" fmla="*/ 106105 w 155275"/>
                    <a:gd name="connsiteY8" fmla="*/ 106105 h 15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275" h="155275">
                      <a:moveTo>
                        <a:pt x="106105" y="106105"/>
                      </a:moveTo>
                      <a:cubicBezTo>
                        <a:pt x="125514" y="100929"/>
                        <a:pt x="142336" y="90577"/>
                        <a:pt x="155275" y="77638"/>
                      </a:cubicBezTo>
                      <a:cubicBezTo>
                        <a:pt x="142336" y="63404"/>
                        <a:pt x="125514" y="54346"/>
                        <a:pt x="106105" y="49171"/>
                      </a:cubicBezTo>
                      <a:cubicBezTo>
                        <a:pt x="100929" y="29761"/>
                        <a:pt x="90577" y="12940"/>
                        <a:pt x="77638" y="0"/>
                      </a:cubicBezTo>
                      <a:cubicBezTo>
                        <a:pt x="63404" y="12940"/>
                        <a:pt x="54346" y="29761"/>
                        <a:pt x="49171" y="49171"/>
                      </a:cubicBezTo>
                      <a:cubicBezTo>
                        <a:pt x="29761" y="54346"/>
                        <a:pt x="12940" y="64698"/>
                        <a:pt x="0" y="77638"/>
                      </a:cubicBezTo>
                      <a:cubicBezTo>
                        <a:pt x="12940" y="91871"/>
                        <a:pt x="29761" y="100929"/>
                        <a:pt x="49171" y="106105"/>
                      </a:cubicBezTo>
                      <a:cubicBezTo>
                        <a:pt x="54346" y="125514"/>
                        <a:pt x="64698" y="142336"/>
                        <a:pt x="77638" y="155275"/>
                      </a:cubicBezTo>
                      <a:cubicBezTo>
                        <a:pt x="90577" y="141042"/>
                        <a:pt x="100929" y="124220"/>
                        <a:pt x="106105" y="106105"/>
                      </a:cubicBezTo>
                      <a:close/>
                    </a:path>
                  </a:pathLst>
                </a:custGeom>
                <a:grpFill/>
                <a:ln w="12921" cap="flat">
                  <a:noFill/>
                  <a:prstDash val="solid"/>
                  <a:miter/>
                </a:ln>
              </p:spPr>
              <p:txBody>
                <a:bodyPr rtlCol="0" anchor="ctr"/>
                <a:lstStyle/>
                <a:p>
                  <a:endParaRPr lang="en-US"/>
                </a:p>
              </p:txBody>
            </p:sp>
          </p:grpSp>
          <p:grpSp>
            <p:nvGrpSpPr>
              <p:cNvPr id="158" name="Graphic 2">
                <a:extLst>
                  <a:ext uri="{FF2B5EF4-FFF2-40B4-BE49-F238E27FC236}">
                    <a16:creationId xmlns:a16="http://schemas.microsoft.com/office/drawing/2014/main" id="{7A1A7512-C6B7-42F2-ADF1-6A62A07475E9}"/>
                  </a:ext>
                </a:extLst>
              </p:cNvPr>
              <p:cNvGrpSpPr/>
              <p:nvPr/>
            </p:nvGrpSpPr>
            <p:grpSpPr>
              <a:xfrm>
                <a:off x="3340783" y="1556950"/>
                <a:ext cx="392070" cy="437359"/>
                <a:chOff x="3340783" y="1556950"/>
                <a:chExt cx="392070" cy="437359"/>
              </a:xfrm>
              <a:grpFill/>
            </p:grpSpPr>
            <p:sp>
              <p:nvSpPr>
                <p:cNvPr id="159" name="Freeform: Shape 158">
                  <a:extLst>
                    <a:ext uri="{FF2B5EF4-FFF2-40B4-BE49-F238E27FC236}">
                      <a16:creationId xmlns:a16="http://schemas.microsoft.com/office/drawing/2014/main" id="{432BD372-89A6-4038-BEAA-82000C9E4C36}"/>
                    </a:ext>
                  </a:extLst>
                </p:cNvPr>
                <p:cNvSpPr/>
                <p:nvPr/>
              </p:nvSpPr>
              <p:spPr>
                <a:xfrm>
                  <a:off x="3499940" y="1556950"/>
                  <a:ext cx="232913" cy="232913"/>
                </a:xfrm>
                <a:custGeom>
                  <a:avLst/>
                  <a:gdLst>
                    <a:gd name="connsiteX0" fmla="*/ 232913 w 232913"/>
                    <a:gd name="connsiteY0" fmla="*/ 116457 h 232913"/>
                    <a:gd name="connsiteX1" fmla="*/ 116457 w 232913"/>
                    <a:gd name="connsiteY1" fmla="*/ 232913 h 232913"/>
                    <a:gd name="connsiteX2" fmla="*/ 0 w 232913"/>
                    <a:gd name="connsiteY2" fmla="*/ 116457 h 232913"/>
                    <a:gd name="connsiteX3" fmla="*/ 116457 w 232913"/>
                    <a:gd name="connsiteY3" fmla="*/ 0 h 232913"/>
                    <a:gd name="connsiteX4" fmla="*/ 232913 w 232913"/>
                    <a:gd name="connsiteY4" fmla="*/ 116457 h 2329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913" h="232913">
                      <a:moveTo>
                        <a:pt x="232913" y="116457"/>
                      </a:moveTo>
                      <a:cubicBezTo>
                        <a:pt x="232913" y="180774"/>
                        <a:pt x="180774" y="232913"/>
                        <a:pt x="116457" y="232913"/>
                      </a:cubicBezTo>
                      <a:cubicBezTo>
                        <a:pt x="52139" y="232913"/>
                        <a:pt x="0" y="180774"/>
                        <a:pt x="0" y="116457"/>
                      </a:cubicBezTo>
                      <a:cubicBezTo>
                        <a:pt x="0" y="52139"/>
                        <a:pt x="52139" y="0"/>
                        <a:pt x="116457" y="0"/>
                      </a:cubicBezTo>
                      <a:cubicBezTo>
                        <a:pt x="180774" y="0"/>
                        <a:pt x="232913" y="52139"/>
                        <a:pt x="232913" y="116457"/>
                      </a:cubicBezTo>
                      <a:close/>
                    </a:path>
                  </a:pathLst>
                </a:custGeom>
                <a:grpFill/>
                <a:ln w="12921" cap="flat">
                  <a:noFill/>
                  <a:prstDash val="solid"/>
                  <a:miter/>
                </a:ln>
              </p:spPr>
              <p:txBody>
                <a:bodyPr rtlCol="0" anchor="ctr"/>
                <a:lstStyle/>
                <a:p>
                  <a:endParaRPr lang="en-US"/>
                </a:p>
              </p:txBody>
            </p:sp>
            <p:sp>
              <p:nvSpPr>
                <p:cNvPr id="832" name="Freeform: Shape 831">
                  <a:extLst>
                    <a:ext uri="{FF2B5EF4-FFF2-40B4-BE49-F238E27FC236}">
                      <a16:creationId xmlns:a16="http://schemas.microsoft.com/office/drawing/2014/main" id="{DAA4369C-9DDE-4F98-8E69-DAA2BD8F8B8F}"/>
                    </a:ext>
                  </a:extLst>
                </p:cNvPr>
                <p:cNvSpPr/>
                <p:nvPr/>
              </p:nvSpPr>
              <p:spPr>
                <a:xfrm>
                  <a:off x="3644864" y="1890792"/>
                  <a:ext cx="72461" cy="72461"/>
                </a:xfrm>
                <a:custGeom>
                  <a:avLst/>
                  <a:gdLst>
                    <a:gd name="connsiteX0" fmla="*/ 72462 w 72461"/>
                    <a:gd name="connsiteY0" fmla="*/ 36231 h 72461"/>
                    <a:gd name="connsiteX1" fmla="*/ 36231 w 72461"/>
                    <a:gd name="connsiteY1" fmla="*/ 72462 h 72461"/>
                    <a:gd name="connsiteX2" fmla="*/ 0 w 72461"/>
                    <a:gd name="connsiteY2" fmla="*/ 36231 h 72461"/>
                    <a:gd name="connsiteX3" fmla="*/ 36231 w 72461"/>
                    <a:gd name="connsiteY3" fmla="*/ 0 h 72461"/>
                    <a:gd name="connsiteX4" fmla="*/ 72462 w 72461"/>
                    <a:gd name="connsiteY4" fmla="*/ 36231 h 72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461" h="72461">
                      <a:moveTo>
                        <a:pt x="72462" y="36231"/>
                      </a:moveTo>
                      <a:cubicBezTo>
                        <a:pt x="72462" y="56241"/>
                        <a:pt x="56241" y="72462"/>
                        <a:pt x="36231" y="72462"/>
                      </a:cubicBezTo>
                      <a:cubicBezTo>
                        <a:pt x="16221" y="72462"/>
                        <a:pt x="0" y="56241"/>
                        <a:pt x="0" y="36231"/>
                      </a:cubicBezTo>
                      <a:cubicBezTo>
                        <a:pt x="0" y="16221"/>
                        <a:pt x="16221" y="0"/>
                        <a:pt x="36231" y="0"/>
                      </a:cubicBezTo>
                      <a:cubicBezTo>
                        <a:pt x="56241" y="0"/>
                        <a:pt x="72462" y="16221"/>
                        <a:pt x="72462" y="36231"/>
                      </a:cubicBezTo>
                      <a:close/>
                    </a:path>
                  </a:pathLst>
                </a:custGeom>
                <a:grpFill/>
                <a:ln w="12921" cap="flat">
                  <a:noFill/>
                  <a:prstDash val="solid"/>
                  <a:miter/>
                </a:ln>
              </p:spPr>
              <p:txBody>
                <a:bodyPr rtlCol="0" anchor="ctr"/>
                <a:lstStyle/>
                <a:p>
                  <a:endParaRPr lang="en-US"/>
                </a:p>
              </p:txBody>
            </p:sp>
            <p:sp>
              <p:nvSpPr>
                <p:cNvPr id="835" name="Freeform: Shape 834">
                  <a:extLst>
                    <a:ext uri="{FF2B5EF4-FFF2-40B4-BE49-F238E27FC236}">
                      <a16:creationId xmlns:a16="http://schemas.microsoft.com/office/drawing/2014/main" id="{51318884-63CB-4D54-8417-E28C3B5C3D1F}"/>
                    </a:ext>
                  </a:extLst>
                </p:cNvPr>
                <p:cNvSpPr/>
                <p:nvPr/>
              </p:nvSpPr>
              <p:spPr>
                <a:xfrm>
                  <a:off x="3340783" y="1846797"/>
                  <a:ext cx="147511" cy="147511"/>
                </a:xfrm>
                <a:custGeom>
                  <a:avLst/>
                  <a:gdLst>
                    <a:gd name="connsiteX0" fmla="*/ 147512 w 147511"/>
                    <a:gd name="connsiteY0" fmla="*/ 73756 h 147511"/>
                    <a:gd name="connsiteX1" fmla="*/ 73756 w 147511"/>
                    <a:gd name="connsiteY1" fmla="*/ 147512 h 147511"/>
                    <a:gd name="connsiteX2" fmla="*/ 0 w 147511"/>
                    <a:gd name="connsiteY2" fmla="*/ 73756 h 147511"/>
                    <a:gd name="connsiteX3" fmla="*/ 73756 w 147511"/>
                    <a:gd name="connsiteY3" fmla="*/ 0 h 147511"/>
                    <a:gd name="connsiteX4" fmla="*/ 147512 w 147511"/>
                    <a:gd name="connsiteY4" fmla="*/ 73756 h 147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511" h="147511">
                      <a:moveTo>
                        <a:pt x="147512" y="73756"/>
                      </a:moveTo>
                      <a:cubicBezTo>
                        <a:pt x="147512" y="114490"/>
                        <a:pt x="114490" y="147512"/>
                        <a:pt x="73756" y="147512"/>
                      </a:cubicBezTo>
                      <a:cubicBezTo>
                        <a:pt x="33022" y="147512"/>
                        <a:pt x="0" y="114490"/>
                        <a:pt x="0" y="73756"/>
                      </a:cubicBezTo>
                      <a:cubicBezTo>
                        <a:pt x="0" y="33022"/>
                        <a:pt x="33022" y="0"/>
                        <a:pt x="73756" y="0"/>
                      </a:cubicBezTo>
                      <a:cubicBezTo>
                        <a:pt x="114490" y="0"/>
                        <a:pt x="147512" y="33022"/>
                        <a:pt x="147512" y="73756"/>
                      </a:cubicBezTo>
                      <a:close/>
                    </a:path>
                  </a:pathLst>
                </a:custGeom>
                <a:grpFill/>
                <a:ln w="12921" cap="flat">
                  <a:noFill/>
                  <a:prstDash val="solid"/>
                  <a:miter/>
                </a:ln>
              </p:spPr>
              <p:txBody>
                <a:bodyPr rtlCol="0" anchor="ctr"/>
                <a:lstStyle/>
                <a:p>
                  <a:endParaRPr lang="en-US"/>
                </a:p>
              </p:txBody>
            </p:sp>
          </p:grpSp>
        </p:grpSp>
        <p:grpSp>
          <p:nvGrpSpPr>
            <p:cNvPr id="844" name="Group 843">
              <a:extLst>
                <a:ext uri="{FF2B5EF4-FFF2-40B4-BE49-F238E27FC236}">
                  <a16:creationId xmlns:a16="http://schemas.microsoft.com/office/drawing/2014/main" id="{1AFF02D2-7BD6-4407-B6E8-66F0BA23A729}"/>
                </a:ext>
              </a:extLst>
            </p:cNvPr>
            <p:cNvGrpSpPr/>
            <p:nvPr/>
          </p:nvGrpSpPr>
          <p:grpSpPr>
            <a:xfrm>
              <a:off x="381074" y="3681042"/>
              <a:ext cx="5650780" cy="2818837"/>
              <a:chOff x="381074" y="3681042"/>
              <a:chExt cx="5650780" cy="2818837"/>
            </a:xfrm>
          </p:grpSpPr>
          <p:grpSp>
            <p:nvGrpSpPr>
              <p:cNvPr id="203" name="Group 202">
                <a:extLst>
                  <a:ext uri="{FF2B5EF4-FFF2-40B4-BE49-F238E27FC236}">
                    <a16:creationId xmlns:a16="http://schemas.microsoft.com/office/drawing/2014/main" id="{211A9D88-7A8B-4DCF-BAA3-EFA88A876188}"/>
                  </a:ext>
                </a:extLst>
              </p:cNvPr>
              <p:cNvGrpSpPr/>
              <p:nvPr/>
            </p:nvGrpSpPr>
            <p:grpSpPr>
              <a:xfrm>
                <a:off x="381074" y="3906558"/>
                <a:ext cx="5650780" cy="2593321"/>
                <a:chOff x="11795978" y="2967506"/>
                <a:chExt cx="5751070" cy="2639347"/>
              </a:xfrm>
            </p:grpSpPr>
            <p:sp>
              <p:nvSpPr>
                <p:cNvPr id="204" name="Freeform: Shape 203">
                  <a:extLst>
                    <a:ext uri="{FF2B5EF4-FFF2-40B4-BE49-F238E27FC236}">
                      <a16:creationId xmlns:a16="http://schemas.microsoft.com/office/drawing/2014/main" id="{74E3A873-2ACB-4FB3-91E9-3888AE5C3DE0}"/>
                    </a:ext>
                  </a:extLst>
                </p:cNvPr>
                <p:cNvSpPr/>
                <p:nvPr/>
              </p:nvSpPr>
              <p:spPr>
                <a:xfrm>
                  <a:off x="11800039" y="5449846"/>
                  <a:ext cx="5747009" cy="157007"/>
                </a:xfrm>
                <a:custGeom>
                  <a:avLst/>
                  <a:gdLst>
                    <a:gd name="connsiteX0" fmla="*/ 5747010 w 5747009"/>
                    <a:gd name="connsiteY0" fmla="*/ 78504 h 157007"/>
                    <a:gd name="connsiteX1" fmla="*/ 2873505 w 5747009"/>
                    <a:gd name="connsiteY1" fmla="*/ 157007 h 157007"/>
                    <a:gd name="connsiteX2" fmla="*/ 0 w 5747009"/>
                    <a:gd name="connsiteY2" fmla="*/ 78504 h 157007"/>
                    <a:gd name="connsiteX3" fmla="*/ 2873505 w 5747009"/>
                    <a:gd name="connsiteY3" fmla="*/ 0 h 157007"/>
                    <a:gd name="connsiteX4" fmla="*/ 5747010 w 5747009"/>
                    <a:gd name="connsiteY4" fmla="*/ 78504 h 157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47009" h="157007">
                      <a:moveTo>
                        <a:pt x="5747010" y="78504"/>
                      </a:moveTo>
                      <a:cubicBezTo>
                        <a:pt x="5747010" y="121860"/>
                        <a:pt x="4460498" y="157007"/>
                        <a:pt x="2873505" y="157007"/>
                      </a:cubicBezTo>
                      <a:cubicBezTo>
                        <a:pt x="1286512" y="157007"/>
                        <a:pt x="0" y="121860"/>
                        <a:pt x="0" y="78504"/>
                      </a:cubicBezTo>
                      <a:cubicBezTo>
                        <a:pt x="0" y="35147"/>
                        <a:pt x="1286512" y="0"/>
                        <a:pt x="2873505" y="0"/>
                      </a:cubicBezTo>
                      <a:cubicBezTo>
                        <a:pt x="4460498" y="0"/>
                        <a:pt x="5747010" y="35147"/>
                        <a:pt x="5747010" y="78504"/>
                      </a:cubicBezTo>
                      <a:close/>
                    </a:path>
                  </a:pathLst>
                </a:custGeom>
                <a:solidFill>
                  <a:schemeClr val="accent1">
                    <a:lumMod val="40000"/>
                    <a:lumOff val="60000"/>
                  </a:schemeClr>
                </a:solidFill>
                <a:ln w="13514" cap="flat">
                  <a:noFill/>
                  <a:prstDash val="solid"/>
                  <a:miter/>
                </a:ln>
              </p:spPr>
              <p:txBody>
                <a:bodyPr rtlCol="0" anchor="ctr"/>
                <a:lstStyle/>
                <a:p>
                  <a:endParaRPr lang="en-US"/>
                </a:p>
              </p:txBody>
            </p:sp>
            <p:grpSp>
              <p:nvGrpSpPr>
                <p:cNvPr id="205" name="Graphic 5">
                  <a:extLst>
                    <a:ext uri="{FF2B5EF4-FFF2-40B4-BE49-F238E27FC236}">
                      <a16:creationId xmlns:a16="http://schemas.microsoft.com/office/drawing/2014/main" id="{BE856896-E8A9-4EA4-93AA-6CC97EF0B34A}"/>
                    </a:ext>
                  </a:extLst>
                </p:cNvPr>
                <p:cNvGrpSpPr/>
                <p:nvPr/>
              </p:nvGrpSpPr>
              <p:grpSpPr>
                <a:xfrm>
                  <a:off x="11795978" y="3510264"/>
                  <a:ext cx="1670374" cy="1901853"/>
                  <a:chOff x="5999341" y="3539907"/>
                  <a:chExt cx="1670374" cy="1901853"/>
                </a:xfrm>
                <a:solidFill>
                  <a:srgbClr val="CFE6FF"/>
                </a:solidFill>
              </p:grpSpPr>
              <p:sp>
                <p:nvSpPr>
                  <p:cNvPr id="215" name="Freeform: Shape 214">
                    <a:extLst>
                      <a:ext uri="{FF2B5EF4-FFF2-40B4-BE49-F238E27FC236}">
                        <a16:creationId xmlns:a16="http://schemas.microsoft.com/office/drawing/2014/main" id="{FEA67947-FAFE-42A4-9D38-DCD2EF4B3A46}"/>
                      </a:ext>
                    </a:extLst>
                  </p:cNvPr>
                  <p:cNvSpPr/>
                  <p:nvPr/>
                </p:nvSpPr>
                <p:spPr>
                  <a:xfrm>
                    <a:off x="6077845" y="4469203"/>
                    <a:ext cx="286944" cy="135841"/>
                  </a:xfrm>
                  <a:custGeom>
                    <a:avLst/>
                    <a:gdLst>
                      <a:gd name="connsiteX0" fmla="*/ 286944 w 286944"/>
                      <a:gd name="connsiteY0" fmla="*/ 73656 h 135841"/>
                      <a:gd name="connsiteX1" fmla="*/ 16242 w 286944"/>
                      <a:gd name="connsiteY1" fmla="*/ 57414 h 135841"/>
                      <a:gd name="connsiteX2" fmla="*/ 16242 w 286944"/>
                      <a:gd name="connsiteY2" fmla="*/ 57414 h 135841"/>
                      <a:gd name="connsiteX3" fmla="*/ 14889 w 286944"/>
                      <a:gd name="connsiteY3" fmla="*/ 58767 h 135841"/>
                      <a:gd name="connsiteX4" fmla="*/ 0 w 286944"/>
                      <a:gd name="connsiteY4" fmla="*/ 76363 h 135841"/>
                      <a:gd name="connsiteX5" fmla="*/ 9475 w 286944"/>
                      <a:gd name="connsiteY5" fmla="*/ 84484 h 135841"/>
                      <a:gd name="connsiteX6" fmla="*/ 10828 w 286944"/>
                      <a:gd name="connsiteY6" fmla="*/ 85838 h 135841"/>
                      <a:gd name="connsiteX7" fmla="*/ 10828 w 286944"/>
                      <a:gd name="connsiteY7" fmla="*/ 85838 h 135841"/>
                      <a:gd name="connsiteX8" fmla="*/ 286944 w 286944"/>
                      <a:gd name="connsiteY8" fmla="*/ 73656 h 135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6944" h="135841">
                        <a:moveTo>
                          <a:pt x="286944" y="73656"/>
                        </a:moveTo>
                        <a:cubicBezTo>
                          <a:pt x="286944" y="73656"/>
                          <a:pt x="147533" y="-80644"/>
                          <a:pt x="16242" y="57414"/>
                        </a:cubicBezTo>
                        <a:lnTo>
                          <a:pt x="16242" y="57414"/>
                        </a:lnTo>
                        <a:lnTo>
                          <a:pt x="14889" y="58767"/>
                        </a:lnTo>
                        <a:cubicBezTo>
                          <a:pt x="9475" y="64181"/>
                          <a:pt x="4061" y="69596"/>
                          <a:pt x="0" y="76363"/>
                        </a:cubicBezTo>
                        <a:cubicBezTo>
                          <a:pt x="0" y="76363"/>
                          <a:pt x="2707" y="79070"/>
                          <a:pt x="9475" y="84484"/>
                        </a:cubicBezTo>
                        <a:lnTo>
                          <a:pt x="10828" y="85838"/>
                        </a:lnTo>
                        <a:lnTo>
                          <a:pt x="10828" y="85838"/>
                        </a:lnTo>
                        <a:cubicBezTo>
                          <a:pt x="44666" y="114262"/>
                          <a:pt x="158361" y="188705"/>
                          <a:pt x="286944" y="73656"/>
                        </a:cubicBezTo>
                        <a:close/>
                      </a:path>
                    </a:pathLst>
                  </a:custGeom>
                  <a:solidFill>
                    <a:schemeClr val="accent1"/>
                  </a:solidFill>
                  <a:ln w="13514"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42A9EB3C-E6AE-4BD8-B1F7-69596E721F2F}"/>
                      </a:ext>
                    </a:extLst>
                  </p:cNvPr>
                  <p:cNvSpPr/>
                  <p:nvPr/>
                </p:nvSpPr>
                <p:spPr>
                  <a:xfrm>
                    <a:off x="5999341" y="3539907"/>
                    <a:ext cx="1670374" cy="1901853"/>
                  </a:xfrm>
                  <a:custGeom>
                    <a:avLst/>
                    <a:gdLst>
                      <a:gd name="connsiteX0" fmla="*/ 1630981 w 1670374"/>
                      <a:gd name="connsiteY0" fmla="*/ 1536236 h 1901853"/>
                      <a:gd name="connsiteX1" fmla="*/ 1628274 w 1670374"/>
                      <a:gd name="connsiteY1" fmla="*/ 1537589 h 1901853"/>
                      <a:gd name="connsiteX2" fmla="*/ 1628274 w 1670374"/>
                      <a:gd name="connsiteY2" fmla="*/ 1537589 h 1901853"/>
                      <a:gd name="connsiteX3" fmla="*/ 1473974 w 1670374"/>
                      <a:gd name="connsiteY3" fmla="*/ 1773100 h 1901853"/>
                      <a:gd name="connsiteX4" fmla="*/ 1361633 w 1670374"/>
                      <a:gd name="connsiteY4" fmla="*/ 1622861 h 1901853"/>
                      <a:gd name="connsiteX5" fmla="*/ 1325088 w 1670374"/>
                      <a:gd name="connsiteY5" fmla="*/ 1591730 h 1901853"/>
                      <a:gd name="connsiteX6" fmla="*/ 1402238 w 1670374"/>
                      <a:gd name="connsiteY6" fmla="*/ 1275008 h 1901853"/>
                      <a:gd name="connsiteX7" fmla="*/ 1376521 w 1670374"/>
                      <a:gd name="connsiteY7" fmla="*/ 1285836 h 1901853"/>
                      <a:gd name="connsiteX8" fmla="*/ 1373814 w 1670374"/>
                      <a:gd name="connsiteY8" fmla="*/ 1287190 h 1901853"/>
                      <a:gd name="connsiteX9" fmla="*/ 1373814 w 1670374"/>
                      <a:gd name="connsiteY9" fmla="*/ 1287190 h 1901853"/>
                      <a:gd name="connsiteX10" fmla="*/ 1270947 w 1670374"/>
                      <a:gd name="connsiteY10" fmla="*/ 1551125 h 1901853"/>
                      <a:gd name="connsiteX11" fmla="*/ 874369 w 1670374"/>
                      <a:gd name="connsiteY11" fmla="*/ 1380582 h 1901853"/>
                      <a:gd name="connsiteX12" fmla="*/ 841884 w 1670374"/>
                      <a:gd name="connsiteY12" fmla="*/ 1122061 h 1901853"/>
                      <a:gd name="connsiteX13" fmla="*/ 824289 w 1670374"/>
                      <a:gd name="connsiteY13" fmla="*/ 1138303 h 1901853"/>
                      <a:gd name="connsiteX14" fmla="*/ 822935 w 1670374"/>
                      <a:gd name="connsiteY14" fmla="*/ 1139657 h 1901853"/>
                      <a:gd name="connsiteX15" fmla="*/ 822935 w 1670374"/>
                      <a:gd name="connsiteY15" fmla="*/ 1139657 h 1901853"/>
                      <a:gd name="connsiteX16" fmla="*/ 806693 w 1670374"/>
                      <a:gd name="connsiteY16" fmla="*/ 1354865 h 1901853"/>
                      <a:gd name="connsiteX17" fmla="*/ 806693 w 1670374"/>
                      <a:gd name="connsiteY17" fmla="*/ 1354865 h 1901853"/>
                      <a:gd name="connsiteX18" fmla="*/ 590131 w 1670374"/>
                      <a:gd name="connsiteY18" fmla="*/ 1233049 h 1901853"/>
                      <a:gd name="connsiteX19" fmla="*/ 628029 w 1670374"/>
                      <a:gd name="connsiteY19" fmla="*/ 974528 h 1901853"/>
                      <a:gd name="connsiteX20" fmla="*/ 628029 w 1670374"/>
                      <a:gd name="connsiteY20" fmla="*/ 974528 h 1901853"/>
                      <a:gd name="connsiteX21" fmla="*/ 626676 w 1670374"/>
                      <a:gd name="connsiteY21" fmla="*/ 973175 h 1901853"/>
                      <a:gd name="connsiteX22" fmla="*/ 619908 w 1670374"/>
                      <a:gd name="connsiteY22" fmla="*/ 963700 h 1901853"/>
                      <a:gd name="connsiteX23" fmla="*/ 599606 w 1670374"/>
                      <a:gd name="connsiteY23" fmla="*/ 975882 h 1901853"/>
                      <a:gd name="connsiteX24" fmla="*/ 598252 w 1670374"/>
                      <a:gd name="connsiteY24" fmla="*/ 977235 h 1901853"/>
                      <a:gd name="connsiteX25" fmla="*/ 598252 w 1670374"/>
                      <a:gd name="connsiteY25" fmla="*/ 977235 h 1901853"/>
                      <a:gd name="connsiteX26" fmla="*/ 540051 w 1670374"/>
                      <a:gd name="connsiteY26" fmla="*/ 1191090 h 1901853"/>
                      <a:gd name="connsiteX27" fmla="*/ 384397 w 1670374"/>
                      <a:gd name="connsiteY27" fmla="*/ 981296 h 1901853"/>
                      <a:gd name="connsiteX28" fmla="*/ 537344 w 1670374"/>
                      <a:gd name="connsiteY28" fmla="*/ 764734 h 1901853"/>
                      <a:gd name="connsiteX29" fmla="*/ 511627 w 1670374"/>
                      <a:gd name="connsiteY29" fmla="*/ 766088 h 1901853"/>
                      <a:gd name="connsiteX30" fmla="*/ 511627 w 1670374"/>
                      <a:gd name="connsiteY30" fmla="*/ 766088 h 1901853"/>
                      <a:gd name="connsiteX31" fmla="*/ 511627 w 1670374"/>
                      <a:gd name="connsiteY31" fmla="*/ 766088 h 1901853"/>
                      <a:gd name="connsiteX32" fmla="*/ 355974 w 1670374"/>
                      <a:gd name="connsiteY32" fmla="*/ 914974 h 1901853"/>
                      <a:gd name="connsiteX33" fmla="*/ 349206 w 1670374"/>
                      <a:gd name="connsiteY33" fmla="*/ 897378 h 1901853"/>
                      <a:gd name="connsiteX34" fmla="*/ 304540 w 1670374"/>
                      <a:gd name="connsiteY34" fmla="*/ 706533 h 1901853"/>
                      <a:gd name="connsiteX35" fmla="*/ 407407 w 1670374"/>
                      <a:gd name="connsiteY35" fmla="*/ 483204 h 1901853"/>
                      <a:gd name="connsiteX36" fmla="*/ 407407 w 1670374"/>
                      <a:gd name="connsiteY36" fmla="*/ 483204 h 1901853"/>
                      <a:gd name="connsiteX37" fmla="*/ 407407 w 1670374"/>
                      <a:gd name="connsiteY37" fmla="*/ 481850 h 1901853"/>
                      <a:gd name="connsiteX38" fmla="*/ 403346 w 1670374"/>
                      <a:gd name="connsiteY38" fmla="*/ 471022 h 1901853"/>
                      <a:gd name="connsiteX39" fmla="*/ 383044 w 1670374"/>
                      <a:gd name="connsiteY39" fmla="*/ 476436 h 1901853"/>
                      <a:gd name="connsiteX40" fmla="*/ 380337 w 1670374"/>
                      <a:gd name="connsiteY40" fmla="*/ 477790 h 1901853"/>
                      <a:gd name="connsiteX41" fmla="*/ 380337 w 1670374"/>
                      <a:gd name="connsiteY41" fmla="*/ 477790 h 1901853"/>
                      <a:gd name="connsiteX42" fmla="*/ 288298 w 1670374"/>
                      <a:gd name="connsiteY42" fmla="*/ 550879 h 1901853"/>
                      <a:gd name="connsiteX43" fmla="*/ 285591 w 1670374"/>
                      <a:gd name="connsiteY43" fmla="*/ 406054 h 1901853"/>
                      <a:gd name="connsiteX44" fmla="*/ 476436 w 1670374"/>
                      <a:gd name="connsiteY44" fmla="*/ 255814 h 1901853"/>
                      <a:gd name="connsiteX45" fmla="*/ 476436 w 1670374"/>
                      <a:gd name="connsiteY45" fmla="*/ 255814 h 1901853"/>
                      <a:gd name="connsiteX46" fmla="*/ 476436 w 1670374"/>
                      <a:gd name="connsiteY46" fmla="*/ 254460 h 1901853"/>
                      <a:gd name="connsiteX47" fmla="*/ 479143 w 1670374"/>
                      <a:gd name="connsiteY47" fmla="*/ 243632 h 1901853"/>
                      <a:gd name="connsiteX48" fmla="*/ 457487 w 1670374"/>
                      <a:gd name="connsiteY48" fmla="*/ 239572 h 1901853"/>
                      <a:gd name="connsiteX49" fmla="*/ 454780 w 1670374"/>
                      <a:gd name="connsiteY49" fmla="*/ 239572 h 1901853"/>
                      <a:gd name="connsiteX50" fmla="*/ 454780 w 1670374"/>
                      <a:gd name="connsiteY50" fmla="*/ 239572 h 1901853"/>
                      <a:gd name="connsiteX51" fmla="*/ 285591 w 1670374"/>
                      <a:gd name="connsiteY51" fmla="*/ 330257 h 1901853"/>
                      <a:gd name="connsiteX52" fmla="*/ 286944 w 1670374"/>
                      <a:gd name="connsiteY52" fmla="*/ 249046 h 1901853"/>
                      <a:gd name="connsiteX53" fmla="*/ 280177 w 1670374"/>
                      <a:gd name="connsiteY53" fmla="*/ 235511 h 1901853"/>
                      <a:gd name="connsiteX54" fmla="*/ 383044 w 1670374"/>
                      <a:gd name="connsiteY54" fmla="*/ 12182 h 1901853"/>
                      <a:gd name="connsiteX55" fmla="*/ 383044 w 1670374"/>
                      <a:gd name="connsiteY55" fmla="*/ 12182 h 1901853"/>
                      <a:gd name="connsiteX56" fmla="*/ 383044 w 1670374"/>
                      <a:gd name="connsiteY56" fmla="*/ 10828 h 1901853"/>
                      <a:gd name="connsiteX57" fmla="*/ 378983 w 1670374"/>
                      <a:gd name="connsiteY57" fmla="*/ 0 h 1901853"/>
                      <a:gd name="connsiteX58" fmla="*/ 358681 w 1670374"/>
                      <a:gd name="connsiteY58" fmla="*/ 5414 h 1901853"/>
                      <a:gd name="connsiteX59" fmla="*/ 355974 w 1670374"/>
                      <a:gd name="connsiteY59" fmla="*/ 6768 h 1901853"/>
                      <a:gd name="connsiteX60" fmla="*/ 355974 w 1670374"/>
                      <a:gd name="connsiteY60" fmla="*/ 6768 h 1901853"/>
                      <a:gd name="connsiteX61" fmla="*/ 262581 w 1670374"/>
                      <a:gd name="connsiteY61" fmla="*/ 235511 h 1901853"/>
                      <a:gd name="connsiteX62" fmla="*/ 258521 w 1670374"/>
                      <a:gd name="connsiteY62" fmla="*/ 243632 h 1901853"/>
                      <a:gd name="connsiteX63" fmla="*/ 255814 w 1670374"/>
                      <a:gd name="connsiteY63" fmla="*/ 397932 h 1901853"/>
                      <a:gd name="connsiteX64" fmla="*/ 18949 w 1670374"/>
                      <a:gd name="connsiteY64" fmla="*/ 335671 h 1901853"/>
                      <a:gd name="connsiteX65" fmla="*/ 18949 w 1670374"/>
                      <a:gd name="connsiteY65" fmla="*/ 335671 h 1901853"/>
                      <a:gd name="connsiteX66" fmla="*/ 17596 w 1670374"/>
                      <a:gd name="connsiteY66" fmla="*/ 337024 h 1901853"/>
                      <a:gd name="connsiteX67" fmla="*/ 0 w 1670374"/>
                      <a:gd name="connsiteY67" fmla="*/ 349206 h 1901853"/>
                      <a:gd name="connsiteX68" fmla="*/ 255814 w 1670374"/>
                      <a:gd name="connsiteY68" fmla="*/ 408761 h 1901853"/>
                      <a:gd name="connsiteX69" fmla="*/ 270702 w 1670374"/>
                      <a:gd name="connsiteY69" fmla="*/ 680816 h 1901853"/>
                      <a:gd name="connsiteX70" fmla="*/ 39252 w 1670374"/>
                      <a:gd name="connsiteY70" fmla="*/ 625322 h 1901853"/>
                      <a:gd name="connsiteX71" fmla="*/ 39252 w 1670374"/>
                      <a:gd name="connsiteY71" fmla="*/ 625322 h 1901853"/>
                      <a:gd name="connsiteX72" fmla="*/ 37898 w 1670374"/>
                      <a:gd name="connsiteY72" fmla="*/ 626676 h 1901853"/>
                      <a:gd name="connsiteX73" fmla="*/ 20303 w 1670374"/>
                      <a:gd name="connsiteY73" fmla="*/ 638858 h 1901853"/>
                      <a:gd name="connsiteX74" fmla="*/ 274763 w 1670374"/>
                      <a:gd name="connsiteY74" fmla="*/ 699766 h 1901853"/>
                      <a:gd name="connsiteX75" fmla="*/ 301833 w 1670374"/>
                      <a:gd name="connsiteY75" fmla="*/ 833763 h 1901853"/>
                      <a:gd name="connsiteX76" fmla="*/ 355974 w 1670374"/>
                      <a:gd name="connsiteY76" fmla="*/ 984003 h 1901853"/>
                      <a:gd name="connsiteX77" fmla="*/ 355974 w 1670374"/>
                      <a:gd name="connsiteY77" fmla="*/ 988064 h 1901853"/>
                      <a:gd name="connsiteX78" fmla="*/ 357327 w 1670374"/>
                      <a:gd name="connsiteY78" fmla="*/ 988064 h 1901853"/>
                      <a:gd name="connsiteX79" fmla="*/ 512981 w 1670374"/>
                      <a:gd name="connsiteY79" fmla="*/ 1205979 h 1901853"/>
                      <a:gd name="connsiteX80" fmla="*/ 320782 w 1670374"/>
                      <a:gd name="connsiteY80" fmla="*/ 1291250 h 1901853"/>
                      <a:gd name="connsiteX81" fmla="*/ 320782 w 1670374"/>
                      <a:gd name="connsiteY81" fmla="*/ 1291250 h 1901853"/>
                      <a:gd name="connsiteX82" fmla="*/ 319429 w 1670374"/>
                      <a:gd name="connsiteY82" fmla="*/ 1292604 h 1901853"/>
                      <a:gd name="connsiteX83" fmla="*/ 308601 w 1670374"/>
                      <a:gd name="connsiteY83" fmla="*/ 1314260 h 1901853"/>
                      <a:gd name="connsiteX84" fmla="*/ 320782 w 1670374"/>
                      <a:gd name="connsiteY84" fmla="*/ 1319674 h 1901853"/>
                      <a:gd name="connsiteX85" fmla="*/ 320782 w 1670374"/>
                      <a:gd name="connsiteY85" fmla="*/ 1319674 h 1901853"/>
                      <a:gd name="connsiteX86" fmla="*/ 320782 w 1670374"/>
                      <a:gd name="connsiteY86" fmla="*/ 1319674 h 1901853"/>
                      <a:gd name="connsiteX87" fmla="*/ 571182 w 1670374"/>
                      <a:gd name="connsiteY87" fmla="*/ 1257412 h 1901853"/>
                      <a:gd name="connsiteX88" fmla="*/ 651039 w 1670374"/>
                      <a:gd name="connsiteY88" fmla="*/ 1312906 h 1901853"/>
                      <a:gd name="connsiteX89" fmla="*/ 749845 w 1670374"/>
                      <a:gd name="connsiteY89" fmla="*/ 1364340 h 1901853"/>
                      <a:gd name="connsiteX90" fmla="*/ 571182 w 1670374"/>
                      <a:gd name="connsiteY90" fmla="*/ 1452318 h 1901853"/>
                      <a:gd name="connsiteX91" fmla="*/ 571182 w 1670374"/>
                      <a:gd name="connsiteY91" fmla="*/ 1452318 h 1901853"/>
                      <a:gd name="connsiteX92" fmla="*/ 569828 w 1670374"/>
                      <a:gd name="connsiteY92" fmla="*/ 1453672 h 1901853"/>
                      <a:gd name="connsiteX93" fmla="*/ 559000 w 1670374"/>
                      <a:gd name="connsiteY93" fmla="*/ 1475328 h 1901853"/>
                      <a:gd name="connsiteX94" fmla="*/ 571182 w 1670374"/>
                      <a:gd name="connsiteY94" fmla="*/ 1480742 h 1901853"/>
                      <a:gd name="connsiteX95" fmla="*/ 571182 w 1670374"/>
                      <a:gd name="connsiteY95" fmla="*/ 1480742 h 1901853"/>
                      <a:gd name="connsiteX96" fmla="*/ 571182 w 1670374"/>
                      <a:gd name="connsiteY96" fmla="*/ 1480742 h 1901853"/>
                      <a:gd name="connsiteX97" fmla="*/ 835117 w 1670374"/>
                      <a:gd name="connsiteY97" fmla="*/ 1399531 h 1901853"/>
                      <a:gd name="connsiteX98" fmla="*/ 844591 w 1670374"/>
                      <a:gd name="connsiteY98" fmla="*/ 1402238 h 1901853"/>
                      <a:gd name="connsiteX99" fmla="*/ 852712 w 1670374"/>
                      <a:gd name="connsiteY99" fmla="*/ 1409006 h 1901853"/>
                      <a:gd name="connsiteX100" fmla="*/ 855419 w 1670374"/>
                      <a:gd name="connsiteY100" fmla="*/ 1406299 h 1901853"/>
                      <a:gd name="connsiteX101" fmla="*/ 1076042 w 1670374"/>
                      <a:gd name="connsiteY101" fmla="*/ 1484802 h 1901853"/>
                      <a:gd name="connsiteX102" fmla="*/ 952872 w 1670374"/>
                      <a:gd name="connsiteY102" fmla="*/ 1543003 h 1901853"/>
                      <a:gd name="connsiteX103" fmla="*/ 952872 w 1670374"/>
                      <a:gd name="connsiteY103" fmla="*/ 1543003 h 1901853"/>
                      <a:gd name="connsiteX104" fmla="*/ 951519 w 1670374"/>
                      <a:gd name="connsiteY104" fmla="*/ 1544357 h 1901853"/>
                      <a:gd name="connsiteX105" fmla="*/ 931216 w 1670374"/>
                      <a:gd name="connsiteY105" fmla="*/ 1564660 h 1901853"/>
                      <a:gd name="connsiteX106" fmla="*/ 1279068 w 1670374"/>
                      <a:gd name="connsiteY106" fmla="*/ 1593083 h 1901853"/>
                      <a:gd name="connsiteX107" fmla="*/ 1289897 w 1670374"/>
                      <a:gd name="connsiteY107" fmla="*/ 1601204 h 1901853"/>
                      <a:gd name="connsiteX108" fmla="*/ 1295311 w 1670374"/>
                      <a:gd name="connsiteY108" fmla="*/ 1612033 h 1901853"/>
                      <a:gd name="connsiteX109" fmla="*/ 1299371 w 1670374"/>
                      <a:gd name="connsiteY109" fmla="*/ 1609325 h 1901853"/>
                      <a:gd name="connsiteX110" fmla="*/ 1446904 w 1670374"/>
                      <a:gd name="connsiteY110" fmla="*/ 1793403 h 1901853"/>
                      <a:gd name="connsiteX111" fmla="*/ 1162666 w 1670374"/>
                      <a:gd name="connsiteY111" fmla="*/ 1758212 h 1901853"/>
                      <a:gd name="connsiteX112" fmla="*/ 1162666 w 1670374"/>
                      <a:gd name="connsiteY112" fmla="*/ 1758212 h 1901853"/>
                      <a:gd name="connsiteX113" fmla="*/ 1159959 w 1670374"/>
                      <a:gd name="connsiteY113" fmla="*/ 1759565 h 1901853"/>
                      <a:gd name="connsiteX114" fmla="*/ 1135596 w 1670374"/>
                      <a:gd name="connsiteY114" fmla="*/ 1777161 h 1901853"/>
                      <a:gd name="connsiteX115" fmla="*/ 1145071 w 1670374"/>
                      <a:gd name="connsiteY115" fmla="*/ 1790696 h 1901853"/>
                      <a:gd name="connsiteX116" fmla="*/ 1145071 w 1670374"/>
                      <a:gd name="connsiteY116" fmla="*/ 1790696 h 1901853"/>
                      <a:gd name="connsiteX117" fmla="*/ 1145071 w 1670374"/>
                      <a:gd name="connsiteY117" fmla="*/ 1790696 h 1901853"/>
                      <a:gd name="connsiteX118" fmla="*/ 1480742 w 1670374"/>
                      <a:gd name="connsiteY118" fmla="*/ 1870553 h 1901853"/>
                      <a:gd name="connsiteX119" fmla="*/ 1513226 w 1670374"/>
                      <a:gd name="connsiteY119" fmla="*/ 1855665 h 1901853"/>
                      <a:gd name="connsiteX120" fmla="*/ 1662112 w 1670374"/>
                      <a:gd name="connsiteY120" fmla="*/ 1545710 h 1901853"/>
                      <a:gd name="connsiteX121" fmla="*/ 1662112 w 1670374"/>
                      <a:gd name="connsiteY121" fmla="*/ 1545710 h 1901853"/>
                      <a:gd name="connsiteX122" fmla="*/ 1656698 w 1670374"/>
                      <a:gd name="connsiteY122" fmla="*/ 1529468 h 1901853"/>
                      <a:gd name="connsiteX123" fmla="*/ 1630981 w 1670374"/>
                      <a:gd name="connsiteY123" fmla="*/ 1536236 h 1901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670374" h="1901853">
                        <a:moveTo>
                          <a:pt x="1630981" y="1536236"/>
                        </a:moveTo>
                        <a:lnTo>
                          <a:pt x="1628274" y="1537589"/>
                        </a:lnTo>
                        <a:lnTo>
                          <a:pt x="1628274" y="1537589"/>
                        </a:lnTo>
                        <a:cubicBezTo>
                          <a:pt x="1486156" y="1583609"/>
                          <a:pt x="1467207" y="1693243"/>
                          <a:pt x="1473974" y="1773100"/>
                        </a:cubicBezTo>
                        <a:cubicBezTo>
                          <a:pt x="1444197" y="1717606"/>
                          <a:pt x="1407652" y="1667526"/>
                          <a:pt x="1361633" y="1622861"/>
                        </a:cubicBezTo>
                        <a:cubicBezTo>
                          <a:pt x="1349451" y="1612033"/>
                          <a:pt x="1338623" y="1601204"/>
                          <a:pt x="1325088" y="1591730"/>
                        </a:cubicBezTo>
                        <a:cubicBezTo>
                          <a:pt x="1502398" y="1460439"/>
                          <a:pt x="1402238" y="1275008"/>
                          <a:pt x="1402238" y="1275008"/>
                        </a:cubicBezTo>
                        <a:cubicBezTo>
                          <a:pt x="1392763" y="1279069"/>
                          <a:pt x="1384642" y="1283129"/>
                          <a:pt x="1376521" y="1285836"/>
                        </a:cubicBezTo>
                        <a:lnTo>
                          <a:pt x="1373814" y="1287190"/>
                        </a:lnTo>
                        <a:lnTo>
                          <a:pt x="1373814" y="1287190"/>
                        </a:lnTo>
                        <a:cubicBezTo>
                          <a:pt x="1233049" y="1357572"/>
                          <a:pt x="1246584" y="1479388"/>
                          <a:pt x="1270947" y="1551125"/>
                        </a:cubicBezTo>
                        <a:cubicBezTo>
                          <a:pt x="1150485" y="1471267"/>
                          <a:pt x="1011073" y="1429308"/>
                          <a:pt x="874369" y="1380582"/>
                        </a:cubicBezTo>
                        <a:cubicBezTo>
                          <a:pt x="966407" y="1233049"/>
                          <a:pt x="841884" y="1122061"/>
                          <a:pt x="841884" y="1122061"/>
                        </a:cubicBezTo>
                        <a:cubicBezTo>
                          <a:pt x="835117" y="1127475"/>
                          <a:pt x="829703" y="1132889"/>
                          <a:pt x="824289" y="1138303"/>
                        </a:cubicBezTo>
                        <a:lnTo>
                          <a:pt x="822935" y="1139657"/>
                        </a:lnTo>
                        <a:lnTo>
                          <a:pt x="822935" y="1139657"/>
                        </a:lnTo>
                        <a:cubicBezTo>
                          <a:pt x="743078" y="1223575"/>
                          <a:pt x="771502" y="1304785"/>
                          <a:pt x="806693" y="1354865"/>
                        </a:cubicBezTo>
                        <a:cubicBezTo>
                          <a:pt x="806693" y="1354865"/>
                          <a:pt x="806693" y="1354865"/>
                          <a:pt x="806693" y="1354865"/>
                        </a:cubicBezTo>
                        <a:cubicBezTo>
                          <a:pt x="726836" y="1323735"/>
                          <a:pt x="653746" y="1283129"/>
                          <a:pt x="590131" y="1233049"/>
                        </a:cubicBezTo>
                        <a:cubicBezTo>
                          <a:pt x="702472" y="1126122"/>
                          <a:pt x="648332" y="1011073"/>
                          <a:pt x="628029" y="974528"/>
                        </a:cubicBezTo>
                        <a:lnTo>
                          <a:pt x="628029" y="974528"/>
                        </a:lnTo>
                        <a:lnTo>
                          <a:pt x="626676" y="973175"/>
                        </a:lnTo>
                        <a:cubicBezTo>
                          <a:pt x="622615" y="967761"/>
                          <a:pt x="619908" y="963700"/>
                          <a:pt x="619908" y="963700"/>
                        </a:cubicBezTo>
                        <a:cubicBezTo>
                          <a:pt x="613141" y="967761"/>
                          <a:pt x="606373" y="971821"/>
                          <a:pt x="599606" y="975882"/>
                        </a:cubicBezTo>
                        <a:lnTo>
                          <a:pt x="598252" y="977235"/>
                        </a:lnTo>
                        <a:lnTo>
                          <a:pt x="598252" y="977235"/>
                        </a:lnTo>
                        <a:cubicBezTo>
                          <a:pt x="499446" y="1046265"/>
                          <a:pt x="515688" y="1134243"/>
                          <a:pt x="540051" y="1191090"/>
                        </a:cubicBezTo>
                        <a:cubicBezTo>
                          <a:pt x="476436" y="1131536"/>
                          <a:pt x="423649" y="1062507"/>
                          <a:pt x="384397" y="981296"/>
                        </a:cubicBezTo>
                        <a:cubicBezTo>
                          <a:pt x="557647" y="935277"/>
                          <a:pt x="537344" y="764734"/>
                          <a:pt x="537344" y="764734"/>
                        </a:cubicBezTo>
                        <a:cubicBezTo>
                          <a:pt x="527870" y="764734"/>
                          <a:pt x="519748" y="764734"/>
                          <a:pt x="511627" y="766088"/>
                        </a:cubicBezTo>
                        <a:lnTo>
                          <a:pt x="511627" y="766088"/>
                        </a:lnTo>
                        <a:lnTo>
                          <a:pt x="511627" y="766088"/>
                        </a:lnTo>
                        <a:cubicBezTo>
                          <a:pt x="396579" y="775562"/>
                          <a:pt x="364095" y="854066"/>
                          <a:pt x="355974" y="914974"/>
                        </a:cubicBezTo>
                        <a:cubicBezTo>
                          <a:pt x="353267" y="909560"/>
                          <a:pt x="351913" y="902792"/>
                          <a:pt x="349206" y="897378"/>
                        </a:cubicBezTo>
                        <a:cubicBezTo>
                          <a:pt x="327550" y="835117"/>
                          <a:pt x="314015" y="771502"/>
                          <a:pt x="304540" y="706533"/>
                        </a:cubicBezTo>
                        <a:cubicBezTo>
                          <a:pt x="437184" y="640211"/>
                          <a:pt x="418235" y="521102"/>
                          <a:pt x="407407" y="483204"/>
                        </a:cubicBezTo>
                        <a:lnTo>
                          <a:pt x="407407" y="483204"/>
                        </a:lnTo>
                        <a:lnTo>
                          <a:pt x="407407" y="481850"/>
                        </a:lnTo>
                        <a:cubicBezTo>
                          <a:pt x="406053" y="475083"/>
                          <a:pt x="403346" y="471022"/>
                          <a:pt x="403346" y="471022"/>
                        </a:cubicBezTo>
                        <a:cubicBezTo>
                          <a:pt x="396579" y="472376"/>
                          <a:pt x="389811" y="475083"/>
                          <a:pt x="383044" y="476436"/>
                        </a:cubicBezTo>
                        <a:lnTo>
                          <a:pt x="380337" y="477790"/>
                        </a:lnTo>
                        <a:lnTo>
                          <a:pt x="380337" y="477790"/>
                        </a:lnTo>
                        <a:cubicBezTo>
                          <a:pt x="331610" y="494032"/>
                          <a:pt x="303187" y="521102"/>
                          <a:pt x="288298" y="550879"/>
                        </a:cubicBezTo>
                        <a:cubicBezTo>
                          <a:pt x="285591" y="502153"/>
                          <a:pt x="285591" y="454780"/>
                          <a:pt x="285591" y="406054"/>
                        </a:cubicBezTo>
                        <a:cubicBezTo>
                          <a:pt x="430417" y="406054"/>
                          <a:pt x="468315" y="293712"/>
                          <a:pt x="476436" y="255814"/>
                        </a:cubicBezTo>
                        <a:lnTo>
                          <a:pt x="476436" y="255814"/>
                        </a:lnTo>
                        <a:lnTo>
                          <a:pt x="476436" y="254460"/>
                        </a:lnTo>
                        <a:cubicBezTo>
                          <a:pt x="477790" y="247693"/>
                          <a:pt x="479143" y="243632"/>
                          <a:pt x="479143" y="243632"/>
                        </a:cubicBezTo>
                        <a:cubicBezTo>
                          <a:pt x="472376" y="242279"/>
                          <a:pt x="464254" y="240925"/>
                          <a:pt x="457487" y="239572"/>
                        </a:cubicBezTo>
                        <a:lnTo>
                          <a:pt x="454780" y="239572"/>
                        </a:lnTo>
                        <a:lnTo>
                          <a:pt x="454780" y="239572"/>
                        </a:lnTo>
                        <a:cubicBezTo>
                          <a:pt x="355974" y="224683"/>
                          <a:pt x="308601" y="278824"/>
                          <a:pt x="285591" y="330257"/>
                        </a:cubicBezTo>
                        <a:cubicBezTo>
                          <a:pt x="285591" y="303187"/>
                          <a:pt x="286944" y="276116"/>
                          <a:pt x="286944" y="249046"/>
                        </a:cubicBezTo>
                        <a:cubicBezTo>
                          <a:pt x="286944" y="243632"/>
                          <a:pt x="284237" y="238218"/>
                          <a:pt x="280177" y="235511"/>
                        </a:cubicBezTo>
                        <a:cubicBezTo>
                          <a:pt x="411468" y="169189"/>
                          <a:pt x="392518" y="50080"/>
                          <a:pt x="383044" y="12182"/>
                        </a:cubicBezTo>
                        <a:lnTo>
                          <a:pt x="383044" y="12182"/>
                        </a:lnTo>
                        <a:lnTo>
                          <a:pt x="383044" y="10828"/>
                        </a:lnTo>
                        <a:cubicBezTo>
                          <a:pt x="381690" y="4061"/>
                          <a:pt x="378983" y="0"/>
                          <a:pt x="378983" y="0"/>
                        </a:cubicBezTo>
                        <a:cubicBezTo>
                          <a:pt x="372216" y="1353"/>
                          <a:pt x="365448" y="4061"/>
                          <a:pt x="358681" y="5414"/>
                        </a:cubicBezTo>
                        <a:lnTo>
                          <a:pt x="355974" y="6768"/>
                        </a:lnTo>
                        <a:lnTo>
                          <a:pt x="355974" y="6768"/>
                        </a:lnTo>
                        <a:cubicBezTo>
                          <a:pt x="207087" y="58201"/>
                          <a:pt x="251753" y="204380"/>
                          <a:pt x="262581" y="235511"/>
                        </a:cubicBezTo>
                        <a:cubicBezTo>
                          <a:pt x="259874" y="236865"/>
                          <a:pt x="258521" y="240925"/>
                          <a:pt x="258521" y="243632"/>
                        </a:cubicBezTo>
                        <a:cubicBezTo>
                          <a:pt x="257167" y="295066"/>
                          <a:pt x="255814" y="346499"/>
                          <a:pt x="255814" y="397932"/>
                        </a:cubicBezTo>
                        <a:cubicBezTo>
                          <a:pt x="235511" y="365448"/>
                          <a:pt x="147533" y="249046"/>
                          <a:pt x="18949" y="335671"/>
                        </a:cubicBezTo>
                        <a:lnTo>
                          <a:pt x="18949" y="335671"/>
                        </a:lnTo>
                        <a:lnTo>
                          <a:pt x="17596" y="337024"/>
                        </a:lnTo>
                        <a:cubicBezTo>
                          <a:pt x="12182" y="341085"/>
                          <a:pt x="5414" y="345145"/>
                          <a:pt x="0" y="349206"/>
                        </a:cubicBezTo>
                        <a:cubicBezTo>
                          <a:pt x="0" y="349206"/>
                          <a:pt x="92039" y="495385"/>
                          <a:pt x="255814" y="408761"/>
                        </a:cubicBezTo>
                        <a:cubicBezTo>
                          <a:pt x="255814" y="499446"/>
                          <a:pt x="258521" y="591485"/>
                          <a:pt x="270702" y="680816"/>
                        </a:cubicBezTo>
                        <a:cubicBezTo>
                          <a:pt x="243632" y="641564"/>
                          <a:pt x="158361" y="545465"/>
                          <a:pt x="39252" y="625322"/>
                        </a:cubicBezTo>
                        <a:lnTo>
                          <a:pt x="39252" y="625322"/>
                        </a:lnTo>
                        <a:lnTo>
                          <a:pt x="37898" y="626676"/>
                        </a:lnTo>
                        <a:cubicBezTo>
                          <a:pt x="32484" y="630737"/>
                          <a:pt x="27070" y="634797"/>
                          <a:pt x="20303" y="638858"/>
                        </a:cubicBezTo>
                        <a:cubicBezTo>
                          <a:pt x="20303" y="638858"/>
                          <a:pt x="110988" y="783683"/>
                          <a:pt x="274763" y="699766"/>
                        </a:cubicBezTo>
                        <a:cubicBezTo>
                          <a:pt x="281530" y="744431"/>
                          <a:pt x="289651" y="789097"/>
                          <a:pt x="301833" y="833763"/>
                        </a:cubicBezTo>
                        <a:cubicBezTo>
                          <a:pt x="315368" y="886550"/>
                          <a:pt x="332964" y="936630"/>
                          <a:pt x="355974" y="984003"/>
                        </a:cubicBezTo>
                        <a:cubicBezTo>
                          <a:pt x="355974" y="986710"/>
                          <a:pt x="355974" y="988064"/>
                          <a:pt x="355974" y="988064"/>
                        </a:cubicBezTo>
                        <a:cubicBezTo>
                          <a:pt x="355974" y="988064"/>
                          <a:pt x="357327" y="988064"/>
                          <a:pt x="357327" y="988064"/>
                        </a:cubicBezTo>
                        <a:cubicBezTo>
                          <a:pt x="396579" y="1070628"/>
                          <a:pt x="448012" y="1143717"/>
                          <a:pt x="512981" y="1205979"/>
                        </a:cubicBezTo>
                        <a:cubicBezTo>
                          <a:pt x="454780" y="1191090"/>
                          <a:pt x="373569" y="1193797"/>
                          <a:pt x="320782" y="1291250"/>
                        </a:cubicBezTo>
                        <a:lnTo>
                          <a:pt x="320782" y="1291250"/>
                        </a:lnTo>
                        <a:lnTo>
                          <a:pt x="319429" y="1292604"/>
                        </a:lnTo>
                        <a:cubicBezTo>
                          <a:pt x="315368" y="1299371"/>
                          <a:pt x="312661" y="1306139"/>
                          <a:pt x="308601" y="1314260"/>
                        </a:cubicBezTo>
                        <a:cubicBezTo>
                          <a:pt x="308601" y="1314260"/>
                          <a:pt x="312661" y="1316967"/>
                          <a:pt x="320782" y="1319674"/>
                        </a:cubicBezTo>
                        <a:lnTo>
                          <a:pt x="320782" y="1319674"/>
                        </a:lnTo>
                        <a:cubicBezTo>
                          <a:pt x="320782" y="1319674"/>
                          <a:pt x="320782" y="1319674"/>
                          <a:pt x="320782" y="1319674"/>
                        </a:cubicBezTo>
                        <a:cubicBezTo>
                          <a:pt x="358681" y="1337270"/>
                          <a:pt x="477790" y="1376521"/>
                          <a:pt x="571182" y="1257412"/>
                        </a:cubicBezTo>
                        <a:cubicBezTo>
                          <a:pt x="595545" y="1276362"/>
                          <a:pt x="622615" y="1295311"/>
                          <a:pt x="651039" y="1312906"/>
                        </a:cubicBezTo>
                        <a:cubicBezTo>
                          <a:pt x="683523" y="1331855"/>
                          <a:pt x="716008" y="1349451"/>
                          <a:pt x="749845" y="1364340"/>
                        </a:cubicBezTo>
                        <a:cubicBezTo>
                          <a:pt x="692998" y="1353512"/>
                          <a:pt x="619908" y="1361633"/>
                          <a:pt x="571182" y="1452318"/>
                        </a:cubicBezTo>
                        <a:lnTo>
                          <a:pt x="571182" y="1452318"/>
                        </a:lnTo>
                        <a:lnTo>
                          <a:pt x="569828" y="1453672"/>
                        </a:lnTo>
                        <a:cubicBezTo>
                          <a:pt x="565768" y="1460439"/>
                          <a:pt x="563061" y="1467207"/>
                          <a:pt x="559000" y="1475328"/>
                        </a:cubicBezTo>
                        <a:cubicBezTo>
                          <a:pt x="559000" y="1475328"/>
                          <a:pt x="563061" y="1478035"/>
                          <a:pt x="571182" y="1480742"/>
                        </a:cubicBezTo>
                        <a:lnTo>
                          <a:pt x="571182" y="1480742"/>
                        </a:lnTo>
                        <a:lnTo>
                          <a:pt x="571182" y="1480742"/>
                        </a:lnTo>
                        <a:cubicBezTo>
                          <a:pt x="610434" y="1498337"/>
                          <a:pt x="740371" y="1541650"/>
                          <a:pt x="835117" y="1399531"/>
                        </a:cubicBezTo>
                        <a:cubicBezTo>
                          <a:pt x="837824" y="1400885"/>
                          <a:pt x="840531" y="1402238"/>
                          <a:pt x="844591" y="1402238"/>
                        </a:cubicBezTo>
                        <a:cubicBezTo>
                          <a:pt x="850005" y="1406299"/>
                          <a:pt x="852712" y="1409006"/>
                          <a:pt x="852712" y="1409006"/>
                        </a:cubicBezTo>
                        <a:cubicBezTo>
                          <a:pt x="854066" y="1407652"/>
                          <a:pt x="854066" y="1406299"/>
                          <a:pt x="855419" y="1406299"/>
                        </a:cubicBezTo>
                        <a:cubicBezTo>
                          <a:pt x="928509" y="1433369"/>
                          <a:pt x="1004306" y="1456379"/>
                          <a:pt x="1076042" y="1484802"/>
                        </a:cubicBezTo>
                        <a:cubicBezTo>
                          <a:pt x="1038143" y="1487509"/>
                          <a:pt x="996185" y="1505105"/>
                          <a:pt x="952872" y="1543003"/>
                        </a:cubicBezTo>
                        <a:lnTo>
                          <a:pt x="952872" y="1543003"/>
                        </a:lnTo>
                        <a:lnTo>
                          <a:pt x="951519" y="1544357"/>
                        </a:lnTo>
                        <a:cubicBezTo>
                          <a:pt x="944751" y="1551125"/>
                          <a:pt x="937984" y="1556539"/>
                          <a:pt x="931216" y="1564660"/>
                        </a:cubicBezTo>
                        <a:cubicBezTo>
                          <a:pt x="931216" y="1564660"/>
                          <a:pt x="1078749" y="1741970"/>
                          <a:pt x="1279068" y="1593083"/>
                        </a:cubicBezTo>
                        <a:cubicBezTo>
                          <a:pt x="1281776" y="1595790"/>
                          <a:pt x="1285836" y="1598497"/>
                          <a:pt x="1289897" y="1601204"/>
                        </a:cubicBezTo>
                        <a:cubicBezTo>
                          <a:pt x="1292604" y="1607972"/>
                          <a:pt x="1295311" y="1612033"/>
                          <a:pt x="1295311" y="1612033"/>
                        </a:cubicBezTo>
                        <a:cubicBezTo>
                          <a:pt x="1296664" y="1610679"/>
                          <a:pt x="1298018" y="1610679"/>
                          <a:pt x="1299371" y="1609325"/>
                        </a:cubicBezTo>
                        <a:cubicBezTo>
                          <a:pt x="1361633" y="1660759"/>
                          <a:pt x="1409006" y="1724374"/>
                          <a:pt x="1446904" y="1793403"/>
                        </a:cubicBezTo>
                        <a:cubicBezTo>
                          <a:pt x="1391410" y="1735202"/>
                          <a:pt x="1292604" y="1675648"/>
                          <a:pt x="1162666" y="1758212"/>
                        </a:cubicBezTo>
                        <a:lnTo>
                          <a:pt x="1162666" y="1758212"/>
                        </a:lnTo>
                        <a:lnTo>
                          <a:pt x="1159959" y="1759565"/>
                        </a:lnTo>
                        <a:cubicBezTo>
                          <a:pt x="1151838" y="1764979"/>
                          <a:pt x="1143717" y="1770393"/>
                          <a:pt x="1135596" y="1777161"/>
                        </a:cubicBezTo>
                        <a:cubicBezTo>
                          <a:pt x="1135596" y="1777161"/>
                          <a:pt x="1138303" y="1782575"/>
                          <a:pt x="1145071" y="1790696"/>
                        </a:cubicBezTo>
                        <a:lnTo>
                          <a:pt x="1145071" y="1790696"/>
                        </a:lnTo>
                        <a:cubicBezTo>
                          <a:pt x="1145071" y="1790696"/>
                          <a:pt x="1145071" y="1790696"/>
                          <a:pt x="1145071" y="1790696"/>
                        </a:cubicBezTo>
                        <a:cubicBezTo>
                          <a:pt x="1177555" y="1834008"/>
                          <a:pt x="1292604" y="1959885"/>
                          <a:pt x="1480742" y="1870553"/>
                        </a:cubicBezTo>
                        <a:cubicBezTo>
                          <a:pt x="1487509" y="1859725"/>
                          <a:pt x="1501044" y="1854311"/>
                          <a:pt x="1513226" y="1855665"/>
                        </a:cubicBezTo>
                        <a:cubicBezTo>
                          <a:pt x="1698657" y="1766333"/>
                          <a:pt x="1674294" y="1598497"/>
                          <a:pt x="1662112" y="1545710"/>
                        </a:cubicBezTo>
                        <a:lnTo>
                          <a:pt x="1662112" y="1545710"/>
                        </a:lnTo>
                        <a:cubicBezTo>
                          <a:pt x="1659405" y="1534882"/>
                          <a:pt x="1656698" y="1529468"/>
                          <a:pt x="1656698" y="1529468"/>
                        </a:cubicBezTo>
                        <a:cubicBezTo>
                          <a:pt x="1649931" y="1530822"/>
                          <a:pt x="1640456" y="1533529"/>
                          <a:pt x="1630981" y="1536236"/>
                        </a:cubicBezTo>
                        <a:close/>
                      </a:path>
                    </a:pathLst>
                  </a:custGeom>
                  <a:solidFill>
                    <a:schemeClr val="accent1"/>
                  </a:solidFill>
                  <a:ln w="13514" cap="flat">
                    <a:noFill/>
                    <a:prstDash val="solid"/>
                    <a:miter/>
                  </a:ln>
                </p:spPr>
                <p:txBody>
                  <a:bodyPr rtlCol="0" anchor="ctr"/>
                  <a:lstStyle/>
                  <a:p>
                    <a:endParaRPr lang="en-US"/>
                  </a:p>
                </p:txBody>
              </p:sp>
            </p:grpSp>
            <p:grpSp>
              <p:nvGrpSpPr>
                <p:cNvPr id="206" name="Graphic 5">
                  <a:extLst>
                    <a:ext uri="{FF2B5EF4-FFF2-40B4-BE49-F238E27FC236}">
                      <a16:creationId xmlns:a16="http://schemas.microsoft.com/office/drawing/2014/main" id="{0349E7DC-5615-409F-926C-0A3DF7F168C0}"/>
                    </a:ext>
                  </a:extLst>
                </p:cNvPr>
                <p:cNvGrpSpPr/>
                <p:nvPr/>
              </p:nvGrpSpPr>
              <p:grpSpPr>
                <a:xfrm>
                  <a:off x="12824368" y="3821751"/>
                  <a:ext cx="4270328" cy="1777341"/>
                  <a:chOff x="7027731" y="3851394"/>
                  <a:chExt cx="4270328" cy="1777341"/>
                </a:xfrm>
              </p:grpSpPr>
              <p:sp>
                <p:nvSpPr>
                  <p:cNvPr id="210" name="Freeform: Shape 209">
                    <a:extLst>
                      <a:ext uri="{FF2B5EF4-FFF2-40B4-BE49-F238E27FC236}">
                        <a16:creationId xmlns:a16="http://schemas.microsoft.com/office/drawing/2014/main" id="{73B490D6-85C7-467A-81C7-34FC507A33C7}"/>
                      </a:ext>
                    </a:extLst>
                  </p:cNvPr>
                  <p:cNvSpPr/>
                  <p:nvPr/>
                </p:nvSpPr>
                <p:spPr>
                  <a:xfrm>
                    <a:off x="9079933" y="3851394"/>
                    <a:ext cx="1572439" cy="1725547"/>
                  </a:xfrm>
                  <a:custGeom>
                    <a:avLst/>
                    <a:gdLst>
                      <a:gd name="connsiteX0" fmla="*/ 1329148 w 1572439"/>
                      <a:gd name="connsiteY0" fmla="*/ 1511693 h 1725547"/>
                      <a:gd name="connsiteX1" fmla="*/ 1525408 w 1572439"/>
                      <a:gd name="connsiteY1" fmla="*/ 1725548 h 1725547"/>
                      <a:gd name="connsiteX2" fmla="*/ 734957 w 1572439"/>
                      <a:gd name="connsiteY2" fmla="*/ 1725548 h 1725547"/>
                      <a:gd name="connsiteX3" fmla="*/ 813460 w 1572439"/>
                      <a:gd name="connsiteY3" fmla="*/ 1553652 h 1725547"/>
                      <a:gd name="connsiteX4" fmla="*/ 855419 w 1572439"/>
                      <a:gd name="connsiteY4" fmla="*/ 1435897 h 1725547"/>
                      <a:gd name="connsiteX5" fmla="*/ 856773 w 1572439"/>
                      <a:gd name="connsiteY5" fmla="*/ 1435897 h 1725547"/>
                      <a:gd name="connsiteX6" fmla="*/ 1122061 w 1572439"/>
                      <a:gd name="connsiteY6" fmla="*/ 1412887 h 1725547"/>
                      <a:gd name="connsiteX7" fmla="*/ 1119354 w 1572439"/>
                      <a:gd name="connsiteY7" fmla="*/ 1395291 h 1725547"/>
                      <a:gd name="connsiteX8" fmla="*/ 860833 w 1572439"/>
                      <a:gd name="connsiteY8" fmla="*/ 1418301 h 1725547"/>
                      <a:gd name="connsiteX9" fmla="*/ 917681 w 1572439"/>
                      <a:gd name="connsiteY9" fmla="*/ 1170608 h 1725547"/>
                      <a:gd name="connsiteX10" fmla="*/ 940690 w 1572439"/>
                      <a:gd name="connsiteY10" fmla="*/ 1052853 h 1725547"/>
                      <a:gd name="connsiteX11" fmla="*/ 1081456 w 1572439"/>
                      <a:gd name="connsiteY11" fmla="*/ 1016308 h 1725547"/>
                      <a:gd name="connsiteX12" fmla="*/ 1136950 w 1572439"/>
                      <a:gd name="connsiteY12" fmla="*/ 979763 h 1725547"/>
                      <a:gd name="connsiteX13" fmla="*/ 1120708 w 1572439"/>
                      <a:gd name="connsiteY13" fmla="*/ 972995 h 1725547"/>
                      <a:gd name="connsiteX14" fmla="*/ 1020548 w 1572439"/>
                      <a:gd name="connsiteY14" fmla="*/ 1013601 h 1725547"/>
                      <a:gd name="connsiteX15" fmla="*/ 944751 w 1572439"/>
                      <a:gd name="connsiteY15" fmla="*/ 1033903 h 1725547"/>
                      <a:gd name="connsiteX16" fmla="*/ 1000245 w 1572439"/>
                      <a:gd name="connsiteY16" fmla="*/ 734777 h 1725547"/>
                      <a:gd name="connsiteX17" fmla="*/ 982649 w 1572439"/>
                      <a:gd name="connsiteY17" fmla="*/ 733424 h 1725547"/>
                      <a:gd name="connsiteX18" fmla="*/ 898732 w 1572439"/>
                      <a:gd name="connsiteY18" fmla="*/ 1169255 h 1725547"/>
                      <a:gd name="connsiteX19" fmla="*/ 893317 w 1572439"/>
                      <a:gd name="connsiteY19" fmla="*/ 1193618 h 1725547"/>
                      <a:gd name="connsiteX20" fmla="*/ 778269 w 1572439"/>
                      <a:gd name="connsiteY20" fmla="*/ 960814 h 1725547"/>
                      <a:gd name="connsiteX21" fmla="*/ 762027 w 1572439"/>
                      <a:gd name="connsiteY21" fmla="*/ 967581 h 1725547"/>
                      <a:gd name="connsiteX22" fmla="*/ 886550 w 1572439"/>
                      <a:gd name="connsiteY22" fmla="*/ 1215274 h 1725547"/>
                      <a:gd name="connsiteX23" fmla="*/ 887903 w 1572439"/>
                      <a:gd name="connsiteY23" fmla="*/ 1216627 h 1725547"/>
                      <a:gd name="connsiteX24" fmla="*/ 785037 w 1572439"/>
                      <a:gd name="connsiteY24" fmla="*/ 1571248 h 1725547"/>
                      <a:gd name="connsiteX25" fmla="*/ 771501 w 1572439"/>
                      <a:gd name="connsiteY25" fmla="*/ 1601025 h 1725547"/>
                      <a:gd name="connsiteX26" fmla="*/ 583363 w 1572439"/>
                      <a:gd name="connsiteY26" fmla="*/ 1358746 h 1725547"/>
                      <a:gd name="connsiteX27" fmla="*/ 569828 w 1572439"/>
                      <a:gd name="connsiteY27" fmla="*/ 1369574 h 1725547"/>
                      <a:gd name="connsiteX28" fmla="*/ 763381 w 1572439"/>
                      <a:gd name="connsiteY28" fmla="*/ 1615913 h 1725547"/>
                      <a:gd name="connsiteX29" fmla="*/ 764734 w 1572439"/>
                      <a:gd name="connsiteY29" fmla="*/ 1617267 h 1725547"/>
                      <a:gd name="connsiteX30" fmla="*/ 714654 w 1572439"/>
                      <a:gd name="connsiteY30" fmla="*/ 1724194 h 1725547"/>
                      <a:gd name="connsiteX31" fmla="*/ 1353 w 1572439"/>
                      <a:gd name="connsiteY31" fmla="*/ 1724194 h 1725547"/>
                      <a:gd name="connsiteX32" fmla="*/ 0 w 1572439"/>
                      <a:gd name="connsiteY32" fmla="*/ 1703892 h 1725547"/>
                      <a:gd name="connsiteX33" fmla="*/ 92039 w 1572439"/>
                      <a:gd name="connsiteY33" fmla="*/ 1559066 h 1725547"/>
                      <a:gd name="connsiteX34" fmla="*/ 239572 w 1572439"/>
                      <a:gd name="connsiteY34" fmla="*/ 1461613 h 1725547"/>
                      <a:gd name="connsiteX35" fmla="*/ 276116 w 1572439"/>
                      <a:gd name="connsiteY35" fmla="*/ 1408826 h 1725547"/>
                      <a:gd name="connsiteX36" fmla="*/ 230097 w 1572439"/>
                      <a:gd name="connsiteY36" fmla="*/ 1288364 h 1725547"/>
                      <a:gd name="connsiteX37" fmla="*/ 261228 w 1572439"/>
                      <a:gd name="connsiteY37" fmla="*/ 898552 h 1725547"/>
                      <a:gd name="connsiteX38" fmla="*/ 324843 w 1572439"/>
                      <a:gd name="connsiteY38" fmla="*/ 809221 h 1725547"/>
                      <a:gd name="connsiteX39" fmla="*/ 475082 w 1572439"/>
                      <a:gd name="connsiteY39" fmla="*/ 852533 h 1725547"/>
                      <a:gd name="connsiteX40" fmla="*/ 625322 w 1572439"/>
                      <a:gd name="connsiteY40" fmla="*/ 880957 h 1725547"/>
                      <a:gd name="connsiteX41" fmla="*/ 630736 w 1572439"/>
                      <a:gd name="connsiteY41" fmla="*/ 733424 h 1725547"/>
                      <a:gd name="connsiteX42" fmla="*/ 515688 w 1572439"/>
                      <a:gd name="connsiteY42" fmla="*/ 589952 h 1725547"/>
                      <a:gd name="connsiteX43" fmla="*/ 515688 w 1572439"/>
                      <a:gd name="connsiteY43" fmla="*/ 420763 h 1725547"/>
                      <a:gd name="connsiteX44" fmla="*/ 721422 w 1572439"/>
                      <a:gd name="connsiteY44" fmla="*/ 427530 h 1725547"/>
                      <a:gd name="connsiteX45" fmla="*/ 923095 w 1572439"/>
                      <a:gd name="connsiteY45" fmla="*/ 416702 h 1725547"/>
                      <a:gd name="connsiteX46" fmla="*/ 925802 w 1572439"/>
                      <a:gd name="connsiteY46" fmla="*/ 298947 h 1725547"/>
                      <a:gd name="connsiteX47" fmla="*/ 847298 w 1572439"/>
                      <a:gd name="connsiteY47" fmla="*/ 204201 h 1725547"/>
                      <a:gd name="connsiteX48" fmla="*/ 812107 w 1572439"/>
                      <a:gd name="connsiteY48" fmla="*/ 147353 h 1725547"/>
                      <a:gd name="connsiteX49" fmla="*/ 835117 w 1572439"/>
                      <a:gd name="connsiteY49" fmla="*/ 90506 h 1725547"/>
                      <a:gd name="connsiteX50" fmla="*/ 1154545 w 1572439"/>
                      <a:gd name="connsiteY50" fmla="*/ 33658 h 1725547"/>
                      <a:gd name="connsiteX51" fmla="*/ 1250645 w 1572439"/>
                      <a:gd name="connsiteY51" fmla="*/ 344966 h 1725547"/>
                      <a:gd name="connsiteX52" fmla="*/ 1237110 w 1572439"/>
                      <a:gd name="connsiteY52" fmla="*/ 469489 h 1725547"/>
                      <a:gd name="connsiteX53" fmla="*/ 1400884 w 1572439"/>
                      <a:gd name="connsiteY53" fmla="*/ 437005 h 1725547"/>
                      <a:gd name="connsiteX54" fmla="*/ 1499691 w 1572439"/>
                      <a:gd name="connsiteY54" fmla="*/ 529044 h 1725547"/>
                      <a:gd name="connsiteX55" fmla="*/ 1459086 w 1572439"/>
                      <a:gd name="connsiteY55" fmla="*/ 668455 h 1725547"/>
                      <a:gd name="connsiteX56" fmla="*/ 1272301 w 1572439"/>
                      <a:gd name="connsiteY56" fmla="*/ 883664 h 1725547"/>
                      <a:gd name="connsiteX57" fmla="*/ 1247938 w 1572439"/>
                      <a:gd name="connsiteY57" fmla="*/ 921562 h 1725547"/>
                      <a:gd name="connsiteX58" fmla="*/ 1281775 w 1572439"/>
                      <a:gd name="connsiteY58" fmla="*/ 985177 h 1725547"/>
                      <a:gd name="connsiteX59" fmla="*/ 1441490 w 1572439"/>
                      <a:gd name="connsiteY59" fmla="*/ 1043378 h 1725547"/>
                      <a:gd name="connsiteX60" fmla="*/ 1568720 w 1572439"/>
                      <a:gd name="connsiteY60" fmla="*/ 1147599 h 1725547"/>
                      <a:gd name="connsiteX61" fmla="*/ 1495630 w 1572439"/>
                      <a:gd name="connsiteY61" fmla="*/ 1305959 h 1725547"/>
                      <a:gd name="connsiteX62" fmla="*/ 1335916 w 1572439"/>
                      <a:gd name="connsiteY62" fmla="*/ 1399352 h 1725547"/>
                      <a:gd name="connsiteX63" fmla="*/ 1302078 w 1572439"/>
                      <a:gd name="connsiteY63" fmla="*/ 1439957 h 1725547"/>
                      <a:gd name="connsiteX64" fmla="*/ 1329148 w 1572439"/>
                      <a:gd name="connsiteY64" fmla="*/ 1511693 h 1725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572439" h="1725547">
                        <a:moveTo>
                          <a:pt x="1329148" y="1511693"/>
                        </a:moveTo>
                        <a:cubicBezTo>
                          <a:pt x="1394117" y="1583429"/>
                          <a:pt x="1460439" y="1653812"/>
                          <a:pt x="1525408" y="1725548"/>
                        </a:cubicBezTo>
                        <a:lnTo>
                          <a:pt x="734957" y="1725548"/>
                        </a:lnTo>
                        <a:cubicBezTo>
                          <a:pt x="762027" y="1668700"/>
                          <a:pt x="789097" y="1611853"/>
                          <a:pt x="813460" y="1553652"/>
                        </a:cubicBezTo>
                        <a:cubicBezTo>
                          <a:pt x="829703" y="1515754"/>
                          <a:pt x="843238" y="1476502"/>
                          <a:pt x="855419" y="1435897"/>
                        </a:cubicBezTo>
                        <a:cubicBezTo>
                          <a:pt x="855419" y="1435897"/>
                          <a:pt x="856773" y="1435897"/>
                          <a:pt x="856773" y="1435897"/>
                        </a:cubicBezTo>
                        <a:cubicBezTo>
                          <a:pt x="944751" y="1427775"/>
                          <a:pt x="1034083" y="1421008"/>
                          <a:pt x="1122061" y="1412887"/>
                        </a:cubicBezTo>
                        <a:cubicBezTo>
                          <a:pt x="1134243" y="1411533"/>
                          <a:pt x="1131536" y="1393938"/>
                          <a:pt x="1119354" y="1395291"/>
                        </a:cubicBezTo>
                        <a:cubicBezTo>
                          <a:pt x="1032729" y="1403412"/>
                          <a:pt x="947458" y="1410180"/>
                          <a:pt x="860833" y="1418301"/>
                        </a:cubicBezTo>
                        <a:cubicBezTo>
                          <a:pt x="883843" y="1337090"/>
                          <a:pt x="900085" y="1253172"/>
                          <a:pt x="917681" y="1170608"/>
                        </a:cubicBezTo>
                        <a:cubicBezTo>
                          <a:pt x="925802" y="1131356"/>
                          <a:pt x="933923" y="1092104"/>
                          <a:pt x="940690" y="1052853"/>
                        </a:cubicBezTo>
                        <a:cubicBezTo>
                          <a:pt x="988063" y="1040671"/>
                          <a:pt x="1034083" y="1028489"/>
                          <a:pt x="1081456" y="1016308"/>
                        </a:cubicBezTo>
                        <a:cubicBezTo>
                          <a:pt x="1104465" y="1009540"/>
                          <a:pt x="1128829" y="1005480"/>
                          <a:pt x="1136950" y="979763"/>
                        </a:cubicBezTo>
                        <a:cubicBezTo>
                          <a:pt x="1141010" y="968935"/>
                          <a:pt x="1123414" y="962167"/>
                          <a:pt x="1120708" y="972995"/>
                        </a:cubicBezTo>
                        <a:cubicBezTo>
                          <a:pt x="1111233" y="1000066"/>
                          <a:pt x="1044911" y="1006833"/>
                          <a:pt x="1020548" y="1013601"/>
                        </a:cubicBezTo>
                        <a:cubicBezTo>
                          <a:pt x="994831" y="1020368"/>
                          <a:pt x="970468" y="1027136"/>
                          <a:pt x="944751" y="1033903"/>
                        </a:cubicBezTo>
                        <a:cubicBezTo>
                          <a:pt x="963700" y="935097"/>
                          <a:pt x="982649" y="834937"/>
                          <a:pt x="1000245" y="734777"/>
                        </a:cubicBezTo>
                        <a:cubicBezTo>
                          <a:pt x="1001598" y="723949"/>
                          <a:pt x="984003" y="721242"/>
                          <a:pt x="982649" y="733424"/>
                        </a:cubicBezTo>
                        <a:cubicBezTo>
                          <a:pt x="956933" y="879603"/>
                          <a:pt x="929862" y="1024429"/>
                          <a:pt x="898732" y="1169255"/>
                        </a:cubicBezTo>
                        <a:cubicBezTo>
                          <a:pt x="897378" y="1177376"/>
                          <a:pt x="894671" y="1185497"/>
                          <a:pt x="893317" y="1193618"/>
                        </a:cubicBezTo>
                        <a:cubicBezTo>
                          <a:pt x="845945" y="1120528"/>
                          <a:pt x="808046" y="1043378"/>
                          <a:pt x="778269" y="960814"/>
                        </a:cubicBezTo>
                        <a:cubicBezTo>
                          <a:pt x="774209" y="949986"/>
                          <a:pt x="757966" y="956753"/>
                          <a:pt x="762027" y="967581"/>
                        </a:cubicBezTo>
                        <a:cubicBezTo>
                          <a:pt x="793158" y="1055560"/>
                          <a:pt x="835117" y="1136770"/>
                          <a:pt x="886550" y="1215274"/>
                        </a:cubicBezTo>
                        <a:cubicBezTo>
                          <a:pt x="886550" y="1216627"/>
                          <a:pt x="887903" y="1216627"/>
                          <a:pt x="887903" y="1216627"/>
                        </a:cubicBezTo>
                        <a:cubicBezTo>
                          <a:pt x="862187" y="1337090"/>
                          <a:pt x="836470" y="1457553"/>
                          <a:pt x="785037" y="1571248"/>
                        </a:cubicBezTo>
                        <a:cubicBezTo>
                          <a:pt x="780976" y="1580722"/>
                          <a:pt x="775562" y="1591550"/>
                          <a:pt x="771501" y="1601025"/>
                        </a:cubicBezTo>
                        <a:cubicBezTo>
                          <a:pt x="703826" y="1523875"/>
                          <a:pt x="641565" y="1442664"/>
                          <a:pt x="583363" y="1358746"/>
                        </a:cubicBezTo>
                        <a:cubicBezTo>
                          <a:pt x="576596" y="1349272"/>
                          <a:pt x="563061" y="1361453"/>
                          <a:pt x="569828" y="1369574"/>
                        </a:cubicBezTo>
                        <a:cubicBezTo>
                          <a:pt x="629383" y="1454846"/>
                          <a:pt x="694351" y="1537410"/>
                          <a:pt x="763381" y="1615913"/>
                        </a:cubicBezTo>
                        <a:cubicBezTo>
                          <a:pt x="763381" y="1615913"/>
                          <a:pt x="764734" y="1617267"/>
                          <a:pt x="764734" y="1617267"/>
                        </a:cubicBezTo>
                        <a:cubicBezTo>
                          <a:pt x="748492" y="1653812"/>
                          <a:pt x="730896" y="1689003"/>
                          <a:pt x="714654" y="1724194"/>
                        </a:cubicBezTo>
                        <a:lnTo>
                          <a:pt x="1353" y="1724194"/>
                        </a:lnTo>
                        <a:cubicBezTo>
                          <a:pt x="0" y="1717427"/>
                          <a:pt x="0" y="1710659"/>
                          <a:pt x="0" y="1703892"/>
                        </a:cubicBezTo>
                        <a:cubicBezTo>
                          <a:pt x="0" y="1644337"/>
                          <a:pt x="43312" y="1594257"/>
                          <a:pt x="92039" y="1559066"/>
                        </a:cubicBezTo>
                        <a:cubicBezTo>
                          <a:pt x="139412" y="1525228"/>
                          <a:pt x="194906" y="1500865"/>
                          <a:pt x="239572" y="1461613"/>
                        </a:cubicBezTo>
                        <a:cubicBezTo>
                          <a:pt x="255814" y="1446724"/>
                          <a:pt x="270702" y="1430482"/>
                          <a:pt x="276116" y="1408826"/>
                        </a:cubicBezTo>
                        <a:cubicBezTo>
                          <a:pt x="285591" y="1365514"/>
                          <a:pt x="251753" y="1326262"/>
                          <a:pt x="230097" y="1288364"/>
                        </a:cubicBezTo>
                        <a:cubicBezTo>
                          <a:pt x="162421" y="1170608"/>
                          <a:pt x="211148" y="1024429"/>
                          <a:pt x="261228" y="898552"/>
                        </a:cubicBezTo>
                        <a:cubicBezTo>
                          <a:pt x="274763" y="863361"/>
                          <a:pt x="291005" y="825463"/>
                          <a:pt x="324843" y="809221"/>
                        </a:cubicBezTo>
                        <a:cubicBezTo>
                          <a:pt x="373569" y="786211"/>
                          <a:pt x="430417" y="821402"/>
                          <a:pt x="475082" y="852533"/>
                        </a:cubicBezTo>
                        <a:cubicBezTo>
                          <a:pt x="519749" y="883664"/>
                          <a:pt x="582010" y="913441"/>
                          <a:pt x="625322" y="880957"/>
                        </a:cubicBezTo>
                        <a:cubicBezTo>
                          <a:pt x="668635" y="848472"/>
                          <a:pt x="659160" y="779443"/>
                          <a:pt x="630736" y="733424"/>
                        </a:cubicBezTo>
                        <a:cubicBezTo>
                          <a:pt x="598252" y="681990"/>
                          <a:pt x="548172" y="641385"/>
                          <a:pt x="515688" y="589952"/>
                        </a:cubicBezTo>
                        <a:cubicBezTo>
                          <a:pt x="483204" y="538518"/>
                          <a:pt x="471022" y="462721"/>
                          <a:pt x="515688" y="420763"/>
                        </a:cubicBezTo>
                        <a:cubicBezTo>
                          <a:pt x="568475" y="370683"/>
                          <a:pt x="653746" y="397753"/>
                          <a:pt x="721422" y="427530"/>
                        </a:cubicBezTo>
                        <a:cubicBezTo>
                          <a:pt x="789097" y="455954"/>
                          <a:pt x="879782" y="476257"/>
                          <a:pt x="923095" y="416702"/>
                        </a:cubicBezTo>
                        <a:cubicBezTo>
                          <a:pt x="947458" y="382864"/>
                          <a:pt x="943398" y="335491"/>
                          <a:pt x="925802" y="298947"/>
                        </a:cubicBezTo>
                        <a:cubicBezTo>
                          <a:pt x="906853" y="262402"/>
                          <a:pt x="877076" y="232624"/>
                          <a:pt x="847298" y="204201"/>
                        </a:cubicBezTo>
                        <a:cubicBezTo>
                          <a:pt x="831056" y="187959"/>
                          <a:pt x="814814" y="170363"/>
                          <a:pt x="812107" y="147353"/>
                        </a:cubicBezTo>
                        <a:cubicBezTo>
                          <a:pt x="810754" y="127051"/>
                          <a:pt x="821581" y="106748"/>
                          <a:pt x="835117" y="90506"/>
                        </a:cubicBezTo>
                        <a:cubicBezTo>
                          <a:pt x="908206" y="-1533"/>
                          <a:pt x="1054386" y="-28603"/>
                          <a:pt x="1154545" y="33658"/>
                        </a:cubicBezTo>
                        <a:cubicBezTo>
                          <a:pt x="1256059" y="95920"/>
                          <a:pt x="1299371" y="236685"/>
                          <a:pt x="1250645" y="344966"/>
                        </a:cubicBezTo>
                        <a:cubicBezTo>
                          <a:pt x="1231695" y="385571"/>
                          <a:pt x="1203272" y="438358"/>
                          <a:pt x="1237110" y="469489"/>
                        </a:cubicBezTo>
                        <a:cubicBezTo>
                          <a:pt x="1280422" y="510094"/>
                          <a:pt x="1342683" y="441065"/>
                          <a:pt x="1400884" y="437005"/>
                        </a:cubicBezTo>
                        <a:cubicBezTo>
                          <a:pt x="1449611" y="432944"/>
                          <a:pt x="1492923" y="480317"/>
                          <a:pt x="1499691" y="529044"/>
                        </a:cubicBezTo>
                        <a:cubicBezTo>
                          <a:pt x="1506458" y="577770"/>
                          <a:pt x="1484802" y="626496"/>
                          <a:pt x="1459086" y="668455"/>
                        </a:cubicBezTo>
                        <a:cubicBezTo>
                          <a:pt x="1407652" y="748313"/>
                          <a:pt x="1337269" y="813281"/>
                          <a:pt x="1272301" y="883664"/>
                        </a:cubicBezTo>
                        <a:cubicBezTo>
                          <a:pt x="1261473" y="894492"/>
                          <a:pt x="1250645" y="906673"/>
                          <a:pt x="1247938" y="921562"/>
                        </a:cubicBezTo>
                        <a:cubicBezTo>
                          <a:pt x="1242524" y="945925"/>
                          <a:pt x="1261473" y="970288"/>
                          <a:pt x="1281775" y="985177"/>
                        </a:cubicBezTo>
                        <a:cubicBezTo>
                          <a:pt x="1327795" y="1019015"/>
                          <a:pt x="1387349" y="1027136"/>
                          <a:pt x="1441490" y="1043378"/>
                        </a:cubicBezTo>
                        <a:cubicBezTo>
                          <a:pt x="1496984" y="1060974"/>
                          <a:pt x="1552478" y="1093458"/>
                          <a:pt x="1568720" y="1147599"/>
                        </a:cubicBezTo>
                        <a:cubicBezTo>
                          <a:pt x="1584962" y="1207153"/>
                          <a:pt x="1545710" y="1269415"/>
                          <a:pt x="1495630" y="1305959"/>
                        </a:cubicBezTo>
                        <a:cubicBezTo>
                          <a:pt x="1445550" y="1342504"/>
                          <a:pt x="1385996" y="1364160"/>
                          <a:pt x="1335916" y="1399352"/>
                        </a:cubicBezTo>
                        <a:cubicBezTo>
                          <a:pt x="1321027" y="1410180"/>
                          <a:pt x="1306138" y="1422361"/>
                          <a:pt x="1302078" y="1439957"/>
                        </a:cubicBezTo>
                        <a:cubicBezTo>
                          <a:pt x="1289897" y="1465674"/>
                          <a:pt x="1310199" y="1491390"/>
                          <a:pt x="1329148" y="1511693"/>
                        </a:cubicBezTo>
                        <a:close/>
                      </a:path>
                    </a:pathLst>
                  </a:custGeom>
                  <a:solidFill>
                    <a:schemeClr val="accent1">
                      <a:lumMod val="40000"/>
                      <a:lumOff val="60000"/>
                    </a:schemeClr>
                  </a:solidFill>
                  <a:ln w="13514"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88D23BC4-7D05-4DFD-B7AE-2F643786204A}"/>
                      </a:ext>
                    </a:extLst>
                  </p:cNvPr>
                  <p:cNvSpPr/>
                  <p:nvPr/>
                </p:nvSpPr>
                <p:spPr>
                  <a:xfrm>
                    <a:off x="7355753" y="4448781"/>
                    <a:ext cx="1020353" cy="1128161"/>
                  </a:xfrm>
                  <a:custGeom>
                    <a:avLst/>
                    <a:gdLst>
                      <a:gd name="connsiteX0" fmla="*/ 154106 w 1020353"/>
                      <a:gd name="connsiteY0" fmla="*/ 988750 h 1128161"/>
                      <a:gd name="connsiteX1" fmla="*/ 26876 w 1020353"/>
                      <a:gd name="connsiteY1" fmla="*/ 1128161 h 1128161"/>
                      <a:gd name="connsiteX2" fmla="*/ 542564 w 1020353"/>
                      <a:gd name="connsiteY2" fmla="*/ 1128161 h 1128161"/>
                      <a:gd name="connsiteX3" fmla="*/ 491131 w 1020353"/>
                      <a:gd name="connsiteY3" fmla="*/ 1015820 h 1128161"/>
                      <a:gd name="connsiteX4" fmla="*/ 464060 w 1020353"/>
                      <a:gd name="connsiteY4" fmla="*/ 938670 h 1128161"/>
                      <a:gd name="connsiteX5" fmla="*/ 462707 w 1020353"/>
                      <a:gd name="connsiteY5" fmla="*/ 938670 h 1128161"/>
                      <a:gd name="connsiteX6" fmla="*/ 289458 w 1020353"/>
                      <a:gd name="connsiteY6" fmla="*/ 923781 h 1128161"/>
                      <a:gd name="connsiteX7" fmla="*/ 290811 w 1020353"/>
                      <a:gd name="connsiteY7" fmla="*/ 912953 h 1128161"/>
                      <a:gd name="connsiteX8" fmla="*/ 460000 w 1020353"/>
                      <a:gd name="connsiteY8" fmla="*/ 927842 h 1128161"/>
                      <a:gd name="connsiteX9" fmla="*/ 423455 w 1020353"/>
                      <a:gd name="connsiteY9" fmla="*/ 765420 h 1128161"/>
                      <a:gd name="connsiteX10" fmla="*/ 408567 w 1020353"/>
                      <a:gd name="connsiteY10" fmla="*/ 688270 h 1128161"/>
                      <a:gd name="connsiteX11" fmla="*/ 316528 w 1020353"/>
                      <a:gd name="connsiteY11" fmla="*/ 663907 h 1128161"/>
                      <a:gd name="connsiteX12" fmla="*/ 279983 w 1020353"/>
                      <a:gd name="connsiteY12" fmla="*/ 639544 h 1128161"/>
                      <a:gd name="connsiteX13" fmla="*/ 290811 w 1020353"/>
                      <a:gd name="connsiteY13" fmla="*/ 635483 h 1128161"/>
                      <a:gd name="connsiteX14" fmla="*/ 355780 w 1020353"/>
                      <a:gd name="connsiteY14" fmla="*/ 661200 h 1128161"/>
                      <a:gd name="connsiteX15" fmla="*/ 404506 w 1020353"/>
                      <a:gd name="connsiteY15" fmla="*/ 674735 h 1128161"/>
                      <a:gd name="connsiteX16" fmla="*/ 367961 w 1020353"/>
                      <a:gd name="connsiteY16" fmla="*/ 479829 h 1128161"/>
                      <a:gd name="connsiteX17" fmla="*/ 378789 w 1020353"/>
                      <a:gd name="connsiteY17" fmla="*/ 478476 h 1128161"/>
                      <a:gd name="connsiteX18" fmla="*/ 432930 w 1020353"/>
                      <a:gd name="connsiteY18" fmla="*/ 762713 h 1128161"/>
                      <a:gd name="connsiteX19" fmla="*/ 436990 w 1020353"/>
                      <a:gd name="connsiteY19" fmla="*/ 778955 h 1128161"/>
                      <a:gd name="connsiteX20" fmla="*/ 511433 w 1020353"/>
                      <a:gd name="connsiteY20" fmla="*/ 627362 h 1128161"/>
                      <a:gd name="connsiteX21" fmla="*/ 522262 w 1020353"/>
                      <a:gd name="connsiteY21" fmla="*/ 631423 h 1128161"/>
                      <a:gd name="connsiteX22" fmla="*/ 441051 w 1020353"/>
                      <a:gd name="connsiteY22" fmla="*/ 792490 h 1128161"/>
                      <a:gd name="connsiteX23" fmla="*/ 439697 w 1020353"/>
                      <a:gd name="connsiteY23" fmla="*/ 793844 h 1128161"/>
                      <a:gd name="connsiteX24" fmla="*/ 507373 w 1020353"/>
                      <a:gd name="connsiteY24" fmla="*/ 1025294 h 1128161"/>
                      <a:gd name="connsiteX25" fmla="*/ 516848 w 1020353"/>
                      <a:gd name="connsiteY25" fmla="*/ 1044244 h 1128161"/>
                      <a:gd name="connsiteX26" fmla="*/ 640017 w 1020353"/>
                      <a:gd name="connsiteY26" fmla="*/ 887236 h 1128161"/>
                      <a:gd name="connsiteX27" fmla="*/ 649492 w 1020353"/>
                      <a:gd name="connsiteY27" fmla="*/ 894004 h 1128161"/>
                      <a:gd name="connsiteX28" fmla="*/ 523615 w 1020353"/>
                      <a:gd name="connsiteY28" fmla="*/ 1055072 h 1128161"/>
                      <a:gd name="connsiteX29" fmla="*/ 522262 w 1020353"/>
                      <a:gd name="connsiteY29" fmla="*/ 1056425 h 1128161"/>
                      <a:gd name="connsiteX30" fmla="*/ 554746 w 1020353"/>
                      <a:gd name="connsiteY30" fmla="*/ 1126808 h 1128161"/>
                      <a:gd name="connsiteX31" fmla="*/ 1019000 w 1020353"/>
                      <a:gd name="connsiteY31" fmla="*/ 1126808 h 1128161"/>
                      <a:gd name="connsiteX32" fmla="*/ 1020354 w 1020353"/>
                      <a:gd name="connsiteY32" fmla="*/ 1113273 h 1128161"/>
                      <a:gd name="connsiteX33" fmla="*/ 960799 w 1020353"/>
                      <a:gd name="connsiteY33" fmla="*/ 1018527 h 1128161"/>
                      <a:gd name="connsiteX34" fmla="*/ 864700 w 1020353"/>
                      <a:gd name="connsiteY34" fmla="*/ 954912 h 1128161"/>
                      <a:gd name="connsiteX35" fmla="*/ 841690 w 1020353"/>
                      <a:gd name="connsiteY35" fmla="*/ 921074 h 1128161"/>
                      <a:gd name="connsiteX36" fmla="*/ 871468 w 1020353"/>
                      <a:gd name="connsiteY36" fmla="*/ 842570 h 1128161"/>
                      <a:gd name="connsiteX37" fmla="*/ 851165 w 1020353"/>
                      <a:gd name="connsiteY37" fmla="*/ 588110 h 1128161"/>
                      <a:gd name="connsiteX38" fmla="*/ 809206 w 1020353"/>
                      <a:gd name="connsiteY38" fmla="*/ 529909 h 1128161"/>
                      <a:gd name="connsiteX39" fmla="*/ 711753 w 1020353"/>
                      <a:gd name="connsiteY39" fmla="*/ 558333 h 1128161"/>
                      <a:gd name="connsiteX40" fmla="*/ 614300 w 1020353"/>
                      <a:gd name="connsiteY40" fmla="*/ 575929 h 1128161"/>
                      <a:gd name="connsiteX41" fmla="*/ 611593 w 1020353"/>
                      <a:gd name="connsiteY41" fmla="*/ 479829 h 1128161"/>
                      <a:gd name="connsiteX42" fmla="*/ 686037 w 1020353"/>
                      <a:gd name="connsiteY42" fmla="*/ 386437 h 1128161"/>
                      <a:gd name="connsiteX43" fmla="*/ 686037 w 1020353"/>
                      <a:gd name="connsiteY43" fmla="*/ 275449 h 1128161"/>
                      <a:gd name="connsiteX44" fmla="*/ 552039 w 1020353"/>
                      <a:gd name="connsiteY44" fmla="*/ 279510 h 1128161"/>
                      <a:gd name="connsiteX45" fmla="*/ 420748 w 1020353"/>
                      <a:gd name="connsiteY45" fmla="*/ 272742 h 1128161"/>
                      <a:gd name="connsiteX46" fmla="*/ 419395 w 1020353"/>
                      <a:gd name="connsiteY46" fmla="*/ 195592 h 1128161"/>
                      <a:gd name="connsiteX47" fmla="*/ 470828 w 1020353"/>
                      <a:gd name="connsiteY47" fmla="*/ 133330 h 1128161"/>
                      <a:gd name="connsiteX48" fmla="*/ 493838 w 1020353"/>
                      <a:gd name="connsiteY48" fmla="*/ 95432 h 1128161"/>
                      <a:gd name="connsiteX49" fmla="*/ 478949 w 1020353"/>
                      <a:gd name="connsiteY49" fmla="*/ 58887 h 1128161"/>
                      <a:gd name="connsiteX50" fmla="*/ 270508 w 1020353"/>
                      <a:gd name="connsiteY50" fmla="*/ 22342 h 1128161"/>
                      <a:gd name="connsiteX51" fmla="*/ 208247 w 1020353"/>
                      <a:gd name="connsiteY51" fmla="*/ 225369 h 1128161"/>
                      <a:gd name="connsiteX52" fmla="*/ 217721 w 1020353"/>
                      <a:gd name="connsiteY52" fmla="*/ 306580 h 1128161"/>
                      <a:gd name="connsiteX53" fmla="*/ 110794 w 1020353"/>
                      <a:gd name="connsiteY53" fmla="*/ 284924 h 1128161"/>
                      <a:gd name="connsiteX54" fmla="*/ 47179 w 1020353"/>
                      <a:gd name="connsiteY54" fmla="*/ 344478 h 1128161"/>
                      <a:gd name="connsiteX55" fmla="*/ 74249 w 1020353"/>
                      <a:gd name="connsiteY55" fmla="*/ 435163 h 1128161"/>
                      <a:gd name="connsiteX56" fmla="*/ 196065 w 1020353"/>
                      <a:gd name="connsiteY56" fmla="*/ 574575 h 1128161"/>
                      <a:gd name="connsiteX57" fmla="*/ 210954 w 1020353"/>
                      <a:gd name="connsiteY57" fmla="*/ 598938 h 1128161"/>
                      <a:gd name="connsiteX58" fmla="*/ 189298 w 1020353"/>
                      <a:gd name="connsiteY58" fmla="*/ 640897 h 1128161"/>
                      <a:gd name="connsiteX59" fmla="*/ 85077 w 1020353"/>
                      <a:gd name="connsiteY59" fmla="*/ 678796 h 1128161"/>
                      <a:gd name="connsiteX60" fmla="*/ 2513 w 1020353"/>
                      <a:gd name="connsiteY60" fmla="*/ 746471 h 1128161"/>
                      <a:gd name="connsiteX61" fmla="*/ 49886 w 1020353"/>
                      <a:gd name="connsiteY61" fmla="*/ 849338 h 1128161"/>
                      <a:gd name="connsiteX62" fmla="*/ 154106 w 1020353"/>
                      <a:gd name="connsiteY62" fmla="*/ 910246 h 1128161"/>
                      <a:gd name="connsiteX63" fmla="*/ 175763 w 1020353"/>
                      <a:gd name="connsiteY63" fmla="*/ 935963 h 1128161"/>
                      <a:gd name="connsiteX64" fmla="*/ 154106 w 1020353"/>
                      <a:gd name="connsiteY64" fmla="*/ 988750 h 1128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020353" h="1128161">
                        <a:moveTo>
                          <a:pt x="154106" y="988750"/>
                        </a:moveTo>
                        <a:cubicBezTo>
                          <a:pt x="112147" y="1034769"/>
                          <a:pt x="68835" y="1082142"/>
                          <a:pt x="26876" y="1128161"/>
                        </a:cubicBezTo>
                        <a:lnTo>
                          <a:pt x="542564" y="1128161"/>
                        </a:lnTo>
                        <a:cubicBezTo>
                          <a:pt x="524969" y="1091616"/>
                          <a:pt x="507373" y="1053718"/>
                          <a:pt x="491131" y="1015820"/>
                        </a:cubicBezTo>
                        <a:cubicBezTo>
                          <a:pt x="480303" y="991457"/>
                          <a:pt x="472182" y="965740"/>
                          <a:pt x="464060" y="938670"/>
                        </a:cubicBezTo>
                        <a:cubicBezTo>
                          <a:pt x="464060" y="938670"/>
                          <a:pt x="464060" y="938670"/>
                          <a:pt x="462707" y="938670"/>
                        </a:cubicBezTo>
                        <a:cubicBezTo>
                          <a:pt x="404506" y="933256"/>
                          <a:pt x="347659" y="929195"/>
                          <a:pt x="289458" y="923781"/>
                        </a:cubicBezTo>
                        <a:cubicBezTo>
                          <a:pt x="281336" y="923781"/>
                          <a:pt x="284044" y="911600"/>
                          <a:pt x="290811" y="912953"/>
                        </a:cubicBezTo>
                        <a:cubicBezTo>
                          <a:pt x="347659" y="918367"/>
                          <a:pt x="403152" y="922428"/>
                          <a:pt x="460000" y="927842"/>
                        </a:cubicBezTo>
                        <a:cubicBezTo>
                          <a:pt x="445111" y="875055"/>
                          <a:pt x="434283" y="819561"/>
                          <a:pt x="423455" y="765420"/>
                        </a:cubicBezTo>
                        <a:cubicBezTo>
                          <a:pt x="418041" y="739704"/>
                          <a:pt x="412627" y="713987"/>
                          <a:pt x="408567" y="688270"/>
                        </a:cubicBezTo>
                        <a:cubicBezTo>
                          <a:pt x="377436" y="680149"/>
                          <a:pt x="347659" y="672028"/>
                          <a:pt x="316528" y="663907"/>
                        </a:cubicBezTo>
                        <a:cubicBezTo>
                          <a:pt x="301639" y="659846"/>
                          <a:pt x="285397" y="657139"/>
                          <a:pt x="279983" y="639544"/>
                        </a:cubicBezTo>
                        <a:cubicBezTo>
                          <a:pt x="277276" y="632776"/>
                          <a:pt x="288104" y="628716"/>
                          <a:pt x="290811" y="635483"/>
                        </a:cubicBezTo>
                        <a:cubicBezTo>
                          <a:pt x="296225" y="653079"/>
                          <a:pt x="340891" y="657139"/>
                          <a:pt x="355780" y="661200"/>
                        </a:cubicBezTo>
                        <a:cubicBezTo>
                          <a:pt x="372022" y="665260"/>
                          <a:pt x="388264" y="670674"/>
                          <a:pt x="404506" y="674735"/>
                        </a:cubicBezTo>
                        <a:cubicBezTo>
                          <a:pt x="392324" y="609766"/>
                          <a:pt x="378789" y="544798"/>
                          <a:pt x="367961" y="479829"/>
                        </a:cubicBezTo>
                        <a:cubicBezTo>
                          <a:pt x="366608" y="473062"/>
                          <a:pt x="378789" y="471708"/>
                          <a:pt x="378789" y="478476"/>
                        </a:cubicBezTo>
                        <a:cubicBezTo>
                          <a:pt x="395032" y="573222"/>
                          <a:pt x="413981" y="667967"/>
                          <a:pt x="432930" y="762713"/>
                        </a:cubicBezTo>
                        <a:cubicBezTo>
                          <a:pt x="434283" y="768127"/>
                          <a:pt x="435637" y="773541"/>
                          <a:pt x="436990" y="778955"/>
                        </a:cubicBezTo>
                        <a:cubicBezTo>
                          <a:pt x="466767" y="731582"/>
                          <a:pt x="492484" y="681503"/>
                          <a:pt x="511433" y="627362"/>
                        </a:cubicBezTo>
                        <a:cubicBezTo>
                          <a:pt x="514140" y="620594"/>
                          <a:pt x="524969" y="624655"/>
                          <a:pt x="522262" y="631423"/>
                        </a:cubicBezTo>
                        <a:cubicBezTo>
                          <a:pt x="501959" y="688270"/>
                          <a:pt x="474889" y="742411"/>
                          <a:pt x="441051" y="792490"/>
                        </a:cubicBezTo>
                        <a:cubicBezTo>
                          <a:pt x="441051" y="792490"/>
                          <a:pt x="439697" y="793844"/>
                          <a:pt x="439697" y="793844"/>
                        </a:cubicBezTo>
                        <a:cubicBezTo>
                          <a:pt x="455940" y="872348"/>
                          <a:pt x="473535" y="950851"/>
                          <a:pt x="507373" y="1025294"/>
                        </a:cubicBezTo>
                        <a:cubicBezTo>
                          <a:pt x="510080" y="1032062"/>
                          <a:pt x="512787" y="1037476"/>
                          <a:pt x="516848" y="1044244"/>
                        </a:cubicBezTo>
                        <a:cubicBezTo>
                          <a:pt x="560160" y="994164"/>
                          <a:pt x="602119" y="941377"/>
                          <a:pt x="640017" y="887236"/>
                        </a:cubicBezTo>
                        <a:cubicBezTo>
                          <a:pt x="644078" y="881822"/>
                          <a:pt x="653552" y="888590"/>
                          <a:pt x="649492" y="894004"/>
                        </a:cubicBezTo>
                        <a:cubicBezTo>
                          <a:pt x="610240" y="949498"/>
                          <a:pt x="568281" y="1003638"/>
                          <a:pt x="523615" y="1055072"/>
                        </a:cubicBezTo>
                        <a:cubicBezTo>
                          <a:pt x="523615" y="1055072"/>
                          <a:pt x="522262" y="1055072"/>
                          <a:pt x="522262" y="1056425"/>
                        </a:cubicBezTo>
                        <a:cubicBezTo>
                          <a:pt x="533090" y="1079435"/>
                          <a:pt x="543918" y="1103798"/>
                          <a:pt x="554746" y="1126808"/>
                        </a:cubicBezTo>
                        <a:lnTo>
                          <a:pt x="1019000" y="1126808"/>
                        </a:lnTo>
                        <a:cubicBezTo>
                          <a:pt x="1020354" y="1122747"/>
                          <a:pt x="1020354" y="1118687"/>
                          <a:pt x="1020354" y="1113273"/>
                        </a:cubicBezTo>
                        <a:cubicBezTo>
                          <a:pt x="1020354" y="1074021"/>
                          <a:pt x="991930" y="1041537"/>
                          <a:pt x="960799" y="1018527"/>
                        </a:cubicBezTo>
                        <a:cubicBezTo>
                          <a:pt x="929669" y="995517"/>
                          <a:pt x="893124" y="980629"/>
                          <a:pt x="864700" y="954912"/>
                        </a:cubicBezTo>
                        <a:cubicBezTo>
                          <a:pt x="853872" y="945437"/>
                          <a:pt x="844397" y="934609"/>
                          <a:pt x="841690" y="921074"/>
                        </a:cubicBezTo>
                        <a:cubicBezTo>
                          <a:pt x="834923" y="892650"/>
                          <a:pt x="857932" y="868287"/>
                          <a:pt x="871468" y="842570"/>
                        </a:cubicBezTo>
                        <a:cubicBezTo>
                          <a:pt x="914780" y="766774"/>
                          <a:pt x="883649" y="670674"/>
                          <a:pt x="851165" y="588110"/>
                        </a:cubicBezTo>
                        <a:cubicBezTo>
                          <a:pt x="841690" y="565100"/>
                          <a:pt x="830862" y="540737"/>
                          <a:pt x="809206" y="529909"/>
                        </a:cubicBezTo>
                        <a:cubicBezTo>
                          <a:pt x="776722" y="515021"/>
                          <a:pt x="740177" y="538030"/>
                          <a:pt x="711753" y="558333"/>
                        </a:cubicBezTo>
                        <a:cubicBezTo>
                          <a:pt x="681976" y="578636"/>
                          <a:pt x="642724" y="597585"/>
                          <a:pt x="614300" y="575929"/>
                        </a:cubicBezTo>
                        <a:cubicBezTo>
                          <a:pt x="585877" y="554272"/>
                          <a:pt x="592644" y="509607"/>
                          <a:pt x="611593" y="479829"/>
                        </a:cubicBezTo>
                        <a:cubicBezTo>
                          <a:pt x="633249" y="445992"/>
                          <a:pt x="665734" y="420275"/>
                          <a:pt x="686037" y="386437"/>
                        </a:cubicBezTo>
                        <a:cubicBezTo>
                          <a:pt x="707693" y="352599"/>
                          <a:pt x="714460" y="303873"/>
                          <a:pt x="686037" y="275449"/>
                        </a:cubicBezTo>
                        <a:cubicBezTo>
                          <a:pt x="652199" y="242965"/>
                          <a:pt x="596705" y="260560"/>
                          <a:pt x="552039" y="279510"/>
                        </a:cubicBezTo>
                        <a:cubicBezTo>
                          <a:pt x="508726" y="298459"/>
                          <a:pt x="449172" y="310640"/>
                          <a:pt x="420748" y="272742"/>
                        </a:cubicBezTo>
                        <a:cubicBezTo>
                          <a:pt x="404506" y="251086"/>
                          <a:pt x="407213" y="219955"/>
                          <a:pt x="419395" y="195592"/>
                        </a:cubicBezTo>
                        <a:cubicBezTo>
                          <a:pt x="431576" y="171229"/>
                          <a:pt x="451879" y="152279"/>
                          <a:pt x="470828" y="133330"/>
                        </a:cubicBezTo>
                        <a:cubicBezTo>
                          <a:pt x="481656" y="122502"/>
                          <a:pt x="492484" y="110321"/>
                          <a:pt x="493838" y="95432"/>
                        </a:cubicBezTo>
                        <a:cubicBezTo>
                          <a:pt x="495191" y="81897"/>
                          <a:pt x="487070" y="69715"/>
                          <a:pt x="478949" y="58887"/>
                        </a:cubicBezTo>
                        <a:cubicBezTo>
                          <a:pt x="431576" y="-2021"/>
                          <a:pt x="336830" y="-18263"/>
                          <a:pt x="270508" y="22342"/>
                        </a:cubicBezTo>
                        <a:cubicBezTo>
                          <a:pt x="204186" y="62948"/>
                          <a:pt x="175763" y="154987"/>
                          <a:pt x="208247" y="225369"/>
                        </a:cubicBezTo>
                        <a:cubicBezTo>
                          <a:pt x="220428" y="252439"/>
                          <a:pt x="239378" y="286277"/>
                          <a:pt x="217721" y="306580"/>
                        </a:cubicBezTo>
                        <a:cubicBezTo>
                          <a:pt x="189298" y="333650"/>
                          <a:pt x="148692" y="288984"/>
                          <a:pt x="110794" y="284924"/>
                        </a:cubicBezTo>
                        <a:cubicBezTo>
                          <a:pt x="78310" y="282217"/>
                          <a:pt x="51239" y="313347"/>
                          <a:pt x="47179" y="344478"/>
                        </a:cubicBezTo>
                        <a:cubicBezTo>
                          <a:pt x="43118" y="376962"/>
                          <a:pt x="56654" y="408093"/>
                          <a:pt x="74249" y="435163"/>
                        </a:cubicBezTo>
                        <a:cubicBezTo>
                          <a:pt x="108087" y="487950"/>
                          <a:pt x="154106" y="529909"/>
                          <a:pt x="196065" y="574575"/>
                        </a:cubicBezTo>
                        <a:cubicBezTo>
                          <a:pt x="202833" y="581343"/>
                          <a:pt x="209600" y="589464"/>
                          <a:pt x="210954" y="598938"/>
                        </a:cubicBezTo>
                        <a:cubicBezTo>
                          <a:pt x="213661" y="615181"/>
                          <a:pt x="201479" y="630069"/>
                          <a:pt x="189298" y="640897"/>
                        </a:cubicBezTo>
                        <a:cubicBezTo>
                          <a:pt x="159520" y="662553"/>
                          <a:pt x="120269" y="667967"/>
                          <a:pt x="85077" y="678796"/>
                        </a:cubicBezTo>
                        <a:cubicBezTo>
                          <a:pt x="49886" y="689624"/>
                          <a:pt x="11988" y="711280"/>
                          <a:pt x="2513" y="746471"/>
                        </a:cubicBezTo>
                        <a:cubicBezTo>
                          <a:pt x="-8315" y="785723"/>
                          <a:pt x="17402" y="824975"/>
                          <a:pt x="49886" y="849338"/>
                        </a:cubicBezTo>
                        <a:cubicBezTo>
                          <a:pt x="82370" y="873701"/>
                          <a:pt x="121622" y="887236"/>
                          <a:pt x="154106" y="910246"/>
                        </a:cubicBezTo>
                        <a:cubicBezTo>
                          <a:pt x="163581" y="917013"/>
                          <a:pt x="173055" y="925135"/>
                          <a:pt x="175763" y="935963"/>
                        </a:cubicBezTo>
                        <a:cubicBezTo>
                          <a:pt x="179823" y="958972"/>
                          <a:pt x="166288" y="976568"/>
                          <a:pt x="154106" y="988750"/>
                        </a:cubicBezTo>
                        <a:close/>
                      </a:path>
                    </a:pathLst>
                  </a:custGeom>
                  <a:solidFill>
                    <a:schemeClr val="accent1">
                      <a:lumMod val="40000"/>
                      <a:lumOff val="60000"/>
                    </a:schemeClr>
                  </a:solidFill>
                  <a:ln w="13514"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036E00EF-8FF4-4D25-A192-77833DCB600A}"/>
                      </a:ext>
                    </a:extLst>
                  </p:cNvPr>
                  <p:cNvSpPr/>
                  <p:nvPr/>
                </p:nvSpPr>
                <p:spPr>
                  <a:xfrm>
                    <a:off x="7027731" y="4338839"/>
                    <a:ext cx="4270328" cy="1289896"/>
                  </a:xfrm>
                  <a:custGeom>
                    <a:avLst/>
                    <a:gdLst>
                      <a:gd name="connsiteX0" fmla="*/ 4270329 w 4270328"/>
                      <a:gd name="connsiteY0" fmla="*/ 1289897 h 1289896"/>
                      <a:gd name="connsiteX1" fmla="*/ 0 w 4270328"/>
                      <a:gd name="connsiteY1" fmla="*/ 1289897 h 1289896"/>
                      <a:gd name="connsiteX2" fmla="*/ 426356 w 4270328"/>
                      <a:gd name="connsiteY2" fmla="*/ 847298 h 1289896"/>
                      <a:gd name="connsiteX3" fmla="*/ 690291 w 4270328"/>
                      <a:gd name="connsiteY3" fmla="*/ 787744 h 1289896"/>
                      <a:gd name="connsiteX4" fmla="*/ 981296 w 4270328"/>
                      <a:gd name="connsiteY4" fmla="*/ 372216 h 1289896"/>
                      <a:gd name="connsiteX5" fmla="*/ 2026207 w 4270328"/>
                      <a:gd name="connsiteY5" fmla="*/ 0 h 1289896"/>
                      <a:gd name="connsiteX6" fmla="*/ 3305275 w 4270328"/>
                      <a:gd name="connsiteY6" fmla="*/ 663221 h 1289896"/>
                      <a:gd name="connsiteX7" fmla="*/ 3387839 w 4270328"/>
                      <a:gd name="connsiteY7" fmla="*/ 659160 h 1289896"/>
                      <a:gd name="connsiteX8" fmla="*/ 4118736 w 4270328"/>
                      <a:gd name="connsiteY8" fmla="*/ 1235756 h 1289896"/>
                      <a:gd name="connsiteX9" fmla="*/ 4118736 w 4270328"/>
                      <a:gd name="connsiteY9" fmla="*/ 1243877 h 1289896"/>
                      <a:gd name="connsiteX10" fmla="*/ 4270329 w 4270328"/>
                      <a:gd name="connsiteY10" fmla="*/ 1289897 h 128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70328" h="1289896">
                        <a:moveTo>
                          <a:pt x="4270329" y="1289897"/>
                        </a:moveTo>
                        <a:lnTo>
                          <a:pt x="0" y="1289897"/>
                        </a:lnTo>
                        <a:cubicBezTo>
                          <a:pt x="44666" y="1094991"/>
                          <a:pt x="207087" y="931216"/>
                          <a:pt x="426356" y="847298"/>
                        </a:cubicBezTo>
                        <a:cubicBezTo>
                          <a:pt x="507567" y="816168"/>
                          <a:pt x="596899" y="794511"/>
                          <a:pt x="690291" y="787744"/>
                        </a:cubicBezTo>
                        <a:cubicBezTo>
                          <a:pt x="748492" y="632090"/>
                          <a:pt x="848652" y="491325"/>
                          <a:pt x="981296" y="372216"/>
                        </a:cubicBezTo>
                        <a:cubicBezTo>
                          <a:pt x="1235756" y="143472"/>
                          <a:pt x="1610679" y="0"/>
                          <a:pt x="2026207" y="0"/>
                        </a:cubicBezTo>
                        <a:cubicBezTo>
                          <a:pt x="2600096" y="0"/>
                          <a:pt x="3091420" y="273409"/>
                          <a:pt x="3305275" y="663221"/>
                        </a:cubicBezTo>
                        <a:cubicBezTo>
                          <a:pt x="3332345" y="660514"/>
                          <a:pt x="3359416" y="659160"/>
                          <a:pt x="3387839" y="659160"/>
                        </a:cubicBezTo>
                        <a:cubicBezTo>
                          <a:pt x="3791186" y="659160"/>
                          <a:pt x="4118736" y="917681"/>
                          <a:pt x="4118736" y="1235756"/>
                        </a:cubicBezTo>
                        <a:cubicBezTo>
                          <a:pt x="4118736" y="1238463"/>
                          <a:pt x="4118736" y="1241170"/>
                          <a:pt x="4118736" y="1243877"/>
                        </a:cubicBezTo>
                        <a:cubicBezTo>
                          <a:pt x="4174230" y="1251999"/>
                          <a:pt x="4224310" y="1268240"/>
                          <a:pt x="4270329" y="1289897"/>
                        </a:cubicBezTo>
                        <a:close/>
                      </a:path>
                    </a:pathLst>
                  </a:custGeom>
                  <a:solidFill>
                    <a:schemeClr val="accent1">
                      <a:lumMod val="40000"/>
                      <a:lumOff val="60000"/>
                      <a:alpha val="50000"/>
                    </a:schemeClr>
                  </a:solidFill>
                  <a:ln w="13514"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18A2EC04-7B7F-4AC0-A74F-1AFE1DEFE075}"/>
                      </a:ext>
                    </a:extLst>
                  </p:cNvPr>
                  <p:cNvSpPr/>
                  <p:nvPr/>
                </p:nvSpPr>
                <p:spPr>
                  <a:xfrm>
                    <a:off x="7721008" y="4572636"/>
                    <a:ext cx="3317456" cy="1004305"/>
                  </a:xfrm>
                  <a:custGeom>
                    <a:avLst/>
                    <a:gdLst>
                      <a:gd name="connsiteX0" fmla="*/ 0 w 3317456"/>
                      <a:gd name="connsiteY0" fmla="*/ 1004306 h 1004305"/>
                      <a:gd name="connsiteX1" fmla="*/ 3317457 w 3317456"/>
                      <a:gd name="connsiteY1" fmla="*/ 1004306 h 1004305"/>
                      <a:gd name="connsiteX2" fmla="*/ 2985847 w 3317456"/>
                      <a:gd name="connsiteY2" fmla="*/ 660514 h 1004305"/>
                      <a:gd name="connsiteX3" fmla="*/ 2780113 w 3317456"/>
                      <a:gd name="connsiteY3" fmla="*/ 613141 h 1004305"/>
                      <a:gd name="connsiteX4" fmla="*/ 2554076 w 3317456"/>
                      <a:gd name="connsiteY4" fmla="*/ 289651 h 1004305"/>
                      <a:gd name="connsiteX5" fmla="*/ 1741969 w 3317456"/>
                      <a:gd name="connsiteY5" fmla="*/ 0 h 1004305"/>
                      <a:gd name="connsiteX6" fmla="*/ 747138 w 3317456"/>
                      <a:gd name="connsiteY6" fmla="*/ 515688 h 1004305"/>
                      <a:gd name="connsiteX7" fmla="*/ 683523 w 3317456"/>
                      <a:gd name="connsiteY7" fmla="*/ 512981 h 1004305"/>
                      <a:gd name="connsiteX8" fmla="*/ 115048 w 3317456"/>
                      <a:gd name="connsiteY8" fmla="*/ 960993 h 1004305"/>
                      <a:gd name="connsiteX9" fmla="*/ 115048 w 3317456"/>
                      <a:gd name="connsiteY9" fmla="*/ 967761 h 1004305"/>
                      <a:gd name="connsiteX10" fmla="*/ 0 w 3317456"/>
                      <a:gd name="connsiteY10" fmla="*/ 1004306 h 100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17456" h="1004305">
                        <a:moveTo>
                          <a:pt x="0" y="1004306"/>
                        </a:moveTo>
                        <a:lnTo>
                          <a:pt x="3317457" y="1004306"/>
                        </a:lnTo>
                        <a:cubicBezTo>
                          <a:pt x="3282265" y="852712"/>
                          <a:pt x="3156389" y="725482"/>
                          <a:pt x="2985847" y="660514"/>
                        </a:cubicBezTo>
                        <a:cubicBezTo>
                          <a:pt x="2922231" y="636151"/>
                          <a:pt x="2853203" y="619908"/>
                          <a:pt x="2780113" y="613141"/>
                        </a:cubicBezTo>
                        <a:cubicBezTo>
                          <a:pt x="2735447" y="492678"/>
                          <a:pt x="2656943" y="381690"/>
                          <a:pt x="2554076" y="289651"/>
                        </a:cubicBezTo>
                        <a:cubicBezTo>
                          <a:pt x="2356464" y="112342"/>
                          <a:pt x="2065459" y="0"/>
                          <a:pt x="1741969" y="0"/>
                        </a:cubicBezTo>
                        <a:cubicBezTo>
                          <a:pt x="1296664" y="0"/>
                          <a:pt x="913620" y="212501"/>
                          <a:pt x="747138" y="515688"/>
                        </a:cubicBezTo>
                        <a:cubicBezTo>
                          <a:pt x="725482" y="514334"/>
                          <a:pt x="705180" y="512981"/>
                          <a:pt x="683523" y="512981"/>
                        </a:cubicBezTo>
                        <a:cubicBezTo>
                          <a:pt x="369509" y="512981"/>
                          <a:pt x="115048" y="713301"/>
                          <a:pt x="115048" y="960993"/>
                        </a:cubicBezTo>
                        <a:cubicBezTo>
                          <a:pt x="115048" y="963700"/>
                          <a:pt x="115048" y="965054"/>
                          <a:pt x="115048" y="967761"/>
                        </a:cubicBezTo>
                        <a:cubicBezTo>
                          <a:pt x="74443" y="975882"/>
                          <a:pt x="35191" y="988063"/>
                          <a:pt x="0" y="1004306"/>
                        </a:cubicBezTo>
                        <a:close/>
                      </a:path>
                    </a:pathLst>
                  </a:custGeom>
                  <a:solidFill>
                    <a:schemeClr val="accent1">
                      <a:lumMod val="60000"/>
                      <a:lumOff val="40000"/>
                      <a:alpha val="70000"/>
                    </a:schemeClr>
                  </a:solidFill>
                  <a:ln w="13514"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52C7A9E0-2236-47C3-85AF-39EB72DC8310}"/>
                      </a:ext>
                    </a:extLst>
                  </p:cNvPr>
                  <p:cNvSpPr/>
                  <p:nvPr/>
                </p:nvSpPr>
                <p:spPr>
                  <a:xfrm>
                    <a:off x="8229928" y="4419290"/>
                    <a:ext cx="607726" cy="1157714"/>
                  </a:xfrm>
                  <a:custGeom>
                    <a:avLst/>
                    <a:gdLst>
                      <a:gd name="connsiteX0" fmla="*/ 596899 w 607726"/>
                      <a:gd name="connsiteY0" fmla="*/ 624369 h 1157714"/>
                      <a:gd name="connsiteX1" fmla="*/ 596899 w 607726"/>
                      <a:gd name="connsiteY1" fmla="*/ 624369 h 1157714"/>
                      <a:gd name="connsiteX2" fmla="*/ 484557 w 607726"/>
                      <a:gd name="connsiteY2" fmla="*/ 624369 h 1157714"/>
                      <a:gd name="connsiteX3" fmla="*/ 512981 w 607726"/>
                      <a:gd name="connsiteY3" fmla="*/ 483603 h 1157714"/>
                      <a:gd name="connsiteX4" fmla="*/ 514334 w 607726"/>
                      <a:gd name="connsiteY4" fmla="*/ 483603 h 1157714"/>
                      <a:gd name="connsiteX5" fmla="*/ 514334 w 607726"/>
                      <a:gd name="connsiteY5" fmla="*/ 482250 h 1157714"/>
                      <a:gd name="connsiteX6" fmla="*/ 605020 w 607726"/>
                      <a:gd name="connsiteY6" fmla="*/ 428109 h 1157714"/>
                      <a:gd name="connsiteX7" fmla="*/ 605020 w 607726"/>
                      <a:gd name="connsiteY7" fmla="*/ 428109 h 1157714"/>
                      <a:gd name="connsiteX8" fmla="*/ 607727 w 607726"/>
                      <a:gd name="connsiteY8" fmla="*/ 422695 h 1157714"/>
                      <a:gd name="connsiteX9" fmla="*/ 596899 w 607726"/>
                      <a:gd name="connsiteY9" fmla="*/ 417281 h 1157714"/>
                      <a:gd name="connsiteX10" fmla="*/ 595545 w 607726"/>
                      <a:gd name="connsiteY10" fmla="*/ 417281 h 1157714"/>
                      <a:gd name="connsiteX11" fmla="*/ 595545 w 607726"/>
                      <a:gd name="connsiteY11" fmla="*/ 417281 h 1157714"/>
                      <a:gd name="connsiteX12" fmla="*/ 510274 w 607726"/>
                      <a:gd name="connsiteY12" fmla="*/ 430816 h 1157714"/>
                      <a:gd name="connsiteX13" fmla="*/ 506213 w 607726"/>
                      <a:gd name="connsiteY13" fmla="*/ 395625 h 1157714"/>
                      <a:gd name="connsiteX14" fmla="*/ 489971 w 607726"/>
                      <a:gd name="connsiteY14" fmla="*/ 323889 h 1157714"/>
                      <a:gd name="connsiteX15" fmla="*/ 600959 w 607726"/>
                      <a:gd name="connsiteY15" fmla="*/ 238618 h 1157714"/>
                      <a:gd name="connsiteX16" fmla="*/ 590131 w 607726"/>
                      <a:gd name="connsiteY16" fmla="*/ 235910 h 1157714"/>
                      <a:gd name="connsiteX17" fmla="*/ 588778 w 607726"/>
                      <a:gd name="connsiteY17" fmla="*/ 235910 h 1157714"/>
                      <a:gd name="connsiteX18" fmla="*/ 588778 w 607726"/>
                      <a:gd name="connsiteY18" fmla="*/ 235910 h 1157714"/>
                      <a:gd name="connsiteX19" fmla="*/ 487264 w 607726"/>
                      <a:gd name="connsiteY19" fmla="*/ 313061 h 1157714"/>
                      <a:gd name="connsiteX20" fmla="*/ 434477 w 607726"/>
                      <a:gd name="connsiteY20" fmla="*/ 176356 h 1157714"/>
                      <a:gd name="connsiteX21" fmla="*/ 546819 w 607726"/>
                      <a:gd name="connsiteY21" fmla="*/ 91085 h 1157714"/>
                      <a:gd name="connsiteX22" fmla="*/ 535991 w 607726"/>
                      <a:gd name="connsiteY22" fmla="*/ 88378 h 1157714"/>
                      <a:gd name="connsiteX23" fmla="*/ 534637 w 607726"/>
                      <a:gd name="connsiteY23" fmla="*/ 88378 h 1157714"/>
                      <a:gd name="connsiteX24" fmla="*/ 534637 w 607726"/>
                      <a:gd name="connsiteY24" fmla="*/ 88378 h 1157714"/>
                      <a:gd name="connsiteX25" fmla="*/ 433124 w 607726"/>
                      <a:gd name="connsiteY25" fmla="*/ 170942 h 1157714"/>
                      <a:gd name="connsiteX26" fmla="*/ 397932 w 607726"/>
                      <a:gd name="connsiteY26" fmla="*/ 96499 h 1157714"/>
                      <a:gd name="connsiteX27" fmla="*/ 393872 w 607726"/>
                      <a:gd name="connsiteY27" fmla="*/ 92438 h 1157714"/>
                      <a:gd name="connsiteX28" fmla="*/ 299126 w 607726"/>
                      <a:gd name="connsiteY28" fmla="*/ 400 h 1157714"/>
                      <a:gd name="connsiteX29" fmla="*/ 299126 w 607726"/>
                      <a:gd name="connsiteY29" fmla="*/ 400 h 1157714"/>
                      <a:gd name="connsiteX30" fmla="*/ 297773 w 607726"/>
                      <a:gd name="connsiteY30" fmla="*/ 400 h 1157714"/>
                      <a:gd name="connsiteX31" fmla="*/ 286944 w 607726"/>
                      <a:gd name="connsiteY31" fmla="*/ 1753 h 1157714"/>
                      <a:gd name="connsiteX32" fmla="*/ 288298 w 607726"/>
                      <a:gd name="connsiteY32" fmla="*/ 8521 h 1157714"/>
                      <a:gd name="connsiteX33" fmla="*/ 288298 w 607726"/>
                      <a:gd name="connsiteY33" fmla="*/ 8521 h 1157714"/>
                      <a:gd name="connsiteX34" fmla="*/ 387104 w 607726"/>
                      <a:gd name="connsiteY34" fmla="*/ 95145 h 1157714"/>
                      <a:gd name="connsiteX35" fmla="*/ 385751 w 607726"/>
                      <a:gd name="connsiteY35" fmla="*/ 103266 h 1157714"/>
                      <a:gd name="connsiteX36" fmla="*/ 404700 w 607726"/>
                      <a:gd name="connsiteY36" fmla="*/ 142518 h 1157714"/>
                      <a:gd name="connsiteX37" fmla="*/ 303187 w 607726"/>
                      <a:gd name="connsiteY37" fmla="*/ 135751 h 1157714"/>
                      <a:gd name="connsiteX38" fmla="*/ 303187 w 607726"/>
                      <a:gd name="connsiteY38" fmla="*/ 135751 h 1157714"/>
                      <a:gd name="connsiteX39" fmla="*/ 301833 w 607726"/>
                      <a:gd name="connsiteY39" fmla="*/ 137104 h 1157714"/>
                      <a:gd name="connsiteX40" fmla="*/ 292359 w 607726"/>
                      <a:gd name="connsiteY40" fmla="*/ 143872 h 1157714"/>
                      <a:gd name="connsiteX41" fmla="*/ 296419 w 607726"/>
                      <a:gd name="connsiteY41" fmla="*/ 149286 h 1157714"/>
                      <a:gd name="connsiteX42" fmla="*/ 296419 w 607726"/>
                      <a:gd name="connsiteY42" fmla="*/ 149286 h 1157714"/>
                      <a:gd name="connsiteX43" fmla="*/ 296419 w 607726"/>
                      <a:gd name="connsiteY43" fmla="*/ 149286 h 1157714"/>
                      <a:gd name="connsiteX44" fmla="*/ 422296 w 607726"/>
                      <a:gd name="connsiteY44" fmla="*/ 180417 h 1157714"/>
                      <a:gd name="connsiteX45" fmla="*/ 452073 w 607726"/>
                      <a:gd name="connsiteY45" fmla="*/ 252153 h 1157714"/>
                      <a:gd name="connsiteX46" fmla="*/ 391165 w 607726"/>
                      <a:gd name="connsiteY46" fmla="*/ 237264 h 1157714"/>
                      <a:gd name="connsiteX47" fmla="*/ 391165 w 607726"/>
                      <a:gd name="connsiteY47" fmla="*/ 237264 h 1157714"/>
                      <a:gd name="connsiteX48" fmla="*/ 389811 w 607726"/>
                      <a:gd name="connsiteY48" fmla="*/ 237264 h 1157714"/>
                      <a:gd name="connsiteX49" fmla="*/ 378983 w 607726"/>
                      <a:gd name="connsiteY49" fmla="*/ 238618 h 1157714"/>
                      <a:gd name="connsiteX50" fmla="*/ 380337 w 607726"/>
                      <a:gd name="connsiteY50" fmla="*/ 244032 h 1157714"/>
                      <a:gd name="connsiteX51" fmla="*/ 380337 w 607726"/>
                      <a:gd name="connsiteY51" fmla="*/ 244032 h 1157714"/>
                      <a:gd name="connsiteX52" fmla="*/ 479143 w 607726"/>
                      <a:gd name="connsiteY52" fmla="*/ 330656 h 1157714"/>
                      <a:gd name="connsiteX53" fmla="*/ 499446 w 607726"/>
                      <a:gd name="connsiteY53" fmla="*/ 433523 h 1157714"/>
                      <a:gd name="connsiteX54" fmla="*/ 499446 w 607726"/>
                      <a:gd name="connsiteY54" fmla="*/ 444351 h 1157714"/>
                      <a:gd name="connsiteX55" fmla="*/ 391165 w 607726"/>
                      <a:gd name="connsiteY55" fmla="*/ 406453 h 1157714"/>
                      <a:gd name="connsiteX56" fmla="*/ 391165 w 607726"/>
                      <a:gd name="connsiteY56" fmla="*/ 406453 h 1157714"/>
                      <a:gd name="connsiteX57" fmla="*/ 378983 w 607726"/>
                      <a:gd name="connsiteY57" fmla="*/ 411867 h 1157714"/>
                      <a:gd name="connsiteX58" fmla="*/ 500799 w 607726"/>
                      <a:gd name="connsiteY58" fmla="*/ 483603 h 1157714"/>
                      <a:gd name="connsiteX59" fmla="*/ 471022 w 607726"/>
                      <a:gd name="connsiteY59" fmla="*/ 620308 h 1157714"/>
                      <a:gd name="connsiteX60" fmla="*/ 396579 w 607726"/>
                      <a:gd name="connsiteY60" fmla="*/ 528269 h 1157714"/>
                      <a:gd name="connsiteX61" fmla="*/ 396579 w 607726"/>
                      <a:gd name="connsiteY61" fmla="*/ 528269 h 1157714"/>
                      <a:gd name="connsiteX62" fmla="*/ 395225 w 607726"/>
                      <a:gd name="connsiteY62" fmla="*/ 528269 h 1157714"/>
                      <a:gd name="connsiteX63" fmla="*/ 383044 w 607726"/>
                      <a:gd name="connsiteY63" fmla="*/ 526916 h 1157714"/>
                      <a:gd name="connsiteX64" fmla="*/ 381690 w 607726"/>
                      <a:gd name="connsiteY64" fmla="*/ 532330 h 1157714"/>
                      <a:gd name="connsiteX65" fmla="*/ 381690 w 607726"/>
                      <a:gd name="connsiteY65" fmla="*/ 533683 h 1157714"/>
                      <a:gd name="connsiteX66" fmla="*/ 381690 w 607726"/>
                      <a:gd name="connsiteY66" fmla="*/ 533683 h 1157714"/>
                      <a:gd name="connsiteX67" fmla="*/ 456133 w 607726"/>
                      <a:gd name="connsiteY67" fmla="*/ 651439 h 1157714"/>
                      <a:gd name="connsiteX68" fmla="*/ 377630 w 607726"/>
                      <a:gd name="connsiteY68" fmla="*/ 758366 h 1157714"/>
                      <a:gd name="connsiteX69" fmla="*/ 377630 w 607726"/>
                      <a:gd name="connsiteY69" fmla="*/ 758366 h 1157714"/>
                      <a:gd name="connsiteX70" fmla="*/ 322136 w 607726"/>
                      <a:gd name="connsiteY70" fmla="*/ 656853 h 1157714"/>
                      <a:gd name="connsiteX71" fmla="*/ 322136 w 607726"/>
                      <a:gd name="connsiteY71" fmla="*/ 656853 h 1157714"/>
                      <a:gd name="connsiteX72" fmla="*/ 320782 w 607726"/>
                      <a:gd name="connsiteY72" fmla="*/ 656853 h 1157714"/>
                      <a:gd name="connsiteX73" fmla="*/ 308601 w 607726"/>
                      <a:gd name="connsiteY73" fmla="*/ 652792 h 1157714"/>
                      <a:gd name="connsiteX74" fmla="*/ 349206 w 607726"/>
                      <a:gd name="connsiteY74" fmla="*/ 786790 h 1157714"/>
                      <a:gd name="connsiteX75" fmla="*/ 192199 w 607726"/>
                      <a:gd name="connsiteY75" fmla="*/ 955979 h 1157714"/>
                      <a:gd name="connsiteX76" fmla="*/ 85271 w 607726"/>
                      <a:gd name="connsiteY76" fmla="*/ 849051 h 1157714"/>
                      <a:gd name="connsiteX77" fmla="*/ 85271 w 607726"/>
                      <a:gd name="connsiteY77" fmla="*/ 849051 h 1157714"/>
                      <a:gd name="connsiteX78" fmla="*/ 83918 w 607726"/>
                      <a:gd name="connsiteY78" fmla="*/ 849051 h 1157714"/>
                      <a:gd name="connsiteX79" fmla="*/ 69029 w 607726"/>
                      <a:gd name="connsiteY79" fmla="*/ 849051 h 1157714"/>
                      <a:gd name="connsiteX80" fmla="*/ 175957 w 607726"/>
                      <a:gd name="connsiteY80" fmla="*/ 987109 h 1157714"/>
                      <a:gd name="connsiteX81" fmla="*/ 165128 w 607726"/>
                      <a:gd name="connsiteY81" fmla="*/ 1010119 h 1157714"/>
                      <a:gd name="connsiteX82" fmla="*/ 143472 w 607726"/>
                      <a:gd name="connsiteY82" fmla="*/ 1107572 h 1157714"/>
                      <a:gd name="connsiteX83" fmla="*/ 17596 w 607726"/>
                      <a:gd name="connsiteY83" fmla="*/ 1026361 h 1157714"/>
                      <a:gd name="connsiteX84" fmla="*/ 17596 w 607726"/>
                      <a:gd name="connsiteY84" fmla="*/ 1026361 h 1157714"/>
                      <a:gd name="connsiteX85" fmla="*/ 16242 w 607726"/>
                      <a:gd name="connsiteY85" fmla="*/ 1026361 h 1157714"/>
                      <a:gd name="connsiteX86" fmla="*/ 0 w 607726"/>
                      <a:gd name="connsiteY86" fmla="*/ 1029068 h 1157714"/>
                      <a:gd name="connsiteX87" fmla="*/ 1354 w 607726"/>
                      <a:gd name="connsiteY87" fmla="*/ 1038543 h 1157714"/>
                      <a:gd name="connsiteX88" fmla="*/ 1354 w 607726"/>
                      <a:gd name="connsiteY88" fmla="*/ 1038543 h 1157714"/>
                      <a:gd name="connsiteX89" fmla="*/ 140765 w 607726"/>
                      <a:gd name="connsiteY89" fmla="*/ 1157652 h 1157714"/>
                      <a:gd name="connsiteX90" fmla="*/ 159714 w 607726"/>
                      <a:gd name="connsiteY90" fmla="*/ 1157652 h 1157714"/>
                      <a:gd name="connsiteX91" fmla="*/ 305894 w 607726"/>
                      <a:gd name="connsiteY91" fmla="*/ 1045311 h 1157714"/>
                      <a:gd name="connsiteX92" fmla="*/ 305894 w 607726"/>
                      <a:gd name="connsiteY92" fmla="*/ 1045311 h 1157714"/>
                      <a:gd name="connsiteX93" fmla="*/ 307247 w 607726"/>
                      <a:gd name="connsiteY93" fmla="*/ 1035836 h 1157714"/>
                      <a:gd name="connsiteX94" fmla="*/ 291005 w 607726"/>
                      <a:gd name="connsiteY94" fmla="*/ 1033129 h 1157714"/>
                      <a:gd name="connsiteX95" fmla="*/ 289651 w 607726"/>
                      <a:gd name="connsiteY95" fmla="*/ 1033129 h 1157714"/>
                      <a:gd name="connsiteX96" fmla="*/ 289651 w 607726"/>
                      <a:gd name="connsiteY96" fmla="*/ 1033129 h 1157714"/>
                      <a:gd name="connsiteX97" fmla="*/ 158361 w 607726"/>
                      <a:gd name="connsiteY97" fmla="*/ 1111633 h 1157714"/>
                      <a:gd name="connsiteX98" fmla="*/ 190845 w 607726"/>
                      <a:gd name="connsiteY98" fmla="*/ 989817 h 1157714"/>
                      <a:gd name="connsiteX99" fmla="*/ 193552 w 607726"/>
                      <a:gd name="connsiteY99" fmla="*/ 989817 h 1157714"/>
                      <a:gd name="connsiteX100" fmla="*/ 193552 w 607726"/>
                      <a:gd name="connsiteY100" fmla="*/ 983049 h 1157714"/>
                      <a:gd name="connsiteX101" fmla="*/ 196259 w 607726"/>
                      <a:gd name="connsiteY101" fmla="*/ 977635 h 1157714"/>
                      <a:gd name="connsiteX102" fmla="*/ 360034 w 607726"/>
                      <a:gd name="connsiteY102" fmla="*/ 886950 h 1157714"/>
                      <a:gd name="connsiteX103" fmla="*/ 345145 w 607726"/>
                      <a:gd name="connsiteY103" fmla="*/ 881536 h 1157714"/>
                      <a:gd name="connsiteX104" fmla="*/ 343792 w 607726"/>
                      <a:gd name="connsiteY104" fmla="*/ 881536 h 1157714"/>
                      <a:gd name="connsiteX105" fmla="*/ 343792 w 607726"/>
                      <a:gd name="connsiteY105" fmla="*/ 881536 h 1157714"/>
                      <a:gd name="connsiteX106" fmla="*/ 270702 w 607726"/>
                      <a:gd name="connsiteY106" fmla="*/ 880182 h 1157714"/>
                      <a:gd name="connsiteX107" fmla="*/ 361388 w 607726"/>
                      <a:gd name="connsiteY107" fmla="*/ 793557 h 1157714"/>
                      <a:gd name="connsiteX108" fmla="*/ 362741 w 607726"/>
                      <a:gd name="connsiteY108" fmla="*/ 794911 h 1157714"/>
                      <a:gd name="connsiteX109" fmla="*/ 365448 w 607726"/>
                      <a:gd name="connsiteY109" fmla="*/ 789497 h 1157714"/>
                      <a:gd name="connsiteX110" fmla="*/ 369509 w 607726"/>
                      <a:gd name="connsiteY110" fmla="*/ 785436 h 1157714"/>
                      <a:gd name="connsiteX111" fmla="*/ 515688 w 607726"/>
                      <a:gd name="connsiteY111" fmla="*/ 767841 h 1157714"/>
                      <a:gd name="connsiteX112" fmla="*/ 515688 w 607726"/>
                      <a:gd name="connsiteY112" fmla="*/ 767841 h 1157714"/>
                      <a:gd name="connsiteX113" fmla="*/ 519748 w 607726"/>
                      <a:gd name="connsiteY113" fmla="*/ 762427 h 1157714"/>
                      <a:gd name="connsiteX114" fmla="*/ 510274 w 607726"/>
                      <a:gd name="connsiteY114" fmla="*/ 754306 h 1157714"/>
                      <a:gd name="connsiteX115" fmla="*/ 508920 w 607726"/>
                      <a:gd name="connsiteY115" fmla="*/ 752952 h 1157714"/>
                      <a:gd name="connsiteX116" fmla="*/ 508920 w 607726"/>
                      <a:gd name="connsiteY116" fmla="*/ 752952 h 1157714"/>
                      <a:gd name="connsiteX117" fmla="*/ 401993 w 607726"/>
                      <a:gd name="connsiteY117" fmla="*/ 748892 h 1157714"/>
                      <a:gd name="connsiteX118" fmla="*/ 439891 w 607726"/>
                      <a:gd name="connsiteY118" fmla="*/ 702872 h 1157714"/>
                      <a:gd name="connsiteX119" fmla="*/ 466961 w 607726"/>
                      <a:gd name="connsiteY119" fmla="*/ 658206 h 1157714"/>
                      <a:gd name="connsiteX120" fmla="*/ 602313 w 607726"/>
                      <a:gd name="connsiteY120" fmla="*/ 633843 h 1157714"/>
                      <a:gd name="connsiteX121" fmla="*/ 602313 w 607726"/>
                      <a:gd name="connsiteY121" fmla="*/ 633843 h 1157714"/>
                      <a:gd name="connsiteX122" fmla="*/ 606373 w 607726"/>
                      <a:gd name="connsiteY122" fmla="*/ 628429 h 1157714"/>
                      <a:gd name="connsiteX123" fmla="*/ 596899 w 607726"/>
                      <a:gd name="connsiteY123" fmla="*/ 624369 h 1157714"/>
                      <a:gd name="connsiteX124" fmla="*/ 596899 w 607726"/>
                      <a:gd name="connsiteY124" fmla="*/ 624369 h 115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607726" h="1157714">
                        <a:moveTo>
                          <a:pt x="596899" y="624369"/>
                        </a:moveTo>
                        <a:lnTo>
                          <a:pt x="596899" y="624369"/>
                        </a:lnTo>
                        <a:cubicBezTo>
                          <a:pt x="549526" y="587824"/>
                          <a:pt x="510274" y="605419"/>
                          <a:pt x="484557" y="624369"/>
                        </a:cubicBezTo>
                        <a:cubicBezTo>
                          <a:pt x="502153" y="579703"/>
                          <a:pt x="511627" y="532330"/>
                          <a:pt x="512981" y="483603"/>
                        </a:cubicBezTo>
                        <a:cubicBezTo>
                          <a:pt x="512981" y="483603"/>
                          <a:pt x="512981" y="483603"/>
                          <a:pt x="514334" y="483603"/>
                        </a:cubicBezTo>
                        <a:cubicBezTo>
                          <a:pt x="514334" y="483603"/>
                          <a:pt x="514334" y="483603"/>
                          <a:pt x="514334" y="482250"/>
                        </a:cubicBezTo>
                        <a:cubicBezTo>
                          <a:pt x="571182" y="486310"/>
                          <a:pt x="598252" y="444351"/>
                          <a:pt x="605020" y="428109"/>
                        </a:cubicBezTo>
                        <a:lnTo>
                          <a:pt x="605020" y="428109"/>
                        </a:lnTo>
                        <a:cubicBezTo>
                          <a:pt x="606373" y="425402"/>
                          <a:pt x="607727" y="422695"/>
                          <a:pt x="607727" y="422695"/>
                        </a:cubicBezTo>
                        <a:cubicBezTo>
                          <a:pt x="603666" y="421342"/>
                          <a:pt x="600959" y="419988"/>
                          <a:pt x="596899" y="417281"/>
                        </a:cubicBezTo>
                        <a:lnTo>
                          <a:pt x="595545" y="417281"/>
                        </a:lnTo>
                        <a:lnTo>
                          <a:pt x="595545" y="417281"/>
                        </a:lnTo>
                        <a:cubicBezTo>
                          <a:pt x="556293" y="401039"/>
                          <a:pt x="527870" y="413221"/>
                          <a:pt x="510274" y="430816"/>
                        </a:cubicBezTo>
                        <a:cubicBezTo>
                          <a:pt x="508920" y="418635"/>
                          <a:pt x="507567" y="407807"/>
                          <a:pt x="506213" y="395625"/>
                        </a:cubicBezTo>
                        <a:cubicBezTo>
                          <a:pt x="502153" y="371262"/>
                          <a:pt x="496739" y="348252"/>
                          <a:pt x="489971" y="323889"/>
                        </a:cubicBezTo>
                        <a:cubicBezTo>
                          <a:pt x="587424" y="329303"/>
                          <a:pt x="600959" y="238618"/>
                          <a:pt x="600959" y="238618"/>
                        </a:cubicBezTo>
                        <a:cubicBezTo>
                          <a:pt x="596899" y="237264"/>
                          <a:pt x="592838" y="237264"/>
                          <a:pt x="590131" y="235910"/>
                        </a:cubicBezTo>
                        <a:lnTo>
                          <a:pt x="588778" y="235910"/>
                        </a:lnTo>
                        <a:lnTo>
                          <a:pt x="588778" y="235910"/>
                        </a:lnTo>
                        <a:cubicBezTo>
                          <a:pt x="512981" y="222375"/>
                          <a:pt x="492678" y="288698"/>
                          <a:pt x="487264" y="313061"/>
                        </a:cubicBezTo>
                        <a:cubicBezTo>
                          <a:pt x="473729" y="267041"/>
                          <a:pt x="454780" y="221022"/>
                          <a:pt x="434477" y="176356"/>
                        </a:cubicBezTo>
                        <a:cubicBezTo>
                          <a:pt x="533283" y="183124"/>
                          <a:pt x="546819" y="91085"/>
                          <a:pt x="546819" y="91085"/>
                        </a:cubicBezTo>
                        <a:cubicBezTo>
                          <a:pt x="542758" y="89731"/>
                          <a:pt x="538698" y="89731"/>
                          <a:pt x="535991" y="88378"/>
                        </a:cubicBezTo>
                        <a:lnTo>
                          <a:pt x="534637" y="88378"/>
                        </a:lnTo>
                        <a:lnTo>
                          <a:pt x="534637" y="88378"/>
                        </a:lnTo>
                        <a:cubicBezTo>
                          <a:pt x="453426" y="74843"/>
                          <a:pt x="435831" y="150639"/>
                          <a:pt x="433124" y="170942"/>
                        </a:cubicBezTo>
                        <a:cubicBezTo>
                          <a:pt x="422296" y="145225"/>
                          <a:pt x="410114" y="120862"/>
                          <a:pt x="397932" y="96499"/>
                        </a:cubicBezTo>
                        <a:cubicBezTo>
                          <a:pt x="396579" y="95145"/>
                          <a:pt x="395225" y="93792"/>
                          <a:pt x="393872" y="92438"/>
                        </a:cubicBezTo>
                        <a:cubicBezTo>
                          <a:pt x="392518" y="74843"/>
                          <a:pt x="383044" y="-6368"/>
                          <a:pt x="299126" y="400"/>
                        </a:cubicBezTo>
                        <a:lnTo>
                          <a:pt x="299126" y="400"/>
                        </a:lnTo>
                        <a:lnTo>
                          <a:pt x="297773" y="400"/>
                        </a:lnTo>
                        <a:cubicBezTo>
                          <a:pt x="293712" y="400"/>
                          <a:pt x="291005" y="1753"/>
                          <a:pt x="286944" y="1753"/>
                        </a:cubicBezTo>
                        <a:cubicBezTo>
                          <a:pt x="286944" y="1753"/>
                          <a:pt x="286944" y="4460"/>
                          <a:pt x="288298" y="8521"/>
                        </a:cubicBezTo>
                        <a:lnTo>
                          <a:pt x="288298" y="8521"/>
                        </a:lnTo>
                        <a:cubicBezTo>
                          <a:pt x="292359" y="28823"/>
                          <a:pt x="308601" y="91085"/>
                          <a:pt x="387104" y="95145"/>
                        </a:cubicBezTo>
                        <a:cubicBezTo>
                          <a:pt x="385751" y="97852"/>
                          <a:pt x="384397" y="100559"/>
                          <a:pt x="385751" y="103266"/>
                        </a:cubicBezTo>
                        <a:cubicBezTo>
                          <a:pt x="392518" y="116802"/>
                          <a:pt x="397932" y="128983"/>
                          <a:pt x="404700" y="142518"/>
                        </a:cubicBezTo>
                        <a:cubicBezTo>
                          <a:pt x="383044" y="122216"/>
                          <a:pt x="347852" y="105973"/>
                          <a:pt x="303187" y="135751"/>
                        </a:cubicBezTo>
                        <a:lnTo>
                          <a:pt x="303187" y="135751"/>
                        </a:lnTo>
                        <a:lnTo>
                          <a:pt x="301833" y="137104"/>
                        </a:lnTo>
                        <a:cubicBezTo>
                          <a:pt x="299126" y="138458"/>
                          <a:pt x="295066" y="141165"/>
                          <a:pt x="292359" y="143872"/>
                        </a:cubicBezTo>
                        <a:cubicBezTo>
                          <a:pt x="292359" y="143872"/>
                          <a:pt x="293712" y="145225"/>
                          <a:pt x="296419" y="149286"/>
                        </a:cubicBezTo>
                        <a:lnTo>
                          <a:pt x="296419" y="149286"/>
                        </a:lnTo>
                        <a:lnTo>
                          <a:pt x="296419" y="149286"/>
                        </a:lnTo>
                        <a:cubicBezTo>
                          <a:pt x="308601" y="165528"/>
                          <a:pt x="351913" y="212901"/>
                          <a:pt x="422296" y="180417"/>
                        </a:cubicBezTo>
                        <a:cubicBezTo>
                          <a:pt x="433124" y="203426"/>
                          <a:pt x="442598" y="227790"/>
                          <a:pt x="452073" y="252153"/>
                        </a:cubicBezTo>
                        <a:cubicBezTo>
                          <a:pt x="438538" y="241325"/>
                          <a:pt x="418235" y="234557"/>
                          <a:pt x="391165" y="237264"/>
                        </a:cubicBezTo>
                        <a:lnTo>
                          <a:pt x="391165" y="237264"/>
                        </a:lnTo>
                        <a:lnTo>
                          <a:pt x="389811" y="237264"/>
                        </a:lnTo>
                        <a:cubicBezTo>
                          <a:pt x="385751" y="237264"/>
                          <a:pt x="383044" y="238618"/>
                          <a:pt x="378983" y="238618"/>
                        </a:cubicBezTo>
                        <a:cubicBezTo>
                          <a:pt x="378983" y="238618"/>
                          <a:pt x="378983" y="241325"/>
                          <a:pt x="380337" y="244032"/>
                        </a:cubicBezTo>
                        <a:lnTo>
                          <a:pt x="380337" y="244032"/>
                        </a:lnTo>
                        <a:cubicBezTo>
                          <a:pt x="384397" y="264334"/>
                          <a:pt x="400640" y="326596"/>
                          <a:pt x="479143" y="330656"/>
                        </a:cubicBezTo>
                        <a:cubicBezTo>
                          <a:pt x="488618" y="364494"/>
                          <a:pt x="495385" y="398332"/>
                          <a:pt x="499446" y="433523"/>
                        </a:cubicBezTo>
                        <a:cubicBezTo>
                          <a:pt x="499446" y="437584"/>
                          <a:pt x="499446" y="440291"/>
                          <a:pt x="499446" y="444351"/>
                        </a:cubicBezTo>
                        <a:cubicBezTo>
                          <a:pt x="481850" y="415928"/>
                          <a:pt x="449366" y="386150"/>
                          <a:pt x="391165" y="406453"/>
                        </a:cubicBezTo>
                        <a:lnTo>
                          <a:pt x="391165" y="406453"/>
                        </a:lnTo>
                        <a:cubicBezTo>
                          <a:pt x="387104" y="407807"/>
                          <a:pt x="383044" y="409160"/>
                          <a:pt x="378983" y="411867"/>
                        </a:cubicBezTo>
                        <a:cubicBezTo>
                          <a:pt x="378983" y="411867"/>
                          <a:pt x="406053" y="498492"/>
                          <a:pt x="500799" y="483603"/>
                        </a:cubicBezTo>
                        <a:cubicBezTo>
                          <a:pt x="499446" y="530976"/>
                          <a:pt x="488618" y="576996"/>
                          <a:pt x="471022" y="620308"/>
                        </a:cubicBezTo>
                        <a:cubicBezTo>
                          <a:pt x="471022" y="587824"/>
                          <a:pt x="458840" y="540451"/>
                          <a:pt x="396579" y="528269"/>
                        </a:cubicBezTo>
                        <a:lnTo>
                          <a:pt x="396579" y="528269"/>
                        </a:lnTo>
                        <a:lnTo>
                          <a:pt x="395225" y="528269"/>
                        </a:lnTo>
                        <a:cubicBezTo>
                          <a:pt x="391165" y="526916"/>
                          <a:pt x="387104" y="526916"/>
                          <a:pt x="383044" y="526916"/>
                        </a:cubicBezTo>
                        <a:cubicBezTo>
                          <a:pt x="383044" y="526916"/>
                          <a:pt x="383044" y="529623"/>
                          <a:pt x="381690" y="532330"/>
                        </a:cubicBezTo>
                        <a:lnTo>
                          <a:pt x="381690" y="533683"/>
                        </a:lnTo>
                        <a:lnTo>
                          <a:pt x="381690" y="533683"/>
                        </a:lnTo>
                        <a:cubicBezTo>
                          <a:pt x="378983" y="555339"/>
                          <a:pt x="377630" y="624369"/>
                          <a:pt x="456133" y="651439"/>
                        </a:cubicBezTo>
                        <a:cubicBezTo>
                          <a:pt x="435831" y="689337"/>
                          <a:pt x="408760" y="725882"/>
                          <a:pt x="377630" y="758366"/>
                        </a:cubicBezTo>
                        <a:cubicBezTo>
                          <a:pt x="377630" y="758366"/>
                          <a:pt x="377630" y="758366"/>
                          <a:pt x="377630" y="758366"/>
                        </a:cubicBezTo>
                        <a:cubicBezTo>
                          <a:pt x="383044" y="725882"/>
                          <a:pt x="380337" y="679862"/>
                          <a:pt x="322136" y="656853"/>
                        </a:cubicBezTo>
                        <a:lnTo>
                          <a:pt x="322136" y="656853"/>
                        </a:lnTo>
                        <a:lnTo>
                          <a:pt x="320782" y="656853"/>
                        </a:lnTo>
                        <a:cubicBezTo>
                          <a:pt x="316722" y="655499"/>
                          <a:pt x="312661" y="654146"/>
                          <a:pt x="308601" y="652792"/>
                        </a:cubicBezTo>
                        <a:cubicBezTo>
                          <a:pt x="308601" y="652792"/>
                          <a:pt x="272056" y="734003"/>
                          <a:pt x="349206" y="786790"/>
                        </a:cubicBezTo>
                        <a:cubicBezTo>
                          <a:pt x="293712" y="840930"/>
                          <a:pt x="234158" y="891010"/>
                          <a:pt x="192199" y="955979"/>
                        </a:cubicBezTo>
                        <a:cubicBezTo>
                          <a:pt x="188138" y="915374"/>
                          <a:pt x="169189" y="853112"/>
                          <a:pt x="85271" y="849051"/>
                        </a:cubicBezTo>
                        <a:lnTo>
                          <a:pt x="85271" y="849051"/>
                        </a:lnTo>
                        <a:lnTo>
                          <a:pt x="83918" y="849051"/>
                        </a:lnTo>
                        <a:cubicBezTo>
                          <a:pt x="78504" y="849051"/>
                          <a:pt x="74443" y="849051"/>
                          <a:pt x="69029" y="849051"/>
                        </a:cubicBezTo>
                        <a:cubicBezTo>
                          <a:pt x="69029" y="849051"/>
                          <a:pt x="60908" y="961393"/>
                          <a:pt x="175957" y="987109"/>
                        </a:cubicBezTo>
                        <a:cubicBezTo>
                          <a:pt x="171896" y="995231"/>
                          <a:pt x="167835" y="1001998"/>
                          <a:pt x="165128" y="1010119"/>
                        </a:cubicBezTo>
                        <a:cubicBezTo>
                          <a:pt x="152947" y="1041250"/>
                          <a:pt x="146179" y="1073734"/>
                          <a:pt x="143472" y="1107572"/>
                        </a:cubicBezTo>
                        <a:cubicBezTo>
                          <a:pt x="129937" y="1066967"/>
                          <a:pt x="97453" y="1018240"/>
                          <a:pt x="17596" y="1026361"/>
                        </a:cubicBezTo>
                        <a:lnTo>
                          <a:pt x="17596" y="1026361"/>
                        </a:lnTo>
                        <a:lnTo>
                          <a:pt x="16242" y="1026361"/>
                        </a:lnTo>
                        <a:cubicBezTo>
                          <a:pt x="10828" y="1026361"/>
                          <a:pt x="5414" y="1027715"/>
                          <a:pt x="0" y="1029068"/>
                        </a:cubicBezTo>
                        <a:cubicBezTo>
                          <a:pt x="0" y="1029068"/>
                          <a:pt x="0" y="1033129"/>
                          <a:pt x="1354" y="1038543"/>
                        </a:cubicBezTo>
                        <a:lnTo>
                          <a:pt x="1354" y="1038543"/>
                        </a:lnTo>
                        <a:cubicBezTo>
                          <a:pt x="6768" y="1066967"/>
                          <a:pt x="31131" y="1153592"/>
                          <a:pt x="140765" y="1157652"/>
                        </a:cubicBezTo>
                        <a:cubicBezTo>
                          <a:pt x="147533" y="1154945"/>
                          <a:pt x="154300" y="1153592"/>
                          <a:pt x="159714" y="1157652"/>
                        </a:cubicBezTo>
                        <a:cubicBezTo>
                          <a:pt x="270702" y="1160359"/>
                          <a:pt x="299126" y="1073734"/>
                          <a:pt x="305894" y="1045311"/>
                        </a:cubicBezTo>
                        <a:lnTo>
                          <a:pt x="305894" y="1045311"/>
                        </a:lnTo>
                        <a:cubicBezTo>
                          <a:pt x="307247" y="1039897"/>
                          <a:pt x="307247" y="1035836"/>
                          <a:pt x="307247" y="1035836"/>
                        </a:cubicBezTo>
                        <a:cubicBezTo>
                          <a:pt x="301833" y="1034482"/>
                          <a:pt x="296419" y="1033129"/>
                          <a:pt x="291005" y="1033129"/>
                        </a:cubicBezTo>
                        <a:lnTo>
                          <a:pt x="289651" y="1033129"/>
                        </a:lnTo>
                        <a:lnTo>
                          <a:pt x="289651" y="1033129"/>
                        </a:lnTo>
                        <a:cubicBezTo>
                          <a:pt x="208441" y="1020947"/>
                          <a:pt x="173250" y="1071027"/>
                          <a:pt x="158361" y="1111633"/>
                        </a:cubicBezTo>
                        <a:cubicBezTo>
                          <a:pt x="161068" y="1069674"/>
                          <a:pt x="170543" y="1029068"/>
                          <a:pt x="190845" y="989817"/>
                        </a:cubicBezTo>
                        <a:cubicBezTo>
                          <a:pt x="192199" y="989817"/>
                          <a:pt x="192199" y="989817"/>
                          <a:pt x="193552" y="989817"/>
                        </a:cubicBezTo>
                        <a:cubicBezTo>
                          <a:pt x="193552" y="989817"/>
                          <a:pt x="193552" y="987109"/>
                          <a:pt x="193552" y="983049"/>
                        </a:cubicBezTo>
                        <a:cubicBezTo>
                          <a:pt x="194906" y="981696"/>
                          <a:pt x="196259" y="978989"/>
                          <a:pt x="196259" y="977635"/>
                        </a:cubicBezTo>
                        <a:cubicBezTo>
                          <a:pt x="327550" y="1006059"/>
                          <a:pt x="360034" y="886950"/>
                          <a:pt x="360034" y="886950"/>
                        </a:cubicBezTo>
                        <a:cubicBezTo>
                          <a:pt x="354620" y="885596"/>
                          <a:pt x="350559" y="882889"/>
                          <a:pt x="345145" y="881536"/>
                        </a:cubicBezTo>
                        <a:lnTo>
                          <a:pt x="343792" y="881536"/>
                        </a:lnTo>
                        <a:lnTo>
                          <a:pt x="343792" y="881536"/>
                        </a:lnTo>
                        <a:cubicBezTo>
                          <a:pt x="314015" y="872061"/>
                          <a:pt x="291005" y="873415"/>
                          <a:pt x="270702" y="880182"/>
                        </a:cubicBezTo>
                        <a:cubicBezTo>
                          <a:pt x="300480" y="850405"/>
                          <a:pt x="331610" y="821981"/>
                          <a:pt x="361388" y="793557"/>
                        </a:cubicBezTo>
                        <a:cubicBezTo>
                          <a:pt x="361388" y="793557"/>
                          <a:pt x="362741" y="793557"/>
                          <a:pt x="362741" y="794911"/>
                        </a:cubicBezTo>
                        <a:cubicBezTo>
                          <a:pt x="362741" y="794911"/>
                          <a:pt x="364095" y="793557"/>
                          <a:pt x="365448" y="789497"/>
                        </a:cubicBezTo>
                        <a:cubicBezTo>
                          <a:pt x="366802" y="788143"/>
                          <a:pt x="368155" y="786790"/>
                          <a:pt x="369509" y="785436"/>
                        </a:cubicBezTo>
                        <a:cubicBezTo>
                          <a:pt x="446659" y="834163"/>
                          <a:pt x="500799" y="785436"/>
                          <a:pt x="515688" y="767841"/>
                        </a:cubicBezTo>
                        <a:lnTo>
                          <a:pt x="515688" y="767841"/>
                        </a:lnTo>
                        <a:cubicBezTo>
                          <a:pt x="518395" y="765134"/>
                          <a:pt x="519748" y="762427"/>
                          <a:pt x="519748" y="762427"/>
                        </a:cubicBezTo>
                        <a:cubicBezTo>
                          <a:pt x="517041" y="759720"/>
                          <a:pt x="512981" y="757013"/>
                          <a:pt x="510274" y="754306"/>
                        </a:cubicBezTo>
                        <a:lnTo>
                          <a:pt x="508920" y="752952"/>
                        </a:lnTo>
                        <a:lnTo>
                          <a:pt x="508920" y="752952"/>
                        </a:lnTo>
                        <a:cubicBezTo>
                          <a:pt x="465608" y="719114"/>
                          <a:pt x="427710" y="731296"/>
                          <a:pt x="401993" y="748892"/>
                        </a:cubicBezTo>
                        <a:cubicBezTo>
                          <a:pt x="415528" y="734003"/>
                          <a:pt x="427710" y="719114"/>
                          <a:pt x="439891" y="702872"/>
                        </a:cubicBezTo>
                        <a:cubicBezTo>
                          <a:pt x="449366" y="687984"/>
                          <a:pt x="458840" y="673095"/>
                          <a:pt x="466961" y="658206"/>
                        </a:cubicBezTo>
                        <a:cubicBezTo>
                          <a:pt x="538698" y="696104"/>
                          <a:pt x="588778" y="651439"/>
                          <a:pt x="602313" y="633843"/>
                        </a:cubicBezTo>
                        <a:lnTo>
                          <a:pt x="602313" y="633843"/>
                        </a:lnTo>
                        <a:cubicBezTo>
                          <a:pt x="605020" y="631136"/>
                          <a:pt x="606373" y="628429"/>
                          <a:pt x="606373" y="628429"/>
                        </a:cubicBezTo>
                        <a:cubicBezTo>
                          <a:pt x="603666" y="629782"/>
                          <a:pt x="600959" y="627076"/>
                          <a:pt x="596899" y="624369"/>
                        </a:cubicBezTo>
                        <a:lnTo>
                          <a:pt x="596899" y="624369"/>
                        </a:lnTo>
                        <a:close/>
                      </a:path>
                    </a:pathLst>
                  </a:custGeom>
                  <a:solidFill>
                    <a:schemeClr val="accent1"/>
                  </a:solidFill>
                  <a:ln w="13514" cap="flat">
                    <a:noFill/>
                    <a:prstDash val="solid"/>
                    <a:miter/>
                  </a:ln>
                </p:spPr>
                <p:txBody>
                  <a:bodyPr rtlCol="0" anchor="ctr"/>
                  <a:lstStyle/>
                  <a:p>
                    <a:endParaRPr lang="en-US"/>
                  </a:p>
                </p:txBody>
              </p:sp>
            </p:grpSp>
            <p:grpSp>
              <p:nvGrpSpPr>
                <p:cNvPr id="207" name="Graphic 5">
                  <a:extLst>
                    <a:ext uri="{FF2B5EF4-FFF2-40B4-BE49-F238E27FC236}">
                      <a16:creationId xmlns:a16="http://schemas.microsoft.com/office/drawing/2014/main" id="{A5DC34FD-641E-412A-AF12-4B120FF1E777}"/>
                    </a:ext>
                  </a:extLst>
                </p:cNvPr>
                <p:cNvGrpSpPr/>
                <p:nvPr/>
              </p:nvGrpSpPr>
              <p:grpSpPr>
                <a:xfrm>
                  <a:off x="15821321" y="2967506"/>
                  <a:ext cx="1652637" cy="2403903"/>
                  <a:chOff x="10024684" y="2997149"/>
                  <a:chExt cx="1652637" cy="2403903"/>
                </a:xfrm>
                <a:solidFill>
                  <a:srgbClr val="CFE6FF"/>
                </a:solidFill>
              </p:grpSpPr>
              <p:sp>
                <p:nvSpPr>
                  <p:cNvPr id="208" name="Freeform: Shape 207">
                    <a:extLst>
                      <a:ext uri="{FF2B5EF4-FFF2-40B4-BE49-F238E27FC236}">
                        <a16:creationId xmlns:a16="http://schemas.microsoft.com/office/drawing/2014/main" id="{BCC22DA0-F83B-462C-A450-205C712E5EDD}"/>
                      </a:ext>
                    </a:extLst>
                  </p:cNvPr>
                  <p:cNvSpPr/>
                  <p:nvPr/>
                </p:nvSpPr>
                <p:spPr>
                  <a:xfrm>
                    <a:off x="11353832" y="4000046"/>
                    <a:ext cx="323489" cy="164146"/>
                  </a:xfrm>
                  <a:custGeom>
                    <a:avLst/>
                    <a:gdLst>
                      <a:gd name="connsiteX0" fmla="*/ 0 w 323489"/>
                      <a:gd name="connsiteY0" fmla="*/ 125931 h 164146"/>
                      <a:gd name="connsiteX1" fmla="*/ 300480 w 323489"/>
                      <a:gd name="connsiteY1" fmla="*/ 39306 h 164146"/>
                      <a:gd name="connsiteX2" fmla="*/ 300480 w 323489"/>
                      <a:gd name="connsiteY2" fmla="*/ 39306 h 164146"/>
                      <a:gd name="connsiteX3" fmla="*/ 301833 w 323489"/>
                      <a:gd name="connsiteY3" fmla="*/ 40660 h 164146"/>
                      <a:gd name="connsiteX4" fmla="*/ 323490 w 323489"/>
                      <a:gd name="connsiteY4" fmla="*/ 56902 h 164146"/>
                      <a:gd name="connsiteX5" fmla="*/ 315368 w 323489"/>
                      <a:gd name="connsiteY5" fmla="*/ 67730 h 164146"/>
                      <a:gd name="connsiteX6" fmla="*/ 314015 w 323489"/>
                      <a:gd name="connsiteY6" fmla="*/ 69084 h 164146"/>
                      <a:gd name="connsiteX7" fmla="*/ 314015 w 323489"/>
                      <a:gd name="connsiteY7" fmla="*/ 69084 h 164146"/>
                      <a:gd name="connsiteX8" fmla="*/ 0 w 323489"/>
                      <a:gd name="connsiteY8" fmla="*/ 125931 h 16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489" h="164146">
                        <a:moveTo>
                          <a:pt x="0" y="125931"/>
                        </a:moveTo>
                        <a:cubicBezTo>
                          <a:pt x="0" y="125931"/>
                          <a:pt x="116402" y="-85217"/>
                          <a:pt x="300480" y="39306"/>
                        </a:cubicBezTo>
                        <a:lnTo>
                          <a:pt x="300480" y="39306"/>
                        </a:lnTo>
                        <a:lnTo>
                          <a:pt x="301833" y="40660"/>
                        </a:lnTo>
                        <a:cubicBezTo>
                          <a:pt x="308601" y="46074"/>
                          <a:pt x="316722" y="51488"/>
                          <a:pt x="323490" y="56902"/>
                        </a:cubicBezTo>
                        <a:cubicBezTo>
                          <a:pt x="323490" y="56902"/>
                          <a:pt x="320782" y="60963"/>
                          <a:pt x="315368" y="67730"/>
                        </a:cubicBezTo>
                        <a:lnTo>
                          <a:pt x="314015" y="69084"/>
                        </a:lnTo>
                        <a:lnTo>
                          <a:pt x="314015" y="69084"/>
                        </a:lnTo>
                        <a:cubicBezTo>
                          <a:pt x="284237" y="108336"/>
                          <a:pt x="174603" y="223384"/>
                          <a:pt x="0" y="125931"/>
                        </a:cubicBezTo>
                        <a:close/>
                      </a:path>
                    </a:pathLst>
                  </a:custGeom>
                  <a:solidFill>
                    <a:schemeClr val="accent1"/>
                  </a:solidFill>
                  <a:ln w="13514"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70BD462E-07A5-40E2-A585-CD3351437316}"/>
                      </a:ext>
                    </a:extLst>
                  </p:cNvPr>
                  <p:cNvSpPr/>
                  <p:nvPr/>
                </p:nvSpPr>
                <p:spPr>
                  <a:xfrm>
                    <a:off x="10024684" y="2997149"/>
                    <a:ext cx="1621506" cy="2403903"/>
                  </a:xfrm>
                  <a:custGeom>
                    <a:avLst/>
                    <a:gdLst>
                      <a:gd name="connsiteX0" fmla="*/ 39252 w 1621506"/>
                      <a:gd name="connsiteY0" fmla="*/ 2057338 h 2403903"/>
                      <a:gd name="connsiteX1" fmla="*/ 41959 w 1621506"/>
                      <a:gd name="connsiteY1" fmla="*/ 2057338 h 2403903"/>
                      <a:gd name="connsiteX2" fmla="*/ 41959 w 1621506"/>
                      <a:gd name="connsiteY2" fmla="*/ 2057338 h 2403903"/>
                      <a:gd name="connsiteX3" fmla="*/ 276116 w 1621506"/>
                      <a:gd name="connsiteY3" fmla="*/ 2283374 h 2403903"/>
                      <a:gd name="connsiteX4" fmla="*/ 364095 w 1621506"/>
                      <a:gd name="connsiteY4" fmla="*/ 2085762 h 2403903"/>
                      <a:gd name="connsiteX5" fmla="*/ 396579 w 1621506"/>
                      <a:gd name="connsiteY5" fmla="*/ 2041096 h 2403903"/>
                      <a:gd name="connsiteX6" fmla="*/ 227390 w 1621506"/>
                      <a:gd name="connsiteY6" fmla="*/ 1704071 h 2403903"/>
                      <a:gd name="connsiteX7" fmla="*/ 259874 w 1621506"/>
                      <a:gd name="connsiteY7" fmla="*/ 1710839 h 2403903"/>
                      <a:gd name="connsiteX8" fmla="*/ 263935 w 1621506"/>
                      <a:gd name="connsiteY8" fmla="*/ 1712192 h 2403903"/>
                      <a:gd name="connsiteX9" fmla="*/ 263935 w 1621506"/>
                      <a:gd name="connsiteY9" fmla="*/ 1712192 h 2403903"/>
                      <a:gd name="connsiteX10" fmla="*/ 448012 w 1621506"/>
                      <a:gd name="connsiteY10" fmla="*/ 1982895 h 2403903"/>
                      <a:gd name="connsiteX11" fmla="*/ 851359 w 1621506"/>
                      <a:gd name="connsiteY11" fmla="*/ 1687829 h 2403903"/>
                      <a:gd name="connsiteX12" fmla="*/ 821581 w 1621506"/>
                      <a:gd name="connsiteY12" fmla="*/ 1387349 h 2403903"/>
                      <a:gd name="connsiteX13" fmla="*/ 844591 w 1621506"/>
                      <a:gd name="connsiteY13" fmla="*/ 1402238 h 2403903"/>
                      <a:gd name="connsiteX14" fmla="*/ 845945 w 1621506"/>
                      <a:gd name="connsiteY14" fmla="*/ 1403592 h 2403903"/>
                      <a:gd name="connsiteX15" fmla="*/ 845945 w 1621506"/>
                      <a:gd name="connsiteY15" fmla="*/ 1403592 h 2403903"/>
                      <a:gd name="connsiteX16" fmla="*/ 920388 w 1621506"/>
                      <a:gd name="connsiteY16" fmla="*/ 1643163 h 2403903"/>
                      <a:gd name="connsiteX17" fmla="*/ 920388 w 1621506"/>
                      <a:gd name="connsiteY17" fmla="*/ 1643163 h 2403903"/>
                      <a:gd name="connsiteX18" fmla="*/ 1132889 w 1621506"/>
                      <a:gd name="connsiteY18" fmla="*/ 1449611 h 2403903"/>
                      <a:gd name="connsiteX19" fmla="*/ 1024608 w 1621506"/>
                      <a:gd name="connsiteY19" fmla="*/ 1168081 h 2403903"/>
                      <a:gd name="connsiteX20" fmla="*/ 1024608 w 1621506"/>
                      <a:gd name="connsiteY20" fmla="*/ 1168081 h 2403903"/>
                      <a:gd name="connsiteX21" fmla="*/ 1024608 w 1621506"/>
                      <a:gd name="connsiteY21" fmla="*/ 1165374 h 2403903"/>
                      <a:gd name="connsiteX22" fmla="*/ 1028669 w 1621506"/>
                      <a:gd name="connsiteY22" fmla="*/ 1153192 h 2403903"/>
                      <a:gd name="connsiteX23" fmla="*/ 1054385 w 1621506"/>
                      <a:gd name="connsiteY23" fmla="*/ 1162667 h 2403903"/>
                      <a:gd name="connsiteX24" fmla="*/ 1057093 w 1621506"/>
                      <a:gd name="connsiteY24" fmla="*/ 1164020 h 2403903"/>
                      <a:gd name="connsiteX25" fmla="*/ 1057093 w 1621506"/>
                      <a:gd name="connsiteY25" fmla="*/ 1164020 h 2403903"/>
                      <a:gd name="connsiteX26" fmla="*/ 1177555 w 1621506"/>
                      <a:gd name="connsiteY26" fmla="*/ 1390057 h 2403903"/>
                      <a:gd name="connsiteX27" fmla="*/ 1299371 w 1621506"/>
                      <a:gd name="connsiteY27" fmla="*/ 1113940 h 2403903"/>
                      <a:gd name="connsiteX28" fmla="*/ 1070628 w 1621506"/>
                      <a:gd name="connsiteY28" fmla="*/ 909560 h 2403903"/>
                      <a:gd name="connsiteX29" fmla="*/ 1099051 w 1621506"/>
                      <a:gd name="connsiteY29" fmla="*/ 904146 h 2403903"/>
                      <a:gd name="connsiteX30" fmla="*/ 1099051 w 1621506"/>
                      <a:gd name="connsiteY30" fmla="*/ 904146 h 2403903"/>
                      <a:gd name="connsiteX31" fmla="*/ 1099051 w 1621506"/>
                      <a:gd name="connsiteY31" fmla="*/ 904146 h 2403903"/>
                      <a:gd name="connsiteX32" fmla="*/ 1312906 w 1621506"/>
                      <a:gd name="connsiteY32" fmla="*/ 1031376 h 2403903"/>
                      <a:gd name="connsiteX33" fmla="*/ 1315613 w 1621506"/>
                      <a:gd name="connsiteY33" fmla="*/ 1009720 h 2403903"/>
                      <a:gd name="connsiteX34" fmla="*/ 1316967 w 1621506"/>
                      <a:gd name="connsiteY34" fmla="*/ 782330 h 2403903"/>
                      <a:gd name="connsiteX35" fmla="*/ 1142364 w 1621506"/>
                      <a:gd name="connsiteY35" fmla="*/ 556293 h 2403903"/>
                      <a:gd name="connsiteX36" fmla="*/ 1142364 w 1621506"/>
                      <a:gd name="connsiteY36" fmla="*/ 556293 h 2403903"/>
                      <a:gd name="connsiteX37" fmla="*/ 1142364 w 1621506"/>
                      <a:gd name="connsiteY37" fmla="*/ 554940 h 2403903"/>
                      <a:gd name="connsiteX38" fmla="*/ 1143717 w 1621506"/>
                      <a:gd name="connsiteY38" fmla="*/ 541405 h 2403903"/>
                      <a:gd name="connsiteX39" fmla="*/ 1168080 w 1621506"/>
                      <a:gd name="connsiteY39" fmla="*/ 542758 h 2403903"/>
                      <a:gd name="connsiteX40" fmla="*/ 1170788 w 1621506"/>
                      <a:gd name="connsiteY40" fmla="*/ 542758 h 2403903"/>
                      <a:gd name="connsiteX41" fmla="*/ 1170788 w 1621506"/>
                      <a:gd name="connsiteY41" fmla="*/ 542758 h 2403903"/>
                      <a:gd name="connsiteX42" fmla="*/ 1293957 w 1621506"/>
                      <a:gd name="connsiteY42" fmla="*/ 600959 h 2403903"/>
                      <a:gd name="connsiteX43" fmla="*/ 1260119 w 1621506"/>
                      <a:gd name="connsiteY43" fmla="*/ 437184 h 2403903"/>
                      <a:gd name="connsiteX44" fmla="*/ 1005659 w 1621506"/>
                      <a:gd name="connsiteY44" fmla="*/ 316722 h 2403903"/>
                      <a:gd name="connsiteX45" fmla="*/ 1005659 w 1621506"/>
                      <a:gd name="connsiteY45" fmla="*/ 316722 h 2403903"/>
                      <a:gd name="connsiteX46" fmla="*/ 1005659 w 1621506"/>
                      <a:gd name="connsiteY46" fmla="*/ 315368 h 2403903"/>
                      <a:gd name="connsiteX47" fmla="*/ 1000245 w 1621506"/>
                      <a:gd name="connsiteY47" fmla="*/ 303187 h 2403903"/>
                      <a:gd name="connsiteX48" fmla="*/ 1023255 w 1621506"/>
                      <a:gd name="connsiteY48" fmla="*/ 292359 h 2403903"/>
                      <a:gd name="connsiteX49" fmla="*/ 1025962 w 1621506"/>
                      <a:gd name="connsiteY49" fmla="*/ 291005 h 2403903"/>
                      <a:gd name="connsiteX50" fmla="*/ 1025962 w 1621506"/>
                      <a:gd name="connsiteY50" fmla="*/ 291005 h 2403903"/>
                      <a:gd name="connsiteX51" fmla="*/ 1239817 w 1621506"/>
                      <a:gd name="connsiteY51" fmla="*/ 349206 h 2403903"/>
                      <a:gd name="connsiteX52" fmla="*/ 1216807 w 1621506"/>
                      <a:gd name="connsiteY52" fmla="*/ 257167 h 2403903"/>
                      <a:gd name="connsiteX53" fmla="*/ 1222221 w 1621506"/>
                      <a:gd name="connsiteY53" fmla="*/ 240925 h 2403903"/>
                      <a:gd name="connsiteX54" fmla="*/ 1048971 w 1621506"/>
                      <a:gd name="connsiteY54" fmla="*/ 14889 h 2403903"/>
                      <a:gd name="connsiteX55" fmla="*/ 1048971 w 1621506"/>
                      <a:gd name="connsiteY55" fmla="*/ 14889 h 2403903"/>
                      <a:gd name="connsiteX56" fmla="*/ 1048971 w 1621506"/>
                      <a:gd name="connsiteY56" fmla="*/ 13535 h 2403903"/>
                      <a:gd name="connsiteX57" fmla="*/ 1050325 w 1621506"/>
                      <a:gd name="connsiteY57" fmla="*/ 0 h 2403903"/>
                      <a:gd name="connsiteX58" fmla="*/ 1074688 w 1621506"/>
                      <a:gd name="connsiteY58" fmla="*/ 1353 h 2403903"/>
                      <a:gd name="connsiteX59" fmla="*/ 1077395 w 1621506"/>
                      <a:gd name="connsiteY59" fmla="*/ 1353 h 2403903"/>
                      <a:gd name="connsiteX60" fmla="*/ 1077395 w 1621506"/>
                      <a:gd name="connsiteY60" fmla="*/ 1353 h 2403903"/>
                      <a:gd name="connsiteX61" fmla="*/ 1241170 w 1621506"/>
                      <a:gd name="connsiteY61" fmla="*/ 235511 h 2403903"/>
                      <a:gd name="connsiteX62" fmla="*/ 1247937 w 1621506"/>
                      <a:gd name="connsiteY62" fmla="*/ 244986 h 2403903"/>
                      <a:gd name="connsiteX63" fmla="*/ 1291250 w 1621506"/>
                      <a:gd name="connsiteY63" fmla="*/ 418235 h 2403903"/>
                      <a:gd name="connsiteX64" fmla="*/ 1543003 w 1621506"/>
                      <a:gd name="connsiteY64" fmla="*/ 285591 h 2403903"/>
                      <a:gd name="connsiteX65" fmla="*/ 1543003 w 1621506"/>
                      <a:gd name="connsiteY65" fmla="*/ 285591 h 2403903"/>
                      <a:gd name="connsiteX66" fmla="*/ 1545710 w 1621506"/>
                      <a:gd name="connsiteY66" fmla="*/ 286944 h 2403903"/>
                      <a:gd name="connsiteX67" fmla="*/ 1568720 w 1621506"/>
                      <a:gd name="connsiteY67" fmla="*/ 296419 h 2403903"/>
                      <a:gd name="connsiteX68" fmla="*/ 1293957 w 1621506"/>
                      <a:gd name="connsiteY68" fmla="*/ 429063 h 2403903"/>
                      <a:gd name="connsiteX69" fmla="*/ 1348098 w 1621506"/>
                      <a:gd name="connsiteY69" fmla="*/ 740371 h 2403903"/>
                      <a:gd name="connsiteX70" fmla="*/ 1595790 w 1621506"/>
                      <a:gd name="connsiteY70" fmla="*/ 618555 h 2403903"/>
                      <a:gd name="connsiteX71" fmla="*/ 1595790 w 1621506"/>
                      <a:gd name="connsiteY71" fmla="*/ 618555 h 2403903"/>
                      <a:gd name="connsiteX72" fmla="*/ 1598497 w 1621506"/>
                      <a:gd name="connsiteY72" fmla="*/ 619908 h 2403903"/>
                      <a:gd name="connsiteX73" fmla="*/ 1621507 w 1621506"/>
                      <a:gd name="connsiteY73" fmla="*/ 629383 h 2403903"/>
                      <a:gd name="connsiteX74" fmla="*/ 1350804 w 1621506"/>
                      <a:gd name="connsiteY74" fmla="*/ 763381 h 2403903"/>
                      <a:gd name="connsiteX75" fmla="*/ 1354865 w 1621506"/>
                      <a:gd name="connsiteY75" fmla="*/ 921741 h 2403903"/>
                      <a:gd name="connsiteX76" fmla="*/ 1333209 w 1621506"/>
                      <a:gd name="connsiteY76" fmla="*/ 1104466 h 2403903"/>
                      <a:gd name="connsiteX77" fmla="*/ 1333209 w 1621506"/>
                      <a:gd name="connsiteY77" fmla="*/ 1109880 h 2403903"/>
                      <a:gd name="connsiteX78" fmla="*/ 1331855 w 1621506"/>
                      <a:gd name="connsiteY78" fmla="*/ 1109880 h 2403903"/>
                      <a:gd name="connsiteX79" fmla="*/ 1212746 w 1621506"/>
                      <a:gd name="connsiteY79" fmla="*/ 1396824 h 2403903"/>
                      <a:gd name="connsiteX80" fmla="*/ 1450964 w 1621506"/>
                      <a:gd name="connsiteY80" fmla="*/ 1442844 h 2403903"/>
                      <a:gd name="connsiteX81" fmla="*/ 1450964 w 1621506"/>
                      <a:gd name="connsiteY81" fmla="*/ 1442844 h 2403903"/>
                      <a:gd name="connsiteX82" fmla="*/ 1452318 w 1621506"/>
                      <a:gd name="connsiteY82" fmla="*/ 1444197 h 2403903"/>
                      <a:gd name="connsiteX83" fmla="*/ 1469914 w 1621506"/>
                      <a:gd name="connsiteY83" fmla="*/ 1465853 h 2403903"/>
                      <a:gd name="connsiteX84" fmla="*/ 1457732 w 1621506"/>
                      <a:gd name="connsiteY84" fmla="*/ 1475328 h 2403903"/>
                      <a:gd name="connsiteX85" fmla="*/ 1457732 w 1621506"/>
                      <a:gd name="connsiteY85" fmla="*/ 1475328 h 2403903"/>
                      <a:gd name="connsiteX86" fmla="*/ 1457732 w 1621506"/>
                      <a:gd name="connsiteY86" fmla="*/ 1475328 h 2403903"/>
                      <a:gd name="connsiteX87" fmla="*/ 1158606 w 1621506"/>
                      <a:gd name="connsiteY87" fmla="*/ 1468560 h 2403903"/>
                      <a:gd name="connsiteX88" fmla="*/ 1082809 w 1621506"/>
                      <a:gd name="connsiteY88" fmla="*/ 1551124 h 2403903"/>
                      <a:gd name="connsiteX89" fmla="*/ 984003 w 1621506"/>
                      <a:gd name="connsiteY89" fmla="*/ 1633689 h 2403903"/>
                      <a:gd name="connsiteX90" fmla="*/ 1208686 w 1621506"/>
                      <a:gd name="connsiteY90" fmla="*/ 1686476 h 2403903"/>
                      <a:gd name="connsiteX91" fmla="*/ 1208686 w 1621506"/>
                      <a:gd name="connsiteY91" fmla="*/ 1686476 h 2403903"/>
                      <a:gd name="connsiteX92" fmla="*/ 1210039 w 1621506"/>
                      <a:gd name="connsiteY92" fmla="*/ 1687829 h 2403903"/>
                      <a:gd name="connsiteX93" fmla="*/ 1227635 w 1621506"/>
                      <a:gd name="connsiteY93" fmla="*/ 1709485 h 2403903"/>
                      <a:gd name="connsiteX94" fmla="*/ 1215453 w 1621506"/>
                      <a:gd name="connsiteY94" fmla="*/ 1718960 h 2403903"/>
                      <a:gd name="connsiteX95" fmla="*/ 1215453 w 1621506"/>
                      <a:gd name="connsiteY95" fmla="*/ 1718960 h 2403903"/>
                      <a:gd name="connsiteX96" fmla="*/ 1215453 w 1621506"/>
                      <a:gd name="connsiteY96" fmla="*/ 1718960 h 2403903"/>
                      <a:gd name="connsiteX97" fmla="*/ 896024 w 1621506"/>
                      <a:gd name="connsiteY97" fmla="*/ 1694597 h 2403903"/>
                      <a:gd name="connsiteX98" fmla="*/ 886550 w 1621506"/>
                      <a:gd name="connsiteY98" fmla="*/ 1700011 h 2403903"/>
                      <a:gd name="connsiteX99" fmla="*/ 879783 w 1621506"/>
                      <a:gd name="connsiteY99" fmla="*/ 1709485 h 2403903"/>
                      <a:gd name="connsiteX100" fmla="*/ 875722 w 1621506"/>
                      <a:gd name="connsiteY100" fmla="*/ 1706778 h 2403903"/>
                      <a:gd name="connsiteX101" fmla="*/ 646978 w 1621506"/>
                      <a:gd name="connsiteY101" fmla="*/ 1852958 h 2403903"/>
                      <a:gd name="connsiteX102" fmla="*/ 799925 w 1621506"/>
                      <a:gd name="connsiteY102" fmla="*/ 1886795 h 2403903"/>
                      <a:gd name="connsiteX103" fmla="*/ 799925 w 1621506"/>
                      <a:gd name="connsiteY103" fmla="*/ 1886795 h 2403903"/>
                      <a:gd name="connsiteX104" fmla="*/ 802632 w 1621506"/>
                      <a:gd name="connsiteY104" fmla="*/ 1888149 h 2403903"/>
                      <a:gd name="connsiteX105" fmla="*/ 831056 w 1621506"/>
                      <a:gd name="connsiteY105" fmla="*/ 1905744 h 2403903"/>
                      <a:gd name="connsiteX106" fmla="*/ 445305 w 1621506"/>
                      <a:gd name="connsiteY106" fmla="*/ 2027561 h 2403903"/>
                      <a:gd name="connsiteX107" fmla="*/ 435830 w 1621506"/>
                      <a:gd name="connsiteY107" fmla="*/ 2038389 h 2403903"/>
                      <a:gd name="connsiteX108" fmla="*/ 431770 w 1621506"/>
                      <a:gd name="connsiteY108" fmla="*/ 2051924 h 2403903"/>
                      <a:gd name="connsiteX109" fmla="*/ 426356 w 1621506"/>
                      <a:gd name="connsiteY109" fmla="*/ 2050570 h 2403903"/>
                      <a:gd name="connsiteX110" fmla="*/ 307247 w 1621506"/>
                      <a:gd name="connsiteY110" fmla="*/ 2295556 h 2403903"/>
                      <a:gd name="connsiteX111" fmla="*/ 619908 w 1621506"/>
                      <a:gd name="connsiteY111" fmla="*/ 2183214 h 2403903"/>
                      <a:gd name="connsiteX112" fmla="*/ 619908 w 1621506"/>
                      <a:gd name="connsiteY112" fmla="*/ 2183214 h 2403903"/>
                      <a:gd name="connsiteX113" fmla="*/ 622615 w 1621506"/>
                      <a:gd name="connsiteY113" fmla="*/ 2184568 h 2403903"/>
                      <a:gd name="connsiteX114" fmla="*/ 655100 w 1621506"/>
                      <a:gd name="connsiteY114" fmla="*/ 2198103 h 2403903"/>
                      <a:gd name="connsiteX115" fmla="*/ 648332 w 1621506"/>
                      <a:gd name="connsiteY115" fmla="*/ 2217052 h 2403903"/>
                      <a:gd name="connsiteX116" fmla="*/ 648332 w 1621506"/>
                      <a:gd name="connsiteY116" fmla="*/ 2217052 h 2403903"/>
                      <a:gd name="connsiteX117" fmla="*/ 648332 w 1621506"/>
                      <a:gd name="connsiteY117" fmla="*/ 2217052 h 2403903"/>
                      <a:gd name="connsiteX118" fmla="*/ 289651 w 1621506"/>
                      <a:gd name="connsiteY118" fmla="*/ 2394362 h 2403903"/>
                      <a:gd name="connsiteX119" fmla="*/ 247692 w 1621506"/>
                      <a:gd name="connsiteY119" fmla="*/ 2384888 h 2403903"/>
                      <a:gd name="connsiteX120" fmla="*/ 0 w 1621506"/>
                      <a:gd name="connsiteY120" fmla="*/ 2073580 h 2403903"/>
                      <a:gd name="connsiteX121" fmla="*/ 0 w 1621506"/>
                      <a:gd name="connsiteY121" fmla="*/ 2073580 h 2403903"/>
                      <a:gd name="connsiteX122" fmla="*/ 1354 w 1621506"/>
                      <a:gd name="connsiteY122" fmla="*/ 2053277 h 2403903"/>
                      <a:gd name="connsiteX123" fmla="*/ 39252 w 1621506"/>
                      <a:gd name="connsiteY123" fmla="*/ 2057338 h 2403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621506" h="2403903">
                        <a:moveTo>
                          <a:pt x="39252" y="2057338"/>
                        </a:moveTo>
                        <a:lnTo>
                          <a:pt x="41959" y="2057338"/>
                        </a:lnTo>
                        <a:lnTo>
                          <a:pt x="41959" y="2057338"/>
                        </a:lnTo>
                        <a:cubicBezTo>
                          <a:pt x="215208" y="2073580"/>
                          <a:pt x="263935" y="2191336"/>
                          <a:pt x="276116" y="2283374"/>
                        </a:cubicBezTo>
                        <a:cubicBezTo>
                          <a:pt x="296419" y="2212992"/>
                          <a:pt x="323489" y="2146670"/>
                          <a:pt x="364095" y="2085762"/>
                        </a:cubicBezTo>
                        <a:cubicBezTo>
                          <a:pt x="374922" y="2069519"/>
                          <a:pt x="385751" y="2054631"/>
                          <a:pt x="396579" y="2041096"/>
                        </a:cubicBezTo>
                        <a:cubicBezTo>
                          <a:pt x="162421" y="1938229"/>
                          <a:pt x="227390" y="1704071"/>
                          <a:pt x="227390" y="1704071"/>
                        </a:cubicBezTo>
                        <a:cubicBezTo>
                          <a:pt x="238218" y="1705425"/>
                          <a:pt x="249046" y="1708132"/>
                          <a:pt x="259874" y="1710839"/>
                        </a:cubicBezTo>
                        <a:lnTo>
                          <a:pt x="263935" y="1712192"/>
                        </a:lnTo>
                        <a:lnTo>
                          <a:pt x="263935" y="1712192"/>
                        </a:lnTo>
                        <a:cubicBezTo>
                          <a:pt x="439891" y="1755505"/>
                          <a:pt x="456133" y="1896270"/>
                          <a:pt x="448012" y="1982895"/>
                        </a:cubicBezTo>
                        <a:cubicBezTo>
                          <a:pt x="563061" y="1862432"/>
                          <a:pt x="710594" y="1778514"/>
                          <a:pt x="851359" y="1687829"/>
                        </a:cubicBezTo>
                        <a:cubicBezTo>
                          <a:pt x="709240" y="1545710"/>
                          <a:pt x="821581" y="1387349"/>
                          <a:pt x="821581" y="1387349"/>
                        </a:cubicBezTo>
                        <a:cubicBezTo>
                          <a:pt x="829702" y="1391410"/>
                          <a:pt x="837824" y="1396824"/>
                          <a:pt x="844591" y="1402238"/>
                        </a:cubicBezTo>
                        <a:lnTo>
                          <a:pt x="845945" y="1403592"/>
                        </a:lnTo>
                        <a:lnTo>
                          <a:pt x="845945" y="1403592"/>
                        </a:lnTo>
                        <a:cubicBezTo>
                          <a:pt x="956932" y="1478035"/>
                          <a:pt x="946105" y="1576841"/>
                          <a:pt x="920388" y="1643163"/>
                        </a:cubicBezTo>
                        <a:cubicBezTo>
                          <a:pt x="920388" y="1643163"/>
                          <a:pt x="920388" y="1643163"/>
                          <a:pt x="920388" y="1643163"/>
                        </a:cubicBezTo>
                        <a:cubicBezTo>
                          <a:pt x="1001599" y="1587669"/>
                          <a:pt x="1073335" y="1522701"/>
                          <a:pt x="1132889" y="1449611"/>
                        </a:cubicBezTo>
                        <a:cubicBezTo>
                          <a:pt x="978589" y="1358926"/>
                          <a:pt x="1009720" y="1214100"/>
                          <a:pt x="1024608" y="1168081"/>
                        </a:cubicBezTo>
                        <a:lnTo>
                          <a:pt x="1024608" y="1168081"/>
                        </a:lnTo>
                        <a:lnTo>
                          <a:pt x="1024608" y="1165374"/>
                        </a:lnTo>
                        <a:cubicBezTo>
                          <a:pt x="1027315" y="1157252"/>
                          <a:pt x="1028669" y="1153192"/>
                          <a:pt x="1028669" y="1153192"/>
                        </a:cubicBezTo>
                        <a:cubicBezTo>
                          <a:pt x="1038143" y="1155899"/>
                          <a:pt x="1046264" y="1158606"/>
                          <a:pt x="1054385" y="1162667"/>
                        </a:cubicBezTo>
                        <a:lnTo>
                          <a:pt x="1057093" y="1164020"/>
                        </a:lnTo>
                        <a:lnTo>
                          <a:pt x="1057093" y="1164020"/>
                        </a:lnTo>
                        <a:cubicBezTo>
                          <a:pt x="1185676" y="1215454"/>
                          <a:pt x="1191090" y="1319674"/>
                          <a:pt x="1177555" y="1390057"/>
                        </a:cubicBezTo>
                        <a:cubicBezTo>
                          <a:pt x="1234402" y="1307492"/>
                          <a:pt x="1276361" y="1214100"/>
                          <a:pt x="1299371" y="1113940"/>
                        </a:cubicBezTo>
                        <a:cubicBezTo>
                          <a:pt x="1092284" y="1105819"/>
                          <a:pt x="1070628" y="909560"/>
                          <a:pt x="1070628" y="909560"/>
                        </a:cubicBezTo>
                        <a:cubicBezTo>
                          <a:pt x="1080102" y="906853"/>
                          <a:pt x="1089577" y="905499"/>
                          <a:pt x="1099051" y="904146"/>
                        </a:cubicBezTo>
                        <a:lnTo>
                          <a:pt x="1099051" y="904146"/>
                        </a:lnTo>
                        <a:lnTo>
                          <a:pt x="1099051" y="904146"/>
                        </a:lnTo>
                        <a:cubicBezTo>
                          <a:pt x="1230342" y="885197"/>
                          <a:pt x="1288543" y="965054"/>
                          <a:pt x="1312906" y="1031376"/>
                        </a:cubicBezTo>
                        <a:cubicBezTo>
                          <a:pt x="1314260" y="1024608"/>
                          <a:pt x="1315613" y="1016487"/>
                          <a:pt x="1315613" y="1009720"/>
                        </a:cubicBezTo>
                        <a:cubicBezTo>
                          <a:pt x="1323734" y="933923"/>
                          <a:pt x="1322381" y="858126"/>
                          <a:pt x="1316967" y="782330"/>
                        </a:cubicBezTo>
                        <a:cubicBezTo>
                          <a:pt x="1150485" y="741724"/>
                          <a:pt x="1141010" y="602313"/>
                          <a:pt x="1142364" y="556293"/>
                        </a:cubicBezTo>
                        <a:lnTo>
                          <a:pt x="1142364" y="556293"/>
                        </a:lnTo>
                        <a:lnTo>
                          <a:pt x="1142364" y="554940"/>
                        </a:lnTo>
                        <a:cubicBezTo>
                          <a:pt x="1142364" y="546819"/>
                          <a:pt x="1143717" y="541405"/>
                          <a:pt x="1143717" y="541405"/>
                        </a:cubicBezTo>
                        <a:cubicBezTo>
                          <a:pt x="1151838" y="541405"/>
                          <a:pt x="1159959" y="542758"/>
                          <a:pt x="1168080" y="542758"/>
                        </a:cubicBezTo>
                        <a:lnTo>
                          <a:pt x="1170788" y="542758"/>
                        </a:lnTo>
                        <a:lnTo>
                          <a:pt x="1170788" y="542758"/>
                        </a:lnTo>
                        <a:cubicBezTo>
                          <a:pt x="1230342" y="549526"/>
                          <a:pt x="1268240" y="572535"/>
                          <a:pt x="1293957" y="600959"/>
                        </a:cubicBezTo>
                        <a:cubicBezTo>
                          <a:pt x="1284482" y="545465"/>
                          <a:pt x="1272301" y="491325"/>
                          <a:pt x="1260119" y="437184"/>
                        </a:cubicBezTo>
                        <a:cubicBezTo>
                          <a:pt x="1097698" y="475083"/>
                          <a:pt x="1025962" y="357327"/>
                          <a:pt x="1005659" y="316722"/>
                        </a:cubicBezTo>
                        <a:lnTo>
                          <a:pt x="1005659" y="316722"/>
                        </a:lnTo>
                        <a:lnTo>
                          <a:pt x="1005659" y="315368"/>
                        </a:lnTo>
                        <a:cubicBezTo>
                          <a:pt x="1001599" y="307247"/>
                          <a:pt x="1000245" y="303187"/>
                          <a:pt x="1000245" y="303187"/>
                        </a:cubicBezTo>
                        <a:cubicBezTo>
                          <a:pt x="1008366" y="299126"/>
                          <a:pt x="1015134" y="296419"/>
                          <a:pt x="1023255" y="292359"/>
                        </a:cubicBezTo>
                        <a:lnTo>
                          <a:pt x="1025962" y="291005"/>
                        </a:lnTo>
                        <a:lnTo>
                          <a:pt x="1025962" y="291005"/>
                        </a:lnTo>
                        <a:cubicBezTo>
                          <a:pt x="1134243" y="249046"/>
                          <a:pt x="1201918" y="297773"/>
                          <a:pt x="1239817" y="349206"/>
                        </a:cubicBezTo>
                        <a:cubicBezTo>
                          <a:pt x="1231696" y="318075"/>
                          <a:pt x="1224928" y="288298"/>
                          <a:pt x="1216807" y="257167"/>
                        </a:cubicBezTo>
                        <a:cubicBezTo>
                          <a:pt x="1215453" y="250400"/>
                          <a:pt x="1218160" y="244986"/>
                          <a:pt x="1222221" y="240925"/>
                        </a:cubicBezTo>
                        <a:cubicBezTo>
                          <a:pt x="1057093" y="200320"/>
                          <a:pt x="1047618" y="60908"/>
                          <a:pt x="1048971" y="14889"/>
                        </a:cubicBezTo>
                        <a:lnTo>
                          <a:pt x="1048971" y="14889"/>
                        </a:lnTo>
                        <a:lnTo>
                          <a:pt x="1048971" y="13535"/>
                        </a:lnTo>
                        <a:cubicBezTo>
                          <a:pt x="1048971" y="5414"/>
                          <a:pt x="1050325" y="0"/>
                          <a:pt x="1050325" y="0"/>
                        </a:cubicBezTo>
                        <a:cubicBezTo>
                          <a:pt x="1058446" y="0"/>
                          <a:pt x="1066567" y="1353"/>
                          <a:pt x="1074688" y="1353"/>
                        </a:cubicBezTo>
                        <a:lnTo>
                          <a:pt x="1077395" y="1353"/>
                        </a:lnTo>
                        <a:lnTo>
                          <a:pt x="1077395" y="1353"/>
                        </a:lnTo>
                        <a:cubicBezTo>
                          <a:pt x="1258766" y="20303"/>
                          <a:pt x="1246584" y="196259"/>
                          <a:pt x="1241170" y="235511"/>
                        </a:cubicBezTo>
                        <a:cubicBezTo>
                          <a:pt x="1243877" y="236865"/>
                          <a:pt x="1246584" y="239572"/>
                          <a:pt x="1247937" y="244986"/>
                        </a:cubicBezTo>
                        <a:cubicBezTo>
                          <a:pt x="1262826" y="303187"/>
                          <a:pt x="1277715" y="360034"/>
                          <a:pt x="1291250" y="418235"/>
                        </a:cubicBezTo>
                        <a:cubicBezTo>
                          <a:pt x="1306139" y="376276"/>
                          <a:pt x="1375168" y="221976"/>
                          <a:pt x="1543003" y="285591"/>
                        </a:cubicBezTo>
                        <a:lnTo>
                          <a:pt x="1543003" y="285591"/>
                        </a:lnTo>
                        <a:lnTo>
                          <a:pt x="1545710" y="286944"/>
                        </a:lnTo>
                        <a:cubicBezTo>
                          <a:pt x="1553831" y="289652"/>
                          <a:pt x="1560599" y="293712"/>
                          <a:pt x="1568720" y="296419"/>
                        </a:cubicBezTo>
                        <a:cubicBezTo>
                          <a:pt x="1568720" y="296419"/>
                          <a:pt x="1502398" y="485911"/>
                          <a:pt x="1293957" y="429063"/>
                        </a:cubicBezTo>
                        <a:cubicBezTo>
                          <a:pt x="1318320" y="531930"/>
                          <a:pt x="1337269" y="636151"/>
                          <a:pt x="1348098" y="740371"/>
                        </a:cubicBezTo>
                        <a:cubicBezTo>
                          <a:pt x="1369753" y="688938"/>
                          <a:pt x="1440136" y="559000"/>
                          <a:pt x="1595790" y="618555"/>
                        </a:cubicBezTo>
                        <a:lnTo>
                          <a:pt x="1595790" y="618555"/>
                        </a:lnTo>
                        <a:lnTo>
                          <a:pt x="1598497" y="619908"/>
                        </a:lnTo>
                        <a:cubicBezTo>
                          <a:pt x="1605265" y="622615"/>
                          <a:pt x="1613386" y="625322"/>
                          <a:pt x="1621507" y="629383"/>
                        </a:cubicBezTo>
                        <a:cubicBezTo>
                          <a:pt x="1621507" y="629383"/>
                          <a:pt x="1556538" y="816168"/>
                          <a:pt x="1350804" y="763381"/>
                        </a:cubicBezTo>
                        <a:cubicBezTo>
                          <a:pt x="1354865" y="816168"/>
                          <a:pt x="1357572" y="868955"/>
                          <a:pt x="1354865" y="921741"/>
                        </a:cubicBezTo>
                        <a:cubicBezTo>
                          <a:pt x="1353512" y="985356"/>
                          <a:pt x="1345390" y="1046265"/>
                          <a:pt x="1333209" y="1104466"/>
                        </a:cubicBezTo>
                        <a:cubicBezTo>
                          <a:pt x="1333209" y="1107173"/>
                          <a:pt x="1333209" y="1109880"/>
                          <a:pt x="1333209" y="1109880"/>
                        </a:cubicBezTo>
                        <a:cubicBezTo>
                          <a:pt x="1333209" y="1109880"/>
                          <a:pt x="1331855" y="1109880"/>
                          <a:pt x="1331855" y="1109880"/>
                        </a:cubicBezTo>
                        <a:cubicBezTo>
                          <a:pt x="1308845" y="1212747"/>
                          <a:pt x="1269594" y="1308846"/>
                          <a:pt x="1212746" y="1396824"/>
                        </a:cubicBezTo>
                        <a:cubicBezTo>
                          <a:pt x="1275008" y="1364340"/>
                          <a:pt x="1367047" y="1346744"/>
                          <a:pt x="1450964" y="1442844"/>
                        </a:cubicBezTo>
                        <a:lnTo>
                          <a:pt x="1450964" y="1442844"/>
                        </a:lnTo>
                        <a:lnTo>
                          <a:pt x="1452318" y="1444197"/>
                        </a:lnTo>
                        <a:cubicBezTo>
                          <a:pt x="1457732" y="1450965"/>
                          <a:pt x="1463146" y="1457732"/>
                          <a:pt x="1469914" y="1465853"/>
                        </a:cubicBezTo>
                        <a:cubicBezTo>
                          <a:pt x="1469914" y="1465853"/>
                          <a:pt x="1465853" y="1469914"/>
                          <a:pt x="1457732" y="1475328"/>
                        </a:cubicBezTo>
                        <a:lnTo>
                          <a:pt x="1457732" y="1475328"/>
                        </a:lnTo>
                        <a:cubicBezTo>
                          <a:pt x="1457732" y="1475328"/>
                          <a:pt x="1457732" y="1475328"/>
                          <a:pt x="1457732" y="1475328"/>
                        </a:cubicBezTo>
                        <a:cubicBezTo>
                          <a:pt x="1419834" y="1503752"/>
                          <a:pt x="1295310" y="1580902"/>
                          <a:pt x="1158606" y="1468560"/>
                        </a:cubicBezTo>
                        <a:cubicBezTo>
                          <a:pt x="1135596" y="1496984"/>
                          <a:pt x="1109880" y="1524054"/>
                          <a:pt x="1082809" y="1551124"/>
                        </a:cubicBezTo>
                        <a:cubicBezTo>
                          <a:pt x="1051678" y="1580902"/>
                          <a:pt x="1017840" y="1607972"/>
                          <a:pt x="984003" y="1633689"/>
                        </a:cubicBezTo>
                        <a:cubicBezTo>
                          <a:pt x="1044911" y="1606619"/>
                          <a:pt x="1130182" y="1598497"/>
                          <a:pt x="1208686" y="1686476"/>
                        </a:cubicBezTo>
                        <a:lnTo>
                          <a:pt x="1208686" y="1686476"/>
                        </a:lnTo>
                        <a:lnTo>
                          <a:pt x="1210039" y="1687829"/>
                        </a:lnTo>
                        <a:cubicBezTo>
                          <a:pt x="1215453" y="1694597"/>
                          <a:pt x="1220867" y="1701364"/>
                          <a:pt x="1227635" y="1709485"/>
                        </a:cubicBezTo>
                        <a:cubicBezTo>
                          <a:pt x="1227635" y="1709485"/>
                          <a:pt x="1223574" y="1713546"/>
                          <a:pt x="1215453" y="1718960"/>
                        </a:cubicBezTo>
                        <a:lnTo>
                          <a:pt x="1215453" y="1718960"/>
                        </a:lnTo>
                        <a:lnTo>
                          <a:pt x="1215453" y="1718960"/>
                        </a:lnTo>
                        <a:cubicBezTo>
                          <a:pt x="1174848" y="1750091"/>
                          <a:pt x="1039497" y="1832655"/>
                          <a:pt x="896024" y="1694597"/>
                        </a:cubicBezTo>
                        <a:cubicBezTo>
                          <a:pt x="893318" y="1695950"/>
                          <a:pt x="889257" y="1698657"/>
                          <a:pt x="886550" y="1700011"/>
                        </a:cubicBezTo>
                        <a:cubicBezTo>
                          <a:pt x="882489" y="1706778"/>
                          <a:pt x="879783" y="1709485"/>
                          <a:pt x="879783" y="1709485"/>
                        </a:cubicBezTo>
                        <a:cubicBezTo>
                          <a:pt x="878429" y="1708132"/>
                          <a:pt x="877075" y="1708132"/>
                          <a:pt x="875722" y="1706778"/>
                        </a:cubicBezTo>
                        <a:cubicBezTo>
                          <a:pt x="799925" y="1755505"/>
                          <a:pt x="721422" y="1801524"/>
                          <a:pt x="646978" y="1852958"/>
                        </a:cubicBezTo>
                        <a:cubicBezTo>
                          <a:pt x="691645" y="1846190"/>
                          <a:pt x="741724" y="1854311"/>
                          <a:pt x="799925" y="1886795"/>
                        </a:cubicBezTo>
                        <a:lnTo>
                          <a:pt x="799925" y="1886795"/>
                        </a:lnTo>
                        <a:lnTo>
                          <a:pt x="802632" y="1888149"/>
                        </a:lnTo>
                        <a:cubicBezTo>
                          <a:pt x="812107" y="1893563"/>
                          <a:pt x="821581" y="1898977"/>
                          <a:pt x="831056" y="1905744"/>
                        </a:cubicBezTo>
                        <a:cubicBezTo>
                          <a:pt x="831056" y="1905744"/>
                          <a:pt x="710594" y="2143963"/>
                          <a:pt x="445305" y="2027561"/>
                        </a:cubicBezTo>
                        <a:cubicBezTo>
                          <a:pt x="442598" y="2031621"/>
                          <a:pt x="438538" y="2034328"/>
                          <a:pt x="435830" y="2038389"/>
                        </a:cubicBezTo>
                        <a:cubicBezTo>
                          <a:pt x="433124" y="2046510"/>
                          <a:pt x="431770" y="2051924"/>
                          <a:pt x="431770" y="2051924"/>
                        </a:cubicBezTo>
                        <a:cubicBezTo>
                          <a:pt x="430417" y="2051924"/>
                          <a:pt x="429063" y="2050570"/>
                          <a:pt x="426356" y="2050570"/>
                        </a:cubicBezTo>
                        <a:cubicBezTo>
                          <a:pt x="369508" y="2125013"/>
                          <a:pt x="331610" y="2207578"/>
                          <a:pt x="307247" y="2295556"/>
                        </a:cubicBezTo>
                        <a:cubicBezTo>
                          <a:pt x="355973" y="2215699"/>
                          <a:pt x="450719" y="2122306"/>
                          <a:pt x="619908" y="2183214"/>
                        </a:cubicBezTo>
                        <a:lnTo>
                          <a:pt x="619908" y="2183214"/>
                        </a:lnTo>
                        <a:lnTo>
                          <a:pt x="622615" y="2184568"/>
                        </a:lnTo>
                        <a:cubicBezTo>
                          <a:pt x="633443" y="2188629"/>
                          <a:pt x="644272" y="2192689"/>
                          <a:pt x="655100" y="2198103"/>
                        </a:cubicBezTo>
                        <a:cubicBezTo>
                          <a:pt x="655100" y="2198103"/>
                          <a:pt x="652392" y="2204871"/>
                          <a:pt x="648332" y="2217052"/>
                        </a:cubicBezTo>
                        <a:lnTo>
                          <a:pt x="648332" y="2217052"/>
                        </a:lnTo>
                        <a:cubicBezTo>
                          <a:pt x="648332" y="2217052"/>
                          <a:pt x="648332" y="2217052"/>
                          <a:pt x="648332" y="2217052"/>
                        </a:cubicBezTo>
                        <a:cubicBezTo>
                          <a:pt x="622615" y="2275253"/>
                          <a:pt x="525162" y="2445796"/>
                          <a:pt x="289651" y="2394362"/>
                        </a:cubicBezTo>
                        <a:cubicBezTo>
                          <a:pt x="278823" y="2383534"/>
                          <a:pt x="262581" y="2380827"/>
                          <a:pt x="247692" y="2384888"/>
                        </a:cubicBezTo>
                        <a:cubicBezTo>
                          <a:pt x="16242" y="2330747"/>
                          <a:pt x="0" y="2137195"/>
                          <a:pt x="0" y="2073580"/>
                        </a:cubicBezTo>
                        <a:lnTo>
                          <a:pt x="0" y="2073580"/>
                        </a:lnTo>
                        <a:cubicBezTo>
                          <a:pt x="0" y="2061398"/>
                          <a:pt x="1354" y="2053277"/>
                          <a:pt x="1354" y="2053277"/>
                        </a:cubicBezTo>
                        <a:cubicBezTo>
                          <a:pt x="14889" y="2055984"/>
                          <a:pt x="27070" y="2055984"/>
                          <a:pt x="39252" y="2057338"/>
                        </a:cubicBezTo>
                        <a:close/>
                      </a:path>
                    </a:pathLst>
                  </a:custGeom>
                  <a:solidFill>
                    <a:schemeClr val="accent1"/>
                  </a:solidFill>
                  <a:ln w="13514" cap="flat">
                    <a:noFill/>
                    <a:prstDash val="solid"/>
                    <a:miter/>
                  </a:ln>
                </p:spPr>
                <p:txBody>
                  <a:bodyPr rtlCol="0" anchor="ctr"/>
                  <a:lstStyle/>
                  <a:p>
                    <a:endParaRPr lang="en-US"/>
                  </a:p>
                </p:txBody>
              </p:sp>
            </p:grpSp>
          </p:grpSp>
          <p:grpSp>
            <p:nvGrpSpPr>
              <p:cNvPr id="843" name="Group 842">
                <a:extLst>
                  <a:ext uri="{FF2B5EF4-FFF2-40B4-BE49-F238E27FC236}">
                    <a16:creationId xmlns:a16="http://schemas.microsoft.com/office/drawing/2014/main" id="{947974E5-711F-4053-82ED-9303A3C99C63}"/>
                  </a:ext>
                </a:extLst>
              </p:cNvPr>
              <p:cNvGrpSpPr/>
              <p:nvPr/>
            </p:nvGrpSpPr>
            <p:grpSpPr>
              <a:xfrm>
                <a:off x="1513512" y="3681042"/>
                <a:ext cx="4044635" cy="2775409"/>
                <a:chOff x="908328" y="430834"/>
                <a:chExt cx="4876568" cy="3346277"/>
              </a:xfrm>
            </p:grpSpPr>
            <p:grpSp>
              <p:nvGrpSpPr>
                <p:cNvPr id="24" name="Graphic 2">
                  <a:extLst>
                    <a:ext uri="{FF2B5EF4-FFF2-40B4-BE49-F238E27FC236}">
                      <a16:creationId xmlns:a16="http://schemas.microsoft.com/office/drawing/2014/main" id="{7A1A7512-C6B7-42F2-ADF1-6A62A07475E9}"/>
                    </a:ext>
                  </a:extLst>
                </p:cNvPr>
                <p:cNvGrpSpPr/>
                <p:nvPr/>
              </p:nvGrpSpPr>
              <p:grpSpPr>
                <a:xfrm>
                  <a:off x="908328" y="430834"/>
                  <a:ext cx="4876568" cy="3346277"/>
                  <a:chOff x="847651" y="1493455"/>
                  <a:chExt cx="4876568" cy="3346277"/>
                </a:xfrm>
              </p:grpSpPr>
              <p:grpSp>
                <p:nvGrpSpPr>
                  <p:cNvPr id="25" name="Graphic 2">
                    <a:extLst>
                      <a:ext uri="{FF2B5EF4-FFF2-40B4-BE49-F238E27FC236}">
                        <a16:creationId xmlns:a16="http://schemas.microsoft.com/office/drawing/2014/main" id="{7A1A7512-C6B7-42F2-ADF1-6A62A07475E9}"/>
                      </a:ext>
                    </a:extLst>
                  </p:cNvPr>
                  <p:cNvGrpSpPr/>
                  <p:nvPr/>
                </p:nvGrpSpPr>
                <p:grpSpPr>
                  <a:xfrm>
                    <a:off x="847651" y="1493455"/>
                    <a:ext cx="1639578" cy="3346174"/>
                    <a:chOff x="847651" y="1493455"/>
                    <a:chExt cx="1639578" cy="3346174"/>
                  </a:xfrm>
                </p:grpSpPr>
                <p:grpSp>
                  <p:nvGrpSpPr>
                    <p:cNvPr id="26" name="Graphic 2">
                      <a:extLst>
                        <a:ext uri="{FF2B5EF4-FFF2-40B4-BE49-F238E27FC236}">
                          <a16:creationId xmlns:a16="http://schemas.microsoft.com/office/drawing/2014/main" id="{7A1A7512-C6B7-42F2-ADF1-6A62A07475E9}"/>
                        </a:ext>
                      </a:extLst>
                    </p:cNvPr>
                    <p:cNvGrpSpPr/>
                    <p:nvPr/>
                  </p:nvGrpSpPr>
                  <p:grpSpPr>
                    <a:xfrm>
                      <a:off x="1643104" y="2033128"/>
                      <a:ext cx="844125" cy="429595"/>
                      <a:chOff x="1643104" y="2033128"/>
                      <a:chExt cx="844125" cy="429595"/>
                    </a:xfrm>
                    <a:solidFill>
                      <a:srgbClr val="FB8A77"/>
                    </a:solidFill>
                  </p:grpSpPr>
                  <p:sp>
                    <p:nvSpPr>
                      <p:cNvPr id="27" name="Freeform: Shape 26">
                        <a:extLst>
                          <a:ext uri="{FF2B5EF4-FFF2-40B4-BE49-F238E27FC236}">
                            <a16:creationId xmlns:a16="http://schemas.microsoft.com/office/drawing/2014/main" id="{5D23FA63-7200-41A7-85ED-2A092255E059}"/>
                          </a:ext>
                        </a:extLst>
                      </p:cNvPr>
                      <p:cNvSpPr/>
                      <p:nvPr/>
                    </p:nvSpPr>
                    <p:spPr>
                      <a:xfrm>
                        <a:off x="1643104" y="2149584"/>
                        <a:ext cx="696151" cy="313138"/>
                      </a:xfrm>
                      <a:custGeom>
                        <a:avLst/>
                        <a:gdLst>
                          <a:gd name="connsiteX0" fmla="*/ 115163 w 696151"/>
                          <a:gd name="connsiteY0" fmla="*/ 0 h 313138"/>
                          <a:gd name="connsiteX1" fmla="*/ 363603 w 696151"/>
                          <a:gd name="connsiteY1" fmla="*/ 148806 h 313138"/>
                          <a:gd name="connsiteX2" fmla="*/ 652157 w 696151"/>
                          <a:gd name="connsiteY2" fmla="*/ 24585 h 313138"/>
                          <a:gd name="connsiteX3" fmla="*/ 696152 w 696151"/>
                          <a:gd name="connsiteY3" fmla="*/ 90577 h 313138"/>
                          <a:gd name="connsiteX4" fmla="*/ 332548 w 696151"/>
                          <a:gd name="connsiteY4" fmla="*/ 313139 h 313138"/>
                          <a:gd name="connsiteX5" fmla="*/ 0 w 696151"/>
                          <a:gd name="connsiteY5" fmla="*/ 111281 h 313138"/>
                          <a:gd name="connsiteX6" fmla="*/ 115163 w 696151"/>
                          <a:gd name="connsiteY6" fmla="*/ 0 h 31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6151" h="313138">
                            <a:moveTo>
                              <a:pt x="115163" y="0"/>
                            </a:moveTo>
                            <a:cubicBezTo>
                              <a:pt x="115163" y="0"/>
                              <a:pt x="291142" y="144924"/>
                              <a:pt x="363603" y="148806"/>
                            </a:cubicBezTo>
                            <a:cubicBezTo>
                              <a:pt x="442535" y="153981"/>
                              <a:pt x="652157" y="24585"/>
                              <a:pt x="652157" y="24585"/>
                            </a:cubicBezTo>
                            <a:lnTo>
                              <a:pt x="696152" y="90577"/>
                            </a:lnTo>
                            <a:cubicBezTo>
                              <a:pt x="696152" y="90577"/>
                              <a:pt x="442535" y="311845"/>
                              <a:pt x="332548" y="313139"/>
                            </a:cubicBezTo>
                            <a:cubicBezTo>
                              <a:pt x="235501" y="313139"/>
                              <a:pt x="0" y="111281"/>
                              <a:pt x="0" y="111281"/>
                            </a:cubicBezTo>
                            <a:lnTo>
                              <a:pt x="115163" y="0"/>
                            </a:lnTo>
                            <a:close/>
                          </a:path>
                        </a:pathLst>
                      </a:custGeom>
                      <a:solidFill>
                        <a:srgbClr val="FB8A77"/>
                      </a:solidFill>
                      <a:ln w="12921"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8FB8D92-AB39-4010-81E9-98BABC63C49C}"/>
                          </a:ext>
                        </a:extLst>
                      </p:cNvPr>
                      <p:cNvSpPr/>
                      <p:nvPr/>
                    </p:nvSpPr>
                    <p:spPr>
                      <a:xfrm>
                        <a:off x="2295261" y="2033128"/>
                        <a:ext cx="191968" cy="207033"/>
                      </a:xfrm>
                      <a:custGeom>
                        <a:avLst/>
                        <a:gdLst>
                          <a:gd name="connsiteX0" fmla="*/ 0 w 191968"/>
                          <a:gd name="connsiteY0" fmla="*/ 142335 h 207033"/>
                          <a:gd name="connsiteX1" fmla="*/ 32349 w 191968"/>
                          <a:gd name="connsiteY1" fmla="*/ 115162 h 207033"/>
                          <a:gd name="connsiteX2" fmla="*/ 51758 w 191968"/>
                          <a:gd name="connsiteY2" fmla="*/ 1294 h 207033"/>
                          <a:gd name="connsiteX3" fmla="*/ 80226 w 191968"/>
                          <a:gd name="connsiteY3" fmla="*/ 41406 h 207033"/>
                          <a:gd name="connsiteX4" fmla="*/ 131984 w 191968"/>
                          <a:gd name="connsiteY4" fmla="*/ 5175 h 207033"/>
                          <a:gd name="connsiteX5" fmla="*/ 185037 w 191968"/>
                          <a:gd name="connsiteY5" fmla="*/ 107398 h 207033"/>
                          <a:gd name="connsiteX6" fmla="*/ 124220 w 191968"/>
                          <a:gd name="connsiteY6" fmla="*/ 160451 h 207033"/>
                          <a:gd name="connsiteX7" fmla="*/ 45289 w 191968"/>
                          <a:gd name="connsiteY7" fmla="*/ 207034 h 207033"/>
                          <a:gd name="connsiteX8" fmla="*/ 0 w 191968"/>
                          <a:gd name="connsiteY8" fmla="*/ 142335 h 207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968" h="207033">
                            <a:moveTo>
                              <a:pt x="0" y="142335"/>
                            </a:moveTo>
                            <a:lnTo>
                              <a:pt x="32349" y="115162"/>
                            </a:lnTo>
                            <a:cubicBezTo>
                              <a:pt x="32349" y="115162"/>
                              <a:pt x="33643" y="-14234"/>
                              <a:pt x="51758" y="1294"/>
                            </a:cubicBezTo>
                            <a:cubicBezTo>
                              <a:pt x="69874" y="16821"/>
                              <a:pt x="80226" y="41406"/>
                              <a:pt x="80226" y="41406"/>
                            </a:cubicBezTo>
                            <a:cubicBezTo>
                              <a:pt x="80226" y="41406"/>
                              <a:pt x="106105" y="-12940"/>
                              <a:pt x="131984" y="5175"/>
                            </a:cubicBezTo>
                            <a:cubicBezTo>
                              <a:pt x="157863" y="21997"/>
                              <a:pt x="210916" y="86695"/>
                              <a:pt x="185037" y="107398"/>
                            </a:cubicBezTo>
                            <a:cubicBezTo>
                              <a:pt x="159157" y="128102"/>
                              <a:pt x="161745" y="165627"/>
                              <a:pt x="124220" y="160451"/>
                            </a:cubicBezTo>
                            <a:cubicBezTo>
                              <a:pt x="94459" y="156569"/>
                              <a:pt x="45289" y="207034"/>
                              <a:pt x="45289" y="207034"/>
                            </a:cubicBezTo>
                            <a:lnTo>
                              <a:pt x="0" y="142335"/>
                            </a:lnTo>
                            <a:close/>
                          </a:path>
                        </a:pathLst>
                      </a:custGeom>
                      <a:solidFill>
                        <a:srgbClr val="FB8A77"/>
                      </a:solidFill>
                      <a:ln w="12921" cap="flat">
                        <a:noFill/>
                        <a:prstDash val="solid"/>
                        <a:miter/>
                      </a:ln>
                    </p:spPr>
                    <p:txBody>
                      <a:bodyPr rtlCol="0" anchor="ctr"/>
                      <a:lstStyle/>
                      <a:p>
                        <a:endParaRPr lang="en-US"/>
                      </a:p>
                    </p:txBody>
                  </p:sp>
                </p:grpSp>
                <p:grpSp>
                  <p:nvGrpSpPr>
                    <p:cNvPr id="29" name="Graphic 2">
                      <a:extLst>
                        <a:ext uri="{FF2B5EF4-FFF2-40B4-BE49-F238E27FC236}">
                          <a16:creationId xmlns:a16="http://schemas.microsoft.com/office/drawing/2014/main" id="{7A1A7512-C6B7-42F2-ADF1-6A62A07475E9}"/>
                        </a:ext>
                      </a:extLst>
                    </p:cNvPr>
                    <p:cNvGrpSpPr/>
                    <p:nvPr/>
                  </p:nvGrpSpPr>
                  <p:grpSpPr>
                    <a:xfrm>
                      <a:off x="1445342" y="4604231"/>
                      <a:ext cx="344250" cy="235398"/>
                      <a:chOff x="1445342" y="4604231"/>
                      <a:chExt cx="344250" cy="235398"/>
                    </a:xfrm>
                  </p:grpSpPr>
                  <p:sp>
                    <p:nvSpPr>
                      <p:cNvPr id="30" name="Freeform: Shape 29">
                        <a:extLst>
                          <a:ext uri="{FF2B5EF4-FFF2-40B4-BE49-F238E27FC236}">
                            <a16:creationId xmlns:a16="http://schemas.microsoft.com/office/drawing/2014/main" id="{3200DE61-83FF-4BE8-8290-04A211598D4F}"/>
                          </a:ext>
                        </a:extLst>
                      </p:cNvPr>
                      <p:cNvSpPr/>
                      <p:nvPr/>
                    </p:nvSpPr>
                    <p:spPr>
                      <a:xfrm>
                        <a:off x="1445342" y="4709308"/>
                        <a:ext cx="344250" cy="130321"/>
                      </a:xfrm>
                      <a:custGeom>
                        <a:avLst/>
                        <a:gdLst>
                          <a:gd name="connsiteX0" fmla="*/ 36017 w 344250"/>
                          <a:gd name="connsiteY0" fmla="*/ 10086 h 130321"/>
                          <a:gd name="connsiteX1" fmla="*/ 122712 w 344250"/>
                          <a:gd name="connsiteY1" fmla="*/ 2322 h 130321"/>
                          <a:gd name="connsiteX2" fmla="*/ 169295 w 344250"/>
                          <a:gd name="connsiteY2" fmla="*/ 24319 h 130321"/>
                          <a:gd name="connsiteX3" fmla="*/ 336216 w 344250"/>
                          <a:gd name="connsiteY3" fmla="*/ 83841 h 130321"/>
                          <a:gd name="connsiteX4" fmla="*/ 312925 w 344250"/>
                          <a:gd name="connsiteY4" fmla="*/ 129130 h 130321"/>
                          <a:gd name="connsiteX5" fmla="*/ 43780 w 344250"/>
                          <a:gd name="connsiteY5" fmla="*/ 129130 h 130321"/>
                          <a:gd name="connsiteX6" fmla="*/ 4961 w 344250"/>
                          <a:gd name="connsiteY6" fmla="*/ 113602 h 130321"/>
                          <a:gd name="connsiteX7" fmla="*/ 36017 w 344250"/>
                          <a:gd name="connsiteY7" fmla="*/ 10086 h 130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4250" h="130321">
                            <a:moveTo>
                              <a:pt x="36017" y="10086"/>
                            </a:moveTo>
                            <a:cubicBezTo>
                              <a:pt x="65778" y="-1560"/>
                              <a:pt x="98127" y="-1560"/>
                              <a:pt x="122712" y="2322"/>
                            </a:cubicBezTo>
                            <a:cubicBezTo>
                              <a:pt x="140827" y="4910"/>
                              <a:pt x="156355" y="13967"/>
                              <a:pt x="169295" y="24319"/>
                            </a:cubicBezTo>
                            <a:cubicBezTo>
                              <a:pt x="205526" y="54080"/>
                              <a:pt x="312925" y="59256"/>
                              <a:pt x="336216" y="83841"/>
                            </a:cubicBezTo>
                            <a:cubicBezTo>
                              <a:pt x="363389" y="111015"/>
                              <a:pt x="312925" y="129130"/>
                              <a:pt x="312925" y="129130"/>
                            </a:cubicBezTo>
                            <a:lnTo>
                              <a:pt x="43780" y="129130"/>
                            </a:lnTo>
                            <a:cubicBezTo>
                              <a:pt x="1080" y="135600"/>
                              <a:pt x="4961" y="113602"/>
                              <a:pt x="4961" y="113602"/>
                            </a:cubicBezTo>
                            <a:cubicBezTo>
                              <a:pt x="4961" y="113602"/>
                              <a:pt x="-18330" y="33377"/>
                              <a:pt x="36017" y="10086"/>
                            </a:cubicBezTo>
                            <a:close/>
                          </a:path>
                        </a:pathLst>
                      </a:custGeom>
                      <a:solidFill>
                        <a:srgbClr val="294566"/>
                      </a:solidFill>
                      <a:ln w="12921"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218F554A-5DAC-4D23-8DD8-5E67CCE374DE}"/>
                          </a:ext>
                        </a:extLst>
                      </p:cNvPr>
                      <p:cNvSpPr/>
                      <p:nvPr/>
                    </p:nvSpPr>
                    <p:spPr>
                      <a:xfrm>
                        <a:off x="1491711" y="4604231"/>
                        <a:ext cx="86695" cy="155419"/>
                      </a:xfrm>
                      <a:custGeom>
                        <a:avLst/>
                        <a:gdLst>
                          <a:gd name="connsiteX0" fmla="*/ 86695 w 86695"/>
                          <a:gd name="connsiteY0" fmla="*/ 0 h 155419"/>
                          <a:gd name="connsiteX1" fmla="*/ 86695 w 86695"/>
                          <a:gd name="connsiteY1" fmla="*/ 141042 h 155419"/>
                          <a:gd name="connsiteX2" fmla="*/ 0 w 86695"/>
                          <a:gd name="connsiteY2" fmla="*/ 141042 h 155419"/>
                          <a:gd name="connsiteX3" fmla="*/ 0 w 86695"/>
                          <a:gd name="connsiteY3" fmla="*/ 0 h 155419"/>
                          <a:gd name="connsiteX4" fmla="*/ 86695 w 86695"/>
                          <a:gd name="connsiteY4" fmla="*/ 0 h 155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695" h="155419">
                            <a:moveTo>
                              <a:pt x="86695" y="0"/>
                            </a:moveTo>
                            <a:lnTo>
                              <a:pt x="86695" y="141042"/>
                            </a:lnTo>
                            <a:cubicBezTo>
                              <a:pt x="86695" y="141042"/>
                              <a:pt x="43995" y="173391"/>
                              <a:pt x="0" y="141042"/>
                            </a:cubicBezTo>
                            <a:lnTo>
                              <a:pt x="0" y="0"/>
                            </a:lnTo>
                            <a:lnTo>
                              <a:pt x="86695" y="0"/>
                            </a:lnTo>
                            <a:close/>
                          </a:path>
                        </a:pathLst>
                      </a:custGeom>
                      <a:solidFill>
                        <a:srgbClr val="FF8D7D"/>
                      </a:solidFill>
                      <a:ln w="12921" cap="flat">
                        <a:noFill/>
                        <a:prstDash val="solid"/>
                        <a:miter/>
                      </a:ln>
                    </p:spPr>
                    <p:txBody>
                      <a:bodyPr rtlCol="0" anchor="ctr"/>
                      <a:lstStyle/>
                      <a:p>
                        <a:endParaRPr lang="en-US"/>
                      </a:p>
                    </p:txBody>
                  </p:sp>
                </p:grpSp>
                <p:sp>
                  <p:nvSpPr>
                    <p:cNvPr id="736" name="Freeform: Shape 735">
                      <a:extLst>
                        <a:ext uri="{FF2B5EF4-FFF2-40B4-BE49-F238E27FC236}">
                          <a16:creationId xmlns:a16="http://schemas.microsoft.com/office/drawing/2014/main" id="{B4912534-117D-413A-A2B3-C947F6701EAB}"/>
                        </a:ext>
                      </a:extLst>
                    </p:cNvPr>
                    <p:cNvSpPr/>
                    <p:nvPr/>
                  </p:nvSpPr>
                  <p:spPr>
                    <a:xfrm>
                      <a:off x="1348081" y="2775862"/>
                      <a:ext cx="345487" cy="1855541"/>
                    </a:xfrm>
                    <a:custGeom>
                      <a:avLst/>
                      <a:gdLst>
                        <a:gd name="connsiteX0" fmla="*/ 0 w 345487"/>
                        <a:gd name="connsiteY0" fmla="*/ 0 h 1855541"/>
                        <a:gd name="connsiteX1" fmla="*/ 72462 w 345487"/>
                        <a:gd name="connsiteY1" fmla="*/ 991175 h 1855541"/>
                        <a:gd name="connsiteX2" fmla="*/ 108693 w 345487"/>
                        <a:gd name="connsiteY2" fmla="*/ 1855542 h 1855541"/>
                        <a:gd name="connsiteX3" fmla="*/ 273026 w 345487"/>
                        <a:gd name="connsiteY3" fmla="*/ 1855542 h 1855541"/>
                        <a:gd name="connsiteX4" fmla="*/ 345488 w 345487"/>
                        <a:gd name="connsiteY4" fmla="*/ 927771 h 1855541"/>
                        <a:gd name="connsiteX5" fmla="*/ 230325 w 345487"/>
                        <a:gd name="connsiteY5" fmla="*/ 0 h 1855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5487" h="1855541">
                          <a:moveTo>
                            <a:pt x="0" y="0"/>
                          </a:moveTo>
                          <a:lnTo>
                            <a:pt x="72462" y="991175"/>
                          </a:lnTo>
                          <a:lnTo>
                            <a:pt x="108693" y="1855542"/>
                          </a:lnTo>
                          <a:lnTo>
                            <a:pt x="273026" y="1855542"/>
                          </a:lnTo>
                          <a:lnTo>
                            <a:pt x="345488" y="927771"/>
                          </a:lnTo>
                          <a:lnTo>
                            <a:pt x="230325" y="0"/>
                          </a:lnTo>
                          <a:close/>
                        </a:path>
                      </a:pathLst>
                    </a:custGeom>
                    <a:solidFill>
                      <a:schemeClr val="accent1">
                        <a:lumMod val="60000"/>
                        <a:lumOff val="40000"/>
                      </a:schemeClr>
                    </a:solidFill>
                    <a:ln w="12921" cap="flat">
                      <a:noFill/>
                      <a:prstDash val="solid"/>
                      <a:miter/>
                    </a:ln>
                  </p:spPr>
                  <p:txBody>
                    <a:bodyPr rtlCol="0" anchor="ctr"/>
                    <a:lstStyle/>
                    <a:p>
                      <a:endParaRPr lang="en-US"/>
                    </a:p>
                  </p:txBody>
                </p:sp>
                <p:grpSp>
                  <p:nvGrpSpPr>
                    <p:cNvPr id="737" name="Graphic 2">
                      <a:extLst>
                        <a:ext uri="{FF2B5EF4-FFF2-40B4-BE49-F238E27FC236}">
                          <a16:creationId xmlns:a16="http://schemas.microsoft.com/office/drawing/2014/main" id="{7A1A7512-C6B7-42F2-ADF1-6A62A07475E9}"/>
                        </a:ext>
                      </a:extLst>
                    </p:cNvPr>
                    <p:cNvGrpSpPr/>
                    <p:nvPr/>
                  </p:nvGrpSpPr>
                  <p:grpSpPr>
                    <a:xfrm>
                      <a:off x="1003516" y="4604231"/>
                      <a:ext cx="343542" cy="235398"/>
                      <a:chOff x="1003516" y="4604231"/>
                      <a:chExt cx="343542" cy="235398"/>
                    </a:xfrm>
                  </p:grpSpPr>
                  <p:sp>
                    <p:nvSpPr>
                      <p:cNvPr id="738" name="Freeform: Shape 737">
                        <a:extLst>
                          <a:ext uri="{FF2B5EF4-FFF2-40B4-BE49-F238E27FC236}">
                            <a16:creationId xmlns:a16="http://schemas.microsoft.com/office/drawing/2014/main" id="{9F6788F1-7658-4659-AF33-42EA26663698}"/>
                          </a:ext>
                        </a:extLst>
                      </p:cNvPr>
                      <p:cNvSpPr/>
                      <p:nvPr/>
                    </p:nvSpPr>
                    <p:spPr>
                      <a:xfrm>
                        <a:off x="1003516" y="4709308"/>
                        <a:ext cx="343542" cy="130321"/>
                      </a:xfrm>
                      <a:custGeom>
                        <a:avLst/>
                        <a:gdLst>
                          <a:gd name="connsiteX0" fmla="*/ 35308 w 343542"/>
                          <a:gd name="connsiteY0" fmla="*/ 10086 h 130321"/>
                          <a:gd name="connsiteX1" fmla="*/ 122004 w 343542"/>
                          <a:gd name="connsiteY1" fmla="*/ 2322 h 130321"/>
                          <a:gd name="connsiteX2" fmla="*/ 168586 w 343542"/>
                          <a:gd name="connsiteY2" fmla="*/ 24319 h 130321"/>
                          <a:gd name="connsiteX3" fmla="*/ 335507 w 343542"/>
                          <a:gd name="connsiteY3" fmla="*/ 83841 h 130321"/>
                          <a:gd name="connsiteX4" fmla="*/ 312216 w 343542"/>
                          <a:gd name="connsiteY4" fmla="*/ 129130 h 130321"/>
                          <a:gd name="connsiteX5" fmla="*/ 44366 w 343542"/>
                          <a:gd name="connsiteY5" fmla="*/ 129130 h 130321"/>
                          <a:gd name="connsiteX6" fmla="*/ 5547 w 343542"/>
                          <a:gd name="connsiteY6" fmla="*/ 113602 h 130321"/>
                          <a:gd name="connsiteX7" fmla="*/ 35308 w 343542"/>
                          <a:gd name="connsiteY7" fmla="*/ 10086 h 130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542" h="130321">
                            <a:moveTo>
                              <a:pt x="35308" y="10086"/>
                            </a:moveTo>
                            <a:cubicBezTo>
                              <a:pt x="65069" y="-1560"/>
                              <a:pt x="97418" y="-1560"/>
                              <a:pt x="122004" y="2322"/>
                            </a:cubicBezTo>
                            <a:cubicBezTo>
                              <a:pt x="140119" y="4910"/>
                              <a:pt x="155647" y="13967"/>
                              <a:pt x="168586" y="24319"/>
                            </a:cubicBezTo>
                            <a:cubicBezTo>
                              <a:pt x="204817" y="54080"/>
                              <a:pt x="312216" y="59256"/>
                              <a:pt x="335507" y="83841"/>
                            </a:cubicBezTo>
                            <a:cubicBezTo>
                              <a:pt x="362681" y="111015"/>
                              <a:pt x="312216" y="129130"/>
                              <a:pt x="312216" y="129130"/>
                            </a:cubicBezTo>
                            <a:lnTo>
                              <a:pt x="44366" y="129130"/>
                            </a:lnTo>
                            <a:cubicBezTo>
                              <a:pt x="1665" y="135600"/>
                              <a:pt x="5547" y="113602"/>
                              <a:pt x="5547" y="113602"/>
                            </a:cubicBezTo>
                            <a:cubicBezTo>
                              <a:pt x="5547" y="113602"/>
                              <a:pt x="-19038" y="33377"/>
                              <a:pt x="35308" y="10086"/>
                            </a:cubicBezTo>
                            <a:close/>
                          </a:path>
                        </a:pathLst>
                      </a:custGeom>
                      <a:solidFill>
                        <a:srgbClr val="294566"/>
                      </a:solidFill>
                      <a:ln w="12921" cap="flat">
                        <a:noFill/>
                        <a:prstDash val="solid"/>
                        <a:miter/>
                      </a:ln>
                    </p:spPr>
                    <p:txBody>
                      <a:bodyPr rtlCol="0" anchor="ctr"/>
                      <a:lstStyle/>
                      <a:p>
                        <a:endParaRPr lang="en-US"/>
                      </a:p>
                    </p:txBody>
                  </p:sp>
                  <p:sp>
                    <p:nvSpPr>
                      <p:cNvPr id="739" name="Freeform: Shape 738">
                        <a:extLst>
                          <a:ext uri="{FF2B5EF4-FFF2-40B4-BE49-F238E27FC236}">
                            <a16:creationId xmlns:a16="http://schemas.microsoft.com/office/drawing/2014/main" id="{0642563D-3FF2-48B2-894B-2834060D35C9}"/>
                          </a:ext>
                        </a:extLst>
                      </p:cNvPr>
                      <p:cNvSpPr/>
                      <p:nvPr/>
                    </p:nvSpPr>
                    <p:spPr>
                      <a:xfrm>
                        <a:off x="1049175" y="4604231"/>
                        <a:ext cx="86695" cy="155419"/>
                      </a:xfrm>
                      <a:custGeom>
                        <a:avLst/>
                        <a:gdLst>
                          <a:gd name="connsiteX0" fmla="*/ 86695 w 86695"/>
                          <a:gd name="connsiteY0" fmla="*/ 0 h 155419"/>
                          <a:gd name="connsiteX1" fmla="*/ 86695 w 86695"/>
                          <a:gd name="connsiteY1" fmla="*/ 141042 h 155419"/>
                          <a:gd name="connsiteX2" fmla="*/ 0 w 86695"/>
                          <a:gd name="connsiteY2" fmla="*/ 141042 h 155419"/>
                          <a:gd name="connsiteX3" fmla="*/ 0 w 86695"/>
                          <a:gd name="connsiteY3" fmla="*/ 0 h 155419"/>
                          <a:gd name="connsiteX4" fmla="*/ 86695 w 86695"/>
                          <a:gd name="connsiteY4" fmla="*/ 0 h 155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695" h="155419">
                            <a:moveTo>
                              <a:pt x="86695" y="0"/>
                            </a:moveTo>
                            <a:lnTo>
                              <a:pt x="86695" y="141042"/>
                            </a:lnTo>
                            <a:cubicBezTo>
                              <a:pt x="86695" y="141042"/>
                              <a:pt x="43995" y="173391"/>
                              <a:pt x="0" y="141042"/>
                            </a:cubicBezTo>
                            <a:lnTo>
                              <a:pt x="0" y="0"/>
                            </a:lnTo>
                            <a:lnTo>
                              <a:pt x="86695" y="0"/>
                            </a:lnTo>
                            <a:close/>
                          </a:path>
                        </a:pathLst>
                      </a:custGeom>
                      <a:solidFill>
                        <a:srgbClr val="FF8D7D"/>
                      </a:solidFill>
                      <a:ln w="12921" cap="flat">
                        <a:noFill/>
                        <a:prstDash val="solid"/>
                        <a:miter/>
                      </a:ln>
                    </p:spPr>
                    <p:txBody>
                      <a:bodyPr rtlCol="0" anchor="ctr"/>
                      <a:lstStyle/>
                      <a:p>
                        <a:endParaRPr lang="en-US"/>
                      </a:p>
                    </p:txBody>
                  </p:sp>
                </p:grpSp>
                <p:sp>
                  <p:nvSpPr>
                    <p:cNvPr id="740" name="Freeform: Shape 739">
                      <a:extLst>
                        <a:ext uri="{FF2B5EF4-FFF2-40B4-BE49-F238E27FC236}">
                          <a16:creationId xmlns:a16="http://schemas.microsoft.com/office/drawing/2014/main" id="{2C8E084E-94BB-422A-BCD1-A77686CB15A7}"/>
                        </a:ext>
                      </a:extLst>
                    </p:cNvPr>
                    <p:cNvSpPr/>
                    <p:nvPr/>
                  </p:nvSpPr>
                  <p:spPr>
                    <a:xfrm>
                      <a:off x="1015532" y="2775130"/>
                      <a:ext cx="464725" cy="1856274"/>
                    </a:xfrm>
                    <a:custGeom>
                      <a:avLst/>
                      <a:gdLst>
                        <a:gd name="connsiteX0" fmla="*/ 163039 w 464725"/>
                        <a:gd name="connsiteY0" fmla="*/ 53785 h 1856274"/>
                        <a:gd name="connsiteX1" fmla="*/ 97047 w 464725"/>
                        <a:gd name="connsiteY1" fmla="*/ 343632 h 1856274"/>
                        <a:gd name="connsiteX2" fmla="*/ 97047 w 464725"/>
                        <a:gd name="connsiteY2" fmla="*/ 870275 h 1856274"/>
                        <a:gd name="connsiteX3" fmla="*/ 0 w 464725"/>
                        <a:gd name="connsiteY3" fmla="*/ 1856274 h 1856274"/>
                        <a:gd name="connsiteX4" fmla="*/ 194094 w 464725"/>
                        <a:gd name="connsiteY4" fmla="*/ 1856274 h 1856274"/>
                        <a:gd name="connsiteX5" fmla="*/ 406304 w 464725"/>
                        <a:gd name="connsiteY5" fmla="*/ 705942 h 1856274"/>
                        <a:gd name="connsiteX6" fmla="*/ 442535 w 464725"/>
                        <a:gd name="connsiteY6" fmla="*/ 4614 h 1856274"/>
                        <a:gd name="connsiteX7" fmla="*/ 163039 w 464725"/>
                        <a:gd name="connsiteY7" fmla="*/ 53785 h 1856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4725" h="1856274">
                          <a:moveTo>
                            <a:pt x="163039" y="53785"/>
                          </a:moveTo>
                          <a:cubicBezTo>
                            <a:pt x="163039" y="53785"/>
                            <a:pt x="90577" y="137892"/>
                            <a:pt x="97047" y="343632"/>
                          </a:cubicBezTo>
                          <a:cubicBezTo>
                            <a:pt x="103517" y="549372"/>
                            <a:pt x="97047" y="870275"/>
                            <a:pt x="97047" y="870275"/>
                          </a:cubicBezTo>
                          <a:lnTo>
                            <a:pt x="0" y="1856274"/>
                          </a:lnTo>
                          <a:lnTo>
                            <a:pt x="194094" y="1856274"/>
                          </a:lnTo>
                          <a:lnTo>
                            <a:pt x="406304" y="705942"/>
                          </a:lnTo>
                          <a:cubicBezTo>
                            <a:pt x="406304" y="705942"/>
                            <a:pt x="508527" y="27905"/>
                            <a:pt x="442535" y="4614"/>
                          </a:cubicBezTo>
                          <a:cubicBezTo>
                            <a:pt x="375249" y="-18677"/>
                            <a:pt x="163039" y="53785"/>
                            <a:pt x="163039" y="53785"/>
                          </a:cubicBezTo>
                          <a:close/>
                        </a:path>
                      </a:pathLst>
                    </a:custGeom>
                    <a:solidFill>
                      <a:schemeClr val="accent1">
                        <a:lumMod val="40000"/>
                        <a:lumOff val="60000"/>
                      </a:schemeClr>
                    </a:solidFill>
                    <a:ln w="12921" cap="flat">
                      <a:noFill/>
                      <a:prstDash val="solid"/>
                      <a:miter/>
                    </a:ln>
                  </p:spPr>
                  <p:txBody>
                    <a:bodyPr rtlCol="0" anchor="ctr"/>
                    <a:lstStyle/>
                    <a:p>
                      <a:endParaRPr lang="en-US" dirty="0"/>
                    </a:p>
                  </p:txBody>
                </p:sp>
                <p:sp>
                  <p:nvSpPr>
                    <p:cNvPr id="741" name="Freeform: Shape 740">
                      <a:extLst>
                        <a:ext uri="{FF2B5EF4-FFF2-40B4-BE49-F238E27FC236}">
                          <a16:creationId xmlns:a16="http://schemas.microsoft.com/office/drawing/2014/main" id="{477539B8-F398-41FC-9F73-B4A14E3BEB09}"/>
                        </a:ext>
                      </a:extLst>
                    </p:cNvPr>
                    <p:cNvSpPr/>
                    <p:nvPr/>
                  </p:nvSpPr>
                  <p:spPr>
                    <a:xfrm>
                      <a:off x="948704" y="2004319"/>
                      <a:ext cx="883318" cy="860826"/>
                    </a:xfrm>
                    <a:custGeom>
                      <a:avLst/>
                      <a:gdLst>
                        <a:gd name="connsiteX0" fmla="*/ 429138 w 883318"/>
                        <a:gd name="connsiteY0" fmla="*/ 1636 h 860826"/>
                        <a:gd name="connsiteX1" fmla="*/ 743570 w 883318"/>
                        <a:gd name="connsiteY1" fmla="*/ 67628 h 860826"/>
                        <a:gd name="connsiteX2" fmla="*/ 883318 w 883318"/>
                        <a:gd name="connsiteY2" fmla="*/ 176321 h 860826"/>
                        <a:gd name="connsiteX3" fmla="*/ 804387 w 883318"/>
                        <a:gd name="connsiteY3" fmla="*/ 352300 h 860826"/>
                        <a:gd name="connsiteX4" fmla="*/ 702164 w 883318"/>
                        <a:gd name="connsiteY4" fmla="*/ 352300 h 860826"/>
                        <a:gd name="connsiteX5" fmla="*/ 656875 w 883318"/>
                        <a:gd name="connsiteY5" fmla="*/ 860827 h 860826"/>
                        <a:gd name="connsiteX6" fmla="*/ 200106 w 883318"/>
                        <a:gd name="connsiteY6" fmla="*/ 860827 h 860826"/>
                        <a:gd name="connsiteX7" fmla="*/ 200106 w 883318"/>
                        <a:gd name="connsiteY7" fmla="*/ 376885 h 860826"/>
                        <a:gd name="connsiteX8" fmla="*/ 145760 w 883318"/>
                        <a:gd name="connsiteY8" fmla="*/ 431232 h 860826"/>
                        <a:gd name="connsiteX9" fmla="*/ 836 w 883318"/>
                        <a:gd name="connsiteY9" fmla="*/ 268192 h 860826"/>
                        <a:gd name="connsiteX10" fmla="*/ 103059 w 883318"/>
                        <a:gd name="connsiteY10" fmla="*/ 44337 h 860826"/>
                        <a:gd name="connsiteX11" fmla="*/ 429138 w 883318"/>
                        <a:gd name="connsiteY11" fmla="*/ 1636 h 86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3318" h="860826">
                          <a:moveTo>
                            <a:pt x="429138" y="1636"/>
                          </a:moveTo>
                          <a:cubicBezTo>
                            <a:pt x="429138" y="1636"/>
                            <a:pt x="677578" y="8106"/>
                            <a:pt x="743570" y="67628"/>
                          </a:cubicBezTo>
                          <a:cubicBezTo>
                            <a:pt x="809562" y="128444"/>
                            <a:pt x="883318" y="176321"/>
                            <a:pt x="883318" y="176321"/>
                          </a:cubicBezTo>
                          <a:lnTo>
                            <a:pt x="804387" y="352300"/>
                          </a:lnTo>
                          <a:lnTo>
                            <a:pt x="702164" y="352300"/>
                          </a:lnTo>
                          <a:cubicBezTo>
                            <a:pt x="702164" y="352300"/>
                            <a:pt x="684048" y="734019"/>
                            <a:pt x="656875" y="860827"/>
                          </a:cubicBezTo>
                          <a:lnTo>
                            <a:pt x="200106" y="860827"/>
                          </a:lnTo>
                          <a:lnTo>
                            <a:pt x="200106" y="376885"/>
                          </a:lnTo>
                          <a:lnTo>
                            <a:pt x="145760" y="431232"/>
                          </a:lnTo>
                          <a:cubicBezTo>
                            <a:pt x="145760" y="431232"/>
                            <a:pt x="12482" y="329008"/>
                            <a:pt x="836" y="268192"/>
                          </a:cubicBezTo>
                          <a:cubicBezTo>
                            <a:pt x="-10810" y="207376"/>
                            <a:pt x="103059" y="44337"/>
                            <a:pt x="103059" y="44337"/>
                          </a:cubicBezTo>
                          <a:cubicBezTo>
                            <a:pt x="103059" y="44337"/>
                            <a:pt x="290684" y="-10010"/>
                            <a:pt x="429138" y="1636"/>
                          </a:cubicBezTo>
                          <a:close/>
                        </a:path>
                      </a:pathLst>
                    </a:custGeom>
                    <a:solidFill>
                      <a:schemeClr val="accent1"/>
                    </a:solidFill>
                    <a:ln w="12921" cap="flat">
                      <a:noFill/>
                      <a:prstDash val="solid"/>
                      <a:miter/>
                    </a:ln>
                  </p:spPr>
                  <p:txBody>
                    <a:bodyPr rtlCol="0" anchor="ctr"/>
                    <a:lstStyle/>
                    <a:p>
                      <a:endParaRPr lang="en-US" dirty="0"/>
                    </a:p>
                  </p:txBody>
                </p:sp>
                <p:sp>
                  <p:nvSpPr>
                    <p:cNvPr id="742" name="Freeform: Shape 741">
                      <a:extLst>
                        <a:ext uri="{FF2B5EF4-FFF2-40B4-BE49-F238E27FC236}">
                          <a16:creationId xmlns:a16="http://schemas.microsoft.com/office/drawing/2014/main" id="{B02DD9B3-F323-4B62-96DE-6483F8E362D5}"/>
                        </a:ext>
                      </a:extLst>
                    </p:cNvPr>
                    <p:cNvSpPr/>
                    <p:nvPr/>
                  </p:nvSpPr>
                  <p:spPr>
                    <a:xfrm>
                      <a:off x="847651" y="2247926"/>
                      <a:ext cx="352918" cy="680624"/>
                    </a:xfrm>
                    <a:custGeom>
                      <a:avLst/>
                      <a:gdLst>
                        <a:gd name="connsiteX0" fmla="*/ 258459 w 352918"/>
                        <a:gd name="connsiteY0" fmla="*/ 87989 h 680624"/>
                        <a:gd name="connsiteX1" fmla="*/ 167882 w 352918"/>
                        <a:gd name="connsiteY1" fmla="*/ 363603 h 680624"/>
                        <a:gd name="connsiteX2" fmla="*/ 352918 w 352918"/>
                        <a:gd name="connsiteY2" fmla="*/ 617220 h 680624"/>
                        <a:gd name="connsiteX3" fmla="*/ 311512 w 352918"/>
                        <a:gd name="connsiteY3" fmla="*/ 680624 h 680624"/>
                        <a:gd name="connsiteX4" fmla="*/ 2255 w 352918"/>
                        <a:gd name="connsiteY4" fmla="*/ 368779 h 680624"/>
                        <a:gd name="connsiteX5" fmla="*/ 126475 w 352918"/>
                        <a:gd name="connsiteY5" fmla="*/ 0 h 680624"/>
                        <a:gd name="connsiteX6" fmla="*/ 258459 w 352918"/>
                        <a:gd name="connsiteY6" fmla="*/ 87989 h 680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2918" h="680624">
                          <a:moveTo>
                            <a:pt x="258459" y="87989"/>
                          </a:moveTo>
                          <a:cubicBezTo>
                            <a:pt x="258459" y="87989"/>
                            <a:pt x="156236" y="291142"/>
                            <a:pt x="167882" y="363603"/>
                          </a:cubicBezTo>
                          <a:cubicBezTo>
                            <a:pt x="179527" y="441241"/>
                            <a:pt x="352918" y="617220"/>
                            <a:pt x="352918" y="617220"/>
                          </a:cubicBezTo>
                          <a:lnTo>
                            <a:pt x="311512" y="680624"/>
                          </a:lnTo>
                          <a:cubicBezTo>
                            <a:pt x="311512" y="680624"/>
                            <a:pt x="26840" y="476178"/>
                            <a:pt x="2255" y="368779"/>
                          </a:cubicBezTo>
                          <a:cubicBezTo>
                            <a:pt x="-19743" y="274320"/>
                            <a:pt x="126475" y="0"/>
                            <a:pt x="126475" y="0"/>
                          </a:cubicBezTo>
                          <a:lnTo>
                            <a:pt x="258459" y="87989"/>
                          </a:lnTo>
                          <a:close/>
                        </a:path>
                      </a:pathLst>
                    </a:custGeom>
                    <a:solidFill>
                      <a:srgbClr val="FB8A77"/>
                    </a:solidFill>
                    <a:ln w="12921" cap="flat">
                      <a:noFill/>
                      <a:prstDash val="solid"/>
                      <a:miter/>
                    </a:ln>
                  </p:spPr>
                  <p:txBody>
                    <a:bodyPr rtlCol="0" anchor="ctr"/>
                    <a:lstStyle/>
                    <a:p>
                      <a:endParaRPr lang="en-US"/>
                    </a:p>
                  </p:txBody>
                </p:sp>
                <p:sp>
                  <p:nvSpPr>
                    <p:cNvPr id="743" name="Freeform: Shape 742">
                      <a:extLst>
                        <a:ext uri="{FF2B5EF4-FFF2-40B4-BE49-F238E27FC236}">
                          <a16:creationId xmlns:a16="http://schemas.microsoft.com/office/drawing/2014/main" id="{4806D4B9-AF6E-43B0-8403-1FC7188782D8}"/>
                        </a:ext>
                      </a:extLst>
                    </p:cNvPr>
                    <p:cNvSpPr/>
                    <p:nvPr/>
                  </p:nvSpPr>
                  <p:spPr>
                    <a:xfrm>
                      <a:off x="1157868" y="2865146"/>
                      <a:ext cx="205985" cy="175988"/>
                    </a:xfrm>
                    <a:custGeom>
                      <a:avLst/>
                      <a:gdLst>
                        <a:gd name="connsiteX0" fmla="*/ 42701 w 205985"/>
                        <a:gd name="connsiteY0" fmla="*/ 0 h 175988"/>
                        <a:gd name="connsiteX1" fmla="*/ 76344 w 205985"/>
                        <a:gd name="connsiteY1" fmla="*/ 25879 h 175988"/>
                        <a:gd name="connsiteX2" fmla="*/ 191506 w 205985"/>
                        <a:gd name="connsiteY2" fmla="*/ 19409 h 175988"/>
                        <a:gd name="connsiteX3" fmla="*/ 157863 w 205985"/>
                        <a:gd name="connsiteY3" fmla="*/ 55640 h 175988"/>
                        <a:gd name="connsiteX4" fmla="*/ 204446 w 205985"/>
                        <a:gd name="connsiteY4" fmla="*/ 97047 h 175988"/>
                        <a:gd name="connsiteX5" fmla="*/ 116457 w 205985"/>
                        <a:gd name="connsiteY5" fmla="*/ 172097 h 175988"/>
                        <a:gd name="connsiteX6" fmla="*/ 53052 w 205985"/>
                        <a:gd name="connsiteY6" fmla="*/ 120339 h 175988"/>
                        <a:gd name="connsiteX7" fmla="*/ 0 w 205985"/>
                        <a:gd name="connsiteY7" fmla="*/ 63404 h 175988"/>
                        <a:gd name="connsiteX8" fmla="*/ 42701 w 205985"/>
                        <a:gd name="connsiteY8" fmla="*/ 0 h 175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5985" h="175988">
                          <a:moveTo>
                            <a:pt x="42701" y="0"/>
                          </a:moveTo>
                          <a:lnTo>
                            <a:pt x="76344" y="25879"/>
                          </a:lnTo>
                          <a:cubicBezTo>
                            <a:pt x="76344" y="25879"/>
                            <a:pt x="203152" y="-1294"/>
                            <a:pt x="191506" y="19409"/>
                          </a:cubicBezTo>
                          <a:cubicBezTo>
                            <a:pt x="179861" y="40113"/>
                            <a:pt x="157863" y="55640"/>
                            <a:pt x="157863" y="55640"/>
                          </a:cubicBezTo>
                          <a:cubicBezTo>
                            <a:pt x="157863" y="55640"/>
                            <a:pt x="216092" y="68580"/>
                            <a:pt x="204446" y="97047"/>
                          </a:cubicBezTo>
                          <a:cubicBezTo>
                            <a:pt x="192800" y="125514"/>
                            <a:pt x="142336" y="192800"/>
                            <a:pt x="116457" y="172097"/>
                          </a:cubicBezTo>
                          <a:cubicBezTo>
                            <a:pt x="90577" y="151394"/>
                            <a:pt x="55640" y="157863"/>
                            <a:pt x="53052" y="120339"/>
                          </a:cubicBezTo>
                          <a:cubicBezTo>
                            <a:pt x="50465" y="90577"/>
                            <a:pt x="0" y="63404"/>
                            <a:pt x="0" y="63404"/>
                          </a:cubicBezTo>
                          <a:lnTo>
                            <a:pt x="42701" y="0"/>
                          </a:lnTo>
                          <a:close/>
                        </a:path>
                      </a:pathLst>
                    </a:custGeom>
                    <a:solidFill>
                      <a:srgbClr val="FB8A77"/>
                    </a:solidFill>
                    <a:ln w="12921" cap="flat">
                      <a:noFill/>
                      <a:prstDash val="solid"/>
                      <a:miter/>
                    </a:ln>
                  </p:spPr>
                  <p:txBody>
                    <a:bodyPr rtlCol="0" anchor="ctr"/>
                    <a:lstStyle/>
                    <a:p>
                      <a:endParaRPr lang="en-US"/>
                    </a:p>
                  </p:txBody>
                </p:sp>
                <p:sp>
                  <p:nvSpPr>
                    <p:cNvPr id="744" name="Freeform: Shape 743">
                      <a:extLst>
                        <a:ext uri="{FF2B5EF4-FFF2-40B4-BE49-F238E27FC236}">
                          <a16:creationId xmlns:a16="http://schemas.microsoft.com/office/drawing/2014/main" id="{2CB8F3D4-D0A4-473F-ACAE-7AC28FF8C1B3}"/>
                        </a:ext>
                      </a:extLst>
                    </p:cNvPr>
                    <p:cNvSpPr/>
                    <p:nvPr/>
                  </p:nvSpPr>
                  <p:spPr>
                    <a:xfrm>
                      <a:off x="1232918" y="1589241"/>
                      <a:ext cx="284567" cy="484094"/>
                    </a:xfrm>
                    <a:custGeom>
                      <a:avLst/>
                      <a:gdLst>
                        <a:gd name="connsiteX0" fmla="*/ 177273 w 284567"/>
                        <a:gd name="connsiteY0" fmla="*/ 350722 h 484094"/>
                        <a:gd name="connsiteX1" fmla="*/ 204446 w 284567"/>
                        <a:gd name="connsiteY1" fmla="*/ 451651 h 484094"/>
                        <a:gd name="connsiteX2" fmla="*/ 72462 w 284567"/>
                        <a:gd name="connsiteY2" fmla="*/ 464591 h 484094"/>
                        <a:gd name="connsiteX3" fmla="*/ 69874 w 284567"/>
                        <a:gd name="connsiteY3" fmla="*/ 313197 h 484094"/>
                        <a:gd name="connsiteX4" fmla="*/ 0 w 284567"/>
                        <a:gd name="connsiteY4" fmla="*/ 144982 h 484094"/>
                        <a:gd name="connsiteX5" fmla="*/ 156569 w 284567"/>
                        <a:gd name="connsiteY5" fmla="*/ 58 h 484094"/>
                        <a:gd name="connsiteX6" fmla="*/ 283378 w 284567"/>
                        <a:gd name="connsiteY6" fmla="*/ 172155 h 484094"/>
                        <a:gd name="connsiteX7" fmla="*/ 177273 w 284567"/>
                        <a:gd name="connsiteY7" fmla="*/ 350722 h 484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4567" h="484094">
                          <a:moveTo>
                            <a:pt x="177273" y="350722"/>
                          </a:moveTo>
                          <a:lnTo>
                            <a:pt x="204446" y="451651"/>
                          </a:lnTo>
                          <a:cubicBezTo>
                            <a:pt x="204446" y="451651"/>
                            <a:pt x="163039" y="515055"/>
                            <a:pt x="72462" y="464591"/>
                          </a:cubicBezTo>
                          <a:lnTo>
                            <a:pt x="69874" y="313197"/>
                          </a:lnTo>
                          <a:cubicBezTo>
                            <a:pt x="69874" y="313197"/>
                            <a:pt x="0" y="208386"/>
                            <a:pt x="0" y="144982"/>
                          </a:cubicBezTo>
                          <a:cubicBezTo>
                            <a:pt x="0" y="81578"/>
                            <a:pt x="64698" y="-2530"/>
                            <a:pt x="156569" y="58"/>
                          </a:cubicBezTo>
                          <a:cubicBezTo>
                            <a:pt x="249735" y="2646"/>
                            <a:pt x="292435" y="81578"/>
                            <a:pt x="283378" y="172155"/>
                          </a:cubicBezTo>
                          <a:cubicBezTo>
                            <a:pt x="274320" y="264027"/>
                            <a:pt x="283378" y="386953"/>
                            <a:pt x="177273" y="350722"/>
                          </a:cubicBezTo>
                          <a:close/>
                        </a:path>
                      </a:pathLst>
                    </a:custGeom>
                    <a:solidFill>
                      <a:srgbClr val="FB8A77"/>
                    </a:solidFill>
                    <a:ln w="12921" cap="flat">
                      <a:noFill/>
                      <a:prstDash val="solid"/>
                      <a:miter/>
                    </a:ln>
                  </p:spPr>
                  <p:txBody>
                    <a:bodyPr rtlCol="0" anchor="ctr"/>
                    <a:lstStyle/>
                    <a:p>
                      <a:endParaRPr lang="en-US"/>
                    </a:p>
                  </p:txBody>
                </p:sp>
                <p:sp>
                  <p:nvSpPr>
                    <p:cNvPr id="745" name="Freeform: Shape 744">
                      <a:extLst>
                        <a:ext uri="{FF2B5EF4-FFF2-40B4-BE49-F238E27FC236}">
                          <a16:creationId xmlns:a16="http://schemas.microsoft.com/office/drawing/2014/main" id="{960E0028-4799-43BE-B5A9-0045E01B3910}"/>
                        </a:ext>
                      </a:extLst>
                    </p:cNvPr>
                    <p:cNvSpPr/>
                    <p:nvPr/>
                  </p:nvSpPr>
                  <p:spPr>
                    <a:xfrm>
                      <a:off x="1187083" y="1493455"/>
                      <a:ext cx="378729" cy="398631"/>
                    </a:xfrm>
                    <a:custGeom>
                      <a:avLst/>
                      <a:gdLst>
                        <a:gd name="connsiteX0" fmla="*/ 223108 w 378729"/>
                        <a:gd name="connsiteY0" fmla="*/ 155366 h 398631"/>
                        <a:gd name="connsiteX1" fmla="*/ 342152 w 378729"/>
                        <a:gd name="connsiteY1" fmla="*/ 165718 h 398631"/>
                        <a:gd name="connsiteX2" fmla="*/ 331800 w 378729"/>
                        <a:gd name="connsiteY2" fmla="*/ 91 h 398631"/>
                        <a:gd name="connsiteX3" fmla="*/ 250281 w 378729"/>
                        <a:gd name="connsiteY3" fmla="*/ 25970 h 398631"/>
                        <a:gd name="connsiteX4" fmla="*/ 43247 w 378729"/>
                        <a:gd name="connsiteY4" fmla="*/ 60907 h 398631"/>
                        <a:gd name="connsiteX5" fmla="*/ 105357 w 378729"/>
                        <a:gd name="connsiteY5" fmla="*/ 398631 h 398631"/>
                        <a:gd name="connsiteX6" fmla="*/ 101475 w 378729"/>
                        <a:gd name="connsiteY6" fmla="*/ 300290 h 398631"/>
                        <a:gd name="connsiteX7" fmla="*/ 82066 w 378729"/>
                        <a:gd name="connsiteY7" fmla="*/ 230416 h 398631"/>
                        <a:gd name="connsiteX8" fmla="*/ 123473 w 378729"/>
                        <a:gd name="connsiteY8" fmla="*/ 243356 h 398631"/>
                        <a:gd name="connsiteX9" fmla="*/ 223108 w 378729"/>
                        <a:gd name="connsiteY9" fmla="*/ 155366 h 39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8729" h="398631">
                          <a:moveTo>
                            <a:pt x="223108" y="155366"/>
                          </a:moveTo>
                          <a:cubicBezTo>
                            <a:pt x="223108" y="155366"/>
                            <a:pt x="299451" y="212301"/>
                            <a:pt x="342152" y="165718"/>
                          </a:cubicBezTo>
                          <a:cubicBezTo>
                            <a:pt x="384853" y="117841"/>
                            <a:pt x="400381" y="-3791"/>
                            <a:pt x="331800" y="91"/>
                          </a:cubicBezTo>
                          <a:cubicBezTo>
                            <a:pt x="264514" y="3973"/>
                            <a:pt x="250281" y="25970"/>
                            <a:pt x="250281" y="25970"/>
                          </a:cubicBezTo>
                          <a:cubicBezTo>
                            <a:pt x="250281" y="25970"/>
                            <a:pt x="168761" y="-32258"/>
                            <a:pt x="43247" y="60907"/>
                          </a:cubicBezTo>
                          <a:cubicBezTo>
                            <a:pt x="-82267" y="154072"/>
                            <a:pt x="105357" y="398631"/>
                            <a:pt x="105357" y="398631"/>
                          </a:cubicBezTo>
                          <a:lnTo>
                            <a:pt x="101475" y="300290"/>
                          </a:lnTo>
                          <a:cubicBezTo>
                            <a:pt x="101475" y="300290"/>
                            <a:pt x="57480" y="273117"/>
                            <a:pt x="82066" y="230416"/>
                          </a:cubicBezTo>
                          <a:cubicBezTo>
                            <a:pt x="107945" y="189009"/>
                            <a:pt x="123473" y="243356"/>
                            <a:pt x="123473" y="243356"/>
                          </a:cubicBezTo>
                          <a:cubicBezTo>
                            <a:pt x="123473" y="243356"/>
                            <a:pt x="158410" y="128193"/>
                            <a:pt x="223108" y="155366"/>
                          </a:cubicBezTo>
                          <a:close/>
                        </a:path>
                      </a:pathLst>
                    </a:custGeom>
                    <a:solidFill>
                      <a:srgbClr val="294566"/>
                    </a:solidFill>
                    <a:ln w="12921" cap="flat">
                      <a:noFill/>
                      <a:prstDash val="solid"/>
                      <a:miter/>
                    </a:ln>
                  </p:spPr>
                  <p:txBody>
                    <a:bodyPr rtlCol="0" anchor="ctr"/>
                    <a:lstStyle/>
                    <a:p>
                      <a:endParaRPr lang="en-US"/>
                    </a:p>
                  </p:txBody>
                </p:sp>
                <p:sp>
                  <p:nvSpPr>
                    <p:cNvPr id="746" name="Freeform: Shape 745">
                      <a:extLst>
                        <a:ext uri="{FF2B5EF4-FFF2-40B4-BE49-F238E27FC236}">
                          <a16:creationId xmlns:a16="http://schemas.microsoft.com/office/drawing/2014/main" id="{384026B9-680B-414B-8ED0-96AA1A1807F7}"/>
                        </a:ext>
                      </a:extLst>
                    </p:cNvPr>
                    <p:cNvSpPr/>
                    <p:nvPr/>
                  </p:nvSpPr>
                  <p:spPr>
                    <a:xfrm>
                      <a:off x="921073" y="2046859"/>
                      <a:ext cx="227737" cy="388691"/>
                    </a:xfrm>
                    <a:custGeom>
                      <a:avLst/>
                      <a:gdLst>
                        <a:gd name="connsiteX0" fmla="*/ 227737 w 227737"/>
                        <a:gd name="connsiteY0" fmla="*/ 334345 h 388691"/>
                        <a:gd name="connsiteX1" fmla="*/ 173391 w 227737"/>
                        <a:gd name="connsiteY1" fmla="*/ 388691 h 388691"/>
                        <a:gd name="connsiteX2" fmla="*/ 0 w 227737"/>
                        <a:gd name="connsiteY2" fmla="*/ 276117 h 388691"/>
                        <a:gd name="connsiteX3" fmla="*/ 131984 w 227737"/>
                        <a:gd name="connsiteY3" fmla="*/ 503 h 388691"/>
                        <a:gd name="connsiteX4" fmla="*/ 227737 w 227737"/>
                        <a:gd name="connsiteY4" fmla="*/ 334345 h 388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737" h="388691">
                          <a:moveTo>
                            <a:pt x="227737" y="334345"/>
                          </a:moveTo>
                          <a:lnTo>
                            <a:pt x="173391" y="388691"/>
                          </a:lnTo>
                          <a:cubicBezTo>
                            <a:pt x="173391" y="388691"/>
                            <a:pt x="0" y="311054"/>
                            <a:pt x="0" y="276117"/>
                          </a:cubicBezTo>
                          <a:cubicBezTo>
                            <a:pt x="0" y="242474"/>
                            <a:pt x="64698" y="17324"/>
                            <a:pt x="131984" y="503"/>
                          </a:cubicBezTo>
                          <a:cubicBezTo>
                            <a:pt x="196682" y="-15025"/>
                            <a:pt x="227737" y="334345"/>
                            <a:pt x="227737" y="334345"/>
                          </a:cubicBezTo>
                          <a:close/>
                        </a:path>
                      </a:pathLst>
                    </a:custGeom>
                    <a:solidFill>
                      <a:schemeClr val="accent1">
                        <a:lumMod val="40000"/>
                        <a:lumOff val="60000"/>
                      </a:schemeClr>
                    </a:solidFill>
                    <a:ln w="12921" cap="flat">
                      <a:noFill/>
                      <a:prstDash val="solid"/>
                      <a:miter/>
                    </a:ln>
                  </p:spPr>
                  <p:txBody>
                    <a:bodyPr rtlCol="0" anchor="ctr"/>
                    <a:lstStyle/>
                    <a:p>
                      <a:endParaRPr lang="en-US"/>
                    </a:p>
                  </p:txBody>
                </p:sp>
                <p:sp>
                  <p:nvSpPr>
                    <p:cNvPr id="747" name="Freeform: Shape 746">
                      <a:extLst>
                        <a:ext uri="{FF2B5EF4-FFF2-40B4-BE49-F238E27FC236}">
                          <a16:creationId xmlns:a16="http://schemas.microsoft.com/office/drawing/2014/main" id="{52B80AE9-98D3-457D-BF94-EE493A04A28C}"/>
                        </a:ext>
                      </a:extLst>
                    </p:cNvPr>
                    <p:cNvSpPr/>
                    <p:nvPr/>
                  </p:nvSpPr>
                  <p:spPr>
                    <a:xfrm>
                      <a:off x="1623695" y="2038304"/>
                      <a:ext cx="212119" cy="337034"/>
                    </a:xfrm>
                    <a:custGeom>
                      <a:avLst/>
                      <a:gdLst>
                        <a:gd name="connsiteX0" fmla="*/ 27173 w 212119"/>
                        <a:gd name="connsiteY0" fmla="*/ 318315 h 337034"/>
                        <a:gd name="connsiteX1" fmla="*/ 138454 w 212119"/>
                        <a:gd name="connsiteY1" fmla="*/ 332548 h 337034"/>
                        <a:gd name="connsiteX2" fmla="*/ 208328 w 212119"/>
                        <a:gd name="connsiteY2" fmla="*/ 142336 h 337034"/>
                        <a:gd name="connsiteX3" fmla="*/ 0 w 212119"/>
                        <a:gd name="connsiteY3" fmla="*/ 0 h 337034"/>
                        <a:gd name="connsiteX4" fmla="*/ 27173 w 212119"/>
                        <a:gd name="connsiteY4" fmla="*/ 318315 h 3370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119" h="337034">
                          <a:moveTo>
                            <a:pt x="27173" y="318315"/>
                          </a:moveTo>
                          <a:cubicBezTo>
                            <a:pt x="27173" y="318315"/>
                            <a:pt x="117751" y="348076"/>
                            <a:pt x="138454" y="332548"/>
                          </a:cubicBezTo>
                          <a:cubicBezTo>
                            <a:pt x="159157" y="317021"/>
                            <a:pt x="229031" y="156569"/>
                            <a:pt x="208328" y="142336"/>
                          </a:cubicBezTo>
                          <a:cubicBezTo>
                            <a:pt x="187625" y="128102"/>
                            <a:pt x="120339" y="2588"/>
                            <a:pt x="0" y="0"/>
                          </a:cubicBezTo>
                          <a:cubicBezTo>
                            <a:pt x="0" y="0"/>
                            <a:pt x="60816" y="229031"/>
                            <a:pt x="27173" y="318315"/>
                          </a:cubicBezTo>
                          <a:close/>
                        </a:path>
                      </a:pathLst>
                    </a:custGeom>
                    <a:solidFill>
                      <a:schemeClr val="accent1">
                        <a:lumMod val="40000"/>
                        <a:lumOff val="60000"/>
                      </a:schemeClr>
                    </a:solidFill>
                    <a:ln w="12921" cap="flat">
                      <a:noFill/>
                      <a:prstDash val="solid"/>
                      <a:miter/>
                    </a:ln>
                  </p:spPr>
                  <p:txBody>
                    <a:bodyPr rtlCol="0" anchor="ctr"/>
                    <a:lstStyle/>
                    <a:p>
                      <a:endParaRPr lang="en-US"/>
                    </a:p>
                  </p:txBody>
                </p:sp>
                <p:sp>
                  <p:nvSpPr>
                    <p:cNvPr id="748" name="Freeform: Shape 747">
                      <a:extLst>
                        <a:ext uri="{FF2B5EF4-FFF2-40B4-BE49-F238E27FC236}">
                          <a16:creationId xmlns:a16="http://schemas.microsoft.com/office/drawing/2014/main" id="{4E17407D-D159-4D00-ABAA-572EA17F0B9F}"/>
                        </a:ext>
                      </a:extLst>
                    </p:cNvPr>
                    <p:cNvSpPr/>
                    <p:nvPr/>
                  </p:nvSpPr>
                  <p:spPr>
                    <a:xfrm>
                      <a:off x="1133283" y="2918198"/>
                      <a:ext cx="258793" cy="1647213"/>
                    </a:xfrm>
                    <a:custGeom>
                      <a:avLst/>
                      <a:gdLst>
                        <a:gd name="connsiteX0" fmla="*/ 5176 w 258792"/>
                        <a:gd name="connsiteY0" fmla="*/ 1647214 h 1647213"/>
                        <a:gd name="connsiteX1" fmla="*/ 144924 w 258792"/>
                        <a:gd name="connsiteY1" fmla="*/ 785435 h 1647213"/>
                        <a:gd name="connsiteX2" fmla="*/ 144924 w 258792"/>
                        <a:gd name="connsiteY2" fmla="*/ 147512 h 1647213"/>
                        <a:gd name="connsiteX3" fmla="*/ 258792 w 258792"/>
                        <a:gd name="connsiteY3" fmla="*/ 1294 h 1647213"/>
                        <a:gd name="connsiteX4" fmla="*/ 253617 w 258792"/>
                        <a:gd name="connsiteY4" fmla="*/ 0 h 1647213"/>
                        <a:gd name="connsiteX5" fmla="*/ 141042 w 258792"/>
                        <a:gd name="connsiteY5" fmla="*/ 143630 h 1647213"/>
                        <a:gd name="connsiteX6" fmla="*/ 139748 w 258792"/>
                        <a:gd name="connsiteY6" fmla="*/ 143630 h 1647213"/>
                        <a:gd name="connsiteX7" fmla="*/ 139748 w 258792"/>
                        <a:gd name="connsiteY7" fmla="*/ 784141 h 1647213"/>
                        <a:gd name="connsiteX8" fmla="*/ 0 w 258792"/>
                        <a:gd name="connsiteY8" fmla="*/ 1645920 h 1647213"/>
                        <a:gd name="connsiteX9" fmla="*/ 5176 w 258792"/>
                        <a:gd name="connsiteY9" fmla="*/ 1647214 h 164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8792" h="1647213">
                          <a:moveTo>
                            <a:pt x="5176" y="1647214"/>
                          </a:moveTo>
                          <a:lnTo>
                            <a:pt x="144924" y="785435"/>
                          </a:lnTo>
                          <a:lnTo>
                            <a:pt x="144924" y="147512"/>
                          </a:lnTo>
                          <a:cubicBezTo>
                            <a:pt x="222562" y="121632"/>
                            <a:pt x="257498" y="6470"/>
                            <a:pt x="258792" y="1294"/>
                          </a:cubicBezTo>
                          <a:lnTo>
                            <a:pt x="253617" y="0"/>
                          </a:lnTo>
                          <a:cubicBezTo>
                            <a:pt x="253617" y="1294"/>
                            <a:pt x="217386" y="120339"/>
                            <a:pt x="141042" y="143630"/>
                          </a:cubicBezTo>
                          <a:lnTo>
                            <a:pt x="139748" y="143630"/>
                          </a:lnTo>
                          <a:lnTo>
                            <a:pt x="139748" y="784141"/>
                          </a:lnTo>
                          <a:lnTo>
                            <a:pt x="0" y="1645920"/>
                          </a:lnTo>
                          <a:lnTo>
                            <a:pt x="5176" y="1647214"/>
                          </a:lnTo>
                          <a:close/>
                        </a:path>
                      </a:pathLst>
                    </a:custGeom>
                    <a:solidFill>
                      <a:schemeClr val="accent1"/>
                    </a:solidFill>
                    <a:ln w="12921" cap="flat">
                      <a:noFill/>
                      <a:prstDash val="solid"/>
                      <a:miter/>
                    </a:ln>
                  </p:spPr>
                  <p:txBody>
                    <a:bodyPr rtlCol="0" anchor="ctr"/>
                    <a:lstStyle/>
                    <a:p>
                      <a:endParaRPr lang="en-US"/>
                    </a:p>
                  </p:txBody>
                </p:sp>
                <p:sp>
                  <p:nvSpPr>
                    <p:cNvPr id="749" name="Freeform: Shape 748">
                      <a:extLst>
                        <a:ext uri="{FF2B5EF4-FFF2-40B4-BE49-F238E27FC236}">
                          <a16:creationId xmlns:a16="http://schemas.microsoft.com/office/drawing/2014/main" id="{83E872C4-AE4C-427A-AB71-D77631576642}"/>
                        </a:ext>
                      </a:extLst>
                    </p:cNvPr>
                    <p:cNvSpPr/>
                    <p:nvPr/>
                  </p:nvSpPr>
                  <p:spPr>
                    <a:xfrm>
                      <a:off x="1451598" y="3233925"/>
                      <a:ext cx="130560" cy="1354778"/>
                    </a:xfrm>
                    <a:custGeom>
                      <a:avLst/>
                      <a:gdLst>
                        <a:gd name="connsiteX0" fmla="*/ 86695 w 130560"/>
                        <a:gd name="connsiteY0" fmla="*/ 1354779 h 1354778"/>
                        <a:gd name="connsiteX1" fmla="*/ 129396 w 130560"/>
                        <a:gd name="connsiteY1" fmla="*/ 507233 h 1354778"/>
                        <a:gd name="connsiteX2" fmla="*/ 5176 w 130560"/>
                        <a:gd name="connsiteY2" fmla="*/ 0 h 1354778"/>
                        <a:gd name="connsiteX3" fmla="*/ 0 w 130560"/>
                        <a:gd name="connsiteY3" fmla="*/ 1294 h 1354778"/>
                        <a:gd name="connsiteX4" fmla="*/ 124220 w 130560"/>
                        <a:gd name="connsiteY4" fmla="*/ 509821 h 1354778"/>
                        <a:gd name="connsiteX5" fmla="*/ 80226 w 130560"/>
                        <a:gd name="connsiteY5" fmla="*/ 1353485 h 1354778"/>
                        <a:gd name="connsiteX6" fmla="*/ 86695 w 130560"/>
                        <a:gd name="connsiteY6" fmla="*/ 1354779 h 1354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560" h="1354778">
                          <a:moveTo>
                            <a:pt x="86695" y="1354779"/>
                          </a:moveTo>
                          <a:cubicBezTo>
                            <a:pt x="91871" y="1269377"/>
                            <a:pt x="138454" y="524055"/>
                            <a:pt x="129396" y="507233"/>
                          </a:cubicBezTo>
                          <a:cubicBezTo>
                            <a:pt x="122926" y="494294"/>
                            <a:pt x="45289" y="169509"/>
                            <a:pt x="5176" y="0"/>
                          </a:cubicBezTo>
                          <a:lnTo>
                            <a:pt x="0" y="1294"/>
                          </a:lnTo>
                          <a:cubicBezTo>
                            <a:pt x="5176" y="20703"/>
                            <a:pt x="115163" y="493000"/>
                            <a:pt x="124220" y="509821"/>
                          </a:cubicBezTo>
                          <a:cubicBezTo>
                            <a:pt x="130690" y="527937"/>
                            <a:pt x="95753" y="1125747"/>
                            <a:pt x="80226" y="1353485"/>
                          </a:cubicBezTo>
                          <a:lnTo>
                            <a:pt x="86695" y="1354779"/>
                          </a:lnTo>
                          <a:close/>
                        </a:path>
                      </a:pathLst>
                    </a:custGeom>
                    <a:solidFill>
                      <a:schemeClr val="accent1"/>
                    </a:solidFill>
                    <a:ln w="12921" cap="flat">
                      <a:noFill/>
                      <a:prstDash val="solid"/>
                      <a:miter/>
                    </a:ln>
                  </p:spPr>
                  <p:txBody>
                    <a:bodyPr rtlCol="0" anchor="ctr"/>
                    <a:lstStyle/>
                    <a:p>
                      <a:endParaRPr lang="en-US"/>
                    </a:p>
                  </p:txBody>
                </p:sp>
                <p:grpSp>
                  <p:nvGrpSpPr>
                    <p:cNvPr id="750" name="Graphic 2">
                      <a:extLst>
                        <a:ext uri="{FF2B5EF4-FFF2-40B4-BE49-F238E27FC236}">
                          <a16:creationId xmlns:a16="http://schemas.microsoft.com/office/drawing/2014/main" id="{7A1A7512-C6B7-42F2-ADF1-6A62A07475E9}"/>
                        </a:ext>
                      </a:extLst>
                    </p:cNvPr>
                    <p:cNvGrpSpPr/>
                    <p:nvPr/>
                  </p:nvGrpSpPr>
                  <p:grpSpPr>
                    <a:xfrm>
                      <a:off x="1203601" y="2180283"/>
                      <a:ext cx="398521" cy="215725"/>
                      <a:chOff x="1203601" y="2180283"/>
                      <a:chExt cx="398521" cy="215725"/>
                    </a:xfrm>
                    <a:solidFill>
                      <a:srgbClr val="FAC237"/>
                    </a:solidFill>
                  </p:grpSpPr>
                  <p:sp>
                    <p:nvSpPr>
                      <p:cNvPr id="751" name="Freeform: Shape 750">
                        <a:extLst>
                          <a:ext uri="{FF2B5EF4-FFF2-40B4-BE49-F238E27FC236}">
                            <a16:creationId xmlns:a16="http://schemas.microsoft.com/office/drawing/2014/main" id="{6BD75973-9034-4B83-959A-A3A81164CE10}"/>
                          </a:ext>
                        </a:extLst>
                      </p:cNvPr>
                      <p:cNvSpPr/>
                      <p:nvPr/>
                    </p:nvSpPr>
                    <p:spPr>
                      <a:xfrm>
                        <a:off x="1203601" y="2180283"/>
                        <a:ext cx="384663" cy="52640"/>
                      </a:xfrm>
                      <a:custGeom>
                        <a:avLst/>
                        <a:gdLst>
                          <a:gd name="connsiteX0" fmla="*/ 381275 w 384663"/>
                          <a:gd name="connsiteY0" fmla="*/ 13296 h 52640"/>
                          <a:gd name="connsiteX1" fmla="*/ 187180 w 384663"/>
                          <a:gd name="connsiteY1" fmla="*/ 52115 h 52640"/>
                          <a:gd name="connsiteX2" fmla="*/ 97897 w 384663"/>
                          <a:gd name="connsiteY2" fmla="*/ 23648 h 52640"/>
                          <a:gd name="connsiteX3" fmla="*/ 7320 w 384663"/>
                          <a:gd name="connsiteY3" fmla="*/ 23648 h 52640"/>
                          <a:gd name="connsiteX4" fmla="*/ 2144 w 384663"/>
                          <a:gd name="connsiteY4" fmla="*/ 14590 h 52640"/>
                          <a:gd name="connsiteX5" fmla="*/ 170359 w 384663"/>
                          <a:gd name="connsiteY5" fmla="*/ 37882 h 52640"/>
                          <a:gd name="connsiteX6" fmla="*/ 277758 w 384663"/>
                          <a:gd name="connsiteY6" fmla="*/ 32706 h 52640"/>
                          <a:gd name="connsiteX7" fmla="*/ 378687 w 384663"/>
                          <a:gd name="connsiteY7" fmla="*/ 1651 h 52640"/>
                          <a:gd name="connsiteX8" fmla="*/ 381275 w 384663"/>
                          <a:gd name="connsiteY8" fmla="*/ 13296 h 52640"/>
                          <a:gd name="connsiteX9" fmla="*/ 381275 w 384663"/>
                          <a:gd name="connsiteY9" fmla="*/ 13296 h 52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4663" h="52640">
                            <a:moveTo>
                              <a:pt x="381275" y="13296"/>
                            </a:moveTo>
                            <a:cubicBezTo>
                              <a:pt x="321753" y="37882"/>
                              <a:pt x="253173" y="55997"/>
                              <a:pt x="187180" y="52115"/>
                            </a:cubicBezTo>
                            <a:cubicBezTo>
                              <a:pt x="154831" y="49527"/>
                              <a:pt x="127658" y="36588"/>
                              <a:pt x="97897" y="23648"/>
                            </a:cubicBezTo>
                            <a:cubicBezTo>
                              <a:pt x="69430" y="12002"/>
                              <a:pt x="34493" y="4239"/>
                              <a:pt x="7320" y="23648"/>
                            </a:cubicBezTo>
                            <a:cubicBezTo>
                              <a:pt x="2144" y="27530"/>
                              <a:pt x="-3032" y="18472"/>
                              <a:pt x="2144" y="14590"/>
                            </a:cubicBezTo>
                            <a:cubicBezTo>
                              <a:pt x="55196" y="-25522"/>
                              <a:pt x="117307" y="28824"/>
                              <a:pt x="170359" y="37882"/>
                            </a:cubicBezTo>
                            <a:cubicBezTo>
                              <a:pt x="205296" y="44352"/>
                              <a:pt x="242821" y="39176"/>
                              <a:pt x="277758" y="32706"/>
                            </a:cubicBezTo>
                            <a:cubicBezTo>
                              <a:pt x="312695" y="26236"/>
                              <a:pt x="346338" y="15884"/>
                              <a:pt x="378687" y="1651"/>
                            </a:cubicBezTo>
                            <a:cubicBezTo>
                              <a:pt x="383863" y="357"/>
                              <a:pt x="387745" y="10709"/>
                              <a:pt x="381275" y="13296"/>
                            </a:cubicBezTo>
                            <a:lnTo>
                              <a:pt x="381275" y="13296"/>
                            </a:lnTo>
                            <a:close/>
                          </a:path>
                        </a:pathLst>
                      </a:custGeom>
                      <a:solidFill>
                        <a:schemeClr val="bg2"/>
                      </a:solidFill>
                      <a:ln w="12921" cap="flat">
                        <a:noFill/>
                        <a:prstDash val="solid"/>
                        <a:miter/>
                      </a:ln>
                    </p:spPr>
                    <p:txBody>
                      <a:bodyPr rtlCol="0" anchor="ctr"/>
                      <a:lstStyle/>
                      <a:p>
                        <a:endParaRPr lang="en-US"/>
                      </a:p>
                    </p:txBody>
                  </p:sp>
                  <p:sp>
                    <p:nvSpPr>
                      <p:cNvPr id="752" name="Freeform: Shape 751">
                        <a:extLst>
                          <a:ext uri="{FF2B5EF4-FFF2-40B4-BE49-F238E27FC236}">
                            <a16:creationId xmlns:a16="http://schemas.microsoft.com/office/drawing/2014/main" id="{8E41AC40-60FA-4933-B908-8340175A6E6A}"/>
                          </a:ext>
                        </a:extLst>
                      </p:cNvPr>
                      <p:cNvSpPr/>
                      <p:nvPr/>
                    </p:nvSpPr>
                    <p:spPr>
                      <a:xfrm>
                        <a:off x="1212538" y="2277286"/>
                        <a:ext cx="389584" cy="43155"/>
                      </a:xfrm>
                      <a:custGeom>
                        <a:avLst/>
                        <a:gdLst>
                          <a:gd name="connsiteX0" fmla="*/ 385277 w 389584"/>
                          <a:gd name="connsiteY0" fmla="*/ 13340 h 43155"/>
                          <a:gd name="connsiteX1" fmla="*/ 280466 w 389584"/>
                          <a:gd name="connsiteY1" fmla="*/ 28868 h 43155"/>
                          <a:gd name="connsiteX2" fmla="*/ 182125 w 389584"/>
                          <a:gd name="connsiteY2" fmla="*/ 43101 h 43155"/>
                          <a:gd name="connsiteX3" fmla="*/ 101900 w 389584"/>
                          <a:gd name="connsiteY3" fmla="*/ 14634 h 43155"/>
                          <a:gd name="connsiteX4" fmla="*/ 4852 w 389584"/>
                          <a:gd name="connsiteY4" fmla="*/ 13340 h 43155"/>
                          <a:gd name="connsiteX5" fmla="*/ 4852 w 389584"/>
                          <a:gd name="connsiteY5" fmla="*/ 2988 h 43155"/>
                          <a:gd name="connsiteX6" fmla="*/ 91548 w 389584"/>
                          <a:gd name="connsiteY6" fmla="*/ 2988 h 43155"/>
                          <a:gd name="connsiteX7" fmla="*/ 130367 w 389584"/>
                          <a:gd name="connsiteY7" fmla="*/ 15928 h 43155"/>
                          <a:gd name="connsiteX8" fmla="*/ 176949 w 389584"/>
                          <a:gd name="connsiteY8" fmla="*/ 32749 h 43155"/>
                          <a:gd name="connsiteX9" fmla="*/ 230002 w 389584"/>
                          <a:gd name="connsiteY9" fmla="*/ 26280 h 43155"/>
                          <a:gd name="connsiteX10" fmla="*/ 277878 w 389584"/>
                          <a:gd name="connsiteY10" fmla="*/ 18516 h 43155"/>
                          <a:gd name="connsiteX11" fmla="*/ 382689 w 389584"/>
                          <a:gd name="connsiteY11" fmla="*/ 2988 h 43155"/>
                          <a:gd name="connsiteX12" fmla="*/ 385277 w 389584"/>
                          <a:gd name="connsiteY12" fmla="*/ 13340 h 43155"/>
                          <a:gd name="connsiteX13" fmla="*/ 385277 w 389584"/>
                          <a:gd name="connsiteY13" fmla="*/ 13340 h 4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9584" h="43155">
                            <a:moveTo>
                              <a:pt x="385277" y="13340"/>
                            </a:moveTo>
                            <a:cubicBezTo>
                              <a:pt x="350340" y="18516"/>
                              <a:pt x="315403" y="23692"/>
                              <a:pt x="280466" y="28868"/>
                            </a:cubicBezTo>
                            <a:cubicBezTo>
                              <a:pt x="248117" y="34043"/>
                              <a:pt x="214474" y="41807"/>
                              <a:pt x="182125" y="43101"/>
                            </a:cubicBezTo>
                            <a:cubicBezTo>
                              <a:pt x="152364" y="44395"/>
                              <a:pt x="130367" y="22398"/>
                              <a:pt x="101900" y="14634"/>
                            </a:cubicBezTo>
                            <a:cubicBezTo>
                              <a:pt x="69550" y="5576"/>
                              <a:pt x="37201" y="9458"/>
                              <a:pt x="4852" y="13340"/>
                            </a:cubicBezTo>
                            <a:cubicBezTo>
                              <a:pt x="-1617" y="14634"/>
                              <a:pt x="-1617" y="2988"/>
                              <a:pt x="4852" y="2988"/>
                            </a:cubicBezTo>
                            <a:cubicBezTo>
                              <a:pt x="33320" y="400"/>
                              <a:pt x="63081" y="-2188"/>
                              <a:pt x="91548" y="2988"/>
                            </a:cubicBezTo>
                            <a:cubicBezTo>
                              <a:pt x="105781" y="5576"/>
                              <a:pt x="118721" y="9458"/>
                              <a:pt x="130367" y="15928"/>
                            </a:cubicBezTo>
                            <a:cubicBezTo>
                              <a:pt x="145894" y="23692"/>
                              <a:pt x="158834" y="32749"/>
                              <a:pt x="176949" y="32749"/>
                            </a:cubicBezTo>
                            <a:cubicBezTo>
                              <a:pt x="193771" y="32749"/>
                              <a:pt x="211886" y="28868"/>
                              <a:pt x="230002" y="26280"/>
                            </a:cubicBezTo>
                            <a:cubicBezTo>
                              <a:pt x="245529" y="23692"/>
                              <a:pt x="262351" y="21104"/>
                              <a:pt x="277878" y="18516"/>
                            </a:cubicBezTo>
                            <a:cubicBezTo>
                              <a:pt x="312815" y="13340"/>
                              <a:pt x="347752" y="8164"/>
                              <a:pt x="382689" y="2988"/>
                            </a:cubicBezTo>
                            <a:cubicBezTo>
                              <a:pt x="389159" y="1694"/>
                              <a:pt x="393041" y="12046"/>
                              <a:pt x="385277" y="13340"/>
                            </a:cubicBezTo>
                            <a:lnTo>
                              <a:pt x="385277" y="13340"/>
                            </a:lnTo>
                            <a:close/>
                          </a:path>
                        </a:pathLst>
                      </a:custGeom>
                      <a:solidFill>
                        <a:schemeClr val="bg2"/>
                      </a:solidFill>
                      <a:ln w="12921" cap="flat">
                        <a:noFill/>
                        <a:prstDash val="solid"/>
                        <a:miter/>
                      </a:ln>
                    </p:spPr>
                    <p:txBody>
                      <a:bodyPr rtlCol="0" anchor="ctr"/>
                      <a:lstStyle/>
                      <a:p>
                        <a:endParaRPr lang="en-US"/>
                      </a:p>
                    </p:txBody>
                  </p:sp>
                  <p:sp>
                    <p:nvSpPr>
                      <p:cNvPr id="753" name="Freeform: Shape 752">
                        <a:extLst>
                          <a:ext uri="{FF2B5EF4-FFF2-40B4-BE49-F238E27FC236}">
                            <a16:creationId xmlns:a16="http://schemas.microsoft.com/office/drawing/2014/main" id="{3B907A1C-6158-4DB9-9973-4A331F905EF6}"/>
                          </a:ext>
                        </a:extLst>
                      </p:cNvPr>
                      <p:cNvSpPr/>
                      <p:nvPr/>
                    </p:nvSpPr>
                    <p:spPr>
                      <a:xfrm>
                        <a:off x="1216420" y="2336292"/>
                        <a:ext cx="363145" cy="59716"/>
                      </a:xfrm>
                      <a:custGeom>
                        <a:avLst/>
                        <a:gdLst>
                          <a:gd name="connsiteX0" fmla="*/ 359398 w 363145"/>
                          <a:gd name="connsiteY0" fmla="*/ 37148 h 59716"/>
                          <a:gd name="connsiteX1" fmla="*/ 182125 w 363145"/>
                          <a:gd name="connsiteY1" fmla="*/ 56558 h 59716"/>
                          <a:gd name="connsiteX2" fmla="*/ 96724 w 363145"/>
                          <a:gd name="connsiteY2" fmla="*/ 31972 h 59716"/>
                          <a:gd name="connsiteX3" fmla="*/ 4852 w 363145"/>
                          <a:gd name="connsiteY3" fmla="*/ 11269 h 59716"/>
                          <a:gd name="connsiteX4" fmla="*/ 4852 w 363145"/>
                          <a:gd name="connsiteY4" fmla="*/ 917 h 59716"/>
                          <a:gd name="connsiteX5" fmla="*/ 86372 w 363145"/>
                          <a:gd name="connsiteY5" fmla="*/ 16445 h 59716"/>
                          <a:gd name="connsiteX6" fmla="*/ 171774 w 363145"/>
                          <a:gd name="connsiteY6" fmla="*/ 43618 h 59716"/>
                          <a:gd name="connsiteX7" fmla="*/ 356810 w 363145"/>
                          <a:gd name="connsiteY7" fmla="*/ 26797 h 59716"/>
                          <a:gd name="connsiteX8" fmla="*/ 359398 w 363145"/>
                          <a:gd name="connsiteY8" fmla="*/ 37148 h 59716"/>
                          <a:gd name="connsiteX9" fmla="*/ 359398 w 363145"/>
                          <a:gd name="connsiteY9" fmla="*/ 37148 h 5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3145" h="59716">
                            <a:moveTo>
                              <a:pt x="359398" y="37148"/>
                            </a:moveTo>
                            <a:cubicBezTo>
                              <a:pt x="302464" y="53970"/>
                              <a:pt x="241647" y="65615"/>
                              <a:pt x="182125" y="56558"/>
                            </a:cubicBezTo>
                            <a:cubicBezTo>
                              <a:pt x="152364" y="51382"/>
                              <a:pt x="123897" y="42324"/>
                              <a:pt x="96724" y="31972"/>
                            </a:cubicBezTo>
                            <a:cubicBezTo>
                              <a:pt x="66963" y="20327"/>
                              <a:pt x="37201" y="7387"/>
                              <a:pt x="4852" y="11269"/>
                            </a:cubicBezTo>
                            <a:cubicBezTo>
                              <a:pt x="-1617" y="12563"/>
                              <a:pt x="-1617" y="917"/>
                              <a:pt x="4852" y="917"/>
                            </a:cubicBezTo>
                            <a:cubicBezTo>
                              <a:pt x="33320" y="-2965"/>
                              <a:pt x="60493" y="6093"/>
                              <a:pt x="86372" y="16445"/>
                            </a:cubicBezTo>
                            <a:cubicBezTo>
                              <a:pt x="113545" y="26797"/>
                              <a:pt x="142012" y="38442"/>
                              <a:pt x="171774" y="43618"/>
                            </a:cubicBezTo>
                            <a:cubicBezTo>
                              <a:pt x="233884" y="56558"/>
                              <a:pt x="297288" y="44912"/>
                              <a:pt x="356810" y="26797"/>
                            </a:cubicBezTo>
                            <a:cubicBezTo>
                              <a:pt x="363280" y="24209"/>
                              <a:pt x="365868" y="34560"/>
                              <a:pt x="359398" y="37148"/>
                            </a:cubicBezTo>
                            <a:lnTo>
                              <a:pt x="359398" y="37148"/>
                            </a:lnTo>
                            <a:close/>
                          </a:path>
                        </a:pathLst>
                      </a:custGeom>
                      <a:solidFill>
                        <a:schemeClr val="bg2"/>
                      </a:solidFill>
                      <a:ln w="12921" cap="flat">
                        <a:noFill/>
                        <a:prstDash val="solid"/>
                        <a:miter/>
                      </a:ln>
                    </p:spPr>
                    <p:txBody>
                      <a:bodyPr rtlCol="0" anchor="ctr"/>
                      <a:lstStyle/>
                      <a:p>
                        <a:endParaRPr lang="en-US"/>
                      </a:p>
                    </p:txBody>
                  </p:sp>
                </p:grpSp>
              </p:grpSp>
              <p:sp>
                <p:nvSpPr>
                  <p:cNvPr id="754" name="Freeform: Shape 753">
                    <a:extLst>
                      <a:ext uri="{FF2B5EF4-FFF2-40B4-BE49-F238E27FC236}">
                        <a16:creationId xmlns:a16="http://schemas.microsoft.com/office/drawing/2014/main" id="{0F8326FC-7FD5-4ED9-9971-D3C996955614}"/>
                      </a:ext>
                    </a:extLst>
                  </p:cNvPr>
                  <p:cNvSpPr/>
                  <p:nvPr/>
                </p:nvSpPr>
                <p:spPr>
                  <a:xfrm>
                    <a:off x="1692275" y="2124999"/>
                    <a:ext cx="2615097" cy="1885303"/>
                  </a:xfrm>
                  <a:custGeom>
                    <a:avLst/>
                    <a:gdLst>
                      <a:gd name="connsiteX0" fmla="*/ 2615098 w 2615097"/>
                      <a:gd name="connsiteY0" fmla="*/ 266556 h 1885303"/>
                      <a:gd name="connsiteX1" fmla="*/ 2615098 w 2615097"/>
                      <a:gd name="connsiteY1" fmla="*/ 1248674 h 1885303"/>
                      <a:gd name="connsiteX2" fmla="*/ 2348541 w 2615097"/>
                      <a:gd name="connsiteY2" fmla="*/ 1515230 h 1885303"/>
                      <a:gd name="connsiteX3" fmla="*/ 750498 w 2615097"/>
                      <a:gd name="connsiteY3" fmla="*/ 1515230 h 1885303"/>
                      <a:gd name="connsiteX4" fmla="*/ 244559 w 2615097"/>
                      <a:gd name="connsiteY4" fmla="*/ 1885303 h 1885303"/>
                      <a:gd name="connsiteX5" fmla="*/ 287260 w 2615097"/>
                      <a:gd name="connsiteY5" fmla="*/ 1515230 h 1885303"/>
                      <a:gd name="connsiteX6" fmla="*/ 266556 w 2615097"/>
                      <a:gd name="connsiteY6" fmla="*/ 1515230 h 1885303"/>
                      <a:gd name="connsiteX7" fmla="*/ 0 w 2615097"/>
                      <a:gd name="connsiteY7" fmla="*/ 1248674 h 1885303"/>
                      <a:gd name="connsiteX8" fmla="*/ 0 w 2615097"/>
                      <a:gd name="connsiteY8" fmla="*/ 266556 h 1885303"/>
                      <a:gd name="connsiteX9" fmla="*/ 266556 w 2615097"/>
                      <a:gd name="connsiteY9" fmla="*/ 0 h 1885303"/>
                      <a:gd name="connsiteX10" fmla="*/ 2348541 w 2615097"/>
                      <a:gd name="connsiteY10" fmla="*/ 0 h 1885303"/>
                      <a:gd name="connsiteX11" fmla="*/ 2615098 w 2615097"/>
                      <a:gd name="connsiteY11" fmla="*/ 266556 h 1885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15097" h="1885303">
                        <a:moveTo>
                          <a:pt x="2615098" y="266556"/>
                        </a:moveTo>
                        <a:lnTo>
                          <a:pt x="2615098" y="1248674"/>
                        </a:lnTo>
                        <a:cubicBezTo>
                          <a:pt x="2615098" y="1396185"/>
                          <a:pt x="2496053" y="1515230"/>
                          <a:pt x="2348541" y="1515230"/>
                        </a:cubicBezTo>
                        <a:lnTo>
                          <a:pt x="750498" y="1515230"/>
                        </a:lnTo>
                        <a:lnTo>
                          <a:pt x="244559" y="1885303"/>
                        </a:lnTo>
                        <a:lnTo>
                          <a:pt x="287260" y="1515230"/>
                        </a:lnTo>
                        <a:lnTo>
                          <a:pt x="266556" y="1515230"/>
                        </a:lnTo>
                        <a:cubicBezTo>
                          <a:pt x="119044" y="1515230"/>
                          <a:pt x="0" y="1396185"/>
                          <a:pt x="0" y="1248674"/>
                        </a:cubicBezTo>
                        <a:lnTo>
                          <a:pt x="0" y="266556"/>
                        </a:lnTo>
                        <a:cubicBezTo>
                          <a:pt x="0" y="119045"/>
                          <a:pt x="119044" y="0"/>
                          <a:pt x="266556" y="0"/>
                        </a:cubicBezTo>
                        <a:lnTo>
                          <a:pt x="2348541" y="0"/>
                        </a:lnTo>
                        <a:cubicBezTo>
                          <a:pt x="2496053" y="1294"/>
                          <a:pt x="2615098" y="120338"/>
                          <a:pt x="2615098" y="266556"/>
                        </a:cubicBezTo>
                        <a:close/>
                      </a:path>
                    </a:pathLst>
                  </a:custGeom>
                  <a:solidFill>
                    <a:schemeClr val="accent4"/>
                  </a:solidFill>
                  <a:ln w="12921"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7C8C8E8F-F973-4EA2-B2B4-82EA9579593A}"/>
                      </a:ext>
                    </a:extLst>
                  </p:cNvPr>
                  <p:cNvSpPr/>
                  <p:nvPr/>
                </p:nvSpPr>
                <p:spPr>
                  <a:xfrm>
                    <a:off x="2373182" y="2040681"/>
                    <a:ext cx="140758" cy="155635"/>
                  </a:xfrm>
                  <a:custGeom>
                    <a:avLst/>
                    <a:gdLst>
                      <a:gd name="connsiteX0" fmla="*/ 4892 w 140758"/>
                      <a:gd name="connsiteY0" fmla="*/ 72673 h 155635"/>
                      <a:gd name="connsiteX1" fmla="*/ 46299 w 140758"/>
                      <a:gd name="connsiteY1" fmla="*/ 154192 h 155635"/>
                      <a:gd name="connsiteX2" fmla="*/ 140758 w 140758"/>
                      <a:gd name="connsiteY2" fmla="*/ 86906 h 155635"/>
                      <a:gd name="connsiteX3" fmla="*/ 54063 w 140758"/>
                      <a:gd name="connsiteY3" fmla="*/ 211 h 155635"/>
                      <a:gd name="connsiteX4" fmla="*/ 4892 w 140758"/>
                      <a:gd name="connsiteY4" fmla="*/ 72673 h 155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758" h="155635">
                        <a:moveTo>
                          <a:pt x="4892" y="72673"/>
                        </a:moveTo>
                        <a:cubicBezTo>
                          <a:pt x="4892" y="72673"/>
                          <a:pt x="-20987" y="168426"/>
                          <a:pt x="46299" y="154192"/>
                        </a:cubicBezTo>
                        <a:cubicBezTo>
                          <a:pt x="113585" y="138665"/>
                          <a:pt x="140758" y="86906"/>
                          <a:pt x="140758" y="86906"/>
                        </a:cubicBezTo>
                        <a:cubicBezTo>
                          <a:pt x="140758" y="86906"/>
                          <a:pt x="82530" y="-4965"/>
                          <a:pt x="54063" y="211"/>
                        </a:cubicBezTo>
                        <a:cubicBezTo>
                          <a:pt x="25596" y="2799"/>
                          <a:pt x="4892" y="72673"/>
                          <a:pt x="4892" y="72673"/>
                        </a:cubicBezTo>
                        <a:close/>
                      </a:path>
                    </a:pathLst>
                  </a:custGeom>
                  <a:solidFill>
                    <a:srgbClr val="FB8A77"/>
                  </a:solidFill>
                  <a:ln w="12921"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1C0AC73-E647-474D-82FB-39CBE2306015}"/>
                      </a:ext>
                    </a:extLst>
                  </p:cNvPr>
                  <p:cNvSpPr/>
                  <p:nvPr/>
                </p:nvSpPr>
                <p:spPr>
                  <a:xfrm>
                    <a:off x="3863442" y="2696931"/>
                    <a:ext cx="445224" cy="284671"/>
                  </a:xfrm>
                  <a:custGeom>
                    <a:avLst/>
                    <a:gdLst>
                      <a:gd name="connsiteX0" fmla="*/ 101 w 445224"/>
                      <a:gd name="connsiteY0" fmla="*/ 16822 h 284671"/>
                      <a:gd name="connsiteX1" fmla="*/ 84209 w 445224"/>
                      <a:gd name="connsiteY1" fmla="*/ 121632 h 284671"/>
                      <a:gd name="connsiteX2" fmla="*/ 445224 w 445224"/>
                      <a:gd name="connsiteY2" fmla="*/ 284672 h 284671"/>
                      <a:gd name="connsiteX3" fmla="*/ 445224 w 445224"/>
                      <a:gd name="connsiteY3" fmla="*/ 0 h 284671"/>
                      <a:gd name="connsiteX4" fmla="*/ 101 w 445224"/>
                      <a:gd name="connsiteY4" fmla="*/ 16822 h 2846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224" h="284671">
                        <a:moveTo>
                          <a:pt x="101" y="16822"/>
                        </a:moveTo>
                        <a:cubicBezTo>
                          <a:pt x="101" y="16822"/>
                          <a:pt x="-6369" y="130690"/>
                          <a:pt x="84209" y="121632"/>
                        </a:cubicBezTo>
                        <a:cubicBezTo>
                          <a:pt x="173492" y="112575"/>
                          <a:pt x="445224" y="284672"/>
                          <a:pt x="445224" y="284672"/>
                        </a:cubicBezTo>
                        <a:lnTo>
                          <a:pt x="445224" y="0"/>
                        </a:lnTo>
                        <a:lnTo>
                          <a:pt x="101" y="16822"/>
                        </a:lnTo>
                        <a:close/>
                      </a:path>
                    </a:pathLst>
                  </a:custGeom>
                  <a:solidFill>
                    <a:schemeClr val="tx2">
                      <a:alpha val="7000"/>
                    </a:schemeClr>
                  </a:solidFill>
                  <a:ln w="12921" cap="flat">
                    <a:noFill/>
                    <a:prstDash val="solid"/>
                    <a:miter/>
                  </a:ln>
                </p:spPr>
                <p:txBody>
                  <a:bodyPr rtlCol="0" anchor="ctr"/>
                  <a:lstStyle/>
                  <a:p>
                    <a:endParaRPr lang="en-US"/>
                  </a:p>
                </p:txBody>
              </p:sp>
              <p:grpSp>
                <p:nvGrpSpPr>
                  <p:cNvPr id="98" name="Graphic 2">
                    <a:extLst>
                      <a:ext uri="{FF2B5EF4-FFF2-40B4-BE49-F238E27FC236}">
                        <a16:creationId xmlns:a16="http://schemas.microsoft.com/office/drawing/2014/main" id="{7A1A7512-C6B7-42F2-ADF1-6A62A07475E9}"/>
                      </a:ext>
                    </a:extLst>
                  </p:cNvPr>
                  <p:cNvGrpSpPr/>
                  <p:nvPr/>
                </p:nvGrpSpPr>
                <p:grpSpPr>
                  <a:xfrm>
                    <a:off x="3861910" y="1664492"/>
                    <a:ext cx="1862309" cy="3175239"/>
                    <a:chOff x="3861910" y="1664492"/>
                    <a:chExt cx="1862309" cy="3175239"/>
                  </a:xfrm>
                </p:grpSpPr>
                <p:grpSp>
                  <p:nvGrpSpPr>
                    <p:cNvPr id="99" name="Graphic 2">
                      <a:extLst>
                        <a:ext uri="{FF2B5EF4-FFF2-40B4-BE49-F238E27FC236}">
                          <a16:creationId xmlns:a16="http://schemas.microsoft.com/office/drawing/2014/main" id="{7A1A7512-C6B7-42F2-ADF1-6A62A07475E9}"/>
                        </a:ext>
                      </a:extLst>
                    </p:cNvPr>
                    <p:cNvGrpSpPr/>
                    <p:nvPr/>
                  </p:nvGrpSpPr>
                  <p:grpSpPr>
                    <a:xfrm>
                      <a:off x="3861910" y="2417435"/>
                      <a:ext cx="684845" cy="351573"/>
                      <a:chOff x="3861910" y="2417435"/>
                      <a:chExt cx="684845" cy="351573"/>
                    </a:xfrm>
                    <a:solidFill>
                      <a:srgbClr val="FB8A77"/>
                    </a:solidFill>
                  </p:grpSpPr>
                  <p:sp>
                    <p:nvSpPr>
                      <p:cNvPr id="100" name="Freeform: Shape 99">
                        <a:extLst>
                          <a:ext uri="{FF2B5EF4-FFF2-40B4-BE49-F238E27FC236}">
                            <a16:creationId xmlns:a16="http://schemas.microsoft.com/office/drawing/2014/main" id="{BC07CA4B-59B2-42DE-9BD6-7E528A03DE5F}"/>
                          </a:ext>
                        </a:extLst>
                      </p:cNvPr>
                      <p:cNvSpPr/>
                      <p:nvPr/>
                    </p:nvSpPr>
                    <p:spPr>
                      <a:xfrm>
                        <a:off x="4029170" y="2417435"/>
                        <a:ext cx="517584" cy="351573"/>
                      </a:xfrm>
                      <a:custGeom>
                        <a:avLst/>
                        <a:gdLst>
                          <a:gd name="connsiteX0" fmla="*/ 383013 w 517584"/>
                          <a:gd name="connsiteY0" fmla="*/ 0 h 351573"/>
                          <a:gd name="connsiteX1" fmla="*/ 270438 w 517584"/>
                          <a:gd name="connsiteY1" fmla="*/ 222561 h 351573"/>
                          <a:gd name="connsiteX2" fmla="*/ 2588 w 517584"/>
                          <a:gd name="connsiteY2" fmla="*/ 263968 h 351573"/>
                          <a:gd name="connsiteX3" fmla="*/ 0 w 517584"/>
                          <a:gd name="connsiteY3" fmla="*/ 332548 h 351573"/>
                          <a:gd name="connsiteX4" fmla="*/ 367485 w 517584"/>
                          <a:gd name="connsiteY4" fmla="*/ 328666 h 351573"/>
                          <a:gd name="connsiteX5" fmla="*/ 517585 w 517584"/>
                          <a:gd name="connsiteY5" fmla="*/ 28467 h 351573"/>
                          <a:gd name="connsiteX6" fmla="*/ 383013 w 517584"/>
                          <a:gd name="connsiteY6" fmla="*/ 0 h 351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7584" h="351573">
                            <a:moveTo>
                              <a:pt x="383013" y="0"/>
                            </a:moveTo>
                            <a:cubicBezTo>
                              <a:pt x="383013" y="0"/>
                              <a:pt x="320902" y="186331"/>
                              <a:pt x="270438" y="222561"/>
                            </a:cubicBezTo>
                            <a:cubicBezTo>
                              <a:pt x="216092" y="262674"/>
                              <a:pt x="2588" y="263968"/>
                              <a:pt x="2588" y="263968"/>
                            </a:cubicBezTo>
                            <a:lnTo>
                              <a:pt x="0" y="332548"/>
                            </a:lnTo>
                            <a:cubicBezTo>
                              <a:pt x="0" y="332548"/>
                              <a:pt x="287260" y="377837"/>
                              <a:pt x="367485" y="328666"/>
                            </a:cubicBezTo>
                            <a:cubicBezTo>
                              <a:pt x="438653" y="284672"/>
                              <a:pt x="517585" y="28467"/>
                              <a:pt x="517585" y="28467"/>
                            </a:cubicBezTo>
                            <a:lnTo>
                              <a:pt x="383013" y="0"/>
                            </a:lnTo>
                            <a:close/>
                          </a:path>
                        </a:pathLst>
                      </a:custGeom>
                      <a:solidFill>
                        <a:srgbClr val="FB8A77"/>
                      </a:solidFill>
                      <a:ln w="12921"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FC534C07-50D0-4743-93F0-A33BF190C568}"/>
                          </a:ext>
                        </a:extLst>
                      </p:cNvPr>
                      <p:cNvSpPr/>
                      <p:nvPr/>
                    </p:nvSpPr>
                    <p:spPr>
                      <a:xfrm>
                        <a:off x="3861910" y="2599505"/>
                        <a:ext cx="169848" cy="159824"/>
                      </a:xfrm>
                      <a:custGeom>
                        <a:avLst/>
                        <a:gdLst>
                          <a:gd name="connsiteX0" fmla="*/ 169849 w 169848"/>
                          <a:gd name="connsiteY0" fmla="*/ 81898 h 159824"/>
                          <a:gd name="connsiteX1" fmla="*/ 133617 w 169848"/>
                          <a:gd name="connsiteY1" fmla="*/ 76722 h 159824"/>
                          <a:gd name="connsiteX2" fmla="*/ 67625 w 169848"/>
                          <a:gd name="connsiteY2" fmla="*/ 2966 h 159824"/>
                          <a:gd name="connsiteX3" fmla="*/ 65038 w 169848"/>
                          <a:gd name="connsiteY3" fmla="*/ 45667 h 159824"/>
                          <a:gd name="connsiteX4" fmla="*/ 10691 w 169848"/>
                          <a:gd name="connsiteY4" fmla="*/ 43079 h 159824"/>
                          <a:gd name="connsiteX5" fmla="*/ 18455 w 169848"/>
                          <a:gd name="connsiteY5" fmla="*/ 141420 h 159824"/>
                          <a:gd name="connsiteX6" fmla="*/ 87035 w 169848"/>
                          <a:gd name="connsiteY6" fmla="*/ 151772 h 159824"/>
                          <a:gd name="connsiteX7" fmla="*/ 165967 w 169848"/>
                          <a:gd name="connsiteY7" fmla="*/ 149184 h 159824"/>
                          <a:gd name="connsiteX8" fmla="*/ 169849 w 169848"/>
                          <a:gd name="connsiteY8" fmla="*/ 81898 h 15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848" h="159824">
                            <a:moveTo>
                              <a:pt x="169849" y="81898"/>
                            </a:moveTo>
                            <a:lnTo>
                              <a:pt x="133617" y="76722"/>
                            </a:lnTo>
                            <a:cubicBezTo>
                              <a:pt x="133617" y="76722"/>
                              <a:pt x="72802" y="-17737"/>
                              <a:pt x="67625" y="2966"/>
                            </a:cubicBezTo>
                            <a:cubicBezTo>
                              <a:pt x="62450" y="23670"/>
                              <a:pt x="65038" y="45667"/>
                              <a:pt x="65038" y="45667"/>
                            </a:cubicBezTo>
                            <a:cubicBezTo>
                              <a:pt x="65038" y="45667"/>
                              <a:pt x="21043" y="18494"/>
                              <a:pt x="10691" y="43079"/>
                            </a:cubicBezTo>
                            <a:cubicBezTo>
                              <a:pt x="340" y="67664"/>
                              <a:pt x="-10012" y="138832"/>
                              <a:pt x="18455" y="141420"/>
                            </a:cubicBezTo>
                            <a:cubicBezTo>
                              <a:pt x="46922" y="144008"/>
                              <a:pt x="62450" y="173769"/>
                              <a:pt x="87035" y="151772"/>
                            </a:cubicBezTo>
                            <a:cubicBezTo>
                              <a:pt x="106444" y="134950"/>
                              <a:pt x="165967" y="149184"/>
                              <a:pt x="165967" y="149184"/>
                            </a:cubicBezTo>
                            <a:lnTo>
                              <a:pt x="169849" y="81898"/>
                            </a:lnTo>
                            <a:close/>
                          </a:path>
                        </a:pathLst>
                      </a:custGeom>
                      <a:solidFill>
                        <a:srgbClr val="FB8A77"/>
                      </a:solidFill>
                      <a:ln w="12921" cap="flat">
                        <a:noFill/>
                        <a:prstDash val="solid"/>
                        <a:miter/>
                      </a:ln>
                    </p:spPr>
                    <p:txBody>
                      <a:bodyPr rtlCol="0" anchor="ctr"/>
                      <a:lstStyle/>
                      <a:p>
                        <a:endParaRPr lang="en-US"/>
                      </a:p>
                    </p:txBody>
                  </p:sp>
                </p:grpSp>
                <p:grpSp>
                  <p:nvGrpSpPr>
                    <p:cNvPr id="102" name="Graphic 2">
                      <a:extLst>
                        <a:ext uri="{FF2B5EF4-FFF2-40B4-BE49-F238E27FC236}">
                          <a16:creationId xmlns:a16="http://schemas.microsoft.com/office/drawing/2014/main" id="{7A1A7512-C6B7-42F2-ADF1-6A62A07475E9}"/>
                        </a:ext>
                      </a:extLst>
                    </p:cNvPr>
                    <p:cNvGrpSpPr/>
                    <p:nvPr/>
                  </p:nvGrpSpPr>
                  <p:grpSpPr>
                    <a:xfrm>
                      <a:off x="5130332" y="2335915"/>
                      <a:ext cx="312062" cy="730650"/>
                      <a:chOff x="5130332" y="2335915"/>
                      <a:chExt cx="312062" cy="730650"/>
                    </a:xfrm>
                    <a:solidFill>
                      <a:srgbClr val="FB8A77"/>
                    </a:solidFill>
                  </p:grpSpPr>
                  <p:sp>
                    <p:nvSpPr>
                      <p:cNvPr id="103" name="Freeform: Shape 102">
                        <a:extLst>
                          <a:ext uri="{FF2B5EF4-FFF2-40B4-BE49-F238E27FC236}">
                            <a16:creationId xmlns:a16="http://schemas.microsoft.com/office/drawing/2014/main" id="{F7435106-F671-4F18-BE40-64FE3B9EAEA4}"/>
                          </a:ext>
                        </a:extLst>
                      </p:cNvPr>
                      <p:cNvSpPr/>
                      <p:nvPr/>
                    </p:nvSpPr>
                    <p:spPr>
                      <a:xfrm>
                        <a:off x="5130332" y="2335915"/>
                        <a:ext cx="312062" cy="584871"/>
                      </a:xfrm>
                      <a:custGeom>
                        <a:avLst/>
                        <a:gdLst>
                          <a:gd name="connsiteX0" fmla="*/ 0 w 312062"/>
                          <a:gd name="connsiteY0" fmla="*/ 119045 h 584871"/>
                          <a:gd name="connsiteX1" fmla="*/ 178567 w 312062"/>
                          <a:gd name="connsiteY1" fmla="*/ 293730 h 584871"/>
                          <a:gd name="connsiteX2" fmla="*/ 138454 w 312062"/>
                          <a:gd name="connsiteY2" fmla="*/ 561580 h 584871"/>
                          <a:gd name="connsiteX3" fmla="*/ 203152 w 312062"/>
                          <a:gd name="connsiteY3" fmla="*/ 584871 h 584871"/>
                          <a:gd name="connsiteX4" fmla="*/ 309257 w 312062"/>
                          <a:gd name="connsiteY4" fmla="*/ 232913 h 584871"/>
                          <a:gd name="connsiteX5" fmla="*/ 67286 w 312062"/>
                          <a:gd name="connsiteY5" fmla="*/ 0 h 584871"/>
                          <a:gd name="connsiteX6" fmla="*/ 0 w 312062"/>
                          <a:gd name="connsiteY6" fmla="*/ 119045 h 58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2062" h="584871">
                            <a:moveTo>
                              <a:pt x="0" y="119045"/>
                            </a:moveTo>
                            <a:cubicBezTo>
                              <a:pt x="0" y="119045"/>
                              <a:pt x="159157" y="234207"/>
                              <a:pt x="178567" y="293730"/>
                            </a:cubicBezTo>
                            <a:cubicBezTo>
                              <a:pt x="200564" y="358428"/>
                              <a:pt x="138454" y="561580"/>
                              <a:pt x="138454" y="561580"/>
                            </a:cubicBezTo>
                            <a:lnTo>
                              <a:pt x="203152" y="584871"/>
                            </a:lnTo>
                            <a:cubicBezTo>
                              <a:pt x="203152" y="584871"/>
                              <a:pt x="332548" y="324785"/>
                              <a:pt x="309257" y="232913"/>
                            </a:cubicBezTo>
                            <a:cubicBezTo>
                              <a:pt x="288553" y="151394"/>
                              <a:pt x="67286" y="0"/>
                              <a:pt x="67286" y="0"/>
                            </a:cubicBezTo>
                            <a:lnTo>
                              <a:pt x="0" y="119045"/>
                            </a:lnTo>
                            <a:close/>
                          </a:path>
                        </a:pathLst>
                      </a:custGeom>
                      <a:solidFill>
                        <a:srgbClr val="FB8A77"/>
                      </a:solidFill>
                      <a:ln w="12921"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97D52ADA-222C-4788-85B6-C6F39E31C6F1}"/>
                          </a:ext>
                        </a:extLst>
                      </p:cNvPr>
                      <p:cNvSpPr/>
                      <p:nvPr/>
                    </p:nvSpPr>
                    <p:spPr>
                      <a:xfrm>
                        <a:off x="5160893" y="2896201"/>
                        <a:ext cx="172590" cy="170364"/>
                      </a:xfrm>
                      <a:custGeom>
                        <a:avLst/>
                        <a:gdLst>
                          <a:gd name="connsiteX0" fmla="*/ 107893 w 172590"/>
                          <a:gd name="connsiteY0" fmla="*/ 0 h 170364"/>
                          <a:gd name="connsiteX1" fmla="*/ 92366 w 172590"/>
                          <a:gd name="connsiteY1" fmla="*/ 32349 h 170364"/>
                          <a:gd name="connsiteX2" fmla="*/ 1788 w 172590"/>
                          <a:gd name="connsiteY2" fmla="*/ 73756 h 170364"/>
                          <a:gd name="connsiteX3" fmla="*/ 41901 w 172590"/>
                          <a:gd name="connsiteY3" fmla="*/ 87989 h 170364"/>
                          <a:gd name="connsiteX4" fmla="*/ 22492 w 172590"/>
                          <a:gd name="connsiteY4" fmla="*/ 138454 h 170364"/>
                          <a:gd name="connsiteX5" fmla="*/ 119539 w 172590"/>
                          <a:gd name="connsiteY5" fmla="*/ 160451 h 170364"/>
                          <a:gd name="connsiteX6" fmla="*/ 150594 w 172590"/>
                          <a:gd name="connsiteY6" fmla="*/ 98341 h 170364"/>
                          <a:gd name="connsiteX7" fmla="*/ 172591 w 172590"/>
                          <a:gd name="connsiteY7" fmla="*/ 21997 h 170364"/>
                          <a:gd name="connsiteX8" fmla="*/ 107893 w 172590"/>
                          <a:gd name="connsiteY8" fmla="*/ 0 h 170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590" h="170364">
                            <a:moveTo>
                              <a:pt x="107893" y="0"/>
                            </a:moveTo>
                            <a:lnTo>
                              <a:pt x="92366" y="32349"/>
                            </a:lnTo>
                            <a:cubicBezTo>
                              <a:pt x="92366" y="32349"/>
                              <a:pt x="-15034" y="62110"/>
                              <a:pt x="1788" y="73756"/>
                            </a:cubicBezTo>
                            <a:cubicBezTo>
                              <a:pt x="19904" y="85401"/>
                              <a:pt x="41901" y="87989"/>
                              <a:pt x="41901" y="87989"/>
                            </a:cubicBezTo>
                            <a:cubicBezTo>
                              <a:pt x="41901" y="87989"/>
                              <a:pt x="3082" y="121632"/>
                              <a:pt x="22492" y="138454"/>
                            </a:cubicBezTo>
                            <a:cubicBezTo>
                              <a:pt x="43195" y="155275"/>
                              <a:pt x="107893" y="186331"/>
                              <a:pt x="119539" y="160451"/>
                            </a:cubicBezTo>
                            <a:cubicBezTo>
                              <a:pt x="131184" y="134572"/>
                              <a:pt x="163533" y="128102"/>
                              <a:pt x="150594" y="98341"/>
                            </a:cubicBezTo>
                            <a:cubicBezTo>
                              <a:pt x="140242" y="75050"/>
                              <a:pt x="172591" y="21997"/>
                              <a:pt x="172591" y="21997"/>
                            </a:cubicBezTo>
                            <a:lnTo>
                              <a:pt x="107893" y="0"/>
                            </a:lnTo>
                            <a:close/>
                          </a:path>
                        </a:pathLst>
                      </a:custGeom>
                      <a:solidFill>
                        <a:srgbClr val="FB8A77"/>
                      </a:solidFill>
                      <a:ln w="12921" cap="flat">
                        <a:noFill/>
                        <a:prstDash val="solid"/>
                        <a:miter/>
                      </a:ln>
                    </p:spPr>
                    <p:txBody>
                      <a:bodyPr rtlCol="0" anchor="ctr"/>
                      <a:lstStyle/>
                      <a:p>
                        <a:endParaRPr lang="en-US"/>
                      </a:p>
                    </p:txBody>
                  </p:sp>
                </p:grpSp>
                <p:grpSp>
                  <p:nvGrpSpPr>
                    <p:cNvPr id="117" name="Graphic 2">
                      <a:extLst>
                        <a:ext uri="{FF2B5EF4-FFF2-40B4-BE49-F238E27FC236}">
                          <a16:creationId xmlns:a16="http://schemas.microsoft.com/office/drawing/2014/main" id="{7A1A7512-C6B7-42F2-ADF1-6A62A07475E9}"/>
                        </a:ext>
                      </a:extLst>
                    </p:cNvPr>
                    <p:cNvGrpSpPr/>
                    <p:nvPr/>
                  </p:nvGrpSpPr>
                  <p:grpSpPr>
                    <a:xfrm>
                      <a:off x="4375952" y="2152105"/>
                      <a:ext cx="1348267" cy="2687626"/>
                      <a:chOff x="4375952" y="2152105"/>
                      <a:chExt cx="1348267" cy="2687626"/>
                    </a:xfrm>
                  </p:grpSpPr>
                  <p:grpSp>
                    <p:nvGrpSpPr>
                      <p:cNvPr id="118" name="Graphic 2">
                        <a:extLst>
                          <a:ext uri="{FF2B5EF4-FFF2-40B4-BE49-F238E27FC236}">
                            <a16:creationId xmlns:a16="http://schemas.microsoft.com/office/drawing/2014/main" id="{7A1A7512-C6B7-42F2-ADF1-6A62A07475E9}"/>
                          </a:ext>
                        </a:extLst>
                      </p:cNvPr>
                      <p:cNvGrpSpPr/>
                      <p:nvPr/>
                    </p:nvGrpSpPr>
                    <p:grpSpPr>
                      <a:xfrm>
                        <a:off x="4423640" y="2929107"/>
                        <a:ext cx="554881" cy="1910624"/>
                        <a:chOff x="4423640" y="2929107"/>
                        <a:chExt cx="554881" cy="1910624"/>
                      </a:xfrm>
                    </p:grpSpPr>
                    <p:grpSp>
                      <p:nvGrpSpPr>
                        <p:cNvPr id="125" name="Graphic 2">
                          <a:extLst>
                            <a:ext uri="{FF2B5EF4-FFF2-40B4-BE49-F238E27FC236}">
                              <a16:creationId xmlns:a16="http://schemas.microsoft.com/office/drawing/2014/main" id="{7A1A7512-C6B7-42F2-ADF1-6A62A07475E9}"/>
                            </a:ext>
                          </a:extLst>
                        </p:cNvPr>
                        <p:cNvGrpSpPr/>
                        <p:nvPr/>
                      </p:nvGrpSpPr>
                      <p:grpSpPr>
                        <a:xfrm>
                          <a:off x="4423640" y="4615877"/>
                          <a:ext cx="311315" cy="223855"/>
                          <a:chOff x="4423640" y="4615877"/>
                          <a:chExt cx="311315" cy="223855"/>
                        </a:xfrm>
                      </p:grpSpPr>
                      <p:sp>
                        <p:nvSpPr>
                          <p:cNvPr id="126" name="Freeform: Shape 125">
                            <a:extLst>
                              <a:ext uri="{FF2B5EF4-FFF2-40B4-BE49-F238E27FC236}">
                                <a16:creationId xmlns:a16="http://schemas.microsoft.com/office/drawing/2014/main" id="{4C471E08-7451-40F7-A8A5-802937045AD0}"/>
                              </a:ext>
                            </a:extLst>
                          </p:cNvPr>
                          <p:cNvSpPr/>
                          <p:nvPr/>
                        </p:nvSpPr>
                        <p:spPr>
                          <a:xfrm>
                            <a:off x="4423640" y="4713398"/>
                            <a:ext cx="311315" cy="126334"/>
                          </a:xfrm>
                          <a:custGeom>
                            <a:avLst/>
                            <a:gdLst>
                              <a:gd name="connsiteX0" fmla="*/ 275803 w 311315"/>
                              <a:gd name="connsiteY0" fmla="*/ 7290 h 126334"/>
                              <a:gd name="connsiteX1" fmla="*/ 196871 w 311315"/>
                              <a:gd name="connsiteY1" fmla="*/ 3408 h 126334"/>
                              <a:gd name="connsiteX2" fmla="*/ 155465 w 311315"/>
                              <a:gd name="connsiteY2" fmla="*/ 25405 h 126334"/>
                              <a:gd name="connsiteX3" fmla="*/ 6659 w 311315"/>
                              <a:gd name="connsiteY3" fmla="*/ 86221 h 126334"/>
                              <a:gd name="connsiteX4" fmla="*/ 28656 w 311315"/>
                              <a:gd name="connsiteY4" fmla="*/ 126334 h 126334"/>
                              <a:gd name="connsiteX5" fmla="*/ 273215 w 311315"/>
                              <a:gd name="connsiteY5" fmla="*/ 114689 h 126334"/>
                              <a:gd name="connsiteX6" fmla="*/ 308152 w 311315"/>
                              <a:gd name="connsiteY6" fmla="*/ 99161 h 126334"/>
                              <a:gd name="connsiteX7" fmla="*/ 275803 w 311315"/>
                              <a:gd name="connsiteY7" fmla="*/ 7290 h 126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315" h="126334">
                                <a:moveTo>
                                  <a:pt x="275803" y="7290"/>
                                </a:moveTo>
                                <a:cubicBezTo>
                                  <a:pt x="248630" y="-3062"/>
                                  <a:pt x="218869" y="-474"/>
                                  <a:pt x="196871" y="3408"/>
                                </a:cubicBezTo>
                                <a:cubicBezTo>
                                  <a:pt x="181344" y="5996"/>
                                  <a:pt x="167110" y="15053"/>
                                  <a:pt x="155465" y="25405"/>
                                </a:cubicBezTo>
                                <a:cubicBezTo>
                                  <a:pt x="123115" y="53872"/>
                                  <a:pt x="27362" y="62930"/>
                                  <a:pt x="6659" y="86221"/>
                                </a:cubicBezTo>
                                <a:cubicBezTo>
                                  <a:pt x="-16632" y="112101"/>
                                  <a:pt x="28656" y="126334"/>
                                  <a:pt x="28656" y="126334"/>
                                </a:cubicBezTo>
                                <a:lnTo>
                                  <a:pt x="273215" y="114689"/>
                                </a:lnTo>
                                <a:cubicBezTo>
                                  <a:pt x="312034" y="118570"/>
                                  <a:pt x="308152" y="99161"/>
                                  <a:pt x="308152" y="99161"/>
                                </a:cubicBezTo>
                                <a:cubicBezTo>
                                  <a:pt x="308152" y="99161"/>
                                  <a:pt x="326268" y="25405"/>
                                  <a:pt x="275803" y="7290"/>
                                </a:cubicBezTo>
                                <a:close/>
                              </a:path>
                            </a:pathLst>
                          </a:custGeom>
                          <a:solidFill>
                            <a:srgbClr val="294566"/>
                          </a:solidFill>
                          <a:ln w="12921"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55E082FB-9A34-4095-8C12-B572F90F6B58}"/>
                              </a:ext>
                            </a:extLst>
                          </p:cNvPr>
                          <p:cNvSpPr/>
                          <p:nvPr/>
                        </p:nvSpPr>
                        <p:spPr>
                          <a:xfrm>
                            <a:off x="4607572" y="4615877"/>
                            <a:ext cx="84107" cy="142988"/>
                          </a:xfrm>
                          <a:custGeom>
                            <a:avLst/>
                            <a:gdLst>
                              <a:gd name="connsiteX0" fmla="*/ 0 w 84107"/>
                              <a:gd name="connsiteY0" fmla="*/ 3882 h 142988"/>
                              <a:gd name="connsiteX1" fmla="*/ 6470 w 84107"/>
                              <a:gd name="connsiteY1" fmla="*/ 131984 h 142988"/>
                              <a:gd name="connsiteX2" fmla="*/ 84108 w 84107"/>
                              <a:gd name="connsiteY2" fmla="*/ 128102 h 142988"/>
                              <a:gd name="connsiteX3" fmla="*/ 77638 w 84107"/>
                              <a:gd name="connsiteY3" fmla="*/ 0 h 142988"/>
                              <a:gd name="connsiteX4" fmla="*/ 0 w 84107"/>
                              <a:gd name="connsiteY4" fmla="*/ 3882 h 142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07" h="142988">
                                <a:moveTo>
                                  <a:pt x="0" y="3882"/>
                                </a:moveTo>
                                <a:lnTo>
                                  <a:pt x="6470" y="131984"/>
                                </a:lnTo>
                                <a:cubicBezTo>
                                  <a:pt x="6470" y="131984"/>
                                  <a:pt x="46582" y="159157"/>
                                  <a:pt x="84108" y="128102"/>
                                </a:cubicBezTo>
                                <a:lnTo>
                                  <a:pt x="77638" y="0"/>
                                </a:lnTo>
                                <a:lnTo>
                                  <a:pt x="0" y="3882"/>
                                </a:lnTo>
                                <a:close/>
                              </a:path>
                            </a:pathLst>
                          </a:custGeom>
                          <a:solidFill>
                            <a:srgbClr val="FF8D7D"/>
                          </a:solidFill>
                          <a:ln w="12921" cap="flat">
                            <a:noFill/>
                            <a:prstDash val="solid"/>
                            <a:miter/>
                          </a:ln>
                        </p:spPr>
                        <p:txBody>
                          <a:bodyPr rtlCol="0" anchor="ctr"/>
                          <a:lstStyle/>
                          <a:p>
                            <a:endParaRPr lang="en-US"/>
                          </a:p>
                        </p:txBody>
                      </p:sp>
                    </p:grpSp>
                    <p:sp>
                      <p:nvSpPr>
                        <p:cNvPr id="128" name="Freeform: Shape 127">
                          <a:extLst>
                            <a:ext uri="{FF2B5EF4-FFF2-40B4-BE49-F238E27FC236}">
                              <a16:creationId xmlns:a16="http://schemas.microsoft.com/office/drawing/2014/main" id="{5B5E79F1-523E-4B36-8301-18A7BE9732A4}"/>
                            </a:ext>
                          </a:extLst>
                        </p:cNvPr>
                        <p:cNvSpPr/>
                        <p:nvPr/>
                      </p:nvSpPr>
                      <p:spPr>
                        <a:xfrm>
                          <a:off x="4513112" y="2929107"/>
                          <a:ext cx="465408" cy="1728175"/>
                        </a:xfrm>
                        <a:custGeom>
                          <a:avLst/>
                          <a:gdLst>
                            <a:gd name="connsiteX0" fmla="*/ 384307 w 465408"/>
                            <a:gd name="connsiteY0" fmla="*/ 92608 h 1728175"/>
                            <a:gd name="connsiteX1" fmla="*/ 456769 w 465408"/>
                            <a:gd name="connsiteY1" fmla="*/ 375985 h 1728175"/>
                            <a:gd name="connsiteX2" fmla="*/ 238089 w 465408"/>
                            <a:gd name="connsiteY2" fmla="*/ 819814 h 1728175"/>
                            <a:gd name="connsiteX3" fmla="*/ 221268 w 465408"/>
                            <a:gd name="connsiteY3" fmla="*/ 1728176 h 1728175"/>
                            <a:gd name="connsiteX4" fmla="*/ 49171 w 465408"/>
                            <a:gd name="connsiteY4" fmla="*/ 1694533 h 1728175"/>
                            <a:gd name="connsiteX5" fmla="*/ 0 w 465408"/>
                            <a:gd name="connsiteY5" fmla="*/ 734413 h 1728175"/>
                            <a:gd name="connsiteX6" fmla="*/ 144924 w 465408"/>
                            <a:gd name="connsiteY6" fmla="*/ 736 h 1728175"/>
                            <a:gd name="connsiteX7" fmla="*/ 384307 w 465408"/>
                            <a:gd name="connsiteY7" fmla="*/ 92608 h 172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5408" h="1728175">
                              <a:moveTo>
                                <a:pt x="384307" y="92608"/>
                              </a:moveTo>
                              <a:cubicBezTo>
                                <a:pt x="384307" y="92608"/>
                                <a:pt x="496881" y="193537"/>
                                <a:pt x="456769" y="375985"/>
                              </a:cubicBezTo>
                              <a:cubicBezTo>
                                <a:pt x="416656" y="558434"/>
                                <a:pt x="238089" y="819814"/>
                                <a:pt x="238089" y="819814"/>
                              </a:cubicBezTo>
                              <a:lnTo>
                                <a:pt x="221268" y="1728176"/>
                              </a:lnTo>
                              <a:lnTo>
                                <a:pt x="49171" y="1694533"/>
                              </a:lnTo>
                              <a:lnTo>
                                <a:pt x="0" y="734413"/>
                              </a:lnTo>
                              <a:cubicBezTo>
                                <a:pt x="0" y="734413"/>
                                <a:pt x="81520" y="11088"/>
                                <a:pt x="144924" y="736"/>
                              </a:cubicBezTo>
                              <a:cubicBezTo>
                                <a:pt x="208328" y="-9615"/>
                                <a:pt x="384307" y="92608"/>
                                <a:pt x="384307" y="92608"/>
                              </a:cubicBezTo>
                              <a:close/>
                            </a:path>
                          </a:pathLst>
                        </a:custGeom>
                        <a:solidFill>
                          <a:srgbClr val="E8B128"/>
                        </a:solidFill>
                        <a:ln w="12921" cap="flat">
                          <a:noFill/>
                          <a:prstDash val="solid"/>
                          <a:miter/>
                        </a:ln>
                      </p:spPr>
                      <p:txBody>
                        <a:bodyPr rtlCol="0" anchor="ctr"/>
                        <a:lstStyle/>
                        <a:p>
                          <a:endParaRPr lang="en-US"/>
                        </a:p>
                      </p:txBody>
                    </p:sp>
                  </p:grpSp>
                  <p:grpSp>
                    <p:nvGrpSpPr>
                      <p:cNvPr id="129" name="Graphic 2">
                        <a:extLst>
                          <a:ext uri="{FF2B5EF4-FFF2-40B4-BE49-F238E27FC236}">
                            <a16:creationId xmlns:a16="http://schemas.microsoft.com/office/drawing/2014/main" id="{7A1A7512-C6B7-42F2-ADF1-6A62A07475E9}"/>
                          </a:ext>
                        </a:extLst>
                      </p:cNvPr>
                      <p:cNvGrpSpPr/>
                      <p:nvPr/>
                    </p:nvGrpSpPr>
                    <p:grpSpPr>
                      <a:xfrm>
                        <a:off x="4743663" y="2943508"/>
                        <a:ext cx="980556" cy="1784942"/>
                        <a:chOff x="4743663" y="2943508"/>
                        <a:chExt cx="980556" cy="1784942"/>
                      </a:xfrm>
                    </p:grpSpPr>
                    <p:grpSp>
                      <p:nvGrpSpPr>
                        <p:cNvPr id="130" name="Graphic 2">
                          <a:extLst>
                            <a:ext uri="{FF2B5EF4-FFF2-40B4-BE49-F238E27FC236}">
                              <a16:creationId xmlns:a16="http://schemas.microsoft.com/office/drawing/2014/main" id="{7A1A7512-C6B7-42F2-ADF1-6A62A07475E9}"/>
                            </a:ext>
                          </a:extLst>
                        </p:cNvPr>
                        <p:cNvGrpSpPr/>
                        <p:nvPr/>
                      </p:nvGrpSpPr>
                      <p:grpSpPr>
                        <a:xfrm>
                          <a:off x="5426139" y="4451543"/>
                          <a:ext cx="298080" cy="276907"/>
                          <a:chOff x="5426139" y="4451543"/>
                          <a:chExt cx="298080" cy="276907"/>
                        </a:xfrm>
                      </p:grpSpPr>
                      <p:sp>
                        <p:nvSpPr>
                          <p:cNvPr id="131" name="Freeform: Shape 130">
                            <a:extLst>
                              <a:ext uri="{FF2B5EF4-FFF2-40B4-BE49-F238E27FC236}">
                                <a16:creationId xmlns:a16="http://schemas.microsoft.com/office/drawing/2014/main" id="{490F83BC-4F9A-4A92-8FD6-DF2AC82628CB}"/>
                              </a:ext>
                            </a:extLst>
                          </p:cNvPr>
                          <p:cNvSpPr/>
                          <p:nvPr/>
                        </p:nvSpPr>
                        <p:spPr>
                          <a:xfrm>
                            <a:off x="5426139" y="4545600"/>
                            <a:ext cx="298080" cy="182850"/>
                          </a:xfrm>
                          <a:custGeom>
                            <a:avLst/>
                            <a:gdLst>
                              <a:gd name="connsiteX0" fmla="*/ 241188 w 298080"/>
                              <a:gd name="connsiteY0" fmla="*/ 402 h 182850"/>
                              <a:gd name="connsiteX1" fmla="*/ 163550 w 298080"/>
                              <a:gd name="connsiteY1" fmla="*/ 18518 h 182850"/>
                              <a:gd name="connsiteX2" fmla="*/ 129907 w 298080"/>
                              <a:gd name="connsiteY2" fmla="*/ 50867 h 182850"/>
                              <a:gd name="connsiteX3" fmla="*/ 3099 w 298080"/>
                              <a:gd name="connsiteY3" fmla="*/ 150502 h 182850"/>
                              <a:gd name="connsiteX4" fmla="*/ 35448 w 298080"/>
                              <a:gd name="connsiteY4" fmla="*/ 182851 h 182850"/>
                              <a:gd name="connsiteX5" fmla="*/ 268361 w 298080"/>
                              <a:gd name="connsiteY5" fmla="*/ 105213 h 182850"/>
                              <a:gd name="connsiteX6" fmla="*/ 296828 w 298080"/>
                              <a:gd name="connsiteY6" fmla="*/ 80628 h 182850"/>
                              <a:gd name="connsiteX7" fmla="*/ 241188 w 298080"/>
                              <a:gd name="connsiteY7" fmla="*/ 402 h 182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8080" h="182850">
                                <a:moveTo>
                                  <a:pt x="241188" y="402"/>
                                </a:moveTo>
                                <a:cubicBezTo>
                                  <a:pt x="212720" y="-2186"/>
                                  <a:pt x="184254" y="8166"/>
                                  <a:pt x="163550" y="18518"/>
                                </a:cubicBezTo>
                                <a:cubicBezTo>
                                  <a:pt x="149316" y="26281"/>
                                  <a:pt x="137671" y="37927"/>
                                  <a:pt x="129907" y="50867"/>
                                </a:cubicBezTo>
                                <a:cubicBezTo>
                                  <a:pt x="106616" y="87098"/>
                                  <a:pt x="17332" y="122035"/>
                                  <a:pt x="3099" y="150502"/>
                                </a:cubicBezTo>
                                <a:cubicBezTo>
                                  <a:pt x="-12429" y="181557"/>
                                  <a:pt x="35448" y="182851"/>
                                  <a:pt x="35448" y="182851"/>
                                </a:cubicBezTo>
                                <a:lnTo>
                                  <a:pt x="268361" y="105213"/>
                                </a:lnTo>
                                <a:cubicBezTo>
                                  <a:pt x="307180" y="98743"/>
                                  <a:pt x="296828" y="80628"/>
                                  <a:pt x="296828" y="80628"/>
                                </a:cubicBezTo>
                                <a:cubicBezTo>
                                  <a:pt x="296828" y="80628"/>
                                  <a:pt x="294240" y="4284"/>
                                  <a:pt x="241188" y="402"/>
                                </a:cubicBezTo>
                                <a:close/>
                              </a:path>
                            </a:pathLst>
                          </a:custGeom>
                          <a:solidFill>
                            <a:srgbClr val="294566"/>
                          </a:solidFill>
                          <a:ln w="12921"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F25BA9C1-D976-4074-A5D1-1A30B5A1EA01}"/>
                              </a:ext>
                            </a:extLst>
                          </p:cNvPr>
                          <p:cNvSpPr/>
                          <p:nvPr/>
                        </p:nvSpPr>
                        <p:spPr>
                          <a:xfrm>
                            <a:off x="5518521" y="4451543"/>
                            <a:ext cx="146217" cy="146586"/>
                          </a:xfrm>
                          <a:custGeom>
                            <a:avLst/>
                            <a:gdLst>
                              <a:gd name="connsiteX0" fmla="*/ 0 w 146217"/>
                              <a:gd name="connsiteY0" fmla="*/ 31055 h 146586"/>
                              <a:gd name="connsiteX1" fmla="*/ 72462 w 146217"/>
                              <a:gd name="connsiteY1" fmla="*/ 143630 h 146586"/>
                              <a:gd name="connsiteX2" fmla="*/ 146218 w 146217"/>
                              <a:gd name="connsiteY2" fmla="*/ 119044 h 146586"/>
                              <a:gd name="connsiteX3" fmla="*/ 86695 w 146217"/>
                              <a:gd name="connsiteY3" fmla="*/ 0 h 146586"/>
                              <a:gd name="connsiteX4" fmla="*/ 0 w 146217"/>
                              <a:gd name="connsiteY4" fmla="*/ 31055 h 1465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217" h="146586">
                                <a:moveTo>
                                  <a:pt x="0" y="31055"/>
                                </a:moveTo>
                                <a:lnTo>
                                  <a:pt x="72462" y="143630"/>
                                </a:lnTo>
                                <a:cubicBezTo>
                                  <a:pt x="72462" y="143630"/>
                                  <a:pt x="119044" y="159157"/>
                                  <a:pt x="146218" y="119044"/>
                                </a:cubicBezTo>
                                <a:lnTo>
                                  <a:pt x="86695" y="0"/>
                                </a:lnTo>
                                <a:lnTo>
                                  <a:pt x="0" y="31055"/>
                                </a:lnTo>
                                <a:close/>
                              </a:path>
                            </a:pathLst>
                          </a:custGeom>
                          <a:solidFill>
                            <a:srgbClr val="FF8D7D"/>
                          </a:solidFill>
                          <a:ln w="12921" cap="flat">
                            <a:noFill/>
                            <a:prstDash val="solid"/>
                            <a:miter/>
                          </a:ln>
                        </p:spPr>
                        <p:txBody>
                          <a:bodyPr rtlCol="0" anchor="ctr"/>
                          <a:lstStyle/>
                          <a:p>
                            <a:endParaRPr lang="en-US"/>
                          </a:p>
                        </p:txBody>
                      </p:sp>
                    </p:grpSp>
                    <p:sp>
                      <p:nvSpPr>
                        <p:cNvPr id="133" name="Freeform: Shape 132">
                          <a:extLst>
                            <a:ext uri="{FF2B5EF4-FFF2-40B4-BE49-F238E27FC236}">
                              <a16:creationId xmlns:a16="http://schemas.microsoft.com/office/drawing/2014/main" id="{07211163-6F4D-4123-BCB2-BBC98B5223BB}"/>
                            </a:ext>
                          </a:extLst>
                        </p:cNvPr>
                        <p:cNvSpPr/>
                        <p:nvPr/>
                      </p:nvSpPr>
                      <p:spPr>
                        <a:xfrm>
                          <a:off x="4743663" y="2943508"/>
                          <a:ext cx="917194" cy="1575321"/>
                        </a:xfrm>
                        <a:custGeom>
                          <a:avLst/>
                          <a:gdLst>
                            <a:gd name="connsiteX0" fmla="*/ 293504 w 917194"/>
                            <a:gd name="connsiteY0" fmla="*/ 569 h 1575321"/>
                            <a:gd name="connsiteX1" fmla="*/ 394434 w 917194"/>
                            <a:gd name="connsiteY1" fmla="*/ 150669 h 1575321"/>
                            <a:gd name="connsiteX2" fmla="*/ 442310 w 917194"/>
                            <a:gd name="connsiteY2" fmla="*/ 453456 h 1575321"/>
                            <a:gd name="connsiteX3" fmla="*/ 551003 w 917194"/>
                            <a:gd name="connsiteY3" fmla="*/ 806707 h 1575321"/>
                            <a:gd name="connsiteX4" fmla="*/ 917194 w 917194"/>
                            <a:gd name="connsiteY4" fmla="*/ 1519681 h 1575321"/>
                            <a:gd name="connsiteX5" fmla="*/ 750273 w 917194"/>
                            <a:gd name="connsiteY5" fmla="*/ 1575321 h 1575321"/>
                            <a:gd name="connsiteX6" fmla="*/ 306444 w 917194"/>
                            <a:gd name="connsiteY6" fmla="*/ 894697 h 1575321"/>
                            <a:gd name="connsiteX7" fmla="*/ 4951 w 917194"/>
                            <a:gd name="connsiteY7" fmla="*/ 51033 h 1575321"/>
                            <a:gd name="connsiteX8" fmla="*/ 293504 w 917194"/>
                            <a:gd name="connsiteY8" fmla="*/ 569 h 157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194" h="1575321">
                              <a:moveTo>
                                <a:pt x="293504" y="569"/>
                              </a:moveTo>
                              <a:cubicBezTo>
                                <a:pt x="293504" y="569"/>
                                <a:pt x="314208" y="-17547"/>
                                <a:pt x="394434" y="150669"/>
                              </a:cubicBezTo>
                              <a:cubicBezTo>
                                <a:pt x="439722" y="246422"/>
                                <a:pt x="442310" y="453456"/>
                                <a:pt x="442310" y="453456"/>
                              </a:cubicBezTo>
                              <a:lnTo>
                                <a:pt x="551003" y="806707"/>
                              </a:lnTo>
                              <a:lnTo>
                                <a:pt x="917194" y="1519681"/>
                              </a:lnTo>
                              <a:lnTo>
                                <a:pt x="750273" y="1575321"/>
                              </a:lnTo>
                              <a:lnTo>
                                <a:pt x="306444" y="894697"/>
                              </a:lnTo>
                              <a:cubicBezTo>
                                <a:pt x="306444" y="894697"/>
                                <a:pt x="-45514" y="91146"/>
                                <a:pt x="4951" y="51033"/>
                              </a:cubicBezTo>
                              <a:cubicBezTo>
                                <a:pt x="56709" y="12215"/>
                                <a:pt x="293504" y="569"/>
                                <a:pt x="293504" y="569"/>
                              </a:cubicBezTo>
                              <a:close/>
                            </a:path>
                          </a:pathLst>
                        </a:custGeom>
                        <a:solidFill>
                          <a:srgbClr val="FAC237"/>
                        </a:solidFill>
                        <a:ln w="12921" cap="flat">
                          <a:noFill/>
                          <a:prstDash val="solid"/>
                          <a:miter/>
                        </a:ln>
                      </p:spPr>
                      <p:txBody>
                        <a:bodyPr rtlCol="0" anchor="ctr"/>
                        <a:lstStyle/>
                        <a:p>
                          <a:endParaRPr lang="en-US"/>
                        </a:p>
                      </p:txBody>
                    </p:sp>
                  </p:grpSp>
                  <p:grpSp>
                    <p:nvGrpSpPr>
                      <p:cNvPr id="134" name="Graphic 2">
                        <a:extLst>
                          <a:ext uri="{FF2B5EF4-FFF2-40B4-BE49-F238E27FC236}">
                            <a16:creationId xmlns:a16="http://schemas.microsoft.com/office/drawing/2014/main" id="{7A1A7512-C6B7-42F2-ADF1-6A62A07475E9}"/>
                          </a:ext>
                        </a:extLst>
                      </p:cNvPr>
                      <p:cNvGrpSpPr/>
                      <p:nvPr/>
                    </p:nvGrpSpPr>
                    <p:grpSpPr>
                      <a:xfrm>
                        <a:off x="4375952" y="2152105"/>
                        <a:ext cx="868248" cy="882608"/>
                        <a:chOff x="4375952" y="2152105"/>
                        <a:chExt cx="868248" cy="882608"/>
                      </a:xfrm>
                    </p:grpSpPr>
                    <p:sp>
                      <p:nvSpPr>
                        <p:cNvPr id="136" name="Freeform: Shape 135">
                          <a:extLst>
                            <a:ext uri="{FF2B5EF4-FFF2-40B4-BE49-F238E27FC236}">
                              <a16:creationId xmlns:a16="http://schemas.microsoft.com/office/drawing/2014/main" id="{82201A98-ADF4-4345-B1EC-3AA524CEBA6C}"/>
                            </a:ext>
                          </a:extLst>
                        </p:cNvPr>
                        <p:cNvSpPr/>
                        <p:nvPr/>
                      </p:nvSpPr>
                      <p:spPr>
                        <a:xfrm>
                          <a:off x="4375952" y="2223340"/>
                          <a:ext cx="194023" cy="301493"/>
                        </a:xfrm>
                        <a:custGeom>
                          <a:avLst/>
                          <a:gdLst>
                            <a:gd name="connsiteX0" fmla="*/ 183743 w 194023"/>
                            <a:gd name="connsiteY0" fmla="*/ 0 h 301493"/>
                            <a:gd name="connsiteX1" fmla="*/ 0 w 194023"/>
                            <a:gd name="connsiteY1" fmla="*/ 261380 h 301493"/>
                            <a:gd name="connsiteX2" fmla="*/ 148806 w 194023"/>
                            <a:gd name="connsiteY2" fmla="*/ 301493 h 301493"/>
                            <a:gd name="connsiteX3" fmla="*/ 183743 w 194023"/>
                            <a:gd name="connsiteY3" fmla="*/ 0 h 301493"/>
                          </a:gdLst>
                          <a:ahLst/>
                          <a:cxnLst>
                            <a:cxn ang="0">
                              <a:pos x="connsiteX0" y="connsiteY0"/>
                            </a:cxn>
                            <a:cxn ang="0">
                              <a:pos x="connsiteX1" y="connsiteY1"/>
                            </a:cxn>
                            <a:cxn ang="0">
                              <a:pos x="connsiteX2" y="connsiteY2"/>
                            </a:cxn>
                            <a:cxn ang="0">
                              <a:pos x="connsiteX3" y="connsiteY3"/>
                            </a:cxn>
                          </a:cxnLst>
                          <a:rect l="l" t="t" r="r" b="b"/>
                          <a:pathLst>
                            <a:path w="194023" h="301493">
                              <a:moveTo>
                                <a:pt x="183743" y="0"/>
                              </a:moveTo>
                              <a:cubicBezTo>
                                <a:pt x="183743" y="0"/>
                                <a:pt x="21998" y="109987"/>
                                <a:pt x="0" y="261380"/>
                              </a:cubicBezTo>
                              <a:lnTo>
                                <a:pt x="148806" y="301493"/>
                              </a:lnTo>
                              <a:cubicBezTo>
                                <a:pt x="148806" y="301493"/>
                                <a:pt x="219974" y="78932"/>
                                <a:pt x="183743" y="0"/>
                              </a:cubicBezTo>
                              <a:close/>
                            </a:path>
                          </a:pathLst>
                        </a:custGeom>
                        <a:solidFill>
                          <a:schemeClr val="accent1"/>
                        </a:solidFill>
                        <a:ln w="12921"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5AD3145E-3239-4357-875D-5CE93198771F}"/>
                            </a:ext>
                          </a:extLst>
                        </p:cNvPr>
                        <p:cNvSpPr/>
                        <p:nvPr/>
                      </p:nvSpPr>
                      <p:spPr>
                        <a:xfrm>
                          <a:off x="4458766" y="2293214"/>
                          <a:ext cx="100928" cy="222561"/>
                        </a:xfrm>
                        <a:custGeom>
                          <a:avLst/>
                          <a:gdLst>
                            <a:gd name="connsiteX0" fmla="*/ 29761 w 100928"/>
                            <a:gd name="connsiteY0" fmla="*/ 222561 h 222561"/>
                            <a:gd name="connsiteX1" fmla="*/ 0 w 100928"/>
                            <a:gd name="connsiteY1" fmla="*/ 214798 h 222561"/>
                            <a:gd name="connsiteX2" fmla="*/ 100929 w 100928"/>
                            <a:gd name="connsiteY2" fmla="*/ 0 h 222561"/>
                            <a:gd name="connsiteX3" fmla="*/ 29761 w 100928"/>
                            <a:gd name="connsiteY3" fmla="*/ 222561 h 222561"/>
                          </a:gdLst>
                          <a:ahLst/>
                          <a:cxnLst>
                            <a:cxn ang="0">
                              <a:pos x="connsiteX0" y="connsiteY0"/>
                            </a:cxn>
                            <a:cxn ang="0">
                              <a:pos x="connsiteX1" y="connsiteY1"/>
                            </a:cxn>
                            <a:cxn ang="0">
                              <a:pos x="connsiteX2" y="connsiteY2"/>
                            </a:cxn>
                            <a:cxn ang="0">
                              <a:pos x="connsiteX3" y="connsiteY3"/>
                            </a:cxn>
                          </a:cxnLst>
                          <a:rect l="l" t="t" r="r" b="b"/>
                          <a:pathLst>
                            <a:path w="100928" h="222561">
                              <a:moveTo>
                                <a:pt x="29761" y="222561"/>
                              </a:moveTo>
                              <a:lnTo>
                                <a:pt x="0" y="214798"/>
                              </a:lnTo>
                              <a:lnTo>
                                <a:pt x="100929" y="0"/>
                              </a:lnTo>
                              <a:cubicBezTo>
                                <a:pt x="100929" y="0"/>
                                <a:pt x="69874" y="196682"/>
                                <a:pt x="29761" y="222561"/>
                              </a:cubicBezTo>
                              <a:close/>
                            </a:path>
                          </a:pathLst>
                        </a:custGeom>
                        <a:solidFill>
                          <a:srgbClr val="F97C40">
                            <a:alpha val="50000"/>
                          </a:srgbClr>
                        </a:solidFill>
                        <a:ln w="12921"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BB5712C8-2417-4B95-9138-10F70036975D}"/>
                            </a:ext>
                          </a:extLst>
                        </p:cNvPr>
                        <p:cNvSpPr/>
                        <p:nvPr/>
                      </p:nvSpPr>
                      <p:spPr>
                        <a:xfrm>
                          <a:off x="4485518" y="2152105"/>
                          <a:ext cx="600533" cy="882608"/>
                        </a:xfrm>
                        <a:custGeom>
                          <a:avLst/>
                          <a:gdLst>
                            <a:gd name="connsiteX0" fmla="*/ 295445 w 600533"/>
                            <a:gd name="connsiteY0" fmla="*/ 24653 h 882608"/>
                            <a:gd name="connsiteX1" fmla="*/ 533534 w 600533"/>
                            <a:gd name="connsiteY1" fmla="*/ 40180 h 882608"/>
                            <a:gd name="connsiteX2" fmla="*/ 596938 w 600533"/>
                            <a:gd name="connsiteY2" fmla="*/ 801030 h 882608"/>
                            <a:gd name="connsiteX3" fmla="*/ 124641 w 600533"/>
                            <a:gd name="connsiteY3" fmla="*/ 882550 h 882608"/>
                            <a:gd name="connsiteX4" fmla="*/ 116878 w 600533"/>
                            <a:gd name="connsiteY4" fmla="*/ 516358 h 882608"/>
                            <a:gd name="connsiteX5" fmla="*/ 9479 w 600533"/>
                            <a:gd name="connsiteY5" fmla="*/ 340379 h 882608"/>
                            <a:gd name="connsiteX6" fmla="*/ 74177 w 600533"/>
                            <a:gd name="connsiteY6" fmla="*/ 71235 h 882608"/>
                            <a:gd name="connsiteX7" fmla="*/ 295445 w 600533"/>
                            <a:gd name="connsiteY7" fmla="*/ 24653 h 882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533" h="882608">
                              <a:moveTo>
                                <a:pt x="295445" y="24653"/>
                              </a:moveTo>
                              <a:cubicBezTo>
                                <a:pt x="295445" y="24653"/>
                                <a:pt x="515418" y="-40046"/>
                                <a:pt x="533534" y="40180"/>
                              </a:cubicBezTo>
                              <a:cubicBezTo>
                                <a:pt x="551649" y="121700"/>
                                <a:pt x="529652" y="688455"/>
                                <a:pt x="596938" y="801030"/>
                              </a:cubicBezTo>
                              <a:cubicBezTo>
                                <a:pt x="648696" y="887725"/>
                                <a:pt x="124641" y="882550"/>
                                <a:pt x="124641" y="882550"/>
                              </a:cubicBezTo>
                              <a:cubicBezTo>
                                <a:pt x="124641" y="882550"/>
                                <a:pt x="167342" y="571999"/>
                                <a:pt x="116878" y="516358"/>
                              </a:cubicBezTo>
                              <a:cubicBezTo>
                                <a:pt x="66413" y="460718"/>
                                <a:pt x="-30634" y="450366"/>
                                <a:pt x="9479" y="340379"/>
                              </a:cubicBezTo>
                              <a:cubicBezTo>
                                <a:pt x="49592" y="230393"/>
                                <a:pt x="74177" y="71235"/>
                                <a:pt x="74177" y="71235"/>
                              </a:cubicBezTo>
                              <a:lnTo>
                                <a:pt x="295445" y="24653"/>
                              </a:lnTo>
                              <a:close/>
                            </a:path>
                          </a:pathLst>
                        </a:custGeom>
                        <a:solidFill>
                          <a:schemeClr val="accent1"/>
                        </a:solidFill>
                        <a:ln w="12921"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B41A37F9-5205-4456-B6A0-A5E4E25740BF}"/>
                            </a:ext>
                          </a:extLst>
                        </p:cNvPr>
                        <p:cNvSpPr/>
                        <p:nvPr/>
                      </p:nvSpPr>
                      <p:spPr>
                        <a:xfrm>
                          <a:off x="4985408" y="2158642"/>
                          <a:ext cx="258792" cy="323490"/>
                        </a:xfrm>
                        <a:custGeom>
                          <a:avLst/>
                          <a:gdLst>
                            <a:gd name="connsiteX0" fmla="*/ 0 w 258792"/>
                            <a:gd name="connsiteY0" fmla="*/ 0 h 323490"/>
                            <a:gd name="connsiteX1" fmla="*/ 258792 w 258792"/>
                            <a:gd name="connsiteY1" fmla="*/ 194094 h 323490"/>
                            <a:gd name="connsiteX2" fmla="*/ 152688 w 258792"/>
                            <a:gd name="connsiteY2" fmla="*/ 323491 h 323490"/>
                            <a:gd name="connsiteX3" fmla="*/ 33643 w 258792"/>
                            <a:gd name="connsiteY3" fmla="*/ 283378 h 323490"/>
                            <a:gd name="connsiteX4" fmla="*/ 0 w 258792"/>
                            <a:gd name="connsiteY4" fmla="*/ 0 h 323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792" h="323490">
                              <a:moveTo>
                                <a:pt x="0" y="0"/>
                              </a:moveTo>
                              <a:cubicBezTo>
                                <a:pt x="0" y="0"/>
                                <a:pt x="192800" y="50465"/>
                                <a:pt x="258792" y="194094"/>
                              </a:cubicBezTo>
                              <a:cubicBezTo>
                                <a:pt x="258792" y="194094"/>
                                <a:pt x="210916" y="304081"/>
                                <a:pt x="152688" y="323491"/>
                              </a:cubicBezTo>
                              <a:lnTo>
                                <a:pt x="33643" y="283378"/>
                              </a:lnTo>
                              <a:lnTo>
                                <a:pt x="0" y="0"/>
                              </a:lnTo>
                              <a:close/>
                            </a:path>
                          </a:pathLst>
                        </a:custGeom>
                        <a:solidFill>
                          <a:schemeClr val="accent1"/>
                        </a:solidFill>
                        <a:ln w="12921"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56EEBF09-E741-4FB3-9D72-5278AC5081F0}"/>
                            </a:ext>
                          </a:extLst>
                        </p:cNvPr>
                        <p:cNvSpPr/>
                        <p:nvPr/>
                      </p:nvSpPr>
                      <p:spPr>
                        <a:xfrm>
                          <a:off x="4812018" y="2436844"/>
                          <a:ext cx="225149" cy="402422"/>
                        </a:xfrm>
                        <a:custGeom>
                          <a:avLst/>
                          <a:gdLst>
                            <a:gd name="connsiteX0" fmla="*/ 147512 w 225149"/>
                            <a:gd name="connsiteY0" fmla="*/ 77638 h 402422"/>
                            <a:gd name="connsiteX1" fmla="*/ 0 w 225149"/>
                            <a:gd name="connsiteY1" fmla="*/ 187625 h 402422"/>
                            <a:gd name="connsiteX2" fmla="*/ 151394 w 225149"/>
                            <a:gd name="connsiteY2" fmla="*/ 234207 h 402422"/>
                            <a:gd name="connsiteX3" fmla="*/ 225149 w 225149"/>
                            <a:gd name="connsiteY3" fmla="*/ 402422 h 402422"/>
                            <a:gd name="connsiteX4" fmla="*/ 207034 w 225149"/>
                            <a:gd name="connsiteY4" fmla="*/ 0 h 402422"/>
                            <a:gd name="connsiteX5" fmla="*/ 147512 w 225149"/>
                            <a:gd name="connsiteY5" fmla="*/ 77638 h 40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149" h="402422">
                              <a:moveTo>
                                <a:pt x="147512" y="77638"/>
                              </a:moveTo>
                              <a:cubicBezTo>
                                <a:pt x="147512" y="77638"/>
                                <a:pt x="141042" y="152687"/>
                                <a:pt x="0" y="187625"/>
                              </a:cubicBezTo>
                              <a:cubicBezTo>
                                <a:pt x="0" y="187625"/>
                                <a:pt x="104811" y="166921"/>
                                <a:pt x="151394" y="234207"/>
                              </a:cubicBezTo>
                              <a:cubicBezTo>
                                <a:pt x="197976" y="301493"/>
                                <a:pt x="225149" y="402422"/>
                                <a:pt x="225149" y="402422"/>
                              </a:cubicBezTo>
                              <a:cubicBezTo>
                                <a:pt x="225149" y="402422"/>
                                <a:pt x="155275" y="78932"/>
                                <a:pt x="207034" y="0"/>
                              </a:cubicBezTo>
                              <a:cubicBezTo>
                                <a:pt x="207034" y="0"/>
                                <a:pt x="168215" y="36231"/>
                                <a:pt x="147512" y="77638"/>
                              </a:cubicBezTo>
                              <a:close/>
                            </a:path>
                          </a:pathLst>
                        </a:custGeom>
                        <a:solidFill>
                          <a:schemeClr val="tx2">
                            <a:alpha val="10000"/>
                          </a:schemeClr>
                        </a:solidFill>
                        <a:ln w="12921" cap="flat">
                          <a:noFill/>
                          <a:prstDash val="solid"/>
                          <a:miter/>
                        </a:ln>
                      </p:spPr>
                      <p:txBody>
                        <a:bodyPr rtlCol="0" anchor="ctr"/>
                        <a:lstStyle/>
                        <a:p>
                          <a:endParaRPr lang="en-US"/>
                        </a:p>
                      </p:txBody>
                    </p:sp>
                  </p:grpSp>
                </p:grpSp>
                <p:sp>
                  <p:nvSpPr>
                    <p:cNvPr id="141" name="Freeform: Shape 140">
                      <a:extLst>
                        <a:ext uri="{FF2B5EF4-FFF2-40B4-BE49-F238E27FC236}">
                          <a16:creationId xmlns:a16="http://schemas.microsoft.com/office/drawing/2014/main" id="{FD92D797-3B9D-417C-A1A9-3FBFFED18989}"/>
                        </a:ext>
                      </a:extLst>
                    </p:cNvPr>
                    <p:cNvSpPr/>
                    <p:nvPr/>
                  </p:nvSpPr>
                  <p:spPr>
                    <a:xfrm>
                      <a:off x="4637714" y="2158642"/>
                      <a:ext cx="219570" cy="115797"/>
                    </a:xfrm>
                    <a:custGeom>
                      <a:avLst/>
                      <a:gdLst>
                        <a:gd name="connsiteX0" fmla="*/ 191125 w 219570"/>
                        <a:gd name="connsiteY0" fmla="*/ 6470 h 115797"/>
                        <a:gd name="connsiteX1" fmla="*/ 211828 w 219570"/>
                        <a:gd name="connsiteY1" fmla="*/ 0 h 115797"/>
                        <a:gd name="connsiteX2" fmla="*/ 139366 w 219570"/>
                        <a:gd name="connsiteY2" fmla="*/ 112575 h 115797"/>
                        <a:gd name="connsiteX3" fmla="*/ 913 w 219570"/>
                        <a:gd name="connsiteY3" fmla="*/ 89283 h 115797"/>
                        <a:gd name="connsiteX4" fmla="*/ 22910 w 219570"/>
                        <a:gd name="connsiteY4" fmla="*/ 43995 h 115797"/>
                        <a:gd name="connsiteX5" fmla="*/ 191125 w 219570"/>
                        <a:gd name="connsiteY5" fmla="*/ 6470 h 115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570" h="115797">
                          <a:moveTo>
                            <a:pt x="191125" y="6470"/>
                          </a:moveTo>
                          <a:lnTo>
                            <a:pt x="211828" y="0"/>
                          </a:lnTo>
                          <a:cubicBezTo>
                            <a:pt x="211828" y="0"/>
                            <a:pt x="254529" y="99635"/>
                            <a:pt x="139366" y="112575"/>
                          </a:cubicBezTo>
                          <a:cubicBezTo>
                            <a:pt x="24204" y="126808"/>
                            <a:pt x="913" y="89283"/>
                            <a:pt x="913" y="89283"/>
                          </a:cubicBezTo>
                          <a:cubicBezTo>
                            <a:pt x="913" y="89283"/>
                            <a:pt x="-6851" y="58228"/>
                            <a:pt x="22910" y="43995"/>
                          </a:cubicBezTo>
                          <a:cubicBezTo>
                            <a:pt x="51377" y="29761"/>
                            <a:pt x="191125" y="6470"/>
                            <a:pt x="191125" y="6470"/>
                          </a:cubicBezTo>
                          <a:close/>
                        </a:path>
                      </a:pathLst>
                    </a:custGeom>
                    <a:solidFill>
                      <a:schemeClr val="tx2">
                        <a:alpha val="10000"/>
                      </a:schemeClr>
                    </a:solidFill>
                    <a:ln w="12921" cap="flat">
                      <a:noFill/>
                      <a:prstDash val="solid"/>
                      <a:miter/>
                    </a:ln>
                  </p:spPr>
                  <p:txBody>
                    <a:bodyPr rtlCol="0" anchor="ctr"/>
                    <a:lstStyle/>
                    <a:p>
                      <a:endParaRPr lang="en-US"/>
                    </a:p>
                  </p:txBody>
                </p:sp>
                <p:grpSp>
                  <p:nvGrpSpPr>
                    <p:cNvPr id="142" name="Graphic 2">
                      <a:extLst>
                        <a:ext uri="{FF2B5EF4-FFF2-40B4-BE49-F238E27FC236}">
                          <a16:creationId xmlns:a16="http://schemas.microsoft.com/office/drawing/2014/main" id="{7A1A7512-C6B7-42F2-ADF1-6A62A07475E9}"/>
                        </a:ext>
                      </a:extLst>
                    </p:cNvPr>
                    <p:cNvGrpSpPr/>
                    <p:nvPr/>
                  </p:nvGrpSpPr>
                  <p:grpSpPr>
                    <a:xfrm>
                      <a:off x="4489371" y="1664492"/>
                      <a:ext cx="496037" cy="596210"/>
                      <a:chOff x="4489371" y="1664492"/>
                      <a:chExt cx="496037" cy="596210"/>
                    </a:xfrm>
                  </p:grpSpPr>
                  <p:sp>
                    <p:nvSpPr>
                      <p:cNvPr id="143" name="Freeform: Shape 142">
                        <a:extLst>
                          <a:ext uri="{FF2B5EF4-FFF2-40B4-BE49-F238E27FC236}">
                            <a16:creationId xmlns:a16="http://schemas.microsoft.com/office/drawing/2014/main" id="{45F69384-CF2F-49FE-A8A8-C3CDEB176FFF}"/>
                          </a:ext>
                        </a:extLst>
                      </p:cNvPr>
                      <p:cNvSpPr/>
                      <p:nvPr/>
                    </p:nvSpPr>
                    <p:spPr>
                      <a:xfrm>
                        <a:off x="4491952" y="1664492"/>
                        <a:ext cx="493456" cy="521489"/>
                      </a:xfrm>
                      <a:custGeom>
                        <a:avLst/>
                        <a:gdLst>
                          <a:gd name="connsiteX0" fmla="*/ 40569 w 493456"/>
                          <a:gd name="connsiteY0" fmla="*/ 359578 h 521489"/>
                          <a:gd name="connsiteX1" fmla="*/ 52215 w 493456"/>
                          <a:gd name="connsiteY1" fmla="*/ 496738 h 521489"/>
                          <a:gd name="connsiteX2" fmla="*/ 384763 w 493456"/>
                          <a:gd name="connsiteY2" fmla="*/ 479916 h 521489"/>
                          <a:gd name="connsiteX3" fmla="*/ 395115 w 493456"/>
                          <a:gd name="connsiteY3" fmla="*/ 358284 h 521489"/>
                          <a:gd name="connsiteX4" fmla="*/ 427464 w 493456"/>
                          <a:gd name="connsiteY4" fmla="*/ 454037 h 521489"/>
                          <a:gd name="connsiteX5" fmla="*/ 493456 w 493456"/>
                          <a:gd name="connsiteY5" fmla="*/ 438510 h 521489"/>
                          <a:gd name="connsiteX6" fmla="*/ 446873 w 493456"/>
                          <a:gd name="connsiteY6" fmla="*/ 325935 h 521489"/>
                          <a:gd name="connsiteX7" fmla="*/ 221724 w 493456"/>
                          <a:gd name="connsiteY7" fmla="*/ 3738 h 521489"/>
                          <a:gd name="connsiteX8" fmla="*/ 8220 w 493456"/>
                          <a:gd name="connsiteY8" fmla="*/ 231476 h 521489"/>
                          <a:gd name="connsiteX9" fmla="*/ 40569 w 493456"/>
                          <a:gd name="connsiteY9" fmla="*/ 359578 h 52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3456" h="521489">
                            <a:moveTo>
                              <a:pt x="40569" y="359578"/>
                            </a:moveTo>
                            <a:cubicBezTo>
                              <a:pt x="40569" y="359578"/>
                              <a:pt x="69037" y="457919"/>
                              <a:pt x="52215" y="496738"/>
                            </a:cubicBezTo>
                            <a:cubicBezTo>
                              <a:pt x="34100" y="535557"/>
                              <a:pt x="327829" y="527793"/>
                              <a:pt x="384763" y="479916"/>
                            </a:cubicBezTo>
                            <a:cubicBezTo>
                              <a:pt x="441698" y="432040"/>
                              <a:pt x="395115" y="358284"/>
                              <a:pt x="395115" y="358284"/>
                            </a:cubicBezTo>
                            <a:cubicBezTo>
                              <a:pt x="395115" y="358284"/>
                              <a:pt x="433934" y="412630"/>
                              <a:pt x="427464" y="454037"/>
                            </a:cubicBezTo>
                            <a:cubicBezTo>
                              <a:pt x="427464" y="454037"/>
                              <a:pt x="477929" y="476035"/>
                              <a:pt x="493456" y="438510"/>
                            </a:cubicBezTo>
                            <a:cubicBezTo>
                              <a:pt x="493456" y="438510"/>
                              <a:pt x="461107" y="413924"/>
                              <a:pt x="446873" y="325935"/>
                            </a:cubicBezTo>
                            <a:cubicBezTo>
                              <a:pt x="433934" y="239239"/>
                              <a:pt x="419701" y="-35081"/>
                              <a:pt x="221724" y="3738"/>
                            </a:cubicBezTo>
                            <a:cubicBezTo>
                              <a:pt x="25042" y="42557"/>
                              <a:pt x="-21541" y="134429"/>
                              <a:pt x="8220" y="231476"/>
                            </a:cubicBezTo>
                            <a:cubicBezTo>
                              <a:pt x="37982" y="328523"/>
                              <a:pt x="40569" y="359578"/>
                              <a:pt x="40569" y="359578"/>
                            </a:cubicBezTo>
                            <a:close/>
                          </a:path>
                        </a:pathLst>
                      </a:custGeom>
                      <a:solidFill>
                        <a:srgbClr val="294566"/>
                      </a:solidFill>
                      <a:ln w="12921"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A47B4838-5737-4C25-91D3-C3695AFB0F4C}"/>
                          </a:ext>
                        </a:extLst>
                      </p:cNvPr>
                      <p:cNvSpPr/>
                      <p:nvPr/>
                    </p:nvSpPr>
                    <p:spPr>
                      <a:xfrm>
                        <a:off x="4525811" y="1821495"/>
                        <a:ext cx="315978" cy="439207"/>
                      </a:xfrm>
                      <a:custGeom>
                        <a:avLst/>
                        <a:gdLst>
                          <a:gd name="connsiteX0" fmla="*/ 241 w 315978"/>
                          <a:gd name="connsiteY0" fmla="*/ 118467 h 439207"/>
                          <a:gd name="connsiteX1" fmla="*/ 142577 w 315978"/>
                          <a:gd name="connsiteY1" fmla="*/ 298328 h 439207"/>
                          <a:gd name="connsiteX2" fmla="*/ 182690 w 315978"/>
                          <a:gd name="connsiteY2" fmla="*/ 290564 h 439207"/>
                          <a:gd name="connsiteX3" fmla="*/ 196924 w 315978"/>
                          <a:gd name="connsiteY3" fmla="*/ 366908 h 439207"/>
                          <a:gd name="connsiteX4" fmla="*/ 139989 w 315978"/>
                          <a:gd name="connsiteY4" fmla="*/ 430312 h 439207"/>
                          <a:gd name="connsiteX5" fmla="*/ 315968 w 315978"/>
                          <a:gd name="connsiteY5" fmla="*/ 360438 h 439207"/>
                          <a:gd name="connsiteX6" fmla="*/ 261622 w 315978"/>
                          <a:gd name="connsiteY6" fmla="*/ 350086 h 439207"/>
                          <a:gd name="connsiteX7" fmla="*/ 243506 w 315978"/>
                          <a:gd name="connsiteY7" fmla="*/ 278918 h 439207"/>
                          <a:gd name="connsiteX8" fmla="*/ 273267 w 315978"/>
                          <a:gd name="connsiteY8" fmla="*/ 202575 h 439207"/>
                          <a:gd name="connsiteX9" fmla="*/ 304322 w 315978"/>
                          <a:gd name="connsiteY9" fmla="*/ 133995 h 439207"/>
                          <a:gd name="connsiteX10" fmla="*/ 281031 w 315978"/>
                          <a:gd name="connsiteY10" fmla="*/ 74472 h 439207"/>
                          <a:gd name="connsiteX11" fmla="*/ 255152 w 315978"/>
                          <a:gd name="connsiteY11" fmla="*/ 96470 h 439207"/>
                          <a:gd name="connsiteX12" fmla="*/ 191748 w 315978"/>
                          <a:gd name="connsiteY12" fmla="*/ 16244 h 439207"/>
                          <a:gd name="connsiteX13" fmla="*/ 59764 w 315978"/>
                          <a:gd name="connsiteY13" fmla="*/ 11068 h 439207"/>
                          <a:gd name="connsiteX14" fmla="*/ 241 w 315978"/>
                          <a:gd name="connsiteY14" fmla="*/ 118467 h 43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5978" h="439207">
                            <a:moveTo>
                              <a:pt x="241" y="118467"/>
                            </a:moveTo>
                            <a:cubicBezTo>
                              <a:pt x="241" y="118467"/>
                              <a:pt x="62352" y="316443"/>
                              <a:pt x="142577" y="298328"/>
                            </a:cubicBezTo>
                            <a:cubicBezTo>
                              <a:pt x="221509" y="280212"/>
                              <a:pt x="182690" y="290564"/>
                              <a:pt x="182690" y="290564"/>
                            </a:cubicBezTo>
                            <a:lnTo>
                              <a:pt x="196924" y="366908"/>
                            </a:lnTo>
                            <a:cubicBezTo>
                              <a:pt x="196924" y="366908"/>
                              <a:pt x="86937" y="410903"/>
                              <a:pt x="139989" y="430312"/>
                            </a:cubicBezTo>
                            <a:cubicBezTo>
                              <a:pt x="193042" y="449721"/>
                              <a:pt x="317262" y="441958"/>
                              <a:pt x="315968" y="360438"/>
                            </a:cubicBezTo>
                            <a:cubicBezTo>
                              <a:pt x="315968" y="346204"/>
                              <a:pt x="308205" y="350086"/>
                              <a:pt x="261622" y="350086"/>
                            </a:cubicBezTo>
                            <a:lnTo>
                              <a:pt x="243506" y="278918"/>
                            </a:lnTo>
                            <a:cubicBezTo>
                              <a:pt x="243506" y="278918"/>
                              <a:pt x="275856" y="242687"/>
                              <a:pt x="273267" y="202575"/>
                            </a:cubicBezTo>
                            <a:cubicBezTo>
                              <a:pt x="270679" y="161168"/>
                              <a:pt x="304322" y="133995"/>
                              <a:pt x="304322" y="133995"/>
                            </a:cubicBezTo>
                            <a:cubicBezTo>
                              <a:pt x="304322" y="133995"/>
                              <a:pt x="306911" y="52475"/>
                              <a:pt x="281031" y="74472"/>
                            </a:cubicBezTo>
                            <a:cubicBezTo>
                              <a:pt x="255152" y="96470"/>
                              <a:pt x="255152" y="96470"/>
                              <a:pt x="255152" y="96470"/>
                            </a:cubicBezTo>
                            <a:cubicBezTo>
                              <a:pt x="255152" y="96470"/>
                              <a:pt x="253858" y="36947"/>
                              <a:pt x="191748" y="16244"/>
                            </a:cubicBezTo>
                            <a:cubicBezTo>
                              <a:pt x="129638" y="-4459"/>
                              <a:pt x="106346" y="-4459"/>
                              <a:pt x="59764" y="11068"/>
                            </a:cubicBezTo>
                            <a:cubicBezTo>
                              <a:pt x="15769" y="25302"/>
                              <a:pt x="-2346" y="88706"/>
                              <a:pt x="241" y="118467"/>
                            </a:cubicBezTo>
                            <a:close/>
                          </a:path>
                        </a:pathLst>
                      </a:custGeom>
                      <a:solidFill>
                        <a:srgbClr val="FB8A77"/>
                      </a:solidFill>
                      <a:ln w="12921"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0ED3117A-0885-41A5-B9A1-CFCDED774A48}"/>
                          </a:ext>
                        </a:extLst>
                      </p:cNvPr>
                      <p:cNvSpPr/>
                      <p:nvPr/>
                    </p:nvSpPr>
                    <p:spPr>
                      <a:xfrm>
                        <a:off x="4489371" y="1713187"/>
                        <a:ext cx="331366" cy="325117"/>
                      </a:xfrm>
                      <a:custGeom>
                        <a:avLst/>
                        <a:gdLst>
                          <a:gd name="connsiteX0" fmla="*/ 98792 w 331366"/>
                          <a:gd name="connsiteY0" fmla="*/ 118083 h 325117"/>
                          <a:gd name="connsiteX1" fmla="*/ 216542 w 331366"/>
                          <a:gd name="connsiteY1" fmla="*/ 197015 h 325117"/>
                          <a:gd name="connsiteX2" fmla="*/ 289004 w 331366"/>
                          <a:gd name="connsiteY2" fmla="*/ 283710 h 325117"/>
                          <a:gd name="connsiteX3" fmla="*/ 292886 w 331366"/>
                          <a:gd name="connsiteY3" fmla="*/ 195721 h 325117"/>
                          <a:gd name="connsiteX4" fmla="*/ 308413 w 331366"/>
                          <a:gd name="connsiteY4" fmla="*/ 37857 h 325117"/>
                          <a:gd name="connsiteX5" fmla="*/ 109143 w 331366"/>
                          <a:gd name="connsiteY5" fmla="*/ 13272 h 325117"/>
                          <a:gd name="connsiteX6" fmla="*/ 3038 w 331366"/>
                          <a:gd name="connsiteY6" fmla="*/ 242303 h 325117"/>
                          <a:gd name="connsiteX7" fmla="*/ 78088 w 331366"/>
                          <a:gd name="connsiteY7" fmla="*/ 325117 h 325117"/>
                          <a:gd name="connsiteX8" fmla="*/ 98792 w 331366"/>
                          <a:gd name="connsiteY8" fmla="*/ 118083 h 325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366" h="325117">
                            <a:moveTo>
                              <a:pt x="98792" y="118083"/>
                            </a:moveTo>
                            <a:cubicBezTo>
                              <a:pt x="98792" y="118083"/>
                              <a:pt x="149256" y="190545"/>
                              <a:pt x="216542" y="197015"/>
                            </a:cubicBezTo>
                            <a:cubicBezTo>
                              <a:pt x="283828" y="202191"/>
                              <a:pt x="289004" y="283710"/>
                              <a:pt x="289004" y="283710"/>
                            </a:cubicBezTo>
                            <a:lnTo>
                              <a:pt x="292886" y="195721"/>
                            </a:lnTo>
                            <a:cubicBezTo>
                              <a:pt x="292886" y="195721"/>
                              <a:pt x="367936" y="75382"/>
                              <a:pt x="308413" y="37857"/>
                            </a:cubicBezTo>
                            <a:cubicBezTo>
                              <a:pt x="248891" y="-961"/>
                              <a:pt x="185487" y="-11313"/>
                              <a:pt x="109143" y="13272"/>
                            </a:cubicBezTo>
                            <a:cubicBezTo>
                              <a:pt x="32800" y="37857"/>
                              <a:pt x="-12489" y="175017"/>
                              <a:pt x="3038" y="242303"/>
                            </a:cubicBezTo>
                            <a:cubicBezTo>
                              <a:pt x="17272" y="309590"/>
                              <a:pt x="78088" y="325117"/>
                              <a:pt x="78088" y="325117"/>
                            </a:cubicBezTo>
                            <a:cubicBezTo>
                              <a:pt x="78088" y="325117"/>
                              <a:pt x="6920" y="184075"/>
                              <a:pt x="98792" y="118083"/>
                            </a:cubicBezTo>
                            <a:close/>
                          </a:path>
                        </a:pathLst>
                      </a:custGeom>
                      <a:solidFill>
                        <a:srgbClr val="294566"/>
                      </a:solidFill>
                      <a:ln w="12921" cap="flat">
                        <a:noFill/>
                        <a:prstDash val="solid"/>
                        <a:miter/>
                      </a:ln>
                    </p:spPr>
                    <p:txBody>
                      <a:bodyPr rtlCol="0" anchor="ctr"/>
                      <a:lstStyle/>
                      <a:p>
                        <a:endParaRPr lang="en-US"/>
                      </a:p>
                    </p:txBody>
                  </p:sp>
                </p:grpSp>
              </p:grpSp>
              <p:sp>
                <p:nvSpPr>
                  <p:cNvPr id="146" name="Freeform: Shape 145">
                    <a:extLst>
                      <a:ext uri="{FF2B5EF4-FFF2-40B4-BE49-F238E27FC236}">
                        <a16:creationId xmlns:a16="http://schemas.microsoft.com/office/drawing/2014/main" id="{D3879761-8957-4A03-8723-B4CB8AFF1EF9}"/>
                      </a:ext>
                    </a:extLst>
                  </p:cNvPr>
                  <p:cNvSpPr/>
                  <p:nvPr/>
                </p:nvSpPr>
                <p:spPr>
                  <a:xfrm>
                    <a:off x="1693569" y="2391555"/>
                    <a:ext cx="486529" cy="1618746"/>
                  </a:xfrm>
                  <a:custGeom>
                    <a:avLst/>
                    <a:gdLst>
                      <a:gd name="connsiteX0" fmla="*/ 244559 w 486529"/>
                      <a:gd name="connsiteY0" fmla="*/ 1618747 h 1618746"/>
                      <a:gd name="connsiteX1" fmla="*/ 287260 w 486529"/>
                      <a:gd name="connsiteY1" fmla="*/ 1248674 h 1618746"/>
                      <a:gd name="connsiteX2" fmla="*/ 266556 w 486529"/>
                      <a:gd name="connsiteY2" fmla="*/ 1248674 h 1618746"/>
                      <a:gd name="connsiteX3" fmla="*/ 0 w 486529"/>
                      <a:gd name="connsiteY3" fmla="*/ 982117 h 1618746"/>
                      <a:gd name="connsiteX4" fmla="*/ 0 w 486529"/>
                      <a:gd name="connsiteY4" fmla="*/ 0 h 1618746"/>
                      <a:gd name="connsiteX5" fmla="*/ 232913 w 486529"/>
                      <a:gd name="connsiteY5" fmla="*/ 980823 h 1618746"/>
                      <a:gd name="connsiteX6" fmla="*/ 486530 w 486529"/>
                      <a:gd name="connsiteY6" fmla="*/ 1243498 h 1618746"/>
                      <a:gd name="connsiteX7" fmla="*/ 244559 w 486529"/>
                      <a:gd name="connsiteY7" fmla="*/ 1618747 h 1618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6529" h="1618746">
                        <a:moveTo>
                          <a:pt x="244559" y="1618747"/>
                        </a:moveTo>
                        <a:lnTo>
                          <a:pt x="287260" y="1248674"/>
                        </a:lnTo>
                        <a:lnTo>
                          <a:pt x="266556" y="1248674"/>
                        </a:lnTo>
                        <a:cubicBezTo>
                          <a:pt x="119044" y="1248674"/>
                          <a:pt x="0" y="1129629"/>
                          <a:pt x="0" y="982117"/>
                        </a:cubicBezTo>
                        <a:lnTo>
                          <a:pt x="0" y="0"/>
                        </a:lnTo>
                        <a:cubicBezTo>
                          <a:pt x="0" y="0"/>
                          <a:pt x="111281" y="960120"/>
                          <a:pt x="232913" y="980823"/>
                        </a:cubicBezTo>
                        <a:cubicBezTo>
                          <a:pt x="353252" y="1001527"/>
                          <a:pt x="486530" y="1146451"/>
                          <a:pt x="486530" y="1243498"/>
                        </a:cubicBezTo>
                        <a:cubicBezTo>
                          <a:pt x="486530" y="1341839"/>
                          <a:pt x="244559" y="1618747"/>
                          <a:pt x="244559" y="1618747"/>
                        </a:cubicBezTo>
                        <a:close/>
                      </a:path>
                    </a:pathLst>
                  </a:custGeom>
                  <a:solidFill>
                    <a:schemeClr val="tx2">
                      <a:alpha val="8000"/>
                    </a:schemeClr>
                  </a:solidFill>
                  <a:ln w="12921" cap="flat">
                    <a:noFill/>
                    <a:prstDash val="solid"/>
                    <a:miter/>
                  </a:ln>
                </p:spPr>
                <p:txBody>
                  <a:bodyPr rtlCol="0" anchor="ctr"/>
                  <a:lstStyle/>
                  <a:p>
                    <a:endParaRPr lang="en-US"/>
                  </a:p>
                </p:txBody>
              </p:sp>
            </p:grpSp>
            <p:grpSp>
              <p:nvGrpSpPr>
                <p:cNvPr id="147" name="Graphic 2">
                  <a:extLst>
                    <a:ext uri="{FF2B5EF4-FFF2-40B4-BE49-F238E27FC236}">
                      <a16:creationId xmlns:a16="http://schemas.microsoft.com/office/drawing/2014/main" id="{7A1A7512-C6B7-42F2-ADF1-6A62A07475E9}"/>
                    </a:ext>
                  </a:extLst>
                </p:cNvPr>
                <p:cNvGrpSpPr/>
                <p:nvPr/>
              </p:nvGrpSpPr>
              <p:grpSpPr>
                <a:xfrm>
                  <a:off x="2247245" y="1498443"/>
                  <a:ext cx="1662741" cy="578401"/>
                  <a:chOff x="2186568" y="2561064"/>
                  <a:chExt cx="1662741" cy="578401"/>
                </a:xfrm>
                <a:solidFill>
                  <a:srgbClr val="FFFFFF"/>
                </a:solidFill>
              </p:grpSpPr>
              <p:sp>
                <p:nvSpPr>
                  <p:cNvPr id="148" name="Freeform: Shape 147">
                    <a:extLst>
                      <a:ext uri="{FF2B5EF4-FFF2-40B4-BE49-F238E27FC236}">
                        <a16:creationId xmlns:a16="http://schemas.microsoft.com/office/drawing/2014/main" id="{BA2145FF-2289-4D84-83E2-4471CD76BB03}"/>
                      </a:ext>
                    </a:extLst>
                  </p:cNvPr>
                  <p:cNvSpPr/>
                  <p:nvPr/>
                </p:nvSpPr>
                <p:spPr>
                  <a:xfrm>
                    <a:off x="2186568" y="2592120"/>
                    <a:ext cx="415361" cy="530524"/>
                  </a:xfrm>
                  <a:custGeom>
                    <a:avLst/>
                    <a:gdLst>
                      <a:gd name="connsiteX0" fmla="*/ 359721 w 415361"/>
                      <a:gd name="connsiteY0" fmla="*/ 18115 h 530524"/>
                      <a:gd name="connsiteX1" fmla="*/ 393365 w 415361"/>
                      <a:gd name="connsiteY1" fmla="*/ 0 h 530524"/>
                      <a:gd name="connsiteX2" fmla="*/ 410186 w 415361"/>
                      <a:gd name="connsiteY2" fmla="*/ 3882 h 530524"/>
                      <a:gd name="connsiteX3" fmla="*/ 415362 w 415361"/>
                      <a:gd name="connsiteY3" fmla="*/ 163039 h 530524"/>
                      <a:gd name="connsiteX4" fmla="*/ 411480 w 415361"/>
                      <a:gd name="connsiteY4" fmla="*/ 362309 h 530524"/>
                      <a:gd name="connsiteX5" fmla="*/ 407598 w 415361"/>
                      <a:gd name="connsiteY5" fmla="*/ 518879 h 530524"/>
                      <a:gd name="connsiteX6" fmla="*/ 379131 w 415361"/>
                      <a:gd name="connsiteY6" fmla="*/ 530524 h 530524"/>
                      <a:gd name="connsiteX7" fmla="*/ 362310 w 415361"/>
                      <a:gd name="connsiteY7" fmla="*/ 527937 h 530524"/>
                      <a:gd name="connsiteX8" fmla="*/ 358428 w 415361"/>
                      <a:gd name="connsiteY8" fmla="*/ 447711 h 530524"/>
                      <a:gd name="connsiteX9" fmla="*/ 362310 w 415361"/>
                      <a:gd name="connsiteY9" fmla="*/ 279496 h 530524"/>
                      <a:gd name="connsiteX10" fmla="*/ 219974 w 415361"/>
                      <a:gd name="connsiteY10" fmla="*/ 273026 h 530524"/>
                      <a:gd name="connsiteX11" fmla="*/ 56934 w 415361"/>
                      <a:gd name="connsiteY11" fmla="*/ 288554 h 530524"/>
                      <a:gd name="connsiteX12" fmla="*/ 50465 w 415361"/>
                      <a:gd name="connsiteY12" fmla="*/ 504645 h 530524"/>
                      <a:gd name="connsiteX13" fmla="*/ 20703 w 415361"/>
                      <a:gd name="connsiteY13" fmla="*/ 518879 h 530524"/>
                      <a:gd name="connsiteX14" fmla="*/ 2588 w 415361"/>
                      <a:gd name="connsiteY14" fmla="*/ 514997 h 530524"/>
                      <a:gd name="connsiteX15" fmla="*/ 0 w 415361"/>
                      <a:gd name="connsiteY15" fmla="*/ 412774 h 530524"/>
                      <a:gd name="connsiteX16" fmla="*/ 9058 w 415361"/>
                      <a:gd name="connsiteY16" fmla="*/ 195388 h 530524"/>
                      <a:gd name="connsiteX17" fmla="*/ 19409 w 415361"/>
                      <a:gd name="connsiteY17" fmla="*/ 19409 h 530524"/>
                      <a:gd name="connsiteX18" fmla="*/ 53052 w 415361"/>
                      <a:gd name="connsiteY18" fmla="*/ 3882 h 530524"/>
                      <a:gd name="connsiteX19" fmla="*/ 67286 w 415361"/>
                      <a:gd name="connsiteY19" fmla="*/ 6470 h 530524"/>
                      <a:gd name="connsiteX20" fmla="*/ 69874 w 415361"/>
                      <a:gd name="connsiteY20" fmla="*/ 59522 h 530524"/>
                      <a:gd name="connsiteX21" fmla="*/ 65992 w 415361"/>
                      <a:gd name="connsiteY21" fmla="*/ 156569 h 530524"/>
                      <a:gd name="connsiteX22" fmla="*/ 62110 w 415361"/>
                      <a:gd name="connsiteY22" fmla="*/ 247147 h 530524"/>
                      <a:gd name="connsiteX23" fmla="*/ 227737 w 415361"/>
                      <a:gd name="connsiteY23" fmla="*/ 232913 h 530524"/>
                      <a:gd name="connsiteX24" fmla="*/ 362310 w 415361"/>
                      <a:gd name="connsiteY24" fmla="*/ 238089 h 530524"/>
                      <a:gd name="connsiteX25" fmla="*/ 364897 w 415361"/>
                      <a:gd name="connsiteY25" fmla="*/ 157863 h 530524"/>
                      <a:gd name="connsiteX26" fmla="*/ 359721 w 415361"/>
                      <a:gd name="connsiteY26" fmla="*/ 18115 h 530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15361" h="530524">
                        <a:moveTo>
                          <a:pt x="359721" y="18115"/>
                        </a:moveTo>
                        <a:cubicBezTo>
                          <a:pt x="367485" y="6470"/>
                          <a:pt x="377837" y="0"/>
                          <a:pt x="393365" y="0"/>
                        </a:cubicBezTo>
                        <a:cubicBezTo>
                          <a:pt x="399834" y="0"/>
                          <a:pt x="405010" y="1294"/>
                          <a:pt x="410186" y="3882"/>
                        </a:cubicBezTo>
                        <a:cubicBezTo>
                          <a:pt x="414068" y="58228"/>
                          <a:pt x="415362" y="111281"/>
                          <a:pt x="415362" y="163039"/>
                        </a:cubicBezTo>
                        <a:cubicBezTo>
                          <a:pt x="415362" y="214798"/>
                          <a:pt x="414068" y="282084"/>
                          <a:pt x="411480" y="362309"/>
                        </a:cubicBezTo>
                        <a:cubicBezTo>
                          <a:pt x="408892" y="442535"/>
                          <a:pt x="407598" y="494294"/>
                          <a:pt x="407598" y="518879"/>
                        </a:cubicBezTo>
                        <a:cubicBezTo>
                          <a:pt x="395952" y="526643"/>
                          <a:pt x="385601" y="530524"/>
                          <a:pt x="379131" y="530524"/>
                        </a:cubicBezTo>
                        <a:cubicBezTo>
                          <a:pt x="371367" y="530524"/>
                          <a:pt x="366191" y="529231"/>
                          <a:pt x="362310" y="527937"/>
                        </a:cubicBezTo>
                        <a:cubicBezTo>
                          <a:pt x="359721" y="502057"/>
                          <a:pt x="358428" y="474884"/>
                          <a:pt x="358428" y="447711"/>
                        </a:cubicBezTo>
                        <a:lnTo>
                          <a:pt x="362310" y="279496"/>
                        </a:lnTo>
                        <a:cubicBezTo>
                          <a:pt x="319609" y="275614"/>
                          <a:pt x="273026" y="273026"/>
                          <a:pt x="219974" y="273026"/>
                        </a:cubicBezTo>
                        <a:cubicBezTo>
                          <a:pt x="168215" y="273026"/>
                          <a:pt x="112575" y="278202"/>
                          <a:pt x="56934" y="288554"/>
                        </a:cubicBezTo>
                        <a:cubicBezTo>
                          <a:pt x="53052" y="386895"/>
                          <a:pt x="50465" y="458063"/>
                          <a:pt x="50465" y="504645"/>
                        </a:cubicBezTo>
                        <a:cubicBezTo>
                          <a:pt x="37525" y="514997"/>
                          <a:pt x="28467" y="518879"/>
                          <a:pt x="20703" y="518879"/>
                        </a:cubicBezTo>
                        <a:cubicBezTo>
                          <a:pt x="12940" y="518879"/>
                          <a:pt x="6470" y="517585"/>
                          <a:pt x="2588" y="514997"/>
                        </a:cubicBezTo>
                        <a:cubicBezTo>
                          <a:pt x="1294" y="490412"/>
                          <a:pt x="0" y="456769"/>
                          <a:pt x="0" y="412774"/>
                        </a:cubicBezTo>
                        <a:cubicBezTo>
                          <a:pt x="0" y="368779"/>
                          <a:pt x="2588" y="296317"/>
                          <a:pt x="9058" y="195388"/>
                        </a:cubicBezTo>
                        <a:cubicBezTo>
                          <a:pt x="15528" y="94459"/>
                          <a:pt x="18115" y="34937"/>
                          <a:pt x="19409" y="19409"/>
                        </a:cubicBezTo>
                        <a:cubicBezTo>
                          <a:pt x="25879" y="9058"/>
                          <a:pt x="37525" y="3882"/>
                          <a:pt x="53052" y="3882"/>
                        </a:cubicBezTo>
                        <a:cubicBezTo>
                          <a:pt x="58228" y="3882"/>
                          <a:pt x="62110" y="5176"/>
                          <a:pt x="67286" y="6470"/>
                        </a:cubicBezTo>
                        <a:cubicBezTo>
                          <a:pt x="68580" y="20703"/>
                          <a:pt x="69874" y="37525"/>
                          <a:pt x="69874" y="59522"/>
                        </a:cubicBezTo>
                        <a:cubicBezTo>
                          <a:pt x="69874" y="81520"/>
                          <a:pt x="68580" y="112575"/>
                          <a:pt x="65992" y="156569"/>
                        </a:cubicBezTo>
                        <a:cubicBezTo>
                          <a:pt x="63404" y="200564"/>
                          <a:pt x="62110" y="230325"/>
                          <a:pt x="62110" y="247147"/>
                        </a:cubicBezTo>
                        <a:cubicBezTo>
                          <a:pt x="121632" y="236795"/>
                          <a:pt x="177273" y="232913"/>
                          <a:pt x="227737" y="232913"/>
                        </a:cubicBezTo>
                        <a:cubicBezTo>
                          <a:pt x="278202" y="232913"/>
                          <a:pt x="323491" y="234207"/>
                          <a:pt x="362310" y="238089"/>
                        </a:cubicBezTo>
                        <a:cubicBezTo>
                          <a:pt x="363603" y="219974"/>
                          <a:pt x="364897" y="192800"/>
                          <a:pt x="364897" y="157863"/>
                        </a:cubicBezTo>
                        <a:cubicBezTo>
                          <a:pt x="363603" y="122926"/>
                          <a:pt x="362310" y="76344"/>
                          <a:pt x="359721" y="18115"/>
                        </a:cubicBezTo>
                        <a:close/>
                      </a:path>
                    </a:pathLst>
                  </a:custGeom>
                  <a:solidFill>
                    <a:srgbClr val="FFFFFF"/>
                  </a:solidFill>
                  <a:ln w="12921"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0B013750-2445-47E0-B960-C356FEDE73EC}"/>
                      </a:ext>
                    </a:extLst>
                  </p:cNvPr>
                  <p:cNvSpPr/>
                  <p:nvPr/>
                </p:nvSpPr>
                <p:spPr>
                  <a:xfrm>
                    <a:off x="2683450" y="2748689"/>
                    <a:ext cx="304081" cy="363603"/>
                  </a:xfrm>
                  <a:custGeom>
                    <a:avLst/>
                    <a:gdLst>
                      <a:gd name="connsiteX0" fmla="*/ 51758 w 304081"/>
                      <a:gd name="connsiteY0" fmla="*/ 217386 h 363603"/>
                      <a:gd name="connsiteX1" fmla="*/ 50464 w 304081"/>
                      <a:gd name="connsiteY1" fmla="*/ 236795 h 363603"/>
                      <a:gd name="connsiteX2" fmla="*/ 77638 w 304081"/>
                      <a:gd name="connsiteY2" fmla="*/ 305375 h 363603"/>
                      <a:gd name="connsiteX3" fmla="*/ 141042 w 304081"/>
                      <a:gd name="connsiteY3" fmla="*/ 329960 h 363603"/>
                      <a:gd name="connsiteX4" fmla="*/ 201858 w 304081"/>
                      <a:gd name="connsiteY4" fmla="*/ 319609 h 363603"/>
                      <a:gd name="connsiteX5" fmla="*/ 235501 w 304081"/>
                      <a:gd name="connsiteY5" fmla="*/ 297611 h 363603"/>
                      <a:gd name="connsiteX6" fmla="*/ 284672 w 304081"/>
                      <a:gd name="connsiteY6" fmla="*/ 263968 h 363603"/>
                      <a:gd name="connsiteX7" fmla="*/ 304081 w 304081"/>
                      <a:gd name="connsiteY7" fmla="*/ 267850 h 363603"/>
                      <a:gd name="connsiteX8" fmla="*/ 248441 w 304081"/>
                      <a:gd name="connsiteY8" fmla="*/ 333842 h 363603"/>
                      <a:gd name="connsiteX9" fmla="*/ 126808 w 304081"/>
                      <a:gd name="connsiteY9" fmla="*/ 363603 h 363603"/>
                      <a:gd name="connsiteX10" fmla="*/ 37525 w 304081"/>
                      <a:gd name="connsiteY10" fmla="*/ 331254 h 363603"/>
                      <a:gd name="connsiteX11" fmla="*/ 0 w 304081"/>
                      <a:gd name="connsiteY11" fmla="*/ 240677 h 363603"/>
                      <a:gd name="connsiteX12" fmla="*/ 21997 w 304081"/>
                      <a:gd name="connsiteY12" fmla="*/ 129396 h 363603"/>
                      <a:gd name="connsiteX13" fmla="*/ 86695 w 304081"/>
                      <a:gd name="connsiteY13" fmla="*/ 37525 h 363603"/>
                      <a:gd name="connsiteX14" fmla="*/ 173391 w 304081"/>
                      <a:gd name="connsiteY14" fmla="*/ 0 h 363603"/>
                      <a:gd name="connsiteX15" fmla="*/ 244559 w 304081"/>
                      <a:gd name="connsiteY15" fmla="*/ 18115 h 363603"/>
                      <a:gd name="connsiteX16" fmla="*/ 271732 w 304081"/>
                      <a:gd name="connsiteY16" fmla="*/ 71168 h 363603"/>
                      <a:gd name="connsiteX17" fmla="*/ 214798 w 304081"/>
                      <a:gd name="connsiteY17" fmla="*/ 177273 h 363603"/>
                      <a:gd name="connsiteX18" fmla="*/ 93165 w 304081"/>
                      <a:gd name="connsiteY18" fmla="*/ 218680 h 363603"/>
                      <a:gd name="connsiteX19" fmla="*/ 51758 w 304081"/>
                      <a:gd name="connsiteY19" fmla="*/ 217386 h 363603"/>
                      <a:gd name="connsiteX20" fmla="*/ 108693 w 304081"/>
                      <a:gd name="connsiteY20" fmla="*/ 192800 h 363603"/>
                      <a:gd name="connsiteX21" fmla="*/ 170803 w 304081"/>
                      <a:gd name="connsiteY21" fmla="*/ 170803 h 363603"/>
                      <a:gd name="connsiteX22" fmla="*/ 209622 w 304081"/>
                      <a:gd name="connsiteY22" fmla="*/ 124220 h 363603"/>
                      <a:gd name="connsiteX23" fmla="*/ 221268 w 304081"/>
                      <a:gd name="connsiteY23" fmla="*/ 80226 h 363603"/>
                      <a:gd name="connsiteX24" fmla="*/ 205740 w 304081"/>
                      <a:gd name="connsiteY24" fmla="*/ 45289 h 363603"/>
                      <a:gd name="connsiteX25" fmla="*/ 169509 w 304081"/>
                      <a:gd name="connsiteY25" fmla="*/ 29761 h 363603"/>
                      <a:gd name="connsiteX26" fmla="*/ 100929 w 304081"/>
                      <a:gd name="connsiteY26" fmla="*/ 80226 h 363603"/>
                      <a:gd name="connsiteX27" fmla="*/ 55640 w 304081"/>
                      <a:gd name="connsiteY27" fmla="*/ 186331 h 363603"/>
                      <a:gd name="connsiteX28" fmla="*/ 108693 w 304081"/>
                      <a:gd name="connsiteY28" fmla="*/ 192800 h 36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04081" h="363603">
                        <a:moveTo>
                          <a:pt x="51758" y="217386"/>
                        </a:moveTo>
                        <a:cubicBezTo>
                          <a:pt x="50464" y="227737"/>
                          <a:pt x="50464" y="234207"/>
                          <a:pt x="50464" y="236795"/>
                        </a:cubicBezTo>
                        <a:cubicBezTo>
                          <a:pt x="50464" y="266556"/>
                          <a:pt x="59522" y="289848"/>
                          <a:pt x="77638" y="305375"/>
                        </a:cubicBezTo>
                        <a:cubicBezTo>
                          <a:pt x="95753" y="322197"/>
                          <a:pt x="116457" y="329960"/>
                          <a:pt x="141042" y="329960"/>
                        </a:cubicBezTo>
                        <a:cubicBezTo>
                          <a:pt x="165627" y="329960"/>
                          <a:pt x="186330" y="326078"/>
                          <a:pt x="201858" y="319609"/>
                        </a:cubicBezTo>
                        <a:cubicBezTo>
                          <a:pt x="217386" y="313139"/>
                          <a:pt x="229031" y="305375"/>
                          <a:pt x="235501" y="297611"/>
                        </a:cubicBezTo>
                        <a:cubicBezTo>
                          <a:pt x="253617" y="275614"/>
                          <a:pt x="269144" y="263968"/>
                          <a:pt x="284672" y="263968"/>
                        </a:cubicBezTo>
                        <a:cubicBezTo>
                          <a:pt x="289847" y="263968"/>
                          <a:pt x="296317" y="265262"/>
                          <a:pt x="304081" y="267850"/>
                        </a:cubicBezTo>
                        <a:cubicBezTo>
                          <a:pt x="298905" y="292435"/>
                          <a:pt x="280790" y="314433"/>
                          <a:pt x="248441" y="333842"/>
                        </a:cubicBezTo>
                        <a:cubicBezTo>
                          <a:pt x="216092" y="353252"/>
                          <a:pt x="175979" y="363603"/>
                          <a:pt x="126808" y="363603"/>
                        </a:cubicBezTo>
                        <a:cubicBezTo>
                          <a:pt x="91871" y="363603"/>
                          <a:pt x="62110" y="353252"/>
                          <a:pt x="37525" y="331254"/>
                        </a:cubicBezTo>
                        <a:cubicBezTo>
                          <a:pt x="12940" y="309257"/>
                          <a:pt x="0" y="279496"/>
                          <a:pt x="0" y="240677"/>
                        </a:cubicBezTo>
                        <a:cubicBezTo>
                          <a:pt x="0" y="203152"/>
                          <a:pt x="7764" y="165627"/>
                          <a:pt x="21997" y="129396"/>
                        </a:cubicBezTo>
                        <a:cubicBezTo>
                          <a:pt x="37525" y="93165"/>
                          <a:pt x="58228" y="63404"/>
                          <a:pt x="86695" y="37525"/>
                        </a:cubicBezTo>
                        <a:cubicBezTo>
                          <a:pt x="115163" y="11646"/>
                          <a:pt x="143630" y="0"/>
                          <a:pt x="173391" y="0"/>
                        </a:cubicBezTo>
                        <a:cubicBezTo>
                          <a:pt x="203152" y="0"/>
                          <a:pt x="226443" y="6470"/>
                          <a:pt x="244559" y="18115"/>
                        </a:cubicBezTo>
                        <a:cubicBezTo>
                          <a:pt x="262674" y="29761"/>
                          <a:pt x="271732" y="47877"/>
                          <a:pt x="271732" y="71168"/>
                        </a:cubicBezTo>
                        <a:cubicBezTo>
                          <a:pt x="271732" y="113869"/>
                          <a:pt x="252323" y="150100"/>
                          <a:pt x="214798" y="177273"/>
                        </a:cubicBezTo>
                        <a:cubicBezTo>
                          <a:pt x="175979" y="205740"/>
                          <a:pt x="135866" y="218680"/>
                          <a:pt x="93165" y="218680"/>
                        </a:cubicBezTo>
                        <a:cubicBezTo>
                          <a:pt x="81520" y="221268"/>
                          <a:pt x="67286" y="219974"/>
                          <a:pt x="51758" y="217386"/>
                        </a:cubicBezTo>
                        <a:close/>
                        <a:moveTo>
                          <a:pt x="108693" y="192800"/>
                        </a:moveTo>
                        <a:cubicBezTo>
                          <a:pt x="131984" y="192800"/>
                          <a:pt x="152688" y="185037"/>
                          <a:pt x="170803" y="170803"/>
                        </a:cubicBezTo>
                        <a:cubicBezTo>
                          <a:pt x="188919" y="156569"/>
                          <a:pt x="201858" y="141042"/>
                          <a:pt x="209622" y="124220"/>
                        </a:cubicBezTo>
                        <a:cubicBezTo>
                          <a:pt x="217386" y="107399"/>
                          <a:pt x="221268" y="93165"/>
                          <a:pt x="221268" y="80226"/>
                        </a:cubicBezTo>
                        <a:cubicBezTo>
                          <a:pt x="221268" y="67286"/>
                          <a:pt x="216092" y="55640"/>
                          <a:pt x="205740" y="45289"/>
                        </a:cubicBezTo>
                        <a:cubicBezTo>
                          <a:pt x="195388" y="34937"/>
                          <a:pt x="183743" y="29761"/>
                          <a:pt x="169509" y="29761"/>
                        </a:cubicBezTo>
                        <a:cubicBezTo>
                          <a:pt x="144924" y="29761"/>
                          <a:pt x="121632" y="46583"/>
                          <a:pt x="100929" y="80226"/>
                        </a:cubicBezTo>
                        <a:cubicBezTo>
                          <a:pt x="80226" y="113869"/>
                          <a:pt x="64698" y="150100"/>
                          <a:pt x="55640" y="186331"/>
                        </a:cubicBezTo>
                        <a:cubicBezTo>
                          <a:pt x="77638" y="190212"/>
                          <a:pt x="94459" y="192800"/>
                          <a:pt x="108693" y="192800"/>
                        </a:cubicBezTo>
                        <a:close/>
                      </a:path>
                    </a:pathLst>
                  </a:custGeom>
                  <a:solidFill>
                    <a:srgbClr val="FFFFFF"/>
                  </a:solidFill>
                  <a:ln w="12921"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0691C31F-8DAF-4732-A524-B8AC09702303}"/>
                      </a:ext>
                    </a:extLst>
                  </p:cNvPr>
                  <p:cNvSpPr/>
                  <p:nvPr/>
                </p:nvSpPr>
                <p:spPr>
                  <a:xfrm>
                    <a:off x="3053523" y="2561064"/>
                    <a:ext cx="141041" cy="551228"/>
                  </a:xfrm>
                  <a:custGeom>
                    <a:avLst/>
                    <a:gdLst>
                      <a:gd name="connsiteX0" fmla="*/ 19409 w 141041"/>
                      <a:gd name="connsiteY0" fmla="*/ 112575 h 551228"/>
                      <a:gd name="connsiteX1" fmla="*/ 0 w 141041"/>
                      <a:gd name="connsiteY1" fmla="*/ 14234 h 551228"/>
                      <a:gd name="connsiteX2" fmla="*/ 33643 w 141041"/>
                      <a:gd name="connsiteY2" fmla="*/ 0 h 551228"/>
                      <a:gd name="connsiteX3" fmla="*/ 42701 w 141041"/>
                      <a:gd name="connsiteY3" fmla="*/ 1294 h 551228"/>
                      <a:gd name="connsiteX4" fmla="*/ 60816 w 141041"/>
                      <a:gd name="connsiteY4" fmla="*/ 108693 h 551228"/>
                      <a:gd name="connsiteX5" fmla="*/ 56934 w 141041"/>
                      <a:gd name="connsiteY5" fmla="*/ 219974 h 551228"/>
                      <a:gd name="connsiteX6" fmla="*/ 47877 w 141041"/>
                      <a:gd name="connsiteY6" fmla="*/ 383013 h 551228"/>
                      <a:gd name="connsiteX7" fmla="*/ 102223 w 141041"/>
                      <a:gd name="connsiteY7" fmla="*/ 522761 h 551228"/>
                      <a:gd name="connsiteX8" fmla="*/ 129396 w 141041"/>
                      <a:gd name="connsiteY8" fmla="*/ 517585 h 551228"/>
                      <a:gd name="connsiteX9" fmla="*/ 141042 w 141041"/>
                      <a:gd name="connsiteY9" fmla="*/ 524055 h 551228"/>
                      <a:gd name="connsiteX10" fmla="*/ 98341 w 141041"/>
                      <a:gd name="connsiteY10" fmla="*/ 551228 h 551228"/>
                      <a:gd name="connsiteX11" fmla="*/ 34937 w 141041"/>
                      <a:gd name="connsiteY11" fmla="*/ 526643 h 551228"/>
                      <a:gd name="connsiteX12" fmla="*/ 7764 w 141041"/>
                      <a:gd name="connsiteY12" fmla="*/ 464532 h 551228"/>
                      <a:gd name="connsiteX13" fmla="*/ 2588 w 141041"/>
                      <a:gd name="connsiteY13" fmla="*/ 402422 h 551228"/>
                      <a:gd name="connsiteX14" fmla="*/ 3882 w 141041"/>
                      <a:gd name="connsiteY14" fmla="*/ 349370 h 551228"/>
                      <a:gd name="connsiteX15" fmla="*/ 10352 w 141041"/>
                      <a:gd name="connsiteY15" fmla="*/ 265262 h 551228"/>
                      <a:gd name="connsiteX16" fmla="*/ 19409 w 141041"/>
                      <a:gd name="connsiteY16" fmla="*/ 112575 h 551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041" h="551228">
                        <a:moveTo>
                          <a:pt x="19409" y="112575"/>
                        </a:moveTo>
                        <a:cubicBezTo>
                          <a:pt x="19409" y="63404"/>
                          <a:pt x="12940" y="31055"/>
                          <a:pt x="0" y="14234"/>
                        </a:cubicBezTo>
                        <a:cubicBezTo>
                          <a:pt x="6470" y="5176"/>
                          <a:pt x="18115" y="0"/>
                          <a:pt x="33643" y="0"/>
                        </a:cubicBezTo>
                        <a:cubicBezTo>
                          <a:pt x="36231" y="0"/>
                          <a:pt x="40113" y="0"/>
                          <a:pt x="42701" y="1294"/>
                        </a:cubicBezTo>
                        <a:cubicBezTo>
                          <a:pt x="55640" y="14234"/>
                          <a:pt x="60816" y="49171"/>
                          <a:pt x="60816" y="108693"/>
                        </a:cubicBezTo>
                        <a:cubicBezTo>
                          <a:pt x="60816" y="141042"/>
                          <a:pt x="59522" y="178567"/>
                          <a:pt x="56934" y="219974"/>
                        </a:cubicBezTo>
                        <a:cubicBezTo>
                          <a:pt x="50464" y="293729"/>
                          <a:pt x="47877" y="348076"/>
                          <a:pt x="47877" y="383013"/>
                        </a:cubicBezTo>
                        <a:cubicBezTo>
                          <a:pt x="47877" y="476178"/>
                          <a:pt x="65992" y="522761"/>
                          <a:pt x="102223" y="522761"/>
                        </a:cubicBezTo>
                        <a:lnTo>
                          <a:pt x="129396" y="517585"/>
                        </a:lnTo>
                        <a:cubicBezTo>
                          <a:pt x="133278" y="517585"/>
                          <a:pt x="137160" y="520173"/>
                          <a:pt x="141042" y="524055"/>
                        </a:cubicBezTo>
                        <a:cubicBezTo>
                          <a:pt x="139748" y="542170"/>
                          <a:pt x="125514" y="551228"/>
                          <a:pt x="98341" y="551228"/>
                        </a:cubicBezTo>
                        <a:cubicBezTo>
                          <a:pt x="71168" y="551228"/>
                          <a:pt x="50464" y="543464"/>
                          <a:pt x="34937" y="526643"/>
                        </a:cubicBezTo>
                        <a:cubicBezTo>
                          <a:pt x="20703" y="509821"/>
                          <a:pt x="10352" y="489118"/>
                          <a:pt x="7764" y="464532"/>
                        </a:cubicBezTo>
                        <a:cubicBezTo>
                          <a:pt x="3882" y="439947"/>
                          <a:pt x="2588" y="419244"/>
                          <a:pt x="2588" y="402422"/>
                        </a:cubicBezTo>
                        <a:cubicBezTo>
                          <a:pt x="2588" y="385601"/>
                          <a:pt x="2588" y="368779"/>
                          <a:pt x="3882" y="349370"/>
                        </a:cubicBezTo>
                        <a:cubicBezTo>
                          <a:pt x="3882" y="329960"/>
                          <a:pt x="6470" y="301493"/>
                          <a:pt x="10352" y="265262"/>
                        </a:cubicBezTo>
                        <a:cubicBezTo>
                          <a:pt x="14233" y="188918"/>
                          <a:pt x="19409" y="139748"/>
                          <a:pt x="19409" y="112575"/>
                        </a:cubicBezTo>
                        <a:close/>
                      </a:path>
                    </a:pathLst>
                  </a:custGeom>
                  <a:solidFill>
                    <a:srgbClr val="FFFFFF"/>
                  </a:solidFill>
                  <a:ln w="12921"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7AF8C2E5-7FF9-4CF1-A0DA-4CC87AD40772}"/>
                      </a:ext>
                    </a:extLst>
                  </p:cNvPr>
                  <p:cNvSpPr/>
                  <p:nvPr/>
                </p:nvSpPr>
                <p:spPr>
                  <a:xfrm>
                    <a:off x="3229502" y="2561064"/>
                    <a:ext cx="141042" cy="551228"/>
                  </a:xfrm>
                  <a:custGeom>
                    <a:avLst/>
                    <a:gdLst>
                      <a:gd name="connsiteX0" fmla="*/ 19409 w 141042"/>
                      <a:gd name="connsiteY0" fmla="*/ 112575 h 551228"/>
                      <a:gd name="connsiteX1" fmla="*/ 0 w 141042"/>
                      <a:gd name="connsiteY1" fmla="*/ 14234 h 551228"/>
                      <a:gd name="connsiteX2" fmla="*/ 33643 w 141042"/>
                      <a:gd name="connsiteY2" fmla="*/ 0 h 551228"/>
                      <a:gd name="connsiteX3" fmla="*/ 42701 w 141042"/>
                      <a:gd name="connsiteY3" fmla="*/ 1294 h 551228"/>
                      <a:gd name="connsiteX4" fmla="*/ 60816 w 141042"/>
                      <a:gd name="connsiteY4" fmla="*/ 108693 h 551228"/>
                      <a:gd name="connsiteX5" fmla="*/ 56934 w 141042"/>
                      <a:gd name="connsiteY5" fmla="*/ 219974 h 551228"/>
                      <a:gd name="connsiteX6" fmla="*/ 47877 w 141042"/>
                      <a:gd name="connsiteY6" fmla="*/ 383013 h 551228"/>
                      <a:gd name="connsiteX7" fmla="*/ 102223 w 141042"/>
                      <a:gd name="connsiteY7" fmla="*/ 522761 h 551228"/>
                      <a:gd name="connsiteX8" fmla="*/ 129396 w 141042"/>
                      <a:gd name="connsiteY8" fmla="*/ 517585 h 551228"/>
                      <a:gd name="connsiteX9" fmla="*/ 141042 w 141042"/>
                      <a:gd name="connsiteY9" fmla="*/ 524055 h 551228"/>
                      <a:gd name="connsiteX10" fmla="*/ 98341 w 141042"/>
                      <a:gd name="connsiteY10" fmla="*/ 551228 h 551228"/>
                      <a:gd name="connsiteX11" fmla="*/ 34937 w 141042"/>
                      <a:gd name="connsiteY11" fmla="*/ 526643 h 551228"/>
                      <a:gd name="connsiteX12" fmla="*/ 7764 w 141042"/>
                      <a:gd name="connsiteY12" fmla="*/ 464532 h 551228"/>
                      <a:gd name="connsiteX13" fmla="*/ 2588 w 141042"/>
                      <a:gd name="connsiteY13" fmla="*/ 402422 h 551228"/>
                      <a:gd name="connsiteX14" fmla="*/ 3882 w 141042"/>
                      <a:gd name="connsiteY14" fmla="*/ 349370 h 551228"/>
                      <a:gd name="connsiteX15" fmla="*/ 10352 w 141042"/>
                      <a:gd name="connsiteY15" fmla="*/ 265262 h 551228"/>
                      <a:gd name="connsiteX16" fmla="*/ 19409 w 141042"/>
                      <a:gd name="connsiteY16" fmla="*/ 112575 h 551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1042" h="551228">
                        <a:moveTo>
                          <a:pt x="19409" y="112575"/>
                        </a:moveTo>
                        <a:cubicBezTo>
                          <a:pt x="19409" y="63404"/>
                          <a:pt x="12940" y="31055"/>
                          <a:pt x="0" y="14234"/>
                        </a:cubicBezTo>
                        <a:cubicBezTo>
                          <a:pt x="6470" y="5176"/>
                          <a:pt x="18116" y="0"/>
                          <a:pt x="33643" y="0"/>
                        </a:cubicBezTo>
                        <a:cubicBezTo>
                          <a:pt x="36231" y="0"/>
                          <a:pt x="40113" y="0"/>
                          <a:pt x="42701" y="1294"/>
                        </a:cubicBezTo>
                        <a:cubicBezTo>
                          <a:pt x="55640" y="14234"/>
                          <a:pt x="60816" y="49171"/>
                          <a:pt x="60816" y="108693"/>
                        </a:cubicBezTo>
                        <a:cubicBezTo>
                          <a:pt x="60816" y="141042"/>
                          <a:pt x="59522" y="178567"/>
                          <a:pt x="56934" y="219974"/>
                        </a:cubicBezTo>
                        <a:cubicBezTo>
                          <a:pt x="50465" y="293729"/>
                          <a:pt x="47877" y="348076"/>
                          <a:pt x="47877" y="383013"/>
                        </a:cubicBezTo>
                        <a:cubicBezTo>
                          <a:pt x="47877" y="476178"/>
                          <a:pt x="65992" y="522761"/>
                          <a:pt x="102223" y="522761"/>
                        </a:cubicBezTo>
                        <a:lnTo>
                          <a:pt x="129396" y="517585"/>
                        </a:lnTo>
                        <a:cubicBezTo>
                          <a:pt x="133278" y="517585"/>
                          <a:pt x="137160" y="520173"/>
                          <a:pt x="141042" y="524055"/>
                        </a:cubicBezTo>
                        <a:cubicBezTo>
                          <a:pt x="139748" y="542170"/>
                          <a:pt x="125514" y="551228"/>
                          <a:pt x="98341" y="551228"/>
                        </a:cubicBezTo>
                        <a:cubicBezTo>
                          <a:pt x="71168" y="551228"/>
                          <a:pt x="50465" y="543464"/>
                          <a:pt x="34937" y="526643"/>
                        </a:cubicBezTo>
                        <a:cubicBezTo>
                          <a:pt x="20703" y="509821"/>
                          <a:pt x="10352" y="489118"/>
                          <a:pt x="7764" y="464532"/>
                        </a:cubicBezTo>
                        <a:cubicBezTo>
                          <a:pt x="3882" y="439947"/>
                          <a:pt x="2588" y="419244"/>
                          <a:pt x="2588" y="402422"/>
                        </a:cubicBezTo>
                        <a:cubicBezTo>
                          <a:pt x="2588" y="385601"/>
                          <a:pt x="2588" y="368779"/>
                          <a:pt x="3882" y="349370"/>
                        </a:cubicBezTo>
                        <a:cubicBezTo>
                          <a:pt x="3882" y="329960"/>
                          <a:pt x="6470" y="301493"/>
                          <a:pt x="10352" y="265262"/>
                        </a:cubicBezTo>
                        <a:cubicBezTo>
                          <a:pt x="15528" y="188918"/>
                          <a:pt x="19409" y="139748"/>
                          <a:pt x="19409" y="112575"/>
                        </a:cubicBezTo>
                        <a:close/>
                      </a:path>
                    </a:pathLst>
                  </a:custGeom>
                  <a:solidFill>
                    <a:srgbClr val="FFFFFF"/>
                  </a:solidFill>
                  <a:ln w="12921"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537900C6-8C90-4F50-BCD2-125C63C84E62}"/>
                      </a:ext>
                    </a:extLst>
                  </p:cNvPr>
                  <p:cNvSpPr/>
                  <p:nvPr/>
                </p:nvSpPr>
                <p:spPr>
                  <a:xfrm>
                    <a:off x="3388659" y="2751277"/>
                    <a:ext cx="302787" cy="364897"/>
                  </a:xfrm>
                  <a:custGeom>
                    <a:avLst/>
                    <a:gdLst>
                      <a:gd name="connsiteX0" fmla="*/ 37525 w 302787"/>
                      <a:gd name="connsiteY0" fmla="*/ 58228 h 364897"/>
                      <a:gd name="connsiteX1" fmla="*/ 146218 w 302787"/>
                      <a:gd name="connsiteY1" fmla="*/ 0 h 364897"/>
                      <a:gd name="connsiteX2" fmla="*/ 260086 w 302787"/>
                      <a:gd name="connsiteY2" fmla="*/ 58228 h 364897"/>
                      <a:gd name="connsiteX3" fmla="*/ 302787 w 302787"/>
                      <a:gd name="connsiteY3" fmla="*/ 190213 h 364897"/>
                      <a:gd name="connsiteX4" fmla="*/ 256205 w 302787"/>
                      <a:gd name="connsiteY4" fmla="*/ 314433 h 364897"/>
                      <a:gd name="connsiteX5" fmla="*/ 137160 w 302787"/>
                      <a:gd name="connsiteY5" fmla="*/ 364897 h 364897"/>
                      <a:gd name="connsiteX6" fmla="*/ 32349 w 302787"/>
                      <a:gd name="connsiteY6" fmla="*/ 324785 h 364897"/>
                      <a:gd name="connsiteX7" fmla="*/ 0 w 302787"/>
                      <a:gd name="connsiteY7" fmla="*/ 210916 h 364897"/>
                      <a:gd name="connsiteX8" fmla="*/ 37525 w 302787"/>
                      <a:gd name="connsiteY8" fmla="*/ 58228 h 364897"/>
                      <a:gd name="connsiteX9" fmla="*/ 69874 w 302787"/>
                      <a:gd name="connsiteY9" fmla="*/ 97047 h 364897"/>
                      <a:gd name="connsiteX10" fmla="*/ 55640 w 302787"/>
                      <a:gd name="connsiteY10" fmla="*/ 155275 h 364897"/>
                      <a:gd name="connsiteX11" fmla="*/ 50464 w 302787"/>
                      <a:gd name="connsiteY11" fmla="*/ 208328 h 364897"/>
                      <a:gd name="connsiteX12" fmla="*/ 54346 w 302787"/>
                      <a:gd name="connsiteY12" fmla="*/ 253617 h 364897"/>
                      <a:gd name="connsiteX13" fmla="*/ 67286 w 302787"/>
                      <a:gd name="connsiteY13" fmla="*/ 293730 h 364897"/>
                      <a:gd name="connsiteX14" fmla="*/ 94459 w 302787"/>
                      <a:gd name="connsiteY14" fmla="*/ 324785 h 364897"/>
                      <a:gd name="connsiteX15" fmla="*/ 137160 w 302787"/>
                      <a:gd name="connsiteY15" fmla="*/ 336430 h 364897"/>
                      <a:gd name="connsiteX16" fmla="*/ 219974 w 302787"/>
                      <a:gd name="connsiteY16" fmla="*/ 296317 h 364897"/>
                      <a:gd name="connsiteX17" fmla="*/ 253617 w 302787"/>
                      <a:gd name="connsiteY17" fmla="*/ 197976 h 364897"/>
                      <a:gd name="connsiteX18" fmla="*/ 222561 w 302787"/>
                      <a:gd name="connsiteY18" fmla="*/ 85402 h 364897"/>
                      <a:gd name="connsiteX19" fmla="*/ 147512 w 302787"/>
                      <a:gd name="connsiteY19" fmla="*/ 31055 h 364897"/>
                      <a:gd name="connsiteX20" fmla="*/ 100929 w 302787"/>
                      <a:gd name="connsiteY20" fmla="*/ 49171 h 364897"/>
                      <a:gd name="connsiteX21" fmla="*/ 69874 w 302787"/>
                      <a:gd name="connsiteY21" fmla="*/ 97047 h 364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2787" h="364897">
                        <a:moveTo>
                          <a:pt x="37525" y="58228"/>
                        </a:moveTo>
                        <a:cubicBezTo>
                          <a:pt x="62110" y="19409"/>
                          <a:pt x="98341" y="0"/>
                          <a:pt x="146218" y="0"/>
                        </a:cubicBezTo>
                        <a:cubicBezTo>
                          <a:pt x="194094" y="0"/>
                          <a:pt x="231619" y="19409"/>
                          <a:pt x="260086" y="58228"/>
                        </a:cubicBezTo>
                        <a:cubicBezTo>
                          <a:pt x="288554" y="97047"/>
                          <a:pt x="302787" y="141042"/>
                          <a:pt x="302787" y="190213"/>
                        </a:cubicBezTo>
                        <a:cubicBezTo>
                          <a:pt x="302787" y="239383"/>
                          <a:pt x="287260" y="280790"/>
                          <a:pt x="256205" y="314433"/>
                        </a:cubicBezTo>
                        <a:cubicBezTo>
                          <a:pt x="225149" y="348076"/>
                          <a:pt x="185037" y="364897"/>
                          <a:pt x="137160" y="364897"/>
                        </a:cubicBezTo>
                        <a:cubicBezTo>
                          <a:pt x="89283" y="364897"/>
                          <a:pt x="54346" y="351958"/>
                          <a:pt x="32349" y="324785"/>
                        </a:cubicBezTo>
                        <a:cubicBezTo>
                          <a:pt x="10352" y="297611"/>
                          <a:pt x="0" y="260087"/>
                          <a:pt x="0" y="210916"/>
                        </a:cubicBezTo>
                        <a:cubicBezTo>
                          <a:pt x="0" y="147512"/>
                          <a:pt x="11646" y="95753"/>
                          <a:pt x="37525" y="58228"/>
                        </a:cubicBezTo>
                        <a:close/>
                        <a:moveTo>
                          <a:pt x="69874" y="97047"/>
                        </a:moveTo>
                        <a:cubicBezTo>
                          <a:pt x="63404" y="116457"/>
                          <a:pt x="58228" y="135866"/>
                          <a:pt x="55640" y="155275"/>
                        </a:cubicBezTo>
                        <a:cubicBezTo>
                          <a:pt x="53053" y="174685"/>
                          <a:pt x="50464" y="192800"/>
                          <a:pt x="50464" y="208328"/>
                        </a:cubicBezTo>
                        <a:cubicBezTo>
                          <a:pt x="50464" y="225149"/>
                          <a:pt x="51758" y="239383"/>
                          <a:pt x="54346" y="253617"/>
                        </a:cubicBezTo>
                        <a:cubicBezTo>
                          <a:pt x="56934" y="266556"/>
                          <a:pt x="60816" y="280790"/>
                          <a:pt x="67286" y="293730"/>
                        </a:cubicBezTo>
                        <a:cubicBezTo>
                          <a:pt x="73756" y="306669"/>
                          <a:pt x="81520" y="317021"/>
                          <a:pt x="94459" y="324785"/>
                        </a:cubicBezTo>
                        <a:cubicBezTo>
                          <a:pt x="106105" y="332548"/>
                          <a:pt x="120339" y="336430"/>
                          <a:pt x="137160" y="336430"/>
                        </a:cubicBezTo>
                        <a:cubicBezTo>
                          <a:pt x="170803" y="336430"/>
                          <a:pt x="197976" y="323491"/>
                          <a:pt x="219974" y="296317"/>
                        </a:cubicBezTo>
                        <a:cubicBezTo>
                          <a:pt x="241971" y="269144"/>
                          <a:pt x="253617" y="236795"/>
                          <a:pt x="253617" y="197976"/>
                        </a:cubicBezTo>
                        <a:cubicBezTo>
                          <a:pt x="253617" y="159157"/>
                          <a:pt x="243265" y="121632"/>
                          <a:pt x="222561" y="85402"/>
                        </a:cubicBezTo>
                        <a:cubicBezTo>
                          <a:pt x="201858" y="49171"/>
                          <a:pt x="177273" y="31055"/>
                          <a:pt x="147512" y="31055"/>
                        </a:cubicBezTo>
                        <a:cubicBezTo>
                          <a:pt x="129396" y="31055"/>
                          <a:pt x="113869" y="37525"/>
                          <a:pt x="100929" y="49171"/>
                        </a:cubicBezTo>
                        <a:cubicBezTo>
                          <a:pt x="86695" y="60816"/>
                          <a:pt x="76344" y="77638"/>
                          <a:pt x="69874" y="97047"/>
                        </a:cubicBezTo>
                        <a:close/>
                      </a:path>
                    </a:pathLst>
                  </a:custGeom>
                  <a:solidFill>
                    <a:srgbClr val="FFFFFF"/>
                  </a:solidFill>
                  <a:ln w="12921"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C956535D-4453-46C9-BD5B-22B6C9F23891}"/>
                      </a:ext>
                    </a:extLst>
                  </p:cNvPr>
                  <p:cNvSpPr/>
                  <p:nvPr/>
                </p:nvSpPr>
                <p:spPr>
                  <a:xfrm>
                    <a:off x="3758635" y="2594707"/>
                    <a:ext cx="90674" cy="544758"/>
                  </a:xfrm>
                  <a:custGeom>
                    <a:avLst/>
                    <a:gdLst>
                      <a:gd name="connsiteX0" fmla="*/ 33740 w 90674"/>
                      <a:gd name="connsiteY0" fmla="*/ 471002 h 544758"/>
                      <a:gd name="connsiteX1" fmla="*/ 53150 w 90674"/>
                      <a:gd name="connsiteY1" fmla="*/ 469708 h 544758"/>
                      <a:gd name="connsiteX2" fmla="*/ 77735 w 90674"/>
                      <a:gd name="connsiteY2" fmla="*/ 478766 h 544758"/>
                      <a:gd name="connsiteX3" fmla="*/ 90675 w 90674"/>
                      <a:gd name="connsiteY3" fmla="*/ 503351 h 544758"/>
                      <a:gd name="connsiteX4" fmla="*/ 75147 w 90674"/>
                      <a:gd name="connsiteY4" fmla="*/ 531819 h 544758"/>
                      <a:gd name="connsiteX5" fmla="*/ 45386 w 90674"/>
                      <a:gd name="connsiteY5" fmla="*/ 544758 h 544758"/>
                      <a:gd name="connsiteX6" fmla="*/ 15625 w 90674"/>
                      <a:gd name="connsiteY6" fmla="*/ 534406 h 544758"/>
                      <a:gd name="connsiteX7" fmla="*/ 97 w 90674"/>
                      <a:gd name="connsiteY7" fmla="*/ 513703 h 544758"/>
                      <a:gd name="connsiteX8" fmla="*/ 33740 w 90674"/>
                      <a:gd name="connsiteY8" fmla="*/ 471002 h 544758"/>
                      <a:gd name="connsiteX9" fmla="*/ 27270 w 90674"/>
                      <a:gd name="connsiteY9" fmla="*/ 19409 h 544758"/>
                      <a:gd name="connsiteX10" fmla="*/ 37622 w 90674"/>
                      <a:gd name="connsiteY10" fmla="*/ 5176 h 544758"/>
                      <a:gd name="connsiteX11" fmla="*/ 59619 w 90674"/>
                      <a:gd name="connsiteY11" fmla="*/ 0 h 544758"/>
                      <a:gd name="connsiteX12" fmla="*/ 79029 w 90674"/>
                      <a:gd name="connsiteY12" fmla="*/ 14234 h 544758"/>
                      <a:gd name="connsiteX13" fmla="*/ 67383 w 90674"/>
                      <a:gd name="connsiteY13" fmla="*/ 341606 h 544758"/>
                      <a:gd name="connsiteX14" fmla="*/ 55737 w 90674"/>
                      <a:gd name="connsiteY14" fmla="*/ 355840 h 544758"/>
                      <a:gd name="connsiteX15" fmla="*/ 35034 w 90674"/>
                      <a:gd name="connsiteY15" fmla="*/ 361016 h 544758"/>
                      <a:gd name="connsiteX16" fmla="*/ 16919 w 90674"/>
                      <a:gd name="connsiteY16" fmla="*/ 346782 h 544758"/>
                      <a:gd name="connsiteX17" fmla="*/ 27270 w 90674"/>
                      <a:gd name="connsiteY17" fmla="*/ 19409 h 544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0674" h="544758">
                        <a:moveTo>
                          <a:pt x="33740" y="471002"/>
                        </a:moveTo>
                        <a:cubicBezTo>
                          <a:pt x="38916" y="469708"/>
                          <a:pt x="45386" y="469708"/>
                          <a:pt x="53150" y="469708"/>
                        </a:cubicBezTo>
                        <a:cubicBezTo>
                          <a:pt x="60913" y="469708"/>
                          <a:pt x="68677" y="472296"/>
                          <a:pt x="77735" y="478766"/>
                        </a:cubicBezTo>
                        <a:cubicBezTo>
                          <a:pt x="85499" y="485236"/>
                          <a:pt x="90675" y="493000"/>
                          <a:pt x="90675" y="503351"/>
                        </a:cubicBezTo>
                        <a:cubicBezTo>
                          <a:pt x="90675" y="513703"/>
                          <a:pt x="85499" y="522761"/>
                          <a:pt x="75147" y="531819"/>
                        </a:cubicBezTo>
                        <a:cubicBezTo>
                          <a:pt x="64795" y="540876"/>
                          <a:pt x="54444" y="544758"/>
                          <a:pt x="45386" y="544758"/>
                        </a:cubicBezTo>
                        <a:cubicBezTo>
                          <a:pt x="36328" y="544758"/>
                          <a:pt x="25976" y="540876"/>
                          <a:pt x="15625" y="534406"/>
                        </a:cubicBezTo>
                        <a:cubicBezTo>
                          <a:pt x="5273" y="527937"/>
                          <a:pt x="97" y="520173"/>
                          <a:pt x="97" y="513703"/>
                        </a:cubicBezTo>
                        <a:cubicBezTo>
                          <a:pt x="-1197" y="489118"/>
                          <a:pt x="10449" y="474884"/>
                          <a:pt x="33740" y="471002"/>
                        </a:cubicBezTo>
                        <a:close/>
                        <a:moveTo>
                          <a:pt x="27270" y="19409"/>
                        </a:moveTo>
                        <a:cubicBezTo>
                          <a:pt x="27270" y="12940"/>
                          <a:pt x="31152" y="9058"/>
                          <a:pt x="37622" y="5176"/>
                        </a:cubicBezTo>
                        <a:cubicBezTo>
                          <a:pt x="44092" y="1294"/>
                          <a:pt x="50562" y="0"/>
                          <a:pt x="59619" y="0"/>
                        </a:cubicBezTo>
                        <a:cubicBezTo>
                          <a:pt x="72559" y="0"/>
                          <a:pt x="79029" y="5176"/>
                          <a:pt x="79029" y="14234"/>
                        </a:cubicBezTo>
                        <a:cubicBezTo>
                          <a:pt x="77735" y="160451"/>
                          <a:pt x="73853" y="269144"/>
                          <a:pt x="67383" y="341606"/>
                        </a:cubicBezTo>
                        <a:cubicBezTo>
                          <a:pt x="67383" y="346782"/>
                          <a:pt x="63501" y="351958"/>
                          <a:pt x="55737" y="355840"/>
                        </a:cubicBezTo>
                        <a:cubicBezTo>
                          <a:pt x="47974" y="359722"/>
                          <a:pt x="41504" y="361016"/>
                          <a:pt x="35034" y="361016"/>
                        </a:cubicBezTo>
                        <a:cubicBezTo>
                          <a:pt x="22095" y="361016"/>
                          <a:pt x="16919" y="355840"/>
                          <a:pt x="16919" y="346782"/>
                        </a:cubicBezTo>
                        <a:cubicBezTo>
                          <a:pt x="23388" y="273026"/>
                          <a:pt x="27270" y="164333"/>
                          <a:pt x="27270" y="19409"/>
                        </a:cubicBezTo>
                        <a:close/>
                      </a:path>
                    </a:pathLst>
                  </a:custGeom>
                  <a:solidFill>
                    <a:srgbClr val="FFFFFF"/>
                  </a:solidFill>
                  <a:ln w="12921" cap="flat">
                    <a:noFill/>
                    <a:prstDash val="solid"/>
                    <a:miter/>
                  </a:ln>
                </p:spPr>
                <p:txBody>
                  <a:bodyPr rtlCol="0" anchor="ctr"/>
                  <a:lstStyle/>
                  <a:p>
                    <a:endParaRPr lang="en-US"/>
                  </a:p>
                </p:txBody>
              </p:sp>
            </p:grpSp>
          </p:grpSp>
        </p:grpSp>
        <p:grpSp>
          <p:nvGrpSpPr>
            <p:cNvPr id="219" name="Graphic 2">
              <a:extLst>
                <a:ext uri="{FF2B5EF4-FFF2-40B4-BE49-F238E27FC236}">
                  <a16:creationId xmlns:a16="http://schemas.microsoft.com/office/drawing/2014/main" id="{CA974283-6914-403E-A2F8-A7FFCFDF9DEE}"/>
                </a:ext>
              </a:extLst>
            </p:cNvPr>
            <p:cNvGrpSpPr/>
            <p:nvPr/>
          </p:nvGrpSpPr>
          <p:grpSpPr>
            <a:xfrm rot="9000000">
              <a:off x="1250642" y="3103386"/>
              <a:ext cx="1234608" cy="646136"/>
              <a:chOff x="2652395" y="1428848"/>
              <a:chExt cx="1080458" cy="565461"/>
            </a:xfrm>
            <a:solidFill>
              <a:schemeClr val="accent1"/>
            </a:solidFill>
          </p:grpSpPr>
          <p:grpSp>
            <p:nvGrpSpPr>
              <p:cNvPr id="220" name="Graphic 2">
                <a:extLst>
                  <a:ext uri="{FF2B5EF4-FFF2-40B4-BE49-F238E27FC236}">
                    <a16:creationId xmlns:a16="http://schemas.microsoft.com/office/drawing/2014/main" id="{C53F8816-DFBD-4E3B-89EB-ECE8CE1E5F0F}"/>
                  </a:ext>
                </a:extLst>
              </p:cNvPr>
              <p:cNvGrpSpPr/>
              <p:nvPr/>
            </p:nvGrpSpPr>
            <p:grpSpPr>
              <a:xfrm>
                <a:off x="2652395" y="1428848"/>
                <a:ext cx="318314" cy="377836"/>
                <a:chOff x="2652395" y="1428848"/>
                <a:chExt cx="318314" cy="377836"/>
              </a:xfrm>
              <a:grpFill/>
            </p:grpSpPr>
            <p:sp>
              <p:nvSpPr>
                <p:cNvPr id="225" name="Freeform: Shape 224">
                  <a:extLst>
                    <a:ext uri="{FF2B5EF4-FFF2-40B4-BE49-F238E27FC236}">
                      <a16:creationId xmlns:a16="http://schemas.microsoft.com/office/drawing/2014/main" id="{2299224D-5A19-425B-A498-3BC776801AE5}"/>
                    </a:ext>
                  </a:extLst>
                </p:cNvPr>
                <p:cNvSpPr/>
                <p:nvPr/>
              </p:nvSpPr>
              <p:spPr>
                <a:xfrm>
                  <a:off x="2652395" y="1428848"/>
                  <a:ext cx="103516" cy="103516"/>
                </a:xfrm>
                <a:custGeom>
                  <a:avLst/>
                  <a:gdLst>
                    <a:gd name="connsiteX0" fmla="*/ 71168 w 103516"/>
                    <a:gd name="connsiteY0" fmla="*/ 71168 h 103516"/>
                    <a:gd name="connsiteX1" fmla="*/ 103517 w 103516"/>
                    <a:gd name="connsiteY1" fmla="*/ 51758 h 103516"/>
                    <a:gd name="connsiteX2" fmla="*/ 71168 w 103516"/>
                    <a:gd name="connsiteY2" fmla="*/ 32349 h 103516"/>
                    <a:gd name="connsiteX3" fmla="*/ 51758 w 103516"/>
                    <a:gd name="connsiteY3" fmla="*/ 0 h 103516"/>
                    <a:gd name="connsiteX4" fmla="*/ 32349 w 103516"/>
                    <a:gd name="connsiteY4" fmla="*/ 32349 h 103516"/>
                    <a:gd name="connsiteX5" fmla="*/ 0 w 103516"/>
                    <a:gd name="connsiteY5" fmla="*/ 51758 h 103516"/>
                    <a:gd name="connsiteX6" fmla="*/ 32349 w 103516"/>
                    <a:gd name="connsiteY6" fmla="*/ 71168 h 103516"/>
                    <a:gd name="connsiteX7" fmla="*/ 51758 w 103516"/>
                    <a:gd name="connsiteY7" fmla="*/ 103517 h 103516"/>
                    <a:gd name="connsiteX8" fmla="*/ 71168 w 103516"/>
                    <a:gd name="connsiteY8" fmla="*/ 71168 h 103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516" h="103516">
                      <a:moveTo>
                        <a:pt x="71168" y="71168"/>
                      </a:moveTo>
                      <a:cubicBezTo>
                        <a:pt x="84108" y="67286"/>
                        <a:pt x="94459" y="60816"/>
                        <a:pt x="103517" y="51758"/>
                      </a:cubicBezTo>
                      <a:cubicBezTo>
                        <a:pt x="94459" y="42701"/>
                        <a:pt x="82814" y="36231"/>
                        <a:pt x="71168" y="32349"/>
                      </a:cubicBezTo>
                      <a:cubicBezTo>
                        <a:pt x="67286" y="19409"/>
                        <a:pt x="60816" y="9058"/>
                        <a:pt x="51758" y="0"/>
                      </a:cubicBezTo>
                      <a:cubicBezTo>
                        <a:pt x="42701" y="9058"/>
                        <a:pt x="36231" y="20703"/>
                        <a:pt x="32349" y="32349"/>
                      </a:cubicBezTo>
                      <a:cubicBezTo>
                        <a:pt x="19409" y="36231"/>
                        <a:pt x="9058" y="42701"/>
                        <a:pt x="0" y="51758"/>
                      </a:cubicBezTo>
                      <a:cubicBezTo>
                        <a:pt x="9058" y="60816"/>
                        <a:pt x="20703" y="67286"/>
                        <a:pt x="32349" y="71168"/>
                      </a:cubicBezTo>
                      <a:cubicBezTo>
                        <a:pt x="36231" y="84108"/>
                        <a:pt x="42701" y="94459"/>
                        <a:pt x="51758" y="103517"/>
                      </a:cubicBezTo>
                      <a:cubicBezTo>
                        <a:pt x="60816" y="95753"/>
                        <a:pt x="68580" y="84108"/>
                        <a:pt x="71168" y="71168"/>
                      </a:cubicBezTo>
                      <a:close/>
                    </a:path>
                  </a:pathLst>
                </a:custGeom>
                <a:grpFill/>
                <a:ln w="12921"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1F5BB453-B740-4AE8-8A87-68D9A7A81379}"/>
                    </a:ext>
                  </a:extLst>
                </p:cNvPr>
                <p:cNvSpPr/>
                <p:nvPr/>
              </p:nvSpPr>
              <p:spPr>
                <a:xfrm>
                  <a:off x="2815434" y="1651409"/>
                  <a:ext cx="155275" cy="155275"/>
                </a:xfrm>
                <a:custGeom>
                  <a:avLst/>
                  <a:gdLst>
                    <a:gd name="connsiteX0" fmla="*/ 106105 w 155275"/>
                    <a:gd name="connsiteY0" fmla="*/ 106105 h 155275"/>
                    <a:gd name="connsiteX1" fmla="*/ 155275 w 155275"/>
                    <a:gd name="connsiteY1" fmla="*/ 77638 h 155275"/>
                    <a:gd name="connsiteX2" fmla="*/ 106105 w 155275"/>
                    <a:gd name="connsiteY2" fmla="*/ 49171 h 155275"/>
                    <a:gd name="connsiteX3" fmla="*/ 77638 w 155275"/>
                    <a:gd name="connsiteY3" fmla="*/ 0 h 155275"/>
                    <a:gd name="connsiteX4" fmla="*/ 49171 w 155275"/>
                    <a:gd name="connsiteY4" fmla="*/ 49171 h 155275"/>
                    <a:gd name="connsiteX5" fmla="*/ 0 w 155275"/>
                    <a:gd name="connsiteY5" fmla="*/ 77638 h 155275"/>
                    <a:gd name="connsiteX6" fmla="*/ 49171 w 155275"/>
                    <a:gd name="connsiteY6" fmla="*/ 106105 h 155275"/>
                    <a:gd name="connsiteX7" fmla="*/ 77638 w 155275"/>
                    <a:gd name="connsiteY7" fmla="*/ 155275 h 155275"/>
                    <a:gd name="connsiteX8" fmla="*/ 106105 w 155275"/>
                    <a:gd name="connsiteY8" fmla="*/ 106105 h 15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275" h="155275">
                      <a:moveTo>
                        <a:pt x="106105" y="106105"/>
                      </a:moveTo>
                      <a:cubicBezTo>
                        <a:pt x="125514" y="100929"/>
                        <a:pt x="142336" y="90577"/>
                        <a:pt x="155275" y="77638"/>
                      </a:cubicBezTo>
                      <a:cubicBezTo>
                        <a:pt x="142336" y="63404"/>
                        <a:pt x="125514" y="54346"/>
                        <a:pt x="106105" y="49171"/>
                      </a:cubicBezTo>
                      <a:cubicBezTo>
                        <a:pt x="100929" y="29761"/>
                        <a:pt x="90577" y="12940"/>
                        <a:pt x="77638" y="0"/>
                      </a:cubicBezTo>
                      <a:cubicBezTo>
                        <a:pt x="63404" y="12940"/>
                        <a:pt x="54346" y="29761"/>
                        <a:pt x="49171" y="49171"/>
                      </a:cubicBezTo>
                      <a:cubicBezTo>
                        <a:pt x="29761" y="54346"/>
                        <a:pt x="12940" y="64698"/>
                        <a:pt x="0" y="77638"/>
                      </a:cubicBezTo>
                      <a:cubicBezTo>
                        <a:pt x="12940" y="91871"/>
                        <a:pt x="29761" y="100929"/>
                        <a:pt x="49171" y="106105"/>
                      </a:cubicBezTo>
                      <a:cubicBezTo>
                        <a:pt x="54346" y="125514"/>
                        <a:pt x="64698" y="142336"/>
                        <a:pt x="77638" y="155275"/>
                      </a:cubicBezTo>
                      <a:cubicBezTo>
                        <a:pt x="90577" y="141042"/>
                        <a:pt x="100929" y="124220"/>
                        <a:pt x="106105" y="106105"/>
                      </a:cubicBezTo>
                      <a:close/>
                    </a:path>
                  </a:pathLst>
                </a:custGeom>
                <a:grpFill/>
                <a:ln w="12921" cap="flat">
                  <a:noFill/>
                  <a:prstDash val="solid"/>
                  <a:miter/>
                </a:ln>
              </p:spPr>
              <p:txBody>
                <a:bodyPr rtlCol="0" anchor="ctr"/>
                <a:lstStyle/>
                <a:p>
                  <a:endParaRPr lang="en-US"/>
                </a:p>
              </p:txBody>
            </p:sp>
          </p:grpSp>
          <p:grpSp>
            <p:nvGrpSpPr>
              <p:cNvPr id="221" name="Graphic 2">
                <a:extLst>
                  <a:ext uri="{FF2B5EF4-FFF2-40B4-BE49-F238E27FC236}">
                    <a16:creationId xmlns:a16="http://schemas.microsoft.com/office/drawing/2014/main" id="{04F888A9-5949-4BB4-84D7-BB63452BB9A0}"/>
                  </a:ext>
                </a:extLst>
              </p:cNvPr>
              <p:cNvGrpSpPr/>
              <p:nvPr/>
            </p:nvGrpSpPr>
            <p:grpSpPr>
              <a:xfrm>
                <a:off x="3340783" y="1556950"/>
                <a:ext cx="392070" cy="437359"/>
                <a:chOff x="3340783" y="1556950"/>
                <a:chExt cx="392070" cy="437359"/>
              </a:xfrm>
              <a:grpFill/>
            </p:grpSpPr>
            <p:sp>
              <p:nvSpPr>
                <p:cNvPr id="222" name="Freeform: Shape 221">
                  <a:extLst>
                    <a:ext uri="{FF2B5EF4-FFF2-40B4-BE49-F238E27FC236}">
                      <a16:creationId xmlns:a16="http://schemas.microsoft.com/office/drawing/2014/main" id="{B4218EB6-F40B-4749-A158-EADE13CD2374}"/>
                    </a:ext>
                  </a:extLst>
                </p:cNvPr>
                <p:cNvSpPr/>
                <p:nvPr/>
              </p:nvSpPr>
              <p:spPr>
                <a:xfrm>
                  <a:off x="3499940" y="1556950"/>
                  <a:ext cx="232913" cy="232913"/>
                </a:xfrm>
                <a:custGeom>
                  <a:avLst/>
                  <a:gdLst>
                    <a:gd name="connsiteX0" fmla="*/ 232913 w 232913"/>
                    <a:gd name="connsiteY0" fmla="*/ 116457 h 232913"/>
                    <a:gd name="connsiteX1" fmla="*/ 116457 w 232913"/>
                    <a:gd name="connsiteY1" fmla="*/ 232913 h 232913"/>
                    <a:gd name="connsiteX2" fmla="*/ 0 w 232913"/>
                    <a:gd name="connsiteY2" fmla="*/ 116457 h 232913"/>
                    <a:gd name="connsiteX3" fmla="*/ 116457 w 232913"/>
                    <a:gd name="connsiteY3" fmla="*/ 0 h 232913"/>
                    <a:gd name="connsiteX4" fmla="*/ 232913 w 232913"/>
                    <a:gd name="connsiteY4" fmla="*/ 116457 h 2329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913" h="232913">
                      <a:moveTo>
                        <a:pt x="232913" y="116457"/>
                      </a:moveTo>
                      <a:cubicBezTo>
                        <a:pt x="232913" y="180774"/>
                        <a:pt x="180774" y="232913"/>
                        <a:pt x="116457" y="232913"/>
                      </a:cubicBezTo>
                      <a:cubicBezTo>
                        <a:pt x="52139" y="232913"/>
                        <a:pt x="0" y="180774"/>
                        <a:pt x="0" y="116457"/>
                      </a:cubicBezTo>
                      <a:cubicBezTo>
                        <a:pt x="0" y="52139"/>
                        <a:pt x="52139" y="0"/>
                        <a:pt x="116457" y="0"/>
                      </a:cubicBezTo>
                      <a:cubicBezTo>
                        <a:pt x="180774" y="0"/>
                        <a:pt x="232913" y="52139"/>
                        <a:pt x="232913" y="116457"/>
                      </a:cubicBezTo>
                      <a:close/>
                    </a:path>
                  </a:pathLst>
                </a:custGeom>
                <a:grpFill/>
                <a:ln w="12921"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01EAF071-C295-449F-A095-17CD825631F9}"/>
                    </a:ext>
                  </a:extLst>
                </p:cNvPr>
                <p:cNvSpPr/>
                <p:nvPr/>
              </p:nvSpPr>
              <p:spPr>
                <a:xfrm>
                  <a:off x="3644864" y="1890792"/>
                  <a:ext cx="72461" cy="72461"/>
                </a:xfrm>
                <a:custGeom>
                  <a:avLst/>
                  <a:gdLst>
                    <a:gd name="connsiteX0" fmla="*/ 72462 w 72461"/>
                    <a:gd name="connsiteY0" fmla="*/ 36231 h 72461"/>
                    <a:gd name="connsiteX1" fmla="*/ 36231 w 72461"/>
                    <a:gd name="connsiteY1" fmla="*/ 72462 h 72461"/>
                    <a:gd name="connsiteX2" fmla="*/ 0 w 72461"/>
                    <a:gd name="connsiteY2" fmla="*/ 36231 h 72461"/>
                    <a:gd name="connsiteX3" fmla="*/ 36231 w 72461"/>
                    <a:gd name="connsiteY3" fmla="*/ 0 h 72461"/>
                    <a:gd name="connsiteX4" fmla="*/ 72462 w 72461"/>
                    <a:gd name="connsiteY4" fmla="*/ 36231 h 72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461" h="72461">
                      <a:moveTo>
                        <a:pt x="72462" y="36231"/>
                      </a:moveTo>
                      <a:cubicBezTo>
                        <a:pt x="72462" y="56241"/>
                        <a:pt x="56241" y="72462"/>
                        <a:pt x="36231" y="72462"/>
                      </a:cubicBezTo>
                      <a:cubicBezTo>
                        <a:pt x="16221" y="72462"/>
                        <a:pt x="0" y="56241"/>
                        <a:pt x="0" y="36231"/>
                      </a:cubicBezTo>
                      <a:cubicBezTo>
                        <a:pt x="0" y="16221"/>
                        <a:pt x="16221" y="0"/>
                        <a:pt x="36231" y="0"/>
                      </a:cubicBezTo>
                      <a:cubicBezTo>
                        <a:pt x="56241" y="0"/>
                        <a:pt x="72462" y="16221"/>
                        <a:pt x="72462" y="36231"/>
                      </a:cubicBezTo>
                      <a:close/>
                    </a:path>
                  </a:pathLst>
                </a:custGeom>
                <a:grpFill/>
                <a:ln w="12921"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61951138-7D1D-4366-9E04-7BA7DFDE474E}"/>
                    </a:ext>
                  </a:extLst>
                </p:cNvPr>
                <p:cNvSpPr/>
                <p:nvPr/>
              </p:nvSpPr>
              <p:spPr>
                <a:xfrm>
                  <a:off x="3340783" y="1846797"/>
                  <a:ext cx="147511" cy="147511"/>
                </a:xfrm>
                <a:custGeom>
                  <a:avLst/>
                  <a:gdLst>
                    <a:gd name="connsiteX0" fmla="*/ 147512 w 147511"/>
                    <a:gd name="connsiteY0" fmla="*/ 73756 h 147511"/>
                    <a:gd name="connsiteX1" fmla="*/ 73756 w 147511"/>
                    <a:gd name="connsiteY1" fmla="*/ 147512 h 147511"/>
                    <a:gd name="connsiteX2" fmla="*/ 0 w 147511"/>
                    <a:gd name="connsiteY2" fmla="*/ 73756 h 147511"/>
                    <a:gd name="connsiteX3" fmla="*/ 73756 w 147511"/>
                    <a:gd name="connsiteY3" fmla="*/ 0 h 147511"/>
                    <a:gd name="connsiteX4" fmla="*/ 147512 w 147511"/>
                    <a:gd name="connsiteY4" fmla="*/ 73756 h 147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511" h="147511">
                      <a:moveTo>
                        <a:pt x="147512" y="73756"/>
                      </a:moveTo>
                      <a:cubicBezTo>
                        <a:pt x="147512" y="114490"/>
                        <a:pt x="114490" y="147512"/>
                        <a:pt x="73756" y="147512"/>
                      </a:cubicBezTo>
                      <a:cubicBezTo>
                        <a:pt x="33022" y="147512"/>
                        <a:pt x="0" y="114490"/>
                        <a:pt x="0" y="73756"/>
                      </a:cubicBezTo>
                      <a:cubicBezTo>
                        <a:pt x="0" y="33022"/>
                        <a:pt x="33022" y="0"/>
                        <a:pt x="73756" y="0"/>
                      </a:cubicBezTo>
                      <a:cubicBezTo>
                        <a:pt x="114490" y="0"/>
                        <a:pt x="147512" y="33022"/>
                        <a:pt x="147512" y="73756"/>
                      </a:cubicBezTo>
                      <a:close/>
                    </a:path>
                  </a:pathLst>
                </a:custGeom>
                <a:grpFill/>
                <a:ln w="12921" cap="flat">
                  <a:noFill/>
                  <a:prstDash val="solid"/>
                  <a:miter/>
                </a:ln>
              </p:spPr>
              <p:txBody>
                <a:bodyPr rtlCol="0" anchor="ctr"/>
                <a:lstStyle/>
                <a:p>
                  <a:endParaRPr lang="en-US"/>
                </a:p>
              </p:txBody>
            </p:sp>
          </p:grpSp>
        </p:grpSp>
      </p:grpSp>
    </p:spTree>
    <p:extLst>
      <p:ext uri="{BB962C8B-B14F-4D97-AF65-F5344CB8AC3E}">
        <p14:creationId xmlns:p14="http://schemas.microsoft.com/office/powerpoint/2010/main" val="2339168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Rectangle 130">
            <a:extLst>
              <a:ext uri="{FF2B5EF4-FFF2-40B4-BE49-F238E27FC236}">
                <a16:creationId xmlns:a16="http://schemas.microsoft.com/office/drawing/2014/main" id="{AF51A96C-961B-45C5-A44F-A8B3CE9FF7C5}"/>
              </a:ext>
            </a:extLst>
          </p:cNvPr>
          <p:cNvSpPr/>
          <p:nvPr/>
        </p:nvSpPr>
        <p:spPr>
          <a:xfrm>
            <a:off x="1001977" y="575310"/>
            <a:ext cx="209751" cy="690880"/>
          </a:xfrm>
          <a:prstGeom prst="rect">
            <a:avLst/>
          </a:prstGeom>
          <a:gradFill flip="none" rotWithShape="1">
            <a:gsLst>
              <a:gs pos="0">
                <a:schemeClr val="accent1">
                  <a:alpha val="50000"/>
                </a:schemeClr>
              </a:gs>
              <a:gs pos="100000">
                <a:schemeClr val="accent2">
                  <a:alpha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5" name="Group 124">
            <a:extLst>
              <a:ext uri="{FF2B5EF4-FFF2-40B4-BE49-F238E27FC236}">
                <a16:creationId xmlns:a16="http://schemas.microsoft.com/office/drawing/2014/main" id="{18E49733-113A-4A93-AC07-FF679AB890C4}"/>
              </a:ext>
            </a:extLst>
          </p:cNvPr>
          <p:cNvGrpSpPr/>
          <p:nvPr/>
        </p:nvGrpSpPr>
        <p:grpSpPr>
          <a:xfrm>
            <a:off x="6541220" y="3923268"/>
            <a:ext cx="5650780" cy="2593321"/>
            <a:chOff x="11795978" y="2967506"/>
            <a:chExt cx="5751070" cy="2639347"/>
          </a:xfrm>
        </p:grpSpPr>
        <p:sp>
          <p:nvSpPr>
            <p:cNvPr id="53" name="Freeform: Shape 52">
              <a:extLst>
                <a:ext uri="{FF2B5EF4-FFF2-40B4-BE49-F238E27FC236}">
                  <a16:creationId xmlns:a16="http://schemas.microsoft.com/office/drawing/2014/main" id="{206E22C2-A723-4608-9A12-F5A6CD273FD4}"/>
                </a:ext>
              </a:extLst>
            </p:cNvPr>
            <p:cNvSpPr/>
            <p:nvPr/>
          </p:nvSpPr>
          <p:spPr>
            <a:xfrm>
              <a:off x="11800039" y="5449846"/>
              <a:ext cx="5747009" cy="157007"/>
            </a:xfrm>
            <a:custGeom>
              <a:avLst/>
              <a:gdLst>
                <a:gd name="connsiteX0" fmla="*/ 5747010 w 5747009"/>
                <a:gd name="connsiteY0" fmla="*/ 78504 h 157007"/>
                <a:gd name="connsiteX1" fmla="*/ 2873505 w 5747009"/>
                <a:gd name="connsiteY1" fmla="*/ 157007 h 157007"/>
                <a:gd name="connsiteX2" fmla="*/ 0 w 5747009"/>
                <a:gd name="connsiteY2" fmla="*/ 78504 h 157007"/>
                <a:gd name="connsiteX3" fmla="*/ 2873505 w 5747009"/>
                <a:gd name="connsiteY3" fmla="*/ 0 h 157007"/>
                <a:gd name="connsiteX4" fmla="*/ 5747010 w 5747009"/>
                <a:gd name="connsiteY4" fmla="*/ 78504 h 157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47009" h="157007">
                  <a:moveTo>
                    <a:pt x="5747010" y="78504"/>
                  </a:moveTo>
                  <a:cubicBezTo>
                    <a:pt x="5747010" y="121860"/>
                    <a:pt x="4460498" y="157007"/>
                    <a:pt x="2873505" y="157007"/>
                  </a:cubicBezTo>
                  <a:cubicBezTo>
                    <a:pt x="1286512" y="157007"/>
                    <a:pt x="0" y="121860"/>
                    <a:pt x="0" y="78504"/>
                  </a:cubicBezTo>
                  <a:cubicBezTo>
                    <a:pt x="0" y="35147"/>
                    <a:pt x="1286512" y="0"/>
                    <a:pt x="2873505" y="0"/>
                  </a:cubicBezTo>
                  <a:cubicBezTo>
                    <a:pt x="4460498" y="0"/>
                    <a:pt x="5747010" y="35147"/>
                    <a:pt x="5747010" y="78504"/>
                  </a:cubicBezTo>
                  <a:close/>
                </a:path>
              </a:pathLst>
            </a:custGeom>
            <a:solidFill>
              <a:schemeClr val="accent1">
                <a:lumMod val="40000"/>
                <a:lumOff val="60000"/>
              </a:schemeClr>
            </a:solidFill>
            <a:ln w="13514" cap="flat">
              <a:noFill/>
              <a:prstDash val="solid"/>
              <a:miter/>
            </a:ln>
          </p:spPr>
          <p:txBody>
            <a:bodyPr rtlCol="0" anchor="ctr"/>
            <a:lstStyle/>
            <a:p>
              <a:endParaRPr lang="en-US"/>
            </a:p>
          </p:txBody>
        </p:sp>
        <p:grpSp>
          <p:nvGrpSpPr>
            <p:cNvPr id="54" name="Graphic 5">
              <a:extLst>
                <a:ext uri="{FF2B5EF4-FFF2-40B4-BE49-F238E27FC236}">
                  <a16:creationId xmlns:a16="http://schemas.microsoft.com/office/drawing/2014/main" id="{3F862601-5D34-4BD2-AFA2-53836005470A}"/>
                </a:ext>
              </a:extLst>
            </p:cNvPr>
            <p:cNvGrpSpPr/>
            <p:nvPr/>
          </p:nvGrpSpPr>
          <p:grpSpPr>
            <a:xfrm>
              <a:off x="11795978" y="3510264"/>
              <a:ext cx="1670374" cy="1901853"/>
              <a:chOff x="5999341" y="3539907"/>
              <a:chExt cx="1670374" cy="1901853"/>
            </a:xfrm>
            <a:solidFill>
              <a:srgbClr val="CFE6FF"/>
            </a:solidFill>
          </p:grpSpPr>
          <p:sp>
            <p:nvSpPr>
              <p:cNvPr id="123" name="Freeform: Shape 122">
                <a:extLst>
                  <a:ext uri="{FF2B5EF4-FFF2-40B4-BE49-F238E27FC236}">
                    <a16:creationId xmlns:a16="http://schemas.microsoft.com/office/drawing/2014/main" id="{5DA16D48-6CA4-4796-83CB-229D3FCF022D}"/>
                  </a:ext>
                </a:extLst>
              </p:cNvPr>
              <p:cNvSpPr/>
              <p:nvPr/>
            </p:nvSpPr>
            <p:spPr>
              <a:xfrm>
                <a:off x="6077845" y="4469203"/>
                <a:ext cx="286944" cy="135841"/>
              </a:xfrm>
              <a:custGeom>
                <a:avLst/>
                <a:gdLst>
                  <a:gd name="connsiteX0" fmla="*/ 286944 w 286944"/>
                  <a:gd name="connsiteY0" fmla="*/ 73656 h 135841"/>
                  <a:gd name="connsiteX1" fmla="*/ 16242 w 286944"/>
                  <a:gd name="connsiteY1" fmla="*/ 57414 h 135841"/>
                  <a:gd name="connsiteX2" fmla="*/ 16242 w 286944"/>
                  <a:gd name="connsiteY2" fmla="*/ 57414 h 135841"/>
                  <a:gd name="connsiteX3" fmla="*/ 14889 w 286944"/>
                  <a:gd name="connsiteY3" fmla="*/ 58767 h 135841"/>
                  <a:gd name="connsiteX4" fmla="*/ 0 w 286944"/>
                  <a:gd name="connsiteY4" fmla="*/ 76363 h 135841"/>
                  <a:gd name="connsiteX5" fmla="*/ 9475 w 286944"/>
                  <a:gd name="connsiteY5" fmla="*/ 84484 h 135841"/>
                  <a:gd name="connsiteX6" fmla="*/ 10828 w 286944"/>
                  <a:gd name="connsiteY6" fmla="*/ 85838 h 135841"/>
                  <a:gd name="connsiteX7" fmla="*/ 10828 w 286944"/>
                  <a:gd name="connsiteY7" fmla="*/ 85838 h 135841"/>
                  <a:gd name="connsiteX8" fmla="*/ 286944 w 286944"/>
                  <a:gd name="connsiteY8" fmla="*/ 73656 h 135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6944" h="135841">
                    <a:moveTo>
                      <a:pt x="286944" y="73656"/>
                    </a:moveTo>
                    <a:cubicBezTo>
                      <a:pt x="286944" y="73656"/>
                      <a:pt x="147533" y="-80644"/>
                      <a:pt x="16242" y="57414"/>
                    </a:cubicBezTo>
                    <a:lnTo>
                      <a:pt x="16242" y="57414"/>
                    </a:lnTo>
                    <a:lnTo>
                      <a:pt x="14889" y="58767"/>
                    </a:lnTo>
                    <a:cubicBezTo>
                      <a:pt x="9475" y="64181"/>
                      <a:pt x="4061" y="69596"/>
                      <a:pt x="0" y="76363"/>
                    </a:cubicBezTo>
                    <a:cubicBezTo>
                      <a:pt x="0" y="76363"/>
                      <a:pt x="2707" y="79070"/>
                      <a:pt x="9475" y="84484"/>
                    </a:cubicBezTo>
                    <a:lnTo>
                      <a:pt x="10828" y="85838"/>
                    </a:lnTo>
                    <a:lnTo>
                      <a:pt x="10828" y="85838"/>
                    </a:lnTo>
                    <a:cubicBezTo>
                      <a:pt x="44666" y="114262"/>
                      <a:pt x="158361" y="188705"/>
                      <a:pt x="286944" y="73656"/>
                    </a:cubicBezTo>
                    <a:close/>
                  </a:path>
                </a:pathLst>
              </a:custGeom>
              <a:solidFill>
                <a:schemeClr val="accent1"/>
              </a:solidFill>
              <a:ln w="13514"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9F6947D2-FCE4-4152-A07B-F7F1FEAE5C3C}"/>
                  </a:ext>
                </a:extLst>
              </p:cNvPr>
              <p:cNvSpPr/>
              <p:nvPr/>
            </p:nvSpPr>
            <p:spPr>
              <a:xfrm>
                <a:off x="5999341" y="3539907"/>
                <a:ext cx="1670374" cy="1901853"/>
              </a:xfrm>
              <a:custGeom>
                <a:avLst/>
                <a:gdLst>
                  <a:gd name="connsiteX0" fmla="*/ 1630981 w 1670374"/>
                  <a:gd name="connsiteY0" fmla="*/ 1536236 h 1901853"/>
                  <a:gd name="connsiteX1" fmla="*/ 1628274 w 1670374"/>
                  <a:gd name="connsiteY1" fmla="*/ 1537589 h 1901853"/>
                  <a:gd name="connsiteX2" fmla="*/ 1628274 w 1670374"/>
                  <a:gd name="connsiteY2" fmla="*/ 1537589 h 1901853"/>
                  <a:gd name="connsiteX3" fmla="*/ 1473974 w 1670374"/>
                  <a:gd name="connsiteY3" fmla="*/ 1773100 h 1901853"/>
                  <a:gd name="connsiteX4" fmla="*/ 1361633 w 1670374"/>
                  <a:gd name="connsiteY4" fmla="*/ 1622861 h 1901853"/>
                  <a:gd name="connsiteX5" fmla="*/ 1325088 w 1670374"/>
                  <a:gd name="connsiteY5" fmla="*/ 1591730 h 1901853"/>
                  <a:gd name="connsiteX6" fmla="*/ 1402238 w 1670374"/>
                  <a:gd name="connsiteY6" fmla="*/ 1275008 h 1901853"/>
                  <a:gd name="connsiteX7" fmla="*/ 1376521 w 1670374"/>
                  <a:gd name="connsiteY7" fmla="*/ 1285836 h 1901853"/>
                  <a:gd name="connsiteX8" fmla="*/ 1373814 w 1670374"/>
                  <a:gd name="connsiteY8" fmla="*/ 1287190 h 1901853"/>
                  <a:gd name="connsiteX9" fmla="*/ 1373814 w 1670374"/>
                  <a:gd name="connsiteY9" fmla="*/ 1287190 h 1901853"/>
                  <a:gd name="connsiteX10" fmla="*/ 1270947 w 1670374"/>
                  <a:gd name="connsiteY10" fmla="*/ 1551125 h 1901853"/>
                  <a:gd name="connsiteX11" fmla="*/ 874369 w 1670374"/>
                  <a:gd name="connsiteY11" fmla="*/ 1380582 h 1901853"/>
                  <a:gd name="connsiteX12" fmla="*/ 841884 w 1670374"/>
                  <a:gd name="connsiteY12" fmla="*/ 1122061 h 1901853"/>
                  <a:gd name="connsiteX13" fmla="*/ 824289 w 1670374"/>
                  <a:gd name="connsiteY13" fmla="*/ 1138303 h 1901853"/>
                  <a:gd name="connsiteX14" fmla="*/ 822935 w 1670374"/>
                  <a:gd name="connsiteY14" fmla="*/ 1139657 h 1901853"/>
                  <a:gd name="connsiteX15" fmla="*/ 822935 w 1670374"/>
                  <a:gd name="connsiteY15" fmla="*/ 1139657 h 1901853"/>
                  <a:gd name="connsiteX16" fmla="*/ 806693 w 1670374"/>
                  <a:gd name="connsiteY16" fmla="*/ 1354865 h 1901853"/>
                  <a:gd name="connsiteX17" fmla="*/ 806693 w 1670374"/>
                  <a:gd name="connsiteY17" fmla="*/ 1354865 h 1901853"/>
                  <a:gd name="connsiteX18" fmla="*/ 590131 w 1670374"/>
                  <a:gd name="connsiteY18" fmla="*/ 1233049 h 1901853"/>
                  <a:gd name="connsiteX19" fmla="*/ 628029 w 1670374"/>
                  <a:gd name="connsiteY19" fmla="*/ 974528 h 1901853"/>
                  <a:gd name="connsiteX20" fmla="*/ 628029 w 1670374"/>
                  <a:gd name="connsiteY20" fmla="*/ 974528 h 1901853"/>
                  <a:gd name="connsiteX21" fmla="*/ 626676 w 1670374"/>
                  <a:gd name="connsiteY21" fmla="*/ 973175 h 1901853"/>
                  <a:gd name="connsiteX22" fmla="*/ 619908 w 1670374"/>
                  <a:gd name="connsiteY22" fmla="*/ 963700 h 1901853"/>
                  <a:gd name="connsiteX23" fmla="*/ 599606 w 1670374"/>
                  <a:gd name="connsiteY23" fmla="*/ 975882 h 1901853"/>
                  <a:gd name="connsiteX24" fmla="*/ 598252 w 1670374"/>
                  <a:gd name="connsiteY24" fmla="*/ 977235 h 1901853"/>
                  <a:gd name="connsiteX25" fmla="*/ 598252 w 1670374"/>
                  <a:gd name="connsiteY25" fmla="*/ 977235 h 1901853"/>
                  <a:gd name="connsiteX26" fmla="*/ 540051 w 1670374"/>
                  <a:gd name="connsiteY26" fmla="*/ 1191090 h 1901853"/>
                  <a:gd name="connsiteX27" fmla="*/ 384397 w 1670374"/>
                  <a:gd name="connsiteY27" fmla="*/ 981296 h 1901853"/>
                  <a:gd name="connsiteX28" fmla="*/ 537344 w 1670374"/>
                  <a:gd name="connsiteY28" fmla="*/ 764734 h 1901853"/>
                  <a:gd name="connsiteX29" fmla="*/ 511627 w 1670374"/>
                  <a:gd name="connsiteY29" fmla="*/ 766088 h 1901853"/>
                  <a:gd name="connsiteX30" fmla="*/ 511627 w 1670374"/>
                  <a:gd name="connsiteY30" fmla="*/ 766088 h 1901853"/>
                  <a:gd name="connsiteX31" fmla="*/ 511627 w 1670374"/>
                  <a:gd name="connsiteY31" fmla="*/ 766088 h 1901853"/>
                  <a:gd name="connsiteX32" fmla="*/ 355974 w 1670374"/>
                  <a:gd name="connsiteY32" fmla="*/ 914974 h 1901853"/>
                  <a:gd name="connsiteX33" fmla="*/ 349206 w 1670374"/>
                  <a:gd name="connsiteY33" fmla="*/ 897378 h 1901853"/>
                  <a:gd name="connsiteX34" fmla="*/ 304540 w 1670374"/>
                  <a:gd name="connsiteY34" fmla="*/ 706533 h 1901853"/>
                  <a:gd name="connsiteX35" fmla="*/ 407407 w 1670374"/>
                  <a:gd name="connsiteY35" fmla="*/ 483204 h 1901853"/>
                  <a:gd name="connsiteX36" fmla="*/ 407407 w 1670374"/>
                  <a:gd name="connsiteY36" fmla="*/ 483204 h 1901853"/>
                  <a:gd name="connsiteX37" fmla="*/ 407407 w 1670374"/>
                  <a:gd name="connsiteY37" fmla="*/ 481850 h 1901853"/>
                  <a:gd name="connsiteX38" fmla="*/ 403346 w 1670374"/>
                  <a:gd name="connsiteY38" fmla="*/ 471022 h 1901853"/>
                  <a:gd name="connsiteX39" fmla="*/ 383044 w 1670374"/>
                  <a:gd name="connsiteY39" fmla="*/ 476436 h 1901853"/>
                  <a:gd name="connsiteX40" fmla="*/ 380337 w 1670374"/>
                  <a:gd name="connsiteY40" fmla="*/ 477790 h 1901853"/>
                  <a:gd name="connsiteX41" fmla="*/ 380337 w 1670374"/>
                  <a:gd name="connsiteY41" fmla="*/ 477790 h 1901853"/>
                  <a:gd name="connsiteX42" fmla="*/ 288298 w 1670374"/>
                  <a:gd name="connsiteY42" fmla="*/ 550879 h 1901853"/>
                  <a:gd name="connsiteX43" fmla="*/ 285591 w 1670374"/>
                  <a:gd name="connsiteY43" fmla="*/ 406054 h 1901853"/>
                  <a:gd name="connsiteX44" fmla="*/ 476436 w 1670374"/>
                  <a:gd name="connsiteY44" fmla="*/ 255814 h 1901853"/>
                  <a:gd name="connsiteX45" fmla="*/ 476436 w 1670374"/>
                  <a:gd name="connsiteY45" fmla="*/ 255814 h 1901853"/>
                  <a:gd name="connsiteX46" fmla="*/ 476436 w 1670374"/>
                  <a:gd name="connsiteY46" fmla="*/ 254460 h 1901853"/>
                  <a:gd name="connsiteX47" fmla="*/ 479143 w 1670374"/>
                  <a:gd name="connsiteY47" fmla="*/ 243632 h 1901853"/>
                  <a:gd name="connsiteX48" fmla="*/ 457487 w 1670374"/>
                  <a:gd name="connsiteY48" fmla="*/ 239572 h 1901853"/>
                  <a:gd name="connsiteX49" fmla="*/ 454780 w 1670374"/>
                  <a:gd name="connsiteY49" fmla="*/ 239572 h 1901853"/>
                  <a:gd name="connsiteX50" fmla="*/ 454780 w 1670374"/>
                  <a:gd name="connsiteY50" fmla="*/ 239572 h 1901853"/>
                  <a:gd name="connsiteX51" fmla="*/ 285591 w 1670374"/>
                  <a:gd name="connsiteY51" fmla="*/ 330257 h 1901853"/>
                  <a:gd name="connsiteX52" fmla="*/ 286944 w 1670374"/>
                  <a:gd name="connsiteY52" fmla="*/ 249046 h 1901853"/>
                  <a:gd name="connsiteX53" fmla="*/ 280177 w 1670374"/>
                  <a:gd name="connsiteY53" fmla="*/ 235511 h 1901853"/>
                  <a:gd name="connsiteX54" fmla="*/ 383044 w 1670374"/>
                  <a:gd name="connsiteY54" fmla="*/ 12182 h 1901853"/>
                  <a:gd name="connsiteX55" fmla="*/ 383044 w 1670374"/>
                  <a:gd name="connsiteY55" fmla="*/ 12182 h 1901853"/>
                  <a:gd name="connsiteX56" fmla="*/ 383044 w 1670374"/>
                  <a:gd name="connsiteY56" fmla="*/ 10828 h 1901853"/>
                  <a:gd name="connsiteX57" fmla="*/ 378983 w 1670374"/>
                  <a:gd name="connsiteY57" fmla="*/ 0 h 1901853"/>
                  <a:gd name="connsiteX58" fmla="*/ 358681 w 1670374"/>
                  <a:gd name="connsiteY58" fmla="*/ 5414 h 1901853"/>
                  <a:gd name="connsiteX59" fmla="*/ 355974 w 1670374"/>
                  <a:gd name="connsiteY59" fmla="*/ 6768 h 1901853"/>
                  <a:gd name="connsiteX60" fmla="*/ 355974 w 1670374"/>
                  <a:gd name="connsiteY60" fmla="*/ 6768 h 1901853"/>
                  <a:gd name="connsiteX61" fmla="*/ 262581 w 1670374"/>
                  <a:gd name="connsiteY61" fmla="*/ 235511 h 1901853"/>
                  <a:gd name="connsiteX62" fmla="*/ 258521 w 1670374"/>
                  <a:gd name="connsiteY62" fmla="*/ 243632 h 1901853"/>
                  <a:gd name="connsiteX63" fmla="*/ 255814 w 1670374"/>
                  <a:gd name="connsiteY63" fmla="*/ 397932 h 1901853"/>
                  <a:gd name="connsiteX64" fmla="*/ 18949 w 1670374"/>
                  <a:gd name="connsiteY64" fmla="*/ 335671 h 1901853"/>
                  <a:gd name="connsiteX65" fmla="*/ 18949 w 1670374"/>
                  <a:gd name="connsiteY65" fmla="*/ 335671 h 1901853"/>
                  <a:gd name="connsiteX66" fmla="*/ 17596 w 1670374"/>
                  <a:gd name="connsiteY66" fmla="*/ 337024 h 1901853"/>
                  <a:gd name="connsiteX67" fmla="*/ 0 w 1670374"/>
                  <a:gd name="connsiteY67" fmla="*/ 349206 h 1901853"/>
                  <a:gd name="connsiteX68" fmla="*/ 255814 w 1670374"/>
                  <a:gd name="connsiteY68" fmla="*/ 408761 h 1901853"/>
                  <a:gd name="connsiteX69" fmla="*/ 270702 w 1670374"/>
                  <a:gd name="connsiteY69" fmla="*/ 680816 h 1901853"/>
                  <a:gd name="connsiteX70" fmla="*/ 39252 w 1670374"/>
                  <a:gd name="connsiteY70" fmla="*/ 625322 h 1901853"/>
                  <a:gd name="connsiteX71" fmla="*/ 39252 w 1670374"/>
                  <a:gd name="connsiteY71" fmla="*/ 625322 h 1901853"/>
                  <a:gd name="connsiteX72" fmla="*/ 37898 w 1670374"/>
                  <a:gd name="connsiteY72" fmla="*/ 626676 h 1901853"/>
                  <a:gd name="connsiteX73" fmla="*/ 20303 w 1670374"/>
                  <a:gd name="connsiteY73" fmla="*/ 638858 h 1901853"/>
                  <a:gd name="connsiteX74" fmla="*/ 274763 w 1670374"/>
                  <a:gd name="connsiteY74" fmla="*/ 699766 h 1901853"/>
                  <a:gd name="connsiteX75" fmla="*/ 301833 w 1670374"/>
                  <a:gd name="connsiteY75" fmla="*/ 833763 h 1901853"/>
                  <a:gd name="connsiteX76" fmla="*/ 355974 w 1670374"/>
                  <a:gd name="connsiteY76" fmla="*/ 984003 h 1901853"/>
                  <a:gd name="connsiteX77" fmla="*/ 355974 w 1670374"/>
                  <a:gd name="connsiteY77" fmla="*/ 988064 h 1901853"/>
                  <a:gd name="connsiteX78" fmla="*/ 357327 w 1670374"/>
                  <a:gd name="connsiteY78" fmla="*/ 988064 h 1901853"/>
                  <a:gd name="connsiteX79" fmla="*/ 512981 w 1670374"/>
                  <a:gd name="connsiteY79" fmla="*/ 1205979 h 1901853"/>
                  <a:gd name="connsiteX80" fmla="*/ 320782 w 1670374"/>
                  <a:gd name="connsiteY80" fmla="*/ 1291250 h 1901853"/>
                  <a:gd name="connsiteX81" fmla="*/ 320782 w 1670374"/>
                  <a:gd name="connsiteY81" fmla="*/ 1291250 h 1901853"/>
                  <a:gd name="connsiteX82" fmla="*/ 319429 w 1670374"/>
                  <a:gd name="connsiteY82" fmla="*/ 1292604 h 1901853"/>
                  <a:gd name="connsiteX83" fmla="*/ 308601 w 1670374"/>
                  <a:gd name="connsiteY83" fmla="*/ 1314260 h 1901853"/>
                  <a:gd name="connsiteX84" fmla="*/ 320782 w 1670374"/>
                  <a:gd name="connsiteY84" fmla="*/ 1319674 h 1901853"/>
                  <a:gd name="connsiteX85" fmla="*/ 320782 w 1670374"/>
                  <a:gd name="connsiteY85" fmla="*/ 1319674 h 1901853"/>
                  <a:gd name="connsiteX86" fmla="*/ 320782 w 1670374"/>
                  <a:gd name="connsiteY86" fmla="*/ 1319674 h 1901853"/>
                  <a:gd name="connsiteX87" fmla="*/ 571182 w 1670374"/>
                  <a:gd name="connsiteY87" fmla="*/ 1257412 h 1901853"/>
                  <a:gd name="connsiteX88" fmla="*/ 651039 w 1670374"/>
                  <a:gd name="connsiteY88" fmla="*/ 1312906 h 1901853"/>
                  <a:gd name="connsiteX89" fmla="*/ 749845 w 1670374"/>
                  <a:gd name="connsiteY89" fmla="*/ 1364340 h 1901853"/>
                  <a:gd name="connsiteX90" fmla="*/ 571182 w 1670374"/>
                  <a:gd name="connsiteY90" fmla="*/ 1452318 h 1901853"/>
                  <a:gd name="connsiteX91" fmla="*/ 571182 w 1670374"/>
                  <a:gd name="connsiteY91" fmla="*/ 1452318 h 1901853"/>
                  <a:gd name="connsiteX92" fmla="*/ 569828 w 1670374"/>
                  <a:gd name="connsiteY92" fmla="*/ 1453672 h 1901853"/>
                  <a:gd name="connsiteX93" fmla="*/ 559000 w 1670374"/>
                  <a:gd name="connsiteY93" fmla="*/ 1475328 h 1901853"/>
                  <a:gd name="connsiteX94" fmla="*/ 571182 w 1670374"/>
                  <a:gd name="connsiteY94" fmla="*/ 1480742 h 1901853"/>
                  <a:gd name="connsiteX95" fmla="*/ 571182 w 1670374"/>
                  <a:gd name="connsiteY95" fmla="*/ 1480742 h 1901853"/>
                  <a:gd name="connsiteX96" fmla="*/ 571182 w 1670374"/>
                  <a:gd name="connsiteY96" fmla="*/ 1480742 h 1901853"/>
                  <a:gd name="connsiteX97" fmla="*/ 835117 w 1670374"/>
                  <a:gd name="connsiteY97" fmla="*/ 1399531 h 1901853"/>
                  <a:gd name="connsiteX98" fmla="*/ 844591 w 1670374"/>
                  <a:gd name="connsiteY98" fmla="*/ 1402238 h 1901853"/>
                  <a:gd name="connsiteX99" fmla="*/ 852712 w 1670374"/>
                  <a:gd name="connsiteY99" fmla="*/ 1409006 h 1901853"/>
                  <a:gd name="connsiteX100" fmla="*/ 855419 w 1670374"/>
                  <a:gd name="connsiteY100" fmla="*/ 1406299 h 1901853"/>
                  <a:gd name="connsiteX101" fmla="*/ 1076042 w 1670374"/>
                  <a:gd name="connsiteY101" fmla="*/ 1484802 h 1901853"/>
                  <a:gd name="connsiteX102" fmla="*/ 952872 w 1670374"/>
                  <a:gd name="connsiteY102" fmla="*/ 1543003 h 1901853"/>
                  <a:gd name="connsiteX103" fmla="*/ 952872 w 1670374"/>
                  <a:gd name="connsiteY103" fmla="*/ 1543003 h 1901853"/>
                  <a:gd name="connsiteX104" fmla="*/ 951519 w 1670374"/>
                  <a:gd name="connsiteY104" fmla="*/ 1544357 h 1901853"/>
                  <a:gd name="connsiteX105" fmla="*/ 931216 w 1670374"/>
                  <a:gd name="connsiteY105" fmla="*/ 1564660 h 1901853"/>
                  <a:gd name="connsiteX106" fmla="*/ 1279068 w 1670374"/>
                  <a:gd name="connsiteY106" fmla="*/ 1593083 h 1901853"/>
                  <a:gd name="connsiteX107" fmla="*/ 1289897 w 1670374"/>
                  <a:gd name="connsiteY107" fmla="*/ 1601204 h 1901853"/>
                  <a:gd name="connsiteX108" fmla="*/ 1295311 w 1670374"/>
                  <a:gd name="connsiteY108" fmla="*/ 1612033 h 1901853"/>
                  <a:gd name="connsiteX109" fmla="*/ 1299371 w 1670374"/>
                  <a:gd name="connsiteY109" fmla="*/ 1609325 h 1901853"/>
                  <a:gd name="connsiteX110" fmla="*/ 1446904 w 1670374"/>
                  <a:gd name="connsiteY110" fmla="*/ 1793403 h 1901853"/>
                  <a:gd name="connsiteX111" fmla="*/ 1162666 w 1670374"/>
                  <a:gd name="connsiteY111" fmla="*/ 1758212 h 1901853"/>
                  <a:gd name="connsiteX112" fmla="*/ 1162666 w 1670374"/>
                  <a:gd name="connsiteY112" fmla="*/ 1758212 h 1901853"/>
                  <a:gd name="connsiteX113" fmla="*/ 1159959 w 1670374"/>
                  <a:gd name="connsiteY113" fmla="*/ 1759565 h 1901853"/>
                  <a:gd name="connsiteX114" fmla="*/ 1135596 w 1670374"/>
                  <a:gd name="connsiteY114" fmla="*/ 1777161 h 1901853"/>
                  <a:gd name="connsiteX115" fmla="*/ 1145071 w 1670374"/>
                  <a:gd name="connsiteY115" fmla="*/ 1790696 h 1901853"/>
                  <a:gd name="connsiteX116" fmla="*/ 1145071 w 1670374"/>
                  <a:gd name="connsiteY116" fmla="*/ 1790696 h 1901853"/>
                  <a:gd name="connsiteX117" fmla="*/ 1145071 w 1670374"/>
                  <a:gd name="connsiteY117" fmla="*/ 1790696 h 1901853"/>
                  <a:gd name="connsiteX118" fmla="*/ 1480742 w 1670374"/>
                  <a:gd name="connsiteY118" fmla="*/ 1870553 h 1901853"/>
                  <a:gd name="connsiteX119" fmla="*/ 1513226 w 1670374"/>
                  <a:gd name="connsiteY119" fmla="*/ 1855665 h 1901853"/>
                  <a:gd name="connsiteX120" fmla="*/ 1662112 w 1670374"/>
                  <a:gd name="connsiteY120" fmla="*/ 1545710 h 1901853"/>
                  <a:gd name="connsiteX121" fmla="*/ 1662112 w 1670374"/>
                  <a:gd name="connsiteY121" fmla="*/ 1545710 h 1901853"/>
                  <a:gd name="connsiteX122" fmla="*/ 1656698 w 1670374"/>
                  <a:gd name="connsiteY122" fmla="*/ 1529468 h 1901853"/>
                  <a:gd name="connsiteX123" fmla="*/ 1630981 w 1670374"/>
                  <a:gd name="connsiteY123" fmla="*/ 1536236 h 1901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670374" h="1901853">
                    <a:moveTo>
                      <a:pt x="1630981" y="1536236"/>
                    </a:moveTo>
                    <a:lnTo>
                      <a:pt x="1628274" y="1537589"/>
                    </a:lnTo>
                    <a:lnTo>
                      <a:pt x="1628274" y="1537589"/>
                    </a:lnTo>
                    <a:cubicBezTo>
                      <a:pt x="1486156" y="1583609"/>
                      <a:pt x="1467207" y="1693243"/>
                      <a:pt x="1473974" y="1773100"/>
                    </a:cubicBezTo>
                    <a:cubicBezTo>
                      <a:pt x="1444197" y="1717606"/>
                      <a:pt x="1407652" y="1667526"/>
                      <a:pt x="1361633" y="1622861"/>
                    </a:cubicBezTo>
                    <a:cubicBezTo>
                      <a:pt x="1349451" y="1612033"/>
                      <a:pt x="1338623" y="1601204"/>
                      <a:pt x="1325088" y="1591730"/>
                    </a:cubicBezTo>
                    <a:cubicBezTo>
                      <a:pt x="1502398" y="1460439"/>
                      <a:pt x="1402238" y="1275008"/>
                      <a:pt x="1402238" y="1275008"/>
                    </a:cubicBezTo>
                    <a:cubicBezTo>
                      <a:pt x="1392763" y="1279069"/>
                      <a:pt x="1384642" y="1283129"/>
                      <a:pt x="1376521" y="1285836"/>
                    </a:cubicBezTo>
                    <a:lnTo>
                      <a:pt x="1373814" y="1287190"/>
                    </a:lnTo>
                    <a:lnTo>
                      <a:pt x="1373814" y="1287190"/>
                    </a:lnTo>
                    <a:cubicBezTo>
                      <a:pt x="1233049" y="1357572"/>
                      <a:pt x="1246584" y="1479388"/>
                      <a:pt x="1270947" y="1551125"/>
                    </a:cubicBezTo>
                    <a:cubicBezTo>
                      <a:pt x="1150485" y="1471267"/>
                      <a:pt x="1011073" y="1429308"/>
                      <a:pt x="874369" y="1380582"/>
                    </a:cubicBezTo>
                    <a:cubicBezTo>
                      <a:pt x="966407" y="1233049"/>
                      <a:pt x="841884" y="1122061"/>
                      <a:pt x="841884" y="1122061"/>
                    </a:cubicBezTo>
                    <a:cubicBezTo>
                      <a:pt x="835117" y="1127475"/>
                      <a:pt x="829703" y="1132889"/>
                      <a:pt x="824289" y="1138303"/>
                    </a:cubicBezTo>
                    <a:lnTo>
                      <a:pt x="822935" y="1139657"/>
                    </a:lnTo>
                    <a:lnTo>
                      <a:pt x="822935" y="1139657"/>
                    </a:lnTo>
                    <a:cubicBezTo>
                      <a:pt x="743078" y="1223575"/>
                      <a:pt x="771502" y="1304785"/>
                      <a:pt x="806693" y="1354865"/>
                    </a:cubicBezTo>
                    <a:cubicBezTo>
                      <a:pt x="806693" y="1354865"/>
                      <a:pt x="806693" y="1354865"/>
                      <a:pt x="806693" y="1354865"/>
                    </a:cubicBezTo>
                    <a:cubicBezTo>
                      <a:pt x="726836" y="1323735"/>
                      <a:pt x="653746" y="1283129"/>
                      <a:pt x="590131" y="1233049"/>
                    </a:cubicBezTo>
                    <a:cubicBezTo>
                      <a:pt x="702472" y="1126122"/>
                      <a:pt x="648332" y="1011073"/>
                      <a:pt x="628029" y="974528"/>
                    </a:cubicBezTo>
                    <a:lnTo>
                      <a:pt x="628029" y="974528"/>
                    </a:lnTo>
                    <a:lnTo>
                      <a:pt x="626676" y="973175"/>
                    </a:lnTo>
                    <a:cubicBezTo>
                      <a:pt x="622615" y="967761"/>
                      <a:pt x="619908" y="963700"/>
                      <a:pt x="619908" y="963700"/>
                    </a:cubicBezTo>
                    <a:cubicBezTo>
                      <a:pt x="613141" y="967761"/>
                      <a:pt x="606373" y="971821"/>
                      <a:pt x="599606" y="975882"/>
                    </a:cubicBezTo>
                    <a:lnTo>
                      <a:pt x="598252" y="977235"/>
                    </a:lnTo>
                    <a:lnTo>
                      <a:pt x="598252" y="977235"/>
                    </a:lnTo>
                    <a:cubicBezTo>
                      <a:pt x="499446" y="1046265"/>
                      <a:pt x="515688" y="1134243"/>
                      <a:pt x="540051" y="1191090"/>
                    </a:cubicBezTo>
                    <a:cubicBezTo>
                      <a:pt x="476436" y="1131536"/>
                      <a:pt x="423649" y="1062507"/>
                      <a:pt x="384397" y="981296"/>
                    </a:cubicBezTo>
                    <a:cubicBezTo>
                      <a:pt x="557647" y="935277"/>
                      <a:pt x="537344" y="764734"/>
                      <a:pt x="537344" y="764734"/>
                    </a:cubicBezTo>
                    <a:cubicBezTo>
                      <a:pt x="527870" y="764734"/>
                      <a:pt x="519748" y="764734"/>
                      <a:pt x="511627" y="766088"/>
                    </a:cubicBezTo>
                    <a:lnTo>
                      <a:pt x="511627" y="766088"/>
                    </a:lnTo>
                    <a:lnTo>
                      <a:pt x="511627" y="766088"/>
                    </a:lnTo>
                    <a:cubicBezTo>
                      <a:pt x="396579" y="775562"/>
                      <a:pt x="364095" y="854066"/>
                      <a:pt x="355974" y="914974"/>
                    </a:cubicBezTo>
                    <a:cubicBezTo>
                      <a:pt x="353267" y="909560"/>
                      <a:pt x="351913" y="902792"/>
                      <a:pt x="349206" y="897378"/>
                    </a:cubicBezTo>
                    <a:cubicBezTo>
                      <a:pt x="327550" y="835117"/>
                      <a:pt x="314015" y="771502"/>
                      <a:pt x="304540" y="706533"/>
                    </a:cubicBezTo>
                    <a:cubicBezTo>
                      <a:pt x="437184" y="640211"/>
                      <a:pt x="418235" y="521102"/>
                      <a:pt x="407407" y="483204"/>
                    </a:cubicBezTo>
                    <a:lnTo>
                      <a:pt x="407407" y="483204"/>
                    </a:lnTo>
                    <a:lnTo>
                      <a:pt x="407407" y="481850"/>
                    </a:lnTo>
                    <a:cubicBezTo>
                      <a:pt x="406053" y="475083"/>
                      <a:pt x="403346" y="471022"/>
                      <a:pt x="403346" y="471022"/>
                    </a:cubicBezTo>
                    <a:cubicBezTo>
                      <a:pt x="396579" y="472376"/>
                      <a:pt x="389811" y="475083"/>
                      <a:pt x="383044" y="476436"/>
                    </a:cubicBezTo>
                    <a:lnTo>
                      <a:pt x="380337" y="477790"/>
                    </a:lnTo>
                    <a:lnTo>
                      <a:pt x="380337" y="477790"/>
                    </a:lnTo>
                    <a:cubicBezTo>
                      <a:pt x="331610" y="494032"/>
                      <a:pt x="303187" y="521102"/>
                      <a:pt x="288298" y="550879"/>
                    </a:cubicBezTo>
                    <a:cubicBezTo>
                      <a:pt x="285591" y="502153"/>
                      <a:pt x="285591" y="454780"/>
                      <a:pt x="285591" y="406054"/>
                    </a:cubicBezTo>
                    <a:cubicBezTo>
                      <a:pt x="430417" y="406054"/>
                      <a:pt x="468315" y="293712"/>
                      <a:pt x="476436" y="255814"/>
                    </a:cubicBezTo>
                    <a:lnTo>
                      <a:pt x="476436" y="255814"/>
                    </a:lnTo>
                    <a:lnTo>
                      <a:pt x="476436" y="254460"/>
                    </a:lnTo>
                    <a:cubicBezTo>
                      <a:pt x="477790" y="247693"/>
                      <a:pt x="479143" y="243632"/>
                      <a:pt x="479143" y="243632"/>
                    </a:cubicBezTo>
                    <a:cubicBezTo>
                      <a:pt x="472376" y="242279"/>
                      <a:pt x="464254" y="240925"/>
                      <a:pt x="457487" y="239572"/>
                    </a:cubicBezTo>
                    <a:lnTo>
                      <a:pt x="454780" y="239572"/>
                    </a:lnTo>
                    <a:lnTo>
                      <a:pt x="454780" y="239572"/>
                    </a:lnTo>
                    <a:cubicBezTo>
                      <a:pt x="355974" y="224683"/>
                      <a:pt x="308601" y="278824"/>
                      <a:pt x="285591" y="330257"/>
                    </a:cubicBezTo>
                    <a:cubicBezTo>
                      <a:pt x="285591" y="303187"/>
                      <a:pt x="286944" y="276116"/>
                      <a:pt x="286944" y="249046"/>
                    </a:cubicBezTo>
                    <a:cubicBezTo>
                      <a:pt x="286944" y="243632"/>
                      <a:pt x="284237" y="238218"/>
                      <a:pt x="280177" y="235511"/>
                    </a:cubicBezTo>
                    <a:cubicBezTo>
                      <a:pt x="411468" y="169189"/>
                      <a:pt x="392518" y="50080"/>
                      <a:pt x="383044" y="12182"/>
                    </a:cubicBezTo>
                    <a:lnTo>
                      <a:pt x="383044" y="12182"/>
                    </a:lnTo>
                    <a:lnTo>
                      <a:pt x="383044" y="10828"/>
                    </a:lnTo>
                    <a:cubicBezTo>
                      <a:pt x="381690" y="4061"/>
                      <a:pt x="378983" y="0"/>
                      <a:pt x="378983" y="0"/>
                    </a:cubicBezTo>
                    <a:cubicBezTo>
                      <a:pt x="372216" y="1353"/>
                      <a:pt x="365448" y="4061"/>
                      <a:pt x="358681" y="5414"/>
                    </a:cubicBezTo>
                    <a:lnTo>
                      <a:pt x="355974" y="6768"/>
                    </a:lnTo>
                    <a:lnTo>
                      <a:pt x="355974" y="6768"/>
                    </a:lnTo>
                    <a:cubicBezTo>
                      <a:pt x="207087" y="58201"/>
                      <a:pt x="251753" y="204380"/>
                      <a:pt x="262581" y="235511"/>
                    </a:cubicBezTo>
                    <a:cubicBezTo>
                      <a:pt x="259874" y="236865"/>
                      <a:pt x="258521" y="240925"/>
                      <a:pt x="258521" y="243632"/>
                    </a:cubicBezTo>
                    <a:cubicBezTo>
                      <a:pt x="257167" y="295066"/>
                      <a:pt x="255814" y="346499"/>
                      <a:pt x="255814" y="397932"/>
                    </a:cubicBezTo>
                    <a:cubicBezTo>
                      <a:pt x="235511" y="365448"/>
                      <a:pt x="147533" y="249046"/>
                      <a:pt x="18949" y="335671"/>
                    </a:cubicBezTo>
                    <a:lnTo>
                      <a:pt x="18949" y="335671"/>
                    </a:lnTo>
                    <a:lnTo>
                      <a:pt x="17596" y="337024"/>
                    </a:lnTo>
                    <a:cubicBezTo>
                      <a:pt x="12182" y="341085"/>
                      <a:pt x="5414" y="345145"/>
                      <a:pt x="0" y="349206"/>
                    </a:cubicBezTo>
                    <a:cubicBezTo>
                      <a:pt x="0" y="349206"/>
                      <a:pt x="92039" y="495385"/>
                      <a:pt x="255814" y="408761"/>
                    </a:cubicBezTo>
                    <a:cubicBezTo>
                      <a:pt x="255814" y="499446"/>
                      <a:pt x="258521" y="591485"/>
                      <a:pt x="270702" y="680816"/>
                    </a:cubicBezTo>
                    <a:cubicBezTo>
                      <a:pt x="243632" y="641564"/>
                      <a:pt x="158361" y="545465"/>
                      <a:pt x="39252" y="625322"/>
                    </a:cubicBezTo>
                    <a:lnTo>
                      <a:pt x="39252" y="625322"/>
                    </a:lnTo>
                    <a:lnTo>
                      <a:pt x="37898" y="626676"/>
                    </a:lnTo>
                    <a:cubicBezTo>
                      <a:pt x="32484" y="630737"/>
                      <a:pt x="27070" y="634797"/>
                      <a:pt x="20303" y="638858"/>
                    </a:cubicBezTo>
                    <a:cubicBezTo>
                      <a:pt x="20303" y="638858"/>
                      <a:pt x="110988" y="783683"/>
                      <a:pt x="274763" y="699766"/>
                    </a:cubicBezTo>
                    <a:cubicBezTo>
                      <a:pt x="281530" y="744431"/>
                      <a:pt x="289651" y="789097"/>
                      <a:pt x="301833" y="833763"/>
                    </a:cubicBezTo>
                    <a:cubicBezTo>
                      <a:pt x="315368" y="886550"/>
                      <a:pt x="332964" y="936630"/>
                      <a:pt x="355974" y="984003"/>
                    </a:cubicBezTo>
                    <a:cubicBezTo>
                      <a:pt x="355974" y="986710"/>
                      <a:pt x="355974" y="988064"/>
                      <a:pt x="355974" y="988064"/>
                    </a:cubicBezTo>
                    <a:cubicBezTo>
                      <a:pt x="355974" y="988064"/>
                      <a:pt x="357327" y="988064"/>
                      <a:pt x="357327" y="988064"/>
                    </a:cubicBezTo>
                    <a:cubicBezTo>
                      <a:pt x="396579" y="1070628"/>
                      <a:pt x="448012" y="1143717"/>
                      <a:pt x="512981" y="1205979"/>
                    </a:cubicBezTo>
                    <a:cubicBezTo>
                      <a:pt x="454780" y="1191090"/>
                      <a:pt x="373569" y="1193797"/>
                      <a:pt x="320782" y="1291250"/>
                    </a:cubicBezTo>
                    <a:lnTo>
                      <a:pt x="320782" y="1291250"/>
                    </a:lnTo>
                    <a:lnTo>
                      <a:pt x="319429" y="1292604"/>
                    </a:lnTo>
                    <a:cubicBezTo>
                      <a:pt x="315368" y="1299371"/>
                      <a:pt x="312661" y="1306139"/>
                      <a:pt x="308601" y="1314260"/>
                    </a:cubicBezTo>
                    <a:cubicBezTo>
                      <a:pt x="308601" y="1314260"/>
                      <a:pt x="312661" y="1316967"/>
                      <a:pt x="320782" y="1319674"/>
                    </a:cubicBezTo>
                    <a:lnTo>
                      <a:pt x="320782" y="1319674"/>
                    </a:lnTo>
                    <a:cubicBezTo>
                      <a:pt x="320782" y="1319674"/>
                      <a:pt x="320782" y="1319674"/>
                      <a:pt x="320782" y="1319674"/>
                    </a:cubicBezTo>
                    <a:cubicBezTo>
                      <a:pt x="358681" y="1337270"/>
                      <a:pt x="477790" y="1376521"/>
                      <a:pt x="571182" y="1257412"/>
                    </a:cubicBezTo>
                    <a:cubicBezTo>
                      <a:pt x="595545" y="1276362"/>
                      <a:pt x="622615" y="1295311"/>
                      <a:pt x="651039" y="1312906"/>
                    </a:cubicBezTo>
                    <a:cubicBezTo>
                      <a:pt x="683523" y="1331855"/>
                      <a:pt x="716008" y="1349451"/>
                      <a:pt x="749845" y="1364340"/>
                    </a:cubicBezTo>
                    <a:cubicBezTo>
                      <a:pt x="692998" y="1353512"/>
                      <a:pt x="619908" y="1361633"/>
                      <a:pt x="571182" y="1452318"/>
                    </a:cubicBezTo>
                    <a:lnTo>
                      <a:pt x="571182" y="1452318"/>
                    </a:lnTo>
                    <a:lnTo>
                      <a:pt x="569828" y="1453672"/>
                    </a:lnTo>
                    <a:cubicBezTo>
                      <a:pt x="565768" y="1460439"/>
                      <a:pt x="563061" y="1467207"/>
                      <a:pt x="559000" y="1475328"/>
                    </a:cubicBezTo>
                    <a:cubicBezTo>
                      <a:pt x="559000" y="1475328"/>
                      <a:pt x="563061" y="1478035"/>
                      <a:pt x="571182" y="1480742"/>
                    </a:cubicBezTo>
                    <a:lnTo>
                      <a:pt x="571182" y="1480742"/>
                    </a:lnTo>
                    <a:lnTo>
                      <a:pt x="571182" y="1480742"/>
                    </a:lnTo>
                    <a:cubicBezTo>
                      <a:pt x="610434" y="1498337"/>
                      <a:pt x="740371" y="1541650"/>
                      <a:pt x="835117" y="1399531"/>
                    </a:cubicBezTo>
                    <a:cubicBezTo>
                      <a:pt x="837824" y="1400885"/>
                      <a:pt x="840531" y="1402238"/>
                      <a:pt x="844591" y="1402238"/>
                    </a:cubicBezTo>
                    <a:cubicBezTo>
                      <a:pt x="850005" y="1406299"/>
                      <a:pt x="852712" y="1409006"/>
                      <a:pt x="852712" y="1409006"/>
                    </a:cubicBezTo>
                    <a:cubicBezTo>
                      <a:pt x="854066" y="1407652"/>
                      <a:pt x="854066" y="1406299"/>
                      <a:pt x="855419" y="1406299"/>
                    </a:cubicBezTo>
                    <a:cubicBezTo>
                      <a:pt x="928509" y="1433369"/>
                      <a:pt x="1004306" y="1456379"/>
                      <a:pt x="1076042" y="1484802"/>
                    </a:cubicBezTo>
                    <a:cubicBezTo>
                      <a:pt x="1038143" y="1487509"/>
                      <a:pt x="996185" y="1505105"/>
                      <a:pt x="952872" y="1543003"/>
                    </a:cubicBezTo>
                    <a:lnTo>
                      <a:pt x="952872" y="1543003"/>
                    </a:lnTo>
                    <a:lnTo>
                      <a:pt x="951519" y="1544357"/>
                    </a:lnTo>
                    <a:cubicBezTo>
                      <a:pt x="944751" y="1551125"/>
                      <a:pt x="937984" y="1556539"/>
                      <a:pt x="931216" y="1564660"/>
                    </a:cubicBezTo>
                    <a:cubicBezTo>
                      <a:pt x="931216" y="1564660"/>
                      <a:pt x="1078749" y="1741970"/>
                      <a:pt x="1279068" y="1593083"/>
                    </a:cubicBezTo>
                    <a:cubicBezTo>
                      <a:pt x="1281776" y="1595790"/>
                      <a:pt x="1285836" y="1598497"/>
                      <a:pt x="1289897" y="1601204"/>
                    </a:cubicBezTo>
                    <a:cubicBezTo>
                      <a:pt x="1292604" y="1607972"/>
                      <a:pt x="1295311" y="1612033"/>
                      <a:pt x="1295311" y="1612033"/>
                    </a:cubicBezTo>
                    <a:cubicBezTo>
                      <a:pt x="1296664" y="1610679"/>
                      <a:pt x="1298018" y="1610679"/>
                      <a:pt x="1299371" y="1609325"/>
                    </a:cubicBezTo>
                    <a:cubicBezTo>
                      <a:pt x="1361633" y="1660759"/>
                      <a:pt x="1409006" y="1724374"/>
                      <a:pt x="1446904" y="1793403"/>
                    </a:cubicBezTo>
                    <a:cubicBezTo>
                      <a:pt x="1391410" y="1735202"/>
                      <a:pt x="1292604" y="1675648"/>
                      <a:pt x="1162666" y="1758212"/>
                    </a:cubicBezTo>
                    <a:lnTo>
                      <a:pt x="1162666" y="1758212"/>
                    </a:lnTo>
                    <a:lnTo>
                      <a:pt x="1159959" y="1759565"/>
                    </a:lnTo>
                    <a:cubicBezTo>
                      <a:pt x="1151838" y="1764979"/>
                      <a:pt x="1143717" y="1770393"/>
                      <a:pt x="1135596" y="1777161"/>
                    </a:cubicBezTo>
                    <a:cubicBezTo>
                      <a:pt x="1135596" y="1777161"/>
                      <a:pt x="1138303" y="1782575"/>
                      <a:pt x="1145071" y="1790696"/>
                    </a:cubicBezTo>
                    <a:lnTo>
                      <a:pt x="1145071" y="1790696"/>
                    </a:lnTo>
                    <a:cubicBezTo>
                      <a:pt x="1145071" y="1790696"/>
                      <a:pt x="1145071" y="1790696"/>
                      <a:pt x="1145071" y="1790696"/>
                    </a:cubicBezTo>
                    <a:cubicBezTo>
                      <a:pt x="1177555" y="1834008"/>
                      <a:pt x="1292604" y="1959885"/>
                      <a:pt x="1480742" y="1870553"/>
                    </a:cubicBezTo>
                    <a:cubicBezTo>
                      <a:pt x="1487509" y="1859725"/>
                      <a:pt x="1501044" y="1854311"/>
                      <a:pt x="1513226" y="1855665"/>
                    </a:cubicBezTo>
                    <a:cubicBezTo>
                      <a:pt x="1698657" y="1766333"/>
                      <a:pt x="1674294" y="1598497"/>
                      <a:pt x="1662112" y="1545710"/>
                    </a:cubicBezTo>
                    <a:lnTo>
                      <a:pt x="1662112" y="1545710"/>
                    </a:lnTo>
                    <a:cubicBezTo>
                      <a:pt x="1659405" y="1534882"/>
                      <a:pt x="1656698" y="1529468"/>
                      <a:pt x="1656698" y="1529468"/>
                    </a:cubicBezTo>
                    <a:cubicBezTo>
                      <a:pt x="1649931" y="1530822"/>
                      <a:pt x="1640456" y="1533529"/>
                      <a:pt x="1630981" y="1536236"/>
                    </a:cubicBezTo>
                    <a:close/>
                  </a:path>
                </a:pathLst>
              </a:custGeom>
              <a:solidFill>
                <a:schemeClr val="accent1"/>
              </a:solidFill>
              <a:ln w="13514" cap="flat">
                <a:noFill/>
                <a:prstDash val="solid"/>
                <a:miter/>
              </a:ln>
            </p:spPr>
            <p:txBody>
              <a:bodyPr rtlCol="0" anchor="ctr"/>
              <a:lstStyle/>
              <a:p>
                <a:endParaRPr lang="en-US"/>
              </a:p>
            </p:txBody>
          </p:sp>
        </p:grpSp>
        <p:grpSp>
          <p:nvGrpSpPr>
            <p:cNvPr id="55" name="Graphic 5">
              <a:extLst>
                <a:ext uri="{FF2B5EF4-FFF2-40B4-BE49-F238E27FC236}">
                  <a16:creationId xmlns:a16="http://schemas.microsoft.com/office/drawing/2014/main" id="{82DD55DB-1373-41C3-AC49-DF91837CB752}"/>
                </a:ext>
              </a:extLst>
            </p:cNvPr>
            <p:cNvGrpSpPr/>
            <p:nvPr/>
          </p:nvGrpSpPr>
          <p:grpSpPr>
            <a:xfrm>
              <a:off x="12824368" y="3821751"/>
              <a:ext cx="4270328" cy="1777341"/>
              <a:chOff x="7027731" y="3851394"/>
              <a:chExt cx="4270328" cy="1777341"/>
            </a:xfrm>
          </p:grpSpPr>
          <p:sp>
            <p:nvSpPr>
              <p:cNvPr id="118" name="Freeform: Shape 117">
                <a:extLst>
                  <a:ext uri="{FF2B5EF4-FFF2-40B4-BE49-F238E27FC236}">
                    <a16:creationId xmlns:a16="http://schemas.microsoft.com/office/drawing/2014/main" id="{EB3292BB-6A0D-47EB-BD53-3CFC62054A43}"/>
                  </a:ext>
                </a:extLst>
              </p:cNvPr>
              <p:cNvSpPr/>
              <p:nvPr/>
            </p:nvSpPr>
            <p:spPr>
              <a:xfrm>
                <a:off x="9079933" y="3851394"/>
                <a:ext cx="1572439" cy="1725547"/>
              </a:xfrm>
              <a:custGeom>
                <a:avLst/>
                <a:gdLst>
                  <a:gd name="connsiteX0" fmla="*/ 1329148 w 1572439"/>
                  <a:gd name="connsiteY0" fmla="*/ 1511693 h 1725547"/>
                  <a:gd name="connsiteX1" fmla="*/ 1525408 w 1572439"/>
                  <a:gd name="connsiteY1" fmla="*/ 1725548 h 1725547"/>
                  <a:gd name="connsiteX2" fmla="*/ 734957 w 1572439"/>
                  <a:gd name="connsiteY2" fmla="*/ 1725548 h 1725547"/>
                  <a:gd name="connsiteX3" fmla="*/ 813460 w 1572439"/>
                  <a:gd name="connsiteY3" fmla="*/ 1553652 h 1725547"/>
                  <a:gd name="connsiteX4" fmla="*/ 855419 w 1572439"/>
                  <a:gd name="connsiteY4" fmla="*/ 1435897 h 1725547"/>
                  <a:gd name="connsiteX5" fmla="*/ 856773 w 1572439"/>
                  <a:gd name="connsiteY5" fmla="*/ 1435897 h 1725547"/>
                  <a:gd name="connsiteX6" fmla="*/ 1122061 w 1572439"/>
                  <a:gd name="connsiteY6" fmla="*/ 1412887 h 1725547"/>
                  <a:gd name="connsiteX7" fmla="*/ 1119354 w 1572439"/>
                  <a:gd name="connsiteY7" fmla="*/ 1395291 h 1725547"/>
                  <a:gd name="connsiteX8" fmla="*/ 860833 w 1572439"/>
                  <a:gd name="connsiteY8" fmla="*/ 1418301 h 1725547"/>
                  <a:gd name="connsiteX9" fmla="*/ 917681 w 1572439"/>
                  <a:gd name="connsiteY9" fmla="*/ 1170608 h 1725547"/>
                  <a:gd name="connsiteX10" fmla="*/ 940690 w 1572439"/>
                  <a:gd name="connsiteY10" fmla="*/ 1052853 h 1725547"/>
                  <a:gd name="connsiteX11" fmla="*/ 1081456 w 1572439"/>
                  <a:gd name="connsiteY11" fmla="*/ 1016308 h 1725547"/>
                  <a:gd name="connsiteX12" fmla="*/ 1136950 w 1572439"/>
                  <a:gd name="connsiteY12" fmla="*/ 979763 h 1725547"/>
                  <a:gd name="connsiteX13" fmla="*/ 1120708 w 1572439"/>
                  <a:gd name="connsiteY13" fmla="*/ 972995 h 1725547"/>
                  <a:gd name="connsiteX14" fmla="*/ 1020548 w 1572439"/>
                  <a:gd name="connsiteY14" fmla="*/ 1013601 h 1725547"/>
                  <a:gd name="connsiteX15" fmla="*/ 944751 w 1572439"/>
                  <a:gd name="connsiteY15" fmla="*/ 1033903 h 1725547"/>
                  <a:gd name="connsiteX16" fmla="*/ 1000245 w 1572439"/>
                  <a:gd name="connsiteY16" fmla="*/ 734777 h 1725547"/>
                  <a:gd name="connsiteX17" fmla="*/ 982649 w 1572439"/>
                  <a:gd name="connsiteY17" fmla="*/ 733424 h 1725547"/>
                  <a:gd name="connsiteX18" fmla="*/ 898732 w 1572439"/>
                  <a:gd name="connsiteY18" fmla="*/ 1169255 h 1725547"/>
                  <a:gd name="connsiteX19" fmla="*/ 893317 w 1572439"/>
                  <a:gd name="connsiteY19" fmla="*/ 1193618 h 1725547"/>
                  <a:gd name="connsiteX20" fmla="*/ 778269 w 1572439"/>
                  <a:gd name="connsiteY20" fmla="*/ 960814 h 1725547"/>
                  <a:gd name="connsiteX21" fmla="*/ 762027 w 1572439"/>
                  <a:gd name="connsiteY21" fmla="*/ 967581 h 1725547"/>
                  <a:gd name="connsiteX22" fmla="*/ 886550 w 1572439"/>
                  <a:gd name="connsiteY22" fmla="*/ 1215274 h 1725547"/>
                  <a:gd name="connsiteX23" fmla="*/ 887903 w 1572439"/>
                  <a:gd name="connsiteY23" fmla="*/ 1216627 h 1725547"/>
                  <a:gd name="connsiteX24" fmla="*/ 785037 w 1572439"/>
                  <a:gd name="connsiteY24" fmla="*/ 1571248 h 1725547"/>
                  <a:gd name="connsiteX25" fmla="*/ 771501 w 1572439"/>
                  <a:gd name="connsiteY25" fmla="*/ 1601025 h 1725547"/>
                  <a:gd name="connsiteX26" fmla="*/ 583363 w 1572439"/>
                  <a:gd name="connsiteY26" fmla="*/ 1358746 h 1725547"/>
                  <a:gd name="connsiteX27" fmla="*/ 569828 w 1572439"/>
                  <a:gd name="connsiteY27" fmla="*/ 1369574 h 1725547"/>
                  <a:gd name="connsiteX28" fmla="*/ 763381 w 1572439"/>
                  <a:gd name="connsiteY28" fmla="*/ 1615913 h 1725547"/>
                  <a:gd name="connsiteX29" fmla="*/ 764734 w 1572439"/>
                  <a:gd name="connsiteY29" fmla="*/ 1617267 h 1725547"/>
                  <a:gd name="connsiteX30" fmla="*/ 714654 w 1572439"/>
                  <a:gd name="connsiteY30" fmla="*/ 1724194 h 1725547"/>
                  <a:gd name="connsiteX31" fmla="*/ 1353 w 1572439"/>
                  <a:gd name="connsiteY31" fmla="*/ 1724194 h 1725547"/>
                  <a:gd name="connsiteX32" fmla="*/ 0 w 1572439"/>
                  <a:gd name="connsiteY32" fmla="*/ 1703892 h 1725547"/>
                  <a:gd name="connsiteX33" fmla="*/ 92039 w 1572439"/>
                  <a:gd name="connsiteY33" fmla="*/ 1559066 h 1725547"/>
                  <a:gd name="connsiteX34" fmla="*/ 239572 w 1572439"/>
                  <a:gd name="connsiteY34" fmla="*/ 1461613 h 1725547"/>
                  <a:gd name="connsiteX35" fmla="*/ 276116 w 1572439"/>
                  <a:gd name="connsiteY35" fmla="*/ 1408826 h 1725547"/>
                  <a:gd name="connsiteX36" fmla="*/ 230097 w 1572439"/>
                  <a:gd name="connsiteY36" fmla="*/ 1288364 h 1725547"/>
                  <a:gd name="connsiteX37" fmla="*/ 261228 w 1572439"/>
                  <a:gd name="connsiteY37" fmla="*/ 898552 h 1725547"/>
                  <a:gd name="connsiteX38" fmla="*/ 324843 w 1572439"/>
                  <a:gd name="connsiteY38" fmla="*/ 809221 h 1725547"/>
                  <a:gd name="connsiteX39" fmla="*/ 475082 w 1572439"/>
                  <a:gd name="connsiteY39" fmla="*/ 852533 h 1725547"/>
                  <a:gd name="connsiteX40" fmla="*/ 625322 w 1572439"/>
                  <a:gd name="connsiteY40" fmla="*/ 880957 h 1725547"/>
                  <a:gd name="connsiteX41" fmla="*/ 630736 w 1572439"/>
                  <a:gd name="connsiteY41" fmla="*/ 733424 h 1725547"/>
                  <a:gd name="connsiteX42" fmla="*/ 515688 w 1572439"/>
                  <a:gd name="connsiteY42" fmla="*/ 589952 h 1725547"/>
                  <a:gd name="connsiteX43" fmla="*/ 515688 w 1572439"/>
                  <a:gd name="connsiteY43" fmla="*/ 420763 h 1725547"/>
                  <a:gd name="connsiteX44" fmla="*/ 721422 w 1572439"/>
                  <a:gd name="connsiteY44" fmla="*/ 427530 h 1725547"/>
                  <a:gd name="connsiteX45" fmla="*/ 923095 w 1572439"/>
                  <a:gd name="connsiteY45" fmla="*/ 416702 h 1725547"/>
                  <a:gd name="connsiteX46" fmla="*/ 925802 w 1572439"/>
                  <a:gd name="connsiteY46" fmla="*/ 298947 h 1725547"/>
                  <a:gd name="connsiteX47" fmla="*/ 847298 w 1572439"/>
                  <a:gd name="connsiteY47" fmla="*/ 204201 h 1725547"/>
                  <a:gd name="connsiteX48" fmla="*/ 812107 w 1572439"/>
                  <a:gd name="connsiteY48" fmla="*/ 147353 h 1725547"/>
                  <a:gd name="connsiteX49" fmla="*/ 835117 w 1572439"/>
                  <a:gd name="connsiteY49" fmla="*/ 90506 h 1725547"/>
                  <a:gd name="connsiteX50" fmla="*/ 1154545 w 1572439"/>
                  <a:gd name="connsiteY50" fmla="*/ 33658 h 1725547"/>
                  <a:gd name="connsiteX51" fmla="*/ 1250645 w 1572439"/>
                  <a:gd name="connsiteY51" fmla="*/ 344966 h 1725547"/>
                  <a:gd name="connsiteX52" fmla="*/ 1237110 w 1572439"/>
                  <a:gd name="connsiteY52" fmla="*/ 469489 h 1725547"/>
                  <a:gd name="connsiteX53" fmla="*/ 1400884 w 1572439"/>
                  <a:gd name="connsiteY53" fmla="*/ 437005 h 1725547"/>
                  <a:gd name="connsiteX54" fmla="*/ 1499691 w 1572439"/>
                  <a:gd name="connsiteY54" fmla="*/ 529044 h 1725547"/>
                  <a:gd name="connsiteX55" fmla="*/ 1459086 w 1572439"/>
                  <a:gd name="connsiteY55" fmla="*/ 668455 h 1725547"/>
                  <a:gd name="connsiteX56" fmla="*/ 1272301 w 1572439"/>
                  <a:gd name="connsiteY56" fmla="*/ 883664 h 1725547"/>
                  <a:gd name="connsiteX57" fmla="*/ 1247938 w 1572439"/>
                  <a:gd name="connsiteY57" fmla="*/ 921562 h 1725547"/>
                  <a:gd name="connsiteX58" fmla="*/ 1281775 w 1572439"/>
                  <a:gd name="connsiteY58" fmla="*/ 985177 h 1725547"/>
                  <a:gd name="connsiteX59" fmla="*/ 1441490 w 1572439"/>
                  <a:gd name="connsiteY59" fmla="*/ 1043378 h 1725547"/>
                  <a:gd name="connsiteX60" fmla="*/ 1568720 w 1572439"/>
                  <a:gd name="connsiteY60" fmla="*/ 1147599 h 1725547"/>
                  <a:gd name="connsiteX61" fmla="*/ 1495630 w 1572439"/>
                  <a:gd name="connsiteY61" fmla="*/ 1305959 h 1725547"/>
                  <a:gd name="connsiteX62" fmla="*/ 1335916 w 1572439"/>
                  <a:gd name="connsiteY62" fmla="*/ 1399352 h 1725547"/>
                  <a:gd name="connsiteX63" fmla="*/ 1302078 w 1572439"/>
                  <a:gd name="connsiteY63" fmla="*/ 1439957 h 1725547"/>
                  <a:gd name="connsiteX64" fmla="*/ 1329148 w 1572439"/>
                  <a:gd name="connsiteY64" fmla="*/ 1511693 h 1725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572439" h="1725547">
                    <a:moveTo>
                      <a:pt x="1329148" y="1511693"/>
                    </a:moveTo>
                    <a:cubicBezTo>
                      <a:pt x="1394117" y="1583429"/>
                      <a:pt x="1460439" y="1653812"/>
                      <a:pt x="1525408" y="1725548"/>
                    </a:cubicBezTo>
                    <a:lnTo>
                      <a:pt x="734957" y="1725548"/>
                    </a:lnTo>
                    <a:cubicBezTo>
                      <a:pt x="762027" y="1668700"/>
                      <a:pt x="789097" y="1611853"/>
                      <a:pt x="813460" y="1553652"/>
                    </a:cubicBezTo>
                    <a:cubicBezTo>
                      <a:pt x="829703" y="1515754"/>
                      <a:pt x="843238" y="1476502"/>
                      <a:pt x="855419" y="1435897"/>
                    </a:cubicBezTo>
                    <a:cubicBezTo>
                      <a:pt x="855419" y="1435897"/>
                      <a:pt x="856773" y="1435897"/>
                      <a:pt x="856773" y="1435897"/>
                    </a:cubicBezTo>
                    <a:cubicBezTo>
                      <a:pt x="944751" y="1427775"/>
                      <a:pt x="1034083" y="1421008"/>
                      <a:pt x="1122061" y="1412887"/>
                    </a:cubicBezTo>
                    <a:cubicBezTo>
                      <a:pt x="1134243" y="1411533"/>
                      <a:pt x="1131536" y="1393938"/>
                      <a:pt x="1119354" y="1395291"/>
                    </a:cubicBezTo>
                    <a:cubicBezTo>
                      <a:pt x="1032729" y="1403412"/>
                      <a:pt x="947458" y="1410180"/>
                      <a:pt x="860833" y="1418301"/>
                    </a:cubicBezTo>
                    <a:cubicBezTo>
                      <a:pt x="883843" y="1337090"/>
                      <a:pt x="900085" y="1253172"/>
                      <a:pt x="917681" y="1170608"/>
                    </a:cubicBezTo>
                    <a:cubicBezTo>
                      <a:pt x="925802" y="1131356"/>
                      <a:pt x="933923" y="1092104"/>
                      <a:pt x="940690" y="1052853"/>
                    </a:cubicBezTo>
                    <a:cubicBezTo>
                      <a:pt x="988063" y="1040671"/>
                      <a:pt x="1034083" y="1028489"/>
                      <a:pt x="1081456" y="1016308"/>
                    </a:cubicBezTo>
                    <a:cubicBezTo>
                      <a:pt x="1104465" y="1009540"/>
                      <a:pt x="1128829" y="1005480"/>
                      <a:pt x="1136950" y="979763"/>
                    </a:cubicBezTo>
                    <a:cubicBezTo>
                      <a:pt x="1141010" y="968935"/>
                      <a:pt x="1123414" y="962167"/>
                      <a:pt x="1120708" y="972995"/>
                    </a:cubicBezTo>
                    <a:cubicBezTo>
                      <a:pt x="1111233" y="1000066"/>
                      <a:pt x="1044911" y="1006833"/>
                      <a:pt x="1020548" y="1013601"/>
                    </a:cubicBezTo>
                    <a:cubicBezTo>
                      <a:pt x="994831" y="1020368"/>
                      <a:pt x="970468" y="1027136"/>
                      <a:pt x="944751" y="1033903"/>
                    </a:cubicBezTo>
                    <a:cubicBezTo>
                      <a:pt x="963700" y="935097"/>
                      <a:pt x="982649" y="834937"/>
                      <a:pt x="1000245" y="734777"/>
                    </a:cubicBezTo>
                    <a:cubicBezTo>
                      <a:pt x="1001598" y="723949"/>
                      <a:pt x="984003" y="721242"/>
                      <a:pt x="982649" y="733424"/>
                    </a:cubicBezTo>
                    <a:cubicBezTo>
                      <a:pt x="956933" y="879603"/>
                      <a:pt x="929862" y="1024429"/>
                      <a:pt x="898732" y="1169255"/>
                    </a:cubicBezTo>
                    <a:cubicBezTo>
                      <a:pt x="897378" y="1177376"/>
                      <a:pt x="894671" y="1185497"/>
                      <a:pt x="893317" y="1193618"/>
                    </a:cubicBezTo>
                    <a:cubicBezTo>
                      <a:pt x="845945" y="1120528"/>
                      <a:pt x="808046" y="1043378"/>
                      <a:pt x="778269" y="960814"/>
                    </a:cubicBezTo>
                    <a:cubicBezTo>
                      <a:pt x="774209" y="949986"/>
                      <a:pt x="757966" y="956753"/>
                      <a:pt x="762027" y="967581"/>
                    </a:cubicBezTo>
                    <a:cubicBezTo>
                      <a:pt x="793158" y="1055560"/>
                      <a:pt x="835117" y="1136770"/>
                      <a:pt x="886550" y="1215274"/>
                    </a:cubicBezTo>
                    <a:cubicBezTo>
                      <a:pt x="886550" y="1216627"/>
                      <a:pt x="887903" y="1216627"/>
                      <a:pt x="887903" y="1216627"/>
                    </a:cubicBezTo>
                    <a:cubicBezTo>
                      <a:pt x="862187" y="1337090"/>
                      <a:pt x="836470" y="1457553"/>
                      <a:pt x="785037" y="1571248"/>
                    </a:cubicBezTo>
                    <a:cubicBezTo>
                      <a:pt x="780976" y="1580722"/>
                      <a:pt x="775562" y="1591550"/>
                      <a:pt x="771501" y="1601025"/>
                    </a:cubicBezTo>
                    <a:cubicBezTo>
                      <a:pt x="703826" y="1523875"/>
                      <a:pt x="641565" y="1442664"/>
                      <a:pt x="583363" y="1358746"/>
                    </a:cubicBezTo>
                    <a:cubicBezTo>
                      <a:pt x="576596" y="1349272"/>
                      <a:pt x="563061" y="1361453"/>
                      <a:pt x="569828" y="1369574"/>
                    </a:cubicBezTo>
                    <a:cubicBezTo>
                      <a:pt x="629383" y="1454846"/>
                      <a:pt x="694351" y="1537410"/>
                      <a:pt x="763381" y="1615913"/>
                    </a:cubicBezTo>
                    <a:cubicBezTo>
                      <a:pt x="763381" y="1615913"/>
                      <a:pt x="764734" y="1617267"/>
                      <a:pt x="764734" y="1617267"/>
                    </a:cubicBezTo>
                    <a:cubicBezTo>
                      <a:pt x="748492" y="1653812"/>
                      <a:pt x="730896" y="1689003"/>
                      <a:pt x="714654" y="1724194"/>
                    </a:cubicBezTo>
                    <a:lnTo>
                      <a:pt x="1353" y="1724194"/>
                    </a:lnTo>
                    <a:cubicBezTo>
                      <a:pt x="0" y="1717427"/>
                      <a:pt x="0" y="1710659"/>
                      <a:pt x="0" y="1703892"/>
                    </a:cubicBezTo>
                    <a:cubicBezTo>
                      <a:pt x="0" y="1644337"/>
                      <a:pt x="43312" y="1594257"/>
                      <a:pt x="92039" y="1559066"/>
                    </a:cubicBezTo>
                    <a:cubicBezTo>
                      <a:pt x="139412" y="1525228"/>
                      <a:pt x="194906" y="1500865"/>
                      <a:pt x="239572" y="1461613"/>
                    </a:cubicBezTo>
                    <a:cubicBezTo>
                      <a:pt x="255814" y="1446724"/>
                      <a:pt x="270702" y="1430482"/>
                      <a:pt x="276116" y="1408826"/>
                    </a:cubicBezTo>
                    <a:cubicBezTo>
                      <a:pt x="285591" y="1365514"/>
                      <a:pt x="251753" y="1326262"/>
                      <a:pt x="230097" y="1288364"/>
                    </a:cubicBezTo>
                    <a:cubicBezTo>
                      <a:pt x="162421" y="1170608"/>
                      <a:pt x="211148" y="1024429"/>
                      <a:pt x="261228" y="898552"/>
                    </a:cubicBezTo>
                    <a:cubicBezTo>
                      <a:pt x="274763" y="863361"/>
                      <a:pt x="291005" y="825463"/>
                      <a:pt x="324843" y="809221"/>
                    </a:cubicBezTo>
                    <a:cubicBezTo>
                      <a:pt x="373569" y="786211"/>
                      <a:pt x="430417" y="821402"/>
                      <a:pt x="475082" y="852533"/>
                    </a:cubicBezTo>
                    <a:cubicBezTo>
                      <a:pt x="519749" y="883664"/>
                      <a:pt x="582010" y="913441"/>
                      <a:pt x="625322" y="880957"/>
                    </a:cubicBezTo>
                    <a:cubicBezTo>
                      <a:pt x="668635" y="848472"/>
                      <a:pt x="659160" y="779443"/>
                      <a:pt x="630736" y="733424"/>
                    </a:cubicBezTo>
                    <a:cubicBezTo>
                      <a:pt x="598252" y="681990"/>
                      <a:pt x="548172" y="641385"/>
                      <a:pt x="515688" y="589952"/>
                    </a:cubicBezTo>
                    <a:cubicBezTo>
                      <a:pt x="483204" y="538518"/>
                      <a:pt x="471022" y="462721"/>
                      <a:pt x="515688" y="420763"/>
                    </a:cubicBezTo>
                    <a:cubicBezTo>
                      <a:pt x="568475" y="370683"/>
                      <a:pt x="653746" y="397753"/>
                      <a:pt x="721422" y="427530"/>
                    </a:cubicBezTo>
                    <a:cubicBezTo>
                      <a:pt x="789097" y="455954"/>
                      <a:pt x="879782" y="476257"/>
                      <a:pt x="923095" y="416702"/>
                    </a:cubicBezTo>
                    <a:cubicBezTo>
                      <a:pt x="947458" y="382864"/>
                      <a:pt x="943398" y="335491"/>
                      <a:pt x="925802" y="298947"/>
                    </a:cubicBezTo>
                    <a:cubicBezTo>
                      <a:pt x="906853" y="262402"/>
                      <a:pt x="877076" y="232624"/>
                      <a:pt x="847298" y="204201"/>
                    </a:cubicBezTo>
                    <a:cubicBezTo>
                      <a:pt x="831056" y="187959"/>
                      <a:pt x="814814" y="170363"/>
                      <a:pt x="812107" y="147353"/>
                    </a:cubicBezTo>
                    <a:cubicBezTo>
                      <a:pt x="810754" y="127051"/>
                      <a:pt x="821581" y="106748"/>
                      <a:pt x="835117" y="90506"/>
                    </a:cubicBezTo>
                    <a:cubicBezTo>
                      <a:pt x="908206" y="-1533"/>
                      <a:pt x="1054386" y="-28603"/>
                      <a:pt x="1154545" y="33658"/>
                    </a:cubicBezTo>
                    <a:cubicBezTo>
                      <a:pt x="1256059" y="95920"/>
                      <a:pt x="1299371" y="236685"/>
                      <a:pt x="1250645" y="344966"/>
                    </a:cubicBezTo>
                    <a:cubicBezTo>
                      <a:pt x="1231695" y="385571"/>
                      <a:pt x="1203272" y="438358"/>
                      <a:pt x="1237110" y="469489"/>
                    </a:cubicBezTo>
                    <a:cubicBezTo>
                      <a:pt x="1280422" y="510094"/>
                      <a:pt x="1342683" y="441065"/>
                      <a:pt x="1400884" y="437005"/>
                    </a:cubicBezTo>
                    <a:cubicBezTo>
                      <a:pt x="1449611" y="432944"/>
                      <a:pt x="1492923" y="480317"/>
                      <a:pt x="1499691" y="529044"/>
                    </a:cubicBezTo>
                    <a:cubicBezTo>
                      <a:pt x="1506458" y="577770"/>
                      <a:pt x="1484802" y="626496"/>
                      <a:pt x="1459086" y="668455"/>
                    </a:cubicBezTo>
                    <a:cubicBezTo>
                      <a:pt x="1407652" y="748313"/>
                      <a:pt x="1337269" y="813281"/>
                      <a:pt x="1272301" y="883664"/>
                    </a:cubicBezTo>
                    <a:cubicBezTo>
                      <a:pt x="1261473" y="894492"/>
                      <a:pt x="1250645" y="906673"/>
                      <a:pt x="1247938" y="921562"/>
                    </a:cubicBezTo>
                    <a:cubicBezTo>
                      <a:pt x="1242524" y="945925"/>
                      <a:pt x="1261473" y="970288"/>
                      <a:pt x="1281775" y="985177"/>
                    </a:cubicBezTo>
                    <a:cubicBezTo>
                      <a:pt x="1327795" y="1019015"/>
                      <a:pt x="1387349" y="1027136"/>
                      <a:pt x="1441490" y="1043378"/>
                    </a:cubicBezTo>
                    <a:cubicBezTo>
                      <a:pt x="1496984" y="1060974"/>
                      <a:pt x="1552478" y="1093458"/>
                      <a:pt x="1568720" y="1147599"/>
                    </a:cubicBezTo>
                    <a:cubicBezTo>
                      <a:pt x="1584962" y="1207153"/>
                      <a:pt x="1545710" y="1269415"/>
                      <a:pt x="1495630" y="1305959"/>
                    </a:cubicBezTo>
                    <a:cubicBezTo>
                      <a:pt x="1445550" y="1342504"/>
                      <a:pt x="1385996" y="1364160"/>
                      <a:pt x="1335916" y="1399352"/>
                    </a:cubicBezTo>
                    <a:cubicBezTo>
                      <a:pt x="1321027" y="1410180"/>
                      <a:pt x="1306138" y="1422361"/>
                      <a:pt x="1302078" y="1439957"/>
                    </a:cubicBezTo>
                    <a:cubicBezTo>
                      <a:pt x="1289897" y="1465674"/>
                      <a:pt x="1310199" y="1491390"/>
                      <a:pt x="1329148" y="1511693"/>
                    </a:cubicBezTo>
                    <a:close/>
                  </a:path>
                </a:pathLst>
              </a:custGeom>
              <a:solidFill>
                <a:schemeClr val="accent1">
                  <a:lumMod val="40000"/>
                  <a:lumOff val="60000"/>
                </a:schemeClr>
              </a:solidFill>
              <a:ln w="13514"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A77729BD-CDF0-402D-86AF-4329BA3FFEF4}"/>
                  </a:ext>
                </a:extLst>
              </p:cNvPr>
              <p:cNvSpPr/>
              <p:nvPr/>
            </p:nvSpPr>
            <p:spPr>
              <a:xfrm>
                <a:off x="7355753" y="4448781"/>
                <a:ext cx="1020353" cy="1128161"/>
              </a:xfrm>
              <a:custGeom>
                <a:avLst/>
                <a:gdLst>
                  <a:gd name="connsiteX0" fmla="*/ 154106 w 1020353"/>
                  <a:gd name="connsiteY0" fmla="*/ 988750 h 1128161"/>
                  <a:gd name="connsiteX1" fmla="*/ 26876 w 1020353"/>
                  <a:gd name="connsiteY1" fmla="*/ 1128161 h 1128161"/>
                  <a:gd name="connsiteX2" fmla="*/ 542564 w 1020353"/>
                  <a:gd name="connsiteY2" fmla="*/ 1128161 h 1128161"/>
                  <a:gd name="connsiteX3" fmla="*/ 491131 w 1020353"/>
                  <a:gd name="connsiteY3" fmla="*/ 1015820 h 1128161"/>
                  <a:gd name="connsiteX4" fmla="*/ 464060 w 1020353"/>
                  <a:gd name="connsiteY4" fmla="*/ 938670 h 1128161"/>
                  <a:gd name="connsiteX5" fmla="*/ 462707 w 1020353"/>
                  <a:gd name="connsiteY5" fmla="*/ 938670 h 1128161"/>
                  <a:gd name="connsiteX6" fmla="*/ 289458 w 1020353"/>
                  <a:gd name="connsiteY6" fmla="*/ 923781 h 1128161"/>
                  <a:gd name="connsiteX7" fmla="*/ 290811 w 1020353"/>
                  <a:gd name="connsiteY7" fmla="*/ 912953 h 1128161"/>
                  <a:gd name="connsiteX8" fmla="*/ 460000 w 1020353"/>
                  <a:gd name="connsiteY8" fmla="*/ 927842 h 1128161"/>
                  <a:gd name="connsiteX9" fmla="*/ 423455 w 1020353"/>
                  <a:gd name="connsiteY9" fmla="*/ 765420 h 1128161"/>
                  <a:gd name="connsiteX10" fmla="*/ 408567 w 1020353"/>
                  <a:gd name="connsiteY10" fmla="*/ 688270 h 1128161"/>
                  <a:gd name="connsiteX11" fmla="*/ 316528 w 1020353"/>
                  <a:gd name="connsiteY11" fmla="*/ 663907 h 1128161"/>
                  <a:gd name="connsiteX12" fmla="*/ 279983 w 1020353"/>
                  <a:gd name="connsiteY12" fmla="*/ 639544 h 1128161"/>
                  <a:gd name="connsiteX13" fmla="*/ 290811 w 1020353"/>
                  <a:gd name="connsiteY13" fmla="*/ 635483 h 1128161"/>
                  <a:gd name="connsiteX14" fmla="*/ 355780 w 1020353"/>
                  <a:gd name="connsiteY14" fmla="*/ 661200 h 1128161"/>
                  <a:gd name="connsiteX15" fmla="*/ 404506 w 1020353"/>
                  <a:gd name="connsiteY15" fmla="*/ 674735 h 1128161"/>
                  <a:gd name="connsiteX16" fmla="*/ 367961 w 1020353"/>
                  <a:gd name="connsiteY16" fmla="*/ 479829 h 1128161"/>
                  <a:gd name="connsiteX17" fmla="*/ 378789 w 1020353"/>
                  <a:gd name="connsiteY17" fmla="*/ 478476 h 1128161"/>
                  <a:gd name="connsiteX18" fmla="*/ 432930 w 1020353"/>
                  <a:gd name="connsiteY18" fmla="*/ 762713 h 1128161"/>
                  <a:gd name="connsiteX19" fmla="*/ 436990 w 1020353"/>
                  <a:gd name="connsiteY19" fmla="*/ 778955 h 1128161"/>
                  <a:gd name="connsiteX20" fmla="*/ 511433 w 1020353"/>
                  <a:gd name="connsiteY20" fmla="*/ 627362 h 1128161"/>
                  <a:gd name="connsiteX21" fmla="*/ 522262 w 1020353"/>
                  <a:gd name="connsiteY21" fmla="*/ 631423 h 1128161"/>
                  <a:gd name="connsiteX22" fmla="*/ 441051 w 1020353"/>
                  <a:gd name="connsiteY22" fmla="*/ 792490 h 1128161"/>
                  <a:gd name="connsiteX23" fmla="*/ 439697 w 1020353"/>
                  <a:gd name="connsiteY23" fmla="*/ 793844 h 1128161"/>
                  <a:gd name="connsiteX24" fmla="*/ 507373 w 1020353"/>
                  <a:gd name="connsiteY24" fmla="*/ 1025294 h 1128161"/>
                  <a:gd name="connsiteX25" fmla="*/ 516848 w 1020353"/>
                  <a:gd name="connsiteY25" fmla="*/ 1044244 h 1128161"/>
                  <a:gd name="connsiteX26" fmla="*/ 640017 w 1020353"/>
                  <a:gd name="connsiteY26" fmla="*/ 887236 h 1128161"/>
                  <a:gd name="connsiteX27" fmla="*/ 649492 w 1020353"/>
                  <a:gd name="connsiteY27" fmla="*/ 894004 h 1128161"/>
                  <a:gd name="connsiteX28" fmla="*/ 523615 w 1020353"/>
                  <a:gd name="connsiteY28" fmla="*/ 1055072 h 1128161"/>
                  <a:gd name="connsiteX29" fmla="*/ 522262 w 1020353"/>
                  <a:gd name="connsiteY29" fmla="*/ 1056425 h 1128161"/>
                  <a:gd name="connsiteX30" fmla="*/ 554746 w 1020353"/>
                  <a:gd name="connsiteY30" fmla="*/ 1126808 h 1128161"/>
                  <a:gd name="connsiteX31" fmla="*/ 1019000 w 1020353"/>
                  <a:gd name="connsiteY31" fmla="*/ 1126808 h 1128161"/>
                  <a:gd name="connsiteX32" fmla="*/ 1020354 w 1020353"/>
                  <a:gd name="connsiteY32" fmla="*/ 1113273 h 1128161"/>
                  <a:gd name="connsiteX33" fmla="*/ 960799 w 1020353"/>
                  <a:gd name="connsiteY33" fmla="*/ 1018527 h 1128161"/>
                  <a:gd name="connsiteX34" fmla="*/ 864700 w 1020353"/>
                  <a:gd name="connsiteY34" fmla="*/ 954912 h 1128161"/>
                  <a:gd name="connsiteX35" fmla="*/ 841690 w 1020353"/>
                  <a:gd name="connsiteY35" fmla="*/ 921074 h 1128161"/>
                  <a:gd name="connsiteX36" fmla="*/ 871468 w 1020353"/>
                  <a:gd name="connsiteY36" fmla="*/ 842570 h 1128161"/>
                  <a:gd name="connsiteX37" fmla="*/ 851165 w 1020353"/>
                  <a:gd name="connsiteY37" fmla="*/ 588110 h 1128161"/>
                  <a:gd name="connsiteX38" fmla="*/ 809206 w 1020353"/>
                  <a:gd name="connsiteY38" fmla="*/ 529909 h 1128161"/>
                  <a:gd name="connsiteX39" fmla="*/ 711753 w 1020353"/>
                  <a:gd name="connsiteY39" fmla="*/ 558333 h 1128161"/>
                  <a:gd name="connsiteX40" fmla="*/ 614300 w 1020353"/>
                  <a:gd name="connsiteY40" fmla="*/ 575929 h 1128161"/>
                  <a:gd name="connsiteX41" fmla="*/ 611593 w 1020353"/>
                  <a:gd name="connsiteY41" fmla="*/ 479829 h 1128161"/>
                  <a:gd name="connsiteX42" fmla="*/ 686037 w 1020353"/>
                  <a:gd name="connsiteY42" fmla="*/ 386437 h 1128161"/>
                  <a:gd name="connsiteX43" fmla="*/ 686037 w 1020353"/>
                  <a:gd name="connsiteY43" fmla="*/ 275449 h 1128161"/>
                  <a:gd name="connsiteX44" fmla="*/ 552039 w 1020353"/>
                  <a:gd name="connsiteY44" fmla="*/ 279510 h 1128161"/>
                  <a:gd name="connsiteX45" fmla="*/ 420748 w 1020353"/>
                  <a:gd name="connsiteY45" fmla="*/ 272742 h 1128161"/>
                  <a:gd name="connsiteX46" fmla="*/ 419395 w 1020353"/>
                  <a:gd name="connsiteY46" fmla="*/ 195592 h 1128161"/>
                  <a:gd name="connsiteX47" fmla="*/ 470828 w 1020353"/>
                  <a:gd name="connsiteY47" fmla="*/ 133330 h 1128161"/>
                  <a:gd name="connsiteX48" fmla="*/ 493838 w 1020353"/>
                  <a:gd name="connsiteY48" fmla="*/ 95432 h 1128161"/>
                  <a:gd name="connsiteX49" fmla="*/ 478949 w 1020353"/>
                  <a:gd name="connsiteY49" fmla="*/ 58887 h 1128161"/>
                  <a:gd name="connsiteX50" fmla="*/ 270508 w 1020353"/>
                  <a:gd name="connsiteY50" fmla="*/ 22342 h 1128161"/>
                  <a:gd name="connsiteX51" fmla="*/ 208247 w 1020353"/>
                  <a:gd name="connsiteY51" fmla="*/ 225369 h 1128161"/>
                  <a:gd name="connsiteX52" fmla="*/ 217721 w 1020353"/>
                  <a:gd name="connsiteY52" fmla="*/ 306580 h 1128161"/>
                  <a:gd name="connsiteX53" fmla="*/ 110794 w 1020353"/>
                  <a:gd name="connsiteY53" fmla="*/ 284924 h 1128161"/>
                  <a:gd name="connsiteX54" fmla="*/ 47179 w 1020353"/>
                  <a:gd name="connsiteY54" fmla="*/ 344478 h 1128161"/>
                  <a:gd name="connsiteX55" fmla="*/ 74249 w 1020353"/>
                  <a:gd name="connsiteY55" fmla="*/ 435163 h 1128161"/>
                  <a:gd name="connsiteX56" fmla="*/ 196065 w 1020353"/>
                  <a:gd name="connsiteY56" fmla="*/ 574575 h 1128161"/>
                  <a:gd name="connsiteX57" fmla="*/ 210954 w 1020353"/>
                  <a:gd name="connsiteY57" fmla="*/ 598938 h 1128161"/>
                  <a:gd name="connsiteX58" fmla="*/ 189298 w 1020353"/>
                  <a:gd name="connsiteY58" fmla="*/ 640897 h 1128161"/>
                  <a:gd name="connsiteX59" fmla="*/ 85077 w 1020353"/>
                  <a:gd name="connsiteY59" fmla="*/ 678796 h 1128161"/>
                  <a:gd name="connsiteX60" fmla="*/ 2513 w 1020353"/>
                  <a:gd name="connsiteY60" fmla="*/ 746471 h 1128161"/>
                  <a:gd name="connsiteX61" fmla="*/ 49886 w 1020353"/>
                  <a:gd name="connsiteY61" fmla="*/ 849338 h 1128161"/>
                  <a:gd name="connsiteX62" fmla="*/ 154106 w 1020353"/>
                  <a:gd name="connsiteY62" fmla="*/ 910246 h 1128161"/>
                  <a:gd name="connsiteX63" fmla="*/ 175763 w 1020353"/>
                  <a:gd name="connsiteY63" fmla="*/ 935963 h 1128161"/>
                  <a:gd name="connsiteX64" fmla="*/ 154106 w 1020353"/>
                  <a:gd name="connsiteY64" fmla="*/ 988750 h 1128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020353" h="1128161">
                    <a:moveTo>
                      <a:pt x="154106" y="988750"/>
                    </a:moveTo>
                    <a:cubicBezTo>
                      <a:pt x="112147" y="1034769"/>
                      <a:pt x="68835" y="1082142"/>
                      <a:pt x="26876" y="1128161"/>
                    </a:cubicBezTo>
                    <a:lnTo>
                      <a:pt x="542564" y="1128161"/>
                    </a:lnTo>
                    <a:cubicBezTo>
                      <a:pt x="524969" y="1091616"/>
                      <a:pt x="507373" y="1053718"/>
                      <a:pt x="491131" y="1015820"/>
                    </a:cubicBezTo>
                    <a:cubicBezTo>
                      <a:pt x="480303" y="991457"/>
                      <a:pt x="472182" y="965740"/>
                      <a:pt x="464060" y="938670"/>
                    </a:cubicBezTo>
                    <a:cubicBezTo>
                      <a:pt x="464060" y="938670"/>
                      <a:pt x="464060" y="938670"/>
                      <a:pt x="462707" y="938670"/>
                    </a:cubicBezTo>
                    <a:cubicBezTo>
                      <a:pt x="404506" y="933256"/>
                      <a:pt x="347659" y="929195"/>
                      <a:pt x="289458" y="923781"/>
                    </a:cubicBezTo>
                    <a:cubicBezTo>
                      <a:pt x="281336" y="923781"/>
                      <a:pt x="284044" y="911600"/>
                      <a:pt x="290811" y="912953"/>
                    </a:cubicBezTo>
                    <a:cubicBezTo>
                      <a:pt x="347659" y="918367"/>
                      <a:pt x="403152" y="922428"/>
                      <a:pt x="460000" y="927842"/>
                    </a:cubicBezTo>
                    <a:cubicBezTo>
                      <a:pt x="445111" y="875055"/>
                      <a:pt x="434283" y="819561"/>
                      <a:pt x="423455" y="765420"/>
                    </a:cubicBezTo>
                    <a:cubicBezTo>
                      <a:pt x="418041" y="739704"/>
                      <a:pt x="412627" y="713987"/>
                      <a:pt x="408567" y="688270"/>
                    </a:cubicBezTo>
                    <a:cubicBezTo>
                      <a:pt x="377436" y="680149"/>
                      <a:pt x="347659" y="672028"/>
                      <a:pt x="316528" y="663907"/>
                    </a:cubicBezTo>
                    <a:cubicBezTo>
                      <a:pt x="301639" y="659846"/>
                      <a:pt x="285397" y="657139"/>
                      <a:pt x="279983" y="639544"/>
                    </a:cubicBezTo>
                    <a:cubicBezTo>
                      <a:pt x="277276" y="632776"/>
                      <a:pt x="288104" y="628716"/>
                      <a:pt x="290811" y="635483"/>
                    </a:cubicBezTo>
                    <a:cubicBezTo>
                      <a:pt x="296225" y="653079"/>
                      <a:pt x="340891" y="657139"/>
                      <a:pt x="355780" y="661200"/>
                    </a:cubicBezTo>
                    <a:cubicBezTo>
                      <a:pt x="372022" y="665260"/>
                      <a:pt x="388264" y="670674"/>
                      <a:pt x="404506" y="674735"/>
                    </a:cubicBezTo>
                    <a:cubicBezTo>
                      <a:pt x="392324" y="609766"/>
                      <a:pt x="378789" y="544798"/>
                      <a:pt x="367961" y="479829"/>
                    </a:cubicBezTo>
                    <a:cubicBezTo>
                      <a:pt x="366608" y="473062"/>
                      <a:pt x="378789" y="471708"/>
                      <a:pt x="378789" y="478476"/>
                    </a:cubicBezTo>
                    <a:cubicBezTo>
                      <a:pt x="395032" y="573222"/>
                      <a:pt x="413981" y="667967"/>
                      <a:pt x="432930" y="762713"/>
                    </a:cubicBezTo>
                    <a:cubicBezTo>
                      <a:pt x="434283" y="768127"/>
                      <a:pt x="435637" y="773541"/>
                      <a:pt x="436990" y="778955"/>
                    </a:cubicBezTo>
                    <a:cubicBezTo>
                      <a:pt x="466767" y="731582"/>
                      <a:pt x="492484" y="681503"/>
                      <a:pt x="511433" y="627362"/>
                    </a:cubicBezTo>
                    <a:cubicBezTo>
                      <a:pt x="514140" y="620594"/>
                      <a:pt x="524969" y="624655"/>
                      <a:pt x="522262" y="631423"/>
                    </a:cubicBezTo>
                    <a:cubicBezTo>
                      <a:pt x="501959" y="688270"/>
                      <a:pt x="474889" y="742411"/>
                      <a:pt x="441051" y="792490"/>
                    </a:cubicBezTo>
                    <a:cubicBezTo>
                      <a:pt x="441051" y="792490"/>
                      <a:pt x="439697" y="793844"/>
                      <a:pt x="439697" y="793844"/>
                    </a:cubicBezTo>
                    <a:cubicBezTo>
                      <a:pt x="455940" y="872348"/>
                      <a:pt x="473535" y="950851"/>
                      <a:pt x="507373" y="1025294"/>
                    </a:cubicBezTo>
                    <a:cubicBezTo>
                      <a:pt x="510080" y="1032062"/>
                      <a:pt x="512787" y="1037476"/>
                      <a:pt x="516848" y="1044244"/>
                    </a:cubicBezTo>
                    <a:cubicBezTo>
                      <a:pt x="560160" y="994164"/>
                      <a:pt x="602119" y="941377"/>
                      <a:pt x="640017" y="887236"/>
                    </a:cubicBezTo>
                    <a:cubicBezTo>
                      <a:pt x="644078" y="881822"/>
                      <a:pt x="653552" y="888590"/>
                      <a:pt x="649492" y="894004"/>
                    </a:cubicBezTo>
                    <a:cubicBezTo>
                      <a:pt x="610240" y="949498"/>
                      <a:pt x="568281" y="1003638"/>
                      <a:pt x="523615" y="1055072"/>
                    </a:cubicBezTo>
                    <a:cubicBezTo>
                      <a:pt x="523615" y="1055072"/>
                      <a:pt x="522262" y="1055072"/>
                      <a:pt x="522262" y="1056425"/>
                    </a:cubicBezTo>
                    <a:cubicBezTo>
                      <a:pt x="533090" y="1079435"/>
                      <a:pt x="543918" y="1103798"/>
                      <a:pt x="554746" y="1126808"/>
                    </a:cubicBezTo>
                    <a:lnTo>
                      <a:pt x="1019000" y="1126808"/>
                    </a:lnTo>
                    <a:cubicBezTo>
                      <a:pt x="1020354" y="1122747"/>
                      <a:pt x="1020354" y="1118687"/>
                      <a:pt x="1020354" y="1113273"/>
                    </a:cubicBezTo>
                    <a:cubicBezTo>
                      <a:pt x="1020354" y="1074021"/>
                      <a:pt x="991930" y="1041537"/>
                      <a:pt x="960799" y="1018527"/>
                    </a:cubicBezTo>
                    <a:cubicBezTo>
                      <a:pt x="929669" y="995517"/>
                      <a:pt x="893124" y="980629"/>
                      <a:pt x="864700" y="954912"/>
                    </a:cubicBezTo>
                    <a:cubicBezTo>
                      <a:pt x="853872" y="945437"/>
                      <a:pt x="844397" y="934609"/>
                      <a:pt x="841690" y="921074"/>
                    </a:cubicBezTo>
                    <a:cubicBezTo>
                      <a:pt x="834923" y="892650"/>
                      <a:pt x="857932" y="868287"/>
                      <a:pt x="871468" y="842570"/>
                    </a:cubicBezTo>
                    <a:cubicBezTo>
                      <a:pt x="914780" y="766774"/>
                      <a:pt x="883649" y="670674"/>
                      <a:pt x="851165" y="588110"/>
                    </a:cubicBezTo>
                    <a:cubicBezTo>
                      <a:pt x="841690" y="565100"/>
                      <a:pt x="830862" y="540737"/>
                      <a:pt x="809206" y="529909"/>
                    </a:cubicBezTo>
                    <a:cubicBezTo>
                      <a:pt x="776722" y="515021"/>
                      <a:pt x="740177" y="538030"/>
                      <a:pt x="711753" y="558333"/>
                    </a:cubicBezTo>
                    <a:cubicBezTo>
                      <a:pt x="681976" y="578636"/>
                      <a:pt x="642724" y="597585"/>
                      <a:pt x="614300" y="575929"/>
                    </a:cubicBezTo>
                    <a:cubicBezTo>
                      <a:pt x="585877" y="554272"/>
                      <a:pt x="592644" y="509607"/>
                      <a:pt x="611593" y="479829"/>
                    </a:cubicBezTo>
                    <a:cubicBezTo>
                      <a:pt x="633249" y="445992"/>
                      <a:pt x="665734" y="420275"/>
                      <a:pt x="686037" y="386437"/>
                    </a:cubicBezTo>
                    <a:cubicBezTo>
                      <a:pt x="707693" y="352599"/>
                      <a:pt x="714460" y="303873"/>
                      <a:pt x="686037" y="275449"/>
                    </a:cubicBezTo>
                    <a:cubicBezTo>
                      <a:pt x="652199" y="242965"/>
                      <a:pt x="596705" y="260560"/>
                      <a:pt x="552039" y="279510"/>
                    </a:cubicBezTo>
                    <a:cubicBezTo>
                      <a:pt x="508726" y="298459"/>
                      <a:pt x="449172" y="310640"/>
                      <a:pt x="420748" y="272742"/>
                    </a:cubicBezTo>
                    <a:cubicBezTo>
                      <a:pt x="404506" y="251086"/>
                      <a:pt x="407213" y="219955"/>
                      <a:pt x="419395" y="195592"/>
                    </a:cubicBezTo>
                    <a:cubicBezTo>
                      <a:pt x="431576" y="171229"/>
                      <a:pt x="451879" y="152279"/>
                      <a:pt x="470828" y="133330"/>
                    </a:cubicBezTo>
                    <a:cubicBezTo>
                      <a:pt x="481656" y="122502"/>
                      <a:pt x="492484" y="110321"/>
                      <a:pt x="493838" y="95432"/>
                    </a:cubicBezTo>
                    <a:cubicBezTo>
                      <a:pt x="495191" y="81897"/>
                      <a:pt x="487070" y="69715"/>
                      <a:pt x="478949" y="58887"/>
                    </a:cubicBezTo>
                    <a:cubicBezTo>
                      <a:pt x="431576" y="-2021"/>
                      <a:pt x="336830" y="-18263"/>
                      <a:pt x="270508" y="22342"/>
                    </a:cubicBezTo>
                    <a:cubicBezTo>
                      <a:pt x="204186" y="62948"/>
                      <a:pt x="175763" y="154987"/>
                      <a:pt x="208247" y="225369"/>
                    </a:cubicBezTo>
                    <a:cubicBezTo>
                      <a:pt x="220428" y="252439"/>
                      <a:pt x="239378" y="286277"/>
                      <a:pt x="217721" y="306580"/>
                    </a:cubicBezTo>
                    <a:cubicBezTo>
                      <a:pt x="189298" y="333650"/>
                      <a:pt x="148692" y="288984"/>
                      <a:pt x="110794" y="284924"/>
                    </a:cubicBezTo>
                    <a:cubicBezTo>
                      <a:pt x="78310" y="282217"/>
                      <a:pt x="51239" y="313347"/>
                      <a:pt x="47179" y="344478"/>
                    </a:cubicBezTo>
                    <a:cubicBezTo>
                      <a:pt x="43118" y="376962"/>
                      <a:pt x="56654" y="408093"/>
                      <a:pt x="74249" y="435163"/>
                    </a:cubicBezTo>
                    <a:cubicBezTo>
                      <a:pt x="108087" y="487950"/>
                      <a:pt x="154106" y="529909"/>
                      <a:pt x="196065" y="574575"/>
                    </a:cubicBezTo>
                    <a:cubicBezTo>
                      <a:pt x="202833" y="581343"/>
                      <a:pt x="209600" y="589464"/>
                      <a:pt x="210954" y="598938"/>
                    </a:cubicBezTo>
                    <a:cubicBezTo>
                      <a:pt x="213661" y="615181"/>
                      <a:pt x="201479" y="630069"/>
                      <a:pt x="189298" y="640897"/>
                    </a:cubicBezTo>
                    <a:cubicBezTo>
                      <a:pt x="159520" y="662553"/>
                      <a:pt x="120269" y="667967"/>
                      <a:pt x="85077" y="678796"/>
                    </a:cubicBezTo>
                    <a:cubicBezTo>
                      <a:pt x="49886" y="689624"/>
                      <a:pt x="11988" y="711280"/>
                      <a:pt x="2513" y="746471"/>
                    </a:cubicBezTo>
                    <a:cubicBezTo>
                      <a:pt x="-8315" y="785723"/>
                      <a:pt x="17402" y="824975"/>
                      <a:pt x="49886" y="849338"/>
                    </a:cubicBezTo>
                    <a:cubicBezTo>
                      <a:pt x="82370" y="873701"/>
                      <a:pt x="121622" y="887236"/>
                      <a:pt x="154106" y="910246"/>
                    </a:cubicBezTo>
                    <a:cubicBezTo>
                      <a:pt x="163581" y="917013"/>
                      <a:pt x="173055" y="925135"/>
                      <a:pt x="175763" y="935963"/>
                    </a:cubicBezTo>
                    <a:cubicBezTo>
                      <a:pt x="179823" y="958972"/>
                      <a:pt x="166288" y="976568"/>
                      <a:pt x="154106" y="988750"/>
                    </a:cubicBezTo>
                    <a:close/>
                  </a:path>
                </a:pathLst>
              </a:custGeom>
              <a:solidFill>
                <a:schemeClr val="accent1">
                  <a:lumMod val="40000"/>
                  <a:lumOff val="60000"/>
                </a:schemeClr>
              </a:solidFill>
              <a:ln w="13514"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DB070635-4B96-4B71-BA93-B94561AD7565}"/>
                  </a:ext>
                </a:extLst>
              </p:cNvPr>
              <p:cNvSpPr/>
              <p:nvPr/>
            </p:nvSpPr>
            <p:spPr>
              <a:xfrm>
                <a:off x="7027731" y="4338839"/>
                <a:ext cx="4270328" cy="1289896"/>
              </a:xfrm>
              <a:custGeom>
                <a:avLst/>
                <a:gdLst>
                  <a:gd name="connsiteX0" fmla="*/ 4270329 w 4270328"/>
                  <a:gd name="connsiteY0" fmla="*/ 1289897 h 1289896"/>
                  <a:gd name="connsiteX1" fmla="*/ 0 w 4270328"/>
                  <a:gd name="connsiteY1" fmla="*/ 1289897 h 1289896"/>
                  <a:gd name="connsiteX2" fmla="*/ 426356 w 4270328"/>
                  <a:gd name="connsiteY2" fmla="*/ 847298 h 1289896"/>
                  <a:gd name="connsiteX3" fmla="*/ 690291 w 4270328"/>
                  <a:gd name="connsiteY3" fmla="*/ 787744 h 1289896"/>
                  <a:gd name="connsiteX4" fmla="*/ 981296 w 4270328"/>
                  <a:gd name="connsiteY4" fmla="*/ 372216 h 1289896"/>
                  <a:gd name="connsiteX5" fmla="*/ 2026207 w 4270328"/>
                  <a:gd name="connsiteY5" fmla="*/ 0 h 1289896"/>
                  <a:gd name="connsiteX6" fmla="*/ 3305275 w 4270328"/>
                  <a:gd name="connsiteY6" fmla="*/ 663221 h 1289896"/>
                  <a:gd name="connsiteX7" fmla="*/ 3387839 w 4270328"/>
                  <a:gd name="connsiteY7" fmla="*/ 659160 h 1289896"/>
                  <a:gd name="connsiteX8" fmla="*/ 4118736 w 4270328"/>
                  <a:gd name="connsiteY8" fmla="*/ 1235756 h 1289896"/>
                  <a:gd name="connsiteX9" fmla="*/ 4118736 w 4270328"/>
                  <a:gd name="connsiteY9" fmla="*/ 1243877 h 1289896"/>
                  <a:gd name="connsiteX10" fmla="*/ 4270329 w 4270328"/>
                  <a:gd name="connsiteY10" fmla="*/ 1289897 h 128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70328" h="1289896">
                    <a:moveTo>
                      <a:pt x="4270329" y="1289897"/>
                    </a:moveTo>
                    <a:lnTo>
                      <a:pt x="0" y="1289897"/>
                    </a:lnTo>
                    <a:cubicBezTo>
                      <a:pt x="44666" y="1094991"/>
                      <a:pt x="207087" y="931216"/>
                      <a:pt x="426356" y="847298"/>
                    </a:cubicBezTo>
                    <a:cubicBezTo>
                      <a:pt x="507567" y="816168"/>
                      <a:pt x="596899" y="794511"/>
                      <a:pt x="690291" y="787744"/>
                    </a:cubicBezTo>
                    <a:cubicBezTo>
                      <a:pt x="748492" y="632090"/>
                      <a:pt x="848652" y="491325"/>
                      <a:pt x="981296" y="372216"/>
                    </a:cubicBezTo>
                    <a:cubicBezTo>
                      <a:pt x="1235756" y="143472"/>
                      <a:pt x="1610679" y="0"/>
                      <a:pt x="2026207" y="0"/>
                    </a:cubicBezTo>
                    <a:cubicBezTo>
                      <a:pt x="2600096" y="0"/>
                      <a:pt x="3091420" y="273409"/>
                      <a:pt x="3305275" y="663221"/>
                    </a:cubicBezTo>
                    <a:cubicBezTo>
                      <a:pt x="3332345" y="660514"/>
                      <a:pt x="3359416" y="659160"/>
                      <a:pt x="3387839" y="659160"/>
                    </a:cubicBezTo>
                    <a:cubicBezTo>
                      <a:pt x="3791186" y="659160"/>
                      <a:pt x="4118736" y="917681"/>
                      <a:pt x="4118736" y="1235756"/>
                    </a:cubicBezTo>
                    <a:cubicBezTo>
                      <a:pt x="4118736" y="1238463"/>
                      <a:pt x="4118736" y="1241170"/>
                      <a:pt x="4118736" y="1243877"/>
                    </a:cubicBezTo>
                    <a:cubicBezTo>
                      <a:pt x="4174230" y="1251999"/>
                      <a:pt x="4224310" y="1268240"/>
                      <a:pt x="4270329" y="1289897"/>
                    </a:cubicBezTo>
                    <a:close/>
                  </a:path>
                </a:pathLst>
              </a:custGeom>
              <a:solidFill>
                <a:schemeClr val="accent1">
                  <a:lumMod val="40000"/>
                  <a:lumOff val="60000"/>
                  <a:alpha val="50000"/>
                </a:schemeClr>
              </a:solidFill>
              <a:ln w="13514"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6C6E3716-A6E2-41BD-B869-F5BA53266A4B}"/>
                  </a:ext>
                </a:extLst>
              </p:cNvPr>
              <p:cNvSpPr/>
              <p:nvPr/>
            </p:nvSpPr>
            <p:spPr>
              <a:xfrm>
                <a:off x="7721008" y="4572636"/>
                <a:ext cx="3317456" cy="1004305"/>
              </a:xfrm>
              <a:custGeom>
                <a:avLst/>
                <a:gdLst>
                  <a:gd name="connsiteX0" fmla="*/ 0 w 3317456"/>
                  <a:gd name="connsiteY0" fmla="*/ 1004306 h 1004305"/>
                  <a:gd name="connsiteX1" fmla="*/ 3317457 w 3317456"/>
                  <a:gd name="connsiteY1" fmla="*/ 1004306 h 1004305"/>
                  <a:gd name="connsiteX2" fmla="*/ 2985847 w 3317456"/>
                  <a:gd name="connsiteY2" fmla="*/ 660514 h 1004305"/>
                  <a:gd name="connsiteX3" fmla="*/ 2780113 w 3317456"/>
                  <a:gd name="connsiteY3" fmla="*/ 613141 h 1004305"/>
                  <a:gd name="connsiteX4" fmla="*/ 2554076 w 3317456"/>
                  <a:gd name="connsiteY4" fmla="*/ 289651 h 1004305"/>
                  <a:gd name="connsiteX5" fmla="*/ 1741969 w 3317456"/>
                  <a:gd name="connsiteY5" fmla="*/ 0 h 1004305"/>
                  <a:gd name="connsiteX6" fmla="*/ 747138 w 3317456"/>
                  <a:gd name="connsiteY6" fmla="*/ 515688 h 1004305"/>
                  <a:gd name="connsiteX7" fmla="*/ 683523 w 3317456"/>
                  <a:gd name="connsiteY7" fmla="*/ 512981 h 1004305"/>
                  <a:gd name="connsiteX8" fmla="*/ 115048 w 3317456"/>
                  <a:gd name="connsiteY8" fmla="*/ 960993 h 1004305"/>
                  <a:gd name="connsiteX9" fmla="*/ 115048 w 3317456"/>
                  <a:gd name="connsiteY9" fmla="*/ 967761 h 1004305"/>
                  <a:gd name="connsiteX10" fmla="*/ 0 w 3317456"/>
                  <a:gd name="connsiteY10" fmla="*/ 1004306 h 100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17456" h="1004305">
                    <a:moveTo>
                      <a:pt x="0" y="1004306"/>
                    </a:moveTo>
                    <a:lnTo>
                      <a:pt x="3317457" y="1004306"/>
                    </a:lnTo>
                    <a:cubicBezTo>
                      <a:pt x="3282265" y="852712"/>
                      <a:pt x="3156389" y="725482"/>
                      <a:pt x="2985847" y="660514"/>
                    </a:cubicBezTo>
                    <a:cubicBezTo>
                      <a:pt x="2922231" y="636151"/>
                      <a:pt x="2853203" y="619908"/>
                      <a:pt x="2780113" y="613141"/>
                    </a:cubicBezTo>
                    <a:cubicBezTo>
                      <a:pt x="2735447" y="492678"/>
                      <a:pt x="2656943" y="381690"/>
                      <a:pt x="2554076" y="289651"/>
                    </a:cubicBezTo>
                    <a:cubicBezTo>
                      <a:pt x="2356464" y="112342"/>
                      <a:pt x="2065459" y="0"/>
                      <a:pt x="1741969" y="0"/>
                    </a:cubicBezTo>
                    <a:cubicBezTo>
                      <a:pt x="1296664" y="0"/>
                      <a:pt x="913620" y="212501"/>
                      <a:pt x="747138" y="515688"/>
                    </a:cubicBezTo>
                    <a:cubicBezTo>
                      <a:pt x="725482" y="514334"/>
                      <a:pt x="705180" y="512981"/>
                      <a:pt x="683523" y="512981"/>
                    </a:cubicBezTo>
                    <a:cubicBezTo>
                      <a:pt x="369509" y="512981"/>
                      <a:pt x="115048" y="713301"/>
                      <a:pt x="115048" y="960993"/>
                    </a:cubicBezTo>
                    <a:cubicBezTo>
                      <a:pt x="115048" y="963700"/>
                      <a:pt x="115048" y="965054"/>
                      <a:pt x="115048" y="967761"/>
                    </a:cubicBezTo>
                    <a:cubicBezTo>
                      <a:pt x="74443" y="975882"/>
                      <a:pt x="35191" y="988063"/>
                      <a:pt x="0" y="1004306"/>
                    </a:cubicBezTo>
                    <a:close/>
                  </a:path>
                </a:pathLst>
              </a:custGeom>
              <a:solidFill>
                <a:schemeClr val="accent1">
                  <a:lumMod val="60000"/>
                  <a:lumOff val="40000"/>
                  <a:alpha val="70000"/>
                </a:schemeClr>
              </a:solidFill>
              <a:ln w="13514"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80480FDE-EBBC-41A2-837B-1FA921E20AA9}"/>
                  </a:ext>
                </a:extLst>
              </p:cNvPr>
              <p:cNvSpPr/>
              <p:nvPr/>
            </p:nvSpPr>
            <p:spPr>
              <a:xfrm>
                <a:off x="8229928" y="4419290"/>
                <a:ext cx="607726" cy="1157714"/>
              </a:xfrm>
              <a:custGeom>
                <a:avLst/>
                <a:gdLst>
                  <a:gd name="connsiteX0" fmla="*/ 596899 w 607726"/>
                  <a:gd name="connsiteY0" fmla="*/ 624369 h 1157714"/>
                  <a:gd name="connsiteX1" fmla="*/ 596899 w 607726"/>
                  <a:gd name="connsiteY1" fmla="*/ 624369 h 1157714"/>
                  <a:gd name="connsiteX2" fmla="*/ 484557 w 607726"/>
                  <a:gd name="connsiteY2" fmla="*/ 624369 h 1157714"/>
                  <a:gd name="connsiteX3" fmla="*/ 512981 w 607726"/>
                  <a:gd name="connsiteY3" fmla="*/ 483603 h 1157714"/>
                  <a:gd name="connsiteX4" fmla="*/ 514334 w 607726"/>
                  <a:gd name="connsiteY4" fmla="*/ 483603 h 1157714"/>
                  <a:gd name="connsiteX5" fmla="*/ 514334 w 607726"/>
                  <a:gd name="connsiteY5" fmla="*/ 482250 h 1157714"/>
                  <a:gd name="connsiteX6" fmla="*/ 605020 w 607726"/>
                  <a:gd name="connsiteY6" fmla="*/ 428109 h 1157714"/>
                  <a:gd name="connsiteX7" fmla="*/ 605020 w 607726"/>
                  <a:gd name="connsiteY7" fmla="*/ 428109 h 1157714"/>
                  <a:gd name="connsiteX8" fmla="*/ 607727 w 607726"/>
                  <a:gd name="connsiteY8" fmla="*/ 422695 h 1157714"/>
                  <a:gd name="connsiteX9" fmla="*/ 596899 w 607726"/>
                  <a:gd name="connsiteY9" fmla="*/ 417281 h 1157714"/>
                  <a:gd name="connsiteX10" fmla="*/ 595545 w 607726"/>
                  <a:gd name="connsiteY10" fmla="*/ 417281 h 1157714"/>
                  <a:gd name="connsiteX11" fmla="*/ 595545 w 607726"/>
                  <a:gd name="connsiteY11" fmla="*/ 417281 h 1157714"/>
                  <a:gd name="connsiteX12" fmla="*/ 510274 w 607726"/>
                  <a:gd name="connsiteY12" fmla="*/ 430816 h 1157714"/>
                  <a:gd name="connsiteX13" fmla="*/ 506213 w 607726"/>
                  <a:gd name="connsiteY13" fmla="*/ 395625 h 1157714"/>
                  <a:gd name="connsiteX14" fmla="*/ 489971 w 607726"/>
                  <a:gd name="connsiteY14" fmla="*/ 323889 h 1157714"/>
                  <a:gd name="connsiteX15" fmla="*/ 600959 w 607726"/>
                  <a:gd name="connsiteY15" fmla="*/ 238618 h 1157714"/>
                  <a:gd name="connsiteX16" fmla="*/ 590131 w 607726"/>
                  <a:gd name="connsiteY16" fmla="*/ 235910 h 1157714"/>
                  <a:gd name="connsiteX17" fmla="*/ 588778 w 607726"/>
                  <a:gd name="connsiteY17" fmla="*/ 235910 h 1157714"/>
                  <a:gd name="connsiteX18" fmla="*/ 588778 w 607726"/>
                  <a:gd name="connsiteY18" fmla="*/ 235910 h 1157714"/>
                  <a:gd name="connsiteX19" fmla="*/ 487264 w 607726"/>
                  <a:gd name="connsiteY19" fmla="*/ 313061 h 1157714"/>
                  <a:gd name="connsiteX20" fmla="*/ 434477 w 607726"/>
                  <a:gd name="connsiteY20" fmla="*/ 176356 h 1157714"/>
                  <a:gd name="connsiteX21" fmla="*/ 546819 w 607726"/>
                  <a:gd name="connsiteY21" fmla="*/ 91085 h 1157714"/>
                  <a:gd name="connsiteX22" fmla="*/ 535991 w 607726"/>
                  <a:gd name="connsiteY22" fmla="*/ 88378 h 1157714"/>
                  <a:gd name="connsiteX23" fmla="*/ 534637 w 607726"/>
                  <a:gd name="connsiteY23" fmla="*/ 88378 h 1157714"/>
                  <a:gd name="connsiteX24" fmla="*/ 534637 w 607726"/>
                  <a:gd name="connsiteY24" fmla="*/ 88378 h 1157714"/>
                  <a:gd name="connsiteX25" fmla="*/ 433124 w 607726"/>
                  <a:gd name="connsiteY25" fmla="*/ 170942 h 1157714"/>
                  <a:gd name="connsiteX26" fmla="*/ 397932 w 607726"/>
                  <a:gd name="connsiteY26" fmla="*/ 96499 h 1157714"/>
                  <a:gd name="connsiteX27" fmla="*/ 393872 w 607726"/>
                  <a:gd name="connsiteY27" fmla="*/ 92438 h 1157714"/>
                  <a:gd name="connsiteX28" fmla="*/ 299126 w 607726"/>
                  <a:gd name="connsiteY28" fmla="*/ 400 h 1157714"/>
                  <a:gd name="connsiteX29" fmla="*/ 299126 w 607726"/>
                  <a:gd name="connsiteY29" fmla="*/ 400 h 1157714"/>
                  <a:gd name="connsiteX30" fmla="*/ 297773 w 607726"/>
                  <a:gd name="connsiteY30" fmla="*/ 400 h 1157714"/>
                  <a:gd name="connsiteX31" fmla="*/ 286944 w 607726"/>
                  <a:gd name="connsiteY31" fmla="*/ 1753 h 1157714"/>
                  <a:gd name="connsiteX32" fmla="*/ 288298 w 607726"/>
                  <a:gd name="connsiteY32" fmla="*/ 8521 h 1157714"/>
                  <a:gd name="connsiteX33" fmla="*/ 288298 w 607726"/>
                  <a:gd name="connsiteY33" fmla="*/ 8521 h 1157714"/>
                  <a:gd name="connsiteX34" fmla="*/ 387104 w 607726"/>
                  <a:gd name="connsiteY34" fmla="*/ 95145 h 1157714"/>
                  <a:gd name="connsiteX35" fmla="*/ 385751 w 607726"/>
                  <a:gd name="connsiteY35" fmla="*/ 103266 h 1157714"/>
                  <a:gd name="connsiteX36" fmla="*/ 404700 w 607726"/>
                  <a:gd name="connsiteY36" fmla="*/ 142518 h 1157714"/>
                  <a:gd name="connsiteX37" fmla="*/ 303187 w 607726"/>
                  <a:gd name="connsiteY37" fmla="*/ 135751 h 1157714"/>
                  <a:gd name="connsiteX38" fmla="*/ 303187 w 607726"/>
                  <a:gd name="connsiteY38" fmla="*/ 135751 h 1157714"/>
                  <a:gd name="connsiteX39" fmla="*/ 301833 w 607726"/>
                  <a:gd name="connsiteY39" fmla="*/ 137104 h 1157714"/>
                  <a:gd name="connsiteX40" fmla="*/ 292359 w 607726"/>
                  <a:gd name="connsiteY40" fmla="*/ 143872 h 1157714"/>
                  <a:gd name="connsiteX41" fmla="*/ 296419 w 607726"/>
                  <a:gd name="connsiteY41" fmla="*/ 149286 h 1157714"/>
                  <a:gd name="connsiteX42" fmla="*/ 296419 w 607726"/>
                  <a:gd name="connsiteY42" fmla="*/ 149286 h 1157714"/>
                  <a:gd name="connsiteX43" fmla="*/ 296419 w 607726"/>
                  <a:gd name="connsiteY43" fmla="*/ 149286 h 1157714"/>
                  <a:gd name="connsiteX44" fmla="*/ 422296 w 607726"/>
                  <a:gd name="connsiteY44" fmla="*/ 180417 h 1157714"/>
                  <a:gd name="connsiteX45" fmla="*/ 452073 w 607726"/>
                  <a:gd name="connsiteY45" fmla="*/ 252153 h 1157714"/>
                  <a:gd name="connsiteX46" fmla="*/ 391165 w 607726"/>
                  <a:gd name="connsiteY46" fmla="*/ 237264 h 1157714"/>
                  <a:gd name="connsiteX47" fmla="*/ 391165 w 607726"/>
                  <a:gd name="connsiteY47" fmla="*/ 237264 h 1157714"/>
                  <a:gd name="connsiteX48" fmla="*/ 389811 w 607726"/>
                  <a:gd name="connsiteY48" fmla="*/ 237264 h 1157714"/>
                  <a:gd name="connsiteX49" fmla="*/ 378983 w 607726"/>
                  <a:gd name="connsiteY49" fmla="*/ 238618 h 1157714"/>
                  <a:gd name="connsiteX50" fmla="*/ 380337 w 607726"/>
                  <a:gd name="connsiteY50" fmla="*/ 244032 h 1157714"/>
                  <a:gd name="connsiteX51" fmla="*/ 380337 w 607726"/>
                  <a:gd name="connsiteY51" fmla="*/ 244032 h 1157714"/>
                  <a:gd name="connsiteX52" fmla="*/ 479143 w 607726"/>
                  <a:gd name="connsiteY52" fmla="*/ 330656 h 1157714"/>
                  <a:gd name="connsiteX53" fmla="*/ 499446 w 607726"/>
                  <a:gd name="connsiteY53" fmla="*/ 433523 h 1157714"/>
                  <a:gd name="connsiteX54" fmla="*/ 499446 w 607726"/>
                  <a:gd name="connsiteY54" fmla="*/ 444351 h 1157714"/>
                  <a:gd name="connsiteX55" fmla="*/ 391165 w 607726"/>
                  <a:gd name="connsiteY55" fmla="*/ 406453 h 1157714"/>
                  <a:gd name="connsiteX56" fmla="*/ 391165 w 607726"/>
                  <a:gd name="connsiteY56" fmla="*/ 406453 h 1157714"/>
                  <a:gd name="connsiteX57" fmla="*/ 378983 w 607726"/>
                  <a:gd name="connsiteY57" fmla="*/ 411867 h 1157714"/>
                  <a:gd name="connsiteX58" fmla="*/ 500799 w 607726"/>
                  <a:gd name="connsiteY58" fmla="*/ 483603 h 1157714"/>
                  <a:gd name="connsiteX59" fmla="*/ 471022 w 607726"/>
                  <a:gd name="connsiteY59" fmla="*/ 620308 h 1157714"/>
                  <a:gd name="connsiteX60" fmla="*/ 396579 w 607726"/>
                  <a:gd name="connsiteY60" fmla="*/ 528269 h 1157714"/>
                  <a:gd name="connsiteX61" fmla="*/ 396579 w 607726"/>
                  <a:gd name="connsiteY61" fmla="*/ 528269 h 1157714"/>
                  <a:gd name="connsiteX62" fmla="*/ 395225 w 607726"/>
                  <a:gd name="connsiteY62" fmla="*/ 528269 h 1157714"/>
                  <a:gd name="connsiteX63" fmla="*/ 383044 w 607726"/>
                  <a:gd name="connsiteY63" fmla="*/ 526916 h 1157714"/>
                  <a:gd name="connsiteX64" fmla="*/ 381690 w 607726"/>
                  <a:gd name="connsiteY64" fmla="*/ 532330 h 1157714"/>
                  <a:gd name="connsiteX65" fmla="*/ 381690 w 607726"/>
                  <a:gd name="connsiteY65" fmla="*/ 533683 h 1157714"/>
                  <a:gd name="connsiteX66" fmla="*/ 381690 w 607726"/>
                  <a:gd name="connsiteY66" fmla="*/ 533683 h 1157714"/>
                  <a:gd name="connsiteX67" fmla="*/ 456133 w 607726"/>
                  <a:gd name="connsiteY67" fmla="*/ 651439 h 1157714"/>
                  <a:gd name="connsiteX68" fmla="*/ 377630 w 607726"/>
                  <a:gd name="connsiteY68" fmla="*/ 758366 h 1157714"/>
                  <a:gd name="connsiteX69" fmla="*/ 377630 w 607726"/>
                  <a:gd name="connsiteY69" fmla="*/ 758366 h 1157714"/>
                  <a:gd name="connsiteX70" fmla="*/ 322136 w 607726"/>
                  <a:gd name="connsiteY70" fmla="*/ 656853 h 1157714"/>
                  <a:gd name="connsiteX71" fmla="*/ 322136 w 607726"/>
                  <a:gd name="connsiteY71" fmla="*/ 656853 h 1157714"/>
                  <a:gd name="connsiteX72" fmla="*/ 320782 w 607726"/>
                  <a:gd name="connsiteY72" fmla="*/ 656853 h 1157714"/>
                  <a:gd name="connsiteX73" fmla="*/ 308601 w 607726"/>
                  <a:gd name="connsiteY73" fmla="*/ 652792 h 1157714"/>
                  <a:gd name="connsiteX74" fmla="*/ 349206 w 607726"/>
                  <a:gd name="connsiteY74" fmla="*/ 786790 h 1157714"/>
                  <a:gd name="connsiteX75" fmla="*/ 192199 w 607726"/>
                  <a:gd name="connsiteY75" fmla="*/ 955979 h 1157714"/>
                  <a:gd name="connsiteX76" fmla="*/ 85271 w 607726"/>
                  <a:gd name="connsiteY76" fmla="*/ 849051 h 1157714"/>
                  <a:gd name="connsiteX77" fmla="*/ 85271 w 607726"/>
                  <a:gd name="connsiteY77" fmla="*/ 849051 h 1157714"/>
                  <a:gd name="connsiteX78" fmla="*/ 83918 w 607726"/>
                  <a:gd name="connsiteY78" fmla="*/ 849051 h 1157714"/>
                  <a:gd name="connsiteX79" fmla="*/ 69029 w 607726"/>
                  <a:gd name="connsiteY79" fmla="*/ 849051 h 1157714"/>
                  <a:gd name="connsiteX80" fmla="*/ 175957 w 607726"/>
                  <a:gd name="connsiteY80" fmla="*/ 987109 h 1157714"/>
                  <a:gd name="connsiteX81" fmla="*/ 165128 w 607726"/>
                  <a:gd name="connsiteY81" fmla="*/ 1010119 h 1157714"/>
                  <a:gd name="connsiteX82" fmla="*/ 143472 w 607726"/>
                  <a:gd name="connsiteY82" fmla="*/ 1107572 h 1157714"/>
                  <a:gd name="connsiteX83" fmla="*/ 17596 w 607726"/>
                  <a:gd name="connsiteY83" fmla="*/ 1026361 h 1157714"/>
                  <a:gd name="connsiteX84" fmla="*/ 17596 w 607726"/>
                  <a:gd name="connsiteY84" fmla="*/ 1026361 h 1157714"/>
                  <a:gd name="connsiteX85" fmla="*/ 16242 w 607726"/>
                  <a:gd name="connsiteY85" fmla="*/ 1026361 h 1157714"/>
                  <a:gd name="connsiteX86" fmla="*/ 0 w 607726"/>
                  <a:gd name="connsiteY86" fmla="*/ 1029068 h 1157714"/>
                  <a:gd name="connsiteX87" fmla="*/ 1354 w 607726"/>
                  <a:gd name="connsiteY87" fmla="*/ 1038543 h 1157714"/>
                  <a:gd name="connsiteX88" fmla="*/ 1354 w 607726"/>
                  <a:gd name="connsiteY88" fmla="*/ 1038543 h 1157714"/>
                  <a:gd name="connsiteX89" fmla="*/ 140765 w 607726"/>
                  <a:gd name="connsiteY89" fmla="*/ 1157652 h 1157714"/>
                  <a:gd name="connsiteX90" fmla="*/ 159714 w 607726"/>
                  <a:gd name="connsiteY90" fmla="*/ 1157652 h 1157714"/>
                  <a:gd name="connsiteX91" fmla="*/ 305894 w 607726"/>
                  <a:gd name="connsiteY91" fmla="*/ 1045311 h 1157714"/>
                  <a:gd name="connsiteX92" fmla="*/ 305894 w 607726"/>
                  <a:gd name="connsiteY92" fmla="*/ 1045311 h 1157714"/>
                  <a:gd name="connsiteX93" fmla="*/ 307247 w 607726"/>
                  <a:gd name="connsiteY93" fmla="*/ 1035836 h 1157714"/>
                  <a:gd name="connsiteX94" fmla="*/ 291005 w 607726"/>
                  <a:gd name="connsiteY94" fmla="*/ 1033129 h 1157714"/>
                  <a:gd name="connsiteX95" fmla="*/ 289651 w 607726"/>
                  <a:gd name="connsiteY95" fmla="*/ 1033129 h 1157714"/>
                  <a:gd name="connsiteX96" fmla="*/ 289651 w 607726"/>
                  <a:gd name="connsiteY96" fmla="*/ 1033129 h 1157714"/>
                  <a:gd name="connsiteX97" fmla="*/ 158361 w 607726"/>
                  <a:gd name="connsiteY97" fmla="*/ 1111633 h 1157714"/>
                  <a:gd name="connsiteX98" fmla="*/ 190845 w 607726"/>
                  <a:gd name="connsiteY98" fmla="*/ 989817 h 1157714"/>
                  <a:gd name="connsiteX99" fmla="*/ 193552 w 607726"/>
                  <a:gd name="connsiteY99" fmla="*/ 989817 h 1157714"/>
                  <a:gd name="connsiteX100" fmla="*/ 193552 w 607726"/>
                  <a:gd name="connsiteY100" fmla="*/ 983049 h 1157714"/>
                  <a:gd name="connsiteX101" fmla="*/ 196259 w 607726"/>
                  <a:gd name="connsiteY101" fmla="*/ 977635 h 1157714"/>
                  <a:gd name="connsiteX102" fmla="*/ 360034 w 607726"/>
                  <a:gd name="connsiteY102" fmla="*/ 886950 h 1157714"/>
                  <a:gd name="connsiteX103" fmla="*/ 345145 w 607726"/>
                  <a:gd name="connsiteY103" fmla="*/ 881536 h 1157714"/>
                  <a:gd name="connsiteX104" fmla="*/ 343792 w 607726"/>
                  <a:gd name="connsiteY104" fmla="*/ 881536 h 1157714"/>
                  <a:gd name="connsiteX105" fmla="*/ 343792 w 607726"/>
                  <a:gd name="connsiteY105" fmla="*/ 881536 h 1157714"/>
                  <a:gd name="connsiteX106" fmla="*/ 270702 w 607726"/>
                  <a:gd name="connsiteY106" fmla="*/ 880182 h 1157714"/>
                  <a:gd name="connsiteX107" fmla="*/ 361388 w 607726"/>
                  <a:gd name="connsiteY107" fmla="*/ 793557 h 1157714"/>
                  <a:gd name="connsiteX108" fmla="*/ 362741 w 607726"/>
                  <a:gd name="connsiteY108" fmla="*/ 794911 h 1157714"/>
                  <a:gd name="connsiteX109" fmla="*/ 365448 w 607726"/>
                  <a:gd name="connsiteY109" fmla="*/ 789497 h 1157714"/>
                  <a:gd name="connsiteX110" fmla="*/ 369509 w 607726"/>
                  <a:gd name="connsiteY110" fmla="*/ 785436 h 1157714"/>
                  <a:gd name="connsiteX111" fmla="*/ 515688 w 607726"/>
                  <a:gd name="connsiteY111" fmla="*/ 767841 h 1157714"/>
                  <a:gd name="connsiteX112" fmla="*/ 515688 w 607726"/>
                  <a:gd name="connsiteY112" fmla="*/ 767841 h 1157714"/>
                  <a:gd name="connsiteX113" fmla="*/ 519748 w 607726"/>
                  <a:gd name="connsiteY113" fmla="*/ 762427 h 1157714"/>
                  <a:gd name="connsiteX114" fmla="*/ 510274 w 607726"/>
                  <a:gd name="connsiteY114" fmla="*/ 754306 h 1157714"/>
                  <a:gd name="connsiteX115" fmla="*/ 508920 w 607726"/>
                  <a:gd name="connsiteY115" fmla="*/ 752952 h 1157714"/>
                  <a:gd name="connsiteX116" fmla="*/ 508920 w 607726"/>
                  <a:gd name="connsiteY116" fmla="*/ 752952 h 1157714"/>
                  <a:gd name="connsiteX117" fmla="*/ 401993 w 607726"/>
                  <a:gd name="connsiteY117" fmla="*/ 748892 h 1157714"/>
                  <a:gd name="connsiteX118" fmla="*/ 439891 w 607726"/>
                  <a:gd name="connsiteY118" fmla="*/ 702872 h 1157714"/>
                  <a:gd name="connsiteX119" fmla="*/ 466961 w 607726"/>
                  <a:gd name="connsiteY119" fmla="*/ 658206 h 1157714"/>
                  <a:gd name="connsiteX120" fmla="*/ 602313 w 607726"/>
                  <a:gd name="connsiteY120" fmla="*/ 633843 h 1157714"/>
                  <a:gd name="connsiteX121" fmla="*/ 602313 w 607726"/>
                  <a:gd name="connsiteY121" fmla="*/ 633843 h 1157714"/>
                  <a:gd name="connsiteX122" fmla="*/ 606373 w 607726"/>
                  <a:gd name="connsiteY122" fmla="*/ 628429 h 1157714"/>
                  <a:gd name="connsiteX123" fmla="*/ 596899 w 607726"/>
                  <a:gd name="connsiteY123" fmla="*/ 624369 h 1157714"/>
                  <a:gd name="connsiteX124" fmla="*/ 596899 w 607726"/>
                  <a:gd name="connsiteY124" fmla="*/ 624369 h 115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607726" h="1157714">
                    <a:moveTo>
                      <a:pt x="596899" y="624369"/>
                    </a:moveTo>
                    <a:lnTo>
                      <a:pt x="596899" y="624369"/>
                    </a:lnTo>
                    <a:cubicBezTo>
                      <a:pt x="549526" y="587824"/>
                      <a:pt x="510274" y="605419"/>
                      <a:pt x="484557" y="624369"/>
                    </a:cubicBezTo>
                    <a:cubicBezTo>
                      <a:pt x="502153" y="579703"/>
                      <a:pt x="511627" y="532330"/>
                      <a:pt x="512981" y="483603"/>
                    </a:cubicBezTo>
                    <a:cubicBezTo>
                      <a:pt x="512981" y="483603"/>
                      <a:pt x="512981" y="483603"/>
                      <a:pt x="514334" y="483603"/>
                    </a:cubicBezTo>
                    <a:cubicBezTo>
                      <a:pt x="514334" y="483603"/>
                      <a:pt x="514334" y="483603"/>
                      <a:pt x="514334" y="482250"/>
                    </a:cubicBezTo>
                    <a:cubicBezTo>
                      <a:pt x="571182" y="486310"/>
                      <a:pt x="598252" y="444351"/>
                      <a:pt x="605020" y="428109"/>
                    </a:cubicBezTo>
                    <a:lnTo>
                      <a:pt x="605020" y="428109"/>
                    </a:lnTo>
                    <a:cubicBezTo>
                      <a:pt x="606373" y="425402"/>
                      <a:pt x="607727" y="422695"/>
                      <a:pt x="607727" y="422695"/>
                    </a:cubicBezTo>
                    <a:cubicBezTo>
                      <a:pt x="603666" y="421342"/>
                      <a:pt x="600959" y="419988"/>
                      <a:pt x="596899" y="417281"/>
                    </a:cubicBezTo>
                    <a:lnTo>
                      <a:pt x="595545" y="417281"/>
                    </a:lnTo>
                    <a:lnTo>
                      <a:pt x="595545" y="417281"/>
                    </a:lnTo>
                    <a:cubicBezTo>
                      <a:pt x="556293" y="401039"/>
                      <a:pt x="527870" y="413221"/>
                      <a:pt x="510274" y="430816"/>
                    </a:cubicBezTo>
                    <a:cubicBezTo>
                      <a:pt x="508920" y="418635"/>
                      <a:pt x="507567" y="407807"/>
                      <a:pt x="506213" y="395625"/>
                    </a:cubicBezTo>
                    <a:cubicBezTo>
                      <a:pt x="502153" y="371262"/>
                      <a:pt x="496739" y="348252"/>
                      <a:pt x="489971" y="323889"/>
                    </a:cubicBezTo>
                    <a:cubicBezTo>
                      <a:pt x="587424" y="329303"/>
                      <a:pt x="600959" y="238618"/>
                      <a:pt x="600959" y="238618"/>
                    </a:cubicBezTo>
                    <a:cubicBezTo>
                      <a:pt x="596899" y="237264"/>
                      <a:pt x="592838" y="237264"/>
                      <a:pt x="590131" y="235910"/>
                    </a:cubicBezTo>
                    <a:lnTo>
                      <a:pt x="588778" y="235910"/>
                    </a:lnTo>
                    <a:lnTo>
                      <a:pt x="588778" y="235910"/>
                    </a:lnTo>
                    <a:cubicBezTo>
                      <a:pt x="512981" y="222375"/>
                      <a:pt x="492678" y="288698"/>
                      <a:pt x="487264" y="313061"/>
                    </a:cubicBezTo>
                    <a:cubicBezTo>
                      <a:pt x="473729" y="267041"/>
                      <a:pt x="454780" y="221022"/>
                      <a:pt x="434477" y="176356"/>
                    </a:cubicBezTo>
                    <a:cubicBezTo>
                      <a:pt x="533283" y="183124"/>
                      <a:pt x="546819" y="91085"/>
                      <a:pt x="546819" y="91085"/>
                    </a:cubicBezTo>
                    <a:cubicBezTo>
                      <a:pt x="542758" y="89731"/>
                      <a:pt x="538698" y="89731"/>
                      <a:pt x="535991" y="88378"/>
                    </a:cubicBezTo>
                    <a:lnTo>
                      <a:pt x="534637" y="88378"/>
                    </a:lnTo>
                    <a:lnTo>
                      <a:pt x="534637" y="88378"/>
                    </a:lnTo>
                    <a:cubicBezTo>
                      <a:pt x="453426" y="74843"/>
                      <a:pt x="435831" y="150639"/>
                      <a:pt x="433124" y="170942"/>
                    </a:cubicBezTo>
                    <a:cubicBezTo>
                      <a:pt x="422296" y="145225"/>
                      <a:pt x="410114" y="120862"/>
                      <a:pt x="397932" y="96499"/>
                    </a:cubicBezTo>
                    <a:cubicBezTo>
                      <a:pt x="396579" y="95145"/>
                      <a:pt x="395225" y="93792"/>
                      <a:pt x="393872" y="92438"/>
                    </a:cubicBezTo>
                    <a:cubicBezTo>
                      <a:pt x="392518" y="74843"/>
                      <a:pt x="383044" y="-6368"/>
                      <a:pt x="299126" y="400"/>
                    </a:cubicBezTo>
                    <a:lnTo>
                      <a:pt x="299126" y="400"/>
                    </a:lnTo>
                    <a:lnTo>
                      <a:pt x="297773" y="400"/>
                    </a:lnTo>
                    <a:cubicBezTo>
                      <a:pt x="293712" y="400"/>
                      <a:pt x="291005" y="1753"/>
                      <a:pt x="286944" y="1753"/>
                    </a:cubicBezTo>
                    <a:cubicBezTo>
                      <a:pt x="286944" y="1753"/>
                      <a:pt x="286944" y="4460"/>
                      <a:pt x="288298" y="8521"/>
                    </a:cubicBezTo>
                    <a:lnTo>
                      <a:pt x="288298" y="8521"/>
                    </a:lnTo>
                    <a:cubicBezTo>
                      <a:pt x="292359" y="28823"/>
                      <a:pt x="308601" y="91085"/>
                      <a:pt x="387104" y="95145"/>
                    </a:cubicBezTo>
                    <a:cubicBezTo>
                      <a:pt x="385751" y="97852"/>
                      <a:pt x="384397" y="100559"/>
                      <a:pt x="385751" y="103266"/>
                    </a:cubicBezTo>
                    <a:cubicBezTo>
                      <a:pt x="392518" y="116802"/>
                      <a:pt x="397932" y="128983"/>
                      <a:pt x="404700" y="142518"/>
                    </a:cubicBezTo>
                    <a:cubicBezTo>
                      <a:pt x="383044" y="122216"/>
                      <a:pt x="347852" y="105973"/>
                      <a:pt x="303187" y="135751"/>
                    </a:cubicBezTo>
                    <a:lnTo>
                      <a:pt x="303187" y="135751"/>
                    </a:lnTo>
                    <a:lnTo>
                      <a:pt x="301833" y="137104"/>
                    </a:lnTo>
                    <a:cubicBezTo>
                      <a:pt x="299126" y="138458"/>
                      <a:pt x="295066" y="141165"/>
                      <a:pt x="292359" y="143872"/>
                    </a:cubicBezTo>
                    <a:cubicBezTo>
                      <a:pt x="292359" y="143872"/>
                      <a:pt x="293712" y="145225"/>
                      <a:pt x="296419" y="149286"/>
                    </a:cubicBezTo>
                    <a:lnTo>
                      <a:pt x="296419" y="149286"/>
                    </a:lnTo>
                    <a:lnTo>
                      <a:pt x="296419" y="149286"/>
                    </a:lnTo>
                    <a:cubicBezTo>
                      <a:pt x="308601" y="165528"/>
                      <a:pt x="351913" y="212901"/>
                      <a:pt x="422296" y="180417"/>
                    </a:cubicBezTo>
                    <a:cubicBezTo>
                      <a:pt x="433124" y="203426"/>
                      <a:pt x="442598" y="227790"/>
                      <a:pt x="452073" y="252153"/>
                    </a:cubicBezTo>
                    <a:cubicBezTo>
                      <a:pt x="438538" y="241325"/>
                      <a:pt x="418235" y="234557"/>
                      <a:pt x="391165" y="237264"/>
                    </a:cubicBezTo>
                    <a:lnTo>
                      <a:pt x="391165" y="237264"/>
                    </a:lnTo>
                    <a:lnTo>
                      <a:pt x="389811" y="237264"/>
                    </a:lnTo>
                    <a:cubicBezTo>
                      <a:pt x="385751" y="237264"/>
                      <a:pt x="383044" y="238618"/>
                      <a:pt x="378983" y="238618"/>
                    </a:cubicBezTo>
                    <a:cubicBezTo>
                      <a:pt x="378983" y="238618"/>
                      <a:pt x="378983" y="241325"/>
                      <a:pt x="380337" y="244032"/>
                    </a:cubicBezTo>
                    <a:lnTo>
                      <a:pt x="380337" y="244032"/>
                    </a:lnTo>
                    <a:cubicBezTo>
                      <a:pt x="384397" y="264334"/>
                      <a:pt x="400640" y="326596"/>
                      <a:pt x="479143" y="330656"/>
                    </a:cubicBezTo>
                    <a:cubicBezTo>
                      <a:pt x="488618" y="364494"/>
                      <a:pt x="495385" y="398332"/>
                      <a:pt x="499446" y="433523"/>
                    </a:cubicBezTo>
                    <a:cubicBezTo>
                      <a:pt x="499446" y="437584"/>
                      <a:pt x="499446" y="440291"/>
                      <a:pt x="499446" y="444351"/>
                    </a:cubicBezTo>
                    <a:cubicBezTo>
                      <a:pt x="481850" y="415928"/>
                      <a:pt x="449366" y="386150"/>
                      <a:pt x="391165" y="406453"/>
                    </a:cubicBezTo>
                    <a:lnTo>
                      <a:pt x="391165" y="406453"/>
                    </a:lnTo>
                    <a:cubicBezTo>
                      <a:pt x="387104" y="407807"/>
                      <a:pt x="383044" y="409160"/>
                      <a:pt x="378983" y="411867"/>
                    </a:cubicBezTo>
                    <a:cubicBezTo>
                      <a:pt x="378983" y="411867"/>
                      <a:pt x="406053" y="498492"/>
                      <a:pt x="500799" y="483603"/>
                    </a:cubicBezTo>
                    <a:cubicBezTo>
                      <a:pt x="499446" y="530976"/>
                      <a:pt x="488618" y="576996"/>
                      <a:pt x="471022" y="620308"/>
                    </a:cubicBezTo>
                    <a:cubicBezTo>
                      <a:pt x="471022" y="587824"/>
                      <a:pt x="458840" y="540451"/>
                      <a:pt x="396579" y="528269"/>
                    </a:cubicBezTo>
                    <a:lnTo>
                      <a:pt x="396579" y="528269"/>
                    </a:lnTo>
                    <a:lnTo>
                      <a:pt x="395225" y="528269"/>
                    </a:lnTo>
                    <a:cubicBezTo>
                      <a:pt x="391165" y="526916"/>
                      <a:pt x="387104" y="526916"/>
                      <a:pt x="383044" y="526916"/>
                    </a:cubicBezTo>
                    <a:cubicBezTo>
                      <a:pt x="383044" y="526916"/>
                      <a:pt x="383044" y="529623"/>
                      <a:pt x="381690" y="532330"/>
                    </a:cubicBezTo>
                    <a:lnTo>
                      <a:pt x="381690" y="533683"/>
                    </a:lnTo>
                    <a:lnTo>
                      <a:pt x="381690" y="533683"/>
                    </a:lnTo>
                    <a:cubicBezTo>
                      <a:pt x="378983" y="555339"/>
                      <a:pt x="377630" y="624369"/>
                      <a:pt x="456133" y="651439"/>
                    </a:cubicBezTo>
                    <a:cubicBezTo>
                      <a:pt x="435831" y="689337"/>
                      <a:pt x="408760" y="725882"/>
                      <a:pt x="377630" y="758366"/>
                    </a:cubicBezTo>
                    <a:cubicBezTo>
                      <a:pt x="377630" y="758366"/>
                      <a:pt x="377630" y="758366"/>
                      <a:pt x="377630" y="758366"/>
                    </a:cubicBezTo>
                    <a:cubicBezTo>
                      <a:pt x="383044" y="725882"/>
                      <a:pt x="380337" y="679862"/>
                      <a:pt x="322136" y="656853"/>
                    </a:cubicBezTo>
                    <a:lnTo>
                      <a:pt x="322136" y="656853"/>
                    </a:lnTo>
                    <a:lnTo>
                      <a:pt x="320782" y="656853"/>
                    </a:lnTo>
                    <a:cubicBezTo>
                      <a:pt x="316722" y="655499"/>
                      <a:pt x="312661" y="654146"/>
                      <a:pt x="308601" y="652792"/>
                    </a:cubicBezTo>
                    <a:cubicBezTo>
                      <a:pt x="308601" y="652792"/>
                      <a:pt x="272056" y="734003"/>
                      <a:pt x="349206" y="786790"/>
                    </a:cubicBezTo>
                    <a:cubicBezTo>
                      <a:pt x="293712" y="840930"/>
                      <a:pt x="234158" y="891010"/>
                      <a:pt x="192199" y="955979"/>
                    </a:cubicBezTo>
                    <a:cubicBezTo>
                      <a:pt x="188138" y="915374"/>
                      <a:pt x="169189" y="853112"/>
                      <a:pt x="85271" y="849051"/>
                    </a:cubicBezTo>
                    <a:lnTo>
                      <a:pt x="85271" y="849051"/>
                    </a:lnTo>
                    <a:lnTo>
                      <a:pt x="83918" y="849051"/>
                    </a:lnTo>
                    <a:cubicBezTo>
                      <a:pt x="78504" y="849051"/>
                      <a:pt x="74443" y="849051"/>
                      <a:pt x="69029" y="849051"/>
                    </a:cubicBezTo>
                    <a:cubicBezTo>
                      <a:pt x="69029" y="849051"/>
                      <a:pt x="60908" y="961393"/>
                      <a:pt x="175957" y="987109"/>
                    </a:cubicBezTo>
                    <a:cubicBezTo>
                      <a:pt x="171896" y="995231"/>
                      <a:pt x="167835" y="1001998"/>
                      <a:pt x="165128" y="1010119"/>
                    </a:cubicBezTo>
                    <a:cubicBezTo>
                      <a:pt x="152947" y="1041250"/>
                      <a:pt x="146179" y="1073734"/>
                      <a:pt x="143472" y="1107572"/>
                    </a:cubicBezTo>
                    <a:cubicBezTo>
                      <a:pt x="129937" y="1066967"/>
                      <a:pt x="97453" y="1018240"/>
                      <a:pt x="17596" y="1026361"/>
                    </a:cubicBezTo>
                    <a:lnTo>
                      <a:pt x="17596" y="1026361"/>
                    </a:lnTo>
                    <a:lnTo>
                      <a:pt x="16242" y="1026361"/>
                    </a:lnTo>
                    <a:cubicBezTo>
                      <a:pt x="10828" y="1026361"/>
                      <a:pt x="5414" y="1027715"/>
                      <a:pt x="0" y="1029068"/>
                    </a:cubicBezTo>
                    <a:cubicBezTo>
                      <a:pt x="0" y="1029068"/>
                      <a:pt x="0" y="1033129"/>
                      <a:pt x="1354" y="1038543"/>
                    </a:cubicBezTo>
                    <a:lnTo>
                      <a:pt x="1354" y="1038543"/>
                    </a:lnTo>
                    <a:cubicBezTo>
                      <a:pt x="6768" y="1066967"/>
                      <a:pt x="31131" y="1153592"/>
                      <a:pt x="140765" y="1157652"/>
                    </a:cubicBezTo>
                    <a:cubicBezTo>
                      <a:pt x="147533" y="1154945"/>
                      <a:pt x="154300" y="1153592"/>
                      <a:pt x="159714" y="1157652"/>
                    </a:cubicBezTo>
                    <a:cubicBezTo>
                      <a:pt x="270702" y="1160359"/>
                      <a:pt x="299126" y="1073734"/>
                      <a:pt x="305894" y="1045311"/>
                    </a:cubicBezTo>
                    <a:lnTo>
                      <a:pt x="305894" y="1045311"/>
                    </a:lnTo>
                    <a:cubicBezTo>
                      <a:pt x="307247" y="1039897"/>
                      <a:pt x="307247" y="1035836"/>
                      <a:pt x="307247" y="1035836"/>
                    </a:cubicBezTo>
                    <a:cubicBezTo>
                      <a:pt x="301833" y="1034482"/>
                      <a:pt x="296419" y="1033129"/>
                      <a:pt x="291005" y="1033129"/>
                    </a:cubicBezTo>
                    <a:lnTo>
                      <a:pt x="289651" y="1033129"/>
                    </a:lnTo>
                    <a:lnTo>
                      <a:pt x="289651" y="1033129"/>
                    </a:lnTo>
                    <a:cubicBezTo>
                      <a:pt x="208441" y="1020947"/>
                      <a:pt x="173250" y="1071027"/>
                      <a:pt x="158361" y="1111633"/>
                    </a:cubicBezTo>
                    <a:cubicBezTo>
                      <a:pt x="161068" y="1069674"/>
                      <a:pt x="170543" y="1029068"/>
                      <a:pt x="190845" y="989817"/>
                    </a:cubicBezTo>
                    <a:cubicBezTo>
                      <a:pt x="192199" y="989817"/>
                      <a:pt x="192199" y="989817"/>
                      <a:pt x="193552" y="989817"/>
                    </a:cubicBezTo>
                    <a:cubicBezTo>
                      <a:pt x="193552" y="989817"/>
                      <a:pt x="193552" y="987109"/>
                      <a:pt x="193552" y="983049"/>
                    </a:cubicBezTo>
                    <a:cubicBezTo>
                      <a:pt x="194906" y="981696"/>
                      <a:pt x="196259" y="978989"/>
                      <a:pt x="196259" y="977635"/>
                    </a:cubicBezTo>
                    <a:cubicBezTo>
                      <a:pt x="327550" y="1006059"/>
                      <a:pt x="360034" y="886950"/>
                      <a:pt x="360034" y="886950"/>
                    </a:cubicBezTo>
                    <a:cubicBezTo>
                      <a:pt x="354620" y="885596"/>
                      <a:pt x="350559" y="882889"/>
                      <a:pt x="345145" y="881536"/>
                    </a:cubicBezTo>
                    <a:lnTo>
                      <a:pt x="343792" y="881536"/>
                    </a:lnTo>
                    <a:lnTo>
                      <a:pt x="343792" y="881536"/>
                    </a:lnTo>
                    <a:cubicBezTo>
                      <a:pt x="314015" y="872061"/>
                      <a:pt x="291005" y="873415"/>
                      <a:pt x="270702" y="880182"/>
                    </a:cubicBezTo>
                    <a:cubicBezTo>
                      <a:pt x="300480" y="850405"/>
                      <a:pt x="331610" y="821981"/>
                      <a:pt x="361388" y="793557"/>
                    </a:cubicBezTo>
                    <a:cubicBezTo>
                      <a:pt x="361388" y="793557"/>
                      <a:pt x="362741" y="793557"/>
                      <a:pt x="362741" y="794911"/>
                    </a:cubicBezTo>
                    <a:cubicBezTo>
                      <a:pt x="362741" y="794911"/>
                      <a:pt x="364095" y="793557"/>
                      <a:pt x="365448" y="789497"/>
                    </a:cubicBezTo>
                    <a:cubicBezTo>
                      <a:pt x="366802" y="788143"/>
                      <a:pt x="368155" y="786790"/>
                      <a:pt x="369509" y="785436"/>
                    </a:cubicBezTo>
                    <a:cubicBezTo>
                      <a:pt x="446659" y="834163"/>
                      <a:pt x="500799" y="785436"/>
                      <a:pt x="515688" y="767841"/>
                    </a:cubicBezTo>
                    <a:lnTo>
                      <a:pt x="515688" y="767841"/>
                    </a:lnTo>
                    <a:cubicBezTo>
                      <a:pt x="518395" y="765134"/>
                      <a:pt x="519748" y="762427"/>
                      <a:pt x="519748" y="762427"/>
                    </a:cubicBezTo>
                    <a:cubicBezTo>
                      <a:pt x="517041" y="759720"/>
                      <a:pt x="512981" y="757013"/>
                      <a:pt x="510274" y="754306"/>
                    </a:cubicBezTo>
                    <a:lnTo>
                      <a:pt x="508920" y="752952"/>
                    </a:lnTo>
                    <a:lnTo>
                      <a:pt x="508920" y="752952"/>
                    </a:lnTo>
                    <a:cubicBezTo>
                      <a:pt x="465608" y="719114"/>
                      <a:pt x="427710" y="731296"/>
                      <a:pt x="401993" y="748892"/>
                    </a:cubicBezTo>
                    <a:cubicBezTo>
                      <a:pt x="415528" y="734003"/>
                      <a:pt x="427710" y="719114"/>
                      <a:pt x="439891" y="702872"/>
                    </a:cubicBezTo>
                    <a:cubicBezTo>
                      <a:pt x="449366" y="687984"/>
                      <a:pt x="458840" y="673095"/>
                      <a:pt x="466961" y="658206"/>
                    </a:cubicBezTo>
                    <a:cubicBezTo>
                      <a:pt x="538698" y="696104"/>
                      <a:pt x="588778" y="651439"/>
                      <a:pt x="602313" y="633843"/>
                    </a:cubicBezTo>
                    <a:lnTo>
                      <a:pt x="602313" y="633843"/>
                    </a:lnTo>
                    <a:cubicBezTo>
                      <a:pt x="605020" y="631136"/>
                      <a:pt x="606373" y="628429"/>
                      <a:pt x="606373" y="628429"/>
                    </a:cubicBezTo>
                    <a:cubicBezTo>
                      <a:pt x="603666" y="629782"/>
                      <a:pt x="600959" y="627076"/>
                      <a:pt x="596899" y="624369"/>
                    </a:cubicBezTo>
                    <a:lnTo>
                      <a:pt x="596899" y="624369"/>
                    </a:lnTo>
                    <a:close/>
                  </a:path>
                </a:pathLst>
              </a:custGeom>
              <a:solidFill>
                <a:schemeClr val="accent1"/>
              </a:solidFill>
              <a:ln w="13514" cap="flat">
                <a:noFill/>
                <a:prstDash val="solid"/>
                <a:miter/>
              </a:ln>
            </p:spPr>
            <p:txBody>
              <a:bodyPr rtlCol="0" anchor="ctr"/>
              <a:lstStyle/>
              <a:p>
                <a:endParaRPr lang="en-US"/>
              </a:p>
            </p:txBody>
          </p:sp>
        </p:grpSp>
        <p:grpSp>
          <p:nvGrpSpPr>
            <p:cNvPr id="56" name="Graphic 5">
              <a:extLst>
                <a:ext uri="{FF2B5EF4-FFF2-40B4-BE49-F238E27FC236}">
                  <a16:creationId xmlns:a16="http://schemas.microsoft.com/office/drawing/2014/main" id="{881AABE1-C4E0-469D-A279-233B23D24DBB}"/>
                </a:ext>
              </a:extLst>
            </p:cNvPr>
            <p:cNvGrpSpPr/>
            <p:nvPr/>
          </p:nvGrpSpPr>
          <p:grpSpPr>
            <a:xfrm>
              <a:off x="15821321" y="2967506"/>
              <a:ext cx="1652637" cy="2403903"/>
              <a:chOff x="10024684" y="2997149"/>
              <a:chExt cx="1652637" cy="2403903"/>
            </a:xfrm>
            <a:solidFill>
              <a:srgbClr val="CFE6FF"/>
            </a:solidFill>
          </p:grpSpPr>
          <p:sp>
            <p:nvSpPr>
              <p:cNvPr id="116" name="Freeform: Shape 115">
                <a:extLst>
                  <a:ext uri="{FF2B5EF4-FFF2-40B4-BE49-F238E27FC236}">
                    <a16:creationId xmlns:a16="http://schemas.microsoft.com/office/drawing/2014/main" id="{304E64C2-0550-4014-9F06-46F6C36625C0}"/>
                  </a:ext>
                </a:extLst>
              </p:cNvPr>
              <p:cNvSpPr/>
              <p:nvPr/>
            </p:nvSpPr>
            <p:spPr>
              <a:xfrm>
                <a:off x="11353832" y="4000046"/>
                <a:ext cx="323489" cy="164146"/>
              </a:xfrm>
              <a:custGeom>
                <a:avLst/>
                <a:gdLst>
                  <a:gd name="connsiteX0" fmla="*/ 0 w 323489"/>
                  <a:gd name="connsiteY0" fmla="*/ 125931 h 164146"/>
                  <a:gd name="connsiteX1" fmla="*/ 300480 w 323489"/>
                  <a:gd name="connsiteY1" fmla="*/ 39306 h 164146"/>
                  <a:gd name="connsiteX2" fmla="*/ 300480 w 323489"/>
                  <a:gd name="connsiteY2" fmla="*/ 39306 h 164146"/>
                  <a:gd name="connsiteX3" fmla="*/ 301833 w 323489"/>
                  <a:gd name="connsiteY3" fmla="*/ 40660 h 164146"/>
                  <a:gd name="connsiteX4" fmla="*/ 323490 w 323489"/>
                  <a:gd name="connsiteY4" fmla="*/ 56902 h 164146"/>
                  <a:gd name="connsiteX5" fmla="*/ 315368 w 323489"/>
                  <a:gd name="connsiteY5" fmla="*/ 67730 h 164146"/>
                  <a:gd name="connsiteX6" fmla="*/ 314015 w 323489"/>
                  <a:gd name="connsiteY6" fmla="*/ 69084 h 164146"/>
                  <a:gd name="connsiteX7" fmla="*/ 314015 w 323489"/>
                  <a:gd name="connsiteY7" fmla="*/ 69084 h 164146"/>
                  <a:gd name="connsiteX8" fmla="*/ 0 w 323489"/>
                  <a:gd name="connsiteY8" fmla="*/ 125931 h 16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489" h="164146">
                    <a:moveTo>
                      <a:pt x="0" y="125931"/>
                    </a:moveTo>
                    <a:cubicBezTo>
                      <a:pt x="0" y="125931"/>
                      <a:pt x="116402" y="-85217"/>
                      <a:pt x="300480" y="39306"/>
                    </a:cubicBezTo>
                    <a:lnTo>
                      <a:pt x="300480" y="39306"/>
                    </a:lnTo>
                    <a:lnTo>
                      <a:pt x="301833" y="40660"/>
                    </a:lnTo>
                    <a:cubicBezTo>
                      <a:pt x="308601" y="46074"/>
                      <a:pt x="316722" y="51488"/>
                      <a:pt x="323490" y="56902"/>
                    </a:cubicBezTo>
                    <a:cubicBezTo>
                      <a:pt x="323490" y="56902"/>
                      <a:pt x="320782" y="60963"/>
                      <a:pt x="315368" y="67730"/>
                    </a:cubicBezTo>
                    <a:lnTo>
                      <a:pt x="314015" y="69084"/>
                    </a:lnTo>
                    <a:lnTo>
                      <a:pt x="314015" y="69084"/>
                    </a:lnTo>
                    <a:cubicBezTo>
                      <a:pt x="284237" y="108336"/>
                      <a:pt x="174603" y="223384"/>
                      <a:pt x="0" y="125931"/>
                    </a:cubicBezTo>
                    <a:close/>
                  </a:path>
                </a:pathLst>
              </a:custGeom>
              <a:solidFill>
                <a:schemeClr val="accent1"/>
              </a:solidFill>
              <a:ln w="13514"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E678343C-ACC5-40C4-9E25-3799F71FC22F}"/>
                  </a:ext>
                </a:extLst>
              </p:cNvPr>
              <p:cNvSpPr/>
              <p:nvPr/>
            </p:nvSpPr>
            <p:spPr>
              <a:xfrm>
                <a:off x="10024684" y="2997149"/>
                <a:ext cx="1621506" cy="2403903"/>
              </a:xfrm>
              <a:custGeom>
                <a:avLst/>
                <a:gdLst>
                  <a:gd name="connsiteX0" fmla="*/ 39252 w 1621506"/>
                  <a:gd name="connsiteY0" fmla="*/ 2057338 h 2403903"/>
                  <a:gd name="connsiteX1" fmla="*/ 41959 w 1621506"/>
                  <a:gd name="connsiteY1" fmla="*/ 2057338 h 2403903"/>
                  <a:gd name="connsiteX2" fmla="*/ 41959 w 1621506"/>
                  <a:gd name="connsiteY2" fmla="*/ 2057338 h 2403903"/>
                  <a:gd name="connsiteX3" fmla="*/ 276116 w 1621506"/>
                  <a:gd name="connsiteY3" fmla="*/ 2283374 h 2403903"/>
                  <a:gd name="connsiteX4" fmla="*/ 364095 w 1621506"/>
                  <a:gd name="connsiteY4" fmla="*/ 2085762 h 2403903"/>
                  <a:gd name="connsiteX5" fmla="*/ 396579 w 1621506"/>
                  <a:gd name="connsiteY5" fmla="*/ 2041096 h 2403903"/>
                  <a:gd name="connsiteX6" fmla="*/ 227390 w 1621506"/>
                  <a:gd name="connsiteY6" fmla="*/ 1704071 h 2403903"/>
                  <a:gd name="connsiteX7" fmla="*/ 259874 w 1621506"/>
                  <a:gd name="connsiteY7" fmla="*/ 1710839 h 2403903"/>
                  <a:gd name="connsiteX8" fmla="*/ 263935 w 1621506"/>
                  <a:gd name="connsiteY8" fmla="*/ 1712192 h 2403903"/>
                  <a:gd name="connsiteX9" fmla="*/ 263935 w 1621506"/>
                  <a:gd name="connsiteY9" fmla="*/ 1712192 h 2403903"/>
                  <a:gd name="connsiteX10" fmla="*/ 448012 w 1621506"/>
                  <a:gd name="connsiteY10" fmla="*/ 1982895 h 2403903"/>
                  <a:gd name="connsiteX11" fmla="*/ 851359 w 1621506"/>
                  <a:gd name="connsiteY11" fmla="*/ 1687829 h 2403903"/>
                  <a:gd name="connsiteX12" fmla="*/ 821581 w 1621506"/>
                  <a:gd name="connsiteY12" fmla="*/ 1387349 h 2403903"/>
                  <a:gd name="connsiteX13" fmla="*/ 844591 w 1621506"/>
                  <a:gd name="connsiteY13" fmla="*/ 1402238 h 2403903"/>
                  <a:gd name="connsiteX14" fmla="*/ 845945 w 1621506"/>
                  <a:gd name="connsiteY14" fmla="*/ 1403592 h 2403903"/>
                  <a:gd name="connsiteX15" fmla="*/ 845945 w 1621506"/>
                  <a:gd name="connsiteY15" fmla="*/ 1403592 h 2403903"/>
                  <a:gd name="connsiteX16" fmla="*/ 920388 w 1621506"/>
                  <a:gd name="connsiteY16" fmla="*/ 1643163 h 2403903"/>
                  <a:gd name="connsiteX17" fmla="*/ 920388 w 1621506"/>
                  <a:gd name="connsiteY17" fmla="*/ 1643163 h 2403903"/>
                  <a:gd name="connsiteX18" fmla="*/ 1132889 w 1621506"/>
                  <a:gd name="connsiteY18" fmla="*/ 1449611 h 2403903"/>
                  <a:gd name="connsiteX19" fmla="*/ 1024608 w 1621506"/>
                  <a:gd name="connsiteY19" fmla="*/ 1168081 h 2403903"/>
                  <a:gd name="connsiteX20" fmla="*/ 1024608 w 1621506"/>
                  <a:gd name="connsiteY20" fmla="*/ 1168081 h 2403903"/>
                  <a:gd name="connsiteX21" fmla="*/ 1024608 w 1621506"/>
                  <a:gd name="connsiteY21" fmla="*/ 1165374 h 2403903"/>
                  <a:gd name="connsiteX22" fmla="*/ 1028669 w 1621506"/>
                  <a:gd name="connsiteY22" fmla="*/ 1153192 h 2403903"/>
                  <a:gd name="connsiteX23" fmla="*/ 1054385 w 1621506"/>
                  <a:gd name="connsiteY23" fmla="*/ 1162667 h 2403903"/>
                  <a:gd name="connsiteX24" fmla="*/ 1057093 w 1621506"/>
                  <a:gd name="connsiteY24" fmla="*/ 1164020 h 2403903"/>
                  <a:gd name="connsiteX25" fmla="*/ 1057093 w 1621506"/>
                  <a:gd name="connsiteY25" fmla="*/ 1164020 h 2403903"/>
                  <a:gd name="connsiteX26" fmla="*/ 1177555 w 1621506"/>
                  <a:gd name="connsiteY26" fmla="*/ 1390057 h 2403903"/>
                  <a:gd name="connsiteX27" fmla="*/ 1299371 w 1621506"/>
                  <a:gd name="connsiteY27" fmla="*/ 1113940 h 2403903"/>
                  <a:gd name="connsiteX28" fmla="*/ 1070628 w 1621506"/>
                  <a:gd name="connsiteY28" fmla="*/ 909560 h 2403903"/>
                  <a:gd name="connsiteX29" fmla="*/ 1099051 w 1621506"/>
                  <a:gd name="connsiteY29" fmla="*/ 904146 h 2403903"/>
                  <a:gd name="connsiteX30" fmla="*/ 1099051 w 1621506"/>
                  <a:gd name="connsiteY30" fmla="*/ 904146 h 2403903"/>
                  <a:gd name="connsiteX31" fmla="*/ 1099051 w 1621506"/>
                  <a:gd name="connsiteY31" fmla="*/ 904146 h 2403903"/>
                  <a:gd name="connsiteX32" fmla="*/ 1312906 w 1621506"/>
                  <a:gd name="connsiteY32" fmla="*/ 1031376 h 2403903"/>
                  <a:gd name="connsiteX33" fmla="*/ 1315613 w 1621506"/>
                  <a:gd name="connsiteY33" fmla="*/ 1009720 h 2403903"/>
                  <a:gd name="connsiteX34" fmla="*/ 1316967 w 1621506"/>
                  <a:gd name="connsiteY34" fmla="*/ 782330 h 2403903"/>
                  <a:gd name="connsiteX35" fmla="*/ 1142364 w 1621506"/>
                  <a:gd name="connsiteY35" fmla="*/ 556293 h 2403903"/>
                  <a:gd name="connsiteX36" fmla="*/ 1142364 w 1621506"/>
                  <a:gd name="connsiteY36" fmla="*/ 556293 h 2403903"/>
                  <a:gd name="connsiteX37" fmla="*/ 1142364 w 1621506"/>
                  <a:gd name="connsiteY37" fmla="*/ 554940 h 2403903"/>
                  <a:gd name="connsiteX38" fmla="*/ 1143717 w 1621506"/>
                  <a:gd name="connsiteY38" fmla="*/ 541405 h 2403903"/>
                  <a:gd name="connsiteX39" fmla="*/ 1168080 w 1621506"/>
                  <a:gd name="connsiteY39" fmla="*/ 542758 h 2403903"/>
                  <a:gd name="connsiteX40" fmla="*/ 1170788 w 1621506"/>
                  <a:gd name="connsiteY40" fmla="*/ 542758 h 2403903"/>
                  <a:gd name="connsiteX41" fmla="*/ 1170788 w 1621506"/>
                  <a:gd name="connsiteY41" fmla="*/ 542758 h 2403903"/>
                  <a:gd name="connsiteX42" fmla="*/ 1293957 w 1621506"/>
                  <a:gd name="connsiteY42" fmla="*/ 600959 h 2403903"/>
                  <a:gd name="connsiteX43" fmla="*/ 1260119 w 1621506"/>
                  <a:gd name="connsiteY43" fmla="*/ 437184 h 2403903"/>
                  <a:gd name="connsiteX44" fmla="*/ 1005659 w 1621506"/>
                  <a:gd name="connsiteY44" fmla="*/ 316722 h 2403903"/>
                  <a:gd name="connsiteX45" fmla="*/ 1005659 w 1621506"/>
                  <a:gd name="connsiteY45" fmla="*/ 316722 h 2403903"/>
                  <a:gd name="connsiteX46" fmla="*/ 1005659 w 1621506"/>
                  <a:gd name="connsiteY46" fmla="*/ 315368 h 2403903"/>
                  <a:gd name="connsiteX47" fmla="*/ 1000245 w 1621506"/>
                  <a:gd name="connsiteY47" fmla="*/ 303187 h 2403903"/>
                  <a:gd name="connsiteX48" fmla="*/ 1023255 w 1621506"/>
                  <a:gd name="connsiteY48" fmla="*/ 292359 h 2403903"/>
                  <a:gd name="connsiteX49" fmla="*/ 1025962 w 1621506"/>
                  <a:gd name="connsiteY49" fmla="*/ 291005 h 2403903"/>
                  <a:gd name="connsiteX50" fmla="*/ 1025962 w 1621506"/>
                  <a:gd name="connsiteY50" fmla="*/ 291005 h 2403903"/>
                  <a:gd name="connsiteX51" fmla="*/ 1239817 w 1621506"/>
                  <a:gd name="connsiteY51" fmla="*/ 349206 h 2403903"/>
                  <a:gd name="connsiteX52" fmla="*/ 1216807 w 1621506"/>
                  <a:gd name="connsiteY52" fmla="*/ 257167 h 2403903"/>
                  <a:gd name="connsiteX53" fmla="*/ 1222221 w 1621506"/>
                  <a:gd name="connsiteY53" fmla="*/ 240925 h 2403903"/>
                  <a:gd name="connsiteX54" fmla="*/ 1048971 w 1621506"/>
                  <a:gd name="connsiteY54" fmla="*/ 14889 h 2403903"/>
                  <a:gd name="connsiteX55" fmla="*/ 1048971 w 1621506"/>
                  <a:gd name="connsiteY55" fmla="*/ 14889 h 2403903"/>
                  <a:gd name="connsiteX56" fmla="*/ 1048971 w 1621506"/>
                  <a:gd name="connsiteY56" fmla="*/ 13535 h 2403903"/>
                  <a:gd name="connsiteX57" fmla="*/ 1050325 w 1621506"/>
                  <a:gd name="connsiteY57" fmla="*/ 0 h 2403903"/>
                  <a:gd name="connsiteX58" fmla="*/ 1074688 w 1621506"/>
                  <a:gd name="connsiteY58" fmla="*/ 1353 h 2403903"/>
                  <a:gd name="connsiteX59" fmla="*/ 1077395 w 1621506"/>
                  <a:gd name="connsiteY59" fmla="*/ 1353 h 2403903"/>
                  <a:gd name="connsiteX60" fmla="*/ 1077395 w 1621506"/>
                  <a:gd name="connsiteY60" fmla="*/ 1353 h 2403903"/>
                  <a:gd name="connsiteX61" fmla="*/ 1241170 w 1621506"/>
                  <a:gd name="connsiteY61" fmla="*/ 235511 h 2403903"/>
                  <a:gd name="connsiteX62" fmla="*/ 1247937 w 1621506"/>
                  <a:gd name="connsiteY62" fmla="*/ 244986 h 2403903"/>
                  <a:gd name="connsiteX63" fmla="*/ 1291250 w 1621506"/>
                  <a:gd name="connsiteY63" fmla="*/ 418235 h 2403903"/>
                  <a:gd name="connsiteX64" fmla="*/ 1543003 w 1621506"/>
                  <a:gd name="connsiteY64" fmla="*/ 285591 h 2403903"/>
                  <a:gd name="connsiteX65" fmla="*/ 1543003 w 1621506"/>
                  <a:gd name="connsiteY65" fmla="*/ 285591 h 2403903"/>
                  <a:gd name="connsiteX66" fmla="*/ 1545710 w 1621506"/>
                  <a:gd name="connsiteY66" fmla="*/ 286944 h 2403903"/>
                  <a:gd name="connsiteX67" fmla="*/ 1568720 w 1621506"/>
                  <a:gd name="connsiteY67" fmla="*/ 296419 h 2403903"/>
                  <a:gd name="connsiteX68" fmla="*/ 1293957 w 1621506"/>
                  <a:gd name="connsiteY68" fmla="*/ 429063 h 2403903"/>
                  <a:gd name="connsiteX69" fmla="*/ 1348098 w 1621506"/>
                  <a:gd name="connsiteY69" fmla="*/ 740371 h 2403903"/>
                  <a:gd name="connsiteX70" fmla="*/ 1595790 w 1621506"/>
                  <a:gd name="connsiteY70" fmla="*/ 618555 h 2403903"/>
                  <a:gd name="connsiteX71" fmla="*/ 1595790 w 1621506"/>
                  <a:gd name="connsiteY71" fmla="*/ 618555 h 2403903"/>
                  <a:gd name="connsiteX72" fmla="*/ 1598497 w 1621506"/>
                  <a:gd name="connsiteY72" fmla="*/ 619908 h 2403903"/>
                  <a:gd name="connsiteX73" fmla="*/ 1621507 w 1621506"/>
                  <a:gd name="connsiteY73" fmla="*/ 629383 h 2403903"/>
                  <a:gd name="connsiteX74" fmla="*/ 1350804 w 1621506"/>
                  <a:gd name="connsiteY74" fmla="*/ 763381 h 2403903"/>
                  <a:gd name="connsiteX75" fmla="*/ 1354865 w 1621506"/>
                  <a:gd name="connsiteY75" fmla="*/ 921741 h 2403903"/>
                  <a:gd name="connsiteX76" fmla="*/ 1333209 w 1621506"/>
                  <a:gd name="connsiteY76" fmla="*/ 1104466 h 2403903"/>
                  <a:gd name="connsiteX77" fmla="*/ 1333209 w 1621506"/>
                  <a:gd name="connsiteY77" fmla="*/ 1109880 h 2403903"/>
                  <a:gd name="connsiteX78" fmla="*/ 1331855 w 1621506"/>
                  <a:gd name="connsiteY78" fmla="*/ 1109880 h 2403903"/>
                  <a:gd name="connsiteX79" fmla="*/ 1212746 w 1621506"/>
                  <a:gd name="connsiteY79" fmla="*/ 1396824 h 2403903"/>
                  <a:gd name="connsiteX80" fmla="*/ 1450964 w 1621506"/>
                  <a:gd name="connsiteY80" fmla="*/ 1442844 h 2403903"/>
                  <a:gd name="connsiteX81" fmla="*/ 1450964 w 1621506"/>
                  <a:gd name="connsiteY81" fmla="*/ 1442844 h 2403903"/>
                  <a:gd name="connsiteX82" fmla="*/ 1452318 w 1621506"/>
                  <a:gd name="connsiteY82" fmla="*/ 1444197 h 2403903"/>
                  <a:gd name="connsiteX83" fmla="*/ 1469914 w 1621506"/>
                  <a:gd name="connsiteY83" fmla="*/ 1465853 h 2403903"/>
                  <a:gd name="connsiteX84" fmla="*/ 1457732 w 1621506"/>
                  <a:gd name="connsiteY84" fmla="*/ 1475328 h 2403903"/>
                  <a:gd name="connsiteX85" fmla="*/ 1457732 w 1621506"/>
                  <a:gd name="connsiteY85" fmla="*/ 1475328 h 2403903"/>
                  <a:gd name="connsiteX86" fmla="*/ 1457732 w 1621506"/>
                  <a:gd name="connsiteY86" fmla="*/ 1475328 h 2403903"/>
                  <a:gd name="connsiteX87" fmla="*/ 1158606 w 1621506"/>
                  <a:gd name="connsiteY87" fmla="*/ 1468560 h 2403903"/>
                  <a:gd name="connsiteX88" fmla="*/ 1082809 w 1621506"/>
                  <a:gd name="connsiteY88" fmla="*/ 1551124 h 2403903"/>
                  <a:gd name="connsiteX89" fmla="*/ 984003 w 1621506"/>
                  <a:gd name="connsiteY89" fmla="*/ 1633689 h 2403903"/>
                  <a:gd name="connsiteX90" fmla="*/ 1208686 w 1621506"/>
                  <a:gd name="connsiteY90" fmla="*/ 1686476 h 2403903"/>
                  <a:gd name="connsiteX91" fmla="*/ 1208686 w 1621506"/>
                  <a:gd name="connsiteY91" fmla="*/ 1686476 h 2403903"/>
                  <a:gd name="connsiteX92" fmla="*/ 1210039 w 1621506"/>
                  <a:gd name="connsiteY92" fmla="*/ 1687829 h 2403903"/>
                  <a:gd name="connsiteX93" fmla="*/ 1227635 w 1621506"/>
                  <a:gd name="connsiteY93" fmla="*/ 1709485 h 2403903"/>
                  <a:gd name="connsiteX94" fmla="*/ 1215453 w 1621506"/>
                  <a:gd name="connsiteY94" fmla="*/ 1718960 h 2403903"/>
                  <a:gd name="connsiteX95" fmla="*/ 1215453 w 1621506"/>
                  <a:gd name="connsiteY95" fmla="*/ 1718960 h 2403903"/>
                  <a:gd name="connsiteX96" fmla="*/ 1215453 w 1621506"/>
                  <a:gd name="connsiteY96" fmla="*/ 1718960 h 2403903"/>
                  <a:gd name="connsiteX97" fmla="*/ 896024 w 1621506"/>
                  <a:gd name="connsiteY97" fmla="*/ 1694597 h 2403903"/>
                  <a:gd name="connsiteX98" fmla="*/ 886550 w 1621506"/>
                  <a:gd name="connsiteY98" fmla="*/ 1700011 h 2403903"/>
                  <a:gd name="connsiteX99" fmla="*/ 879783 w 1621506"/>
                  <a:gd name="connsiteY99" fmla="*/ 1709485 h 2403903"/>
                  <a:gd name="connsiteX100" fmla="*/ 875722 w 1621506"/>
                  <a:gd name="connsiteY100" fmla="*/ 1706778 h 2403903"/>
                  <a:gd name="connsiteX101" fmla="*/ 646978 w 1621506"/>
                  <a:gd name="connsiteY101" fmla="*/ 1852958 h 2403903"/>
                  <a:gd name="connsiteX102" fmla="*/ 799925 w 1621506"/>
                  <a:gd name="connsiteY102" fmla="*/ 1886795 h 2403903"/>
                  <a:gd name="connsiteX103" fmla="*/ 799925 w 1621506"/>
                  <a:gd name="connsiteY103" fmla="*/ 1886795 h 2403903"/>
                  <a:gd name="connsiteX104" fmla="*/ 802632 w 1621506"/>
                  <a:gd name="connsiteY104" fmla="*/ 1888149 h 2403903"/>
                  <a:gd name="connsiteX105" fmla="*/ 831056 w 1621506"/>
                  <a:gd name="connsiteY105" fmla="*/ 1905744 h 2403903"/>
                  <a:gd name="connsiteX106" fmla="*/ 445305 w 1621506"/>
                  <a:gd name="connsiteY106" fmla="*/ 2027561 h 2403903"/>
                  <a:gd name="connsiteX107" fmla="*/ 435830 w 1621506"/>
                  <a:gd name="connsiteY107" fmla="*/ 2038389 h 2403903"/>
                  <a:gd name="connsiteX108" fmla="*/ 431770 w 1621506"/>
                  <a:gd name="connsiteY108" fmla="*/ 2051924 h 2403903"/>
                  <a:gd name="connsiteX109" fmla="*/ 426356 w 1621506"/>
                  <a:gd name="connsiteY109" fmla="*/ 2050570 h 2403903"/>
                  <a:gd name="connsiteX110" fmla="*/ 307247 w 1621506"/>
                  <a:gd name="connsiteY110" fmla="*/ 2295556 h 2403903"/>
                  <a:gd name="connsiteX111" fmla="*/ 619908 w 1621506"/>
                  <a:gd name="connsiteY111" fmla="*/ 2183214 h 2403903"/>
                  <a:gd name="connsiteX112" fmla="*/ 619908 w 1621506"/>
                  <a:gd name="connsiteY112" fmla="*/ 2183214 h 2403903"/>
                  <a:gd name="connsiteX113" fmla="*/ 622615 w 1621506"/>
                  <a:gd name="connsiteY113" fmla="*/ 2184568 h 2403903"/>
                  <a:gd name="connsiteX114" fmla="*/ 655100 w 1621506"/>
                  <a:gd name="connsiteY114" fmla="*/ 2198103 h 2403903"/>
                  <a:gd name="connsiteX115" fmla="*/ 648332 w 1621506"/>
                  <a:gd name="connsiteY115" fmla="*/ 2217052 h 2403903"/>
                  <a:gd name="connsiteX116" fmla="*/ 648332 w 1621506"/>
                  <a:gd name="connsiteY116" fmla="*/ 2217052 h 2403903"/>
                  <a:gd name="connsiteX117" fmla="*/ 648332 w 1621506"/>
                  <a:gd name="connsiteY117" fmla="*/ 2217052 h 2403903"/>
                  <a:gd name="connsiteX118" fmla="*/ 289651 w 1621506"/>
                  <a:gd name="connsiteY118" fmla="*/ 2394362 h 2403903"/>
                  <a:gd name="connsiteX119" fmla="*/ 247692 w 1621506"/>
                  <a:gd name="connsiteY119" fmla="*/ 2384888 h 2403903"/>
                  <a:gd name="connsiteX120" fmla="*/ 0 w 1621506"/>
                  <a:gd name="connsiteY120" fmla="*/ 2073580 h 2403903"/>
                  <a:gd name="connsiteX121" fmla="*/ 0 w 1621506"/>
                  <a:gd name="connsiteY121" fmla="*/ 2073580 h 2403903"/>
                  <a:gd name="connsiteX122" fmla="*/ 1354 w 1621506"/>
                  <a:gd name="connsiteY122" fmla="*/ 2053277 h 2403903"/>
                  <a:gd name="connsiteX123" fmla="*/ 39252 w 1621506"/>
                  <a:gd name="connsiteY123" fmla="*/ 2057338 h 2403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621506" h="2403903">
                    <a:moveTo>
                      <a:pt x="39252" y="2057338"/>
                    </a:moveTo>
                    <a:lnTo>
                      <a:pt x="41959" y="2057338"/>
                    </a:lnTo>
                    <a:lnTo>
                      <a:pt x="41959" y="2057338"/>
                    </a:lnTo>
                    <a:cubicBezTo>
                      <a:pt x="215208" y="2073580"/>
                      <a:pt x="263935" y="2191336"/>
                      <a:pt x="276116" y="2283374"/>
                    </a:cubicBezTo>
                    <a:cubicBezTo>
                      <a:pt x="296419" y="2212992"/>
                      <a:pt x="323489" y="2146670"/>
                      <a:pt x="364095" y="2085762"/>
                    </a:cubicBezTo>
                    <a:cubicBezTo>
                      <a:pt x="374922" y="2069519"/>
                      <a:pt x="385751" y="2054631"/>
                      <a:pt x="396579" y="2041096"/>
                    </a:cubicBezTo>
                    <a:cubicBezTo>
                      <a:pt x="162421" y="1938229"/>
                      <a:pt x="227390" y="1704071"/>
                      <a:pt x="227390" y="1704071"/>
                    </a:cubicBezTo>
                    <a:cubicBezTo>
                      <a:pt x="238218" y="1705425"/>
                      <a:pt x="249046" y="1708132"/>
                      <a:pt x="259874" y="1710839"/>
                    </a:cubicBezTo>
                    <a:lnTo>
                      <a:pt x="263935" y="1712192"/>
                    </a:lnTo>
                    <a:lnTo>
                      <a:pt x="263935" y="1712192"/>
                    </a:lnTo>
                    <a:cubicBezTo>
                      <a:pt x="439891" y="1755505"/>
                      <a:pt x="456133" y="1896270"/>
                      <a:pt x="448012" y="1982895"/>
                    </a:cubicBezTo>
                    <a:cubicBezTo>
                      <a:pt x="563061" y="1862432"/>
                      <a:pt x="710594" y="1778514"/>
                      <a:pt x="851359" y="1687829"/>
                    </a:cubicBezTo>
                    <a:cubicBezTo>
                      <a:pt x="709240" y="1545710"/>
                      <a:pt x="821581" y="1387349"/>
                      <a:pt x="821581" y="1387349"/>
                    </a:cubicBezTo>
                    <a:cubicBezTo>
                      <a:pt x="829702" y="1391410"/>
                      <a:pt x="837824" y="1396824"/>
                      <a:pt x="844591" y="1402238"/>
                    </a:cubicBezTo>
                    <a:lnTo>
                      <a:pt x="845945" y="1403592"/>
                    </a:lnTo>
                    <a:lnTo>
                      <a:pt x="845945" y="1403592"/>
                    </a:lnTo>
                    <a:cubicBezTo>
                      <a:pt x="956932" y="1478035"/>
                      <a:pt x="946105" y="1576841"/>
                      <a:pt x="920388" y="1643163"/>
                    </a:cubicBezTo>
                    <a:cubicBezTo>
                      <a:pt x="920388" y="1643163"/>
                      <a:pt x="920388" y="1643163"/>
                      <a:pt x="920388" y="1643163"/>
                    </a:cubicBezTo>
                    <a:cubicBezTo>
                      <a:pt x="1001599" y="1587669"/>
                      <a:pt x="1073335" y="1522701"/>
                      <a:pt x="1132889" y="1449611"/>
                    </a:cubicBezTo>
                    <a:cubicBezTo>
                      <a:pt x="978589" y="1358926"/>
                      <a:pt x="1009720" y="1214100"/>
                      <a:pt x="1024608" y="1168081"/>
                    </a:cubicBezTo>
                    <a:lnTo>
                      <a:pt x="1024608" y="1168081"/>
                    </a:lnTo>
                    <a:lnTo>
                      <a:pt x="1024608" y="1165374"/>
                    </a:lnTo>
                    <a:cubicBezTo>
                      <a:pt x="1027315" y="1157252"/>
                      <a:pt x="1028669" y="1153192"/>
                      <a:pt x="1028669" y="1153192"/>
                    </a:cubicBezTo>
                    <a:cubicBezTo>
                      <a:pt x="1038143" y="1155899"/>
                      <a:pt x="1046264" y="1158606"/>
                      <a:pt x="1054385" y="1162667"/>
                    </a:cubicBezTo>
                    <a:lnTo>
                      <a:pt x="1057093" y="1164020"/>
                    </a:lnTo>
                    <a:lnTo>
                      <a:pt x="1057093" y="1164020"/>
                    </a:lnTo>
                    <a:cubicBezTo>
                      <a:pt x="1185676" y="1215454"/>
                      <a:pt x="1191090" y="1319674"/>
                      <a:pt x="1177555" y="1390057"/>
                    </a:cubicBezTo>
                    <a:cubicBezTo>
                      <a:pt x="1234402" y="1307492"/>
                      <a:pt x="1276361" y="1214100"/>
                      <a:pt x="1299371" y="1113940"/>
                    </a:cubicBezTo>
                    <a:cubicBezTo>
                      <a:pt x="1092284" y="1105819"/>
                      <a:pt x="1070628" y="909560"/>
                      <a:pt x="1070628" y="909560"/>
                    </a:cubicBezTo>
                    <a:cubicBezTo>
                      <a:pt x="1080102" y="906853"/>
                      <a:pt x="1089577" y="905499"/>
                      <a:pt x="1099051" y="904146"/>
                    </a:cubicBezTo>
                    <a:lnTo>
                      <a:pt x="1099051" y="904146"/>
                    </a:lnTo>
                    <a:lnTo>
                      <a:pt x="1099051" y="904146"/>
                    </a:lnTo>
                    <a:cubicBezTo>
                      <a:pt x="1230342" y="885197"/>
                      <a:pt x="1288543" y="965054"/>
                      <a:pt x="1312906" y="1031376"/>
                    </a:cubicBezTo>
                    <a:cubicBezTo>
                      <a:pt x="1314260" y="1024608"/>
                      <a:pt x="1315613" y="1016487"/>
                      <a:pt x="1315613" y="1009720"/>
                    </a:cubicBezTo>
                    <a:cubicBezTo>
                      <a:pt x="1323734" y="933923"/>
                      <a:pt x="1322381" y="858126"/>
                      <a:pt x="1316967" y="782330"/>
                    </a:cubicBezTo>
                    <a:cubicBezTo>
                      <a:pt x="1150485" y="741724"/>
                      <a:pt x="1141010" y="602313"/>
                      <a:pt x="1142364" y="556293"/>
                    </a:cubicBezTo>
                    <a:lnTo>
                      <a:pt x="1142364" y="556293"/>
                    </a:lnTo>
                    <a:lnTo>
                      <a:pt x="1142364" y="554940"/>
                    </a:lnTo>
                    <a:cubicBezTo>
                      <a:pt x="1142364" y="546819"/>
                      <a:pt x="1143717" y="541405"/>
                      <a:pt x="1143717" y="541405"/>
                    </a:cubicBezTo>
                    <a:cubicBezTo>
                      <a:pt x="1151838" y="541405"/>
                      <a:pt x="1159959" y="542758"/>
                      <a:pt x="1168080" y="542758"/>
                    </a:cubicBezTo>
                    <a:lnTo>
                      <a:pt x="1170788" y="542758"/>
                    </a:lnTo>
                    <a:lnTo>
                      <a:pt x="1170788" y="542758"/>
                    </a:lnTo>
                    <a:cubicBezTo>
                      <a:pt x="1230342" y="549526"/>
                      <a:pt x="1268240" y="572535"/>
                      <a:pt x="1293957" y="600959"/>
                    </a:cubicBezTo>
                    <a:cubicBezTo>
                      <a:pt x="1284482" y="545465"/>
                      <a:pt x="1272301" y="491325"/>
                      <a:pt x="1260119" y="437184"/>
                    </a:cubicBezTo>
                    <a:cubicBezTo>
                      <a:pt x="1097698" y="475083"/>
                      <a:pt x="1025962" y="357327"/>
                      <a:pt x="1005659" y="316722"/>
                    </a:cubicBezTo>
                    <a:lnTo>
                      <a:pt x="1005659" y="316722"/>
                    </a:lnTo>
                    <a:lnTo>
                      <a:pt x="1005659" y="315368"/>
                    </a:lnTo>
                    <a:cubicBezTo>
                      <a:pt x="1001599" y="307247"/>
                      <a:pt x="1000245" y="303187"/>
                      <a:pt x="1000245" y="303187"/>
                    </a:cubicBezTo>
                    <a:cubicBezTo>
                      <a:pt x="1008366" y="299126"/>
                      <a:pt x="1015134" y="296419"/>
                      <a:pt x="1023255" y="292359"/>
                    </a:cubicBezTo>
                    <a:lnTo>
                      <a:pt x="1025962" y="291005"/>
                    </a:lnTo>
                    <a:lnTo>
                      <a:pt x="1025962" y="291005"/>
                    </a:lnTo>
                    <a:cubicBezTo>
                      <a:pt x="1134243" y="249046"/>
                      <a:pt x="1201918" y="297773"/>
                      <a:pt x="1239817" y="349206"/>
                    </a:cubicBezTo>
                    <a:cubicBezTo>
                      <a:pt x="1231696" y="318075"/>
                      <a:pt x="1224928" y="288298"/>
                      <a:pt x="1216807" y="257167"/>
                    </a:cubicBezTo>
                    <a:cubicBezTo>
                      <a:pt x="1215453" y="250400"/>
                      <a:pt x="1218160" y="244986"/>
                      <a:pt x="1222221" y="240925"/>
                    </a:cubicBezTo>
                    <a:cubicBezTo>
                      <a:pt x="1057093" y="200320"/>
                      <a:pt x="1047618" y="60908"/>
                      <a:pt x="1048971" y="14889"/>
                    </a:cubicBezTo>
                    <a:lnTo>
                      <a:pt x="1048971" y="14889"/>
                    </a:lnTo>
                    <a:lnTo>
                      <a:pt x="1048971" y="13535"/>
                    </a:lnTo>
                    <a:cubicBezTo>
                      <a:pt x="1048971" y="5414"/>
                      <a:pt x="1050325" y="0"/>
                      <a:pt x="1050325" y="0"/>
                    </a:cubicBezTo>
                    <a:cubicBezTo>
                      <a:pt x="1058446" y="0"/>
                      <a:pt x="1066567" y="1353"/>
                      <a:pt x="1074688" y="1353"/>
                    </a:cubicBezTo>
                    <a:lnTo>
                      <a:pt x="1077395" y="1353"/>
                    </a:lnTo>
                    <a:lnTo>
                      <a:pt x="1077395" y="1353"/>
                    </a:lnTo>
                    <a:cubicBezTo>
                      <a:pt x="1258766" y="20303"/>
                      <a:pt x="1246584" y="196259"/>
                      <a:pt x="1241170" y="235511"/>
                    </a:cubicBezTo>
                    <a:cubicBezTo>
                      <a:pt x="1243877" y="236865"/>
                      <a:pt x="1246584" y="239572"/>
                      <a:pt x="1247937" y="244986"/>
                    </a:cubicBezTo>
                    <a:cubicBezTo>
                      <a:pt x="1262826" y="303187"/>
                      <a:pt x="1277715" y="360034"/>
                      <a:pt x="1291250" y="418235"/>
                    </a:cubicBezTo>
                    <a:cubicBezTo>
                      <a:pt x="1306139" y="376276"/>
                      <a:pt x="1375168" y="221976"/>
                      <a:pt x="1543003" y="285591"/>
                    </a:cubicBezTo>
                    <a:lnTo>
                      <a:pt x="1543003" y="285591"/>
                    </a:lnTo>
                    <a:lnTo>
                      <a:pt x="1545710" y="286944"/>
                    </a:lnTo>
                    <a:cubicBezTo>
                      <a:pt x="1553831" y="289652"/>
                      <a:pt x="1560599" y="293712"/>
                      <a:pt x="1568720" y="296419"/>
                    </a:cubicBezTo>
                    <a:cubicBezTo>
                      <a:pt x="1568720" y="296419"/>
                      <a:pt x="1502398" y="485911"/>
                      <a:pt x="1293957" y="429063"/>
                    </a:cubicBezTo>
                    <a:cubicBezTo>
                      <a:pt x="1318320" y="531930"/>
                      <a:pt x="1337269" y="636151"/>
                      <a:pt x="1348098" y="740371"/>
                    </a:cubicBezTo>
                    <a:cubicBezTo>
                      <a:pt x="1369753" y="688938"/>
                      <a:pt x="1440136" y="559000"/>
                      <a:pt x="1595790" y="618555"/>
                    </a:cubicBezTo>
                    <a:lnTo>
                      <a:pt x="1595790" y="618555"/>
                    </a:lnTo>
                    <a:lnTo>
                      <a:pt x="1598497" y="619908"/>
                    </a:lnTo>
                    <a:cubicBezTo>
                      <a:pt x="1605265" y="622615"/>
                      <a:pt x="1613386" y="625322"/>
                      <a:pt x="1621507" y="629383"/>
                    </a:cubicBezTo>
                    <a:cubicBezTo>
                      <a:pt x="1621507" y="629383"/>
                      <a:pt x="1556538" y="816168"/>
                      <a:pt x="1350804" y="763381"/>
                    </a:cubicBezTo>
                    <a:cubicBezTo>
                      <a:pt x="1354865" y="816168"/>
                      <a:pt x="1357572" y="868955"/>
                      <a:pt x="1354865" y="921741"/>
                    </a:cubicBezTo>
                    <a:cubicBezTo>
                      <a:pt x="1353512" y="985356"/>
                      <a:pt x="1345390" y="1046265"/>
                      <a:pt x="1333209" y="1104466"/>
                    </a:cubicBezTo>
                    <a:cubicBezTo>
                      <a:pt x="1333209" y="1107173"/>
                      <a:pt x="1333209" y="1109880"/>
                      <a:pt x="1333209" y="1109880"/>
                    </a:cubicBezTo>
                    <a:cubicBezTo>
                      <a:pt x="1333209" y="1109880"/>
                      <a:pt x="1331855" y="1109880"/>
                      <a:pt x="1331855" y="1109880"/>
                    </a:cubicBezTo>
                    <a:cubicBezTo>
                      <a:pt x="1308845" y="1212747"/>
                      <a:pt x="1269594" y="1308846"/>
                      <a:pt x="1212746" y="1396824"/>
                    </a:cubicBezTo>
                    <a:cubicBezTo>
                      <a:pt x="1275008" y="1364340"/>
                      <a:pt x="1367047" y="1346744"/>
                      <a:pt x="1450964" y="1442844"/>
                    </a:cubicBezTo>
                    <a:lnTo>
                      <a:pt x="1450964" y="1442844"/>
                    </a:lnTo>
                    <a:lnTo>
                      <a:pt x="1452318" y="1444197"/>
                    </a:lnTo>
                    <a:cubicBezTo>
                      <a:pt x="1457732" y="1450965"/>
                      <a:pt x="1463146" y="1457732"/>
                      <a:pt x="1469914" y="1465853"/>
                    </a:cubicBezTo>
                    <a:cubicBezTo>
                      <a:pt x="1469914" y="1465853"/>
                      <a:pt x="1465853" y="1469914"/>
                      <a:pt x="1457732" y="1475328"/>
                    </a:cubicBezTo>
                    <a:lnTo>
                      <a:pt x="1457732" y="1475328"/>
                    </a:lnTo>
                    <a:cubicBezTo>
                      <a:pt x="1457732" y="1475328"/>
                      <a:pt x="1457732" y="1475328"/>
                      <a:pt x="1457732" y="1475328"/>
                    </a:cubicBezTo>
                    <a:cubicBezTo>
                      <a:pt x="1419834" y="1503752"/>
                      <a:pt x="1295310" y="1580902"/>
                      <a:pt x="1158606" y="1468560"/>
                    </a:cubicBezTo>
                    <a:cubicBezTo>
                      <a:pt x="1135596" y="1496984"/>
                      <a:pt x="1109880" y="1524054"/>
                      <a:pt x="1082809" y="1551124"/>
                    </a:cubicBezTo>
                    <a:cubicBezTo>
                      <a:pt x="1051678" y="1580902"/>
                      <a:pt x="1017840" y="1607972"/>
                      <a:pt x="984003" y="1633689"/>
                    </a:cubicBezTo>
                    <a:cubicBezTo>
                      <a:pt x="1044911" y="1606619"/>
                      <a:pt x="1130182" y="1598497"/>
                      <a:pt x="1208686" y="1686476"/>
                    </a:cubicBezTo>
                    <a:lnTo>
                      <a:pt x="1208686" y="1686476"/>
                    </a:lnTo>
                    <a:lnTo>
                      <a:pt x="1210039" y="1687829"/>
                    </a:lnTo>
                    <a:cubicBezTo>
                      <a:pt x="1215453" y="1694597"/>
                      <a:pt x="1220867" y="1701364"/>
                      <a:pt x="1227635" y="1709485"/>
                    </a:cubicBezTo>
                    <a:cubicBezTo>
                      <a:pt x="1227635" y="1709485"/>
                      <a:pt x="1223574" y="1713546"/>
                      <a:pt x="1215453" y="1718960"/>
                    </a:cubicBezTo>
                    <a:lnTo>
                      <a:pt x="1215453" y="1718960"/>
                    </a:lnTo>
                    <a:lnTo>
                      <a:pt x="1215453" y="1718960"/>
                    </a:lnTo>
                    <a:cubicBezTo>
                      <a:pt x="1174848" y="1750091"/>
                      <a:pt x="1039497" y="1832655"/>
                      <a:pt x="896024" y="1694597"/>
                    </a:cubicBezTo>
                    <a:cubicBezTo>
                      <a:pt x="893318" y="1695950"/>
                      <a:pt x="889257" y="1698657"/>
                      <a:pt x="886550" y="1700011"/>
                    </a:cubicBezTo>
                    <a:cubicBezTo>
                      <a:pt x="882489" y="1706778"/>
                      <a:pt x="879783" y="1709485"/>
                      <a:pt x="879783" y="1709485"/>
                    </a:cubicBezTo>
                    <a:cubicBezTo>
                      <a:pt x="878429" y="1708132"/>
                      <a:pt x="877075" y="1708132"/>
                      <a:pt x="875722" y="1706778"/>
                    </a:cubicBezTo>
                    <a:cubicBezTo>
                      <a:pt x="799925" y="1755505"/>
                      <a:pt x="721422" y="1801524"/>
                      <a:pt x="646978" y="1852958"/>
                    </a:cubicBezTo>
                    <a:cubicBezTo>
                      <a:pt x="691645" y="1846190"/>
                      <a:pt x="741724" y="1854311"/>
                      <a:pt x="799925" y="1886795"/>
                    </a:cubicBezTo>
                    <a:lnTo>
                      <a:pt x="799925" y="1886795"/>
                    </a:lnTo>
                    <a:lnTo>
                      <a:pt x="802632" y="1888149"/>
                    </a:lnTo>
                    <a:cubicBezTo>
                      <a:pt x="812107" y="1893563"/>
                      <a:pt x="821581" y="1898977"/>
                      <a:pt x="831056" y="1905744"/>
                    </a:cubicBezTo>
                    <a:cubicBezTo>
                      <a:pt x="831056" y="1905744"/>
                      <a:pt x="710594" y="2143963"/>
                      <a:pt x="445305" y="2027561"/>
                    </a:cubicBezTo>
                    <a:cubicBezTo>
                      <a:pt x="442598" y="2031621"/>
                      <a:pt x="438538" y="2034328"/>
                      <a:pt x="435830" y="2038389"/>
                    </a:cubicBezTo>
                    <a:cubicBezTo>
                      <a:pt x="433124" y="2046510"/>
                      <a:pt x="431770" y="2051924"/>
                      <a:pt x="431770" y="2051924"/>
                    </a:cubicBezTo>
                    <a:cubicBezTo>
                      <a:pt x="430417" y="2051924"/>
                      <a:pt x="429063" y="2050570"/>
                      <a:pt x="426356" y="2050570"/>
                    </a:cubicBezTo>
                    <a:cubicBezTo>
                      <a:pt x="369508" y="2125013"/>
                      <a:pt x="331610" y="2207578"/>
                      <a:pt x="307247" y="2295556"/>
                    </a:cubicBezTo>
                    <a:cubicBezTo>
                      <a:pt x="355973" y="2215699"/>
                      <a:pt x="450719" y="2122306"/>
                      <a:pt x="619908" y="2183214"/>
                    </a:cubicBezTo>
                    <a:lnTo>
                      <a:pt x="619908" y="2183214"/>
                    </a:lnTo>
                    <a:lnTo>
                      <a:pt x="622615" y="2184568"/>
                    </a:lnTo>
                    <a:cubicBezTo>
                      <a:pt x="633443" y="2188629"/>
                      <a:pt x="644272" y="2192689"/>
                      <a:pt x="655100" y="2198103"/>
                    </a:cubicBezTo>
                    <a:cubicBezTo>
                      <a:pt x="655100" y="2198103"/>
                      <a:pt x="652392" y="2204871"/>
                      <a:pt x="648332" y="2217052"/>
                    </a:cubicBezTo>
                    <a:lnTo>
                      <a:pt x="648332" y="2217052"/>
                    </a:lnTo>
                    <a:cubicBezTo>
                      <a:pt x="648332" y="2217052"/>
                      <a:pt x="648332" y="2217052"/>
                      <a:pt x="648332" y="2217052"/>
                    </a:cubicBezTo>
                    <a:cubicBezTo>
                      <a:pt x="622615" y="2275253"/>
                      <a:pt x="525162" y="2445796"/>
                      <a:pt x="289651" y="2394362"/>
                    </a:cubicBezTo>
                    <a:cubicBezTo>
                      <a:pt x="278823" y="2383534"/>
                      <a:pt x="262581" y="2380827"/>
                      <a:pt x="247692" y="2384888"/>
                    </a:cubicBezTo>
                    <a:cubicBezTo>
                      <a:pt x="16242" y="2330747"/>
                      <a:pt x="0" y="2137195"/>
                      <a:pt x="0" y="2073580"/>
                    </a:cubicBezTo>
                    <a:lnTo>
                      <a:pt x="0" y="2073580"/>
                    </a:lnTo>
                    <a:cubicBezTo>
                      <a:pt x="0" y="2061398"/>
                      <a:pt x="1354" y="2053277"/>
                      <a:pt x="1354" y="2053277"/>
                    </a:cubicBezTo>
                    <a:cubicBezTo>
                      <a:pt x="14889" y="2055984"/>
                      <a:pt x="27070" y="2055984"/>
                      <a:pt x="39252" y="2057338"/>
                    </a:cubicBezTo>
                    <a:close/>
                  </a:path>
                </a:pathLst>
              </a:custGeom>
              <a:solidFill>
                <a:schemeClr val="accent1"/>
              </a:solidFill>
              <a:ln w="13514" cap="flat">
                <a:noFill/>
                <a:prstDash val="solid"/>
                <a:miter/>
              </a:ln>
            </p:spPr>
            <p:txBody>
              <a:bodyPr rtlCol="0" anchor="ctr"/>
              <a:lstStyle/>
              <a:p>
                <a:endParaRPr lang="en-US"/>
              </a:p>
            </p:txBody>
          </p:sp>
        </p:grpSp>
      </p:grpSp>
      <p:sp>
        <p:nvSpPr>
          <p:cNvPr id="4" name="TextBox 3">
            <a:extLst>
              <a:ext uri="{FF2B5EF4-FFF2-40B4-BE49-F238E27FC236}">
                <a16:creationId xmlns:a16="http://schemas.microsoft.com/office/drawing/2014/main" id="{AF25FA13-1B04-4495-B3F2-E982B69327E1}"/>
              </a:ext>
            </a:extLst>
          </p:cNvPr>
          <p:cNvSpPr txBox="1"/>
          <p:nvPr/>
        </p:nvSpPr>
        <p:spPr>
          <a:xfrm>
            <a:off x="1368987" y="2221311"/>
            <a:ext cx="4790587" cy="3600986"/>
          </a:xfrm>
          <a:prstGeom prst="rect">
            <a:avLst/>
          </a:prstGeom>
          <a:noFill/>
        </p:spPr>
        <p:txBody>
          <a:bodyPr wrap="square" rtlCol="0">
            <a:spAutoFit/>
          </a:bodyPr>
          <a:lstStyle/>
          <a:p>
            <a:r>
              <a:rPr lang="en-US" sz="2400" b="1" dirty="0">
                <a:solidFill>
                  <a:schemeClr val="accent1"/>
                </a:solidFill>
                <a:latin typeface="Roboto" panose="02000000000000000000" pitchFamily="2" charset="0"/>
                <a:ea typeface="Roboto" panose="02000000000000000000" pitchFamily="2" charset="0"/>
              </a:rPr>
              <a:t>Needs One</a:t>
            </a:r>
          </a:p>
          <a:p>
            <a:endParaRPr lang="en-US" b="1" dirty="0">
              <a:solidFill>
                <a:schemeClr val="tx2"/>
              </a:solidFill>
              <a:latin typeface="Roboto" panose="02000000000000000000" pitchFamily="2" charset="0"/>
              <a:ea typeface="Roboto" panose="02000000000000000000" pitchFamily="2" charset="0"/>
            </a:endParaRPr>
          </a:p>
          <a:p>
            <a:pPr>
              <a:buClr>
                <a:schemeClr val="bg2"/>
              </a:buClr>
            </a:pPr>
            <a:r>
              <a:rPr lang="en-US" sz="1400" b="1" dirty="0">
                <a:solidFill>
                  <a:schemeClr val="tx2"/>
                </a:solidFill>
                <a:latin typeface="Roboto" panose="02000000000000000000" pitchFamily="2" charset="0"/>
                <a:ea typeface="Roboto" panose="02000000000000000000" pitchFamily="2" charset="0"/>
              </a:rPr>
              <a:t>Magnets are common items in our daily lives. Playing around with some magnets, we can  see some basic features:</a:t>
            </a:r>
          </a:p>
          <a:p>
            <a:pPr marL="285750" indent="-285750">
              <a:buClr>
                <a:schemeClr val="bg2"/>
              </a:buClr>
              <a:buFont typeface="Wingdings" panose="05000000000000000000" pitchFamily="2" charset="2"/>
              <a:buChar char="v"/>
            </a:pPr>
            <a:endParaRPr lang="en-US" sz="1400" dirty="0">
              <a:solidFill>
                <a:schemeClr val="tx2"/>
              </a:solidFill>
              <a:latin typeface="Roboto" panose="02000000000000000000" pitchFamily="2" charset="0"/>
              <a:ea typeface="Roboto" panose="02000000000000000000" pitchFamily="2" charset="0"/>
            </a:endParaRPr>
          </a:p>
          <a:p>
            <a:pPr marL="285750" indent="-285750">
              <a:buClr>
                <a:schemeClr val="tx2"/>
              </a:buClr>
              <a:buFont typeface="Wingdings" panose="05000000000000000000" pitchFamily="2" charset="2"/>
              <a:buChar char="v"/>
            </a:pPr>
            <a:r>
              <a:rPr lang="en-US" sz="1400" dirty="0">
                <a:solidFill>
                  <a:schemeClr val="tx2"/>
                </a:solidFill>
                <a:latin typeface="Roboto" panose="02000000000000000000" pitchFamily="2" charset="0"/>
                <a:ea typeface="Roboto" panose="02000000000000000000" pitchFamily="2" charset="0"/>
              </a:rPr>
              <a:t>Magnets exert force on each other, as well as on certain metals.</a:t>
            </a:r>
          </a:p>
          <a:p>
            <a:pPr marL="285750" indent="-285750">
              <a:buClr>
                <a:schemeClr val="tx2"/>
              </a:buClr>
              <a:buFont typeface="Wingdings" panose="05000000000000000000" pitchFamily="2" charset="2"/>
              <a:buChar char="v"/>
            </a:pPr>
            <a:endParaRPr lang="en-US" sz="1400" dirty="0">
              <a:solidFill>
                <a:schemeClr val="tx2"/>
              </a:solidFill>
              <a:latin typeface="Roboto" panose="02000000000000000000" pitchFamily="2" charset="0"/>
              <a:ea typeface="Roboto" panose="02000000000000000000" pitchFamily="2" charset="0"/>
            </a:endParaRPr>
          </a:p>
          <a:p>
            <a:pPr marL="285750" indent="-285750">
              <a:buClr>
                <a:schemeClr val="tx2"/>
              </a:buClr>
              <a:buFont typeface="Wingdings" panose="05000000000000000000" pitchFamily="2" charset="2"/>
              <a:buChar char="v"/>
            </a:pPr>
            <a:r>
              <a:rPr lang="en-US" sz="1400" dirty="0">
                <a:solidFill>
                  <a:schemeClr val="tx2"/>
                </a:solidFill>
                <a:latin typeface="Roboto" panose="02000000000000000000" pitchFamily="2" charset="0"/>
                <a:ea typeface="Roboto" panose="02000000000000000000" pitchFamily="2" charset="0"/>
              </a:rPr>
              <a:t>This force is strongest when they are touching, but also acts at a distance.</a:t>
            </a:r>
          </a:p>
          <a:p>
            <a:pPr marL="285750" indent="-285750">
              <a:buClr>
                <a:schemeClr val="tx2"/>
              </a:buClr>
              <a:buFont typeface="Wingdings" panose="05000000000000000000" pitchFamily="2" charset="2"/>
              <a:buChar char="v"/>
            </a:pPr>
            <a:endParaRPr lang="en-US" sz="1400" dirty="0">
              <a:solidFill>
                <a:schemeClr val="tx2"/>
              </a:solidFill>
              <a:latin typeface="Roboto" panose="02000000000000000000" pitchFamily="2" charset="0"/>
              <a:ea typeface="Roboto" panose="02000000000000000000" pitchFamily="2" charset="0"/>
            </a:endParaRPr>
          </a:p>
          <a:p>
            <a:pPr marL="285750" indent="-285750">
              <a:buClr>
                <a:schemeClr val="tx2"/>
              </a:buClr>
              <a:buFont typeface="Wingdings" panose="05000000000000000000" pitchFamily="2" charset="2"/>
              <a:buChar char="v"/>
            </a:pPr>
            <a:r>
              <a:rPr lang="en-US" sz="1400" dirty="0">
                <a:solidFill>
                  <a:schemeClr val="tx2"/>
                </a:solidFill>
                <a:latin typeface="Roboto" panose="02000000000000000000" pitchFamily="2" charset="0"/>
                <a:ea typeface="Roboto" panose="02000000000000000000" pitchFamily="2" charset="0"/>
              </a:rPr>
              <a:t>Magnets can either attract or repel each other, depending on how they are held.</a:t>
            </a:r>
          </a:p>
          <a:p>
            <a:endParaRPr lang="en-US" b="1" dirty="0">
              <a:solidFill>
                <a:schemeClr val="tx2"/>
              </a:solidFill>
              <a:latin typeface="Roboto" panose="02000000000000000000" pitchFamily="2" charset="0"/>
              <a:ea typeface="Roboto" panose="02000000000000000000" pitchFamily="2" charset="0"/>
            </a:endParaRPr>
          </a:p>
        </p:txBody>
      </p:sp>
      <p:sp>
        <p:nvSpPr>
          <p:cNvPr id="8" name="TextBox 7">
            <a:extLst>
              <a:ext uri="{FF2B5EF4-FFF2-40B4-BE49-F238E27FC236}">
                <a16:creationId xmlns:a16="http://schemas.microsoft.com/office/drawing/2014/main" id="{E0E4FFAF-38E7-4B1D-92CD-43F107B6214B}"/>
              </a:ext>
            </a:extLst>
          </p:cNvPr>
          <p:cNvSpPr txBox="1"/>
          <p:nvPr/>
        </p:nvSpPr>
        <p:spPr>
          <a:xfrm>
            <a:off x="994177" y="699316"/>
            <a:ext cx="4115766" cy="584775"/>
          </a:xfrm>
          <a:prstGeom prst="rect">
            <a:avLst/>
          </a:prstGeom>
          <a:noFill/>
        </p:spPr>
        <p:txBody>
          <a:bodyPr wrap="square" rtlCol="0">
            <a:spAutoFit/>
          </a:bodyPr>
          <a:lstStyle/>
          <a:p>
            <a:r>
              <a:rPr lang="en-US" sz="3200" b="1" dirty="0">
                <a:latin typeface="Roboto" panose="02000000000000000000" pitchFamily="2" charset="0"/>
                <a:ea typeface="Roboto" panose="02000000000000000000" pitchFamily="2" charset="0"/>
              </a:rPr>
              <a:t>LESSON OVERVIEW</a:t>
            </a:r>
          </a:p>
        </p:txBody>
      </p:sp>
      <p:grpSp>
        <p:nvGrpSpPr>
          <p:cNvPr id="10" name="Graphic 8">
            <a:extLst>
              <a:ext uri="{FF2B5EF4-FFF2-40B4-BE49-F238E27FC236}">
                <a16:creationId xmlns:a16="http://schemas.microsoft.com/office/drawing/2014/main" id="{6228BDDB-212B-4A43-845C-A0E071F096F7}"/>
              </a:ext>
            </a:extLst>
          </p:cNvPr>
          <p:cNvGrpSpPr/>
          <p:nvPr/>
        </p:nvGrpSpPr>
        <p:grpSpPr>
          <a:xfrm flipH="1">
            <a:off x="6718402" y="1219200"/>
            <a:ext cx="4475144" cy="5238872"/>
            <a:chOff x="7135913" y="1251478"/>
            <a:chExt cx="4290059" cy="5022201"/>
          </a:xfrm>
        </p:grpSpPr>
        <p:sp>
          <p:nvSpPr>
            <p:cNvPr id="11" name="Freeform: Shape 10">
              <a:extLst>
                <a:ext uri="{FF2B5EF4-FFF2-40B4-BE49-F238E27FC236}">
                  <a16:creationId xmlns:a16="http://schemas.microsoft.com/office/drawing/2014/main" id="{53ACBC3B-5815-4061-B2A4-DED607C34765}"/>
                </a:ext>
              </a:extLst>
            </p:cNvPr>
            <p:cNvSpPr/>
            <p:nvPr/>
          </p:nvSpPr>
          <p:spPr>
            <a:xfrm>
              <a:off x="9315233" y="5968879"/>
              <a:ext cx="579827" cy="261041"/>
            </a:xfrm>
            <a:custGeom>
              <a:avLst/>
              <a:gdLst>
                <a:gd name="connsiteX0" fmla="*/ 0 w 579827"/>
                <a:gd name="connsiteY0" fmla="*/ 40958 h 261041"/>
                <a:gd name="connsiteX1" fmla="*/ 195263 w 579827"/>
                <a:gd name="connsiteY1" fmla="*/ 0 h 261041"/>
                <a:gd name="connsiteX2" fmla="*/ 565785 w 579827"/>
                <a:gd name="connsiteY2" fmla="*/ 188595 h 261041"/>
                <a:gd name="connsiteX3" fmla="*/ 407670 w 579827"/>
                <a:gd name="connsiteY3" fmla="*/ 258128 h 261041"/>
                <a:gd name="connsiteX4" fmla="*/ 134302 w 579827"/>
                <a:gd name="connsiteY4" fmla="*/ 196215 h 261041"/>
                <a:gd name="connsiteX5" fmla="*/ 128588 w 579827"/>
                <a:gd name="connsiteY5" fmla="*/ 237173 h 26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9827" h="261041">
                  <a:moveTo>
                    <a:pt x="0" y="40958"/>
                  </a:moveTo>
                  <a:lnTo>
                    <a:pt x="195263" y="0"/>
                  </a:lnTo>
                  <a:cubicBezTo>
                    <a:pt x="195263" y="0"/>
                    <a:pt x="341948" y="171450"/>
                    <a:pt x="565785" y="188595"/>
                  </a:cubicBezTo>
                  <a:cubicBezTo>
                    <a:pt x="565785" y="188595"/>
                    <a:pt x="649605" y="278130"/>
                    <a:pt x="407670" y="258128"/>
                  </a:cubicBezTo>
                  <a:cubicBezTo>
                    <a:pt x="166688" y="237173"/>
                    <a:pt x="160972" y="253365"/>
                    <a:pt x="134302" y="196215"/>
                  </a:cubicBezTo>
                  <a:lnTo>
                    <a:pt x="128588" y="237173"/>
                  </a:lnTo>
                </a:path>
              </a:pathLst>
            </a:custGeom>
            <a:solidFill>
              <a:srgbClr val="6D5046"/>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203E30D-16A1-4A30-BE64-FDEE8F4ECAAE}"/>
                </a:ext>
              </a:extLst>
            </p:cNvPr>
            <p:cNvSpPr/>
            <p:nvPr/>
          </p:nvSpPr>
          <p:spPr>
            <a:xfrm>
              <a:off x="7327365" y="1948376"/>
              <a:ext cx="2110624" cy="1661463"/>
            </a:xfrm>
            <a:custGeom>
              <a:avLst/>
              <a:gdLst>
                <a:gd name="connsiteX0" fmla="*/ 700088 w 2110624"/>
                <a:gd name="connsiteY0" fmla="*/ 8573 h 1661463"/>
                <a:gd name="connsiteX1" fmla="*/ 707708 w 2110624"/>
                <a:gd name="connsiteY1" fmla="*/ 8573 h 1661463"/>
                <a:gd name="connsiteX2" fmla="*/ 640080 w 2110624"/>
                <a:gd name="connsiteY2" fmla="*/ 97155 h 1661463"/>
                <a:gd name="connsiteX3" fmla="*/ 275273 w 2110624"/>
                <a:gd name="connsiteY3" fmla="*/ 241935 h 1661463"/>
                <a:gd name="connsiteX4" fmla="*/ 0 w 2110624"/>
                <a:gd name="connsiteY4" fmla="*/ 1109663 h 1661463"/>
                <a:gd name="connsiteX5" fmla="*/ 176212 w 2110624"/>
                <a:gd name="connsiteY5" fmla="*/ 1202055 h 1661463"/>
                <a:gd name="connsiteX6" fmla="*/ 567690 w 2110624"/>
                <a:gd name="connsiteY6" fmla="*/ 1051560 h 1661463"/>
                <a:gd name="connsiteX7" fmla="*/ 725805 w 2110624"/>
                <a:gd name="connsiteY7" fmla="*/ 1327785 h 1661463"/>
                <a:gd name="connsiteX8" fmla="*/ 814388 w 2110624"/>
                <a:gd name="connsiteY8" fmla="*/ 1660208 h 1661463"/>
                <a:gd name="connsiteX9" fmla="*/ 1637348 w 2110624"/>
                <a:gd name="connsiteY9" fmla="*/ 1584960 h 1661463"/>
                <a:gd name="connsiteX10" fmla="*/ 1983105 w 2110624"/>
                <a:gd name="connsiteY10" fmla="*/ 1231583 h 1661463"/>
                <a:gd name="connsiteX11" fmla="*/ 2066925 w 2110624"/>
                <a:gd name="connsiteY11" fmla="*/ 823913 h 1661463"/>
                <a:gd name="connsiteX12" fmla="*/ 1513523 w 2110624"/>
                <a:gd name="connsiteY12" fmla="*/ 81915 h 1661463"/>
                <a:gd name="connsiteX13" fmla="*/ 1098233 w 2110624"/>
                <a:gd name="connsiteY13" fmla="*/ 46673 h 1661463"/>
                <a:gd name="connsiteX14" fmla="*/ 1030605 w 2110624"/>
                <a:gd name="connsiteY14" fmla="*/ 0 h 1661463"/>
                <a:gd name="connsiteX15" fmla="*/ 1012508 w 2110624"/>
                <a:gd name="connsiteY15" fmla="*/ 188595 h 1661463"/>
                <a:gd name="connsiteX16" fmla="*/ 949643 w 2110624"/>
                <a:gd name="connsiteY16" fmla="*/ 213360 h 1661463"/>
                <a:gd name="connsiteX17" fmla="*/ 845820 w 2110624"/>
                <a:gd name="connsiteY17" fmla="*/ 181928 h 1661463"/>
                <a:gd name="connsiteX18" fmla="*/ 700088 w 2110624"/>
                <a:gd name="connsiteY18" fmla="*/ 8573 h 166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10624" h="1661463">
                  <a:moveTo>
                    <a:pt x="700088" y="8573"/>
                  </a:moveTo>
                  <a:lnTo>
                    <a:pt x="707708" y="8573"/>
                  </a:lnTo>
                  <a:lnTo>
                    <a:pt x="640080" y="97155"/>
                  </a:lnTo>
                  <a:cubicBezTo>
                    <a:pt x="640080" y="97155"/>
                    <a:pt x="519112" y="116205"/>
                    <a:pt x="275273" y="241935"/>
                  </a:cubicBezTo>
                  <a:cubicBezTo>
                    <a:pt x="275273" y="241935"/>
                    <a:pt x="36195" y="917258"/>
                    <a:pt x="0" y="1109663"/>
                  </a:cubicBezTo>
                  <a:cubicBezTo>
                    <a:pt x="0" y="1109663"/>
                    <a:pt x="57150" y="1247775"/>
                    <a:pt x="176212" y="1202055"/>
                  </a:cubicBezTo>
                  <a:cubicBezTo>
                    <a:pt x="295275" y="1156335"/>
                    <a:pt x="567690" y="1051560"/>
                    <a:pt x="567690" y="1051560"/>
                  </a:cubicBezTo>
                  <a:cubicBezTo>
                    <a:pt x="567690" y="1051560"/>
                    <a:pt x="696277" y="1253490"/>
                    <a:pt x="725805" y="1327785"/>
                  </a:cubicBezTo>
                  <a:cubicBezTo>
                    <a:pt x="755333" y="1402080"/>
                    <a:pt x="798195" y="1618298"/>
                    <a:pt x="814388" y="1660208"/>
                  </a:cubicBezTo>
                  <a:cubicBezTo>
                    <a:pt x="814388" y="1660208"/>
                    <a:pt x="1326833" y="1677353"/>
                    <a:pt x="1637348" y="1584960"/>
                  </a:cubicBezTo>
                  <a:lnTo>
                    <a:pt x="1983105" y="1231583"/>
                  </a:lnTo>
                  <a:cubicBezTo>
                    <a:pt x="1983105" y="1231583"/>
                    <a:pt x="2201228" y="1214438"/>
                    <a:pt x="2066925" y="823913"/>
                  </a:cubicBezTo>
                  <a:lnTo>
                    <a:pt x="1513523" y="81915"/>
                  </a:lnTo>
                  <a:lnTo>
                    <a:pt x="1098233" y="46673"/>
                  </a:lnTo>
                  <a:lnTo>
                    <a:pt x="1030605" y="0"/>
                  </a:lnTo>
                  <a:cubicBezTo>
                    <a:pt x="1030605" y="0"/>
                    <a:pt x="1027748" y="145733"/>
                    <a:pt x="1012508" y="188595"/>
                  </a:cubicBezTo>
                  <a:cubicBezTo>
                    <a:pt x="1012508" y="188595"/>
                    <a:pt x="991552" y="211455"/>
                    <a:pt x="949643" y="213360"/>
                  </a:cubicBezTo>
                  <a:cubicBezTo>
                    <a:pt x="923925" y="214313"/>
                    <a:pt x="888683" y="207645"/>
                    <a:pt x="845820" y="181928"/>
                  </a:cubicBezTo>
                  <a:cubicBezTo>
                    <a:pt x="845820" y="182880"/>
                    <a:pt x="669608" y="77153"/>
                    <a:pt x="700088" y="8573"/>
                  </a:cubicBezTo>
                  <a:close/>
                </a:path>
              </a:pathLst>
            </a:custGeom>
            <a:solidFill>
              <a:schemeClr val="accent1"/>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9876CBB-B479-4BFB-B490-0B53D1B53D26}"/>
                </a:ext>
              </a:extLst>
            </p:cNvPr>
            <p:cNvSpPr/>
            <p:nvPr/>
          </p:nvSpPr>
          <p:spPr>
            <a:xfrm>
              <a:off x="7219733" y="3512381"/>
              <a:ext cx="2585085" cy="2612707"/>
            </a:xfrm>
            <a:custGeom>
              <a:avLst/>
              <a:gdLst>
                <a:gd name="connsiteX0" fmla="*/ 911543 w 2585085"/>
                <a:gd name="connsiteY0" fmla="*/ 65723 h 2612707"/>
                <a:gd name="connsiteX1" fmla="*/ 533400 w 2585085"/>
                <a:gd name="connsiteY1" fmla="*/ 1368743 h 2612707"/>
                <a:gd name="connsiteX2" fmla="*/ 0 w 2585085"/>
                <a:gd name="connsiteY2" fmla="*/ 2488883 h 2612707"/>
                <a:gd name="connsiteX3" fmla="*/ 172403 w 2585085"/>
                <a:gd name="connsiteY3" fmla="*/ 2612708 h 2612707"/>
                <a:gd name="connsiteX4" fmla="*/ 860108 w 2585085"/>
                <a:gd name="connsiteY4" fmla="*/ 1499235 h 2612707"/>
                <a:gd name="connsiteX5" fmla="*/ 1384935 w 2585085"/>
                <a:gd name="connsiteY5" fmla="*/ 589597 h 2612707"/>
                <a:gd name="connsiteX6" fmla="*/ 1824990 w 2585085"/>
                <a:gd name="connsiteY6" fmla="*/ 917258 h 2612707"/>
                <a:gd name="connsiteX7" fmla="*/ 2185988 w 2585085"/>
                <a:gd name="connsiteY7" fmla="*/ 1251585 h 2612707"/>
                <a:gd name="connsiteX8" fmla="*/ 2087880 w 2585085"/>
                <a:gd name="connsiteY8" fmla="*/ 2496503 h 2612707"/>
                <a:gd name="connsiteX9" fmla="*/ 2326958 w 2585085"/>
                <a:gd name="connsiteY9" fmla="*/ 2495550 h 2612707"/>
                <a:gd name="connsiteX10" fmla="*/ 2585085 w 2585085"/>
                <a:gd name="connsiteY10" fmla="*/ 1159193 h 2612707"/>
                <a:gd name="connsiteX11" fmla="*/ 1785938 w 2585085"/>
                <a:gd name="connsiteY11" fmla="*/ 0 h 2612707"/>
                <a:gd name="connsiteX12" fmla="*/ 911543 w 2585085"/>
                <a:gd name="connsiteY12" fmla="*/ 65723 h 2612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85085" h="2612707">
                  <a:moveTo>
                    <a:pt x="911543" y="65723"/>
                  </a:moveTo>
                  <a:cubicBezTo>
                    <a:pt x="911543" y="65723"/>
                    <a:pt x="613410" y="1072515"/>
                    <a:pt x="533400" y="1368743"/>
                  </a:cubicBezTo>
                  <a:cubicBezTo>
                    <a:pt x="533400" y="1368743"/>
                    <a:pt x="95250" y="2186940"/>
                    <a:pt x="0" y="2488883"/>
                  </a:cubicBezTo>
                  <a:cubicBezTo>
                    <a:pt x="0" y="2488883"/>
                    <a:pt x="96202" y="2604135"/>
                    <a:pt x="172403" y="2612708"/>
                  </a:cubicBezTo>
                  <a:lnTo>
                    <a:pt x="860108" y="1499235"/>
                  </a:lnTo>
                  <a:lnTo>
                    <a:pt x="1384935" y="589597"/>
                  </a:lnTo>
                  <a:cubicBezTo>
                    <a:pt x="1384935" y="589597"/>
                    <a:pt x="1667828" y="797243"/>
                    <a:pt x="1824990" y="917258"/>
                  </a:cubicBezTo>
                  <a:cubicBezTo>
                    <a:pt x="1982153" y="1037272"/>
                    <a:pt x="2185988" y="1251585"/>
                    <a:pt x="2185988" y="1251585"/>
                  </a:cubicBezTo>
                  <a:lnTo>
                    <a:pt x="2087880" y="2496503"/>
                  </a:lnTo>
                  <a:lnTo>
                    <a:pt x="2326958" y="2495550"/>
                  </a:lnTo>
                  <a:lnTo>
                    <a:pt x="2585085" y="1159193"/>
                  </a:lnTo>
                  <a:lnTo>
                    <a:pt x="1785938" y="0"/>
                  </a:lnTo>
                  <a:cubicBezTo>
                    <a:pt x="1784985" y="0"/>
                    <a:pt x="1592580" y="80963"/>
                    <a:pt x="911543" y="65723"/>
                  </a:cubicBezTo>
                  <a:close/>
                </a:path>
              </a:pathLst>
            </a:custGeom>
            <a:solidFill>
              <a:schemeClr val="accent2"/>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DFFD9CF-8C7A-4963-BBF2-2B4C60C811E3}"/>
                </a:ext>
              </a:extLst>
            </p:cNvPr>
            <p:cNvSpPr/>
            <p:nvPr/>
          </p:nvSpPr>
          <p:spPr>
            <a:xfrm>
              <a:off x="7995119" y="1340528"/>
              <a:ext cx="496411" cy="830399"/>
            </a:xfrm>
            <a:custGeom>
              <a:avLst/>
              <a:gdLst>
                <a:gd name="connsiteX0" fmla="*/ 338086 w 496411"/>
                <a:gd name="connsiteY0" fmla="*/ 36348 h 830399"/>
                <a:gd name="connsiteX1" fmla="*/ 462864 w 496411"/>
                <a:gd name="connsiteY1" fmla="*/ 275426 h 830399"/>
                <a:gd name="connsiteX2" fmla="*/ 478104 w 496411"/>
                <a:gd name="connsiteY2" fmla="*/ 481166 h 830399"/>
                <a:gd name="connsiteX3" fmla="*/ 353327 w 496411"/>
                <a:gd name="connsiteY3" fmla="*/ 532601 h 830399"/>
                <a:gd name="connsiteX4" fmla="*/ 361899 w 496411"/>
                <a:gd name="connsiteY4" fmla="*/ 789776 h 830399"/>
                <a:gd name="connsiteX5" fmla="*/ 25666 w 496411"/>
                <a:gd name="connsiteY5" fmla="*/ 659283 h 830399"/>
                <a:gd name="connsiteX6" fmla="*/ 93294 w 496411"/>
                <a:gd name="connsiteY6" fmla="*/ 417348 h 830399"/>
                <a:gd name="connsiteX7" fmla="*/ 7569 w 496411"/>
                <a:gd name="connsiteY7" fmla="*/ 249708 h 830399"/>
                <a:gd name="connsiteX8" fmla="*/ 338086 w 496411"/>
                <a:gd name="connsiteY8" fmla="*/ 36348 h 83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6411" h="830399">
                  <a:moveTo>
                    <a:pt x="338086" y="36348"/>
                  </a:moveTo>
                  <a:cubicBezTo>
                    <a:pt x="338086" y="36348"/>
                    <a:pt x="460006" y="196368"/>
                    <a:pt x="462864" y="275426"/>
                  </a:cubicBezTo>
                  <a:cubicBezTo>
                    <a:pt x="465722" y="354483"/>
                    <a:pt x="525729" y="447828"/>
                    <a:pt x="478104" y="481166"/>
                  </a:cubicBezTo>
                  <a:cubicBezTo>
                    <a:pt x="430479" y="514503"/>
                    <a:pt x="392379" y="544031"/>
                    <a:pt x="353327" y="532601"/>
                  </a:cubicBezTo>
                  <a:lnTo>
                    <a:pt x="361899" y="789776"/>
                  </a:lnTo>
                  <a:cubicBezTo>
                    <a:pt x="361899" y="789776"/>
                    <a:pt x="272364" y="941223"/>
                    <a:pt x="25666" y="659283"/>
                  </a:cubicBezTo>
                  <a:lnTo>
                    <a:pt x="93294" y="417348"/>
                  </a:lnTo>
                  <a:cubicBezTo>
                    <a:pt x="93294" y="417348"/>
                    <a:pt x="-31484" y="397346"/>
                    <a:pt x="7569" y="249708"/>
                  </a:cubicBezTo>
                  <a:cubicBezTo>
                    <a:pt x="45669" y="103976"/>
                    <a:pt x="268554" y="-78904"/>
                    <a:pt x="338086" y="36348"/>
                  </a:cubicBezTo>
                  <a:close/>
                </a:path>
              </a:pathLst>
            </a:custGeom>
            <a:solidFill>
              <a:srgbClr val="E6997B"/>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A7AB59C1-DCE5-41E0-BE5F-994E6E617BAB}"/>
                </a:ext>
              </a:extLst>
            </p:cNvPr>
            <p:cNvSpPr/>
            <p:nvPr/>
          </p:nvSpPr>
          <p:spPr>
            <a:xfrm>
              <a:off x="8241383" y="1831219"/>
              <a:ext cx="118629" cy="331469"/>
            </a:xfrm>
            <a:custGeom>
              <a:avLst/>
              <a:gdLst>
                <a:gd name="connsiteX0" fmla="*/ 11812 w 118629"/>
                <a:gd name="connsiteY0" fmla="*/ 0 h 331469"/>
                <a:gd name="connsiteX1" fmla="*/ 78487 w 118629"/>
                <a:gd name="connsiteY1" fmla="*/ 331470 h 331469"/>
                <a:gd name="connsiteX2" fmla="*/ 118492 w 118629"/>
                <a:gd name="connsiteY2" fmla="*/ 280035 h 331469"/>
                <a:gd name="connsiteX3" fmla="*/ 107062 w 118629"/>
                <a:gd name="connsiteY3" fmla="*/ 41910 h 331469"/>
                <a:gd name="connsiteX4" fmla="*/ 11812 w 118629"/>
                <a:gd name="connsiteY4" fmla="*/ 0 h 331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629" h="331469">
                  <a:moveTo>
                    <a:pt x="11812" y="0"/>
                  </a:moveTo>
                  <a:cubicBezTo>
                    <a:pt x="11812" y="0"/>
                    <a:pt x="-41528" y="315278"/>
                    <a:pt x="78487" y="331470"/>
                  </a:cubicBezTo>
                  <a:cubicBezTo>
                    <a:pt x="78487" y="331470"/>
                    <a:pt x="121350" y="321945"/>
                    <a:pt x="118492" y="280035"/>
                  </a:cubicBezTo>
                  <a:cubicBezTo>
                    <a:pt x="115635" y="238125"/>
                    <a:pt x="107062" y="41910"/>
                    <a:pt x="107062" y="41910"/>
                  </a:cubicBezTo>
                  <a:lnTo>
                    <a:pt x="11812" y="0"/>
                  </a:lnTo>
                  <a:close/>
                </a:path>
              </a:pathLst>
            </a:custGeom>
            <a:solidFill>
              <a:srgbClr val="AD5842">
                <a:alpha val="30000"/>
              </a:srgbClr>
            </a:solidFill>
            <a:ln w="9525"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0C8FE06C-0FB8-4DC3-B357-BBAFDB65614F}"/>
                </a:ext>
              </a:extLst>
            </p:cNvPr>
            <p:cNvSpPr/>
            <p:nvPr/>
          </p:nvSpPr>
          <p:spPr>
            <a:xfrm>
              <a:off x="7914269" y="1251478"/>
              <a:ext cx="480745" cy="509515"/>
            </a:xfrm>
            <a:custGeom>
              <a:avLst/>
              <a:gdLst>
                <a:gd name="connsiteX0" fmla="*/ 173191 w 480745"/>
                <a:gd name="connsiteY0" fmla="*/ 507351 h 509515"/>
                <a:gd name="connsiteX1" fmla="*/ 20791 w 480745"/>
                <a:gd name="connsiteY1" fmla="*/ 427341 h 509515"/>
                <a:gd name="connsiteX2" fmla="*/ 51271 w 480745"/>
                <a:gd name="connsiteY2" fmla="*/ 199694 h 509515"/>
                <a:gd name="connsiteX3" fmla="*/ 228436 w 480745"/>
                <a:gd name="connsiteY3" fmla="*/ 5384 h 509515"/>
                <a:gd name="connsiteX4" fmla="*/ 457036 w 480745"/>
                <a:gd name="connsiteY4" fmla="*/ 12051 h 509515"/>
                <a:gd name="connsiteX5" fmla="*/ 463704 w 480745"/>
                <a:gd name="connsiteY5" fmla="*/ 189216 h 509515"/>
                <a:gd name="connsiteX6" fmla="*/ 394171 w 480745"/>
                <a:gd name="connsiteY6" fmla="*/ 122541 h 509515"/>
                <a:gd name="connsiteX7" fmla="*/ 187479 w 480745"/>
                <a:gd name="connsiteY7" fmla="*/ 239699 h 509515"/>
                <a:gd name="connsiteX8" fmla="*/ 162714 w 480745"/>
                <a:gd name="connsiteY8" fmla="*/ 254939 h 509515"/>
                <a:gd name="connsiteX9" fmla="*/ 205576 w 480745"/>
                <a:gd name="connsiteY9" fmla="*/ 388289 h 509515"/>
                <a:gd name="connsiteX10" fmla="*/ 102706 w 480745"/>
                <a:gd name="connsiteY10" fmla="*/ 365429 h 509515"/>
                <a:gd name="connsiteX11" fmla="*/ 173191 w 480745"/>
                <a:gd name="connsiteY11" fmla="*/ 507351 h 509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0745" h="509515">
                  <a:moveTo>
                    <a:pt x="173191" y="507351"/>
                  </a:moveTo>
                  <a:cubicBezTo>
                    <a:pt x="173191" y="507351"/>
                    <a:pt x="69369" y="530211"/>
                    <a:pt x="20791" y="427341"/>
                  </a:cubicBezTo>
                  <a:cubicBezTo>
                    <a:pt x="-27786" y="323519"/>
                    <a:pt x="19839" y="220649"/>
                    <a:pt x="51271" y="199694"/>
                  </a:cubicBezTo>
                  <a:cubicBezTo>
                    <a:pt x="51271" y="199694"/>
                    <a:pt x="80799" y="33006"/>
                    <a:pt x="228436" y="5384"/>
                  </a:cubicBezTo>
                  <a:cubicBezTo>
                    <a:pt x="376074" y="-22239"/>
                    <a:pt x="419889" y="68249"/>
                    <a:pt x="457036" y="12051"/>
                  </a:cubicBezTo>
                  <a:cubicBezTo>
                    <a:pt x="457036" y="12051"/>
                    <a:pt x="505614" y="65391"/>
                    <a:pt x="463704" y="189216"/>
                  </a:cubicBezTo>
                  <a:cubicBezTo>
                    <a:pt x="463704" y="189216"/>
                    <a:pt x="430366" y="126351"/>
                    <a:pt x="394171" y="122541"/>
                  </a:cubicBezTo>
                  <a:cubicBezTo>
                    <a:pt x="358929" y="118731"/>
                    <a:pt x="287491" y="111111"/>
                    <a:pt x="187479" y="239699"/>
                  </a:cubicBezTo>
                  <a:cubicBezTo>
                    <a:pt x="187479" y="239699"/>
                    <a:pt x="172239" y="254939"/>
                    <a:pt x="162714" y="254939"/>
                  </a:cubicBezTo>
                  <a:cubicBezTo>
                    <a:pt x="162714" y="254939"/>
                    <a:pt x="212244" y="320661"/>
                    <a:pt x="205576" y="388289"/>
                  </a:cubicBezTo>
                  <a:cubicBezTo>
                    <a:pt x="205576" y="388289"/>
                    <a:pt x="149379" y="325424"/>
                    <a:pt x="102706" y="365429"/>
                  </a:cubicBezTo>
                  <a:cubicBezTo>
                    <a:pt x="63654" y="397814"/>
                    <a:pt x="116994" y="494016"/>
                    <a:pt x="173191" y="507351"/>
                  </a:cubicBezTo>
                  <a:close/>
                </a:path>
              </a:pathLst>
            </a:custGeom>
            <a:solidFill>
              <a:srgbClr val="816255"/>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CBC71B9-A44A-4086-887E-722372F35613}"/>
                </a:ext>
              </a:extLst>
            </p:cNvPr>
            <p:cNvSpPr/>
            <p:nvPr/>
          </p:nvSpPr>
          <p:spPr>
            <a:xfrm>
              <a:off x="7960777" y="1950282"/>
              <a:ext cx="316230" cy="339089"/>
            </a:xfrm>
            <a:custGeom>
              <a:avLst/>
              <a:gdLst>
                <a:gd name="connsiteX0" fmla="*/ 278130 w 316230"/>
                <a:gd name="connsiteY0" fmla="*/ 339090 h 339089"/>
                <a:gd name="connsiteX1" fmla="*/ 316230 w 316230"/>
                <a:gd name="connsiteY1" fmla="*/ 211455 h 339089"/>
                <a:gd name="connsiteX2" fmla="*/ 75248 w 316230"/>
                <a:gd name="connsiteY2" fmla="*/ 0 h 339089"/>
                <a:gd name="connsiteX3" fmla="*/ 0 w 316230"/>
                <a:gd name="connsiteY3" fmla="*/ 88582 h 339089"/>
                <a:gd name="connsiteX4" fmla="*/ 278130 w 316230"/>
                <a:gd name="connsiteY4" fmla="*/ 339090 h 339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230" h="339089">
                  <a:moveTo>
                    <a:pt x="278130" y="339090"/>
                  </a:moveTo>
                  <a:lnTo>
                    <a:pt x="316230" y="211455"/>
                  </a:lnTo>
                  <a:cubicBezTo>
                    <a:pt x="316230" y="211455"/>
                    <a:pt x="94298" y="160973"/>
                    <a:pt x="75248" y="0"/>
                  </a:cubicBezTo>
                  <a:lnTo>
                    <a:pt x="0" y="88582"/>
                  </a:lnTo>
                  <a:lnTo>
                    <a:pt x="278130" y="339090"/>
                  </a:lnTo>
                  <a:close/>
                </a:path>
              </a:pathLst>
            </a:custGeom>
            <a:solidFill>
              <a:schemeClr val="tx2">
                <a:alpha val="6000"/>
              </a:scheme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FB2959E9-16B8-457C-A021-0706CDF933DB}"/>
                </a:ext>
              </a:extLst>
            </p:cNvPr>
            <p:cNvSpPr/>
            <p:nvPr/>
          </p:nvSpPr>
          <p:spPr>
            <a:xfrm>
              <a:off x="8309392" y="1933136"/>
              <a:ext cx="119505" cy="320039"/>
            </a:xfrm>
            <a:custGeom>
              <a:avLst/>
              <a:gdLst>
                <a:gd name="connsiteX0" fmla="*/ 102870 w 119505"/>
                <a:gd name="connsiteY0" fmla="*/ 320040 h 320039"/>
                <a:gd name="connsiteX1" fmla="*/ 0 w 119505"/>
                <a:gd name="connsiteY1" fmla="*/ 221933 h 320039"/>
                <a:gd name="connsiteX2" fmla="*/ 41910 w 119505"/>
                <a:gd name="connsiteY2" fmla="*/ 0 h 320039"/>
                <a:gd name="connsiteX3" fmla="*/ 105728 w 119505"/>
                <a:gd name="connsiteY3" fmla="*/ 55245 h 320039"/>
                <a:gd name="connsiteX4" fmla="*/ 102870 w 119505"/>
                <a:gd name="connsiteY4" fmla="*/ 320040 h 3200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5" h="320039">
                  <a:moveTo>
                    <a:pt x="102870" y="320040"/>
                  </a:moveTo>
                  <a:lnTo>
                    <a:pt x="0" y="221933"/>
                  </a:lnTo>
                  <a:cubicBezTo>
                    <a:pt x="0" y="221933"/>
                    <a:pt x="57150" y="208598"/>
                    <a:pt x="41910" y="0"/>
                  </a:cubicBezTo>
                  <a:lnTo>
                    <a:pt x="105728" y="55245"/>
                  </a:lnTo>
                  <a:cubicBezTo>
                    <a:pt x="104775" y="56198"/>
                    <a:pt x="139065" y="240030"/>
                    <a:pt x="102870" y="320040"/>
                  </a:cubicBezTo>
                  <a:close/>
                </a:path>
              </a:pathLst>
            </a:custGeom>
            <a:solidFill>
              <a:schemeClr val="tx2">
                <a:alpha val="6000"/>
              </a:scheme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39237F8F-009D-4552-8019-FE9FCEA41F71}"/>
                </a:ext>
              </a:extLst>
            </p:cNvPr>
            <p:cNvSpPr/>
            <p:nvPr/>
          </p:nvSpPr>
          <p:spPr>
            <a:xfrm>
              <a:off x="7538333" y="2255082"/>
              <a:ext cx="825351" cy="1365885"/>
            </a:xfrm>
            <a:custGeom>
              <a:avLst/>
              <a:gdLst>
                <a:gd name="connsiteX0" fmla="*/ 1439 w 825351"/>
                <a:gd name="connsiteY0" fmla="*/ 1243965 h 1365885"/>
                <a:gd name="connsiteX1" fmla="*/ 84307 w 825351"/>
                <a:gd name="connsiteY1" fmla="*/ 1365885 h 1365885"/>
                <a:gd name="connsiteX2" fmla="*/ 248137 w 825351"/>
                <a:gd name="connsiteY2" fmla="*/ 1283970 h 1365885"/>
                <a:gd name="connsiteX3" fmla="*/ 474832 w 825351"/>
                <a:gd name="connsiteY3" fmla="*/ 897255 h 1365885"/>
                <a:gd name="connsiteX4" fmla="*/ 825352 w 825351"/>
                <a:gd name="connsiteY4" fmla="*/ 5715 h 1365885"/>
                <a:gd name="connsiteX5" fmla="*/ 751057 w 825351"/>
                <a:gd name="connsiteY5" fmla="*/ 0 h 1365885"/>
                <a:gd name="connsiteX6" fmla="*/ 577702 w 825351"/>
                <a:gd name="connsiteY6" fmla="*/ 586740 h 1365885"/>
                <a:gd name="connsiteX7" fmla="*/ 1439 w 825351"/>
                <a:gd name="connsiteY7" fmla="*/ 1243965 h 1365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5351" h="1365885">
                  <a:moveTo>
                    <a:pt x="1439" y="1243965"/>
                  </a:moveTo>
                  <a:lnTo>
                    <a:pt x="84307" y="1365885"/>
                  </a:lnTo>
                  <a:lnTo>
                    <a:pt x="248137" y="1283970"/>
                  </a:lnTo>
                  <a:cubicBezTo>
                    <a:pt x="248137" y="1283970"/>
                    <a:pt x="177652" y="1177290"/>
                    <a:pt x="474832" y="897255"/>
                  </a:cubicBezTo>
                  <a:cubicBezTo>
                    <a:pt x="772012" y="617220"/>
                    <a:pt x="807254" y="228600"/>
                    <a:pt x="825352" y="5715"/>
                  </a:cubicBezTo>
                  <a:lnTo>
                    <a:pt x="751057" y="0"/>
                  </a:lnTo>
                  <a:cubicBezTo>
                    <a:pt x="751057" y="0"/>
                    <a:pt x="698669" y="425768"/>
                    <a:pt x="577702" y="586740"/>
                  </a:cubicBezTo>
                  <a:cubicBezTo>
                    <a:pt x="299572" y="957262"/>
                    <a:pt x="-24278" y="1047750"/>
                    <a:pt x="1439" y="1243965"/>
                  </a:cubicBezTo>
                  <a:close/>
                </a:path>
              </a:pathLst>
            </a:custGeom>
            <a:solidFill>
              <a:schemeClr val="accent2"/>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0FC6A6E3-CBBA-4313-B2EF-DBAFE156F8F1}"/>
                </a:ext>
              </a:extLst>
            </p:cNvPr>
            <p:cNvSpPr/>
            <p:nvPr/>
          </p:nvSpPr>
          <p:spPr>
            <a:xfrm>
              <a:off x="7327365" y="2601792"/>
              <a:ext cx="1109662" cy="558265"/>
            </a:xfrm>
            <a:custGeom>
              <a:avLst/>
              <a:gdLst>
                <a:gd name="connsiteX0" fmla="*/ 567690 w 1109662"/>
                <a:gd name="connsiteY0" fmla="*/ 399097 h 558265"/>
                <a:gd name="connsiteX1" fmla="*/ 1109663 w 1109662"/>
                <a:gd name="connsiteY1" fmla="*/ 164783 h 558265"/>
                <a:gd name="connsiteX2" fmla="*/ 1106805 w 1109662"/>
                <a:gd name="connsiteY2" fmla="*/ 0 h 558265"/>
                <a:gd name="connsiteX3" fmla="*/ 315278 w 1109662"/>
                <a:gd name="connsiteY3" fmla="*/ 140970 h 558265"/>
                <a:gd name="connsiteX4" fmla="*/ 50482 w 1109662"/>
                <a:gd name="connsiteY4" fmla="*/ 272415 h 558265"/>
                <a:gd name="connsiteX5" fmla="*/ 0 w 1109662"/>
                <a:gd name="connsiteY5" fmla="*/ 456247 h 558265"/>
                <a:gd name="connsiteX6" fmla="*/ 117158 w 1109662"/>
                <a:gd name="connsiteY6" fmla="*/ 558165 h 558265"/>
                <a:gd name="connsiteX7" fmla="*/ 567690 w 1109662"/>
                <a:gd name="connsiteY7" fmla="*/ 399097 h 55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09662" h="558265">
                  <a:moveTo>
                    <a:pt x="567690" y="399097"/>
                  </a:moveTo>
                  <a:lnTo>
                    <a:pt x="1109663" y="164783"/>
                  </a:lnTo>
                  <a:cubicBezTo>
                    <a:pt x="1109663" y="164783"/>
                    <a:pt x="1080135" y="56197"/>
                    <a:pt x="1106805" y="0"/>
                  </a:cubicBezTo>
                  <a:cubicBezTo>
                    <a:pt x="1106805" y="0"/>
                    <a:pt x="414337" y="98108"/>
                    <a:pt x="315278" y="140970"/>
                  </a:cubicBezTo>
                  <a:cubicBezTo>
                    <a:pt x="315278" y="140970"/>
                    <a:pt x="77153" y="186690"/>
                    <a:pt x="50482" y="272415"/>
                  </a:cubicBezTo>
                  <a:lnTo>
                    <a:pt x="0" y="456247"/>
                  </a:lnTo>
                  <a:cubicBezTo>
                    <a:pt x="0" y="456247"/>
                    <a:pt x="52388" y="561975"/>
                    <a:pt x="117158" y="558165"/>
                  </a:cubicBezTo>
                  <a:cubicBezTo>
                    <a:pt x="180023" y="555308"/>
                    <a:pt x="567690" y="399097"/>
                    <a:pt x="567690" y="399097"/>
                  </a:cubicBezTo>
                  <a:close/>
                </a:path>
              </a:pathLst>
            </a:custGeom>
            <a:solidFill>
              <a:schemeClr val="accent1"/>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DF9C9F3-778F-4622-9F24-CD617D36512A}"/>
                </a:ext>
              </a:extLst>
            </p:cNvPr>
            <p:cNvSpPr/>
            <p:nvPr/>
          </p:nvSpPr>
          <p:spPr>
            <a:xfrm>
              <a:off x="8356976" y="2598934"/>
              <a:ext cx="85766" cy="186690"/>
            </a:xfrm>
            <a:custGeom>
              <a:avLst/>
              <a:gdLst>
                <a:gd name="connsiteX0" fmla="*/ 11471 w 85766"/>
                <a:gd name="connsiteY0" fmla="*/ 14288 h 186690"/>
                <a:gd name="connsiteX1" fmla="*/ 31474 w 85766"/>
                <a:gd name="connsiteY1" fmla="*/ 186690 h 186690"/>
                <a:gd name="connsiteX2" fmla="*/ 83861 w 85766"/>
                <a:gd name="connsiteY2" fmla="*/ 170497 h 186690"/>
                <a:gd name="connsiteX3" fmla="*/ 85766 w 85766"/>
                <a:gd name="connsiteY3" fmla="*/ 0 h 186690"/>
                <a:gd name="connsiteX4" fmla="*/ 11471 w 85766"/>
                <a:gd name="connsiteY4" fmla="*/ 14288 h 1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66" h="186690">
                  <a:moveTo>
                    <a:pt x="11471" y="14288"/>
                  </a:moveTo>
                  <a:cubicBezTo>
                    <a:pt x="11471" y="14288"/>
                    <a:pt x="-24724" y="135255"/>
                    <a:pt x="31474" y="186690"/>
                  </a:cubicBezTo>
                  <a:lnTo>
                    <a:pt x="83861" y="170497"/>
                  </a:lnTo>
                  <a:cubicBezTo>
                    <a:pt x="83861" y="170497"/>
                    <a:pt x="49571" y="58103"/>
                    <a:pt x="85766" y="0"/>
                  </a:cubicBezTo>
                  <a:lnTo>
                    <a:pt x="11471" y="14288"/>
                  </a:lnTo>
                  <a:close/>
                </a:path>
              </a:pathLst>
            </a:custGeom>
            <a:solidFill>
              <a:schemeClr val="tx2">
                <a:alpha val="6000"/>
              </a:schemeClr>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174BAD8D-96C3-4EF7-A70B-BEC1C2EBDB69}"/>
                </a:ext>
              </a:extLst>
            </p:cNvPr>
            <p:cNvSpPr/>
            <p:nvPr/>
          </p:nvSpPr>
          <p:spPr>
            <a:xfrm>
              <a:off x="9180930" y="2925242"/>
              <a:ext cx="247650" cy="198425"/>
            </a:xfrm>
            <a:custGeom>
              <a:avLst/>
              <a:gdLst>
                <a:gd name="connsiteX0" fmla="*/ 0 w 247650"/>
                <a:gd name="connsiteY0" fmla="*/ 45167 h 198425"/>
                <a:gd name="connsiteX1" fmla="*/ 183833 w 247650"/>
                <a:gd name="connsiteY1" fmla="*/ 143274 h 198425"/>
                <a:gd name="connsiteX2" fmla="*/ 247650 w 247650"/>
                <a:gd name="connsiteY2" fmla="*/ 170897 h 198425"/>
                <a:gd name="connsiteX3" fmla="*/ 80963 w 247650"/>
                <a:gd name="connsiteY3" fmla="*/ 1352 h 198425"/>
                <a:gd name="connsiteX4" fmla="*/ 0 w 247650"/>
                <a:gd name="connsiteY4" fmla="*/ 45167 h 198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50" h="198425">
                  <a:moveTo>
                    <a:pt x="0" y="45167"/>
                  </a:moveTo>
                  <a:cubicBezTo>
                    <a:pt x="0" y="45167"/>
                    <a:pt x="75248" y="-17698"/>
                    <a:pt x="183833" y="143274"/>
                  </a:cubicBezTo>
                  <a:cubicBezTo>
                    <a:pt x="183833" y="143274"/>
                    <a:pt x="208598" y="246144"/>
                    <a:pt x="247650" y="170897"/>
                  </a:cubicBezTo>
                  <a:cubicBezTo>
                    <a:pt x="247650" y="170897"/>
                    <a:pt x="200025" y="-17698"/>
                    <a:pt x="80963" y="1352"/>
                  </a:cubicBezTo>
                  <a:lnTo>
                    <a:pt x="0" y="45167"/>
                  </a:lnTo>
                  <a:close/>
                </a:path>
              </a:pathLst>
            </a:custGeom>
            <a:solidFill>
              <a:schemeClr val="tx2">
                <a:alpha val="6000"/>
              </a:scheme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CF6119B-415A-4684-B6E5-6EB969CDD701}"/>
                </a:ext>
              </a:extLst>
            </p:cNvPr>
            <p:cNvSpPr/>
            <p:nvPr/>
          </p:nvSpPr>
          <p:spPr>
            <a:xfrm>
              <a:off x="8256052" y="2155069"/>
              <a:ext cx="122872" cy="145732"/>
            </a:xfrm>
            <a:custGeom>
              <a:avLst/>
              <a:gdLst>
                <a:gd name="connsiteX0" fmla="*/ 0 w 122872"/>
                <a:gd name="connsiteY0" fmla="*/ 89535 h 145732"/>
                <a:gd name="connsiteX1" fmla="*/ 64770 w 122872"/>
                <a:gd name="connsiteY1" fmla="*/ 145732 h 145732"/>
                <a:gd name="connsiteX2" fmla="*/ 108585 w 122872"/>
                <a:gd name="connsiteY2" fmla="*/ 105727 h 145732"/>
                <a:gd name="connsiteX3" fmla="*/ 122873 w 122872"/>
                <a:gd name="connsiteY3" fmla="*/ 69532 h 145732"/>
                <a:gd name="connsiteX4" fmla="*/ 53340 w 122872"/>
                <a:gd name="connsiteY4" fmla="*/ 0 h 145732"/>
                <a:gd name="connsiteX5" fmla="*/ 20955 w 122872"/>
                <a:gd name="connsiteY5" fmla="*/ 7620 h 14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872" h="145732">
                  <a:moveTo>
                    <a:pt x="0" y="89535"/>
                  </a:moveTo>
                  <a:lnTo>
                    <a:pt x="64770" y="145732"/>
                  </a:lnTo>
                  <a:lnTo>
                    <a:pt x="108585" y="105727"/>
                  </a:lnTo>
                  <a:lnTo>
                    <a:pt x="122873" y="69532"/>
                  </a:lnTo>
                  <a:lnTo>
                    <a:pt x="53340" y="0"/>
                  </a:lnTo>
                  <a:lnTo>
                    <a:pt x="20955" y="7620"/>
                  </a:lnTo>
                  <a:close/>
                </a:path>
              </a:pathLst>
            </a:custGeom>
            <a:solidFill>
              <a:schemeClr val="accent2">
                <a:lumMod val="75000"/>
              </a:schemeClr>
            </a:solidFill>
            <a:ln w="9525" cap="flat">
              <a:noFill/>
              <a:prstDash val="solid"/>
              <a:miter/>
            </a:ln>
          </p:spPr>
          <p:txBody>
            <a:bodyPr rtlCol="0" anchor="ctr"/>
            <a:lstStyle/>
            <a:p>
              <a:endParaRPr lang="en-US" dirty="0"/>
            </a:p>
          </p:txBody>
        </p:sp>
        <p:sp>
          <p:nvSpPr>
            <p:cNvPr id="24" name="Freeform: Shape 23">
              <a:extLst>
                <a:ext uri="{FF2B5EF4-FFF2-40B4-BE49-F238E27FC236}">
                  <a16:creationId xmlns:a16="http://schemas.microsoft.com/office/drawing/2014/main" id="{CFF7E666-DC34-493F-B26C-AD4CB55ACCDD}"/>
                </a:ext>
              </a:extLst>
            </p:cNvPr>
            <p:cNvSpPr/>
            <p:nvPr/>
          </p:nvSpPr>
          <p:spPr>
            <a:xfrm>
              <a:off x="9115411" y="2829439"/>
              <a:ext cx="1577136" cy="605471"/>
            </a:xfrm>
            <a:custGeom>
              <a:avLst/>
              <a:gdLst>
                <a:gd name="connsiteX0" fmla="*/ 39802 w 1577136"/>
                <a:gd name="connsiteY0" fmla="*/ 73342 h 605471"/>
                <a:gd name="connsiteX1" fmla="*/ 1465695 w 1577136"/>
                <a:gd name="connsiteY1" fmla="*/ 0 h 605471"/>
                <a:gd name="connsiteX2" fmla="*/ 1577137 w 1577136"/>
                <a:gd name="connsiteY2" fmla="*/ 360998 h 605471"/>
                <a:gd name="connsiteX3" fmla="*/ 1555230 w 1577136"/>
                <a:gd name="connsiteY3" fmla="*/ 466725 h 605471"/>
                <a:gd name="connsiteX4" fmla="*/ 39802 w 1577136"/>
                <a:gd name="connsiteY4" fmla="*/ 73342 h 605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7136" h="605471">
                  <a:moveTo>
                    <a:pt x="39802" y="73342"/>
                  </a:moveTo>
                  <a:cubicBezTo>
                    <a:pt x="39802" y="73342"/>
                    <a:pt x="253162" y="639128"/>
                    <a:pt x="1465695" y="0"/>
                  </a:cubicBezTo>
                  <a:lnTo>
                    <a:pt x="1577137" y="360998"/>
                  </a:lnTo>
                  <a:lnTo>
                    <a:pt x="1555230" y="466725"/>
                  </a:lnTo>
                  <a:cubicBezTo>
                    <a:pt x="1556182" y="466725"/>
                    <a:pt x="-291668" y="964883"/>
                    <a:pt x="39802" y="73342"/>
                  </a:cubicBezTo>
                  <a:close/>
                </a:path>
              </a:pathLst>
            </a:custGeom>
            <a:solidFill>
              <a:srgbClr val="831B28"/>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D333EDE-B220-45CE-913C-CCAB41C60D6E}"/>
                </a:ext>
              </a:extLst>
            </p:cNvPr>
            <p:cNvSpPr/>
            <p:nvPr/>
          </p:nvSpPr>
          <p:spPr>
            <a:xfrm>
              <a:off x="8549049" y="1742845"/>
              <a:ext cx="2122543" cy="1905927"/>
            </a:xfrm>
            <a:custGeom>
              <a:avLst/>
              <a:gdLst>
                <a:gd name="connsiteX0" fmla="*/ 1793931 w 2122543"/>
                <a:gd name="connsiteY0" fmla="*/ 4554 h 1905927"/>
                <a:gd name="connsiteX1" fmla="*/ 1847271 w 2122543"/>
                <a:gd name="connsiteY1" fmla="*/ 455087 h 1905927"/>
                <a:gd name="connsiteX2" fmla="*/ 809046 w 2122543"/>
                <a:gd name="connsiteY2" fmla="*/ 684639 h 1905927"/>
                <a:gd name="connsiteX3" fmla="*/ 2004434 w 2122543"/>
                <a:gd name="connsiteY3" fmla="*/ 1149460 h 1905927"/>
                <a:gd name="connsiteX4" fmla="*/ 2122544 w 2122543"/>
                <a:gd name="connsiteY4" fmla="*/ 1554272 h 1905927"/>
                <a:gd name="connsiteX5" fmla="*/ 8946 w 2122543"/>
                <a:gd name="connsiteY5" fmla="*/ 1202799 h 1905927"/>
                <a:gd name="connsiteX6" fmla="*/ 1793931 w 2122543"/>
                <a:gd name="connsiteY6" fmla="*/ 4554 h 190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2543" h="1905927">
                  <a:moveTo>
                    <a:pt x="1793931" y="4554"/>
                  </a:moveTo>
                  <a:lnTo>
                    <a:pt x="1847271" y="455087"/>
                  </a:lnTo>
                  <a:cubicBezTo>
                    <a:pt x="1847271" y="455087"/>
                    <a:pt x="1258626" y="346502"/>
                    <a:pt x="809046" y="684639"/>
                  </a:cubicBezTo>
                  <a:cubicBezTo>
                    <a:pt x="342321" y="1035160"/>
                    <a:pt x="599496" y="1880980"/>
                    <a:pt x="2004434" y="1149460"/>
                  </a:cubicBezTo>
                  <a:lnTo>
                    <a:pt x="2122544" y="1554272"/>
                  </a:lnTo>
                  <a:cubicBezTo>
                    <a:pt x="2122544" y="1554272"/>
                    <a:pt x="163251" y="2543920"/>
                    <a:pt x="8946" y="1202799"/>
                  </a:cubicBezTo>
                  <a:cubicBezTo>
                    <a:pt x="-147264" y="-140226"/>
                    <a:pt x="1793931" y="4554"/>
                    <a:pt x="1793931" y="4554"/>
                  </a:cubicBezTo>
                  <a:close/>
                </a:path>
              </a:pathLst>
            </a:custGeom>
            <a:solidFill>
              <a:srgbClr val="D13D3B"/>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1B8FC64-E91E-4EFB-9523-C59BF79724A2}"/>
                </a:ext>
              </a:extLst>
            </p:cNvPr>
            <p:cNvSpPr/>
            <p:nvPr/>
          </p:nvSpPr>
          <p:spPr>
            <a:xfrm>
              <a:off x="8427424" y="2519876"/>
              <a:ext cx="305830" cy="308510"/>
            </a:xfrm>
            <a:custGeom>
              <a:avLst/>
              <a:gdLst>
                <a:gd name="connsiteX0" fmla="*/ 7698 w 305830"/>
                <a:gd name="connsiteY0" fmla="*/ 93345 h 308510"/>
                <a:gd name="connsiteX1" fmla="*/ 62943 w 305830"/>
                <a:gd name="connsiteY1" fmla="*/ 40958 h 308510"/>
                <a:gd name="connsiteX2" fmla="*/ 87708 w 305830"/>
                <a:gd name="connsiteY2" fmla="*/ 6667 h 308510"/>
                <a:gd name="connsiteX3" fmla="*/ 208676 w 305830"/>
                <a:gd name="connsiteY3" fmla="*/ 0 h 308510"/>
                <a:gd name="connsiteX4" fmla="*/ 305831 w 305830"/>
                <a:gd name="connsiteY4" fmla="*/ 106680 h 308510"/>
                <a:gd name="connsiteX5" fmla="*/ 298211 w 305830"/>
                <a:gd name="connsiteY5" fmla="*/ 229553 h 308510"/>
                <a:gd name="connsiteX6" fmla="*/ 265826 w 305830"/>
                <a:gd name="connsiteY6" fmla="*/ 220980 h 308510"/>
                <a:gd name="connsiteX7" fmla="*/ 253443 w 305830"/>
                <a:gd name="connsiteY7" fmla="*/ 306705 h 308510"/>
                <a:gd name="connsiteX8" fmla="*/ 218201 w 305830"/>
                <a:gd name="connsiteY8" fmla="*/ 287655 h 308510"/>
                <a:gd name="connsiteX9" fmla="*/ 206771 w 305830"/>
                <a:gd name="connsiteY9" fmla="*/ 210503 h 308510"/>
                <a:gd name="connsiteX10" fmla="*/ 142953 w 305830"/>
                <a:gd name="connsiteY10" fmla="*/ 161925 h 308510"/>
                <a:gd name="connsiteX11" fmla="*/ 21033 w 305830"/>
                <a:gd name="connsiteY11" fmla="*/ 249555 h 308510"/>
                <a:gd name="connsiteX12" fmla="*/ 7698 w 305830"/>
                <a:gd name="connsiteY12" fmla="*/ 93345 h 308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5830" h="308510">
                  <a:moveTo>
                    <a:pt x="7698" y="93345"/>
                  </a:moveTo>
                  <a:cubicBezTo>
                    <a:pt x="7698" y="93345"/>
                    <a:pt x="38178" y="75248"/>
                    <a:pt x="62943" y="40958"/>
                  </a:cubicBezTo>
                  <a:cubicBezTo>
                    <a:pt x="87708" y="6667"/>
                    <a:pt x="87708" y="6667"/>
                    <a:pt x="87708" y="6667"/>
                  </a:cubicBezTo>
                  <a:lnTo>
                    <a:pt x="208676" y="0"/>
                  </a:lnTo>
                  <a:lnTo>
                    <a:pt x="305831" y="106680"/>
                  </a:lnTo>
                  <a:lnTo>
                    <a:pt x="298211" y="229553"/>
                  </a:lnTo>
                  <a:cubicBezTo>
                    <a:pt x="298211" y="229553"/>
                    <a:pt x="273446" y="244792"/>
                    <a:pt x="265826" y="220980"/>
                  </a:cubicBezTo>
                  <a:lnTo>
                    <a:pt x="253443" y="306705"/>
                  </a:lnTo>
                  <a:cubicBezTo>
                    <a:pt x="253443" y="306705"/>
                    <a:pt x="219153" y="317183"/>
                    <a:pt x="218201" y="287655"/>
                  </a:cubicBezTo>
                  <a:cubicBezTo>
                    <a:pt x="218201" y="257175"/>
                    <a:pt x="206771" y="210503"/>
                    <a:pt x="206771" y="210503"/>
                  </a:cubicBezTo>
                  <a:lnTo>
                    <a:pt x="142953" y="161925"/>
                  </a:lnTo>
                  <a:cubicBezTo>
                    <a:pt x="142953" y="161925"/>
                    <a:pt x="80088" y="274320"/>
                    <a:pt x="21033" y="249555"/>
                  </a:cubicBezTo>
                  <a:cubicBezTo>
                    <a:pt x="20081" y="247650"/>
                    <a:pt x="-15162" y="177165"/>
                    <a:pt x="7698" y="93345"/>
                  </a:cubicBezTo>
                  <a:close/>
                </a:path>
              </a:pathLst>
            </a:custGeom>
            <a:solidFill>
              <a:srgbClr val="E6997B"/>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10DA8E0-3E7B-49D7-B7A0-33796572BEA1}"/>
                </a:ext>
              </a:extLst>
            </p:cNvPr>
            <p:cNvSpPr/>
            <p:nvPr/>
          </p:nvSpPr>
          <p:spPr>
            <a:xfrm>
              <a:off x="8602763" y="2585599"/>
              <a:ext cx="88582" cy="141922"/>
            </a:xfrm>
            <a:custGeom>
              <a:avLst/>
              <a:gdLst>
                <a:gd name="connsiteX0" fmla="*/ 0 w 88582"/>
                <a:gd name="connsiteY0" fmla="*/ 49530 h 141922"/>
                <a:gd name="connsiteX1" fmla="*/ 88583 w 88582"/>
                <a:gd name="connsiteY1" fmla="*/ 141922 h 141922"/>
                <a:gd name="connsiteX2" fmla="*/ 86678 w 88582"/>
                <a:gd name="connsiteY2" fmla="*/ 59055 h 141922"/>
                <a:gd name="connsiteX3" fmla="*/ 25717 w 88582"/>
                <a:gd name="connsiteY3" fmla="*/ 0 h 141922"/>
              </a:gdLst>
              <a:ahLst/>
              <a:cxnLst>
                <a:cxn ang="0">
                  <a:pos x="connsiteX0" y="connsiteY0"/>
                </a:cxn>
                <a:cxn ang="0">
                  <a:pos x="connsiteX1" y="connsiteY1"/>
                </a:cxn>
                <a:cxn ang="0">
                  <a:pos x="connsiteX2" y="connsiteY2"/>
                </a:cxn>
                <a:cxn ang="0">
                  <a:pos x="connsiteX3" y="connsiteY3"/>
                </a:cxn>
              </a:cxnLst>
              <a:rect l="l" t="t" r="r" b="b"/>
              <a:pathLst>
                <a:path w="88582" h="141922">
                  <a:moveTo>
                    <a:pt x="0" y="49530"/>
                  </a:moveTo>
                  <a:lnTo>
                    <a:pt x="88583" y="141922"/>
                  </a:lnTo>
                  <a:lnTo>
                    <a:pt x="86678" y="59055"/>
                  </a:lnTo>
                  <a:lnTo>
                    <a:pt x="25717" y="0"/>
                  </a:lnTo>
                </a:path>
              </a:pathLst>
            </a:custGeom>
            <a:noFill/>
            <a:ln w="4763" cap="flat">
              <a:solidFill>
                <a:srgbClr val="F0D9CA"/>
              </a:solid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A10AEC0D-C894-40E3-89F9-7773F2F361DF}"/>
                </a:ext>
              </a:extLst>
            </p:cNvPr>
            <p:cNvSpPr/>
            <p:nvPr/>
          </p:nvSpPr>
          <p:spPr>
            <a:xfrm>
              <a:off x="9069488" y="2971362"/>
              <a:ext cx="130492" cy="191996"/>
            </a:xfrm>
            <a:custGeom>
              <a:avLst/>
              <a:gdLst>
                <a:gd name="connsiteX0" fmla="*/ 130492 w 130492"/>
                <a:gd name="connsiteY0" fmla="*/ 0 h 191996"/>
                <a:gd name="connsiteX1" fmla="*/ 20003 w 130492"/>
                <a:gd name="connsiteY1" fmla="*/ 33338 h 191996"/>
                <a:gd name="connsiteX2" fmla="*/ 0 w 130492"/>
                <a:gd name="connsiteY2" fmla="*/ 191452 h 191996"/>
                <a:gd name="connsiteX3" fmla="*/ 53340 w 130492"/>
                <a:gd name="connsiteY3" fmla="*/ 110490 h 191996"/>
                <a:gd name="connsiteX4" fmla="*/ 130492 w 130492"/>
                <a:gd name="connsiteY4" fmla="*/ 0 h 191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191996">
                  <a:moveTo>
                    <a:pt x="130492" y="0"/>
                  </a:moveTo>
                  <a:lnTo>
                    <a:pt x="20003" y="33338"/>
                  </a:lnTo>
                  <a:lnTo>
                    <a:pt x="0" y="191452"/>
                  </a:lnTo>
                  <a:cubicBezTo>
                    <a:pt x="0" y="191452"/>
                    <a:pt x="42863" y="203835"/>
                    <a:pt x="53340" y="110490"/>
                  </a:cubicBezTo>
                  <a:lnTo>
                    <a:pt x="130492" y="0"/>
                  </a:lnTo>
                  <a:close/>
                </a:path>
              </a:pathLst>
            </a:custGeom>
            <a:solidFill>
              <a:srgbClr val="E6997B"/>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85CD629A-8736-46A7-B556-7CCB9917CBA2}"/>
                </a:ext>
              </a:extLst>
            </p:cNvPr>
            <p:cNvSpPr/>
            <p:nvPr/>
          </p:nvSpPr>
          <p:spPr>
            <a:xfrm>
              <a:off x="9113303" y="2960013"/>
              <a:ext cx="245744" cy="241896"/>
            </a:xfrm>
            <a:custGeom>
              <a:avLst/>
              <a:gdLst>
                <a:gd name="connsiteX0" fmla="*/ 83820 w 245744"/>
                <a:gd name="connsiteY0" fmla="*/ 8491 h 241896"/>
                <a:gd name="connsiteX1" fmla="*/ 0 w 245744"/>
                <a:gd name="connsiteY1" fmla="*/ 66593 h 241896"/>
                <a:gd name="connsiteX2" fmla="*/ 18097 w 245744"/>
                <a:gd name="connsiteY2" fmla="*/ 156128 h 241896"/>
                <a:gd name="connsiteX3" fmla="*/ 37147 w 245744"/>
                <a:gd name="connsiteY3" fmla="*/ 241853 h 241896"/>
                <a:gd name="connsiteX4" fmla="*/ 63817 w 245744"/>
                <a:gd name="connsiteY4" fmla="*/ 181846 h 241896"/>
                <a:gd name="connsiteX5" fmla="*/ 61913 w 245744"/>
                <a:gd name="connsiteY5" fmla="*/ 101836 h 241896"/>
                <a:gd name="connsiteX6" fmla="*/ 107632 w 245744"/>
                <a:gd name="connsiteY6" fmla="*/ 222803 h 241896"/>
                <a:gd name="connsiteX7" fmla="*/ 120967 w 245744"/>
                <a:gd name="connsiteY7" fmla="*/ 113266 h 241896"/>
                <a:gd name="connsiteX8" fmla="*/ 178117 w 245744"/>
                <a:gd name="connsiteY8" fmla="*/ 101836 h 241896"/>
                <a:gd name="connsiteX9" fmla="*/ 245745 w 245744"/>
                <a:gd name="connsiteY9" fmla="*/ 104693 h 241896"/>
                <a:gd name="connsiteX10" fmla="*/ 83820 w 245744"/>
                <a:gd name="connsiteY10" fmla="*/ 8491 h 241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5744" h="241896">
                  <a:moveTo>
                    <a:pt x="83820" y="8491"/>
                  </a:moveTo>
                  <a:lnTo>
                    <a:pt x="0" y="66593"/>
                  </a:lnTo>
                  <a:lnTo>
                    <a:pt x="18097" y="156128"/>
                  </a:lnTo>
                  <a:lnTo>
                    <a:pt x="37147" y="241853"/>
                  </a:lnTo>
                  <a:cubicBezTo>
                    <a:pt x="37147" y="241853"/>
                    <a:pt x="69532" y="245663"/>
                    <a:pt x="63817" y="181846"/>
                  </a:cubicBezTo>
                  <a:lnTo>
                    <a:pt x="61913" y="101836"/>
                  </a:lnTo>
                  <a:lnTo>
                    <a:pt x="107632" y="222803"/>
                  </a:lnTo>
                  <a:cubicBezTo>
                    <a:pt x="107632" y="222803"/>
                    <a:pt x="156210" y="229471"/>
                    <a:pt x="120967" y="113266"/>
                  </a:cubicBezTo>
                  <a:lnTo>
                    <a:pt x="178117" y="101836"/>
                  </a:lnTo>
                  <a:cubicBezTo>
                    <a:pt x="178117" y="101836"/>
                    <a:pt x="236220" y="119933"/>
                    <a:pt x="245745" y="104693"/>
                  </a:cubicBezTo>
                  <a:cubicBezTo>
                    <a:pt x="244792" y="104693"/>
                    <a:pt x="149542" y="-35324"/>
                    <a:pt x="83820" y="8491"/>
                  </a:cubicBezTo>
                  <a:close/>
                </a:path>
              </a:pathLst>
            </a:custGeom>
            <a:solidFill>
              <a:srgbClr val="E6997B"/>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3F8B529-3774-4A65-BC3D-DD6EF4465F35}"/>
                </a:ext>
              </a:extLst>
            </p:cNvPr>
            <p:cNvSpPr/>
            <p:nvPr/>
          </p:nvSpPr>
          <p:spPr>
            <a:xfrm>
              <a:off x="9849585" y="1737841"/>
              <a:ext cx="549592" cy="461043"/>
            </a:xfrm>
            <a:custGeom>
              <a:avLst/>
              <a:gdLst>
                <a:gd name="connsiteX0" fmla="*/ 496253 w 549592"/>
                <a:gd name="connsiteY0" fmla="*/ 5748 h 461043"/>
                <a:gd name="connsiteX1" fmla="*/ 549593 w 549592"/>
                <a:gd name="connsiteY1" fmla="*/ 459138 h 461043"/>
                <a:gd name="connsiteX2" fmla="*/ 87630 w 549592"/>
                <a:gd name="connsiteY2" fmla="*/ 461043 h 461043"/>
                <a:gd name="connsiteX3" fmla="*/ 0 w 549592"/>
                <a:gd name="connsiteY3" fmla="*/ 15273 h 461043"/>
                <a:gd name="connsiteX4" fmla="*/ 496253 w 549592"/>
                <a:gd name="connsiteY4" fmla="*/ 5748 h 4610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9592" h="461043">
                  <a:moveTo>
                    <a:pt x="496253" y="5748"/>
                  </a:moveTo>
                  <a:lnTo>
                    <a:pt x="549593" y="459138"/>
                  </a:lnTo>
                  <a:cubicBezTo>
                    <a:pt x="549593" y="459138"/>
                    <a:pt x="331470" y="427706"/>
                    <a:pt x="87630" y="461043"/>
                  </a:cubicBezTo>
                  <a:lnTo>
                    <a:pt x="0" y="15273"/>
                  </a:lnTo>
                  <a:cubicBezTo>
                    <a:pt x="0" y="15273"/>
                    <a:pt x="236220" y="-11397"/>
                    <a:pt x="496253" y="5748"/>
                  </a:cubicBezTo>
                  <a:close/>
                </a:path>
              </a:pathLst>
            </a:custGeom>
            <a:solidFill>
              <a:srgbClr val="BEC8CA"/>
            </a:solid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44517A98-8A25-4432-8209-302482570248}"/>
                </a:ext>
              </a:extLst>
            </p:cNvPr>
            <p:cNvSpPr/>
            <p:nvPr/>
          </p:nvSpPr>
          <p:spPr>
            <a:xfrm>
              <a:off x="10253445" y="2891351"/>
              <a:ext cx="420052" cy="532447"/>
            </a:xfrm>
            <a:custGeom>
              <a:avLst/>
              <a:gdLst>
                <a:gd name="connsiteX0" fmla="*/ 300038 w 420052"/>
                <a:gd name="connsiteY0" fmla="*/ 0 h 532447"/>
                <a:gd name="connsiteX1" fmla="*/ 0 w 420052"/>
                <a:gd name="connsiteY1" fmla="*/ 139065 h 532447"/>
                <a:gd name="connsiteX2" fmla="*/ 133350 w 420052"/>
                <a:gd name="connsiteY2" fmla="*/ 532448 h 532447"/>
                <a:gd name="connsiteX3" fmla="*/ 420053 w 420052"/>
                <a:gd name="connsiteY3" fmla="*/ 407670 h 532447"/>
                <a:gd name="connsiteX4" fmla="*/ 300038 w 420052"/>
                <a:gd name="connsiteY4" fmla="*/ 0 h 532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052" h="532447">
                  <a:moveTo>
                    <a:pt x="300038" y="0"/>
                  </a:moveTo>
                  <a:cubicBezTo>
                    <a:pt x="300038" y="0"/>
                    <a:pt x="59055" y="115253"/>
                    <a:pt x="0" y="139065"/>
                  </a:cubicBezTo>
                  <a:lnTo>
                    <a:pt x="133350" y="532448"/>
                  </a:lnTo>
                  <a:lnTo>
                    <a:pt x="420053" y="407670"/>
                  </a:lnTo>
                  <a:lnTo>
                    <a:pt x="300038" y="0"/>
                  </a:lnTo>
                  <a:close/>
                </a:path>
              </a:pathLst>
            </a:custGeom>
            <a:solidFill>
              <a:srgbClr val="BEC8CA"/>
            </a:solid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24F2FB3A-BACD-46E7-B7BE-E6DF0C8F3E08}"/>
                </a:ext>
              </a:extLst>
            </p:cNvPr>
            <p:cNvSpPr/>
            <p:nvPr/>
          </p:nvSpPr>
          <p:spPr>
            <a:xfrm>
              <a:off x="10253445" y="2827534"/>
              <a:ext cx="442912" cy="471487"/>
            </a:xfrm>
            <a:custGeom>
              <a:avLst/>
              <a:gdLst>
                <a:gd name="connsiteX0" fmla="*/ 329565 w 442912"/>
                <a:gd name="connsiteY0" fmla="*/ 0 h 471487"/>
                <a:gd name="connsiteX1" fmla="*/ 442913 w 442912"/>
                <a:gd name="connsiteY1" fmla="*/ 362903 h 471487"/>
                <a:gd name="connsiteX2" fmla="*/ 419100 w 442912"/>
                <a:gd name="connsiteY2" fmla="*/ 471488 h 471487"/>
                <a:gd name="connsiteX3" fmla="*/ 297180 w 442912"/>
                <a:gd name="connsiteY3" fmla="*/ 69533 h 471487"/>
                <a:gd name="connsiteX4" fmla="*/ 0 w 442912"/>
                <a:gd name="connsiteY4" fmla="*/ 204788 h 471487"/>
                <a:gd name="connsiteX5" fmla="*/ 15240 w 442912"/>
                <a:gd name="connsiteY5" fmla="*/ 145733 h 471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2912" h="471487">
                  <a:moveTo>
                    <a:pt x="329565" y="0"/>
                  </a:moveTo>
                  <a:lnTo>
                    <a:pt x="442913" y="362903"/>
                  </a:lnTo>
                  <a:lnTo>
                    <a:pt x="419100" y="471488"/>
                  </a:lnTo>
                  <a:lnTo>
                    <a:pt x="297180" y="69533"/>
                  </a:lnTo>
                  <a:lnTo>
                    <a:pt x="0" y="204788"/>
                  </a:lnTo>
                  <a:lnTo>
                    <a:pt x="15240" y="145733"/>
                  </a:lnTo>
                  <a:close/>
                </a:path>
              </a:pathLst>
            </a:custGeom>
            <a:solidFill>
              <a:srgbClr val="9CA9AE"/>
            </a:solid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6C3C6BEA-FA43-4442-94F6-A8BEB7AB3C7D}"/>
                </a:ext>
              </a:extLst>
            </p:cNvPr>
            <p:cNvSpPr/>
            <p:nvPr/>
          </p:nvSpPr>
          <p:spPr>
            <a:xfrm>
              <a:off x="7135913" y="5981262"/>
              <a:ext cx="544181" cy="292417"/>
            </a:xfrm>
            <a:custGeom>
              <a:avLst/>
              <a:gdLst>
                <a:gd name="connsiteX0" fmla="*/ 273368 w 544181"/>
                <a:gd name="connsiteY0" fmla="*/ 52388 h 292417"/>
                <a:gd name="connsiteX1" fmla="*/ 375285 w 544181"/>
                <a:gd name="connsiteY1" fmla="*/ 190500 h 292417"/>
                <a:gd name="connsiteX2" fmla="*/ 540068 w 544181"/>
                <a:gd name="connsiteY2" fmla="*/ 292417 h 292417"/>
                <a:gd name="connsiteX3" fmla="*/ 277178 w 544181"/>
                <a:gd name="connsiteY3" fmla="*/ 287655 h 292417"/>
                <a:gd name="connsiteX4" fmla="*/ 159068 w 544181"/>
                <a:gd name="connsiteY4" fmla="*/ 235267 h 292417"/>
                <a:gd name="connsiteX5" fmla="*/ 120015 w 544181"/>
                <a:gd name="connsiteY5" fmla="*/ 168592 h 292417"/>
                <a:gd name="connsiteX6" fmla="*/ 90488 w 544181"/>
                <a:gd name="connsiteY6" fmla="*/ 228600 h 292417"/>
                <a:gd name="connsiteX7" fmla="*/ 0 w 544181"/>
                <a:gd name="connsiteY7" fmla="*/ 171450 h 292417"/>
                <a:gd name="connsiteX8" fmla="*/ 96203 w 544181"/>
                <a:gd name="connsiteY8" fmla="*/ 0 h 292417"/>
                <a:gd name="connsiteX9" fmla="*/ 273368 w 544181"/>
                <a:gd name="connsiteY9" fmla="*/ 52388 h 292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4181" h="292417">
                  <a:moveTo>
                    <a:pt x="273368" y="52388"/>
                  </a:moveTo>
                  <a:cubicBezTo>
                    <a:pt x="273368" y="52388"/>
                    <a:pt x="319088" y="174308"/>
                    <a:pt x="375285" y="190500"/>
                  </a:cubicBezTo>
                  <a:cubicBezTo>
                    <a:pt x="432435" y="206692"/>
                    <a:pt x="569595" y="238125"/>
                    <a:pt x="540068" y="292417"/>
                  </a:cubicBezTo>
                  <a:lnTo>
                    <a:pt x="277178" y="287655"/>
                  </a:lnTo>
                  <a:cubicBezTo>
                    <a:pt x="277178" y="287655"/>
                    <a:pt x="180023" y="264795"/>
                    <a:pt x="159068" y="235267"/>
                  </a:cubicBezTo>
                  <a:cubicBezTo>
                    <a:pt x="138113" y="205740"/>
                    <a:pt x="120015" y="168592"/>
                    <a:pt x="120015" y="168592"/>
                  </a:cubicBezTo>
                  <a:lnTo>
                    <a:pt x="90488" y="228600"/>
                  </a:lnTo>
                  <a:lnTo>
                    <a:pt x="0" y="171450"/>
                  </a:lnTo>
                  <a:cubicBezTo>
                    <a:pt x="0" y="171450"/>
                    <a:pt x="59055" y="9525"/>
                    <a:pt x="96203" y="0"/>
                  </a:cubicBezTo>
                  <a:lnTo>
                    <a:pt x="273368" y="52388"/>
                  </a:lnTo>
                  <a:close/>
                </a:path>
              </a:pathLst>
            </a:custGeom>
            <a:solidFill>
              <a:srgbClr val="6D5046"/>
            </a:solid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42EF7257-70DD-4207-8D52-DEE3FDCEB629}"/>
                </a:ext>
              </a:extLst>
            </p:cNvPr>
            <p:cNvSpPr/>
            <p:nvPr/>
          </p:nvSpPr>
          <p:spPr>
            <a:xfrm>
              <a:off x="10892572" y="2896114"/>
              <a:ext cx="533400" cy="151447"/>
            </a:xfrm>
            <a:custGeom>
              <a:avLst/>
              <a:gdLst>
                <a:gd name="connsiteX0" fmla="*/ 0 w 533400"/>
                <a:gd name="connsiteY0" fmla="*/ 120967 h 151447"/>
                <a:gd name="connsiteX1" fmla="*/ 214313 w 533400"/>
                <a:gd name="connsiteY1" fmla="*/ 151448 h 151447"/>
                <a:gd name="connsiteX2" fmla="*/ 283845 w 533400"/>
                <a:gd name="connsiteY2" fmla="*/ 65723 h 151447"/>
                <a:gd name="connsiteX3" fmla="*/ 533400 w 533400"/>
                <a:gd name="connsiteY3" fmla="*/ 56198 h 151447"/>
                <a:gd name="connsiteX4" fmla="*/ 249555 w 533400"/>
                <a:gd name="connsiteY4" fmla="*/ 0 h 151447"/>
                <a:gd name="connsiteX5" fmla="*/ 200978 w 533400"/>
                <a:gd name="connsiteY5" fmla="*/ 79058 h 15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400" h="151447">
                  <a:moveTo>
                    <a:pt x="0" y="120967"/>
                  </a:moveTo>
                  <a:lnTo>
                    <a:pt x="214313" y="151448"/>
                  </a:lnTo>
                  <a:lnTo>
                    <a:pt x="283845" y="65723"/>
                  </a:lnTo>
                  <a:lnTo>
                    <a:pt x="533400" y="56198"/>
                  </a:lnTo>
                  <a:lnTo>
                    <a:pt x="249555" y="0"/>
                  </a:lnTo>
                  <a:lnTo>
                    <a:pt x="200978" y="79058"/>
                  </a:lnTo>
                  <a:close/>
                </a:path>
              </a:pathLst>
            </a:custGeom>
            <a:solidFill>
              <a:srgbClr val="FFE358"/>
            </a:solid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1F4DA0AC-2ABD-4EDC-8B59-B669B42DC20A}"/>
                </a:ext>
              </a:extLst>
            </p:cNvPr>
            <p:cNvSpPr/>
            <p:nvPr/>
          </p:nvSpPr>
          <p:spPr>
            <a:xfrm>
              <a:off x="10568722" y="1728349"/>
              <a:ext cx="508634" cy="221932"/>
            </a:xfrm>
            <a:custGeom>
              <a:avLst/>
              <a:gdLst>
                <a:gd name="connsiteX0" fmla="*/ 508635 w 508634"/>
                <a:gd name="connsiteY0" fmla="*/ 0 h 221932"/>
                <a:gd name="connsiteX1" fmla="*/ 290513 w 508634"/>
                <a:gd name="connsiteY1" fmla="*/ 42863 h 221932"/>
                <a:gd name="connsiteX2" fmla="*/ 242888 w 508634"/>
                <a:gd name="connsiteY2" fmla="*/ 134302 h 221932"/>
                <a:gd name="connsiteX3" fmla="*/ 0 w 508634"/>
                <a:gd name="connsiteY3" fmla="*/ 221933 h 221932"/>
                <a:gd name="connsiteX4" fmla="*/ 292418 w 508634"/>
                <a:gd name="connsiteY4" fmla="*/ 177165 h 221932"/>
                <a:gd name="connsiteX5" fmla="*/ 320993 w 508634"/>
                <a:gd name="connsiteY5" fmla="*/ 97155 h 221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8634" h="221932">
                  <a:moveTo>
                    <a:pt x="508635" y="0"/>
                  </a:moveTo>
                  <a:lnTo>
                    <a:pt x="290513" y="42863"/>
                  </a:lnTo>
                  <a:lnTo>
                    <a:pt x="242888" y="134302"/>
                  </a:lnTo>
                  <a:lnTo>
                    <a:pt x="0" y="221933"/>
                  </a:lnTo>
                  <a:lnTo>
                    <a:pt x="292418" y="177165"/>
                  </a:lnTo>
                  <a:lnTo>
                    <a:pt x="320993" y="97155"/>
                  </a:lnTo>
                  <a:close/>
                </a:path>
              </a:pathLst>
            </a:custGeom>
            <a:solidFill>
              <a:srgbClr val="FFE358"/>
            </a:solidFill>
            <a:ln w="9525" cap="flat">
              <a:noFill/>
              <a:prstDash val="solid"/>
              <a:miter/>
            </a:ln>
          </p:spPr>
          <p:txBody>
            <a:bodyPr rtlCol="0" anchor="ctr"/>
            <a:lstStyle/>
            <a:p>
              <a:endParaRPr lang="en-US"/>
            </a:p>
          </p:txBody>
        </p:sp>
      </p:grpSp>
      <p:sp>
        <p:nvSpPr>
          <p:cNvPr id="46" name="TextBox 45">
            <a:extLst>
              <a:ext uri="{FF2B5EF4-FFF2-40B4-BE49-F238E27FC236}">
                <a16:creationId xmlns:a16="http://schemas.microsoft.com/office/drawing/2014/main" id="{4FBB2812-58BB-45A8-9256-8EF4137DF02F}"/>
              </a:ext>
            </a:extLst>
          </p:cNvPr>
          <p:cNvSpPr txBox="1"/>
          <p:nvPr/>
        </p:nvSpPr>
        <p:spPr>
          <a:xfrm>
            <a:off x="1013227" y="1340567"/>
            <a:ext cx="5082773" cy="646331"/>
          </a:xfrm>
          <a:prstGeom prst="rect">
            <a:avLst/>
          </a:prstGeom>
          <a:noFill/>
        </p:spPr>
        <p:txBody>
          <a:bodyPr wrap="square" rtlCol="0">
            <a:spAutoFit/>
          </a:bodyPr>
          <a:lstStyle/>
          <a:p>
            <a:r>
              <a:rPr lang="en-US" sz="1200" dirty="0">
                <a:solidFill>
                  <a:schemeClr val="tx1">
                    <a:alpha val="35000"/>
                  </a:schemeClr>
                </a:solidFill>
                <a:latin typeface="Roboto" panose="02000000000000000000" pitchFamily="2" charset="0"/>
                <a:ea typeface="Roboto" panose="02000000000000000000" pitchFamily="2" charset="0"/>
              </a:rPr>
              <a:t>Lorem ipsum dolor sit amet, consectetur adipiscing elit, sed do eiusmod tempor incididunt ut labore et dolore magna aliqua. Ut enim ad minim veniam, quis nostrud exercitation ullamco.</a:t>
            </a:r>
          </a:p>
        </p:txBody>
      </p:sp>
    </p:spTree>
    <p:extLst>
      <p:ext uri="{BB962C8B-B14F-4D97-AF65-F5344CB8AC3E}">
        <p14:creationId xmlns:p14="http://schemas.microsoft.com/office/powerpoint/2010/main" val="2147538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A672FAB-B07B-475B-9429-E359F4789089}"/>
              </a:ext>
            </a:extLst>
          </p:cNvPr>
          <p:cNvGrpSpPr/>
          <p:nvPr/>
        </p:nvGrpSpPr>
        <p:grpSpPr>
          <a:xfrm>
            <a:off x="5878696" y="805506"/>
            <a:ext cx="5165397" cy="5246987"/>
            <a:chOff x="994177" y="575310"/>
            <a:chExt cx="5165397" cy="5246987"/>
          </a:xfrm>
        </p:grpSpPr>
        <p:sp>
          <p:nvSpPr>
            <p:cNvPr id="131" name="Rectangle 130">
              <a:extLst>
                <a:ext uri="{FF2B5EF4-FFF2-40B4-BE49-F238E27FC236}">
                  <a16:creationId xmlns:a16="http://schemas.microsoft.com/office/drawing/2014/main" id="{AF51A96C-961B-45C5-A44F-A8B3CE9FF7C5}"/>
                </a:ext>
              </a:extLst>
            </p:cNvPr>
            <p:cNvSpPr/>
            <p:nvPr/>
          </p:nvSpPr>
          <p:spPr>
            <a:xfrm>
              <a:off x="1001977" y="575310"/>
              <a:ext cx="209751" cy="690880"/>
            </a:xfrm>
            <a:prstGeom prst="rect">
              <a:avLst/>
            </a:prstGeom>
            <a:gradFill flip="none" rotWithShape="1">
              <a:gsLst>
                <a:gs pos="0">
                  <a:schemeClr val="accent1">
                    <a:alpha val="50000"/>
                  </a:schemeClr>
                </a:gs>
                <a:gs pos="100000">
                  <a:schemeClr val="accent2">
                    <a:alpha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AF25FA13-1B04-4495-B3F2-E982B69327E1}"/>
                </a:ext>
              </a:extLst>
            </p:cNvPr>
            <p:cNvSpPr txBox="1"/>
            <p:nvPr/>
          </p:nvSpPr>
          <p:spPr>
            <a:xfrm>
              <a:off x="1368987" y="2221311"/>
              <a:ext cx="4790587" cy="3600986"/>
            </a:xfrm>
            <a:prstGeom prst="rect">
              <a:avLst/>
            </a:prstGeom>
            <a:noFill/>
          </p:spPr>
          <p:txBody>
            <a:bodyPr wrap="square" rtlCol="0">
              <a:spAutoFit/>
            </a:bodyPr>
            <a:lstStyle/>
            <a:p>
              <a:r>
                <a:rPr lang="en-US" sz="2400" b="1" dirty="0">
                  <a:solidFill>
                    <a:schemeClr val="accent1"/>
                  </a:solidFill>
                  <a:latin typeface="Roboto" panose="02000000000000000000" pitchFamily="2" charset="0"/>
                  <a:ea typeface="Roboto" panose="02000000000000000000" pitchFamily="2" charset="0"/>
                </a:rPr>
                <a:t>Needs One</a:t>
              </a:r>
            </a:p>
            <a:p>
              <a:endParaRPr lang="en-US" b="1" dirty="0">
                <a:solidFill>
                  <a:schemeClr val="tx2"/>
                </a:solidFill>
                <a:latin typeface="Roboto" panose="02000000000000000000" pitchFamily="2" charset="0"/>
                <a:ea typeface="Roboto" panose="02000000000000000000" pitchFamily="2" charset="0"/>
              </a:endParaRPr>
            </a:p>
            <a:p>
              <a:pPr>
                <a:buClr>
                  <a:schemeClr val="bg2"/>
                </a:buClr>
              </a:pPr>
              <a:r>
                <a:rPr lang="en-US" sz="1400" b="1" dirty="0">
                  <a:solidFill>
                    <a:schemeClr val="tx2"/>
                  </a:solidFill>
                  <a:latin typeface="Roboto" panose="02000000000000000000" pitchFamily="2" charset="0"/>
                  <a:ea typeface="Roboto" panose="02000000000000000000" pitchFamily="2" charset="0"/>
                </a:rPr>
                <a:t>Magnets are common items in our daily lives. Playing around with some magnets, we can  see some basic features:</a:t>
              </a:r>
            </a:p>
            <a:p>
              <a:pPr marL="285750" indent="-285750">
                <a:buClr>
                  <a:schemeClr val="bg2"/>
                </a:buClr>
                <a:buFont typeface="Wingdings" panose="05000000000000000000" pitchFamily="2" charset="2"/>
                <a:buChar char="v"/>
              </a:pPr>
              <a:endParaRPr lang="en-US" sz="1400" dirty="0">
                <a:solidFill>
                  <a:schemeClr val="tx2"/>
                </a:solidFill>
                <a:latin typeface="Roboto" panose="02000000000000000000" pitchFamily="2" charset="0"/>
                <a:ea typeface="Roboto" panose="02000000000000000000" pitchFamily="2" charset="0"/>
              </a:endParaRPr>
            </a:p>
            <a:p>
              <a:pPr marL="285750" indent="-285750">
                <a:buClr>
                  <a:schemeClr val="tx2"/>
                </a:buClr>
                <a:buFont typeface="Wingdings" panose="05000000000000000000" pitchFamily="2" charset="2"/>
                <a:buChar char="v"/>
              </a:pPr>
              <a:r>
                <a:rPr lang="en-US" sz="1400" dirty="0">
                  <a:solidFill>
                    <a:schemeClr val="tx2"/>
                  </a:solidFill>
                  <a:latin typeface="Roboto" panose="02000000000000000000" pitchFamily="2" charset="0"/>
                  <a:ea typeface="Roboto" panose="02000000000000000000" pitchFamily="2" charset="0"/>
                </a:rPr>
                <a:t>Magnets exert force on each other, as well as on certain metals.</a:t>
              </a:r>
            </a:p>
            <a:p>
              <a:pPr marL="285750" indent="-285750">
                <a:buClr>
                  <a:schemeClr val="tx2"/>
                </a:buClr>
                <a:buFont typeface="Wingdings" panose="05000000000000000000" pitchFamily="2" charset="2"/>
                <a:buChar char="v"/>
              </a:pPr>
              <a:endParaRPr lang="en-US" sz="1400" dirty="0">
                <a:solidFill>
                  <a:schemeClr val="tx2"/>
                </a:solidFill>
                <a:latin typeface="Roboto" panose="02000000000000000000" pitchFamily="2" charset="0"/>
                <a:ea typeface="Roboto" panose="02000000000000000000" pitchFamily="2" charset="0"/>
              </a:endParaRPr>
            </a:p>
            <a:p>
              <a:pPr marL="285750" indent="-285750">
                <a:buClr>
                  <a:schemeClr val="tx2"/>
                </a:buClr>
                <a:buFont typeface="Wingdings" panose="05000000000000000000" pitchFamily="2" charset="2"/>
                <a:buChar char="v"/>
              </a:pPr>
              <a:r>
                <a:rPr lang="en-US" sz="1400" dirty="0">
                  <a:solidFill>
                    <a:schemeClr val="tx2"/>
                  </a:solidFill>
                  <a:latin typeface="Roboto" panose="02000000000000000000" pitchFamily="2" charset="0"/>
                  <a:ea typeface="Roboto" panose="02000000000000000000" pitchFamily="2" charset="0"/>
                </a:rPr>
                <a:t>This force is strongest when they are touching, but also acts at a distance.</a:t>
              </a:r>
            </a:p>
            <a:p>
              <a:pPr marL="285750" indent="-285750">
                <a:buClr>
                  <a:schemeClr val="tx2"/>
                </a:buClr>
                <a:buFont typeface="Wingdings" panose="05000000000000000000" pitchFamily="2" charset="2"/>
                <a:buChar char="v"/>
              </a:pPr>
              <a:endParaRPr lang="en-US" sz="1400" dirty="0">
                <a:solidFill>
                  <a:schemeClr val="tx2"/>
                </a:solidFill>
                <a:latin typeface="Roboto" panose="02000000000000000000" pitchFamily="2" charset="0"/>
                <a:ea typeface="Roboto" panose="02000000000000000000" pitchFamily="2" charset="0"/>
              </a:endParaRPr>
            </a:p>
            <a:p>
              <a:pPr marL="285750" indent="-285750">
                <a:buClr>
                  <a:schemeClr val="tx2"/>
                </a:buClr>
                <a:buFont typeface="Wingdings" panose="05000000000000000000" pitchFamily="2" charset="2"/>
                <a:buChar char="v"/>
              </a:pPr>
              <a:r>
                <a:rPr lang="en-US" sz="1400" dirty="0">
                  <a:solidFill>
                    <a:schemeClr val="tx2"/>
                  </a:solidFill>
                  <a:latin typeface="Roboto" panose="02000000000000000000" pitchFamily="2" charset="0"/>
                  <a:ea typeface="Roboto" panose="02000000000000000000" pitchFamily="2" charset="0"/>
                </a:rPr>
                <a:t>Magnets can either attract or repel each other, depending on how they are held.</a:t>
              </a:r>
            </a:p>
            <a:p>
              <a:endParaRPr lang="en-US" b="1" dirty="0">
                <a:solidFill>
                  <a:schemeClr val="tx2"/>
                </a:solidFill>
                <a:latin typeface="Roboto" panose="02000000000000000000" pitchFamily="2" charset="0"/>
                <a:ea typeface="Roboto" panose="02000000000000000000" pitchFamily="2" charset="0"/>
              </a:endParaRPr>
            </a:p>
          </p:txBody>
        </p:sp>
        <p:sp>
          <p:nvSpPr>
            <p:cNvPr id="8" name="TextBox 7">
              <a:extLst>
                <a:ext uri="{FF2B5EF4-FFF2-40B4-BE49-F238E27FC236}">
                  <a16:creationId xmlns:a16="http://schemas.microsoft.com/office/drawing/2014/main" id="{E0E4FFAF-38E7-4B1D-92CD-43F107B6214B}"/>
                </a:ext>
              </a:extLst>
            </p:cNvPr>
            <p:cNvSpPr txBox="1"/>
            <p:nvPr/>
          </p:nvSpPr>
          <p:spPr>
            <a:xfrm>
              <a:off x="994177" y="699316"/>
              <a:ext cx="4115766" cy="584775"/>
            </a:xfrm>
            <a:prstGeom prst="rect">
              <a:avLst/>
            </a:prstGeom>
            <a:noFill/>
          </p:spPr>
          <p:txBody>
            <a:bodyPr wrap="square" rtlCol="0">
              <a:spAutoFit/>
            </a:bodyPr>
            <a:lstStyle/>
            <a:p>
              <a:r>
                <a:rPr lang="en-US" sz="3200" b="1" dirty="0">
                  <a:latin typeface="Roboto" panose="02000000000000000000" pitchFamily="2" charset="0"/>
                  <a:ea typeface="Roboto" panose="02000000000000000000" pitchFamily="2" charset="0"/>
                </a:rPr>
                <a:t>LESSON OVERVIEW</a:t>
              </a:r>
            </a:p>
          </p:txBody>
        </p:sp>
      </p:grpSp>
      <p:sp>
        <p:nvSpPr>
          <p:cNvPr id="46" name="TextBox 45">
            <a:extLst>
              <a:ext uri="{FF2B5EF4-FFF2-40B4-BE49-F238E27FC236}">
                <a16:creationId xmlns:a16="http://schemas.microsoft.com/office/drawing/2014/main" id="{8008DA8C-9EAA-441E-BBA8-7F3CF373F4A2}"/>
              </a:ext>
            </a:extLst>
          </p:cNvPr>
          <p:cNvSpPr txBox="1"/>
          <p:nvPr/>
        </p:nvSpPr>
        <p:spPr>
          <a:xfrm>
            <a:off x="5886496" y="1620392"/>
            <a:ext cx="5082773" cy="646331"/>
          </a:xfrm>
          <a:prstGeom prst="rect">
            <a:avLst/>
          </a:prstGeom>
          <a:noFill/>
        </p:spPr>
        <p:txBody>
          <a:bodyPr wrap="square" rtlCol="0">
            <a:spAutoFit/>
          </a:bodyPr>
          <a:lstStyle/>
          <a:p>
            <a:r>
              <a:rPr lang="en-US" sz="1200" dirty="0">
                <a:solidFill>
                  <a:schemeClr val="tx1">
                    <a:alpha val="35000"/>
                  </a:schemeClr>
                </a:solidFill>
                <a:latin typeface="Roboto" panose="02000000000000000000" pitchFamily="2" charset="0"/>
                <a:ea typeface="Roboto" panose="02000000000000000000" pitchFamily="2" charset="0"/>
              </a:rPr>
              <a:t>Lorem ipsum dolor sit amet, consectetur adipiscing elit, sed do eiusmod tempor incididunt ut labore et dolore magna aliqua. Ut enim ad minim veniam, quis nostrud exercitation ullamco.</a:t>
            </a:r>
          </a:p>
        </p:txBody>
      </p:sp>
      <p:grpSp>
        <p:nvGrpSpPr>
          <p:cNvPr id="698" name="Group 697">
            <a:extLst>
              <a:ext uri="{FF2B5EF4-FFF2-40B4-BE49-F238E27FC236}">
                <a16:creationId xmlns:a16="http://schemas.microsoft.com/office/drawing/2014/main" id="{28B7CEE9-D6F9-4624-95B2-5CAD79033007}"/>
              </a:ext>
            </a:extLst>
          </p:cNvPr>
          <p:cNvGrpSpPr/>
          <p:nvPr/>
        </p:nvGrpSpPr>
        <p:grpSpPr>
          <a:xfrm>
            <a:off x="717197" y="1620391"/>
            <a:ext cx="4479836" cy="4107781"/>
            <a:chOff x="937116" y="1975241"/>
            <a:chExt cx="4089665" cy="3750014"/>
          </a:xfrm>
        </p:grpSpPr>
        <p:grpSp>
          <p:nvGrpSpPr>
            <p:cNvPr id="692" name="Group 691">
              <a:extLst>
                <a:ext uri="{FF2B5EF4-FFF2-40B4-BE49-F238E27FC236}">
                  <a16:creationId xmlns:a16="http://schemas.microsoft.com/office/drawing/2014/main" id="{58D91824-9B90-4EFB-96DA-8A091D3E9495}"/>
                </a:ext>
              </a:extLst>
            </p:cNvPr>
            <p:cNvGrpSpPr/>
            <p:nvPr/>
          </p:nvGrpSpPr>
          <p:grpSpPr>
            <a:xfrm>
              <a:off x="1167118" y="1975241"/>
              <a:ext cx="3683783" cy="3685040"/>
              <a:chOff x="-1021850" y="929512"/>
              <a:chExt cx="5575936" cy="5577839"/>
            </a:xfrm>
          </p:grpSpPr>
          <p:grpSp>
            <p:nvGrpSpPr>
              <p:cNvPr id="691" name="Group 690">
                <a:extLst>
                  <a:ext uri="{FF2B5EF4-FFF2-40B4-BE49-F238E27FC236}">
                    <a16:creationId xmlns:a16="http://schemas.microsoft.com/office/drawing/2014/main" id="{CFB3FE49-9D74-429A-825F-80A0B697C03B}"/>
                  </a:ext>
                </a:extLst>
              </p:cNvPr>
              <p:cNvGrpSpPr/>
              <p:nvPr/>
            </p:nvGrpSpPr>
            <p:grpSpPr>
              <a:xfrm>
                <a:off x="-756103" y="1195259"/>
                <a:ext cx="5058727" cy="5046345"/>
                <a:chOff x="-756103" y="1195259"/>
                <a:chExt cx="5058727" cy="5046345"/>
              </a:xfrm>
            </p:grpSpPr>
            <p:sp>
              <p:nvSpPr>
                <p:cNvPr id="9" name="Freeform: Shape 8">
                  <a:extLst>
                    <a:ext uri="{FF2B5EF4-FFF2-40B4-BE49-F238E27FC236}">
                      <a16:creationId xmlns:a16="http://schemas.microsoft.com/office/drawing/2014/main" id="{9AAA0E98-DB7A-488C-BDDD-9689286CB1D5}"/>
                    </a:ext>
                  </a:extLst>
                </p:cNvPr>
                <p:cNvSpPr/>
                <p:nvPr/>
              </p:nvSpPr>
              <p:spPr>
                <a:xfrm>
                  <a:off x="-756103" y="1195259"/>
                  <a:ext cx="5046345" cy="5046345"/>
                </a:xfrm>
                <a:custGeom>
                  <a:avLst/>
                  <a:gdLst>
                    <a:gd name="connsiteX0" fmla="*/ 5046345 w 5046345"/>
                    <a:gd name="connsiteY0" fmla="*/ 2523173 h 5046345"/>
                    <a:gd name="connsiteX1" fmla="*/ 2523173 w 5046345"/>
                    <a:gd name="connsiteY1" fmla="*/ 5046345 h 5046345"/>
                    <a:gd name="connsiteX2" fmla="*/ 0 w 5046345"/>
                    <a:gd name="connsiteY2" fmla="*/ 2523173 h 5046345"/>
                    <a:gd name="connsiteX3" fmla="*/ 2523173 w 5046345"/>
                    <a:gd name="connsiteY3" fmla="*/ 0 h 5046345"/>
                    <a:gd name="connsiteX4" fmla="*/ 5046345 w 5046345"/>
                    <a:gd name="connsiteY4" fmla="*/ 2523173 h 50463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6345" h="5046345">
                      <a:moveTo>
                        <a:pt x="5046345" y="2523173"/>
                      </a:moveTo>
                      <a:cubicBezTo>
                        <a:pt x="5046345" y="3916682"/>
                        <a:pt x="3916683" y="5046345"/>
                        <a:pt x="2523173" y="5046345"/>
                      </a:cubicBezTo>
                      <a:cubicBezTo>
                        <a:pt x="1129663" y="5046345"/>
                        <a:pt x="0" y="3916683"/>
                        <a:pt x="0" y="2523173"/>
                      </a:cubicBezTo>
                      <a:cubicBezTo>
                        <a:pt x="0" y="1129663"/>
                        <a:pt x="1129663" y="0"/>
                        <a:pt x="2523173" y="0"/>
                      </a:cubicBezTo>
                      <a:cubicBezTo>
                        <a:pt x="3916683" y="0"/>
                        <a:pt x="5046345" y="1129663"/>
                        <a:pt x="5046345" y="2523173"/>
                      </a:cubicBezTo>
                      <a:close/>
                    </a:path>
                  </a:pathLst>
                </a:custGeom>
                <a:gradFill>
                  <a:gsLst>
                    <a:gs pos="0">
                      <a:schemeClr val="accent1">
                        <a:alpha val="40000"/>
                      </a:schemeClr>
                    </a:gs>
                    <a:gs pos="100000">
                      <a:schemeClr val="accent2">
                        <a:alpha val="40000"/>
                      </a:schemeClr>
                    </a:gs>
                  </a:gsLst>
                  <a:lin ang="0" scaled="1"/>
                </a:gradFill>
                <a:ln w="9525" cap="flat">
                  <a:noFill/>
                  <a:prstDash val="solid"/>
                  <a:miter/>
                </a:ln>
              </p:spPr>
              <p:txBody>
                <a:bodyPr rtlCol="0" anchor="ctr"/>
                <a:lstStyle/>
                <a:p>
                  <a:endParaRPr lang="en-US"/>
                </a:p>
              </p:txBody>
            </p:sp>
            <p:grpSp>
              <p:nvGrpSpPr>
                <p:cNvPr id="36" name="Graphic 2">
                  <a:extLst>
                    <a:ext uri="{FF2B5EF4-FFF2-40B4-BE49-F238E27FC236}">
                      <a16:creationId xmlns:a16="http://schemas.microsoft.com/office/drawing/2014/main" id="{AE736AF3-0337-429B-AEF1-DA4B52809559}"/>
                    </a:ext>
                  </a:extLst>
                </p:cNvPr>
                <p:cNvGrpSpPr/>
                <p:nvPr/>
              </p:nvGrpSpPr>
              <p:grpSpPr>
                <a:xfrm>
                  <a:off x="-324621" y="2829749"/>
                  <a:ext cx="4627245" cy="1733550"/>
                  <a:chOff x="-324621" y="2829749"/>
                  <a:chExt cx="4627245" cy="1733550"/>
                </a:xfrm>
              </p:grpSpPr>
              <p:sp>
                <p:nvSpPr>
                  <p:cNvPr id="37" name="Freeform: Shape 36">
                    <a:extLst>
                      <a:ext uri="{FF2B5EF4-FFF2-40B4-BE49-F238E27FC236}">
                        <a16:creationId xmlns:a16="http://schemas.microsoft.com/office/drawing/2014/main" id="{DA2FA7A1-85B1-4446-B3C4-DB614219C592}"/>
                      </a:ext>
                    </a:extLst>
                  </p:cNvPr>
                  <p:cNvSpPr/>
                  <p:nvPr/>
                </p:nvSpPr>
                <p:spPr>
                  <a:xfrm>
                    <a:off x="-309381" y="4461382"/>
                    <a:ext cx="3874769" cy="101917"/>
                  </a:xfrm>
                  <a:custGeom>
                    <a:avLst/>
                    <a:gdLst>
                      <a:gd name="connsiteX0" fmla="*/ 0 w 3874769"/>
                      <a:gd name="connsiteY0" fmla="*/ 0 h 101917"/>
                      <a:gd name="connsiteX1" fmla="*/ 3874770 w 3874769"/>
                      <a:gd name="connsiteY1" fmla="*/ 0 h 101917"/>
                      <a:gd name="connsiteX2" fmla="*/ 3874770 w 3874769"/>
                      <a:gd name="connsiteY2" fmla="*/ 101918 h 101917"/>
                      <a:gd name="connsiteX3" fmla="*/ 0 w 3874769"/>
                      <a:gd name="connsiteY3" fmla="*/ 101918 h 101917"/>
                    </a:gdLst>
                    <a:ahLst/>
                    <a:cxnLst>
                      <a:cxn ang="0">
                        <a:pos x="connsiteX0" y="connsiteY0"/>
                      </a:cxn>
                      <a:cxn ang="0">
                        <a:pos x="connsiteX1" y="connsiteY1"/>
                      </a:cxn>
                      <a:cxn ang="0">
                        <a:pos x="connsiteX2" y="connsiteY2"/>
                      </a:cxn>
                      <a:cxn ang="0">
                        <a:pos x="connsiteX3" y="connsiteY3"/>
                      </a:cxn>
                    </a:cxnLst>
                    <a:rect l="l" t="t" r="r" b="b"/>
                    <a:pathLst>
                      <a:path w="3874769" h="101917">
                        <a:moveTo>
                          <a:pt x="0" y="0"/>
                        </a:moveTo>
                        <a:lnTo>
                          <a:pt x="3874770" y="0"/>
                        </a:lnTo>
                        <a:lnTo>
                          <a:pt x="3874770" y="101918"/>
                        </a:lnTo>
                        <a:lnTo>
                          <a:pt x="0" y="101918"/>
                        </a:lnTo>
                        <a:close/>
                      </a:path>
                    </a:pathLst>
                  </a:custGeom>
                  <a:solidFill>
                    <a:schemeClr val="accent1"/>
                  </a:solidFill>
                  <a:ln w="9525" cap="flat">
                    <a:noFill/>
                    <a:prstDash val="solid"/>
                    <a:miter/>
                  </a:ln>
                </p:spPr>
                <p:txBody>
                  <a:bodyPr rtlCol="0" anchor="ctr"/>
                  <a:lstStyle/>
                  <a:p>
                    <a:endParaRPr lang="en-US"/>
                  </a:p>
                </p:txBody>
              </p:sp>
              <p:grpSp>
                <p:nvGrpSpPr>
                  <p:cNvPr id="38" name="Graphic 2">
                    <a:extLst>
                      <a:ext uri="{FF2B5EF4-FFF2-40B4-BE49-F238E27FC236}">
                        <a16:creationId xmlns:a16="http://schemas.microsoft.com/office/drawing/2014/main" id="{AE736AF3-0337-429B-AEF1-DA4B52809559}"/>
                      </a:ext>
                    </a:extLst>
                  </p:cNvPr>
                  <p:cNvGrpSpPr/>
                  <p:nvPr/>
                </p:nvGrpSpPr>
                <p:grpSpPr>
                  <a:xfrm>
                    <a:off x="-324620" y="3054539"/>
                    <a:ext cx="431482" cy="529590"/>
                    <a:chOff x="-324620" y="3054539"/>
                    <a:chExt cx="431482" cy="529590"/>
                  </a:xfrm>
                </p:grpSpPr>
                <p:sp>
                  <p:nvSpPr>
                    <p:cNvPr id="39" name="Freeform: Shape 38">
                      <a:extLst>
                        <a:ext uri="{FF2B5EF4-FFF2-40B4-BE49-F238E27FC236}">
                          <a16:creationId xmlns:a16="http://schemas.microsoft.com/office/drawing/2014/main" id="{E71568CB-83F4-44F9-8EBB-802F17B845C4}"/>
                        </a:ext>
                      </a:extLst>
                    </p:cNvPr>
                    <p:cNvSpPr/>
                    <p:nvPr/>
                  </p:nvSpPr>
                  <p:spPr>
                    <a:xfrm>
                      <a:off x="-324620" y="3086924"/>
                      <a:ext cx="430530" cy="497205"/>
                    </a:xfrm>
                    <a:custGeom>
                      <a:avLst/>
                      <a:gdLst>
                        <a:gd name="connsiteX0" fmla="*/ 430530 w 430530"/>
                        <a:gd name="connsiteY0" fmla="*/ 352425 h 497205"/>
                        <a:gd name="connsiteX1" fmla="*/ 430530 w 430530"/>
                        <a:gd name="connsiteY1" fmla="*/ 63817 h 497205"/>
                        <a:gd name="connsiteX2" fmla="*/ 366712 w 430530"/>
                        <a:gd name="connsiteY2" fmla="*/ 0 h 497205"/>
                        <a:gd name="connsiteX3" fmla="*/ 63817 w 430530"/>
                        <a:gd name="connsiteY3" fmla="*/ 0 h 497205"/>
                        <a:gd name="connsiteX4" fmla="*/ 0 w 430530"/>
                        <a:gd name="connsiteY4" fmla="*/ 63817 h 497205"/>
                        <a:gd name="connsiteX5" fmla="*/ 0 w 430530"/>
                        <a:gd name="connsiteY5" fmla="*/ 433388 h 497205"/>
                        <a:gd name="connsiteX6" fmla="*/ 63817 w 430530"/>
                        <a:gd name="connsiteY6" fmla="*/ 497205 h 497205"/>
                        <a:gd name="connsiteX7" fmla="*/ 366712 w 430530"/>
                        <a:gd name="connsiteY7" fmla="*/ 497205 h 497205"/>
                        <a:gd name="connsiteX8" fmla="*/ 430530 w 430530"/>
                        <a:gd name="connsiteY8" fmla="*/ 433388 h 497205"/>
                        <a:gd name="connsiteX9" fmla="*/ 430530 w 430530"/>
                        <a:gd name="connsiteY9" fmla="*/ 352425 h 497205"/>
                        <a:gd name="connsiteX10" fmla="*/ 430530 w 430530"/>
                        <a:gd name="connsiteY10" fmla="*/ 352425 h 497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0530" h="497205">
                          <a:moveTo>
                            <a:pt x="430530" y="352425"/>
                          </a:moveTo>
                          <a:lnTo>
                            <a:pt x="430530" y="63817"/>
                          </a:lnTo>
                          <a:cubicBezTo>
                            <a:pt x="430530" y="28575"/>
                            <a:pt x="401955" y="0"/>
                            <a:pt x="366712" y="0"/>
                          </a:cubicBezTo>
                          <a:lnTo>
                            <a:pt x="63817" y="0"/>
                          </a:lnTo>
                          <a:cubicBezTo>
                            <a:pt x="28575" y="0"/>
                            <a:pt x="0" y="28575"/>
                            <a:pt x="0" y="63817"/>
                          </a:cubicBezTo>
                          <a:lnTo>
                            <a:pt x="0" y="433388"/>
                          </a:lnTo>
                          <a:cubicBezTo>
                            <a:pt x="0" y="468630"/>
                            <a:pt x="28575" y="497205"/>
                            <a:pt x="63817" y="497205"/>
                          </a:cubicBezTo>
                          <a:lnTo>
                            <a:pt x="366712" y="497205"/>
                          </a:lnTo>
                          <a:cubicBezTo>
                            <a:pt x="401955" y="497205"/>
                            <a:pt x="430530" y="468630"/>
                            <a:pt x="430530" y="433388"/>
                          </a:cubicBezTo>
                          <a:lnTo>
                            <a:pt x="430530" y="352425"/>
                          </a:lnTo>
                          <a:lnTo>
                            <a:pt x="430530" y="352425"/>
                          </a:lnTo>
                          <a:close/>
                        </a:path>
                      </a:pathLst>
                    </a:custGeom>
                    <a:solidFill>
                      <a:schemeClr val="accent3"/>
                    </a:solid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229CE781-795E-4D24-B6EE-E8A7DEE732DF}"/>
                        </a:ext>
                      </a:extLst>
                    </p:cNvPr>
                    <p:cNvSpPr/>
                    <p:nvPr/>
                  </p:nvSpPr>
                  <p:spPr>
                    <a:xfrm>
                      <a:off x="-11248" y="3438396"/>
                      <a:ext cx="118109" cy="118109"/>
                    </a:xfrm>
                    <a:custGeom>
                      <a:avLst/>
                      <a:gdLst>
                        <a:gd name="connsiteX0" fmla="*/ 0 w 118109"/>
                        <a:gd name="connsiteY0" fmla="*/ 118110 h 118109"/>
                        <a:gd name="connsiteX1" fmla="*/ 64770 w 118109"/>
                        <a:gd name="connsiteY1" fmla="*/ 118110 h 118109"/>
                        <a:gd name="connsiteX2" fmla="*/ 118110 w 118109"/>
                        <a:gd name="connsiteY2" fmla="*/ 64770 h 118109"/>
                        <a:gd name="connsiteX3" fmla="*/ 118110 w 118109"/>
                        <a:gd name="connsiteY3" fmla="*/ 0 h 118109"/>
                        <a:gd name="connsiteX4" fmla="*/ 0 w 118109"/>
                        <a:gd name="connsiteY4" fmla="*/ 118110 h 118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109" h="118109">
                          <a:moveTo>
                            <a:pt x="0" y="118110"/>
                          </a:moveTo>
                          <a:lnTo>
                            <a:pt x="64770" y="118110"/>
                          </a:lnTo>
                          <a:cubicBezTo>
                            <a:pt x="94297" y="118110"/>
                            <a:pt x="118110" y="94297"/>
                            <a:pt x="118110" y="64770"/>
                          </a:cubicBezTo>
                          <a:lnTo>
                            <a:pt x="118110" y="0"/>
                          </a:lnTo>
                          <a:lnTo>
                            <a:pt x="0" y="118110"/>
                          </a:lnTo>
                          <a:close/>
                        </a:path>
                      </a:pathLst>
                    </a:custGeom>
                    <a:solidFill>
                      <a:srgbClr val="FFFFFF"/>
                    </a:solid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E116C9C4-E52E-4596-B173-A698EF26DDF6}"/>
                        </a:ext>
                      </a:extLst>
                    </p:cNvPr>
                    <p:cNvSpPr/>
                    <p:nvPr/>
                  </p:nvSpPr>
                  <p:spPr>
                    <a:xfrm>
                      <a:off x="-324620" y="3061207"/>
                      <a:ext cx="430530" cy="497204"/>
                    </a:xfrm>
                    <a:custGeom>
                      <a:avLst/>
                      <a:gdLst>
                        <a:gd name="connsiteX0" fmla="*/ 377190 w 430530"/>
                        <a:gd name="connsiteY0" fmla="*/ 0 h 497204"/>
                        <a:gd name="connsiteX1" fmla="*/ 53340 w 430530"/>
                        <a:gd name="connsiteY1" fmla="*/ 0 h 497204"/>
                        <a:gd name="connsiteX2" fmla="*/ 0 w 430530"/>
                        <a:gd name="connsiteY2" fmla="*/ 53340 h 497204"/>
                        <a:gd name="connsiteX3" fmla="*/ 0 w 430530"/>
                        <a:gd name="connsiteY3" fmla="*/ 443865 h 497204"/>
                        <a:gd name="connsiteX4" fmla="*/ 53340 w 430530"/>
                        <a:gd name="connsiteY4" fmla="*/ 497205 h 497204"/>
                        <a:gd name="connsiteX5" fmla="*/ 312420 w 430530"/>
                        <a:gd name="connsiteY5" fmla="*/ 497205 h 497204"/>
                        <a:gd name="connsiteX6" fmla="*/ 377190 w 430530"/>
                        <a:gd name="connsiteY6" fmla="*/ 497205 h 497204"/>
                        <a:gd name="connsiteX7" fmla="*/ 430530 w 430530"/>
                        <a:gd name="connsiteY7" fmla="*/ 443865 h 497204"/>
                        <a:gd name="connsiteX8" fmla="*/ 430530 w 430530"/>
                        <a:gd name="connsiteY8" fmla="*/ 379095 h 497204"/>
                        <a:gd name="connsiteX9" fmla="*/ 430530 w 430530"/>
                        <a:gd name="connsiteY9" fmla="*/ 53340 h 497204"/>
                        <a:gd name="connsiteX10" fmla="*/ 377190 w 430530"/>
                        <a:gd name="connsiteY10" fmla="*/ 0 h 497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0530" h="497204">
                          <a:moveTo>
                            <a:pt x="377190" y="0"/>
                          </a:moveTo>
                          <a:lnTo>
                            <a:pt x="53340" y="0"/>
                          </a:lnTo>
                          <a:cubicBezTo>
                            <a:pt x="23813" y="0"/>
                            <a:pt x="0" y="23813"/>
                            <a:pt x="0" y="53340"/>
                          </a:cubicBezTo>
                          <a:lnTo>
                            <a:pt x="0" y="443865"/>
                          </a:lnTo>
                          <a:cubicBezTo>
                            <a:pt x="0" y="473392"/>
                            <a:pt x="23813" y="497205"/>
                            <a:pt x="53340" y="497205"/>
                          </a:cubicBezTo>
                          <a:lnTo>
                            <a:pt x="312420" y="497205"/>
                          </a:lnTo>
                          <a:lnTo>
                            <a:pt x="377190" y="497205"/>
                          </a:lnTo>
                          <a:cubicBezTo>
                            <a:pt x="406718" y="497205"/>
                            <a:pt x="430530" y="473392"/>
                            <a:pt x="430530" y="443865"/>
                          </a:cubicBezTo>
                          <a:lnTo>
                            <a:pt x="430530" y="379095"/>
                          </a:lnTo>
                          <a:lnTo>
                            <a:pt x="430530" y="53340"/>
                          </a:lnTo>
                          <a:cubicBezTo>
                            <a:pt x="430530" y="22860"/>
                            <a:pt x="406718" y="0"/>
                            <a:pt x="377190" y="0"/>
                          </a:cubicBezTo>
                          <a:close/>
                        </a:path>
                      </a:pathLst>
                    </a:custGeom>
                    <a:solidFill>
                      <a:srgbClr val="FFFFFF"/>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0C902CFE-4745-4B3B-825B-D3ACDF3DEF41}"/>
                        </a:ext>
                      </a:extLst>
                    </p:cNvPr>
                    <p:cNvSpPr/>
                    <p:nvPr/>
                  </p:nvSpPr>
                  <p:spPr>
                    <a:xfrm>
                      <a:off x="-12201" y="3439349"/>
                      <a:ext cx="118110" cy="117157"/>
                    </a:xfrm>
                    <a:custGeom>
                      <a:avLst/>
                      <a:gdLst>
                        <a:gd name="connsiteX0" fmla="*/ 0 w 118110"/>
                        <a:gd name="connsiteY0" fmla="*/ 117157 h 117157"/>
                        <a:gd name="connsiteX1" fmla="*/ 0 w 118110"/>
                        <a:gd name="connsiteY1" fmla="*/ 52388 h 117157"/>
                        <a:gd name="connsiteX2" fmla="*/ 53340 w 118110"/>
                        <a:gd name="connsiteY2" fmla="*/ 0 h 117157"/>
                        <a:gd name="connsiteX3" fmla="*/ 118110 w 118110"/>
                        <a:gd name="connsiteY3" fmla="*/ 0 h 117157"/>
                        <a:gd name="connsiteX4" fmla="*/ 0 w 118110"/>
                        <a:gd name="connsiteY4" fmla="*/ 117157 h 11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110" h="117157">
                          <a:moveTo>
                            <a:pt x="0" y="117157"/>
                          </a:moveTo>
                          <a:lnTo>
                            <a:pt x="0" y="52388"/>
                          </a:lnTo>
                          <a:cubicBezTo>
                            <a:pt x="0" y="22860"/>
                            <a:pt x="23813" y="0"/>
                            <a:pt x="53340" y="0"/>
                          </a:cubicBezTo>
                          <a:lnTo>
                            <a:pt x="118110" y="0"/>
                          </a:lnTo>
                          <a:lnTo>
                            <a:pt x="0" y="117157"/>
                          </a:lnTo>
                          <a:close/>
                        </a:path>
                      </a:pathLst>
                    </a:custGeom>
                    <a:solidFill>
                      <a:srgbClr val="F6F7FD"/>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F7077045-D0FA-463A-B3B4-D01EFB841C5A}"/>
                        </a:ext>
                      </a:extLst>
                    </p:cNvPr>
                    <p:cNvSpPr/>
                    <p:nvPr/>
                  </p:nvSpPr>
                  <p:spPr>
                    <a:xfrm>
                      <a:off x="-323668" y="3060254"/>
                      <a:ext cx="429577" cy="140017"/>
                    </a:xfrm>
                    <a:custGeom>
                      <a:avLst/>
                      <a:gdLst>
                        <a:gd name="connsiteX0" fmla="*/ 429578 w 429577"/>
                        <a:gd name="connsiteY0" fmla="*/ 53340 h 140017"/>
                        <a:gd name="connsiteX1" fmla="*/ 429578 w 429577"/>
                        <a:gd name="connsiteY1" fmla="*/ 140017 h 140017"/>
                        <a:gd name="connsiteX2" fmla="*/ 0 w 429577"/>
                        <a:gd name="connsiteY2" fmla="*/ 140017 h 140017"/>
                        <a:gd name="connsiteX3" fmla="*/ 0 w 429577"/>
                        <a:gd name="connsiteY3" fmla="*/ 53340 h 140017"/>
                        <a:gd name="connsiteX4" fmla="*/ 53340 w 429577"/>
                        <a:gd name="connsiteY4" fmla="*/ 0 h 140017"/>
                        <a:gd name="connsiteX5" fmla="*/ 377190 w 429577"/>
                        <a:gd name="connsiteY5" fmla="*/ 0 h 140017"/>
                        <a:gd name="connsiteX6" fmla="*/ 429578 w 429577"/>
                        <a:gd name="connsiteY6" fmla="*/ 53340 h 140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9577" h="140017">
                          <a:moveTo>
                            <a:pt x="429578" y="53340"/>
                          </a:moveTo>
                          <a:lnTo>
                            <a:pt x="429578" y="140017"/>
                          </a:lnTo>
                          <a:lnTo>
                            <a:pt x="0" y="140017"/>
                          </a:lnTo>
                          <a:lnTo>
                            <a:pt x="0" y="53340"/>
                          </a:lnTo>
                          <a:cubicBezTo>
                            <a:pt x="0" y="23813"/>
                            <a:pt x="23813" y="0"/>
                            <a:pt x="53340" y="0"/>
                          </a:cubicBezTo>
                          <a:lnTo>
                            <a:pt x="377190" y="0"/>
                          </a:lnTo>
                          <a:cubicBezTo>
                            <a:pt x="405765" y="953"/>
                            <a:pt x="429578" y="23813"/>
                            <a:pt x="429578" y="53340"/>
                          </a:cubicBezTo>
                          <a:close/>
                        </a:path>
                      </a:pathLst>
                    </a:custGeom>
                    <a:solidFill>
                      <a:schemeClr val="accent3"/>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ACE4C8C-1B7D-4C93-AD20-868F5850D50F}"/>
                        </a:ext>
                      </a:extLst>
                    </p:cNvPr>
                    <p:cNvSpPr/>
                    <p:nvPr/>
                  </p:nvSpPr>
                  <p:spPr>
                    <a:xfrm>
                      <a:off x="-239848" y="3054539"/>
                      <a:ext cx="15239" cy="88582"/>
                    </a:xfrm>
                    <a:custGeom>
                      <a:avLst/>
                      <a:gdLst>
                        <a:gd name="connsiteX0" fmla="*/ 0 w 15239"/>
                        <a:gd name="connsiteY0" fmla="*/ 0 h 88582"/>
                        <a:gd name="connsiteX1" fmla="*/ 15240 w 15239"/>
                        <a:gd name="connsiteY1" fmla="*/ 0 h 88582"/>
                        <a:gd name="connsiteX2" fmla="*/ 15240 w 15239"/>
                        <a:gd name="connsiteY2" fmla="*/ 88583 h 88582"/>
                        <a:gd name="connsiteX3" fmla="*/ 0 w 15239"/>
                        <a:gd name="connsiteY3" fmla="*/ 88583 h 88582"/>
                      </a:gdLst>
                      <a:ahLst/>
                      <a:cxnLst>
                        <a:cxn ang="0">
                          <a:pos x="connsiteX0" y="connsiteY0"/>
                        </a:cxn>
                        <a:cxn ang="0">
                          <a:pos x="connsiteX1" y="connsiteY1"/>
                        </a:cxn>
                        <a:cxn ang="0">
                          <a:pos x="connsiteX2" y="connsiteY2"/>
                        </a:cxn>
                        <a:cxn ang="0">
                          <a:pos x="connsiteX3" y="connsiteY3"/>
                        </a:cxn>
                      </a:cxnLst>
                      <a:rect l="l" t="t" r="r" b="b"/>
                      <a:pathLst>
                        <a:path w="15239" h="88582">
                          <a:moveTo>
                            <a:pt x="0" y="0"/>
                          </a:moveTo>
                          <a:lnTo>
                            <a:pt x="15240" y="0"/>
                          </a:lnTo>
                          <a:lnTo>
                            <a:pt x="15240" y="88583"/>
                          </a:lnTo>
                          <a:lnTo>
                            <a:pt x="0" y="88583"/>
                          </a:lnTo>
                          <a:close/>
                        </a:path>
                      </a:pathLst>
                    </a:custGeom>
                    <a:solidFill>
                      <a:srgbClr val="FFFFFF"/>
                    </a:solid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CB89EDD6-62CD-4869-AAE0-A0FAF826D840}"/>
                        </a:ext>
                      </a:extLst>
                    </p:cNvPr>
                    <p:cNvSpPr/>
                    <p:nvPr/>
                  </p:nvSpPr>
                  <p:spPr>
                    <a:xfrm>
                      <a:off x="-207463" y="3054539"/>
                      <a:ext cx="15239" cy="88582"/>
                    </a:xfrm>
                    <a:custGeom>
                      <a:avLst/>
                      <a:gdLst>
                        <a:gd name="connsiteX0" fmla="*/ 0 w 15239"/>
                        <a:gd name="connsiteY0" fmla="*/ 0 h 88582"/>
                        <a:gd name="connsiteX1" fmla="*/ 15240 w 15239"/>
                        <a:gd name="connsiteY1" fmla="*/ 0 h 88582"/>
                        <a:gd name="connsiteX2" fmla="*/ 15240 w 15239"/>
                        <a:gd name="connsiteY2" fmla="*/ 88583 h 88582"/>
                        <a:gd name="connsiteX3" fmla="*/ 0 w 15239"/>
                        <a:gd name="connsiteY3" fmla="*/ 88583 h 88582"/>
                      </a:gdLst>
                      <a:ahLst/>
                      <a:cxnLst>
                        <a:cxn ang="0">
                          <a:pos x="connsiteX0" y="connsiteY0"/>
                        </a:cxn>
                        <a:cxn ang="0">
                          <a:pos x="connsiteX1" y="connsiteY1"/>
                        </a:cxn>
                        <a:cxn ang="0">
                          <a:pos x="connsiteX2" y="connsiteY2"/>
                        </a:cxn>
                        <a:cxn ang="0">
                          <a:pos x="connsiteX3" y="connsiteY3"/>
                        </a:cxn>
                      </a:cxnLst>
                      <a:rect l="l" t="t" r="r" b="b"/>
                      <a:pathLst>
                        <a:path w="15239" h="88582">
                          <a:moveTo>
                            <a:pt x="0" y="0"/>
                          </a:moveTo>
                          <a:lnTo>
                            <a:pt x="15240" y="0"/>
                          </a:lnTo>
                          <a:lnTo>
                            <a:pt x="15240" y="88583"/>
                          </a:lnTo>
                          <a:lnTo>
                            <a:pt x="0" y="88583"/>
                          </a:lnTo>
                          <a:close/>
                        </a:path>
                      </a:pathLst>
                    </a:custGeom>
                    <a:solidFill>
                      <a:srgbClr val="FFFFFF"/>
                    </a:solid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D2DB1787-7291-4024-8565-2AE571B055B3}"/>
                        </a:ext>
                      </a:extLst>
                    </p:cNvPr>
                    <p:cNvSpPr/>
                    <p:nvPr/>
                  </p:nvSpPr>
                  <p:spPr>
                    <a:xfrm>
                      <a:off x="-25536" y="3054539"/>
                      <a:ext cx="15239" cy="88582"/>
                    </a:xfrm>
                    <a:custGeom>
                      <a:avLst/>
                      <a:gdLst>
                        <a:gd name="connsiteX0" fmla="*/ 0 w 15239"/>
                        <a:gd name="connsiteY0" fmla="*/ 0 h 88582"/>
                        <a:gd name="connsiteX1" fmla="*/ 15240 w 15239"/>
                        <a:gd name="connsiteY1" fmla="*/ 0 h 88582"/>
                        <a:gd name="connsiteX2" fmla="*/ 15240 w 15239"/>
                        <a:gd name="connsiteY2" fmla="*/ 88583 h 88582"/>
                        <a:gd name="connsiteX3" fmla="*/ 0 w 15239"/>
                        <a:gd name="connsiteY3" fmla="*/ 88583 h 88582"/>
                      </a:gdLst>
                      <a:ahLst/>
                      <a:cxnLst>
                        <a:cxn ang="0">
                          <a:pos x="connsiteX0" y="connsiteY0"/>
                        </a:cxn>
                        <a:cxn ang="0">
                          <a:pos x="connsiteX1" y="connsiteY1"/>
                        </a:cxn>
                        <a:cxn ang="0">
                          <a:pos x="connsiteX2" y="connsiteY2"/>
                        </a:cxn>
                        <a:cxn ang="0">
                          <a:pos x="connsiteX3" y="connsiteY3"/>
                        </a:cxn>
                      </a:cxnLst>
                      <a:rect l="l" t="t" r="r" b="b"/>
                      <a:pathLst>
                        <a:path w="15239" h="88582">
                          <a:moveTo>
                            <a:pt x="0" y="0"/>
                          </a:moveTo>
                          <a:lnTo>
                            <a:pt x="15240" y="0"/>
                          </a:lnTo>
                          <a:lnTo>
                            <a:pt x="15240" y="88583"/>
                          </a:lnTo>
                          <a:lnTo>
                            <a:pt x="0" y="88583"/>
                          </a:lnTo>
                          <a:close/>
                        </a:path>
                      </a:pathLst>
                    </a:custGeom>
                    <a:solidFill>
                      <a:srgbClr val="FFFFFF"/>
                    </a:solid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736639B4-5A40-49BA-A9CE-958E165D5285}"/>
                        </a:ext>
                      </a:extLst>
                    </p:cNvPr>
                    <p:cNvSpPr/>
                    <p:nvPr/>
                  </p:nvSpPr>
                  <p:spPr>
                    <a:xfrm>
                      <a:off x="7801" y="3054539"/>
                      <a:ext cx="15239" cy="88582"/>
                    </a:xfrm>
                    <a:custGeom>
                      <a:avLst/>
                      <a:gdLst>
                        <a:gd name="connsiteX0" fmla="*/ 0 w 15239"/>
                        <a:gd name="connsiteY0" fmla="*/ 0 h 88582"/>
                        <a:gd name="connsiteX1" fmla="*/ 15240 w 15239"/>
                        <a:gd name="connsiteY1" fmla="*/ 0 h 88582"/>
                        <a:gd name="connsiteX2" fmla="*/ 15240 w 15239"/>
                        <a:gd name="connsiteY2" fmla="*/ 88583 h 88582"/>
                        <a:gd name="connsiteX3" fmla="*/ 0 w 15239"/>
                        <a:gd name="connsiteY3" fmla="*/ 88583 h 88582"/>
                      </a:gdLst>
                      <a:ahLst/>
                      <a:cxnLst>
                        <a:cxn ang="0">
                          <a:pos x="connsiteX0" y="connsiteY0"/>
                        </a:cxn>
                        <a:cxn ang="0">
                          <a:pos x="connsiteX1" y="connsiteY1"/>
                        </a:cxn>
                        <a:cxn ang="0">
                          <a:pos x="connsiteX2" y="connsiteY2"/>
                        </a:cxn>
                        <a:cxn ang="0">
                          <a:pos x="connsiteX3" y="connsiteY3"/>
                        </a:cxn>
                      </a:cxnLst>
                      <a:rect l="l" t="t" r="r" b="b"/>
                      <a:pathLst>
                        <a:path w="15239" h="88582">
                          <a:moveTo>
                            <a:pt x="0" y="0"/>
                          </a:moveTo>
                          <a:lnTo>
                            <a:pt x="15240" y="0"/>
                          </a:lnTo>
                          <a:lnTo>
                            <a:pt x="15240" y="88583"/>
                          </a:lnTo>
                          <a:lnTo>
                            <a:pt x="0" y="88583"/>
                          </a:lnTo>
                          <a:close/>
                        </a:path>
                      </a:pathLst>
                    </a:custGeom>
                    <a:solidFill>
                      <a:srgbClr val="FFFFFF"/>
                    </a:solid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89ADD8E5-109C-46DC-8ED3-671B6B042873}"/>
                        </a:ext>
                      </a:extLst>
                    </p:cNvPr>
                    <p:cNvSpPr/>
                    <p:nvPr/>
                  </p:nvSpPr>
                  <p:spPr>
                    <a:xfrm>
                      <a:off x="-323668" y="3200272"/>
                      <a:ext cx="429577" cy="10477"/>
                    </a:xfrm>
                    <a:custGeom>
                      <a:avLst/>
                      <a:gdLst>
                        <a:gd name="connsiteX0" fmla="*/ 0 w 429577"/>
                        <a:gd name="connsiteY0" fmla="*/ 0 h 10477"/>
                        <a:gd name="connsiteX1" fmla="*/ 429578 w 429577"/>
                        <a:gd name="connsiteY1" fmla="*/ 0 h 10477"/>
                        <a:gd name="connsiteX2" fmla="*/ 429578 w 429577"/>
                        <a:gd name="connsiteY2" fmla="*/ 10478 h 10477"/>
                        <a:gd name="connsiteX3" fmla="*/ 0 w 429577"/>
                        <a:gd name="connsiteY3" fmla="*/ 10478 h 10477"/>
                      </a:gdLst>
                      <a:ahLst/>
                      <a:cxnLst>
                        <a:cxn ang="0">
                          <a:pos x="connsiteX0" y="connsiteY0"/>
                        </a:cxn>
                        <a:cxn ang="0">
                          <a:pos x="connsiteX1" y="connsiteY1"/>
                        </a:cxn>
                        <a:cxn ang="0">
                          <a:pos x="connsiteX2" y="connsiteY2"/>
                        </a:cxn>
                        <a:cxn ang="0">
                          <a:pos x="connsiteX3" y="connsiteY3"/>
                        </a:cxn>
                      </a:cxnLst>
                      <a:rect l="l" t="t" r="r" b="b"/>
                      <a:pathLst>
                        <a:path w="429577" h="10477">
                          <a:moveTo>
                            <a:pt x="0" y="0"/>
                          </a:moveTo>
                          <a:lnTo>
                            <a:pt x="429578" y="0"/>
                          </a:lnTo>
                          <a:lnTo>
                            <a:pt x="429578" y="10478"/>
                          </a:lnTo>
                          <a:lnTo>
                            <a:pt x="0" y="10478"/>
                          </a:lnTo>
                          <a:close/>
                        </a:path>
                      </a:pathLst>
                    </a:custGeom>
                    <a:solidFill>
                      <a:srgbClr val="E9EDFC">
                        <a:alpha val="57000"/>
                      </a:srgbClr>
                    </a:solidFill>
                    <a:ln w="9525" cap="flat">
                      <a:noFill/>
                      <a:prstDash val="solid"/>
                      <a:miter/>
                    </a:ln>
                  </p:spPr>
                  <p:txBody>
                    <a:bodyPr rtlCol="0" anchor="ctr"/>
                    <a:lstStyle/>
                    <a:p>
                      <a:endParaRPr lang="en-US"/>
                    </a:p>
                  </p:txBody>
                </p:sp>
              </p:grpSp>
              <p:grpSp>
                <p:nvGrpSpPr>
                  <p:cNvPr id="50" name="Graphic 2">
                    <a:extLst>
                      <a:ext uri="{FF2B5EF4-FFF2-40B4-BE49-F238E27FC236}">
                        <a16:creationId xmlns:a16="http://schemas.microsoft.com/office/drawing/2014/main" id="{AE736AF3-0337-429B-AEF1-DA4B52809559}"/>
                      </a:ext>
                    </a:extLst>
                  </p:cNvPr>
                  <p:cNvGrpSpPr/>
                  <p:nvPr/>
                </p:nvGrpSpPr>
                <p:grpSpPr>
                  <a:xfrm>
                    <a:off x="743131" y="2983102"/>
                    <a:ext cx="408622" cy="661987"/>
                    <a:chOff x="743131" y="2983102"/>
                    <a:chExt cx="408622" cy="661987"/>
                  </a:xfrm>
                </p:grpSpPr>
                <p:grpSp>
                  <p:nvGrpSpPr>
                    <p:cNvPr id="51" name="Graphic 2">
                      <a:extLst>
                        <a:ext uri="{FF2B5EF4-FFF2-40B4-BE49-F238E27FC236}">
                          <a16:creationId xmlns:a16="http://schemas.microsoft.com/office/drawing/2014/main" id="{AE736AF3-0337-429B-AEF1-DA4B52809559}"/>
                        </a:ext>
                      </a:extLst>
                    </p:cNvPr>
                    <p:cNvGrpSpPr/>
                    <p:nvPr/>
                  </p:nvGrpSpPr>
                  <p:grpSpPr>
                    <a:xfrm>
                      <a:off x="743131" y="2983102"/>
                      <a:ext cx="101917" cy="661987"/>
                      <a:chOff x="743131" y="2983102"/>
                      <a:chExt cx="101917" cy="661987"/>
                    </a:xfrm>
                  </p:grpSpPr>
                  <p:sp>
                    <p:nvSpPr>
                      <p:cNvPr id="52" name="Freeform: Shape 51">
                        <a:extLst>
                          <a:ext uri="{FF2B5EF4-FFF2-40B4-BE49-F238E27FC236}">
                            <a16:creationId xmlns:a16="http://schemas.microsoft.com/office/drawing/2014/main" id="{9AECCAC8-F45B-4263-B72E-8AB03219343B}"/>
                          </a:ext>
                        </a:extLst>
                      </p:cNvPr>
                      <p:cNvSpPr/>
                      <p:nvPr/>
                    </p:nvSpPr>
                    <p:spPr>
                      <a:xfrm>
                        <a:off x="743131" y="2983102"/>
                        <a:ext cx="101917" cy="661987"/>
                      </a:xfrm>
                      <a:custGeom>
                        <a:avLst/>
                        <a:gdLst>
                          <a:gd name="connsiteX0" fmla="*/ 0 w 101917"/>
                          <a:gd name="connsiteY0" fmla="*/ 0 h 661987"/>
                          <a:gd name="connsiteX1" fmla="*/ 101917 w 101917"/>
                          <a:gd name="connsiteY1" fmla="*/ 0 h 661987"/>
                          <a:gd name="connsiteX2" fmla="*/ 101917 w 101917"/>
                          <a:gd name="connsiteY2" fmla="*/ 661988 h 661987"/>
                          <a:gd name="connsiteX3" fmla="*/ 0 w 101917"/>
                          <a:gd name="connsiteY3" fmla="*/ 661988 h 661987"/>
                        </a:gdLst>
                        <a:ahLst/>
                        <a:cxnLst>
                          <a:cxn ang="0">
                            <a:pos x="connsiteX0" y="connsiteY0"/>
                          </a:cxn>
                          <a:cxn ang="0">
                            <a:pos x="connsiteX1" y="connsiteY1"/>
                          </a:cxn>
                          <a:cxn ang="0">
                            <a:pos x="connsiteX2" y="connsiteY2"/>
                          </a:cxn>
                          <a:cxn ang="0">
                            <a:pos x="connsiteX3" y="connsiteY3"/>
                          </a:cxn>
                        </a:cxnLst>
                        <a:rect l="l" t="t" r="r" b="b"/>
                        <a:pathLst>
                          <a:path w="101917" h="661987">
                            <a:moveTo>
                              <a:pt x="0" y="0"/>
                            </a:moveTo>
                            <a:lnTo>
                              <a:pt x="101917" y="0"/>
                            </a:lnTo>
                            <a:lnTo>
                              <a:pt x="101917" y="661988"/>
                            </a:lnTo>
                            <a:lnTo>
                              <a:pt x="0" y="661988"/>
                            </a:lnTo>
                            <a:close/>
                          </a:path>
                        </a:pathLst>
                      </a:custGeom>
                      <a:solidFill>
                        <a:schemeClr val="accent6"/>
                      </a:solid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7C356B5F-D607-47F2-84E9-C99D0CE8CFDC}"/>
                          </a:ext>
                        </a:extLst>
                      </p:cNvPr>
                      <p:cNvSpPr/>
                      <p:nvPr/>
                    </p:nvSpPr>
                    <p:spPr>
                      <a:xfrm>
                        <a:off x="758371" y="3033584"/>
                        <a:ext cx="71437" cy="459105"/>
                      </a:xfrm>
                      <a:custGeom>
                        <a:avLst/>
                        <a:gdLst>
                          <a:gd name="connsiteX0" fmla="*/ 0 w 71437"/>
                          <a:gd name="connsiteY0" fmla="*/ 0 h 459105"/>
                          <a:gd name="connsiteX1" fmla="*/ 71438 w 71437"/>
                          <a:gd name="connsiteY1" fmla="*/ 0 h 459105"/>
                          <a:gd name="connsiteX2" fmla="*/ 71438 w 71437"/>
                          <a:gd name="connsiteY2" fmla="*/ 459105 h 459105"/>
                          <a:gd name="connsiteX3" fmla="*/ 0 w 71437"/>
                          <a:gd name="connsiteY3" fmla="*/ 459105 h 459105"/>
                        </a:gdLst>
                        <a:ahLst/>
                        <a:cxnLst>
                          <a:cxn ang="0">
                            <a:pos x="connsiteX0" y="connsiteY0"/>
                          </a:cxn>
                          <a:cxn ang="0">
                            <a:pos x="connsiteX1" y="connsiteY1"/>
                          </a:cxn>
                          <a:cxn ang="0">
                            <a:pos x="connsiteX2" y="connsiteY2"/>
                          </a:cxn>
                          <a:cxn ang="0">
                            <a:pos x="connsiteX3" y="connsiteY3"/>
                          </a:cxn>
                        </a:cxnLst>
                        <a:rect l="l" t="t" r="r" b="b"/>
                        <a:pathLst>
                          <a:path w="71437" h="459105">
                            <a:moveTo>
                              <a:pt x="0" y="0"/>
                            </a:moveTo>
                            <a:lnTo>
                              <a:pt x="71438" y="0"/>
                            </a:lnTo>
                            <a:lnTo>
                              <a:pt x="71438" y="459105"/>
                            </a:lnTo>
                            <a:lnTo>
                              <a:pt x="0" y="459105"/>
                            </a:lnTo>
                            <a:close/>
                          </a:path>
                        </a:pathLst>
                      </a:custGeom>
                      <a:solidFill>
                        <a:srgbClr val="FBFBFF"/>
                      </a:solid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03D8C9CB-AF9A-49FB-A466-D21B199C2D2D}"/>
                          </a:ext>
                        </a:extLst>
                      </p:cNvPr>
                      <p:cNvSpPr/>
                      <p:nvPr/>
                    </p:nvSpPr>
                    <p:spPr>
                      <a:xfrm>
                        <a:off x="758371" y="3520312"/>
                        <a:ext cx="70484" cy="70484"/>
                      </a:xfrm>
                      <a:custGeom>
                        <a:avLst/>
                        <a:gdLst>
                          <a:gd name="connsiteX0" fmla="*/ 70485 w 70484"/>
                          <a:gd name="connsiteY0" fmla="*/ 35243 h 70484"/>
                          <a:gd name="connsiteX1" fmla="*/ 35243 w 70484"/>
                          <a:gd name="connsiteY1" fmla="*/ 70485 h 70484"/>
                          <a:gd name="connsiteX2" fmla="*/ 0 w 70484"/>
                          <a:gd name="connsiteY2" fmla="*/ 35243 h 70484"/>
                          <a:gd name="connsiteX3" fmla="*/ 35243 w 70484"/>
                          <a:gd name="connsiteY3" fmla="*/ 0 h 70484"/>
                          <a:gd name="connsiteX4" fmla="*/ 70485 w 70484"/>
                          <a:gd name="connsiteY4" fmla="*/ 35243 h 70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484" h="70484">
                            <a:moveTo>
                              <a:pt x="70485" y="35243"/>
                            </a:moveTo>
                            <a:cubicBezTo>
                              <a:pt x="70485" y="54707"/>
                              <a:pt x="54706" y="70485"/>
                              <a:pt x="35243" y="70485"/>
                            </a:cubicBezTo>
                            <a:cubicBezTo>
                              <a:pt x="15779" y="70485"/>
                              <a:pt x="0" y="54707"/>
                              <a:pt x="0" y="35243"/>
                            </a:cubicBezTo>
                            <a:cubicBezTo>
                              <a:pt x="0" y="15779"/>
                              <a:pt x="15779" y="0"/>
                              <a:pt x="35243" y="0"/>
                            </a:cubicBezTo>
                            <a:cubicBezTo>
                              <a:pt x="54706" y="0"/>
                              <a:pt x="70485" y="15779"/>
                              <a:pt x="70485" y="35243"/>
                            </a:cubicBezTo>
                            <a:close/>
                          </a:path>
                        </a:pathLst>
                      </a:custGeom>
                      <a:solidFill>
                        <a:srgbClr val="F0F2FD"/>
                      </a:solid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0E783C62-28B3-49E5-AFE2-C043D919C6CA}"/>
                          </a:ext>
                        </a:extLst>
                      </p:cNvPr>
                      <p:cNvSpPr/>
                      <p:nvPr/>
                    </p:nvSpPr>
                    <p:spPr>
                      <a:xfrm>
                        <a:off x="763134" y="3525074"/>
                        <a:ext cx="60959" cy="60959"/>
                      </a:xfrm>
                      <a:custGeom>
                        <a:avLst/>
                        <a:gdLst>
                          <a:gd name="connsiteX0" fmla="*/ 60960 w 60959"/>
                          <a:gd name="connsiteY0" fmla="*/ 30480 h 60959"/>
                          <a:gd name="connsiteX1" fmla="*/ 30480 w 60959"/>
                          <a:gd name="connsiteY1" fmla="*/ 60960 h 60959"/>
                          <a:gd name="connsiteX2" fmla="*/ 0 w 60959"/>
                          <a:gd name="connsiteY2" fmla="*/ 30480 h 60959"/>
                          <a:gd name="connsiteX3" fmla="*/ 30480 w 60959"/>
                          <a:gd name="connsiteY3" fmla="*/ 0 h 60959"/>
                          <a:gd name="connsiteX4" fmla="*/ 60960 w 60959"/>
                          <a:gd name="connsiteY4" fmla="*/ 30480 h 60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59" h="60959">
                            <a:moveTo>
                              <a:pt x="60960" y="30480"/>
                            </a:moveTo>
                            <a:cubicBezTo>
                              <a:pt x="60960" y="47314"/>
                              <a:pt x="47314" y="60960"/>
                              <a:pt x="30480" y="60960"/>
                            </a:cubicBezTo>
                            <a:cubicBezTo>
                              <a:pt x="13646" y="60960"/>
                              <a:pt x="0" y="47314"/>
                              <a:pt x="0" y="30480"/>
                            </a:cubicBezTo>
                            <a:cubicBezTo>
                              <a:pt x="0" y="13647"/>
                              <a:pt x="13646" y="0"/>
                              <a:pt x="30480" y="0"/>
                            </a:cubicBezTo>
                            <a:cubicBezTo>
                              <a:pt x="47314" y="0"/>
                              <a:pt x="60960" y="13646"/>
                              <a:pt x="60960" y="30480"/>
                            </a:cubicBezTo>
                            <a:close/>
                          </a:path>
                        </a:pathLst>
                      </a:custGeom>
                      <a:solidFill>
                        <a:srgbClr val="FBFBFF"/>
                      </a:solid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B9313C67-1BA5-498F-80E9-EA009120F26B}"/>
                          </a:ext>
                        </a:extLst>
                      </p:cNvPr>
                      <p:cNvSpPr/>
                      <p:nvPr/>
                    </p:nvSpPr>
                    <p:spPr>
                      <a:xfrm>
                        <a:off x="758371" y="3084067"/>
                        <a:ext cx="71437" cy="30479"/>
                      </a:xfrm>
                      <a:custGeom>
                        <a:avLst/>
                        <a:gdLst>
                          <a:gd name="connsiteX0" fmla="*/ 0 w 71437"/>
                          <a:gd name="connsiteY0" fmla="*/ 0 h 30479"/>
                          <a:gd name="connsiteX1" fmla="*/ 71438 w 71437"/>
                          <a:gd name="connsiteY1" fmla="*/ 0 h 30479"/>
                          <a:gd name="connsiteX2" fmla="*/ 71438 w 71437"/>
                          <a:gd name="connsiteY2" fmla="*/ 30480 h 30479"/>
                          <a:gd name="connsiteX3" fmla="*/ 0 w 71437"/>
                          <a:gd name="connsiteY3" fmla="*/ 30480 h 30479"/>
                        </a:gdLst>
                        <a:ahLst/>
                        <a:cxnLst>
                          <a:cxn ang="0">
                            <a:pos x="connsiteX0" y="connsiteY0"/>
                          </a:cxn>
                          <a:cxn ang="0">
                            <a:pos x="connsiteX1" y="connsiteY1"/>
                          </a:cxn>
                          <a:cxn ang="0">
                            <a:pos x="connsiteX2" y="connsiteY2"/>
                          </a:cxn>
                          <a:cxn ang="0">
                            <a:pos x="connsiteX3" y="connsiteY3"/>
                          </a:cxn>
                        </a:cxnLst>
                        <a:rect l="l" t="t" r="r" b="b"/>
                        <a:pathLst>
                          <a:path w="71437" h="30479">
                            <a:moveTo>
                              <a:pt x="0" y="0"/>
                            </a:moveTo>
                            <a:lnTo>
                              <a:pt x="71438" y="0"/>
                            </a:lnTo>
                            <a:lnTo>
                              <a:pt x="71438" y="30480"/>
                            </a:lnTo>
                            <a:lnTo>
                              <a:pt x="0" y="30480"/>
                            </a:lnTo>
                            <a:close/>
                          </a:path>
                        </a:pathLst>
                      </a:custGeom>
                      <a:solidFill>
                        <a:schemeClr val="accent6">
                          <a:lumMod val="60000"/>
                          <a:lumOff val="40000"/>
                        </a:schemeClr>
                      </a:solidFill>
                      <a:ln w="9525" cap="flat">
                        <a:noFill/>
                        <a:prstDash val="solid"/>
                        <a:miter/>
                      </a:ln>
                    </p:spPr>
                    <p:txBody>
                      <a:bodyPr rtlCol="0" anchor="ctr"/>
                      <a:lstStyle/>
                      <a:p>
                        <a:endParaRPr lang="en-US"/>
                      </a:p>
                    </p:txBody>
                  </p:sp>
                </p:grpSp>
                <p:grpSp>
                  <p:nvGrpSpPr>
                    <p:cNvPr id="61" name="Graphic 2">
                      <a:extLst>
                        <a:ext uri="{FF2B5EF4-FFF2-40B4-BE49-F238E27FC236}">
                          <a16:creationId xmlns:a16="http://schemas.microsoft.com/office/drawing/2014/main" id="{AE736AF3-0337-429B-AEF1-DA4B52809559}"/>
                        </a:ext>
                      </a:extLst>
                    </p:cNvPr>
                    <p:cNvGrpSpPr/>
                    <p:nvPr/>
                  </p:nvGrpSpPr>
                  <p:grpSpPr>
                    <a:xfrm>
                      <a:off x="845049" y="2983102"/>
                      <a:ext cx="101917" cy="661987"/>
                      <a:chOff x="845049" y="2983102"/>
                      <a:chExt cx="101917" cy="661987"/>
                    </a:xfrm>
                  </p:grpSpPr>
                  <p:sp>
                    <p:nvSpPr>
                      <p:cNvPr id="62" name="Freeform: Shape 61">
                        <a:extLst>
                          <a:ext uri="{FF2B5EF4-FFF2-40B4-BE49-F238E27FC236}">
                            <a16:creationId xmlns:a16="http://schemas.microsoft.com/office/drawing/2014/main" id="{2833D4E7-C2B6-4E43-B531-26009C06C113}"/>
                          </a:ext>
                        </a:extLst>
                      </p:cNvPr>
                      <p:cNvSpPr/>
                      <p:nvPr/>
                    </p:nvSpPr>
                    <p:spPr>
                      <a:xfrm>
                        <a:off x="845049" y="2983102"/>
                        <a:ext cx="101917" cy="661987"/>
                      </a:xfrm>
                      <a:custGeom>
                        <a:avLst/>
                        <a:gdLst>
                          <a:gd name="connsiteX0" fmla="*/ 0 w 101917"/>
                          <a:gd name="connsiteY0" fmla="*/ 0 h 661987"/>
                          <a:gd name="connsiteX1" fmla="*/ 101917 w 101917"/>
                          <a:gd name="connsiteY1" fmla="*/ 0 h 661987"/>
                          <a:gd name="connsiteX2" fmla="*/ 101917 w 101917"/>
                          <a:gd name="connsiteY2" fmla="*/ 661988 h 661987"/>
                          <a:gd name="connsiteX3" fmla="*/ 0 w 101917"/>
                          <a:gd name="connsiteY3" fmla="*/ 661988 h 661987"/>
                        </a:gdLst>
                        <a:ahLst/>
                        <a:cxnLst>
                          <a:cxn ang="0">
                            <a:pos x="connsiteX0" y="connsiteY0"/>
                          </a:cxn>
                          <a:cxn ang="0">
                            <a:pos x="connsiteX1" y="connsiteY1"/>
                          </a:cxn>
                          <a:cxn ang="0">
                            <a:pos x="connsiteX2" y="connsiteY2"/>
                          </a:cxn>
                          <a:cxn ang="0">
                            <a:pos x="connsiteX3" y="connsiteY3"/>
                          </a:cxn>
                        </a:cxnLst>
                        <a:rect l="l" t="t" r="r" b="b"/>
                        <a:pathLst>
                          <a:path w="101917" h="661987">
                            <a:moveTo>
                              <a:pt x="0" y="0"/>
                            </a:moveTo>
                            <a:lnTo>
                              <a:pt x="101917" y="0"/>
                            </a:lnTo>
                            <a:lnTo>
                              <a:pt x="101917" y="661988"/>
                            </a:lnTo>
                            <a:lnTo>
                              <a:pt x="0" y="661988"/>
                            </a:lnTo>
                            <a:close/>
                          </a:path>
                        </a:pathLst>
                      </a:custGeom>
                      <a:solidFill>
                        <a:schemeClr val="accent4"/>
                      </a:solid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CA8A1036-88D5-425D-9681-3B418CA751A6}"/>
                          </a:ext>
                        </a:extLst>
                      </p:cNvPr>
                      <p:cNvSpPr/>
                      <p:nvPr/>
                    </p:nvSpPr>
                    <p:spPr>
                      <a:xfrm>
                        <a:off x="861241" y="3033584"/>
                        <a:ext cx="71437" cy="459105"/>
                      </a:xfrm>
                      <a:custGeom>
                        <a:avLst/>
                        <a:gdLst>
                          <a:gd name="connsiteX0" fmla="*/ 0 w 71437"/>
                          <a:gd name="connsiteY0" fmla="*/ 0 h 459105"/>
                          <a:gd name="connsiteX1" fmla="*/ 71437 w 71437"/>
                          <a:gd name="connsiteY1" fmla="*/ 0 h 459105"/>
                          <a:gd name="connsiteX2" fmla="*/ 71437 w 71437"/>
                          <a:gd name="connsiteY2" fmla="*/ 459105 h 459105"/>
                          <a:gd name="connsiteX3" fmla="*/ 0 w 71437"/>
                          <a:gd name="connsiteY3" fmla="*/ 459105 h 459105"/>
                        </a:gdLst>
                        <a:ahLst/>
                        <a:cxnLst>
                          <a:cxn ang="0">
                            <a:pos x="connsiteX0" y="connsiteY0"/>
                          </a:cxn>
                          <a:cxn ang="0">
                            <a:pos x="connsiteX1" y="connsiteY1"/>
                          </a:cxn>
                          <a:cxn ang="0">
                            <a:pos x="connsiteX2" y="connsiteY2"/>
                          </a:cxn>
                          <a:cxn ang="0">
                            <a:pos x="connsiteX3" y="connsiteY3"/>
                          </a:cxn>
                        </a:cxnLst>
                        <a:rect l="l" t="t" r="r" b="b"/>
                        <a:pathLst>
                          <a:path w="71437" h="459105">
                            <a:moveTo>
                              <a:pt x="0" y="0"/>
                            </a:moveTo>
                            <a:lnTo>
                              <a:pt x="71437" y="0"/>
                            </a:lnTo>
                            <a:lnTo>
                              <a:pt x="71437" y="459105"/>
                            </a:lnTo>
                            <a:lnTo>
                              <a:pt x="0" y="459105"/>
                            </a:lnTo>
                            <a:close/>
                          </a:path>
                        </a:pathLst>
                      </a:custGeom>
                      <a:solidFill>
                        <a:srgbClr val="FBFBFF"/>
                      </a:solid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CB1A865B-4555-4538-9C3E-2A50C1F3AF80}"/>
                          </a:ext>
                        </a:extLst>
                      </p:cNvPr>
                      <p:cNvSpPr/>
                      <p:nvPr/>
                    </p:nvSpPr>
                    <p:spPr>
                      <a:xfrm>
                        <a:off x="861241" y="3520312"/>
                        <a:ext cx="70484" cy="70484"/>
                      </a:xfrm>
                      <a:custGeom>
                        <a:avLst/>
                        <a:gdLst>
                          <a:gd name="connsiteX0" fmla="*/ 70485 w 70484"/>
                          <a:gd name="connsiteY0" fmla="*/ 35243 h 70484"/>
                          <a:gd name="connsiteX1" fmla="*/ 35243 w 70484"/>
                          <a:gd name="connsiteY1" fmla="*/ 70485 h 70484"/>
                          <a:gd name="connsiteX2" fmla="*/ 0 w 70484"/>
                          <a:gd name="connsiteY2" fmla="*/ 35243 h 70484"/>
                          <a:gd name="connsiteX3" fmla="*/ 35243 w 70484"/>
                          <a:gd name="connsiteY3" fmla="*/ 0 h 70484"/>
                          <a:gd name="connsiteX4" fmla="*/ 70485 w 70484"/>
                          <a:gd name="connsiteY4" fmla="*/ 35243 h 70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484" h="70484">
                            <a:moveTo>
                              <a:pt x="70485" y="35243"/>
                            </a:moveTo>
                            <a:cubicBezTo>
                              <a:pt x="70485" y="54707"/>
                              <a:pt x="54706" y="70485"/>
                              <a:pt x="35243" y="70485"/>
                            </a:cubicBezTo>
                            <a:cubicBezTo>
                              <a:pt x="15779" y="70485"/>
                              <a:pt x="0" y="54707"/>
                              <a:pt x="0" y="35243"/>
                            </a:cubicBezTo>
                            <a:cubicBezTo>
                              <a:pt x="0" y="15779"/>
                              <a:pt x="15779" y="0"/>
                              <a:pt x="35243" y="0"/>
                            </a:cubicBezTo>
                            <a:cubicBezTo>
                              <a:pt x="54706" y="0"/>
                              <a:pt x="70485" y="15779"/>
                              <a:pt x="70485" y="35243"/>
                            </a:cubicBezTo>
                            <a:close/>
                          </a:path>
                        </a:pathLst>
                      </a:custGeom>
                      <a:solidFill>
                        <a:srgbClr val="F0F2FD"/>
                      </a:solid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A4A50D4A-6FAC-47F9-9385-78F6CC876D91}"/>
                          </a:ext>
                        </a:extLst>
                      </p:cNvPr>
                      <p:cNvSpPr/>
                      <p:nvPr/>
                    </p:nvSpPr>
                    <p:spPr>
                      <a:xfrm>
                        <a:off x="866003" y="3525074"/>
                        <a:ext cx="60960" cy="60959"/>
                      </a:xfrm>
                      <a:custGeom>
                        <a:avLst/>
                        <a:gdLst>
                          <a:gd name="connsiteX0" fmla="*/ 30480 w 60960"/>
                          <a:gd name="connsiteY0" fmla="*/ 60960 h 60959"/>
                          <a:gd name="connsiteX1" fmla="*/ 0 w 60960"/>
                          <a:gd name="connsiteY1" fmla="*/ 30480 h 60959"/>
                          <a:gd name="connsiteX2" fmla="*/ 30480 w 60960"/>
                          <a:gd name="connsiteY2" fmla="*/ 0 h 60959"/>
                          <a:gd name="connsiteX3" fmla="*/ 60960 w 60960"/>
                          <a:gd name="connsiteY3" fmla="*/ 30480 h 60959"/>
                          <a:gd name="connsiteX4" fmla="*/ 30480 w 60960"/>
                          <a:gd name="connsiteY4" fmla="*/ 60960 h 60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59">
                            <a:moveTo>
                              <a:pt x="30480" y="60960"/>
                            </a:moveTo>
                            <a:cubicBezTo>
                              <a:pt x="13335" y="60960"/>
                              <a:pt x="0" y="47625"/>
                              <a:pt x="0" y="30480"/>
                            </a:cubicBezTo>
                            <a:cubicBezTo>
                              <a:pt x="0" y="13335"/>
                              <a:pt x="13335" y="0"/>
                              <a:pt x="30480" y="0"/>
                            </a:cubicBezTo>
                            <a:cubicBezTo>
                              <a:pt x="47625" y="0"/>
                              <a:pt x="60960" y="13335"/>
                              <a:pt x="60960" y="30480"/>
                            </a:cubicBezTo>
                            <a:cubicBezTo>
                              <a:pt x="60960" y="47625"/>
                              <a:pt x="47625" y="60960"/>
                              <a:pt x="30480" y="60960"/>
                            </a:cubicBezTo>
                            <a:close/>
                          </a:path>
                        </a:pathLst>
                      </a:custGeom>
                      <a:solidFill>
                        <a:srgbClr val="FBFBFF"/>
                      </a:solid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3BDD3346-608A-4E73-85A1-35675D00209D}"/>
                          </a:ext>
                        </a:extLst>
                      </p:cNvPr>
                      <p:cNvSpPr/>
                      <p:nvPr/>
                    </p:nvSpPr>
                    <p:spPr>
                      <a:xfrm>
                        <a:off x="861241" y="3084067"/>
                        <a:ext cx="71437" cy="30479"/>
                      </a:xfrm>
                      <a:custGeom>
                        <a:avLst/>
                        <a:gdLst>
                          <a:gd name="connsiteX0" fmla="*/ 0 w 71437"/>
                          <a:gd name="connsiteY0" fmla="*/ 0 h 30479"/>
                          <a:gd name="connsiteX1" fmla="*/ 71437 w 71437"/>
                          <a:gd name="connsiteY1" fmla="*/ 0 h 30479"/>
                          <a:gd name="connsiteX2" fmla="*/ 71437 w 71437"/>
                          <a:gd name="connsiteY2" fmla="*/ 30480 h 30479"/>
                          <a:gd name="connsiteX3" fmla="*/ 0 w 71437"/>
                          <a:gd name="connsiteY3" fmla="*/ 30480 h 30479"/>
                        </a:gdLst>
                        <a:ahLst/>
                        <a:cxnLst>
                          <a:cxn ang="0">
                            <a:pos x="connsiteX0" y="connsiteY0"/>
                          </a:cxn>
                          <a:cxn ang="0">
                            <a:pos x="connsiteX1" y="connsiteY1"/>
                          </a:cxn>
                          <a:cxn ang="0">
                            <a:pos x="connsiteX2" y="connsiteY2"/>
                          </a:cxn>
                          <a:cxn ang="0">
                            <a:pos x="connsiteX3" y="connsiteY3"/>
                          </a:cxn>
                        </a:cxnLst>
                        <a:rect l="l" t="t" r="r" b="b"/>
                        <a:pathLst>
                          <a:path w="71437" h="30479">
                            <a:moveTo>
                              <a:pt x="0" y="0"/>
                            </a:moveTo>
                            <a:lnTo>
                              <a:pt x="71437" y="0"/>
                            </a:lnTo>
                            <a:lnTo>
                              <a:pt x="71437" y="30480"/>
                            </a:lnTo>
                            <a:lnTo>
                              <a:pt x="0" y="30480"/>
                            </a:lnTo>
                            <a:close/>
                          </a:path>
                        </a:pathLst>
                      </a:custGeom>
                      <a:solidFill>
                        <a:schemeClr val="accent4">
                          <a:lumMod val="60000"/>
                          <a:lumOff val="40000"/>
                        </a:schemeClr>
                      </a:solidFill>
                      <a:ln w="9525" cap="flat">
                        <a:noFill/>
                        <a:prstDash val="solid"/>
                        <a:miter/>
                      </a:ln>
                    </p:spPr>
                    <p:txBody>
                      <a:bodyPr rtlCol="0" anchor="ctr"/>
                      <a:lstStyle/>
                      <a:p>
                        <a:endParaRPr lang="en-US"/>
                      </a:p>
                    </p:txBody>
                  </p:sp>
                </p:grpSp>
                <p:grpSp>
                  <p:nvGrpSpPr>
                    <p:cNvPr id="99" name="Graphic 2">
                      <a:extLst>
                        <a:ext uri="{FF2B5EF4-FFF2-40B4-BE49-F238E27FC236}">
                          <a16:creationId xmlns:a16="http://schemas.microsoft.com/office/drawing/2014/main" id="{AE736AF3-0337-429B-AEF1-DA4B52809559}"/>
                        </a:ext>
                      </a:extLst>
                    </p:cNvPr>
                    <p:cNvGrpSpPr/>
                    <p:nvPr/>
                  </p:nvGrpSpPr>
                  <p:grpSpPr>
                    <a:xfrm>
                      <a:off x="947919" y="2983102"/>
                      <a:ext cx="102870" cy="661987"/>
                      <a:chOff x="947919" y="2983102"/>
                      <a:chExt cx="102870" cy="661987"/>
                    </a:xfrm>
                  </p:grpSpPr>
                  <p:sp>
                    <p:nvSpPr>
                      <p:cNvPr id="100" name="Freeform: Shape 99">
                        <a:extLst>
                          <a:ext uri="{FF2B5EF4-FFF2-40B4-BE49-F238E27FC236}">
                            <a16:creationId xmlns:a16="http://schemas.microsoft.com/office/drawing/2014/main" id="{F4D3F39E-AF36-4340-8E37-F2E1241795E7}"/>
                          </a:ext>
                        </a:extLst>
                      </p:cNvPr>
                      <p:cNvSpPr/>
                      <p:nvPr/>
                    </p:nvSpPr>
                    <p:spPr>
                      <a:xfrm>
                        <a:off x="947919" y="2983102"/>
                        <a:ext cx="102870" cy="661987"/>
                      </a:xfrm>
                      <a:custGeom>
                        <a:avLst/>
                        <a:gdLst>
                          <a:gd name="connsiteX0" fmla="*/ 0 w 102870"/>
                          <a:gd name="connsiteY0" fmla="*/ 0 h 661987"/>
                          <a:gd name="connsiteX1" fmla="*/ 102870 w 102870"/>
                          <a:gd name="connsiteY1" fmla="*/ 0 h 661987"/>
                          <a:gd name="connsiteX2" fmla="*/ 102870 w 102870"/>
                          <a:gd name="connsiteY2" fmla="*/ 661988 h 661987"/>
                          <a:gd name="connsiteX3" fmla="*/ 0 w 102870"/>
                          <a:gd name="connsiteY3" fmla="*/ 661988 h 661987"/>
                        </a:gdLst>
                        <a:ahLst/>
                        <a:cxnLst>
                          <a:cxn ang="0">
                            <a:pos x="connsiteX0" y="connsiteY0"/>
                          </a:cxn>
                          <a:cxn ang="0">
                            <a:pos x="connsiteX1" y="connsiteY1"/>
                          </a:cxn>
                          <a:cxn ang="0">
                            <a:pos x="connsiteX2" y="connsiteY2"/>
                          </a:cxn>
                          <a:cxn ang="0">
                            <a:pos x="connsiteX3" y="connsiteY3"/>
                          </a:cxn>
                        </a:cxnLst>
                        <a:rect l="l" t="t" r="r" b="b"/>
                        <a:pathLst>
                          <a:path w="102870" h="661987">
                            <a:moveTo>
                              <a:pt x="0" y="0"/>
                            </a:moveTo>
                            <a:lnTo>
                              <a:pt x="102870" y="0"/>
                            </a:lnTo>
                            <a:lnTo>
                              <a:pt x="102870" y="661988"/>
                            </a:lnTo>
                            <a:lnTo>
                              <a:pt x="0" y="661988"/>
                            </a:lnTo>
                            <a:close/>
                          </a:path>
                        </a:pathLst>
                      </a:custGeom>
                      <a:solidFill>
                        <a:schemeClr val="accent6"/>
                      </a:solid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B05E427E-361E-48DE-B9EA-5950E6ABBDF4}"/>
                          </a:ext>
                        </a:extLst>
                      </p:cNvPr>
                      <p:cNvSpPr/>
                      <p:nvPr/>
                    </p:nvSpPr>
                    <p:spPr>
                      <a:xfrm>
                        <a:off x="963159" y="3033584"/>
                        <a:ext cx="71437" cy="459105"/>
                      </a:xfrm>
                      <a:custGeom>
                        <a:avLst/>
                        <a:gdLst>
                          <a:gd name="connsiteX0" fmla="*/ 0 w 71437"/>
                          <a:gd name="connsiteY0" fmla="*/ 0 h 459105"/>
                          <a:gd name="connsiteX1" fmla="*/ 71438 w 71437"/>
                          <a:gd name="connsiteY1" fmla="*/ 0 h 459105"/>
                          <a:gd name="connsiteX2" fmla="*/ 71438 w 71437"/>
                          <a:gd name="connsiteY2" fmla="*/ 459105 h 459105"/>
                          <a:gd name="connsiteX3" fmla="*/ 0 w 71437"/>
                          <a:gd name="connsiteY3" fmla="*/ 459105 h 459105"/>
                        </a:gdLst>
                        <a:ahLst/>
                        <a:cxnLst>
                          <a:cxn ang="0">
                            <a:pos x="connsiteX0" y="connsiteY0"/>
                          </a:cxn>
                          <a:cxn ang="0">
                            <a:pos x="connsiteX1" y="connsiteY1"/>
                          </a:cxn>
                          <a:cxn ang="0">
                            <a:pos x="connsiteX2" y="connsiteY2"/>
                          </a:cxn>
                          <a:cxn ang="0">
                            <a:pos x="connsiteX3" y="connsiteY3"/>
                          </a:cxn>
                        </a:cxnLst>
                        <a:rect l="l" t="t" r="r" b="b"/>
                        <a:pathLst>
                          <a:path w="71437" h="459105">
                            <a:moveTo>
                              <a:pt x="0" y="0"/>
                            </a:moveTo>
                            <a:lnTo>
                              <a:pt x="71438" y="0"/>
                            </a:lnTo>
                            <a:lnTo>
                              <a:pt x="71438" y="459105"/>
                            </a:lnTo>
                            <a:lnTo>
                              <a:pt x="0" y="459105"/>
                            </a:lnTo>
                            <a:close/>
                          </a:path>
                        </a:pathLst>
                      </a:custGeom>
                      <a:solidFill>
                        <a:srgbClr val="FBFBFF"/>
                      </a:solid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CD939C32-03A3-4EBC-93C4-353C421BCED4}"/>
                          </a:ext>
                        </a:extLst>
                      </p:cNvPr>
                      <p:cNvSpPr/>
                      <p:nvPr/>
                    </p:nvSpPr>
                    <p:spPr>
                      <a:xfrm>
                        <a:off x="963159" y="3520312"/>
                        <a:ext cx="70484" cy="70484"/>
                      </a:xfrm>
                      <a:custGeom>
                        <a:avLst/>
                        <a:gdLst>
                          <a:gd name="connsiteX0" fmla="*/ 70485 w 70484"/>
                          <a:gd name="connsiteY0" fmla="*/ 35243 h 70484"/>
                          <a:gd name="connsiteX1" fmla="*/ 35243 w 70484"/>
                          <a:gd name="connsiteY1" fmla="*/ 70485 h 70484"/>
                          <a:gd name="connsiteX2" fmla="*/ 0 w 70484"/>
                          <a:gd name="connsiteY2" fmla="*/ 35243 h 70484"/>
                          <a:gd name="connsiteX3" fmla="*/ 35243 w 70484"/>
                          <a:gd name="connsiteY3" fmla="*/ 0 h 70484"/>
                          <a:gd name="connsiteX4" fmla="*/ 70485 w 70484"/>
                          <a:gd name="connsiteY4" fmla="*/ 35243 h 70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484" h="70484">
                            <a:moveTo>
                              <a:pt x="70485" y="35243"/>
                            </a:moveTo>
                            <a:cubicBezTo>
                              <a:pt x="70485" y="54707"/>
                              <a:pt x="54706" y="70485"/>
                              <a:pt x="35243" y="70485"/>
                            </a:cubicBezTo>
                            <a:cubicBezTo>
                              <a:pt x="15779" y="70485"/>
                              <a:pt x="0" y="54707"/>
                              <a:pt x="0" y="35243"/>
                            </a:cubicBezTo>
                            <a:cubicBezTo>
                              <a:pt x="0" y="15779"/>
                              <a:pt x="15779" y="0"/>
                              <a:pt x="35243" y="0"/>
                            </a:cubicBezTo>
                            <a:cubicBezTo>
                              <a:pt x="54706" y="0"/>
                              <a:pt x="70485" y="15779"/>
                              <a:pt x="70485" y="35243"/>
                            </a:cubicBezTo>
                            <a:close/>
                          </a:path>
                        </a:pathLst>
                      </a:custGeom>
                      <a:solidFill>
                        <a:srgbClr val="F0F2FD"/>
                      </a:solid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E8EB3311-ABAF-4E70-932A-5C5708E2E743}"/>
                          </a:ext>
                        </a:extLst>
                      </p:cNvPr>
                      <p:cNvSpPr/>
                      <p:nvPr/>
                    </p:nvSpPr>
                    <p:spPr>
                      <a:xfrm>
                        <a:off x="967921" y="3525074"/>
                        <a:ext cx="60959" cy="60959"/>
                      </a:xfrm>
                      <a:custGeom>
                        <a:avLst/>
                        <a:gdLst>
                          <a:gd name="connsiteX0" fmla="*/ 30480 w 60959"/>
                          <a:gd name="connsiteY0" fmla="*/ 60960 h 60959"/>
                          <a:gd name="connsiteX1" fmla="*/ 0 w 60959"/>
                          <a:gd name="connsiteY1" fmla="*/ 30480 h 60959"/>
                          <a:gd name="connsiteX2" fmla="*/ 30480 w 60959"/>
                          <a:gd name="connsiteY2" fmla="*/ 0 h 60959"/>
                          <a:gd name="connsiteX3" fmla="*/ 60960 w 60959"/>
                          <a:gd name="connsiteY3" fmla="*/ 30480 h 60959"/>
                          <a:gd name="connsiteX4" fmla="*/ 30480 w 60959"/>
                          <a:gd name="connsiteY4" fmla="*/ 60960 h 60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59" h="60959">
                            <a:moveTo>
                              <a:pt x="30480" y="60960"/>
                            </a:moveTo>
                            <a:cubicBezTo>
                              <a:pt x="13335" y="60960"/>
                              <a:pt x="0" y="47625"/>
                              <a:pt x="0" y="30480"/>
                            </a:cubicBezTo>
                            <a:cubicBezTo>
                              <a:pt x="0" y="13335"/>
                              <a:pt x="13335" y="0"/>
                              <a:pt x="30480" y="0"/>
                            </a:cubicBezTo>
                            <a:cubicBezTo>
                              <a:pt x="47625" y="0"/>
                              <a:pt x="60960" y="13335"/>
                              <a:pt x="60960" y="30480"/>
                            </a:cubicBezTo>
                            <a:cubicBezTo>
                              <a:pt x="60960" y="47625"/>
                              <a:pt x="47625" y="60960"/>
                              <a:pt x="30480" y="60960"/>
                            </a:cubicBezTo>
                            <a:close/>
                          </a:path>
                        </a:pathLst>
                      </a:custGeom>
                      <a:solidFill>
                        <a:srgbClr val="FBFBFF"/>
                      </a:solid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51E5DDFE-1CF0-4F82-B56F-34499BBD815F}"/>
                          </a:ext>
                        </a:extLst>
                      </p:cNvPr>
                      <p:cNvSpPr/>
                      <p:nvPr/>
                    </p:nvSpPr>
                    <p:spPr>
                      <a:xfrm>
                        <a:off x="963159" y="3084067"/>
                        <a:ext cx="71437" cy="30479"/>
                      </a:xfrm>
                      <a:custGeom>
                        <a:avLst/>
                        <a:gdLst>
                          <a:gd name="connsiteX0" fmla="*/ 0 w 71437"/>
                          <a:gd name="connsiteY0" fmla="*/ 0 h 30479"/>
                          <a:gd name="connsiteX1" fmla="*/ 71438 w 71437"/>
                          <a:gd name="connsiteY1" fmla="*/ 0 h 30479"/>
                          <a:gd name="connsiteX2" fmla="*/ 71438 w 71437"/>
                          <a:gd name="connsiteY2" fmla="*/ 30480 h 30479"/>
                          <a:gd name="connsiteX3" fmla="*/ 0 w 71437"/>
                          <a:gd name="connsiteY3" fmla="*/ 30480 h 30479"/>
                        </a:gdLst>
                        <a:ahLst/>
                        <a:cxnLst>
                          <a:cxn ang="0">
                            <a:pos x="connsiteX0" y="connsiteY0"/>
                          </a:cxn>
                          <a:cxn ang="0">
                            <a:pos x="connsiteX1" y="connsiteY1"/>
                          </a:cxn>
                          <a:cxn ang="0">
                            <a:pos x="connsiteX2" y="connsiteY2"/>
                          </a:cxn>
                          <a:cxn ang="0">
                            <a:pos x="connsiteX3" y="connsiteY3"/>
                          </a:cxn>
                        </a:cxnLst>
                        <a:rect l="l" t="t" r="r" b="b"/>
                        <a:pathLst>
                          <a:path w="71437" h="30479">
                            <a:moveTo>
                              <a:pt x="0" y="0"/>
                            </a:moveTo>
                            <a:lnTo>
                              <a:pt x="71438" y="0"/>
                            </a:lnTo>
                            <a:lnTo>
                              <a:pt x="71438" y="30480"/>
                            </a:lnTo>
                            <a:lnTo>
                              <a:pt x="0" y="30480"/>
                            </a:lnTo>
                            <a:close/>
                          </a:path>
                        </a:pathLst>
                      </a:custGeom>
                      <a:solidFill>
                        <a:schemeClr val="accent6">
                          <a:lumMod val="60000"/>
                          <a:lumOff val="40000"/>
                        </a:schemeClr>
                      </a:solidFill>
                      <a:ln w="9525" cap="flat">
                        <a:noFill/>
                        <a:prstDash val="solid"/>
                        <a:miter/>
                      </a:ln>
                    </p:spPr>
                    <p:txBody>
                      <a:bodyPr rtlCol="0" anchor="ctr"/>
                      <a:lstStyle/>
                      <a:p>
                        <a:endParaRPr lang="en-US"/>
                      </a:p>
                    </p:txBody>
                  </p:sp>
                </p:grpSp>
                <p:grpSp>
                  <p:nvGrpSpPr>
                    <p:cNvPr id="105" name="Graphic 2">
                      <a:extLst>
                        <a:ext uri="{FF2B5EF4-FFF2-40B4-BE49-F238E27FC236}">
                          <a16:creationId xmlns:a16="http://schemas.microsoft.com/office/drawing/2014/main" id="{AE736AF3-0337-429B-AEF1-DA4B52809559}"/>
                        </a:ext>
                      </a:extLst>
                    </p:cNvPr>
                    <p:cNvGrpSpPr/>
                    <p:nvPr/>
                  </p:nvGrpSpPr>
                  <p:grpSpPr>
                    <a:xfrm>
                      <a:off x="1049836" y="2983102"/>
                      <a:ext cx="101917" cy="661987"/>
                      <a:chOff x="1049836" y="2983102"/>
                      <a:chExt cx="101917" cy="661987"/>
                    </a:xfrm>
                  </p:grpSpPr>
                  <p:sp>
                    <p:nvSpPr>
                      <p:cNvPr id="106" name="Freeform: Shape 105">
                        <a:extLst>
                          <a:ext uri="{FF2B5EF4-FFF2-40B4-BE49-F238E27FC236}">
                            <a16:creationId xmlns:a16="http://schemas.microsoft.com/office/drawing/2014/main" id="{4836FECA-7D32-45F4-927E-0A0AA374732D}"/>
                          </a:ext>
                        </a:extLst>
                      </p:cNvPr>
                      <p:cNvSpPr/>
                      <p:nvPr/>
                    </p:nvSpPr>
                    <p:spPr>
                      <a:xfrm>
                        <a:off x="1049836" y="2983102"/>
                        <a:ext cx="101917" cy="661987"/>
                      </a:xfrm>
                      <a:custGeom>
                        <a:avLst/>
                        <a:gdLst>
                          <a:gd name="connsiteX0" fmla="*/ 0 w 101917"/>
                          <a:gd name="connsiteY0" fmla="*/ 0 h 661987"/>
                          <a:gd name="connsiteX1" fmla="*/ 101917 w 101917"/>
                          <a:gd name="connsiteY1" fmla="*/ 0 h 661987"/>
                          <a:gd name="connsiteX2" fmla="*/ 101917 w 101917"/>
                          <a:gd name="connsiteY2" fmla="*/ 661988 h 661987"/>
                          <a:gd name="connsiteX3" fmla="*/ 0 w 101917"/>
                          <a:gd name="connsiteY3" fmla="*/ 661988 h 661987"/>
                        </a:gdLst>
                        <a:ahLst/>
                        <a:cxnLst>
                          <a:cxn ang="0">
                            <a:pos x="connsiteX0" y="connsiteY0"/>
                          </a:cxn>
                          <a:cxn ang="0">
                            <a:pos x="connsiteX1" y="connsiteY1"/>
                          </a:cxn>
                          <a:cxn ang="0">
                            <a:pos x="connsiteX2" y="connsiteY2"/>
                          </a:cxn>
                          <a:cxn ang="0">
                            <a:pos x="connsiteX3" y="connsiteY3"/>
                          </a:cxn>
                        </a:cxnLst>
                        <a:rect l="l" t="t" r="r" b="b"/>
                        <a:pathLst>
                          <a:path w="101917" h="661987">
                            <a:moveTo>
                              <a:pt x="0" y="0"/>
                            </a:moveTo>
                            <a:lnTo>
                              <a:pt x="101917" y="0"/>
                            </a:lnTo>
                            <a:lnTo>
                              <a:pt x="101917" y="661988"/>
                            </a:lnTo>
                            <a:lnTo>
                              <a:pt x="0" y="661988"/>
                            </a:lnTo>
                            <a:close/>
                          </a:path>
                        </a:pathLst>
                      </a:custGeom>
                      <a:solidFill>
                        <a:schemeClr val="accent4"/>
                      </a:solid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83F1C72B-B043-474E-9787-BFE87BE57A31}"/>
                          </a:ext>
                        </a:extLst>
                      </p:cNvPr>
                      <p:cNvSpPr/>
                      <p:nvPr/>
                    </p:nvSpPr>
                    <p:spPr>
                      <a:xfrm>
                        <a:off x="1066029" y="3033584"/>
                        <a:ext cx="71437" cy="459105"/>
                      </a:xfrm>
                      <a:custGeom>
                        <a:avLst/>
                        <a:gdLst>
                          <a:gd name="connsiteX0" fmla="*/ 0 w 71437"/>
                          <a:gd name="connsiteY0" fmla="*/ 0 h 459105"/>
                          <a:gd name="connsiteX1" fmla="*/ 71437 w 71437"/>
                          <a:gd name="connsiteY1" fmla="*/ 0 h 459105"/>
                          <a:gd name="connsiteX2" fmla="*/ 71437 w 71437"/>
                          <a:gd name="connsiteY2" fmla="*/ 459105 h 459105"/>
                          <a:gd name="connsiteX3" fmla="*/ 0 w 71437"/>
                          <a:gd name="connsiteY3" fmla="*/ 459105 h 459105"/>
                        </a:gdLst>
                        <a:ahLst/>
                        <a:cxnLst>
                          <a:cxn ang="0">
                            <a:pos x="connsiteX0" y="connsiteY0"/>
                          </a:cxn>
                          <a:cxn ang="0">
                            <a:pos x="connsiteX1" y="connsiteY1"/>
                          </a:cxn>
                          <a:cxn ang="0">
                            <a:pos x="connsiteX2" y="connsiteY2"/>
                          </a:cxn>
                          <a:cxn ang="0">
                            <a:pos x="connsiteX3" y="connsiteY3"/>
                          </a:cxn>
                        </a:cxnLst>
                        <a:rect l="l" t="t" r="r" b="b"/>
                        <a:pathLst>
                          <a:path w="71437" h="459105">
                            <a:moveTo>
                              <a:pt x="0" y="0"/>
                            </a:moveTo>
                            <a:lnTo>
                              <a:pt x="71437" y="0"/>
                            </a:lnTo>
                            <a:lnTo>
                              <a:pt x="71437" y="459105"/>
                            </a:lnTo>
                            <a:lnTo>
                              <a:pt x="0" y="459105"/>
                            </a:lnTo>
                            <a:close/>
                          </a:path>
                        </a:pathLst>
                      </a:custGeom>
                      <a:solidFill>
                        <a:srgbClr val="FBFBFF"/>
                      </a:solid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A2C56DA9-7660-41CE-82E7-8E8E465C20AE}"/>
                          </a:ext>
                        </a:extLst>
                      </p:cNvPr>
                      <p:cNvSpPr/>
                      <p:nvPr/>
                    </p:nvSpPr>
                    <p:spPr>
                      <a:xfrm>
                        <a:off x="1066029" y="3520312"/>
                        <a:ext cx="70485" cy="70484"/>
                      </a:xfrm>
                      <a:custGeom>
                        <a:avLst/>
                        <a:gdLst>
                          <a:gd name="connsiteX0" fmla="*/ 70485 w 70485"/>
                          <a:gd name="connsiteY0" fmla="*/ 35243 h 70484"/>
                          <a:gd name="connsiteX1" fmla="*/ 35242 w 70485"/>
                          <a:gd name="connsiteY1" fmla="*/ 70485 h 70484"/>
                          <a:gd name="connsiteX2" fmla="*/ 0 w 70485"/>
                          <a:gd name="connsiteY2" fmla="*/ 35243 h 70484"/>
                          <a:gd name="connsiteX3" fmla="*/ 35242 w 70485"/>
                          <a:gd name="connsiteY3" fmla="*/ 0 h 70484"/>
                          <a:gd name="connsiteX4" fmla="*/ 70485 w 70485"/>
                          <a:gd name="connsiteY4" fmla="*/ 35243 h 70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485" h="70484">
                            <a:moveTo>
                              <a:pt x="70485" y="35243"/>
                            </a:moveTo>
                            <a:cubicBezTo>
                              <a:pt x="70485" y="54707"/>
                              <a:pt x="54706" y="70485"/>
                              <a:pt x="35242" y="70485"/>
                            </a:cubicBezTo>
                            <a:cubicBezTo>
                              <a:pt x="15778" y="70485"/>
                              <a:pt x="0" y="54707"/>
                              <a:pt x="0" y="35243"/>
                            </a:cubicBezTo>
                            <a:cubicBezTo>
                              <a:pt x="0" y="15779"/>
                              <a:pt x="15778" y="0"/>
                              <a:pt x="35242" y="0"/>
                            </a:cubicBezTo>
                            <a:cubicBezTo>
                              <a:pt x="54706" y="0"/>
                              <a:pt x="70485" y="15779"/>
                              <a:pt x="70485" y="35243"/>
                            </a:cubicBezTo>
                            <a:close/>
                          </a:path>
                        </a:pathLst>
                      </a:custGeom>
                      <a:solidFill>
                        <a:srgbClr val="F0F2FD"/>
                      </a:solid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A7CA0A2C-A7BD-4DD2-967A-AB5C8ED0307D}"/>
                          </a:ext>
                        </a:extLst>
                      </p:cNvPr>
                      <p:cNvSpPr/>
                      <p:nvPr/>
                    </p:nvSpPr>
                    <p:spPr>
                      <a:xfrm>
                        <a:off x="1070791" y="3525074"/>
                        <a:ext cx="60959" cy="60959"/>
                      </a:xfrm>
                      <a:custGeom>
                        <a:avLst/>
                        <a:gdLst>
                          <a:gd name="connsiteX0" fmla="*/ 30480 w 60959"/>
                          <a:gd name="connsiteY0" fmla="*/ 60960 h 60959"/>
                          <a:gd name="connsiteX1" fmla="*/ 0 w 60959"/>
                          <a:gd name="connsiteY1" fmla="*/ 30480 h 60959"/>
                          <a:gd name="connsiteX2" fmla="*/ 30480 w 60959"/>
                          <a:gd name="connsiteY2" fmla="*/ 0 h 60959"/>
                          <a:gd name="connsiteX3" fmla="*/ 60960 w 60959"/>
                          <a:gd name="connsiteY3" fmla="*/ 30480 h 60959"/>
                          <a:gd name="connsiteX4" fmla="*/ 30480 w 60959"/>
                          <a:gd name="connsiteY4" fmla="*/ 60960 h 60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59" h="60959">
                            <a:moveTo>
                              <a:pt x="30480" y="60960"/>
                            </a:moveTo>
                            <a:cubicBezTo>
                              <a:pt x="13335" y="60960"/>
                              <a:pt x="0" y="47625"/>
                              <a:pt x="0" y="30480"/>
                            </a:cubicBezTo>
                            <a:cubicBezTo>
                              <a:pt x="0" y="13335"/>
                              <a:pt x="13335" y="0"/>
                              <a:pt x="30480" y="0"/>
                            </a:cubicBezTo>
                            <a:cubicBezTo>
                              <a:pt x="47625" y="0"/>
                              <a:pt x="60960" y="13335"/>
                              <a:pt x="60960" y="30480"/>
                            </a:cubicBezTo>
                            <a:cubicBezTo>
                              <a:pt x="60960" y="47625"/>
                              <a:pt x="47625" y="60960"/>
                              <a:pt x="30480" y="60960"/>
                            </a:cubicBezTo>
                            <a:close/>
                          </a:path>
                        </a:pathLst>
                      </a:custGeom>
                      <a:solidFill>
                        <a:srgbClr val="FBFBFF"/>
                      </a:solid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23E91276-20EF-46C9-81F0-32C8F66EEF58}"/>
                          </a:ext>
                        </a:extLst>
                      </p:cNvPr>
                      <p:cNvSpPr/>
                      <p:nvPr/>
                    </p:nvSpPr>
                    <p:spPr>
                      <a:xfrm>
                        <a:off x="1066029" y="3084067"/>
                        <a:ext cx="71437" cy="30479"/>
                      </a:xfrm>
                      <a:custGeom>
                        <a:avLst/>
                        <a:gdLst>
                          <a:gd name="connsiteX0" fmla="*/ 0 w 71437"/>
                          <a:gd name="connsiteY0" fmla="*/ 0 h 30479"/>
                          <a:gd name="connsiteX1" fmla="*/ 71437 w 71437"/>
                          <a:gd name="connsiteY1" fmla="*/ 0 h 30479"/>
                          <a:gd name="connsiteX2" fmla="*/ 71437 w 71437"/>
                          <a:gd name="connsiteY2" fmla="*/ 30480 h 30479"/>
                          <a:gd name="connsiteX3" fmla="*/ 0 w 71437"/>
                          <a:gd name="connsiteY3" fmla="*/ 30480 h 30479"/>
                        </a:gdLst>
                        <a:ahLst/>
                        <a:cxnLst>
                          <a:cxn ang="0">
                            <a:pos x="connsiteX0" y="connsiteY0"/>
                          </a:cxn>
                          <a:cxn ang="0">
                            <a:pos x="connsiteX1" y="connsiteY1"/>
                          </a:cxn>
                          <a:cxn ang="0">
                            <a:pos x="connsiteX2" y="connsiteY2"/>
                          </a:cxn>
                          <a:cxn ang="0">
                            <a:pos x="connsiteX3" y="connsiteY3"/>
                          </a:cxn>
                        </a:cxnLst>
                        <a:rect l="l" t="t" r="r" b="b"/>
                        <a:pathLst>
                          <a:path w="71437" h="30479">
                            <a:moveTo>
                              <a:pt x="0" y="0"/>
                            </a:moveTo>
                            <a:lnTo>
                              <a:pt x="71437" y="0"/>
                            </a:lnTo>
                            <a:lnTo>
                              <a:pt x="71437" y="30480"/>
                            </a:lnTo>
                            <a:lnTo>
                              <a:pt x="0" y="30480"/>
                            </a:lnTo>
                            <a:close/>
                          </a:path>
                        </a:pathLst>
                      </a:custGeom>
                      <a:solidFill>
                        <a:schemeClr val="accent4">
                          <a:lumMod val="60000"/>
                          <a:lumOff val="40000"/>
                        </a:schemeClr>
                      </a:solidFill>
                      <a:ln w="9525" cap="flat">
                        <a:noFill/>
                        <a:prstDash val="solid"/>
                        <a:miter/>
                      </a:ln>
                    </p:spPr>
                    <p:txBody>
                      <a:bodyPr rtlCol="0" anchor="ctr"/>
                      <a:lstStyle/>
                      <a:p>
                        <a:endParaRPr lang="en-US"/>
                      </a:p>
                    </p:txBody>
                  </p:sp>
                </p:grpSp>
              </p:grpSp>
              <p:grpSp>
                <p:nvGrpSpPr>
                  <p:cNvPr id="111" name="Graphic 2">
                    <a:extLst>
                      <a:ext uri="{FF2B5EF4-FFF2-40B4-BE49-F238E27FC236}">
                        <a16:creationId xmlns:a16="http://schemas.microsoft.com/office/drawing/2014/main" id="{AE736AF3-0337-429B-AEF1-DA4B52809559}"/>
                      </a:ext>
                    </a:extLst>
                  </p:cNvPr>
                  <p:cNvGrpSpPr/>
                  <p:nvPr/>
                </p:nvGrpSpPr>
                <p:grpSpPr>
                  <a:xfrm>
                    <a:off x="427854" y="2992627"/>
                    <a:ext cx="3874770" cy="754379"/>
                    <a:chOff x="427854" y="2992627"/>
                    <a:chExt cx="3874770" cy="754379"/>
                  </a:xfrm>
                </p:grpSpPr>
                <p:sp>
                  <p:nvSpPr>
                    <p:cNvPr id="112" name="Freeform: Shape 111">
                      <a:extLst>
                        <a:ext uri="{FF2B5EF4-FFF2-40B4-BE49-F238E27FC236}">
                          <a16:creationId xmlns:a16="http://schemas.microsoft.com/office/drawing/2014/main" id="{3026F4D2-74F8-4B6B-A243-686804151D37}"/>
                        </a:ext>
                      </a:extLst>
                    </p:cNvPr>
                    <p:cNvSpPr/>
                    <p:nvPr/>
                  </p:nvSpPr>
                  <p:spPr>
                    <a:xfrm>
                      <a:off x="427854" y="3645089"/>
                      <a:ext cx="3874770" cy="101917"/>
                    </a:xfrm>
                    <a:custGeom>
                      <a:avLst/>
                      <a:gdLst>
                        <a:gd name="connsiteX0" fmla="*/ 0 w 3874770"/>
                        <a:gd name="connsiteY0" fmla="*/ 0 h 101917"/>
                        <a:gd name="connsiteX1" fmla="*/ 3874770 w 3874770"/>
                        <a:gd name="connsiteY1" fmla="*/ 0 h 101917"/>
                        <a:gd name="connsiteX2" fmla="*/ 3874770 w 3874770"/>
                        <a:gd name="connsiteY2" fmla="*/ 101918 h 101917"/>
                        <a:gd name="connsiteX3" fmla="*/ 0 w 3874770"/>
                        <a:gd name="connsiteY3" fmla="*/ 101918 h 101917"/>
                      </a:gdLst>
                      <a:ahLst/>
                      <a:cxnLst>
                        <a:cxn ang="0">
                          <a:pos x="connsiteX0" y="connsiteY0"/>
                        </a:cxn>
                        <a:cxn ang="0">
                          <a:pos x="connsiteX1" y="connsiteY1"/>
                        </a:cxn>
                        <a:cxn ang="0">
                          <a:pos x="connsiteX2" y="connsiteY2"/>
                        </a:cxn>
                        <a:cxn ang="0">
                          <a:pos x="connsiteX3" y="connsiteY3"/>
                        </a:cxn>
                      </a:cxnLst>
                      <a:rect l="l" t="t" r="r" b="b"/>
                      <a:pathLst>
                        <a:path w="3874770" h="101917">
                          <a:moveTo>
                            <a:pt x="0" y="0"/>
                          </a:moveTo>
                          <a:lnTo>
                            <a:pt x="3874770" y="0"/>
                          </a:lnTo>
                          <a:lnTo>
                            <a:pt x="3874770" y="101918"/>
                          </a:lnTo>
                          <a:lnTo>
                            <a:pt x="0" y="101918"/>
                          </a:lnTo>
                          <a:close/>
                        </a:path>
                      </a:pathLst>
                    </a:custGeom>
                    <a:solidFill>
                      <a:schemeClr val="accent1"/>
                    </a:solidFill>
                    <a:ln w="9525" cap="flat">
                      <a:noFill/>
                      <a:prstDash val="solid"/>
                      <a:miter/>
                    </a:ln>
                  </p:spPr>
                  <p:txBody>
                    <a:bodyPr rtlCol="0" anchor="ctr"/>
                    <a:lstStyle/>
                    <a:p>
                      <a:endParaRPr lang="en-US"/>
                    </a:p>
                  </p:txBody>
                </p:sp>
                <p:grpSp>
                  <p:nvGrpSpPr>
                    <p:cNvPr id="113" name="Graphic 2">
                      <a:extLst>
                        <a:ext uri="{FF2B5EF4-FFF2-40B4-BE49-F238E27FC236}">
                          <a16:creationId xmlns:a16="http://schemas.microsoft.com/office/drawing/2014/main" id="{AE736AF3-0337-429B-AEF1-DA4B52809559}"/>
                        </a:ext>
                      </a:extLst>
                    </p:cNvPr>
                    <p:cNvGrpSpPr/>
                    <p:nvPr/>
                  </p:nvGrpSpPr>
                  <p:grpSpPr>
                    <a:xfrm>
                      <a:off x="1623241" y="2992627"/>
                      <a:ext cx="797242" cy="652462"/>
                      <a:chOff x="1623241" y="2992627"/>
                      <a:chExt cx="797242" cy="652462"/>
                    </a:xfrm>
                  </p:grpSpPr>
                  <p:sp>
                    <p:nvSpPr>
                      <p:cNvPr id="114" name="Freeform: Shape 113">
                        <a:extLst>
                          <a:ext uri="{FF2B5EF4-FFF2-40B4-BE49-F238E27FC236}">
                            <a16:creationId xmlns:a16="http://schemas.microsoft.com/office/drawing/2014/main" id="{05C3EBD4-010B-4FD9-9A36-8DD3E9E04D4B}"/>
                          </a:ext>
                        </a:extLst>
                      </p:cNvPr>
                      <p:cNvSpPr/>
                      <p:nvPr/>
                    </p:nvSpPr>
                    <p:spPr>
                      <a:xfrm>
                        <a:off x="1725159" y="2993579"/>
                        <a:ext cx="101917" cy="651510"/>
                      </a:xfrm>
                      <a:custGeom>
                        <a:avLst/>
                        <a:gdLst>
                          <a:gd name="connsiteX0" fmla="*/ 0 w 101917"/>
                          <a:gd name="connsiteY0" fmla="*/ 0 h 651510"/>
                          <a:gd name="connsiteX1" fmla="*/ 101918 w 101917"/>
                          <a:gd name="connsiteY1" fmla="*/ 0 h 651510"/>
                          <a:gd name="connsiteX2" fmla="*/ 101918 w 101917"/>
                          <a:gd name="connsiteY2" fmla="*/ 651510 h 651510"/>
                          <a:gd name="connsiteX3" fmla="*/ 0 w 101917"/>
                          <a:gd name="connsiteY3" fmla="*/ 651510 h 651510"/>
                        </a:gdLst>
                        <a:ahLst/>
                        <a:cxnLst>
                          <a:cxn ang="0">
                            <a:pos x="connsiteX0" y="connsiteY0"/>
                          </a:cxn>
                          <a:cxn ang="0">
                            <a:pos x="connsiteX1" y="connsiteY1"/>
                          </a:cxn>
                          <a:cxn ang="0">
                            <a:pos x="connsiteX2" y="connsiteY2"/>
                          </a:cxn>
                          <a:cxn ang="0">
                            <a:pos x="connsiteX3" y="connsiteY3"/>
                          </a:cxn>
                        </a:cxnLst>
                        <a:rect l="l" t="t" r="r" b="b"/>
                        <a:pathLst>
                          <a:path w="101917" h="651510">
                            <a:moveTo>
                              <a:pt x="0" y="0"/>
                            </a:moveTo>
                            <a:lnTo>
                              <a:pt x="101918" y="0"/>
                            </a:lnTo>
                            <a:lnTo>
                              <a:pt x="101918" y="651510"/>
                            </a:lnTo>
                            <a:lnTo>
                              <a:pt x="0" y="651510"/>
                            </a:lnTo>
                            <a:close/>
                          </a:path>
                        </a:pathLst>
                      </a:custGeom>
                      <a:solidFill>
                        <a:schemeClr val="accent6"/>
                      </a:solid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4126CE75-6832-494C-92EA-26C83D36B62F}"/>
                          </a:ext>
                        </a:extLst>
                      </p:cNvPr>
                      <p:cNvSpPr/>
                      <p:nvPr/>
                    </p:nvSpPr>
                    <p:spPr>
                      <a:xfrm>
                        <a:off x="1623241" y="2993579"/>
                        <a:ext cx="101917" cy="651510"/>
                      </a:xfrm>
                      <a:custGeom>
                        <a:avLst/>
                        <a:gdLst>
                          <a:gd name="connsiteX0" fmla="*/ 0 w 101917"/>
                          <a:gd name="connsiteY0" fmla="*/ 0 h 651510"/>
                          <a:gd name="connsiteX1" fmla="*/ 101918 w 101917"/>
                          <a:gd name="connsiteY1" fmla="*/ 0 h 651510"/>
                          <a:gd name="connsiteX2" fmla="*/ 101918 w 101917"/>
                          <a:gd name="connsiteY2" fmla="*/ 651510 h 651510"/>
                          <a:gd name="connsiteX3" fmla="*/ 0 w 101917"/>
                          <a:gd name="connsiteY3" fmla="*/ 651510 h 651510"/>
                        </a:gdLst>
                        <a:ahLst/>
                        <a:cxnLst>
                          <a:cxn ang="0">
                            <a:pos x="connsiteX0" y="connsiteY0"/>
                          </a:cxn>
                          <a:cxn ang="0">
                            <a:pos x="connsiteX1" y="connsiteY1"/>
                          </a:cxn>
                          <a:cxn ang="0">
                            <a:pos x="connsiteX2" y="connsiteY2"/>
                          </a:cxn>
                          <a:cxn ang="0">
                            <a:pos x="connsiteX3" y="connsiteY3"/>
                          </a:cxn>
                        </a:cxnLst>
                        <a:rect l="l" t="t" r="r" b="b"/>
                        <a:pathLst>
                          <a:path w="101917" h="651510">
                            <a:moveTo>
                              <a:pt x="0" y="0"/>
                            </a:moveTo>
                            <a:lnTo>
                              <a:pt x="101918" y="0"/>
                            </a:lnTo>
                            <a:lnTo>
                              <a:pt x="101918" y="651510"/>
                            </a:lnTo>
                            <a:lnTo>
                              <a:pt x="0" y="651510"/>
                            </a:lnTo>
                            <a:close/>
                          </a:path>
                        </a:pathLst>
                      </a:custGeom>
                      <a:solidFill>
                        <a:schemeClr val="accent4"/>
                      </a:solid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2D18F7C2-777B-4C3F-A5CC-5D3EE123112C}"/>
                          </a:ext>
                        </a:extLst>
                      </p:cNvPr>
                      <p:cNvSpPr/>
                      <p:nvPr/>
                    </p:nvSpPr>
                    <p:spPr>
                      <a:xfrm>
                        <a:off x="1827076" y="2993579"/>
                        <a:ext cx="101917" cy="651510"/>
                      </a:xfrm>
                      <a:custGeom>
                        <a:avLst/>
                        <a:gdLst>
                          <a:gd name="connsiteX0" fmla="*/ 0 w 101917"/>
                          <a:gd name="connsiteY0" fmla="*/ 0 h 651510"/>
                          <a:gd name="connsiteX1" fmla="*/ 101918 w 101917"/>
                          <a:gd name="connsiteY1" fmla="*/ 0 h 651510"/>
                          <a:gd name="connsiteX2" fmla="*/ 101918 w 101917"/>
                          <a:gd name="connsiteY2" fmla="*/ 651510 h 651510"/>
                          <a:gd name="connsiteX3" fmla="*/ 0 w 101917"/>
                          <a:gd name="connsiteY3" fmla="*/ 651510 h 651510"/>
                        </a:gdLst>
                        <a:ahLst/>
                        <a:cxnLst>
                          <a:cxn ang="0">
                            <a:pos x="connsiteX0" y="connsiteY0"/>
                          </a:cxn>
                          <a:cxn ang="0">
                            <a:pos x="connsiteX1" y="connsiteY1"/>
                          </a:cxn>
                          <a:cxn ang="0">
                            <a:pos x="connsiteX2" y="connsiteY2"/>
                          </a:cxn>
                          <a:cxn ang="0">
                            <a:pos x="connsiteX3" y="connsiteY3"/>
                          </a:cxn>
                        </a:cxnLst>
                        <a:rect l="l" t="t" r="r" b="b"/>
                        <a:pathLst>
                          <a:path w="101917" h="651510">
                            <a:moveTo>
                              <a:pt x="0" y="0"/>
                            </a:moveTo>
                            <a:lnTo>
                              <a:pt x="101918" y="0"/>
                            </a:lnTo>
                            <a:lnTo>
                              <a:pt x="101918" y="651510"/>
                            </a:lnTo>
                            <a:lnTo>
                              <a:pt x="0" y="651510"/>
                            </a:lnTo>
                            <a:close/>
                          </a:path>
                        </a:pathLst>
                      </a:custGeom>
                      <a:solidFill>
                        <a:schemeClr val="accent4"/>
                      </a:solid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799E732A-C0BC-4449-8DEC-D51461A520E6}"/>
                          </a:ext>
                        </a:extLst>
                      </p:cNvPr>
                      <p:cNvSpPr/>
                      <p:nvPr/>
                    </p:nvSpPr>
                    <p:spPr>
                      <a:xfrm>
                        <a:off x="1928994" y="2993579"/>
                        <a:ext cx="101917" cy="651510"/>
                      </a:xfrm>
                      <a:custGeom>
                        <a:avLst/>
                        <a:gdLst>
                          <a:gd name="connsiteX0" fmla="*/ 0 w 101917"/>
                          <a:gd name="connsiteY0" fmla="*/ 0 h 651510"/>
                          <a:gd name="connsiteX1" fmla="*/ 101918 w 101917"/>
                          <a:gd name="connsiteY1" fmla="*/ 0 h 651510"/>
                          <a:gd name="connsiteX2" fmla="*/ 101918 w 101917"/>
                          <a:gd name="connsiteY2" fmla="*/ 651510 h 651510"/>
                          <a:gd name="connsiteX3" fmla="*/ 0 w 101917"/>
                          <a:gd name="connsiteY3" fmla="*/ 651510 h 651510"/>
                        </a:gdLst>
                        <a:ahLst/>
                        <a:cxnLst>
                          <a:cxn ang="0">
                            <a:pos x="connsiteX0" y="connsiteY0"/>
                          </a:cxn>
                          <a:cxn ang="0">
                            <a:pos x="connsiteX1" y="connsiteY1"/>
                          </a:cxn>
                          <a:cxn ang="0">
                            <a:pos x="connsiteX2" y="connsiteY2"/>
                          </a:cxn>
                          <a:cxn ang="0">
                            <a:pos x="connsiteX3" y="connsiteY3"/>
                          </a:cxn>
                        </a:cxnLst>
                        <a:rect l="l" t="t" r="r" b="b"/>
                        <a:pathLst>
                          <a:path w="101917" h="651510">
                            <a:moveTo>
                              <a:pt x="0" y="0"/>
                            </a:moveTo>
                            <a:lnTo>
                              <a:pt x="101918" y="0"/>
                            </a:lnTo>
                            <a:lnTo>
                              <a:pt x="101918" y="651510"/>
                            </a:lnTo>
                            <a:lnTo>
                              <a:pt x="0" y="651510"/>
                            </a:lnTo>
                            <a:close/>
                          </a:path>
                        </a:pathLst>
                      </a:custGeom>
                      <a:solidFill>
                        <a:schemeClr val="accent3"/>
                      </a:solid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03AD5703-3116-45D7-B6BF-CF472988E2FC}"/>
                          </a:ext>
                        </a:extLst>
                      </p:cNvPr>
                      <p:cNvSpPr/>
                      <p:nvPr/>
                    </p:nvSpPr>
                    <p:spPr>
                      <a:xfrm>
                        <a:off x="2030911" y="2993579"/>
                        <a:ext cx="101917" cy="651510"/>
                      </a:xfrm>
                      <a:custGeom>
                        <a:avLst/>
                        <a:gdLst>
                          <a:gd name="connsiteX0" fmla="*/ 0 w 101917"/>
                          <a:gd name="connsiteY0" fmla="*/ 0 h 651510"/>
                          <a:gd name="connsiteX1" fmla="*/ 101918 w 101917"/>
                          <a:gd name="connsiteY1" fmla="*/ 0 h 651510"/>
                          <a:gd name="connsiteX2" fmla="*/ 101918 w 101917"/>
                          <a:gd name="connsiteY2" fmla="*/ 651510 h 651510"/>
                          <a:gd name="connsiteX3" fmla="*/ 0 w 101917"/>
                          <a:gd name="connsiteY3" fmla="*/ 651510 h 651510"/>
                        </a:gdLst>
                        <a:ahLst/>
                        <a:cxnLst>
                          <a:cxn ang="0">
                            <a:pos x="connsiteX0" y="connsiteY0"/>
                          </a:cxn>
                          <a:cxn ang="0">
                            <a:pos x="connsiteX1" y="connsiteY1"/>
                          </a:cxn>
                          <a:cxn ang="0">
                            <a:pos x="connsiteX2" y="connsiteY2"/>
                          </a:cxn>
                          <a:cxn ang="0">
                            <a:pos x="connsiteX3" y="connsiteY3"/>
                          </a:cxn>
                        </a:cxnLst>
                        <a:rect l="l" t="t" r="r" b="b"/>
                        <a:pathLst>
                          <a:path w="101917" h="651510">
                            <a:moveTo>
                              <a:pt x="0" y="0"/>
                            </a:moveTo>
                            <a:lnTo>
                              <a:pt x="101918" y="0"/>
                            </a:lnTo>
                            <a:lnTo>
                              <a:pt x="101918" y="651510"/>
                            </a:lnTo>
                            <a:lnTo>
                              <a:pt x="0" y="651510"/>
                            </a:lnTo>
                            <a:close/>
                          </a:path>
                        </a:pathLst>
                      </a:custGeom>
                      <a:solidFill>
                        <a:schemeClr val="accent6"/>
                      </a:solid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03B1FB86-4DFA-4051-BD65-D019553E0A16}"/>
                          </a:ext>
                        </a:extLst>
                      </p:cNvPr>
                      <p:cNvSpPr/>
                      <p:nvPr/>
                    </p:nvSpPr>
                    <p:spPr>
                      <a:xfrm>
                        <a:off x="2137591" y="2992627"/>
                        <a:ext cx="282892" cy="652462"/>
                      </a:xfrm>
                      <a:custGeom>
                        <a:avLst/>
                        <a:gdLst>
                          <a:gd name="connsiteX0" fmla="*/ 282893 w 282892"/>
                          <a:gd name="connsiteY0" fmla="*/ 621982 h 652462"/>
                          <a:gd name="connsiteX1" fmla="*/ 187643 w 282892"/>
                          <a:gd name="connsiteY1" fmla="*/ 652463 h 652462"/>
                          <a:gd name="connsiteX2" fmla="*/ 0 w 282892"/>
                          <a:gd name="connsiteY2" fmla="*/ 29527 h 652462"/>
                          <a:gd name="connsiteX3" fmla="*/ 95250 w 282892"/>
                          <a:gd name="connsiteY3" fmla="*/ 0 h 652462"/>
                        </a:gdLst>
                        <a:ahLst/>
                        <a:cxnLst>
                          <a:cxn ang="0">
                            <a:pos x="connsiteX0" y="connsiteY0"/>
                          </a:cxn>
                          <a:cxn ang="0">
                            <a:pos x="connsiteX1" y="connsiteY1"/>
                          </a:cxn>
                          <a:cxn ang="0">
                            <a:pos x="connsiteX2" y="connsiteY2"/>
                          </a:cxn>
                          <a:cxn ang="0">
                            <a:pos x="connsiteX3" y="connsiteY3"/>
                          </a:cxn>
                        </a:cxnLst>
                        <a:rect l="l" t="t" r="r" b="b"/>
                        <a:pathLst>
                          <a:path w="282892" h="652462">
                            <a:moveTo>
                              <a:pt x="282893" y="621982"/>
                            </a:moveTo>
                            <a:lnTo>
                              <a:pt x="187643" y="652463"/>
                            </a:lnTo>
                            <a:lnTo>
                              <a:pt x="0" y="29527"/>
                            </a:lnTo>
                            <a:lnTo>
                              <a:pt x="95250" y="0"/>
                            </a:lnTo>
                            <a:close/>
                          </a:path>
                        </a:pathLst>
                      </a:custGeom>
                      <a:solidFill>
                        <a:schemeClr val="accent6"/>
                      </a:solidFill>
                      <a:ln w="9525" cap="flat">
                        <a:noFill/>
                        <a:prstDash val="solid"/>
                        <a:miter/>
                      </a:ln>
                    </p:spPr>
                    <p:txBody>
                      <a:bodyPr rtlCol="0" anchor="ctr"/>
                      <a:lstStyle/>
                      <a:p>
                        <a:endParaRPr lang="en-US"/>
                      </a:p>
                    </p:txBody>
                  </p:sp>
                </p:grpSp>
              </p:grpSp>
              <p:sp>
                <p:nvSpPr>
                  <p:cNvPr id="130" name="Freeform: Shape 129">
                    <a:extLst>
                      <a:ext uri="{FF2B5EF4-FFF2-40B4-BE49-F238E27FC236}">
                        <a16:creationId xmlns:a16="http://schemas.microsoft.com/office/drawing/2014/main" id="{C67A9E60-A0AC-40D8-9361-4351FCDC724F}"/>
                      </a:ext>
                    </a:extLst>
                  </p:cNvPr>
                  <p:cNvSpPr/>
                  <p:nvPr/>
                </p:nvSpPr>
                <p:spPr>
                  <a:xfrm>
                    <a:off x="-324621" y="2829749"/>
                    <a:ext cx="3059430" cy="101917"/>
                  </a:xfrm>
                  <a:custGeom>
                    <a:avLst/>
                    <a:gdLst>
                      <a:gd name="connsiteX0" fmla="*/ 0 w 3059430"/>
                      <a:gd name="connsiteY0" fmla="*/ 0 h 101917"/>
                      <a:gd name="connsiteX1" fmla="*/ 3059430 w 3059430"/>
                      <a:gd name="connsiteY1" fmla="*/ 0 h 101917"/>
                      <a:gd name="connsiteX2" fmla="*/ 3059430 w 3059430"/>
                      <a:gd name="connsiteY2" fmla="*/ 101917 h 101917"/>
                      <a:gd name="connsiteX3" fmla="*/ 0 w 3059430"/>
                      <a:gd name="connsiteY3" fmla="*/ 101917 h 101917"/>
                    </a:gdLst>
                    <a:ahLst/>
                    <a:cxnLst>
                      <a:cxn ang="0">
                        <a:pos x="connsiteX0" y="connsiteY0"/>
                      </a:cxn>
                      <a:cxn ang="0">
                        <a:pos x="connsiteX1" y="connsiteY1"/>
                      </a:cxn>
                      <a:cxn ang="0">
                        <a:pos x="connsiteX2" y="connsiteY2"/>
                      </a:cxn>
                      <a:cxn ang="0">
                        <a:pos x="connsiteX3" y="connsiteY3"/>
                      </a:cxn>
                    </a:cxnLst>
                    <a:rect l="l" t="t" r="r" b="b"/>
                    <a:pathLst>
                      <a:path w="3059430" h="101917">
                        <a:moveTo>
                          <a:pt x="0" y="0"/>
                        </a:moveTo>
                        <a:lnTo>
                          <a:pt x="3059430" y="0"/>
                        </a:lnTo>
                        <a:lnTo>
                          <a:pt x="3059430" y="101917"/>
                        </a:lnTo>
                        <a:lnTo>
                          <a:pt x="0" y="101917"/>
                        </a:lnTo>
                        <a:close/>
                      </a:path>
                    </a:pathLst>
                  </a:custGeom>
                  <a:solidFill>
                    <a:schemeClr val="accent1"/>
                  </a:solidFill>
                  <a:ln w="9525" cap="flat">
                    <a:noFill/>
                    <a:prstDash val="solid"/>
                    <a:miter/>
                  </a:ln>
                </p:spPr>
                <p:txBody>
                  <a:bodyPr rtlCol="0" anchor="ctr"/>
                  <a:lstStyle/>
                  <a:p>
                    <a:endParaRPr lang="en-US"/>
                  </a:p>
                </p:txBody>
              </p:sp>
            </p:grpSp>
            <p:grpSp>
              <p:nvGrpSpPr>
                <p:cNvPr id="690" name="Group 689">
                  <a:extLst>
                    <a:ext uri="{FF2B5EF4-FFF2-40B4-BE49-F238E27FC236}">
                      <a16:creationId xmlns:a16="http://schemas.microsoft.com/office/drawing/2014/main" id="{10D5DBA5-E098-4131-9B0F-370B1DBF3FDE}"/>
                    </a:ext>
                  </a:extLst>
                </p:cNvPr>
                <p:cNvGrpSpPr/>
                <p:nvPr/>
              </p:nvGrpSpPr>
              <p:grpSpPr>
                <a:xfrm>
                  <a:off x="598899" y="1229073"/>
                  <a:ext cx="3594187" cy="2836067"/>
                  <a:chOff x="598899" y="1229073"/>
                  <a:chExt cx="3594187" cy="2836067"/>
                </a:xfrm>
              </p:grpSpPr>
              <p:grpSp>
                <p:nvGrpSpPr>
                  <p:cNvPr id="689" name="Group 688">
                    <a:extLst>
                      <a:ext uri="{FF2B5EF4-FFF2-40B4-BE49-F238E27FC236}">
                        <a16:creationId xmlns:a16="http://schemas.microsoft.com/office/drawing/2014/main" id="{BE14D574-A06B-42D6-942D-947D96DB730D}"/>
                      </a:ext>
                    </a:extLst>
                  </p:cNvPr>
                  <p:cNvGrpSpPr/>
                  <p:nvPr/>
                </p:nvGrpSpPr>
                <p:grpSpPr>
                  <a:xfrm>
                    <a:off x="1023166" y="1229073"/>
                    <a:ext cx="3169920" cy="2813684"/>
                    <a:chOff x="1023166" y="1229073"/>
                    <a:chExt cx="3169920" cy="2813684"/>
                  </a:xfrm>
                </p:grpSpPr>
                <p:grpSp>
                  <p:nvGrpSpPr>
                    <p:cNvPr id="134" name="Graphic 2">
                      <a:extLst>
                        <a:ext uri="{FF2B5EF4-FFF2-40B4-BE49-F238E27FC236}">
                          <a16:creationId xmlns:a16="http://schemas.microsoft.com/office/drawing/2014/main" id="{AE736AF3-0337-429B-AEF1-DA4B52809559}"/>
                        </a:ext>
                      </a:extLst>
                    </p:cNvPr>
                    <p:cNvGrpSpPr/>
                    <p:nvPr/>
                  </p:nvGrpSpPr>
                  <p:grpSpPr>
                    <a:xfrm>
                      <a:off x="2494778" y="1229073"/>
                      <a:ext cx="1606100" cy="2813684"/>
                      <a:chOff x="2550791" y="1271459"/>
                      <a:chExt cx="1606100" cy="2813684"/>
                    </a:xfrm>
                    <a:solidFill>
                      <a:schemeClr val="accent1">
                        <a:alpha val="11000"/>
                      </a:schemeClr>
                    </a:solidFill>
                  </p:grpSpPr>
                  <p:grpSp>
                    <p:nvGrpSpPr>
                      <p:cNvPr id="135" name="Graphic 2">
                        <a:extLst>
                          <a:ext uri="{FF2B5EF4-FFF2-40B4-BE49-F238E27FC236}">
                            <a16:creationId xmlns:a16="http://schemas.microsoft.com/office/drawing/2014/main" id="{AE736AF3-0337-429B-AEF1-DA4B52809559}"/>
                          </a:ext>
                        </a:extLst>
                      </p:cNvPr>
                      <p:cNvGrpSpPr/>
                      <p:nvPr/>
                    </p:nvGrpSpPr>
                    <p:grpSpPr>
                      <a:xfrm>
                        <a:off x="2550791" y="1271459"/>
                        <a:ext cx="737419" cy="1722119"/>
                        <a:chOff x="2550791" y="1271459"/>
                        <a:chExt cx="737419" cy="1722120"/>
                      </a:xfrm>
                      <a:grpFill/>
                    </p:grpSpPr>
                    <p:grpSp>
                      <p:nvGrpSpPr>
                        <p:cNvPr id="136" name="Graphic 2">
                          <a:extLst>
                            <a:ext uri="{FF2B5EF4-FFF2-40B4-BE49-F238E27FC236}">
                              <a16:creationId xmlns:a16="http://schemas.microsoft.com/office/drawing/2014/main" id="{AE736AF3-0337-429B-AEF1-DA4B52809559}"/>
                            </a:ext>
                          </a:extLst>
                        </p:cNvPr>
                        <p:cNvGrpSpPr/>
                        <p:nvPr/>
                      </p:nvGrpSpPr>
                      <p:grpSpPr>
                        <a:xfrm>
                          <a:off x="2550791" y="1361673"/>
                          <a:ext cx="737419" cy="1631906"/>
                          <a:chOff x="2550791" y="1361673"/>
                          <a:chExt cx="737420" cy="1631906"/>
                        </a:xfrm>
                        <a:grpFill/>
                      </p:grpSpPr>
                      <p:grpSp>
                        <p:nvGrpSpPr>
                          <p:cNvPr id="137" name="Graphic 2">
                            <a:extLst>
                              <a:ext uri="{FF2B5EF4-FFF2-40B4-BE49-F238E27FC236}">
                                <a16:creationId xmlns:a16="http://schemas.microsoft.com/office/drawing/2014/main" id="{AE736AF3-0337-429B-AEF1-DA4B52809559}"/>
                              </a:ext>
                            </a:extLst>
                          </p:cNvPr>
                          <p:cNvGrpSpPr/>
                          <p:nvPr/>
                        </p:nvGrpSpPr>
                        <p:grpSpPr>
                          <a:xfrm>
                            <a:off x="2930071" y="1422433"/>
                            <a:ext cx="357187" cy="303368"/>
                            <a:chOff x="2930071" y="1422433"/>
                            <a:chExt cx="357187" cy="303368"/>
                          </a:xfrm>
                          <a:grpFill/>
                        </p:grpSpPr>
                        <p:sp>
                          <p:nvSpPr>
                            <p:cNvPr id="138" name="Freeform: Shape 137">
                              <a:extLst>
                                <a:ext uri="{FF2B5EF4-FFF2-40B4-BE49-F238E27FC236}">
                                  <a16:creationId xmlns:a16="http://schemas.microsoft.com/office/drawing/2014/main" id="{3FE18126-5E9E-4574-B52E-05298DD4A6E8}"/>
                                </a:ext>
                              </a:extLst>
                            </p:cNvPr>
                            <p:cNvSpPr/>
                            <p:nvPr/>
                          </p:nvSpPr>
                          <p:spPr>
                            <a:xfrm>
                              <a:off x="2931024" y="1422433"/>
                              <a:ext cx="356234" cy="301463"/>
                            </a:xfrm>
                            <a:custGeom>
                              <a:avLst/>
                              <a:gdLst>
                                <a:gd name="connsiteX0" fmla="*/ 0 w 356234"/>
                                <a:gd name="connsiteY0" fmla="*/ 141443 h 301463"/>
                                <a:gd name="connsiteX1" fmla="*/ 0 w 356234"/>
                                <a:gd name="connsiteY1" fmla="*/ 125251 h 301463"/>
                                <a:gd name="connsiteX2" fmla="*/ 952 w 356234"/>
                                <a:gd name="connsiteY2" fmla="*/ 110011 h 301463"/>
                                <a:gd name="connsiteX3" fmla="*/ 1905 w 356234"/>
                                <a:gd name="connsiteY3" fmla="*/ 102391 h 301463"/>
                                <a:gd name="connsiteX4" fmla="*/ 4763 w 356234"/>
                                <a:gd name="connsiteY4" fmla="*/ 89056 h 301463"/>
                                <a:gd name="connsiteX5" fmla="*/ 4763 w 356234"/>
                                <a:gd name="connsiteY5" fmla="*/ 89056 h 301463"/>
                                <a:gd name="connsiteX6" fmla="*/ 4763 w 356234"/>
                                <a:gd name="connsiteY6" fmla="*/ 89056 h 301463"/>
                                <a:gd name="connsiteX7" fmla="*/ 5715 w 356234"/>
                                <a:gd name="connsiteY7" fmla="*/ 88103 h 301463"/>
                                <a:gd name="connsiteX8" fmla="*/ 10477 w 356234"/>
                                <a:gd name="connsiteY8" fmla="*/ 83341 h 301463"/>
                                <a:gd name="connsiteX9" fmla="*/ 27622 w 356234"/>
                                <a:gd name="connsiteY9" fmla="*/ 66196 h 301463"/>
                                <a:gd name="connsiteX10" fmla="*/ 95250 w 356234"/>
                                <a:gd name="connsiteY10" fmla="*/ 21428 h 301463"/>
                                <a:gd name="connsiteX11" fmla="*/ 199072 w 356234"/>
                                <a:gd name="connsiteY11" fmla="*/ 473 h 301463"/>
                                <a:gd name="connsiteX12" fmla="*/ 261938 w 356234"/>
                                <a:gd name="connsiteY12" fmla="*/ 15713 h 301463"/>
                                <a:gd name="connsiteX13" fmla="*/ 326707 w 356234"/>
                                <a:gd name="connsiteY13" fmla="*/ 62386 h 301463"/>
                                <a:gd name="connsiteX14" fmla="*/ 328613 w 356234"/>
                                <a:gd name="connsiteY14" fmla="*/ 64291 h 301463"/>
                                <a:gd name="connsiteX15" fmla="*/ 328613 w 356234"/>
                                <a:gd name="connsiteY15" fmla="*/ 64291 h 301463"/>
                                <a:gd name="connsiteX16" fmla="*/ 339090 w 356234"/>
                                <a:gd name="connsiteY16" fmla="*/ 82388 h 301463"/>
                                <a:gd name="connsiteX17" fmla="*/ 354330 w 356234"/>
                                <a:gd name="connsiteY17" fmla="*/ 126203 h 301463"/>
                                <a:gd name="connsiteX18" fmla="*/ 356235 w 356234"/>
                                <a:gd name="connsiteY18" fmla="*/ 143348 h 301463"/>
                                <a:gd name="connsiteX19" fmla="*/ 355282 w 356234"/>
                                <a:gd name="connsiteY19" fmla="*/ 158588 h 301463"/>
                                <a:gd name="connsiteX20" fmla="*/ 354330 w 356234"/>
                                <a:gd name="connsiteY20" fmla="*/ 164303 h 301463"/>
                                <a:gd name="connsiteX21" fmla="*/ 354330 w 356234"/>
                                <a:gd name="connsiteY21" fmla="*/ 165256 h 301463"/>
                                <a:gd name="connsiteX22" fmla="*/ 340042 w 356234"/>
                                <a:gd name="connsiteY22" fmla="*/ 198593 h 301463"/>
                                <a:gd name="connsiteX23" fmla="*/ 329565 w 356234"/>
                                <a:gd name="connsiteY23" fmla="*/ 210023 h 301463"/>
                                <a:gd name="connsiteX24" fmla="*/ 318135 w 356234"/>
                                <a:gd name="connsiteY24" fmla="*/ 218596 h 301463"/>
                                <a:gd name="connsiteX25" fmla="*/ 275272 w 356234"/>
                                <a:gd name="connsiteY25" fmla="*/ 232883 h 301463"/>
                                <a:gd name="connsiteX26" fmla="*/ 273367 w 356234"/>
                                <a:gd name="connsiteY26" fmla="*/ 232883 h 301463"/>
                                <a:gd name="connsiteX27" fmla="*/ 262890 w 356234"/>
                                <a:gd name="connsiteY27" fmla="*/ 232883 h 301463"/>
                                <a:gd name="connsiteX28" fmla="*/ 254317 w 356234"/>
                                <a:gd name="connsiteY28" fmla="*/ 244313 h 301463"/>
                                <a:gd name="connsiteX29" fmla="*/ 230505 w 356234"/>
                                <a:gd name="connsiteY29" fmla="*/ 268126 h 301463"/>
                                <a:gd name="connsiteX30" fmla="*/ 226695 w 356234"/>
                                <a:gd name="connsiteY30" fmla="*/ 270983 h 301463"/>
                                <a:gd name="connsiteX31" fmla="*/ 225742 w 356234"/>
                                <a:gd name="connsiteY31" fmla="*/ 271936 h 301463"/>
                                <a:gd name="connsiteX32" fmla="*/ 197167 w 356234"/>
                                <a:gd name="connsiteY32" fmla="*/ 281461 h 301463"/>
                                <a:gd name="connsiteX33" fmla="*/ 164782 w 356234"/>
                                <a:gd name="connsiteY33" fmla="*/ 280508 h 301463"/>
                                <a:gd name="connsiteX34" fmla="*/ 160020 w 356234"/>
                                <a:gd name="connsiteY34" fmla="*/ 280508 h 301463"/>
                                <a:gd name="connsiteX35" fmla="*/ 155257 w 356234"/>
                                <a:gd name="connsiteY35" fmla="*/ 280508 h 301463"/>
                                <a:gd name="connsiteX36" fmla="*/ 140970 w 356234"/>
                                <a:gd name="connsiteY36" fmla="*/ 280508 h 301463"/>
                                <a:gd name="connsiteX37" fmla="*/ 137160 w 356234"/>
                                <a:gd name="connsiteY37" fmla="*/ 280508 h 301463"/>
                                <a:gd name="connsiteX38" fmla="*/ 134302 w 356234"/>
                                <a:gd name="connsiteY38" fmla="*/ 280508 h 301463"/>
                                <a:gd name="connsiteX39" fmla="*/ 132397 w 356234"/>
                                <a:gd name="connsiteY39" fmla="*/ 280508 h 301463"/>
                                <a:gd name="connsiteX40" fmla="*/ 120967 w 356234"/>
                                <a:gd name="connsiteY40" fmla="*/ 282413 h 301463"/>
                                <a:gd name="connsiteX41" fmla="*/ 96202 w 356234"/>
                                <a:gd name="connsiteY41" fmla="*/ 290986 h 301463"/>
                                <a:gd name="connsiteX42" fmla="*/ 87630 w 356234"/>
                                <a:gd name="connsiteY42" fmla="*/ 294796 h 301463"/>
                                <a:gd name="connsiteX43" fmla="*/ 82867 w 356234"/>
                                <a:gd name="connsiteY43" fmla="*/ 297653 h 301463"/>
                                <a:gd name="connsiteX44" fmla="*/ 81915 w 356234"/>
                                <a:gd name="connsiteY44" fmla="*/ 298606 h 301463"/>
                                <a:gd name="connsiteX45" fmla="*/ 80963 w 356234"/>
                                <a:gd name="connsiteY45" fmla="*/ 298606 h 301463"/>
                                <a:gd name="connsiteX46" fmla="*/ 80010 w 356234"/>
                                <a:gd name="connsiteY46" fmla="*/ 298606 h 301463"/>
                                <a:gd name="connsiteX47" fmla="*/ 74295 w 356234"/>
                                <a:gd name="connsiteY47" fmla="*/ 300511 h 301463"/>
                                <a:gd name="connsiteX48" fmla="*/ 72390 w 356234"/>
                                <a:gd name="connsiteY48" fmla="*/ 301463 h 301463"/>
                                <a:gd name="connsiteX49" fmla="*/ 72390 w 356234"/>
                                <a:gd name="connsiteY49" fmla="*/ 301463 h 301463"/>
                                <a:gd name="connsiteX50" fmla="*/ 66675 w 356234"/>
                                <a:gd name="connsiteY50" fmla="*/ 301463 h 301463"/>
                                <a:gd name="connsiteX51" fmla="*/ 60007 w 356234"/>
                                <a:gd name="connsiteY51" fmla="*/ 299558 h 301463"/>
                                <a:gd name="connsiteX52" fmla="*/ 46672 w 356234"/>
                                <a:gd name="connsiteY52" fmla="*/ 291938 h 301463"/>
                                <a:gd name="connsiteX53" fmla="*/ 22860 w 356234"/>
                                <a:gd name="connsiteY53" fmla="*/ 257648 h 301463"/>
                                <a:gd name="connsiteX54" fmla="*/ 8572 w 356234"/>
                                <a:gd name="connsiteY54" fmla="*/ 215738 h 301463"/>
                                <a:gd name="connsiteX55" fmla="*/ 0 w 356234"/>
                                <a:gd name="connsiteY55" fmla="*/ 175733 h 301463"/>
                                <a:gd name="connsiteX56" fmla="*/ 0 w 356234"/>
                                <a:gd name="connsiteY56" fmla="*/ 141443 h 30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56234" h="301463">
                                  <a:moveTo>
                                    <a:pt x="0" y="141443"/>
                                  </a:moveTo>
                                  <a:cubicBezTo>
                                    <a:pt x="0" y="135728"/>
                                    <a:pt x="0" y="130966"/>
                                    <a:pt x="0" y="125251"/>
                                  </a:cubicBezTo>
                                  <a:cubicBezTo>
                                    <a:pt x="0" y="119536"/>
                                    <a:pt x="952" y="114773"/>
                                    <a:pt x="952" y="110011"/>
                                  </a:cubicBezTo>
                                  <a:cubicBezTo>
                                    <a:pt x="952" y="107153"/>
                                    <a:pt x="952" y="105248"/>
                                    <a:pt x="1905" y="102391"/>
                                  </a:cubicBezTo>
                                  <a:cubicBezTo>
                                    <a:pt x="1905" y="102391"/>
                                    <a:pt x="4763" y="91913"/>
                                    <a:pt x="4763" y="89056"/>
                                  </a:cubicBezTo>
                                  <a:cubicBezTo>
                                    <a:pt x="4763" y="89056"/>
                                    <a:pt x="4763" y="89056"/>
                                    <a:pt x="4763" y="89056"/>
                                  </a:cubicBezTo>
                                  <a:cubicBezTo>
                                    <a:pt x="4763" y="89056"/>
                                    <a:pt x="4763" y="89056"/>
                                    <a:pt x="4763" y="89056"/>
                                  </a:cubicBezTo>
                                  <a:cubicBezTo>
                                    <a:pt x="4763" y="89056"/>
                                    <a:pt x="5715" y="88103"/>
                                    <a:pt x="5715" y="88103"/>
                                  </a:cubicBezTo>
                                  <a:cubicBezTo>
                                    <a:pt x="6667" y="87151"/>
                                    <a:pt x="8572" y="85246"/>
                                    <a:pt x="10477" y="83341"/>
                                  </a:cubicBezTo>
                                  <a:cubicBezTo>
                                    <a:pt x="14288" y="79531"/>
                                    <a:pt x="20002" y="72863"/>
                                    <a:pt x="27622" y="66196"/>
                                  </a:cubicBezTo>
                                  <a:cubicBezTo>
                                    <a:pt x="42863" y="52861"/>
                                    <a:pt x="65722" y="35716"/>
                                    <a:pt x="95250" y="21428"/>
                                  </a:cubicBezTo>
                                  <a:cubicBezTo>
                                    <a:pt x="123825" y="8093"/>
                                    <a:pt x="159067" y="-2384"/>
                                    <a:pt x="199072" y="473"/>
                                  </a:cubicBezTo>
                                  <a:cubicBezTo>
                                    <a:pt x="219075" y="1426"/>
                                    <a:pt x="240030" y="6188"/>
                                    <a:pt x="261938" y="15713"/>
                                  </a:cubicBezTo>
                                  <a:cubicBezTo>
                                    <a:pt x="282892" y="25238"/>
                                    <a:pt x="305752" y="40478"/>
                                    <a:pt x="326707" y="62386"/>
                                  </a:cubicBezTo>
                                  <a:cubicBezTo>
                                    <a:pt x="327660" y="63338"/>
                                    <a:pt x="328613" y="64291"/>
                                    <a:pt x="328613" y="64291"/>
                                  </a:cubicBezTo>
                                  <a:cubicBezTo>
                                    <a:pt x="328613" y="64291"/>
                                    <a:pt x="328613" y="64291"/>
                                    <a:pt x="328613" y="64291"/>
                                  </a:cubicBezTo>
                                  <a:cubicBezTo>
                                    <a:pt x="332422" y="70006"/>
                                    <a:pt x="336232" y="75721"/>
                                    <a:pt x="339090" y="82388"/>
                                  </a:cubicBezTo>
                                  <a:cubicBezTo>
                                    <a:pt x="346710" y="96676"/>
                                    <a:pt x="351472" y="111916"/>
                                    <a:pt x="354330" y="126203"/>
                                  </a:cubicBezTo>
                                  <a:cubicBezTo>
                                    <a:pt x="355282" y="131918"/>
                                    <a:pt x="356235" y="137633"/>
                                    <a:pt x="356235" y="143348"/>
                                  </a:cubicBezTo>
                                  <a:cubicBezTo>
                                    <a:pt x="356235" y="148111"/>
                                    <a:pt x="356235" y="153826"/>
                                    <a:pt x="355282" y="158588"/>
                                  </a:cubicBezTo>
                                  <a:cubicBezTo>
                                    <a:pt x="355282" y="160493"/>
                                    <a:pt x="355282" y="162398"/>
                                    <a:pt x="354330" y="164303"/>
                                  </a:cubicBezTo>
                                  <a:cubicBezTo>
                                    <a:pt x="354330" y="165256"/>
                                    <a:pt x="354330" y="165256"/>
                                    <a:pt x="354330" y="165256"/>
                                  </a:cubicBezTo>
                                  <a:cubicBezTo>
                                    <a:pt x="351472" y="178591"/>
                                    <a:pt x="346710" y="190021"/>
                                    <a:pt x="340042" y="198593"/>
                                  </a:cubicBezTo>
                                  <a:cubicBezTo>
                                    <a:pt x="337185" y="203356"/>
                                    <a:pt x="333375" y="207166"/>
                                    <a:pt x="329565" y="210023"/>
                                  </a:cubicBezTo>
                                  <a:cubicBezTo>
                                    <a:pt x="325755" y="212881"/>
                                    <a:pt x="321945" y="215738"/>
                                    <a:pt x="318135" y="218596"/>
                                  </a:cubicBezTo>
                                  <a:cubicBezTo>
                                    <a:pt x="302895" y="228121"/>
                                    <a:pt x="285750" y="230978"/>
                                    <a:pt x="275272" y="232883"/>
                                  </a:cubicBezTo>
                                  <a:cubicBezTo>
                                    <a:pt x="275272" y="232883"/>
                                    <a:pt x="273367" y="232883"/>
                                    <a:pt x="273367" y="232883"/>
                                  </a:cubicBezTo>
                                  <a:cubicBezTo>
                                    <a:pt x="266700" y="233836"/>
                                    <a:pt x="262890" y="232883"/>
                                    <a:pt x="262890" y="232883"/>
                                  </a:cubicBezTo>
                                  <a:cubicBezTo>
                                    <a:pt x="260032" y="236693"/>
                                    <a:pt x="257175" y="240503"/>
                                    <a:pt x="254317" y="244313"/>
                                  </a:cubicBezTo>
                                  <a:cubicBezTo>
                                    <a:pt x="246697" y="253838"/>
                                    <a:pt x="239077" y="261458"/>
                                    <a:pt x="230505" y="268126"/>
                                  </a:cubicBezTo>
                                  <a:cubicBezTo>
                                    <a:pt x="229552" y="269078"/>
                                    <a:pt x="227647" y="270031"/>
                                    <a:pt x="226695" y="270983"/>
                                  </a:cubicBezTo>
                                  <a:cubicBezTo>
                                    <a:pt x="226695" y="270983"/>
                                    <a:pt x="225742" y="270983"/>
                                    <a:pt x="225742" y="271936"/>
                                  </a:cubicBezTo>
                                  <a:cubicBezTo>
                                    <a:pt x="217170" y="277651"/>
                                    <a:pt x="206692" y="280508"/>
                                    <a:pt x="197167" y="281461"/>
                                  </a:cubicBezTo>
                                  <a:cubicBezTo>
                                    <a:pt x="186690" y="282413"/>
                                    <a:pt x="176213" y="281461"/>
                                    <a:pt x="164782" y="280508"/>
                                  </a:cubicBezTo>
                                  <a:cubicBezTo>
                                    <a:pt x="162877" y="280508"/>
                                    <a:pt x="161925" y="280508"/>
                                    <a:pt x="160020" y="280508"/>
                                  </a:cubicBezTo>
                                  <a:cubicBezTo>
                                    <a:pt x="158115" y="280508"/>
                                    <a:pt x="157163" y="280508"/>
                                    <a:pt x="155257" y="280508"/>
                                  </a:cubicBezTo>
                                  <a:cubicBezTo>
                                    <a:pt x="150495" y="280508"/>
                                    <a:pt x="145732" y="280508"/>
                                    <a:pt x="140970" y="280508"/>
                                  </a:cubicBezTo>
                                  <a:cubicBezTo>
                                    <a:pt x="140017" y="280508"/>
                                    <a:pt x="139065" y="280508"/>
                                    <a:pt x="137160" y="280508"/>
                                  </a:cubicBezTo>
                                  <a:cubicBezTo>
                                    <a:pt x="136207" y="280508"/>
                                    <a:pt x="135255" y="280508"/>
                                    <a:pt x="134302" y="280508"/>
                                  </a:cubicBezTo>
                                  <a:lnTo>
                                    <a:pt x="132397" y="280508"/>
                                  </a:lnTo>
                                  <a:cubicBezTo>
                                    <a:pt x="130492" y="280508"/>
                                    <a:pt x="126682" y="281461"/>
                                    <a:pt x="120967" y="282413"/>
                                  </a:cubicBezTo>
                                  <a:cubicBezTo>
                                    <a:pt x="115252" y="284318"/>
                                    <a:pt x="106680" y="286223"/>
                                    <a:pt x="96202" y="290986"/>
                                  </a:cubicBezTo>
                                  <a:cubicBezTo>
                                    <a:pt x="93345" y="291938"/>
                                    <a:pt x="90488" y="293843"/>
                                    <a:pt x="87630" y="294796"/>
                                  </a:cubicBezTo>
                                  <a:cubicBezTo>
                                    <a:pt x="85725" y="295748"/>
                                    <a:pt x="84772" y="296701"/>
                                    <a:pt x="82867" y="297653"/>
                                  </a:cubicBezTo>
                                  <a:lnTo>
                                    <a:pt x="81915" y="298606"/>
                                  </a:lnTo>
                                  <a:lnTo>
                                    <a:pt x="80963" y="298606"/>
                                  </a:lnTo>
                                  <a:cubicBezTo>
                                    <a:pt x="80963" y="298606"/>
                                    <a:pt x="80010" y="298606"/>
                                    <a:pt x="80010" y="298606"/>
                                  </a:cubicBezTo>
                                  <a:cubicBezTo>
                                    <a:pt x="78105" y="299558"/>
                                    <a:pt x="76200" y="300511"/>
                                    <a:pt x="74295" y="300511"/>
                                  </a:cubicBezTo>
                                  <a:cubicBezTo>
                                    <a:pt x="73342" y="300511"/>
                                    <a:pt x="73342" y="300511"/>
                                    <a:pt x="72390" y="301463"/>
                                  </a:cubicBezTo>
                                  <a:lnTo>
                                    <a:pt x="72390" y="301463"/>
                                  </a:lnTo>
                                  <a:cubicBezTo>
                                    <a:pt x="70485" y="301463"/>
                                    <a:pt x="68580" y="301463"/>
                                    <a:pt x="66675" y="301463"/>
                                  </a:cubicBezTo>
                                  <a:cubicBezTo>
                                    <a:pt x="64770" y="301463"/>
                                    <a:pt x="62865" y="300511"/>
                                    <a:pt x="60007" y="299558"/>
                                  </a:cubicBezTo>
                                  <a:cubicBezTo>
                                    <a:pt x="56197" y="297653"/>
                                    <a:pt x="51435" y="295748"/>
                                    <a:pt x="46672" y="291938"/>
                                  </a:cubicBezTo>
                                  <a:cubicBezTo>
                                    <a:pt x="37147" y="284318"/>
                                    <a:pt x="28575" y="273841"/>
                                    <a:pt x="22860" y="257648"/>
                                  </a:cubicBezTo>
                                  <a:cubicBezTo>
                                    <a:pt x="18097" y="243361"/>
                                    <a:pt x="12382" y="229073"/>
                                    <a:pt x="8572" y="215738"/>
                                  </a:cubicBezTo>
                                  <a:cubicBezTo>
                                    <a:pt x="4763" y="202403"/>
                                    <a:pt x="1905" y="189068"/>
                                    <a:pt x="0" y="175733"/>
                                  </a:cubicBezTo>
                                  <a:cubicBezTo>
                                    <a:pt x="952" y="164303"/>
                                    <a:pt x="0" y="152873"/>
                                    <a:pt x="0" y="141443"/>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1599EB48-8031-4170-9CBC-4479E3EAE2B2}"/>
                                </a:ext>
                              </a:extLst>
                            </p:cNvPr>
                            <p:cNvSpPr/>
                            <p:nvPr/>
                          </p:nvSpPr>
                          <p:spPr>
                            <a:xfrm>
                              <a:off x="2930071" y="1463864"/>
                              <a:ext cx="356234" cy="261937"/>
                            </a:xfrm>
                            <a:custGeom>
                              <a:avLst/>
                              <a:gdLst>
                                <a:gd name="connsiteX0" fmla="*/ 13335 w 356234"/>
                                <a:gd name="connsiteY0" fmla="*/ 64770 h 261937"/>
                                <a:gd name="connsiteX1" fmla="*/ 15240 w 356234"/>
                                <a:gd name="connsiteY1" fmla="*/ 66675 h 261937"/>
                                <a:gd name="connsiteX2" fmla="*/ 18097 w 356234"/>
                                <a:gd name="connsiteY2" fmla="*/ 78105 h 261937"/>
                                <a:gd name="connsiteX3" fmla="*/ 24765 w 356234"/>
                                <a:gd name="connsiteY3" fmla="*/ 107633 h 261937"/>
                                <a:gd name="connsiteX4" fmla="*/ 31432 w 356234"/>
                                <a:gd name="connsiteY4" fmla="*/ 149543 h 261937"/>
                                <a:gd name="connsiteX5" fmla="*/ 33338 w 356234"/>
                                <a:gd name="connsiteY5" fmla="*/ 160973 h 261937"/>
                                <a:gd name="connsiteX6" fmla="*/ 34290 w 356234"/>
                                <a:gd name="connsiteY6" fmla="*/ 166688 h 261937"/>
                                <a:gd name="connsiteX7" fmla="*/ 34290 w 356234"/>
                                <a:gd name="connsiteY7" fmla="*/ 168593 h 261937"/>
                                <a:gd name="connsiteX8" fmla="*/ 34290 w 356234"/>
                                <a:gd name="connsiteY8" fmla="*/ 170498 h 261937"/>
                                <a:gd name="connsiteX9" fmla="*/ 35242 w 356234"/>
                                <a:gd name="connsiteY9" fmla="*/ 173355 h 261937"/>
                                <a:gd name="connsiteX10" fmla="*/ 40957 w 356234"/>
                                <a:gd name="connsiteY10" fmla="*/ 195263 h 261937"/>
                                <a:gd name="connsiteX11" fmla="*/ 44767 w 356234"/>
                                <a:gd name="connsiteY11" fmla="*/ 205740 h 261937"/>
                                <a:gd name="connsiteX12" fmla="*/ 48578 w 356234"/>
                                <a:gd name="connsiteY12" fmla="*/ 215265 h 261937"/>
                                <a:gd name="connsiteX13" fmla="*/ 50482 w 356234"/>
                                <a:gd name="connsiteY13" fmla="*/ 220027 h 261937"/>
                                <a:gd name="connsiteX14" fmla="*/ 52388 w 356234"/>
                                <a:gd name="connsiteY14" fmla="*/ 223838 h 261937"/>
                                <a:gd name="connsiteX15" fmla="*/ 56197 w 356234"/>
                                <a:gd name="connsiteY15" fmla="*/ 231458 h 261937"/>
                                <a:gd name="connsiteX16" fmla="*/ 62865 w 356234"/>
                                <a:gd name="connsiteY16" fmla="*/ 243840 h 261937"/>
                                <a:gd name="connsiteX17" fmla="*/ 68580 w 356234"/>
                                <a:gd name="connsiteY17" fmla="*/ 252413 h 261937"/>
                                <a:gd name="connsiteX18" fmla="*/ 72390 w 356234"/>
                                <a:gd name="connsiteY18" fmla="*/ 258127 h 261937"/>
                                <a:gd name="connsiteX19" fmla="*/ 75247 w 356234"/>
                                <a:gd name="connsiteY19" fmla="*/ 260985 h 261937"/>
                                <a:gd name="connsiteX20" fmla="*/ 76200 w 356234"/>
                                <a:gd name="connsiteY20" fmla="*/ 261938 h 261937"/>
                                <a:gd name="connsiteX21" fmla="*/ 76200 w 356234"/>
                                <a:gd name="connsiteY21" fmla="*/ 261938 h 261937"/>
                                <a:gd name="connsiteX22" fmla="*/ 75247 w 356234"/>
                                <a:gd name="connsiteY22" fmla="*/ 260985 h 261937"/>
                                <a:gd name="connsiteX23" fmla="*/ 73342 w 356234"/>
                                <a:gd name="connsiteY23" fmla="*/ 258127 h 261937"/>
                                <a:gd name="connsiteX24" fmla="*/ 69532 w 356234"/>
                                <a:gd name="connsiteY24" fmla="*/ 252413 h 261937"/>
                                <a:gd name="connsiteX25" fmla="*/ 64770 w 356234"/>
                                <a:gd name="connsiteY25" fmla="*/ 242888 h 261937"/>
                                <a:gd name="connsiteX26" fmla="*/ 58103 w 356234"/>
                                <a:gd name="connsiteY26" fmla="*/ 229552 h 261937"/>
                                <a:gd name="connsiteX27" fmla="*/ 54292 w 356234"/>
                                <a:gd name="connsiteY27" fmla="*/ 221933 h 261937"/>
                                <a:gd name="connsiteX28" fmla="*/ 52388 w 356234"/>
                                <a:gd name="connsiteY28" fmla="*/ 218123 h 261937"/>
                                <a:gd name="connsiteX29" fmla="*/ 50482 w 356234"/>
                                <a:gd name="connsiteY29" fmla="*/ 213360 h 261937"/>
                                <a:gd name="connsiteX30" fmla="*/ 46672 w 356234"/>
                                <a:gd name="connsiteY30" fmla="*/ 203835 h 261937"/>
                                <a:gd name="connsiteX31" fmla="*/ 43815 w 356234"/>
                                <a:gd name="connsiteY31" fmla="*/ 194310 h 261937"/>
                                <a:gd name="connsiteX32" fmla="*/ 38100 w 356234"/>
                                <a:gd name="connsiteY32" fmla="*/ 172402 h 261937"/>
                                <a:gd name="connsiteX33" fmla="*/ 37147 w 356234"/>
                                <a:gd name="connsiteY33" fmla="*/ 169545 h 261937"/>
                                <a:gd name="connsiteX34" fmla="*/ 37147 w 356234"/>
                                <a:gd name="connsiteY34" fmla="*/ 168593 h 261937"/>
                                <a:gd name="connsiteX35" fmla="*/ 37147 w 356234"/>
                                <a:gd name="connsiteY35" fmla="*/ 167640 h 261937"/>
                                <a:gd name="connsiteX36" fmla="*/ 36195 w 356234"/>
                                <a:gd name="connsiteY36" fmla="*/ 161925 h 261937"/>
                                <a:gd name="connsiteX37" fmla="*/ 34290 w 356234"/>
                                <a:gd name="connsiteY37" fmla="*/ 150495 h 261937"/>
                                <a:gd name="connsiteX38" fmla="*/ 28575 w 356234"/>
                                <a:gd name="connsiteY38" fmla="*/ 108585 h 261937"/>
                                <a:gd name="connsiteX39" fmla="*/ 20955 w 356234"/>
                                <a:gd name="connsiteY39" fmla="*/ 71438 h 261937"/>
                                <a:gd name="connsiteX40" fmla="*/ 26670 w 356234"/>
                                <a:gd name="connsiteY40" fmla="*/ 74295 h 261937"/>
                                <a:gd name="connsiteX41" fmla="*/ 35242 w 356234"/>
                                <a:gd name="connsiteY41" fmla="*/ 79058 h 261937"/>
                                <a:gd name="connsiteX42" fmla="*/ 45720 w 356234"/>
                                <a:gd name="connsiteY42" fmla="*/ 82868 h 261937"/>
                                <a:gd name="connsiteX43" fmla="*/ 68580 w 356234"/>
                                <a:gd name="connsiteY43" fmla="*/ 92393 h 261937"/>
                                <a:gd name="connsiteX44" fmla="*/ 73342 w 356234"/>
                                <a:gd name="connsiteY44" fmla="*/ 94298 h 261937"/>
                                <a:gd name="connsiteX45" fmla="*/ 73342 w 356234"/>
                                <a:gd name="connsiteY45" fmla="*/ 94298 h 261937"/>
                                <a:gd name="connsiteX46" fmla="*/ 81915 w 356234"/>
                                <a:gd name="connsiteY46" fmla="*/ 103823 h 261937"/>
                                <a:gd name="connsiteX47" fmla="*/ 91440 w 356234"/>
                                <a:gd name="connsiteY47" fmla="*/ 118110 h 261937"/>
                                <a:gd name="connsiteX48" fmla="*/ 107632 w 356234"/>
                                <a:gd name="connsiteY48" fmla="*/ 157163 h 261937"/>
                                <a:gd name="connsiteX49" fmla="*/ 115253 w 356234"/>
                                <a:gd name="connsiteY49" fmla="*/ 178118 h 261937"/>
                                <a:gd name="connsiteX50" fmla="*/ 119063 w 356234"/>
                                <a:gd name="connsiteY50" fmla="*/ 188595 h 261937"/>
                                <a:gd name="connsiteX51" fmla="*/ 122872 w 356234"/>
                                <a:gd name="connsiteY51" fmla="*/ 198120 h 261937"/>
                                <a:gd name="connsiteX52" fmla="*/ 130492 w 356234"/>
                                <a:gd name="connsiteY52" fmla="*/ 214313 h 261937"/>
                                <a:gd name="connsiteX53" fmla="*/ 134303 w 356234"/>
                                <a:gd name="connsiteY53" fmla="*/ 220980 h 261937"/>
                                <a:gd name="connsiteX54" fmla="*/ 138113 w 356234"/>
                                <a:gd name="connsiteY54" fmla="*/ 226695 h 261937"/>
                                <a:gd name="connsiteX55" fmla="*/ 149542 w 356234"/>
                                <a:gd name="connsiteY55" fmla="*/ 238125 h 261937"/>
                                <a:gd name="connsiteX56" fmla="*/ 151447 w 356234"/>
                                <a:gd name="connsiteY56" fmla="*/ 239077 h 261937"/>
                                <a:gd name="connsiteX57" fmla="*/ 152400 w 356234"/>
                                <a:gd name="connsiteY57" fmla="*/ 240030 h 261937"/>
                                <a:gd name="connsiteX58" fmla="*/ 154305 w 356234"/>
                                <a:gd name="connsiteY58" fmla="*/ 240983 h 261937"/>
                                <a:gd name="connsiteX59" fmla="*/ 155257 w 356234"/>
                                <a:gd name="connsiteY59" fmla="*/ 241935 h 261937"/>
                                <a:gd name="connsiteX60" fmla="*/ 157163 w 356234"/>
                                <a:gd name="connsiteY60" fmla="*/ 242888 h 261937"/>
                                <a:gd name="connsiteX61" fmla="*/ 161925 w 356234"/>
                                <a:gd name="connsiteY61" fmla="*/ 242888 h 261937"/>
                                <a:gd name="connsiteX62" fmla="*/ 158115 w 356234"/>
                                <a:gd name="connsiteY62" fmla="*/ 242888 h 261937"/>
                                <a:gd name="connsiteX63" fmla="*/ 156210 w 356234"/>
                                <a:gd name="connsiteY63" fmla="*/ 241935 h 261937"/>
                                <a:gd name="connsiteX64" fmla="*/ 155257 w 356234"/>
                                <a:gd name="connsiteY64" fmla="*/ 240983 h 261937"/>
                                <a:gd name="connsiteX65" fmla="*/ 153353 w 356234"/>
                                <a:gd name="connsiteY65" fmla="*/ 240030 h 261937"/>
                                <a:gd name="connsiteX66" fmla="*/ 152400 w 356234"/>
                                <a:gd name="connsiteY66" fmla="*/ 239077 h 261937"/>
                                <a:gd name="connsiteX67" fmla="*/ 150495 w 356234"/>
                                <a:gd name="connsiteY67" fmla="*/ 238125 h 261937"/>
                                <a:gd name="connsiteX68" fmla="*/ 139065 w 356234"/>
                                <a:gd name="connsiteY68" fmla="*/ 226695 h 261937"/>
                                <a:gd name="connsiteX69" fmla="*/ 136207 w 356234"/>
                                <a:gd name="connsiteY69" fmla="*/ 220980 h 261937"/>
                                <a:gd name="connsiteX70" fmla="*/ 132397 w 356234"/>
                                <a:gd name="connsiteY70" fmla="*/ 214313 h 261937"/>
                                <a:gd name="connsiteX71" fmla="*/ 124778 w 356234"/>
                                <a:gd name="connsiteY71" fmla="*/ 198120 h 261937"/>
                                <a:gd name="connsiteX72" fmla="*/ 120967 w 356234"/>
                                <a:gd name="connsiteY72" fmla="*/ 188595 h 261937"/>
                                <a:gd name="connsiteX73" fmla="*/ 117157 w 356234"/>
                                <a:gd name="connsiteY73" fmla="*/ 178118 h 261937"/>
                                <a:gd name="connsiteX74" fmla="*/ 110490 w 356234"/>
                                <a:gd name="connsiteY74" fmla="*/ 157163 h 261937"/>
                                <a:gd name="connsiteX75" fmla="*/ 95250 w 356234"/>
                                <a:gd name="connsiteY75" fmla="*/ 117158 h 261937"/>
                                <a:gd name="connsiteX76" fmla="*/ 85725 w 356234"/>
                                <a:gd name="connsiteY76" fmla="*/ 101918 h 261937"/>
                                <a:gd name="connsiteX77" fmla="*/ 84772 w 356234"/>
                                <a:gd name="connsiteY77" fmla="*/ 100965 h 261937"/>
                                <a:gd name="connsiteX78" fmla="*/ 93345 w 356234"/>
                                <a:gd name="connsiteY78" fmla="*/ 103823 h 261937"/>
                                <a:gd name="connsiteX79" fmla="*/ 120967 w 356234"/>
                                <a:gd name="connsiteY79" fmla="*/ 114300 h 261937"/>
                                <a:gd name="connsiteX80" fmla="*/ 145732 w 356234"/>
                                <a:gd name="connsiteY80" fmla="*/ 123825 h 261937"/>
                                <a:gd name="connsiteX81" fmla="*/ 147638 w 356234"/>
                                <a:gd name="connsiteY81" fmla="*/ 124777 h 261937"/>
                                <a:gd name="connsiteX82" fmla="*/ 152400 w 356234"/>
                                <a:gd name="connsiteY82" fmla="*/ 127635 h 261937"/>
                                <a:gd name="connsiteX83" fmla="*/ 163830 w 356234"/>
                                <a:gd name="connsiteY83" fmla="*/ 143827 h 261937"/>
                                <a:gd name="connsiteX84" fmla="*/ 170497 w 356234"/>
                                <a:gd name="connsiteY84" fmla="*/ 156210 h 261937"/>
                                <a:gd name="connsiteX85" fmla="*/ 178117 w 356234"/>
                                <a:gd name="connsiteY85" fmla="*/ 168593 h 261937"/>
                                <a:gd name="connsiteX86" fmla="*/ 181928 w 356234"/>
                                <a:gd name="connsiteY86" fmla="*/ 175260 h 261937"/>
                                <a:gd name="connsiteX87" fmla="*/ 186690 w 356234"/>
                                <a:gd name="connsiteY87" fmla="*/ 181927 h 261937"/>
                                <a:gd name="connsiteX88" fmla="*/ 191453 w 356234"/>
                                <a:gd name="connsiteY88" fmla="*/ 188595 h 261937"/>
                                <a:gd name="connsiteX89" fmla="*/ 196215 w 356234"/>
                                <a:gd name="connsiteY89" fmla="*/ 194310 h 261937"/>
                                <a:gd name="connsiteX90" fmla="*/ 205740 w 356234"/>
                                <a:gd name="connsiteY90" fmla="*/ 205740 h 261937"/>
                                <a:gd name="connsiteX91" fmla="*/ 215265 w 356234"/>
                                <a:gd name="connsiteY91" fmla="*/ 217170 h 261937"/>
                                <a:gd name="connsiteX92" fmla="*/ 220028 w 356234"/>
                                <a:gd name="connsiteY92" fmla="*/ 222885 h 261937"/>
                                <a:gd name="connsiteX93" fmla="*/ 223838 w 356234"/>
                                <a:gd name="connsiteY93" fmla="*/ 228600 h 261937"/>
                                <a:gd name="connsiteX94" fmla="*/ 225742 w 356234"/>
                                <a:gd name="connsiteY94" fmla="*/ 231458 h 261937"/>
                                <a:gd name="connsiteX95" fmla="*/ 227647 w 356234"/>
                                <a:gd name="connsiteY95" fmla="*/ 234315 h 261937"/>
                                <a:gd name="connsiteX96" fmla="*/ 228600 w 356234"/>
                                <a:gd name="connsiteY96" fmla="*/ 233363 h 261937"/>
                                <a:gd name="connsiteX97" fmla="*/ 224790 w 356234"/>
                                <a:gd name="connsiteY97" fmla="*/ 226695 h 261937"/>
                                <a:gd name="connsiteX98" fmla="*/ 220980 w 356234"/>
                                <a:gd name="connsiteY98" fmla="*/ 220980 h 261937"/>
                                <a:gd name="connsiteX99" fmla="*/ 216217 w 356234"/>
                                <a:gd name="connsiteY99" fmla="*/ 215265 h 261937"/>
                                <a:gd name="connsiteX100" fmla="*/ 207645 w 356234"/>
                                <a:gd name="connsiteY100" fmla="*/ 203835 h 261937"/>
                                <a:gd name="connsiteX101" fmla="*/ 199072 w 356234"/>
                                <a:gd name="connsiteY101" fmla="*/ 191452 h 261937"/>
                                <a:gd name="connsiteX102" fmla="*/ 197167 w 356234"/>
                                <a:gd name="connsiteY102" fmla="*/ 188595 h 261937"/>
                                <a:gd name="connsiteX103" fmla="*/ 195263 w 356234"/>
                                <a:gd name="connsiteY103" fmla="*/ 185738 h 261937"/>
                                <a:gd name="connsiteX104" fmla="*/ 190500 w 356234"/>
                                <a:gd name="connsiteY104" fmla="*/ 179070 h 261937"/>
                                <a:gd name="connsiteX105" fmla="*/ 186690 w 356234"/>
                                <a:gd name="connsiteY105" fmla="*/ 172402 h 261937"/>
                                <a:gd name="connsiteX106" fmla="*/ 182880 w 356234"/>
                                <a:gd name="connsiteY106" fmla="*/ 165735 h 261937"/>
                                <a:gd name="connsiteX107" fmla="*/ 176213 w 356234"/>
                                <a:gd name="connsiteY107" fmla="*/ 152400 h 261937"/>
                                <a:gd name="connsiteX108" fmla="*/ 170497 w 356234"/>
                                <a:gd name="connsiteY108" fmla="*/ 140018 h 261937"/>
                                <a:gd name="connsiteX109" fmla="*/ 163830 w 356234"/>
                                <a:gd name="connsiteY109" fmla="*/ 128588 h 261937"/>
                                <a:gd name="connsiteX110" fmla="*/ 180022 w 356234"/>
                                <a:gd name="connsiteY110" fmla="*/ 135255 h 261937"/>
                                <a:gd name="connsiteX111" fmla="*/ 208597 w 356234"/>
                                <a:gd name="connsiteY111" fmla="*/ 147638 h 261937"/>
                                <a:gd name="connsiteX112" fmla="*/ 221932 w 356234"/>
                                <a:gd name="connsiteY112" fmla="*/ 154305 h 261937"/>
                                <a:gd name="connsiteX113" fmla="*/ 235267 w 356234"/>
                                <a:gd name="connsiteY113" fmla="*/ 161925 h 261937"/>
                                <a:gd name="connsiteX114" fmla="*/ 259080 w 356234"/>
                                <a:gd name="connsiteY114" fmla="*/ 178118 h 261937"/>
                                <a:gd name="connsiteX115" fmla="*/ 269557 w 356234"/>
                                <a:gd name="connsiteY115" fmla="*/ 186690 h 261937"/>
                                <a:gd name="connsiteX116" fmla="*/ 278130 w 356234"/>
                                <a:gd name="connsiteY116" fmla="*/ 194310 h 261937"/>
                                <a:gd name="connsiteX117" fmla="*/ 280035 w 356234"/>
                                <a:gd name="connsiteY117" fmla="*/ 194310 h 261937"/>
                                <a:gd name="connsiteX118" fmla="*/ 280035 w 356234"/>
                                <a:gd name="connsiteY118" fmla="*/ 194310 h 261937"/>
                                <a:gd name="connsiteX119" fmla="*/ 270510 w 356234"/>
                                <a:gd name="connsiteY119" fmla="*/ 184785 h 261937"/>
                                <a:gd name="connsiteX120" fmla="*/ 260032 w 356234"/>
                                <a:gd name="connsiteY120" fmla="*/ 175260 h 261937"/>
                                <a:gd name="connsiteX121" fmla="*/ 236220 w 356234"/>
                                <a:gd name="connsiteY121" fmla="*/ 158115 h 261937"/>
                                <a:gd name="connsiteX122" fmla="*/ 229553 w 356234"/>
                                <a:gd name="connsiteY122" fmla="*/ 154305 h 261937"/>
                                <a:gd name="connsiteX123" fmla="*/ 222885 w 356234"/>
                                <a:gd name="connsiteY123" fmla="*/ 150495 h 261937"/>
                                <a:gd name="connsiteX124" fmla="*/ 216217 w 356234"/>
                                <a:gd name="connsiteY124" fmla="*/ 146685 h 261937"/>
                                <a:gd name="connsiteX125" fmla="*/ 209550 w 356234"/>
                                <a:gd name="connsiteY125" fmla="*/ 142875 h 261937"/>
                                <a:gd name="connsiteX126" fmla="*/ 181928 w 356234"/>
                                <a:gd name="connsiteY126" fmla="*/ 129540 h 261937"/>
                                <a:gd name="connsiteX127" fmla="*/ 153353 w 356234"/>
                                <a:gd name="connsiteY127" fmla="*/ 117158 h 261937"/>
                                <a:gd name="connsiteX128" fmla="*/ 132397 w 356234"/>
                                <a:gd name="connsiteY128" fmla="*/ 107633 h 261937"/>
                                <a:gd name="connsiteX129" fmla="*/ 136207 w 356234"/>
                                <a:gd name="connsiteY129" fmla="*/ 107633 h 261937"/>
                                <a:gd name="connsiteX130" fmla="*/ 153353 w 356234"/>
                                <a:gd name="connsiteY130" fmla="*/ 104775 h 261937"/>
                                <a:gd name="connsiteX131" fmla="*/ 195263 w 356234"/>
                                <a:gd name="connsiteY131" fmla="*/ 93345 h 261937"/>
                                <a:gd name="connsiteX132" fmla="*/ 219075 w 356234"/>
                                <a:gd name="connsiteY132" fmla="*/ 87630 h 261937"/>
                                <a:gd name="connsiteX133" fmla="*/ 244792 w 356234"/>
                                <a:gd name="connsiteY133" fmla="*/ 84773 h 261937"/>
                                <a:gd name="connsiteX134" fmla="*/ 272415 w 356234"/>
                                <a:gd name="connsiteY134" fmla="*/ 85725 h 261937"/>
                                <a:gd name="connsiteX135" fmla="*/ 300990 w 356234"/>
                                <a:gd name="connsiteY135" fmla="*/ 93345 h 261937"/>
                                <a:gd name="connsiteX136" fmla="*/ 315278 w 356234"/>
                                <a:gd name="connsiteY136" fmla="*/ 99060 h 261937"/>
                                <a:gd name="connsiteX137" fmla="*/ 328613 w 356234"/>
                                <a:gd name="connsiteY137" fmla="*/ 106680 h 261937"/>
                                <a:gd name="connsiteX138" fmla="*/ 335280 w 356234"/>
                                <a:gd name="connsiteY138" fmla="*/ 110490 h 261937"/>
                                <a:gd name="connsiteX139" fmla="*/ 341947 w 356234"/>
                                <a:gd name="connsiteY139" fmla="*/ 115252 h 261937"/>
                                <a:gd name="connsiteX140" fmla="*/ 354330 w 356234"/>
                                <a:gd name="connsiteY140" fmla="*/ 125730 h 261937"/>
                                <a:gd name="connsiteX141" fmla="*/ 356235 w 356234"/>
                                <a:gd name="connsiteY141" fmla="*/ 127635 h 261937"/>
                                <a:gd name="connsiteX142" fmla="*/ 356235 w 356234"/>
                                <a:gd name="connsiteY142" fmla="*/ 126683 h 261937"/>
                                <a:gd name="connsiteX143" fmla="*/ 354330 w 356234"/>
                                <a:gd name="connsiteY143" fmla="*/ 124777 h 261937"/>
                                <a:gd name="connsiteX144" fmla="*/ 329565 w 356234"/>
                                <a:gd name="connsiteY144" fmla="*/ 105727 h 261937"/>
                                <a:gd name="connsiteX145" fmla="*/ 301942 w 356234"/>
                                <a:gd name="connsiteY145" fmla="*/ 91440 h 261937"/>
                                <a:gd name="connsiteX146" fmla="*/ 273367 w 356234"/>
                                <a:gd name="connsiteY146" fmla="*/ 83820 h 261937"/>
                                <a:gd name="connsiteX147" fmla="*/ 244792 w 356234"/>
                                <a:gd name="connsiteY147" fmla="*/ 81915 h 261937"/>
                                <a:gd name="connsiteX148" fmla="*/ 218122 w 356234"/>
                                <a:gd name="connsiteY148" fmla="*/ 84773 h 261937"/>
                                <a:gd name="connsiteX149" fmla="*/ 193357 w 356234"/>
                                <a:gd name="connsiteY149" fmla="*/ 90488 h 261937"/>
                                <a:gd name="connsiteX150" fmla="*/ 151447 w 356234"/>
                                <a:gd name="connsiteY150" fmla="*/ 100965 h 261937"/>
                                <a:gd name="connsiteX151" fmla="*/ 135255 w 356234"/>
                                <a:gd name="connsiteY151" fmla="*/ 102870 h 261937"/>
                                <a:gd name="connsiteX152" fmla="*/ 122872 w 356234"/>
                                <a:gd name="connsiteY152" fmla="*/ 102870 h 261937"/>
                                <a:gd name="connsiteX153" fmla="*/ 116205 w 356234"/>
                                <a:gd name="connsiteY153" fmla="*/ 102870 h 261937"/>
                                <a:gd name="connsiteX154" fmla="*/ 97155 w 356234"/>
                                <a:gd name="connsiteY154" fmla="*/ 94298 h 261937"/>
                                <a:gd name="connsiteX155" fmla="*/ 84772 w 356234"/>
                                <a:gd name="connsiteY155" fmla="*/ 88583 h 261937"/>
                                <a:gd name="connsiteX156" fmla="*/ 72390 w 356234"/>
                                <a:gd name="connsiteY156" fmla="*/ 82868 h 261937"/>
                                <a:gd name="connsiteX157" fmla="*/ 50482 w 356234"/>
                                <a:gd name="connsiteY157" fmla="*/ 72390 h 261937"/>
                                <a:gd name="connsiteX158" fmla="*/ 48578 w 356234"/>
                                <a:gd name="connsiteY158" fmla="*/ 71438 h 261937"/>
                                <a:gd name="connsiteX159" fmla="*/ 50482 w 356234"/>
                                <a:gd name="connsiteY159" fmla="*/ 70485 h 261937"/>
                                <a:gd name="connsiteX160" fmla="*/ 64770 w 356234"/>
                                <a:gd name="connsiteY160" fmla="*/ 63818 h 261937"/>
                                <a:gd name="connsiteX161" fmla="*/ 73342 w 356234"/>
                                <a:gd name="connsiteY161" fmla="*/ 60008 h 261937"/>
                                <a:gd name="connsiteX162" fmla="*/ 82867 w 356234"/>
                                <a:gd name="connsiteY162" fmla="*/ 55245 h 261937"/>
                                <a:gd name="connsiteX163" fmla="*/ 104775 w 356234"/>
                                <a:gd name="connsiteY163" fmla="*/ 44768 h 261937"/>
                                <a:gd name="connsiteX164" fmla="*/ 128588 w 356234"/>
                                <a:gd name="connsiteY164" fmla="*/ 33338 h 261937"/>
                                <a:gd name="connsiteX165" fmla="*/ 155257 w 356234"/>
                                <a:gd name="connsiteY165" fmla="*/ 21908 h 261937"/>
                                <a:gd name="connsiteX166" fmla="*/ 183832 w 356234"/>
                                <a:gd name="connsiteY166" fmla="*/ 11430 h 261937"/>
                                <a:gd name="connsiteX167" fmla="*/ 214313 w 356234"/>
                                <a:gd name="connsiteY167" fmla="*/ 4763 h 261937"/>
                                <a:gd name="connsiteX168" fmla="*/ 245745 w 356234"/>
                                <a:gd name="connsiteY168" fmla="*/ 2858 h 261937"/>
                                <a:gd name="connsiteX169" fmla="*/ 261938 w 356234"/>
                                <a:gd name="connsiteY169" fmla="*/ 3810 h 261937"/>
                                <a:gd name="connsiteX170" fmla="*/ 278130 w 356234"/>
                                <a:gd name="connsiteY170" fmla="*/ 5715 h 261937"/>
                                <a:gd name="connsiteX171" fmla="*/ 293370 w 356234"/>
                                <a:gd name="connsiteY171" fmla="*/ 9525 h 261937"/>
                                <a:gd name="connsiteX172" fmla="*/ 307657 w 356234"/>
                                <a:gd name="connsiteY172" fmla="*/ 15240 h 261937"/>
                                <a:gd name="connsiteX173" fmla="*/ 320992 w 356234"/>
                                <a:gd name="connsiteY173" fmla="*/ 20955 h 261937"/>
                                <a:gd name="connsiteX174" fmla="*/ 329565 w 356234"/>
                                <a:gd name="connsiteY174" fmla="*/ 25718 h 261937"/>
                                <a:gd name="connsiteX175" fmla="*/ 327660 w 356234"/>
                                <a:gd name="connsiteY175" fmla="*/ 23813 h 261937"/>
                                <a:gd name="connsiteX176" fmla="*/ 321945 w 356234"/>
                                <a:gd name="connsiteY176" fmla="*/ 20003 h 261937"/>
                                <a:gd name="connsiteX177" fmla="*/ 307657 w 356234"/>
                                <a:gd name="connsiteY177" fmla="*/ 13335 h 261937"/>
                                <a:gd name="connsiteX178" fmla="*/ 292417 w 356234"/>
                                <a:gd name="connsiteY178" fmla="*/ 7620 h 261937"/>
                                <a:gd name="connsiteX179" fmla="*/ 277178 w 356234"/>
                                <a:gd name="connsiteY179" fmla="*/ 3810 h 261937"/>
                                <a:gd name="connsiteX180" fmla="*/ 260985 w 356234"/>
                                <a:gd name="connsiteY180" fmla="*/ 953 h 261937"/>
                                <a:gd name="connsiteX181" fmla="*/ 244792 w 356234"/>
                                <a:gd name="connsiteY181" fmla="*/ 0 h 261937"/>
                                <a:gd name="connsiteX182" fmla="*/ 212407 w 356234"/>
                                <a:gd name="connsiteY182" fmla="*/ 1905 h 261937"/>
                                <a:gd name="connsiteX183" fmla="*/ 180975 w 356234"/>
                                <a:gd name="connsiteY183" fmla="*/ 8573 h 261937"/>
                                <a:gd name="connsiteX184" fmla="*/ 151447 w 356234"/>
                                <a:gd name="connsiteY184" fmla="*/ 18098 h 261937"/>
                                <a:gd name="connsiteX185" fmla="*/ 124778 w 356234"/>
                                <a:gd name="connsiteY185" fmla="*/ 29528 h 261937"/>
                                <a:gd name="connsiteX186" fmla="*/ 100013 w 356234"/>
                                <a:gd name="connsiteY186" fmla="*/ 40958 h 261937"/>
                                <a:gd name="connsiteX187" fmla="*/ 78105 w 356234"/>
                                <a:gd name="connsiteY187" fmla="*/ 51435 h 261937"/>
                                <a:gd name="connsiteX188" fmla="*/ 68580 w 356234"/>
                                <a:gd name="connsiteY188" fmla="*/ 56198 h 261937"/>
                                <a:gd name="connsiteX189" fmla="*/ 60007 w 356234"/>
                                <a:gd name="connsiteY189" fmla="*/ 60008 h 261937"/>
                                <a:gd name="connsiteX190" fmla="*/ 45720 w 356234"/>
                                <a:gd name="connsiteY190" fmla="*/ 66675 h 261937"/>
                                <a:gd name="connsiteX191" fmla="*/ 38100 w 356234"/>
                                <a:gd name="connsiteY191" fmla="*/ 70485 h 261937"/>
                                <a:gd name="connsiteX192" fmla="*/ 38100 w 356234"/>
                                <a:gd name="connsiteY192" fmla="*/ 70485 h 261937"/>
                                <a:gd name="connsiteX193" fmla="*/ 29528 w 356234"/>
                                <a:gd name="connsiteY193" fmla="*/ 65723 h 261937"/>
                                <a:gd name="connsiteX194" fmla="*/ 15240 w 356234"/>
                                <a:gd name="connsiteY194" fmla="*/ 58103 h 261937"/>
                                <a:gd name="connsiteX195" fmla="*/ 2857 w 356234"/>
                                <a:gd name="connsiteY195" fmla="*/ 52388 h 261937"/>
                                <a:gd name="connsiteX196" fmla="*/ 0 w 356234"/>
                                <a:gd name="connsiteY196" fmla="*/ 65723 h 261937"/>
                                <a:gd name="connsiteX197" fmla="*/ 13335 w 356234"/>
                                <a:gd name="connsiteY197" fmla="*/ 64770 h 261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356234" h="261937">
                                  <a:moveTo>
                                    <a:pt x="13335" y="64770"/>
                                  </a:moveTo>
                                  <a:cubicBezTo>
                                    <a:pt x="14288" y="64770"/>
                                    <a:pt x="15240" y="66675"/>
                                    <a:pt x="15240" y="66675"/>
                                  </a:cubicBezTo>
                                  <a:cubicBezTo>
                                    <a:pt x="15240" y="66675"/>
                                    <a:pt x="16192" y="70485"/>
                                    <a:pt x="18097" y="78105"/>
                                  </a:cubicBezTo>
                                  <a:cubicBezTo>
                                    <a:pt x="20003" y="85725"/>
                                    <a:pt x="21907" y="95250"/>
                                    <a:pt x="24765" y="107633"/>
                                  </a:cubicBezTo>
                                  <a:cubicBezTo>
                                    <a:pt x="27622" y="120015"/>
                                    <a:pt x="29528" y="134302"/>
                                    <a:pt x="31432" y="149543"/>
                                  </a:cubicBezTo>
                                  <a:cubicBezTo>
                                    <a:pt x="31432" y="153352"/>
                                    <a:pt x="32385" y="157163"/>
                                    <a:pt x="33338" y="160973"/>
                                  </a:cubicBezTo>
                                  <a:cubicBezTo>
                                    <a:pt x="33338" y="162877"/>
                                    <a:pt x="34290" y="164783"/>
                                    <a:pt x="34290" y="166688"/>
                                  </a:cubicBezTo>
                                  <a:lnTo>
                                    <a:pt x="34290" y="168593"/>
                                  </a:lnTo>
                                  <a:lnTo>
                                    <a:pt x="34290" y="170498"/>
                                  </a:lnTo>
                                  <a:lnTo>
                                    <a:pt x="35242" y="173355"/>
                                  </a:lnTo>
                                  <a:cubicBezTo>
                                    <a:pt x="37147" y="180975"/>
                                    <a:pt x="39053" y="188595"/>
                                    <a:pt x="40957" y="195263"/>
                                  </a:cubicBezTo>
                                  <a:cubicBezTo>
                                    <a:pt x="41910" y="199073"/>
                                    <a:pt x="42863" y="201930"/>
                                    <a:pt x="44767" y="205740"/>
                                  </a:cubicBezTo>
                                  <a:cubicBezTo>
                                    <a:pt x="45720" y="208598"/>
                                    <a:pt x="47625" y="212408"/>
                                    <a:pt x="48578" y="215265"/>
                                  </a:cubicBezTo>
                                  <a:cubicBezTo>
                                    <a:pt x="49530" y="217170"/>
                                    <a:pt x="49530" y="218123"/>
                                    <a:pt x="50482" y="220027"/>
                                  </a:cubicBezTo>
                                  <a:cubicBezTo>
                                    <a:pt x="51435" y="220980"/>
                                    <a:pt x="52388" y="222885"/>
                                    <a:pt x="52388" y="223838"/>
                                  </a:cubicBezTo>
                                  <a:cubicBezTo>
                                    <a:pt x="53340" y="226695"/>
                                    <a:pt x="55245" y="228600"/>
                                    <a:pt x="56197" y="231458"/>
                                  </a:cubicBezTo>
                                  <a:cubicBezTo>
                                    <a:pt x="59055" y="236220"/>
                                    <a:pt x="60960" y="240030"/>
                                    <a:pt x="62865" y="243840"/>
                                  </a:cubicBezTo>
                                  <a:cubicBezTo>
                                    <a:pt x="65722" y="246698"/>
                                    <a:pt x="66675" y="250508"/>
                                    <a:pt x="68580" y="252413"/>
                                  </a:cubicBezTo>
                                  <a:cubicBezTo>
                                    <a:pt x="70485" y="254318"/>
                                    <a:pt x="71438" y="256223"/>
                                    <a:pt x="72390" y="258127"/>
                                  </a:cubicBezTo>
                                  <a:cubicBezTo>
                                    <a:pt x="73342" y="260033"/>
                                    <a:pt x="74295" y="260033"/>
                                    <a:pt x="75247" y="260985"/>
                                  </a:cubicBezTo>
                                  <a:cubicBezTo>
                                    <a:pt x="75247" y="260985"/>
                                    <a:pt x="75247" y="260985"/>
                                    <a:pt x="76200" y="261938"/>
                                  </a:cubicBezTo>
                                  <a:lnTo>
                                    <a:pt x="76200" y="261938"/>
                                  </a:lnTo>
                                  <a:cubicBezTo>
                                    <a:pt x="76200" y="261938"/>
                                    <a:pt x="76200" y="260985"/>
                                    <a:pt x="75247" y="260985"/>
                                  </a:cubicBezTo>
                                  <a:cubicBezTo>
                                    <a:pt x="75247" y="260033"/>
                                    <a:pt x="73342" y="260033"/>
                                    <a:pt x="73342" y="258127"/>
                                  </a:cubicBezTo>
                                  <a:cubicBezTo>
                                    <a:pt x="72390" y="256223"/>
                                    <a:pt x="71438" y="254318"/>
                                    <a:pt x="69532" y="252413"/>
                                  </a:cubicBezTo>
                                  <a:cubicBezTo>
                                    <a:pt x="68580" y="249555"/>
                                    <a:pt x="66675" y="246698"/>
                                    <a:pt x="64770" y="242888"/>
                                  </a:cubicBezTo>
                                  <a:cubicBezTo>
                                    <a:pt x="62865" y="239077"/>
                                    <a:pt x="60960" y="234315"/>
                                    <a:pt x="58103" y="229552"/>
                                  </a:cubicBezTo>
                                  <a:cubicBezTo>
                                    <a:pt x="57150" y="226695"/>
                                    <a:pt x="56197" y="224790"/>
                                    <a:pt x="54292" y="221933"/>
                                  </a:cubicBezTo>
                                  <a:cubicBezTo>
                                    <a:pt x="53340" y="220027"/>
                                    <a:pt x="53340" y="219075"/>
                                    <a:pt x="52388" y="218123"/>
                                  </a:cubicBezTo>
                                  <a:cubicBezTo>
                                    <a:pt x="51435" y="216218"/>
                                    <a:pt x="51435" y="215265"/>
                                    <a:pt x="50482" y="213360"/>
                                  </a:cubicBezTo>
                                  <a:cubicBezTo>
                                    <a:pt x="49530" y="210502"/>
                                    <a:pt x="47625" y="207645"/>
                                    <a:pt x="46672" y="203835"/>
                                  </a:cubicBezTo>
                                  <a:cubicBezTo>
                                    <a:pt x="45720" y="200977"/>
                                    <a:pt x="44767" y="197168"/>
                                    <a:pt x="43815" y="194310"/>
                                  </a:cubicBezTo>
                                  <a:cubicBezTo>
                                    <a:pt x="40957" y="187643"/>
                                    <a:pt x="40005" y="180023"/>
                                    <a:pt x="38100" y="172402"/>
                                  </a:cubicBezTo>
                                  <a:lnTo>
                                    <a:pt x="37147" y="169545"/>
                                  </a:lnTo>
                                  <a:lnTo>
                                    <a:pt x="37147" y="168593"/>
                                  </a:lnTo>
                                  <a:lnTo>
                                    <a:pt x="37147" y="167640"/>
                                  </a:lnTo>
                                  <a:cubicBezTo>
                                    <a:pt x="37147" y="165735"/>
                                    <a:pt x="36195" y="163830"/>
                                    <a:pt x="36195" y="161925"/>
                                  </a:cubicBezTo>
                                  <a:cubicBezTo>
                                    <a:pt x="35242" y="158115"/>
                                    <a:pt x="35242" y="154305"/>
                                    <a:pt x="34290" y="150495"/>
                                  </a:cubicBezTo>
                                  <a:cubicBezTo>
                                    <a:pt x="32385" y="135255"/>
                                    <a:pt x="30480" y="120968"/>
                                    <a:pt x="28575" y="108585"/>
                                  </a:cubicBezTo>
                                  <a:cubicBezTo>
                                    <a:pt x="25717" y="91440"/>
                                    <a:pt x="22860" y="78105"/>
                                    <a:pt x="20955" y="71438"/>
                                  </a:cubicBezTo>
                                  <a:cubicBezTo>
                                    <a:pt x="22860" y="72390"/>
                                    <a:pt x="24765" y="73343"/>
                                    <a:pt x="26670" y="74295"/>
                                  </a:cubicBezTo>
                                  <a:cubicBezTo>
                                    <a:pt x="29528" y="75248"/>
                                    <a:pt x="32385" y="77152"/>
                                    <a:pt x="35242" y="79058"/>
                                  </a:cubicBezTo>
                                  <a:cubicBezTo>
                                    <a:pt x="38100" y="80010"/>
                                    <a:pt x="41910" y="81915"/>
                                    <a:pt x="45720" y="82868"/>
                                  </a:cubicBezTo>
                                  <a:cubicBezTo>
                                    <a:pt x="52388" y="85725"/>
                                    <a:pt x="60960" y="88583"/>
                                    <a:pt x="68580" y="92393"/>
                                  </a:cubicBezTo>
                                  <a:cubicBezTo>
                                    <a:pt x="70485" y="93345"/>
                                    <a:pt x="71438" y="94298"/>
                                    <a:pt x="73342" y="94298"/>
                                  </a:cubicBezTo>
                                  <a:cubicBezTo>
                                    <a:pt x="73342" y="94298"/>
                                    <a:pt x="73342" y="94298"/>
                                    <a:pt x="73342" y="94298"/>
                                  </a:cubicBezTo>
                                  <a:cubicBezTo>
                                    <a:pt x="76200" y="97155"/>
                                    <a:pt x="79057" y="100013"/>
                                    <a:pt x="81915" y="103823"/>
                                  </a:cubicBezTo>
                                  <a:cubicBezTo>
                                    <a:pt x="84772" y="107633"/>
                                    <a:pt x="88582" y="112395"/>
                                    <a:pt x="91440" y="118110"/>
                                  </a:cubicBezTo>
                                  <a:cubicBezTo>
                                    <a:pt x="97155" y="128588"/>
                                    <a:pt x="102870" y="142875"/>
                                    <a:pt x="107632" y="157163"/>
                                  </a:cubicBezTo>
                                  <a:cubicBezTo>
                                    <a:pt x="110490" y="164783"/>
                                    <a:pt x="112395" y="171450"/>
                                    <a:pt x="115253" y="178118"/>
                                  </a:cubicBezTo>
                                  <a:cubicBezTo>
                                    <a:pt x="116205" y="181927"/>
                                    <a:pt x="118110" y="184785"/>
                                    <a:pt x="119063" y="188595"/>
                                  </a:cubicBezTo>
                                  <a:cubicBezTo>
                                    <a:pt x="120015" y="191452"/>
                                    <a:pt x="121920" y="195263"/>
                                    <a:pt x="122872" y="198120"/>
                                  </a:cubicBezTo>
                                  <a:cubicBezTo>
                                    <a:pt x="125730" y="203835"/>
                                    <a:pt x="128588" y="209550"/>
                                    <a:pt x="130492" y="214313"/>
                                  </a:cubicBezTo>
                                  <a:cubicBezTo>
                                    <a:pt x="131445" y="216218"/>
                                    <a:pt x="133350" y="219075"/>
                                    <a:pt x="134303" y="220980"/>
                                  </a:cubicBezTo>
                                  <a:cubicBezTo>
                                    <a:pt x="135255" y="222885"/>
                                    <a:pt x="136207" y="224790"/>
                                    <a:pt x="138113" y="226695"/>
                                  </a:cubicBezTo>
                                  <a:cubicBezTo>
                                    <a:pt x="142875" y="233363"/>
                                    <a:pt x="145732" y="236220"/>
                                    <a:pt x="149542" y="238125"/>
                                  </a:cubicBezTo>
                                  <a:cubicBezTo>
                                    <a:pt x="150495" y="238125"/>
                                    <a:pt x="150495" y="238125"/>
                                    <a:pt x="151447" y="239077"/>
                                  </a:cubicBezTo>
                                  <a:cubicBezTo>
                                    <a:pt x="151447" y="239077"/>
                                    <a:pt x="152400" y="240030"/>
                                    <a:pt x="152400" y="240030"/>
                                  </a:cubicBezTo>
                                  <a:cubicBezTo>
                                    <a:pt x="153353" y="240030"/>
                                    <a:pt x="153353" y="240030"/>
                                    <a:pt x="154305" y="240983"/>
                                  </a:cubicBezTo>
                                  <a:cubicBezTo>
                                    <a:pt x="154305" y="240983"/>
                                    <a:pt x="155257" y="240983"/>
                                    <a:pt x="155257" y="241935"/>
                                  </a:cubicBezTo>
                                  <a:cubicBezTo>
                                    <a:pt x="156210" y="241935"/>
                                    <a:pt x="156210" y="241935"/>
                                    <a:pt x="157163" y="242888"/>
                                  </a:cubicBezTo>
                                  <a:cubicBezTo>
                                    <a:pt x="158115" y="242888"/>
                                    <a:pt x="160020" y="242888"/>
                                    <a:pt x="161925" y="242888"/>
                                  </a:cubicBezTo>
                                  <a:cubicBezTo>
                                    <a:pt x="160972" y="242888"/>
                                    <a:pt x="159067" y="242888"/>
                                    <a:pt x="158115" y="242888"/>
                                  </a:cubicBezTo>
                                  <a:cubicBezTo>
                                    <a:pt x="157163" y="242888"/>
                                    <a:pt x="157163" y="242888"/>
                                    <a:pt x="156210" y="241935"/>
                                  </a:cubicBezTo>
                                  <a:cubicBezTo>
                                    <a:pt x="156210" y="241935"/>
                                    <a:pt x="155257" y="241935"/>
                                    <a:pt x="155257" y="240983"/>
                                  </a:cubicBezTo>
                                  <a:cubicBezTo>
                                    <a:pt x="154305" y="240983"/>
                                    <a:pt x="154305" y="240030"/>
                                    <a:pt x="153353" y="240030"/>
                                  </a:cubicBezTo>
                                  <a:cubicBezTo>
                                    <a:pt x="152400" y="240030"/>
                                    <a:pt x="152400" y="240030"/>
                                    <a:pt x="152400" y="239077"/>
                                  </a:cubicBezTo>
                                  <a:cubicBezTo>
                                    <a:pt x="151447" y="239077"/>
                                    <a:pt x="151447" y="238125"/>
                                    <a:pt x="150495" y="238125"/>
                                  </a:cubicBezTo>
                                  <a:cubicBezTo>
                                    <a:pt x="146685" y="236220"/>
                                    <a:pt x="143828" y="233363"/>
                                    <a:pt x="139065" y="226695"/>
                                  </a:cubicBezTo>
                                  <a:cubicBezTo>
                                    <a:pt x="138113" y="224790"/>
                                    <a:pt x="137160" y="222885"/>
                                    <a:pt x="136207" y="220980"/>
                                  </a:cubicBezTo>
                                  <a:cubicBezTo>
                                    <a:pt x="135255" y="219075"/>
                                    <a:pt x="134303" y="216218"/>
                                    <a:pt x="132397" y="214313"/>
                                  </a:cubicBezTo>
                                  <a:cubicBezTo>
                                    <a:pt x="130492" y="209550"/>
                                    <a:pt x="127635" y="203835"/>
                                    <a:pt x="124778" y="198120"/>
                                  </a:cubicBezTo>
                                  <a:cubicBezTo>
                                    <a:pt x="123825" y="195263"/>
                                    <a:pt x="121920" y="192405"/>
                                    <a:pt x="120967" y="188595"/>
                                  </a:cubicBezTo>
                                  <a:cubicBezTo>
                                    <a:pt x="120015" y="185738"/>
                                    <a:pt x="118110" y="181927"/>
                                    <a:pt x="117157" y="178118"/>
                                  </a:cubicBezTo>
                                  <a:cubicBezTo>
                                    <a:pt x="114300" y="171450"/>
                                    <a:pt x="112395" y="163830"/>
                                    <a:pt x="110490" y="157163"/>
                                  </a:cubicBezTo>
                                  <a:cubicBezTo>
                                    <a:pt x="105728" y="142875"/>
                                    <a:pt x="100965" y="128588"/>
                                    <a:pt x="95250" y="117158"/>
                                  </a:cubicBezTo>
                                  <a:cubicBezTo>
                                    <a:pt x="92392" y="111443"/>
                                    <a:pt x="89535" y="106680"/>
                                    <a:pt x="85725" y="101918"/>
                                  </a:cubicBezTo>
                                  <a:cubicBezTo>
                                    <a:pt x="85725" y="100965"/>
                                    <a:pt x="84772" y="100965"/>
                                    <a:pt x="84772" y="100965"/>
                                  </a:cubicBezTo>
                                  <a:cubicBezTo>
                                    <a:pt x="87630" y="101918"/>
                                    <a:pt x="90488" y="102870"/>
                                    <a:pt x="93345" y="103823"/>
                                  </a:cubicBezTo>
                                  <a:cubicBezTo>
                                    <a:pt x="101917" y="107633"/>
                                    <a:pt x="111442" y="111443"/>
                                    <a:pt x="120967" y="114300"/>
                                  </a:cubicBezTo>
                                  <a:cubicBezTo>
                                    <a:pt x="129540" y="117158"/>
                                    <a:pt x="137160" y="120015"/>
                                    <a:pt x="145732" y="123825"/>
                                  </a:cubicBezTo>
                                  <a:cubicBezTo>
                                    <a:pt x="145732" y="123825"/>
                                    <a:pt x="146685" y="123825"/>
                                    <a:pt x="147638" y="124777"/>
                                  </a:cubicBezTo>
                                  <a:cubicBezTo>
                                    <a:pt x="148590" y="125730"/>
                                    <a:pt x="150495" y="125730"/>
                                    <a:pt x="152400" y="127635"/>
                                  </a:cubicBezTo>
                                  <a:cubicBezTo>
                                    <a:pt x="156210" y="130493"/>
                                    <a:pt x="160020" y="136208"/>
                                    <a:pt x="163830" y="143827"/>
                                  </a:cubicBezTo>
                                  <a:cubicBezTo>
                                    <a:pt x="165735" y="147638"/>
                                    <a:pt x="167640" y="152400"/>
                                    <a:pt x="170497" y="156210"/>
                                  </a:cubicBezTo>
                                  <a:cubicBezTo>
                                    <a:pt x="172403" y="160020"/>
                                    <a:pt x="175260" y="164783"/>
                                    <a:pt x="178117" y="168593"/>
                                  </a:cubicBezTo>
                                  <a:cubicBezTo>
                                    <a:pt x="179070" y="170498"/>
                                    <a:pt x="180975" y="172402"/>
                                    <a:pt x="181928" y="175260"/>
                                  </a:cubicBezTo>
                                  <a:cubicBezTo>
                                    <a:pt x="183832" y="177165"/>
                                    <a:pt x="184785" y="179070"/>
                                    <a:pt x="186690" y="181927"/>
                                  </a:cubicBezTo>
                                  <a:cubicBezTo>
                                    <a:pt x="188595" y="183833"/>
                                    <a:pt x="189547" y="185738"/>
                                    <a:pt x="191453" y="188595"/>
                                  </a:cubicBezTo>
                                  <a:cubicBezTo>
                                    <a:pt x="193357" y="190500"/>
                                    <a:pt x="194310" y="192405"/>
                                    <a:pt x="196215" y="194310"/>
                                  </a:cubicBezTo>
                                  <a:cubicBezTo>
                                    <a:pt x="199072" y="198120"/>
                                    <a:pt x="202882" y="201930"/>
                                    <a:pt x="205740" y="205740"/>
                                  </a:cubicBezTo>
                                  <a:cubicBezTo>
                                    <a:pt x="208597" y="209550"/>
                                    <a:pt x="212407" y="213360"/>
                                    <a:pt x="215265" y="217170"/>
                                  </a:cubicBezTo>
                                  <a:cubicBezTo>
                                    <a:pt x="217170" y="219075"/>
                                    <a:pt x="218122" y="220980"/>
                                    <a:pt x="220028" y="222885"/>
                                  </a:cubicBezTo>
                                  <a:cubicBezTo>
                                    <a:pt x="220980" y="224790"/>
                                    <a:pt x="222885" y="226695"/>
                                    <a:pt x="223838" y="228600"/>
                                  </a:cubicBezTo>
                                  <a:cubicBezTo>
                                    <a:pt x="224790" y="229552"/>
                                    <a:pt x="225742" y="230505"/>
                                    <a:pt x="225742" y="231458"/>
                                  </a:cubicBezTo>
                                  <a:cubicBezTo>
                                    <a:pt x="226695" y="232410"/>
                                    <a:pt x="227647" y="233363"/>
                                    <a:pt x="227647" y="234315"/>
                                  </a:cubicBezTo>
                                  <a:cubicBezTo>
                                    <a:pt x="227647" y="234315"/>
                                    <a:pt x="228600" y="234315"/>
                                    <a:pt x="228600" y="233363"/>
                                  </a:cubicBezTo>
                                  <a:cubicBezTo>
                                    <a:pt x="227647" y="231458"/>
                                    <a:pt x="225742" y="229552"/>
                                    <a:pt x="224790" y="226695"/>
                                  </a:cubicBezTo>
                                  <a:cubicBezTo>
                                    <a:pt x="222885" y="224790"/>
                                    <a:pt x="221932" y="222885"/>
                                    <a:pt x="220980" y="220980"/>
                                  </a:cubicBezTo>
                                  <a:cubicBezTo>
                                    <a:pt x="219075" y="219075"/>
                                    <a:pt x="218122" y="217170"/>
                                    <a:pt x="216217" y="215265"/>
                                  </a:cubicBezTo>
                                  <a:cubicBezTo>
                                    <a:pt x="213360" y="211455"/>
                                    <a:pt x="210503" y="207645"/>
                                    <a:pt x="207645" y="203835"/>
                                  </a:cubicBezTo>
                                  <a:cubicBezTo>
                                    <a:pt x="204788" y="200025"/>
                                    <a:pt x="201930" y="196215"/>
                                    <a:pt x="199072" y="191452"/>
                                  </a:cubicBezTo>
                                  <a:lnTo>
                                    <a:pt x="197167" y="188595"/>
                                  </a:lnTo>
                                  <a:lnTo>
                                    <a:pt x="195263" y="185738"/>
                                  </a:lnTo>
                                  <a:cubicBezTo>
                                    <a:pt x="194310" y="183833"/>
                                    <a:pt x="192405" y="181927"/>
                                    <a:pt x="190500" y="179070"/>
                                  </a:cubicBezTo>
                                  <a:cubicBezTo>
                                    <a:pt x="189547" y="177165"/>
                                    <a:pt x="187642" y="174308"/>
                                    <a:pt x="186690" y="172402"/>
                                  </a:cubicBezTo>
                                  <a:cubicBezTo>
                                    <a:pt x="185738" y="170498"/>
                                    <a:pt x="183832" y="167640"/>
                                    <a:pt x="182880" y="165735"/>
                                  </a:cubicBezTo>
                                  <a:cubicBezTo>
                                    <a:pt x="180022" y="160973"/>
                                    <a:pt x="178117" y="157163"/>
                                    <a:pt x="176213" y="152400"/>
                                  </a:cubicBezTo>
                                  <a:cubicBezTo>
                                    <a:pt x="174307" y="147638"/>
                                    <a:pt x="172403" y="143827"/>
                                    <a:pt x="170497" y="140018"/>
                                  </a:cubicBezTo>
                                  <a:cubicBezTo>
                                    <a:pt x="168592" y="136208"/>
                                    <a:pt x="166688" y="132398"/>
                                    <a:pt x="163830" y="128588"/>
                                  </a:cubicBezTo>
                                  <a:cubicBezTo>
                                    <a:pt x="169545" y="130493"/>
                                    <a:pt x="175260" y="133350"/>
                                    <a:pt x="180022" y="135255"/>
                                  </a:cubicBezTo>
                                  <a:cubicBezTo>
                                    <a:pt x="189547" y="140018"/>
                                    <a:pt x="199072" y="142875"/>
                                    <a:pt x="208597" y="147638"/>
                                  </a:cubicBezTo>
                                  <a:cubicBezTo>
                                    <a:pt x="213360" y="149543"/>
                                    <a:pt x="218122" y="152400"/>
                                    <a:pt x="221932" y="154305"/>
                                  </a:cubicBezTo>
                                  <a:cubicBezTo>
                                    <a:pt x="226695" y="157163"/>
                                    <a:pt x="230505" y="159068"/>
                                    <a:pt x="235267" y="161925"/>
                                  </a:cubicBezTo>
                                  <a:cubicBezTo>
                                    <a:pt x="243840" y="166688"/>
                                    <a:pt x="252413" y="172402"/>
                                    <a:pt x="259080" y="178118"/>
                                  </a:cubicBezTo>
                                  <a:cubicBezTo>
                                    <a:pt x="262890" y="180975"/>
                                    <a:pt x="265747" y="183833"/>
                                    <a:pt x="269557" y="186690"/>
                                  </a:cubicBezTo>
                                  <a:cubicBezTo>
                                    <a:pt x="272415" y="189548"/>
                                    <a:pt x="275272" y="192405"/>
                                    <a:pt x="278130" y="194310"/>
                                  </a:cubicBezTo>
                                  <a:cubicBezTo>
                                    <a:pt x="278130" y="194310"/>
                                    <a:pt x="280035" y="194310"/>
                                    <a:pt x="280035" y="194310"/>
                                  </a:cubicBezTo>
                                  <a:lnTo>
                                    <a:pt x="280035" y="194310"/>
                                  </a:lnTo>
                                  <a:cubicBezTo>
                                    <a:pt x="277178" y="191452"/>
                                    <a:pt x="274320" y="188595"/>
                                    <a:pt x="270510" y="184785"/>
                                  </a:cubicBezTo>
                                  <a:cubicBezTo>
                                    <a:pt x="267653" y="181927"/>
                                    <a:pt x="263842" y="178118"/>
                                    <a:pt x="260032" y="175260"/>
                                  </a:cubicBezTo>
                                  <a:cubicBezTo>
                                    <a:pt x="252413" y="169545"/>
                                    <a:pt x="244792" y="162877"/>
                                    <a:pt x="236220" y="158115"/>
                                  </a:cubicBezTo>
                                  <a:cubicBezTo>
                                    <a:pt x="234315" y="157163"/>
                                    <a:pt x="231457" y="155258"/>
                                    <a:pt x="229553" y="154305"/>
                                  </a:cubicBezTo>
                                  <a:cubicBezTo>
                                    <a:pt x="227647" y="153352"/>
                                    <a:pt x="225742" y="151448"/>
                                    <a:pt x="222885" y="150495"/>
                                  </a:cubicBezTo>
                                  <a:cubicBezTo>
                                    <a:pt x="220980" y="149543"/>
                                    <a:pt x="218122" y="147638"/>
                                    <a:pt x="216217" y="146685"/>
                                  </a:cubicBezTo>
                                  <a:cubicBezTo>
                                    <a:pt x="214313" y="145733"/>
                                    <a:pt x="211455" y="143827"/>
                                    <a:pt x="209550" y="142875"/>
                                  </a:cubicBezTo>
                                  <a:cubicBezTo>
                                    <a:pt x="200978" y="138113"/>
                                    <a:pt x="190500" y="134302"/>
                                    <a:pt x="181928" y="129540"/>
                                  </a:cubicBezTo>
                                  <a:cubicBezTo>
                                    <a:pt x="172403" y="124777"/>
                                    <a:pt x="162878" y="120968"/>
                                    <a:pt x="153353" y="117158"/>
                                  </a:cubicBezTo>
                                  <a:cubicBezTo>
                                    <a:pt x="146685" y="113348"/>
                                    <a:pt x="140017" y="110490"/>
                                    <a:pt x="132397" y="107633"/>
                                  </a:cubicBezTo>
                                  <a:cubicBezTo>
                                    <a:pt x="133350" y="107633"/>
                                    <a:pt x="135255" y="107633"/>
                                    <a:pt x="136207" y="107633"/>
                                  </a:cubicBezTo>
                                  <a:cubicBezTo>
                                    <a:pt x="140970" y="106680"/>
                                    <a:pt x="146685" y="105727"/>
                                    <a:pt x="153353" y="104775"/>
                                  </a:cubicBezTo>
                                  <a:cubicBezTo>
                                    <a:pt x="165735" y="101918"/>
                                    <a:pt x="180022" y="98108"/>
                                    <a:pt x="195263" y="93345"/>
                                  </a:cubicBezTo>
                                  <a:cubicBezTo>
                                    <a:pt x="202882" y="91440"/>
                                    <a:pt x="211455" y="88583"/>
                                    <a:pt x="219075" y="87630"/>
                                  </a:cubicBezTo>
                                  <a:cubicBezTo>
                                    <a:pt x="227647" y="85725"/>
                                    <a:pt x="236220" y="84773"/>
                                    <a:pt x="244792" y="84773"/>
                                  </a:cubicBezTo>
                                  <a:cubicBezTo>
                                    <a:pt x="253365" y="83820"/>
                                    <a:pt x="262890" y="84773"/>
                                    <a:pt x="272415" y="85725"/>
                                  </a:cubicBezTo>
                                  <a:cubicBezTo>
                                    <a:pt x="281940" y="87630"/>
                                    <a:pt x="291465" y="89535"/>
                                    <a:pt x="300990" y="93345"/>
                                  </a:cubicBezTo>
                                  <a:cubicBezTo>
                                    <a:pt x="305753" y="95250"/>
                                    <a:pt x="310515" y="97155"/>
                                    <a:pt x="315278" y="99060"/>
                                  </a:cubicBezTo>
                                  <a:cubicBezTo>
                                    <a:pt x="320040" y="100965"/>
                                    <a:pt x="324803" y="103823"/>
                                    <a:pt x="328613" y="106680"/>
                                  </a:cubicBezTo>
                                  <a:cubicBezTo>
                                    <a:pt x="330517" y="107633"/>
                                    <a:pt x="333375" y="109538"/>
                                    <a:pt x="335280" y="110490"/>
                                  </a:cubicBezTo>
                                  <a:cubicBezTo>
                                    <a:pt x="337185" y="111443"/>
                                    <a:pt x="339090" y="113348"/>
                                    <a:pt x="341947" y="115252"/>
                                  </a:cubicBezTo>
                                  <a:cubicBezTo>
                                    <a:pt x="345757" y="118110"/>
                                    <a:pt x="350520" y="121920"/>
                                    <a:pt x="354330" y="125730"/>
                                  </a:cubicBezTo>
                                  <a:cubicBezTo>
                                    <a:pt x="355282" y="126683"/>
                                    <a:pt x="355282" y="126683"/>
                                    <a:pt x="356235" y="127635"/>
                                  </a:cubicBezTo>
                                  <a:cubicBezTo>
                                    <a:pt x="356235" y="127635"/>
                                    <a:pt x="356235" y="126683"/>
                                    <a:pt x="356235" y="126683"/>
                                  </a:cubicBezTo>
                                  <a:lnTo>
                                    <a:pt x="354330" y="124777"/>
                                  </a:lnTo>
                                  <a:cubicBezTo>
                                    <a:pt x="346710" y="118110"/>
                                    <a:pt x="338138" y="110490"/>
                                    <a:pt x="329565" y="105727"/>
                                  </a:cubicBezTo>
                                  <a:cubicBezTo>
                                    <a:pt x="320992" y="100013"/>
                                    <a:pt x="311467" y="95250"/>
                                    <a:pt x="301942" y="91440"/>
                                  </a:cubicBezTo>
                                  <a:cubicBezTo>
                                    <a:pt x="292417" y="87630"/>
                                    <a:pt x="282892" y="85725"/>
                                    <a:pt x="273367" y="83820"/>
                                  </a:cubicBezTo>
                                  <a:cubicBezTo>
                                    <a:pt x="263842" y="82868"/>
                                    <a:pt x="254317" y="81915"/>
                                    <a:pt x="244792" y="81915"/>
                                  </a:cubicBezTo>
                                  <a:cubicBezTo>
                                    <a:pt x="235267" y="81915"/>
                                    <a:pt x="226695" y="82868"/>
                                    <a:pt x="218122" y="84773"/>
                                  </a:cubicBezTo>
                                  <a:cubicBezTo>
                                    <a:pt x="209550" y="86677"/>
                                    <a:pt x="200978" y="88583"/>
                                    <a:pt x="193357" y="90488"/>
                                  </a:cubicBezTo>
                                  <a:cubicBezTo>
                                    <a:pt x="178117" y="94298"/>
                                    <a:pt x="163830" y="98108"/>
                                    <a:pt x="151447" y="100965"/>
                                  </a:cubicBezTo>
                                  <a:cubicBezTo>
                                    <a:pt x="145732" y="101918"/>
                                    <a:pt x="140017" y="102870"/>
                                    <a:pt x="135255" y="102870"/>
                                  </a:cubicBezTo>
                                  <a:cubicBezTo>
                                    <a:pt x="130492" y="103823"/>
                                    <a:pt x="125730" y="103823"/>
                                    <a:pt x="122872" y="102870"/>
                                  </a:cubicBezTo>
                                  <a:cubicBezTo>
                                    <a:pt x="120015" y="102870"/>
                                    <a:pt x="118110" y="102870"/>
                                    <a:pt x="116205" y="102870"/>
                                  </a:cubicBezTo>
                                  <a:cubicBezTo>
                                    <a:pt x="109538" y="100013"/>
                                    <a:pt x="103822" y="97155"/>
                                    <a:pt x="97155" y="94298"/>
                                  </a:cubicBezTo>
                                  <a:cubicBezTo>
                                    <a:pt x="93345" y="92393"/>
                                    <a:pt x="88582" y="90488"/>
                                    <a:pt x="84772" y="88583"/>
                                  </a:cubicBezTo>
                                  <a:cubicBezTo>
                                    <a:pt x="80963" y="86677"/>
                                    <a:pt x="76200" y="84773"/>
                                    <a:pt x="72390" y="82868"/>
                                  </a:cubicBezTo>
                                  <a:cubicBezTo>
                                    <a:pt x="64770" y="79058"/>
                                    <a:pt x="57150" y="75248"/>
                                    <a:pt x="50482" y="72390"/>
                                  </a:cubicBezTo>
                                  <a:cubicBezTo>
                                    <a:pt x="49530" y="72390"/>
                                    <a:pt x="49530" y="71438"/>
                                    <a:pt x="48578" y="71438"/>
                                  </a:cubicBezTo>
                                  <a:cubicBezTo>
                                    <a:pt x="49530" y="71438"/>
                                    <a:pt x="49530" y="70485"/>
                                    <a:pt x="50482" y="70485"/>
                                  </a:cubicBezTo>
                                  <a:cubicBezTo>
                                    <a:pt x="54292" y="68580"/>
                                    <a:pt x="59055" y="66675"/>
                                    <a:pt x="64770" y="63818"/>
                                  </a:cubicBezTo>
                                  <a:cubicBezTo>
                                    <a:pt x="67628" y="62865"/>
                                    <a:pt x="70485" y="60960"/>
                                    <a:pt x="73342" y="60008"/>
                                  </a:cubicBezTo>
                                  <a:cubicBezTo>
                                    <a:pt x="76200" y="58103"/>
                                    <a:pt x="79057" y="57150"/>
                                    <a:pt x="82867" y="55245"/>
                                  </a:cubicBezTo>
                                  <a:cubicBezTo>
                                    <a:pt x="89535" y="51435"/>
                                    <a:pt x="96203" y="48578"/>
                                    <a:pt x="104775" y="44768"/>
                                  </a:cubicBezTo>
                                  <a:cubicBezTo>
                                    <a:pt x="112395" y="40958"/>
                                    <a:pt x="120015" y="37148"/>
                                    <a:pt x="128588" y="33338"/>
                                  </a:cubicBezTo>
                                  <a:cubicBezTo>
                                    <a:pt x="137160" y="29528"/>
                                    <a:pt x="145732" y="25718"/>
                                    <a:pt x="155257" y="21908"/>
                                  </a:cubicBezTo>
                                  <a:cubicBezTo>
                                    <a:pt x="164782" y="18098"/>
                                    <a:pt x="174307" y="15240"/>
                                    <a:pt x="183832" y="11430"/>
                                  </a:cubicBezTo>
                                  <a:cubicBezTo>
                                    <a:pt x="194310" y="8573"/>
                                    <a:pt x="203835" y="5715"/>
                                    <a:pt x="214313" y="4763"/>
                                  </a:cubicBezTo>
                                  <a:cubicBezTo>
                                    <a:pt x="224790" y="2858"/>
                                    <a:pt x="235267" y="2858"/>
                                    <a:pt x="245745" y="2858"/>
                                  </a:cubicBezTo>
                                  <a:cubicBezTo>
                                    <a:pt x="250507" y="2858"/>
                                    <a:pt x="256222" y="3810"/>
                                    <a:pt x="261938" y="3810"/>
                                  </a:cubicBezTo>
                                  <a:cubicBezTo>
                                    <a:pt x="267653" y="3810"/>
                                    <a:pt x="272415" y="4763"/>
                                    <a:pt x="278130" y="5715"/>
                                  </a:cubicBezTo>
                                  <a:cubicBezTo>
                                    <a:pt x="282892" y="6668"/>
                                    <a:pt x="288607" y="8573"/>
                                    <a:pt x="293370" y="9525"/>
                                  </a:cubicBezTo>
                                  <a:cubicBezTo>
                                    <a:pt x="298132" y="10478"/>
                                    <a:pt x="302895" y="13335"/>
                                    <a:pt x="307657" y="15240"/>
                                  </a:cubicBezTo>
                                  <a:cubicBezTo>
                                    <a:pt x="312420" y="17145"/>
                                    <a:pt x="317182" y="19050"/>
                                    <a:pt x="320992" y="20955"/>
                                  </a:cubicBezTo>
                                  <a:cubicBezTo>
                                    <a:pt x="323850" y="22860"/>
                                    <a:pt x="326707" y="23813"/>
                                    <a:pt x="329565" y="25718"/>
                                  </a:cubicBezTo>
                                  <a:cubicBezTo>
                                    <a:pt x="328613" y="24765"/>
                                    <a:pt x="327660" y="23813"/>
                                    <a:pt x="327660" y="23813"/>
                                  </a:cubicBezTo>
                                  <a:cubicBezTo>
                                    <a:pt x="325755" y="22860"/>
                                    <a:pt x="323850" y="21908"/>
                                    <a:pt x="321945" y="20003"/>
                                  </a:cubicBezTo>
                                  <a:cubicBezTo>
                                    <a:pt x="317182" y="18098"/>
                                    <a:pt x="312420" y="16193"/>
                                    <a:pt x="307657" y="13335"/>
                                  </a:cubicBezTo>
                                  <a:cubicBezTo>
                                    <a:pt x="302895" y="11430"/>
                                    <a:pt x="298132" y="8573"/>
                                    <a:pt x="292417" y="7620"/>
                                  </a:cubicBezTo>
                                  <a:cubicBezTo>
                                    <a:pt x="287655" y="6668"/>
                                    <a:pt x="281940" y="4763"/>
                                    <a:pt x="277178" y="3810"/>
                                  </a:cubicBezTo>
                                  <a:cubicBezTo>
                                    <a:pt x="271463" y="2858"/>
                                    <a:pt x="266700" y="1905"/>
                                    <a:pt x="260985" y="953"/>
                                  </a:cubicBezTo>
                                  <a:cubicBezTo>
                                    <a:pt x="255270" y="0"/>
                                    <a:pt x="250507" y="0"/>
                                    <a:pt x="244792" y="0"/>
                                  </a:cubicBezTo>
                                  <a:cubicBezTo>
                                    <a:pt x="234315" y="0"/>
                                    <a:pt x="222885" y="0"/>
                                    <a:pt x="212407" y="1905"/>
                                  </a:cubicBezTo>
                                  <a:cubicBezTo>
                                    <a:pt x="201930" y="2858"/>
                                    <a:pt x="191453" y="5715"/>
                                    <a:pt x="180975" y="8573"/>
                                  </a:cubicBezTo>
                                  <a:cubicBezTo>
                                    <a:pt x="171450" y="11430"/>
                                    <a:pt x="160972" y="15240"/>
                                    <a:pt x="151447" y="18098"/>
                                  </a:cubicBezTo>
                                  <a:cubicBezTo>
                                    <a:pt x="141922" y="20955"/>
                                    <a:pt x="133350" y="25718"/>
                                    <a:pt x="124778" y="29528"/>
                                  </a:cubicBezTo>
                                  <a:cubicBezTo>
                                    <a:pt x="116205" y="33338"/>
                                    <a:pt x="107632" y="37148"/>
                                    <a:pt x="100013" y="40958"/>
                                  </a:cubicBezTo>
                                  <a:cubicBezTo>
                                    <a:pt x="92392" y="44768"/>
                                    <a:pt x="84772" y="47625"/>
                                    <a:pt x="78105" y="51435"/>
                                  </a:cubicBezTo>
                                  <a:cubicBezTo>
                                    <a:pt x="75247" y="53340"/>
                                    <a:pt x="71438" y="54293"/>
                                    <a:pt x="68580" y="56198"/>
                                  </a:cubicBezTo>
                                  <a:cubicBezTo>
                                    <a:pt x="65722" y="57150"/>
                                    <a:pt x="62865" y="59055"/>
                                    <a:pt x="60007" y="60008"/>
                                  </a:cubicBezTo>
                                  <a:cubicBezTo>
                                    <a:pt x="54292" y="62865"/>
                                    <a:pt x="49530" y="64770"/>
                                    <a:pt x="45720" y="66675"/>
                                  </a:cubicBezTo>
                                  <a:cubicBezTo>
                                    <a:pt x="42863" y="68580"/>
                                    <a:pt x="40957" y="69533"/>
                                    <a:pt x="38100" y="70485"/>
                                  </a:cubicBezTo>
                                  <a:lnTo>
                                    <a:pt x="38100" y="70485"/>
                                  </a:lnTo>
                                  <a:cubicBezTo>
                                    <a:pt x="35242" y="68580"/>
                                    <a:pt x="32385" y="67628"/>
                                    <a:pt x="29528" y="65723"/>
                                  </a:cubicBezTo>
                                  <a:cubicBezTo>
                                    <a:pt x="23813" y="62865"/>
                                    <a:pt x="19050" y="60008"/>
                                    <a:pt x="15240" y="58103"/>
                                  </a:cubicBezTo>
                                  <a:cubicBezTo>
                                    <a:pt x="7620" y="54293"/>
                                    <a:pt x="2857" y="52388"/>
                                    <a:pt x="2857" y="52388"/>
                                  </a:cubicBezTo>
                                  <a:cubicBezTo>
                                    <a:pt x="1905" y="55245"/>
                                    <a:pt x="0" y="65723"/>
                                    <a:pt x="0" y="65723"/>
                                  </a:cubicBezTo>
                                  <a:cubicBezTo>
                                    <a:pt x="4763" y="61913"/>
                                    <a:pt x="8572" y="62865"/>
                                    <a:pt x="13335" y="64770"/>
                                  </a:cubicBezTo>
                                  <a:close/>
                                </a:path>
                              </a:pathLst>
                            </a:custGeom>
                            <a:grpFill/>
                            <a:ln w="9525" cap="flat">
                              <a:noFill/>
                              <a:prstDash val="solid"/>
                              <a:miter/>
                            </a:ln>
                          </p:spPr>
                          <p:txBody>
                            <a:bodyPr rtlCol="0" anchor="ctr"/>
                            <a:lstStyle/>
                            <a:p>
                              <a:endParaRPr lang="en-US"/>
                            </a:p>
                          </p:txBody>
                        </p:sp>
                      </p:grpSp>
                      <p:grpSp>
                        <p:nvGrpSpPr>
                          <p:cNvPr id="140" name="Graphic 2">
                            <a:extLst>
                              <a:ext uri="{FF2B5EF4-FFF2-40B4-BE49-F238E27FC236}">
                                <a16:creationId xmlns:a16="http://schemas.microsoft.com/office/drawing/2014/main" id="{AE736AF3-0337-429B-AEF1-DA4B52809559}"/>
                              </a:ext>
                            </a:extLst>
                          </p:cNvPr>
                          <p:cNvGrpSpPr/>
                          <p:nvPr/>
                        </p:nvGrpSpPr>
                        <p:grpSpPr>
                          <a:xfrm>
                            <a:off x="2767751" y="1519109"/>
                            <a:ext cx="346325" cy="352424"/>
                            <a:chOff x="2767751" y="1519109"/>
                            <a:chExt cx="346325" cy="352424"/>
                          </a:xfrm>
                          <a:grpFill/>
                        </p:grpSpPr>
                        <p:sp>
                          <p:nvSpPr>
                            <p:cNvPr id="141" name="Freeform: Shape 140">
                              <a:extLst>
                                <a:ext uri="{FF2B5EF4-FFF2-40B4-BE49-F238E27FC236}">
                                  <a16:creationId xmlns:a16="http://schemas.microsoft.com/office/drawing/2014/main" id="{4DC817B2-CC32-4C22-A522-F2A39BB290E6}"/>
                                </a:ext>
                              </a:extLst>
                            </p:cNvPr>
                            <p:cNvSpPr/>
                            <p:nvPr/>
                          </p:nvSpPr>
                          <p:spPr>
                            <a:xfrm>
                              <a:off x="2767751" y="1521967"/>
                              <a:ext cx="346325" cy="349567"/>
                            </a:xfrm>
                            <a:custGeom>
                              <a:avLst/>
                              <a:gdLst>
                                <a:gd name="connsiteX0" fmla="*/ 113742 w 346325"/>
                                <a:gd name="connsiteY0" fmla="*/ 19050 h 349567"/>
                                <a:gd name="connsiteX1" fmla="*/ 128030 w 346325"/>
                                <a:gd name="connsiteY1" fmla="*/ 12382 h 349567"/>
                                <a:gd name="connsiteX2" fmla="*/ 142317 w 346325"/>
                                <a:gd name="connsiteY2" fmla="*/ 5715 h 349567"/>
                                <a:gd name="connsiteX3" fmla="*/ 149937 w 346325"/>
                                <a:gd name="connsiteY3" fmla="*/ 2857 h 349567"/>
                                <a:gd name="connsiteX4" fmla="*/ 163272 w 346325"/>
                                <a:gd name="connsiteY4" fmla="*/ 0 h 349567"/>
                                <a:gd name="connsiteX5" fmla="*/ 163272 w 346325"/>
                                <a:gd name="connsiteY5" fmla="*/ 0 h 349567"/>
                                <a:gd name="connsiteX6" fmla="*/ 163272 w 346325"/>
                                <a:gd name="connsiteY6" fmla="*/ 0 h 349567"/>
                                <a:gd name="connsiteX7" fmla="*/ 165177 w 346325"/>
                                <a:gd name="connsiteY7" fmla="*/ 0 h 349567"/>
                                <a:gd name="connsiteX8" fmla="*/ 171845 w 346325"/>
                                <a:gd name="connsiteY8" fmla="*/ 1905 h 349567"/>
                                <a:gd name="connsiteX9" fmla="*/ 194705 w 346325"/>
                                <a:gd name="connsiteY9" fmla="*/ 9525 h 349567"/>
                                <a:gd name="connsiteX10" fmla="*/ 265189 w 346325"/>
                                <a:gd name="connsiteY10" fmla="*/ 48578 h 349567"/>
                                <a:gd name="connsiteX11" fmla="*/ 330912 w 346325"/>
                                <a:gd name="connsiteY11" fmla="*/ 131445 h 349567"/>
                                <a:gd name="connsiteX12" fmla="*/ 346152 w 346325"/>
                                <a:gd name="connsiteY12" fmla="*/ 194310 h 349567"/>
                                <a:gd name="connsiteX13" fmla="*/ 334722 w 346325"/>
                                <a:gd name="connsiteY13" fmla="*/ 273368 h 349567"/>
                                <a:gd name="connsiteX14" fmla="*/ 333770 w 346325"/>
                                <a:gd name="connsiteY14" fmla="*/ 276225 h 349567"/>
                                <a:gd name="connsiteX15" fmla="*/ 333770 w 346325"/>
                                <a:gd name="connsiteY15" fmla="*/ 276225 h 349567"/>
                                <a:gd name="connsiteX16" fmla="*/ 323292 w 346325"/>
                                <a:gd name="connsiteY16" fmla="*/ 294322 h 349567"/>
                                <a:gd name="connsiteX17" fmla="*/ 291860 w 346325"/>
                                <a:gd name="connsiteY17" fmla="*/ 327660 h 349567"/>
                                <a:gd name="connsiteX18" fmla="*/ 277572 w 346325"/>
                                <a:gd name="connsiteY18" fmla="*/ 337185 h 349567"/>
                                <a:gd name="connsiteX19" fmla="*/ 263285 w 346325"/>
                                <a:gd name="connsiteY19" fmla="*/ 343853 h 349567"/>
                                <a:gd name="connsiteX20" fmla="*/ 257570 w 346325"/>
                                <a:gd name="connsiteY20" fmla="*/ 345758 h 349567"/>
                                <a:gd name="connsiteX21" fmla="*/ 256617 w 346325"/>
                                <a:gd name="connsiteY21" fmla="*/ 345758 h 349567"/>
                                <a:gd name="connsiteX22" fmla="*/ 220422 w 346325"/>
                                <a:gd name="connsiteY22" fmla="*/ 348615 h 349567"/>
                                <a:gd name="connsiteX23" fmla="*/ 205182 w 346325"/>
                                <a:gd name="connsiteY23" fmla="*/ 344805 h 349567"/>
                                <a:gd name="connsiteX24" fmla="*/ 191847 w 346325"/>
                                <a:gd name="connsiteY24" fmla="*/ 338137 h 349567"/>
                                <a:gd name="connsiteX25" fmla="*/ 159462 w 346325"/>
                                <a:gd name="connsiteY25" fmla="*/ 306705 h 349567"/>
                                <a:gd name="connsiteX26" fmla="*/ 158510 w 346325"/>
                                <a:gd name="connsiteY26" fmla="*/ 305753 h 349567"/>
                                <a:gd name="connsiteX27" fmla="*/ 153747 w 346325"/>
                                <a:gd name="connsiteY27" fmla="*/ 296228 h 349567"/>
                                <a:gd name="connsiteX28" fmla="*/ 139460 w 346325"/>
                                <a:gd name="connsiteY28" fmla="*/ 293370 h 349567"/>
                                <a:gd name="connsiteX29" fmla="*/ 108027 w 346325"/>
                                <a:gd name="connsiteY29" fmla="*/ 282893 h 349567"/>
                                <a:gd name="connsiteX30" fmla="*/ 104217 w 346325"/>
                                <a:gd name="connsiteY30" fmla="*/ 280987 h 349567"/>
                                <a:gd name="connsiteX31" fmla="*/ 103264 w 346325"/>
                                <a:gd name="connsiteY31" fmla="*/ 280035 h 349567"/>
                                <a:gd name="connsiteX32" fmla="*/ 81357 w 346325"/>
                                <a:gd name="connsiteY32" fmla="*/ 259080 h 349567"/>
                                <a:gd name="connsiteX33" fmla="*/ 67070 w 346325"/>
                                <a:gd name="connsiteY33" fmla="*/ 229553 h 349567"/>
                                <a:gd name="connsiteX34" fmla="*/ 65164 w 346325"/>
                                <a:gd name="connsiteY34" fmla="*/ 225743 h 349567"/>
                                <a:gd name="connsiteX35" fmla="*/ 63260 w 346325"/>
                                <a:gd name="connsiteY35" fmla="*/ 221933 h 349567"/>
                                <a:gd name="connsiteX36" fmla="*/ 57545 w 346325"/>
                                <a:gd name="connsiteY36" fmla="*/ 209550 h 349567"/>
                                <a:gd name="connsiteX37" fmla="*/ 55639 w 346325"/>
                                <a:gd name="connsiteY37" fmla="*/ 206693 h 349567"/>
                                <a:gd name="connsiteX38" fmla="*/ 53735 w 346325"/>
                                <a:gd name="connsiteY38" fmla="*/ 203835 h 349567"/>
                                <a:gd name="connsiteX39" fmla="*/ 52782 w 346325"/>
                                <a:gd name="connsiteY39" fmla="*/ 202883 h 349567"/>
                                <a:gd name="connsiteX40" fmla="*/ 45162 w 346325"/>
                                <a:gd name="connsiteY40" fmla="*/ 193358 h 349567"/>
                                <a:gd name="connsiteX41" fmla="*/ 26112 w 346325"/>
                                <a:gd name="connsiteY41" fmla="*/ 175260 h 349567"/>
                                <a:gd name="connsiteX42" fmla="*/ 18492 w 346325"/>
                                <a:gd name="connsiteY42" fmla="*/ 169545 h 349567"/>
                                <a:gd name="connsiteX43" fmla="*/ 13730 w 346325"/>
                                <a:gd name="connsiteY43" fmla="*/ 166687 h 349567"/>
                                <a:gd name="connsiteX44" fmla="*/ 12777 w 346325"/>
                                <a:gd name="connsiteY44" fmla="*/ 165735 h 349567"/>
                                <a:gd name="connsiteX45" fmla="*/ 11824 w 346325"/>
                                <a:gd name="connsiteY45" fmla="*/ 165735 h 349567"/>
                                <a:gd name="connsiteX46" fmla="*/ 10872 w 346325"/>
                                <a:gd name="connsiteY46" fmla="*/ 164783 h 349567"/>
                                <a:gd name="connsiteX47" fmla="*/ 6110 w 346325"/>
                                <a:gd name="connsiteY47" fmla="*/ 160972 h 349567"/>
                                <a:gd name="connsiteX48" fmla="*/ 4205 w 346325"/>
                                <a:gd name="connsiteY48" fmla="*/ 159068 h 349567"/>
                                <a:gd name="connsiteX49" fmla="*/ 4205 w 346325"/>
                                <a:gd name="connsiteY49" fmla="*/ 159068 h 349567"/>
                                <a:gd name="connsiteX50" fmla="*/ 1347 w 346325"/>
                                <a:gd name="connsiteY50" fmla="*/ 153353 h 349567"/>
                                <a:gd name="connsiteX51" fmla="*/ 395 w 346325"/>
                                <a:gd name="connsiteY51" fmla="*/ 146685 h 349567"/>
                                <a:gd name="connsiteX52" fmla="*/ 1347 w 346325"/>
                                <a:gd name="connsiteY52" fmla="*/ 130493 h 349567"/>
                                <a:gd name="connsiteX53" fmla="*/ 20397 w 346325"/>
                                <a:gd name="connsiteY53" fmla="*/ 93345 h 349567"/>
                                <a:gd name="connsiteX54" fmla="*/ 51830 w 346325"/>
                                <a:gd name="connsiteY54" fmla="*/ 61912 h 349567"/>
                                <a:gd name="connsiteX55" fmla="*/ 83262 w 346325"/>
                                <a:gd name="connsiteY55" fmla="*/ 36195 h 349567"/>
                                <a:gd name="connsiteX56" fmla="*/ 113742 w 346325"/>
                                <a:gd name="connsiteY56" fmla="*/ 19050 h 349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46325" h="349567">
                                  <a:moveTo>
                                    <a:pt x="113742" y="19050"/>
                                  </a:moveTo>
                                  <a:cubicBezTo>
                                    <a:pt x="118505" y="16193"/>
                                    <a:pt x="123267" y="14288"/>
                                    <a:pt x="128030" y="12382"/>
                                  </a:cubicBezTo>
                                  <a:cubicBezTo>
                                    <a:pt x="132792" y="10477"/>
                                    <a:pt x="137555" y="7620"/>
                                    <a:pt x="142317" y="5715"/>
                                  </a:cubicBezTo>
                                  <a:cubicBezTo>
                                    <a:pt x="145174" y="4763"/>
                                    <a:pt x="147080" y="3810"/>
                                    <a:pt x="149937" y="2857"/>
                                  </a:cubicBezTo>
                                  <a:cubicBezTo>
                                    <a:pt x="149937" y="2857"/>
                                    <a:pt x="160414" y="0"/>
                                    <a:pt x="163272" y="0"/>
                                  </a:cubicBezTo>
                                  <a:cubicBezTo>
                                    <a:pt x="163272" y="0"/>
                                    <a:pt x="163272" y="0"/>
                                    <a:pt x="163272" y="0"/>
                                  </a:cubicBezTo>
                                  <a:cubicBezTo>
                                    <a:pt x="163272" y="0"/>
                                    <a:pt x="163272" y="0"/>
                                    <a:pt x="163272" y="0"/>
                                  </a:cubicBezTo>
                                  <a:cubicBezTo>
                                    <a:pt x="163272" y="0"/>
                                    <a:pt x="164224" y="0"/>
                                    <a:pt x="165177" y="0"/>
                                  </a:cubicBezTo>
                                  <a:cubicBezTo>
                                    <a:pt x="166130" y="0"/>
                                    <a:pt x="168987" y="952"/>
                                    <a:pt x="171845" y="1905"/>
                                  </a:cubicBezTo>
                                  <a:cubicBezTo>
                                    <a:pt x="177560" y="3810"/>
                                    <a:pt x="185180" y="5715"/>
                                    <a:pt x="194705" y="9525"/>
                                  </a:cubicBezTo>
                                  <a:cubicBezTo>
                                    <a:pt x="213755" y="17145"/>
                                    <a:pt x="239472" y="29528"/>
                                    <a:pt x="265189" y="48578"/>
                                  </a:cubicBezTo>
                                  <a:cubicBezTo>
                                    <a:pt x="290907" y="67628"/>
                                    <a:pt x="315672" y="94297"/>
                                    <a:pt x="330912" y="131445"/>
                                  </a:cubicBezTo>
                                  <a:cubicBezTo>
                                    <a:pt x="338532" y="149543"/>
                                    <a:pt x="344247" y="170497"/>
                                    <a:pt x="346152" y="194310"/>
                                  </a:cubicBezTo>
                                  <a:cubicBezTo>
                                    <a:pt x="347105" y="217170"/>
                                    <a:pt x="344247" y="244793"/>
                                    <a:pt x="334722" y="273368"/>
                                  </a:cubicBezTo>
                                  <a:cubicBezTo>
                                    <a:pt x="334722" y="274320"/>
                                    <a:pt x="333770" y="275272"/>
                                    <a:pt x="333770" y="276225"/>
                                  </a:cubicBezTo>
                                  <a:cubicBezTo>
                                    <a:pt x="333770" y="276225"/>
                                    <a:pt x="333770" y="276225"/>
                                    <a:pt x="333770" y="276225"/>
                                  </a:cubicBezTo>
                                  <a:cubicBezTo>
                                    <a:pt x="330912" y="281940"/>
                                    <a:pt x="327102" y="288608"/>
                                    <a:pt x="323292" y="294322"/>
                                  </a:cubicBezTo>
                                  <a:cubicBezTo>
                                    <a:pt x="313767" y="307658"/>
                                    <a:pt x="303289" y="319087"/>
                                    <a:pt x="291860" y="327660"/>
                                  </a:cubicBezTo>
                                  <a:cubicBezTo>
                                    <a:pt x="287097" y="331470"/>
                                    <a:pt x="282335" y="334328"/>
                                    <a:pt x="277572" y="337185"/>
                                  </a:cubicBezTo>
                                  <a:cubicBezTo>
                                    <a:pt x="272810" y="340043"/>
                                    <a:pt x="268047" y="341947"/>
                                    <a:pt x="263285" y="343853"/>
                                  </a:cubicBezTo>
                                  <a:cubicBezTo>
                                    <a:pt x="261380" y="344805"/>
                                    <a:pt x="259474" y="345758"/>
                                    <a:pt x="257570" y="345758"/>
                                  </a:cubicBezTo>
                                  <a:cubicBezTo>
                                    <a:pt x="256617" y="345758"/>
                                    <a:pt x="256617" y="345758"/>
                                    <a:pt x="256617" y="345758"/>
                                  </a:cubicBezTo>
                                  <a:cubicBezTo>
                                    <a:pt x="243282" y="349568"/>
                                    <a:pt x="230899" y="350520"/>
                                    <a:pt x="220422" y="348615"/>
                                  </a:cubicBezTo>
                                  <a:cubicBezTo>
                                    <a:pt x="214707" y="347662"/>
                                    <a:pt x="209945" y="346710"/>
                                    <a:pt x="205182" y="344805"/>
                                  </a:cubicBezTo>
                                  <a:cubicBezTo>
                                    <a:pt x="200420" y="342900"/>
                                    <a:pt x="196610" y="340995"/>
                                    <a:pt x="191847" y="338137"/>
                                  </a:cubicBezTo>
                                  <a:cubicBezTo>
                                    <a:pt x="176607" y="328612"/>
                                    <a:pt x="166130" y="315278"/>
                                    <a:pt x="159462" y="306705"/>
                                  </a:cubicBezTo>
                                  <a:cubicBezTo>
                                    <a:pt x="159462" y="306705"/>
                                    <a:pt x="158510" y="305753"/>
                                    <a:pt x="158510" y="305753"/>
                                  </a:cubicBezTo>
                                  <a:cubicBezTo>
                                    <a:pt x="154699" y="300037"/>
                                    <a:pt x="153747" y="297180"/>
                                    <a:pt x="153747" y="296228"/>
                                  </a:cubicBezTo>
                                  <a:cubicBezTo>
                                    <a:pt x="148985" y="295275"/>
                                    <a:pt x="144222" y="294322"/>
                                    <a:pt x="139460" y="293370"/>
                                  </a:cubicBezTo>
                                  <a:cubicBezTo>
                                    <a:pt x="128030" y="290512"/>
                                    <a:pt x="116599" y="287655"/>
                                    <a:pt x="108027" y="282893"/>
                                  </a:cubicBezTo>
                                  <a:cubicBezTo>
                                    <a:pt x="106122" y="281940"/>
                                    <a:pt x="105170" y="281940"/>
                                    <a:pt x="104217" y="280987"/>
                                  </a:cubicBezTo>
                                  <a:cubicBezTo>
                                    <a:pt x="104217" y="280987"/>
                                    <a:pt x="103264" y="280987"/>
                                    <a:pt x="103264" y="280035"/>
                                  </a:cubicBezTo>
                                  <a:cubicBezTo>
                                    <a:pt x="94692" y="274320"/>
                                    <a:pt x="87072" y="267653"/>
                                    <a:pt x="81357" y="259080"/>
                                  </a:cubicBezTo>
                                  <a:cubicBezTo>
                                    <a:pt x="75642" y="250508"/>
                                    <a:pt x="71832" y="240983"/>
                                    <a:pt x="67070" y="229553"/>
                                  </a:cubicBezTo>
                                  <a:cubicBezTo>
                                    <a:pt x="66117" y="228600"/>
                                    <a:pt x="66117" y="226695"/>
                                    <a:pt x="65164" y="225743"/>
                                  </a:cubicBezTo>
                                  <a:cubicBezTo>
                                    <a:pt x="64212" y="224790"/>
                                    <a:pt x="64212" y="222885"/>
                                    <a:pt x="63260" y="221933"/>
                                  </a:cubicBezTo>
                                  <a:cubicBezTo>
                                    <a:pt x="61355" y="217170"/>
                                    <a:pt x="59449" y="213360"/>
                                    <a:pt x="57545" y="209550"/>
                                  </a:cubicBezTo>
                                  <a:cubicBezTo>
                                    <a:pt x="56592" y="208597"/>
                                    <a:pt x="56592" y="207645"/>
                                    <a:pt x="55639" y="206693"/>
                                  </a:cubicBezTo>
                                  <a:cubicBezTo>
                                    <a:pt x="54687" y="205740"/>
                                    <a:pt x="54687" y="204787"/>
                                    <a:pt x="53735" y="203835"/>
                                  </a:cubicBezTo>
                                  <a:lnTo>
                                    <a:pt x="52782" y="202883"/>
                                  </a:lnTo>
                                  <a:cubicBezTo>
                                    <a:pt x="51830" y="200978"/>
                                    <a:pt x="49924" y="198120"/>
                                    <a:pt x="45162" y="193358"/>
                                  </a:cubicBezTo>
                                  <a:cubicBezTo>
                                    <a:pt x="41352" y="188595"/>
                                    <a:pt x="35637" y="182880"/>
                                    <a:pt x="26112" y="175260"/>
                                  </a:cubicBezTo>
                                  <a:cubicBezTo>
                                    <a:pt x="23255" y="173355"/>
                                    <a:pt x="21349" y="171450"/>
                                    <a:pt x="18492" y="169545"/>
                                  </a:cubicBezTo>
                                  <a:cubicBezTo>
                                    <a:pt x="17539" y="168593"/>
                                    <a:pt x="15635" y="167640"/>
                                    <a:pt x="13730" y="166687"/>
                                  </a:cubicBezTo>
                                  <a:lnTo>
                                    <a:pt x="12777" y="165735"/>
                                  </a:lnTo>
                                  <a:lnTo>
                                    <a:pt x="11824" y="165735"/>
                                  </a:lnTo>
                                  <a:cubicBezTo>
                                    <a:pt x="11824" y="165735"/>
                                    <a:pt x="11824" y="165735"/>
                                    <a:pt x="10872" y="164783"/>
                                  </a:cubicBezTo>
                                  <a:cubicBezTo>
                                    <a:pt x="8967" y="163830"/>
                                    <a:pt x="8014" y="161925"/>
                                    <a:pt x="6110" y="160972"/>
                                  </a:cubicBezTo>
                                  <a:cubicBezTo>
                                    <a:pt x="5157" y="160020"/>
                                    <a:pt x="5157" y="160020"/>
                                    <a:pt x="4205" y="159068"/>
                                  </a:cubicBezTo>
                                  <a:lnTo>
                                    <a:pt x="4205" y="159068"/>
                                  </a:lnTo>
                                  <a:cubicBezTo>
                                    <a:pt x="3252" y="157162"/>
                                    <a:pt x="2299" y="155258"/>
                                    <a:pt x="1347" y="153353"/>
                                  </a:cubicBezTo>
                                  <a:cubicBezTo>
                                    <a:pt x="395" y="151447"/>
                                    <a:pt x="395" y="149543"/>
                                    <a:pt x="395" y="146685"/>
                                  </a:cubicBezTo>
                                  <a:cubicBezTo>
                                    <a:pt x="-558" y="141922"/>
                                    <a:pt x="395" y="137160"/>
                                    <a:pt x="1347" y="130493"/>
                                  </a:cubicBezTo>
                                  <a:cubicBezTo>
                                    <a:pt x="3252" y="119062"/>
                                    <a:pt x="8967" y="105728"/>
                                    <a:pt x="20397" y="93345"/>
                                  </a:cubicBezTo>
                                  <a:cubicBezTo>
                                    <a:pt x="30874" y="81915"/>
                                    <a:pt x="41352" y="71437"/>
                                    <a:pt x="51830" y="61912"/>
                                  </a:cubicBezTo>
                                  <a:cubicBezTo>
                                    <a:pt x="62307" y="52387"/>
                                    <a:pt x="72785" y="43815"/>
                                    <a:pt x="83262" y="36195"/>
                                  </a:cubicBezTo>
                                  <a:cubicBezTo>
                                    <a:pt x="94692" y="29528"/>
                                    <a:pt x="104217" y="23812"/>
                                    <a:pt x="113742" y="19050"/>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471F4BBE-7432-434B-9335-D7D8AEE05CA3}"/>
                                </a:ext>
                              </a:extLst>
                            </p:cNvPr>
                            <p:cNvSpPr/>
                            <p:nvPr/>
                          </p:nvSpPr>
                          <p:spPr>
                            <a:xfrm>
                              <a:off x="2776719" y="1519109"/>
                              <a:ext cx="330517" cy="347662"/>
                            </a:xfrm>
                            <a:custGeom>
                              <a:avLst/>
                              <a:gdLst>
                                <a:gd name="connsiteX0" fmla="*/ 141922 w 330517"/>
                                <a:gd name="connsiteY0" fmla="*/ 16192 h 347662"/>
                                <a:gd name="connsiteX1" fmla="*/ 140970 w 330517"/>
                                <a:gd name="connsiteY1" fmla="*/ 19050 h 347662"/>
                                <a:gd name="connsiteX2" fmla="*/ 132397 w 330517"/>
                                <a:gd name="connsiteY2" fmla="*/ 26670 h 347662"/>
                                <a:gd name="connsiteX3" fmla="*/ 109538 w 330517"/>
                                <a:gd name="connsiteY3" fmla="*/ 45720 h 347662"/>
                                <a:gd name="connsiteX4" fmla="*/ 76200 w 330517"/>
                                <a:gd name="connsiteY4" fmla="*/ 70485 h 347662"/>
                                <a:gd name="connsiteX5" fmla="*/ 66675 w 330517"/>
                                <a:gd name="connsiteY5" fmla="*/ 77152 h 347662"/>
                                <a:gd name="connsiteX6" fmla="*/ 61913 w 330517"/>
                                <a:gd name="connsiteY6" fmla="*/ 80963 h 347662"/>
                                <a:gd name="connsiteX7" fmla="*/ 60960 w 330517"/>
                                <a:gd name="connsiteY7" fmla="*/ 81915 h 347662"/>
                                <a:gd name="connsiteX8" fmla="*/ 60007 w 330517"/>
                                <a:gd name="connsiteY8" fmla="*/ 82867 h 347662"/>
                                <a:gd name="connsiteX9" fmla="*/ 58103 w 330517"/>
                                <a:gd name="connsiteY9" fmla="*/ 84773 h 347662"/>
                                <a:gd name="connsiteX10" fmla="*/ 41910 w 330517"/>
                                <a:gd name="connsiteY10" fmla="*/ 100013 h 347662"/>
                                <a:gd name="connsiteX11" fmla="*/ 34290 w 330517"/>
                                <a:gd name="connsiteY11" fmla="*/ 107632 h 347662"/>
                                <a:gd name="connsiteX12" fmla="*/ 27622 w 330517"/>
                                <a:gd name="connsiteY12" fmla="*/ 115252 h 347662"/>
                                <a:gd name="connsiteX13" fmla="*/ 24765 w 330517"/>
                                <a:gd name="connsiteY13" fmla="*/ 119063 h 347662"/>
                                <a:gd name="connsiteX14" fmla="*/ 21907 w 330517"/>
                                <a:gd name="connsiteY14" fmla="*/ 122873 h 347662"/>
                                <a:gd name="connsiteX15" fmla="*/ 17145 w 330517"/>
                                <a:gd name="connsiteY15" fmla="*/ 129540 h 347662"/>
                                <a:gd name="connsiteX16" fmla="*/ 9525 w 330517"/>
                                <a:gd name="connsiteY16" fmla="*/ 141923 h 347662"/>
                                <a:gd name="connsiteX17" fmla="*/ 3810 w 330517"/>
                                <a:gd name="connsiteY17" fmla="*/ 151448 h 347662"/>
                                <a:gd name="connsiteX18" fmla="*/ 953 w 330517"/>
                                <a:gd name="connsiteY18" fmla="*/ 157163 h 347662"/>
                                <a:gd name="connsiteX19" fmla="*/ 0 w 330517"/>
                                <a:gd name="connsiteY19" fmla="*/ 160973 h 347662"/>
                                <a:gd name="connsiteX20" fmla="*/ 0 w 330517"/>
                                <a:gd name="connsiteY20" fmla="*/ 161925 h 347662"/>
                                <a:gd name="connsiteX21" fmla="*/ 0 w 330517"/>
                                <a:gd name="connsiteY21" fmla="*/ 161925 h 347662"/>
                                <a:gd name="connsiteX22" fmla="*/ 953 w 330517"/>
                                <a:gd name="connsiteY22" fmla="*/ 160973 h 347662"/>
                                <a:gd name="connsiteX23" fmla="*/ 2857 w 330517"/>
                                <a:gd name="connsiteY23" fmla="*/ 158115 h 347662"/>
                                <a:gd name="connsiteX24" fmla="*/ 6668 w 330517"/>
                                <a:gd name="connsiteY24" fmla="*/ 152400 h 347662"/>
                                <a:gd name="connsiteX25" fmla="*/ 12382 w 330517"/>
                                <a:gd name="connsiteY25" fmla="*/ 143827 h 347662"/>
                                <a:gd name="connsiteX26" fmla="*/ 20955 w 330517"/>
                                <a:gd name="connsiteY26" fmla="*/ 132398 h 347662"/>
                                <a:gd name="connsiteX27" fmla="*/ 26670 w 330517"/>
                                <a:gd name="connsiteY27" fmla="*/ 125730 h 347662"/>
                                <a:gd name="connsiteX28" fmla="*/ 29528 w 330517"/>
                                <a:gd name="connsiteY28" fmla="*/ 121920 h 347662"/>
                                <a:gd name="connsiteX29" fmla="*/ 32385 w 330517"/>
                                <a:gd name="connsiteY29" fmla="*/ 118110 h 347662"/>
                                <a:gd name="connsiteX30" fmla="*/ 39053 w 330517"/>
                                <a:gd name="connsiteY30" fmla="*/ 110490 h 347662"/>
                                <a:gd name="connsiteX31" fmla="*/ 46672 w 330517"/>
                                <a:gd name="connsiteY31" fmla="*/ 102870 h 347662"/>
                                <a:gd name="connsiteX32" fmla="*/ 63818 w 330517"/>
                                <a:gd name="connsiteY32" fmla="*/ 87630 h 347662"/>
                                <a:gd name="connsiteX33" fmla="*/ 65722 w 330517"/>
                                <a:gd name="connsiteY33" fmla="*/ 85725 h 347662"/>
                                <a:gd name="connsiteX34" fmla="*/ 66675 w 330517"/>
                                <a:gd name="connsiteY34" fmla="*/ 84773 h 347662"/>
                                <a:gd name="connsiteX35" fmla="*/ 67628 w 330517"/>
                                <a:gd name="connsiteY35" fmla="*/ 83820 h 347662"/>
                                <a:gd name="connsiteX36" fmla="*/ 72390 w 330517"/>
                                <a:gd name="connsiteY36" fmla="*/ 80963 h 347662"/>
                                <a:gd name="connsiteX37" fmla="*/ 81915 w 330517"/>
                                <a:gd name="connsiteY37" fmla="*/ 74295 h 347662"/>
                                <a:gd name="connsiteX38" fmla="*/ 116205 w 330517"/>
                                <a:gd name="connsiteY38" fmla="*/ 50482 h 347662"/>
                                <a:gd name="connsiteX39" fmla="*/ 145732 w 330517"/>
                                <a:gd name="connsiteY39" fmla="*/ 26670 h 347662"/>
                                <a:gd name="connsiteX40" fmla="*/ 145732 w 330517"/>
                                <a:gd name="connsiteY40" fmla="*/ 32385 h 347662"/>
                                <a:gd name="connsiteX41" fmla="*/ 145732 w 330517"/>
                                <a:gd name="connsiteY41" fmla="*/ 41910 h 347662"/>
                                <a:gd name="connsiteX42" fmla="*/ 146685 w 330517"/>
                                <a:gd name="connsiteY42" fmla="*/ 52388 h 347662"/>
                                <a:gd name="connsiteX43" fmla="*/ 148590 w 330517"/>
                                <a:gd name="connsiteY43" fmla="*/ 77152 h 347662"/>
                                <a:gd name="connsiteX44" fmla="*/ 148590 w 330517"/>
                                <a:gd name="connsiteY44" fmla="*/ 82867 h 347662"/>
                                <a:gd name="connsiteX45" fmla="*/ 148590 w 330517"/>
                                <a:gd name="connsiteY45" fmla="*/ 82867 h 347662"/>
                                <a:gd name="connsiteX46" fmla="*/ 143828 w 330517"/>
                                <a:gd name="connsiteY46" fmla="*/ 95250 h 347662"/>
                                <a:gd name="connsiteX47" fmla="*/ 135255 w 330517"/>
                                <a:gd name="connsiteY47" fmla="*/ 110490 h 347662"/>
                                <a:gd name="connsiteX48" fmla="*/ 107632 w 330517"/>
                                <a:gd name="connsiteY48" fmla="*/ 142875 h 347662"/>
                                <a:gd name="connsiteX49" fmla="*/ 92393 w 330517"/>
                                <a:gd name="connsiteY49" fmla="*/ 159067 h 347662"/>
                                <a:gd name="connsiteX50" fmla="*/ 85725 w 330517"/>
                                <a:gd name="connsiteY50" fmla="*/ 167640 h 347662"/>
                                <a:gd name="connsiteX51" fmla="*/ 79057 w 330517"/>
                                <a:gd name="connsiteY51" fmla="*/ 175260 h 347662"/>
                                <a:gd name="connsiteX52" fmla="*/ 68580 w 330517"/>
                                <a:gd name="connsiteY52" fmla="*/ 189548 h 347662"/>
                                <a:gd name="connsiteX53" fmla="*/ 64770 w 330517"/>
                                <a:gd name="connsiteY53" fmla="*/ 196215 h 347662"/>
                                <a:gd name="connsiteX54" fmla="*/ 61913 w 330517"/>
                                <a:gd name="connsiteY54" fmla="*/ 201930 h 347662"/>
                                <a:gd name="connsiteX55" fmla="*/ 57150 w 330517"/>
                                <a:gd name="connsiteY55" fmla="*/ 217170 h 347662"/>
                                <a:gd name="connsiteX56" fmla="*/ 57150 w 330517"/>
                                <a:gd name="connsiteY56" fmla="*/ 219075 h 347662"/>
                                <a:gd name="connsiteX57" fmla="*/ 57150 w 330517"/>
                                <a:gd name="connsiteY57" fmla="*/ 220980 h 347662"/>
                                <a:gd name="connsiteX58" fmla="*/ 57150 w 330517"/>
                                <a:gd name="connsiteY58" fmla="*/ 222885 h 347662"/>
                                <a:gd name="connsiteX59" fmla="*/ 57150 w 330517"/>
                                <a:gd name="connsiteY59" fmla="*/ 224790 h 347662"/>
                                <a:gd name="connsiteX60" fmla="*/ 57150 w 330517"/>
                                <a:gd name="connsiteY60" fmla="*/ 226695 h 347662"/>
                                <a:gd name="connsiteX61" fmla="*/ 59055 w 330517"/>
                                <a:gd name="connsiteY61" fmla="*/ 230505 h 347662"/>
                                <a:gd name="connsiteX62" fmla="*/ 58103 w 330517"/>
                                <a:gd name="connsiteY62" fmla="*/ 226695 h 347662"/>
                                <a:gd name="connsiteX63" fmla="*/ 58103 w 330517"/>
                                <a:gd name="connsiteY63" fmla="*/ 224790 h 347662"/>
                                <a:gd name="connsiteX64" fmla="*/ 58103 w 330517"/>
                                <a:gd name="connsiteY64" fmla="*/ 222885 h 347662"/>
                                <a:gd name="connsiteX65" fmla="*/ 58103 w 330517"/>
                                <a:gd name="connsiteY65" fmla="*/ 220980 h 347662"/>
                                <a:gd name="connsiteX66" fmla="*/ 58103 w 330517"/>
                                <a:gd name="connsiteY66" fmla="*/ 219075 h 347662"/>
                                <a:gd name="connsiteX67" fmla="*/ 58103 w 330517"/>
                                <a:gd name="connsiteY67" fmla="*/ 217170 h 347662"/>
                                <a:gd name="connsiteX68" fmla="*/ 63818 w 330517"/>
                                <a:gd name="connsiteY68" fmla="*/ 201930 h 347662"/>
                                <a:gd name="connsiteX69" fmla="*/ 67628 w 330517"/>
                                <a:gd name="connsiteY69" fmla="*/ 196215 h 347662"/>
                                <a:gd name="connsiteX70" fmla="*/ 72390 w 330517"/>
                                <a:gd name="connsiteY70" fmla="*/ 189548 h 347662"/>
                                <a:gd name="connsiteX71" fmla="*/ 83820 w 330517"/>
                                <a:gd name="connsiteY71" fmla="*/ 175260 h 347662"/>
                                <a:gd name="connsiteX72" fmla="*/ 90488 w 330517"/>
                                <a:gd name="connsiteY72" fmla="*/ 167640 h 347662"/>
                                <a:gd name="connsiteX73" fmla="*/ 98107 w 330517"/>
                                <a:gd name="connsiteY73" fmla="*/ 160020 h 347662"/>
                                <a:gd name="connsiteX74" fmla="*/ 114300 w 330517"/>
                                <a:gd name="connsiteY74" fmla="*/ 143827 h 347662"/>
                                <a:gd name="connsiteX75" fmla="*/ 142875 w 330517"/>
                                <a:gd name="connsiteY75" fmla="*/ 111442 h 347662"/>
                                <a:gd name="connsiteX76" fmla="*/ 152400 w 330517"/>
                                <a:gd name="connsiteY76" fmla="*/ 96202 h 347662"/>
                                <a:gd name="connsiteX77" fmla="*/ 153353 w 330517"/>
                                <a:gd name="connsiteY77" fmla="*/ 94298 h 347662"/>
                                <a:gd name="connsiteX78" fmla="*/ 154305 w 330517"/>
                                <a:gd name="connsiteY78" fmla="*/ 102870 h 347662"/>
                                <a:gd name="connsiteX79" fmla="*/ 157163 w 330517"/>
                                <a:gd name="connsiteY79" fmla="*/ 132398 h 347662"/>
                                <a:gd name="connsiteX80" fmla="*/ 160020 w 330517"/>
                                <a:gd name="connsiteY80" fmla="*/ 159067 h 347662"/>
                                <a:gd name="connsiteX81" fmla="*/ 160020 w 330517"/>
                                <a:gd name="connsiteY81" fmla="*/ 160973 h 347662"/>
                                <a:gd name="connsiteX82" fmla="*/ 159068 w 330517"/>
                                <a:gd name="connsiteY82" fmla="*/ 166688 h 347662"/>
                                <a:gd name="connsiteX83" fmla="*/ 150495 w 330517"/>
                                <a:gd name="connsiteY83" fmla="*/ 183832 h 347662"/>
                                <a:gd name="connsiteX84" fmla="*/ 142875 w 330517"/>
                                <a:gd name="connsiteY84" fmla="*/ 195263 h 347662"/>
                                <a:gd name="connsiteX85" fmla="*/ 135255 w 330517"/>
                                <a:gd name="connsiteY85" fmla="*/ 207645 h 347662"/>
                                <a:gd name="connsiteX86" fmla="*/ 131445 w 330517"/>
                                <a:gd name="connsiteY86" fmla="*/ 214313 h 347662"/>
                                <a:gd name="connsiteX87" fmla="*/ 127635 w 330517"/>
                                <a:gd name="connsiteY87" fmla="*/ 220980 h 347662"/>
                                <a:gd name="connsiteX88" fmla="*/ 123825 w 330517"/>
                                <a:gd name="connsiteY88" fmla="*/ 227648 h 347662"/>
                                <a:gd name="connsiteX89" fmla="*/ 120968 w 330517"/>
                                <a:gd name="connsiteY89" fmla="*/ 234315 h 347662"/>
                                <a:gd name="connsiteX90" fmla="*/ 115253 w 330517"/>
                                <a:gd name="connsiteY90" fmla="*/ 247650 h 347662"/>
                                <a:gd name="connsiteX91" fmla="*/ 109538 w 330517"/>
                                <a:gd name="connsiteY91" fmla="*/ 260985 h 347662"/>
                                <a:gd name="connsiteX92" fmla="*/ 106680 w 330517"/>
                                <a:gd name="connsiteY92" fmla="*/ 267653 h 347662"/>
                                <a:gd name="connsiteX93" fmla="*/ 103822 w 330517"/>
                                <a:gd name="connsiteY93" fmla="*/ 274320 h 347662"/>
                                <a:gd name="connsiteX94" fmla="*/ 101918 w 330517"/>
                                <a:gd name="connsiteY94" fmla="*/ 278130 h 347662"/>
                                <a:gd name="connsiteX95" fmla="*/ 100013 w 330517"/>
                                <a:gd name="connsiteY95" fmla="*/ 281940 h 347662"/>
                                <a:gd name="connsiteX96" fmla="*/ 100965 w 330517"/>
                                <a:gd name="connsiteY96" fmla="*/ 282892 h 347662"/>
                                <a:gd name="connsiteX97" fmla="*/ 104775 w 330517"/>
                                <a:gd name="connsiteY97" fmla="*/ 276225 h 347662"/>
                                <a:gd name="connsiteX98" fmla="*/ 107632 w 330517"/>
                                <a:gd name="connsiteY98" fmla="*/ 269557 h 347662"/>
                                <a:gd name="connsiteX99" fmla="*/ 110490 w 330517"/>
                                <a:gd name="connsiteY99" fmla="*/ 262890 h 347662"/>
                                <a:gd name="connsiteX100" fmla="*/ 117157 w 330517"/>
                                <a:gd name="connsiteY100" fmla="*/ 249555 h 347662"/>
                                <a:gd name="connsiteX101" fmla="*/ 123825 w 330517"/>
                                <a:gd name="connsiteY101" fmla="*/ 236220 h 347662"/>
                                <a:gd name="connsiteX102" fmla="*/ 125730 w 330517"/>
                                <a:gd name="connsiteY102" fmla="*/ 232410 h 347662"/>
                                <a:gd name="connsiteX103" fmla="*/ 127635 w 330517"/>
                                <a:gd name="connsiteY103" fmla="*/ 228600 h 347662"/>
                                <a:gd name="connsiteX104" fmla="*/ 131445 w 330517"/>
                                <a:gd name="connsiteY104" fmla="*/ 221932 h 347662"/>
                                <a:gd name="connsiteX105" fmla="*/ 135255 w 330517"/>
                                <a:gd name="connsiteY105" fmla="*/ 215265 h 347662"/>
                                <a:gd name="connsiteX106" fmla="*/ 139065 w 330517"/>
                                <a:gd name="connsiteY106" fmla="*/ 208598 h 347662"/>
                                <a:gd name="connsiteX107" fmla="*/ 147638 w 330517"/>
                                <a:gd name="connsiteY107" fmla="*/ 196215 h 347662"/>
                                <a:gd name="connsiteX108" fmla="*/ 156210 w 330517"/>
                                <a:gd name="connsiteY108" fmla="*/ 185738 h 347662"/>
                                <a:gd name="connsiteX109" fmla="*/ 162878 w 330517"/>
                                <a:gd name="connsiteY109" fmla="*/ 175260 h 347662"/>
                                <a:gd name="connsiteX110" fmla="*/ 164782 w 330517"/>
                                <a:gd name="connsiteY110" fmla="*/ 192405 h 347662"/>
                                <a:gd name="connsiteX111" fmla="*/ 166688 w 330517"/>
                                <a:gd name="connsiteY111" fmla="*/ 222885 h 347662"/>
                                <a:gd name="connsiteX112" fmla="*/ 166688 w 330517"/>
                                <a:gd name="connsiteY112" fmla="*/ 238125 h 347662"/>
                                <a:gd name="connsiteX113" fmla="*/ 165735 w 330517"/>
                                <a:gd name="connsiteY113" fmla="*/ 253365 h 347662"/>
                                <a:gd name="connsiteX114" fmla="*/ 161925 w 330517"/>
                                <a:gd name="connsiteY114" fmla="*/ 281940 h 347662"/>
                                <a:gd name="connsiteX115" fmla="*/ 159068 w 330517"/>
                                <a:gd name="connsiteY115" fmla="*/ 295275 h 347662"/>
                                <a:gd name="connsiteX116" fmla="*/ 156210 w 330517"/>
                                <a:gd name="connsiteY116" fmla="*/ 306705 h 347662"/>
                                <a:gd name="connsiteX117" fmla="*/ 157163 w 330517"/>
                                <a:gd name="connsiteY117" fmla="*/ 307657 h 347662"/>
                                <a:gd name="connsiteX118" fmla="*/ 157163 w 330517"/>
                                <a:gd name="connsiteY118" fmla="*/ 307657 h 347662"/>
                                <a:gd name="connsiteX119" fmla="*/ 160972 w 330517"/>
                                <a:gd name="connsiteY119" fmla="*/ 295275 h 347662"/>
                                <a:gd name="connsiteX120" fmla="*/ 164782 w 330517"/>
                                <a:gd name="connsiteY120" fmla="*/ 281940 h 347662"/>
                                <a:gd name="connsiteX121" fmla="*/ 169545 w 330517"/>
                                <a:gd name="connsiteY121" fmla="*/ 253365 h 347662"/>
                                <a:gd name="connsiteX122" fmla="*/ 169545 w 330517"/>
                                <a:gd name="connsiteY122" fmla="*/ 245745 h 347662"/>
                                <a:gd name="connsiteX123" fmla="*/ 170497 w 330517"/>
                                <a:gd name="connsiteY123" fmla="*/ 238125 h 347662"/>
                                <a:gd name="connsiteX124" fmla="*/ 170497 w 330517"/>
                                <a:gd name="connsiteY124" fmla="*/ 230505 h 347662"/>
                                <a:gd name="connsiteX125" fmla="*/ 170497 w 330517"/>
                                <a:gd name="connsiteY125" fmla="*/ 222885 h 347662"/>
                                <a:gd name="connsiteX126" fmla="*/ 169545 w 330517"/>
                                <a:gd name="connsiteY126" fmla="*/ 192405 h 347662"/>
                                <a:gd name="connsiteX127" fmla="*/ 167640 w 330517"/>
                                <a:gd name="connsiteY127" fmla="*/ 160973 h 347662"/>
                                <a:gd name="connsiteX128" fmla="*/ 166688 w 330517"/>
                                <a:gd name="connsiteY128" fmla="*/ 138113 h 347662"/>
                                <a:gd name="connsiteX129" fmla="*/ 168593 w 330517"/>
                                <a:gd name="connsiteY129" fmla="*/ 141923 h 347662"/>
                                <a:gd name="connsiteX130" fmla="*/ 179070 w 330517"/>
                                <a:gd name="connsiteY130" fmla="*/ 156210 h 347662"/>
                                <a:gd name="connsiteX131" fmla="*/ 208597 w 330517"/>
                                <a:gd name="connsiteY131" fmla="*/ 188595 h 347662"/>
                                <a:gd name="connsiteX132" fmla="*/ 224790 w 330517"/>
                                <a:gd name="connsiteY132" fmla="*/ 207645 h 347662"/>
                                <a:gd name="connsiteX133" fmla="*/ 240030 w 330517"/>
                                <a:gd name="connsiteY133" fmla="*/ 229552 h 347662"/>
                                <a:gd name="connsiteX134" fmla="*/ 251460 w 330517"/>
                                <a:gd name="connsiteY134" fmla="*/ 255270 h 347662"/>
                                <a:gd name="connsiteX135" fmla="*/ 258128 w 330517"/>
                                <a:gd name="connsiteY135" fmla="*/ 283845 h 347662"/>
                                <a:gd name="connsiteX136" fmla="*/ 259080 w 330517"/>
                                <a:gd name="connsiteY136" fmla="*/ 299085 h 347662"/>
                                <a:gd name="connsiteX137" fmla="*/ 259080 w 330517"/>
                                <a:gd name="connsiteY137" fmla="*/ 314325 h 347662"/>
                                <a:gd name="connsiteX138" fmla="*/ 258128 w 330517"/>
                                <a:gd name="connsiteY138" fmla="*/ 321945 h 347662"/>
                                <a:gd name="connsiteX139" fmla="*/ 257175 w 330517"/>
                                <a:gd name="connsiteY139" fmla="*/ 329565 h 347662"/>
                                <a:gd name="connsiteX140" fmla="*/ 253365 w 330517"/>
                                <a:gd name="connsiteY140" fmla="*/ 344805 h 347662"/>
                                <a:gd name="connsiteX141" fmla="*/ 252413 w 330517"/>
                                <a:gd name="connsiteY141" fmla="*/ 347663 h 347662"/>
                                <a:gd name="connsiteX142" fmla="*/ 253365 w 330517"/>
                                <a:gd name="connsiteY142" fmla="*/ 347663 h 347662"/>
                                <a:gd name="connsiteX143" fmla="*/ 254318 w 330517"/>
                                <a:gd name="connsiteY143" fmla="*/ 344805 h 347662"/>
                                <a:gd name="connsiteX144" fmla="*/ 260032 w 330517"/>
                                <a:gd name="connsiteY144" fmla="*/ 313373 h 347662"/>
                                <a:gd name="connsiteX145" fmla="*/ 259080 w 330517"/>
                                <a:gd name="connsiteY145" fmla="*/ 281940 h 347662"/>
                                <a:gd name="connsiteX146" fmla="*/ 252413 w 330517"/>
                                <a:gd name="connsiteY146" fmla="*/ 252413 h 347662"/>
                                <a:gd name="connsiteX147" fmla="*/ 240982 w 330517"/>
                                <a:gd name="connsiteY147" fmla="*/ 226695 h 347662"/>
                                <a:gd name="connsiteX148" fmla="*/ 226695 w 330517"/>
                                <a:gd name="connsiteY148" fmla="*/ 204788 h 347662"/>
                                <a:gd name="connsiteX149" fmla="*/ 210503 w 330517"/>
                                <a:gd name="connsiteY149" fmla="*/ 185738 h 347662"/>
                                <a:gd name="connsiteX150" fmla="*/ 181928 w 330517"/>
                                <a:gd name="connsiteY150" fmla="*/ 153352 h 347662"/>
                                <a:gd name="connsiteX151" fmla="*/ 172403 w 330517"/>
                                <a:gd name="connsiteY151" fmla="*/ 140017 h 347662"/>
                                <a:gd name="connsiteX152" fmla="*/ 166688 w 330517"/>
                                <a:gd name="connsiteY152" fmla="*/ 129540 h 347662"/>
                                <a:gd name="connsiteX153" fmla="*/ 163830 w 330517"/>
                                <a:gd name="connsiteY153" fmla="*/ 122873 h 347662"/>
                                <a:gd name="connsiteX154" fmla="*/ 162878 w 330517"/>
                                <a:gd name="connsiteY154" fmla="*/ 102870 h 347662"/>
                                <a:gd name="connsiteX155" fmla="*/ 161925 w 330517"/>
                                <a:gd name="connsiteY155" fmla="*/ 88582 h 347662"/>
                                <a:gd name="connsiteX156" fmla="*/ 160972 w 330517"/>
                                <a:gd name="connsiteY156" fmla="*/ 75248 h 347662"/>
                                <a:gd name="connsiteX157" fmla="*/ 160020 w 330517"/>
                                <a:gd name="connsiteY157" fmla="*/ 51435 h 347662"/>
                                <a:gd name="connsiteX158" fmla="*/ 160020 w 330517"/>
                                <a:gd name="connsiteY158" fmla="*/ 49530 h 347662"/>
                                <a:gd name="connsiteX159" fmla="*/ 161925 w 330517"/>
                                <a:gd name="connsiteY159" fmla="*/ 51435 h 347662"/>
                                <a:gd name="connsiteX160" fmla="*/ 174307 w 330517"/>
                                <a:gd name="connsiteY160" fmla="*/ 60960 h 347662"/>
                                <a:gd name="connsiteX161" fmla="*/ 181928 w 330517"/>
                                <a:gd name="connsiteY161" fmla="*/ 66675 h 347662"/>
                                <a:gd name="connsiteX162" fmla="*/ 190500 w 330517"/>
                                <a:gd name="connsiteY162" fmla="*/ 72390 h 347662"/>
                                <a:gd name="connsiteX163" fmla="*/ 209550 w 330517"/>
                                <a:gd name="connsiteY163" fmla="*/ 86677 h 347662"/>
                                <a:gd name="connsiteX164" fmla="*/ 231457 w 330517"/>
                                <a:gd name="connsiteY164" fmla="*/ 102870 h 347662"/>
                                <a:gd name="connsiteX165" fmla="*/ 254318 w 330517"/>
                                <a:gd name="connsiteY165" fmla="*/ 120967 h 347662"/>
                                <a:gd name="connsiteX166" fmla="*/ 276225 w 330517"/>
                                <a:gd name="connsiteY166" fmla="*/ 141923 h 347662"/>
                                <a:gd name="connsiteX167" fmla="*/ 296228 w 330517"/>
                                <a:gd name="connsiteY167" fmla="*/ 165735 h 347662"/>
                                <a:gd name="connsiteX168" fmla="*/ 312420 w 330517"/>
                                <a:gd name="connsiteY168" fmla="*/ 192405 h 347662"/>
                                <a:gd name="connsiteX169" fmla="*/ 319088 w 330517"/>
                                <a:gd name="connsiteY169" fmla="*/ 206692 h 347662"/>
                                <a:gd name="connsiteX170" fmla="*/ 323850 w 330517"/>
                                <a:gd name="connsiteY170" fmla="*/ 221932 h 347662"/>
                                <a:gd name="connsiteX171" fmla="*/ 327660 w 330517"/>
                                <a:gd name="connsiteY171" fmla="*/ 237173 h 347662"/>
                                <a:gd name="connsiteX172" fmla="*/ 329565 w 330517"/>
                                <a:gd name="connsiteY172" fmla="*/ 252413 h 347662"/>
                                <a:gd name="connsiteX173" fmla="*/ 330518 w 330517"/>
                                <a:gd name="connsiteY173" fmla="*/ 267653 h 347662"/>
                                <a:gd name="connsiteX174" fmla="*/ 329565 w 330517"/>
                                <a:gd name="connsiteY174" fmla="*/ 277178 h 347662"/>
                                <a:gd name="connsiteX175" fmla="*/ 330518 w 330517"/>
                                <a:gd name="connsiteY175" fmla="*/ 274320 h 347662"/>
                                <a:gd name="connsiteX176" fmla="*/ 330518 w 330517"/>
                                <a:gd name="connsiteY176" fmla="*/ 267653 h 347662"/>
                                <a:gd name="connsiteX177" fmla="*/ 329565 w 330517"/>
                                <a:gd name="connsiteY177" fmla="*/ 252413 h 347662"/>
                                <a:gd name="connsiteX178" fmla="*/ 327660 w 330517"/>
                                <a:gd name="connsiteY178" fmla="*/ 236220 h 347662"/>
                                <a:gd name="connsiteX179" fmla="*/ 323850 w 330517"/>
                                <a:gd name="connsiteY179" fmla="*/ 220980 h 347662"/>
                                <a:gd name="connsiteX180" fmla="*/ 319088 w 330517"/>
                                <a:gd name="connsiteY180" fmla="*/ 205740 h 347662"/>
                                <a:gd name="connsiteX181" fmla="*/ 312420 w 330517"/>
                                <a:gd name="connsiteY181" fmla="*/ 190500 h 347662"/>
                                <a:gd name="connsiteX182" fmla="*/ 296228 w 330517"/>
                                <a:gd name="connsiteY182" fmla="*/ 162877 h 347662"/>
                                <a:gd name="connsiteX183" fmla="*/ 276225 w 330517"/>
                                <a:gd name="connsiteY183" fmla="*/ 138113 h 347662"/>
                                <a:gd name="connsiteX184" fmla="*/ 254318 w 330517"/>
                                <a:gd name="connsiteY184" fmla="*/ 117157 h 347662"/>
                                <a:gd name="connsiteX185" fmla="*/ 232410 w 330517"/>
                                <a:gd name="connsiteY185" fmla="*/ 98107 h 347662"/>
                                <a:gd name="connsiteX186" fmla="*/ 211455 w 330517"/>
                                <a:gd name="connsiteY186" fmla="*/ 81915 h 347662"/>
                                <a:gd name="connsiteX187" fmla="*/ 192405 w 330517"/>
                                <a:gd name="connsiteY187" fmla="*/ 67627 h 347662"/>
                                <a:gd name="connsiteX188" fmla="*/ 183832 w 330517"/>
                                <a:gd name="connsiteY188" fmla="*/ 61913 h 347662"/>
                                <a:gd name="connsiteX189" fmla="*/ 176213 w 330517"/>
                                <a:gd name="connsiteY189" fmla="*/ 56198 h 347662"/>
                                <a:gd name="connsiteX190" fmla="*/ 163830 w 330517"/>
                                <a:gd name="connsiteY190" fmla="*/ 46673 h 347662"/>
                                <a:gd name="connsiteX191" fmla="*/ 157163 w 330517"/>
                                <a:gd name="connsiteY191" fmla="*/ 41910 h 347662"/>
                                <a:gd name="connsiteX192" fmla="*/ 157163 w 330517"/>
                                <a:gd name="connsiteY192" fmla="*/ 41910 h 347662"/>
                                <a:gd name="connsiteX193" fmla="*/ 157163 w 330517"/>
                                <a:gd name="connsiteY193" fmla="*/ 32385 h 347662"/>
                                <a:gd name="connsiteX194" fmla="*/ 157163 w 330517"/>
                                <a:gd name="connsiteY194" fmla="*/ 16192 h 347662"/>
                                <a:gd name="connsiteX195" fmla="*/ 160972 w 330517"/>
                                <a:gd name="connsiteY195" fmla="*/ 0 h 347662"/>
                                <a:gd name="connsiteX196" fmla="*/ 142875 w 330517"/>
                                <a:gd name="connsiteY196" fmla="*/ 0 h 347662"/>
                                <a:gd name="connsiteX197" fmla="*/ 141922 w 330517"/>
                                <a:gd name="connsiteY197" fmla="*/ 16192 h 34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330517" h="347662">
                                  <a:moveTo>
                                    <a:pt x="141922" y="16192"/>
                                  </a:moveTo>
                                  <a:cubicBezTo>
                                    <a:pt x="141922" y="17145"/>
                                    <a:pt x="140970" y="19050"/>
                                    <a:pt x="140970" y="19050"/>
                                  </a:cubicBezTo>
                                  <a:cubicBezTo>
                                    <a:pt x="140970" y="19050"/>
                                    <a:pt x="138113" y="21907"/>
                                    <a:pt x="132397" y="26670"/>
                                  </a:cubicBezTo>
                                  <a:cubicBezTo>
                                    <a:pt x="126682" y="31432"/>
                                    <a:pt x="119063" y="38100"/>
                                    <a:pt x="109538" y="45720"/>
                                  </a:cubicBezTo>
                                  <a:cubicBezTo>
                                    <a:pt x="100013" y="53340"/>
                                    <a:pt x="88582" y="61913"/>
                                    <a:pt x="76200" y="70485"/>
                                  </a:cubicBezTo>
                                  <a:cubicBezTo>
                                    <a:pt x="73343" y="72390"/>
                                    <a:pt x="70485" y="75248"/>
                                    <a:pt x="66675" y="77152"/>
                                  </a:cubicBezTo>
                                  <a:cubicBezTo>
                                    <a:pt x="64770" y="78105"/>
                                    <a:pt x="63818" y="79057"/>
                                    <a:pt x="61913" y="80963"/>
                                  </a:cubicBezTo>
                                  <a:lnTo>
                                    <a:pt x="60960" y="81915"/>
                                  </a:lnTo>
                                  <a:lnTo>
                                    <a:pt x="60007" y="82867"/>
                                  </a:lnTo>
                                  <a:lnTo>
                                    <a:pt x="58103" y="84773"/>
                                  </a:lnTo>
                                  <a:cubicBezTo>
                                    <a:pt x="52388" y="89535"/>
                                    <a:pt x="46672" y="94298"/>
                                    <a:pt x="41910" y="100013"/>
                                  </a:cubicBezTo>
                                  <a:cubicBezTo>
                                    <a:pt x="39053" y="102870"/>
                                    <a:pt x="36195" y="104775"/>
                                    <a:pt x="34290" y="107632"/>
                                  </a:cubicBezTo>
                                  <a:cubicBezTo>
                                    <a:pt x="32385" y="110490"/>
                                    <a:pt x="29528" y="113348"/>
                                    <a:pt x="27622" y="115252"/>
                                  </a:cubicBezTo>
                                  <a:cubicBezTo>
                                    <a:pt x="26670" y="116205"/>
                                    <a:pt x="25718" y="118110"/>
                                    <a:pt x="24765" y="119063"/>
                                  </a:cubicBezTo>
                                  <a:cubicBezTo>
                                    <a:pt x="23813" y="120015"/>
                                    <a:pt x="22860" y="121920"/>
                                    <a:pt x="21907" y="122873"/>
                                  </a:cubicBezTo>
                                  <a:cubicBezTo>
                                    <a:pt x="20003" y="124777"/>
                                    <a:pt x="18097" y="127635"/>
                                    <a:pt x="17145" y="129540"/>
                                  </a:cubicBezTo>
                                  <a:cubicBezTo>
                                    <a:pt x="14288" y="134302"/>
                                    <a:pt x="11430" y="138113"/>
                                    <a:pt x="9525" y="141923"/>
                                  </a:cubicBezTo>
                                  <a:cubicBezTo>
                                    <a:pt x="7620" y="145732"/>
                                    <a:pt x="5715" y="148590"/>
                                    <a:pt x="3810" y="151448"/>
                                  </a:cubicBezTo>
                                  <a:cubicBezTo>
                                    <a:pt x="2857" y="154305"/>
                                    <a:pt x="1905" y="156210"/>
                                    <a:pt x="953" y="157163"/>
                                  </a:cubicBezTo>
                                  <a:cubicBezTo>
                                    <a:pt x="0" y="158115"/>
                                    <a:pt x="0" y="160020"/>
                                    <a:pt x="0" y="160973"/>
                                  </a:cubicBezTo>
                                  <a:cubicBezTo>
                                    <a:pt x="0" y="160973"/>
                                    <a:pt x="0" y="161925"/>
                                    <a:pt x="0" y="161925"/>
                                  </a:cubicBezTo>
                                  <a:lnTo>
                                    <a:pt x="0" y="161925"/>
                                  </a:lnTo>
                                  <a:cubicBezTo>
                                    <a:pt x="0" y="161925"/>
                                    <a:pt x="0" y="160973"/>
                                    <a:pt x="953" y="160973"/>
                                  </a:cubicBezTo>
                                  <a:cubicBezTo>
                                    <a:pt x="953" y="160020"/>
                                    <a:pt x="1905" y="159067"/>
                                    <a:pt x="2857" y="158115"/>
                                  </a:cubicBezTo>
                                  <a:cubicBezTo>
                                    <a:pt x="3810" y="157163"/>
                                    <a:pt x="4763" y="154305"/>
                                    <a:pt x="6668" y="152400"/>
                                  </a:cubicBezTo>
                                  <a:cubicBezTo>
                                    <a:pt x="8572" y="150495"/>
                                    <a:pt x="10478" y="146685"/>
                                    <a:pt x="12382" y="143827"/>
                                  </a:cubicBezTo>
                                  <a:cubicBezTo>
                                    <a:pt x="15240" y="140017"/>
                                    <a:pt x="18097" y="136207"/>
                                    <a:pt x="20955" y="132398"/>
                                  </a:cubicBezTo>
                                  <a:cubicBezTo>
                                    <a:pt x="22860" y="130492"/>
                                    <a:pt x="24765" y="127635"/>
                                    <a:pt x="26670" y="125730"/>
                                  </a:cubicBezTo>
                                  <a:cubicBezTo>
                                    <a:pt x="27622" y="124777"/>
                                    <a:pt x="28575" y="122873"/>
                                    <a:pt x="29528" y="121920"/>
                                  </a:cubicBezTo>
                                  <a:cubicBezTo>
                                    <a:pt x="30480" y="120967"/>
                                    <a:pt x="31432" y="120015"/>
                                    <a:pt x="32385" y="118110"/>
                                  </a:cubicBezTo>
                                  <a:cubicBezTo>
                                    <a:pt x="34290" y="115252"/>
                                    <a:pt x="37147" y="113348"/>
                                    <a:pt x="39053" y="110490"/>
                                  </a:cubicBezTo>
                                  <a:cubicBezTo>
                                    <a:pt x="40957" y="107632"/>
                                    <a:pt x="43815" y="105727"/>
                                    <a:pt x="46672" y="102870"/>
                                  </a:cubicBezTo>
                                  <a:cubicBezTo>
                                    <a:pt x="51435" y="97155"/>
                                    <a:pt x="58103" y="93345"/>
                                    <a:pt x="63818" y="87630"/>
                                  </a:cubicBezTo>
                                  <a:lnTo>
                                    <a:pt x="65722" y="85725"/>
                                  </a:lnTo>
                                  <a:lnTo>
                                    <a:pt x="66675" y="84773"/>
                                  </a:lnTo>
                                  <a:lnTo>
                                    <a:pt x="67628" y="83820"/>
                                  </a:lnTo>
                                  <a:cubicBezTo>
                                    <a:pt x="69532" y="82867"/>
                                    <a:pt x="70485" y="81915"/>
                                    <a:pt x="72390" y="80963"/>
                                  </a:cubicBezTo>
                                  <a:cubicBezTo>
                                    <a:pt x="75247" y="79057"/>
                                    <a:pt x="78105" y="76200"/>
                                    <a:pt x="81915" y="74295"/>
                                  </a:cubicBezTo>
                                  <a:cubicBezTo>
                                    <a:pt x="94297" y="65723"/>
                                    <a:pt x="106680" y="57150"/>
                                    <a:pt x="116205" y="50482"/>
                                  </a:cubicBezTo>
                                  <a:cubicBezTo>
                                    <a:pt x="130493" y="40005"/>
                                    <a:pt x="140970" y="31432"/>
                                    <a:pt x="145732" y="26670"/>
                                  </a:cubicBezTo>
                                  <a:cubicBezTo>
                                    <a:pt x="145732" y="28575"/>
                                    <a:pt x="145732" y="30480"/>
                                    <a:pt x="145732" y="32385"/>
                                  </a:cubicBezTo>
                                  <a:cubicBezTo>
                                    <a:pt x="145732" y="35242"/>
                                    <a:pt x="145732" y="39052"/>
                                    <a:pt x="145732" y="41910"/>
                                  </a:cubicBezTo>
                                  <a:cubicBezTo>
                                    <a:pt x="145732" y="45720"/>
                                    <a:pt x="146685" y="48577"/>
                                    <a:pt x="146685" y="52388"/>
                                  </a:cubicBezTo>
                                  <a:cubicBezTo>
                                    <a:pt x="147638" y="60007"/>
                                    <a:pt x="147638" y="68580"/>
                                    <a:pt x="148590" y="77152"/>
                                  </a:cubicBezTo>
                                  <a:cubicBezTo>
                                    <a:pt x="148590" y="79057"/>
                                    <a:pt x="148590" y="80963"/>
                                    <a:pt x="148590" y="82867"/>
                                  </a:cubicBezTo>
                                  <a:cubicBezTo>
                                    <a:pt x="148590" y="82867"/>
                                    <a:pt x="148590" y="82867"/>
                                    <a:pt x="148590" y="82867"/>
                                  </a:cubicBezTo>
                                  <a:cubicBezTo>
                                    <a:pt x="147638" y="86677"/>
                                    <a:pt x="146685" y="90488"/>
                                    <a:pt x="143828" y="95250"/>
                                  </a:cubicBezTo>
                                  <a:cubicBezTo>
                                    <a:pt x="141922" y="100013"/>
                                    <a:pt x="139065" y="104775"/>
                                    <a:pt x="135255" y="110490"/>
                                  </a:cubicBezTo>
                                  <a:cubicBezTo>
                                    <a:pt x="128588" y="120967"/>
                                    <a:pt x="118110" y="131445"/>
                                    <a:pt x="107632" y="142875"/>
                                  </a:cubicBezTo>
                                  <a:cubicBezTo>
                                    <a:pt x="101918" y="148590"/>
                                    <a:pt x="97155" y="153352"/>
                                    <a:pt x="92393" y="159067"/>
                                  </a:cubicBezTo>
                                  <a:cubicBezTo>
                                    <a:pt x="89535" y="161925"/>
                                    <a:pt x="87630" y="164782"/>
                                    <a:pt x="85725" y="167640"/>
                                  </a:cubicBezTo>
                                  <a:cubicBezTo>
                                    <a:pt x="83820" y="170498"/>
                                    <a:pt x="80963" y="173355"/>
                                    <a:pt x="79057" y="175260"/>
                                  </a:cubicBezTo>
                                  <a:cubicBezTo>
                                    <a:pt x="75247" y="180023"/>
                                    <a:pt x="71438" y="185738"/>
                                    <a:pt x="68580" y="189548"/>
                                  </a:cubicBezTo>
                                  <a:cubicBezTo>
                                    <a:pt x="67628" y="191452"/>
                                    <a:pt x="65722" y="194310"/>
                                    <a:pt x="64770" y="196215"/>
                                  </a:cubicBezTo>
                                  <a:cubicBezTo>
                                    <a:pt x="63818" y="198120"/>
                                    <a:pt x="62865" y="200025"/>
                                    <a:pt x="61913" y="201930"/>
                                  </a:cubicBezTo>
                                  <a:cubicBezTo>
                                    <a:pt x="58103" y="208598"/>
                                    <a:pt x="57150" y="213360"/>
                                    <a:pt x="57150" y="217170"/>
                                  </a:cubicBezTo>
                                  <a:cubicBezTo>
                                    <a:pt x="57150" y="218123"/>
                                    <a:pt x="57150" y="218123"/>
                                    <a:pt x="57150" y="219075"/>
                                  </a:cubicBezTo>
                                  <a:cubicBezTo>
                                    <a:pt x="57150" y="219075"/>
                                    <a:pt x="57150" y="220027"/>
                                    <a:pt x="57150" y="220980"/>
                                  </a:cubicBezTo>
                                  <a:cubicBezTo>
                                    <a:pt x="57150" y="221932"/>
                                    <a:pt x="57150" y="221932"/>
                                    <a:pt x="57150" y="222885"/>
                                  </a:cubicBezTo>
                                  <a:cubicBezTo>
                                    <a:pt x="57150" y="222885"/>
                                    <a:pt x="57150" y="223838"/>
                                    <a:pt x="57150" y="224790"/>
                                  </a:cubicBezTo>
                                  <a:cubicBezTo>
                                    <a:pt x="57150" y="225742"/>
                                    <a:pt x="57150" y="225742"/>
                                    <a:pt x="57150" y="226695"/>
                                  </a:cubicBezTo>
                                  <a:cubicBezTo>
                                    <a:pt x="58103" y="227648"/>
                                    <a:pt x="58103" y="229552"/>
                                    <a:pt x="59055" y="230505"/>
                                  </a:cubicBezTo>
                                  <a:cubicBezTo>
                                    <a:pt x="58103" y="229552"/>
                                    <a:pt x="58103" y="228600"/>
                                    <a:pt x="58103" y="226695"/>
                                  </a:cubicBezTo>
                                  <a:cubicBezTo>
                                    <a:pt x="58103" y="225742"/>
                                    <a:pt x="58103" y="225742"/>
                                    <a:pt x="58103" y="224790"/>
                                  </a:cubicBezTo>
                                  <a:cubicBezTo>
                                    <a:pt x="58103" y="224790"/>
                                    <a:pt x="58103" y="223838"/>
                                    <a:pt x="58103" y="222885"/>
                                  </a:cubicBezTo>
                                  <a:cubicBezTo>
                                    <a:pt x="58103" y="221932"/>
                                    <a:pt x="58103" y="221932"/>
                                    <a:pt x="58103" y="220980"/>
                                  </a:cubicBezTo>
                                  <a:cubicBezTo>
                                    <a:pt x="58103" y="220027"/>
                                    <a:pt x="58103" y="220027"/>
                                    <a:pt x="58103" y="219075"/>
                                  </a:cubicBezTo>
                                  <a:cubicBezTo>
                                    <a:pt x="58103" y="218123"/>
                                    <a:pt x="58103" y="218123"/>
                                    <a:pt x="58103" y="217170"/>
                                  </a:cubicBezTo>
                                  <a:cubicBezTo>
                                    <a:pt x="58103" y="213360"/>
                                    <a:pt x="59055" y="208598"/>
                                    <a:pt x="63818" y="201930"/>
                                  </a:cubicBezTo>
                                  <a:cubicBezTo>
                                    <a:pt x="64770" y="200025"/>
                                    <a:pt x="65722" y="198120"/>
                                    <a:pt x="67628" y="196215"/>
                                  </a:cubicBezTo>
                                  <a:cubicBezTo>
                                    <a:pt x="68580" y="194310"/>
                                    <a:pt x="70485" y="192405"/>
                                    <a:pt x="72390" y="189548"/>
                                  </a:cubicBezTo>
                                  <a:cubicBezTo>
                                    <a:pt x="75247" y="185738"/>
                                    <a:pt x="79057" y="180023"/>
                                    <a:pt x="83820" y="175260"/>
                                  </a:cubicBezTo>
                                  <a:cubicBezTo>
                                    <a:pt x="85725" y="172402"/>
                                    <a:pt x="87630" y="170498"/>
                                    <a:pt x="90488" y="167640"/>
                                  </a:cubicBezTo>
                                  <a:cubicBezTo>
                                    <a:pt x="92393" y="164782"/>
                                    <a:pt x="95250" y="161925"/>
                                    <a:pt x="98107" y="160020"/>
                                  </a:cubicBezTo>
                                  <a:cubicBezTo>
                                    <a:pt x="102870" y="154305"/>
                                    <a:pt x="108585" y="149542"/>
                                    <a:pt x="114300" y="143827"/>
                                  </a:cubicBezTo>
                                  <a:cubicBezTo>
                                    <a:pt x="124778" y="133350"/>
                                    <a:pt x="135255" y="122873"/>
                                    <a:pt x="142875" y="111442"/>
                                  </a:cubicBezTo>
                                  <a:cubicBezTo>
                                    <a:pt x="146685" y="106680"/>
                                    <a:pt x="149543" y="100965"/>
                                    <a:pt x="152400" y="96202"/>
                                  </a:cubicBezTo>
                                  <a:cubicBezTo>
                                    <a:pt x="152400" y="95250"/>
                                    <a:pt x="152400" y="95250"/>
                                    <a:pt x="153353" y="94298"/>
                                  </a:cubicBezTo>
                                  <a:cubicBezTo>
                                    <a:pt x="153353" y="97155"/>
                                    <a:pt x="154305" y="100013"/>
                                    <a:pt x="154305" y="102870"/>
                                  </a:cubicBezTo>
                                  <a:cubicBezTo>
                                    <a:pt x="155257" y="112395"/>
                                    <a:pt x="156210" y="121920"/>
                                    <a:pt x="157163" y="132398"/>
                                  </a:cubicBezTo>
                                  <a:cubicBezTo>
                                    <a:pt x="158115" y="140970"/>
                                    <a:pt x="159068" y="149542"/>
                                    <a:pt x="160020" y="159067"/>
                                  </a:cubicBezTo>
                                  <a:cubicBezTo>
                                    <a:pt x="160020" y="159067"/>
                                    <a:pt x="160020" y="160020"/>
                                    <a:pt x="160020" y="160973"/>
                                  </a:cubicBezTo>
                                  <a:cubicBezTo>
                                    <a:pt x="160020" y="161925"/>
                                    <a:pt x="160020" y="163830"/>
                                    <a:pt x="159068" y="166688"/>
                                  </a:cubicBezTo>
                                  <a:cubicBezTo>
                                    <a:pt x="158115" y="171450"/>
                                    <a:pt x="155257" y="177165"/>
                                    <a:pt x="150495" y="183832"/>
                                  </a:cubicBezTo>
                                  <a:cubicBezTo>
                                    <a:pt x="148590" y="187642"/>
                                    <a:pt x="144780" y="191452"/>
                                    <a:pt x="142875" y="195263"/>
                                  </a:cubicBezTo>
                                  <a:cubicBezTo>
                                    <a:pt x="140018" y="199073"/>
                                    <a:pt x="137160" y="203835"/>
                                    <a:pt x="135255" y="207645"/>
                                  </a:cubicBezTo>
                                  <a:cubicBezTo>
                                    <a:pt x="134303" y="209550"/>
                                    <a:pt x="132397" y="212407"/>
                                    <a:pt x="131445" y="214313"/>
                                  </a:cubicBezTo>
                                  <a:cubicBezTo>
                                    <a:pt x="130493" y="216217"/>
                                    <a:pt x="129540" y="219075"/>
                                    <a:pt x="127635" y="220980"/>
                                  </a:cubicBezTo>
                                  <a:cubicBezTo>
                                    <a:pt x="126682" y="223838"/>
                                    <a:pt x="125730" y="225742"/>
                                    <a:pt x="123825" y="227648"/>
                                  </a:cubicBezTo>
                                  <a:cubicBezTo>
                                    <a:pt x="122872" y="229552"/>
                                    <a:pt x="121920" y="232410"/>
                                    <a:pt x="120968" y="234315"/>
                                  </a:cubicBezTo>
                                  <a:cubicBezTo>
                                    <a:pt x="119063" y="239077"/>
                                    <a:pt x="117157" y="243840"/>
                                    <a:pt x="115253" y="247650"/>
                                  </a:cubicBezTo>
                                  <a:cubicBezTo>
                                    <a:pt x="113347" y="252413"/>
                                    <a:pt x="111443" y="257175"/>
                                    <a:pt x="109538" y="260985"/>
                                  </a:cubicBezTo>
                                  <a:cubicBezTo>
                                    <a:pt x="108585" y="262890"/>
                                    <a:pt x="107632" y="265748"/>
                                    <a:pt x="106680" y="267653"/>
                                  </a:cubicBezTo>
                                  <a:cubicBezTo>
                                    <a:pt x="105728" y="269557"/>
                                    <a:pt x="104775" y="271463"/>
                                    <a:pt x="103822" y="274320"/>
                                  </a:cubicBezTo>
                                  <a:cubicBezTo>
                                    <a:pt x="102870" y="275273"/>
                                    <a:pt x="102870" y="276225"/>
                                    <a:pt x="101918" y="278130"/>
                                  </a:cubicBezTo>
                                  <a:cubicBezTo>
                                    <a:pt x="100965" y="279082"/>
                                    <a:pt x="100965" y="280035"/>
                                    <a:pt x="100013" y="281940"/>
                                  </a:cubicBezTo>
                                  <a:cubicBezTo>
                                    <a:pt x="100013" y="281940"/>
                                    <a:pt x="100965" y="281940"/>
                                    <a:pt x="100965" y="282892"/>
                                  </a:cubicBezTo>
                                  <a:cubicBezTo>
                                    <a:pt x="101918" y="280988"/>
                                    <a:pt x="103822" y="278130"/>
                                    <a:pt x="104775" y="276225"/>
                                  </a:cubicBezTo>
                                  <a:cubicBezTo>
                                    <a:pt x="105728" y="274320"/>
                                    <a:pt x="106680" y="272415"/>
                                    <a:pt x="107632" y="269557"/>
                                  </a:cubicBezTo>
                                  <a:cubicBezTo>
                                    <a:pt x="108585" y="267653"/>
                                    <a:pt x="109538" y="265748"/>
                                    <a:pt x="110490" y="262890"/>
                                  </a:cubicBezTo>
                                  <a:cubicBezTo>
                                    <a:pt x="112395" y="259080"/>
                                    <a:pt x="114300" y="254317"/>
                                    <a:pt x="117157" y="249555"/>
                                  </a:cubicBezTo>
                                  <a:cubicBezTo>
                                    <a:pt x="119063" y="244792"/>
                                    <a:pt x="121920" y="240982"/>
                                    <a:pt x="123825" y="236220"/>
                                  </a:cubicBezTo>
                                  <a:lnTo>
                                    <a:pt x="125730" y="232410"/>
                                  </a:lnTo>
                                  <a:lnTo>
                                    <a:pt x="127635" y="228600"/>
                                  </a:lnTo>
                                  <a:cubicBezTo>
                                    <a:pt x="128588" y="226695"/>
                                    <a:pt x="130493" y="223838"/>
                                    <a:pt x="131445" y="221932"/>
                                  </a:cubicBezTo>
                                  <a:cubicBezTo>
                                    <a:pt x="132397" y="220027"/>
                                    <a:pt x="134303" y="217170"/>
                                    <a:pt x="135255" y="215265"/>
                                  </a:cubicBezTo>
                                  <a:cubicBezTo>
                                    <a:pt x="136207" y="213360"/>
                                    <a:pt x="138113" y="210502"/>
                                    <a:pt x="139065" y="208598"/>
                                  </a:cubicBezTo>
                                  <a:cubicBezTo>
                                    <a:pt x="141922" y="204788"/>
                                    <a:pt x="144780" y="200025"/>
                                    <a:pt x="147638" y="196215"/>
                                  </a:cubicBezTo>
                                  <a:cubicBezTo>
                                    <a:pt x="150495" y="192405"/>
                                    <a:pt x="153353" y="188595"/>
                                    <a:pt x="156210" y="185738"/>
                                  </a:cubicBezTo>
                                  <a:cubicBezTo>
                                    <a:pt x="159068" y="181927"/>
                                    <a:pt x="160972" y="178117"/>
                                    <a:pt x="162878" y="175260"/>
                                  </a:cubicBezTo>
                                  <a:cubicBezTo>
                                    <a:pt x="163830" y="180975"/>
                                    <a:pt x="163830" y="186690"/>
                                    <a:pt x="164782" y="192405"/>
                                  </a:cubicBezTo>
                                  <a:cubicBezTo>
                                    <a:pt x="164782" y="202882"/>
                                    <a:pt x="166688" y="213360"/>
                                    <a:pt x="166688" y="222885"/>
                                  </a:cubicBezTo>
                                  <a:cubicBezTo>
                                    <a:pt x="166688" y="227648"/>
                                    <a:pt x="166688" y="233363"/>
                                    <a:pt x="166688" y="238125"/>
                                  </a:cubicBezTo>
                                  <a:cubicBezTo>
                                    <a:pt x="166688" y="242888"/>
                                    <a:pt x="165735" y="248602"/>
                                    <a:pt x="165735" y="253365"/>
                                  </a:cubicBezTo>
                                  <a:cubicBezTo>
                                    <a:pt x="165735" y="262890"/>
                                    <a:pt x="163830" y="273367"/>
                                    <a:pt x="161925" y="281940"/>
                                  </a:cubicBezTo>
                                  <a:cubicBezTo>
                                    <a:pt x="160972" y="286703"/>
                                    <a:pt x="160020" y="290513"/>
                                    <a:pt x="159068" y="295275"/>
                                  </a:cubicBezTo>
                                  <a:cubicBezTo>
                                    <a:pt x="158115" y="299085"/>
                                    <a:pt x="157163" y="302895"/>
                                    <a:pt x="156210" y="306705"/>
                                  </a:cubicBezTo>
                                  <a:cubicBezTo>
                                    <a:pt x="156210" y="306705"/>
                                    <a:pt x="157163" y="307657"/>
                                    <a:pt x="157163" y="307657"/>
                                  </a:cubicBezTo>
                                  <a:lnTo>
                                    <a:pt x="157163" y="307657"/>
                                  </a:lnTo>
                                  <a:cubicBezTo>
                                    <a:pt x="159068" y="303848"/>
                                    <a:pt x="160020" y="300038"/>
                                    <a:pt x="160972" y="295275"/>
                                  </a:cubicBezTo>
                                  <a:cubicBezTo>
                                    <a:pt x="161925" y="290513"/>
                                    <a:pt x="163830" y="286703"/>
                                    <a:pt x="164782" y="281940"/>
                                  </a:cubicBezTo>
                                  <a:cubicBezTo>
                                    <a:pt x="166688" y="272415"/>
                                    <a:pt x="168593" y="262890"/>
                                    <a:pt x="169545" y="253365"/>
                                  </a:cubicBezTo>
                                  <a:cubicBezTo>
                                    <a:pt x="169545" y="250507"/>
                                    <a:pt x="169545" y="248602"/>
                                    <a:pt x="169545" y="245745"/>
                                  </a:cubicBezTo>
                                  <a:cubicBezTo>
                                    <a:pt x="169545" y="242888"/>
                                    <a:pt x="170497" y="240982"/>
                                    <a:pt x="170497" y="238125"/>
                                  </a:cubicBezTo>
                                  <a:cubicBezTo>
                                    <a:pt x="170497" y="235267"/>
                                    <a:pt x="170497" y="233363"/>
                                    <a:pt x="170497" y="230505"/>
                                  </a:cubicBezTo>
                                  <a:cubicBezTo>
                                    <a:pt x="170497" y="227648"/>
                                    <a:pt x="170497" y="225742"/>
                                    <a:pt x="170497" y="222885"/>
                                  </a:cubicBezTo>
                                  <a:cubicBezTo>
                                    <a:pt x="170497" y="212407"/>
                                    <a:pt x="169545" y="201930"/>
                                    <a:pt x="169545" y="192405"/>
                                  </a:cubicBezTo>
                                  <a:cubicBezTo>
                                    <a:pt x="169545" y="181927"/>
                                    <a:pt x="168593" y="171450"/>
                                    <a:pt x="167640" y="160973"/>
                                  </a:cubicBezTo>
                                  <a:cubicBezTo>
                                    <a:pt x="167640" y="153352"/>
                                    <a:pt x="166688" y="145732"/>
                                    <a:pt x="166688" y="138113"/>
                                  </a:cubicBezTo>
                                  <a:cubicBezTo>
                                    <a:pt x="167640" y="139065"/>
                                    <a:pt x="167640" y="140017"/>
                                    <a:pt x="168593" y="141923"/>
                                  </a:cubicBezTo>
                                  <a:cubicBezTo>
                                    <a:pt x="171450" y="146685"/>
                                    <a:pt x="175260" y="150495"/>
                                    <a:pt x="179070" y="156210"/>
                                  </a:cubicBezTo>
                                  <a:cubicBezTo>
                                    <a:pt x="186690" y="165735"/>
                                    <a:pt x="197168" y="176213"/>
                                    <a:pt x="208597" y="188595"/>
                                  </a:cubicBezTo>
                                  <a:cubicBezTo>
                                    <a:pt x="214313" y="194310"/>
                                    <a:pt x="220028" y="200977"/>
                                    <a:pt x="224790" y="207645"/>
                                  </a:cubicBezTo>
                                  <a:cubicBezTo>
                                    <a:pt x="230505" y="214313"/>
                                    <a:pt x="235268" y="220980"/>
                                    <a:pt x="240030" y="229552"/>
                                  </a:cubicBezTo>
                                  <a:cubicBezTo>
                                    <a:pt x="244793" y="237173"/>
                                    <a:pt x="248603" y="245745"/>
                                    <a:pt x="251460" y="255270"/>
                                  </a:cubicBezTo>
                                  <a:cubicBezTo>
                                    <a:pt x="254318" y="264795"/>
                                    <a:pt x="257175" y="273367"/>
                                    <a:pt x="258128" y="283845"/>
                                  </a:cubicBezTo>
                                  <a:cubicBezTo>
                                    <a:pt x="259080" y="288607"/>
                                    <a:pt x="259080" y="293370"/>
                                    <a:pt x="259080" y="299085"/>
                                  </a:cubicBezTo>
                                  <a:cubicBezTo>
                                    <a:pt x="259080" y="303848"/>
                                    <a:pt x="259080" y="309563"/>
                                    <a:pt x="259080" y="314325"/>
                                  </a:cubicBezTo>
                                  <a:cubicBezTo>
                                    <a:pt x="259080" y="317182"/>
                                    <a:pt x="259080" y="319088"/>
                                    <a:pt x="258128" y="321945"/>
                                  </a:cubicBezTo>
                                  <a:cubicBezTo>
                                    <a:pt x="258128" y="324803"/>
                                    <a:pt x="257175" y="326707"/>
                                    <a:pt x="257175" y="329565"/>
                                  </a:cubicBezTo>
                                  <a:cubicBezTo>
                                    <a:pt x="256222" y="334328"/>
                                    <a:pt x="255270" y="340042"/>
                                    <a:pt x="253365" y="344805"/>
                                  </a:cubicBezTo>
                                  <a:cubicBezTo>
                                    <a:pt x="253365" y="345757"/>
                                    <a:pt x="253365" y="346710"/>
                                    <a:pt x="252413" y="347663"/>
                                  </a:cubicBezTo>
                                  <a:cubicBezTo>
                                    <a:pt x="252413" y="347663"/>
                                    <a:pt x="253365" y="347663"/>
                                    <a:pt x="253365" y="347663"/>
                                  </a:cubicBezTo>
                                  <a:lnTo>
                                    <a:pt x="254318" y="344805"/>
                                  </a:lnTo>
                                  <a:cubicBezTo>
                                    <a:pt x="257175" y="334328"/>
                                    <a:pt x="259080" y="323850"/>
                                    <a:pt x="260032" y="313373"/>
                                  </a:cubicBezTo>
                                  <a:cubicBezTo>
                                    <a:pt x="260985" y="302895"/>
                                    <a:pt x="260985" y="292417"/>
                                    <a:pt x="259080" y="281940"/>
                                  </a:cubicBezTo>
                                  <a:cubicBezTo>
                                    <a:pt x="258128" y="271463"/>
                                    <a:pt x="255270" y="261938"/>
                                    <a:pt x="252413" y="252413"/>
                                  </a:cubicBezTo>
                                  <a:cubicBezTo>
                                    <a:pt x="249555" y="242888"/>
                                    <a:pt x="245745" y="234315"/>
                                    <a:pt x="240982" y="226695"/>
                                  </a:cubicBezTo>
                                  <a:cubicBezTo>
                                    <a:pt x="237172" y="218123"/>
                                    <a:pt x="231457" y="211455"/>
                                    <a:pt x="226695" y="204788"/>
                                  </a:cubicBezTo>
                                  <a:cubicBezTo>
                                    <a:pt x="220980" y="198120"/>
                                    <a:pt x="216218" y="191452"/>
                                    <a:pt x="210503" y="185738"/>
                                  </a:cubicBezTo>
                                  <a:cubicBezTo>
                                    <a:pt x="200025" y="173355"/>
                                    <a:pt x="189547" y="162877"/>
                                    <a:pt x="181928" y="153352"/>
                                  </a:cubicBezTo>
                                  <a:cubicBezTo>
                                    <a:pt x="178118" y="148590"/>
                                    <a:pt x="175260" y="143827"/>
                                    <a:pt x="172403" y="140017"/>
                                  </a:cubicBezTo>
                                  <a:cubicBezTo>
                                    <a:pt x="169545" y="136207"/>
                                    <a:pt x="167640" y="132398"/>
                                    <a:pt x="166688" y="129540"/>
                                  </a:cubicBezTo>
                                  <a:cubicBezTo>
                                    <a:pt x="165735" y="126682"/>
                                    <a:pt x="164782" y="124777"/>
                                    <a:pt x="163830" y="122873"/>
                                  </a:cubicBezTo>
                                  <a:cubicBezTo>
                                    <a:pt x="162878" y="116205"/>
                                    <a:pt x="162878" y="109538"/>
                                    <a:pt x="162878" y="102870"/>
                                  </a:cubicBezTo>
                                  <a:cubicBezTo>
                                    <a:pt x="162878" y="98107"/>
                                    <a:pt x="161925" y="93345"/>
                                    <a:pt x="161925" y="88582"/>
                                  </a:cubicBezTo>
                                  <a:cubicBezTo>
                                    <a:pt x="161925" y="83820"/>
                                    <a:pt x="160972" y="80010"/>
                                    <a:pt x="160972" y="75248"/>
                                  </a:cubicBezTo>
                                  <a:cubicBezTo>
                                    <a:pt x="160972" y="66675"/>
                                    <a:pt x="160020" y="58102"/>
                                    <a:pt x="160020" y="51435"/>
                                  </a:cubicBezTo>
                                  <a:cubicBezTo>
                                    <a:pt x="160020" y="50482"/>
                                    <a:pt x="160020" y="49530"/>
                                    <a:pt x="160020" y="49530"/>
                                  </a:cubicBezTo>
                                  <a:cubicBezTo>
                                    <a:pt x="160972" y="50482"/>
                                    <a:pt x="160972" y="50482"/>
                                    <a:pt x="161925" y="51435"/>
                                  </a:cubicBezTo>
                                  <a:cubicBezTo>
                                    <a:pt x="165735" y="54292"/>
                                    <a:pt x="169545" y="57150"/>
                                    <a:pt x="174307" y="60960"/>
                                  </a:cubicBezTo>
                                  <a:cubicBezTo>
                                    <a:pt x="176213" y="62865"/>
                                    <a:pt x="179070" y="64770"/>
                                    <a:pt x="181928" y="66675"/>
                                  </a:cubicBezTo>
                                  <a:cubicBezTo>
                                    <a:pt x="184785" y="68580"/>
                                    <a:pt x="187643" y="70485"/>
                                    <a:pt x="190500" y="72390"/>
                                  </a:cubicBezTo>
                                  <a:cubicBezTo>
                                    <a:pt x="196215" y="76200"/>
                                    <a:pt x="202882" y="80963"/>
                                    <a:pt x="209550" y="86677"/>
                                  </a:cubicBezTo>
                                  <a:cubicBezTo>
                                    <a:pt x="216218" y="92392"/>
                                    <a:pt x="223838" y="97155"/>
                                    <a:pt x="231457" y="102870"/>
                                  </a:cubicBezTo>
                                  <a:cubicBezTo>
                                    <a:pt x="239078" y="108585"/>
                                    <a:pt x="246697" y="114300"/>
                                    <a:pt x="254318" y="120967"/>
                                  </a:cubicBezTo>
                                  <a:cubicBezTo>
                                    <a:pt x="261938" y="127635"/>
                                    <a:pt x="269557" y="134302"/>
                                    <a:pt x="276225" y="141923"/>
                                  </a:cubicBezTo>
                                  <a:cubicBezTo>
                                    <a:pt x="282893" y="149542"/>
                                    <a:pt x="290513" y="157163"/>
                                    <a:pt x="296228" y="165735"/>
                                  </a:cubicBezTo>
                                  <a:cubicBezTo>
                                    <a:pt x="302895" y="174307"/>
                                    <a:pt x="307657" y="183832"/>
                                    <a:pt x="312420" y="192405"/>
                                  </a:cubicBezTo>
                                  <a:cubicBezTo>
                                    <a:pt x="314325" y="197167"/>
                                    <a:pt x="317182" y="201930"/>
                                    <a:pt x="319088" y="206692"/>
                                  </a:cubicBezTo>
                                  <a:cubicBezTo>
                                    <a:pt x="320993" y="211455"/>
                                    <a:pt x="322897" y="216217"/>
                                    <a:pt x="323850" y="221932"/>
                                  </a:cubicBezTo>
                                  <a:cubicBezTo>
                                    <a:pt x="324803" y="226695"/>
                                    <a:pt x="326707" y="232410"/>
                                    <a:pt x="327660" y="237173"/>
                                  </a:cubicBezTo>
                                  <a:cubicBezTo>
                                    <a:pt x="328613" y="241935"/>
                                    <a:pt x="328613" y="247650"/>
                                    <a:pt x="329565" y="252413"/>
                                  </a:cubicBezTo>
                                  <a:cubicBezTo>
                                    <a:pt x="329565" y="257175"/>
                                    <a:pt x="330518" y="262890"/>
                                    <a:pt x="330518" y="267653"/>
                                  </a:cubicBezTo>
                                  <a:cubicBezTo>
                                    <a:pt x="330518" y="270510"/>
                                    <a:pt x="330518" y="274320"/>
                                    <a:pt x="329565" y="277178"/>
                                  </a:cubicBezTo>
                                  <a:cubicBezTo>
                                    <a:pt x="329565" y="276225"/>
                                    <a:pt x="330518" y="275273"/>
                                    <a:pt x="330518" y="274320"/>
                                  </a:cubicBezTo>
                                  <a:cubicBezTo>
                                    <a:pt x="330518" y="272415"/>
                                    <a:pt x="330518" y="269557"/>
                                    <a:pt x="330518" y="267653"/>
                                  </a:cubicBezTo>
                                  <a:cubicBezTo>
                                    <a:pt x="330518" y="262890"/>
                                    <a:pt x="330518" y="257175"/>
                                    <a:pt x="329565" y="252413"/>
                                  </a:cubicBezTo>
                                  <a:cubicBezTo>
                                    <a:pt x="328613" y="247650"/>
                                    <a:pt x="328613" y="241935"/>
                                    <a:pt x="327660" y="236220"/>
                                  </a:cubicBezTo>
                                  <a:cubicBezTo>
                                    <a:pt x="326707" y="231457"/>
                                    <a:pt x="325755" y="225742"/>
                                    <a:pt x="323850" y="220980"/>
                                  </a:cubicBezTo>
                                  <a:cubicBezTo>
                                    <a:pt x="322897" y="215265"/>
                                    <a:pt x="320993" y="210502"/>
                                    <a:pt x="319088" y="205740"/>
                                  </a:cubicBezTo>
                                  <a:cubicBezTo>
                                    <a:pt x="317182" y="200977"/>
                                    <a:pt x="315278" y="195263"/>
                                    <a:pt x="312420" y="190500"/>
                                  </a:cubicBezTo>
                                  <a:cubicBezTo>
                                    <a:pt x="307657" y="180975"/>
                                    <a:pt x="301943" y="171450"/>
                                    <a:pt x="296228" y="162877"/>
                                  </a:cubicBezTo>
                                  <a:cubicBezTo>
                                    <a:pt x="290513" y="154305"/>
                                    <a:pt x="283845" y="145732"/>
                                    <a:pt x="276225" y="138113"/>
                                  </a:cubicBezTo>
                                  <a:cubicBezTo>
                                    <a:pt x="268605" y="130492"/>
                                    <a:pt x="261938" y="123825"/>
                                    <a:pt x="254318" y="117157"/>
                                  </a:cubicBezTo>
                                  <a:cubicBezTo>
                                    <a:pt x="246697" y="110490"/>
                                    <a:pt x="239078" y="103823"/>
                                    <a:pt x="232410" y="98107"/>
                                  </a:cubicBezTo>
                                  <a:cubicBezTo>
                                    <a:pt x="224790" y="92392"/>
                                    <a:pt x="218122" y="86677"/>
                                    <a:pt x="211455" y="81915"/>
                                  </a:cubicBezTo>
                                  <a:cubicBezTo>
                                    <a:pt x="204788" y="76200"/>
                                    <a:pt x="198120" y="71438"/>
                                    <a:pt x="192405" y="67627"/>
                                  </a:cubicBezTo>
                                  <a:cubicBezTo>
                                    <a:pt x="189547" y="65723"/>
                                    <a:pt x="186690" y="63817"/>
                                    <a:pt x="183832" y="61913"/>
                                  </a:cubicBezTo>
                                  <a:cubicBezTo>
                                    <a:pt x="180975" y="60007"/>
                                    <a:pt x="179070" y="58102"/>
                                    <a:pt x="176213" y="56198"/>
                                  </a:cubicBezTo>
                                  <a:cubicBezTo>
                                    <a:pt x="171450" y="52388"/>
                                    <a:pt x="167640" y="49530"/>
                                    <a:pt x="163830" y="46673"/>
                                  </a:cubicBezTo>
                                  <a:cubicBezTo>
                                    <a:pt x="160972" y="44767"/>
                                    <a:pt x="159068" y="42863"/>
                                    <a:pt x="157163" y="41910"/>
                                  </a:cubicBezTo>
                                  <a:lnTo>
                                    <a:pt x="157163" y="41910"/>
                                  </a:lnTo>
                                  <a:cubicBezTo>
                                    <a:pt x="157163" y="38100"/>
                                    <a:pt x="157163" y="35242"/>
                                    <a:pt x="157163" y="32385"/>
                                  </a:cubicBezTo>
                                  <a:cubicBezTo>
                                    <a:pt x="157163" y="25717"/>
                                    <a:pt x="157163" y="20955"/>
                                    <a:pt x="157163" y="16192"/>
                                  </a:cubicBezTo>
                                  <a:cubicBezTo>
                                    <a:pt x="157163" y="7620"/>
                                    <a:pt x="160972" y="0"/>
                                    <a:pt x="160972" y="0"/>
                                  </a:cubicBezTo>
                                  <a:cubicBezTo>
                                    <a:pt x="158115" y="952"/>
                                    <a:pt x="142875" y="0"/>
                                    <a:pt x="142875" y="0"/>
                                  </a:cubicBezTo>
                                  <a:cubicBezTo>
                                    <a:pt x="140970" y="1905"/>
                                    <a:pt x="141922" y="10477"/>
                                    <a:pt x="141922" y="16192"/>
                                  </a:cubicBezTo>
                                  <a:close/>
                                </a:path>
                              </a:pathLst>
                            </a:custGeom>
                            <a:grpFill/>
                            <a:ln w="9525" cap="flat">
                              <a:noFill/>
                              <a:prstDash val="solid"/>
                              <a:miter/>
                            </a:ln>
                          </p:spPr>
                          <p:txBody>
                            <a:bodyPr rtlCol="0" anchor="ctr"/>
                            <a:lstStyle/>
                            <a:p>
                              <a:endParaRPr lang="en-US"/>
                            </a:p>
                          </p:txBody>
                        </p:sp>
                      </p:grpSp>
                      <p:grpSp>
                        <p:nvGrpSpPr>
                          <p:cNvPr id="143" name="Graphic 2">
                            <a:extLst>
                              <a:ext uri="{FF2B5EF4-FFF2-40B4-BE49-F238E27FC236}">
                                <a16:creationId xmlns:a16="http://schemas.microsoft.com/office/drawing/2014/main" id="{AE736AF3-0337-429B-AEF1-DA4B52809559}"/>
                              </a:ext>
                            </a:extLst>
                          </p:cNvPr>
                          <p:cNvGrpSpPr/>
                          <p:nvPr/>
                        </p:nvGrpSpPr>
                        <p:grpSpPr>
                          <a:xfrm>
                            <a:off x="2917265" y="1768227"/>
                            <a:ext cx="252508" cy="198080"/>
                            <a:chOff x="2917265" y="1768227"/>
                            <a:chExt cx="252508" cy="198080"/>
                          </a:xfrm>
                          <a:grpFill/>
                        </p:grpSpPr>
                        <p:sp>
                          <p:nvSpPr>
                            <p:cNvPr id="144" name="Freeform: Shape 143">
                              <a:extLst>
                                <a:ext uri="{FF2B5EF4-FFF2-40B4-BE49-F238E27FC236}">
                                  <a16:creationId xmlns:a16="http://schemas.microsoft.com/office/drawing/2014/main" id="{1E1C2486-BC5E-4B4B-868A-8C821A0BE06C}"/>
                                </a:ext>
                              </a:extLst>
                            </p:cNvPr>
                            <p:cNvSpPr/>
                            <p:nvPr/>
                          </p:nvSpPr>
                          <p:spPr>
                            <a:xfrm>
                              <a:off x="2917265" y="1768227"/>
                              <a:ext cx="252508" cy="198080"/>
                            </a:xfrm>
                            <a:custGeom>
                              <a:avLst/>
                              <a:gdLst>
                                <a:gd name="connsiteX0" fmla="*/ 10901 w 252508"/>
                                <a:gd name="connsiteY0" fmla="*/ 61397 h 198080"/>
                                <a:gd name="connsiteX1" fmla="*/ 14711 w 252508"/>
                                <a:gd name="connsiteY1" fmla="*/ 50919 h 198080"/>
                                <a:gd name="connsiteX2" fmla="*/ 18521 w 252508"/>
                                <a:gd name="connsiteY2" fmla="*/ 40442 h 198080"/>
                                <a:gd name="connsiteX3" fmla="*/ 20426 w 252508"/>
                                <a:gd name="connsiteY3" fmla="*/ 35679 h 198080"/>
                                <a:gd name="connsiteX4" fmla="*/ 25188 w 252508"/>
                                <a:gd name="connsiteY4" fmla="*/ 28059 h 198080"/>
                                <a:gd name="connsiteX5" fmla="*/ 25188 w 252508"/>
                                <a:gd name="connsiteY5" fmla="*/ 28059 h 198080"/>
                                <a:gd name="connsiteX6" fmla="*/ 25188 w 252508"/>
                                <a:gd name="connsiteY6" fmla="*/ 28059 h 198080"/>
                                <a:gd name="connsiteX7" fmla="*/ 26141 w 252508"/>
                                <a:gd name="connsiteY7" fmla="*/ 27107 h 198080"/>
                                <a:gd name="connsiteX8" fmla="*/ 29951 w 252508"/>
                                <a:gd name="connsiteY8" fmla="*/ 24249 h 198080"/>
                                <a:gd name="connsiteX9" fmla="*/ 45191 w 252508"/>
                                <a:gd name="connsiteY9" fmla="*/ 16629 h 198080"/>
                                <a:gd name="connsiteX10" fmla="*/ 99483 w 252508"/>
                                <a:gd name="connsiteY10" fmla="*/ 1389 h 198080"/>
                                <a:gd name="connsiteX11" fmla="*/ 173778 w 252508"/>
                                <a:gd name="connsiteY11" fmla="*/ 9962 h 198080"/>
                                <a:gd name="connsiteX12" fmla="*/ 212831 w 252508"/>
                                <a:gd name="connsiteY12" fmla="*/ 33774 h 198080"/>
                                <a:gd name="connsiteX13" fmla="*/ 246168 w 252508"/>
                                <a:gd name="connsiteY13" fmla="*/ 79494 h 198080"/>
                                <a:gd name="connsiteX14" fmla="*/ 247121 w 252508"/>
                                <a:gd name="connsiteY14" fmla="*/ 81399 h 198080"/>
                                <a:gd name="connsiteX15" fmla="*/ 247121 w 252508"/>
                                <a:gd name="connsiteY15" fmla="*/ 81399 h 198080"/>
                                <a:gd name="connsiteX16" fmla="*/ 250931 w 252508"/>
                                <a:gd name="connsiteY16" fmla="*/ 95687 h 198080"/>
                                <a:gd name="connsiteX17" fmla="*/ 251883 w 252508"/>
                                <a:gd name="connsiteY17" fmla="*/ 128072 h 198080"/>
                                <a:gd name="connsiteX18" fmla="*/ 249026 w 252508"/>
                                <a:gd name="connsiteY18" fmla="*/ 139502 h 198080"/>
                                <a:gd name="connsiteX19" fmla="*/ 245216 w 252508"/>
                                <a:gd name="connsiteY19" fmla="*/ 149979 h 198080"/>
                                <a:gd name="connsiteX20" fmla="*/ 243311 w 252508"/>
                                <a:gd name="connsiteY20" fmla="*/ 153789 h 198080"/>
                                <a:gd name="connsiteX21" fmla="*/ 243311 w 252508"/>
                                <a:gd name="connsiteY21" fmla="*/ 154742 h 198080"/>
                                <a:gd name="connsiteX22" fmla="*/ 226166 w 252508"/>
                                <a:gd name="connsiteY22" fmla="*/ 173792 h 198080"/>
                                <a:gd name="connsiteX23" fmla="*/ 216641 w 252508"/>
                                <a:gd name="connsiteY23" fmla="*/ 179507 h 198080"/>
                                <a:gd name="connsiteX24" fmla="*/ 207116 w 252508"/>
                                <a:gd name="connsiteY24" fmla="*/ 182364 h 198080"/>
                                <a:gd name="connsiteX25" fmla="*/ 175683 w 252508"/>
                                <a:gd name="connsiteY25" fmla="*/ 182364 h 198080"/>
                                <a:gd name="connsiteX26" fmla="*/ 174731 w 252508"/>
                                <a:gd name="connsiteY26" fmla="*/ 182364 h 198080"/>
                                <a:gd name="connsiteX27" fmla="*/ 168063 w 252508"/>
                                <a:gd name="connsiteY27" fmla="*/ 179507 h 198080"/>
                                <a:gd name="connsiteX28" fmla="*/ 159491 w 252508"/>
                                <a:gd name="connsiteY28" fmla="*/ 185222 h 198080"/>
                                <a:gd name="connsiteX29" fmla="*/ 138536 w 252508"/>
                                <a:gd name="connsiteY29" fmla="*/ 195699 h 198080"/>
                                <a:gd name="connsiteX30" fmla="*/ 135678 w 252508"/>
                                <a:gd name="connsiteY30" fmla="*/ 196652 h 198080"/>
                                <a:gd name="connsiteX31" fmla="*/ 134726 w 252508"/>
                                <a:gd name="connsiteY31" fmla="*/ 196652 h 198080"/>
                                <a:gd name="connsiteX32" fmla="*/ 112818 w 252508"/>
                                <a:gd name="connsiteY32" fmla="*/ 196652 h 198080"/>
                                <a:gd name="connsiteX33" fmla="*/ 90911 w 252508"/>
                                <a:gd name="connsiteY33" fmla="*/ 189032 h 198080"/>
                                <a:gd name="connsiteX34" fmla="*/ 88053 w 252508"/>
                                <a:gd name="connsiteY34" fmla="*/ 188079 h 198080"/>
                                <a:gd name="connsiteX35" fmla="*/ 85196 w 252508"/>
                                <a:gd name="connsiteY35" fmla="*/ 187127 h 198080"/>
                                <a:gd name="connsiteX36" fmla="*/ 75671 w 252508"/>
                                <a:gd name="connsiteY36" fmla="*/ 183317 h 198080"/>
                                <a:gd name="connsiteX37" fmla="*/ 73766 w 252508"/>
                                <a:gd name="connsiteY37" fmla="*/ 182364 h 198080"/>
                                <a:gd name="connsiteX38" fmla="*/ 71861 w 252508"/>
                                <a:gd name="connsiteY38" fmla="*/ 181412 h 198080"/>
                                <a:gd name="connsiteX39" fmla="*/ 70908 w 252508"/>
                                <a:gd name="connsiteY39" fmla="*/ 181412 h 198080"/>
                                <a:gd name="connsiteX40" fmla="*/ 62336 w 252508"/>
                                <a:gd name="connsiteY40" fmla="*/ 180459 h 198080"/>
                                <a:gd name="connsiteX41" fmla="*/ 43286 w 252508"/>
                                <a:gd name="connsiteY41" fmla="*/ 181412 h 198080"/>
                                <a:gd name="connsiteX42" fmla="*/ 36618 w 252508"/>
                                <a:gd name="connsiteY42" fmla="*/ 182364 h 198080"/>
                                <a:gd name="connsiteX43" fmla="*/ 32808 w 252508"/>
                                <a:gd name="connsiteY43" fmla="*/ 183317 h 198080"/>
                                <a:gd name="connsiteX44" fmla="*/ 31856 w 252508"/>
                                <a:gd name="connsiteY44" fmla="*/ 183317 h 198080"/>
                                <a:gd name="connsiteX45" fmla="*/ 30903 w 252508"/>
                                <a:gd name="connsiteY45" fmla="*/ 183317 h 198080"/>
                                <a:gd name="connsiteX46" fmla="*/ 29951 w 252508"/>
                                <a:gd name="connsiteY46" fmla="*/ 183317 h 198080"/>
                                <a:gd name="connsiteX47" fmla="*/ 26141 w 252508"/>
                                <a:gd name="connsiteY47" fmla="*/ 183317 h 198080"/>
                                <a:gd name="connsiteX48" fmla="*/ 24236 w 252508"/>
                                <a:gd name="connsiteY48" fmla="*/ 183317 h 198080"/>
                                <a:gd name="connsiteX49" fmla="*/ 24236 w 252508"/>
                                <a:gd name="connsiteY49" fmla="*/ 183317 h 198080"/>
                                <a:gd name="connsiteX50" fmla="*/ 20426 w 252508"/>
                                <a:gd name="connsiteY50" fmla="*/ 182364 h 198080"/>
                                <a:gd name="connsiteX51" fmla="*/ 16616 w 252508"/>
                                <a:gd name="connsiteY51" fmla="*/ 179507 h 198080"/>
                                <a:gd name="connsiteX52" fmla="*/ 8996 w 252508"/>
                                <a:gd name="connsiteY52" fmla="*/ 170934 h 198080"/>
                                <a:gd name="connsiteX53" fmla="*/ 423 w 252508"/>
                                <a:gd name="connsiteY53" fmla="*/ 142359 h 198080"/>
                                <a:gd name="connsiteX54" fmla="*/ 423 w 252508"/>
                                <a:gd name="connsiteY54" fmla="*/ 110927 h 198080"/>
                                <a:gd name="connsiteX55" fmla="*/ 3281 w 252508"/>
                                <a:gd name="connsiteY55" fmla="*/ 82352 h 198080"/>
                                <a:gd name="connsiteX56" fmla="*/ 10901 w 252508"/>
                                <a:gd name="connsiteY56" fmla="*/ 61397 h 198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252508" h="198080">
                                  <a:moveTo>
                                    <a:pt x="10901" y="61397"/>
                                  </a:moveTo>
                                  <a:cubicBezTo>
                                    <a:pt x="11853" y="57587"/>
                                    <a:pt x="12806" y="53777"/>
                                    <a:pt x="14711" y="50919"/>
                                  </a:cubicBezTo>
                                  <a:cubicBezTo>
                                    <a:pt x="15663" y="47109"/>
                                    <a:pt x="17568" y="44252"/>
                                    <a:pt x="18521" y="40442"/>
                                  </a:cubicBezTo>
                                  <a:cubicBezTo>
                                    <a:pt x="19473" y="38537"/>
                                    <a:pt x="20426" y="36632"/>
                                    <a:pt x="20426" y="35679"/>
                                  </a:cubicBezTo>
                                  <a:cubicBezTo>
                                    <a:pt x="20426" y="35679"/>
                                    <a:pt x="24236" y="29012"/>
                                    <a:pt x="25188" y="28059"/>
                                  </a:cubicBezTo>
                                  <a:cubicBezTo>
                                    <a:pt x="25188" y="28059"/>
                                    <a:pt x="25188" y="28059"/>
                                    <a:pt x="25188" y="28059"/>
                                  </a:cubicBezTo>
                                  <a:cubicBezTo>
                                    <a:pt x="25188" y="28059"/>
                                    <a:pt x="25188" y="28059"/>
                                    <a:pt x="25188" y="28059"/>
                                  </a:cubicBezTo>
                                  <a:cubicBezTo>
                                    <a:pt x="25188" y="28059"/>
                                    <a:pt x="26141" y="28059"/>
                                    <a:pt x="26141" y="27107"/>
                                  </a:cubicBezTo>
                                  <a:cubicBezTo>
                                    <a:pt x="27093" y="26154"/>
                                    <a:pt x="28046" y="26154"/>
                                    <a:pt x="29951" y="24249"/>
                                  </a:cubicBezTo>
                                  <a:cubicBezTo>
                                    <a:pt x="33761" y="22344"/>
                                    <a:pt x="38523" y="19487"/>
                                    <a:pt x="45191" y="16629"/>
                                  </a:cubicBezTo>
                                  <a:cubicBezTo>
                                    <a:pt x="58526" y="10914"/>
                                    <a:pt x="77576" y="4247"/>
                                    <a:pt x="99483" y="1389"/>
                                  </a:cubicBezTo>
                                  <a:cubicBezTo>
                                    <a:pt x="121391" y="-1468"/>
                                    <a:pt x="147108" y="-516"/>
                                    <a:pt x="173778" y="9962"/>
                                  </a:cubicBezTo>
                                  <a:cubicBezTo>
                                    <a:pt x="187113" y="15677"/>
                                    <a:pt x="199496" y="23297"/>
                                    <a:pt x="212831" y="33774"/>
                                  </a:cubicBezTo>
                                  <a:cubicBezTo>
                                    <a:pt x="224261" y="44252"/>
                                    <a:pt x="236643" y="59492"/>
                                    <a:pt x="246168" y="79494"/>
                                  </a:cubicBezTo>
                                  <a:cubicBezTo>
                                    <a:pt x="246168" y="80447"/>
                                    <a:pt x="247121" y="80447"/>
                                    <a:pt x="247121" y="81399"/>
                                  </a:cubicBezTo>
                                  <a:cubicBezTo>
                                    <a:pt x="247121" y="81399"/>
                                    <a:pt x="247121" y="81399"/>
                                    <a:pt x="247121" y="81399"/>
                                  </a:cubicBezTo>
                                  <a:cubicBezTo>
                                    <a:pt x="248073" y="86162"/>
                                    <a:pt x="249978" y="90924"/>
                                    <a:pt x="250931" y="95687"/>
                                  </a:cubicBezTo>
                                  <a:cubicBezTo>
                                    <a:pt x="252836" y="107117"/>
                                    <a:pt x="252836" y="118547"/>
                                    <a:pt x="251883" y="128072"/>
                                  </a:cubicBezTo>
                                  <a:cubicBezTo>
                                    <a:pt x="250931" y="131882"/>
                                    <a:pt x="250931" y="136644"/>
                                    <a:pt x="249026" y="139502"/>
                                  </a:cubicBezTo>
                                  <a:cubicBezTo>
                                    <a:pt x="248073" y="143312"/>
                                    <a:pt x="246168" y="146169"/>
                                    <a:pt x="245216" y="149979"/>
                                  </a:cubicBezTo>
                                  <a:cubicBezTo>
                                    <a:pt x="244263" y="150932"/>
                                    <a:pt x="244263" y="152837"/>
                                    <a:pt x="243311" y="153789"/>
                                  </a:cubicBezTo>
                                  <a:cubicBezTo>
                                    <a:pt x="243311" y="153789"/>
                                    <a:pt x="243311" y="154742"/>
                                    <a:pt x="243311" y="154742"/>
                                  </a:cubicBezTo>
                                  <a:cubicBezTo>
                                    <a:pt x="238548" y="163314"/>
                                    <a:pt x="232833" y="169982"/>
                                    <a:pt x="226166" y="173792"/>
                                  </a:cubicBezTo>
                                  <a:cubicBezTo>
                                    <a:pt x="223308" y="175697"/>
                                    <a:pt x="219498" y="177602"/>
                                    <a:pt x="216641" y="179507"/>
                                  </a:cubicBezTo>
                                  <a:cubicBezTo>
                                    <a:pt x="213783" y="180459"/>
                                    <a:pt x="209973" y="182364"/>
                                    <a:pt x="207116" y="182364"/>
                                  </a:cubicBezTo>
                                  <a:cubicBezTo>
                                    <a:pt x="194733" y="185222"/>
                                    <a:pt x="183303" y="184269"/>
                                    <a:pt x="175683" y="182364"/>
                                  </a:cubicBezTo>
                                  <a:cubicBezTo>
                                    <a:pt x="175683" y="182364"/>
                                    <a:pt x="174731" y="182364"/>
                                    <a:pt x="174731" y="182364"/>
                                  </a:cubicBezTo>
                                  <a:cubicBezTo>
                                    <a:pt x="169968" y="181412"/>
                                    <a:pt x="168063" y="180459"/>
                                    <a:pt x="168063" y="179507"/>
                                  </a:cubicBezTo>
                                  <a:cubicBezTo>
                                    <a:pt x="165206" y="181412"/>
                                    <a:pt x="162348" y="183317"/>
                                    <a:pt x="159491" y="185222"/>
                                  </a:cubicBezTo>
                                  <a:cubicBezTo>
                                    <a:pt x="152823" y="189984"/>
                                    <a:pt x="145203" y="193794"/>
                                    <a:pt x="138536" y="195699"/>
                                  </a:cubicBezTo>
                                  <a:cubicBezTo>
                                    <a:pt x="137583" y="195699"/>
                                    <a:pt x="136631" y="196652"/>
                                    <a:pt x="135678" y="196652"/>
                                  </a:cubicBezTo>
                                  <a:cubicBezTo>
                                    <a:pt x="135678" y="196652"/>
                                    <a:pt x="134726" y="196652"/>
                                    <a:pt x="134726" y="196652"/>
                                  </a:cubicBezTo>
                                  <a:cubicBezTo>
                                    <a:pt x="127106" y="198557"/>
                                    <a:pt x="120438" y="198557"/>
                                    <a:pt x="112818" y="196652"/>
                                  </a:cubicBezTo>
                                  <a:cubicBezTo>
                                    <a:pt x="106151" y="195699"/>
                                    <a:pt x="98531" y="191889"/>
                                    <a:pt x="90911" y="189032"/>
                                  </a:cubicBezTo>
                                  <a:cubicBezTo>
                                    <a:pt x="89958" y="189032"/>
                                    <a:pt x="89006" y="188079"/>
                                    <a:pt x="88053" y="188079"/>
                                  </a:cubicBezTo>
                                  <a:cubicBezTo>
                                    <a:pt x="87101" y="188079"/>
                                    <a:pt x="86148" y="187127"/>
                                    <a:pt x="85196" y="187127"/>
                                  </a:cubicBezTo>
                                  <a:cubicBezTo>
                                    <a:pt x="82338" y="186174"/>
                                    <a:pt x="79481" y="185222"/>
                                    <a:pt x="75671" y="183317"/>
                                  </a:cubicBezTo>
                                  <a:cubicBezTo>
                                    <a:pt x="74718" y="183317"/>
                                    <a:pt x="73766" y="183317"/>
                                    <a:pt x="73766" y="182364"/>
                                  </a:cubicBezTo>
                                  <a:cubicBezTo>
                                    <a:pt x="72813" y="182364"/>
                                    <a:pt x="72813" y="182364"/>
                                    <a:pt x="71861" y="181412"/>
                                  </a:cubicBezTo>
                                  <a:lnTo>
                                    <a:pt x="70908" y="181412"/>
                                  </a:lnTo>
                                  <a:cubicBezTo>
                                    <a:pt x="69956" y="181412"/>
                                    <a:pt x="67098" y="180459"/>
                                    <a:pt x="62336" y="180459"/>
                                  </a:cubicBezTo>
                                  <a:cubicBezTo>
                                    <a:pt x="58526" y="180459"/>
                                    <a:pt x="51858" y="180459"/>
                                    <a:pt x="43286" y="181412"/>
                                  </a:cubicBezTo>
                                  <a:cubicBezTo>
                                    <a:pt x="41381" y="181412"/>
                                    <a:pt x="38523" y="181412"/>
                                    <a:pt x="36618" y="182364"/>
                                  </a:cubicBezTo>
                                  <a:cubicBezTo>
                                    <a:pt x="35666" y="182364"/>
                                    <a:pt x="33761" y="182364"/>
                                    <a:pt x="32808" y="183317"/>
                                  </a:cubicBezTo>
                                  <a:lnTo>
                                    <a:pt x="31856" y="183317"/>
                                  </a:lnTo>
                                  <a:lnTo>
                                    <a:pt x="30903" y="183317"/>
                                  </a:lnTo>
                                  <a:cubicBezTo>
                                    <a:pt x="30903" y="183317"/>
                                    <a:pt x="30903" y="183317"/>
                                    <a:pt x="29951" y="183317"/>
                                  </a:cubicBezTo>
                                  <a:cubicBezTo>
                                    <a:pt x="28046" y="183317"/>
                                    <a:pt x="27093" y="183317"/>
                                    <a:pt x="26141" y="183317"/>
                                  </a:cubicBezTo>
                                  <a:cubicBezTo>
                                    <a:pt x="25188" y="183317"/>
                                    <a:pt x="25188" y="183317"/>
                                    <a:pt x="24236" y="183317"/>
                                  </a:cubicBezTo>
                                  <a:lnTo>
                                    <a:pt x="24236" y="183317"/>
                                  </a:lnTo>
                                  <a:cubicBezTo>
                                    <a:pt x="23283" y="183317"/>
                                    <a:pt x="21378" y="182364"/>
                                    <a:pt x="20426" y="182364"/>
                                  </a:cubicBezTo>
                                  <a:cubicBezTo>
                                    <a:pt x="19473" y="181412"/>
                                    <a:pt x="17568" y="180459"/>
                                    <a:pt x="16616" y="179507"/>
                                  </a:cubicBezTo>
                                  <a:cubicBezTo>
                                    <a:pt x="13758" y="177602"/>
                                    <a:pt x="11853" y="174744"/>
                                    <a:pt x="8996" y="170934"/>
                                  </a:cubicBezTo>
                                  <a:cubicBezTo>
                                    <a:pt x="4233" y="164267"/>
                                    <a:pt x="423" y="154742"/>
                                    <a:pt x="423" y="142359"/>
                                  </a:cubicBezTo>
                                  <a:cubicBezTo>
                                    <a:pt x="423" y="131882"/>
                                    <a:pt x="-529" y="121404"/>
                                    <a:pt x="423" y="110927"/>
                                  </a:cubicBezTo>
                                  <a:cubicBezTo>
                                    <a:pt x="1376" y="101402"/>
                                    <a:pt x="2328" y="91877"/>
                                    <a:pt x="3281" y="82352"/>
                                  </a:cubicBezTo>
                                  <a:cubicBezTo>
                                    <a:pt x="6138" y="76637"/>
                                    <a:pt x="8043" y="69017"/>
                                    <a:pt x="10901" y="61397"/>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81A5425D-A119-4881-A39D-610E88B7CF0D}"/>
                                </a:ext>
                              </a:extLst>
                            </p:cNvPr>
                            <p:cNvSpPr/>
                            <p:nvPr/>
                          </p:nvSpPr>
                          <p:spPr>
                            <a:xfrm>
                              <a:off x="2933881" y="1791524"/>
                              <a:ext cx="230505" cy="172402"/>
                            </a:xfrm>
                            <a:custGeom>
                              <a:avLst/>
                              <a:gdLst>
                                <a:gd name="connsiteX0" fmla="*/ 9525 w 230505"/>
                                <a:gd name="connsiteY0" fmla="*/ 17145 h 172402"/>
                                <a:gd name="connsiteX1" fmla="*/ 10478 w 230505"/>
                                <a:gd name="connsiteY1" fmla="*/ 19050 h 172402"/>
                                <a:gd name="connsiteX2" fmla="*/ 9525 w 230505"/>
                                <a:gd name="connsiteY2" fmla="*/ 27623 h 172402"/>
                                <a:gd name="connsiteX3" fmla="*/ 7620 w 230505"/>
                                <a:gd name="connsiteY3" fmla="*/ 48577 h 172402"/>
                                <a:gd name="connsiteX4" fmla="*/ 2857 w 230505"/>
                                <a:gd name="connsiteY4" fmla="*/ 78105 h 172402"/>
                                <a:gd name="connsiteX5" fmla="*/ 1905 w 230505"/>
                                <a:gd name="connsiteY5" fmla="*/ 85725 h 172402"/>
                                <a:gd name="connsiteX6" fmla="*/ 953 w 230505"/>
                                <a:gd name="connsiteY6" fmla="*/ 89535 h 172402"/>
                                <a:gd name="connsiteX7" fmla="*/ 953 w 230505"/>
                                <a:gd name="connsiteY7" fmla="*/ 90488 h 172402"/>
                                <a:gd name="connsiteX8" fmla="*/ 953 w 230505"/>
                                <a:gd name="connsiteY8" fmla="*/ 91440 h 172402"/>
                                <a:gd name="connsiteX9" fmla="*/ 953 w 230505"/>
                                <a:gd name="connsiteY9" fmla="*/ 93345 h 172402"/>
                                <a:gd name="connsiteX10" fmla="*/ 0 w 230505"/>
                                <a:gd name="connsiteY10" fmla="*/ 109538 h 172402"/>
                                <a:gd name="connsiteX11" fmla="*/ 0 w 230505"/>
                                <a:gd name="connsiteY11" fmla="*/ 117158 h 172402"/>
                                <a:gd name="connsiteX12" fmla="*/ 953 w 230505"/>
                                <a:gd name="connsiteY12" fmla="*/ 123825 h 172402"/>
                                <a:gd name="connsiteX13" fmla="*/ 953 w 230505"/>
                                <a:gd name="connsiteY13" fmla="*/ 127635 h 172402"/>
                                <a:gd name="connsiteX14" fmla="*/ 1905 w 230505"/>
                                <a:gd name="connsiteY14" fmla="*/ 130492 h 172402"/>
                                <a:gd name="connsiteX15" fmla="*/ 2857 w 230505"/>
                                <a:gd name="connsiteY15" fmla="*/ 136208 h 172402"/>
                                <a:gd name="connsiteX16" fmla="*/ 4763 w 230505"/>
                                <a:gd name="connsiteY16" fmla="*/ 145733 h 172402"/>
                                <a:gd name="connsiteX17" fmla="*/ 6668 w 230505"/>
                                <a:gd name="connsiteY17" fmla="*/ 153352 h 172402"/>
                                <a:gd name="connsiteX18" fmla="*/ 8572 w 230505"/>
                                <a:gd name="connsiteY18" fmla="*/ 158115 h 172402"/>
                                <a:gd name="connsiteX19" fmla="*/ 9525 w 230505"/>
                                <a:gd name="connsiteY19" fmla="*/ 160973 h 172402"/>
                                <a:gd name="connsiteX20" fmla="*/ 9525 w 230505"/>
                                <a:gd name="connsiteY20" fmla="*/ 161925 h 172402"/>
                                <a:gd name="connsiteX21" fmla="*/ 9525 w 230505"/>
                                <a:gd name="connsiteY21" fmla="*/ 161925 h 172402"/>
                                <a:gd name="connsiteX22" fmla="*/ 9525 w 230505"/>
                                <a:gd name="connsiteY22" fmla="*/ 160973 h 172402"/>
                                <a:gd name="connsiteX23" fmla="*/ 8572 w 230505"/>
                                <a:gd name="connsiteY23" fmla="*/ 158115 h 172402"/>
                                <a:gd name="connsiteX24" fmla="*/ 7620 w 230505"/>
                                <a:gd name="connsiteY24" fmla="*/ 153352 h 172402"/>
                                <a:gd name="connsiteX25" fmla="*/ 5715 w 230505"/>
                                <a:gd name="connsiteY25" fmla="*/ 145733 h 172402"/>
                                <a:gd name="connsiteX26" fmla="*/ 3810 w 230505"/>
                                <a:gd name="connsiteY26" fmla="*/ 135255 h 172402"/>
                                <a:gd name="connsiteX27" fmla="*/ 2857 w 230505"/>
                                <a:gd name="connsiteY27" fmla="*/ 129540 h 172402"/>
                                <a:gd name="connsiteX28" fmla="*/ 2857 w 230505"/>
                                <a:gd name="connsiteY28" fmla="*/ 126683 h 172402"/>
                                <a:gd name="connsiteX29" fmla="*/ 2857 w 230505"/>
                                <a:gd name="connsiteY29" fmla="*/ 122873 h 172402"/>
                                <a:gd name="connsiteX30" fmla="*/ 2857 w 230505"/>
                                <a:gd name="connsiteY30" fmla="*/ 116205 h 172402"/>
                                <a:gd name="connsiteX31" fmla="*/ 2857 w 230505"/>
                                <a:gd name="connsiteY31" fmla="*/ 108585 h 172402"/>
                                <a:gd name="connsiteX32" fmla="*/ 3810 w 230505"/>
                                <a:gd name="connsiteY32" fmla="*/ 92392 h 172402"/>
                                <a:gd name="connsiteX33" fmla="*/ 3810 w 230505"/>
                                <a:gd name="connsiteY33" fmla="*/ 90488 h 172402"/>
                                <a:gd name="connsiteX34" fmla="*/ 3810 w 230505"/>
                                <a:gd name="connsiteY34" fmla="*/ 89535 h 172402"/>
                                <a:gd name="connsiteX35" fmla="*/ 3810 w 230505"/>
                                <a:gd name="connsiteY35" fmla="*/ 88583 h 172402"/>
                                <a:gd name="connsiteX36" fmla="*/ 4763 w 230505"/>
                                <a:gd name="connsiteY36" fmla="*/ 84773 h 172402"/>
                                <a:gd name="connsiteX37" fmla="*/ 5715 w 230505"/>
                                <a:gd name="connsiteY37" fmla="*/ 77152 h 172402"/>
                                <a:gd name="connsiteX38" fmla="*/ 11430 w 230505"/>
                                <a:gd name="connsiteY38" fmla="*/ 47625 h 172402"/>
                                <a:gd name="connsiteX39" fmla="*/ 14288 w 230505"/>
                                <a:gd name="connsiteY39" fmla="*/ 20955 h 172402"/>
                                <a:gd name="connsiteX40" fmla="*/ 17145 w 230505"/>
                                <a:gd name="connsiteY40" fmla="*/ 23813 h 172402"/>
                                <a:gd name="connsiteX41" fmla="*/ 21907 w 230505"/>
                                <a:gd name="connsiteY41" fmla="*/ 28575 h 172402"/>
                                <a:gd name="connsiteX42" fmla="*/ 27622 w 230505"/>
                                <a:gd name="connsiteY42" fmla="*/ 33338 h 172402"/>
                                <a:gd name="connsiteX43" fmla="*/ 40957 w 230505"/>
                                <a:gd name="connsiteY43" fmla="*/ 44767 h 172402"/>
                                <a:gd name="connsiteX44" fmla="*/ 43815 w 230505"/>
                                <a:gd name="connsiteY44" fmla="*/ 47625 h 172402"/>
                                <a:gd name="connsiteX45" fmla="*/ 43815 w 230505"/>
                                <a:gd name="connsiteY45" fmla="*/ 47625 h 172402"/>
                                <a:gd name="connsiteX46" fmla="*/ 47625 w 230505"/>
                                <a:gd name="connsiteY46" fmla="*/ 56198 h 172402"/>
                                <a:gd name="connsiteX47" fmla="*/ 50482 w 230505"/>
                                <a:gd name="connsiteY47" fmla="*/ 67627 h 172402"/>
                                <a:gd name="connsiteX48" fmla="*/ 52388 w 230505"/>
                                <a:gd name="connsiteY48" fmla="*/ 97155 h 172402"/>
                                <a:gd name="connsiteX49" fmla="*/ 52388 w 230505"/>
                                <a:gd name="connsiteY49" fmla="*/ 113348 h 172402"/>
                                <a:gd name="connsiteX50" fmla="*/ 53340 w 230505"/>
                                <a:gd name="connsiteY50" fmla="*/ 120967 h 172402"/>
                                <a:gd name="connsiteX51" fmla="*/ 54293 w 230505"/>
                                <a:gd name="connsiteY51" fmla="*/ 128588 h 172402"/>
                                <a:gd name="connsiteX52" fmla="*/ 56197 w 230505"/>
                                <a:gd name="connsiteY52" fmla="*/ 140970 h 172402"/>
                                <a:gd name="connsiteX53" fmla="*/ 57150 w 230505"/>
                                <a:gd name="connsiteY53" fmla="*/ 145733 h 172402"/>
                                <a:gd name="connsiteX54" fmla="*/ 58103 w 230505"/>
                                <a:gd name="connsiteY54" fmla="*/ 149542 h 172402"/>
                                <a:gd name="connsiteX55" fmla="*/ 63818 w 230505"/>
                                <a:gd name="connsiteY55" fmla="*/ 160020 h 172402"/>
                                <a:gd name="connsiteX56" fmla="*/ 64770 w 230505"/>
                                <a:gd name="connsiteY56" fmla="*/ 160973 h 172402"/>
                                <a:gd name="connsiteX57" fmla="*/ 65722 w 230505"/>
                                <a:gd name="connsiteY57" fmla="*/ 161925 h 172402"/>
                                <a:gd name="connsiteX58" fmla="*/ 66675 w 230505"/>
                                <a:gd name="connsiteY58" fmla="*/ 162877 h 172402"/>
                                <a:gd name="connsiteX59" fmla="*/ 67628 w 230505"/>
                                <a:gd name="connsiteY59" fmla="*/ 163830 h 172402"/>
                                <a:gd name="connsiteX60" fmla="*/ 68580 w 230505"/>
                                <a:gd name="connsiteY60" fmla="*/ 164783 h 172402"/>
                                <a:gd name="connsiteX61" fmla="*/ 71438 w 230505"/>
                                <a:gd name="connsiteY61" fmla="*/ 165735 h 172402"/>
                                <a:gd name="connsiteX62" fmla="*/ 68580 w 230505"/>
                                <a:gd name="connsiteY62" fmla="*/ 164783 h 172402"/>
                                <a:gd name="connsiteX63" fmla="*/ 67628 w 230505"/>
                                <a:gd name="connsiteY63" fmla="*/ 163830 h 172402"/>
                                <a:gd name="connsiteX64" fmla="*/ 66675 w 230505"/>
                                <a:gd name="connsiteY64" fmla="*/ 162877 h 172402"/>
                                <a:gd name="connsiteX65" fmla="*/ 65722 w 230505"/>
                                <a:gd name="connsiteY65" fmla="*/ 161925 h 172402"/>
                                <a:gd name="connsiteX66" fmla="*/ 64770 w 230505"/>
                                <a:gd name="connsiteY66" fmla="*/ 160973 h 172402"/>
                                <a:gd name="connsiteX67" fmla="*/ 63818 w 230505"/>
                                <a:gd name="connsiteY67" fmla="*/ 160020 h 172402"/>
                                <a:gd name="connsiteX68" fmla="*/ 59055 w 230505"/>
                                <a:gd name="connsiteY68" fmla="*/ 149542 h 172402"/>
                                <a:gd name="connsiteX69" fmla="*/ 58103 w 230505"/>
                                <a:gd name="connsiteY69" fmla="*/ 144780 h 172402"/>
                                <a:gd name="connsiteX70" fmla="*/ 57150 w 230505"/>
                                <a:gd name="connsiteY70" fmla="*/ 139065 h 172402"/>
                                <a:gd name="connsiteX71" fmla="*/ 55245 w 230505"/>
                                <a:gd name="connsiteY71" fmla="*/ 126683 h 172402"/>
                                <a:gd name="connsiteX72" fmla="*/ 54293 w 230505"/>
                                <a:gd name="connsiteY72" fmla="*/ 120015 h 172402"/>
                                <a:gd name="connsiteX73" fmla="*/ 54293 w 230505"/>
                                <a:gd name="connsiteY73" fmla="*/ 112395 h 172402"/>
                                <a:gd name="connsiteX74" fmla="*/ 54293 w 230505"/>
                                <a:gd name="connsiteY74" fmla="*/ 96202 h 172402"/>
                                <a:gd name="connsiteX75" fmla="*/ 53340 w 230505"/>
                                <a:gd name="connsiteY75" fmla="*/ 65723 h 172402"/>
                                <a:gd name="connsiteX76" fmla="*/ 50482 w 230505"/>
                                <a:gd name="connsiteY76" fmla="*/ 53340 h 172402"/>
                                <a:gd name="connsiteX77" fmla="*/ 50482 w 230505"/>
                                <a:gd name="connsiteY77" fmla="*/ 52388 h 172402"/>
                                <a:gd name="connsiteX78" fmla="*/ 55245 w 230505"/>
                                <a:gd name="connsiteY78" fmla="*/ 56198 h 172402"/>
                                <a:gd name="connsiteX79" fmla="*/ 71438 w 230505"/>
                                <a:gd name="connsiteY79" fmla="*/ 69533 h 172402"/>
                                <a:gd name="connsiteX80" fmla="*/ 85725 w 230505"/>
                                <a:gd name="connsiteY80" fmla="*/ 80963 h 172402"/>
                                <a:gd name="connsiteX81" fmla="*/ 86678 w 230505"/>
                                <a:gd name="connsiteY81" fmla="*/ 81915 h 172402"/>
                                <a:gd name="connsiteX82" fmla="*/ 88582 w 230505"/>
                                <a:gd name="connsiteY82" fmla="*/ 84773 h 172402"/>
                                <a:gd name="connsiteX83" fmla="*/ 93345 w 230505"/>
                                <a:gd name="connsiteY83" fmla="*/ 98108 h 172402"/>
                                <a:gd name="connsiteX84" fmla="*/ 95250 w 230505"/>
                                <a:gd name="connsiteY84" fmla="*/ 107633 h 172402"/>
                                <a:gd name="connsiteX85" fmla="*/ 97155 w 230505"/>
                                <a:gd name="connsiteY85" fmla="*/ 118110 h 172402"/>
                                <a:gd name="connsiteX86" fmla="*/ 99060 w 230505"/>
                                <a:gd name="connsiteY86" fmla="*/ 123825 h 172402"/>
                                <a:gd name="connsiteX87" fmla="*/ 100965 w 230505"/>
                                <a:gd name="connsiteY87" fmla="*/ 128588 h 172402"/>
                                <a:gd name="connsiteX88" fmla="*/ 102870 w 230505"/>
                                <a:gd name="connsiteY88" fmla="*/ 133350 h 172402"/>
                                <a:gd name="connsiteX89" fmla="*/ 104775 w 230505"/>
                                <a:gd name="connsiteY89" fmla="*/ 138113 h 172402"/>
                                <a:gd name="connsiteX90" fmla="*/ 108585 w 230505"/>
                                <a:gd name="connsiteY90" fmla="*/ 147638 h 172402"/>
                                <a:gd name="connsiteX91" fmla="*/ 112395 w 230505"/>
                                <a:gd name="connsiteY91" fmla="*/ 157163 h 172402"/>
                                <a:gd name="connsiteX92" fmla="*/ 114300 w 230505"/>
                                <a:gd name="connsiteY92" fmla="*/ 161925 h 172402"/>
                                <a:gd name="connsiteX93" fmla="*/ 116205 w 230505"/>
                                <a:gd name="connsiteY93" fmla="*/ 166688 h 172402"/>
                                <a:gd name="connsiteX94" fmla="*/ 117157 w 230505"/>
                                <a:gd name="connsiteY94" fmla="*/ 169545 h 172402"/>
                                <a:gd name="connsiteX95" fmla="*/ 118110 w 230505"/>
                                <a:gd name="connsiteY95" fmla="*/ 172402 h 172402"/>
                                <a:gd name="connsiteX96" fmla="*/ 119063 w 230505"/>
                                <a:gd name="connsiteY96" fmla="*/ 172402 h 172402"/>
                                <a:gd name="connsiteX97" fmla="*/ 117157 w 230505"/>
                                <a:gd name="connsiteY97" fmla="*/ 167640 h 172402"/>
                                <a:gd name="connsiteX98" fmla="*/ 115253 w 230505"/>
                                <a:gd name="connsiteY98" fmla="*/ 162877 h 172402"/>
                                <a:gd name="connsiteX99" fmla="*/ 113347 w 230505"/>
                                <a:gd name="connsiteY99" fmla="*/ 158115 h 172402"/>
                                <a:gd name="connsiteX100" fmla="*/ 109538 w 230505"/>
                                <a:gd name="connsiteY100" fmla="*/ 148590 h 172402"/>
                                <a:gd name="connsiteX101" fmla="*/ 106680 w 230505"/>
                                <a:gd name="connsiteY101" fmla="*/ 138113 h 172402"/>
                                <a:gd name="connsiteX102" fmla="*/ 105728 w 230505"/>
                                <a:gd name="connsiteY102" fmla="*/ 135255 h 172402"/>
                                <a:gd name="connsiteX103" fmla="*/ 104775 w 230505"/>
                                <a:gd name="connsiteY103" fmla="*/ 132398 h 172402"/>
                                <a:gd name="connsiteX104" fmla="*/ 102870 w 230505"/>
                                <a:gd name="connsiteY104" fmla="*/ 126683 h 172402"/>
                                <a:gd name="connsiteX105" fmla="*/ 101918 w 230505"/>
                                <a:gd name="connsiteY105" fmla="*/ 121920 h 172402"/>
                                <a:gd name="connsiteX106" fmla="*/ 100965 w 230505"/>
                                <a:gd name="connsiteY106" fmla="*/ 116205 h 172402"/>
                                <a:gd name="connsiteX107" fmla="*/ 99060 w 230505"/>
                                <a:gd name="connsiteY107" fmla="*/ 105727 h 172402"/>
                                <a:gd name="connsiteX108" fmla="*/ 98107 w 230505"/>
                                <a:gd name="connsiteY108" fmla="*/ 96202 h 172402"/>
                                <a:gd name="connsiteX109" fmla="*/ 96203 w 230505"/>
                                <a:gd name="connsiteY109" fmla="*/ 87630 h 172402"/>
                                <a:gd name="connsiteX110" fmla="*/ 105728 w 230505"/>
                                <a:gd name="connsiteY110" fmla="*/ 95250 h 172402"/>
                                <a:gd name="connsiteX111" fmla="*/ 121920 w 230505"/>
                                <a:gd name="connsiteY111" fmla="*/ 109538 h 172402"/>
                                <a:gd name="connsiteX112" fmla="*/ 129540 w 230505"/>
                                <a:gd name="connsiteY112" fmla="*/ 117158 h 172402"/>
                                <a:gd name="connsiteX113" fmla="*/ 136207 w 230505"/>
                                <a:gd name="connsiteY113" fmla="*/ 124777 h 172402"/>
                                <a:gd name="connsiteX114" fmla="*/ 148590 w 230505"/>
                                <a:gd name="connsiteY114" fmla="*/ 140970 h 172402"/>
                                <a:gd name="connsiteX115" fmla="*/ 153353 w 230505"/>
                                <a:gd name="connsiteY115" fmla="*/ 149542 h 172402"/>
                                <a:gd name="connsiteX116" fmla="*/ 157163 w 230505"/>
                                <a:gd name="connsiteY116" fmla="*/ 157163 h 172402"/>
                                <a:gd name="connsiteX117" fmla="*/ 158115 w 230505"/>
                                <a:gd name="connsiteY117" fmla="*/ 157163 h 172402"/>
                                <a:gd name="connsiteX118" fmla="*/ 158115 w 230505"/>
                                <a:gd name="connsiteY118" fmla="*/ 157163 h 172402"/>
                                <a:gd name="connsiteX119" fmla="*/ 154305 w 230505"/>
                                <a:gd name="connsiteY119" fmla="*/ 148590 h 172402"/>
                                <a:gd name="connsiteX120" fmla="*/ 149543 w 230505"/>
                                <a:gd name="connsiteY120" fmla="*/ 140017 h 172402"/>
                                <a:gd name="connsiteX121" fmla="*/ 137160 w 230505"/>
                                <a:gd name="connsiteY121" fmla="*/ 123825 h 172402"/>
                                <a:gd name="connsiteX122" fmla="*/ 133350 w 230505"/>
                                <a:gd name="connsiteY122" fmla="*/ 120015 h 172402"/>
                                <a:gd name="connsiteX123" fmla="*/ 129540 w 230505"/>
                                <a:gd name="connsiteY123" fmla="*/ 116205 h 172402"/>
                                <a:gd name="connsiteX124" fmla="*/ 125730 w 230505"/>
                                <a:gd name="connsiteY124" fmla="*/ 112395 h 172402"/>
                                <a:gd name="connsiteX125" fmla="*/ 121920 w 230505"/>
                                <a:gd name="connsiteY125" fmla="*/ 108585 h 172402"/>
                                <a:gd name="connsiteX126" fmla="*/ 105728 w 230505"/>
                                <a:gd name="connsiteY126" fmla="*/ 93345 h 172402"/>
                                <a:gd name="connsiteX127" fmla="*/ 89535 w 230505"/>
                                <a:gd name="connsiteY127" fmla="*/ 79058 h 172402"/>
                                <a:gd name="connsiteX128" fmla="*/ 78105 w 230505"/>
                                <a:gd name="connsiteY128" fmla="*/ 68580 h 172402"/>
                                <a:gd name="connsiteX129" fmla="*/ 80963 w 230505"/>
                                <a:gd name="connsiteY129" fmla="*/ 69533 h 172402"/>
                                <a:gd name="connsiteX130" fmla="*/ 93345 w 230505"/>
                                <a:gd name="connsiteY130" fmla="*/ 71438 h 172402"/>
                                <a:gd name="connsiteX131" fmla="*/ 123825 w 230505"/>
                                <a:gd name="connsiteY131" fmla="*/ 73342 h 172402"/>
                                <a:gd name="connsiteX132" fmla="*/ 140970 w 230505"/>
                                <a:gd name="connsiteY132" fmla="*/ 74295 h 172402"/>
                                <a:gd name="connsiteX133" fmla="*/ 159068 w 230505"/>
                                <a:gd name="connsiteY133" fmla="*/ 78105 h 172402"/>
                                <a:gd name="connsiteX134" fmla="*/ 177165 w 230505"/>
                                <a:gd name="connsiteY134" fmla="*/ 84773 h 172402"/>
                                <a:gd name="connsiteX135" fmla="*/ 194310 w 230505"/>
                                <a:gd name="connsiteY135" fmla="*/ 96202 h 172402"/>
                                <a:gd name="connsiteX136" fmla="*/ 202882 w 230505"/>
                                <a:gd name="connsiteY136" fmla="*/ 102870 h 172402"/>
                                <a:gd name="connsiteX137" fmla="*/ 210503 w 230505"/>
                                <a:gd name="connsiteY137" fmla="*/ 110490 h 172402"/>
                                <a:gd name="connsiteX138" fmla="*/ 214313 w 230505"/>
                                <a:gd name="connsiteY138" fmla="*/ 114300 h 172402"/>
                                <a:gd name="connsiteX139" fmla="*/ 218122 w 230505"/>
                                <a:gd name="connsiteY139" fmla="*/ 119063 h 172402"/>
                                <a:gd name="connsiteX140" fmla="*/ 223838 w 230505"/>
                                <a:gd name="connsiteY140" fmla="*/ 128588 h 172402"/>
                                <a:gd name="connsiteX141" fmla="*/ 224790 w 230505"/>
                                <a:gd name="connsiteY141" fmla="*/ 130492 h 172402"/>
                                <a:gd name="connsiteX142" fmla="*/ 224790 w 230505"/>
                                <a:gd name="connsiteY142" fmla="*/ 129540 h 172402"/>
                                <a:gd name="connsiteX143" fmla="*/ 223838 w 230505"/>
                                <a:gd name="connsiteY143" fmla="*/ 127635 h 172402"/>
                                <a:gd name="connsiteX144" fmla="*/ 211455 w 230505"/>
                                <a:gd name="connsiteY144" fmla="*/ 109538 h 172402"/>
                                <a:gd name="connsiteX145" fmla="*/ 196215 w 230505"/>
                                <a:gd name="connsiteY145" fmla="*/ 94298 h 172402"/>
                                <a:gd name="connsiteX146" fmla="*/ 178118 w 230505"/>
                                <a:gd name="connsiteY146" fmla="*/ 82867 h 172402"/>
                                <a:gd name="connsiteX147" fmla="*/ 160020 w 230505"/>
                                <a:gd name="connsiteY147" fmla="*/ 75248 h 172402"/>
                                <a:gd name="connsiteX148" fmla="*/ 141922 w 230505"/>
                                <a:gd name="connsiteY148" fmla="*/ 71438 h 172402"/>
                                <a:gd name="connsiteX149" fmla="*/ 124778 w 230505"/>
                                <a:gd name="connsiteY149" fmla="*/ 69533 h 172402"/>
                                <a:gd name="connsiteX150" fmla="*/ 94297 w 230505"/>
                                <a:gd name="connsiteY150" fmla="*/ 67627 h 172402"/>
                                <a:gd name="connsiteX151" fmla="*/ 82868 w 230505"/>
                                <a:gd name="connsiteY151" fmla="*/ 65723 h 172402"/>
                                <a:gd name="connsiteX152" fmla="*/ 74295 w 230505"/>
                                <a:gd name="connsiteY152" fmla="*/ 62865 h 172402"/>
                                <a:gd name="connsiteX153" fmla="*/ 69532 w 230505"/>
                                <a:gd name="connsiteY153" fmla="*/ 60960 h 172402"/>
                                <a:gd name="connsiteX154" fmla="*/ 59055 w 230505"/>
                                <a:gd name="connsiteY154" fmla="*/ 51435 h 172402"/>
                                <a:gd name="connsiteX155" fmla="*/ 51435 w 230505"/>
                                <a:gd name="connsiteY155" fmla="*/ 44767 h 172402"/>
                                <a:gd name="connsiteX156" fmla="*/ 44768 w 230505"/>
                                <a:gd name="connsiteY156" fmla="*/ 38100 h 172402"/>
                                <a:gd name="connsiteX157" fmla="*/ 32385 w 230505"/>
                                <a:gd name="connsiteY157" fmla="*/ 26670 h 172402"/>
                                <a:gd name="connsiteX158" fmla="*/ 31432 w 230505"/>
                                <a:gd name="connsiteY158" fmla="*/ 25717 h 172402"/>
                                <a:gd name="connsiteX159" fmla="*/ 33338 w 230505"/>
                                <a:gd name="connsiteY159" fmla="*/ 25717 h 172402"/>
                                <a:gd name="connsiteX160" fmla="*/ 43815 w 230505"/>
                                <a:gd name="connsiteY160" fmla="*/ 24765 h 172402"/>
                                <a:gd name="connsiteX161" fmla="*/ 50482 w 230505"/>
                                <a:gd name="connsiteY161" fmla="*/ 23813 h 172402"/>
                                <a:gd name="connsiteX162" fmla="*/ 58103 w 230505"/>
                                <a:gd name="connsiteY162" fmla="*/ 22860 h 172402"/>
                                <a:gd name="connsiteX163" fmla="*/ 75247 w 230505"/>
                                <a:gd name="connsiteY163" fmla="*/ 20002 h 172402"/>
                                <a:gd name="connsiteX164" fmla="*/ 94297 w 230505"/>
                                <a:gd name="connsiteY164" fmla="*/ 17145 h 172402"/>
                                <a:gd name="connsiteX165" fmla="*/ 114300 w 230505"/>
                                <a:gd name="connsiteY165" fmla="*/ 15240 h 172402"/>
                                <a:gd name="connsiteX166" fmla="*/ 135255 w 230505"/>
                                <a:gd name="connsiteY166" fmla="*/ 14288 h 172402"/>
                                <a:gd name="connsiteX167" fmla="*/ 157163 w 230505"/>
                                <a:gd name="connsiteY167" fmla="*/ 16192 h 172402"/>
                                <a:gd name="connsiteX168" fmla="*/ 179070 w 230505"/>
                                <a:gd name="connsiteY168" fmla="*/ 21908 h 172402"/>
                                <a:gd name="connsiteX169" fmla="*/ 189547 w 230505"/>
                                <a:gd name="connsiteY169" fmla="*/ 25717 h 172402"/>
                                <a:gd name="connsiteX170" fmla="*/ 200025 w 230505"/>
                                <a:gd name="connsiteY170" fmla="*/ 30480 h 172402"/>
                                <a:gd name="connsiteX171" fmla="*/ 209550 w 230505"/>
                                <a:gd name="connsiteY171" fmla="*/ 36195 h 172402"/>
                                <a:gd name="connsiteX172" fmla="*/ 218122 w 230505"/>
                                <a:gd name="connsiteY172" fmla="*/ 42863 h 172402"/>
                                <a:gd name="connsiteX173" fmla="*/ 225743 w 230505"/>
                                <a:gd name="connsiteY173" fmla="*/ 49530 h 172402"/>
                                <a:gd name="connsiteX174" fmla="*/ 230505 w 230505"/>
                                <a:gd name="connsiteY174" fmla="*/ 54292 h 172402"/>
                                <a:gd name="connsiteX175" fmla="*/ 229553 w 230505"/>
                                <a:gd name="connsiteY175" fmla="*/ 52388 h 172402"/>
                                <a:gd name="connsiteX176" fmla="*/ 226695 w 230505"/>
                                <a:gd name="connsiteY176" fmla="*/ 48577 h 172402"/>
                                <a:gd name="connsiteX177" fmla="*/ 219075 w 230505"/>
                                <a:gd name="connsiteY177" fmla="*/ 40958 h 172402"/>
                                <a:gd name="connsiteX178" fmla="*/ 210503 w 230505"/>
                                <a:gd name="connsiteY178" fmla="*/ 34290 h 172402"/>
                                <a:gd name="connsiteX179" fmla="*/ 200978 w 230505"/>
                                <a:gd name="connsiteY179" fmla="*/ 28575 h 172402"/>
                                <a:gd name="connsiteX180" fmla="*/ 190500 w 230505"/>
                                <a:gd name="connsiteY180" fmla="*/ 22860 h 172402"/>
                                <a:gd name="connsiteX181" fmla="*/ 180022 w 230505"/>
                                <a:gd name="connsiteY181" fmla="*/ 18098 h 172402"/>
                                <a:gd name="connsiteX182" fmla="*/ 158115 w 230505"/>
                                <a:gd name="connsiteY182" fmla="*/ 12383 h 172402"/>
                                <a:gd name="connsiteX183" fmla="*/ 136207 w 230505"/>
                                <a:gd name="connsiteY183" fmla="*/ 9525 h 172402"/>
                                <a:gd name="connsiteX184" fmla="*/ 114300 w 230505"/>
                                <a:gd name="connsiteY184" fmla="*/ 9525 h 172402"/>
                                <a:gd name="connsiteX185" fmla="*/ 93345 w 230505"/>
                                <a:gd name="connsiteY185" fmla="*/ 11430 h 172402"/>
                                <a:gd name="connsiteX186" fmla="*/ 74295 w 230505"/>
                                <a:gd name="connsiteY186" fmla="*/ 13335 h 172402"/>
                                <a:gd name="connsiteX187" fmla="*/ 58103 w 230505"/>
                                <a:gd name="connsiteY187" fmla="*/ 15240 h 172402"/>
                                <a:gd name="connsiteX188" fmla="*/ 50482 w 230505"/>
                                <a:gd name="connsiteY188" fmla="*/ 16192 h 172402"/>
                                <a:gd name="connsiteX189" fmla="*/ 43815 w 230505"/>
                                <a:gd name="connsiteY189" fmla="*/ 17145 h 172402"/>
                                <a:gd name="connsiteX190" fmla="*/ 33338 w 230505"/>
                                <a:gd name="connsiteY190" fmla="*/ 18098 h 172402"/>
                                <a:gd name="connsiteX191" fmla="*/ 27622 w 230505"/>
                                <a:gd name="connsiteY191" fmla="*/ 19050 h 172402"/>
                                <a:gd name="connsiteX192" fmla="*/ 27622 w 230505"/>
                                <a:gd name="connsiteY192" fmla="*/ 19050 h 172402"/>
                                <a:gd name="connsiteX193" fmla="*/ 22860 w 230505"/>
                                <a:gd name="connsiteY193" fmla="*/ 14288 h 172402"/>
                                <a:gd name="connsiteX194" fmla="*/ 15240 w 230505"/>
                                <a:gd name="connsiteY194" fmla="*/ 6667 h 172402"/>
                                <a:gd name="connsiteX195" fmla="*/ 8572 w 230505"/>
                                <a:gd name="connsiteY195" fmla="*/ 0 h 172402"/>
                                <a:gd name="connsiteX196" fmla="*/ 3810 w 230505"/>
                                <a:gd name="connsiteY196" fmla="*/ 7620 h 172402"/>
                                <a:gd name="connsiteX197" fmla="*/ 9525 w 230505"/>
                                <a:gd name="connsiteY197" fmla="*/ 17145 h 172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230505" h="172402">
                                  <a:moveTo>
                                    <a:pt x="9525" y="17145"/>
                                  </a:moveTo>
                                  <a:cubicBezTo>
                                    <a:pt x="10478" y="18098"/>
                                    <a:pt x="10478" y="19050"/>
                                    <a:pt x="10478" y="19050"/>
                                  </a:cubicBezTo>
                                  <a:cubicBezTo>
                                    <a:pt x="10478" y="19050"/>
                                    <a:pt x="10478" y="21908"/>
                                    <a:pt x="9525" y="27623"/>
                                  </a:cubicBezTo>
                                  <a:cubicBezTo>
                                    <a:pt x="9525" y="32385"/>
                                    <a:pt x="8572" y="40005"/>
                                    <a:pt x="7620" y="48577"/>
                                  </a:cubicBezTo>
                                  <a:cubicBezTo>
                                    <a:pt x="6668" y="57150"/>
                                    <a:pt x="4763" y="67627"/>
                                    <a:pt x="2857" y="78105"/>
                                  </a:cubicBezTo>
                                  <a:cubicBezTo>
                                    <a:pt x="1905" y="80963"/>
                                    <a:pt x="1905" y="83820"/>
                                    <a:pt x="1905" y="85725"/>
                                  </a:cubicBezTo>
                                  <a:cubicBezTo>
                                    <a:pt x="1905" y="86677"/>
                                    <a:pt x="1905" y="88583"/>
                                    <a:pt x="953" y="89535"/>
                                  </a:cubicBezTo>
                                  <a:lnTo>
                                    <a:pt x="953" y="90488"/>
                                  </a:lnTo>
                                  <a:lnTo>
                                    <a:pt x="953" y="91440"/>
                                  </a:lnTo>
                                  <a:lnTo>
                                    <a:pt x="953" y="93345"/>
                                  </a:lnTo>
                                  <a:cubicBezTo>
                                    <a:pt x="953" y="99060"/>
                                    <a:pt x="0" y="103823"/>
                                    <a:pt x="0" y="109538"/>
                                  </a:cubicBezTo>
                                  <a:cubicBezTo>
                                    <a:pt x="0" y="112395"/>
                                    <a:pt x="0" y="114300"/>
                                    <a:pt x="0" y="117158"/>
                                  </a:cubicBezTo>
                                  <a:cubicBezTo>
                                    <a:pt x="0" y="119063"/>
                                    <a:pt x="0" y="121920"/>
                                    <a:pt x="953" y="123825"/>
                                  </a:cubicBezTo>
                                  <a:cubicBezTo>
                                    <a:pt x="953" y="124777"/>
                                    <a:pt x="953" y="125730"/>
                                    <a:pt x="953" y="127635"/>
                                  </a:cubicBezTo>
                                  <a:cubicBezTo>
                                    <a:pt x="953" y="128588"/>
                                    <a:pt x="953" y="129540"/>
                                    <a:pt x="1905" y="130492"/>
                                  </a:cubicBezTo>
                                  <a:cubicBezTo>
                                    <a:pt x="1905" y="132398"/>
                                    <a:pt x="2857" y="134302"/>
                                    <a:pt x="2857" y="136208"/>
                                  </a:cubicBezTo>
                                  <a:cubicBezTo>
                                    <a:pt x="3810" y="140017"/>
                                    <a:pt x="4763" y="142875"/>
                                    <a:pt x="4763" y="145733"/>
                                  </a:cubicBezTo>
                                  <a:cubicBezTo>
                                    <a:pt x="5715" y="148590"/>
                                    <a:pt x="6668" y="151448"/>
                                    <a:pt x="6668" y="153352"/>
                                  </a:cubicBezTo>
                                  <a:cubicBezTo>
                                    <a:pt x="7620" y="155258"/>
                                    <a:pt x="7620" y="157163"/>
                                    <a:pt x="8572" y="158115"/>
                                  </a:cubicBezTo>
                                  <a:cubicBezTo>
                                    <a:pt x="8572" y="159067"/>
                                    <a:pt x="9525" y="160020"/>
                                    <a:pt x="9525" y="160973"/>
                                  </a:cubicBezTo>
                                  <a:cubicBezTo>
                                    <a:pt x="9525" y="160973"/>
                                    <a:pt x="9525" y="160973"/>
                                    <a:pt x="9525" y="161925"/>
                                  </a:cubicBezTo>
                                  <a:lnTo>
                                    <a:pt x="9525" y="161925"/>
                                  </a:lnTo>
                                  <a:cubicBezTo>
                                    <a:pt x="9525" y="161925"/>
                                    <a:pt x="9525" y="161925"/>
                                    <a:pt x="9525" y="160973"/>
                                  </a:cubicBezTo>
                                  <a:cubicBezTo>
                                    <a:pt x="9525" y="160020"/>
                                    <a:pt x="8572" y="160020"/>
                                    <a:pt x="8572" y="158115"/>
                                  </a:cubicBezTo>
                                  <a:cubicBezTo>
                                    <a:pt x="8572" y="157163"/>
                                    <a:pt x="7620" y="155258"/>
                                    <a:pt x="7620" y="153352"/>
                                  </a:cubicBezTo>
                                  <a:cubicBezTo>
                                    <a:pt x="7620" y="151448"/>
                                    <a:pt x="6668" y="148590"/>
                                    <a:pt x="5715" y="145733"/>
                                  </a:cubicBezTo>
                                  <a:cubicBezTo>
                                    <a:pt x="5715" y="142875"/>
                                    <a:pt x="4763" y="139065"/>
                                    <a:pt x="3810" y="135255"/>
                                  </a:cubicBezTo>
                                  <a:cubicBezTo>
                                    <a:pt x="3810" y="133350"/>
                                    <a:pt x="3810" y="131445"/>
                                    <a:pt x="2857" y="129540"/>
                                  </a:cubicBezTo>
                                  <a:cubicBezTo>
                                    <a:pt x="2857" y="128588"/>
                                    <a:pt x="2857" y="127635"/>
                                    <a:pt x="2857" y="126683"/>
                                  </a:cubicBezTo>
                                  <a:cubicBezTo>
                                    <a:pt x="2857" y="125730"/>
                                    <a:pt x="2857" y="124777"/>
                                    <a:pt x="2857" y="122873"/>
                                  </a:cubicBezTo>
                                  <a:cubicBezTo>
                                    <a:pt x="2857" y="120967"/>
                                    <a:pt x="2857" y="118110"/>
                                    <a:pt x="2857" y="116205"/>
                                  </a:cubicBezTo>
                                  <a:cubicBezTo>
                                    <a:pt x="2857" y="113348"/>
                                    <a:pt x="2857" y="111442"/>
                                    <a:pt x="2857" y="108585"/>
                                  </a:cubicBezTo>
                                  <a:cubicBezTo>
                                    <a:pt x="2857" y="103823"/>
                                    <a:pt x="3810" y="98108"/>
                                    <a:pt x="3810" y="92392"/>
                                  </a:cubicBezTo>
                                  <a:lnTo>
                                    <a:pt x="3810" y="90488"/>
                                  </a:lnTo>
                                  <a:lnTo>
                                    <a:pt x="3810" y="89535"/>
                                  </a:lnTo>
                                  <a:lnTo>
                                    <a:pt x="3810" y="88583"/>
                                  </a:lnTo>
                                  <a:cubicBezTo>
                                    <a:pt x="3810" y="87630"/>
                                    <a:pt x="4763" y="85725"/>
                                    <a:pt x="4763" y="84773"/>
                                  </a:cubicBezTo>
                                  <a:cubicBezTo>
                                    <a:pt x="4763" y="81915"/>
                                    <a:pt x="5715" y="80010"/>
                                    <a:pt x="5715" y="77152"/>
                                  </a:cubicBezTo>
                                  <a:cubicBezTo>
                                    <a:pt x="7620" y="66675"/>
                                    <a:pt x="9525" y="56198"/>
                                    <a:pt x="11430" y="47625"/>
                                  </a:cubicBezTo>
                                  <a:cubicBezTo>
                                    <a:pt x="13335" y="35242"/>
                                    <a:pt x="14288" y="25717"/>
                                    <a:pt x="14288" y="20955"/>
                                  </a:cubicBezTo>
                                  <a:cubicBezTo>
                                    <a:pt x="15240" y="21908"/>
                                    <a:pt x="16193" y="22860"/>
                                    <a:pt x="17145" y="23813"/>
                                  </a:cubicBezTo>
                                  <a:cubicBezTo>
                                    <a:pt x="19050" y="25717"/>
                                    <a:pt x="20003" y="26670"/>
                                    <a:pt x="21907" y="28575"/>
                                  </a:cubicBezTo>
                                  <a:cubicBezTo>
                                    <a:pt x="23813" y="30480"/>
                                    <a:pt x="25718" y="31433"/>
                                    <a:pt x="27622" y="33338"/>
                                  </a:cubicBezTo>
                                  <a:cubicBezTo>
                                    <a:pt x="31432" y="37148"/>
                                    <a:pt x="36195" y="40958"/>
                                    <a:pt x="40957" y="44767"/>
                                  </a:cubicBezTo>
                                  <a:cubicBezTo>
                                    <a:pt x="41910" y="45720"/>
                                    <a:pt x="42863" y="46673"/>
                                    <a:pt x="43815" y="47625"/>
                                  </a:cubicBezTo>
                                  <a:cubicBezTo>
                                    <a:pt x="43815" y="47625"/>
                                    <a:pt x="43815" y="47625"/>
                                    <a:pt x="43815" y="47625"/>
                                  </a:cubicBezTo>
                                  <a:cubicBezTo>
                                    <a:pt x="44768" y="49530"/>
                                    <a:pt x="46672" y="52388"/>
                                    <a:pt x="47625" y="56198"/>
                                  </a:cubicBezTo>
                                  <a:cubicBezTo>
                                    <a:pt x="48578" y="60008"/>
                                    <a:pt x="49530" y="63817"/>
                                    <a:pt x="50482" y="67627"/>
                                  </a:cubicBezTo>
                                  <a:cubicBezTo>
                                    <a:pt x="52388" y="76200"/>
                                    <a:pt x="52388" y="86677"/>
                                    <a:pt x="52388" y="97155"/>
                                  </a:cubicBezTo>
                                  <a:cubicBezTo>
                                    <a:pt x="52388" y="102870"/>
                                    <a:pt x="52388" y="107633"/>
                                    <a:pt x="52388" y="113348"/>
                                  </a:cubicBezTo>
                                  <a:cubicBezTo>
                                    <a:pt x="52388" y="116205"/>
                                    <a:pt x="52388" y="119063"/>
                                    <a:pt x="53340" y="120967"/>
                                  </a:cubicBezTo>
                                  <a:cubicBezTo>
                                    <a:pt x="53340" y="123825"/>
                                    <a:pt x="53340" y="125730"/>
                                    <a:pt x="54293" y="128588"/>
                                  </a:cubicBezTo>
                                  <a:cubicBezTo>
                                    <a:pt x="54293" y="133350"/>
                                    <a:pt x="55245" y="137160"/>
                                    <a:pt x="56197" y="140970"/>
                                  </a:cubicBezTo>
                                  <a:cubicBezTo>
                                    <a:pt x="56197" y="142875"/>
                                    <a:pt x="57150" y="144780"/>
                                    <a:pt x="57150" y="145733"/>
                                  </a:cubicBezTo>
                                  <a:cubicBezTo>
                                    <a:pt x="58103" y="147638"/>
                                    <a:pt x="58103" y="148590"/>
                                    <a:pt x="58103" y="149542"/>
                                  </a:cubicBezTo>
                                  <a:cubicBezTo>
                                    <a:pt x="60007" y="155258"/>
                                    <a:pt x="60960" y="157163"/>
                                    <a:pt x="63818" y="160020"/>
                                  </a:cubicBezTo>
                                  <a:cubicBezTo>
                                    <a:pt x="63818" y="160020"/>
                                    <a:pt x="64770" y="160973"/>
                                    <a:pt x="64770" y="160973"/>
                                  </a:cubicBezTo>
                                  <a:cubicBezTo>
                                    <a:pt x="64770" y="160973"/>
                                    <a:pt x="65722" y="161925"/>
                                    <a:pt x="65722" y="161925"/>
                                  </a:cubicBezTo>
                                  <a:cubicBezTo>
                                    <a:pt x="65722" y="161925"/>
                                    <a:pt x="66675" y="162877"/>
                                    <a:pt x="66675" y="162877"/>
                                  </a:cubicBezTo>
                                  <a:cubicBezTo>
                                    <a:pt x="66675" y="162877"/>
                                    <a:pt x="67628" y="163830"/>
                                    <a:pt x="67628" y="163830"/>
                                  </a:cubicBezTo>
                                  <a:cubicBezTo>
                                    <a:pt x="67628" y="163830"/>
                                    <a:pt x="68580" y="164783"/>
                                    <a:pt x="68580" y="164783"/>
                                  </a:cubicBezTo>
                                  <a:cubicBezTo>
                                    <a:pt x="69532" y="164783"/>
                                    <a:pt x="70485" y="165735"/>
                                    <a:pt x="71438" y="165735"/>
                                  </a:cubicBezTo>
                                  <a:cubicBezTo>
                                    <a:pt x="70485" y="165735"/>
                                    <a:pt x="69532" y="164783"/>
                                    <a:pt x="68580" y="164783"/>
                                  </a:cubicBezTo>
                                  <a:cubicBezTo>
                                    <a:pt x="68580" y="164783"/>
                                    <a:pt x="67628" y="163830"/>
                                    <a:pt x="67628" y="163830"/>
                                  </a:cubicBezTo>
                                  <a:cubicBezTo>
                                    <a:pt x="67628" y="163830"/>
                                    <a:pt x="66675" y="162877"/>
                                    <a:pt x="66675" y="162877"/>
                                  </a:cubicBezTo>
                                  <a:cubicBezTo>
                                    <a:pt x="66675" y="162877"/>
                                    <a:pt x="65722" y="161925"/>
                                    <a:pt x="65722" y="161925"/>
                                  </a:cubicBezTo>
                                  <a:cubicBezTo>
                                    <a:pt x="65722" y="161925"/>
                                    <a:pt x="64770" y="160973"/>
                                    <a:pt x="64770" y="160973"/>
                                  </a:cubicBezTo>
                                  <a:cubicBezTo>
                                    <a:pt x="64770" y="160973"/>
                                    <a:pt x="63818" y="160020"/>
                                    <a:pt x="63818" y="160020"/>
                                  </a:cubicBezTo>
                                  <a:cubicBezTo>
                                    <a:pt x="61913" y="158115"/>
                                    <a:pt x="60007" y="155258"/>
                                    <a:pt x="59055" y="149542"/>
                                  </a:cubicBezTo>
                                  <a:cubicBezTo>
                                    <a:pt x="59055" y="148590"/>
                                    <a:pt x="58103" y="146685"/>
                                    <a:pt x="58103" y="144780"/>
                                  </a:cubicBezTo>
                                  <a:cubicBezTo>
                                    <a:pt x="58103" y="142875"/>
                                    <a:pt x="57150" y="140970"/>
                                    <a:pt x="57150" y="139065"/>
                                  </a:cubicBezTo>
                                  <a:cubicBezTo>
                                    <a:pt x="57150" y="135255"/>
                                    <a:pt x="56197" y="131445"/>
                                    <a:pt x="55245" y="126683"/>
                                  </a:cubicBezTo>
                                  <a:cubicBezTo>
                                    <a:pt x="55245" y="124777"/>
                                    <a:pt x="55245" y="121920"/>
                                    <a:pt x="54293" y="120015"/>
                                  </a:cubicBezTo>
                                  <a:cubicBezTo>
                                    <a:pt x="54293" y="117158"/>
                                    <a:pt x="54293" y="115252"/>
                                    <a:pt x="54293" y="112395"/>
                                  </a:cubicBezTo>
                                  <a:cubicBezTo>
                                    <a:pt x="54293" y="107633"/>
                                    <a:pt x="54293" y="101917"/>
                                    <a:pt x="54293" y="96202"/>
                                  </a:cubicBezTo>
                                  <a:cubicBezTo>
                                    <a:pt x="54293" y="85725"/>
                                    <a:pt x="54293" y="75248"/>
                                    <a:pt x="53340" y="65723"/>
                                  </a:cubicBezTo>
                                  <a:cubicBezTo>
                                    <a:pt x="52388" y="60960"/>
                                    <a:pt x="51435" y="57150"/>
                                    <a:pt x="50482" y="53340"/>
                                  </a:cubicBezTo>
                                  <a:cubicBezTo>
                                    <a:pt x="50482" y="53340"/>
                                    <a:pt x="50482" y="52388"/>
                                    <a:pt x="50482" y="52388"/>
                                  </a:cubicBezTo>
                                  <a:cubicBezTo>
                                    <a:pt x="52388" y="53340"/>
                                    <a:pt x="53340" y="55245"/>
                                    <a:pt x="55245" y="56198"/>
                                  </a:cubicBezTo>
                                  <a:cubicBezTo>
                                    <a:pt x="60007" y="60008"/>
                                    <a:pt x="65722" y="64770"/>
                                    <a:pt x="71438" y="69533"/>
                                  </a:cubicBezTo>
                                  <a:cubicBezTo>
                                    <a:pt x="76200" y="73342"/>
                                    <a:pt x="80963" y="77152"/>
                                    <a:pt x="85725" y="80963"/>
                                  </a:cubicBezTo>
                                  <a:cubicBezTo>
                                    <a:pt x="85725" y="80963"/>
                                    <a:pt x="85725" y="80963"/>
                                    <a:pt x="86678" y="81915"/>
                                  </a:cubicBezTo>
                                  <a:cubicBezTo>
                                    <a:pt x="87630" y="82867"/>
                                    <a:pt x="87630" y="83820"/>
                                    <a:pt x="88582" y="84773"/>
                                  </a:cubicBezTo>
                                  <a:cubicBezTo>
                                    <a:pt x="90488" y="87630"/>
                                    <a:pt x="92393" y="92392"/>
                                    <a:pt x="93345" y="98108"/>
                                  </a:cubicBezTo>
                                  <a:cubicBezTo>
                                    <a:pt x="94297" y="100965"/>
                                    <a:pt x="94297" y="104775"/>
                                    <a:pt x="95250" y="107633"/>
                                  </a:cubicBezTo>
                                  <a:cubicBezTo>
                                    <a:pt x="96203" y="110490"/>
                                    <a:pt x="97155" y="114300"/>
                                    <a:pt x="97155" y="118110"/>
                                  </a:cubicBezTo>
                                  <a:cubicBezTo>
                                    <a:pt x="97155" y="120015"/>
                                    <a:pt x="98107" y="121920"/>
                                    <a:pt x="99060" y="123825"/>
                                  </a:cubicBezTo>
                                  <a:cubicBezTo>
                                    <a:pt x="100013" y="125730"/>
                                    <a:pt x="100013" y="127635"/>
                                    <a:pt x="100965" y="128588"/>
                                  </a:cubicBezTo>
                                  <a:cubicBezTo>
                                    <a:pt x="101918" y="130492"/>
                                    <a:pt x="101918" y="132398"/>
                                    <a:pt x="102870" y="133350"/>
                                  </a:cubicBezTo>
                                  <a:cubicBezTo>
                                    <a:pt x="103822" y="135255"/>
                                    <a:pt x="103822" y="137160"/>
                                    <a:pt x="104775" y="138113"/>
                                  </a:cubicBezTo>
                                  <a:cubicBezTo>
                                    <a:pt x="105728" y="141923"/>
                                    <a:pt x="107632" y="144780"/>
                                    <a:pt x="108585" y="147638"/>
                                  </a:cubicBezTo>
                                  <a:cubicBezTo>
                                    <a:pt x="109538" y="150495"/>
                                    <a:pt x="111443" y="154305"/>
                                    <a:pt x="112395" y="157163"/>
                                  </a:cubicBezTo>
                                  <a:cubicBezTo>
                                    <a:pt x="113347" y="159067"/>
                                    <a:pt x="113347" y="160020"/>
                                    <a:pt x="114300" y="161925"/>
                                  </a:cubicBezTo>
                                  <a:cubicBezTo>
                                    <a:pt x="115253" y="163830"/>
                                    <a:pt x="115253" y="164783"/>
                                    <a:pt x="116205" y="166688"/>
                                  </a:cubicBezTo>
                                  <a:cubicBezTo>
                                    <a:pt x="116205" y="167640"/>
                                    <a:pt x="117157" y="168592"/>
                                    <a:pt x="117157" y="169545"/>
                                  </a:cubicBezTo>
                                  <a:cubicBezTo>
                                    <a:pt x="117157" y="170498"/>
                                    <a:pt x="118110" y="171450"/>
                                    <a:pt x="118110" y="172402"/>
                                  </a:cubicBezTo>
                                  <a:cubicBezTo>
                                    <a:pt x="118110" y="172402"/>
                                    <a:pt x="119063" y="172402"/>
                                    <a:pt x="119063" y="172402"/>
                                  </a:cubicBezTo>
                                  <a:cubicBezTo>
                                    <a:pt x="119063" y="170498"/>
                                    <a:pt x="118110" y="168592"/>
                                    <a:pt x="117157" y="167640"/>
                                  </a:cubicBezTo>
                                  <a:cubicBezTo>
                                    <a:pt x="116205" y="165735"/>
                                    <a:pt x="116205" y="164783"/>
                                    <a:pt x="115253" y="162877"/>
                                  </a:cubicBezTo>
                                  <a:cubicBezTo>
                                    <a:pt x="114300" y="160973"/>
                                    <a:pt x="114300" y="160020"/>
                                    <a:pt x="113347" y="158115"/>
                                  </a:cubicBezTo>
                                  <a:cubicBezTo>
                                    <a:pt x="112395" y="155258"/>
                                    <a:pt x="111443" y="151448"/>
                                    <a:pt x="109538" y="148590"/>
                                  </a:cubicBezTo>
                                  <a:cubicBezTo>
                                    <a:pt x="108585" y="145733"/>
                                    <a:pt x="107632" y="141923"/>
                                    <a:pt x="106680" y="138113"/>
                                  </a:cubicBezTo>
                                  <a:lnTo>
                                    <a:pt x="105728" y="135255"/>
                                  </a:lnTo>
                                  <a:lnTo>
                                    <a:pt x="104775" y="132398"/>
                                  </a:lnTo>
                                  <a:cubicBezTo>
                                    <a:pt x="104775" y="130492"/>
                                    <a:pt x="103822" y="128588"/>
                                    <a:pt x="102870" y="126683"/>
                                  </a:cubicBezTo>
                                  <a:cubicBezTo>
                                    <a:pt x="102870" y="124777"/>
                                    <a:pt x="101918" y="122873"/>
                                    <a:pt x="101918" y="121920"/>
                                  </a:cubicBezTo>
                                  <a:cubicBezTo>
                                    <a:pt x="101918" y="120015"/>
                                    <a:pt x="100965" y="118110"/>
                                    <a:pt x="100965" y="116205"/>
                                  </a:cubicBezTo>
                                  <a:cubicBezTo>
                                    <a:pt x="100013" y="112395"/>
                                    <a:pt x="99060" y="109538"/>
                                    <a:pt x="99060" y="105727"/>
                                  </a:cubicBezTo>
                                  <a:cubicBezTo>
                                    <a:pt x="98107" y="101917"/>
                                    <a:pt x="98107" y="99060"/>
                                    <a:pt x="98107" y="96202"/>
                                  </a:cubicBezTo>
                                  <a:cubicBezTo>
                                    <a:pt x="98107" y="93345"/>
                                    <a:pt x="97155" y="90488"/>
                                    <a:pt x="96203" y="87630"/>
                                  </a:cubicBezTo>
                                  <a:cubicBezTo>
                                    <a:pt x="99060" y="90488"/>
                                    <a:pt x="102870" y="93345"/>
                                    <a:pt x="105728" y="95250"/>
                                  </a:cubicBezTo>
                                  <a:cubicBezTo>
                                    <a:pt x="110490" y="100013"/>
                                    <a:pt x="117157" y="104775"/>
                                    <a:pt x="121920" y="109538"/>
                                  </a:cubicBezTo>
                                  <a:cubicBezTo>
                                    <a:pt x="124778" y="112395"/>
                                    <a:pt x="126682" y="114300"/>
                                    <a:pt x="129540" y="117158"/>
                                  </a:cubicBezTo>
                                  <a:cubicBezTo>
                                    <a:pt x="131445" y="120015"/>
                                    <a:pt x="134303" y="122873"/>
                                    <a:pt x="136207" y="124777"/>
                                  </a:cubicBezTo>
                                  <a:cubicBezTo>
                                    <a:pt x="140970" y="129540"/>
                                    <a:pt x="144780" y="135255"/>
                                    <a:pt x="148590" y="140970"/>
                                  </a:cubicBezTo>
                                  <a:cubicBezTo>
                                    <a:pt x="150495" y="143827"/>
                                    <a:pt x="151447" y="146685"/>
                                    <a:pt x="153353" y="149542"/>
                                  </a:cubicBezTo>
                                  <a:cubicBezTo>
                                    <a:pt x="154305" y="152400"/>
                                    <a:pt x="156210" y="154305"/>
                                    <a:pt x="157163" y="157163"/>
                                  </a:cubicBezTo>
                                  <a:cubicBezTo>
                                    <a:pt x="157163" y="157163"/>
                                    <a:pt x="158115" y="157163"/>
                                    <a:pt x="158115" y="157163"/>
                                  </a:cubicBezTo>
                                  <a:lnTo>
                                    <a:pt x="158115" y="157163"/>
                                  </a:lnTo>
                                  <a:cubicBezTo>
                                    <a:pt x="157163" y="154305"/>
                                    <a:pt x="155257" y="151448"/>
                                    <a:pt x="154305" y="148590"/>
                                  </a:cubicBezTo>
                                  <a:cubicBezTo>
                                    <a:pt x="152400" y="145733"/>
                                    <a:pt x="151447" y="142875"/>
                                    <a:pt x="149543" y="140017"/>
                                  </a:cubicBezTo>
                                  <a:cubicBezTo>
                                    <a:pt x="145732" y="134302"/>
                                    <a:pt x="141922" y="128588"/>
                                    <a:pt x="137160" y="123825"/>
                                  </a:cubicBezTo>
                                  <a:cubicBezTo>
                                    <a:pt x="136207" y="122873"/>
                                    <a:pt x="135255" y="120967"/>
                                    <a:pt x="133350" y="120015"/>
                                  </a:cubicBezTo>
                                  <a:cubicBezTo>
                                    <a:pt x="132397" y="119063"/>
                                    <a:pt x="131445" y="117158"/>
                                    <a:pt x="129540" y="116205"/>
                                  </a:cubicBezTo>
                                  <a:cubicBezTo>
                                    <a:pt x="128588" y="115252"/>
                                    <a:pt x="127635" y="113348"/>
                                    <a:pt x="125730" y="112395"/>
                                  </a:cubicBezTo>
                                  <a:cubicBezTo>
                                    <a:pt x="124778" y="111442"/>
                                    <a:pt x="122872" y="109538"/>
                                    <a:pt x="121920" y="108585"/>
                                  </a:cubicBezTo>
                                  <a:cubicBezTo>
                                    <a:pt x="117157" y="103823"/>
                                    <a:pt x="111443" y="99060"/>
                                    <a:pt x="105728" y="93345"/>
                                  </a:cubicBezTo>
                                  <a:cubicBezTo>
                                    <a:pt x="100013" y="88583"/>
                                    <a:pt x="95250" y="83820"/>
                                    <a:pt x="89535" y="79058"/>
                                  </a:cubicBezTo>
                                  <a:cubicBezTo>
                                    <a:pt x="85725" y="75248"/>
                                    <a:pt x="81915" y="71438"/>
                                    <a:pt x="78105" y="68580"/>
                                  </a:cubicBezTo>
                                  <a:cubicBezTo>
                                    <a:pt x="79057" y="68580"/>
                                    <a:pt x="80010" y="69533"/>
                                    <a:pt x="80963" y="69533"/>
                                  </a:cubicBezTo>
                                  <a:cubicBezTo>
                                    <a:pt x="84772" y="70485"/>
                                    <a:pt x="88582" y="70485"/>
                                    <a:pt x="93345" y="71438"/>
                                  </a:cubicBezTo>
                                  <a:cubicBezTo>
                                    <a:pt x="101918" y="72390"/>
                                    <a:pt x="112395" y="72390"/>
                                    <a:pt x="123825" y="73342"/>
                                  </a:cubicBezTo>
                                  <a:cubicBezTo>
                                    <a:pt x="129540" y="73342"/>
                                    <a:pt x="135255" y="74295"/>
                                    <a:pt x="140970" y="74295"/>
                                  </a:cubicBezTo>
                                  <a:cubicBezTo>
                                    <a:pt x="146685" y="75248"/>
                                    <a:pt x="153353" y="76200"/>
                                    <a:pt x="159068" y="78105"/>
                                  </a:cubicBezTo>
                                  <a:cubicBezTo>
                                    <a:pt x="164782" y="80010"/>
                                    <a:pt x="171450" y="81915"/>
                                    <a:pt x="177165" y="84773"/>
                                  </a:cubicBezTo>
                                  <a:cubicBezTo>
                                    <a:pt x="182880" y="87630"/>
                                    <a:pt x="189547" y="91440"/>
                                    <a:pt x="194310" y="96202"/>
                                  </a:cubicBezTo>
                                  <a:cubicBezTo>
                                    <a:pt x="197168" y="98108"/>
                                    <a:pt x="200025" y="100965"/>
                                    <a:pt x="202882" y="102870"/>
                                  </a:cubicBezTo>
                                  <a:cubicBezTo>
                                    <a:pt x="205740" y="105727"/>
                                    <a:pt x="207645" y="107633"/>
                                    <a:pt x="210503" y="110490"/>
                                  </a:cubicBezTo>
                                  <a:cubicBezTo>
                                    <a:pt x="211455" y="111442"/>
                                    <a:pt x="212407" y="113348"/>
                                    <a:pt x="214313" y="114300"/>
                                  </a:cubicBezTo>
                                  <a:cubicBezTo>
                                    <a:pt x="215265" y="116205"/>
                                    <a:pt x="216218" y="117158"/>
                                    <a:pt x="218122" y="119063"/>
                                  </a:cubicBezTo>
                                  <a:cubicBezTo>
                                    <a:pt x="220028" y="121920"/>
                                    <a:pt x="221932" y="125730"/>
                                    <a:pt x="223838" y="128588"/>
                                  </a:cubicBezTo>
                                  <a:cubicBezTo>
                                    <a:pt x="223838" y="129540"/>
                                    <a:pt x="224790" y="129540"/>
                                    <a:pt x="224790" y="130492"/>
                                  </a:cubicBezTo>
                                  <a:cubicBezTo>
                                    <a:pt x="224790" y="130492"/>
                                    <a:pt x="224790" y="129540"/>
                                    <a:pt x="224790" y="129540"/>
                                  </a:cubicBezTo>
                                  <a:lnTo>
                                    <a:pt x="223838" y="127635"/>
                                  </a:lnTo>
                                  <a:cubicBezTo>
                                    <a:pt x="220028" y="120967"/>
                                    <a:pt x="216218" y="115252"/>
                                    <a:pt x="211455" y="109538"/>
                                  </a:cubicBezTo>
                                  <a:cubicBezTo>
                                    <a:pt x="206693" y="103823"/>
                                    <a:pt x="200978" y="99060"/>
                                    <a:pt x="196215" y="94298"/>
                                  </a:cubicBezTo>
                                  <a:cubicBezTo>
                                    <a:pt x="190500" y="89535"/>
                                    <a:pt x="184785" y="85725"/>
                                    <a:pt x="178118" y="82867"/>
                                  </a:cubicBezTo>
                                  <a:cubicBezTo>
                                    <a:pt x="172403" y="80010"/>
                                    <a:pt x="165735" y="77152"/>
                                    <a:pt x="160020" y="75248"/>
                                  </a:cubicBezTo>
                                  <a:cubicBezTo>
                                    <a:pt x="154305" y="73342"/>
                                    <a:pt x="147638" y="72390"/>
                                    <a:pt x="141922" y="71438"/>
                                  </a:cubicBezTo>
                                  <a:cubicBezTo>
                                    <a:pt x="136207" y="70485"/>
                                    <a:pt x="129540" y="70485"/>
                                    <a:pt x="124778" y="69533"/>
                                  </a:cubicBezTo>
                                  <a:cubicBezTo>
                                    <a:pt x="113347" y="68580"/>
                                    <a:pt x="102870" y="68580"/>
                                    <a:pt x="94297" y="67627"/>
                                  </a:cubicBezTo>
                                  <a:cubicBezTo>
                                    <a:pt x="90488" y="67627"/>
                                    <a:pt x="85725" y="66675"/>
                                    <a:pt x="82868" y="65723"/>
                                  </a:cubicBezTo>
                                  <a:cubicBezTo>
                                    <a:pt x="80010" y="64770"/>
                                    <a:pt x="76200" y="63817"/>
                                    <a:pt x="74295" y="62865"/>
                                  </a:cubicBezTo>
                                  <a:cubicBezTo>
                                    <a:pt x="72390" y="61913"/>
                                    <a:pt x="70485" y="61913"/>
                                    <a:pt x="69532" y="60960"/>
                                  </a:cubicBezTo>
                                  <a:cubicBezTo>
                                    <a:pt x="65722" y="58102"/>
                                    <a:pt x="61913" y="54292"/>
                                    <a:pt x="59055" y="51435"/>
                                  </a:cubicBezTo>
                                  <a:cubicBezTo>
                                    <a:pt x="56197" y="49530"/>
                                    <a:pt x="54293" y="46673"/>
                                    <a:pt x="51435" y="44767"/>
                                  </a:cubicBezTo>
                                  <a:cubicBezTo>
                                    <a:pt x="48578" y="42863"/>
                                    <a:pt x="46672" y="40958"/>
                                    <a:pt x="44768" y="38100"/>
                                  </a:cubicBezTo>
                                  <a:cubicBezTo>
                                    <a:pt x="40005" y="34290"/>
                                    <a:pt x="36195" y="29527"/>
                                    <a:pt x="32385" y="26670"/>
                                  </a:cubicBezTo>
                                  <a:cubicBezTo>
                                    <a:pt x="32385" y="26670"/>
                                    <a:pt x="31432" y="25717"/>
                                    <a:pt x="31432" y="25717"/>
                                  </a:cubicBezTo>
                                  <a:cubicBezTo>
                                    <a:pt x="32385" y="25717"/>
                                    <a:pt x="32385" y="25717"/>
                                    <a:pt x="33338" y="25717"/>
                                  </a:cubicBezTo>
                                  <a:cubicBezTo>
                                    <a:pt x="36195" y="25717"/>
                                    <a:pt x="40005" y="24765"/>
                                    <a:pt x="43815" y="24765"/>
                                  </a:cubicBezTo>
                                  <a:cubicBezTo>
                                    <a:pt x="45720" y="24765"/>
                                    <a:pt x="48578" y="24765"/>
                                    <a:pt x="50482" y="23813"/>
                                  </a:cubicBezTo>
                                  <a:cubicBezTo>
                                    <a:pt x="52388" y="23813"/>
                                    <a:pt x="55245" y="22860"/>
                                    <a:pt x="58103" y="22860"/>
                                  </a:cubicBezTo>
                                  <a:cubicBezTo>
                                    <a:pt x="62865" y="21908"/>
                                    <a:pt x="68580" y="20955"/>
                                    <a:pt x="75247" y="20002"/>
                                  </a:cubicBezTo>
                                  <a:cubicBezTo>
                                    <a:pt x="80963" y="19050"/>
                                    <a:pt x="87630" y="18098"/>
                                    <a:pt x="94297" y="17145"/>
                                  </a:cubicBezTo>
                                  <a:cubicBezTo>
                                    <a:pt x="100965" y="16192"/>
                                    <a:pt x="107632" y="15240"/>
                                    <a:pt x="114300" y="15240"/>
                                  </a:cubicBezTo>
                                  <a:cubicBezTo>
                                    <a:pt x="120968" y="15240"/>
                                    <a:pt x="128588" y="14288"/>
                                    <a:pt x="135255" y="14288"/>
                                  </a:cubicBezTo>
                                  <a:cubicBezTo>
                                    <a:pt x="142875" y="14288"/>
                                    <a:pt x="149543" y="15240"/>
                                    <a:pt x="157163" y="16192"/>
                                  </a:cubicBezTo>
                                  <a:cubicBezTo>
                                    <a:pt x="164782" y="17145"/>
                                    <a:pt x="171450" y="19050"/>
                                    <a:pt x="179070" y="21908"/>
                                  </a:cubicBezTo>
                                  <a:cubicBezTo>
                                    <a:pt x="182880" y="22860"/>
                                    <a:pt x="185738" y="24765"/>
                                    <a:pt x="189547" y="25717"/>
                                  </a:cubicBezTo>
                                  <a:cubicBezTo>
                                    <a:pt x="193357" y="27623"/>
                                    <a:pt x="196215" y="28575"/>
                                    <a:pt x="200025" y="30480"/>
                                  </a:cubicBezTo>
                                  <a:cubicBezTo>
                                    <a:pt x="202882" y="32385"/>
                                    <a:pt x="206693" y="34290"/>
                                    <a:pt x="209550" y="36195"/>
                                  </a:cubicBezTo>
                                  <a:cubicBezTo>
                                    <a:pt x="212407" y="38100"/>
                                    <a:pt x="215265" y="40958"/>
                                    <a:pt x="218122" y="42863"/>
                                  </a:cubicBezTo>
                                  <a:cubicBezTo>
                                    <a:pt x="220980" y="45720"/>
                                    <a:pt x="223838" y="47625"/>
                                    <a:pt x="225743" y="49530"/>
                                  </a:cubicBezTo>
                                  <a:cubicBezTo>
                                    <a:pt x="227647" y="51435"/>
                                    <a:pt x="228600" y="52388"/>
                                    <a:pt x="230505" y="54292"/>
                                  </a:cubicBezTo>
                                  <a:cubicBezTo>
                                    <a:pt x="230505" y="53340"/>
                                    <a:pt x="229553" y="53340"/>
                                    <a:pt x="229553" y="52388"/>
                                  </a:cubicBezTo>
                                  <a:cubicBezTo>
                                    <a:pt x="228600" y="51435"/>
                                    <a:pt x="227647" y="50483"/>
                                    <a:pt x="226695" y="48577"/>
                                  </a:cubicBezTo>
                                  <a:cubicBezTo>
                                    <a:pt x="223838" y="45720"/>
                                    <a:pt x="221932" y="43815"/>
                                    <a:pt x="219075" y="40958"/>
                                  </a:cubicBezTo>
                                  <a:cubicBezTo>
                                    <a:pt x="216218" y="39052"/>
                                    <a:pt x="213360" y="36195"/>
                                    <a:pt x="210503" y="34290"/>
                                  </a:cubicBezTo>
                                  <a:cubicBezTo>
                                    <a:pt x="207645" y="32385"/>
                                    <a:pt x="204788" y="30480"/>
                                    <a:pt x="200978" y="28575"/>
                                  </a:cubicBezTo>
                                  <a:cubicBezTo>
                                    <a:pt x="198120" y="26670"/>
                                    <a:pt x="194310" y="24765"/>
                                    <a:pt x="190500" y="22860"/>
                                  </a:cubicBezTo>
                                  <a:cubicBezTo>
                                    <a:pt x="186690" y="20955"/>
                                    <a:pt x="183832" y="20002"/>
                                    <a:pt x="180022" y="18098"/>
                                  </a:cubicBezTo>
                                  <a:cubicBezTo>
                                    <a:pt x="172403" y="16192"/>
                                    <a:pt x="165735" y="13335"/>
                                    <a:pt x="158115" y="12383"/>
                                  </a:cubicBezTo>
                                  <a:cubicBezTo>
                                    <a:pt x="150495" y="10477"/>
                                    <a:pt x="143828" y="10477"/>
                                    <a:pt x="136207" y="9525"/>
                                  </a:cubicBezTo>
                                  <a:cubicBezTo>
                                    <a:pt x="128588" y="9525"/>
                                    <a:pt x="121920" y="9525"/>
                                    <a:pt x="114300" y="9525"/>
                                  </a:cubicBezTo>
                                  <a:cubicBezTo>
                                    <a:pt x="107632" y="9525"/>
                                    <a:pt x="100013" y="10477"/>
                                    <a:pt x="93345" y="11430"/>
                                  </a:cubicBezTo>
                                  <a:cubicBezTo>
                                    <a:pt x="86678" y="12383"/>
                                    <a:pt x="80010" y="13335"/>
                                    <a:pt x="74295" y="13335"/>
                                  </a:cubicBezTo>
                                  <a:cubicBezTo>
                                    <a:pt x="68580" y="14288"/>
                                    <a:pt x="62865" y="15240"/>
                                    <a:pt x="58103" y="15240"/>
                                  </a:cubicBezTo>
                                  <a:cubicBezTo>
                                    <a:pt x="55245" y="15240"/>
                                    <a:pt x="53340" y="16192"/>
                                    <a:pt x="50482" y="16192"/>
                                  </a:cubicBezTo>
                                  <a:cubicBezTo>
                                    <a:pt x="48578" y="16192"/>
                                    <a:pt x="45720" y="16192"/>
                                    <a:pt x="43815" y="17145"/>
                                  </a:cubicBezTo>
                                  <a:cubicBezTo>
                                    <a:pt x="40005" y="18098"/>
                                    <a:pt x="36195" y="18098"/>
                                    <a:pt x="33338" y="18098"/>
                                  </a:cubicBezTo>
                                  <a:cubicBezTo>
                                    <a:pt x="31432" y="18098"/>
                                    <a:pt x="29528" y="19050"/>
                                    <a:pt x="27622" y="19050"/>
                                  </a:cubicBezTo>
                                  <a:lnTo>
                                    <a:pt x="27622" y="19050"/>
                                  </a:lnTo>
                                  <a:cubicBezTo>
                                    <a:pt x="25718" y="17145"/>
                                    <a:pt x="24765" y="15240"/>
                                    <a:pt x="22860" y="14288"/>
                                  </a:cubicBezTo>
                                  <a:cubicBezTo>
                                    <a:pt x="20003" y="11430"/>
                                    <a:pt x="17145" y="8573"/>
                                    <a:pt x="15240" y="6667"/>
                                  </a:cubicBezTo>
                                  <a:cubicBezTo>
                                    <a:pt x="10478" y="2858"/>
                                    <a:pt x="8572" y="0"/>
                                    <a:pt x="8572" y="0"/>
                                  </a:cubicBezTo>
                                  <a:cubicBezTo>
                                    <a:pt x="7620" y="1905"/>
                                    <a:pt x="3810" y="7620"/>
                                    <a:pt x="3810" y="7620"/>
                                  </a:cubicBezTo>
                                  <a:cubicBezTo>
                                    <a:pt x="4763" y="13335"/>
                                    <a:pt x="6668" y="15240"/>
                                    <a:pt x="9525" y="17145"/>
                                  </a:cubicBezTo>
                                  <a:close/>
                                </a:path>
                              </a:pathLst>
                            </a:custGeom>
                            <a:grpFill/>
                            <a:ln w="9525" cap="flat">
                              <a:noFill/>
                              <a:prstDash val="solid"/>
                              <a:miter/>
                            </a:ln>
                          </p:spPr>
                          <p:txBody>
                            <a:bodyPr rtlCol="0" anchor="ctr"/>
                            <a:lstStyle/>
                            <a:p>
                              <a:endParaRPr lang="en-US"/>
                            </a:p>
                          </p:txBody>
                        </p:sp>
                      </p:grpSp>
                      <p:grpSp>
                        <p:nvGrpSpPr>
                          <p:cNvPr id="146" name="Graphic 2">
                            <a:extLst>
                              <a:ext uri="{FF2B5EF4-FFF2-40B4-BE49-F238E27FC236}">
                                <a16:creationId xmlns:a16="http://schemas.microsoft.com/office/drawing/2014/main" id="{AE736AF3-0337-429B-AEF1-DA4B52809559}"/>
                              </a:ext>
                            </a:extLst>
                          </p:cNvPr>
                          <p:cNvGrpSpPr/>
                          <p:nvPr/>
                        </p:nvGrpSpPr>
                        <p:grpSpPr>
                          <a:xfrm>
                            <a:off x="2883578" y="2014857"/>
                            <a:ext cx="256995" cy="204339"/>
                            <a:chOff x="2883578" y="2014857"/>
                            <a:chExt cx="256995" cy="204339"/>
                          </a:xfrm>
                          <a:grpFill/>
                        </p:grpSpPr>
                        <p:sp>
                          <p:nvSpPr>
                            <p:cNvPr id="147" name="Freeform: Shape 146">
                              <a:extLst>
                                <a:ext uri="{FF2B5EF4-FFF2-40B4-BE49-F238E27FC236}">
                                  <a16:creationId xmlns:a16="http://schemas.microsoft.com/office/drawing/2014/main" id="{DDA827D2-6C59-44B7-BB15-19700799D845}"/>
                                </a:ext>
                              </a:extLst>
                            </p:cNvPr>
                            <p:cNvSpPr/>
                            <p:nvPr/>
                          </p:nvSpPr>
                          <p:spPr>
                            <a:xfrm>
                              <a:off x="2883578" y="2014857"/>
                              <a:ext cx="256995" cy="202434"/>
                            </a:xfrm>
                            <a:custGeom>
                              <a:avLst/>
                              <a:gdLst>
                                <a:gd name="connsiteX0" fmla="*/ 31253 w 256995"/>
                                <a:gd name="connsiteY0" fmla="*/ 36700 h 202434"/>
                                <a:gd name="connsiteX1" fmla="*/ 37920 w 256995"/>
                                <a:gd name="connsiteY1" fmla="*/ 27175 h 202434"/>
                                <a:gd name="connsiteX2" fmla="*/ 44588 w 256995"/>
                                <a:gd name="connsiteY2" fmla="*/ 18602 h 202434"/>
                                <a:gd name="connsiteX3" fmla="*/ 48398 w 256995"/>
                                <a:gd name="connsiteY3" fmla="*/ 13840 h 202434"/>
                                <a:gd name="connsiteX4" fmla="*/ 55065 w 256995"/>
                                <a:gd name="connsiteY4" fmla="*/ 7172 h 202434"/>
                                <a:gd name="connsiteX5" fmla="*/ 55065 w 256995"/>
                                <a:gd name="connsiteY5" fmla="*/ 7172 h 202434"/>
                                <a:gd name="connsiteX6" fmla="*/ 55065 w 256995"/>
                                <a:gd name="connsiteY6" fmla="*/ 7172 h 202434"/>
                                <a:gd name="connsiteX7" fmla="*/ 56018 w 256995"/>
                                <a:gd name="connsiteY7" fmla="*/ 7172 h 202434"/>
                                <a:gd name="connsiteX8" fmla="*/ 60780 w 256995"/>
                                <a:gd name="connsiteY8" fmla="*/ 6220 h 202434"/>
                                <a:gd name="connsiteX9" fmla="*/ 77925 w 256995"/>
                                <a:gd name="connsiteY9" fmla="*/ 2410 h 202434"/>
                                <a:gd name="connsiteX10" fmla="*/ 135075 w 256995"/>
                                <a:gd name="connsiteY10" fmla="*/ 1457 h 202434"/>
                                <a:gd name="connsiteX11" fmla="*/ 204608 w 256995"/>
                                <a:gd name="connsiteY11" fmla="*/ 28127 h 202434"/>
                                <a:gd name="connsiteX12" fmla="*/ 236040 w 256995"/>
                                <a:gd name="connsiteY12" fmla="*/ 61465 h 202434"/>
                                <a:gd name="connsiteX13" fmla="*/ 256995 w 256995"/>
                                <a:gd name="connsiteY13" fmla="*/ 113852 h 202434"/>
                                <a:gd name="connsiteX14" fmla="*/ 256995 w 256995"/>
                                <a:gd name="connsiteY14" fmla="*/ 115757 h 202434"/>
                                <a:gd name="connsiteX15" fmla="*/ 256995 w 256995"/>
                                <a:gd name="connsiteY15" fmla="*/ 115757 h 202434"/>
                                <a:gd name="connsiteX16" fmla="*/ 256995 w 256995"/>
                                <a:gd name="connsiteY16" fmla="*/ 130045 h 202434"/>
                                <a:gd name="connsiteX17" fmla="*/ 249375 w 256995"/>
                                <a:gd name="connsiteY17" fmla="*/ 161477 h 202434"/>
                                <a:gd name="connsiteX18" fmla="*/ 243660 w 256995"/>
                                <a:gd name="connsiteY18" fmla="*/ 171955 h 202434"/>
                                <a:gd name="connsiteX19" fmla="*/ 237945 w 256995"/>
                                <a:gd name="connsiteY19" fmla="*/ 180527 h 202434"/>
                                <a:gd name="connsiteX20" fmla="*/ 235088 w 256995"/>
                                <a:gd name="connsiteY20" fmla="*/ 183385 h 202434"/>
                                <a:gd name="connsiteX21" fmla="*/ 234135 w 256995"/>
                                <a:gd name="connsiteY21" fmla="*/ 184337 h 202434"/>
                                <a:gd name="connsiteX22" fmla="*/ 213180 w 256995"/>
                                <a:gd name="connsiteY22" fmla="*/ 198625 h 202434"/>
                                <a:gd name="connsiteX23" fmla="*/ 202703 w 256995"/>
                                <a:gd name="connsiteY23" fmla="*/ 201482 h 202434"/>
                                <a:gd name="connsiteX24" fmla="*/ 192225 w 256995"/>
                                <a:gd name="connsiteY24" fmla="*/ 202435 h 202434"/>
                                <a:gd name="connsiteX25" fmla="*/ 161745 w 256995"/>
                                <a:gd name="connsiteY25" fmla="*/ 194815 h 202434"/>
                                <a:gd name="connsiteX26" fmla="*/ 160793 w 256995"/>
                                <a:gd name="connsiteY26" fmla="*/ 194815 h 202434"/>
                                <a:gd name="connsiteX27" fmla="*/ 155078 w 256995"/>
                                <a:gd name="connsiteY27" fmla="*/ 191005 h 202434"/>
                                <a:gd name="connsiteX28" fmla="*/ 145553 w 256995"/>
                                <a:gd name="connsiteY28" fmla="*/ 193862 h 202434"/>
                                <a:gd name="connsiteX29" fmla="*/ 122693 w 256995"/>
                                <a:gd name="connsiteY29" fmla="*/ 198625 h 202434"/>
                                <a:gd name="connsiteX30" fmla="*/ 118883 w 256995"/>
                                <a:gd name="connsiteY30" fmla="*/ 198625 h 202434"/>
                                <a:gd name="connsiteX31" fmla="*/ 117930 w 256995"/>
                                <a:gd name="connsiteY31" fmla="*/ 198625 h 202434"/>
                                <a:gd name="connsiteX32" fmla="*/ 96975 w 256995"/>
                                <a:gd name="connsiteY32" fmla="*/ 192910 h 202434"/>
                                <a:gd name="connsiteX33" fmla="*/ 77925 w 256995"/>
                                <a:gd name="connsiteY33" fmla="*/ 180527 h 202434"/>
                                <a:gd name="connsiteX34" fmla="*/ 75068 w 256995"/>
                                <a:gd name="connsiteY34" fmla="*/ 178622 h 202434"/>
                                <a:gd name="connsiteX35" fmla="*/ 72210 w 256995"/>
                                <a:gd name="connsiteY35" fmla="*/ 176717 h 202434"/>
                                <a:gd name="connsiteX36" fmla="*/ 63638 w 256995"/>
                                <a:gd name="connsiteY36" fmla="*/ 171002 h 202434"/>
                                <a:gd name="connsiteX37" fmla="*/ 61733 w 256995"/>
                                <a:gd name="connsiteY37" fmla="*/ 170050 h 202434"/>
                                <a:gd name="connsiteX38" fmla="*/ 59828 w 256995"/>
                                <a:gd name="connsiteY38" fmla="*/ 169097 h 202434"/>
                                <a:gd name="connsiteX39" fmla="*/ 58875 w 256995"/>
                                <a:gd name="connsiteY39" fmla="*/ 168145 h 202434"/>
                                <a:gd name="connsiteX40" fmla="*/ 51255 w 256995"/>
                                <a:gd name="connsiteY40" fmla="*/ 165287 h 202434"/>
                                <a:gd name="connsiteX41" fmla="*/ 33158 w 256995"/>
                                <a:gd name="connsiteY41" fmla="*/ 161477 h 202434"/>
                                <a:gd name="connsiteX42" fmla="*/ 26490 w 256995"/>
                                <a:gd name="connsiteY42" fmla="*/ 160525 h 202434"/>
                                <a:gd name="connsiteX43" fmla="*/ 22680 w 256995"/>
                                <a:gd name="connsiteY43" fmla="*/ 160525 h 202434"/>
                                <a:gd name="connsiteX44" fmla="*/ 21728 w 256995"/>
                                <a:gd name="connsiteY44" fmla="*/ 160525 h 202434"/>
                                <a:gd name="connsiteX45" fmla="*/ 20775 w 256995"/>
                                <a:gd name="connsiteY45" fmla="*/ 160525 h 202434"/>
                                <a:gd name="connsiteX46" fmla="*/ 19823 w 256995"/>
                                <a:gd name="connsiteY46" fmla="*/ 160525 h 202434"/>
                                <a:gd name="connsiteX47" fmla="*/ 16013 w 256995"/>
                                <a:gd name="connsiteY47" fmla="*/ 159572 h 202434"/>
                                <a:gd name="connsiteX48" fmla="*/ 14108 w 256995"/>
                                <a:gd name="connsiteY48" fmla="*/ 158620 h 202434"/>
                                <a:gd name="connsiteX49" fmla="*/ 14108 w 256995"/>
                                <a:gd name="connsiteY49" fmla="*/ 158620 h 202434"/>
                                <a:gd name="connsiteX50" fmla="*/ 10298 w 256995"/>
                                <a:gd name="connsiteY50" fmla="*/ 156715 h 202434"/>
                                <a:gd name="connsiteX51" fmla="*/ 7440 w 256995"/>
                                <a:gd name="connsiteY51" fmla="*/ 152905 h 202434"/>
                                <a:gd name="connsiteX52" fmla="*/ 2678 w 256995"/>
                                <a:gd name="connsiteY52" fmla="*/ 143380 h 202434"/>
                                <a:gd name="connsiteX53" fmla="*/ 1725 w 256995"/>
                                <a:gd name="connsiteY53" fmla="*/ 113852 h 202434"/>
                                <a:gd name="connsiteX54" fmla="*/ 9345 w 256995"/>
                                <a:gd name="connsiteY54" fmla="*/ 83372 h 202434"/>
                                <a:gd name="connsiteX55" fmla="*/ 19823 w 256995"/>
                                <a:gd name="connsiteY55" fmla="*/ 56702 h 202434"/>
                                <a:gd name="connsiteX56" fmla="*/ 31253 w 256995"/>
                                <a:gd name="connsiteY56" fmla="*/ 36700 h 20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256995" h="202434">
                                  <a:moveTo>
                                    <a:pt x="31253" y="36700"/>
                                  </a:moveTo>
                                  <a:cubicBezTo>
                                    <a:pt x="33158" y="33842"/>
                                    <a:pt x="35063" y="30032"/>
                                    <a:pt x="37920" y="27175"/>
                                  </a:cubicBezTo>
                                  <a:cubicBezTo>
                                    <a:pt x="39825" y="24317"/>
                                    <a:pt x="42683" y="21460"/>
                                    <a:pt x="44588" y="18602"/>
                                  </a:cubicBezTo>
                                  <a:cubicBezTo>
                                    <a:pt x="45540" y="16697"/>
                                    <a:pt x="46493" y="15745"/>
                                    <a:pt x="48398" y="13840"/>
                                  </a:cubicBezTo>
                                  <a:cubicBezTo>
                                    <a:pt x="48398" y="13840"/>
                                    <a:pt x="54113" y="9077"/>
                                    <a:pt x="55065" y="7172"/>
                                  </a:cubicBezTo>
                                  <a:cubicBezTo>
                                    <a:pt x="55065" y="7172"/>
                                    <a:pt x="55065" y="7172"/>
                                    <a:pt x="55065" y="7172"/>
                                  </a:cubicBezTo>
                                  <a:cubicBezTo>
                                    <a:pt x="55065" y="7172"/>
                                    <a:pt x="55065" y="7172"/>
                                    <a:pt x="55065" y="7172"/>
                                  </a:cubicBezTo>
                                  <a:cubicBezTo>
                                    <a:pt x="55065" y="7172"/>
                                    <a:pt x="56018" y="7172"/>
                                    <a:pt x="56018" y="7172"/>
                                  </a:cubicBezTo>
                                  <a:cubicBezTo>
                                    <a:pt x="56970" y="7172"/>
                                    <a:pt x="58875" y="6220"/>
                                    <a:pt x="60780" y="6220"/>
                                  </a:cubicBezTo>
                                  <a:cubicBezTo>
                                    <a:pt x="64590" y="5267"/>
                                    <a:pt x="70305" y="4315"/>
                                    <a:pt x="77925" y="2410"/>
                                  </a:cubicBezTo>
                                  <a:cubicBezTo>
                                    <a:pt x="92213" y="505"/>
                                    <a:pt x="112215" y="-1400"/>
                                    <a:pt x="135075" y="1457"/>
                                  </a:cubicBezTo>
                                  <a:cubicBezTo>
                                    <a:pt x="156983" y="4315"/>
                                    <a:pt x="181748" y="11935"/>
                                    <a:pt x="204608" y="28127"/>
                                  </a:cubicBezTo>
                                  <a:cubicBezTo>
                                    <a:pt x="216038" y="36700"/>
                                    <a:pt x="226515" y="47177"/>
                                    <a:pt x="236040" y="61465"/>
                                  </a:cubicBezTo>
                                  <a:cubicBezTo>
                                    <a:pt x="244613" y="74800"/>
                                    <a:pt x="252233" y="92897"/>
                                    <a:pt x="256995" y="113852"/>
                                  </a:cubicBezTo>
                                  <a:cubicBezTo>
                                    <a:pt x="256995" y="114805"/>
                                    <a:pt x="256995" y="115757"/>
                                    <a:pt x="256995" y="115757"/>
                                  </a:cubicBezTo>
                                  <a:cubicBezTo>
                                    <a:pt x="256995" y="115757"/>
                                    <a:pt x="256995" y="115757"/>
                                    <a:pt x="256995" y="115757"/>
                                  </a:cubicBezTo>
                                  <a:cubicBezTo>
                                    <a:pt x="256995" y="120520"/>
                                    <a:pt x="256995" y="125282"/>
                                    <a:pt x="256995" y="130045"/>
                                  </a:cubicBezTo>
                                  <a:cubicBezTo>
                                    <a:pt x="256043" y="141475"/>
                                    <a:pt x="253185" y="152905"/>
                                    <a:pt x="249375" y="161477"/>
                                  </a:cubicBezTo>
                                  <a:cubicBezTo>
                                    <a:pt x="247470" y="165287"/>
                                    <a:pt x="245565" y="169097"/>
                                    <a:pt x="243660" y="171955"/>
                                  </a:cubicBezTo>
                                  <a:cubicBezTo>
                                    <a:pt x="241755" y="174812"/>
                                    <a:pt x="239850" y="177670"/>
                                    <a:pt x="237945" y="180527"/>
                                  </a:cubicBezTo>
                                  <a:cubicBezTo>
                                    <a:pt x="236993" y="181480"/>
                                    <a:pt x="236040" y="182432"/>
                                    <a:pt x="235088" y="183385"/>
                                  </a:cubicBezTo>
                                  <a:cubicBezTo>
                                    <a:pt x="235088" y="183385"/>
                                    <a:pt x="234135" y="184337"/>
                                    <a:pt x="234135" y="184337"/>
                                  </a:cubicBezTo>
                                  <a:cubicBezTo>
                                    <a:pt x="227468" y="191005"/>
                                    <a:pt x="219848" y="195767"/>
                                    <a:pt x="213180" y="198625"/>
                                  </a:cubicBezTo>
                                  <a:cubicBezTo>
                                    <a:pt x="209370" y="199577"/>
                                    <a:pt x="205560" y="200530"/>
                                    <a:pt x="202703" y="201482"/>
                                  </a:cubicBezTo>
                                  <a:cubicBezTo>
                                    <a:pt x="198893" y="202435"/>
                                    <a:pt x="196035" y="202435"/>
                                    <a:pt x="192225" y="202435"/>
                                  </a:cubicBezTo>
                                  <a:cubicBezTo>
                                    <a:pt x="178890" y="202435"/>
                                    <a:pt x="168413" y="197672"/>
                                    <a:pt x="161745" y="194815"/>
                                  </a:cubicBezTo>
                                  <a:cubicBezTo>
                                    <a:pt x="161745" y="194815"/>
                                    <a:pt x="160793" y="194815"/>
                                    <a:pt x="160793" y="194815"/>
                                  </a:cubicBezTo>
                                  <a:cubicBezTo>
                                    <a:pt x="156983" y="192910"/>
                                    <a:pt x="154125" y="191005"/>
                                    <a:pt x="155078" y="191005"/>
                                  </a:cubicBezTo>
                                  <a:cubicBezTo>
                                    <a:pt x="152220" y="191957"/>
                                    <a:pt x="148410" y="192910"/>
                                    <a:pt x="145553" y="193862"/>
                                  </a:cubicBezTo>
                                  <a:cubicBezTo>
                                    <a:pt x="137933" y="196720"/>
                                    <a:pt x="129360" y="198625"/>
                                    <a:pt x="122693" y="198625"/>
                                  </a:cubicBezTo>
                                  <a:cubicBezTo>
                                    <a:pt x="121740" y="198625"/>
                                    <a:pt x="120788" y="198625"/>
                                    <a:pt x="118883" y="198625"/>
                                  </a:cubicBezTo>
                                  <a:cubicBezTo>
                                    <a:pt x="118883" y="198625"/>
                                    <a:pt x="117930" y="198625"/>
                                    <a:pt x="117930" y="198625"/>
                                  </a:cubicBezTo>
                                  <a:cubicBezTo>
                                    <a:pt x="110310" y="198625"/>
                                    <a:pt x="103643" y="196720"/>
                                    <a:pt x="96975" y="192910"/>
                                  </a:cubicBezTo>
                                  <a:cubicBezTo>
                                    <a:pt x="90308" y="190052"/>
                                    <a:pt x="84593" y="185290"/>
                                    <a:pt x="77925" y="180527"/>
                                  </a:cubicBezTo>
                                  <a:cubicBezTo>
                                    <a:pt x="76973" y="179575"/>
                                    <a:pt x="76020" y="179575"/>
                                    <a:pt x="75068" y="178622"/>
                                  </a:cubicBezTo>
                                  <a:cubicBezTo>
                                    <a:pt x="74115" y="177670"/>
                                    <a:pt x="73163" y="177670"/>
                                    <a:pt x="72210" y="176717"/>
                                  </a:cubicBezTo>
                                  <a:cubicBezTo>
                                    <a:pt x="69353" y="174812"/>
                                    <a:pt x="66495" y="172907"/>
                                    <a:pt x="63638" y="171002"/>
                                  </a:cubicBezTo>
                                  <a:cubicBezTo>
                                    <a:pt x="62685" y="171002"/>
                                    <a:pt x="62685" y="170050"/>
                                    <a:pt x="61733" y="170050"/>
                                  </a:cubicBezTo>
                                  <a:cubicBezTo>
                                    <a:pt x="60780" y="170050"/>
                                    <a:pt x="60780" y="169097"/>
                                    <a:pt x="59828" y="169097"/>
                                  </a:cubicBezTo>
                                  <a:lnTo>
                                    <a:pt x="58875" y="168145"/>
                                  </a:lnTo>
                                  <a:cubicBezTo>
                                    <a:pt x="57923" y="167192"/>
                                    <a:pt x="55065" y="166240"/>
                                    <a:pt x="51255" y="165287"/>
                                  </a:cubicBezTo>
                                  <a:cubicBezTo>
                                    <a:pt x="47445" y="164335"/>
                                    <a:pt x="41730" y="162430"/>
                                    <a:pt x="33158" y="161477"/>
                                  </a:cubicBezTo>
                                  <a:cubicBezTo>
                                    <a:pt x="31253" y="161477"/>
                                    <a:pt x="29348" y="160525"/>
                                    <a:pt x="26490" y="160525"/>
                                  </a:cubicBezTo>
                                  <a:cubicBezTo>
                                    <a:pt x="25538" y="160525"/>
                                    <a:pt x="23633" y="160525"/>
                                    <a:pt x="22680" y="160525"/>
                                  </a:cubicBezTo>
                                  <a:lnTo>
                                    <a:pt x="21728" y="160525"/>
                                  </a:lnTo>
                                  <a:lnTo>
                                    <a:pt x="20775" y="160525"/>
                                  </a:lnTo>
                                  <a:cubicBezTo>
                                    <a:pt x="20775" y="160525"/>
                                    <a:pt x="20775" y="160525"/>
                                    <a:pt x="19823" y="160525"/>
                                  </a:cubicBezTo>
                                  <a:cubicBezTo>
                                    <a:pt x="17918" y="160525"/>
                                    <a:pt x="16965" y="160525"/>
                                    <a:pt x="16013" y="159572"/>
                                  </a:cubicBezTo>
                                  <a:cubicBezTo>
                                    <a:pt x="15060" y="159572"/>
                                    <a:pt x="15060" y="159572"/>
                                    <a:pt x="14108" y="158620"/>
                                  </a:cubicBezTo>
                                  <a:lnTo>
                                    <a:pt x="14108" y="158620"/>
                                  </a:lnTo>
                                  <a:cubicBezTo>
                                    <a:pt x="13155" y="157667"/>
                                    <a:pt x="12203" y="156715"/>
                                    <a:pt x="10298" y="156715"/>
                                  </a:cubicBezTo>
                                  <a:cubicBezTo>
                                    <a:pt x="9345" y="155762"/>
                                    <a:pt x="8393" y="154810"/>
                                    <a:pt x="7440" y="152905"/>
                                  </a:cubicBezTo>
                                  <a:cubicBezTo>
                                    <a:pt x="5535" y="150047"/>
                                    <a:pt x="3630" y="147190"/>
                                    <a:pt x="2678" y="143380"/>
                                  </a:cubicBezTo>
                                  <a:cubicBezTo>
                                    <a:pt x="-180" y="135760"/>
                                    <a:pt x="-1132" y="125282"/>
                                    <a:pt x="1725" y="113852"/>
                                  </a:cubicBezTo>
                                  <a:cubicBezTo>
                                    <a:pt x="3630" y="103375"/>
                                    <a:pt x="6488" y="92897"/>
                                    <a:pt x="9345" y="83372"/>
                                  </a:cubicBezTo>
                                  <a:cubicBezTo>
                                    <a:pt x="12203" y="73847"/>
                                    <a:pt x="16013" y="65275"/>
                                    <a:pt x="19823" y="56702"/>
                                  </a:cubicBezTo>
                                  <a:cubicBezTo>
                                    <a:pt x="22680" y="50035"/>
                                    <a:pt x="26490" y="43367"/>
                                    <a:pt x="31253" y="36700"/>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81A4782E-6D83-46BF-9D82-C60CC261A958}"/>
                                </a:ext>
                              </a:extLst>
                            </p:cNvPr>
                            <p:cNvSpPr/>
                            <p:nvPr/>
                          </p:nvSpPr>
                          <p:spPr>
                            <a:xfrm>
                              <a:off x="2897686" y="2026791"/>
                              <a:ext cx="242887" cy="192404"/>
                            </a:xfrm>
                            <a:custGeom>
                              <a:avLst/>
                              <a:gdLst>
                                <a:gd name="connsiteX0" fmla="*/ 37147 w 242887"/>
                                <a:gd name="connsiteY0" fmla="*/ 8573 h 192404"/>
                                <a:gd name="connsiteX1" fmla="*/ 38100 w 242887"/>
                                <a:gd name="connsiteY1" fmla="*/ 10478 h 192404"/>
                                <a:gd name="connsiteX2" fmla="*/ 35242 w 242887"/>
                                <a:gd name="connsiteY2" fmla="*/ 18098 h 192404"/>
                                <a:gd name="connsiteX3" fmla="*/ 27622 w 242887"/>
                                <a:gd name="connsiteY3" fmla="*/ 38100 h 192404"/>
                                <a:gd name="connsiteX4" fmla="*/ 16192 w 242887"/>
                                <a:gd name="connsiteY4" fmla="*/ 65723 h 192404"/>
                                <a:gd name="connsiteX5" fmla="*/ 13335 w 242887"/>
                                <a:gd name="connsiteY5" fmla="*/ 73343 h 192404"/>
                                <a:gd name="connsiteX6" fmla="*/ 11430 w 242887"/>
                                <a:gd name="connsiteY6" fmla="*/ 77153 h 192404"/>
                                <a:gd name="connsiteX7" fmla="*/ 11430 w 242887"/>
                                <a:gd name="connsiteY7" fmla="*/ 78105 h 192404"/>
                                <a:gd name="connsiteX8" fmla="*/ 11430 w 242887"/>
                                <a:gd name="connsiteY8" fmla="*/ 79058 h 192404"/>
                                <a:gd name="connsiteX9" fmla="*/ 10477 w 242887"/>
                                <a:gd name="connsiteY9" fmla="*/ 80963 h 192404"/>
                                <a:gd name="connsiteX10" fmla="*/ 5715 w 242887"/>
                                <a:gd name="connsiteY10" fmla="*/ 96203 h 192404"/>
                                <a:gd name="connsiteX11" fmla="*/ 3810 w 242887"/>
                                <a:gd name="connsiteY11" fmla="*/ 103823 h 192404"/>
                                <a:gd name="connsiteX12" fmla="*/ 2857 w 242887"/>
                                <a:gd name="connsiteY12" fmla="*/ 110490 h 192404"/>
                                <a:gd name="connsiteX13" fmla="*/ 1905 w 242887"/>
                                <a:gd name="connsiteY13" fmla="*/ 114300 h 192404"/>
                                <a:gd name="connsiteX14" fmla="*/ 1905 w 242887"/>
                                <a:gd name="connsiteY14" fmla="*/ 117158 h 192404"/>
                                <a:gd name="connsiteX15" fmla="*/ 952 w 242887"/>
                                <a:gd name="connsiteY15" fmla="*/ 122873 h 192404"/>
                                <a:gd name="connsiteX16" fmla="*/ 0 w 242887"/>
                                <a:gd name="connsiteY16" fmla="*/ 133350 h 192404"/>
                                <a:gd name="connsiteX17" fmla="*/ 0 w 242887"/>
                                <a:gd name="connsiteY17" fmla="*/ 140970 h 192404"/>
                                <a:gd name="connsiteX18" fmla="*/ 0 w 242887"/>
                                <a:gd name="connsiteY18" fmla="*/ 145733 h 192404"/>
                                <a:gd name="connsiteX19" fmla="*/ 0 w 242887"/>
                                <a:gd name="connsiteY19" fmla="*/ 148590 h 192404"/>
                                <a:gd name="connsiteX20" fmla="*/ 0 w 242887"/>
                                <a:gd name="connsiteY20" fmla="*/ 149542 h 192404"/>
                                <a:gd name="connsiteX21" fmla="*/ 0 w 242887"/>
                                <a:gd name="connsiteY21" fmla="*/ 149542 h 192404"/>
                                <a:gd name="connsiteX22" fmla="*/ 0 w 242887"/>
                                <a:gd name="connsiteY22" fmla="*/ 148590 h 192404"/>
                                <a:gd name="connsiteX23" fmla="*/ 0 w 242887"/>
                                <a:gd name="connsiteY23" fmla="*/ 145733 h 192404"/>
                                <a:gd name="connsiteX24" fmla="*/ 0 w 242887"/>
                                <a:gd name="connsiteY24" fmla="*/ 140970 h 192404"/>
                                <a:gd name="connsiteX25" fmla="*/ 0 w 242887"/>
                                <a:gd name="connsiteY25" fmla="*/ 133350 h 192404"/>
                                <a:gd name="connsiteX26" fmla="*/ 952 w 242887"/>
                                <a:gd name="connsiteY26" fmla="*/ 122873 h 192404"/>
                                <a:gd name="connsiteX27" fmla="*/ 1905 w 242887"/>
                                <a:gd name="connsiteY27" fmla="*/ 117158 h 192404"/>
                                <a:gd name="connsiteX28" fmla="*/ 1905 w 242887"/>
                                <a:gd name="connsiteY28" fmla="*/ 114300 h 192404"/>
                                <a:gd name="connsiteX29" fmla="*/ 2857 w 242887"/>
                                <a:gd name="connsiteY29" fmla="*/ 111443 h 192404"/>
                                <a:gd name="connsiteX30" fmla="*/ 3810 w 242887"/>
                                <a:gd name="connsiteY30" fmla="*/ 104775 h 192404"/>
                                <a:gd name="connsiteX31" fmla="*/ 5715 w 242887"/>
                                <a:gd name="connsiteY31" fmla="*/ 98108 h 192404"/>
                                <a:gd name="connsiteX32" fmla="*/ 10477 w 242887"/>
                                <a:gd name="connsiteY32" fmla="*/ 82868 h 192404"/>
                                <a:gd name="connsiteX33" fmla="*/ 11430 w 242887"/>
                                <a:gd name="connsiteY33" fmla="*/ 80963 h 192404"/>
                                <a:gd name="connsiteX34" fmla="*/ 11430 w 242887"/>
                                <a:gd name="connsiteY34" fmla="*/ 80010 h 192404"/>
                                <a:gd name="connsiteX35" fmla="*/ 11430 w 242887"/>
                                <a:gd name="connsiteY35" fmla="*/ 79058 h 192404"/>
                                <a:gd name="connsiteX36" fmla="*/ 13335 w 242887"/>
                                <a:gd name="connsiteY36" fmla="*/ 75248 h 192404"/>
                                <a:gd name="connsiteX37" fmla="*/ 16192 w 242887"/>
                                <a:gd name="connsiteY37" fmla="*/ 67628 h 192404"/>
                                <a:gd name="connsiteX38" fmla="*/ 28575 w 242887"/>
                                <a:gd name="connsiteY38" fmla="*/ 40958 h 192404"/>
                                <a:gd name="connsiteX39" fmla="*/ 38100 w 242887"/>
                                <a:gd name="connsiteY39" fmla="*/ 16193 h 192404"/>
                                <a:gd name="connsiteX40" fmla="*/ 40005 w 242887"/>
                                <a:gd name="connsiteY40" fmla="*/ 20003 h 192404"/>
                                <a:gd name="connsiteX41" fmla="*/ 43815 w 242887"/>
                                <a:gd name="connsiteY41" fmla="*/ 25718 h 192404"/>
                                <a:gd name="connsiteX42" fmla="*/ 48577 w 242887"/>
                                <a:gd name="connsiteY42" fmla="*/ 32385 h 192404"/>
                                <a:gd name="connsiteX43" fmla="*/ 58102 w 242887"/>
                                <a:gd name="connsiteY43" fmla="*/ 46673 h 192404"/>
                                <a:gd name="connsiteX44" fmla="*/ 60007 w 242887"/>
                                <a:gd name="connsiteY44" fmla="*/ 49530 h 192404"/>
                                <a:gd name="connsiteX45" fmla="*/ 60007 w 242887"/>
                                <a:gd name="connsiteY45" fmla="*/ 49530 h 192404"/>
                                <a:gd name="connsiteX46" fmla="*/ 61913 w 242887"/>
                                <a:gd name="connsiteY46" fmla="*/ 58103 h 192404"/>
                                <a:gd name="connsiteX47" fmla="*/ 61913 w 242887"/>
                                <a:gd name="connsiteY47" fmla="*/ 70485 h 192404"/>
                                <a:gd name="connsiteX48" fmla="*/ 56197 w 242887"/>
                                <a:gd name="connsiteY48" fmla="*/ 100013 h 192404"/>
                                <a:gd name="connsiteX49" fmla="*/ 52388 w 242887"/>
                                <a:gd name="connsiteY49" fmla="*/ 115253 h 192404"/>
                                <a:gd name="connsiteX50" fmla="*/ 51435 w 242887"/>
                                <a:gd name="connsiteY50" fmla="*/ 122873 h 192404"/>
                                <a:gd name="connsiteX51" fmla="*/ 50482 w 242887"/>
                                <a:gd name="connsiteY51" fmla="*/ 130492 h 192404"/>
                                <a:gd name="connsiteX52" fmla="*/ 49530 w 242887"/>
                                <a:gd name="connsiteY52" fmla="*/ 142875 h 192404"/>
                                <a:gd name="connsiteX53" fmla="*/ 49530 w 242887"/>
                                <a:gd name="connsiteY53" fmla="*/ 148590 h 192404"/>
                                <a:gd name="connsiteX54" fmla="*/ 49530 w 242887"/>
                                <a:gd name="connsiteY54" fmla="*/ 153353 h 192404"/>
                                <a:gd name="connsiteX55" fmla="*/ 52388 w 242887"/>
                                <a:gd name="connsiteY55" fmla="*/ 164783 h 192404"/>
                                <a:gd name="connsiteX56" fmla="*/ 53340 w 242887"/>
                                <a:gd name="connsiteY56" fmla="*/ 165735 h 192404"/>
                                <a:gd name="connsiteX57" fmla="*/ 54292 w 242887"/>
                                <a:gd name="connsiteY57" fmla="*/ 166688 h 192404"/>
                                <a:gd name="connsiteX58" fmla="*/ 55245 w 242887"/>
                                <a:gd name="connsiteY58" fmla="*/ 167640 h 192404"/>
                                <a:gd name="connsiteX59" fmla="*/ 56197 w 242887"/>
                                <a:gd name="connsiteY59" fmla="*/ 168592 h 192404"/>
                                <a:gd name="connsiteX60" fmla="*/ 57150 w 242887"/>
                                <a:gd name="connsiteY60" fmla="*/ 169545 h 192404"/>
                                <a:gd name="connsiteX61" fmla="*/ 60007 w 242887"/>
                                <a:gd name="connsiteY61" fmla="*/ 171450 h 192404"/>
                                <a:gd name="connsiteX62" fmla="*/ 58102 w 242887"/>
                                <a:gd name="connsiteY62" fmla="*/ 169545 h 192404"/>
                                <a:gd name="connsiteX63" fmla="*/ 57150 w 242887"/>
                                <a:gd name="connsiteY63" fmla="*/ 168592 h 192404"/>
                                <a:gd name="connsiteX64" fmla="*/ 56197 w 242887"/>
                                <a:gd name="connsiteY64" fmla="*/ 167640 h 192404"/>
                                <a:gd name="connsiteX65" fmla="*/ 55245 w 242887"/>
                                <a:gd name="connsiteY65" fmla="*/ 166688 h 192404"/>
                                <a:gd name="connsiteX66" fmla="*/ 54292 w 242887"/>
                                <a:gd name="connsiteY66" fmla="*/ 165735 h 192404"/>
                                <a:gd name="connsiteX67" fmla="*/ 53340 w 242887"/>
                                <a:gd name="connsiteY67" fmla="*/ 164783 h 192404"/>
                                <a:gd name="connsiteX68" fmla="*/ 51435 w 242887"/>
                                <a:gd name="connsiteY68" fmla="*/ 153353 h 192404"/>
                                <a:gd name="connsiteX69" fmla="*/ 51435 w 242887"/>
                                <a:gd name="connsiteY69" fmla="*/ 148590 h 192404"/>
                                <a:gd name="connsiteX70" fmla="*/ 52388 w 242887"/>
                                <a:gd name="connsiteY70" fmla="*/ 142875 h 192404"/>
                                <a:gd name="connsiteX71" fmla="*/ 54292 w 242887"/>
                                <a:gd name="connsiteY71" fmla="*/ 130492 h 192404"/>
                                <a:gd name="connsiteX72" fmla="*/ 55245 w 242887"/>
                                <a:gd name="connsiteY72" fmla="*/ 123825 h 192404"/>
                                <a:gd name="connsiteX73" fmla="*/ 57150 w 242887"/>
                                <a:gd name="connsiteY73" fmla="*/ 116205 h 192404"/>
                                <a:gd name="connsiteX74" fmla="*/ 60960 w 242887"/>
                                <a:gd name="connsiteY74" fmla="*/ 100965 h 192404"/>
                                <a:gd name="connsiteX75" fmla="*/ 67627 w 242887"/>
                                <a:gd name="connsiteY75" fmla="*/ 71438 h 192404"/>
                                <a:gd name="connsiteX76" fmla="*/ 67627 w 242887"/>
                                <a:gd name="connsiteY76" fmla="*/ 59055 h 192404"/>
                                <a:gd name="connsiteX77" fmla="*/ 67627 w 242887"/>
                                <a:gd name="connsiteY77" fmla="*/ 58103 h 192404"/>
                                <a:gd name="connsiteX78" fmla="*/ 71438 w 242887"/>
                                <a:gd name="connsiteY78" fmla="*/ 62865 h 192404"/>
                                <a:gd name="connsiteX79" fmla="*/ 83820 w 242887"/>
                                <a:gd name="connsiteY79" fmla="*/ 80010 h 192404"/>
                                <a:gd name="connsiteX80" fmla="*/ 95250 w 242887"/>
                                <a:gd name="connsiteY80" fmla="*/ 95250 h 192404"/>
                                <a:gd name="connsiteX81" fmla="*/ 96202 w 242887"/>
                                <a:gd name="connsiteY81" fmla="*/ 96203 h 192404"/>
                                <a:gd name="connsiteX82" fmla="*/ 98107 w 242887"/>
                                <a:gd name="connsiteY82" fmla="*/ 100013 h 192404"/>
                                <a:gd name="connsiteX83" fmla="*/ 99060 w 242887"/>
                                <a:gd name="connsiteY83" fmla="*/ 113348 h 192404"/>
                                <a:gd name="connsiteX84" fmla="*/ 98107 w 242887"/>
                                <a:gd name="connsiteY84" fmla="*/ 122873 h 192404"/>
                                <a:gd name="connsiteX85" fmla="*/ 98107 w 242887"/>
                                <a:gd name="connsiteY85" fmla="*/ 133350 h 192404"/>
                                <a:gd name="connsiteX86" fmla="*/ 98107 w 242887"/>
                                <a:gd name="connsiteY86" fmla="*/ 139065 h 192404"/>
                                <a:gd name="connsiteX87" fmla="*/ 98107 w 242887"/>
                                <a:gd name="connsiteY87" fmla="*/ 144780 h 192404"/>
                                <a:gd name="connsiteX88" fmla="*/ 98107 w 242887"/>
                                <a:gd name="connsiteY88" fmla="*/ 150495 h 192404"/>
                                <a:gd name="connsiteX89" fmla="*/ 98107 w 242887"/>
                                <a:gd name="connsiteY89" fmla="*/ 156210 h 192404"/>
                                <a:gd name="connsiteX90" fmla="*/ 99060 w 242887"/>
                                <a:gd name="connsiteY90" fmla="*/ 166688 h 192404"/>
                                <a:gd name="connsiteX91" fmla="*/ 100013 w 242887"/>
                                <a:gd name="connsiteY91" fmla="*/ 177165 h 192404"/>
                                <a:gd name="connsiteX92" fmla="*/ 100965 w 242887"/>
                                <a:gd name="connsiteY92" fmla="*/ 181928 h 192404"/>
                                <a:gd name="connsiteX93" fmla="*/ 100965 w 242887"/>
                                <a:gd name="connsiteY93" fmla="*/ 186690 h 192404"/>
                                <a:gd name="connsiteX94" fmla="*/ 100965 w 242887"/>
                                <a:gd name="connsiteY94" fmla="*/ 189548 h 192404"/>
                                <a:gd name="connsiteX95" fmla="*/ 100965 w 242887"/>
                                <a:gd name="connsiteY95" fmla="*/ 192405 h 192404"/>
                                <a:gd name="connsiteX96" fmla="*/ 101917 w 242887"/>
                                <a:gd name="connsiteY96" fmla="*/ 192405 h 192404"/>
                                <a:gd name="connsiteX97" fmla="*/ 101917 w 242887"/>
                                <a:gd name="connsiteY97" fmla="*/ 186690 h 192404"/>
                                <a:gd name="connsiteX98" fmla="*/ 101917 w 242887"/>
                                <a:gd name="connsiteY98" fmla="*/ 181928 h 192404"/>
                                <a:gd name="connsiteX99" fmla="*/ 101917 w 242887"/>
                                <a:gd name="connsiteY99" fmla="*/ 177165 h 192404"/>
                                <a:gd name="connsiteX100" fmla="*/ 100965 w 242887"/>
                                <a:gd name="connsiteY100" fmla="*/ 166688 h 192404"/>
                                <a:gd name="connsiteX101" fmla="*/ 100013 w 242887"/>
                                <a:gd name="connsiteY101" fmla="*/ 156210 h 192404"/>
                                <a:gd name="connsiteX102" fmla="*/ 100013 w 242887"/>
                                <a:gd name="connsiteY102" fmla="*/ 153353 h 192404"/>
                                <a:gd name="connsiteX103" fmla="*/ 100013 w 242887"/>
                                <a:gd name="connsiteY103" fmla="*/ 150495 h 192404"/>
                                <a:gd name="connsiteX104" fmla="*/ 100013 w 242887"/>
                                <a:gd name="connsiteY104" fmla="*/ 144780 h 192404"/>
                                <a:gd name="connsiteX105" fmla="*/ 100013 w 242887"/>
                                <a:gd name="connsiteY105" fmla="*/ 139065 h 192404"/>
                                <a:gd name="connsiteX106" fmla="*/ 100013 w 242887"/>
                                <a:gd name="connsiteY106" fmla="*/ 133350 h 192404"/>
                                <a:gd name="connsiteX107" fmla="*/ 100965 w 242887"/>
                                <a:gd name="connsiteY107" fmla="*/ 122873 h 192404"/>
                                <a:gd name="connsiteX108" fmla="*/ 101917 w 242887"/>
                                <a:gd name="connsiteY108" fmla="*/ 113348 h 192404"/>
                                <a:gd name="connsiteX109" fmla="*/ 101917 w 242887"/>
                                <a:gd name="connsiteY109" fmla="*/ 104775 h 192404"/>
                                <a:gd name="connsiteX110" fmla="*/ 109538 w 242887"/>
                                <a:gd name="connsiteY110" fmla="*/ 115253 h 192404"/>
                                <a:gd name="connsiteX111" fmla="*/ 121920 w 242887"/>
                                <a:gd name="connsiteY111" fmla="*/ 133350 h 192404"/>
                                <a:gd name="connsiteX112" fmla="*/ 127635 w 242887"/>
                                <a:gd name="connsiteY112" fmla="*/ 142875 h 192404"/>
                                <a:gd name="connsiteX113" fmla="*/ 132397 w 242887"/>
                                <a:gd name="connsiteY113" fmla="*/ 152400 h 192404"/>
                                <a:gd name="connsiteX114" fmla="*/ 140017 w 242887"/>
                                <a:gd name="connsiteY114" fmla="*/ 171450 h 192404"/>
                                <a:gd name="connsiteX115" fmla="*/ 142875 w 242887"/>
                                <a:gd name="connsiteY115" fmla="*/ 180975 h 192404"/>
                                <a:gd name="connsiteX116" fmla="*/ 144780 w 242887"/>
                                <a:gd name="connsiteY116" fmla="*/ 188595 h 192404"/>
                                <a:gd name="connsiteX117" fmla="*/ 145732 w 242887"/>
                                <a:gd name="connsiteY117" fmla="*/ 188595 h 192404"/>
                                <a:gd name="connsiteX118" fmla="*/ 145732 w 242887"/>
                                <a:gd name="connsiteY118" fmla="*/ 188595 h 192404"/>
                                <a:gd name="connsiteX119" fmla="*/ 143827 w 242887"/>
                                <a:gd name="connsiteY119" fmla="*/ 180023 h 192404"/>
                                <a:gd name="connsiteX120" fmla="*/ 141922 w 242887"/>
                                <a:gd name="connsiteY120" fmla="*/ 170498 h 192404"/>
                                <a:gd name="connsiteX121" fmla="*/ 134302 w 242887"/>
                                <a:gd name="connsiteY121" fmla="*/ 151448 h 192404"/>
                                <a:gd name="connsiteX122" fmla="*/ 131445 w 242887"/>
                                <a:gd name="connsiteY122" fmla="*/ 146685 h 192404"/>
                                <a:gd name="connsiteX123" fmla="*/ 129540 w 242887"/>
                                <a:gd name="connsiteY123" fmla="*/ 141923 h 192404"/>
                                <a:gd name="connsiteX124" fmla="*/ 126682 w 242887"/>
                                <a:gd name="connsiteY124" fmla="*/ 137160 h 192404"/>
                                <a:gd name="connsiteX125" fmla="*/ 123825 w 242887"/>
                                <a:gd name="connsiteY125" fmla="*/ 132398 h 192404"/>
                                <a:gd name="connsiteX126" fmla="*/ 112395 w 242887"/>
                                <a:gd name="connsiteY126" fmla="*/ 114300 h 192404"/>
                                <a:gd name="connsiteX127" fmla="*/ 100013 w 242887"/>
                                <a:gd name="connsiteY127" fmla="*/ 96203 h 192404"/>
                                <a:gd name="connsiteX128" fmla="*/ 91440 w 242887"/>
                                <a:gd name="connsiteY128" fmla="*/ 82868 h 192404"/>
                                <a:gd name="connsiteX129" fmla="*/ 94297 w 242887"/>
                                <a:gd name="connsiteY129" fmla="*/ 83820 h 192404"/>
                                <a:gd name="connsiteX130" fmla="*/ 105727 w 242887"/>
                                <a:gd name="connsiteY130" fmla="*/ 88583 h 192404"/>
                                <a:gd name="connsiteX131" fmla="*/ 135255 w 242887"/>
                                <a:gd name="connsiteY131" fmla="*/ 98108 h 192404"/>
                                <a:gd name="connsiteX132" fmla="*/ 152400 w 242887"/>
                                <a:gd name="connsiteY132" fmla="*/ 103823 h 192404"/>
                                <a:gd name="connsiteX133" fmla="*/ 169545 w 242887"/>
                                <a:gd name="connsiteY133" fmla="*/ 111443 h 192404"/>
                                <a:gd name="connsiteX134" fmla="*/ 185738 w 242887"/>
                                <a:gd name="connsiteY134" fmla="*/ 122873 h 192404"/>
                                <a:gd name="connsiteX135" fmla="*/ 200025 w 242887"/>
                                <a:gd name="connsiteY135" fmla="*/ 138113 h 192404"/>
                                <a:gd name="connsiteX136" fmla="*/ 205740 w 242887"/>
                                <a:gd name="connsiteY136" fmla="*/ 146685 h 192404"/>
                                <a:gd name="connsiteX137" fmla="*/ 211455 w 242887"/>
                                <a:gd name="connsiteY137" fmla="*/ 156210 h 192404"/>
                                <a:gd name="connsiteX138" fmla="*/ 213360 w 242887"/>
                                <a:gd name="connsiteY138" fmla="*/ 160973 h 192404"/>
                                <a:gd name="connsiteX139" fmla="*/ 215265 w 242887"/>
                                <a:gd name="connsiteY139" fmla="*/ 165735 h 192404"/>
                                <a:gd name="connsiteX140" fmla="*/ 218122 w 242887"/>
                                <a:gd name="connsiteY140" fmla="*/ 176213 h 192404"/>
                                <a:gd name="connsiteX141" fmla="*/ 219075 w 242887"/>
                                <a:gd name="connsiteY141" fmla="*/ 178117 h 192404"/>
                                <a:gd name="connsiteX142" fmla="*/ 220027 w 242887"/>
                                <a:gd name="connsiteY142" fmla="*/ 177165 h 192404"/>
                                <a:gd name="connsiteX143" fmla="*/ 220027 w 242887"/>
                                <a:gd name="connsiteY143" fmla="*/ 175260 h 192404"/>
                                <a:gd name="connsiteX144" fmla="*/ 212407 w 242887"/>
                                <a:gd name="connsiteY144" fmla="*/ 154305 h 192404"/>
                                <a:gd name="connsiteX145" fmla="*/ 200977 w 242887"/>
                                <a:gd name="connsiteY145" fmla="*/ 135255 h 192404"/>
                                <a:gd name="connsiteX146" fmla="*/ 186690 w 242887"/>
                                <a:gd name="connsiteY146" fmla="*/ 120015 h 192404"/>
                                <a:gd name="connsiteX147" fmla="*/ 170497 w 242887"/>
                                <a:gd name="connsiteY147" fmla="*/ 108585 h 192404"/>
                                <a:gd name="connsiteX148" fmla="*/ 153352 w 242887"/>
                                <a:gd name="connsiteY148" fmla="*/ 100013 h 192404"/>
                                <a:gd name="connsiteX149" fmla="*/ 137160 w 242887"/>
                                <a:gd name="connsiteY149" fmla="*/ 94298 h 192404"/>
                                <a:gd name="connsiteX150" fmla="*/ 108585 w 242887"/>
                                <a:gd name="connsiteY150" fmla="*/ 84773 h 192404"/>
                                <a:gd name="connsiteX151" fmla="*/ 98107 w 242887"/>
                                <a:gd name="connsiteY151" fmla="*/ 80010 h 192404"/>
                                <a:gd name="connsiteX152" fmla="*/ 90488 w 242887"/>
                                <a:gd name="connsiteY152" fmla="*/ 75248 h 192404"/>
                                <a:gd name="connsiteX153" fmla="*/ 86677 w 242887"/>
                                <a:gd name="connsiteY153" fmla="*/ 72390 h 192404"/>
                                <a:gd name="connsiteX154" fmla="*/ 79057 w 242887"/>
                                <a:gd name="connsiteY154" fmla="*/ 60008 h 192404"/>
                                <a:gd name="connsiteX155" fmla="*/ 73342 w 242887"/>
                                <a:gd name="connsiteY155" fmla="*/ 52388 h 192404"/>
                                <a:gd name="connsiteX156" fmla="*/ 68580 w 242887"/>
                                <a:gd name="connsiteY156" fmla="*/ 44768 h 192404"/>
                                <a:gd name="connsiteX157" fmla="*/ 59055 w 242887"/>
                                <a:gd name="connsiteY157" fmla="*/ 30480 h 192404"/>
                                <a:gd name="connsiteX158" fmla="*/ 58102 w 242887"/>
                                <a:gd name="connsiteY158" fmla="*/ 29528 h 192404"/>
                                <a:gd name="connsiteX159" fmla="*/ 60007 w 242887"/>
                                <a:gd name="connsiteY159" fmla="*/ 29528 h 192404"/>
                                <a:gd name="connsiteX160" fmla="*/ 70485 w 242887"/>
                                <a:gd name="connsiteY160" fmla="*/ 30480 h 192404"/>
                                <a:gd name="connsiteX161" fmla="*/ 77152 w 242887"/>
                                <a:gd name="connsiteY161" fmla="*/ 31433 h 192404"/>
                                <a:gd name="connsiteX162" fmla="*/ 84772 w 242887"/>
                                <a:gd name="connsiteY162" fmla="*/ 32385 h 192404"/>
                                <a:gd name="connsiteX163" fmla="*/ 101917 w 242887"/>
                                <a:gd name="connsiteY163" fmla="*/ 34290 h 192404"/>
                                <a:gd name="connsiteX164" fmla="*/ 120967 w 242887"/>
                                <a:gd name="connsiteY164" fmla="*/ 36195 h 192404"/>
                                <a:gd name="connsiteX165" fmla="*/ 140970 w 242887"/>
                                <a:gd name="connsiteY165" fmla="*/ 40005 h 192404"/>
                                <a:gd name="connsiteX166" fmla="*/ 161925 w 242887"/>
                                <a:gd name="connsiteY166" fmla="*/ 44768 h 192404"/>
                                <a:gd name="connsiteX167" fmla="*/ 182880 w 242887"/>
                                <a:gd name="connsiteY167" fmla="*/ 52388 h 192404"/>
                                <a:gd name="connsiteX168" fmla="*/ 202882 w 242887"/>
                                <a:gd name="connsiteY168" fmla="*/ 62865 h 192404"/>
                                <a:gd name="connsiteX169" fmla="*/ 211455 w 242887"/>
                                <a:gd name="connsiteY169" fmla="*/ 69533 h 192404"/>
                                <a:gd name="connsiteX170" fmla="*/ 220027 w 242887"/>
                                <a:gd name="connsiteY170" fmla="*/ 77153 h 192404"/>
                                <a:gd name="connsiteX171" fmla="*/ 227647 w 242887"/>
                                <a:gd name="connsiteY171" fmla="*/ 84773 h 192404"/>
                                <a:gd name="connsiteX172" fmla="*/ 234315 w 242887"/>
                                <a:gd name="connsiteY172" fmla="*/ 93345 h 192404"/>
                                <a:gd name="connsiteX173" fmla="*/ 240030 w 242887"/>
                                <a:gd name="connsiteY173" fmla="*/ 101918 h 192404"/>
                                <a:gd name="connsiteX174" fmla="*/ 242888 w 242887"/>
                                <a:gd name="connsiteY174" fmla="*/ 107633 h 192404"/>
                                <a:gd name="connsiteX175" fmla="*/ 242888 w 242887"/>
                                <a:gd name="connsiteY175" fmla="*/ 105728 h 192404"/>
                                <a:gd name="connsiteX176" fmla="*/ 240982 w 242887"/>
                                <a:gd name="connsiteY176" fmla="*/ 101918 h 192404"/>
                                <a:gd name="connsiteX177" fmla="*/ 235267 w 242887"/>
                                <a:gd name="connsiteY177" fmla="*/ 93345 h 192404"/>
                                <a:gd name="connsiteX178" fmla="*/ 228600 w 242887"/>
                                <a:gd name="connsiteY178" fmla="*/ 84773 h 192404"/>
                                <a:gd name="connsiteX179" fmla="*/ 220980 w 242887"/>
                                <a:gd name="connsiteY179" fmla="*/ 76200 h 192404"/>
                                <a:gd name="connsiteX180" fmla="*/ 212407 w 242887"/>
                                <a:gd name="connsiteY180" fmla="*/ 68580 h 192404"/>
                                <a:gd name="connsiteX181" fmla="*/ 202882 w 242887"/>
                                <a:gd name="connsiteY181" fmla="*/ 61913 h 192404"/>
                                <a:gd name="connsiteX182" fmla="*/ 182880 w 242887"/>
                                <a:gd name="connsiteY182" fmla="*/ 50483 h 192404"/>
                                <a:gd name="connsiteX183" fmla="*/ 161925 w 242887"/>
                                <a:gd name="connsiteY183" fmla="*/ 41910 h 192404"/>
                                <a:gd name="connsiteX184" fmla="*/ 140970 w 242887"/>
                                <a:gd name="connsiteY184" fmla="*/ 36195 h 192404"/>
                                <a:gd name="connsiteX185" fmla="*/ 120967 w 242887"/>
                                <a:gd name="connsiteY185" fmla="*/ 32385 h 192404"/>
                                <a:gd name="connsiteX186" fmla="*/ 101917 w 242887"/>
                                <a:gd name="connsiteY186" fmla="*/ 29528 h 192404"/>
                                <a:gd name="connsiteX187" fmla="*/ 85725 w 242887"/>
                                <a:gd name="connsiteY187" fmla="*/ 27623 h 192404"/>
                                <a:gd name="connsiteX188" fmla="*/ 78105 w 242887"/>
                                <a:gd name="connsiteY188" fmla="*/ 26670 h 192404"/>
                                <a:gd name="connsiteX189" fmla="*/ 71438 w 242887"/>
                                <a:gd name="connsiteY189" fmla="*/ 25718 h 192404"/>
                                <a:gd name="connsiteX190" fmla="*/ 60960 w 242887"/>
                                <a:gd name="connsiteY190" fmla="*/ 23813 h 192404"/>
                                <a:gd name="connsiteX191" fmla="*/ 55245 w 242887"/>
                                <a:gd name="connsiteY191" fmla="*/ 22860 h 192404"/>
                                <a:gd name="connsiteX192" fmla="*/ 55245 w 242887"/>
                                <a:gd name="connsiteY192" fmla="*/ 22860 h 192404"/>
                                <a:gd name="connsiteX193" fmla="*/ 51435 w 242887"/>
                                <a:gd name="connsiteY193" fmla="*/ 17145 h 192404"/>
                                <a:gd name="connsiteX194" fmla="*/ 45720 w 242887"/>
                                <a:gd name="connsiteY194" fmla="*/ 7620 h 192404"/>
                                <a:gd name="connsiteX195" fmla="*/ 40957 w 242887"/>
                                <a:gd name="connsiteY195" fmla="*/ 0 h 192404"/>
                                <a:gd name="connsiteX196" fmla="*/ 34290 w 242887"/>
                                <a:gd name="connsiteY196" fmla="*/ 6668 h 192404"/>
                                <a:gd name="connsiteX197" fmla="*/ 37147 w 242887"/>
                                <a:gd name="connsiteY197" fmla="*/ 8573 h 192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242887" h="192404">
                                  <a:moveTo>
                                    <a:pt x="37147" y="8573"/>
                                  </a:moveTo>
                                  <a:cubicBezTo>
                                    <a:pt x="38100" y="9525"/>
                                    <a:pt x="38100" y="10478"/>
                                    <a:pt x="38100" y="10478"/>
                                  </a:cubicBezTo>
                                  <a:cubicBezTo>
                                    <a:pt x="38100" y="10478"/>
                                    <a:pt x="37147" y="13335"/>
                                    <a:pt x="35242" y="18098"/>
                                  </a:cubicBezTo>
                                  <a:cubicBezTo>
                                    <a:pt x="33338" y="22860"/>
                                    <a:pt x="31432" y="29528"/>
                                    <a:pt x="27622" y="38100"/>
                                  </a:cubicBezTo>
                                  <a:cubicBezTo>
                                    <a:pt x="24765" y="46673"/>
                                    <a:pt x="20002" y="55245"/>
                                    <a:pt x="16192" y="65723"/>
                                  </a:cubicBezTo>
                                  <a:cubicBezTo>
                                    <a:pt x="15240" y="68580"/>
                                    <a:pt x="14288" y="70485"/>
                                    <a:pt x="13335" y="73343"/>
                                  </a:cubicBezTo>
                                  <a:cubicBezTo>
                                    <a:pt x="12382" y="74295"/>
                                    <a:pt x="12382" y="76200"/>
                                    <a:pt x="11430" y="77153"/>
                                  </a:cubicBezTo>
                                  <a:lnTo>
                                    <a:pt x="11430" y="78105"/>
                                  </a:lnTo>
                                  <a:lnTo>
                                    <a:pt x="11430" y="79058"/>
                                  </a:lnTo>
                                  <a:lnTo>
                                    <a:pt x="10477" y="80963"/>
                                  </a:lnTo>
                                  <a:cubicBezTo>
                                    <a:pt x="8572" y="85725"/>
                                    <a:pt x="6667" y="91440"/>
                                    <a:pt x="5715" y="96203"/>
                                  </a:cubicBezTo>
                                  <a:cubicBezTo>
                                    <a:pt x="4763" y="99060"/>
                                    <a:pt x="4763" y="100965"/>
                                    <a:pt x="3810" y="103823"/>
                                  </a:cubicBezTo>
                                  <a:cubicBezTo>
                                    <a:pt x="3810" y="105728"/>
                                    <a:pt x="2857" y="108585"/>
                                    <a:pt x="2857" y="110490"/>
                                  </a:cubicBezTo>
                                  <a:cubicBezTo>
                                    <a:pt x="2857" y="111443"/>
                                    <a:pt x="2857" y="112395"/>
                                    <a:pt x="1905" y="114300"/>
                                  </a:cubicBezTo>
                                  <a:cubicBezTo>
                                    <a:pt x="1905" y="115253"/>
                                    <a:pt x="1905" y="116205"/>
                                    <a:pt x="1905" y="117158"/>
                                  </a:cubicBezTo>
                                  <a:cubicBezTo>
                                    <a:pt x="1905" y="119063"/>
                                    <a:pt x="1905" y="120968"/>
                                    <a:pt x="952" y="122873"/>
                                  </a:cubicBezTo>
                                  <a:cubicBezTo>
                                    <a:pt x="952" y="126683"/>
                                    <a:pt x="952" y="130492"/>
                                    <a:pt x="0" y="133350"/>
                                  </a:cubicBezTo>
                                  <a:cubicBezTo>
                                    <a:pt x="0" y="136208"/>
                                    <a:pt x="0" y="139065"/>
                                    <a:pt x="0" y="140970"/>
                                  </a:cubicBezTo>
                                  <a:cubicBezTo>
                                    <a:pt x="0" y="142875"/>
                                    <a:pt x="0" y="144780"/>
                                    <a:pt x="0" y="145733"/>
                                  </a:cubicBezTo>
                                  <a:cubicBezTo>
                                    <a:pt x="0" y="146685"/>
                                    <a:pt x="0" y="147638"/>
                                    <a:pt x="0" y="148590"/>
                                  </a:cubicBezTo>
                                  <a:cubicBezTo>
                                    <a:pt x="0" y="148590"/>
                                    <a:pt x="0" y="148590"/>
                                    <a:pt x="0" y="149542"/>
                                  </a:cubicBezTo>
                                  <a:lnTo>
                                    <a:pt x="0" y="149542"/>
                                  </a:lnTo>
                                  <a:cubicBezTo>
                                    <a:pt x="0" y="149542"/>
                                    <a:pt x="0" y="149542"/>
                                    <a:pt x="0" y="148590"/>
                                  </a:cubicBezTo>
                                  <a:cubicBezTo>
                                    <a:pt x="0" y="147638"/>
                                    <a:pt x="0" y="147638"/>
                                    <a:pt x="0" y="145733"/>
                                  </a:cubicBezTo>
                                  <a:cubicBezTo>
                                    <a:pt x="0" y="144780"/>
                                    <a:pt x="0" y="142875"/>
                                    <a:pt x="0" y="140970"/>
                                  </a:cubicBezTo>
                                  <a:cubicBezTo>
                                    <a:pt x="0" y="139065"/>
                                    <a:pt x="0" y="136208"/>
                                    <a:pt x="0" y="133350"/>
                                  </a:cubicBezTo>
                                  <a:cubicBezTo>
                                    <a:pt x="952" y="130492"/>
                                    <a:pt x="952" y="126683"/>
                                    <a:pt x="952" y="122873"/>
                                  </a:cubicBezTo>
                                  <a:cubicBezTo>
                                    <a:pt x="952" y="120968"/>
                                    <a:pt x="1905" y="119063"/>
                                    <a:pt x="1905" y="117158"/>
                                  </a:cubicBezTo>
                                  <a:cubicBezTo>
                                    <a:pt x="1905" y="116205"/>
                                    <a:pt x="1905" y="115253"/>
                                    <a:pt x="1905" y="114300"/>
                                  </a:cubicBezTo>
                                  <a:cubicBezTo>
                                    <a:pt x="1905" y="113348"/>
                                    <a:pt x="2857" y="112395"/>
                                    <a:pt x="2857" y="111443"/>
                                  </a:cubicBezTo>
                                  <a:cubicBezTo>
                                    <a:pt x="2857" y="109538"/>
                                    <a:pt x="3810" y="106680"/>
                                    <a:pt x="3810" y="104775"/>
                                  </a:cubicBezTo>
                                  <a:cubicBezTo>
                                    <a:pt x="4763" y="102870"/>
                                    <a:pt x="4763" y="100013"/>
                                    <a:pt x="5715" y="98108"/>
                                  </a:cubicBezTo>
                                  <a:cubicBezTo>
                                    <a:pt x="6667" y="93345"/>
                                    <a:pt x="8572" y="88583"/>
                                    <a:pt x="10477" y="82868"/>
                                  </a:cubicBezTo>
                                  <a:lnTo>
                                    <a:pt x="11430" y="80963"/>
                                  </a:lnTo>
                                  <a:lnTo>
                                    <a:pt x="11430" y="80010"/>
                                  </a:lnTo>
                                  <a:lnTo>
                                    <a:pt x="11430" y="79058"/>
                                  </a:lnTo>
                                  <a:cubicBezTo>
                                    <a:pt x="12382" y="78105"/>
                                    <a:pt x="12382" y="76200"/>
                                    <a:pt x="13335" y="75248"/>
                                  </a:cubicBezTo>
                                  <a:cubicBezTo>
                                    <a:pt x="14288" y="72390"/>
                                    <a:pt x="15240" y="70485"/>
                                    <a:pt x="16192" y="67628"/>
                                  </a:cubicBezTo>
                                  <a:cubicBezTo>
                                    <a:pt x="20955" y="58103"/>
                                    <a:pt x="25717" y="48578"/>
                                    <a:pt x="28575" y="40958"/>
                                  </a:cubicBezTo>
                                  <a:cubicBezTo>
                                    <a:pt x="33338" y="29528"/>
                                    <a:pt x="37147" y="20955"/>
                                    <a:pt x="38100" y="16193"/>
                                  </a:cubicBezTo>
                                  <a:cubicBezTo>
                                    <a:pt x="39052" y="17145"/>
                                    <a:pt x="40005" y="18098"/>
                                    <a:pt x="40005" y="20003"/>
                                  </a:cubicBezTo>
                                  <a:cubicBezTo>
                                    <a:pt x="40957" y="21908"/>
                                    <a:pt x="41910" y="23813"/>
                                    <a:pt x="43815" y="25718"/>
                                  </a:cubicBezTo>
                                  <a:cubicBezTo>
                                    <a:pt x="44767" y="27623"/>
                                    <a:pt x="46672" y="29528"/>
                                    <a:pt x="48577" y="32385"/>
                                  </a:cubicBezTo>
                                  <a:cubicBezTo>
                                    <a:pt x="51435" y="37148"/>
                                    <a:pt x="55245" y="41910"/>
                                    <a:pt x="58102" y="46673"/>
                                  </a:cubicBezTo>
                                  <a:cubicBezTo>
                                    <a:pt x="59055" y="47625"/>
                                    <a:pt x="59055" y="48578"/>
                                    <a:pt x="60007" y="49530"/>
                                  </a:cubicBezTo>
                                  <a:cubicBezTo>
                                    <a:pt x="60007" y="49530"/>
                                    <a:pt x="60007" y="49530"/>
                                    <a:pt x="60007" y="49530"/>
                                  </a:cubicBezTo>
                                  <a:cubicBezTo>
                                    <a:pt x="60960" y="52388"/>
                                    <a:pt x="60960" y="55245"/>
                                    <a:pt x="61913" y="58103"/>
                                  </a:cubicBezTo>
                                  <a:cubicBezTo>
                                    <a:pt x="61913" y="61913"/>
                                    <a:pt x="61913" y="65723"/>
                                    <a:pt x="61913" y="70485"/>
                                  </a:cubicBezTo>
                                  <a:cubicBezTo>
                                    <a:pt x="60960" y="79058"/>
                                    <a:pt x="59055" y="89535"/>
                                    <a:pt x="56197" y="100013"/>
                                  </a:cubicBezTo>
                                  <a:cubicBezTo>
                                    <a:pt x="55245" y="104775"/>
                                    <a:pt x="53340" y="110490"/>
                                    <a:pt x="52388" y="115253"/>
                                  </a:cubicBezTo>
                                  <a:cubicBezTo>
                                    <a:pt x="51435" y="118110"/>
                                    <a:pt x="51435" y="120015"/>
                                    <a:pt x="51435" y="122873"/>
                                  </a:cubicBezTo>
                                  <a:cubicBezTo>
                                    <a:pt x="50482" y="125730"/>
                                    <a:pt x="50482" y="127635"/>
                                    <a:pt x="50482" y="130492"/>
                                  </a:cubicBezTo>
                                  <a:cubicBezTo>
                                    <a:pt x="49530" y="135255"/>
                                    <a:pt x="49530" y="139065"/>
                                    <a:pt x="49530" y="142875"/>
                                  </a:cubicBezTo>
                                  <a:cubicBezTo>
                                    <a:pt x="49530" y="144780"/>
                                    <a:pt x="49530" y="146685"/>
                                    <a:pt x="49530" y="148590"/>
                                  </a:cubicBezTo>
                                  <a:cubicBezTo>
                                    <a:pt x="49530" y="150495"/>
                                    <a:pt x="49530" y="151448"/>
                                    <a:pt x="49530" y="153353"/>
                                  </a:cubicBezTo>
                                  <a:cubicBezTo>
                                    <a:pt x="49530" y="159067"/>
                                    <a:pt x="50482" y="161925"/>
                                    <a:pt x="52388" y="164783"/>
                                  </a:cubicBezTo>
                                  <a:cubicBezTo>
                                    <a:pt x="52388" y="164783"/>
                                    <a:pt x="53340" y="165735"/>
                                    <a:pt x="53340" y="165735"/>
                                  </a:cubicBezTo>
                                  <a:cubicBezTo>
                                    <a:pt x="53340" y="165735"/>
                                    <a:pt x="53340" y="166688"/>
                                    <a:pt x="54292" y="166688"/>
                                  </a:cubicBezTo>
                                  <a:cubicBezTo>
                                    <a:pt x="54292" y="166688"/>
                                    <a:pt x="55245" y="167640"/>
                                    <a:pt x="55245" y="167640"/>
                                  </a:cubicBezTo>
                                  <a:cubicBezTo>
                                    <a:pt x="55245" y="167640"/>
                                    <a:pt x="55245" y="168592"/>
                                    <a:pt x="56197" y="168592"/>
                                  </a:cubicBezTo>
                                  <a:cubicBezTo>
                                    <a:pt x="56197" y="168592"/>
                                    <a:pt x="56197" y="169545"/>
                                    <a:pt x="57150" y="169545"/>
                                  </a:cubicBezTo>
                                  <a:cubicBezTo>
                                    <a:pt x="58102" y="170498"/>
                                    <a:pt x="59055" y="170498"/>
                                    <a:pt x="60007" y="171450"/>
                                  </a:cubicBezTo>
                                  <a:cubicBezTo>
                                    <a:pt x="59055" y="170498"/>
                                    <a:pt x="59055" y="170498"/>
                                    <a:pt x="58102" y="169545"/>
                                  </a:cubicBezTo>
                                  <a:cubicBezTo>
                                    <a:pt x="58102" y="169545"/>
                                    <a:pt x="58102" y="168592"/>
                                    <a:pt x="57150" y="168592"/>
                                  </a:cubicBezTo>
                                  <a:cubicBezTo>
                                    <a:pt x="57150" y="168592"/>
                                    <a:pt x="57150" y="167640"/>
                                    <a:pt x="56197" y="167640"/>
                                  </a:cubicBezTo>
                                  <a:cubicBezTo>
                                    <a:pt x="56197" y="167640"/>
                                    <a:pt x="56197" y="166688"/>
                                    <a:pt x="55245" y="166688"/>
                                  </a:cubicBezTo>
                                  <a:cubicBezTo>
                                    <a:pt x="55245" y="166688"/>
                                    <a:pt x="55245" y="165735"/>
                                    <a:pt x="54292" y="165735"/>
                                  </a:cubicBezTo>
                                  <a:cubicBezTo>
                                    <a:pt x="54292" y="165735"/>
                                    <a:pt x="54292" y="164783"/>
                                    <a:pt x="53340" y="164783"/>
                                  </a:cubicBezTo>
                                  <a:cubicBezTo>
                                    <a:pt x="51435" y="161925"/>
                                    <a:pt x="51435" y="159067"/>
                                    <a:pt x="51435" y="153353"/>
                                  </a:cubicBezTo>
                                  <a:cubicBezTo>
                                    <a:pt x="51435" y="151448"/>
                                    <a:pt x="51435" y="150495"/>
                                    <a:pt x="51435" y="148590"/>
                                  </a:cubicBezTo>
                                  <a:cubicBezTo>
                                    <a:pt x="51435" y="146685"/>
                                    <a:pt x="51435" y="144780"/>
                                    <a:pt x="52388" y="142875"/>
                                  </a:cubicBezTo>
                                  <a:cubicBezTo>
                                    <a:pt x="53340" y="139065"/>
                                    <a:pt x="53340" y="135255"/>
                                    <a:pt x="54292" y="130492"/>
                                  </a:cubicBezTo>
                                  <a:cubicBezTo>
                                    <a:pt x="54292" y="128588"/>
                                    <a:pt x="55245" y="125730"/>
                                    <a:pt x="55245" y="123825"/>
                                  </a:cubicBezTo>
                                  <a:cubicBezTo>
                                    <a:pt x="55245" y="120968"/>
                                    <a:pt x="56197" y="119063"/>
                                    <a:pt x="57150" y="116205"/>
                                  </a:cubicBezTo>
                                  <a:cubicBezTo>
                                    <a:pt x="58102" y="111443"/>
                                    <a:pt x="60007" y="105728"/>
                                    <a:pt x="60960" y="100965"/>
                                  </a:cubicBezTo>
                                  <a:cubicBezTo>
                                    <a:pt x="63817" y="90488"/>
                                    <a:pt x="66675" y="80963"/>
                                    <a:pt x="67627" y="71438"/>
                                  </a:cubicBezTo>
                                  <a:cubicBezTo>
                                    <a:pt x="67627" y="66675"/>
                                    <a:pt x="68580" y="62865"/>
                                    <a:pt x="67627" y="59055"/>
                                  </a:cubicBezTo>
                                  <a:cubicBezTo>
                                    <a:pt x="67627" y="59055"/>
                                    <a:pt x="67627" y="58103"/>
                                    <a:pt x="67627" y="58103"/>
                                  </a:cubicBezTo>
                                  <a:cubicBezTo>
                                    <a:pt x="68580" y="60008"/>
                                    <a:pt x="69532" y="60960"/>
                                    <a:pt x="71438" y="62865"/>
                                  </a:cubicBezTo>
                                  <a:cubicBezTo>
                                    <a:pt x="75247" y="68580"/>
                                    <a:pt x="79057" y="74295"/>
                                    <a:pt x="83820" y="80010"/>
                                  </a:cubicBezTo>
                                  <a:cubicBezTo>
                                    <a:pt x="87630" y="84773"/>
                                    <a:pt x="91440" y="89535"/>
                                    <a:pt x="95250" y="95250"/>
                                  </a:cubicBezTo>
                                  <a:cubicBezTo>
                                    <a:pt x="95250" y="95250"/>
                                    <a:pt x="95250" y="95250"/>
                                    <a:pt x="96202" y="96203"/>
                                  </a:cubicBezTo>
                                  <a:cubicBezTo>
                                    <a:pt x="96202" y="97155"/>
                                    <a:pt x="97155" y="98108"/>
                                    <a:pt x="98107" y="100013"/>
                                  </a:cubicBezTo>
                                  <a:cubicBezTo>
                                    <a:pt x="99060" y="102870"/>
                                    <a:pt x="100013" y="107633"/>
                                    <a:pt x="99060" y="113348"/>
                                  </a:cubicBezTo>
                                  <a:cubicBezTo>
                                    <a:pt x="99060" y="116205"/>
                                    <a:pt x="98107" y="120015"/>
                                    <a:pt x="98107" y="122873"/>
                                  </a:cubicBezTo>
                                  <a:cubicBezTo>
                                    <a:pt x="98107" y="125730"/>
                                    <a:pt x="98107" y="129540"/>
                                    <a:pt x="98107" y="133350"/>
                                  </a:cubicBezTo>
                                  <a:cubicBezTo>
                                    <a:pt x="98107" y="135255"/>
                                    <a:pt x="98107" y="137160"/>
                                    <a:pt x="98107" y="139065"/>
                                  </a:cubicBezTo>
                                  <a:cubicBezTo>
                                    <a:pt x="98107" y="140970"/>
                                    <a:pt x="98107" y="142875"/>
                                    <a:pt x="98107" y="144780"/>
                                  </a:cubicBezTo>
                                  <a:cubicBezTo>
                                    <a:pt x="98107" y="146685"/>
                                    <a:pt x="98107" y="148590"/>
                                    <a:pt x="98107" y="150495"/>
                                  </a:cubicBezTo>
                                  <a:cubicBezTo>
                                    <a:pt x="98107" y="152400"/>
                                    <a:pt x="98107" y="154305"/>
                                    <a:pt x="98107" y="156210"/>
                                  </a:cubicBezTo>
                                  <a:cubicBezTo>
                                    <a:pt x="98107" y="160020"/>
                                    <a:pt x="99060" y="162878"/>
                                    <a:pt x="99060" y="166688"/>
                                  </a:cubicBezTo>
                                  <a:cubicBezTo>
                                    <a:pt x="99060" y="170498"/>
                                    <a:pt x="100013" y="173355"/>
                                    <a:pt x="100013" y="177165"/>
                                  </a:cubicBezTo>
                                  <a:cubicBezTo>
                                    <a:pt x="100013" y="179070"/>
                                    <a:pt x="100013" y="180975"/>
                                    <a:pt x="100965" y="181928"/>
                                  </a:cubicBezTo>
                                  <a:cubicBezTo>
                                    <a:pt x="100965" y="183833"/>
                                    <a:pt x="100965" y="184785"/>
                                    <a:pt x="100965" y="186690"/>
                                  </a:cubicBezTo>
                                  <a:cubicBezTo>
                                    <a:pt x="100965" y="187642"/>
                                    <a:pt x="100965" y="188595"/>
                                    <a:pt x="100965" y="189548"/>
                                  </a:cubicBezTo>
                                  <a:cubicBezTo>
                                    <a:pt x="100965" y="190500"/>
                                    <a:pt x="100965" y="191453"/>
                                    <a:pt x="100965" y="192405"/>
                                  </a:cubicBezTo>
                                  <a:cubicBezTo>
                                    <a:pt x="100965" y="192405"/>
                                    <a:pt x="101917" y="192405"/>
                                    <a:pt x="101917" y="192405"/>
                                  </a:cubicBezTo>
                                  <a:cubicBezTo>
                                    <a:pt x="101917" y="190500"/>
                                    <a:pt x="101917" y="188595"/>
                                    <a:pt x="101917" y="186690"/>
                                  </a:cubicBezTo>
                                  <a:cubicBezTo>
                                    <a:pt x="101917" y="184785"/>
                                    <a:pt x="101917" y="183833"/>
                                    <a:pt x="101917" y="181928"/>
                                  </a:cubicBezTo>
                                  <a:cubicBezTo>
                                    <a:pt x="101917" y="180023"/>
                                    <a:pt x="101917" y="179070"/>
                                    <a:pt x="101917" y="177165"/>
                                  </a:cubicBezTo>
                                  <a:cubicBezTo>
                                    <a:pt x="101917" y="174308"/>
                                    <a:pt x="100965" y="170498"/>
                                    <a:pt x="100965" y="166688"/>
                                  </a:cubicBezTo>
                                  <a:cubicBezTo>
                                    <a:pt x="100965" y="162878"/>
                                    <a:pt x="100965" y="160020"/>
                                    <a:pt x="100013" y="156210"/>
                                  </a:cubicBezTo>
                                  <a:lnTo>
                                    <a:pt x="100013" y="153353"/>
                                  </a:lnTo>
                                  <a:lnTo>
                                    <a:pt x="100013" y="150495"/>
                                  </a:lnTo>
                                  <a:cubicBezTo>
                                    <a:pt x="100013" y="148590"/>
                                    <a:pt x="100013" y="146685"/>
                                    <a:pt x="100013" y="144780"/>
                                  </a:cubicBezTo>
                                  <a:cubicBezTo>
                                    <a:pt x="100013" y="142875"/>
                                    <a:pt x="100013" y="140970"/>
                                    <a:pt x="100013" y="139065"/>
                                  </a:cubicBezTo>
                                  <a:cubicBezTo>
                                    <a:pt x="100013" y="137160"/>
                                    <a:pt x="100013" y="135255"/>
                                    <a:pt x="100013" y="133350"/>
                                  </a:cubicBezTo>
                                  <a:cubicBezTo>
                                    <a:pt x="100013" y="129540"/>
                                    <a:pt x="100013" y="126683"/>
                                    <a:pt x="100965" y="122873"/>
                                  </a:cubicBezTo>
                                  <a:cubicBezTo>
                                    <a:pt x="100965" y="119063"/>
                                    <a:pt x="101917" y="116205"/>
                                    <a:pt x="101917" y="113348"/>
                                  </a:cubicBezTo>
                                  <a:cubicBezTo>
                                    <a:pt x="102870" y="110490"/>
                                    <a:pt x="102870" y="106680"/>
                                    <a:pt x="101917" y="104775"/>
                                  </a:cubicBezTo>
                                  <a:cubicBezTo>
                                    <a:pt x="104775" y="108585"/>
                                    <a:pt x="106680" y="111443"/>
                                    <a:pt x="109538" y="115253"/>
                                  </a:cubicBezTo>
                                  <a:cubicBezTo>
                                    <a:pt x="113347" y="121920"/>
                                    <a:pt x="118110" y="127635"/>
                                    <a:pt x="121920" y="133350"/>
                                  </a:cubicBezTo>
                                  <a:cubicBezTo>
                                    <a:pt x="123825" y="136208"/>
                                    <a:pt x="125730" y="139065"/>
                                    <a:pt x="127635" y="142875"/>
                                  </a:cubicBezTo>
                                  <a:cubicBezTo>
                                    <a:pt x="129540" y="145733"/>
                                    <a:pt x="130492" y="149542"/>
                                    <a:pt x="132397" y="152400"/>
                                  </a:cubicBezTo>
                                  <a:cubicBezTo>
                                    <a:pt x="135255" y="158115"/>
                                    <a:pt x="138113" y="164783"/>
                                    <a:pt x="140017" y="171450"/>
                                  </a:cubicBezTo>
                                  <a:cubicBezTo>
                                    <a:pt x="140970" y="174308"/>
                                    <a:pt x="141922" y="178117"/>
                                    <a:pt x="142875" y="180975"/>
                                  </a:cubicBezTo>
                                  <a:cubicBezTo>
                                    <a:pt x="143827" y="183833"/>
                                    <a:pt x="144780" y="186690"/>
                                    <a:pt x="144780" y="188595"/>
                                  </a:cubicBezTo>
                                  <a:cubicBezTo>
                                    <a:pt x="144780" y="188595"/>
                                    <a:pt x="145732" y="188595"/>
                                    <a:pt x="145732" y="188595"/>
                                  </a:cubicBezTo>
                                  <a:lnTo>
                                    <a:pt x="145732" y="188595"/>
                                  </a:lnTo>
                                  <a:cubicBezTo>
                                    <a:pt x="145732" y="185738"/>
                                    <a:pt x="144780" y="182880"/>
                                    <a:pt x="143827" y="180023"/>
                                  </a:cubicBezTo>
                                  <a:cubicBezTo>
                                    <a:pt x="142875" y="177165"/>
                                    <a:pt x="142875" y="173355"/>
                                    <a:pt x="141922" y="170498"/>
                                  </a:cubicBezTo>
                                  <a:cubicBezTo>
                                    <a:pt x="140017" y="163830"/>
                                    <a:pt x="137160" y="158115"/>
                                    <a:pt x="134302" y="151448"/>
                                  </a:cubicBezTo>
                                  <a:cubicBezTo>
                                    <a:pt x="133350" y="149542"/>
                                    <a:pt x="132397" y="148590"/>
                                    <a:pt x="131445" y="146685"/>
                                  </a:cubicBezTo>
                                  <a:cubicBezTo>
                                    <a:pt x="130492" y="144780"/>
                                    <a:pt x="129540" y="143828"/>
                                    <a:pt x="129540" y="141923"/>
                                  </a:cubicBezTo>
                                  <a:cubicBezTo>
                                    <a:pt x="128588" y="140017"/>
                                    <a:pt x="127635" y="139065"/>
                                    <a:pt x="126682" y="137160"/>
                                  </a:cubicBezTo>
                                  <a:cubicBezTo>
                                    <a:pt x="125730" y="135255"/>
                                    <a:pt x="124777" y="134303"/>
                                    <a:pt x="123825" y="132398"/>
                                  </a:cubicBezTo>
                                  <a:cubicBezTo>
                                    <a:pt x="120015" y="125730"/>
                                    <a:pt x="116205" y="120015"/>
                                    <a:pt x="112395" y="114300"/>
                                  </a:cubicBezTo>
                                  <a:cubicBezTo>
                                    <a:pt x="108585" y="107633"/>
                                    <a:pt x="104775" y="101918"/>
                                    <a:pt x="100013" y="96203"/>
                                  </a:cubicBezTo>
                                  <a:cubicBezTo>
                                    <a:pt x="97155" y="91440"/>
                                    <a:pt x="94297" y="87630"/>
                                    <a:pt x="91440" y="82868"/>
                                  </a:cubicBezTo>
                                  <a:cubicBezTo>
                                    <a:pt x="92392" y="83820"/>
                                    <a:pt x="93345" y="83820"/>
                                    <a:pt x="94297" y="83820"/>
                                  </a:cubicBezTo>
                                  <a:cubicBezTo>
                                    <a:pt x="97155" y="85725"/>
                                    <a:pt x="100965" y="86678"/>
                                    <a:pt x="105727" y="88583"/>
                                  </a:cubicBezTo>
                                  <a:cubicBezTo>
                                    <a:pt x="114300" y="91440"/>
                                    <a:pt x="123825" y="94298"/>
                                    <a:pt x="135255" y="98108"/>
                                  </a:cubicBezTo>
                                  <a:cubicBezTo>
                                    <a:pt x="140970" y="100013"/>
                                    <a:pt x="146685" y="101918"/>
                                    <a:pt x="152400" y="103823"/>
                                  </a:cubicBezTo>
                                  <a:cubicBezTo>
                                    <a:pt x="158115" y="105728"/>
                                    <a:pt x="163830" y="108585"/>
                                    <a:pt x="169545" y="111443"/>
                                  </a:cubicBezTo>
                                  <a:cubicBezTo>
                                    <a:pt x="175260" y="114300"/>
                                    <a:pt x="180022" y="118110"/>
                                    <a:pt x="185738" y="122873"/>
                                  </a:cubicBezTo>
                                  <a:cubicBezTo>
                                    <a:pt x="190500" y="127635"/>
                                    <a:pt x="195263" y="132398"/>
                                    <a:pt x="200025" y="138113"/>
                                  </a:cubicBezTo>
                                  <a:cubicBezTo>
                                    <a:pt x="201930" y="140970"/>
                                    <a:pt x="203835" y="143828"/>
                                    <a:pt x="205740" y="146685"/>
                                  </a:cubicBezTo>
                                  <a:cubicBezTo>
                                    <a:pt x="207645" y="149542"/>
                                    <a:pt x="209550" y="152400"/>
                                    <a:pt x="211455" y="156210"/>
                                  </a:cubicBezTo>
                                  <a:cubicBezTo>
                                    <a:pt x="212407" y="158115"/>
                                    <a:pt x="213360" y="159067"/>
                                    <a:pt x="213360" y="160973"/>
                                  </a:cubicBezTo>
                                  <a:cubicBezTo>
                                    <a:pt x="214313" y="162878"/>
                                    <a:pt x="214313" y="164783"/>
                                    <a:pt x="215265" y="165735"/>
                                  </a:cubicBezTo>
                                  <a:cubicBezTo>
                                    <a:pt x="216217" y="169545"/>
                                    <a:pt x="217170" y="172403"/>
                                    <a:pt x="218122" y="176213"/>
                                  </a:cubicBezTo>
                                  <a:cubicBezTo>
                                    <a:pt x="218122" y="177165"/>
                                    <a:pt x="218122" y="177165"/>
                                    <a:pt x="219075" y="178117"/>
                                  </a:cubicBezTo>
                                  <a:cubicBezTo>
                                    <a:pt x="219075" y="178117"/>
                                    <a:pt x="219075" y="177165"/>
                                    <a:pt x="220027" y="177165"/>
                                  </a:cubicBezTo>
                                  <a:lnTo>
                                    <a:pt x="220027" y="175260"/>
                                  </a:lnTo>
                                  <a:cubicBezTo>
                                    <a:pt x="218122" y="167640"/>
                                    <a:pt x="215265" y="160973"/>
                                    <a:pt x="212407" y="154305"/>
                                  </a:cubicBezTo>
                                  <a:cubicBezTo>
                                    <a:pt x="209550" y="147638"/>
                                    <a:pt x="205740" y="140970"/>
                                    <a:pt x="200977" y="135255"/>
                                  </a:cubicBezTo>
                                  <a:cubicBezTo>
                                    <a:pt x="197167" y="129540"/>
                                    <a:pt x="191452" y="124778"/>
                                    <a:pt x="186690" y="120015"/>
                                  </a:cubicBezTo>
                                  <a:cubicBezTo>
                                    <a:pt x="181927" y="115253"/>
                                    <a:pt x="176213" y="111443"/>
                                    <a:pt x="170497" y="108585"/>
                                  </a:cubicBezTo>
                                  <a:cubicBezTo>
                                    <a:pt x="164782" y="104775"/>
                                    <a:pt x="159067" y="101918"/>
                                    <a:pt x="153352" y="100013"/>
                                  </a:cubicBezTo>
                                  <a:cubicBezTo>
                                    <a:pt x="147638" y="98108"/>
                                    <a:pt x="141922" y="96203"/>
                                    <a:pt x="137160" y="94298"/>
                                  </a:cubicBezTo>
                                  <a:cubicBezTo>
                                    <a:pt x="126682" y="90488"/>
                                    <a:pt x="116205" y="87630"/>
                                    <a:pt x="108585" y="84773"/>
                                  </a:cubicBezTo>
                                  <a:cubicBezTo>
                                    <a:pt x="104775" y="82868"/>
                                    <a:pt x="100965" y="81915"/>
                                    <a:pt x="98107" y="80010"/>
                                  </a:cubicBezTo>
                                  <a:cubicBezTo>
                                    <a:pt x="95250" y="78105"/>
                                    <a:pt x="92392" y="77153"/>
                                    <a:pt x="90488" y="75248"/>
                                  </a:cubicBezTo>
                                  <a:cubicBezTo>
                                    <a:pt x="88582" y="74295"/>
                                    <a:pt x="87630" y="73343"/>
                                    <a:pt x="86677" y="72390"/>
                                  </a:cubicBezTo>
                                  <a:cubicBezTo>
                                    <a:pt x="83820" y="68580"/>
                                    <a:pt x="80963" y="63818"/>
                                    <a:pt x="79057" y="60008"/>
                                  </a:cubicBezTo>
                                  <a:cubicBezTo>
                                    <a:pt x="77152" y="57150"/>
                                    <a:pt x="75247" y="54293"/>
                                    <a:pt x="73342" y="52388"/>
                                  </a:cubicBezTo>
                                  <a:cubicBezTo>
                                    <a:pt x="71438" y="49530"/>
                                    <a:pt x="69532" y="46673"/>
                                    <a:pt x="68580" y="44768"/>
                                  </a:cubicBezTo>
                                  <a:cubicBezTo>
                                    <a:pt x="65722" y="40005"/>
                                    <a:pt x="61913" y="34290"/>
                                    <a:pt x="59055" y="30480"/>
                                  </a:cubicBezTo>
                                  <a:cubicBezTo>
                                    <a:pt x="59055" y="30480"/>
                                    <a:pt x="58102" y="29528"/>
                                    <a:pt x="58102" y="29528"/>
                                  </a:cubicBezTo>
                                  <a:cubicBezTo>
                                    <a:pt x="59055" y="29528"/>
                                    <a:pt x="59055" y="29528"/>
                                    <a:pt x="60007" y="29528"/>
                                  </a:cubicBezTo>
                                  <a:cubicBezTo>
                                    <a:pt x="62865" y="29528"/>
                                    <a:pt x="66675" y="30480"/>
                                    <a:pt x="70485" y="30480"/>
                                  </a:cubicBezTo>
                                  <a:cubicBezTo>
                                    <a:pt x="72390" y="30480"/>
                                    <a:pt x="74295" y="31433"/>
                                    <a:pt x="77152" y="31433"/>
                                  </a:cubicBezTo>
                                  <a:cubicBezTo>
                                    <a:pt x="80010" y="31433"/>
                                    <a:pt x="81915" y="31433"/>
                                    <a:pt x="84772" y="32385"/>
                                  </a:cubicBezTo>
                                  <a:cubicBezTo>
                                    <a:pt x="89535" y="32385"/>
                                    <a:pt x="95250" y="33338"/>
                                    <a:pt x="101917" y="34290"/>
                                  </a:cubicBezTo>
                                  <a:cubicBezTo>
                                    <a:pt x="107632" y="35243"/>
                                    <a:pt x="114300" y="35243"/>
                                    <a:pt x="120967" y="36195"/>
                                  </a:cubicBezTo>
                                  <a:cubicBezTo>
                                    <a:pt x="127635" y="37148"/>
                                    <a:pt x="134302" y="38100"/>
                                    <a:pt x="140970" y="40005"/>
                                  </a:cubicBezTo>
                                  <a:cubicBezTo>
                                    <a:pt x="147638" y="41910"/>
                                    <a:pt x="155257" y="42863"/>
                                    <a:pt x="161925" y="44768"/>
                                  </a:cubicBezTo>
                                  <a:cubicBezTo>
                                    <a:pt x="168592" y="46673"/>
                                    <a:pt x="176213" y="49530"/>
                                    <a:pt x="182880" y="52388"/>
                                  </a:cubicBezTo>
                                  <a:cubicBezTo>
                                    <a:pt x="189547" y="55245"/>
                                    <a:pt x="196215" y="59055"/>
                                    <a:pt x="202882" y="62865"/>
                                  </a:cubicBezTo>
                                  <a:cubicBezTo>
                                    <a:pt x="205740" y="64770"/>
                                    <a:pt x="208597" y="67628"/>
                                    <a:pt x="211455" y="69533"/>
                                  </a:cubicBezTo>
                                  <a:cubicBezTo>
                                    <a:pt x="214313" y="71438"/>
                                    <a:pt x="217170" y="74295"/>
                                    <a:pt x="220027" y="77153"/>
                                  </a:cubicBezTo>
                                  <a:cubicBezTo>
                                    <a:pt x="222885" y="80010"/>
                                    <a:pt x="224790" y="82868"/>
                                    <a:pt x="227647" y="84773"/>
                                  </a:cubicBezTo>
                                  <a:cubicBezTo>
                                    <a:pt x="230505" y="87630"/>
                                    <a:pt x="232410" y="90488"/>
                                    <a:pt x="234315" y="93345"/>
                                  </a:cubicBezTo>
                                  <a:cubicBezTo>
                                    <a:pt x="236220" y="96203"/>
                                    <a:pt x="238125" y="99060"/>
                                    <a:pt x="240030" y="101918"/>
                                  </a:cubicBezTo>
                                  <a:cubicBezTo>
                                    <a:pt x="240982" y="103823"/>
                                    <a:pt x="241935" y="105728"/>
                                    <a:pt x="242888" y="107633"/>
                                  </a:cubicBezTo>
                                  <a:cubicBezTo>
                                    <a:pt x="242888" y="106680"/>
                                    <a:pt x="242888" y="105728"/>
                                    <a:pt x="242888" y="105728"/>
                                  </a:cubicBezTo>
                                  <a:cubicBezTo>
                                    <a:pt x="241935" y="103823"/>
                                    <a:pt x="240982" y="102870"/>
                                    <a:pt x="240982" y="101918"/>
                                  </a:cubicBezTo>
                                  <a:cubicBezTo>
                                    <a:pt x="239077" y="99060"/>
                                    <a:pt x="237172" y="96203"/>
                                    <a:pt x="235267" y="93345"/>
                                  </a:cubicBezTo>
                                  <a:cubicBezTo>
                                    <a:pt x="233363" y="90488"/>
                                    <a:pt x="231457" y="86678"/>
                                    <a:pt x="228600" y="84773"/>
                                  </a:cubicBezTo>
                                  <a:cubicBezTo>
                                    <a:pt x="225742" y="81915"/>
                                    <a:pt x="223838" y="79058"/>
                                    <a:pt x="220980" y="76200"/>
                                  </a:cubicBezTo>
                                  <a:cubicBezTo>
                                    <a:pt x="218122" y="73343"/>
                                    <a:pt x="215265" y="70485"/>
                                    <a:pt x="212407" y="68580"/>
                                  </a:cubicBezTo>
                                  <a:cubicBezTo>
                                    <a:pt x="209550" y="65723"/>
                                    <a:pt x="206692" y="63818"/>
                                    <a:pt x="202882" y="61913"/>
                                  </a:cubicBezTo>
                                  <a:cubicBezTo>
                                    <a:pt x="196215" y="58103"/>
                                    <a:pt x="189547" y="53340"/>
                                    <a:pt x="182880" y="50483"/>
                                  </a:cubicBezTo>
                                  <a:cubicBezTo>
                                    <a:pt x="176213" y="46673"/>
                                    <a:pt x="169545" y="44768"/>
                                    <a:pt x="161925" y="41910"/>
                                  </a:cubicBezTo>
                                  <a:cubicBezTo>
                                    <a:pt x="155257" y="40005"/>
                                    <a:pt x="147638" y="38100"/>
                                    <a:pt x="140970" y="36195"/>
                                  </a:cubicBezTo>
                                  <a:cubicBezTo>
                                    <a:pt x="134302" y="34290"/>
                                    <a:pt x="127635" y="33338"/>
                                    <a:pt x="120967" y="32385"/>
                                  </a:cubicBezTo>
                                  <a:cubicBezTo>
                                    <a:pt x="114300" y="31433"/>
                                    <a:pt x="107632" y="30480"/>
                                    <a:pt x="101917" y="29528"/>
                                  </a:cubicBezTo>
                                  <a:cubicBezTo>
                                    <a:pt x="96202" y="28575"/>
                                    <a:pt x="90488" y="27623"/>
                                    <a:pt x="85725" y="27623"/>
                                  </a:cubicBezTo>
                                  <a:cubicBezTo>
                                    <a:pt x="82867" y="27623"/>
                                    <a:pt x="80963" y="26670"/>
                                    <a:pt x="78105" y="26670"/>
                                  </a:cubicBezTo>
                                  <a:cubicBezTo>
                                    <a:pt x="76200" y="26670"/>
                                    <a:pt x="73342" y="25718"/>
                                    <a:pt x="71438" y="25718"/>
                                  </a:cubicBezTo>
                                  <a:cubicBezTo>
                                    <a:pt x="67627" y="24765"/>
                                    <a:pt x="63817" y="24765"/>
                                    <a:pt x="60960" y="23813"/>
                                  </a:cubicBezTo>
                                  <a:cubicBezTo>
                                    <a:pt x="59055" y="23813"/>
                                    <a:pt x="57150" y="23813"/>
                                    <a:pt x="55245" y="22860"/>
                                  </a:cubicBezTo>
                                  <a:lnTo>
                                    <a:pt x="55245" y="22860"/>
                                  </a:lnTo>
                                  <a:cubicBezTo>
                                    <a:pt x="54292" y="20955"/>
                                    <a:pt x="53340" y="19050"/>
                                    <a:pt x="51435" y="17145"/>
                                  </a:cubicBezTo>
                                  <a:cubicBezTo>
                                    <a:pt x="49530" y="13335"/>
                                    <a:pt x="47625" y="10478"/>
                                    <a:pt x="45720" y="7620"/>
                                  </a:cubicBezTo>
                                  <a:cubicBezTo>
                                    <a:pt x="42863" y="2858"/>
                                    <a:pt x="40957" y="0"/>
                                    <a:pt x="40957" y="0"/>
                                  </a:cubicBezTo>
                                  <a:cubicBezTo>
                                    <a:pt x="40005" y="953"/>
                                    <a:pt x="34290" y="6668"/>
                                    <a:pt x="34290" y="6668"/>
                                  </a:cubicBezTo>
                                  <a:cubicBezTo>
                                    <a:pt x="34290" y="3810"/>
                                    <a:pt x="35242" y="5715"/>
                                    <a:pt x="37147" y="8573"/>
                                  </a:cubicBezTo>
                                  <a:close/>
                                </a:path>
                              </a:pathLst>
                            </a:custGeom>
                            <a:grpFill/>
                            <a:ln w="9525" cap="flat">
                              <a:noFill/>
                              <a:prstDash val="solid"/>
                              <a:miter/>
                            </a:ln>
                          </p:spPr>
                          <p:txBody>
                            <a:bodyPr rtlCol="0" anchor="ctr"/>
                            <a:lstStyle/>
                            <a:p>
                              <a:endParaRPr lang="en-US"/>
                            </a:p>
                          </p:txBody>
                        </p:sp>
                      </p:grpSp>
                      <p:grpSp>
                        <p:nvGrpSpPr>
                          <p:cNvPr id="149" name="Graphic 2">
                            <a:extLst>
                              <a:ext uri="{FF2B5EF4-FFF2-40B4-BE49-F238E27FC236}">
                                <a16:creationId xmlns:a16="http://schemas.microsoft.com/office/drawing/2014/main" id="{AE736AF3-0337-429B-AEF1-DA4B52809559}"/>
                              </a:ext>
                            </a:extLst>
                          </p:cNvPr>
                          <p:cNvGrpSpPr/>
                          <p:nvPr/>
                        </p:nvGrpSpPr>
                        <p:grpSpPr>
                          <a:xfrm>
                            <a:off x="2734809" y="1978585"/>
                            <a:ext cx="209550" cy="169173"/>
                            <a:chOff x="2734809" y="1978585"/>
                            <a:chExt cx="209550" cy="169173"/>
                          </a:xfrm>
                          <a:grpFill/>
                        </p:grpSpPr>
                        <p:sp>
                          <p:nvSpPr>
                            <p:cNvPr id="150" name="Freeform: Shape 149">
                              <a:extLst>
                                <a:ext uri="{FF2B5EF4-FFF2-40B4-BE49-F238E27FC236}">
                                  <a16:creationId xmlns:a16="http://schemas.microsoft.com/office/drawing/2014/main" id="{147409B3-B2F6-4C4A-9DA4-C8C9AE2F9555}"/>
                                </a:ext>
                              </a:extLst>
                            </p:cNvPr>
                            <p:cNvSpPr/>
                            <p:nvPr/>
                          </p:nvSpPr>
                          <p:spPr>
                            <a:xfrm>
                              <a:off x="2734809" y="1978585"/>
                              <a:ext cx="209550" cy="167268"/>
                            </a:xfrm>
                            <a:custGeom>
                              <a:avLst/>
                              <a:gdLst>
                                <a:gd name="connsiteX0" fmla="*/ 206692 w 209550"/>
                                <a:gd name="connsiteY0" fmla="*/ 72019 h 167268"/>
                                <a:gd name="connsiteX1" fmla="*/ 205740 w 209550"/>
                                <a:gd name="connsiteY1" fmla="*/ 62494 h 167268"/>
                                <a:gd name="connsiteX2" fmla="*/ 203835 w 209550"/>
                                <a:gd name="connsiteY2" fmla="*/ 53921 h 167268"/>
                                <a:gd name="connsiteX3" fmla="*/ 202882 w 209550"/>
                                <a:gd name="connsiteY3" fmla="*/ 49159 h 167268"/>
                                <a:gd name="connsiteX4" fmla="*/ 200025 w 209550"/>
                                <a:gd name="connsiteY4" fmla="*/ 41539 h 167268"/>
                                <a:gd name="connsiteX5" fmla="*/ 200025 w 209550"/>
                                <a:gd name="connsiteY5" fmla="*/ 41539 h 167268"/>
                                <a:gd name="connsiteX6" fmla="*/ 200025 w 209550"/>
                                <a:gd name="connsiteY6" fmla="*/ 41539 h 167268"/>
                                <a:gd name="connsiteX7" fmla="*/ 199072 w 209550"/>
                                <a:gd name="connsiteY7" fmla="*/ 40586 h 167268"/>
                                <a:gd name="connsiteX8" fmla="*/ 196215 w 209550"/>
                                <a:gd name="connsiteY8" fmla="*/ 37729 h 167268"/>
                                <a:gd name="connsiteX9" fmla="*/ 184785 w 209550"/>
                                <a:gd name="connsiteY9" fmla="*/ 29156 h 167268"/>
                                <a:gd name="connsiteX10" fmla="*/ 142875 w 209550"/>
                                <a:gd name="connsiteY10" fmla="*/ 7249 h 167268"/>
                                <a:gd name="connsiteX11" fmla="*/ 81915 w 209550"/>
                                <a:gd name="connsiteY11" fmla="*/ 1534 h 167268"/>
                                <a:gd name="connsiteX12" fmla="*/ 46672 w 209550"/>
                                <a:gd name="connsiteY12" fmla="*/ 13916 h 167268"/>
                                <a:gd name="connsiteX13" fmla="*/ 11430 w 209550"/>
                                <a:gd name="connsiteY13" fmla="*/ 45349 h 167268"/>
                                <a:gd name="connsiteX14" fmla="*/ 10478 w 209550"/>
                                <a:gd name="connsiteY14" fmla="*/ 47254 h 167268"/>
                                <a:gd name="connsiteX15" fmla="*/ 10478 w 209550"/>
                                <a:gd name="connsiteY15" fmla="*/ 47254 h 167268"/>
                                <a:gd name="connsiteX16" fmla="*/ 5715 w 209550"/>
                                <a:gd name="connsiteY16" fmla="*/ 58684 h 167268"/>
                                <a:gd name="connsiteX17" fmla="*/ 0 w 209550"/>
                                <a:gd name="connsiteY17" fmla="*/ 84401 h 167268"/>
                                <a:gd name="connsiteX18" fmla="*/ 0 w 209550"/>
                                <a:gd name="connsiteY18" fmla="*/ 94879 h 167268"/>
                                <a:gd name="connsiteX19" fmla="*/ 953 w 209550"/>
                                <a:gd name="connsiteY19" fmla="*/ 103451 h 167268"/>
                                <a:gd name="connsiteX20" fmla="*/ 1905 w 209550"/>
                                <a:gd name="connsiteY20" fmla="*/ 106309 h 167268"/>
                                <a:gd name="connsiteX21" fmla="*/ 1905 w 209550"/>
                                <a:gd name="connsiteY21" fmla="*/ 107261 h 167268"/>
                                <a:gd name="connsiteX22" fmla="*/ 12382 w 209550"/>
                                <a:gd name="connsiteY22" fmla="*/ 125359 h 167268"/>
                                <a:gd name="connsiteX23" fmla="*/ 19050 w 209550"/>
                                <a:gd name="connsiteY23" fmla="*/ 131074 h 167268"/>
                                <a:gd name="connsiteX24" fmla="*/ 26670 w 209550"/>
                                <a:gd name="connsiteY24" fmla="*/ 134884 h 167268"/>
                                <a:gd name="connsiteX25" fmla="*/ 52388 w 209550"/>
                                <a:gd name="connsiteY25" fmla="*/ 140599 h 167268"/>
                                <a:gd name="connsiteX26" fmla="*/ 53340 w 209550"/>
                                <a:gd name="connsiteY26" fmla="*/ 140599 h 167268"/>
                                <a:gd name="connsiteX27" fmla="*/ 59055 w 209550"/>
                                <a:gd name="connsiteY27" fmla="*/ 139646 h 167268"/>
                                <a:gd name="connsiteX28" fmla="*/ 64770 w 209550"/>
                                <a:gd name="connsiteY28" fmla="*/ 145361 h 167268"/>
                                <a:gd name="connsiteX29" fmla="*/ 80010 w 209550"/>
                                <a:gd name="connsiteY29" fmla="*/ 157744 h 167268"/>
                                <a:gd name="connsiteX30" fmla="*/ 82867 w 209550"/>
                                <a:gd name="connsiteY30" fmla="*/ 158696 h 167268"/>
                                <a:gd name="connsiteX31" fmla="*/ 83820 w 209550"/>
                                <a:gd name="connsiteY31" fmla="*/ 158696 h 167268"/>
                                <a:gd name="connsiteX32" fmla="*/ 100965 w 209550"/>
                                <a:gd name="connsiteY32" fmla="*/ 162506 h 167268"/>
                                <a:gd name="connsiteX33" fmla="*/ 120015 w 209550"/>
                                <a:gd name="connsiteY33" fmla="*/ 159649 h 167268"/>
                                <a:gd name="connsiteX34" fmla="*/ 122872 w 209550"/>
                                <a:gd name="connsiteY34" fmla="*/ 159649 h 167268"/>
                                <a:gd name="connsiteX35" fmla="*/ 125730 w 209550"/>
                                <a:gd name="connsiteY35" fmla="*/ 159649 h 167268"/>
                                <a:gd name="connsiteX36" fmla="*/ 133350 w 209550"/>
                                <a:gd name="connsiteY36" fmla="*/ 158696 h 167268"/>
                                <a:gd name="connsiteX37" fmla="*/ 135255 w 209550"/>
                                <a:gd name="connsiteY37" fmla="*/ 158696 h 167268"/>
                                <a:gd name="connsiteX38" fmla="*/ 137160 w 209550"/>
                                <a:gd name="connsiteY38" fmla="*/ 158696 h 167268"/>
                                <a:gd name="connsiteX39" fmla="*/ 138113 w 209550"/>
                                <a:gd name="connsiteY39" fmla="*/ 158696 h 167268"/>
                                <a:gd name="connsiteX40" fmla="*/ 144780 w 209550"/>
                                <a:gd name="connsiteY40" fmla="*/ 159649 h 167268"/>
                                <a:gd name="connsiteX41" fmla="*/ 160020 w 209550"/>
                                <a:gd name="connsiteY41" fmla="*/ 163459 h 167268"/>
                                <a:gd name="connsiteX42" fmla="*/ 165735 w 209550"/>
                                <a:gd name="connsiteY42" fmla="*/ 165364 h 167268"/>
                                <a:gd name="connsiteX43" fmla="*/ 168592 w 209550"/>
                                <a:gd name="connsiteY43" fmla="*/ 166316 h 167268"/>
                                <a:gd name="connsiteX44" fmla="*/ 169545 w 209550"/>
                                <a:gd name="connsiteY44" fmla="*/ 166316 h 167268"/>
                                <a:gd name="connsiteX45" fmla="*/ 169545 w 209550"/>
                                <a:gd name="connsiteY45" fmla="*/ 166316 h 167268"/>
                                <a:gd name="connsiteX46" fmla="*/ 170497 w 209550"/>
                                <a:gd name="connsiteY46" fmla="*/ 166316 h 167268"/>
                                <a:gd name="connsiteX47" fmla="*/ 173355 w 209550"/>
                                <a:gd name="connsiteY47" fmla="*/ 167269 h 167268"/>
                                <a:gd name="connsiteX48" fmla="*/ 174307 w 209550"/>
                                <a:gd name="connsiteY48" fmla="*/ 167269 h 167268"/>
                                <a:gd name="connsiteX49" fmla="*/ 174307 w 209550"/>
                                <a:gd name="connsiteY49" fmla="*/ 167269 h 167268"/>
                                <a:gd name="connsiteX50" fmla="*/ 178117 w 209550"/>
                                <a:gd name="connsiteY50" fmla="*/ 167269 h 167268"/>
                                <a:gd name="connsiteX51" fmla="*/ 181928 w 209550"/>
                                <a:gd name="connsiteY51" fmla="*/ 166316 h 167268"/>
                                <a:gd name="connsiteX52" fmla="*/ 189547 w 209550"/>
                                <a:gd name="connsiteY52" fmla="*/ 160601 h 167268"/>
                                <a:gd name="connsiteX53" fmla="*/ 200978 w 209550"/>
                                <a:gd name="connsiteY53" fmla="*/ 139646 h 167268"/>
                                <a:gd name="connsiteX54" fmla="*/ 206692 w 209550"/>
                                <a:gd name="connsiteY54" fmla="*/ 114881 h 167268"/>
                                <a:gd name="connsiteX55" fmla="*/ 209550 w 209550"/>
                                <a:gd name="connsiteY55" fmla="*/ 91069 h 167268"/>
                                <a:gd name="connsiteX56" fmla="*/ 206692 w 209550"/>
                                <a:gd name="connsiteY56" fmla="*/ 72019 h 167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209550" h="167268">
                                  <a:moveTo>
                                    <a:pt x="206692" y="72019"/>
                                  </a:moveTo>
                                  <a:cubicBezTo>
                                    <a:pt x="206692" y="69161"/>
                                    <a:pt x="205740" y="66304"/>
                                    <a:pt x="205740" y="62494"/>
                                  </a:cubicBezTo>
                                  <a:cubicBezTo>
                                    <a:pt x="205740" y="59636"/>
                                    <a:pt x="204788" y="56779"/>
                                    <a:pt x="203835" y="53921"/>
                                  </a:cubicBezTo>
                                  <a:cubicBezTo>
                                    <a:pt x="203835" y="52016"/>
                                    <a:pt x="202882" y="51064"/>
                                    <a:pt x="202882" y="49159"/>
                                  </a:cubicBezTo>
                                  <a:cubicBezTo>
                                    <a:pt x="202882" y="49159"/>
                                    <a:pt x="200978" y="43444"/>
                                    <a:pt x="200025" y="41539"/>
                                  </a:cubicBezTo>
                                  <a:cubicBezTo>
                                    <a:pt x="200025" y="41539"/>
                                    <a:pt x="200025" y="41539"/>
                                    <a:pt x="200025" y="41539"/>
                                  </a:cubicBezTo>
                                  <a:cubicBezTo>
                                    <a:pt x="200025" y="41539"/>
                                    <a:pt x="200025" y="41539"/>
                                    <a:pt x="200025" y="41539"/>
                                  </a:cubicBezTo>
                                  <a:cubicBezTo>
                                    <a:pt x="200025" y="41539"/>
                                    <a:pt x="200025" y="41539"/>
                                    <a:pt x="199072" y="40586"/>
                                  </a:cubicBezTo>
                                  <a:cubicBezTo>
                                    <a:pt x="198120" y="39634"/>
                                    <a:pt x="197167" y="38681"/>
                                    <a:pt x="196215" y="37729"/>
                                  </a:cubicBezTo>
                                  <a:cubicBezTo>
                                    <a:pt x="193357" y="35824"/>
                                    <a:pt x="189547" y="32014"/>
                                    <a:pt x="184785" y="29156"/>
                                  </a:cubicBezTo>
                                  <a:cubicBezTo>
                                    <a:pt x="175260" y="22489"/>
                                    <a:pt x="160972" y="13916"/>
                                    <a:pt x="142875" y="7249"/>
                                  </a:cubicBezTo>
                                  <a:cubicBezTo>
                                    <a:pt x="125730" y="1534"/>
                                    <a:pt x="104775" y="-2276"/>
                                    <a:pt x="81915" y="1534"/>
                                  </a:cubicBezTo>
                                  <a:cubicBezTo>
                                    <a:pt x="70485" y="3439"/>
                                    <a:pt x="59055" y="7249"/>
                                    <a:pt x="46672" y="13916"/>
                                  </a:cubicBezTo>
                                  <a:cubicBezTo>
                                    <a:pt x="35242" y="20584"/>
                                    <a:pt x="22860" y="31061"/>
                                    <a:pt x="11430" y="45349"/>
                                  </a:cubicBezTo>
                                  <a:cubicBezTo>
                                    <a:pt x="11430" y="45349"/>
                                    <a:pt x="10478" y="46301"/>
                                    <a:pt x="10478" y="47254"/>
                                  </a:cubicBezTo>
                                  <a:cubicBezTo>
                                    <a:pt x="10478" y="47254"/>
                                    <a:pt x="10478" y="47254"/>
                                    <a:pt x="10478" y="47254"/>
                                  </a:cubicBezTo>
                                  <a:cubicBezTo>
                                    <a:pt x="8572" y="51064"/>
                                    <a:pt x="6667" y="53921"/>
                                    <a:pt x="5715" y="58684"/>
                                  </a:cubicBezTo>
                                  <a:cubicBezTo>
                                    <a:pt x="1905" y="67256"/>
                                    <a:pt x="0" y="76781"/>
                                    <a:pt x="0" y="84401"/>
                                  </a:cubicBezTo>
                                  <a:cubicBezTo>
                                    <a:pt x="0" y="88211"/>
                                    <a:pt x="0" y="91069"/>
                                    <a:pt x="0" y="94879"/>
                                  </a:cubicBezTo>
                                  <a:cubicBezTo>
                                    <a:pt x="0" y="97736"/>
                                    <a:pt x="953" y="100594"/>
                                    <a:pt x="953" y="103451"/>
                                  </a:cubicBezTo>
                                  <a:cubicBezTo>
                                    <a:pt x="953" y="104404"/>
                                    <a:pt x="953" y="105356"/>
                                    <a:pt x="1905" y="106309"/>
                                  </a:cubicBezTo>
                                  <a:cubicBezTo>
                                    <a:pt x="1905" y="106309"/>
                                    <a:pt x="1905" y="107261"/>
                                    <a:pt x="1905" y="107261"/>
                                  </a:cubicBezTo>
                                  <a:cubicBezTo>
                                    <a:pt x="3810" y="114881"/>
                                    <a:pt x="7620" y="121549"/>
                                    <a:pt x="12382" y="125359"/>
                                  </a:cubicBezTo>
                                  <a:cubicBezTo>
                                    <a:pt x="14288" y="127264"/>
                                    <a:pt x="17145" y="130121"/>
                                    <a:pt x="19050" y="131074"/>
                                  </a:cubicBezTo>
                                  <a:cubicBezTo>
                                    <a:pt x="20955" y="132979"/>
                                    <a:pt x="23813" y="133931"/>
                                    <a:pt x="26670" y="134884"/>
                                  </a:cubicBezTo>
                                  <a:cubicBezTo>
                                    <a:pt x="36195" y="139646"/>
                                    <a:pt x="45720" y="140599"/>
                                    <a:pt x="52388" y="140599"/>
                                  </a:cubicBezTo>
                                  <a:cubicBezTo>
                                    <a:pt x="52388" y="140599"/>
                                    <a:pt x="53340" y="140599"/>
                                    <a:pt x="53340" y="140599"/>
                                  </a:cubicBezTo>
                                  <a:cubicBezTo>
                                    <a:pt x="57150" y="140599"/>
                                    <a:pt x="59055" y="140599"/>
                                    <a:pt x="59055" y="139646"/>
                                  </a:cubicBezTo>
                                  <a:cubicBezTo>
                                    <a:pt x="60960" y="141551"/>
                                    <a:pt x="62865" y="143456"/>
                                    <a:pt x="64770" y="145361"/>
                                  </a:cubicBezTo>
                                  <a:cubicBezTo>
                                    <a:pt x="69532" y="150124"/>
                                    <a:pt x="75247" y="154886"/>
                                    <a:pt x="80010" y="157744"/>
                                  </a:cubicBezTo>
                                  <a:cubicBezTo>
                                    <a:pt x="80963" y="158696"/>
                                    <a:pt x="81915" y="158696"/>
                                    <a:pt x="82867" y="158696"/>
                                  </a:cubicBezTo>
                                  <a:cubicBezTo>
                                    <a:pt x="82867" y="158696"/>
                                    <a:pt x="82867" y="158696"/>
                                    <a:pt x="83820" y="158696"/>
                                  </a:cubicBezTo>
                                  <a:cubicBezTo>
                                    <a:pt x="89535" y="161554"/>
                                    <a:pt x="95250" y="162506"/>
                                    <a:pt x="100965" y="162506"/>
                                  </a:cubicBezTo>
                                  <a:cubicBezTo>
                                    <a:pt x="106680" y="162506"/>
                                    <a:pt x="113347" y="161554"/>
                                    <a:pt x="120015" y="159649"/>
                                  </a:cubicBezTo>
                                  <a:cubicBezTo>
                                    <a:pt x="120967" y="159649"/>
                                    <a:pt x="121920" y="159649"/>
                                    <a:pt x="122872" y="159649"/>
                                  </a:cubicBezTo>
                                  <a:cubicBezTo>
                                    <a:pt x="123825" y="159649"/>
                                    <a:pt x="124778" y="159649"/>
                                    <a:pt x="125730" y="159649"/>
                                  </a:cubicBezTo>
                                  <a:cubicBezTo>
                                    <a:pt x="128588" y="159649"/>
                                    <a:pt x="131445" y="158696"/>
                                    <a:pt x="133350" y="158696"/>
                                  </a:cubicBezTo>
                                  <a:cubicBezTo>
                                    <a:pt x="134303" y="158696"/>
                                    <a:pt x="134303" y="158696"/>
                                    <a:pt x="135255" y="158696"/>
                                  </a:cubicBezTo>
                                  <a:cubicBezTo>
                                    <a:pt x="136207" y="158696"/>
                                    <a:pt x="136207" y="158696"/>
                                    <a:pt x="137160" y="158696"/>
                                  </a:cubicBezTo>
                                  <a:lnTo>
                                    <a:pt x="138113" y="158696"/>
                                  </a:lnTo>
                                  <a:cubicBezTo>
                                    <a:pt x="139065" y="158696"/>
                                    <a:pt x="141922" y="158696"/>
                                    <a:pt x="144780" y="159649"/>
                                  </a:cubicBezTo>
                                  <a:cubicBezTo>
                                    <a:pt x="148590" y="160601"/>
                                    <a:pt x="153353" y="161554"/>
                                    <a:pt x="160020" y="163459"/>
                                  </a:cubicBezTo>
                                  <a:cubicBezTo>
                                    <a:pt x="161925" y="164411"/>
                                    <a:pt x="163830" y="164411"/>
                                    <a:pt x="165735" y="165364"/>
                                  </a:cubicBezTo>
                                  <a:cubicBezTo>
                                    <a:pt x="166688" y="165364"/>
                                    <a:pt x="167640" y="166316"/>
                                    <a:pt x="168592" y="166316"/>
                                  </a:cubicBezTo>
                                  <a:lnTo>
                                    <a:pt x="169545" y="166316"/>
                                  </a:lnTo>
                                  <a:lnTo>
                                    <a:pt x="169545" y="166316"/>
                                  </a:lnTo>
                                  <a:cubicBezTo>
                                    <a:pt x="169545" y="166316"/>
                                    <a:pt x="169545" y="166316"/>
                                    <a:pt x="170497" y="166316"/>
                                  </a:cubicBezTo>
                                  <a:cubicBezTo>
                                    <a:pt x="171450" y="166316"/>
                                    <a:pt x="172403" y="167269"/>
                                    <a:pt x="173355" y="167269"/>
                                  </a:cubicBezTo>
                                  <a:cubicBezTo>
                                    <a:pt x="173355" y="167269"/>
                                    <a:pt x="174307" y="167269"/>
                                    <a:pt x="174307" y="167269"/>
                                  </a:cubicBezTo>
                                  <a:lnTo>
                                    <a:pt x="174307" y="167269"/>
                                  </a:lnTo>
                                  <a:cubicBezTo>
                                    <a:pt x="175260" y="167269"/>
                                    <a:pt x="176213" y="167269"/>
                                    <a:pt x="178117" y="167269"/>
                                  </a:cubicBezTo>
                                  <a:cubicBezTo>
                                    <a:pt x="179070" y="167269"/>
                                    <a:pt x="180022" y="166316"/>
                                    <a:pt x="181928" y="166316"/>
                                  </a:cubicBezTo>
                                  <a:cubicBezTo>
                                    <a:pt x="183832" y="165364"/>
                                    <a:pt x="186690" y="163459"/>
                                    <a:pt x="189547" y="160601"/>
                                  </a:cubicBezTo>
                                  <a:cubicBezTo>
                                    <a:pt x="194310" y="155839"/>
                                    <a:pt x="199072" y="149171"/>
                                    <a:pt x="200978" y="139646"/>
                                  </a:cubicBezTo>
                                  <a:cubicBezTo>
                                    <a:pt x="202882" y="131074"/>
                                    <a:pt x="204788" y="122501"/>
                                    <a:pt x="206692" y="114881"/>
                                  </a:cubicBezTo>
                                  <a:cubicBezTo>
                                    <a:pt x="207645" y="107261"/>
                                    <a:pt x="208597" y="98689"/>
                                    <a:pt x="209550" y="91069"/>
                                  </a:cubicBezTo>
                                  <a:cubicBezTo>
                                    <a:pt x="207645" y="84401"/>
                                    <a:pt x="207645" y="77734"/>
                                    <a:pt x="206692" y="72019"/>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7E8101BA-1D45-4D12-A672-F3B5B2206819}"/>
                                </a:ext>
                              </a:extLst>
                            </p:cNvPr>
                            <p:cNvSpPr/>
                            <p:nvPr/>
                          </p:nvSpPr>
                          <p:spPr>
                            <a:xfrm>
                              <a:off x="2741476" y="1998216"/>
                              <a:ext cx="201930" cy="149542"/>
                            </a:xfrm>
                            <a:custGeom>
                              <a:avLst/>
                              <a:gdLst>
                                <a:gd name="connsiteX0" fmla="*/ 191453 w 201930"/>
                                <a:gd name="connsiteY0" fmla="*/ 32385 h 149542"/>
                                <a:gd name="connsiteX1" fmla="*/ 190500 w 201930"/>
                                <a:gd name="connsiteY1" fmla="*/ 33338 h 149542"/>
                                <a:gd name="connsiteX2" fmla="*/ 189548 w 201930"/>
                                <a:gd name="connsiteY2" fmla="*/ 40005 h 149542"/>
                                <a:gd name="connsiteX3" fmla="*/ 187643 w 201930"/>
                                <a:gd name="connsiteY3" fmla="*/ 57150 h 149542"/>
                                <a:gd name="connsiteX4" fmla="*/ 185738 w 201930"/>
                                <a:gd name="connsiteY4" fmla="*/ 81915 h 149542"/>
                                <a:gd name="connsiteX5" fmla="*/ 185738 w 201930"/>
                                <a:gd name="connsiteY5" fmla="*/ 88583 h 149542"/>
                                <a:gd name="connsiteX6" fmla="*/ 185738 w 201930"/>
                                <a:gd name="connsiteY6" fmla="*/ 92393 h 149542"/>
                                <a:gd name="connsiteX7" fmla="*/ 185738 w 201930"/>
                                <a:gd name="connsiteY7" fmla="*/ 93345 h 149542"/>
                                <a:gd name="connsiteX8" fmla="*/ 185738 w 201930"/>
                                <a:gd name="connsiteY8" fmla="*/ 94298 h 149542"/>
                                <a:gd name="connsiteX9" fmla="*/ 185738 w 201930"/>
                                <a:gd name="connsiteY9" fmla="*/ 96203 h 149542"/>
                                <a:gd name="connsiteX10" fmla="*/ 183833 w 201930"/>
                                <a:gd name="connsiteY10" fmla="*/ 108585 h 149542"/>
                                <a:gd name="connsiteX11" fmla="*/ 182880 w 201930"/>
                                <a:gd name="connsiteY11" fmla="*/ 114300 h 149542"/>
                                <a:gd name="connsiteX12" fmla="*/ 180975 w 201930"/>
                                <a:gd name="connsiteY12" fmla="*/ 120015 h 149542"/>
                                <a:gd name="connsiteX13" fmla="*/ 180023 w 201930"/>
                                <a:gd name="connsiteY13" fmla="*/ 122873 h 149542"/>
                                <a:gd name="connsiteX14" fmla="*/ 179070 w 201930"/>
                                <a:gd name="connsiteY14" fmla="*/ 125730 h 149542"/>
                                <a:gd name="connsiteX15" fmla="*/ 177165 w 201930"/>
                                <a:gd name="connsiteY15" fmla="*/ 130493 h 149542"/>
                                <a:gd name="connsiteX16" fmla="*/ 174308 w 201930"/>
                                <a:gd name="connsiteY16" fmla="*/ 138113 h 149542"/>
                                <a:gd name="connsiteX17" fmla="*/ 171450 w 201930"/>
                                <a:gd name="connsiteY17" fmla="*/ 143828 h 149542"/>
                                <a:gd name="connsiteX18" fmla="*/ 169545 w 201930"/>
                                <a:gd name="connsiteY18" fmla="*/ 147638 h 149542"/>
                                <a:gd name="connsiteX19" fmla="*/ 168593 w 201930"/>
                                <a:gd name="connsiteY19" fmla="*/ 149543 h 149542"/>
                                <a:gd name="connsiteX20" fmla="*/ 168593 w 201930"/>
                                <a:gd name="connsiteY20" fmla="*/ 149543 h 149542"/>
                                <a:gd name="connsiteX21" fmla="*/ 168593 w 201930"/>
                                <a:gd name="connsiteY21" fmla="*/ 149543 h 149542"/>
                                <a:gd name="connsiteX22" fmla="*/ 168593 w 201930"/>
                                <a:gd name="connsiteY22" fmla="*/ 148590 h 149542"/>
                                <a:gd name="connsiteX23" fmla="*/ 169545 w 201930"/>
                                <a:gd name="connsiteY23" fmla="*/ 146685 h 149542"/>
                                <a:gd name="connsiteX24" fmla="*/ 171450 w 201930"/>
                                <a:gd name="connsiteY24" fmla="*/ 142875 h 149542"/>
                                <a:gd name="connsiteX25" fmla="*/ 174308 w 201930"/>
                                <a:gd name="connsiteY25" fmla="*/ 137160 h 149542"/>
                                <a:gd name="connsiteX26" fmla="*/ 177165 w 201930"/>
                                <a:gd name="connsiteY26" fmla="*/ 129540 h 149542"/>
                                <a:gd name="connsiteX27" fmla="*/ 179070 w 201930"/>
                                <a:gd name="connsiteY27" fmla="*/ 124778 h 149542"/>
                                <a:gd name="connsiteX28" fmla="*/ 180023 w 201930"/>
                                <a:gd name="connsiteY28" fmla="*/ 121920 h 149542"/>
                                <a:gd name="connsiteX29" fmla="*/ 180975 w 201930"/>
                                <a:gd name="connsiteY29" fmla="*/ 119063 h 149542"/>
                                <a:gd name="connsiteX30" fmla="*/ 182880 w 201930"/>
                                <a:gd name="connsiteY30" fmla="*/ 113348 h 149542"/>
                                <a:gd name="connsiteX31" fmla="*/ 183833 w 201930"/>
                                <a:gd name="connsiteY31" fmla="*/ 107633 h 149542"/>
                                <a:gd name="connsiteX32" fmla="*/ 185738 w 201930"/>
                                <a:gd name="connsiteY32" fmla="*/ 94298 h 149542"/>
                                <a:gd name="connsiteX33" fmla="*/ 185738 w 201930"/>
                                <a:gd name="connsiteY33" fmla="*/ 92393 h 149542"/>
                                <a:gd name="connsiteX34" fmla="*/ 185738 w 201930"/>
                                <a:gd name="connsiteY34" fmla="*/ 91440 h 149542"/>
                                <a:gd name="connsiteX35" fmla="*/ 185738 w 201930"/>
                                <a:gd name="connsiteY35" fmla="*/ 90488 h 149542"/>
                                <a:gd name="connsiteX36" fmla="*/ 185738 w 201930"/>
                                <a:gd name="connsiteY36" fmla="*/ 86678 h 149542"/>
                                <a:gd name="connsiteX37" fmla="*/ 185738 w 201930"/>
                                <a:gd name="connsiteY37" fmla="*/ 80010 h 149542"/>
                                <a:gd name="connsiteX38" fmla="*/ 186690 w 201930"/>
                                <a:gd name="connsiteY38" fmla="*/ 55245 h 149542"/>
                                <a:gd name="connsiteX39" fmla="*/ 188595 w 201930"/>
                                <a:gd name="connsiteY39" fmla="*/ 33338 h 149542"/>
                                <a:gd name="connsiteX40" fmla="*/ 185738 w 201930"/>
                                <a:gd name="connsiteY40" fmla="*/ 35243 h 149542"/>
                                <a:gd name="connsiteX41" fmla="*/ 180975 w 201930"/>
                                <a:gd name="connsiteY41" fmla="*/ 38100 h 149542"/>
                                <a:gd name="connsiteX42" fmla="*/ 175260 w 201930"/>
                                <a:gd name="connsiteY42" fmla="*/ 40958 h 149542"/>
                                <a:gd name="connsiteX43" fmla="*/ 162878 w 201930"/>
                                <a:gd name="connsiteY43" fmla="*/ 47625 h 149542"/>
                                <a:gd name="connsiteX44" fmla="*/ 160020 w 201930"/>
                                <a:gd name="connsiteY44" fmla="*/ 49530 h 149542"/>
                                <a:gd name="connsiteX45" fmla="*/ 160020 w 201930"/>
                                <a:gd name="connsiteY45" fmla="*/ 49530 h 149542"/>
                                <a:gd name="connsiteX46" fmla="*/ 155258 w 201930"/>
                                <a:gd name="connsiteY46" fmla="*/ 55245 h 149542"/>
                                <a:gd name="connsiteX47" fmla="*/ 150495 w 201930"/>
                                <a:gd name="connsiteY47" fmla="*/ 63818 h 149542"/>
                                <a:gd name="connsiteX48" fmla="*/ 143828 w 201930"/>
                                <a:gd name="connsiteY48" fmla="*/ 87630 h 149542"/>
                                <a:gd name="connsiteX49" fmla="*/ 140970 w 201930"/>
                                <a:gd name="connsiteY49" fmla="*/ 100013 h 149542"/>
                                <a:gd name="connsiteX50" fmla="*/ 139065 w 201930"/>
                                <a:gd name="connsiteY50" fmla="*/ 105728 h 149542"/>
                                <a:gd name="connsiteX51" fmla="*/ 137160 w 201930"/>
                                <a:gd name="connsiteY51" fmla="*/ 111443 h 149542"/>
                                <a:gd name="connsiteX52" fmla="*/ 133350 w 201930"/>
                                <a:gd name="connsiteY52" fmla="*/ 120968 h 149542"/>
                                <a:gd name="connsiteX53" fmla="*/ 131445 w 201930"/>
                                <a:gd name="connsiteY53" fmla="*/ 124778 h 149542"/>
                                <a:gd name="connsiteX54" fmla="*/ 129540 w 201930"/>
                                <a:gd name="connsiteY54" fmla="*/ 127635 h 149542"/>
                                <a:gd name="connsiteX55" fmla="*/ 123825 w 201930"/>
                                <a:gd name="connsiteY55" fmla="*/ 134303 h 149542"/>
                                <a:gd name="connsiteX56" fmla="*/ 122873 w 201930"/>
                                <a:gd name="connsiteY56" fmla="*/ 134303 h 149542"/>
                                <a:gd name="connsiteX57" fmla="*/ 121920 w 201930"/>
                                <a:gd name="connsiteY57" fmla="*/ 135255 h 149542"/>
                                <a:gd name="connsiteX58" fmla="*/ 120968 w 201930"/>
                                <a:gd name="connsiteY58" fmla="*/ 135255 h 149542"/>
                                <a:gd name="connsiteX59" fmla="*/ 120015 w 201930"/>
                                <a:gd name="connsiteY59" fmla="*/ 135255 h 149542"/>
                                <a:gd name="connsiteX60" fmla="*/ 119063 w 201930"/>
                                <a:gd name="connsiteY60" fmla="*/ 135255 h 149542"/>
                                <a:gd name="connsiteX61" fmla="*/ 116205 w 201930"/>
                                <a:gd name="connsiteY61" fmla="*/ 135255 h 149542"/>
                                <a:gd name="connsiteX62" fmla="*/ 118110 w 201930"/>
                                <a:gd name="connsiteY62" fmla="*/ 135255 h 149542"/>
                                <a:gd name="connsiteX63" fmla="*/ 119063 w 201930"/>
                                <a:gd name="connsiteY63" fmla="*/ 135255 h 149542"/>
                                <a:gd name="connsiteX64" fmla="*/ 120015 w 201930"/>
                                <a:gd name="connsiteY64" fmla="*/ 135255 h 149542"/>
                                <a:gd name="connsiteX65" fmla="*/ 120968 w 201930"/>
                                <a:gd name="connsiteY65" fmla="*/ 134303 h 149542"/>
                                <a:gd name="connsiteX66" fmla="*/ 121920 w 201930"/>
                                <a:gd name="connsiteY66" fmla="*/ 134303 h 149542"/>
                                <a:gd name="connsiteX67" fmla="*/ 122873 w 201930"/>
                                <a:gd name="connsiteY67" fmla="*/ 133350 h 149542"/>
                                <a:gd name="connsiteX68" fmla="*/ 128588 w 201930"/>
                                <a:gd name="connsiteY68" fmla="*/ 125730 h 149542"/>
                                <a:gd name="connsiteX69" fmla="*/ 130493 w 201930"/>
                                <a:gd name="connsiteY69" fmla="*/ 121920 h 149542"/>
                                <a:gd name="connsiteX70" fmla="*/ 132398 w 201930"/>
                                <a:gd name="connsiteY70" fmla="*/ 118110 h 149542"/>
                                <a:gd name="connsiteX71" fmla="*/ 136208 w 201930"/>
                                <a:gd name="connsiteY71" fmla="*/ 107633 h 149542"/>
                                <a:gd name="connsiteX72" fmla="*/ 138113 w 201930"/>
                                <a:gd name="connsiteY72" fmla="*/ 101918 h 149542"/>
                                <a:gd name="connsiteX73" fmla="*/ 140018 w 201930"/>
                                <a:gd name="connsiteY73" fmla="*/ 96203 h 149542"/>
                                <a:gd name="connsiteX74" fmla="*/ 142875 w 201930"/>
                                <a:gd name="connsiteY74" fmla="*/ 83820 h 149542"/>
                                <a:gd name="connsiteX75" fmla="*/ 149543 w 201930"/>
                                <a:gd name="connsiteY75" fmla="*/ 60008 h 149542"/>
                                <a:gd name="connsiteX76" fmla="*/ 154305 w 201930"/>
                                <a:gd name="connsiteY76" fmla="*/ 50483 h 149542"/>
                                <a:gd name="connsiteX77" fmla="*/ 155258 w 201930"/>
                                <a:gd name="connsiteY77" fmla="*/ 49530 h 149542"/>
                                <a:gd name="connsiteX78" fmla="*/ 150495 w 201930"/>
                                <a:gd name="connsiteY78" fmla="*/ 51435 h 149542"/>
                                <a:gd name="connsiteX79" fmla="*/ 135255 w 201930"/>
                                <a:gd name="connsiteY79" fmla="*/ 59055 h 149542"/>
                                <a:gd name="connsiteX80" fmla="*/ 121920 w 201930"/>
                                <a:gd name="connsiteY80" fmla="*/ 65723 h 149542"/>
                                <a:gd name="connsiteX81" fmla="*/ 120968 w 201930"/>
                                <a:gd name="connsiteY81" fmla="*/ 66675 h 149542"/>
                                <a:gd name="connsiteX82" fmla="*/ 119063 w 201930"/>
                                <a:gd name="connsiteY82" fmla="*/ 68580 h 149542"/>
                                <a:gd name="connsiteX83" fmla="*/ 113348 w 201930"/>
                                <a:gd name="connsiteY83" fmla="*/ 78105 h 149542"/>
                                <a:gd name="connsiteX84" fmla="*/ 110490 w 201930"/>
                                <a:gd name="connsiteY84" fmla="*/ 85725 h 149542"/>
                                <a:gd name="connsiteX85" fmla="*/ 106680 w 201930"/>
                                <a:gd name="connsiteY85" fmla="*/ 93345 h 149542"/>
                                <a:gd name="connsiteX86" fmla="*/ 104775 w 201930"/>
                                <a:gd name="connsiteY86" fmla="*/ 97155 h 149542"/>
                                <a:gd name="connsiteX87" fmla="*/ 102870 w 201930"/>
                                <a:gd name="connsiteY87" fmla="*/ 100965 h 149542"/>
                                <a:gd name="connsiteX88" fmla="*/ 100965 w 201930"/>
                                <a:gd name="connsiteY88" fmla="*/ 104775 h 149542"/>
                                <a:gd name="connsiteX89" fmla="*/ 99060 w 201930"/>
                                <a:gd name="connsiteY89" fmla="*/ 108585 h 149542"/>
                                <a:gd name="connsiteX90" fmla="*/ 94298 w 201930"/>
                                <a:gd name="connsiteY90" fmla="*/ 116205 h 149542"/>
                                <a:gd name="connsiteX91" fmla="*/ 89535 w 201930"/>
                                <a:gd name="connsiteY91" fmla="*/ 122873 h 149542"/>
                                <a:gd name="connsiteX92" fmla="*/ 87630 w 201930"/>
                                <a:gd name="connsiteY92" fmla="*/ 126683 h 149542"/>
                                <a:gd name="connsiteX93" fmla="*/ 85725 w 201930"/>
                                <a:gd name="connsiteY93" fmla="*/ 130493 h 149542"/>
                                <a:gd name="connsiteX94" fmla="*/ 84773 w 201930"/>
                                <a:gd name="connsiteY94" fmla="*/ 132398 h 149542"/>
                                <a:gd name="connsiteX95" fmla="*/ 83820 w 201930"/>
                                <a:gd name="connsiteY95" fmla="*/ 134303 h 149542"/>
                                <a:gd name="connsiteX96" fmla="*/ 82868 w 201930"/>
                                <a:gd name="connsiteY96" fmla="*/ 134303 h 149542"/>
                                <a:gd name="connsiteX97" fmla="*/ 84773 w 201930"/>
                                <a:gd name="connsiteY97" fmla="*/ 130493 h 149542"/>
                                <a:gd name="connsiteX98" fmla="*/ 86678 w 201930"/>
                                <a:gd name="connsiteY98" fmla="*/ 126683 h 149542"/>
                                <a:gd name="connsiteX99" fmla="*/ 88583 w 201930"/>
                                <a:gd name="connsiteY99" fmla="*/ 122873 h 149542"/>
                                <a:gd name="connsiteX100" fmla="*/ 93345 w 201930"/>
                                <a:gd name="connsiteY100" fmla="*/ 115253 h 149542"/>
                                <a:gd name="connsiteX101" fmla="*/ 98108 w 201930"/>
                                <a:gd name="connsiteY101" fmla="*/ 107633 h 149542"/>
                                <a:gd name="connsiteX102" fmla="*/ 99060 w 201930"/>
                                <a:gd name="connsiteY102" fmla="*/ 105728 h 149542"/>
                                <a:gd name="connsiteX103" fmla="*/ 100013 w 201930"/>
                                <a:gd name="connsiteY103" fmla="*/ 103823 h 149542"/>
                                <a:gd name="connsiteX104" fmla="*/ 101918 w 201930"/>
                                <a:gd name="connsiteY104" fmla="*/ 100013 h 149542"/>
                                <a:gd name="connsiteX105" fmla="*/ 103823 w 201930"/>
                                <a:gd name="connsiteY105" fmla="*/ 96203 h 149542"/>
                                <a:gd name="connsiteX106" fmla="*/ 105728 w 201930"/>
                                <a:gd name="connsiteY106" fmla="*/ 92393 h 149542"/>
                                <a:gd name="connsiteX107" fmla="*/ 108585 w 201930"/>
                                <a:gd name="connsiteY107" fmla="*/ 84773 h 149542"/>
                                <a:gd name="connsiteX108" fmla="*/ 111443 w 201930"/>
                                <a:gd name="connsiteY108" fmla="*/ 77153 h 149542"/>
                                <a:gd name="connsiteX109" fmla="*/ 114300 w 201930"/>
                                <a:gd name="connsiteY109" fmla="*/ 70485 h 149542"/>
                                <a:gd name="connsiteX110" fmla="*/ 104775 w 201930"/>
                                <a:gd name="connsiteY110" fmla="*/ 75248 h 149542"/>
                                <a:gd name="connsiteX111" fmla="*/ 89535 w 201930"/>
                                <a:gd name="connsiteY111" fmla="*/ 83820 h 149542"/>
                                <a:gd name="connsiteX112" fmla="*/ 81915 w 201930"/>
                                <a:gd name="connsiteY112" fmla="*/ 88583 h 149542"/>
                                <a:gd name="connsiteX113" fmla="*/ 75248 w 201930"/>
                                <a:gd name="connsiteY113" fmla="*/ 93345 h 149542"/>
                                <a:gd name="connsiteX114" fmla="*/ 61913 w 201930"/>
                                <a:gd name="connsiteY114" fmla="*/ 103823 h 149542"/>
                                <a:gd name="connsiteX115" fmla="*/ 56198 w 201930"/>
                                <a:gd name="connsiteY115" fmla="*/ 109538 h 149542"/>
                                <a:gd name="connsiteX116" fmla="*/ 51435 w 201930"/>
                                <a:gd name="connsiteY116" fmla="*/ 114300 h 149542"/>
                                <a:gd name="connsiteX117" fmla="*/ 50483 w 201930"/>
                                <a:gd name="connsiteY117" fmla="*/ 114300 h 149542"/>
                                <a:gd name="connsiteX118" fmla="*/ 50483 w 201930"/>
                                <a:gd name="connsiteY118" fmla="*/ 114300 h 149542"/>
                                <a:gd name="connsiteX119" fmla="*/ 55245 w 201930"/>
                                <a:gd name="connsiteY119" fmla="*/ 108585 h 149542"/>
                                <a:gd name="connsiteX120" fmla="*/ 60008 w 201930"/>
                                <a:gd name="connsiteY120" fmla="*/ 102870 h 149542"/>
                                <a:gd name="connsiteX121" fmla="*/ 72390 w 201930"/>
                                <a:gd name="connsiteY121" fmla="*/ 91440 h 149542"/>
                                <a:gd name="connsiteX122" fmla="*/ 76200 w 201930"/>
                                <a:gd name="connsiteY122" fmla="*/ 88583 h 149542"/>
                                <a:gd name="connsiteX123" fmla="*/ 80010 w 201930"/>
                                <a:gd name="connsiteY123" fmla="*/ 85725 h 149542"/>
                                <a:gd name="connsiteX124" fmla="*/ 83820 w 201930"/>
                                <a:gd name="connsiteY124" fmla="*/ 82868 h 149542"/>
                                <a:gd name="connsiteX125" fmla="*/ 87630 w 201930"/>
                                <a:gd name="connsiteY125" fmla="*/ 80010 h 149542"/>
                                <a:gd name="connsiteX126" fmla="*/ 102870 w 201930"/>
                                <a:gd name="connsiteY126" fmla="*/ 70485 h 149542"/>
                                <a:gd name="connsiteX127" fmla="*/ 119063 w 201930"/>
                                <a:gd name="connsiteY127" fmla="*/ 61913 h 149542"/>
                                <a:gd name="connsiteX128" fmla="*/ 130493 w 201930"/>
                                <a:gd name="connsiteY128" fmla="*/ 55245 h 149542"/>
                                <a:gd name="connsiteX129" fmla="*/ 127635 w 201930"/>
                                <a:gd name="connsiteY129" fmla="*/ 55245 h 149542"/>
                                <a:gd name="connsiteX130" fmla="*/ 117158 w 201930"/>
                                <a:gd name="connsiteY130" fmla="*/ 54293 h 149542"/>
                                <a:gd name="connsiteX131" fmla="*/ 92393 w 201930"/>
                                <a:gd name="connsiteY131" fmla="*/ 50483 h 149542"/>
                                <a:gd name="connsiteX132" fmla="*/ 78105 w 201930"/>
                                <a:gd name="connsiteY132" fmla="*/ 48578 h 149542"/>
                                <a:gd name="connsiteX133" fmla="*/ 62865 w 201930"/>
                                <a:gd name="connsiteY133" fmla="*/ 48578 h 149542"/>
                                <a:gd name="connsiteX134" fmla="*/ 46673 w 201930"/>
                                <a:gd name="connsiteY134" fmla="*/ 51435 h 149542"/>
                                <a:gd name="connsiteX135" fmla="*/ 30480 w 201930"/>
                                <a:gd name="connsiteY135" fmla="*/ 57150 h 149542"/>
                                <a:gd name="connsiteX136" fmla="*/ 22860 w 201930"/>
                                <a:gd name="connsiteY136" fmla="*/ 60960 h 149542"/>
                                <a:gd name="connsiteX137" fmla="*/ 15240 w 201930"/>
                                <a:gd name="connsiteY137" fmla="*/ 65723 h 149542"/>
                                <a:gd name="connsiteX138" fmla="*/ 11430 w 201930"/>
                                <a:gd name="connsiteY138" fmla="*/ 68580 h 149542"/>
                                <a:gd name="connsiteX139" fmla="*/ 7620 w 201930"/>
                                <a:gd name="connsiteY139" fmla="*/ 71438 h 149542"/>
                                <a:gd name="connsiteX140" fmla="*/ 953 w 201930"/>
                                <a:gd name="connsiteY140" fmla="*/ 78105 h 149542"/>
                                <a:gd name="connsiteX141" fmla="*/ 0 w 201930"/>
                                <a:gd name="connsiteY141" fmla="*/ 79058 h 149542"/>
                                <a:gd name="connsiteX142" fmla="*/ 0 w 201930"/>
                                <a:gd name="connsiteY142" fmla="*/ 78105 h 149542"/>
                                <a:gd name="connsiteX143" fmla="*/ 953 w 201930"/>
                                <a:gd name="connsiteY143" fmla="*/ 77153 h 149542"/>
                                <a:gd name="connsiteX144" fmla="*/ 14288 w 201930"/>
                                <a:gd name="connsiteY144" fmla="*/ 64770 h 149542"/>
                                <a:gd name="connsiteX145" fmla="*/ 29528 w 201930"/>
                                <a:gd name="connsiteY145" fmla="*/ 55245 h 149542"/>
                                <a:gd name="connsiteX146" fmla="*/ 45720 w 201930"/>
                                <a:gd name="connsiteY146" fmla="*/ 49530 h 149542"/>
                                <a:gd name="connsiteX147" fmla="*/ 61913 w 201930"/>
                                <a:gd name="connsiteY147" fmla="*/ 46673 h 149542"/>
                                <a:gd name="connsiteX148" fmla="*/ 77153 w 201930"/>
                                <a:gd name="connsiteY148" fmla="*/ 46673 h 149542"/>
                                <a:gd name="connsiteX149" fmla="*/ 91440 w 201930"/>
                                <a:gd name="connsiteY149" fmla="*/ 48578 h 149542"/>
                                <a:gd name="connsiteX150" fmla="*/ 116205 w 201930"/>
                                <a:gd name="connsiteY150" fmla="*/ 52388 h 149542"/>
                                <a:gd name="connsiteX151" fmla="*/ 125730 w 201930"/>
                                <a:gd name="connsiteY151" fmla="*/ 52388 h 149542"/>
                                <a:gd name="connsiteX152" fmla="*/ 133350 w 201930"/>
                                <a:gd name="connsiteY152" fmla="*/ 51435 h 149542"/>
                                <a:gd name="connsiteX153" fmla="*/ 137160 w 201930"/>
                                <a:gd name="connsiteY153" fmla="*/ 50483 h 149542"/>
                                <a:gd name="connsiteX154" fmla="*/ 147638 w 201930"/>
                                <a:gd name="connsiteY154" fmla="*/ 44768 h 149542"/>
                                <a:gd name="connsiteX155" fmla="*/ 154305 w 201930"/>
                                <a:gd name="connsiteY155" fmla="*/ 40958 h 149542"/>
                                <a:gd name="connsiteX156" fmla="*/ 160973 w 201930"/>
                                <a:gd name="connsiteY156" fmla="*/ 37148 h 149542"/>
                                <a:gd name="connsiteX157" fmla="*/ 173355 w 201930"/>
                                <a:gd name="connsiteY157" fmla="*/ 29528 h 149542"/>
                                <a:gd name="connsiteX158" fmla="*/ 174308 w 201930"/>
                                <a:gd name="connsiteY158" fmla="*/ 28575 h 149542"/>
                                <a:gd name="connsiteX159" fmla="*/ 173355 w 201930"/>
                                <a:gd name="connsiteY159" fmla="*/ 28575 h 149542"/>
                                <a:gd name="connsiteX160" fmla="*/ 164783 w 201930"/>
                                <a:gd name="connsiteY160" fmla="*/ 25718 h 149542"/>
                                <a:gd name="connsiteX161" fmla="*/ 160020 w 201930"/>
                                <a:gd name="connsiteY161" fmla="*/ 23813 h 149542"/>
                                <a:gd name="connsiteX162" fmla="*/ 154305 w 201930"/>
                                <a:gd name="connsiteY162" fmla="*/ 21908 h 149542"/>
                                <a:gd name="connsiteX163" fmla="*/ 140970 w 201930"/>
                                <a:gd name="connsiteY163" fmla="*/ 17145 h 149542"/>
                                <a:gd name="connsiteX164" fmla="*/ 126683 w 201930"/>
                                <a:gd name="connsiteY164" fmla="*/ 12383 h 149542"/>
                                <a:gd name="connsiteX165" fmla="*/ 110490 w 201930"/>
                                <a:gd name="connsiteY165" fmla="*/ 7620 h 149542"/>
                                <a:gd name="connsiteX166" fmla="*/ 93345 w 201930"/>
                                <a:gd name="connsiteY166" fmla="*/ 3810 h 149542"/>
                                <a:gd name="connsiteX167" fmla="*/ 75248 w 201930"/>
                                <a:gd name="connsiteY167" fmla="*/ 1905 h 149542"/>
                                <a:gd name="connsiteX168" fmla="*/ 57150 w 201930"/>
                                <a:gd name="connsiteY168" fmla="*/ 2858 h 149542"/>
                                <a:gd name="connsiteX169" fmla="*/ 47625 w 201930"/>
                                <a:gd name="connsiteY169" fmla="*/ 4763 h 149542"/>
                                <a:gd name="connsiteX170" fmla="*/ 39053 w 201930"/>
                                <a:gd name="connsiteY170" fmla="*/ 6668 h 149542"/>
                                <a:gd name="connsiteX171" fmla="*/ 30480 w 201930"/>
                                <a:gd name="connsiteY171" fmla="*/ 9525 h 149542"/>
                                <a:gd name="connsiteX172" fmla="*/ 21908 w 201930"/>
                                <a:gd name="connsiteY172" fmla="*/ 13335 h 149542"/>
                                <a:gd name="connsiteX173" fmla="*/ 14288 w 201930"/>
                                <a:gd name="connsiteY173" fmla="*/ 18098 h 149542"/>
                                <a:gd name="connsiteX174" fmla="*/ 9525 w 201930"/>
                                <a:gd name="connsiteY174" fmla="*/ 20955 h 149542"/>
                                <a:gd name="connsiteX175" fmla="*/ 10478 w 201930"/>
                                <a:gd name="connsiteY175" fmla="*/ 19050 h 149542"/>
                                <a:gd name="connsiteX176" fmla="*/ 13335 w 201930"/>
                                <a:gd name="connsiteY176" fmla="*/ 17145 h 149542"/>
                                <a:gd name="connsiteX177" fmla="*/ 20955 w 201930"/>
                                <a:gd name="connsiteY177" fmla="*/ 12383 h 149542"/>
                                <a:gd name="connsiteX178" fmla="*/ 29528 w 201930"/>
                                <a:gd name="connsiteY178" fmla="*/ 8573 h 149542"/>
                                <a:gd name="connsiteX179" fmla="*/ 38100 w 201930"/>
                                <a:gd name="connsiteY179" fmla="*/ 5715 h 149542"/>
                                <a:gd name="connsiteX180" fmla="*/ 46673 w 201930"/>
                                <a:gd name="connsiteY180" fmla="*/ 2858 h 149542"/>
                                <a:gd name="connsiteX181" fmla="*/ 56198 w 201930"/>
                                <a:gd name="connsiteY181" fmla="*/ 953 h 149542"/>
                                <a:gd name="connsiteX182" fmla="*/ 75248 w 201930"/>
                                <a:gd name="connsiteY182" fmla="*/ 0 h 149542"/>
                                <a:gd name="connsiteX183" fmla="*/ 93345 w 201930"/>
                                <a:gd name="connsiteY183" fmla="*/ 1905 h 149542"/>
                                <a:gd name="connsiteX184" fmla="*/ 110490 w 201930"/>
                                <a:gd name="connsiteY184" fmla="*/ 5715 h 149542"/>
                                <a:gd name="connsiteX185" fmla="*/ 126683 w 201930"/>
                                <a:gd name="connsiteY185" fmla="*/ 10478 h 149542"/>
                                <a:gd name="connsiteX186" fmla="*/ 141923 w 201930"/>
                                <a:gd name="connsiteY186" fmla="*/ 15240 h 149542"/>
                                <a:gd name="connsiteX187" fmla="*/ 155258 w 201930"/>
                                <a:gd name="connsiteY187" fmla="*/ 20003 h 149542"/>
                                <a:gd name="connsiteX188" fmla="*/ 160973 w 201930"/>
                                <a:gd name="connsiteY188" fmla="*/ 21908 h 149542"/>
                                <a:gd name="connsiteX189" fmla="*/ 166688 w 201930"/>
                                <a:gd name="connsiteY189" fmla="*/ 23813 h 149542"/>
                                <a:gd name="connsiteX190" fmla="*/ 175260 w 201930"/>
                                <a:gd name="connsiteY190" fmla="*/ 26670 h 149542"/>
                                <a:gd name="connsiteX191" fmla="*/ 180023 w 201930"/>
                                <a:gd name="connsiteY191" fmla="*/ 28575 h 149542"/>
                                <a:gd name="connsiteX192" fmla="*/ 180023 w 201930"/>
                                <a:gd name="connsiteY192" fmla="*/ 28575 h 149542"/>
                                <a:gd name="connsiteX193" fmla="*/ 184785 w 201930"/>
                                <a:gd name="connsiteY193" fmla="*/ 25718 h 149542"/>
                                <a:gd name="connsiteX194" fmla="*/ 192405 w 201930"/>
                                <a:gd name="connsiteY194" fmla="*/ 20955 h 149542"/>
                                <a:gd name="connsiteX195" fmla="*/ 199073 w 201930"/>
                                <a:gd name="connsiteY195" fmla="*/ 17145 h 149542"/>
                                <a:gd name="connsiteX196" fmla="*/ 201930 w 201930"/>
                                <a:gd name="connsiteY196" fmla="*/ 24765 h 149542"/>
                                <a:gd name="connsiteX197" fmla="*/ 191453 w 201930"/>
                                <a:gd name="connsiteY197" fmla="*/ 32385 h 14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201930" h="149542">
                                  <a:moveTo>
                                    <a:pt x="191453" y="32385"/>
                                  </a:moveTo>
                                  <a:cubicBezTo>
                                    <a:pt x="190500" y="32385"/>
                                    <a:pt x="190500" y="33338"/>
                                    <a:pt x="190500" y="33338"/>
                                  </a:cubicBezTo>
                                  <a:cubicBezTo>
                                    <a:pt x="190500" y="33338"/>
                                    <a:pt x="190500" y="36195"/>
                                    <a:pt x="189548" y="40005"/>
                                  </a:cubicBezTo>
                                  <a:cubicBezTo>
                                    <a:pt x="188595" y="43815"/>
                                    <a:pt x="188595" y="50483"/>
                                    <a:pt x="187643" y="57150"/>
                                  </a:cubicBezTo>
                                  <a:cubicBezTo>
                                    <a:pt x="186690" y="63818"/>
                                    <a:pt x="186690" y="72390"/>
                                    <a:pt x="185738" y="81915"/>
                                  </a:cubicBezTo>
                                  <a:cubicBezTo>
                                    <a:pt x="185738" y="83820"/>
                                    <a:pt x="185738" y="86678"/>
                                    <a:pt x="185738" y="88583"/>
                                  </a:cubicBezTo>
                                  <a:cubicBezTo>
                                    <a:pt x="185738" y="89535"/>
                                    <a:pt x="185738" y="90488"/>
                                    <a:pt x="185738" y="92393"/>
                                  </a:cubicBezTo>
                                  <a:lnTo>
                                    <a:pt x="185738" y="93345"/>
                                  </a:lnTo>
                                  <a:lnTo>
                                    <a:pt x="185738" y="94298"/>
                                  </a:lnTo>
                                  <a:lnTo>
                                    <a:pt x="185738" y="96203"/>
                                  </a:lnTo>
                                  <a:cubicBezTo>
                                    <a:pt x="184785" y="100965"/>
                                    <a:pt x="184785" y="104775"/>
                                    <a:pt x="183833" y="108585"/>
                                  </a:cubicBezTo>
                                  <a:cubicBezTo>
                                    <a:pt x="182880" y="110490"/>
                                    <a:pt x="182880" y="112395"/>
                                    <a:pt x="182880" y="114300"/>
                                  </a:cubicBezTo>
                                  <a:cubicBezTo>
                                    <a:pt x="181928" y="116205"/>
                                    <a:pt x="181928" y="118110"/>
                                    <a:pt x="180975" y="120015"/>
                                  </a:cubicBezTo>
                                  <a:cubicBezTo>
                                    <a:pt x="180975" y="120968"/>
                                    <a:pt x="180023" y="121920"/>
                                    <a:pt x="180023" y="122873"/>
                                  </a:cubicBezTo>
                                  <a:cubicBezTo>
                                    <a:pt x="180023" y="123825"/>
                                    <a:pt x="179070" y="124778"/>
                                    <a:pt x="179070" y="125730"/>
                                  </a:cubicBezTo>
                                  <a:cubicBezTo>
                                    <a:pt x="178118" y="127635"/>
                                    <a:pt x="178118" y="128588"/>
                                    <a:pt x="177165" y="130493"/>
                                  </a:cubicBezTo>
                                  <a:cubicBezTo>
                                    <a:pt x="176213" y="133350"/>
                                    <a:pt x="174308" y="136208"/>
                                    <a:pt x="174308" y="138113"/>
                                  </a:cubicBezTo>
                                  <a:cubicBezTo>
                                    <a:pt x="173355" y="140018"/>
                                    <a:pt x="172403" y="141923"/>
                                    <a:pt x="171450" y="143828"/>
                                  </a:cubicBezTo>
                                  <a:cubicBezTo>
                                    <a:pt x="170498" y="144780"/>
                                    <a:pt x="169545" y="146685"/>
                                    <a:pt x="169545" y="147638"/>
                                  </a:cubicBezTo>
                                  <a:cubicBezTo>
                                    <a:pt x="169545" y="148590"/>
                                    <a:pt x="168593" y="148590"/>
                                    <a:pt x="168593" y="149543"/>
                                  </a:cubicBezTo>
                                  <a:cubicBezTo>
                                    <a:pt x="168593" y="149543"/>
                                    <a:pt x="168593" y="149543"/>
                                    <a:pt x="168593" y="149543"/>
                                  </a:cubicBezTo>
                                  <a:lnTo>
                                    <a:pt x="168593" y="149543"/>
                                  </a:lnTo>
                                  <a:cubicBezTo>
                                    <a:pt x="168593" y="149543"/>
                                    <a:pt x="168593" y="149543"/>
                                    <a:pt x="168593" y="148590"/>
                                  </a:cubicBezTo>
                                  <a:cubicBezTo>
                                    <a:pt x="168593" y="148590"/>
                                    <a:pt x="169545" y="147638"/>
                                    <a:pt x="169545" y="146685"/>
                                  </a:cubicBezTo>
                                  <a:cubicBezTo>
                                    <a:pt x="169545" y="145733"/>
                                    <a:pt x="170498" y="144780"/>
                                    <a:pt x="171450" y="142875"/>
                                  </a:cubicBezTo>
                                  <a:cubicBezTo>
                                    <a:pt x="172403" y="140970"/>
                                    <a:pt x="172403" y="139065"/>
                                    <a:pt x="174308" y="137160"/>
                                  </a:cubicBezTo>
                                  <a:cubicBezTo>
                                    <a:pt x="175260" y="134303"/>
                                    <a:pt x="176213" y="132398"/>
                                    <a:pt x="177165" y="129540"/>
                                  </a:cubicBezTo>
                                  <a:cubicBezTo>
                                    <a:pt x="177165" y="127635"/>
                                    <a:pt x="178118" y="126683"/>
                                    <a:pt x="179070" y="124778"/>
                                  </a:cubicBezTo>
                                  <a:cubicBezTo>
                                    <a:pt x="179070" y="123825"/>
                                    <a:pt x="180023" y="122873"/>
                                    <a:pt x="180023" y="121920"/>
                                  </a:cubicBezTo>
                                  <a:cubicBezTo>
                                    <a:pt x="180023" y="120968"/>
                                    <a:pt x="180023" y="120015"/>
                                    <a:pt x="180975" y="119063"/>
                                  </a:cubicBezTo>
                                  <a:cubicBezTo>
                                    <a:pt x="181928" y="117158"/>
                                    <a:pt x="181928" y="115253"/>
                                    <a:pt x="182880" y="113348"/>
                                  </a:cubicBezTo>
                                  <a:cubicBezTo>
                                    <a:pt x="183833" y="111443"/>
                                    <a:pt x="183833" y="109538"/>
                                    <a:pt x="183833" y="107633"/>
                                  </a:cubicBezTo>
                                  <a:cubicBezTo>
                                    <a:pt x="184785" y="103823"/>
                                    <a:pt x="184785" y="99060"/>
                                    <a:pt x="185738" y="94298"/>
                                  </a:cubicBezTo>
                                  <a:lnTo>
                                    <a:pt x="185738" y="92393"/>
                                  </a:lnTo>
                                  <a:lnTo>
                                    <a:pt x="185738" y="91440"/>
                                  </a:lnTo>
                                  <a:lnTo>
                                    <a:pt x="185738" y="90488"/>
                                  </a:lnTo>
                                  <a:cubicBezTo>
                                    <a:pt x="185738" y="89535"/>
                                    <a:pt x="185738" y="88583"/>
                                    <a:pt x="185738" y="86678"/>
                                  </a:cubicBezTo>
                                  <a:cubicBezTo>
                                    <a:pt x="185738" y="84773"/>
                                    <a:pt x="185738" y="81915"/>
                                    <a:pt x="185738" y="80010"/>
                                  </a:cubicBezTo>
                                  <a:cubicBezTo>
                                    <a:pt x="185738" y="71438"/>
                                    <a:pt x="185738" y="62865"/>
                                    <a:pt x="186690" y="55245"/>
                                  </a:cubicBezTo>
                                  <a:cubicBezTo>
                                    <a:pt x="187643" y="44768"/>
                                    <a:pt x="188595" y="37148"/>
                                    <a:pt x="188595" y="33338"/>
                                  </a:cubicBezTo>
                                  <a:cubicBezTo>
                                    <a:pt x="187643" y="34290"/>
                                    <a:pt x="186690" y="34290"/>
                                    <a:pt x="185738" y="35243"/>
                                  </a:cubicBezTo>
                                  <a:cubicBezTo>
                                    <a:pt x="183833" y="36195"/>
                                    <a:pt x="182880" y="37148"/>
                                    <a:pt x="180975" y="38100"/>
                                  </a:cubicBezTo>
                                  <a:cubicBezTo>
                                    <a:pt x="179070" y="39053"/>
                                    <a:pt x="177165" y="40005"/>
                                    <a:pt x="175260" y="40958"/>
                                  </a:cubicBezTo>
                                  <a:cubicBezTo>
                                    <a:pt x="171450" y="42863"/>
                                    <a:pt x="166688" y="45720"/>
                                    <a:pt x="162878" y="47625"/>
                                  </a:cubicBezTo>
                                  <a:cubicBezTo>
                                    <a:pt x="161925" y="48578"/>
                                    <a:pt x="160973" y="48578"/>
                                    <a:pt x="160020" y="49530"/>
                                  </a:cubicBezTo>
                                  <a:cubicBezTo>
                                    <a:pt x="160020" y="49530"/>
                                    <a:pt x="160020" y="49530"/>
                                    <a:pt x="160020" y="49530"/>
                                  </a:cubicBezTo>
                                  <a:cubicBezTo>
                                    <a:pt x="159068" y="51435"/>
                                    <a:pt x="157163" y="53340"/>
                                    <a:pt x="155258" y="55245"/>
                                  </a:cubicBezTo>
                                  <a:cubicBezTo>
                                    <a:pt x="153353" y="58103"/>
                                    <a:pt x="152400" y="60960"/>
                                    <a:pt x="150495" y="63818"/>
                                  </a:cubicBezTo>
                                  <a:cubicBezTo>
                                    <a:pt x="147638" y="70485"/>
                                    <a:pt x="145733" y="79058"/>
                                    <a:pt x="143828" y="87630"/>
                                  </a:cubicBezTo>
                                  <a:cubicBezTo>
                                    <a:pt x="142875" y="92393"/>
                                    <a:pt x="141923" y="96203"/>
                                    <a:pt x="140970" y="100013"/>
                                  </a:cubicBezTo>
                                  <a:cubicBezTo>
                                    <a:pt x="140018" y="101918"/>
                                    <a:pt x="140018" y="103823"/>
                                    <a:pt x="139065" y="105728"/>
                                  </a:cubicBezTo>
                                  <a:cubicBezTo>
                                    <a:pt x="138113" y="107633"/>
                                    <a:pt x="138113" y="109538"/>
                                    <a:pt x="137160" y="111443"/>
                                  </a:cubicBezTo>
                                  <a:cubicBezTo>
                                    <a:pt x="136208" y="115253"/>
                                    <a:pt x="134303" y="118110"/>
                                    <a:pt x="133350" y="120968"/>
                                  </a:cubicBezTo>
                                  <a:cubicBezTo>
                                    <a:pt x="132398" y="121920"/>
                                    <a:pt x="132398" y="123825"/>
                                    <a:pt x="131445" y="124778"/>
                                  </a:cubicBezTo>
                                  <a:cubicBezTo>
                                    <a:pt x="130493" y="125730"/>
                                    <a:pt x="130493" y="126683"/>
                                    <a:pt x="129540" y="127635"/>
                                  </a:cubicBezTo>
                                  <a:cubicBezTo>
                                    <a:pt x="127635" y="131445"/>
                                    <a:pt x="125730" y="133350"/>
                                    <a:pt x="123825" y="134303"/>
                                  </a:cubicBezTo>
                                  <a:cubicBezTo>
                                    <a:pt x="123825" y="134303"/>
                                    <a:pt x="122873" y="134303"/>
                                    <a:pt x="122873" y="134303"/>
                                  </a:cubicBezTo>
                                  <a:cubicBezTo>
                                    <a:pt x="122873" y="134303"/>
                                    <a:pt x="121920" y="134303"/>
                                    <a:pt x="121920" y="135255"/>
                                  </a:cubicBezTo>
                                  <a:cubicBezTo>
                                    <a:pt x="121920" y="135255"/>
                                    <a:pt x="120968" y="135255"/>
                                    <a:pt x="120968" y="135255"/>
                                  </a:cubicBezTo>
                                  <a:cubicBezTo>
                                    <a:pt x="120968" y="135255"/>
                                    <a:pt x="120015" y="135255"/>
                                    <a:pt x="120015" y="135255"/>
                                  </a:cubicBezTo>
                                  <a:cubicBezTo>
                                    <a:pt x="120015" y="135255"/>
                                    <a:pt x="119063" y="135255"/>
                                    <a:pt x="119063" y="135255"/>
                                  </a:cubicBezTo>
                                  <a:cubicBezTo>
                                    <a:pt x="118110" y="135255"/>
                                    <a:pt x="117158" y="135255"/>
                                    <a:pt x="116205" y="135255"/>
                                  </a:cubicBezTo>
                                  <a:cubicBezTo>
                                    <a:pt x="117158" y="135255"/>
                                    <a:pt x="117158" y="135255"/>
                                    <a:pt x="118110" y="135255"/>
                                  </a:cubicBezTo>
                                  <a:cubicBezTo>
                                    <a:pt x="118110" y="135255"/>
                                    <a:pt x="119063" y="135255"/>
                                    <a:pt x="119063" y="135255"/>
                                  </a:cubicBezTo>
                                  <a:cubicBezTo>
                                    <a:pt x="119063" y="135255"/>
                                    <a:pt x="120015" y="135255"/>
                                    <a:pt x="120015" y="135255"/>
                                  </a:cubicBezTo>
                                  <a:cubicBezTo>
                                    <a:pt x="120015" y="135255"/>
                                    <a:pt x="120968" y="135255"/>
                                    <a:pt x="120968" y="134303"/>
                                  </a:cubicBezTo>
                                  <a:cubicBezTo>
                                    <a:pt x="120968" y="134303"/>
                                    <a:pt x="121920" y="134303"/>
                                    <a:pt x="121920" y="134303"/>
                                  </a:cubicBezTo>
                                  <a:cubicBezTo>
                                    <a:pt x="121920" y="134303"/>
                                    <a:pt x="122873" y="134303"/>
                                    <a:pt x="122873" y="133350"/>
                                  </a:cubicBezTo>
                                  <a:cubicBezTo>
                                    <a:pt x="124778" y="132398"/>
                                    <a:pt x="126683" y="129540"/>
                                    <a:pt x="128588" y="125730"/>
                                  </a:cubicBezTo>
                                  <a:cubicBezTo>
                                    <a:pt x="129540" y="124778"/>
                                    <a:pt x="129540" y="123825"/>
                                    <a:pt x="130493" y="121920"/>
                                  </a:cubicBezTo>
                                  <a:cubicBezTo>
                                    <a:pt x="131445" y="120968"/>
                                    <a:pt x="131445" y="119063"/>
                                    <a:pt x="132398" y="118110"/>
                                  </a:cubicBezTo>
                                  <a:cubicBezTo>
                                    <a:pt x="133350" y="115253"/>
                                    <a:pt x="134303" y="111443"/>
                                    <a:pt x="136208" y="107633"/>
                                  </a:cubicBezTo>
                                  <a:cubicBezTo>
                                    <a:pt x="137160" y="105728"/>
                                    <a:pt x="137160" y="103823"/>
                                    <a:pt x="138113" y="101918"/>
                                  </a:cubicBezTo>
                                  <a:cubicBezTo>
                                    <a:pt x="139065" y="100013"/>
                                    <a:pt x="139065" y="98108"/>
                                    <a:pt x="140018" y="96203"/>
                                  </a:cubicBezTo>
                                  <a:cubicBezTo>
                                    <a:pt x="140970" y="92393"/>
                                    <a:pt x="141923" y="87630"/>
                                    <a:pt x="142875" y="83820"/>
                                  </a:cubicBezTo>
                                  <a:cubicBezTo>
                                    <a:pt x="144780" y="75248"/>
                                    <a:pt x="146685" y="66675"/>
                                    <a:pt x="149543" y="60008"/>
                                  </a:cubicBezTo>
                                  <a:cubicBezTo>
                                    <a:pt x="150495" y="56198"/>
                                    <a:pt x="152400" y="53340"/>
                                    <a:pt x="154305" y="50483"/>
                                  </a:cubicBezTo>
                                  <a:cubicBezTo>
                                    <a:pt x="154305" y="50483"/>
                                    <a:pt x="154305" y="49530"/>
                                    <a:pt x="155258" y="49530"/>
                                  </a:cubicBezTo>
                                  <a:cubicBezTo>
                                    <a:pt x="153353" y="50483"/>
                                    <a:pt x="152400" y="51435"/>
                                    <a:pt x="150495" y="51435"/>
                                  </a:cubicBezTo>
                                  <a:cubicBezTo>
                                    <a:pt x="145733" y="54293"/>
                                    <a:pt x="140970" y="57150"/>
                                    <a:pt x="135255" y="59055"/>
                                  </a:cubicBezTo>
                                  <a:cubicBezTo>
                                    <a:pt x="130493" y="60960"/>
                                    <a:pt x="125730" y="63818"/>
                                    <a:pt x="121920" y="65723"/>
                                  </a:cubicBezTo>
                                  <a:cubicBezTo>
                                    <a:pt x="121920" y="65723"/>
                                    <a:pt x="121920" y="65723"/>
                                    <a:pt x="120968" y="66675"/>
                                  </a:cubicBezTo>
                                  <a:cubicBezTo>
                                    <a:pt x="120015" y="66675"/>
                                    <a:pt x="120015" y="67628"/>
                                    <a:pt x="119063" y="68580"/>
                                  </a:cubicBezTo>
                                  <a:cubicBezTo>
                                    <a:pt x="117158" y="70485"/>
                                    <a:pt x="115253" y="73343"/>
                                    <a:pt x="113348" y="78105"/>
                                  </a:cubicBezTo>
                                  <a:cubicBezTo>
                                    <a:pt x="112395" y="80010"/>
                                    <a:pt x="111443" y="82868"/>
                                    <a:pt x="110490" y="85725"/>
                                  </a:cubicBezTo>
                                  <a:cubicBezTo>
                                    <a:pt x="109538" y="88583"/>
                                    <a:pt x="108585" y="90488"/>
                                    <a:pt x="106680" y="93345"/>
                                  </a:cubicBezTo>
                                  <a:cubicBezTo>
                                    <a:pt x="105728" y="94298"/>
                                    <a:pt x="105728" y="96203"/>
                                    <a:pt x="104775" y="97155"/>
                                  </a:cubicBezTo>
                                  <a:cubicBezTo>
                                    <a:pt x="103823" y="98108"/>
                                    <a:pt x="102870" y="100013"/>
                                    <a:pt x="102870" y="100965"/>
                                  </a:cubicBezTo>
                                  <a:cubicBezTo>
                                    <a:pt x="101918" y="101918"/>
                                    <a:pt x="100965" y="103823"/>
                                    <a:pt x="100965" y="104775"/>
                                  </a:cubicBezTo>
                                  <a:cubicBezTo>
                                    <a:pt x="100013" y="105728"/>
                                    <a:pt x="99060" y="107633"/>
                                    <a:pt x="99060" y="108585"/>
                                  </a:cubicBezTo>
                                  <a:cubicBezTo>
                                    <a:pt x="97155" y="111443"/>
                                    <a:pt x="96203" y="113348"/>
                                    <a:pt x="94298" y="116205"/>
                                  </a:cubicBezTo>
                                  <a:cubicBezTo>
                                    <a:pt x="92393" y="119063"/>
                                    <a:pt x="91440" y="120968"/>
                                    <a:pt x="89535" y="122873"/>
                                  </a:cubicBezTo>
                                  <a:cubicBezTo>
                                    <a:pt x="88583" y="123825"/>
                                    <a:pt x="87630" y="124778"/>
                                    <a:pt x="87630" y="126683"/>
                                  </a:cubicBezTo>
                                  <a:cubicBezTo>
                                    <a:pt x="86678" y="127635"/>
                                    <a:pt x="86678" y="128588"/>
                                    <a:pt x="85725" y="130493"/>
                                  </a:cubicBezTo>
                                  <a:cubicBezTo>
                                    <a:pt x="85725" y="131445"/>
                                    <a:pt x="84773" y="131445"/>
                                    <a:pt x="84773" y="132398"/>
                                  </a:cubicBezTo>
                                  <a:cubicBezTo>
                                    <a:pt x="84773" y="133350"/>
                                    <a:pt x="83820" y="133350"/>
                                    <a:pt x="83820" y="134303"/>
                                  </a:cubicBezTo>
                                  <a:cubicBezTo>
                                    <a:pt x="83820" y="134303"/>
                                    <a:pt x="83820" y="134303"/>
                                    <a:pt x="82868" y="134303"/>
                                  </a:cubicBezTo>
                                  <a:cubicBezTo>
                                    <a:pt x="83820" y="133350"/>
                                    <a:pt x="83820" y="131445"/>
                                    <a:pt x="84773" y="130493"/>
                                  </a:cubicBezTo>
                                  <a:cubicBezTo>
                                    <a:pt x="85725" y="129540"/>
                                    <a:pt x="85725" y="128588"/>
                                    <a:pt x="86678" y="126683"/>
                                  </a:cubicBezTo>
                                  <a:cubicBezTo>
                                    <a:pt x="87630" y="125730"/>
                                    <a:pt x="87630" y="124778"/>
                                    <a:pt x="88583" y="122873"/>
                                  </a:cubicBezTo>
                                  <a:cubicBezTo>
                                    <a:pt x="89535" y="120968"/>
                                    <a:pt x="91440" y="118110"/>
                                    <a:pt x="93345" y="115253"/>
                                  </a:cubicBezTo>
                                  <a:cubicBezTo>
                                    <a:pt x="94298" y="112395"/>
                                    <a:pt x="96203" y="110490"/>
                                    <a:pt x="98108" y="107633"/>
                                  </a:cubicBezTo>
                                  <a:lnTo>
                                    <a:pt x="99060" y="105728"/>
                                  </a:lnTo>
                                  <a:lnTo>
                                    <a:pt x="100013" y="103823"/>
                                  </a:lnTo>
                                  <a:cubicBezTo>
                                    <a:pt x="100965" y="102870"/>
                                    <a:pt x="100965" y="100965"/>
                                    <a:pt x="101918" y="100013"/>
                                  </a:cubicBezTo>
                                  <a:cubicBezTo>
                                    <a:pt x="102870" y="99060"/>
                                    <a:pt x="102870" y="97155"/>
                                    <a:pt x="103823" y="96203"/>
                                  </a:cubicBezTo>
                                  <a:cubicBezTo>
                                    <a:pt x="104775" y="95250"/>
                                    <a:pt x="104775" y="93345"/>
                                    <a:pt x="105728" y="92393"/>
                                  </a:cubicBezTo>
                                  <a:cubicBezTo>
                                    <a:pt x="106680" y="89535"/>
                                    <a:pt x="107633" y="87630"/>
                                    <a:pt x="108585" y="84773"/>
                                  </a:cubicBezTo>
                                  <a:cubicBezTo>
                                    <a:pt x="109538" y="81915"/>
                                    <a:pt x="110490" y="80010"/>
                                    <a:pt x="111443" y="77153"/>
                                  </a:cubicBezTo>
                                  <a:cubicBezTo>
                                    <a:pt x="112395" y="74295"/>
                                    <a:pt x="113348" y="72390"/>
                                    <a:pt x="114300" y="70485"/>
                                  </a:cubicBezTo>
                                  <a:cubicBezTo>
                                    <a:pt x="111443" y="72390"/>
                                    <a:pt x="108585" y="73343"/>
                                    <a:pt x="104775" y="75248"/>
                                  </a:cubicBezTo>
                                  <a:cubicBezTo>
                                    <a:pt x="100013" y="78105"/>
                                    <a:pt x="94298" y="80963"/>
                                    <a:pt x="89535" y="83820"/>
                                  </a:cubicBezTo>
                                  <a:cubicBezTo>
                                    <a:pt x="86678" y="85725"/>
                                    <a:pt x="84773" y="86678"/>
                                    <a:pt x="81915" y="88583"/>
                                  </a:cubicBezTo>
                                  <a:cubicBezTo>
                                    <a:pt x="80010" y="90488"/>
                                    <a:pt x="77153" y="92393"/>
                                    <a:pt x="75248" y="93345"/>
                                  </a:cubicBezTo>
                                  <a:cubicBezTo>
                                    <a:pt x="70485" y="96203"/>
                                    <a:pt x="65723" y="100013"/>
                                    <a:pt x="61913" y="103823"/>
                                  </a:cubicBezTo>
                                  <a:cubicBezTo>
                                    <a:pt x="60008" y="105728"/>
                                    <a:pt x="58103" y="107633"/>
                                    <a:pt x="56198" y="109538"/>
                                  </a:cubicBezTo>
                                  <a:cubicBezTo>
                                    <a:pt x="54293" y="111443"/>
                                    <a:pt x="53340" y="113348"/>
                                    <a:pt x="51435" y="114300"/>
                                  </a:cubicBezTo>
                                  <a:cubicBezTo>
                                    <a:pt x="51435" y="114300"/>
                                    <a:pt x="50483" y="114300"/>
                                    <a:pt x="50483" y="114300"/>
                                  </a:cubicBezTo>
                                  <a:lnTo>
                                    <a:pt x="50483" y="114300"/>
                                  </a:lnTo>
                                  <a:cubicBezTo>
                                    <a:pt x="51435" y="112395"/>
                                    <a:pt x="53340" y="110490"/>
                                    <a:pt x="55245" y="108585"/>
                                  </a:cubicBezTo>
                                  <a:cubicBezTo>
                                    <a:pt x="57150" y="106680"/>
                                    <a:pt x="59055" y="104775"/>
                                    <a:pt x="60008" y="102870"/>
                                  </a:cubicBezTo>
                                  <a:cubicBezTo>
                                    <a:pt x="63818" y="99060"/>
                                    <a:pt x="67628" y="95250"/>
                                    <a:pt x="72390" y="91440"/>
                                  </a:cubicBezTo>
                                  <a:cubicBezTo>
                                    <a:pt x="73343" y="90488"/>
                                    <a:pt x="74295" y="89535"/>
                                    <a:pt x="76200" y="88583"/>
                                  </a:cubicBezTo>
                                  <a:cubicBezTo>
                                    <a:pt x="77153" y="87630"/>
                                    <a:pt x="78105" y="86678"/>
                                    <a:pt x="80010" y="85725"/>
                                  </a:cubicBezTo>
                                  <a:cubicBezTo>
                                    <a:pt x="80963" y="84773"/>
                                    <a:pt x="81915" y="83820"/>
                                    <a:pt x="83820" y="82868"/>
                                  </a:cubicBezTo>
                                  <a:cubicBezTo>
                                    <a:pt x="84773" y="81915"/>
                                    <a:pt x="86678" y="80963"/>
                                    <a:pt x="87630" y="80010"/>
                                  </a:cubicBezTo>
                                  <a:cubicBezTo>
                                    <a:pt x="92393" y="77153"/>
                                    <a:pt x="98108" y="74295"/>
                                    <a:pt x="102870" y="70485"/>
                                  </a:cubicBezTo>
                                  <a:cubicBezTo>
                                    <a:pt x="107633" y="67628"/>
                                    <a:pt x="113348" y="64770"/>
                                    <a:pt x="119063" y="61913"/>
                                  </a:cubicBezTo>
                                  <a:cubicBezTo>
                                    <a:pt x="122873" y="60008"/>
                                    <a:pt x="126683" y="57150"/>
                                    <a:pt x="130493" y="55245"/>
                                  </a:cubicBezTo>
                                  <a:cubicBezTo>
                                    <a:pt x="129540" y="55245"/>
                                    <a:pt x="128588" y="55245"/>
                                    <a:pt x="127635" y="55245"/>
                                  </a:cubicBezTo>
                                  <a:cubicBezTo>
                                    <a:pt x="124778" y="55245"/>
                                    <a:pt x="120968" y="55245"/>
                                    <a:pt x="117158" y="54293"/>
                                  </a:cubicBezTo>
                                  <a:cubicBezTo>
                                    <a:pt x="109538" y="53340"/>
                                    <a:pt x="100965" y="51435"/>
                                    <a:pt x="92393" y="50483"/>
                                  </a:cubicBezTo>
                                  <a:cubicBezTo>
                                    <a:pt x="87630" y="49530"/>
                                    <a:pt x="82868" y="48578"/>
                                    <a:pt x="78105" y="48578"/>
                                  </a:cubicBezTo>
                                  <a:cubicBezTo>
                                    <a:pt x="73343" y="47625"/>
                                    <a:pt x="68580" y="47625"/>
                                    <a:pt x="62865" y="48578"/>
                                  </a:cubicBezTo>
                                  <a:cubicBezTo>
                                    <a:pt x="58103" y="48578"/>
                                    <a:pt x="52388" y="49530"/>
                                    <a:pt x="46673" y="51435"/>
                                  </a:cubicBezTo>
                                  <a:cubicBezTo>
                                    <a:pt x="40958" y="53340"/>
                                    <a:pt x="36195" y="54293"/>
                                    <a:pt x="30480" y="57150"/>
                                  </a:cubicBezTo>
                                  <a:cubicBezTo>
                                    <a:pt x="27623" y="58103"/>
                                    <a:pt x="25718" y="60008"/>
                                    <a:pt x="22860" y="60960"/>
                                  </a:cubicBezTo>
                                  <a:cubicBezTo>
                                    <a:pt x="20003" y="62865"/>
                                    <a:pt x="18098" y="63818"/>
                                    <a:pt x="15240" y="65723"/>
                                  </a:cubicBezTo>
                                  <a:cubicBezTo>
                                    <a:pt x="14288" y="66675"/>
                                    <a:pt x="13335" y="67628"/>
                                    <a:pt x="11430" y="68580"/>
                                  </a:cubicBezTo>
                                  <a:cubicBezTo>
                                    <a:pt x="10478" y="69533"/>
                                    <a:pt x="9525" y="70485"/>
                                    <a:pt x="7620" y="71438"/>
                                  </a:cubicBezTo>
                                  <a:cubicBezTo>
                                    <a:pt x="5715" y="73343"/>
                                    <a:pt x="2858" y="76200"/>
                                    <a:pt x="953" y="78105"/>
                                  </a:cubicBezTo>
                                  <a:cubicBezTo>
                                    <a:pt x="953" y="78105"/>
                                    <a:pt x="0" y="79058"/>
                                    <a:pt x="0" y="79058"/>
                                  </a:cubicBezTo>
                                  <a:cubicBezTo>
                                    <a:pt x="0" y="79058"/>
                                    <a:pt x="0" y="78105"/>
                                    <a:pt x="0" y="78105"/>
                                  </a:cubicBezTo>
                                  <a:lnTo>
                                    <a:pt x="953" y="77153"/>
                                  </a:lnTo>
                                  <a:cubicBezTo>
                                    <a:pt x="4763" y="72390"/>
                                    <a:pt x="9525" y="68580"/>
                                    <a:pt x="14288" y="64770"/>
                                  </a:cubicBezTo>
                                  <a:cubicBezTo>
                                    <a:pt x="19050" y="60960"/>
                                    <a:pt x="24765" y="58103"/>
                                    <a:pt x="29528" y="55245"/>
                                  </a:cubicBezTo>
                                  <a:cubicBezTo>
                                    <a:pt x="35243" y="52388"/>
                                    <a:pt x="40005" y="50483"/>
                                    <a:pt x="45720" y="49530"/>
                                  </a:cubicBezTo>
                                  <a:cubicBezTo>
                                    <a:pt x="51435" y="48578"/>
                                    <a:pt x="56198" y="46673"/>
                                    <a:pt x="61913" y="46673"/>
                                  </a:cubicBezTo>
                                  <a:cubicBezTo>
                                    <a:pt x="67628" y="45720"/>
                                    <a:pt x="72390" y="46673"/>
                                    <a:pt x="77153" y="46673"/>
                                  </a:cubicBezTo>
                                  <a:cubicBezTo>
                                    <a:pt x="81915" y="46673"/>
                                    <a:pt x="86678" y="47625"/>
                                    <a:pt x="91440" y="48578"/>
                                  </a:cubicBezTo>
                                  <a:cubicBezTo>
                                    <a:pt x="100965" y="49530"/>
                                    <a:pt x="108585" y="51435"/>
                                    <a:pt x="116205" y="52388"/>
                                  </a:cubicBezTo>
                                  <a:cubicBezTo>
                                    <a:pt x="120015" y="52388"/>
                                    <a:pt x="122873" y="52388"/>
                                    <a:pt x="125730" y="52388"/>
                                  </a:cubicBezTo>
                                  <a:cubicBezTo>
                                    <a:pt x="128588" y="52388"/>
                                    <a:pt x="131445" y="52388"/>
                                    <a:pt x="133350" y="51435"/>
                                  </a:cubicBezTo>
                                  <a:cubicBezTo>
                                    <a:pt x="135255" y="51435"/>
                                    <a:pt x="136208" y="51435"/>
                                    <a:pt x="137160" y="50483"/>
                                  </a:cubicBezTo>
                                  <a:cubicBezTo>
                                    <a:pt x="140970" y="48578"/>
                                    <a:pt x="143828" y="46673"/>
                                    <a:pt x="147638" y="44768"/>
                                  </a:cubicBezTo>
                                  <a:cubicBezTo>
                                    <a:pt x="149543" y="43815"/>
                                    <a:pt x="152400" y="41910"/>
                                    <a:pt x="154305" y="40958"/>
                                  </a:cubicBezTo>
                                  <a:cubicBezTo>
                                    <a:pt x="156210" y="40005"/>
                                    <a:pt x="159068" y="38100"/>
                                    <a:pt x="160973" y="37148"/>
                                  </a:cubicBezTo>
                                  <a:cubicBezTo>
                                    <a:pt x="164783" y="34290"/>
                                    <a:pt x="169545" y="32385"/>
                                    <a:pt x="173355" y="29528"/>
                                  </a:cubicBezTo>
                                  <a:cubicBezTo>
                                    <a:pt x="173355" y="29528"/>
                                    <a:pt x="174308" y="29528"/>
                                    <a:pt x="174308" y="28575"/>
                                  </a:cubicBezTo>
                                  <a:cubicBezTo>
                                    <a:pt x="174308" y="28575"/>
                                    <a:pt x="173355" y="28575"/>
                                    <a:pt x="173355" y="28575"/>
                                  </a:cubicBezTo>
                                  <a:cubicBezTo>
                                    <a:pt x="171450" y="27623"/>
                                    <a:pt x="168593" y="26670"/>
                                    <a:pt x="164783" y="25718"/>
                                  </a:cubicBezTo>
                                  <a:cubicBezTo>
                                    <a:pt x="162878" y="24765"/>
                                    <a:pt x="160973" y="24765"/>
                                    <a:pt x="160020" y="23813"/>
                                  </a:cubicBezTo>
                                  <a:cubicBezTo>
                                    <a:pt x="158115" y="22860"/>
                                    <a:pt x="156210" y="21908"/>
                                    <a:pt x="154305" y="21908"/>
                                  </a:cubicBezTo>
                                  <a:cubicBezTo>
                                    <a:pt x="150495" y="20003"/>
                                    <a:pt x="145733" y="19050"/>
                                    <a:pt x="140970" y="17145"/>
                                  </a:cubicBezTo>
                                  <a:cubicBezTo>
                                    <a:pt x="136208" y="15240"/>
                                    <a:pt x="131445" y="13335"/>
                                    <a:pt x="126683" y="12383"/>
                                  </a:cubicBezTo>
                                  <a:cubicBezTo>
                                    <a:pt x="121920" y="10478"/>
                                    <a:pt x="116205" y="8573"/>
                                    <a:pt x="110490" y="7620"/>
                                  </a:cubicBezTo>
                                  <a:cubicBezTo>
                                    <a:pt x="104775" y="5715"/>
                                    <a:pt x="99060" y="4763"/>
                                    <a:pt x="93345" y="3810"/>
                                  </a:cubicBezTo>
                                  <a:cubicBezTo>
                                    <a:pt x="87630" y="2858"/>
                                    <a:pt x="80963" y="1905"/>
                                    <a:pt x="75248" y="1905"/>
                                  </a:cubicBezTo>
                                  <a:cubicBezTo>
                                    <a:pt x="69533" y="1905"/>
                                    <a:pt x="62865" y="1905"/>
                                    <a:pt x="57150" y="2858"/>
                                  </a:cubicBezTo>
                                  <a:cubicBezTo>
                                    <a:pt x="54293" y="2858"/>
                                    <a:pt x="51435" y="3810"/>
                                    <a:pt x="47625" y="4763"/>
                                  </a:cubicBezTo>
                                  <a:cubicBezTo>
                                    <a:pt x="44768" y="5715"/>
                                    <a:pt x="41910" y="5715"/>
                                    <a:pt x="39053" y="6668"/>
                                  </a:cubicBezTo>
                                  <a:cubicBezTo>
                                    <a:pt x="36195" y="7620"/>
                                    <a:pt x="33338" y="8573"/>
                                    <a:pt x="30480" y="9525"/>
                                  </a:cubicBezTo>
                                  <a:cubicBezTo>
                                    <a:pt x="27623" y="10478"/>
                                    <a:pt x="24765" y="12383"/>
                                    <a:pt x="21908" y="13335"/>
                                  </a:cubicBezTo>
                                  <a:cubicBezTo>
                                    <a:pt x="19050" y="15240"/>
                                    <a:pt x="17145" y="16193"/>
                                    <a:pt x="14288" y="18098"/>
                                  </a:cubicBezTo>
                                  <a:cubicBezTo>
                                    <a:pt x="12383" y="19050"/>
                                    <a:pt x="11430" y="20003"/>
                                    <a:pt x="9525" y="20955"/>
                                  </a:cubicBezTo>
                                  <a:cubicBezTo>
                                    <a:pt x="9525" y="20003"/>
                                    <a:pt x="10478" y="20003"/>
                                    <a:pt x="10478" y="19050"/>
                                  </a:cubicBezTo>
                                  <a:cubicBezTo>
                                    <a:pt x="11430" y="18098"/>
                                    <a:pt x="12383" y="17145"/>
                                    <a:pt x="13335" y="17145"/>
                                  </a:cubicBezTo>
                                  <a:cubicBezTo>
                                    <a:pt x="16193" y="15240"/>
                                    <a:pt x="18098" y="14288"/>
                                    <a:pt x="20955" y="12383"/>
                                  </a:cubicBezTo>
                                  <a:cubicBezTo>
                                    <a:pt x="23813" y="11430"/>
                                    <a:pt x="26670" y="9525"/>
                                    <a:pt x="29528" y="8573"/>
                                  </a:cubicBezTo>
                                  <a:cubicBezTo>
                                    <a:pt x="32385" y="7620"/>
                                    <a:pt x="35243" y="6668"/>
                                    <a:pt x="38100" y="5715"/>
                                  </a:cubicBezTo>
                                  <a:cubicBezTo>
                                    <a:pt x="40958" y="4763"/>
                                    <a:pt x="43815" y="3810"/>
                                    <a:pt x="46673" y="2858"/>
                                  </a:cubicBezTo>
                                  <a:cubicBezTo>
                                    <a:pt x="49530" y="1905"/>
                                    <a:pt x="52388" y="1905"/>
                                    <a:pt x="56198" y="953"/>
                                  </a:cubicBezTo>
                                  <a:cubicBezTo>
                                    <a:pt x="61913" y="0"/>
                                    <a:pt x="68580" y="0"/>
                                    <a:pt x="75248" y="0"/>
                                  </a:cubicBezTo>
                                  <a:cubicBezTo>
                                    <a:pt x="81915" y="0"/>
                                    <a:pt x="87630" y="953"/>
                                    <a:pt x="93345" y="1905"/>
                                  </a:cubicBezTo>
                                  <a:cubicBezTo>
                                    <a:pt x="99060" y="2858"/>
                                    <a:pt x="104775" y="4763"/>
                                    <a:pt x="110490" y="5715"/>
                                  </a:cubicBezTo>
                                  <a:cubicBezTo>
                                    <a:pt x="116205" y="6668"/>
                                    <a:pt x="121920" y="8573"/>
                                    <a:pt x="126683" y="10478"/>
                                  </a:cubicBezTo>
                                  <a:cubicBezTo>
                                    <a:pt x="131445" y="12383"/>
                                    <a:pt x="137160" y="14288"/>
                                    <a:pt x="141923" y="15240"/>
                                  </a:cubicBezTo>
                                  <a:cubicBezTo>
                                    <a:pt x="146685" y="17145"/>
                                    <a:pt x="151448" y="18098"/>
                                    <a:pt x="155258" y="20003"/>
                                  </a:cubicBezTo>
                                  <a:cubicBezTo>
                                    <a:pt x="157163" y="20955"/>
                                    <a:pt x="159068" y="20955"/>
                                    <a:pt x="160973" y="21908"/>
                                  </a:cubicBezTo>
                                  <a:cubicBezTo>
                                    <a:pt x="162878" y="22860"/>
                                    <a:pt x="164783" y="22860"/>
                                    <a:pt x="166688" y="23813"/>
                                  </a:cubicBezTo>
                                  <a:cubicBezTo>
                                    <a:pt x="169545" y="24765"/>
                                    <a:pt x="172403" y="25718"/>
                                    <a:pt x="175260" y="26670"/>
                                  </a:cubicBezTo>
                                  <a:cubicBezTo>
                                    <a:pt x="177165" y="27623"/>
                                    <a:pt x="178118" y="27623"/>
                                    <a:pt x="180023" y="28575"/>
                                  </a:cubicBezTo>
                                  <a:lnTo>
                                    <a:pt x="180023" y="28575"/>
                                  </a:lnTo>
                                  <a:cubicBezTo>
                                    <a:pt x="181928" y="27623"/>
                                    <a:pt x="182880" y="26670"/>
                                    <a:pt x="184785" y="25718"/>
                                  </a:cubicBezTo>
                                  <a:cubicBezTo>
                                    <a:pt x="187643" y="23813"/>
                                    <a:pt x="190500" y="21908"/>
                                    <a:pt x="192405" y="20955"/>
                                  </a:cubicBezTo>
                                  <a:cubicBezTo>
                                    <a:pt x="196215" y="18098"/>
                                    <a:pt x="199073" y="17145"/>
                                    <a:pt x="199073" y="17145"/>
                                  </a:cubicBezTo>
                                  <a:cubicBezTo>
                                    <a:pt x="200025" y="19050"/>
                                    <a:pt x="201930" y="24765"/>
                                    <a:pt x="201930" y="24765"/>
                                  </a:cubicBezTo>
                                  <a:cubicBezTo>
                                    <a:pt x="195263" y="29528"/>
                                    <a:pt x="193358" y="30480"/>
                                    <a:pt x="191453" y="32385"/>
                                  </a:cubicBezTo>
                                  <a:close/>
                                </a:path>
                              </a:pathLst>
                            </a:custGeom>
                            <a:grpFill/>
                            <a:ln w="9525" cap="flat">
                              <a:noFill/>
                              <a:prstDash val="solid"/>
                              <a:miter/>
                            </a:ln>
                          </p:spPr>
                          <p:txBody>
                            <a:bodyPr rtlCol="0" anchor="ctr"/>
                            <a:lstStyle/>
                            <a:p>
                              <a:endParaRPr lang="en-US"/>
                            </a:p>
                          </p:txBody>
                        </p:sp>
                      </p:grpSp>
                      <p:grpSp>
                        <p:nvGrpSpPr>
                          <p:cNvPr id="152" name="Graphic 2">
                            <a:extLst>
                              <a:ext uri="{FF2B5EF4-FFF2-40B4-BE49-F238E27FC236}">
                                <a16:creationId xmlns:a16="http://schemas.microsoft.com/office/drawing/2014/main" id="{AE736AF3-0337-429B-AEF1-DA4B52809559}"/>
                              </a:ext>
                            </a:extLst>
                          </p:cNvPr>
                          <p:cNvGrpSpPr/>
                          <p:nvPr/>
                        </p:nvGrpSpPr>
                        <p:grpSpPr>
                          <a:xfrm>
                            <a:off x="2791006" y="2076322"/>
                            <a:ext cx="209792" cy="188594"/>
                            <a:chOff x="2791006" y="2076322"/>
                            <a:chExt cx="209792" cy="188594"/>
                          </a:xfrm>
                          <a:grpFill/>
                        </p:grpSpPr>
                        <p:sp>
                          <p:nvSpPr>
                            <p:cNvPr id="153" name="Freeform: Shape 152">
                              <a:extLst>
                                <a:ext uri="{FF2B5EF4-FFF2-40B4-BE49-F238E27FC236}">
                                  <a16:creationId xmlns:a16="http://schemas.microsoft.com/office/drawing/2014/main" id="{45FE6A02-05B0-4394-A8F7-8289E140246E}"/>
                                </a:ext>
                              </a:extLst>
                            </p:cNvPr>
                            <p:cNvSpPr/>
                            <p:nvPr/>
                          </p:nvSpPr>
                          <p:spPr>
                            <a:xfrm>
                              <a:off x="2792726" y="2076322"/>
                              <a:ext cx="208072" cy="188594"/>
                            </a:xfrm>
                            <a:custGeom>
                              <a:avLst/>
                              <a:gdLst>
                                <a:gd name="connsiteX0" fmla="*/ 162110 w 208072"/>
                                <a:gd name="connsiteY0" fmla="*/ 18098 h 188594"/>
                                <a:gd name="connsiteX1" fmla="*/ 155442 w 208072"/>
                                <a:gd name="connsiteY1" fmla="*/ 12382 h 188594"/>
                                <a:gd name="connsiteX2" fmla="*/ 148774 w 208072"/>
                                <a:gd name="connsiteY2" fmla="*/ 6667 h 188594"/>
                                <a:gd name="connsiteX3" fmla="*/ 144964 w 208072"/>
                                <a:gd name="connsiteY3" fmla="*/ 3810 h 188594"/>
                                <a:gd name="connsiteX4" fmla="*/ 138297 w 208072"/>
                                <a:gd name="connsiteY4" fmla="*/ 0 h 188594"/>
                                <a:gd name="connsiteX5" fmla="*/ 138297 w 208072"/>
                                <a:gd name="connsiteY5" fmla="*/ 0 h 188594"/>
                                <a:gd name="connsiteX6" fmla="*/ 138297 w 208072"/>
                                <a:gd name="connsiteY6" fmla="*/ 0 h 188594"/>
                                <a:gd name="connsiteX7" fmla="*/ 137345 w 208072"/>
                                <a:gd name="connsiteY7" fmla="*/ 0 h 188594"/>
                                <a:gd name="connsiteX8" fmla="*/ 133535 w 208072"/>
                                <a:gd name="connsiteY8" fmla="*/ 0 h 188594"/>
                                <a:gd name="connsiteX9" fmla="*/ 119247 w 208072"/>
                                <a:gd name="connsiteY9" fmla="*/ 952 h 188594"/>
                                <a:gd name="connsiteX10" fmla="*/ 73527 w 208072"/>
                                <a:gd name="connsiteY10" fmla="*/ 12382 h 188594"/>
                                <a:gd name="connsiteX11" fmla="*/ 23997 w 208072"/>
                                <a:gd name="connsiteY11" fmla="*/ 48577 h 188594"/>
                                <a:gd name="connsiteX12" fmla="*/ 5899 w 208072"/>
                                <a:gd name="connsiteY12" fmla="*/ 81915 h 188594"/>
                                <a:gd name="connsiteX13" fmla="*/ 185 w 208072"/>
                                <a:gd name="connsiteY13" fmla="*/ 128587 h 188594"/>
                                <a:gd name="connsiteX14" fmla="*/ 185 w 208072"/>
                                <a:gd name="connsiteY14" fmla="*/ 130493 h 188594"/>
                                <a:gd name="connsiteX15" fmla="*/ 185 w 208072"/>
                                <a:gd name="connsiteY15" fmla="*/ 130493 h 188594"/>
                                <a:gd name="connsiteX16" fmla="*/ 3042 w 208072"/>
                                <a:gd name="connsiteY16" fmla="*/ 141923 h 188594"/>
                                <a:gd name="connsiteX17" fmla="*/ 15424 w 208072"/>
                                <a:gd name="connsiteY17" fmla="*/ 165735 h 188594"/>
                                <a:gd name="connsiteX18" fmla="*/ 22092 w 208072"/>
                                <a:gd name="connsiteY18" fmla="*/ 173355 h 188594"/>
                                <a:gd name="connsiteX19" fmla="*/ 28760 w 208072"/>
                                <a:gd name="connsiteY19" fmla="*/ 179070 h 188594"/>
                                <a:gd name="connsiteX20" fmla="*/ 31617 w 208072"/>
                                <a:gd name="connsiteY20" fmla="*/ 180975 h 188594"/>
                                <a:gd name="connsiteX21" fmla="*/ 32570 w 208072"/>
                                <a:gd name="connsiteY21" fmla="*/ 180975 h 188594"/>
                                <a:gd name="connsiteX22" fmla="*/ 52572 w 208072"/>
                                <a:gd name="connsiteY22" fmla="*/ 188595 h 188594"/>
                                <a:gd name="connsiteX23" fmla="*/ 61145 w 208072"/>
                                <a:gd name="connsiteY23" fmla="*/ 188595 h 188594"/>
                                <a:gd name="connsiteX24" fmla="*/ 69717 w 208072"/>
                                <a:gd name="connsiteY24" fmla="*/ 186690 h 188594"/>
                                <a:gd name="connsiteX25" fmla="*/ 92577 w 208072"/>
                                <a:gd name="connsiteY25" fmla="*/ 174307 h 188594"/>
                                <a:gd name="connsiteX26" fmla="*/ 93530 w 208072"/>
                                <a:gd name="connsiteY26" fmla="*/ 173355 h 188594"/>
                                <a:gd name="connsiteX27" fmla="*/ 97339 w 208072"/>
                                <a:gd name="connsiteY27" fmla="*/ 168593 h 188594"/>
                                <a:gd name="connsiteX28" fmla="*/ 105912 w 208072"/>
                                <a:gd name="connsiteY28" fmla="*/ 169545 h 188594"/>
                                <a:gd name="connsiteX29" fmla="*/ 124962 w 208072"/>
                                <a:gd name="connsiteY29" fmla="*/ 168593 h 188594"/>
                                <a:gd name="connsiteX30" fmla="*/ 127820 w 208072"/>
                                <a:gd name="connsiteY30" fmla="*/ 167640 h 188594"/>
                                <a:gd name="connsiteX31" fmla="*/ 128772 w 208072"/>
                                <a:gd name="connsiteY31" fmla="*/ 167640 h 188594"/>
                                <a:gd name="connsiteX32" fmla="*/ 144012 w 208072"/>
                                <a:gd name="connsiteY32" fmla="*/ 159068 h 188594"/>
                                <a:gd name="connsiteX33" fmla="*/ 156395 w 208072"/>
                                <a:gd name="connsiteY33" fmla="*/ 144780 h 188594"/>
                                <a:gd name="connsiteX34" fmla="*/ 158299 w 208072"/>
                                <a:gd name="connsiteY34" fmla="*/ 142875 h 188594"/>
                                <a:gd name="connsiteX35" fmla="*/ 160205 w 208072"/>
                                <a:gd name="connsiteY35" fmla="*/ 140970 h 188594"/>
                                <a:gd name="connsiteX36" fmla="*/ 165920 w 208072"/>
                                <a:gd name="connsiteY36" fmla="*/ 135255 h 188594"/>
                                <a:gd name="connsiteX37" fmla="*/ 166872 w 208072"/>
                                <a:gd name="connsiteY37" fmla="*/ 134302 h 188594"/>
                                <a:gd name="connsiteX38" fmla="*/ 167824 w 208072"/>
                                <a:gd name="connsiteY38" fmla="*/ 133350 h 188594"/>
                                <a:gd name="connsiteX39" fmla="*/ 168777 w 208072"/>
                                <a:gd name="connsiteY39" fmla="*/ 132398 h 188594"/>
                                <a:gd name="connsiteX40" fmla="*/ 174492 w 208072"/>
                                <a:gd name="connsiteY40" fmla="*/ 128587 h 188594"/>
                                <a:gd name="connsiteX41" fmla="*/ 187827 w 208072"/>
                                <a:gd name="connsiteY41" fmla="*/ 121920 h 188594"/>
                                <a:gd name="connsiteX42" fmla="*/ 192589 w 208072"/>
                                <a:gd name="connsiteY42" fmla="*/ 120015 h 188594"/>
                                <a:gd name="connsiteX43" fmla="*/ 195447 w 208072"/>
                                <a:gd name="connsiteY43" fmla="*/ 119062 h 188594"/>
                                <a:gd name="connsiteX44" fmla="*/ 196399 w 208072"/>
                                <a:gd name="connsiteY44" fmla="*/ 119062 h 188594"/>
                                <a:gd name="connsiteX45" fmla="*/ 197352 w 208072"/>
                                <a:gd name="connsiteY45" fmla="*/ 119062 h 188594"/>
                                <a:gd name="connsiteX46" fmla="*/ 198305 w 208072"/>
                                <a:gd name="connsiteY46" fmla="*/ 119062 h 188594"/>
                                <a:gd name="connsiteX47" fmla="*/ 201162 w 208072"/>
                                <a:gd name="connsiteY47" fmla="*/ 117157 h 188594"/>
                                <a:gd name="connsiteX48" fmla="*/ 202114 w 208072"/>
                                <a:gd name="connsiteY48" fmla="*/ 116205 h 188594"/>
                                <a:gd name="connsiteX49" fmla="*/ 202114 w 208072"/>
                                <a:gd name="connsiteY49" fmla="*/ 116205 h 188594"/>
                                <a:gd name="connsiteX50" fmla="*/ 204020 w 208072"/>
                                <a:gd name="connsiteY50" fmla="*/ 113348 h 188594"/>
                                <a:gd name="connsiteX51" fmla="*/ 205924 w 208072"/>
                                <a:gd name="connsiteY51" fmla="*/ 109537 h 188594"/>
                                <a:gd name="connsiteX52" fmla="*/ 207830 w 208072"/>
                                <a:gd name="connsiteY52" fmla="*/ 100965 h 188594"/>
                                <a:gd name="connsiteX53" fmla="*/ 203067 w 208072"/>
                                <a:gd name="connsiteY53" fmla="*/ 77152 h 188594"/>
                                <a:gd name="connsiteX54" fmla="*/ 190685 w 208072"/>
                                <a:gd name="connsiteY54" fmla="*/ 54292 h 188594"/>
                                <a:gd name="connsiteX55" fmla="*/ 177349 w 208072"/>
                                <a:gd name="connsiteY55" fmla="*/ 35242 h 188594"/>
                                <a:gd name="connsiteX56" fmla="*/ 162110 w 208072"/>
                                <a:gd name="connsiteY56" fmla="*/ 18098 h 188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208072" h="188594">
                                  <a:moveTo>
                                    <a:pt x="162110" y="18098"/>
                                  </a:moveTo>
                                  <a:cubicBezTo>
                                    <a:pt x="160205" y="16192"/>
                                    <a:pt x="157347" y="14288"/>
                                    <a:pt x="155442" y="12382"/>
                                  </a:cubicBezTo>
                                  <a:cubicBezTo>
                                    <a:pt x="153537" y="10477"/>
                                    <a:pt x="150680" y="8573"/>
                                    <a:pt x="148774" y="6667"/>
                                  </a:cubicBezTo>
                                  <a:cubicBezTo>
                                    <a:pt x="147822" y="5715"/>
                                    <a:pt x="145917" y="4763"/>
                                    <a:pt x="144964" y="3810"/>
                                  </a:cubicBezTo>
                                  <a:cubicBezTo>
                                    <a:pt x="144964" y="3810"/>
                                    <a:pt x="139249" y="952"/>
                                    <a:pt x="138297" y="0"/>
                                  </a:cubicBezTo>
                                  <a:cubicBezTo>
                                    <a:pt x="138297" y="0"/>
                                    <a:pt x="138297" y="0"/>
                                    <a:pt x="138297" y="0"/>
                                  </a:cubicBezTo>
                                  <a:cubicBezTo>
                                    <a:pt x="138297" y="0"/>
                                    <a:pt x="138297" y="0"/>
                                    <a:pt x="138297" y="0"/>
                                  </a:cubicBezTo>
                                  <a:cubicBezTo>
                                    <a:pt x="138297" y="0"/>
                                    <a:pt x="137345" y="0"/>
                                    <a:pt x="137345" y="0"/>
                                  </a:cubicBezTo>
                                  <a:cubicBezTo>
                                    <a:pt x="136392" y="0"/>
                                    <a:pt x="135439" y="0"/>
                                    <a:pt x="133535" y="0"/>
                                  </a:cubicBezTo>
                                  <a:cubicBezTo>
                                    <a:pt x="129724" y="0"/>
                                    <a:pt x="124962" y="0"/>
                                    <a:pt x="119247" y="952"/>
                                  </a:cubicBezTo>
                                  <a:cubicBezTo>
                                    <a:pt x="106864" y="1905"/>
                                    <a:pt x="90672" y="4763"/>
                                    <a:pt x="73527" y="12382"/>
                                  </a:cubicBezTo>
                                  <a:cubicBezTo>
                                    <a:pt x="56382" y="19050"/>
                                    <a:pt x="38285" y="30480"/>
                                    <a:pt x="23997" y="48577"/>
                                  </a:cubicBezTo>
                                  <a:cubicBezTo>
                                    <a:pt x="16377" y="57150"/>
                                    <a:pt x="10662" y="68580"/>
                                    <a:pt x="5899" y="81915"/>
                                  </a:cubicBezTo>
                                  <a:cubicBezTo>
                                    <a:pt x="2089" y="94298"/>
                                    <a:pt x="-768" y="110490"/>
                                    <a:pt x="185" y="128587"/>
                                  </a:cubicBezTo>
                                  <a:cubicBezTo>
                                    <a:pt x="185" y="129540"/>
                                    <a:pt x="185" y="129540"/>
                                    <a:pt x="185" y="130493"/>
                                  </a:cubicBezTo>
                                  <a:cubicBezTo>
                                    <a:pt x="185" y="130493"/>
                                    <a:pt x="185" y="130493"/>
                                    <a:pt x="185" y="130493"/>
                                  </a:cubicBezTo>
                                  <a:cubicBezTo>
                                    <a:pt x="1137" y="134302"/>
                                    <a:pt x="2089" y="138112"/>
                                    <a:pt x="3042" y="141923"/>
                                  </a:cubicBezTo>
                                  <a:cubicBezTo>
                                    <a:pt x="5899" y="151448"/>
                                    <a:pt x="10662" y="159068"/>
                                    <a:pt x="15424" y="165735"/>
                                  </a:cubicBezTo>
                                  <a:cubicBezTo>
                                    <a:pt x="17330" y="168593"/>
                                    <a:pt x="19235" y="171450"/>
                                    <a:pt x="22092" y="173355"/>
                                  </a:cubicBezTo>
                                  <a:cubicBezTo>
                                    <a:pt x="23997" y="175260"/>
                                    <a:pt x="26855" y="177165"/>
                                    <a:pt x="28760" y="179070"/>
                                  </a:cubicBezTo>
                                  <a:cubicBezTo>
                                    <a:pt x="29712" y="180023"/>
                                    <a:pt x="30664" y="180023"/>
                                    <a:pt x="31617" y="180975"/>
                                  </a:cubicBezTo>
                                  <a:cubicBezTo>
                                    <a:pt x="31617" y="180975"/>
                                    <a:pt x="32570" y="180975"/>
                                    <a:pt x="32570" y="180975"/>
                                  </a:cubicBezTo>
                                  <a:cubicBezTo>
                                    <a:pt x="39237" y="185737"/>
                                    <a:pt x="45905" y="187643"/>
                                    <a:pt x="52572" y="188595"/>
                                  </a:cubicBezTo>
                                  <a:cubicBezTo>
                                    <a:pt x="55430" y="188595"/>
                                    <a:pt x="58287" y="188595"/>
                                    <a:pt x="61145" y="188595"/>
                                  </a:cubicBezTo>
                                  <a:cubicBezTo>
                                    <a:pt x="64002" y="188595"/>
                                    <a:pt x="66860" y="187643"/>
                                    <a:pt x="69717" y="186690"/>
                                  </a:cubicBezTo>
                                  <a:cubicBezTo>
                                    <a:pt x="80195" y="183832"/>
                                    <a:pt x="87814" y="178118"/>
                                    <a:pt x="92577" y="174307"/>
                                  </a:cubicBezTo>
                                  <a:cubicBezTo>
                                    <a:pt x="92577" y="174307"/>
                                    <a:pt x="93530" y="173355"/>
                                    <a:pt x="93530" y="173355"/>
                                  </a:cubicBezTo>
                                  <a:cubicBezTo>
                                    <a:pt x="96387" y="170498"/>
                                    <a:pt x="98292" y="169545"/>
                                    <a:pt x="97339" y="168593"/>
                                  </a:cubicBezTo>
                                  <a:cubicBezTo>
                                    <a:pt x="100197" y="168593"/>
                                    <a:pt x="103055" y="169545"/>
                                    <a:pt x="105912" y="169545"/>
                                  </a:cubicBezTo>
                                  <a:cubicBezTo>
                                    <a:pt x="112580" y="169545"/>
                                    <a:pt x="119247" y="169545"/>
                                    <a:pt x="124962" y="168593"/>
                                  </a:cubicBezTo>
                                  <a:cubicBezTo>
                                    <a:pt x="125914" y="168593"/>
                                    <a:pt x="126867" y="168593"/>
                                    <a:pt x="127820" y="167640"/>
                                  </a:cubicBezTo>
                                  <a:cubicBezTo>
                                    <a:pt x="127820" y="167640"/>
                                    <a:pt x="128772" y="167640"/>
                                    <a:pt x="128772" y="167640"/>
                                  </a:cubicBezTo>
                                  <a:cubicBezTo>
                                    <a:pt x="134487" y="165735"/>
                                    <a:pt x="140202" y="162877"/>
                                    <a:pt x="144012" y="159068"/>
                                  </a:cubicBezTo>
                                  <a:cubicBezTo>
                                    <a:pt x="148774" y="155257"/>
                                    <a:pt x="152585" y="150495"/>
                                    <a:pt x="156395" y="144780"/>
                                  </a:cubicBezTo>
                                  <a:cubicBezTo>
                                    <a:pt x="157347" y="143827"/>
                                    <a:pt x="157347" y="143827"/>
                                    <a:pt x="158299" y="142875"/>
                                  </a:cubicBezTo>
                                  <a:cubicBezTo>
                                    <a:pt x="159252" y="141923"/>
                                    <a:pt x="159252" y="141923"/>
                                    <a:pt x="160205" y="140970"/>
                                  </a:cubicBezTo>
                                  <a:cubicBezTo>
                                    <a:pt x="162110" y="139065"/>
                                    <a:pt x="164014" y="137160"/>
                                    <a:pt x="165920" y="135255"/>
                                  </a:cubicBezTo>
                                  <a:cubicBezTo>
                                    <a:pt x="166872" y="135255"/>
                                    <a:pt x="166872" y="134302"/>
                                    <a:pt x="166872" y="134302"/>
                                  </a:cubicBezTo>
                                  <a:cubicBezTo>
                                    <a:pt x="166872" y="134302"/>
                                    <a:pt x="167824" y="133350"/>
                                    <a:pt x="167824" y="133350"/>
                                  </a:cubicBezTo>
                                  <a:lnTo>
                                    <a:pt x="168777" y="132398"/>
                                  </a:lnTo>
                                  <a:cubicBezTo>
                                    <a:pt x="169730" y="131445"/>
                                    <a:pt x="171635" y="130493"/>
                                    <a:pt x="174492" y="128587"/>
                                  </a:cubicBezTo>
                                  <a:cubicBezTo>
                                    <a:pt x="177349" y="126682"/>
                                    <a:pt x="182112" y="123825"/>
                                    <a:pt x="187827" y="121920"/>
                                  </a:cubicBezTo>
                                  <a:cubicBezTo>
                                    <a:pt x="189732" y="120968"/>
                                    <a:pt x="190685" y="120968"/>
                                    <a:pt x="192589" y="120015"/>
                                  </a:cubicBezTo>
                                  <a:cubicBezTo>
                                    <a:pt x="193542" y="120015"/>
                                    <a:pt x="194495" y="119062"/>
                                    <a:pt x="195447" y="119062"/>
                                  </a:cubicBezTo>
                                  <a:lnTo>
                                    <a:pt x="196399" y="119062"/>
                                  </a:lnTo>
                                  <a:lnTo>
                                    <a:pt x="197352" y="119062"/>
                                  </a:lnTo>
                                  <a:cubicBezTo>
                                    <a:pt x="197352" y="119062"/>
                                    <a:pt x="197352" y="119062"/>
                                    <a:pt x="198305" y="119062"/>
                                  </a:cubicBezTo>
                                  <a:cubicBezTo>
                                    <a:pt x="199257" y="119062"/>
                                    <a:pt x="200210" y="118110"/>
                                    <a:pt x="201162" y="117157"/>
                                  </a:cubicBezTo>
                                  <a:cubicBezTo>
                                    <a:pt x="201162" y="117157"/>
                                    <a:pt x="202114" y="117157"/>
                                    <a:pt x="202114" y="116205"/>
                                  </a:cubicBezTo>
                                  <a:lnTo>
                                    <a:pt x="202114" y="116205"/>
                                  </a:lnTo>
                                  <a:cubicBezTo>
                                    <a:pt x="203067" y="115252"/>
                                    <a:pt x="204020" y="114300"/>
                                    <a:pt x="204020" y="113348"/>
                                  </a:cubicBezTo>
                                  <a:cubicBezTo>
                                    <a:pt x="204972" y="112395"/>
                                    <a:pt x="204972" y="111443"/>
                                    <a:pt x="205924" y="109537"/>
                                  </a:cubicBezTo>
                                  <a:cubicBezTo>
                                    <a:pt x="206877" y="106680"/>
                                    <a:pt x="207830" y="103823"/>
                                    <a:pt x="207830" y="100965"/>
                                  </a:cubicBezTo>
                                  <a:cubicBezTo>
                                    <a:pt x="208782" y="94298"/>
                                    <a:pt x="206877" y="85725"/>
                                    <a:pt x="203067" y="77152"/>
                                  </a:cubicBezTo>
                                  <a:cubicBezTo>
                                    <a:pt x="199257" y="69532"/>
                                    <a:pt x="194495" y="61913"/>
                                    <a:pt x="190685" y="54292"/>
                                  </a:cubicBezTo>
                                  <a:cubicBezTo>
                                    <a:pt x="185922" y="47625"/>
                                    <a:pt x="182112" y="40957"/>
                                    <a:pt x="177349" y="35242"/>
                                  </a:cubicBezTo>
                                  <a:cubicBezTo>
                                    <a:pt x="171635" y="27623"/>
                                    <a:pt x="166872" y="22860"/>
                                    <a:pt x="162110" y="18098"/>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7347B62C-9704-4EFF-9A28-EB937902B075}"/>
                                </a:ext>
                              </a:extLst>
                            </p:cNvPr>
                            <p:cNvSpPr/>
                            <p:nvPr/>
                          </p:nvSpPr>
                          <p:spPr>
                            <a:xfrm>
                              <a:off x="2791006" y="2078226"/>
                              <a:ext cx="201930" cy="178117"/>
                            </a:xfrm>
                            <a:custGeom>
                              <a:avLst/>
                              <a:gdLst>
                                <a:gd name="connsiteX0" fmla="*/ 143828 w 201930"/>
                                <a:gd name="connsiteY0" fmla="*/ 7620 h 178117"/>
                                <a:gd name="connsiteX1" fmla="*/ 143828 w 201930"/>
                                <a:gd name="connsiteY1" fmla="*/ 9525 h 178117"/>
                                <a:gd name="connsiteX2" fmla="*/ 147638 w 201930"/>
                                <a:gd name="connsiteY2" fmla="*/ 15240 h 178117"/>
                                <a:gd name="connsiteX3" fmla="*/ 158115 w 201930"/>
                                <a:gd name="connsiteY3" fmla="*/ 29527 h 178117"/>
                                <a:gd name="connsiteX4" fmla="*/ 173355 w 201930"/>
                                <a:gd name="connsiteY4" fmla="*/ 48577 h 178117"/>
                                <a:gd name="connsiteX5" fmla="*/ 177165 w 201930"/>
                                <a:gd name="connsiteY5" fmla="*/ 53340 h 178117"/>
                                <a:gd name="connsiteX6" fmla="*/ 179070 w 201930"/>
                                <a:gd name="connsiteY6" fmla="*/ 56198 h 178117"/>
                                <a:gd name="connsiteX7" fmla="*/ 180022 w 201930"/>
                                <a:gd name="connsiteY7" fmla="*/ 57150 h 178117"/>
                                <a:gd name="connsiteX8" fmla="*/ 180022 w 201930"/>
                                <a:gd name="connsiteY8" fmla="*/ 58102 h 178117"/>
                                <a:gd name="connsiteX9" fmla="*/ 180975 w 201930"/>
                                <a:gd name="connsiteY9" fmla="*/ 59055 h 178117"/>
                                <a:gd name="connsiteX10" fmla="*/ 187643 w 201930"/>
                                <a:gd name="connsiteY10" fmla="*/ 70485 h 178117"/>
                                <a:gd name="connsiteX11" fmla="*/ 190500 w 201930"/>
                                <a:gd name="connsiteY11" fmla="*/ 76200 h 178117"/>
                                <a:gd name="connsiteX12" fmla="*/ 192405 w 201930"/>
                                <a:gd name="connsiteY12" fmla="*/ 81915 h 178117"/>
                                <a:gd name="connsiteX13" fmla="*/ 193357 w 201930"/>
                                <a:gd name="connsiteY13" fmla="*/ 84773 h 178117"/>
                                <a:gd name="connsiteX14" fmla="*/ 194310 w 201930"/>
                                <a:gd name="connsiteY14" fmla="*/ 87630 h 178117"/>
                                <a:gd name="connsiteX15" fmla="*/ 196215 w 201930"/>
                                <a:gd name="connsiteY15" fmla="*/ 92393 h 178117"/>
                                <a:gd name="connsiteX16" fmla="*/ 199072 w 201930"/>
                                <a:gd name="connsiteY16" fmla="*/ 100013 h 178117"/>
                                <a:gd name="connsiteX17" fmla="*/ 200978 w 201930"/>
                                <a:gd name="connsiteY17" fmla="*/ 105727 h 178117"/>
                                <a:gd name="connsiteX18" fmla="*/ 201930 w 201930"/>
                                <a:gd name="connsiteY18" fmla="*/ 109538 h 178117"/>
                                <a:gd name="connsiteX19" fmla="*/ 201930 w 201930"/>
                                <a:gd name="connsiteY19" fmla="*/ 111443 h 178117"/>
                                <a:gd name="connsiteX20" fmla="*/ 201930 w 201930"/>
                                <a:gd name="connsiteY20" fmla="*/ 112395 h 178117"/>
                                <a:gd name="connsiteX21" fmla="*/ 201930 w 201930"/>
                                <a:gd name="connsiteY21" fmla="*/ 112395 h 178117"/>
                                <a:gd name="connsiteX22" fmla="*/ 201930 w 201930"/>
                                <a:gd name="connsiteY22" fmla="*/ 111443 h 178117"/>
                                <a:gd name="connsiteX23" fmla="*/ 201930 w 201930"/>
                                <a:gd name="connsiteY23" fmla="*/ 109538 h 178117"/>
                                <a:gd name="connsiteX24" fmla="*/ 200978 w 201930"/>
                                <a:gd name="connsiteY24" fmla="*/ 105727 h 178117"/>
                                <a:gd name="connsiteX25" fmla="*/ 199072 w 201930"/>
                                <a:gd name="connsiteY25" fmla="*/ 100013 h 178117"/>
                                <a:gd name="connsiteX26" fmla="*/ 196215 w 201930"/>
                                <a:gd name="connsiteY26" fmla="*/ 92393 h 178117"/>
                                <a:gd name="connsiteX27" fmla="*/ 194310 w 201930"/>
                                <a:gd name="connsiteY27" fmla="*/ 87630 h 178117"/>
                                <a:gd name="connsiteX28" fmla="*/ 193357 w 201930"/>
                                <a:gd name="connsiteY28" fmla="*/ 84773 h 178117"/>
                                <a:gd name="connsiteX29" fmla="*/ 192405 w 201930"/>
                                <a:gd name="connsiteY29" fmla="*/ 81915 h 178117"/>
                                <a:gd name="connsiteX30" fmla="*/ 189547 w 201930"/>
                                <a:gd name="connsiteY30" fmla="*/ 77152 h 178117"/>
                                <a:gd name="connsiteX31" fmla="*/ 186690 w 201930"/>
                                <a:gd name="connsiteY31" fmla="*/ 71438 h 178117"/>
                                <a:gd name="connsiteX32" fmla="*/ 180022 w 201930"/>
                                <a:gd name="connsiteY32" fmla="*/ 60960 h 178117"/>
                                <a:gd name="connsiteX33" fmla="*/ 179070 w 201930"/>
                                <a:gd name="connsiteY33" fmla="*/ 60008 h 178117"/>
                                <a:gd name="connsiteX34" fmla="*/ 179070 w 201930"/>
                                <a:gd name="connsiteY34" fmla="*/ 59055 h 178117"/>
                                <a:gd name="connsiteX35" fmla="*/ 178118 w 201930"/>
                                <a:gd name="connsiteY35" fmla="*/ 58102 h 178117"/>
                                <a:gd name="connsiteX36" fmla="*/ 176213 w 201930"/>
                                <a:gd name="connsiteY36" fmla="*/ 55245 h 178117"/>
                                <a:gd name="connsiteX37" fmla="*/ 172403 w 201930"/>
                                <a:gd name="connsiteY37" fmla="*/ 50483 h 178117"/>
                                <a:gd name="connsiteX38" fmla="*/ 157163 w 201930"/>
                                <a:gd name="connsiteY38" fmla="*/ 31433 h 178117"/>
                                <a:gd name="connsiteX39" fmla="*/ 143828 w 201930"/>
                                <a:gd name="connsiteY39" fmla="*/ 13335 h 178117"/>
                                <a:gd name="connsiteX40" fmla="*/ 142875 w 201930"/>
                                <a:gd name="connsiteY40" fmla="*/ 16193 h 178117"/>
                                <a:gd name="connsiteX41" fmla="*/ 140970 w 201930"/>
                                <a:gd name="connsiteY41" fmla="*/ 21908 h 178117"/>
                                <a:gd name="connsiteX42" fmla="*/ 139065 w 201930"/>
                                <a:gd name="connsiteY42" fmla="*/ 27623 h 178117"/>
                                <a:gd name="connsiteX43" fmla="*/ 134303 w 201930"/>
                                <a:gd name="connsiteY43" fmla="*/ 40958 h 178117"/>
                                <a:gd name="connsiteX44" fmla="*/ 133350 w 201930"/>
                                <a:gd name="connsiteY44" fmla="*/ 43815 h 178117"/>
                                <a:gd name="connsiteX45" fmla="*/ 133350 w 201930"/>
                                <a:gd name="connsiteY45" fmla="*/ 43815 h 178117"/>
                                <a:gd name="connsiteX46" fmla="*/ 134303 w 201930"/>
                                <a:gd name="connsiteY46" fmla="*/ 51435 h 178117"/>
                                <a:gd name="connsiteX47" fmla="*/ 137160 w 201930"/>
                                <a:gd name="connsiteY47" fmla="*/ 60960 h 178117"/>
                                <a:gd name="connsiteX48" fmla="*/ 147638 w 201930"/>
                                <a:gd name="connsiteY48" fmla="*/ 82868 h 178117"/>
                                <a:gd name="connsiteX49" fmla="*/ 153353 w 201930"/>
                                <a:gd name="connsiteY49" fmla="*/ 94298 h 178117"/>
                                <a:gd name="connsiteX50" fmla="*/ 156210 w 201930"/>
                                <a:gd name="connsiteY50" fmla="*/ 100013 h 178117"/>
                                <a:gd name="connsiteX51" fmla="*/ 158115 w 201930"/>
                                <a:gd name="connsiteY51" fmla="*/ 105727 h 178117"/>
                                <a:gd name="connsiteX52" fmla="*/ 161925 w 201930"/>
                                <a:gd name="connsiteY52" fmla="*/ 115252 h 178117"/>
                                <a:gd name="connsiteX53" fmla="*/ 162878 w 201930"/>
                                <a:gd name="connsiteY53" fmla="*/ 119063 h 178117"/>
                                <a:gd name="connsiteX54" fmla="*/ 163830 w 201930"/>
                                <a:gd name="connsiteY54" fmla="*/ 122873 h 178117"/>
                                <a:gd name="connsiteX55" fmla="*/ 163830 w 201930"/>
                                <a:gd name="connsiteY55" fmla="*/ 132398 h 178117"/>
                                <a:gd name="connsiteX56" fmla="*/ 163830 w 201930"/>
                                <a:gd name="connsiteY56" fmla="*/ 133350 h 178117"/>
                                <a:gd name="connsiteX57" fmla="*/ 163830 w 201930"/>
                                <a:gd name="connsiteY57" fmla="*/ 134302 h 178117"/>
                                <a:gd name="connsiteX58" fmla="*/ 163830 w 201930"/>
                                <a:gd name="connsiteY58" fmla="*/ 135255 h 178117"/>
                                <a:gd name="connsiteX59" fmla="*/ 163830 w 201930"/>
                                <a:gd name="connsiteY59" fmla="*/ 136207 h 178117"/>
                                <a:gd name="connsiteX60" fmla="*/ 163830 w 201930"/>
                                <a:gd name="connsiteY60" fmla="*/ 137160 h 178117"/>
                                <a:gd name="connsiteX61" fmla="*/ 161925 w 201930"/>
                                <a:gd name="connsiteY61" fmla="*/ 139065 h 178117"/>
                                <a:gd name="connsiteX62" fmla="*/ 162878 w 201930"/>
                                <a:gd name="connsiteY62" fmla="*/ 137160 h 178117"/>
                                <a:gd name="connsiteX63" fmla="*/ 162878 w 201930"/>
                                <a:gd name="connsiteY63" fmla="*/ 136207 h 178117"/>
                                <a:gd name="connsiteX64" fmla="*/ 162878 w 201930"/>
                                <a:gd name="connsiteY64" fmla="*/ 135255 h 178117"/>
                                <a:gd name="connsiteX65" fmla="*/ 162878 w 201930"/>
                                <a:gd name="connsiteY65" fmla="*/ 134302 h 178117"/>
                                <a:gd name="connsiteX66" fmla="*/ 162878 w 201930"/>
                                <a:gd name="connsiteY66" fmla="*/ 133350 h 178117"/>
                                <a:gd name="connsiteX67" fmla="*/ 162878 w 201930"/>
                                <a:gd name="connsiteY67" fmla="*/ 132398 h 178117"/>
                                <a:gd name="connsiteX68" fmla="*/ 161925 w 201930"/>
                                <a:gd name="connsiteY68" fmla="*/ 122873 h 178117"/>
                                <a:gd name="connsiteX69" fmla="*/ 160972 w 201930"/>
                                <a:gd name="connsiteY69" fmla="*/ 119063 h 178117"/>
                                <a:gd name="connsiteX70" fmla="*/ 159068 w 201930"/>
                                <a:gd name="connsiteY70" fmla="*/ 115252 h 178117"/>
                                <a:gd name="connsiteX71" fmla="*/ 155257 w 201930"/>
                                <a:gd name="connsiteY71" fmla="*/ 105727 h 178117"/>
                                <a:gd name="connsiteX72" fmla="*/ 152400 w 201930"/>
                                <a:gd name="connsiteY72" fmla="*/ 100013 h 178117"/>
                                <a:gd name="connsiteX73" fmla="*/ 149543 w 201930"/>
                                <a:gd name="connsiteY73" fmla="*/ 94298 h 178117"/>
                                <a:gd name="connsiteX74" fmla="*/ 142875 w 201930"/>
                                <a:gd name="connsiteY74" fmla="*/ 82868 h 178117"/>
                                <a:gd name="connsiteX75" fmla="*/ 131445 w 201930"/>
                                <a:gd name="connsiteY75" fmla="*/ 60960 h 178117"/>
                                <a:gd name="connsiteX76" fmla="*/ 128588 w 201930"/>
                                <a:gd name="connsiteY76" fmla="*/ 51435 h 178117"/>
                                <a:gd name="connsiteX77" fmla="*/ 128588 w 201930"/>
                                <a:gd name="connsiteY77" fmla="*/ 50483 h 178117"/>
                                <a:gd name="connsiteX78" fmla="*/ 126682 w 201930"/>
                                <a:gd name="connsiteY78" fmla="*/ 55245 h 178117"/>
                                <a:gd name="connsiteX79" fmla="*/ 120015 w 201930"/>
                                <a:gd name="connsiteY79" fmla="*/ 71438 h 178117"/>
                                <a:gd name="connsiteX80" fmla="*/ 114300 w 201930"/>
                                <a:gd name="connsiteY80" fmla="*/ 85725 h 178117"/>
                                <a:gd name="connsiteX81" fmla="*/ 114300 w 201930"/>
                                <a:gd name="connsiteY81" fmla="*/ 86677 h 178117"/>
                                <a:gd name="connsiteX82" fmla="*/ 114300 w 201930"/>
                                <a:gd name="connsiteY82" fmla="*/ 89535 h 178117"/>
                                <a:gd name="connsiteX83" fmla="*/ 116205 w 201930"/>
                                <a:gd name="connsiteY83" fmla="*/ 100965 h 178117"/>
                                <a:gd name="connsiteX84" fmla="*/ 119063 w 201930"/>
                                <a:gd name="connsiteY84" fmla="*/ 108585 h 178117"/>
                                <a:gd name="connsiteX85" fmla="*/ 121920 w 201930"/>
                                <a:gd name="connsiteY85" fmla="*/ 117157 h 178117"/>
                                <a:gd name="connsiteX86" fmla="*/ 122872 w 201930"/>
                                <a:gd name="connsiteY86" fmla="*/ 121920 h 178117"/>
                                <a:gd name="connsiteX87" fmla="*/ 123825 w 201930"/>
                                <a:gd name="connsiteY87" fmla="*/ 126682 h 178117"/>
                                <a:gd name="connsiteX88" fmla="*/ 124778 w 201930"/>
                                <a:gd name="connsiteY88" fmla="*/ 131445 h 178117"/>
                                <a:gd name="connsiteX89" fmla="*/ 125730 w 201930"/>
                                <a:gd name="connsiteY89" fmla="*/ 136207 h 178117"/>
                                <a:gd name="connsiteX90" fmla="*/ 126682 w 201930"/>
                                <a:gd name="connsiteY90" fmla="*/ 144780 h 178117"/>
                                <a:gd name="connsiteX91" fmla="*/ 127635 w 201930"/>
                                <a:gd name="connsiteY91" fmla="*/ 153352 h 178117"/>
                                <a:gd name="connsiteX92" fmla="*/ 128588 w 201930"/>
                                <a:gd name="connsiteY92" fmla="*/ 157163 h 178117"/>
                                <a:gd name="connsiteX93" fmla="*/ 129540 w 201930"/>
                                <a:gd name="connsiteY93" fmla="*/ 160973 h 178117"/>
                                <a:gd name="connsiteX94" fmla="*/ 129540 w 201930"/>
                                <a:gd name="connsiteY94" fmla="*/ 162877 h 178117"/>
                                <a:gd name="connsiteX95" fmla="*/ 129540 w 201930"/>
                                <a:gd name="connsiteY95" fmla="*/ 164782 h 178117"/>
                                <a:gd name="connsiteX96" fmla="*/ 128588 w 201930"/>
                                <a:gd name="connsiteY96" fmla="*/ 164782 h 178117"/>
                                <a:gd name="connsiteX97" fmla="*/ 127635 w 201930"/>
                                <a:gd name="connsiteY97" fmla="*/ 160020 h 178117"/>
                                <a:gd name="connsiteX98" fmla="*/ 126682 w 201930"/>
                                <a:gd name="connsiteY98" fmla="*/ 156210 h 178117"/>
                                <a:gd name="connsiteX99" fmla="*/ 125730 w 201930"/>
                                <a:gd name="connsiteY99" fmla="*/ 152400 h 178117"/>
                                <a:gd name="connsiteX100" fmla="*/ 123825 w 201930"/>
                                <a:gd name="connsiteY100" fmla="*/ 143827 h 178117"/>
                                <a:gd name="connsiteX101" fmla="*/ 121920 w 201930"/>
                                <a:gd name="connsiteY101" fmla="*/ 135255 h 178117"/>
                                <a:gd name="connsiteX102" fmla="*/ 120968 w 201930"/>
                                <a:gd name="connsiteY102" fmla="*/ 133350 h 178117"/>
                                <a:gd name="connsiteX103" fmla="*/ 120968 w 201930"/>
                                <a:gd name="connsiteY103" fmla="*/ 131445 h 178117"/>
                                <a:gd name="connsiteX104" fmla="*/ 120015 w 201930"/>
                                <a:gd name="connsiteY104" fmla="*/ 126682 h 178117"/>
                                <a:gd name="connsiteX105" fmla="*/ 119063 w 201930"/>
                                <a:gd name="connsiteY105" fmla="*/ 121920 h 178117"/>
                                <a:gd name="connsiteX106" fmla="*/ 118110 w 201930"/>
                                <a:gd name="connsiteY106" fmla="*/ 118110 h 178117"/>
                                <a:gd name="connsiteX107" fmla="*/ 115253 w 201930"/>
                                <a:gd name="connsiteY107" fmla="*/ 109538 h 178117"/>
                                <a:gd name="connsiteX108" fmla="*/ 112395 w 201930"/>
                                <a:gd name="connsiteY108" fmla="*/ 101918 h 178117"/>
                                <a:gd name="connsiteX109" fmla="*/ 110490 w 201930"/>
                                <a:gd name="connsiteY109" fmla="*/ 95250 h 178117"/>
                                <a:gd name="connsiteX110" fmla="*/ 106680 w 201930"/>
                                <a:gd name="connsiteY110" fmla="*/ 104775 h 178117"/>
                                <a:gd name="connsiteX111" fmla="*/ 100965 w 201930"/>
                                <a:gd name="connsiteY111" fmla="*/ 121920 h 178117"/>
                                <a:gd name="connsiteX112" fmla="*/ 98107 w 201930"/>
                                <a:gd name="connsiteY112" fmla="*/ 130493 h 178117"/>
                                <a:gd name="connsiteX113" fmla="*/ 96203 w 201930"/>
                                <a:gd name="connsiteY113" fmla="*/ 139065 h 178117"/>
                                <a:gd name="connsiteX114" fmla="*/ 93345 w 201930"/>
                                <a:gd name="connsiteY114" fmla="*/ 156210 h 178117"/>
                                <a:gd name="connsiteX115" fmla="*/ 93345 w 201930"/>
                                <a:gd name="connsiteY115" fmla="*/ 163830 h 178117"/>
                                <a:gd name="connsiteX116" fmla="*/ 93345 w 201930"/>
                                <a:gd name="connsiteY116" fmla="*/ 170498 h 178117"/>
                                <a:gd name="connsiteX117" fmla="*/ 92393 w 201930"/>
                                <a:gd name="connsiteY117" fmla="*/ 171450 h 178117"/>
                                <a:gd name="connsiteX118" fmla="*/ 92393 w 201930"/>
                                <a:gd name="connsiteY118" fmla="*/ 171450 h 178117"/>
                                <a:gd name="connsiteX119" fmla="*/ 92393 w 201930"/>
                                <a:gd name="connsiteY119" fmla="*/ 163830 h 178117"/>
                                <a:gd name="connsiteX120" fmla="*/ 92393 w 201930"/>
                                <a:gd name="connsiteY120" fmla="*/ 156210 h 178117"/>
                                <a:gd name="connsiteX121" fmla="*/ 94297 w 201930"/>
                                <a:gd name="connsiteY121" fmla="*/ 139065 h 178117"/>
                                <a:gd name="connsiteX122" fmla="*/ 95250 w 201930"/>
                                <a:gd name="connsiteY122" fmla="*/ 135255 h 178117"/>
                                <a:gd name="connsiteX123" fmla="*/ 96203 w 201930"/>
                                <a:gd name="connsiteY123" fmla="*/ 130493 h 178117"/>
                                <a:gd name="connsiteX124" fmla="*/ 97155 w 201930"/>
                                <a:gd name="connsiteY124" fmla="*/ 125730 h 178117"/>
                                <a:gd name="connsiteX125" fmla="*/ 98107 w 201930"/>
                                <a:gd name="connsiteY125" fmla="*/ 120968 h 178117"/>
                                <a:gd name="connsiteX126" fmla="*/ 103822 w 201930"/>
                                <a:gd name="connsiteY126" fmla="*/ 103823 h 178117"/>
                                <a:gd name="connsiteX127" fmla="*/ 109538 w 201930"/>
                                <a:gd name="connsiteY127" fmla="*/ 86677 h 178117"/>
                                <a:gd name="connsiteX128" fmla="*/ 113347 w 201930"/>
                                <a:gd name="connsiteY128" fmla="*/ 74295 h 178117"/>
                                <a:gd name="connsiteX129" fmla="*/ 111443 w 201930"/>
                                <a:gd name="connsiteY129" fmla="*/ 76200 h 178117"/>
                                <a:gd name="connsiteX130" fmla="*/ 103822 w 201930"/>
                                <a:gd name="connsiteY130" fmla="*/ 81915 h 178117"/>
                                <a:gd name="connsiteX131" fmla="*/ 82868 w 201930"/>
                                <a:gd name="connsiteY131" fmla="*/ 95250 h 178117"/>
                                <a:gd name="connsiteX132" fmla="*/ 70485 w 201930"/>
                                <a:gd name="connsiteY132" fmla="*/ 102870 h 178117"/>
                                <a:gd name="connsiteX133" fmla="*/ 59055 w 201930"/>
                                <a:gd name="connsiteY133" fmla="*/ 112395 h 178117"/>
                                <a:gd name="connsiteX134" fmla="*/ 48578 w 201930"/>
                                <a:gd name="connsiteY134" fmla="*/ 124777 h 178117"/>
                                <a:gd name="connsiteX135" fmla="*/ 40005 w 201930"/>
                                <a:gd name="connsiteY135" fmla="*/ 140018 h 178117"/>
                                <a:gd name="connsiteX136" fmla="*/ 37147 w 201930"/>
                                <a:gd name="connsiteY136" fmla="*/ 148590 h 178117"/>
                                <a:gd name="connsiteX137" fmla="*/ 35243 w 201930"/>
                                <a:gd name="connsiteY137" fmla="*/ 157163 h 178117"/>
                                <a:gd name="connsiteX138" fmla="*/ 34290 w 201930"/>
                                <a:gd name="connsiteY138" fmla="*/ 161925 h 178117"/>
                                <a:gd name="connsiteX139" fmla="*/ 33338 w 201930"/>
                                <a:gd name="connsiteY139" fmla="*/ 166688 h 178117"/>
                                <a:gd name="connsiteX140" fmla="*/ 33338 w 201930"/>
                                <a:gd name="connsiteY140" fmla="*/ 176213 h 178117"/>
                                <a:gd name="connsiteX141" fmla="*/ 33338 w 201930"/>
                                <a:gd name="connsiteY141" fmla="*/ 178118 h 178117"/>
                                <a:gd name="connsiteX142" fmla="*/ 32385 w 201930"/>
                                <a:gd name="connsiteY142" fmla="*/ 178118 h 178117"/>
                                <a:gd name="connsiteX143" fmla="*/ 32385 w 201930"/>
                                <a:gd name="connsiteY143" fmla="*/ 176213 h 178117"/>
                                <a:gd name="connsiteX144" fmla="*/ 34290 w 201930"/>
                                <a:gd name="connsiteY144" fmla="*/ 158115 h 178117"/>
                                <a:gd name="connsiteX145" fmla="*/ 39053 w 201930"/>
                                <a:gd name="connsiteY145" fmla="*/ 140970 h 178117"/>
                                <a:gd name="connsiteX146" fmla="*/ 46672 w 201930"/>
                                <a:gd name="connsiteY146" fmla="*/ 125730 h 178117"/>
                                <a:gd name="connsiteX147" fmla="*/ 57150 w 201930"/>
                                <a:gd name="connsiteY147" fmla="*/ 113348 h 178117"/>
                                <a:gd name="connsiteX148" fmla="*/ 68580 w 201930"/>
                                <a:gd name="connsiteY148" fmla="*/ 102870 h 178117"/>
                                <a:gd name="connsiteX149" fmla="*/ 80963 w 201930"/>
                                <a:gd name="connsiteY149" fmla="*/ 94298 h 178117"/>
                                <a:gd name="connsiteX150" fmla="*/ 101918 w 201930"/>
                                <a:gd name="connsiteY150" fmla="*/ 80963 h 178117"/>
                                <a:gd name="connsiteX151" fmla="*/ 109538 w 201930"/>
                                <a:gd name="connsiteY151" fmla="*/ 75248 h 178117"/>
                                <a:gd name="connsiteX152" fmla="*/ 114300 w 201930"/>
                                <a:gd name="connsiteY152" fmla="*/ 70485 h 178117"/>
                                <a:gd name="connsiteX153" fmla="*/ 117157 w 201930"/>
                                <a:gd name="connsiteY153" fmla="*/ 67627 h 178117"/>
                                <a:gd name="connsiteX154" fmla="*/ 120968 w 201930"/>
                                <a:gd name="connsiteY154" fmla="*/ 56198 h 178117"/>
                                <a:gd name="connsiteX155" fmla="*/ 123825 w 201930"/>
                                <a:gd name="connsiteY155" fmla="*/ 48577 h 178117"/>
                                <a:gd name="connsiteX156" fmla="*/ 126682 w 201930"/>
                                <a:gd name="connsiteY156" fmla="*/ 40958 h 178117"/>
                                <a:gd name="connsiteX157" fmla="*/ 130493 w 201930"/>
                                <a:gd name="connsiteY157" fmla="*/ 27623 h 178117"/>
                                <a:gd name="connsiteX158" fmla="*/ 130493 w 201930"/>
                                <a:gd name="connsiteY158" fmla="*/ 26670 h 178117"/>
                                <a:gd name="connsiteX159" fmla="*/ 129540 w 201930"/>
                                <a:gd name="connsiteY159" fmla="*/ 27623 h 178117"/>
                                <a:gd name="connsiteX160" fmla="*/ 120968 w 201930"/>
                                <a:gd name="connsiteY160" fmla="*/ 30480 h 178117"/>
                                <a:gd name="connsiteX161" fmla="*/ 116205 w 201930"/>
                                <a:gd name="connsiteY161" fmla="*/ 32385 h 178117"/>
                                <a:gd name="connsiteX162" fmla="*/ 110490 w 201930"/>
                                <a:gd name="connsiteY162" fmla="*/ 34290 h 178117"/>
                                <a:gd name="connsiteX163" fmla="*/ 97155 w 201930"/>
                                <a:gd name="connsiteY163" fmla="*/ 39052 h 178117"/>
                                <a:gd name="connsiteX164" fmla="*/ 82868 w 201930"/>
                                <a:gd name="connsiteY164" fmla="*/ 44768 h 178117"/>
                                <a:gd name="connsiteX165" fmla="*/ 67628 w 201930"/>
                                <a:gd name="connsiteY165" fmla="*/ 51435 h 178117"/>
                                <a:gd name="connsiteX166" fmla="*/ 52388 w 201930"/>
                                <a:gd name="connsiteY166" fmla="*/ 60008 h 178117"/>
                                <a:gd name="connsiteX167" fmla="*/ 37147 w 201930"/>
                                <a:gd name="connsiteY167" fmla="*/ 70485 h 178117"/>
                                <a:gd name="connsiteX168" fmla="*/ 23813 w 201930"/>
                                <a:gd name="connsiteY168" fmla="*/ 82868 h 178117"/>
                                <a:gd name="connsiteX169" fmla="*/ 18097 w 201930"/>
                                <a:gd name="connsiteY169" fmla="*/ 90488 h 178117"/>
                                <a:gd name="connsiteX170" fmla="*/ 12382 w 201930"/>
                                <a:gd name="connsiteY170" fmla="*/ 98107 h 178117"/>
                                <a:gd name="connsiteX171" fmla="*/ 7620 w 201930"/>
                                <a:gd name="connsiteY171" fmla="*/ 105727 h 178117"/>
                                <a:gd name="connsiteX172" fmla="*/ 3810 w 201930"/>
                                <a:gd name="connsiteY172" fmla="*/ 114300 h 178117"/>
                                <a:gd name="connsiteX173" fmla="*/ 953 w 201930"/>
                                <a:gd name="connsiteY173" fmla="*/ 122873 h 178117"/>
                                <a:gd name="connsiteX174" fmla="*/ 0 w 201930"/>
                                <a:gd name="connsiteY174" fmla="*/ 128588 h 178117"/>
                                <a:gd name="connsiteX175" fmla="*/ 0 w 201930"/>
                                <a:gd name="connsiteY175" fmla="*/ 126682 h 178117"/>
                                <a:gd name="connsiteX176" fmla="*/ 953 w 201930"/>
                                <a:gd name="connsiteY176" fmla="*/ 122873 h 178117"/>
                                <a:gd name="connsiteX177" fmla="*/ 3810 w 201930"/>
                                <a:gd name="connsiteY177" fmla="*/ 114300 h 178117"/>
                                <a:gd name="connsiteX178" fmla="*/ 7620 w 201930"/>
                                <a:gd name="connsiteY178" fmla="*/ 105727 h 178117"/>
                                <a:gd name="connsiteX179" fmla="*/ 12382 w 201930"/>
                                <a:gd name="connsiteY179" fmla="*/ 97155 h 178117"/>
                                <a:gd name="connsiteX180" fmla="*/ 17145 w 201930"/>
                                <a:gd name="connsiteY180" fmla="*/ 89535 h 178117"/>
                                <a:gd name="connsiteX181" fmla="*/ 22860 w 201930"/>
                                <a:gd name="connsiteY181" fmla="*/ 81915 h 178117"/>
                                <a:gd name="connsiteX182" fmla="*/ 36195 w 201930"/>
                                <a:gd name="connsiteY182" fmla="*/ 68580 h 178117"/>
                                <a:gd name="connsiteX183" fmla="*/ 51435 w 201930"/>
                                <a:gd name="connsiteY183" fmla="*/ 58102 h 178117"/>
                                <a:gd name="connsiteX184" fmla="*/ 66675 w 201930"/>
                                <a:gd name="connsiteY184" fmla="*/ 49530 h 178117"/>
                                <a:gd name="connsiteX185" fmla="*/ 81915 w 201930"/>
                                <a:gd name="connsiteY185" fmla="*/ 41910 h 178117"/>
                                <a:gd name="connsiteX186" fmla="*/ 96203 w 201930"/>
                                <a:gd name="connsiteY186" fmla="*/ 36195 h 178117"/>
                                <a:gd name="connsiteX187" fmla="*/ 108585 w 201930"/>
                                <a:gd name="connsiteY187" fmla="*/ 31433 h 178117"/>
                                <a:gd name="connsiteX188" fmla="*/ 114300 w 201930"/>
                                <a:gd name="connsiteY188" fmla="*/ 29527 h 178117"/>
                                <a:gd name="connsiteX189" fmla="*/ 119063 w 201930"/>
                                <a:gd name="connsiteY189" fmla="*/ 27623 h 178117"/>
                                <a:gd name="connsiteX190" fmla="*/ 127635 w 201930"/>
                                <a:gd name="connsiteY190" fmla="*/ 23813 h 178117"/>
                                <a:gd name="connsiteX191" fmla="*/ 131445 w 201930"/>
                                <a:gd name="connsiteY191" fmla="*/ 21908 h 178117"/>
                                <a:gd name="connsiteX192" fmla="*/ 131445 w 201930"/>
                                <a:gd name="connsiteY192" fmla="*/ 21908 h 178117"/>
                                <a:gd name="connsiteX193" fmla="*/ 133350 w 201930"/>
                                <a:gd name="connsiteY193" fmla="*/ 16193 h 178117"/>
                                <a:gd name="connsiteX194" fmla="*/ 136207 w 201930"/>
                                <a:gd name="connsiteY194" fmla="*/ 7620 h 178117"/>
                                <a:gd name="connsiteX195" fmla="*/ 138113 w 201930"/>
                                <a:gd name="connsiteY195" fmla="*/ 0 h 178117"/>
                                <a:gd name="connsiteX196" fmla="*/ 144780 w 201930"/>
                                <a:gd name="connsiteY196" fmla="*/ 3810 h 178117"/>
                                <a:gd name="connsiteX197" fmla="*/ 143828 w 201930"/>
                                <a:gd name="connsiteY197" fmla="*/ 7620 h 178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201930" h="178117">
                                  <a:moveTo>
                                    <a:pt x="143828" y="7620"/>
                                  </a:moveTo>
                                  <a:cubicBezTo>
                                    <a:pt x="143828" y="8573"/>
                                    <a:pt x="143828" y="9525"/>
                                    <a:pt x="143828" y="9525"/>
                                  </a:cubicBezTo>
                                  <a:cubicBezTo>
                                    <a:pt x="143828" y="9525"/>
                                    <a:pt x="144780" y="11430"/>
                                    <a:pt x="147638" y="15240"/>
                                  </a:cubicBezTo>
                                  <a:cubicBezTo>
                                    <a:pt x="150495" y="19050"/>
                                    <a:pt x="153353" y="23813"/>
                                    <a:pt x="158115" y="29527"/>
                                  </a:cubicBezTo>
                                  <a:cubicBezTo>
                                    <a:pt x="161925" y="35243"/>
                                    <a:pt x="167640" y="41910"/>
                                    <a:pt x="173355" y="48577"/>
                                  </a:cubicBezTo>
                                  <a:cubicBezTo>
                                    <a:pt x="175260" y="50483"/>
                                    <a:pt x="176213" y="52388"/>
                                    <a:pt x="177165" y="53340"/>
                                  </a:cubicBezTo>
                                  <a:cubicBezTo>
                                    <a:pt x="178118" y="54293"/>
                                    <a:pt x="178118" y="55245"/>
                                    <a:pt x="179070" y="56198"/>
                                  </a:cubicBezTo>
                                  <a:lnTo>
                                    <a:pt x="180022" y="57150"/>
                                  </a:lnTo>
                                  <a:lnTo>
                                    <a:pt x="180022" y="58102"/>
                                  </a:lnTo>
                                  <a:lnTo>
                                    <a:pt x="180975" y="59055"/>
                                  </a:lnTo>
                                  <a:cubicBezTo>
                                    <a:pt x="182880" y="62865"/>
                                    <a:pt x="185738" y="66675"/>
                                    <a:pt x="187643" y="70485"/>
                                  </a:cubicBezTo>
                                  <a:cubicBezTo>
                                    <a:pt x="188595" y="72390"/>
                                    <a:pt x="189547" y="74295"/>
                                    <a:pt x="190500" y="76200"/>
                                  </a:cubicBezTo>
                                  <a:cubicBezTo>
                                    <a:pt x="191453" y="78105"/>
                                    <a:pt x="192405" y="80010"/>
                                    <a:pt x="192405" y="81915"/>
                                  </a:cubicBezTo>
                                  <a:cubicBezTo>
                                    <a:pt x="192405" y="82868"/>
                                    <a:pt x="193357" y="83820"/>
                                    <a:pt x="193357" y="84773"/>
                                  </a:cubicBezTo>
                                  <a:cubicBezTo>
                                    <a:pt x="193357" y="85725"/>
                                    <a:pt x="194310" y="86677"/>
                                    <a:pt x="194310" y="87630"/>
                                  </a:cubicBezTo>
                                  <a:cubicBezTo>
                                    <a:pt x="195263" y="89535"/>
                                    <a:pt x="195263" y="90488"/>
                                    <a:pt x="196215" y="92393"/>
                                  </a:cubicBezTo>
                                  <a:cubicBezTo>
                                    <a:pt x="197168" y="95250"/>
                                    <a:pt x="198120" y="98107"/>
                                    <a:pt x="199072" y="100013"/>
                                  </a:cubicBezTo>
                                  <a:cubicBezTo>
                                    <a:pt x="199072" y="101918"/>
                                    <a:pt x="200025" y="104775"/>
                                    <a:pt x="200978" y="105727"/>
                                  </a:cubicBezTo>
                                  <a:cubicBezTo>
                                    <a:pt x="200978" y="107632"/>
                                    <a:pt x="201930" y="108585"/>
                                    <a:pt x="201930" y="109538"/>
                                  </a:cubicBezTo>
                                  <a:cubicBezTo>
                                    <a:pt x="201930" y="110490"/>
                                    <a:pt x="201930" y="111443"/>
                                    <a:pt x="201930" y="111443"/>
                                  </a:cubicBezTo>
                                  <a:cubicBezTo>
                                    <a:pt x="201930" y="111443"/>
                                    <a:pt x="201930" y="111443"/>
                                    <a:pt x="201930" y="112395"/>
                                  </a:cubicBezTo>
                                  <a:lnTo>
                                    <a:pt x="201930" y="112395"/>
                                  </a:lnTo>
                                  <a:cubicBezTo>
                                    <a:pt x="201930" y="112395"/>
                                    <a:pt x="201930" y="112395"/>
                                    <a:pt x="201930" y="111443"/>
                                  </a:cubicBezTo>
                                  <a:cubicBezTo>
                                    <a:pt x="201930" y="111443"/>
                                    <a:pt x="201930" y="110490"/>
                                    <a:pt x="201930" y="109538"/>
                                  </a:cubicBezTo>
                                  <a:cubicBezTo>
                                    <a:pt x="201930" y="108585"/>
                                    <a:pt x="200978" y="107632"/>
                                    <a:pt x="200978" y="105727"/>
                                  </a:cubicBezTo>
                                  <a:cubicBezTo>
                                    <a:pt x="200025" y="103823"/>
                                    <a:pt x="200025" y="101918"/>
                                    <a:pt x="199072" y="100013"/>
                                  </a:cubicBezTo>
                                  <a:cubicBezTo>
                                    <a:pt x="198120" y="98107"/>
                                    <a:pt x="197168" y="95250"/>
                                    <a:pt x="196215" y="92393"/>
                                  </a:cubicBezTo>
                                  <a:cubicBezTo>
                                    <a:pt x="195263" y="90488"/>
                                    <a:pt x="195263" y="89535"/>
                                    <a:pt x="194310" y="87630"/>
                                  </a:cubicBezTo>
                                  <a:cubicBezTo>
                                    <a:pt x="194310" y="86677"/>
                                    <a:pt x="193357" y="85725"/>
                                    <a:pt x="193357" y="84773"/>
                                  </a:cubicBezTo>
                                  <a:cubicBezTo>
                                    <a:pt x="193357" y="83820"/>
                                    <a:pt x="192405" y="82868"/>
                                    <a:pt x="192405" y="81915"/>
                                  </a:cubicBezTo>
                                  <a:cubicBezTo>
                                    <a:pt x="191453" y="80010"/>
                                    <a:pt x="190500" y="78105"/>
                                    <a:pt x="189547" y="77152"/>
                                  </a:cubicBezTo>
                                  <a:cubicBezTo>
                                    <a:pt x="188595" y="75248"/>
                                    <a:pt x="187643" y="73343"/>
                                    <a:pt x="186690" y="71438"/>
                                  </a:cubicBezTo>
                                  <a:cubicBezTo>
                                    <a:pt x="184785" y="67627"/>
                                    <a:pt x="181928" y="63818"/>
                                    <a:pt x="180022" y="60960"/>
                                  </a:cubicBezTo>
                                  <a:lnTo>
                                    <a:pt x="179070" y="60008"/>
                                  </a:lnTo>
                                  <a:lnTo>
                                    <a:pt x="179070" y="59055"/>
                                  </a:lnTo>
                                  <a:lnTo>
                                    <a:pt x="178118" y="58102"/>
                                  </a:lnTo>
                                  <a:cubicBezTo>
                                    <a:pt x="177165" y="57150"/>
                                    <a:pt x="176213" y="56198"/>
                                    <a:pt x="176213" y="55245"/>
                                  </a:cubicBezTo>
                                  <a:cubicBezTo>
                                    <a:pt x="175260" y="53340"/>
                                    <a:pt x="173355" y="51435"/>
                                    <a:pt x="172403" y="50483"/>
                                  </a:cubicBezTo>
                                  <a:cubicBezTo>
                                    <a:pt x="166688" y="43815"/>
                                    <a:pt x="160972" y="37148"/>
                                    <a:pt x="157163" y="31433"/>
                                  </a:cubicBezTo>
                                  <a:cubicBezTo>
                                    <a:pt x="150495" y="22860"/>
                                    <a:pt x="146685" y="17145"/>
                                    <a:pt x="143828" y="13335"/>
                                  </a:cubicBezTo>
                                  <a:cubicBezTo>
                                    <a:pt x="143828" y="14288"/>
                                    <a:pt x="142875" y="15240"/>
                                    <a:pt x="142875" y="16193"/>
                                  </a:cubicBezTo>
                                  <a:cubicBezTo>
                                    <a:pt x="142875" y="18098"/>
                                    <a:pt x="141922" y="20002"/>
                                    <a:pt x="140970" y="21908"/>
                                  </a:cubicBezTo>
                                  <a:cubicBezTo>
                                    <a:pt x="140018" y="23813"/>
                                    <a:pt x="139065" y="25718"/>
                                    <a:pt x="139065" y="27623"/>
                                  </a:cubicBezTo>
                                  <a:cubicBezTo>
                                    <a:pt x="137160" y="31433"/>
                                    <a:pt x="136207" y="36195"/>
                                    <a:pt x="134303" y="40958"/>
                                  </a:cubicBezTo>
                                  <a:cubicBezTo>
                                    <a:pt x="134303" y="41910"/>
                                    <a:pt x="133350" y="42863"/>
                                    <a:pt x="133350" y="43815"/>
                                  </a:cubicBezTo>
                                  <a:cubicBezTo>
                                    <a:pt x="133350" y="43815"/>
                                    <a:pt x="133350" y="43815"/>
                                    <a:pt x="133350" y="43815"/>
                                  </a:cubicBezTo>
                                  <a:cubicBezTo>
                                    <a:pt x="133350" y="45720"/>
                                    <a:pt x="133350" y="48577"/>
                                    <a:pt x="134303" y="51435"/>
                                  </a:cubicBezTo>
                                  <a:cubicBezTo>
                                    <a:pt x="134303" y="54293"/>
                                    <a:pt x="135255" y="57150"/>
                                    <a:pt x="137160" y="60960"/>
                                  </a:cubicBezTo>
                                  <a:cubicBezTo>
                                    <a:pt x="139065" y="67627"/>
                                    <a:pt x="143828" y="75248"/>
                                    <a:pt x="147638" y="82868"/>
                                  </a:cubicBezTo>
                                  <a:cubicBezTo>
                                    <a:pt x="149543" y="86677"/>
                                    <a:pt x="151447" y="90488"/>
                                    <a:pt x="153353" y="94298"/>
                                  </a:cubicBezTo>
                                  <a:cubicBezTo>
                                    <a:pt x="154305" y="96202"/>
                                    <a:pt x="155257" y="98107"/>
                                    <a:pt x="156210" y="100013"/>
                                  </a:cubicBezTo>
                                  <a:cubicBezTo>
                                    <a:pt x="157163" y="101918"/>
                                    <a:pt x="158115" y="103823"/>
                                    <a:pt x="158115" y="105727"/>
                                  </a:cubicBezTo>
                                  <a:cubicBezTo>
                                    <a:pt x="160020" y="109538"/>
                                    <a:pt x="160972" y="112395"/>
                                    <a:pt x="161925" y="115252"/>
                                  </a:cubicBezTo>
                                  <a:cubicBezTo>
                                    <a:pt x="161925" y="117157"/>
                                    <a:pt x="162878" y="118110"/>
                                    <a:pt x="162878" y="119063"/>
                                  </a:cubicBezTo>
                                  <a:cubicBezTo>
                                    <a:pt x="162878" y="120015"/>
                                    <a:pt x="163830" y="121920"/>
                                    <a:pt x="163830" y="122873"/>
                                  </a:cubicBezTo>
                                  <a:cubicBezTo>
                                    <a:pt x="164782" y="127635"/>
                                    <a:pt x="164782" y="129540"/>
                                    <a:pt x="163830" y="132398"/>
                                  </a:cubicBezTo>
                                  <a:cubicBezTo>
                                    <a:pt x="163830" y="132398"/>
                                    <a:pt x="163830" y="133350"/>
                                    <a:pt x="163830" y="133350"/>
                                  </a:cubicBezTo>
                                  <a:cubicBezTo>
                                    <a:pt x="163830" y="133350"/>
                                    <a:pt x="163830" y="134302"/>
                                    <a:pt x="163830" y="134302"/>
                                  </a:cubicBezTo>
                                  <a:cubicBezTo>
                                    <a:pt x="163830" y="134302"/>
                                    <a:pt x="163830" y="135255"/>
                                    <a:pt x="163830" y="135255"/>
                                  </a:cubicBezTo>
                                  <a:cubicBezTo>
                                    <a:pt x="163830" y="135255"/>
                                    <a:pt x="163830" y="136207"/>
                                    <a:pt x="163830" y="136207"/>
                                  </a:cubicBezTo>
                                  <a:cubicBezTo>
                                    <a:pt x="163830" y="136207"/>
                                    <a:pt x="163830" y="137160"/>
                                    <a:pt x="163830" y="137160"/>
                                  </a:cubicBezTo>
                                  <a:cubicBezTo>
                                    <a:pt x="162878" y="138113"/>
                                    <a:pt x="162878" y="138113"/>
                                    <a:pt x="161925" y="139065"/>
                                  </a:cubicBezTo>
                                  <a:cubicBezTo>
                                    <a:pt x="161925" y="138113"/>
                                    <a:pt x="162878" y="138113"/>
                                    <a:pt x="162878" y="137160"/>
                                  </a:cubicBezTo>
                                  <a:cubicBezTo>
                                    <a:pt x="162878" y="137160"/>
                                    <a:pt x="162878" y="136207"/>
                                    <a:pt x="162878" y="136207"/>
                                  </a:cubicBezTo>
                                  <a:cubicBezTo>
                                    <a:pt x="162878" y="136207"/>
                                    <a:pt x="162878" y="135255"/>
                                    <a:pt x="162878" y="135255"/>
                                  </a:cubicBezTo>
                                  <a:cubicBezTo>
                                    <a:pt x="162878" y="135255"/>
                                    <a:pt x="162878" y="134302"/>
                                    <a:pt x="162878" y="134302"/>
                                  </a:cubicBezTo>
                                  <a:cubicBezTo>
                                    <a:pt x="162878" y="134302"/>
                                    <a:pt x="162878" y="133350"/>
                                    <a:pt x="162878" y="133350"/>
                                  </a:cubicBezTo>
                                  <a:cubicBezTo>
                                    <a:pt x="162878" y="133350"/>
                                    <a:pt x="162878" y="132398"/>
                                    <a:pt x="162878" y="132398"/>
                                  </a:cubicBezTo>
                                  <a:cubicBezTo>
                                    <a:pt x="163830" y="130493"/>
                                    <a:pt x="163830" y="127635"/>
                                    <a:pt x="161925" y="122873"/>
                                  </a:cubicBezTo>
                                  <a:cubicBezTo>
                                    <a:pt x="161925" y="121920"/>
                                    <a:pt x="160972" y="120968"/>
                                    <a:pt x="160972" y="119063"/>
                                  </a:cubicBezTo>
                                  <a:cubicBezTo>
                                    <a:pt x="160972" y="118110"/>
                                    <a:pt x="160020" y="116205"/>
                                    <a:pt x="159068" y="115252"/>
                                  </a:cubicBezTo>
                                  <a:cubicBezTo>
                                    <a:pt x="158115" y="112395"/>
                                    <a:pt x="156210" y="108585"/>
                                    <a:pt x="155257" y="105727"/>
                                  </a:cubicBezTo>
                                  <a:cubicBezTo>
                                    <a:pt x="154305" y="103823"/>
                                    <a:pt x="153353" y="101918"/>
                                    <a:pt x="152400" y="100013"/>
                                  </a:cubicBezTo>
                                  <a:cubicBezTo>
                                    <a:pt x="151447" y="98107"/>
                                    <a:pt x="150495" y="96202"/>
                                    <a:pt x="149543" y="94298"/>
                                  </a:cubicBezTo>
                                  <a:cubicBezTo>
                                    <a:pt x="147638" y="90488"/>
                                    <a:pt x="145732" y="86677"/>
                                    <a:pt x="142875" y="82868"/>
                                  </a:cubicBezTo>
                                  <a:cubicBezTo>
                                    <a:pt x="138113" y="75248"/>
                                    <a:pt x="134303" y="67627"/>
                                    <a:pt x="131445" y="60960"/>
                                  </a:cubicBezTo>
                                  <a:cubicBezTo>
                                    <a:pt x="130493" y="57150"/>
                                    <a:pt x="129540" y="54293"/>
                                    <a:pt x="128588" y="51435"/>
                                  </a:cubicBezTo>
                                  <a:cubicBezTo>
                                    <a:pt x="128588" y="51435"/>
                                    <a:pt x="128588" y="50483"/>
                                    <a:pt x="128588" y="50483"/>
                                  </a:cubicBezTo>
                                  <a:cubicBezTo>
                                    <a:pt x="127635" y="52388"/>
                                    <a:pt x="127635" y="53340"/>
                                    <a:pt x="126682" y="55245"/>
                                  </a:cubicBezTo>
                                  <a:cubicBezTo>
                                    <a:pt x="124778" y="60008"/>
                                    <a:pt x="122872" y="65723"/>
                                    <a:pt x="120015" y="71438"/>
                                  </a:cubicBezTo>
                                  <a:cubicBezTo>
                                    <a:pt x="118110" y="76200"/>
                                    <a:pt x="116205" y="80963"/>
                                    <a:pt x="114300" y="85725"/>
                                  </a:cubicBezTo>
                                  <a:cubicBezTo>
                                    <a:pt x="114300" y="85725"/>
                                    <a:pt x="114300" y="85725"/>
                                    <a:pt x="114300" y="86677"/>
                                  </a:cubicBezTo>
                                  <a:cubicBezTo>
                                    <a:pt x="114300" y="87630"/>
                                    <a:pt x="114300" y="88582"/>
                                    <a:pt x="114300" y="89535"/>
                                  </a:cubicBezTo>
                                  <a:cubicBezTo>
                                    <a:pt x="114300" y="92393"/>
                                    <a:pt x="114300" y="96202"/>
                                    <a:pt x="116205" y="100965"/>
                                  </a:cubicBezTo>
                                  <a:cubicBezTo>
                                    <a:pt x="117157" y="102870"/>
                                    <a:pt x="118110" y="105727"/>
                                    <a:pt x="119063" y="108585"/>
                                  </a:cubicBezTo>
                                  <a:cubicBezTo>
                                    <a:pt x="120015" y="111443"/>
                                    <a:pt x="120968" y="114300"/>
                                    <a:pt x="121920" y="117157"/>
                                  </a:cubicBezTo>
                                  <a:cubicBezTo>
                                    <a:pt x="121920" y="119063"/>
                                    <a:pt x="122872" y="120015"/>
                                    <a:pt x="122872" y="121920"/>
                                  </a:cubicBezTo>
                                  <a:cubicBezTo>
                                    <a:pt x="122872" y="122873"/>
                                    <a:pt x="123825" y="124777"/>
                                    <a:pt x="123825" y="126682"/>
                                  </a:cubicBezTo>
                                  <a:cubicBezTo>
                                    <a:pt x="123825" y="128588"/>
                                    <a:pt x="124778" y="129540"/>
                                    <a:pt x="124778" y="131445"/>
                                  </a:cubicBezTo>
                                  <a:cubicBezTo>
                                    <a:pt x="124778" y="133350"/>
                                    <a:pt x="124778" y="134302"/>
                                    <a:pt x="125730" y="136207"/>
                                  </a:cubicBezTo>
                                  <a:cubicBezTo>
                                    <a:pt x="126682" y="139065"/>
                                    <a:pt x="126682" y="141923"/>
                                    <a:pt x="126682" y="144780"/>
                                  </a:cubicBezTo>
                                  <a:cubicBezTo>
                                    <a:pt x="126682" y="147638"/>
                                    <a:pt x="127635" y="150495"/>
                                    <a:pt x="127635" y="153352"/>
                                  </a:cubicBezTo>
                                  <a:cubicBezTo>
                                    <a:pt x="127635" y="155257"/>
                                    <a:pt x="127635" y="156210"/>
                                    <a:pt x="128588" y="157163"/>
                                  </a:cubicBezTo>
                                  <a:cubicBezTo>
                                    <a:pt x="128588" y="158115"/>
                                    <a:pt x="129540" y="160020"/>
                                    <a:pt x="129540" y="160973"/>
                                  </a:cubicBezTo>
                                  <a:cubicBezTo>
                                    <a:pt x="129540" y="161925"/>
                                    <a:pt x="129540" y="162877"/>
                                    <a:pt x="129540" y="162877"/>
                                  </a:cubicBezTo>
                                  <a:cubicBezTo>
                                    <a:pt x="129540" y="163830"/>
                                    <a:pt x="129540" y="164782"/>
                                    <a:pt x="129540" y="164782"/>
                                  </a:cubicBezTo>
                                  <a:cubicBezTo>
                                    <a:pt x="129540" y="164782"/>
                                    <a:pt x="128588" y="164782"/>
                                    <a:pt x="128588" y="164782"/>
                                  </a:cubicBezTo>
                                  <a:cubicBezTo>
                                    <a:pt x="128588" y="163830"/>
                                    <a:pt x="127635" y="161925"/>
                                    <a:pt x="127635" y="160020"/>
                                  </a:cubicBezTo>
                                  <a:cubicBezTo>
                                    <a:pt x="127635" y="159068"/>
                                    <a:pt x="126682" y="157163"/>
                                    <a:pt x="126682" y="156210"/>
                                  </a:cubicBezTo>
                                  <a:cubicBezTo>
                                    <a:pt x="126682" y="155257"/>
                                    <a:pt x="125730" y="153352"/>
                                    <a:pt x="125730" y="152400"/>
                                  </a:cubicBezTo>
                                  <a:cubicBezTo>
                                    <a:pt x="124778" y="149543"/>
                                    <a:pt x="124778" y="146685"/>
                                    <a:pt x="123825" y="143827"/>
                                  </a:cubicBezTo>
                                  <a:cubicBezTo>
                                    <a:pt x="122872" y="140970"/>
                                    <a:pt x="122872" y="138113"/>
                                    <a:pt x="121920" y="135255"/>
                                  </a:cubicBezTo>
                                  <a:lnTo>
                                    <a:pt x="120968" y="133350"/>
                                  </a:lnTo>
                                  <a:lnTo>
                                    <a:pt x="120968" y="131445"/>
                                  </a:lnTo>
                                  <a:cubicBezTo>
                                    <a:pt x="120968" y="129540"/>
                                    <a:pt x="120015" y="128588"/>
                                    <a:pt x="120015" y="126682"/>
                                  </a:cubicBezTo>
                                  <a:cubicBezTo>
                                    <a:pt x="120015" y="124777"/>
                                    <a:pt x="119063" y="123825"/>
                                    <a:pt x="119063" y="121920"/>
                                  </a:cubicBezTo>
                                  <a:cubicBezTo>
                                    <a:pt x="119063" y="120015"/>
                                    <a:pt x="118110" y="119063"/>
                                    <a:pt x="118110" y="118110"/>
                                  </a:cubicBezTo>
                                  <a:cubicBezTo>
                                    <a:pt x="117157" y="115252"/>
                                    <a:pt x="116205" y="112395"/>
                                    <a:pt x="115253" y="109538"/>
                                  </a:cubicBezTo>
                                  <a:cubicBezTo>
                                    <a:pt x="114300" y="106680"/>
                                    <a:pt x="113347" y="104775"/>
                                    <a:pt x="112395" y="101918"/>
                                  </a:cubicBezTo>
                                  <a:cubicBezTo>
                                    <a:pt x="111443" y="99060"/>
                                    <a:pt x="110490" y="97155"/>
                                    <a:pt x="110490" y="95250"/>
                                  </a:cubicBezTo>
                                  <a:cubicBezTo>
                                    <a:pt x="109538" y="98107"/>
                                    <a:pt x="107632" y="101918"/>
                                    <a:pt x="106680" y="104775"/>
                                  </a:cubicBezTo>
                                  <a:cubicBezTo>
                                    <a:pt x="104775" y="110490"/>
                                    <a:pt x="102870" y="116205"/>
                                    <a:pt x="100965" y="121920"/>
                                  </a:cubicBezTo>
                                  <a:cubicBezTo>
                                    <a:pt x="100013" y="124777"/>
                                    <a:pt x="99060" y="127635"/>
                                    <a:pt x="98107" y="130493"/>
                                  </a:cubicBezTo>
                                  <a:cubicBezTo>
                                    <a:pt x="97155" y="133350"/>
                                    <a:pt x="97155" y="136207"/>
                                    <a:pt x="96203" y="139065"/>
                                  </a:cubicBezTo>
                                  <a:cubicBezTo>
                                    <a:pt x="95250" y="144780"/>
                                    <a:pt x="94297" y="150495"/>
                                    <a:pt x="93345" y="156210"/>
                                  </a:cubicBezTo>
                                  <a:cubicBezTo>
                                    <a:pt x="93345" y="159068"/>
                                    <a:pt x="93345" y="161925"/>
                                    <a:pt x="93345" y="163830"/>
                                  </a:cubicBezTo>
                                  <a:cubicBezTo>
                                    <a:pt x="93345" y="165735"/>
                                    <a:pt x="93345" y="168593"/>
                                    <a:pt x="93345" y="170498"/>
                                  </a:cubicBezTo>
                                  <a:cubicBezTo>
                                    <a:pt x="93345" y="170498"/>
                                    <a:pt x="92393" y="171450"/>
                                    <a:pt x="92393" y="171450"/>
                                  </a:cubicBezTo>
                                  <a:lnTo>
                                    <a:pt x="92393" y="171450"/>
                                  </a:lnTo>
                                  <a:cubicBezTo>
                                    <a:pt x="92393" y="168593"/>
                                    <a:pt x="92393" y="166688"/>
                                    <a:pt x="92393" y="163830"/>
                                  </a:cubicBezTo>
                                  <a:cubicBezTo>
                                    <a:pt x="92393" y="160973"/>
                                    <a:pt x="92393" y="158115"/>
                                    <a:pt x="92393" y="156210"/>
                                  </a:cubicBezTo>
                                  <a:cubicBezTo>
                                    <a:pt x="92393" y="150495"/>
                                    <a:pt x="93345" y="144780"/>
                                    <a:pt x="94297" y="139065"/>
                                  </a:cubicBezTo>
                                  <a:cubicBezTo>
                                    <a:pt x="94297" y="138113"/>
                                    <a:pt x="95250" y="136207"/>
                                    <a:pt x="95250" y="135255"/>
                                  </a:cubicBezTo>
                                  <a:cubicBezTo>
                                    <a:pt x="95250" y="134302"/>
                                    <a:pt x="96203" y="132398"/>
                                    <a:pt x="96203" y="130493"/>
                                  </a:cubicBezTo>
                                  <a:cubicBezTo>
                                    <a:pt x="96203" y="128588"/>
                                    <a:pt x="97155" y="127635"/>
                                    <a:pt x="97155" y="125730"/>
                                  </a:cubicBezTo>
                                  <a:cubicBezTo>
                                    <a:pt x="97155" y="123825"/>
                                    <a:pt x="98107" y="122873"/>
                                    <a:pt x="98107" y="120968"/>
                                  </a:cubicBezTo>
                                  <a:cubicBezTo>
                                    <a:pt x="100013" y="115252"/>
                                    <a:pt x="101918" y="109538"/>
                                    <a:pt x="103822" y="103823"/>
                                  </a:cubicBezTo>
                                  <a:cubicBezTo>
                                    <a:pt x="105728" y="98107"/>
                                    <a:pt x="107632" y="92393"/>
                                    <a:pt x="109538" y="86677"/>
                                  </a:cubicBezTo>
                                  <a:cubicBezTo>
                                    <a:pt x="110490" y="82868"/>
                                    <a:pt x="112395" y="78105"/>
                                    <a:pt x="113347" y="74295"/>
                                  </a:cubicBezTo>
                                  <a:cubicBezTo>
                                    <a:pt x="112395" y="75248"/>
                                    <a:pt x="112395" y="75248"/>
                                    <a:pt x="111443" y="76200"/>
                                  </a:cubicBezTo>
                                  <a:cubicBezTo>
                                    <a:pt x="109538" y="78105"/>
                                    <a:pt x="106680" y="80010"/>
                                    <a:pt x="103822" y="81915"/>
                                  </a:cubicBezTo>
                                  <a:cubicBezTo>
                                    <a:pt x="98107" y="86677"/>
                                    <a:pt x="90488" y="90488"/>
                                    <a:pt x="82868" y="95250"/>
                                  </a:cubicBezTo>
                                  <a:cubicBezTo>
                                    <a:pt x="79057" y="98107"/>
                                    <a:pt x="75247" y="100013"/>
                                    <a:pt x="70485" y="102870"/>
                                  </a:cubicBezTo>
                                  <a:cubicBezTo>
                                    <a:pt x="66675" y="105727"/>
                                    <a:pt x="62865" y="108585"/>
                                    <a:pt x="59055" y="112395"/>
                                  </a:cubicBezTo>
                                  <a:cubicBezTo>
                                    <a:pt x="55245" y="116205"/>
                                    <a:pt x="52388" y="120015"/>
                                    <a:pt x="48578" y="124777"/>
                                  </a:cubicBezTo>
                                  <a:cubicBezTo>
                                    <a:pt x="45720" y="129540"/>
                                    <a:pt x="42863" y="134302"/>
                                    <a:pt x="40005" y="140018"/>
                                  </a:cubicBezTo>
                                  <a:cubicBezTo>
                                    <a:pt x="39053" y="142875"/>
                                    <a:pt x="38100" y="145732"/>
                                    <a:pt x="37147" y="148590"/>
                                  </a:cubicBezTo>
                                  <a:cubicBezTo>
                                    <a:pt x="36195" y="151448"/>
                                    <a:pt x="35243" y="154305"/>
                                    <a:pt x="35243" y="157163"/>
                                  </a:cubicBezTo>
                                  <a:cubicBezTo>
                                    <a:pt x="35243" y="159068"/>
                                    <a:pt x="34290" y="160020"/>
                                    <a:pt x="34290" y="161925"/>
                                  </a:cubicBezTo>
                                  <a:cubicBezTo>
                                    <a:pt x="34290" y="163830"/>
                                    <a:pt x="34290" y="164782"/>
                                    <a:pt x="33338" y="166688"/>
                                  </a:cubicBezTo>
                                  <a:cubicBezTo>
                                    <a:pt x="33338" y="169545"/>
                                    <a:pt x="33338" y="172402"/>
                                    <a:pt x="33338" y="176213"/>
                                  </a:cubicBezTo>
                                  <a:cubicBezTo>
                                    <a:pt x="33338" y="177165"/>
                                    <a:pt x="33338" y="177165"/>
                                    <a:pt x="33338" y="178118"/>
                                  </a:cubicBezTo>
                                  <a:cubicBezTo>
                                    <a:pt x="33338" y="178118"/>
                                    <a:pt x="33338" y="178118"/>
                                    <a:pt x="32385" y="178118"/>
                                  </a:cubicBezTo>
                                  <a:lnTo>
                                    <a:pt x="32385" y="176213"/>
                                  </a:lnTo>
                                  <a:cubicBezTo>
                                    <a:pt x="32385" y="170498"/>
                                    <a:pt x="33338" y="163830"/>
                                    <a:pt x="34290" y="158115"/>
                                  </a:cubicBezTo>
                                  <a:cubicBezTo>
                                    <a:pt x="35243" y="152400"/>
                                    <a:pt x="37147" y="145732"/>
                                    <a:pt x="39053" y="140970"/>
                                  </a:cubicBezTo>
                                  <a:cubicBezTo>
                                    <a:pt x="40957" y="135255"/>
                                    <a:pt x="43815" y="130493"/>
                                    <a:pt x="46672" y="125730"/>
                                  </a:cubicBezTo>
                                  <a:cubicBezTo>
                                    <a:pt x="49530" y="120968"/>
                                    <a:pt x="53340" y="116205"/>
                                    <a:pt x="57150" y="113348"/>
                                  </a:cubicBezTo>
                                  <a:cubicBezTo>
                                    <a:pt x="60960" y="109538"/>
                                    <a:pt x="64770" y="105727"/>
                                    <a:pt x="68580" y="102870"/>
                                  </a:cubicBezTo>
                                  <a:cubicBezTo>
                                    <a:pt x="72390" y="100013"/>
                                    <a:pt x="77153" y="97155"/>
                                    <a:pt x="80963" y="94298"/>
                                  </a:cubicBezTo>
                                  <a:cubicBezTo>
                                    <a:pt x="88582" y="89535"/>
                                    <a:pt x="96203" y="84773"/>
                                    <a:pt x="101918" y="80963"/>
                                  </a:cubicBezTo>
                                  <a:cubicBezTo>
                                    <a:pt x="104775" y="79057"/>
                                    <a:pt x="107632" y="77152"/>
                                    <a:pt x="109538" y="75248"/>
                                  </a:cubicBezTo>
                                  <a:cubicBezTo>
                                    <a:pt x="111443" y="73343"/>
                                    <a:pt x="113347" y="71438"/>
                                    <a:pt x="114300" y="70485"/>
                                  </a:cubicBezTo>
                                  <a:cubicBezTo>
                                    <a:pt x="115253" y="69533"/>
                                    <a:pt x="116205" y="68580"/>
                                    <a:pt x="117157" y="67627"/>
                                  </a:cubicBezTo>
                                  <a:cubicBezTo>
                                    <a:pt x="118110" y="63818"/>
                                    <a:pt x="120015" y="60008"/>
                                    <a:pt x="120968" y="56198"/>
                                  </a:cubicBezTo>
                                  <a:cubicBezTo>
                                    <a:pt x="121920" y="53340"/>
                                    <a:pt x="122872" y="51435"/>
                                    <a:pt x="123825" y="48577"/>
                                  </a:cubicBezTo>
                                  <a:cubicBezTo>
                                    <a:pt x="124778" y="45720"/>
                                    <a:pt x="125730" y="43815"/>
                                    <a:pt x="126682" y="40958"/>
                                  </a:cubicBezTo>
                                  <a:cubicBezTo>
                                    <a:pt x="128588" y="36195"/>
                                    <a:pt x="129540" y="31433"/>
                                    <a:pt x="130493" y="27623"/>
                                  </a:cubicBezTo>
                                  <a:cubicBezTo>
                                    <a:pt x="130493" y="27623"/>
                                    <a:pt x="130493" y="26670"/>
                                    <a:pt x="130493" y="26670"/>
                                  </a:cubicBezTo>
                                  <a:cubicBezTo>
                                    <a:pt x="130493" y="26670"/>
                                    <a:pt x="129540" y="26670"/>
                                    <a:pt x="129540" y="27623"/>
                                  </a:cubicBezTo>
                                  <a:cubicBezTo>
                                    <a:pt x="127635" y="28575"/>
                                    <a:pt x="124778" y="29527"/>
                                    <a:pt x="120968" y="30480"/>
                                  </a:cubicBezTo>
                                  <a:cubicBezTo>
                                    <a:pt x="119063" y="31433"/>
                                    <a:pt x="118110" y="31433"/>
                                    <a:pt x="116205" y="32385"/>
                                  </a:cubicBezTo>
                                  <a:cubicBezTo>
                                    <a:pt x="114300" y="33338"/>
                                    <a:pt x="112395" y="33338"/>
                                    <a:pt x="110490" y="34290"/>
                                  </a:cubicBezTo>
                                  <a:cubicBezTo>
                                    <a:pt x="106680" y="35243"/>
                                    <a:pt x="101918" y="37148"/>
                                    <a:pt x="97155" y="39052"/>
                                  </a:cubicBezTo>
                                  <a:cubicBezTo>
                                    <a:pt x="92393" y="40958"/>
                                    <a:pt x="87630" y="42863"/>
                                    <a:pt x="82868" y="44768"/>
                                  </a:cubicBezTo>
                                  <a:cubicBezTo>
                                    <a:pt x="78105" y="46673"/>
                                    <a:pt x="72390" y="48577"/>
                                    <a:pt x="67628" y="51435"/>
                                  </a:cubicBezTo>
                                  <a:cubicBezTo>
                                    <a:pt x="62865" y="54293"/>
                                    <a:pt x="57150" y="57150"/>
                                    <a:pt x="52388" y="60008"/>
                                  </a:cubicBezTo>
                                  <a:cubicBezTo>
                                    <a:pt x="47625" y="62865"/>
                                    <a:pt x="41910" y="66675"/>
                                    <a:pt x="37147" y="70485"/>
                                  </a:cubicBezTo>
                                  <a:cubicBezTo>
                                    <a:pt x="32385" y="74295"/>
                                    <a:pt x="27622" y="79057"/>
                                    <a:pt x="23813" y="82868"/>
                                  </a:cubicBezTo>
                                  <a:cubicBezTo>
                                    <a:pt x="21907" y="84773"/>
                                    <a:pt x="20003" y="87630"/>
                                    <a:pt x="18097" y="90488"/>
                                  </a:cubicBezTo>
                                  <a:cubicBezTo>
                                    <a:pt x="16193" y="93345"/>
                                    <a:pt x="14288" y="95250"/>
                                    <a:pt x="12382" y="98107"/>
                                  </a:cubicBezTo>
                                  <a:cubicBezTo>
                                    <a:pt x="10478" y="100965"/>
                                    <a:pt x="9525" y="103823"/>
                                    <a:pt x="7620" y="105727"/>
                                  </a:cubicBezTo>
                                  <a:cubicBezTo>
                                    <a:pt x="6668" y="108585"/>
                                    <a:pt x="5715" y="111443"/>
                                    <a:pt x="3810" y="114300"/>
                                  </a:cubicBezTo>
                                  <a:cubicBezTo>
                                    <a:pt x="2857" y="117157"/>
                                    <a:pt x="1905" y="120015"/>
                                    <a:pt x="953" y="122873"/>
                                  </a:cubicBezTo>
                                  <a:cubicBezTo>
                                    <a:pt x="953" y="124777"/>
                                    <a:pt x="0" y="126682"/>
                                    <a:pt x="0" y="128588"/>
                                  </a:cubicBezTo>
                                  <a:cubicBezTo>
                                    <a:pt x="0" y="127635"/>
                                    <a:pt x="0" y="127635"/>
                                    <a:pt x="0" y="126682"/>
                                  </a:cubicBezTo>
                                  <a:cubicBezTo>
                                    <a:pt x="0" y="125730"/>
                                    <a:pt x="953" y="123825"/>
                                    <a:pt x="953" y="122873"/>
                                  </a:cubicBezTo>
                                  <a:cubicBezTo>
                                    <a:pt x="1905" y="120015"/>
                                    <a:pt x="2857" y="117157"/>
                                    <a:pt x="3810" y="114300"/>
                                  </a:cubicBezTo>
                                  <a:cubicBezTo>
                                    <a:pt x="4763" y="111443"/>
                                    <a:pt x="5715" y="108585"/>
                                    <a:pt x="7620" y="105727"/>
                                  </a:cubicBezTo>
                                  <a:cubicBezTo>
                                    <a:pt x="8572" y="102870"/>
                                    <a:pt x="10478" y="100013"/>
                                    <a:pt x="12382" y="97155"/>
                                  </a:cubicBezTo>
                                  <a:cubicBezTo>
                                    <a:pt x="14288" y="94298"/>
                                    <a:pt x="15240" y="91440"/>
                                    <a:pt x="17145" y="89535"/>
                                  </a:cubicBezTo>
                                  <a:cubicBezTo>
                                    <a:pt x="19050" y="86677"/>
                                    <a:pt x="20955" y="84773"/>
                                    <a:pt x="22860" y="81915"/>
                                  </a:cubicBezTo>
                                  <a:cubicBezTo>
                                    <a:pt x="26670" y="77152"/>
                                    <a:pt x="31432" y="72390"/>
                                    <a:pt x="36195" y="68580"/>
                                  </a:cubicBezTo>
                                  <a:cubicBezTo>
                                    <a:pt x="40957" y="64770"/>
                                    <a:pt x="45720" y="60960"/>
                                    <a:pt x="51435" y="58102"/>
                                  </a:cubicBezTo>
                                  <a:cubicBezTo>
                                    <a:pt x="56197" y="55245"/>
                                    <a:pt x="61913" y="52388"/>
                                    <a:pt x="66675" y="49530"/>
                                  </a:cubicBezTo>
                                  <a:cubicBezTo>
                                    <a:pt x="71438" y="46673"/>
                                    <a:pt x="77153" y="44768"/>
                                    <a:pt x="81915" y="41910"/>
                                  </a:cubicBezTo>
                                  <a:cubicBezTo>
                                    <a:pt x="86678" y="40005"/>
                                    <a:pt x="91440" y="38100"/>
                                    <a:pt x="96203" y="36195"/>
                                  </a:cubicBezTo>
                                  <a:cubicBezTo>
                                    <a:pt x="100965" y="34290"/>
                                    <a:pt x="104775" y="32385"/>
                                    <a:pt x="108585" y="31433"/>
                                  </a:cubicBezTo>
                                  <a:cubicBezTo>
                                    <a:pt x="110490" y="30480"/>
                                    <a:pt x="112395" y="29527"/>
                                    <a:pt x="114300" y="29527"/>
                                  </a:cubicBezTo>
                                  <a:cubicBezTo>
                                    <a:pt x="116205" y="28575"/>
                                    <a:pt x="118110" y="27623"/>
                                    <a:pt x="119063" y="27623"/>
                                  </a:cubicBezTo>
                                  <a:cubicBezTo>
                                    <a:pt x="121920" y="26670"/>
                                    <a:pt x="124778" y="24765"/>
                                    <a:pt x="127635" y="23813"/>
                                  </a:cubicBezTo>
                                  <a:cubicBezTo>
                                    <a:pt x="129540" y="22860"/>
                                    <a:pt x="130493" y="22860"/>
                                    <a:pt x="131445" y="21908"/>
                                  </a:cubicBezTo>
                                  <a:lnTo>
                                    <a:pt x="131445" y="21908"/>
                                  </a:lnTo>
                                  <a:cubicBezTo>
                                    <a:pt x="132397" y="20002"/>
                                    <a:pt x="132397" y="18098"/>
                                    <a:pt x="133350" y="16193"/>
                                  </a:cubicBezTo>
                                  <a:cubicBezTo>
                                    <a:pt x="134303" y="12383"/>
                                    <a:pt x="135255" y="9525"/>
                                    <a:pt x="136207" y="7620"/>
                                  </a:cubicBezTo>
                                  <a:cubicBezTo>
                                    <a:pt x="138113" y="2858"/>
                                    <a:pt x="138113" y="0"/>
                                    <a:pt x="138113" y="0"/>
                                  </a:cubicBezTo>
                                  <a:cubicBezTo>
                                    <a:pt x="139065" y="952"/>
                                    <a:pt x="144780" y="3810"/>
                                    <a:pt x="144780" y="3810"/>
                                  </a:cubicBezTo>
                                  <a:cubicBezTo>
                                    <a:pt x="145732" y="2858"/>
                                    <a:pt x="144780" y="4763"/>
                                    <a:pt x="143828" y="7620"/>
                                  </a:cubicBezTo>
                                  <a:close/>
                                </a:path>
                              </a:pathLst>
                            </a:custGeom>
                            <a:grpFill/>
                            <a:ln w="9525" cap="flat">
                              <a:noFill/>
                              <a:prstDash val="solid"/>
                              <a:miter/>
                            </a:ln>
                          </p:spPr>
                          <p:txBody>
                            <a:bodyPr rtlCol="0" anchor="ctr"/>
                            <a:lstStyle/>
                            <a:p>
                              <a:endParaRPr lang="en-US"/>
                            </a:p>
                          </p:txBody>
                        </p:sp>
                      </p:grpSp>
                      <p:grpSp>
                        <p:nvGrpSpPr>
                          <p:cNvPr id="155" name="Graphic 2">
                            <a:extLst>
                              <a:ext uri="{FF2B5EF4-FFF2-40B4-BE49-F238E27FC236}">
                                <a16:creationId xmlns:a16="http://schemas.microsoft.com/office/drawing/2014/main" id="{AE736AF3-0337-429B-AEF1-DA4B52809559}"/>
                              </a:ext>
                            </a:extLst>
                          </p:cNvPr>
                          <p:cNvGrpSpPr/>
                          <p:nvPr/>
                        </p:nvGrpSpPr>
                        <p:grpSpPr>
                          <a:xfrm>
                            <a:off x="2623366" y="2169272"/>
                            <a:ext cx="150168" cy="116599"/>
                            <a:chOff x="2623366" y="2169272"/>
                            <a:chExt cx="150168" cy="116599"/>
                          </a:xfrm>
                          <a:grpFill/>
                        </p:grpSpPr>
                        <p:sp>
                          <p:nvSpPr>
                            <p:cNvPr id="156" name="Freeform: Shape 155">
                              <a:extLst>
                                <a:ext uri="{FF2B5EF4-FFF2-40B4-BE49-F238E27FC236}">
                                  <a16:creationId xmlns:a16="http://schemas.microsoft.com/office/drawing/2014/main" id="{C5EF06B1-CA00-438C-AF20-472415B876F9}"/>
                                </a:ext>
                              </a:extLst>
                            </p:cNvPr>
                            <p:cNvSpPr/>
                            <p:nvPr/>
                          </p:nvSpPr>
                          <p:spPr>
                            <a:xfrm>
                              <a:off x="2624319" y="2169272"/>
                              <a:ext cx="149215" cy="116599"/>
                            </a:xfrm>
                            <a:custGeom>
                              <a:avLst/>
                              <a:gdLst>
                                <a:gd name="connsiteX0" fmla="*/ 130493 w 149215"/>
                                <a:gd name="connsiteY0" fmla="*/ 21349 h 116599"/>
                                <a:gd name="connsiteX1" fmla="*/ 126682 w 149215"/>
                                <a:gd name="connsiteY1" fmla="*/ 15635 h 116599"/>
                                <a:gd name="connsiteX2" fmla="*/ 122872 w 149215"/>
                                <a:gd name="connsiteY2" fmla="*/ 10872 h 116599"/>
                                <a:gd name="connsiteX3" fmla="*/ 120968 w 149215"/>
                                <a:gd name="connsiteY3" fmla="*/ 8015 h 116599"/>
                                <a:gd name="connsiteX4" fmla="*/ 117157 w 149215"/>
                                <a:gd name="connsiteY4" fmla="*/ 4205 h 116599"/>
                                <a:gd name="connsiteX5" fmla="*/ 117157 w 149215"/>
                                <a:gd name="connsiteY5" fmla="*/ 4205 h 116599"/>
                                <a:gd name="connsiteX6" fmla="*/ 117157 w 149215"/>
                                <a:gd name="connsiteY6" fmla="*/ 4205 h 116599"/>
                                <a:gd name="connsiteX7" fmla="*/ 116205 w 149215"/>
                                <a:gd name="connsiteY7" fmla="*/ 4205 h 116599"/>
                                <a:gd name="connsiteX8" fmla="*/ 113347 w 149215"/>
                                <a:gd name="connsiteY8" fmla="*/ 3252 h 116599"/>
                                <a:gd name="connsiteX9" fmla="*/ 103822 w 149215"/>
                                <a:gd name="connsiteY9" fmla="*/ 1347 h 116599"/>
                                <a:gd name="connsiteX10" fmla="*/ 70485 w 149215"/>
                                <a:gd name="connsiteY10" fmla="*/ 394 h 116599"/>
                                <a:gd name="connsiteX11" fmla="*/ 30480 w 149215"/>
                                <a:gd name="connsiteY11" fmla="*/ 15635 h 116599"/>
                                <a:gd name="connsiteX12" fmla="*/ 12382 w 149215"/>
                                <a:gd name="connsiteY12" fmla="*/ 34685 h 116599"/>
                                <a:gd name="connsiteX13" fmla="*/ 0 w 149215"/>
                                <a:gd name="connsiteY13" fmla="*/ 65165 h 116599"/>
                                <a:gd name="connsiteX14" fmla="*/ 0 w 149215"/>
                                <a:gd name="connsiteY14" fmla="*/ 66117 h 116599"/>
                                <a:gd name="connsiteX15" fmla="*/ 0 w 149215"/>
                                <a:gd name="connsiteY15" fmla="*/ 66117 h 116599"/>
                                <a:gd name="connsiteX16" fmla="*/ 0 w 149215"/>
                                <a:gd name="connsiteY16" fmla="*/ 74690 h 116599"/>
                                <a:gd name="connsiteX17" fmla="*/ 4763 w 149215"/>
                                <a:gd name="connsiteY17" fmla="*/ 92787 h 116599"/>
                                <a:gd name="connsiteX18" fmla="*/ 7620 w 149215"/>
                                <a:gd name="connsiteY18" fmla="*/ 99455 h 116599"/>
                                <a:gd name="connsiteX19" fmla="*/ 11430 w 149215"/>
                                <a:gd name="connsiteY19" fmla="*/ 104217 h 116599"/>
                                <a:gd name="connsiteX20" fmla="*/ 13335 w 149215"/>
                                <a:gd name="connsiteY20" fmla="*/ 106122 h 116599"/>
                                <a:gd name="connsiteX21" fmla="*/ 13335 w 149215"/>
                                <a:gd name="connsiteY21" fmla="*/ 106122 h 116599"/>
                                <a:gd name="connsiteX22" fmla="*/ 25718 w 149215"/>
                                <a:gd name="connsiteY22" fmla="*/ 114695 h 116599"/>
                                <a:gd name="connsiteX23" fmla="*/ 31432 w 149215"/>
                                <a:gd name="connsiteY23" fmla="*/ 116599 h 116599"/>
                                <a:gd name="connsiteX24" fmla="*/ 37147 w 149215"/>
                                <a:gd name="connsiteY24" fmla="*/ 116599 h 116599"/>
                                <a:gd name="connsiteX25" fmla="*/ 55245 w 149215"/>
                                <a:gd name="connsiteY25" fmla="*/ 111837 h 116599"/>
                                <a:gd name="connsiteX26" fmla="*/ 56197 w 149215"/>
                                <a:gd name="connsiteY26" fmla="*/ 111837 h 116599"/>
                                <a:gd name="connsiteX27" fmla="*/ 60007 w 149215"/>
                                <a:gd name="connsiteY27" fmla="*/ 108980 h 116599"/>
                                <a:gd name="connsiteX28" fmla="*/ 65722 w 149215"/>
                                <a:gd name="connsiteY28" fmla="*/ 110885 h 116599"/>
                                <a:gd name="connsiteX29" fmla="*/ 79057 w 149215"/>
                                <a:gd name="connsiteY29" fmla="*/ 113742 h 116599"/>
                                <a:gd name="connsiteX30" fmla="*/ 80963 w 149215"/>
                                <a:gd name="connsiteY30" fmla="*/ 113742 h 116599"/>
                                <a:gd name="connsiteX31" fmla="*/ 81915 w 149215"/>
                                <a:gd name="connsiteY31" fmla="*/ 113742 h 116599"/>
                                <a:gd name="connsiteX32" fmla="*/ 94297 w 149215"/>
                                <a:gd name="connsiteY32" fmla="*/ 110885 h 116599"/>
                                <a:gd name="connsiteX33" fmla="*/ 104775 w 149215"/>
                                <a:gd name="connsiteY33" fmla="*/ 103265 h 116599"/>
                                <a:gd name="connsiteX34" fmla="*/ 106680 w 149215"/>
                                <a:gd name="connsiteY34" fmla="*/ 102312 h 116599"/>
                                <a:gd name="connsiteX35" fmla="*/ 108585 w 149215"/>
                                <a:gd name="connsiteY35" fmla="*/ 101360 h 116599"/>
                                <a:gd name="connsiteX36" fmla="*/ 113347 w 149215"/>
                                <a:gd name="connsiteY36" fmla="*/ 98502 h 116599"/>
                                <a:gd name="connsiteX37" fmla="*/ 114300 w 149215"/>
                                <a:gd name="connsiteY37" fmla="*/ 97549 h 116599"/>
                                <a:gd name="connsiteX38" fmla="*/ 115253 w 149215"/>
                                <a:gd name="connsiteY38" fmla="*/ 96597 h 116599"/>
                                <a:gd name="connsiteX39" fmla="*/ 116205 w 149215"/>
                                <a:gd name="connsiteY39" fmla="*/ 96597 h 116599"/>
                                <a:gd name="connsiteX40" fmla="*/ 120968 w 149215"/>
                                <a:gd name="connsiteY40" fmla="*/ 94692 h 116599"/>
                                <a:gd name="connsiteX41" fmla="*/ 131445 w 149215"/>
                                <a:gd name="connsiteY41" fmla="*/ 91835 h 116599"/>
                                <a:gd name="connsiteX42" fmla="*/ 135255 w 149215"/>
                                <a:gd name="connsiteY42" fmla="*/ 90882 h 116599"/>
                                <a:gd name="connsiteX43" fmla="*/ 137160 w 149215"/>
                                <a:gd name="connsiteY43" fmla="*/ 90882 h 116599"/>
                                <a:gd name="connsiteX44" fmla="*/ 138113 w 149215"/>
                                <a:gd name="connsiteY44" fmla="*/ 90882 h 116599"/>
                                <a:gd name="connsiteX45" fmla="*/ 138113 w 149215"/>
                                <a:gd name="connsiteY45" fmla="*/ 90882 h 116599"/>
                                <a:gd name="connsiteX46" fmla="*/ 138113 w 149215"/>
                                <a:gd name="connsiteY46" fmla="*/ 90882 h 116599"/>
                                <a:gd name="connsiteX47" fmla="*/ 140018 w 149215"/>
                                <a:gd name="connsiteY47" fmla="*/ 90882 h 116599"/>
                                <a:gd name="connsiteX48" fmla="*/ 140970 w 149215"/>
                                <a:gd name="connsiteY48" fmla="*/ 90882 h 116599"/>
                                <a:gd name="connsiteX49" fmla="*/ 140970 w 149215"/>
                                <a:gd name="connsiteY49" fmla="*/ 90882 h 116599"/>
                                <a:gd name="connsiteX50" fmla="*/ 142875 w 149215"/>
                                <a:gd name="connsiteY50" fmla="*/ 89930 h 116599"/>
                                <a:gd name="connsiteX51" fmla="*/ 144780 w 149215"/>
                                <a:gd name="connsiteY51" fmla="*/ 88024 h 116599"/>
                                <a:gd name="connsiteX52" fmla="*/ 147638 w 149215"/>
                                <a:gd name="connsiteY52" fmla="*/ 82310 h 116599"/>
                                <a:gd name="connsiteX53" fmla="*/ 148590 w 149215"/>
                                <a:gd name="connsiteY53" fmla="*/ 65165 h 116599"/>
                                <a:gd name="connsiteX54" fmla="*/ 143828 w 149215"/>
                                <a:gd name="connsiteY54" fmla="*/ 48020 h 116599"/>
                                <a:gd name="connsiteX55" fmla="*/ 138113 w 149215"/>
                                <a:gd name="connsiteY55" fmla="*/ 32780 h 116599"/>
                                <a:gd name="connsiteX56" fmla="*/ 130493 w 149215"/>
                                <a:gd name="connsiteY56" fmla="*/ 21349 h 116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49215" h="116599">
                                  <a:moveTo>
                                    <a:pt x="130493" y="21349"/>
                                  </a:moveTo>
                                  <a:cubicBezTo>
                                    <a:pt x="129540" y="19444"/>
                                    <a:pt x="128588" y="17540"/>
                                    <a:pt x="126682" y="15635"/>
                                  </a:cubicBezTo>
                                  <a:cubicBezTo>
                                    <a:pt x="125730" y="13730"/>
                                    <a:pt x="123825" y="11824"/>
                                    <a:pt x="122872" y="10872"/>
                                  </a:cubicBezTo>
                                  <a:cubicBezTo>
                                    <a:pt x="121920" y="9919"/>
                                    <a:pt x="121920" y="8967"/>
                                    <a:pt x="120968" y="8015"/>
                                  </a:cubicBezTo>
                                  <a:cubicBezTo>
                                    <a:pt x="120968" y="8015"/>
                                    <a:pt x="118110" y="5157"/>
                                    <a:pt x="117157" y="4205"/>
                                  </a:cubicBezTo>
                                  <a:cubicBezTo>
                                    <a:pt x="117157" y="4205"/>
                                    <a:pt x="117157" y="4205"/>
                                    <a:pt x="117157" y="4205"/>
                                  </a:cubicBezTo>
                                  <a:cubicBezTo>
                                    <a:pt x="117157" y="4205"/>
                                    <a:pt x="117157" y="4205"/>
                                    <a:pt x="117157" y="4205"/>
                                  </a:cubicBezTo>
                                  <a:cubicBezTo>
                                    <a:pt x="117157" y="4205"/>
                                    <a:pt x="117157" y="4205"/>
                                    <a:pt x="116205" y="4205"/>
                                  </a:cubicBezTo>
                                  <a:cubicBezTo>
                                    <a:pt x="115253" y="4205"/>
                                    <a:pt x="114300" y="4205"/>
                                    <a:pt x="113347" y="3252"/>
                                  </a:cubicBezTo>
                                  <a:cubicBezTo>
                                    <a:pt x="111443" y="2299"/>
                                    <a:pt x="107632" y="2299"/>
                                    <a:pt x="103822" y="1347"/>
                                  </a:cubicBezTo>
                                  <a:cubicBezTo>
                                    <a:pt x="95250" y="394"/>
                                    <a:pt x="83820" y="-558"/>
                                    <a:pt x="70485" y="394"/>
                                  </a:cubicBezTo>
                                  <a:cubicBezTo>
                                    <a:pt x="57150" y="2299"/>
                                    <a:pt x="42863" y="6110"/>
                                    <a:pt x="30480" y="15635"/>
                                  </a:cubicBezTo>
                                  <a:cubicBezTo>
                                    <a:pt x="23813" y="20397"/>
                                    <a:pt x="18097" y="27065"/>
                                    <a:pt x="12382" y="34685"/>
                                  </a:cubicBezTo>
                                  <a:cubicBezTo>
                                    <a:pt x="7620" y="42305"/>
                                    <a:pt x="2857" y="52782"/>
                                    <a:pt x="0" y="65165"/>
                                  </a:cubicBezTo>
                                  <a:cubicBezTo>
                                    <a:pt x="0" y="65165"/>
                                    <a:pt x="0" y="66117"/>
                                    <a:pt x="0" y="66117"/>
                                  </a:cubicBezTo>
                                  <a:cubicBezTo>
                                    <a:pt x="0" y="66117"/>
                                    <a:pt x="0" y="66117"/>
                                    <a:pt x="0" y="66117"/>
                                  </a:cubicBezTo>
                                  <a:cubicBezTo>
                                    <a:pt x="0" y="68974"/>
                                    <a:pt x="0" y="71832"/>
                                    <a:pt x="0" y="74690"/>
                                  </a:cubicBezTo>
                                  <a:cubicBezTo>
                                    <a:pt x="953" y="81357"/>
                                    <a:pt x="1905" y="88024"/>
                                    <a:pt x="4763" y="92787"/>
                                  </a:cubicBezTo>
                                  <a:cubicBezTo>
                                    <a:pt x="5715" y="94692"/>
                                    <a:pt x="6668" y="97549"/>
                                    <a:pt x="7620" y="99455"/>
                                  </a:cubicBezTo>
                                  <a:cubicBezTo>
                                    <a:pt x="8572" y="101360"/>
                                    <a:pt x="9525" y="103265"/>
                                    <a:pt x="11430" y="104217"/>
                                  </a:cubicBezTo>
                                  <a:cubicBezTo>
                                    <a:pt x="12382" y="105170"/>
                                    <a:pt x="12382" y="105170"/>
                                    <a:pt x="13335" y="106122"/>
                                  </a:cubicBezTo>
                                  <a:cubicBezTo>
                                    <a:pt x="13335" y="106122"/>
                                    <a:pt x="13335" y="106122"/>
                                    <a:pt x="13335" y="106122"/>
                                  </a:cubicBezTo>
                                  <a:cubicBezTo>
                                    <a:pt x="17145" y="109932"/>
                                    <a:pt x="20955" y="112790"/>
                                    <a:pt x="25718" y="114695"/>
                                  </a:cubicBezTo>
                                  <a:cubicBezTo>
                                    <a:pt x="27622" y="115647"/>
                                    <a:pt x="29528" y="115647"/>
                                    <a:pt x="31432" y="116599"/>
                                  </a:cubicBezTo>
                                  <a:cubicBezTo>
                                    <a:pt x="33338" y="116599"/>
                                    <a:pt x="35243" y="116599"/>
                                    <a:pt x="37147" y="116599"/>
                                  </a:cubicBezTo>
                                  <a:cubicBezTo>
                                    <a:pt x="44768" y="116599"/>
                                    <a:pt x="50482" y="113742"/>
                                    <a:pt x="55245" y="111837"/>
                                  </a:cubicBezTo>
                                  <a:cubicBezTo>
                                    <a:pt x="55245" y="111837"/>
                                    <a:pt x="56197" y="111837"/>
                                    <a:pt x="56197" y="111837"/>
                                  </a:cubicBezTo>
                                  <a:cubicBezTo>
                                    <a:pt x="59055" y="110885"/>
                                    <a:pt x="60007" y="109932"/>
                                    <a:pt x="60007" y="108980"/>
                                  </a:cubicBezTo>
                                  <a:cubicBezTo>
                                    <a:pt x="61913" y="109932"/>
                                    <a:pt x="63818" y="109932"/>
                                    <a:pt x="65722" y="110885"/>
                                  </a:cubicBezTo>
                                  <a:cubicBezTo>
                                    <a:pt x="70485" y="112790"/>
                                    <a:pt x="75247" y="113742"/>
                                    <a:pt x="79057" y="113742"/>
                                  </a:cubicBezTo>
                                  <a:cubicBezTo>
                                    <a:pt x="80010" y="113742"/>
                                    <a:pt x="80010" y="113742"/>
                                    <a:pt x="80963" y="113742"/>
                                  </a:cubicBezTo>
                                  <a:cubicBezTo>
                                    <a:pt x="80963" y="113742"/>
                                    <a:pt x="80963" y="113742"/>
                                    <a:pt x="81915" y="113742"/>
                                  </a:cubicBezTo>
                                  <a:cubicBezTo>
                                    <a:pt x="86678" y="113742"/>
                                    <a:pt x="90488" y="112790"/>
                                    <a:pt x="94297" y="110885"/>
                                  </a:cubicBezTo>
                                  <a:cubicBezTo>
                                    <a:pt x="98107" y="108980"/>
                                    <a:pt x="101918" y="106122"/>
                                    <a:pt x="104775" y="103265"/>
                                  </a:cubicBezTo>
                                  <a:cubicBezTo>
                                    <a:pt x="105728" y="103265"/>
                                    <a:pt x="105728" y="102312"/>
                                    <a:pt x="106680" y="102312"/>
                                  </a:cubicBezTo>
                                  <a:cubicBezTo>
                                    <a:pt x="107632" y="102312"/>
                                    <a:pt x="107632" y="101360"/>
                                    <a:pt x="108585" y="101360"/>
                                  </a:cubicBezTo>
                                  <a:cubicBezTo>
                                    <a:pt x="110490" y="100407"/>
                                    <a:pt x="111443" y="99455"/>
                                    <a:pt x="113347" y="98502"/>
                                  </a:cubicBezTo>
                                  <a:cubicBezTo>
                                    <a:pt x="113347" y="98502"/>
                                    <a:pt x="114300" y="98502"/>
                                    <a:pt x="114300" y="97549"/>
                                  </a:cubicBezTo>
                                  <a:cubicBezTo>
                                    <a:pt x="114300" y="97549"/>
                                    <a:pt x="115253" y="97549"/>
                                    <a:pt x="115253" y="96597"/>
                                  </a:cubicBezTo>
                                  <a:lnTo>
                                    <a:pt x="116205" y="96597"/>
                                  </a:lnTo>
                                  <a:cubicBezTo>
                                    <a:pt x="117157" y="96597"/>
                                    <a:pt x="118110" y="95645"/>
                                    <a:pt x="120968" y="94692"/>
                                  </a:cubicBezTo>
                                  <a:cubicBezTo>
                                    <a:pt x="122872" y="93740"/>
                                    <a:pt x="126682" y="92787"/>
                                    <a:pt x="131445" y="91835"/>
                                  </a:cubicBezTo>
                                  <a:cubicBezTo>
                                    <a:pt x="132397" y="91835"/>
                                    <a:pt x="134303" y="91835"/>
                                    <a:pt x="135255" y="90882"/>
                                  </a:cubicBezTo>
                                  <a:cubicBezTo>
                                    <a:pt x="136207" y="90882"/>
                                    <a:pt x="136207" y="90882"/>
                                    <a:pt x="137160" y="90882"/>
                                  </a:cubicBezTo>
                                  <a:lnTo>
                                    <a:pt x="138113" y="90882"/>
                                  </a:lnTo>
                                  <a:lnTo>
                                    <a:pt x="138113" y="90882"/>
                                  </a:lnTo>
                                  <a:cubicBezTo>
                                    <a:pt x="138113" y="90882"/>
                                    <a:pt x="138113" y="90882"/>
                                    <a:pt x="138113" y="90882"/>
                                  </a:cubicBezTo>
                                  <a:cubicBezTo>
                                    <a:pt x="139065" y="90882"/>
                                    <a:pt x="140018" y="90882"/>
                                    <a:pt x="140018" y="90882"/>
                                  </a:cubicBezTo>
                                  <a:cubicBezTo>
                                    <a:pt x="140018" y="90882"/>
                                    <a:pt x="140970" y="90882"/>
                                    <a:pt x="140970" y="90882"/>
                                  </a:cubicBezTo>
                                  <a:lnTo>
                                    <a:pt x="140970" y="90882"/>
                                  </a:lnTo>
                                  <a:cubicBezTo>
                                    <a:pt x="141922" y="90882"/>
                                    <a:pt x="141922" y="89930"/>
                                    <a:pt x="142875" y="89930"/>
                                  </a:cubicBezTo>
                                  <a:cubicBezTo>
                                    <a:pt x="143828" y="88977"/>
                                    <a:pt x="143828" y="88977"/>
                                    <a:pt x="144780" y="88024"/>
                                  </a:cubicBezTo>
                                  <a:cubicBezTo>
                                    <a:pt x="145732" y="86120"/>
                                    <a:pt x="146685" y="84215"/>
                                    <a:pt x="147638" y="82310"/>
                                  </a:cubicBezTo>
                                  <a:cubicBezTo>
                                    <a:pt x="149543" y="77547"/>
                                    <a:pt x="149543" y="71832"/>
                                    <a:pt x="148590" y="65165"/>
                                  </a:cubicBezTo>
                                  <a:cubicBezTo>
                                    <a:pt x="147638" y="59449"/>
                                    <a:pt x="145732" y="52782"/>
                                    <a:pt x="143828" y="48020"/>
                                  </a:cubicBezTo>
                                  <a:cubicBezTo>
                                    <a:pt x="141922" y="42305"/>
                                    <a:pt x="140018" y="37542"/>
                                    <a:pt x="138113" y="32780"/>
                                  </a:cubicBezTo>
                                  <a:cubicBezTo>
                                    <a:pt x="134303" y="29922"/>
                                    <a:pt x="132397" y="25160"/>
                                    <a:pt x="130493" y="21349"/>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07E9DDF4-5CE6-4843-9819-9C6FAD1EF5FE}"/>
                                </a:ext>
                              </a:extLst>
                            </p:cNvPr>
                            <p:cNvSpPr/>
                            <p:nvPr/>
                          </p:nvSpPr>
                          <p:spPr>
                            <a:xfrm>
                              <a:off x="2623366" y="2172524"/>
                              <a:ext cx="140017" cy="112395"/>
                            </a:xfrm>
                            <a:custGeom>
                              <a:avLst/>
                              <a:gdLst>
                                <a:gd name="connsiteX0" fmla="*/ 119063 w 140017"/>
                                <a:gd name="connsiteY0" fmla="*/ 8572 h 112395"/>
                                <a:gd name="connsiteX1" fmla="*/ 119063 w 140017"/>
                                <a:gd name="connsiteY1" fmla="*/ 9525 h 112395"/>
                                <a:gd name="connsiteX2" fmla="*/ 120968 w 140017"/>
                                <a:gd name="connsiteY2" fmla="*/ 14288 h 112395"/>
                                <a:gd name="connsiteX3" fmla="*/ 125730 w 140017"/>
                                <a:gd name="connsiteY3" fmla="*/ 25717 h 112395"/>
                                <a:gd name="connsiteX4" fmla="*/ 132397 w 140017"/>
                                <a:gd name="connsiteY4" fmla="*/ 41910 h 112395"/>
                                <a:gd name="connsiteX5" fmla="*/ 134303 w 140017"/>
                                <a:gd name="connsiteY5" fmla="*/ 45720 h 112395"/>
                                <a:gd name="connsiteX6" fmla="*/ 135255 w 140017"/>
                                <a:gd name="connsiteY6" fmla="*/ 47625 h 112395"/>
                                <a:gd name="connsiteX7" fmla="*/ 135255 w 140017"/>
                                <a:gd name="connsiteY7" fmla="*/ 48578 h 112395"/>
                                <a:gd name="connsiteX8" fmla="*/ 135255 w 140017"/>
                                <a:gd name="connsiteY8" fmla="*/ 49530 h 112395"/>
                                <a:gd name="connsiteX9" fmla="*/ 135255 w 140017"/>
                                <a:gd name="connsiteY9" fmla="*/ 50483 h 112395"/>
                                <a:gd name="connsiteX10" fmla="*/ 138113 w 140017"/>
                                <a:gd name="connsiteY10" fmla="*/ 59055 h 112395"/>
                                <a:gd name="connsiteX11" fmla="*/ 139065 w 140017"/>
                                <a:gd name="connsiteY11" fmla="*/ 63817 h 112395"/>
                                <a:gd name="connsiteX12" fmla="*/ 140018 w 140017"/>
                                <a:gd name="connsiteY12" fmla="*/ 67628 h 112395"/>
                                <a:gd name="connsiteX13" fmla="*/ 140018 w 140017"/>
                                <a:gd name="connsiteY13" fmla="*/ 69533 h 112395"/>
                                <a:gd name="connsiteX14" fmla="*/ 140018 w 140017"/>
                                <a:gd name="connsiteY14" fmla="*/ 71438 h 112395"/>
                                <a:gd name="connsiteX15" fmla="*/ 140018 w 140017"/>
                                <a:gd name="connsiteY15" fmla="*/ 75247 h 112395"/>
                                <a:gd name="connsiteX16" fmla="*/ 140018 w 140017"/>
                                <a:gd name="connsiteY16" fmla="*/ 80963 h 112395"/>
                                <a:gd name="connsiteX17" fmla="*/ 140018 w 140017"/>
                                <a:gd name="connsiteY17" fmla="*/ 85725 h 112395"/>
                                <a:gd name="connsiteX18" fmla="*/ 140018 w 140017"/>
                                <a:gd name="connsiteY18" fmla="*/ 88583 h 112395"/>
                                <a:gd name="connsiteX19" fmla="*/ 140018 w 140017"/>
                                <a:gd name="connsiteY19" fmla="*/ 90488 h 112395"/>
                                <a:gd name="connsiteX20" fmla="*/ 140018 w 140017"/>
                                <a:gd name="connsiteY20" fmla="*/ 90488 h 112395"/>
                                <a:gd name="connsiteX21" fmla="*/ 140018 w 140017"/>
                                <a:gd name="connsiteY21" fmla="*/ 90488 h 112395"/>
                                <a:gd name="connsiteX22" fmla="*/ 140018 w 140017"/>
                                <a:gd name="connsiteY22" fmla="*/ 90488 h 112395"/>
                                <a:gd name="connsiteX23" fmla="*/ 140018 w 140017"/>
                                <a:gd name="connsiteY23" fmla="*/ 88583 h 112395"/>
                                <a:gd name="connsiteX24" fmla="*/ 140018 w 140017"/>
                                <a:gd name="connsiteY24" fmla="*/ 85725 h 112395"/>
                                <a:gd name="connsiteX25" fmla="*/ 140018 w 140017"/>
                                <a:gd name="connsiteY25" fmla="*/ 80963 h 112395"/>
                                <a:gd name="connsiteX26" fmla="*/ 139065 w 140017"/>
                                <a:gd name="connsiteY26" fmla="*/ 75247 h 112395"/>
                                <a:gd name="connsiteX27" fmla="*/ 138113 w 140017"/>
                                <a:gd name="connsiteY27" fmla="*/ 71438 h 112395"/>
                                <a:gd name="connsiteX28" fmla="*/ 138113 w 140017"/>
                                <a:gd name="connsiteY28" fmla="*/ 69533 h 112395"/>
                                <a:gd name="connsiteX29" fmla="*/ 138113 w 140017"/>
                                <a:gd name="connsiteY29" fmla="*/ 67628 h 112395"/>
                                <a:gd name="connsiteX30" fmla="*/ 137160 w 140017"/>
                                <a:gd name="connsiteY30" fmla="*/ 63817 h 112395"/>
                                <a:gd name="connsiteX31" fmla="*/ 136208 w 140017"/>
                                <a:gd name="connsiteY31" fmla="*/ 60008 h 112395"/>
                                <a:gd name="connsiteX32" fmla="*/ 133350 w 140017"/>
                                <a:gd name="connsiteY32" fmla="*/ 51435 h 112395"/>
                                <a:gd name="connsiteX33" fmla="*/ 133350 w 140017"/>
                                <a:gd name="connsiteY33" fmla="*/ 50483 h 112395"/>
                                <a:gd name="connsiteX34" fmla="*/ 133350 w 140017"/>
                                <a:gd name="connsiteY34" fmla="*/ 49530 h 112395"/>
                                <a:gd name="connsiteX35" fmla="*/ 133350 w 140017"/>
                                <a:gd name="connsiteY35" fmla="*/ 48578 h 112395"/>
                                <a:gd name="connsiteX36" fmla="*/ 132397 w 140017"/>
                                <a:gd name="connsiteY36" fmla="*/ 46672 h 112395"/>
                                <a:gd name="connsiteX37" fmla="*/ 130493 w 140017"/>
                                <a:gd name="connsiteY37" fmla="*/ 42863 h 112395"/>
                                <a:gd name="connsiteX38" fmla="*/ 122872 w 140017"/>
                                <a:gd name="connsiteY38" fmla="*/ 27622 h 112395"/>
                                <a:gd name="connsiteX39" fmla="*/ 117158 w 140017"/>
                                <a:gd name="connsiteY39" fmla="*/ 13335 h 112395"/>
                                <a:gd name="connsiteX40" fmla="*/ 116205 w 140017"/>
                                <a:gd name="connsiteY40" fmla="*/ 15240 h 112395"/>
                                <a:gd name="connsiteX41" fmla="*/ 114300 w 140017"/>
                                <a:gd name="connsiteY41" fmla="*/ 19050 h 112395"/>
                                <a:gd name="connsiteX42" fmla="*/ 111443 w 140017"/>
                                <a:gd name="connsiteY42" fmla="*/ 22860 h 112395"/>
                                <a:gd name="connsiteX43" fmla="*/ 105728 w 140017"/>
                                <a:gd name="connsiteY43" fmla="*/ 31433 h 112395"/>
                                <a:gd name="connsiteX44" fmla="*/ 104775 w 140017"/>
                                <a:gd name="connsiteY44" fmla="*/ 33338 h 112395"/>
                                <a:gd name="connsiteX45" fmla="*/ 104775 w 140017"/>
                                <a:gd name="connsiteY45" fmla="*/ 33338 h 112395"/>
                                <a:gd name="connsiteX46" fmla="*/ 103822 w 140017"/>
                                <a:gd name="connsiteY46" fmla="*/ 39053 h 112395"/>
                                <a:gd name="connsiteX47" fmla="*/ 103822 w 140017"/>
                                <a:gd name="connsiteY47" fmla="*/ 45720 h 112395"/>
                                <a:gd name="connsiteX48" fmla="*/ 106680 w 140017"/>
                                <a:gd name="connsiteY48" fmla="*/ 62865 h 112395"/>
                                <a:gd name="connsiteX49" fmla="*/ 108585 w 140017"/>
                                <a:gd name="connsiteY49" fmla="*/ 71438 h 112395"/>
                                <a:gd name="connsiteX50" fmla="*/ 109538 w 140017"/>
                                <a:gd name="connsiteY50" fmla="*/ 76200 h 112395"/>
                                <a:gd name="connsiteX51" fmla="*/ 110490 w 140017"/>
                                <a:gd name="connsiteY51" fmla="*/ 80010 h 112395"/>
                                <a:gd name="connsiteX52" fmla="*/ 111443 w 140017"/>
                                <a:gd name="connsiteY52" fmla="*/ 87630 h 112395"/>
                                <a:gd name="connsiteX53" fmla="*/ 111443 w 140017"/>
                                <a:gd name="connsiteY53" fmla="*/ 90488 h 112395"/>
                                <a:gd name="connsiteX54" fmla="*/ 111443 w 140017"/>
                                <a:gd name="connsiteY54" fmla="*/ 93345 h 112395"/>
                                <a:gd name="connsiteX55" fmla="*/ 109538 w 140017"/>
                                <a:gd name="connsiteY55" fmla="*/ 100013 h 112395"/>
                                <a:gd name="connsiteX56" fmla="*/ 109538 w 140017"/>
                                <a:gd name="connsiteY56" fmla="*/ 100965 h 112395"/>
                                <a:gd name="connsiteX57" fmla="*/ 109538 w 140017"/>
                                <a:gd name="connsiteY57" fmla="*/ 101917 h 112395"/>
                                <a:gd name="connsiteX58" fmla="*/ 109538 w 140017"/>
                                <a:gd name="connsiteY58" fmla="*/ 102870 h 112395"/>
                                <a:gd name="connsiteX59" fmla="*/ 109538 w 140017"/>
                                <a:gd name="connsiteY59" fmla="*/ 103822 h 112395"/>
                                <a:gd name="connsiteX60" fmla="*/ 109538 w 140017"/>
                                <a:gd name="connsiteY60" fmla="*/ 104775 h 112395"/>
                                <a:gd name="connsiteX61" fmla="*/ 107633 w 140017"/>
                                <a:gd name="connsiteY61" fmla="*/ 105728 h 112395"/>
                                <a:gd name="connsiteX62" fmla="*/ 108585 w 140017"/>
                                <a:gd name="connsiteY62" fmla="*/ 104775 h 112395"/>
                                <a:gd name="connsiteX63" fmla="*/ 108585 w 140017"/>
                                <a:gd name="connsiteY63" fmla="*/ 103822 h 112395"/>
                                <a:gd name="connsiteX64" fmla="*/ 108585 w 140017"/>
                                <a:gd name="connsiteY64" fmla="*/ 102870 h 112395"/>
                                <a:gd name="connsiteX65" fmla="*/ 108585 w 140017"/>
                                <a:gd name="connsiteY65" fmla="*/ 101917 h 112395"/>
                                <a:gd name="connsiteX66" fmla="*/ 108585 w 140017"/>
                                <a:gd name="connsiteY66" fmla="*/ 100965 h 112395"/>
                                <a:gd name="connsiteX67" fmla="*/ 108585 w 140017"/>
                                <a:gd name="connsiteY67" fmla="*/ 100013 h 112395"/>
                                <a:gd name="connsiteX68" fmla="*/ 109538 w 140017"/>
                                <a:gd name="connsiteY68" fmla="*/ 93345 h 112395"/>
                                <a:gd name="connsiteX69" fmla="*/ 109538 w 140017"/>
                                <a:gd name="connsiteY69" fmla="*/ 90488 h 112395"/>
                                <a:gd name="connsiteX70" fmla="*/ 109538 w 140017"/>
                                <a:gd name="connsiteY70" fmla="*/ 87630 h 112395"/>
                                <a:gd name="connsiteX71" fmla="*/ 108585 w 140017"/>
                                <a:gd name="connsiteY71" fmla="*/ 80010 h 112395"/>
                                <a:gd name="connsiteX72" fmla="*/ 107633 w 140017"/>
                                <a:gd name="connsiteY72" fmla="*/ 76200 h 112395"/>
                                <a:gd name="connsiteX73" fmla="*/ 106680 w 140017"/>
                                <a:gd name="connsiteY73" fmla="*/ 71438 h 112395"/>
                                <a:gd name="connsiteX74" fmla="*/ 104775 w 140017"/>
                                <a:gd name="connsiteY74" fmla="*/ 62865 h 112395"/>
                                <a:gd name="connsiteX75" fmla="*/ 100965 w 140017"/>
                                <a:gd name="connsiteY75" fmla="*/ 45720 h 112395"/>
                                <a:gd name="connsiteX76" fmla="*/ 100965 w 140017"/>
                                <a:gd name="connsiteY76" fmla="*/ 38100 h 112395"/>
                                <a:gd name="connsiteX77" fmla="*/ 100965 w 140017"/>
                                <a:gd name="connsiteY77" fmla="*/ 37147 h 112395"/>
                                <a:gd name="connsiteX78" fmla="*/ 99060 w 140017"/>
                                <a:gd name="connsiteY78" fmla="*/ 40005 h 112395"/>
                                <a:gd name="connsiteX79" fmla="*/ 91440 w 140017"/>
                                <a:gd name="connsiteY79" fmla="*/ 49530 h 112395"/>
                                <a:gd name="connsiteX80" fmla="*/ 84772 w 140017"/>
                                <a:gd name="connsiteY80" fmla="*/ 58103 h 112395"/>
                                <a:gd name="connsiteX81" fmla="*/ 84772 w 140017"/>
                                <a:gd name="connsiteY81" fmla="*/ 59055 h 112395"/>
                                <a:gd name="connsiteX82" fmla="*/ 83820 w 140017"/>
                                <a:gd name="connsiteY82" fmla="*/ 60960 h 112395"/>
                                <a:gd name="connsiteX83" fmla="*/ 82868 w 140017"/>
                                <a:gd name="connsiteY83" fmla="*/ 68580 h 112395"/>
                                <a:gd name="connsiteX84" fmla="*/ 82868 w 140017"/>
                                <a:gd name="connsiteY84" fmla="*/ 74295 h 112395"/>
                                <a:gd name="connsiteX85" fmla="*/ 82868 w 140017"/>
                                <a:gd name="connsiteY85" fmla="*/ 80010 h 112395"/>
                                <a:gd name="connsiteX86" fmla="*/ 82868 w 140017"/>
                                <a:gd name="connsiteY86" fmla="*/ 82867 h 112395"/>
                                <a:gd name="connsiteX87" fmla="*/ 82868 w 140017"/>
                                <a:gd name="connsiteY87" fmla="*/ 85725 h 112395"/>
                                <a:gd name="connsiteX88" fmla="*/ 82868 w 140017"/>
                                <a:gd name="connsiteY88" fmla="*/ 88583 h 112395"/>
                                <a:gd name="connsiteX89" fmla="*/ 82868 w 140017"/>
                                <a:gd name="connsiteY89" fmla="*/ 91440 h 112395"/>
                                <a:gd name="connsiteX90" fmla="*/ 81915 w 140017"/>
                                <a:gd name="connsiteY90" fmla="*/ 97155 h 112395"/>
                                <a:gd name="connsiteX91" fmla="*/ 80963 w 140017"/>
                                <a:gd name="connsiteY91" fmla="*/ 102870 h 112395"/>
                                <a:gd name="connsiteX92" fmla="*/ 80963 w 140017"/>
                                <a:gd name="connsiteY92" fmla="*/ 105728 h 112395"/>
                                <a:gd name="connsiteX93" fmla="*/ 80963 w 140017"/>
                                <a:gd name="connsiteY93" fmla="*/ 108585 h 112395"/>
                                <a:gd name="connsiteX94" fmla="*/ 80963 w 140017"/>
                                <a:gd name="connsiteY94" fmla="*/ 110490 h 112395"/>
                                <a:gd name="connsiteX95" fmla="*/ 80963 w 140017"/>
                                <a:gd name="connsiteY95" fmla="*/ 112395 h 112395"/>
                                <a:gd name="connsiteX96" fmla="*/ 80010 w 140017"/>
                                <a:gd name="connsiteY96" fmla="*/ 112395 h 112395"/>
                                <a:gd name="connsiteX97" fmla="*/ 80010 w 140017"/>
                                <a:gd name="connsiteY97" fmla="*/ 109538 h 112395"/>
                                <a:gd name="connsiteX98" fmla="*/ 80010 w 140017"/>
                                <a:gd name="connsiteY98" fmla="*/ 106680 h 112395"/>
                                <a:gd name="connsiteX99" fmla="*/ 80010 w 140017"/>
                                <a:gd name="connsiteY99" fmla="*/ 103822 h 112395"/>
                                <a:gd name="connsiteX100" fmla="*/ 80010 w 140017"/>
                                <a:gd name="connsiteY100" fmla="*/ 98108 h 112395"/>
                                <a:gd name="connsiteX101" fmla="*/ 80010 w 140017"/>
                                <a:gd name="connsiteY101" fmla="*/ 92392 h 112395"/>
                                <a:gd name="connsiteX102" fmla="*/ 80010 w 140017"/>
                                <a:gd name="connsiteY102" fmla="*/ 90488 h 112395"/>
                                <a:gd name="connsiteX103" fmla="*/ 80010 w 140017"/>
                                <a:gd name="connsiteY103" fmla="*/ 88583 h 112395"/>
                                <a:gd name="connsiteX104" fmla="*/ 80010 w 140017"/>
                                <a:gd name="connsiteY104" fmla="*/ 85725 h 112395"/>
                                <a:gd name="connsiteX105" fmla="*/ 80010 w 140017"/>
                                <a:gd name="connsiteY105" fmla="*/ 82867 h 112395"/>
                                <a:gd name="connsiteX106" fmla="*/ 80010 w 140017"/>
                                <a:gd name="connsiteY106" fmla="*/ 80010 h 112395"/>
                                <a:gd name="connsiteX107" fmla="*/ 80010 w 140017"/>
                                <a:gd name="connsiteY107" fmla="*/ 74295 h 112395"/>
                                <a:gd name="connsiteX108" fmla="*/ 79058 w 140017"/>
                                <a:gd name="connsiteY108" fmla="*/ 68580 h 112395"/>
                                <a:gd name="connsiteX109" fmla="*/ 79058 w 140017"/>
                                <a:gd name="connsiteY109" fmla="*/ 63817 h 112395"/>
                                <a:gd name="connsiteX110" fmla="*/ 75247 w 140017"/>
                                <a:gd name="connsiteY110" fmla="*/ 69533 h 112395"/>
                                <a:gd name="connsiteX111" fmla="*/ 68580 w 140017"/>
                                <a:gd name="connsiteY111" fmla="*/ 80010 h 112395"/>
                                <a:gd name="connsiteX112" fmla="*/ 65722 w 140017"/>
                                <a:gd name="connsiteY112" fmla="*/ 85725 h 112395"/>
                                <a:gd name="connsiteX113" fmla="*/ 62865 w 140017"/>
                                <a:gd name="connsiteY113" fmla="*/ 91440 h 112395"/>
                                <a:gd name="connsiteX114" fmla="*/ 58103 w 140017"/>
                                <a:gd name="connsiteY114" fmla="*/ 101917 h 112395"/>
                                <a:gd name="connsiteX115" fmla="*/ 56197 w 140017"/>
                                <a:gd name="connsiteY115" fmla="*/ 107633 h 112395"/>
                                <a:gd name="connsiteX116" fmla="*/ 55245 w 140017"/>
                                <a:gd name="connsiteY116" fmla="*/ 112395 h 112395"/>
                                <a:gd name="connsiteX117" fmla="*/ 54293 w 140017"/>
                                <a:gd name="connsiteY117" fmla="*/ 112395 h 112395"/>
                                <a:gd name="connsiteX118" fmla="*/ 54293 w 140017"/>
                                <a:gd name="connsiteY118" fmla="*/ 112395 h 112395"/>
                                <a:gd name="connsiteX119" fmla="*/ 55245 w 140017"/>
                                <a:gd name="connsiteY119" fmla="*/ 107633 h 112395"/>
                                <a:gd name="connsiteX120" fmla="*/ 56197 w 140017"/>
                                <a:gd name="connsiteY120" fmla="*/ 101917 h 112395"/>
                                <a:gd name="connsiteX121" fmla="*/ 60960 w 140017"/>
                                <a:gd name="connsiteY121" fmla="*/ 90488 h 112395"/>
                                <a:gd name="connsiteX122" fmla="*/ 61913 w 140017"/>
                                <a:gd name="connsiteY122" fmla="*/ 87630 h 112395"/>
                                <a:gd name="connsiteX123" fmla="*/ 62865 w 140017"/>
                                <a:gd name="connsiteY123" fmla="*/ 84772 h 112395"/>
                                <a:gd name="connsiteX124" fmla="*/ 64770 w 140017"/>
                                <a:gd name="connsiteY124" fmla="*/ 81915 h 112395"/>
                                <a:gd name="connsiteX125" fmla="*/ 66675 w 140017"/>
                                <a:gd name="connsiteY125" fmla="*/ 79058 h 112395"/>
                                <a:gd name="connsiteX126" fmla="*/ 73343 w 140017"/>
                                <a:gd name="connsiteY126" fmla="*/ 68580 h 112395"/>
                                <a:gd name="connsiteX127" fmla="*/ 80963 w 140017"/>
                                <a:gd name="connsiteY127" fmla="*/ 58103 h 112395"/>
                                <a:gd name="connsiteX128" fmla="*/ 85725 w 140017"/>
                                <a:gd name="connsiteY128" fmla="*/ 50483 h 112395"/>
                                <a:gd name="connsiteX129" fmla="*/ 83820 w 140017"/>
                                <a:gd name="connsiteY129" fmla="*/ 51435 h 112395"/>
                                <a:gd name="connsiteX130" fmla="*/ 77153 w 140017"/>
                                <a:gd name="connsiteY130" fmla="*/ 54292 h 112395"/>
                                <a:gd name="connsiteX131" fmla="*/ 60008 w 140017"/>
                                <a:gd name="connsiteY131" fmla="*/ 60008 h 112395"/>
                                <a:gd name="connsiteX132" fmla="*/ 50483 w 140017"/>
                                <a:gd name="connsiteY132" fmla="*/ 62865 h 112395"/>
                                <a:gd name="connsiteX133" fmla="*/ 40958 w 140017"/>
                                <a:gd name="connsiteY133" fmla="*/ 67628 h 112395"/>
                                <a:gd name="connsiteX134" fmla="*/ 31433 w 140017"/>
                                <a:gd name="connsiteY134" fmla="*/ 74295 h 112395"/>
                                <a:gd name="connsiteX135" fmla="*/ 22860 w 140017"/>
                                <a:gd name="connsiteY135" fmla="*/ 82867 h 112395"/>
                                <a:gd name="connsiteX136" fmla="*/ 19050 w 140017"/>
                                <a:gd name="connsiteY136" fmla="*/ 87630 h 112395"/>
                                <a:gd name="connsiteX137" fmla="*/ 16193 w 140017"/>
                                <a:gd name="connsiteY137" fmla="*/ 93345 h 112395"/>
                                <a:gd name="connsiteX138" fmla="*/ 15240 w 140017"/>
                                <a:gd name="connsiteY138" fmla="*/ 96203 h 112395"/>
                                <a:gd name="connsiteX139" fmla="*/ 14288 w 140017"/>
                                <a:gd name="connsiteY139" fmla="*/ 99060 h 112395"/>
                                <a:gd name="connsiteX140" fmla="*/ 12383 w 140017"/>
                                <a:gd name="connsiteY140" fmla="*/ 104775 h 112395"/>
                                <a:gd name="connsiteX141" fmla="*/ 12383 w 140017"/>
                                <a:gd name="connsiteY141" fmla="*/ 105728 h 112395"/>
                                <a:gd name="connsiteX142" fmla="*/ 12383 w 140017"/>
                                <a:gd name="connsiteY142" fmla="*/ 105728 h 112395"/>
                                <a:gd name="connsiteX143" fmla="*/ 12383 w 140017"/>
                                <a:gd name="connsiteY143" fmla="*/ 104775 h 112395"/>
                                <a:gd name="connsiteX144" fmla="*/ 17145 w 140017"/>
                                <a:gd name="connsiteY144" fmla="*/ 92392 h 112395"/>
                                <a:gd name="connsiteX145" fmla="*/ 23813 w 140017"/>
                                <a:gd name="connsiteY145" fmla="*/ 80963 h 112395"/>
                                <a:gd name="connsiteX146" fmla="*/ 32385 w 140017"/>
                                <a:gd name="connsiteY146" fmla="*/ 72390 h 112395"/>
                                <a:gd name="connsiteX147" fmla="*/ 41910 w 140017"/>
                                <a:gd name="connsiteY147" fmla="*/ 65722 h 112395"/>
                                <a:gd name="connsiteX148" fmla="*/ 51435 w 140017"/>
                                <a:gd name="connsiteY148" fmla="*/ 60960 h 112395"/>
                                <a:gd name="connsiteX149" fmla="*/ 60960 w 140017"/>
                                <a:gd name="connsiteY149" fmla="*/ 57150 h 112395"/>
                                <a:gd name="connsiteX150" fmla="*/ 78105 w 140017"/>
                                <a:gd name="connsiteY150" fmla="*/ 51435 h 112395"/>
                                <a:gd name="connsiteX151" fmla="*/ 83820 w 140017"/>
                                <a:gd name="connsiteY151" fmla="*/ 48578 h 112395"/>
                                <a:gd name="connsiteX152" fmla="*/ 88583 w 140017"/>
                                <a:gd name="connsiteY152" fmla="*/ 45720 h 112395"/>
                                <a:gd name="connsiteX153" fmla="*/ 90488 w 140017"/>
                                <a:gd name="connsiteY153" fmla="*/ 43815 h 112395"/>
                                <a:gd name="connsiteX154" fmla="*/ 95250 w 140017"/>
                                <a:gd name="connsiteY154" fmla="*/ 37147 h 112395"/>
                                <a:gd name="connsiteX155" fmla="*/ 98108 w 140017"/>
                                <a:gd name="connsiteY155" fmla="*/ 32385 h 112395"/>
                                <a:gd name="connsiteX156" fmla="*/ 100965 w 140017"/>
                                <a:gd name="connsiteY156" fmla="*/ 27622 h 112395"/>
                                <a:gd name="connsiteX157" fmla="*/ 106680 w 140017"/>
                                <a:gd name="connsiteY157" fmla="*/ 19050 h 112395"/>
                                <a:gd name="connsiteX158" fmla="*/ 107633 w 140017"/>
                                <a:gd name="connsiteY158" fmla="*/ 18097 h 112395"/>
                                <a:gd name="connsiteX159" fmla="*/ 106680 w 140017"/>
                                <a:gd name="connsiteY159" fmla="*/ 18097 h 112395"/>
                                <a:gd name="connsiteX160" fmla="*/ 100013 w 140017"/>
                                <a:gd name="connsiteY160" fmla="*/ 19050 h 112395"/>
                                <a:gd name="connsiteX161" fmla="*/ 96203 w 140017"/>
                                <a:gd name="connsiteY161" fmla="*/ 20003 h 112395"/>
                                <a:gd name="connsiteX162" fmla="*/ 91440 w 140017"/>
                                <a:gd name="connsiteY162" fmla="*/ 20003 h 112395"/>
                                <a:gd name="connsiteX163" fmla="*/ 81915 w 140017"/>
                                <a:gd name="connsiteY163" fmla="*/ 20955 h 112395"/>
                                <a:gd name="connsiteX164" fmla="*/ 71438 w 140017"/>
                                <a:gd name="connsiteY164" fmla="*/ 21908 h 112395"/>
                                <a:gd name="connsiteX165" fmla="*/ 60008 w 140017"/>
                                <a:gd name="connsiteY165" fmla="*/ 23813 h 112395"/>
                                <a:gd name="connsiteX166" fmla="*/ 47625 w 140017"/>
                                <a:gd name="connsiteY166" fmla="*/ 26670 h 112395"/>
                                <a:gd name="connsiteX167" fmla="*/ 35243 w 140017"/>
                                <a:gd name="connsiteY167" fmla="*/ 31433 h 112395"/>
                                <a:gd name="connsiteX168" fmla="*/ 23813 w 140017"/>
                                <a:gd name="connsiteY168" fmla="*/ 38100 h 112395"/>
                                <a:gd name="connsiteX169" fmla="*/ 19050 w 140017"/>
                                <a:gd name="connsiteY169" fmla="*/ 41910 h 112395"/>
                                <a:gd name="connsiteX170" fmla="*/ 14288 w 140017"/>
                                <a:gd name="connsiteY170" fmla="*/ 45720 h 112395"/>
                                <a:gd name="connsiteX171" fmla="*/ 9525 w 140017"/>
                                <a:gd name="connsiteY171" fmla="*/ 50483 h 112395"/>
                                <a:gd name="connsiteX172" fmla="*/ 5715 w 140017"/>
                                <a:gd name="connsiteY172" fmla="*/ 55245 h 112395"/>
                                <a:gd name="connsiteX173" fmla="*/ 1905 w 140017"/>
                                <a:gd name="connsiteY173" fmla="*/ 60008 h 112395"/>
                                <a:gd name="connsiteX174" fmla="*/ 0 w 140017"/>
                                <a:gd name="connsiteY174" fmla="*/ 63817 h 112395"/>
                                <a:gd name="connsiteX175" fmla="*/ 0 w 140017"/>
                                <a:gd name="connsiteY175" fmla="*/ 62865 h 112395"/>
                                <a:gd name="connsiteX176" fmla="*/ 953 w 140017"/>
                                <a:gd name="connsiteY176" fmla="*/ 60008 h 112395"/>
                                <a:gd name="connsiteX177" fmla="*/ 4763 w 140017"/>
                                <a:gd name="connsiteY177" fmla="*/ 54292 h 112395"/>
                                <a:gd name="connsiteX178" fmla="*/ 8572 w 140017"/>
                                <a:gd name="connsiteY178" fmla="*/ 48578 h 112395"/>
                                <a:gd name="connsiteX179" fmla="*/ 13335 w 140017"/>
                                <a:gd name="connsiteY179" fmla="*/ 43815 h 112395"/>
                                <a:gd name="connsiteX180" fmla="*/ 18097 w 140017"/>
                                <a:gd name="connsiteY180" fmla="*/ 39053 h 112395"/>
                                <a:gd name="connsiteX181" fmla="*/ 23813 w 140017"/>
                                <a:gd name="connsiteY181" fmla="*/ 35242 h 112395"/>
                                <a:gd name="connsiteX182" fmla="*/ 35243 w 140017"/>
                                <a:gd name="connsiteY182" fmla="*/ 28575 h 112395"/>
                                <a:gd name="connsiteX183" fmla="*/ 47625 w 140017"/>
                                <a:gd name="connsiteY183" fmla="*/ 23813 h 112395"/>
                                <a:gd name="connsiteX184" fmla="*/ 60008 w 140017"/>
                                <a:gd name="connsiteY184" fmla="*/ 20955 h 112395"/>
                                <a:gd name="connsiteX185" fmla="*/ 71438 w 140017"/>
                                <a:gd name="connsiteY185" fmla="*/ 19050 h 112395"/>
                                <a:gd name="connsiteX186" fmla="*/ 81915 w 140017"/>
                                <a:gd name="connsiteY186" fmla="*/ 17145 h 112395"/>
                                <a:gd name="connsiteX187" fmla="*/ 91440 w 140017"/>
                                <a:gd name="connsiteY187" fmla="*/ 16192 h 112395"/>
                                <a:gd name="connsiteX188" fmla="*/ 95250 w 140017"/>
                                <a:gd name="connsiteY188" fmla="*/ 16192 h 112395"/>
                                <a:gd name="connsiteX189" fmla="*/ 99060 w 140017"/>
                                <a:gd name="connsiteY189" fmla="*/ 15240 h 112395"/>
                                <a:gd name="connsiteX190" fmla="*/ 105728 w 140017"/>
                                <a:gd name="connsiteY190" fmla="*/ 14288 h 112395"/>
                                <a:gd name="connsiteX191" fmla="*/ 108585 w 140017"/>
                                <a:gd name="connsiteY191" fmla="*/ 14288 h 112395"/>
                                <a:gd name="connsiteX192" fmla="*/ 108585 w 140017"/>
                                <a:gd name="connsiteY192" fmla="*/ 14288 h 112395"/>
                                <a:gd name="connsiteX193" fmla="*/ 110490 w 140017"/>
                                <a:gd name="connsiteY193" fmla="*/ 10478 h 112395"/>
                                <a:gd name="connsiteX194" fmla="*/ 113347 w 140017"/>
                                <a:gd name="connsiteY194" fmla="*/ 4763 h 112395"/>
                                <a:gd name="connsiteX195" fmla="*/ 116205 w 140017"/>
                                <a:gd name="connsiteY195" fmla="*/ 0 h 112395"/>
                                <a:gd name="connsiteX196" fmla="*/ 120015 w 140017"/>
                                <a:gd name="connsiteY196" fmla="*/ 3810 h 112395"/>
                                <a:gd name="connsiteX197" fmla="*/ 119063 w 140017"/>
                                <a:gd name="connsiteY197" fmla="*/ 8572 h 112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40017" h="112395">
                                  <a:moveTo>
                                    <a:pt x="119063" y="8572"/>
                                  </a:moveTo>
                                  <a:cubicBezTo>
                                    <a:pt x="119063" y="8572"/>
                                    <a:pt x="119063" y="9525"/>
                                    <a:pt x="119063" y="9525"/>
                                  </a:cubicBezTo>
                                  <a:cubicBezTo>
                                    <a:pt x="119063" y="9525"/>
                                    <a:pt x="120015" y="11430"/>
                                    <a:pt x="120968" y="14288"/>
                                  </a:cubicBezTo>
                                  <a:cubicBezTo>
                                    <a:pt x="121920" y="17145"/>
                                    <a:pt x="123825" y="20955"/>
                                    <a:pt x="125730" y="25717"/>
                                  </a:cubicBezTo>
                                  <a:cubicBezTo>
                                    <a:pt x="127635" y="30480"/>
                                    <a:pt x="129540" y="36195"/>
                                    <a:pt x="132397" y="41910"/>
                                  </a:cubicBezTo>
                                  <a:cubicBezTo>
                                    <a:pt x="133350" y="42863"/>
                                    <a:pt x="133350" y="44767"/>
                                    <a:pt x="134303" y="45720"/>
                                  </a:cubicBezTo>
                                  <a:cubicBezTo>
                                    <a:pt x="134303" y="46672"/>
                                    <a:pt x="135255" y="47625"/>
                                    <a:pt x="135255" y="47625"/>
                                  </a:cubicBezTo>
                                  <a:lnTo>
                                    <a:pt x="135255" y="48578"/>
                                  </a:lnTo>
                                  <a:lnTo>
                                    <a:pt x="135255" y="49530"/>
                                  </a:lnTo>
                                  <a:lnTo>
                                    <a:pt x="135255" y="50483"/>
                                  </a:lnTo>
                                  <a:cubicBezTo>
                                    <a:pt x="136208" y="53340"/>
                                    <a:pt x="137160" y="56197"/>
                                    <a:pt x="138113" y="59055"/>
                                  </a:cubicBezTo>
                                  <a:cubicBezTo>
                                    <a:pt x="138113" y="60960"/>
                                    <a:pt x="139065" y="61913"/>
                                    <a:pt x="139065" y="63817"/>
                                  </a:cubicBezTo>
                                  <a:cubicBezTo>
                                    <a:pt x="139065" y="64770"/>
                                    <a:pt x="139065" y="66675"/>
                                    <a:pt x="140018" y="67628"/>
                                  </a:cubicBezTo>
                                  <a:cubicBezTo>
                                    <a:pt x="140018" y="68580"/>
                                    <a:pt x="140018" y="68580"/>
                                    <a:pt x="140018" y="69533"/>
                                  </a:cubicBezTo>
                                  <a:cubicBezTo>
                                    <a:pt x="140018" y="70485"/>
                                    <a:pt x="140018" y="70485"/>
                                    <a:pt x="140018" y="71438"/>
                                  </a:cubicBezTo>
                                  <a:cubicBezTo>
                                    <a:pt x="140018" y="72390"/>
                                    <a:pt x="140018" y="73342"/>
                                    <a:pt x="140018" y="75247"/>
                                  </a:cubicBezTo>
                                  <a:cubicBezTo>
                                    <a:pt x="140018" y="77153"/>
                                    <a:pt x="140018" y="79058"/>
                                    <a:pt x="140018" y="80963"/>
                                  </a:cubicBezTo>
                                  <a:cubicBezTo>
                                    <a:pt x="140018" y="82867"/>
                                    <a:pt x="140018" y="83820"/>
                                    <a:pt x="140018" y="85725"/>
                                  </a:cubicBezTo>
                                  <a:cubicBezTo>
                                    <a:pt x="140018" y="86678"/>
                                    <a:pt x="140018" y="87630"/>
                                    <a:pt x="140018" y="88583"/>
                                  </a:cubicBezTo>
                                  <a:cubicBezTo>
                                    <a:pt x="140018" y="89535"/>
                                    <a:pt x="140018" y="89535"/>
                                    <a:pt x="140018" y="90488"/>
                                  </a:cubicBezTo>
                                  <a:cubicBezTo>
                                    <a:pt x="140018" y="90488"/>
                                    <a:pt x="140018" y="90488"/>
                                    <a:pt x="140018" y="90488"/>
                                  </a:cubicBezTo>
                                  <a:lnTo>
                                    <a:pt x="140018" y="90488"/>
                                  </a:lnTo>
                                  <a:cubicBezTo>
                                    <a:pt x="140018" y="90488"/>
                                    <a:pt x="140018" y="90488"/>
                                    <a:pt x="140018" y="90488"/>
                                  </a:cubicBezTo>
                                  <a:cubicBezTo>
                                    <a:pt x="140018" y="90488"/>
                                    <a:pt x="140018" y="89535"/>
                                    <a:pt x="140018" y="88583"/>
                                  </a:cubicBezTo>
                                  <a:cubicBezTo>
                                    <a:pt x="140018" y="87630"/>
                                    <a:pt x="140018" y="86678"/>
                                    <a:pt x="140018" y="85725"/>
                                  </a:cubicBezTo>
                                  <a:cubicBezTo>
                                    <a:pt x="140018" y="84772"/>
                                    <a:pt x="140018" y="82867"/>
                                    <a:pt x="140018" y="80963"/>
                                  </a:cubicBezTo>
                                  <a:cubicBezTo>
                                    <a:pt x="140018" y="79058"/>
                                    <a:pt x="140018" y="77153"/>
                                    <a:pt x="139065" y="75247"/>
                                  </a:cubicBezTo>
                                  <a:cubicBezTo>
                                    <a:pt x="139065" y="74295"/>
                                    <a:pt x="139065" y="73342"/>
                                    <a:pt x="138113" y="71438"/>
                                  </a:cubicBezTo>
                                  <a:cubicBezTo>
                                    <a:pt x="138113" y="70485"/>
                                    <a:pt x="138113" y="70485"/>
                                    <a:pt x="138113" y="69533"/>
                                  </a:cubicBezTo>
                                  <a:cubicBezTo>
                                    <a:pt x="138113" y="68580"/>
                                    <a:pt x="138113" y="68580"/>
                                    <a:pt x="138113" y="67628"/>
                                  </a:cubicBezTo>
                                  <a:cubicBezTo>
                                    <a:pt x="138113" y="66675"/>
                                    <a:pt x="137160" y="64770"/>
                                    <a:pt x="137160" y="63817"/>
                                  </a:cubicBezTo>
                                  <a:cubicBezTo>
                                    <a:pt x="137160" y="62865"/>
                                    <a:pt x="136208" y="60960"/>
                                    <a:pt x="136208" y="60008"/>
                                  </a:cubicBezTo>
                                  <a:cubicBezTo>
                                    <a:pt x="135255" y="57150"/>
                                    <a:pt x="134303" y="54292"/>
                                    <a:pt x="133350" y="51435"/>
                                  </a:cubicBezTo>
                                  <a:lnTo>
                                    <a:pt x="133350" y="50483"/>
                                  </a:lnTo>
                                  <a:lnTo>
                                    <a:pt x="133350" y="49530"/>
                                  </a:lnTo>
                                  <a:lnTo>
                                    <a:pt x="133350" y="48578"/>
                                  </a:lnTo>
                                  <a:cubicBezTo>
                                    <a:pt x="133350" y="47625"/>
                                    <a:pt x="132397" y="46672"/>
                                    <a:pt x="132397" y="46672"/>
                                  </a:cubicBezTo>
                                  <a:cubicBezTo>
                                    <a:pt x="131445" y="45720"/>
                                    <a:pt x="131445" y="43815"/>
                                    <a:pt x="130493" y="42863"/>
                                  </a:cubicBezTo>
                                  <a:cubicBezTo>
                                    <a:pt x="127635" y="37147"/>
                                    <a:pt x="124778" y="32385"/>
                                    <a:pt x="122872" y="27622"/>
                                  </a:cubicBezTo>
                                  <a:cubicBezTo>
                                    <a:pt x="120015" y="20955"/>
                                    <a:pt x="118110" y="16192"/>
                                    <a:pt x="117158" y="13335"/>
                                  </a:cubicBezTo>
                                  <a:cubicBezTo>
                                    <a:pt x="117158" y="14288"/>
                                    <a:pt x="116205" y="14288"/>
                                    <a:pt x="116205" y="15240"/>
                                  </a:cubicBezTo>
                                  <a:cubicBezTo>
                                    <a:pt x="115253" y="16192"/>
                                    <a:pt x="115253" y="17145"/>
                                    <a:pt x="114300" y="19050"/>
                                  </a:cubicBezTo>
                                  <a:cubicBezTo>
                                    <a:pt x="113347" y="20003"/>
                                    <a:pt x="112395" y="20955"/>
                                    <a:pt x="111443" y="22860"/>
                                  </a:cubicBezTo>
                                  <a:cubicBezTo>
                                    <a:pt x="109538" y="25717"/>
                                    <a:pt x="107633" y="28575"/>
                                    <a:pt x="105728" y="31433"/>
                                  </a:cubicBezTo>
                                  <a:cubicBezTo>
                                    <a:pt x="105728" y="32385"/>
                                    <a:pt x="104775" y="32385"/>
                                    <a:pt x="104775" y="33338"/>
                                  </a:cubicBezTo>
                                  <a:cubicBezTo>
                                    <a:pt x="104775" y="33338"/>
                                    <a:pt x="104775" y="33338"/>
                                    <a:pt x="104775" y="33338"/>
                                  </a:cubicBezTo>
                                  <a:cubicBezTo>
                                    <a:pt x="104775" y="34290"/>
                                    <a:pt x="103822" y="36195"/>
                                    <a:pt x="103822" y="39053"/>
                                  </a:cubicBezTo>
                                  <a:cubicBezTo>
                                    <a:pt x="103822" y="40958"/>
                                    <a:pt x="103822" y="43815"/>
                                    <a:pt x="103822" y="45720"/>
                                  </a:cubicBezTo>
                                  <a:cubicBezTo>
                                    <a:pt x="103822" y="50483"/>
                                    <a:pt x="105728" y="57150"/>
                                    <a:pt x="106680" y="62865"/>
                                  </a:cubicBezTo>
                                  <a:cubicBezTo>
                                    <a:pt x="107633" y="65722"/>
                                    <a:pt x="108585" y="68580"/>
                                    <a:pt x="108585" y="71438"/>
                                  </a:cubicBezTo>
                                  <a:cubicBezTo>
                                    <a:pt x="108585" y="73342"/>
                                    <a:pt x="109538" y="74295"/>
                                    <a:pt x="109538" y="76200"/>
                                  </a:cubicBezTo>
                                  <a:cubicBezTo>
                                    <a:pt x="109538" y="77153"/>
                                    <a:pt x="109538" y="79058"/>
                                    <a:pt x="110490" y="80010"/>
                                  </a:cubicBezTo>
                                  <a:cubicBezTo>
                                    <a:pt x="110490" y="82867"/>
                                    <a:pt x="111443" y="84772"/>
                                    <a:pt x="111443" y="87630"/>
                                  </a:cubicBezTo>
                                  <a:cubicBezTo>
                                    <a:pt x="111443" y="88583"/>
                                    <a:pt x="111443" y="89535"/>
                                    <a:pt x="111443" y="90488"/>
                                  </a:cubicBezTo>
                                  <a:cubicBezTo>
                                    <a:pt x="111443" y="91440"/>
                                    <a:pt x="111443" y="92392"/>
                                    <a:pt x="111443" y="93345"/>
                                  </a:cubicBezTo>
                                  <a:cubicBezTo>
                                    <a:pt x="111443" y="96203"/>
                                    <a:pt x="110490" y="98108"/>
                                    <a:pt x="109538" y="100013"/>
                                  </a:cubicBezTo>
                                  <a:cubicBezTo>
                                    <a:pt x="109538" y="100013"/>
                                    <a:pt x="109538" y="100013"/>
                                    <a:pt x="109538" y="100965"/>
                                  </a:cubicBezTo>
                                  <a:cubicBezTo>
                                    <a:pt x="109538" y="100965"/>
                                    <a:pt x="109538" y="100965"/>
                                    <a:pt x="109538" y="101917"/>
                                  </a:cubicBezTo>
                                  <a:cubicBezTo>
                                    <a:pt x="109538" y="101917"/>
                                    <a:pt x="109538" y="101917"/>
                                    <a:pt x="109538" y="102870"/>
                                  </a:cubicBezTo>
                                  <a:cubicBezTo>
                                    <a:pt x="109538" y="102870"/>
                                    <a:pt x="109538" y="102870"/>
                                    <a:pt x="109538" y="103822"/>
                                  </a:cubicBezTo>
                                  <a:cubicBezTo>
                                    <a:pt x="109538" y="103822"/>
                                    <a:pt x="109538" y="103822"/>
                                    <a:pt x="109538" y="104775"/>
                                  </a:cubicBezTo>
                                  <a:cubicBezTo>
                                    <a:pt x="109538" y="104775"/>
                                    <a:pt x="108585" y="105728"/>
                                    <a:pt x="107633" y="105728"/>
                                  </a:cubicBezTo>
                                  <a:cubicBezTo>
                                    <a:pt x="107633" y="105728"/>
                                    <a:pt x="108585" y="104775"/>
                                    <a:pt x="108585" y="104775"/>
                                  </a:cubicBezTo>
                                  <a:cubicBezTo>
                                    <a:pt x="108585" y="104775"/>
                                    <a:pt x="108585" y="104775"/>
                                    <a:pt x="108585" y="103822"/>
                                  </a:cubicBezTo>
                                  <a:cubicBezTo>
                                    <a:pt x="108585" y="103822"/>
                                    <a:pt x="108585" y="103822"/>
                                    <a:pt x="108585" y="102870"/>
                                  </a:cubicBezTo>
                                  <a:cubicBezTo>
                                    <a:pt x="108585" y="102870"/>
                                    <a:pt x="108585" y="102870"/>
                                    <a:pt x="108585" y="101917"/>
                                  </a:cubicBezTo>
                                  <a:cubicBezTo>
                                    <a:pt x="108585" y="101917"/>
                                    <a:pt x="108585" y="101917"/>
                                    <a:pt x="108585" y="100965"/>
                                  </a:cubicBezTo>
                                  <a:cubicBezTo>
                                    <a:pt x="108585" y="100965"/>
                                    <a:pt x="108585" y="100965"/>
                                    <a:pt x="108585" y="100013"/>
                                  </a:cubicBezTo>
                                  <a:cubicBezTo>
                                    <a:pt x="109538" y="98108"/>
                                    <a:pt x="109538" y="97155"/>
                                    <a:pt x="109538" y="93345"/>
                                  </a:cubicBezTo>
                                  <a:cubicBezTo>
                                    <a:pt x="109538" y="92392"/>
                                    <a:pt x="109538" y="91440"/>
                                    <a:pt x="109538" y="90488"/>
                                  </a:cubicBezTo>
                                  <a:cubicBezTo>
                                    <a:pt x="109538" y="89535"/>
                                    <a:pt x="109538" y="88583"/>
                                    <a:pt x="109538" y="87630"/>
                                  </a:cubicBezTo>
                                  <a:cubicBezTo>
                                    <a:pt x="109538" y="85725"/>
                                    <a:pt x="108585" y="82867"/>
                                    <a:pt x="108585" y="80010"/>
                                  </a:cubicBezTo>
                                  <a:cubicBezTo>
                                    <a:pt x="108585" y="79058"/>
                                    <a:pt x="108585" y="77153"/>
                                    <a:pt x="107633" y="76200"/>
                                  </a:cubicBezTo>
                                  <a:cubicBezTo>
                                    <a:pt x="107633" y="74295"/>
                                    <a:pt x="106680" y="73342"/>
                                    <a:pt x="106680" y="71438"/>
                                  </a:cubicBezTo>
                                  <a:cubicBezTo>
                                    <a:pt x="105728" y="68580"/>
                                    <a:pt x="104775" y="65722"/>
                                    <a:pt x="104775" y="62865"/>
                                  </a:cubicBezTo>
                                  <a:cubicBezTo>
                                    <a:pt x="102870" y="57150"/>
                                    <a:pt x="101918" y="51435"/>
                                    <a:pt x="100965" y="45720"/>
                                  </a:cubicBezTo>
                                  <a:cubicBezTo>
                                    <a:pt x="100965" y="42863"/>
                                    <a:pt x="100965" y="40958"/>
                                    <a:pt x="100965" y="38100"/>
                                  </a:cubicBezTo>
                                  <a:cubicBezTo>
                                    <a:pt x="100965" y="38100"/>
                                    <a:pt x="100965" y="38100"/>
                                    <a:pt x="100965" y="37147"/>
                                  </a:cubicBezTo>
                                  <a:cubicBezTo>
                                    <a:pt x="100013" y="38100"/>
                                    <a:pt x="100013" y="39053"/>
                                    <a:pt x="99060" y="40005"/>
                                  </a:cubicBezTo>
                                  <a:cubicBezTo>
                                    <a:pt x="97155" y="42863"/>
                                    <a:pt x="94297" y="46672"/>
                                    <a:pt x="91440" y="49530"/>
                                  </a:cubicBezTo>
                                  <a:cubicBezTo>
                                    <a:pt x="89535" y="52388"/>
                                    <a:pt x="86678" y="55245"/>
                                    <a:pt x="84772" y="58103"/>
                                  </a:cubicBezTo>
                                  <a:cubicBezTo>
                                    <a:pt x="84772" y="58103"/>
                                    <a:pt x="84772" y="58103"/>
                                    <a:pt x="84772" y="59055"/>
                                  </a:cubicBezTo>
                                  <a:cubicBezTo>
                                    <a:pt x="84772" y="59055"/>
                                    <a:pt x="83820" y="60008"/>
                                    <a:pt x="83820" y="60960"/>
                                  </a:cubicBezTo>
                                  <a:cubicBezTo>
                                    <a:pt x="82868" y="62865"/>
                                    <a:pt x="82868" y="65722"/>
                                    <a:pt x="82868" y="68580"/>
                                  </a:cubicBezTo>
                                  <a:cubicBezTo>
                                    <a:pt x="82868" y="70485"/>
                                    <a:pt x="82868" y="72390"/>
                                    <a:pt x="82868" y="74295"/>
                                  </a:cubicBezTo>
                                  <a:cubicBezTo>
                                    <a:pt x="82868" y="76200"/>
                                    <a:pt x="82868" y="78105"/>
                                    <a:pt x="82868" y="80010"/>
                                  </a:cubicBezTo>
                                  <a:cubicBezTo>
                                    <a:pt x="82868" y="80963"/>
                                    <a:pt x="82868" y="81915"/>
                                    <a:pt x="82868" y="82867"/>
                                  </a:cubicBezTo>
                                  <a:cubicBezTo>
                                    <a:pt x="82868" y="83820"/>
                                    <a:pt x="82868" y="84772"/>
                                    <a:pt x="82868" y="85725"/>
                                  </a:cubicBezTo>
                                  <a:cubicBezTo>
                                    <a:pt x="82868" y="86678"/>
                                    <a:pt x="82868" y="87630"/>
                                    <a:pt x="82868" y="88583"/>
                                  </a:cubicBezTo>
                                  <a:cubicBezTo>
                                    <a:pt x="82868" y="89535"/>
                                    <a:pt x="82868" y="90488"/>
                                    <a:pt x="82868" y="91440"/>
                                  </a:cubicBezTo>
                                  <a:cubicBezTo>
                                    <a:pt x="82868" y="93345"/>
                                    <a:pt x="82868" y="95250"/>
                                    <a:pt x="81915" y="97155"/>
                                  </a:cubicBezTo>
                                  <a:cubicBezTo>
                                    <a:pt x="81915" y="99060"/>
                                    <a:pt x="80963" y="100965"/>
                                    <a:pt x="80963" y="102870"/>
                                  </a:cubicBezTo>
                                  <a:cubicBezTo>
                                    <a:pt x="80963" y="103822"/>
                                    <a:pt x="80963" y="104775"/>
                                    <a:pt x="80963" y="105728"/>
                                  </a:cubicBezTo>
                                  <a:cubicBezTo>
                                    <a:pt x="80963" y="106680"/>
                                    <a:pt x="80963" y="107633"/>
                                    <a:pt x="80963" y="108585"/>
                                  </a:cubicBezTo>
                                  <a:cubicBezTo>
                                    <a:pt x="80963" y="109538"/>
                                    <a:pt x="80963" y="109538"/>
                                    <a:pt x="80963" y="110490"/>
                                  </a:cubicBezTo>
                                  <a:cubicBezTo>
                                    <a:pt x="80963" y="111442"/>
                                    <a:pt x="80963" y="111442"/>
                                    <a:pt x="80963" y="112395"/>
                                  </a:cubicBezTo>
                                  <a:cubicBezTo>
                                    <a:pt x="80963" y="112395"/>
                                    <a:pt x="80963" y="112395"/>
                                    <a:pt x="80010" y="112395"/>
                                  </a:cubicBezTo>
                                  <a:cubicBezTo>
                                    <a:pt x="80010" y="111442"/>
                                    <a:pt x="80010" y="110490"/>
                                    <a:pt x="80010" y="109538"/>
                                  </a:cubicBezTo>
                                  <a:cubicBezTo>
                                    <a:pt x="80010" y="108585"/>
                                    <a:pt x="80010" y="107633"/>
                                    <a:pt x="80010" y="106680"/>
                                  </a:cubicBezTo>
                                  <a:cubicBezTo>
                                    <a:pt x="80010" y="105728"/>
                                    <a:pt x="80010" y="104775"/>
                                    <a:pt x="80010" y="103822"/>
                                  </a:cubicBezTo>
                                  <a:cubicBezTo>
                                    <a:pt x="80010" y="101917"/>
                                    <a:pt x="80010" y="100013"/>
                                    <a:pt x="80010" y="98108"/>
                                  </a:cubicBezTo>
                                  <a:cubicBezTo>
                                    <a:pt x="80010" y="96203"/>
                                    <a:pt x="80010" y="94297"/>
                                    <a:pt x="80010" y="92392"/>
                                  </a:cubicBezTo>
                                  <a:lnTo>
                                    <a:pt x="80010" y="90488"/>
                                  </a:lnTo>
                                  <a:lnTo>
                                    <a:pt x="80010" y="88583"/>
                                  </a:lnTo>
                                  <a:cubicBezTo>
                                    <a:pt x="80010" y="87630"/>
                                    <a:pt x="80010" y="86678"/>
                                    <a:pt x="80010" y="85725"/>
                                  </a:cubicBezTo>
                                  <a:cubicBezTo>
                                    <a:pt x="80010" y="84772"/>
                                    <a:pt x="80010" y="83820"/>
                                    <a:pt x="80010" y="82867"/>
                                  </a:cubicBezTo>
                                  <a:cubicBezTo>
                                    <a:pt x="80010" y="81915"/>
                                    <a:pt x="80010" y="80963"/>
                                    <a:pt x="80010" y="80010"/>
                                  </a:cubicBezTo>
                                  <a:cubicBezTo>
                                    <a:pt x="80010" y="78105"/>
                                    <a:pt x="80010" y="76200"/>
                                    <a:pt x="80010" y="74295"/>
                                  </a:cubicBezTo>
                                  <a:cubicBezTo>
                                    <a:pt x="80010" y="72390"/>
                                    <a:pt x="80010" y="70485"/>
                                    <a:pt x="79058" y="68580"/>
                                  </a:cubicBezTo>
                                  <a:cubicBezTo>
                                    <a:pt x="79058" y="66675"/>
                                    <a:pt x="79058" y="64770"/>
                                    <a:pt x="79058" y="63817"/>
                                  </a:cubicBezTo>
                                  <a:cubicBezTo>
                                    <a:pt x="77153" y="65722"/>
                                    <a:pt x="76200" y="67628"/>
                                    <a:pt x="75247" y="69533"/>
                                  </a:cubicBezTo>
                                  <a:cubicBezTo>
                                    <a:pt x="73343" y="73342"/>
                                    <a:pt x="70485" y="76200"/>
                                    <a:pt x="68580" y="80010"/>
                                  </a:cubicBezTo>
                                  <a:cubicBezTo>
                                    <a:pt x="67628" y="81915"/>
                                    <a:pt x="66675" y="83820"/>
                                    <a:pt x="65722" y="85725"/>
                                  </a:cubicBezTo>
                                  <a:cubicBezTo>
                                    <a:pt x="64770" y="87630"/>
                                    <a:pt x="63818" y="89535"/>
                                    <a:pt x="62865" y="91440"/>
                                  </a:cubicBezTo>
                                  <a:cubicBezTo>
                                    <a:pt x="60960" y="95250"/>
                                    <a:pt x="59055" y="99060"/>
                                    <a:pt x="58103" y="101917"/>
                                  </a:cubicBezTo>
                                  <a:cubicBezTo>
                                    <a:pt x="57150" y="103822"/>
                                    <a:pt x="57150" y="105728"/>
                                    <a:pt x="56197" y="107633"/>
                                  </a:cubicBezTo>
                                  <a:cubicBezTo>
                                    <a:pt x="56197" y="109538"/>
                                    <a:pt x="55245" y="110490"/>
                                    <a:pt x="55245" y="112395"/>
                                  </a:cubicBezTo>
                                  <a:cubicBezTo>
                                    <a:pt x="55245" y="112395"/>
                                    <a:pt x="54293" y="112395"/>
                                    <a:pt x="54293" y="112395"/>
                                  </a:cubicBezTo>
                                  <a:lnTo>
                                    <a:pt x="54293" y="112395"/>
                                  </a:lnTo>
                                  <a:cubicBezTo>
                                    <a:pt x="54293" y="110490"/>
                                    <a:pt x="55245" y="108585"/>
                                    <a:pt x="55245" y="107633"/>
                                  </a:cubicBezTo>
                                  <a:cubicBezTo>
                                    <a:pt x="55245" y="105728"/>
                                    <a:pt x="56197" y="103822"/>
                                    <a:pt x="56197" y="101917"/>
                                  </a:cubicBezTo>
                                  <a:cubicBezTo>
                                    <a:pt x="57150" y="98108"/>
                                    <a:pt x="59055" y="94297"/>
                                    <a:pt x="60960" y="90488"/>
                                  </a:cubicBezTo>
                                  <a:cubicBezTo>
                                    <a:pt x="61913" y="89535"/>
                                    <a:pt x="61913" y="88583"/>
                                    <a:pt x="61913" y="87630"/>
                                  </a:cubicBezTo>
                                  <a:cubicBezTo>
                                    <a:pt x="61913" y="86678"/>
                                    <a:pt x="62865" y="85725"/>
                                    <a:pt x="62865" y="84772"/>
                                  </a:cubicBezTo>
                                  <a:cubicBezTo>
                                    <a:pt x="62865" y="83820"/>
                                    <a:pt x="63818" y="82867"/>
                                    <a:pt x="64770" y="81915"/>
                                  </a:cubicBezTo>
                                  <a:cubicBezTo>
                                    <a:pt x="64770" y="80963"/>
                                    <a:pt x="65722" y="80010"/>
                                    <a:pt x="66675" y="79058"/>
                                  </a:cubicBezTo>
                                  <a:cubicBezTo>
                                    <a:pt x="68580" y="75247"/>
                                    <a:pt x="71438" y="72390"/>
                                    <a:pt x="73343" y="68580"/>
                                  </a:cubicBezTo>
                                  <a:cubicBezTo>
                                    <a:pt x="75247" y="64770"/>
                                    <a:pt x="78105" y="60960"/>
                                    <a:pt x="80963" y="58103"/>
                                  </a:cubicBezTo>
                                  <a:cubicBezTo>
                                    <a:pt x="82868" y="55245"/>
                                    <a:pt x="83820" y="53340"/>
                                    <a:pt x="85725" y="50483"/>
                                  </a:cubicBezTo>
                                  <a:cubicBezTo>
                                    <a:pt x="84772" y="50483"/>
                                    <a:pt x="84772" y="51435"/>
                                    <a:pt x="83820" y="51435"/>
                                  </a:cubicBezTo>
                                  <a:cubicBezTo>
                                    <a:pt x="81915" y="52388"/>
                                    <a:pt x="80010" y="53340"/>
                                    <a:pt x="77153" y="54292"/>
                                  </a:cubicBezTo>
                                  <a:cubicBezTo>
                                    <a:pt x="72390" y="56197"/>
                                    <a:pt x="66675" y="58103"/>
                                    <a:pt x="60008" y="60008"/>
                                  </a:cubicBezTo>
                                  <a:cubicBezTo>
                                    <a:pt x="57150" y="60960"/>
                                    <a:pt x="53340" y="61913"/>
                                    <a:pt x="50483" y="62865"/>
                                  </a:cubicBezTo>
                                  <a:cubicBezTo>
                                    <a:pt x="47625" y="63817"/>
                                    <a:pt x="43815" y="65722"/>
                                    <a:pt x="40958" y="67628"/>
                                  </a:cubicBezTo>
                                  <a:cubicBezTo>
                                    <a:pt x="38100" y="69533"/>
                                    <a:pt x="34290" y="71438"/>
                                    <a:pt x="31433" y="74295"/>
                                  </a:cubicBezTo>
                                  <a:cubicBezTo>
                                    <a:pt x="28575" y="77153"/>
                                    <a:pt x="25718" y="80010"/>
                                    <a:pt x="22860" y="82867"/>
                                  </a:cubicBezTo>
                                  <a:cubicBezTo>
                                    <a:pt x="21908" y="84772"/>
                                    <a:pt x="20955" y="86678"/>
                                    <a:pt x="19050" y="87630"/>
                                  </a:cubicBezTo>
                                  <a:cubicBezTo>
                                    <a:pt x="18097" y="89535"/>
                                    <a:pt x="17145" y="91440"/>
                                    <a:pt x="16193" y="93345"/>
                                  </a:cubicBezTo>
                                  <a:cubicBezTo>
                                    <a:pt x="16193" y="94297"/>
                                    <a:pt x="15240" y="95250"/>
                                    <a:pt x="15240" y="96203"/>
                                  </a:cubicBezTo>
                                  <a:cubicBezTo>
                                    <a:pt x="15240" y="97155"/>
                                    <a:pt x="14288" y="98108"/>
                                    <a:pt x="14288" y="99060"/>
                                  </a:cubicBezTo>
                                  <a:cubicBezTo>
                                    <a:pt x="13335" y="100965"/>
                                    <a:pt x="13335" y="102870"/>
                                    <a:pt x="12383" y="104775"/>
                                  </a:cubicBezTo>
                                  <a:cubicBezTo>
                                    <a:pt x="12383" y="104775"/>
                                    <a:pt x="12383" y="105728"/>
                                    <a:pt x="12383" y="105728"/>
                                  </a:cubicBezTo>
                                  <a:cubicBezTo>
                                    <a:pt x="12383" y="105728"/>
                                    <a:pt x="12383" y="105728"/>
                                    <a:pt x="12383" y="105728"/>
                                  </a:cubicBezTo>
                                  <a:lnTo>
                                    <a:pt x="12383" y="104775"/>
                                  </a:lnTo>
                                  <a:cubicBezTo>
                                    <a:pt x="13335" y="100965"/>
                                    <a:pt x="15240" y="96203"/>
                                    <a:pt x="17145" y="92392"/>
                                  </a:cubicBezTo>
                                  <a:cubicBezTo>
                                    <a:pt x="19050" y="88583"/>
                                    <a:pt x="20955" y="84772"/>
                                    <a:pt x="23813" y="80963"/>
                                  </a:cubicBezTo>
                                  <a:cubicBezTo>
                                    <a:pt x="26670" y="77153"/>
                                    <a:pt x="29528" y="74295"/>
                                    <a:pt x="32385" y="72390"/>
                                  </a:cubicBezTo>
                                  <a:cubicBezTo>
                                    <a:pt x="35243" y="69533"/>
                                    <a:pt x="38100" y="67628"/>
                                    <a:pt x="41910" y="65722"/>
                                  </a:cubicBezTo>
                                  <a:cubicBezTo>
                                    <a:pt x="44768" y="63817"/>
                                    <a:pt x="48578" y="61913"/>
                                    <a:pt x="51435" y="60960"/>
                                  </a:cubicBezTo>
                                  <a:cubicBezTo>
                                    <a:pt x="54293" y="60008"/>
                                    <a:pt x="58103" y="58103"/>
                                    <a:pt x="60960" y="57150"/>
                                  </a:cubicBezTo>
                                  <a:cubicBezTo>
                                    <a:pt x="67628" y="55245"/>
                                    <a:pt x="73343" y="53340"/>
                                    <a:pt x="78105" y="51435"/>
                                  </a:cubicBezTo>
                                  <a:cubicBezTo>
                                    <a:pt x="80010" y="50483"/>
                                    <a:pt x="82868" y="49530"/>
                                    <a:pt x="83820" y="48578"/>
                                  </a:cubicBezTo>
                                  <a:cubicBezTo>
                                    <a:pt x="85725" y="47625"/>
                                    <a:pt x="86678" y="46672"/>
                                    <a:pt x="88583" y="45720"/>
                                  </a:cubicBezTo>
                                  <a:cubicBezTo>
                                    <a:pt x="89535" y="44767"/>
                                    <a:pt x="90488" y="44767"/>
                                    <a:pt x="90488" y="43815"/>
                                  </a:cubicBezTo>
                                  <a:cubicBezTo>
                                    <a:pt x="92393" y="41910"/>
                                    <a:pt x="93345" y="39053"/>
                                    <a:pt x="95250" y="37147"/>
                                  </a:cubicBezTo>
                                  <a:cubicBezTo>
                                    <a:pt x="96203" y="35242"/>
                                    <a:pt x="97155" y="34290"/>
                                    <a:pt x="98108" y="32385"/>
                                  </a:cubicBezTo>
                                  <a:cubicBezTo>
                                    <a:pt x="99060" y="30480"/>
                                    <a:pt x="100013" y="29528"/>
                                    <a:pt x="100965" y="27622"/>
                                  </a:cubicBezTo>
                                  <a:cubicBezTo>
                                    <a:pt x="102870" y="24765"/>
                                    <a:pt x="104775" y="21908"/>
                                    <a:pt x="106680" y="19050"/>
                                  </a:cubicBezTo>
                                  <a:cubicBezTo>
                                    <a:pt x="106680" y="19050"/>
                                    <a:pt x="106680" y="18097"/>
                                    <a:pt x="107633" y="18097"/>
                                  </a:cubicBezTo>
                                  <a:cubicBezTo>
                                    <a:pt x="107633" y="18097"/>
                                    <a:pt x="106680" y="18097"/>
                                    <a:pt x="106680" y="18097"/>
                                  </a:cubicBezTo>
                                  <a:cubicBezTo>
                                    <a:pt x="104775" y="18097"/>
                                    <a:pt x="102870" y="18097"/>
                                    <a:pt x="100013" y="19050"/>
                                  </a:cubicBezTo>
                                  <a:cubicBezTo>
                                    <a:pt x="99060" y="19050"/>
                                    <a:pt x="97155" y="19050"/>
                                    <a:pt x="96203" y="20003"/>
                                  </a:cubicBezTo>
                                  <a:cubicBezTo>
                                    <a:pt x="95250" y="20003"/>
                                    <a:pt x="93345" y="20003"/>
                                    <a:pt x="91440" y="20003"/>
                                  </a:cubicBezTo>
                                  <a:cubicBezTo>
                                    <a:pt x="88583" y="20003"/>
                                    <a:pt x="84772" y="20955"/>
                                    <a:pt x="81915" y="20955"/>
                                  </a:cubicBezTo>
                                  <a:cubicBezTo>
                                    <a:pt x="78105" y="20955"/>
                                    <a:pt x="75247" y="21908"/>
                                    <a:pt x="71438" y="21908"/>
                                  </a:cubicBezTo>
                                  <a:cubicBezTo>
                                    <a:pt x="67628" y="22860"/>
                                    <a:pt x="63818" y="22860"/>
                                    <a:pt x="60008" y="23813"/>
                                  </a:cubicBezTo>
                                  <a:cubicBezTo>
                                    <a:pt x="56197" y="24765"/>
                                    <a:pt x="52388" y="25717"/>
                                    <a:pt x="47625" y="26670"/>
                                  </a:cubicBezTo>
                                  <a:cubicBezTo>
                                    <a:pt x="43815" y="27622"/>
                                    <a:pt x="39053" y="29528"/>
                                    <a:pt x="35243" y="31433"/>
                                  </a:cubicBezTo>
                                  <a:cubicBezTo>
                                    <a:pt x="31433" y="33338"/>
                                    <a:pt x="27622" y="35242"/>
                                    <a:pt x="23813" y="38100"/>
                                  </a:cubicBezTo>
                                  <a:cubicBezTo>
                                    <a:pt x="21908" y="39053"/>
                                    <a:pt x="20003" y="40958"/>
                                    <a:pt x="19050" y="41910"/>
                                  </a:cubicBezTo>
                                  <a:cubicBezTo>
                                    <a:pt x="17145" y="42863"/>
                                    <a:pt x="15240" y="44767"/>
                                    <a:pt x="14288" y="45720"/>
                                  </a:cubicBezTo>
                                  <a:cubicBezTo>
                                    <a:pt x="12383" y="47625"/>
                                    <a:pt x="11430" y="48578"/>
                                    <a:pt x="9525" y="50483"/>
                                  </a:cubicBezTo>
                                  <a:cubicBezTo>
                                    <a:pt x="7620" y="52388"/>
                                    <a:pt x="6668" y="54292"/>
                                    <a:pt x="5715" y="55245"/>
                                  </a:cubicBezTo>
                                  <a:cubicBezTo>
                                    <a:pt x="4763" y="57150"/>
                                    <a:pt x="3810" y="59055"/>
                                    <a:pt x="1905" y="60008"/>
                                  </a:cubicBezTo>
                                  <a:cubicBezTo>
                                    <a:pt x="953" y="60960"/>
                                    <a:pt x="953" y="61913"/>
                                    <a:pt x="0" y="63817"/>
                                  </a:cubicBezTo>
                                  <a:cubicBezTo>
                                    <a:pt x="0" y="63817"/>
                                    <a:pt x="0" y="62865"/>
                                    <a:pt x="0" y="62865"/>
                                  </a:cubicBezTo>
                                  <a:cubicBezTo>
                                    <a:pt x="0" y="61913"/>
                                    <a:pt x="953" y="60960"/>
                                    <a:pt x="953" y="60008"/>
                                  </a:cubicBezTo>
                                  <a:cubicBezTo>
                                    <a:pt x="1905" y="58103"/>
                                    <a:pt x="2858" y="56197"/>
                                    <a:pt x="4763" y="54292"/>
                                  </a:cubicBezTo>
                                  <a:cubicBezTo>
                                    <a:pt x="5715" y="52388"/>
                                    <a:pt x="7620" y="50483"/>
                                    <a:pt x="8572" y="48578"/>
                                  </a:cubicBezTo>
                                  <a:cubicBezTo>
                                    <a:pt x="9525" y="46672"/>
                                    <a:pt x="11430" y="45720"/>
                                    <a:pt x="13335" y="43815"/>
                                  </a:cubicBezTo>
                                  <a:cubicBezTo>
                                    <a:pt x="15240" y="41910"/>
                                    <a:pt x="16193" y="40958"/>
                                    <a:pt x="18097" y="39053"/>
                                  </a:cubicBezTo>
                                  <a:cubicBezTo>
                                    <a:pt x="20003" y="38100"/>
                                    <a:pt x="21908" y="36195"/>
                                    <a:pt x="23813" y="35242"/>
                                  </a:cubicBezTo>
                                  <a:cubicBezTo>
                                    <a:pt x="27622" y="33338"/>
                                    <a:pt x="31433" y="30480"/>
                                    <a:pt x="35243" y="28575"/>
                                  </a:cubicBezTo>
                                  <a:cubicBezTo>
                                    <a:pt x="39053" y="26670"/>
                                    <a:pt x="42863" y="24765"/>
                                    <a:pt x="47625" y="23813"/>
                                  </a:cubicBezTo>
                                  <a:cubicBezTo>
                                    <a:pt x="51435" y="22860"/>
                                    <a:pt x="56197" y="21908"/>
                                    <a:pt x="60008" y="20955"/>
                                  </a:cubicBezTo>
                                  <a:cubicBezTo>
                                    <a:pt x="63818" y="20003"/>
                                    <a:pt x="67628" y="19050"/>
                                    <a:pt x="71438" y="19050"/>
                                  </a:cubicBezTo>
                                  <a:cubicBezTo>
                                    <a:pt x="75247" y="18097"/>
                                    <a:pt x="79058" y="18097"/>
                                    <a:pt x="81915" y="17145"/>
                                  </a:cubicBezTo>
                                  <a:cubicBezTo>
                                    <a:pt x="85725" y="16192"/>
                                    <a:pt x="88583" y="16192"/>
                                    <a:pt x="91440" y="16192"/>
                                  </a:cubicBezTo>
                                  <a:cubicBezTo>
                                    <a:pt x="93345" y="16192"/>
                                    <a:pt x="94297" y="16192"/>
                                    <a:pt x="95250" y="16192"/>
                                  </a:cubicBezTo>
                                  <a:cubicBezTo>
                                    <a:pt x="96203" y="16192"/>
                                    <a:pt x="98108" y="16192"/>
                                    <a:pt x="99060" y="15240"/>
                                  </a:cubicBezTo>
                                  <a:cubicBezTo>
                                    <a:pt x="101918" y="15240"/>
                                    <a:pt x="103822" y="14288"/>
                                    <a:pt x="105728" y="14288"/>
                                  </a:cubicBezTo>
                                  <a:cubicBezTo>
                                    <a:pt x="106680" y="14288"/>
                                    <a:pt x="107633" y="14288"/>
                                    <a:pt x="108585" y="14288"/>
                                  </a:cubicBezTo>
                                  <a:lnTo>
                                    <a:pt x="108585" y="14288"/>
                                  </a:lnTo>
                                  <a:cubicBezTo>
                                    <a:pt x="109538" y="13335"/>
                                    <a:pt x="109538" y="11430"/>
                                    <a:pt x="110490" y="10478"/>
                                  </a:cubicBezTo>
                                  <a:cubicBezTo>
                                    <a:pt x="111443" y="8572"/>
                                    <a:pt x="113347" y="6667"/>
                                    <a:pt x="113347" y="4763"/>
                                  </a:cubicBezTo>
                                  <a:cubicBezTo>
                                    <a:pt x="115253" y="1905"/>
                                    <a:pt x="116205" y="0"/>
                                    <a:pt x="116205" y="0"/>
                                  </a:cubicBezTo>
                                  <a:cubicBezTo>
                                    <a:pt x="117158" y="953"/>
                                    <a:pt x="120015" y="3810"/>
                                    <a:pt x="120015" y="3810"/>
                                  </a:cubicBezTo>
                                  <a:cubicBezTo>
                                    <a:pt x="120968" y="5715"/>
                                    <a:pt x="120015" y="7620"/>
                                    <a:pt x="119063" y="8572"/>
                                  </a:cubicBezTo>
                                  <a:close/>
                                </a:path>
                              </a:pathLst>
                            </a:custGeom>
                            <a:grpFill/>
                            <a:ln w="9525" cap="flat">
                              <a:noFill/>
                              <a:prstDash val="solid"/>
                              <a:miter/>
                            </a:ln>
                          </p:spPr>
                          <p:txBody>
                            <a:bodyPr rtlCol="0" anchor="ctr"/>
                            <a:lstStyle/>
                            <a:p>
                              <a:endParaRPr lang="en-US"/>
                            </a:p>
                          </p:txBody>
                        </p:sp>
                      </p:grpSp>
                      <p:grpSp>
                        <p:nvGrpSpPr>
                          <p:cNvPr id="158" name="Graphic 2">
                            <a:extLst>
                              <a:ext uri="{FF2B5EF4-FFF2-40B4-BE49-F238E27FC236}">
                                <a16:creationId xmlns:a16="http://schemas.microsoft.com/office/drawing/2014/main" id="{AE736AF3-0337-429B-AEF1-DA4B52809559}"/>
                              </a:ext>
                            </a:extLst>
                          </p:cNvPr>
                          <p:cNvGrpSpPr/>
                          <p:nvPr/>
                        </p:nvGrpSpPr>
                        <p:grpSpPr>
                          <a:xfrm>
                            <a:off x="2662419" y="2318257"/>
                            <a:ext cx="85486" cy="73342"/>
                            <a:chOff x="2662419" y="2318257"/>
                            <a:chExt cx="85486" cy="73342"/>
                          </a:xfrm>
                          <a:grpFill/>
                        </p:grpSpPr>
                        <p:sp>
                          <p:nvSpPr>
                            <p:cNvPr id="159" name="Freeform: Shape 158">
                              <a:extLst>
                                <a:ext uri="{FF2B5EF4-FFF2-40B4-BE49-F238E27FC236}">
                                  <a16:creationId xmlns:a16="http://schemas.microsoft.com/office/drawing/2014/main" id="{82E1BFBF-284B-467B-9A06-D3B3C87E567B}"/>
                                </a:ext>
                              </a:extLst>
                            </p:cNvPr>
                            <p:cNvSpPr/>
                            <p:nvPr/>
                          </p:nvSpPr>
                          <p:spPr>
                            <a:xfrm>
                              <a:off x="2662419" y="2322305"/>
                              <a:ext cx="85486" cy="69294"/>
                            </a:xfrm>
                            <a:custGeom>
                              <a:avLst/>
                              <a:gdLst>
                                <a:gd name="connsiteX0" fmla="*/ 75247 w 85486"/>
                                <a:gd name="connsiteY0" fmla="*/ 11192 h 69294"/>
                                <a:gd name="connsiteX1" fmla="*/ 73343 w 85486"/>
                                <a:gd name="connsiteY1" fmla="*/ 8334 h 69294"/>
                                <a:gd name="connsiteX2" fmla="*/ 71438 w 85486"/>
                                <a:gd name="connsiteY2" fmla="*/ 5477 h 69294"/>
                                <a:gd name="connsiteX3" fmla="*/ 70485 w 85486"/>
                                <a:gd name="connsiteY3" fmla="*/ 3572 h 69294"/>
                                <a:gd name="connsiteX4" fmla="*/ 68580 w 85486"/>
                                <a:gd name="connsiteY4" fmla="*/ 1667 h 69294"/>
                                <a:gd name="connsiteX5" fmla="*/ 68580 w 85486"/>
                                <a:gd name="connsiteY5" fmla="*/ 1667 h 69294"/>
                                <a:gd name="connsiteX6" fmla="*/ 68580 w 85486"/>
                                <a:gd name="connsiteY6" fmla="*/ 1667 h 69294"/>
                                <a:gd name="connsiteX7" fmla="*/ 68580 w 85486"/>
                                <a:gd name="connsiteY7" fmla="*/ 1667 h 69294"/>
                                <a:gd name="connsiteX8" fmla="*/ 66675 w 85486"/>
                                <a:gd name="connsiteY8" fmla="*/ 1667 h 69294"/>
                                <a:gd name="connsiteX9" fmla="*/ 60960 w 85486"/>
                                <a:gd name="connsiteY9" fmla="*/ 714 h 69294"/>
                                <a:gd name="connsiteX10" fmla="*/ 41910 w 85486"/>
                                <a:gd name="connsiteY10" fmla="*/ 714 h 69294"/>
                                <a:gd name="connsiteX11" fmla="*/ 18097 w 85486"/>
                                <a:gd name="connsiteY11" fmla="*/ 10239 h 69294"/>
                                <a:gd name="connsiteX12" fmla="*/ 7620 w 85486"/>
                                <a:gd name="connsiteY12" fmla="*/ 21669 h 69294"/>
                                <a:gd name="connsiteX13" fmla="*/ 0 w 85486"/>
                                <a:gd name="connsiteY13" fmla="*/ 39767 h 69294"/>
                                <a:gd name="connsiteX14" fmla="*/ 0 w 85486"/>
                                <a:gd name="connsiteY14" fmla="*/ 40719 h 69294"/>
                                <a:gd name="connsiteX15" fmla="*/ 0 w 85486"/>
                                <a:gd name="connsiteY15" fmla="*/ 40719 h 69294"/>
                                <a:gd name="connsiteX16" fmla="*/ 0 w 85486"/>
                                <a:gd name="connsiteY16" fmla="*/ 45482 h 69294"/>
                                <a:gd name="connsiteX17" fmla="*/ 2857 w 85486"/>
                                <a:gd name="connsiteY17" fmla="*/ 55959 h 69294"/>
                                <a:gd name="connsiteX18" fmla="*/ 4763 w 85486"/>
                                <a:gd name="connsiteY18" fmla="*/ 59769 h 69294"/>
                                <a:gd name="connsiteX19" fmla="*/ 6668 w 85486"/>
                                <a:gd name="connsiteY19" fmla="*/ 62627 h 69294"/>
                                <a:gd name="connsiteX20" fmla="*/ 7620 w 85486"/>
                                <a:gd name="connsiteY20" fmla="*/ 63579 h 69294"/>
                                <a:gd name="connsiteX21" fmla="*/ 7620 w 85486"/>
                                <a:gd name="connsiteY21" fmla="*/ 63579 h 69294"/>
                                <a:gd name="connsiteX22" fmla="*/ 15240 w 85486"/>
                                <a:gd name="connsiteY22" fmla="*/ 68342 h 69294"/>
                                <a:gd name="connsiteX23" fmla="*/ 19050 w 85486"/>
                                <a:gd name="connsiteY23" fmla="*/ 69294 h 69294"/>
                                <a:gd name="connsiteX24" fmla="*/ 22860 w 85486"/>
                                <a:gd name="connsiteY24" fmla="*/ 69294 h 69294"/>
                                <a:gd name="connsiteX25" fmla="*/ 33338 w 85486"/>
                                <a:gd name="connsiteY25" fmla="*/ 66437 h 69294"/>
                                <a:gd name="connsiteX26" fmla="*/ 33338 w 85486"/>
                                <a:gd name="connsiteY26" fmla="*/ 66437 h 69294"/>
                                <a:gd name="connsiteX27" fmla="*/ 35243 w 85486"/>
                                <a:gd name="connsiteY27" fmla="*/ 64532 h 69294"/>
                                <a:gd name="connsiteX28" fmla="*/ 38100 w 85486"/>
                                <a:gd name="connsiteY28" fmla="*/ 65484 h 69294"/>
                                <a:gd name="connsiteX29" fmla="*/ 45720 w 85486"/>
                                <a:gd name="connsiteY29" fmla="*/ 67389 h 69294"/>
                                <a:gd name="connsiteX30" fmla="*/ 46672 w 85486"/>
                                <a:gd name="connsiteY30" fmla="*/ 67389 h 69294"/>
                                <a:gd name="connsiteX31" fmla="*/ 46672 w 85486"/>
                                <a:gd name="connsiteY31" fmla="*/ 67389 h 69294"/>
                                <a:gd name="connsiteX32" fmla="*/ 53340 w 85486"/>
                                <a:gd name="connsiteY32" fmla="*/ 65484 h 69294"/>
                                <a:gd name="connsiteX33" fmla="*/ 60007 w 85486"/>
                                <a:gd name="connsiteY33" fmla="*/ 60722 h 69294"/>
                                <a:gd name="connsiteX34" fmla="*/ 60960 w 85486"/>
                                <a:gd name="connsiteY34" fmla="*/ 59769 h 69294"/>
                                <a:gd name="connsiteX35" fmla="*/ 61913 w 85486"/>
                                <a:gd name="connsiteY35" fmla="*/ 58817 h 69294"/>
                                <a:gd name="connsiteX36" fmla="*/ 64770 w 85486"/>
                                <a:gd name="connsiteY36" fmla="*/ 56912 h 69294"/>
                                <a:gd name="connsiteX37" fmla="*/ 65722 w 85486"/>
                                <a:gd name="connsiteY37" fmla="*/ 56912 h 69294"/>
                                <a:gd name="connsiteX38" fmla="*/ 66675 w 85486"/>
                                <a:gd name="connsiteY38" fmla="*/ 56912 h 69294"/>
                                <a:gd name="connsiteX39" fmla="*/ 66675 w 85486"/>
                                <a:gd name="connsiteY39" fmla="*/ 56912 h 69294"/>
                                <a:gd name="connsiteX40" fmla="*/ 69532 w 85486"/>
                                <a:gd name="connsiteY40" fmla="*/ 55959 h 69294"/>
                                <a:gd name="connsiteX41" fmla="*/ 76200 w 85486"/>
                                <a:gd name="connsiteY41" fmla="*/ 54054 h 69294"/>
                                <a:gd name="connsiteX42" fmla="*/ 78105 w 85486"/>
                                <a:gd name="connsiteY42" fmla="*/ 54054 h 69294"/>
                                <a:gd name="connsiteX43" fmla="*/ 79057 w 85486"/>
                                <a:gd name="connsiteY43" fmla="*/ 54054 h 69294"/>
                                <a:gd name="connsiteX44" fmla="*/ 79057 w 85486"/>
                                <a:gd name="connsiteY44" fmla="*/ 54054 h 69294"/>
                                <a:gd name="connsiteX45" fmla="*/ 79057 w 85486"/>
                                <a:gd name="connsiteY45" fmla="*/ 54054 h 69294"/>
                                <a:gd name="connsiteX46" fmla="*/ 79057 w 85486"/>
                                <a:gd name="connsiteY46" fmla="*/ 54054 h 69294"/>
                                <a:gd name="connsiteX47" fmla="*/ 80010 w 85486"/>
                                <a:gd name="connsiteY47" fmla="*/ 54054 h 69294"/>
                                <a:gd name="connsiteX48" fmla="*/ 80963 w 85486"/>
                                <a:gd name="connsiteY48" fmla="*/ 54054 h 69294"/>
                                <a:gd name="connsiteX49" fmla="*/ 80963 w 85486"/>
                                <a:gd name="connsiteY49" fmla="*/ 54054 h 69294"/>
                                <a:gd name="connsiteX50" fmla="*/ 81915 w 85486"/>
                                <a:gd name="connsiteY50" fmla="*/ 53102 h 69294"/>
                                <a:gd name="connsiteX51" fmla="*/ 82868 w 85486"/>
                                <a:gd name="connsiteY51" fmla="*/ 52149 h 69294"/>
                                <a:gd name="connsiteX52" fmla="*/ 84772 w 85486"/>
                                <a:gd name="connsiteY52" fmla="*/ 48339 h 69294"/>
                                <a:gd name="connsiteX53" fmla="*/ 84772 w 85486"/>
                                <a:gd name="connsiteY53" fmla="*/ 37862 h 69294"/>
                                <a:gd name="connsiteX54" fmla="*/ 81915 w 85486"/>
                                <a:gd name="connsiteY54" fmla="*/ 27384 h 69294"/>
                                <a:gd name="connsiteX55" fmla="*/ 78105 w 85486"/>
                                <a:gd name="connsiteY55" fmla="*/ 17859 h 69294"/>
                                <a:gd name="connsiteX56" fmla="*/ 75247 w 85486"/>
                                <a:gd name="connsiteY56" fmla="*/ 11192 h 69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85486" h="69294">
                                  <a:moveTo>
                                    <a:pt x="75247" y="11192"/>
                                  </a:moveTo>
                                  <a:cubicBezTo>
                                    <a:pt x="74295" y="10239"/>
                                    <a:pt x="74295" y="9287"/>
                                    <a:pt x="73343" y="8334"/>
                                  </a:cubicBezTo>
                                  <a:cubicBezTo>
                                    <a:pt x="72390" y="7382"/>
                                    <a:pt x="71438" y="6429"/>
                                    <a:pt x="71438" y="5477"/>
                                  </a:cubicBezTo>
                                  <a:cubicBezTo>
                                    <a:pt x="71438" y="4524"/>
                                    <a:pt x="70485" y="4524"/>
                                    <a:pt x="70485" y="3572"/>
                                  </a:cubicBezTo>
                                  <a:cubicBezTo>
                                    <a:pt x="70485" y="3572"/>
                                    <a:pt x="68580" y="1667"/>
                                    <a:pt x="68580" y="1667"/>
                                  </a:cubicBezTo>
                                  <a:cubicBezTo>
                                    <a:pt x="68580" y="1667"/>
                                    <a:pt x="68580" y="1667"/>
                                    <a:pt x="68580" y="1667"/>
                                  </a:cubicBezTo>
                                  <a:cubicBezTo>
                                    <a:pt x="68580" y="1667"/>
                                    <a:pt x="68580" y="1667"/>
                                    <a:pt x="68580" y="1667"/>
                                  </a:cubicBezTo>
                                  <a:cubicBezTo>
                                    <a:pt x="68580" y="1667"/>
                                    <a:pt x="68580" y="1667"/>
                                    <a:pt x="68580" y="1667"/>
                                  </a:cubicBezTo>
                                  <a:cubicBezTo>
                                    <a:pt x="68580" y="1667"/>
                                    <a:pt x="67628" y="1667"/>
                                    <a:pt x="66675" y="1667"/>
                                  </a:cubicBezTo>
                                  <a:cubicBezTo>
                                    <a:pt x="65722" y="1667"/>
                                    <a:pt x="63818" y="714"/>
                                    <a:pt x="60960" y="714"/>
                                  </a:cubicBezTo>
                                  <a:cubicBezTo>
                                    <a:pt x="56197" y="-238"/>
                                    <a:pt x="49530" y="-238"/>
                                    <a:pt x="41910" y="714"/>
                                  </a:cubicBezTo>
                                  <a:cubicBezTo>
                                    <a:pt x="34290" y="1667"/>
                                    <a:pt x="25718" y="4524"/>
                                    <a:pt x="18097" y="10239"/>
                                  </a:cubicBezTo>
                                  <a:cubicBezTo>
                                    <a:pt x="14288" y="13097"/>
                                    <a:pt x="10478" y="16907"/>
                                    <a:pt x="7620" y="21669"/>
                                  </a:cubicBezTo>
                                  <a:cubicBezTo>
                                    <a:pt x="4763" y="26432"/>
                                    <a:pt x="1905" y="32147"/>
                                    <a:pt x="0" y="39767"/>
                                  </a:cubicBezTo>
                                  <a:cubicBezTo>
                                    <a:pt x="0" y="39767"/>
                                    <a:pt x="0" y="40719"/>
                                    <a:pt x="0" y="40719"/>
                                  </a:cubicBezTo>
                                  <a:cubicBezTo>
                                    <a:pt x="0" y="40719"/>
                                    <a:pt x="0" y="40719"/>
                                    <a:pt x="0" y="40719"/>
                                  </a:cubicBezTo>
                                  <a:cubicBezTo>
                                    <a:pt x="0" y="42624"/>
                                    <a:pt x="0" y="43577"/>
                                    <a:pt x="0" y="45482"/>
                                  </a:cubicBezTo>
                                  <a:cubicBezTo>
                                    <a:pt x="0" y="49292"/>
                                    <a:pt x="953" y="53102"/>
                                    <a:pt x="2857" y="55959"/>
                                  </a:cubicBezTo>
                                  <a:cubicBezTo>
                                    <a:pt x="3810" y="56912"/>
                                    <a:pt x="3810" y="58817"/>
                                    <a:pt x="4763" y="59769"/>
                                  </a:cubicBezTo>
                                  <a:cubicBezTo>
                                    <a:pt x="5715" y="60722"/>
                                    <a:pt x="5715" y="61674"/>
                                    <a:pt x="6668" y="62627"/>
                                  </a:cubicBezTo>
                                  <a:cubicBezTo>
                                    <a:pt x="6668" y="62627"/>
                                    <a:pt x="7620" y="63579"/>
                                    <a:pt x="7620" y="63579"/>
                                  </a:cubicBezTo>
                                  <a:cubicBezTo>
                                    <a:pt x="7620" y="63579"/>
                                    <a:pt x="7620" y="63579"/>
                                    <a:pt x="7620" y="63579"/>
                                  </a:cubicBezTo>
                                  <a:cubicBezTo>
                                    <a:pt x="9525" y="66437"/>
                                    <a:pt x="12382" y="67389"/>
                                    <a:pt x="15240" y="68342"/>
                                  </a:cubicBezTo>
                                  <a:cubicBezTo>
                                    <a:pt x="16193" y="69294"/>
                                    <a:pt x="18097" y="69294"/>
                                    <a:pt x="19050" y="69294"/>
                                  </a:cubicBezTo>
                                  <a:cubicBezTo>
                                    <a:pt x="20003" y="69294"/>
                                    <a:pt x="20955" y="69294"/>
                                    <a:pt x="22860" y="69294"/>
                                  </a:cubicBezTo>
                                  <a:cubicBezTo>
                                    <a:pt x="27622" y="69294"/>
                                    <a:pt x="31432" y="67389"/>
                                    <a:pt x="33338" y="66437"/>
                                  </a:cubicBezTo>
                                  <a:cubicBezTo>
                                    <a:pt x="33338" y="66437"/>
                                    <a:pt x="33338" y="66437"/>
                                    <a:pt x="33338" y="66437"/>
                                  </a:cubicBezTo>
                                  <a:cubicBezTo>
                                    <a:pt x="34290" y="65484"/>
                                    <a:pt x="35243" y="65484"/>
                                    <a:pt x="35243" y="64532"/>
                                  </a:cubicBezTo>
                                  <a:cubicBezTo>
                                    <a:pt x="36195" y="64532"/>
                                    <a:pt x="37147" y="65484"/>
                                    <a:pt x="38100" y="65484"/>
                                  </a:cubicBezTo>
                                  <a:cubicBezTo>
                                    <a:pt x="40957" y="66437"/>
                                    <a:pt x="43815" y="67389"/>
                                    <a:pt x="45720" y="67389"/>
                                  </a:cubicBezTo>
                                  <a:cubicBezTo>
                                    <a:pt x="45720" y="67389"/>
                                    <a:pt x="46672" y="67389"/>
                                    <a:pt x="46672" y="67389"/>
                                  </a:cubicBezTo>
                                  <a:cubicBezTo>
                                    <a:pt x="46672" y="67389"/>
                                    <a:pt x="46672" y="67389"/>
                                    <a:pt x="46672" y="67389"/>
                                  </a:cubicBezTo>
                                  <a:cubicBezTo>
                                    <a:pt x="49530" y="67389"/>
                                    <a:pt x="51435" y="66437"/>
                                    <a:pt x="53340" y="65484"/>
                                  </a:cubicBezTo>
                                  <a:cubicBezTo>
                                    <a:pt x="55245" y="64532"/>
                                    <a:pt x="57150" y="62627"/>
                                    <a:pt x="60007" y="60722"/>
                                  </a:cubicBezTo>
                                  <a:cubicBezTo>
                                    <a:pt x="60007" y="60722"/>
                                    <a:pt x="60960" y="60722"/>
                                    <a:pt x="60960" y="59769"/>
                                  </a:cubicBezTo>
                                  <a:cubicBezTo>
                                    <a:pt x="60960" y="59769"/>
                                    <a:pt x="61913" y="59769"/>
                                    <a:pt x="61913" y="58817"/>
                                  </a:cubicBezTo>
                                  <a:cubicBezTo>
                                    <a:pt x="62865" y="57864"/>
                                    <a:pt x="63818" y="57864"/>
                                    <a:pt x="64770" y="56912"/>
                                  </a:cubicBezTo>
                                  <a:cubicBezTo>
                                    <a:pt x="64770" y="56912"/>
                                    <a:pt x="65722" y="56912"/>
                                    <a:pt x="65722" y="56912"/>
                                  </a:cubicBezTo>
                                  <a:cubicBezTo>
                                    <a:pt x="65722" y="56912"/>
                                    <a:pt x="65722" y="56912"/>
                                    <a:pt x="66675" y="56912"/>
                                  </a:cubicBezTo>
                                  <a:lnTo>
                                    <a:pt x="66675" y="56912"/>
                                  </a:lnTo>
                                  <a:cubicBezTo>
                                    <a:pt x="66675" y="56912"/>
                                    <a:pt x="67628" y="55959"/>
                                    <a:pt x="69532" y="55959"/>
                                  </a:cubicBezTo>
                                  <a:cubicBezTo>
                                    <a:pt x="70485" y="55959"/>
                                    <a:pt x="73343" y="55007"/>
                                    <a:pt x="76200" y="54054"/>
                                  </a:cubicBezTo>
                                  <a:cubicBezTo>
                                    <a:pt x="77153" y="54054"/>
                                    <a:pt x="78105" y="54054"/>
                                    <a:pt x="78105" y="54054"/>
                                  </a:cubicBezTo>
                                  <a:cubicBezTo>
                                    <a:pt x="78105" y="54054"/>
                                    <a:pt x="79057" y="54054"/>
                                    <a:pt x="79057" y="54054"/>
                                  </a:cubicBezTo>
                                  <a:lnTo>
                                    <a:pt x="79057" y="54054"/>
                                  </a:lnTo>
                                  <a:lnTo>
                                    <a:pt x="79057" y="54054"/>
                                  </a:lnTo>
                                  <a:cubicBezTo>
                                    <a:pt x="79057" y="54054"/>
                                    <a:pt x="79057" y="54054"/>
                                    <a:pt x="79057" y="54054"/>
                                  </a:cubicBezTo>
                                  <a:cubicBezTo>
                                    <a:pt x="80010" y="54054"/>
                                    <a:pt x="80010" y="54054"/>
                                    <a:pt x="80010" y="54054"/>
                                  </a:cubicBezTo>
                                  <a:cubicBezTo>
                                    <a:pt x="80010" y="54054"/>
                                    <a:pt x="80010" y="54054"/>
                                    <a:pt x="80963" y="54054"/>
                                  </a:cubicBezTo>
                                  <a:lnTo>
                                    <a:pt x="80963" y="54054"/>
                                  </a:lnTo>
                                  <a:cubicBezTo>
                                    <a:pt x="80963" y="54054"/>
                                    <a:pt x="81915" y="53102"/>
                                    <a:pt x="81915" y="53102"/>
                                  </a:cubicBezTo>
                                  <a:cubicBezTo>
                                    <a:pt x="81915" y="53102"/>
                                    <a:pt x="82868" y="52149"/>
                                    <a:pt x="82868" y="52149"/>
                                  </a:cubicBezTo>
                                  <a:cubicBezTo>
                                    <a:pt x="83820" y="51197"/>
                                    <a:pt x="83820" y="50244"/>
                                    <a:pt x="84772" y="48339"/>
                                  </a:cubicBezTo>
                                  <a:cubicBezTo>
                                    <a:pt x="85725" y="45482"/>
                                    <a:pt x="85725" y="42624"/>
                                    <a:pt x="84772" y="37862"/>
                                  </a:cubicBezTo>
                                  <a:cubicBezTo>
                                    <a:pt x="83820" y="34052"/>
                                    <a:pt x="82868" y="31194"/>
                                    <a:pt x="81915" y="27384"/>
                                  </a:cubicBezTo>
                                  <a:cubicBezTo>
                                    <a:pt x="80963" y="24527"/>
                                    <a:pt x="80010" y="20717"/>
                                    <a:pt x="78105" y="17859"/>
                                  </a:cubicBezTo>
                                  <a:cubicBezTo>
                                    <a:pt x="78105" y="15954"/>
                                    <a:pt x="76200" y="13097"/>
                                    <a:pt x="75247" y="11192"/>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789C0B51-2417-4BDC-98CD-AEAD31EBF80E}"/>
                                </a:ext>
                              </a:extLst>
                            </p:cNvPr>
                            <p:cNvSpPr/>
                            <p:nvPr/>
                          </p:nvSpPr>
                          <p:spPr>
                            <a:xfrm>
                              <a:off x="2663371" y="2318257"/>
                              <a:ext cx="79057" cy="68579"/>
                            </a:xfrm>
                            <a:custGeom>
                              <a:avLst/>
                              <a:gdLst>
                                <a:gd name="connsiteX0" fmla="*/ 66675 w 79057"/>
                                <a:gd name="connsiteY0" fmla="*/ 9525 h 68579"/>
                                <a:gd name="connsiteX1" fmla="*/ 66675 w 79057"/>
                                <a:gd name="connsiteY1" fmla="*/ 9525 h 68579"/>
                                <a:gd name="connsiteX2" fmla="*/ 67628 w 79057"/>
                                <a:gd name="connsiteY2" fmla="*/ 12383 h 68579"/>
                                <a:gd name="connsiteX3" fmla="*/ 70485 w 79057"/>
                                <a:gd name="connsiteY3" fmla="*/ 19050 h 68579"/>
                                <a:gd name="connsiteX4" fmla="*/ 74295 w 79057"/>
                                <a:gd name="connsiteY4" fmla="*/ 28575 h 68579"/>
                                <a:gd name="connsiteX5" fmla="*/ 75247 w 79057"/>
                                <a:gd name="connsiteY5" fmla="*/ 31433 h 68579"/>
                                <a:gd name="connsiteX6" fmla="*/ 76200 w 79057"/>
                                <a:gd name="connsiteY6" fmla="*/ 32385 h 68579"/>
                                <a:gd name="connsiteX7" fmla="*/ 76200 w 79057"/>
                                <a:gd name="connsiteY7" fmla="*/ 32385 h 68579"/>
                                <a:gd name="connsiteX8" fmla="*/ 76200 w 79057"/>
                                <a:gd name="connsiteY8" fmla="*/ 32385 h 68579"/>
                                <a:gd name="connsiteX9" fmla="*/ 76200 w 79057"/>
                                <a:gd name="connsiteY9" fmla="*/ 33338 h 68579"/>
                                <a:gd name="connsiteX10" fmla="*/ 78105 w 79057"/>
                                <a:gd name="connsiteY10" fmla="*/ 38100 h 68579"/>
                                <a:gd name="connsiteX11" fmla="*/ 79057 w 79057"/>
                                <a:gd name="connsiteY11" fmla="*/ 40958 h 68579"/>
                                <a:gd name="connsiteX12" fmla="*/ 79057 w 79057"/>
                                <a:gd name="connsiteY12" fmla="*/ 42863 h 68579"/>
                                <a:gd name="connsiteX13" fmla="*/ 79057 w 79057"/>
                                <a:gd name="connsiteY13" fmla="*/ 43815 h 68579"/>
                                <a:gd name="connsiteX14" fmla="*/ 79057 w 79057"/>
                                <a:gd name="connsiteY14" fmla="*/ 44767 h 68579"/>
                                <a:gd name="connsiteX15" fmla="*/ 79057 w 79057"/>
                                <a:gd name="connsiteY15" fmla="*/ 46672 h 68579"/>
                                <a:gd name="connsiteX16" fmla="*/ 79057 w 79057"/>
                                <a:gd name="connsiteY16" fmla="*/ 50483 h 68579"/>
                                <a:gd name="connsiteX17" fmla="*/ 79057 w 79057"/>
                                <a:gd name="connsiteY17" fmla="*/ 53340 h 68579"/>
                                <a:gd name="connsiteX18" fmla="*/ 79057 w 79057"/>
                                <a:gd name="connsiteY18" fmla="*/ 55245 h 68579"/>
                                <a:gd name="connsiteX19" fmla="*/ 79057 w 79057"/>
                                <a:gd name="connsiteY19" fmla="*/ 56197 h 68579"/>
                                <a:gd name="connsiteX20" fmla="*/ 79057 w 79057"/>
                                <a:gd name="connsiteY20" fmla="*/ 56197 h 68579"/>
                                <a:gd name="connsiteX21" fmla="*/ 79057 w 79057"/>
                                <a:gd name="connsiteY21" fmla="*/ 56197 h 68579"/>
                                <a:gd name="connsiteX22" fmla="*/ 79057 w 79057"/>
                                <a:gd name="connsiteY22" fmla="*/ 56197 h 68579"/>
                                <a:gd name="connsiteX23" fmla="*/ 79057 w 79057"/>
                                <a:gd name="connsiteY23" fmla="*/ 55245 h 68579"/>
                                <a:gd name="connsiteX24" fmla="*/ 79057 w 79057"/>
                                <a:gd name="connsiteY24" fmla="*/ 53340 h 68579"/>
                                <a:gd name="connsiteX25" fmla="*/ 79057 w 79057"/>
                                <a:gd name="connsiteY25" fmla="*/ 50483 h 68579"/>
                                <a:gd name="connsiteX26" fmla="*/ 79057 w 79057"/>
                                <a:gd name="connsiteY26" fmla="*/ 46672 h 68579"/>
                                <a:gd name="connsiteX27" fmla="*/ 79057 w 79057"/>
                                <a:gd name="connsiteY27" fmla="*/ 44767 h 68579"/>
                                <a:gd name="connsiteX28" fmla="*/ 79057 w 79057"/>
                                <a:gd name="connsiteY28" fmla="*/ 43815 h 68579"/>
                                <a:gd name="connsiteX29" fmla="*/ 79057 w 79057"/>
                                <a:gd name="connsiteY29" fmla="*/ 42863 h 68579"/>
                                <a:gd name="connsiteX30" fmla="*/ 79057 w 79057"/>
                                <a:gd name="connsiteY30" fmla="*/ 40958 h 68579"/>
                                <a:gd name="connsiteX31" fmla="*/ 78105 w 79057"/>
                                <a:gd name="connsiteY31" fmla="*/ 38100 h 68579"/>
                                <a:gd name="connsiteX32" fmla="*/ 76200 w 79057"/>
                                <a:gd name="connsiteY32" fmla="*/ 33338 h 68579"/>
                                <a:gd name="connsiteX33" fmla="*/ 76200 w 79057"/>
                                <a:gd name="connsiteY33" fmla="*/ 32385 h 68579"/>
                                <a:gd name="connsiteX34" fmla="*/ 76200 w 79057"/>
                                <a:gd name="connsiteY34" fmla="*/ 32385 h 68579"/>
                                <a:gd name="connsiteX35" fmla="*/ 76200 w 79057"/>
                                <a:gd name="connsiteY35" fmla="*/ 32385 h 68579"/>
                                <a:gd name="connsiteX36" fmla="*/ 75247 w 79057"/>
                                <a:gd name="connsiteY36" fmla="*/ 31433 h 68579"/>
                                <a:gd name="connsiteX37" fmla="*/ 74295 w 79057"/>
                                <a:gd name="connsiteY37" fmla="*/ 28575 h 68579"/>
                                <a:gd name="connsiteX38" fmla="*/ 70485 w 79057"/>
                                <a:gd name="connsiteY38" fmla="*/ 19050 h 68579"/>
                                <a:gd name="connsiteX39" fmla="*/ 66675 w 79057"/>
                                <a:gd name="connsiteY39" fmla="*/ 10477 h 68579"/>
                                <a:gd name="connsiteX40" fmla="*/ 65722 w 79057"/>
                                <a:gd name="connsiteY40" fmla="*/ 11430 h 68579"/>
                                <a:gd name="connsiteX41" fmla="*/ 64770 w 79057"/>
                                <a:gd name="connsiteY41" fmla="*/ 13335 h 68579"/>
                                <a:gd name="connsiteX42" fmla="*/ 62865 w 79057"/>
                                <a:gd name="connsiteY42" fmla="*/ 15240 h 68579"/>
                                <a:gd name="connsiteX43" fmla="*/ 59055 w 79057"/>
                                <a:gd name="connsiteY43" fmla="*/ 20002 h 68579"/>
                                <a:gd name="connsiteX44" fmla="*/ 58103 w 79057"/>
                                <a:gd name="connsiteY44" fmla="*/ 20955 h 68579"/>
                                <a:gd name="connsiteX45" fmla="*/ 58103 w 79057"/>
                                <a:gd name="connsiteY45" fmla="*/ 20955 h 68579"/>
                                <a:gd name="connsiteX46" fmla="*/ 57150 w 79057"/>
                                <a:gd name="connsiteY46" fmla="*/ 23813 h 68579"/>
                                <a:gd name="connsiteX47" fmla="*/ 57150 w 79057"/>
                                <a:gd name="connsiteY47" fmla="*/ 27622 h 68579"/>
                                <a:gd name="connsiteX48" fmla="*/ 59055 w 79057"/>
                                <a:gd name="connsiteY48" fmla="*/ 38100 h 68579"/>
                                <a:gd name="connsiteX49" fmla="*/ 60007 w 79057"/>
                                <a:gd name="connsiteY49" fmla="*/ 43815 h 68579"/>
                                <a:gd name="connsiteX50" fmla="*/ 60960 w 79057"/>
                                <a:gd name="connsiteY50" fmla="*/ 46672 h 68579"/>
                                <a:gd name="connsiteX51" fmla="*/ 60960 w 79057"/>
                                <a:gd name="connsiteY51" fmla="*/ 49530 h 68579"/>
                                <a:gd name="connsiteX52" fmla="*/ 60960 w 79057"/>
                                <a:gd name="connsiteY52" fmla="*/ 54292 h 68579"/>
                                <a:gd name="connsiteX53" fmla="*/ 60960 w 79057"/>
                                <a:gd name="connsiteY53" fmla="*/ 56197 h 68579"/>
                                <a:gd name="connsiteX54" fmla="*/ 60960 w 79057"/>
                                <a:gd name="connsiteY54" fmla="*/ 58102 h 68579"/>
                                <a:gd name="connsiteX55" fmla="*/ 60007 w 79057"/>
                                <a:gd name="connsiteY55" fmla="*/ 61913 h 68579"/>
                                <a:gd name="connsiteX56" fmla="*/ 60007 w 79057"/>
                                <a:gd name="connsiteY56" fmla="*/ 61913 h 68579"/>
                                <a:gd name="connsiteX57" fmla="*/ 60007 w 79057"/>
                                <a:gd name="connsiteY57" fmla="*/ 61913 h 68579"/>
                                <a:gd name="connsiteX58" fmla="*/ 60007 w 79057"/>
                                <a:gd name="connsiteY58" fmla="*/ 61913 h 68579"/>
                                <a:gd name="connsiteX59" fmla="*/ 60007 w 79057"/>
                                <a:gd name="connsiteY59" fmla="*/ 61913 h 68579"/>
                                <a:gd name="connsiteX60" fmla="*/ 60007 w 79057"/>
                                <a:gd name="connsiteY60" fmla="*/ 61913 h 68579"/>
                                <a:gd name="connsiteX61" fmla="*/ 59055 w 79057"/>
                                <a:gd name="connsiteY61" fmla="*/ 62865 h 68579"/>
                                <a:gd name="connsiteX62" fmla="*/ 60007 w 79057"/>
                                <a:gd name="connsiteY62" fmla="*/ 61913 h 68579"/>
                                <a:gd name="connsiteX63" fmla="*/ 60007 w 79057"/>
                                <a:gd name="connsiteY63" fmla="*/ 61913 h 68579"/>
                                <a:gd name="connsiteX64" fmla="*/ 60007 w 79057"/>
                                <a:gd name="connsiteY64" fmla="*/ 61913 h 68579"/>
                                <a:gd name="connsiteX65" fmla="*/ 60007 w 79057"/>
                                <a:gd name="connsiteY65" fmla="*/ 61913 h 68579"/>
                                <a:gd name="connsiteX66" fmla="*/ 60007 w 79057"/>
                                <a:gd name="connsiteY66" fmla="*/ 61913 h 68579"/>
                                <a:gd name="connsiteX67" fmla="*/ 60007 w 79057"/>
                                <a:gd name="connsiteY67" fmla="*/ 61913 h 68579"/>
                                <a:gd name="connsiteX68" fmla="*/ 60960 w 79057"/>
                                <a:gd name="connsiteY68" fmla="*/ 58102 h 68579"/>
                                <a:gd name="connsiteX69" fmla="*/ 60960 w 79057"/>
                                <a:gd name="connsiteY69" fmla="*/ 56197 h 68579"/>
                                <a:gd name="connsiteX70" fmla="*/ 60960 w 79057"/>
                                <a:gd name="connsiteY70" fmla="*/ 54292 h 68579"/>
                                <a:gd name="connsiteX71" fmla="*/ 60007 w 79057"/>
                                <a:gd name="connsiteY71" fmla="*/ 49530 h 68579"/>
                                <a:gd name="connsiteX72" fmla="*/ 60007 w 79057"/>
                                <a:gd name="connsiteY72" fmla="*/ 46672 h 68579"/>
                                <a:gd name="connsiteX73" fmla="*/ 59055 w 79057"/>
                                <a:gd name="connsiteY73" fmla="*/ 43815 h 68579"/>
                                <a:gd name="connsiteX74" fmla="*/ 58103 w 79057"/>
                                <a:gd name="connsiteY74" fmla="*/ 38100 h 68579"/>
                                <a:gd name="connsiteX75" fmla="*/ 56197 w 79057"/>
                                <a:gd name="connsiteY75" fmla="*/ 27622 h 68579"/>
                                <a:gd name="connsiteX76" fmla="*/ 56197 w 79057"/>
                                <a:gd name="connsiteY76" fmla="*/ 22860 h 68579"/>
                                <a:gd name="connsiteX77" fmla="*/ 56197 w 79057"/>
                                <a:gd name="connsiteY77" fmla="*/ 22860 h 68579"/>
                                <a:gd name="connsiteX78" fmla="*/ 55245 w 79057"/>
                                <a:gd name="connsiteY78" fmla="*/ 24765 h 68579"/>
                                <a:gd name="connsiteX79" fmla="*/ 51435 w 79057"/>
                                <a:gd name="connsiteY79" fmla="*/ 30480 h 68579"/>
                                <a:gd name="connsiteX80" fmla="*/ 47625 w 79057"/>
                                <a:gd name="connsiteY80" fmla="*/ 35242 h 68579"/>
                                <a:gd name="connsiteX81" fmla="*/ 47625 w 79057"/>
                                <a:gd name="connsiteY81" fmla="*/ 35242 h 68579"/>
                                <a:gd name="connsiteX82" fmla="*/ 46672 w 79057"/>
                                <a:gd name="connsiteY82" fmla="*/ 36195 h 68579"/>
                                <a:gd name="connsiteX83" fmla="*/ 46672 w 79057"/>
                                <a:gd name="connsiteY83" fmla="*/ 40958 h 68579"/>
                                <a:gd name="connsiteX84" fmla="*/ 46672 w 79057"/>
                                <a:gd name="connsiteY84" fmla="*/ 43815 h 68579"/>
                                <a:gd name="connsiteX85" fmla="*/ 46672 w 79057"/>
                                <a:gd name="connsiteY85" fmla="*/ 47625 h 68579"/>
                                <a:gd name="connsiteX86" fmla="*/ 46672 w 79057"/>
                                <a:gd name="connsiteY86" fmla="*/ 49530 h 68579"/>
                                <a:gd name="connsiteX87" fmla="*/ 46672 w 79057"/>
                                <a:gd name="connsiteY87" fmla="*/ 51435 h 68579"/>
                                <a:gd name="connsiteX88" fmla="*/ 46672 w 79057"/>
                                <a:gd name="connsiteY88" fmla="*/ 53340 h 68579"/>
                                <a:gd name="connsiteX89" fmla="*/ 46672 w 79057"/>
                                <a:gd name="connsiteY89" fmla="*/ 55245 h 68579"/>
                                <a:gd name="connsiteX90" fmla="*/ 46672 w 79057"/>
                                <a:gd name="connsiteY90" fmla="*/ 59055 h 68579"/>
                                <a:gd name="connsiteX91" fmla="*/ 46672 w 79057"/>
                                <a:gd name="connsiteY91" fmla="*/ 62865 h 68579"/>
                                <a:gd name="connsiteX92" fmla="*/ 46672 w 79057"/>
                                <a:gd name="connsiteY92" fmla="*/ 64770 h 68579"/>
                                <a:gd name="connsiteX93" fmla="*/ 46672 w 79057"/>
                                <a:gd name="connsiteY93" fmla="*/ 66675 h 68579"/>
                                <a:gd name="connsiteX94" fmla="*/ 46672 w 79057"/>
                                <a:gd name="connsiteY94" fmla="*/ 67627 h 68579"/>
                                <a:gd name="connsiteX95" fmla="*/ 46672 w 79057"/>
                                <a:gd name="connsiteY95" fmla="*/ 68580 h 68579"/>
                                <a:gd name="connsiteX96" fmla="*/ 46672 w 79057"/>
                                <a:gd name="connsiteY96" fmla="*/ 68580 h 68579"/>
                                <a:gd name="connsiteX97" fmla="*/ 46672 w 79057"/>
                                <a:gd name="connsiteY97" fmla="*/ 66675 h 68579"/>
                                <a:gd name="connsiteX98" fmla="*/ 46672 w 79057"/>
                                <a:gd name="connsiteY98" fmla="*/ 64770 h 68579"/>
                                <a:gd name="connsiteX99" fmla="*/ 46672 w 79057"/>
                                <a:gd name="connsiteY99" fmla="*/ 62865 h 68579"/>
                                <a:gd name="connsiteX100" fmla="*/ 46672 w 79057"/>
                                <a:gd name="connsiteY100" fmla="*/ 59055 h 68579"/>
                                <a:gd name="connsiteX101" fmla="*/ 46672 w 79057"/>
                                <a:gd name="connsiteY101" fmla="*/ 55245 h 68579"/>
                                <a:gd name="connsiteX102" fmla="*/ 46672 w 79057"/>
                                <a:gd name="connsiteY102" fmla="*/ 54292 h 68579"/>
                                <a:gd name="connsiteX103" fmla="*/ 46672 w 79057"/>
                                <a:gd name="connsiteY103" fmla="*/ 53340 h 68579"/>
                                <a:gd name="connsiteX104" fmla="*/ 46672 w 79057"/>
                                <a:gd name="connsiteY104" fmla="*/ 51435 h 68579"/>
                                <a:gd name="connsiteX105" fmla="*/ 46672 w 79057"/>
                                <a:gd name="connsiteY105" fmla="*/ 49530 h 68579"/>
                                <a:gd name="connsiteX106" fmla="*/ 46672 w 79057"/>
                                <a:gd name="connsiteY106" fmla="*/ 47625 h 68579"/>
                                <a:gd name="connsiteX107" fmla="*/ 46672 w 79057"/>
                                <a:gd name="connsiteY107" fmla="*/ 43815 h 68579"/>
                                <a:gd name="connsiteX108" fmla="*/ 46672 w 79057"/>
                                <a:gd name="connsiteY108" fmla="*/ 40958 h 68579"/>
                                <a:gd name="connsiteX109" fmla="*/ 46672 w 79057"/>
                                <a:gd name="connsiteY109" fmla="*/ 38100 h 68579"/>
                                <a:gd name="connsiteX110" fmla="*/ 43815 w 79057"/>
                                <a:gd name="connsiteY110" fmla="*/ 41910 h 68579"/>
                                <a:gd name="connsiteX111" fmla="*/ 40005 w 79057"/>
                                <a:gd name="connsiteY111" fmla="*/ 48577 h 68579"/>
                                <a:gd name="connsiteX112" fmla="*/ 38100 w 79057"/>
                                <a:gd name="connsiteY112" fmla="*/ 51435 h 68579"/>
                                <a:gd name="connsiteX113" fmla="*/ 36195 w 79057"/>
                                <a:gd name="connsiteY113" fmla="*/ 54292 h 68579"/>
                                <a:gd name="connsiteX114" fmla="*/ 33338 w 79057"/>
                                <a:gd name="connsiteY114" fmla="*/ 60960 h 68579"/>
                                <a:gd name="connsiteX115" fmla="*/ 32385 w 79057"/>
                                <a:gd name="connsiteY115" fmla="*/ 63817 h 68579"/>
                                <a:gd name="connsiteX116" fmla="*/ 31432 w 79057"/>
                                <a:gd name="connsiteY116" fmla="*/ 66675 h 68579"/>
                                <a:gd name="connsiteX117" fmla="*/ 31432 w 79057"/>
                                <a:gd name="connsiteY117" fmla="*/ 66675 h 68579"/>
                                <a:gd name="connsiteX118" fmla="*/ 31432 w 79057"/>
                                <a:gd name="connsiteY118" fmla="*/ 66675 h 68579"/>
                                <a:gd name="connsiteX119" fmla="*/ 32385 w 79057"/>
                                <a:gd name="connsiteY119" fmla="*/ 63817 h 68579"/>
                                <a:gd name="connsiteX120" fmla="*/ 33338 w 79057"/>
                                <a:gd name="connsiteY120" fmla="*/ 60960 h 68579"/>
                                <a:gd name="connsiteX121" fmla="*/ 36195 w 79057"/>
                                <a:gd name="connsiteY121" fmla="*/ 54292 h 68579"/>
                                <a:gd name="connsiteX122" fmla="*/ 37147 w 79057"/>
                                <a:gd name="connsiteY122" fmla="*/ 52388 h 68579"/>
                                <a:gd name="connsiteX123" fmla="*/ 38100 w 79057"/>
                                <a:gd name="connsiteY123" fmla="*/ 50483 h 68579"/>
                                <a:gd name="connsiteX124" fmla="*/ 39053 w 79057"/>
                                <a:gd name="connsiteY124" fmla="*/ 48577 h 68579"/>
                                <a:gd name="connsiteX125" fmla="*/ 40005 w 79057"/>
                                <a:gd name="connsiteY125" fmla="*/ 46672 h 68579"/>
                                <a:gd name="connsiteX126" fmla="*/ 43815 w 79057"/>
                                <a:gd name="connsiteY126" fmla="*/ 40005 h 68579"/>
                                <a:gd name="connsiteX127" fmla="*/ 47625 w 79057"/>
                                <a:gd name="connsiteY127" fmla="*/ 33338 h 68579"/>
                                <a:gd name="connsiteX128" fmla="*/ 50482 w 79057"/>
                                <a:gd name="connsiteY128" fmla="*/ 28575 h 68579"/>
                                <a:gd name="connsiteX129" fmla="*/ 49530 w 79057"/>
                                <a:gd name="connsiteY129" fmla="*/ 29527 h 68579"/>
                                <a:gd name="connsiteX130" fmla="*/ 45720 w 79057"/>
                                <a:gd name="connsiteY130" fmla="*/ 31433 h 68579"/>
                                <a:gd name="connsiteX131" fmla="*/ 35242 w 79057"/>
                                <a:gd name="connsiteY131" fmla="*/ 34290 h 68579"/>
                                <a:gd name="connsiteX132" fmla="*/ 29528 w 79057"/>
                                <a:gd name="connsiteY132" fmla="*/ 36195 h 68579"/>
                                <a:gd name="connsiteX133" fmla="*/ 23813 w 79057"/>
                                <a:gd name="connsiteY133" fmla="*/ 39052 h 68579"/>
                                <a:gd name="connsiteX134" fmla="*/ 18097 w 79057"/>
                                <a:gd name="connsiteY134" fmla="*/ 42863 h 68579"/>
                                <a:gd name="connsiteX135" fmla="*/ 13335 w 79057"/>
                                <a:gd name="connsiteY135" fmla="*/ 47625 h 68579"/>
                                <a:gd name="connsiteX136" fmla="*/ 11430 w 79057"/>
                                <a:gd name="connsiteY136" fmla="*/ 50483 h 68579"/>
                                <a:gd name="connsiteX137" fmla="*/ 9525 w 79057"/>
                                <a:gd name="connsiteY137" fmla="*/ 53340 h 68579"/>
                                <a:gd name="connsiteX138" fmla="*/ 8572 w 79057"/>
                                <a:gd name="connsiteY138" fmla="*/ 55245 h 68579"/>
                                <a:gd name="connsiteX139" fmla="*/ 7620 w 79057"/>
                                <a:gd name="connsiteY139" fmla="*/ 57150 h 68579"/>
                                <a:gd name="connsiteX140" fmla="*/ 6667 w 79057"/>
                                <a:gd name="connsiteY140" fmla="*/ 60960 h 68579"/>
                                <a:gd name="connsiteX141" fmla="*/ 6667 w 79057"/>
                                <a:gd name="connsiteY141" fmla="*/ 61913 h 68579"/>
                                <a:gd name="connsiteX142" fmla="*/ 6667 w 79057"/>
                                <a:gd name="connsiteY142" fmla="*/ 61913 h 68579"/>
                                <a:gd name="connsiteX143" fmla="*/ 6667 w 79057"/>
                                <a:gd name="connsiteY143" fmla="*/ 60960 h 68579"/>
                                <a:gd name="connsiteX144" fmla="*/ 9525 w 79057"/>
                                <a:gd name="connsiteY144" fmla="*/ 53340 h 68579"/>
                                <a:gd name="connsiteX145" fmla="*/ 13335 w 79057"/>
                                <a:gd name="connsiteY145" fmla="*/ 46672 h 68579"/>
                                <a:gd name="connsiteX146" fmla="*/ 18097 w 79057"/>
                                <a:gd name="connsiteY146" fmla="*/ 40958 h 68579"/>
                                <a:gd name="connsiteX147" fmla="*/ 23813 w 79057"/>
                                <a:gd name="connsiteY147" fmla="*/ 37147 h 68579"/>
                                <a:gd name="connsiteX148" fmla="*/ 29528 w 79057"/>
                                <a:gd name="connsiteY148" fmla="*/ 34290 h 68579"/>
                                <a:gd name="connsiteX149" fmla="*/ 35242 w 79057"/>
                                <a:gd name="connsiteY149" fmla="*/ 32385 h 68579"/>
                                <a:gd name="connsiteX150" fmla="*/ 44767 w 79057"/>
                                <a:gd name="connsiteY150" fmla="*/ 29527 h 68579"/>
                                <a:gd name="connsiteX151" fmla="*/ 48578 w 79057"/>
                                <a:gd name="connsiteY151" fmla="*/ 27622 h 68579"/>
                                <a:gd name="connsiteX152" fmla="*/ 51435 w 79057"/>
                                <a:gd name="connsiteY152" fmla="*/ 25717 h 68579"/>
                                <a:gd name="connsiteX153" fmla="*/ 52388 w 79057"/>
                                <a:gd name="connsiteY153" fmla="*/ 24765 h 68579"/>
                                <a:gd name="connsiteX154" fmla="*/ 55245 w 79057"/>
                                <a:gd name="connsiteY154" fmla="*/ 20955 h 68579"/>
                                <a:gd name="connsiteX155" fmla="*/ 57150 w 79057"/>
                                <a:gd name="connsiteY155" fmla="*/ 18097 h 68579"/>
                                <a:gd name="connsiteX156" fmla="*/ 59055 w 79057"/>
                                <a:gd name="connsiteY156" fmla="*/ 15240 h 68579"/>
                                <a:gd name="connsiteX157" fmla="*/ 61913 w 79057"/>
                                <a:gd name="connsiteY157" fmla="*/ 10477 h 68579"/>
                                <a:gd name="connsiteX158" fmla="*/ 61913 w 79057"/>
                                <a:gd name="connsiteY158" fmla="*/ 10477 h 68579"/>
                                <a:gd name="connsiteX159" fmla="*/ 60960 w 79057"/>
                                <a:gd name="connsiteY159" fmla="*/ 10477 h 68579"/>
                                <a:gd name="connsiteX160" fmla="*/ 57150 w 79057"/>
                                <a:gd name="connsiteY160" fmla="*/ 10477 h 68579"/>
                                <a:gd name="connsiteX161" fmla="*/ 55245 w 79057"/>
                                <a:gd name="connsiteY161" fmla="*/ 10477 h 68579"/>
                                <a:gd name="connsiteX162" fmla="*/ 52388 w 79057"/>
                                <a:gd name="connsiteY162" fmla="*/ 10477 h 68579"/>
                                <a:gd name="connsiteX163" fmla="*/ 46672 w 79057"/>
                                <a:gd name="connsiteY163" fmla="*/ 11430 h 68579"/>
                                <a:gd name="connsiteX164" fmla="*/ 40005 w 79057"/>
                                <a:gd name="connsiteY164" fmla="*/ 12383 h 68579"/>
                                <a:gd name="connsiteX165" fmla="*/ 33338 w 79057"/>
                                <a:gd name="connsiteY165" fmla="*/ 13335 h 68579"/>
                                <a:gd name="connsiteX166" fmla="*/ 26670 w 79057"/>
                                <a:gd name="connsiteY166" fmla="*/ 15240 h 68579"/>
                                <a:gd name="connsiteX167" fmla="*/ 20003 w 79057"/>
                                <a:gd name="connsiteY167" fmla="*/ 18097 h 68579"/>
                                <a:gd name="connsiteX168" fmla="*/ 13335 w 79057"/>
                                <a:gd name="connsiteY168" fmla="*/ 21908 h 68579"/>
                                <a:gd name="connsiteX169" fmla="*/ 10478 w 79057"/>
                                <a:gd name="connsiteY169" fmla="*/ 23813 h 68579"/>
                                <a:gd name="connsiteX170" fmla="*/ 7620 w 79057"/>
                                <a:gd name="connsiteY170" fmla="*/ 26670 h 68579"/>
                                <a:gd name="connsiteX171" fmla="*/ 4763 w 79057"/>
                                <a:gd name="connsiteY171" fmla="*/ 29527 h 68579"/>
                                <a:gd name="connsiteX172" fmla="*/ 2857 w 79057"/>
                                <a:gd name="connsiteY172" fmla="*/ 32385 h 68579"/>
                                <a:gd name="connsiteX173" fmla="*/ 953 w 79057"/>
                                <a:gd name="connsiteY173" fmla="*/ 35242 h 68579"/>
                                <a:gd name="connsiteX174" fmla="*/ 0 w 79057"/>
                                <a:gd name="connsiteY174" fmla="*/ 37147 h 68579"/>
                                <a:gd name="connsiteX175" fmla="*/ 0 w 79057"/>
                                <a:gd name="connsiteY175" fmla="*/ 36195 h 68579"/>
                                <a:gd name="connsiteX176" fmla="*/ 953 w 79057"/>
                                <a:gd name="connsiteY176" fmla="*/ 35242 h 68579"/>
                                <a:gd name="connsiteX177" fmla="*/ 2857 w 79057"/>
                                <a:gd name="connsiteY177" fmla="*/ 32385 h 68579"/>
                                <a:gd name="connsiteX178" fmla="*/ 4763 w 79057"/>
                                <a:gd name="connsiteY178" fmla="*/ 29527 h 68579"/>
                                <a:gd name="connsiteX179" fmla="*/ 7620 w 79057"/>
                                <a:gd name="connsiteY179" fmla="*/ 26670 h 68579"/>
                                <a:gd name="connsiteX180" fmla="*/ 10478 w 79057"/>
                                <a:gd name="connsiteY180" fmla="*/ 23813 h 68579"/>
                                <a:gd name="connsiteX181" fmla="*/ 13335 w 79057"/>
                                <a:gd name="connsiteY181" fmla="*/ 20955 h 68579"/>
                                <a:gd name="connsiteX182" fmla="*/ 20003 w 79057"/>
                                <a:gd name="connsiteY182" fmla="*/ 17145 h 68579"/>
                                <a:gd name="connsiteX183" fmla="*/ 26670 w 79057"/>
                                <a:gd name="connsiteY183" fmla="*/ 14288 h 68579"/>
                                <a:gd name="connsiteX184" fmla="*/ 34290 w 79057"/>
                                <a:gd name="connsiteY184" fmla="*/ 12383 h 68579"/>
                                <a:gd name="connsiteX185" fmla="*/ 40957 w 79057"/>
                                <a:gd name="connsiteY185" fmla="*/ 11430 h 68579"/>
                                <a:gd name="connsiteX186" fmla="*/ 47625 w 79057"/>
                                <a:gd name="connsiteY186" fmla="*/ 10477 h 68579"/>
                                <a:gd name="connsiteX187" fmla="*/ 53340 w 79057"/>
                                <a:gd name="connsiteY187" fmla="*/ 9525 h 68579"/>
                                <a:gd name="connsiteX188" fmla="*/ 56197 w 79057"/>
                                <a:gd name="connsiteY188" fmla="*/ 9525 h 68579"/>
                                <a:gd name="connsiteX189" fmla="*/ 58103 w 79057"/>
                                <a:gd name="connsiteY189" fmla="*/ 9525 h 68579"/>
                                <a:gd name="connsiteX190" fmla="*/ 61913 w 79057"/>
                                <a:gd name="connsiteY190" fmla="*/ 8572 h 68579"/>
                                <a:gd name="connsiteX191" fmla="*/ 63817 w 79057"/>
                                <a:gd name="connsiteY191" fmla="*/ 8572 h 68579"/>
                                <a:gd name="connsiteX192" fmla="*/ 63817 w 79057"/>
                                <a:gd name="connsiteY192" fmla="*/ 8572 h 68579"/>
                                <a:gd name="connsiteX193" fmla="*/ 64770 w 79057"/>
                                <a:gd name="connsiteY193" fmla="*/ 6667 h 68579"/>
                                <a:gd name="connsiteX194" fmla="*/ 66675 w 79057"/>
                                <a:gd name="connsiteY194" fmla="*/ 2858 h 68579"/>
                                <a:gd name="connsiteX195" fmla="*/ 68580 w 79057"/>
                                <a:gd name="connsiteY195" fmla="*/ 0 h 68579"/>
                                <a:gd name="connsiteX196" fmla="*/ 70485 w 79057"/>
                                <a:gd name="connsiteY196" fmla="*/ 1905 h 68579"/>
                                <a:gd name="connsiteX197" fmla="*/ 66675 w 79057"/>
                                <a:gd name="connsiteY197" fmla="*/ 9525 h 68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79057" h="68579">
                                  <a:moveTo>
                                    <a:pt x="66675" y="9525"/>
                                  </a:moveTo>
                                  <a:cubicBezTo>
                                    <a:pt x="66675" y="9525"/>
                                    <a:pt x="66675" y="10477"/>
                                    <a:pt x="66675" y="9525"/>
                                  </a:cubicBezTo>
                                  <a:cubicBezTo>
                                    <a:pt x="66675" y="10477"/>
                                    <a:pt x="66675" y="11430"/>
                                    <a:pt x="67628" y="12383"/>
                                  </a:cubicBezTo>
                                  <a:cubicBezTo>
                                    <a:pt x="68580" y="14288"/>
                                    <a:pt x="68580" y="16192"/>
                                    <a:pt x="70485" y="19050"/>
                                  </a:cubicBezTo>
                                  <a:cubicBezTo>
                                    <a:pt x="71438" y="21908"/>
                                    <a:pt x="73342" y="24765"/>
                                    <a:pt x="74295" y="28575"/>
                                  </a:cubicBezTo>
                                  <a:cubicBezTo>
                                    <a:pt x="74295" y="29527"/>
                                    <a:pt x="75247" y="30480"/>
                                    <a:pt x="75247" y="31433"/>
                                  </a:cubicBezTo>
                                  <a:cubicBezTo>
                                    <a:pt x="75247" y="31433"/>
                                    <a:pt x="75247" y="32385"/>
                                    <a:pt x="76200" y="32385"/>
                                  </a:cubicBezTo>
                                  <a:lnTo>
                                    <a:pt x="76200" y="32385"/>
                                  </a:lnTo>
                                  <a:lnTo>
                                    <a:pt x="76200" y="32385"/>
                                  </a:lnTo>
                                  <a:lnTo>
                                    <a:pt x="76200" y="33338"/>
                                  </a:lnTo>
                                  <a:cubicBezTo>
                                    <a:pt x="77153" y="35242"/>
                                    <a:pt x="77153" y="37147"/>
                                    <a:pt x="78105" y="38100"/>
                                  </a:cubicBezTo>
                                  <a:cubicBezTo>
                                    <a:pt x="78105" y="39052"/>
                                    <a:pt x="79057" y="40005"/>
                                    <a:pt x="79057" y="40958"/>
                                  </a:cubicBezTo>
                                  <a:cubicBezTo>
                                    <a:pt x="79057" y="41910"/>
                                    <a:pt x="79057" y="42863"/>
                                    <a:pt x="79057" y="42863"/>
                                  </a:cubicBezTo>
                                  <a:cubicBezTo>
                                    <a:pt x="79057" y="42863"/>
                                    <a:pt x="79057" y="43815"/>
                                    <a:pt x="79057" y="43815"/>
                                  </a:cubicBezTo>
                                  <a:cubicBezTo>
                                    <a:pt x="79057" y="43815"/>
                                    <a:pt x="79057" y="44767"/>
                                    <a:pt x="79057" y="44767"/>
                                  </a:cubicBezTo>
                                  <a:cubicBezTo>
                                    <a:pt x="79057" y="45720"/>
                                    <a:pt x="79057" y="45720"/>
                                    <a:pt x="79057" y="46672"/>
                                  </a:cubicBezTo>
                                  <a:cubicBezTo>
                                    <a:pt x="79057" y="47625"/>
                                    <a:pt x="79057" y="49530"/>
                                    <a:pt x="79057" y="50483"/>
                                  </a:cubicBezTo>
                                  <a:cubicBezTo>
                                    <a:pt x="79057" y="51435"/>
                                    <a:pt x="79057" y="52388"/>
                                    <a:pt x="79057" y="53340"/>
                                  </a:cubicBezTo>
                                  <a:cubicBezTo>
                                    <a:pt x="79057" y="54292"/>
                                    <a:pt x="79057" y="54292"/>
                                    <a:pt x="79057" y="55245"/>
                                  </a:cubicBezTo>
                                  <a:cubicBezTo>
                                    <a:pt x="79057" y="55245"/>
                                    <a:pt x="79057" y="56197"/>
                                    <a:pt x="79057" y="56197"/>
                                  </a:cubicBezTo>
                                  <a:cubicBezTo>
                                    <a:pt x="79057" y="56197"/>
                                    <a:pt x="79057" y="56197"/>
                                    <a:pt x="79057" y="56197"/>
                                  </a:cubicBezTo>
                                  <a:lnTo>
                                    <a:pt x="79057" y="56197"/>
                                  </a:lnTo>
                                  <a:cubicBezTo>
                                    <a:pt x="79057" y="56197"/>
                                    <a:pt x="79057" y="56197"/>
                                    <a:pt x="79057" y="56197"/>
                                  </a:cubicBezTo>
                                  <a:cubicBezTo>
                                    <a:pt x="79057" y="56197"/>
                                    <a:pt x="79057" y="55245"/>
                                    <a:pt x="79057" y="55245"/>
                                  </a:cubicBezTo>
                                  <a:cubicBezTo>
                                    <a:pt x="79057" y="55245"/>
                                    <a:pt x="79057" y="54292"/>
                                    <a:pt x="79057" y="53340"/>
                                  </a:cubicBezTo>
                                  <a:cubicBezTo>
                                    <a:pt x="79057" y="52388"/>
                                    <a:pt x="79057" y="51435"/>
                                    <a:pt x="79057" y="50483"/>
                                  </a:cubicBezTo>
                                  <a:cubicBezTo>
                                    <a:pt x="79057" y="49530"/>
                                    <a:pt x="79057" y="48577"/>
                                    <a:pt x="79057" y="46672"/>
                                  </a:cubicBezTo>
                                  <a:cubicBezTo>
                                    <a:pt x="79057" y="45720"/>
                                    <a:pt x="79057" y="45720"/>
                                    <a:pt x="79057" y="44767"/>
                                  </a:cubicBezTo>
                                  <a:cubicBezTo>
                                    <a:pt x="79057" y="44767"/>
                                    <a:pt x="79057" y="43815"/>
                                    <a:pt x="79057" y="43815"/>
                                  </a:cubicBezTo>
                                  <a:cubicBezTo>
                                    <a:pt x="79057" y="43815"/>
                                    <a:pt x="79057" y="42863"/>
                                    <a:pt x="79057" y="42863"/>
                                  </a:cubicBezTo>
                                  <a:cubicBezTo>
                                    <a:pt x="79057" y="41910"/>
                                    <a:pt x="79057" y="40958"/>
                                    <a:pt x="79057" y="40958"/>
                                  </a:cubicBezTo>
                                  <a:cubicBezTo>
                                    <a:pt x="79057" y="40005"/>
                                    <a:pt x="79057" y="39052"/>
                                    <a:pt x="78105" y="38100"/>
                                  </a:cubicBezTo>
                                  <a:cubicBezTo>
                                    <a:pt x="78105" y="36195"/>
                                    <a:pt x="77153" y="34290"/>
                                    <a:pt x="76200" y="33338"/>
                                  </a:cubicBezTo>
                                  <a:lnTo>
                                    <a:pt x="76200" y="32385"/>
                                  </a:lnTo>
                                  <a:lnTo>
                                    <a:pt x="76200" y="32385"/>
                                  </a:lnTo>
                                  <a:lnTo>
                                    <a:pt x="76200" y="32385"/>
                                  </a:lnTo>
                                  <a:cubicBezTo>
                                    <a:pt x="76200" y="32385"/>
                                    <a:pt x="76200" y="31433"/>
                                    <a:pt x="75247" y="31433"/>
                                  </a:cubicBezTo>
                                  <a:cubicBezTo>
                                    <a:pt x="75247" y="30480"/>
                                    <a:pt x="74295" y="29527"/>
                                    <a:pt x="74295" y="28575"/>
                                  </a:cubicBezTo>
                                  <a:cubicBezTo>
                                    <a:pt x="72390" y="25717"/>
                                    <a:pt x="71438" y="21908"/>
                                    <a:pt x="70485" y="19050"/>
                                  </a:cubicBezTo>
                                  <a:cubicBezTo>
                                    <a:pt x="68580" y="15240"/>
                                    <a:pt x="67628" y="12383"/>
                                    <a:pt x="66675" y="10477"/>
                                  </a:cubicBezTo>
                                  <a:cubicBezTo>
                                    <a:pt x="66675" y="10477"/>
                                    <a:pt x="65722" y="11430"/>
                                    <a:pt x="65722" y="11430"/>
                                  </a:cubicBezTo>
                                  <a:cubicBezTo>
                                    <a:pt x="65722" y="12383"/>
                                    <a:pt x="64770" y="12383"/>
                                    <a:pt x="64770" y="13335"/>
                                  </a:cubicBezTo>
                                  <a:cubicBezTo>
                                    <a:pt x="63817" y="14288"/>
                                    <a:pt x="63817" y="14288"/>
                                    <a:pt x="62865" y="15240"/>
                                  </a:cubicBezTo>
                                  <a:cubicBezTo>
                                    <a:pt x="61913" y="17145"/>
                                    <a:pt x="60960" y="18097"/>
                                    <a:pt x="59055" y="20002"/>
                                  </a:cubicBezTo>
                                  <a:cubicBezTo>
                                    <a:pt x="59055" y="20002"/>
                                    <a:pt x="59055" y="20955"/>
                                    <a:pt x="58103" y="20955"/>
                                  </a:cubicBezTo>
                                  <a:cubicBezTo>
                                    <a:pt x="58103" y="20955"/>
                                    <a:pt x="58103" y="20955"/>
                                    <a:pt x="58103" y="20955"/>
                                  </a:cubicBezTo>
                                  <a:cubicBezTo>
                                    <a:pt x="58103" y="21908"/>
                                    <a:pt x="58103" y="22860"/>
                                    <a:pt x="57150" y="23813"/>
                                  </a:cubicBezTo>
                                  <a:cubicBezTo>
                                    <a:pt x="57150" y="24765"/>
                                    <a:pt x="57150" y="26670"/>
                                    <a:pt x="57150" y="27622"/>
                                  </a:cubicBezTo>
                                  <a:cubicBezTo>
                                    <a:pt x="57150" y="30480"/>
                                    <a:pt x="58103" y="34290"/>
                                    <a:pt x="59055" y="38100"/>
                                  </a:cubicBezTo>
                                  <a:cubicBezTo>
                                    <a:pt x="59055" y="40005"/>
                                    <a:pt x="60007" y="41910"/>
                                    <a:pt x="60007" y="43815"/>
                                  </a:cubicBezTo>
                                  <a:cubicBezTo>
                                    <a:pt x="60007" y="44767"/>
                                    <a:pt x="60007" y="45720"/>
                                    <a:pt x="60960" y="46672"/>
                                  </a:cubicBezTo>
                                  <a:cubicBezTo>
                                    <a:pt x="60960" y="47625"/>
                                    <a:pt x="60960" y="48577"/>
                                    <a:pt x="60960" y="49530"/>
                                  </a:cubicBezTo>
                                  <a:cubicBezTo>
                                    <a:pt x="60960" y="51435"/>
                                    <a:pt x="60960" y="52388"/>
                                    <a:pt x="60960" y="54292"/>
                                  </a:cubicBezTo>
                                  <a:cubicBezTo>
                                    <a:pt x="60960" y="55245"/>
                                    <a:pt x="60960" y="55245"/>
                                    <a:pt x="60960" y="56197"/>
                                  </a:cubicBezTo>
                                  <a:cubicBezTo>
                                    <a:pt x="60960" y="57150"/>
                                    <a:pt x="60960" y="57150"/>
                                    <a:pt x="60960" y="58102"/>
                                  </a:cubicBezTo>
                                  <a:cubicBezTo>
                                    <a:pt x="60960" y="60008"/>
                                    <a:pt x="60960" y="60960"/>
                                    <a:pt x="60007" y="61913"/>
                                  </a:cubicBezTo>
                                  <a:cubicBezTo>
                                    <a:pt x="60007" y="61913"/>
                                    <a:pt x="60007" y="61913"/>
                                    <a:pt x="60007" y="61913"/>
                                  </a:cubicBezTo>
                                  <a:cubicBezTo>
                                    <a:pt x="60007" y="61913"/>
                                    <a:pt x="60007" y="61913"/>
                                    <a:pt x="60007" y="61913"/>
                                  </a:cubicBezTo>
                                  <a:cubicBezTo>
                                    <a:pt x="60007" y="61913"/>
                                    <a:pt x="60007" y="61913"/>
                                    <a:pt x="60007" y="61913"/>
                                  </a:cubicBezTo>
                                  <a:cubicBezTo>
                                    <a:pt x="60007" y="61913"/>
                                    <a:pt x="60007" y="61913"/>
                                    <a:pt x="60007" y="61913"/>
                                  </a:cubicBezTo>
                                  <a:cubicBezTo>
                                    <a:pt x="60007" y="61913"/>
                                    <a:pt x="60007" y="61913"/>
                                    <a:pt x="60007" y="61913"/>
                                  </a:cubicBezTo>
                                  <a:cubicBezTo>
                                    <a:pt x="60007" y="61913"/>
                                    <a:pt x="59055" y="61913"/>
                                    <a:pt x="59055" y="62865"/>
                                  </a:cubicBezTo>
                                  <a:cubicBezTo>
                                    <a:pt x="59055" y="62865"/>
                                    <a:pt x="59055" y="62865"/>
                                    <a:pt x="60007" y="61913"/>
                                  </a:cubicBezTo>
                                  <a:cubicBezTo>
                                    <a:pt x="60007" y="61913"/>
                                    <a:pt x="60007" y="61913"/>
                                    <a:pt x="60007" y="61913"/>
                                  </a:cubicBezTo>
                                  <a:cubicBezTo>
                                    <a:pt x="60007" y="61913"/>
                                    <a:pt x="60007" y="61913"/>
                                    <a:pt x="60007" y="61913"/>
                                  </a:cubicBezTo>
                                  <a:cubicBezTo>
                                    <a:pt x="60007" y="61913"/>
                                    <a:pt x="60007" y="61913"/>
                                    <a:pt x="60007" y="61913"/>
                                  </a:cubicBezTo>
                                  <a:cubicBezTo>
                                    <a:pt x="60007" y="61913"/>
                                    <a:pt x="60007" y="61913"/>
                                    <a:pt x="60007" y="61913"/>
                                  </a:cubicBezTo>
                                  <a:cubicBezTo>
                                    <a:pt x="60007" y="61913"/>
                                    <a:pt x="60007" y="61913"/>
                                    <a:pt x="60007" y="61913"/>
                                  </a:cubicBezTo>
                                  <a:cubicBezTo>
                                    <a:pt x="60960" y="60960"/>
                                    <a:pt x="60960" y="60008"/>
                                    <a:pt x="60960" y="58102"/>
                                  </a:cubicBezTo>
                                  <a:cubicBezTo>
                                    <a:pt x="60960" y="57150"/>
                                    <a:pt x="60960" y="57150"/>
                                    <a:pt x="60960" y="56197"/>
                                  </a:cubicBezTo>
                                  <a:cubicBezTo>
                                    <a:pt x="60960" y="55245"/>
                                    <a:pt x="60960" y="55245"/>
                                    <a:pt x="60960" y="54292"/>
                                  </a:cubicBezTo>
                                  <a:cubicBezTo>
                                    <a:pt x="60960" y="53340"/>
                                    <a:pt x="60960" y="51435"/>
                                    <a:pt x="60007" y="49530"/>
                                  </a:cubicBezTo>
                                  <a:cubicBezTo>
                                    <a:pt x="60007" y="48577"/>
                                    <a:pt x="60007" y="47625"/>
                                    <a:pt x="60007" y="46672"/>
                                  </a:cubicBezTo>
                                  <a:cubicBezTo>
                                    <a:pt x="60007" y="45720"/>
                                    <a:pt x="60007" y="44767"/>
                                    <a:pt x="59055" y="43815"/>
                                  </a:cubicBezTo>
                                  <a:cubicBezTo>
                                    <a:pt x="59055" y="41910"/>
                                    <a:pt x="58103" y="40005"/>
                                    <a:pt x="58103" y="38100"/>
                                  </a:cubicBezTo>
                                  <a:cubicBezTo>
                                    <a:pt x="57150" y="34290"/>
                                    <a:pt x="56197" y="31433"/>
                                    <a:pt x="56197" y="27622"/>
                                  </a:cubicBezTo>
                                  <a:cubicBezTo>
                                    <a:pt x="56197" y="25717"/>
                                    <a:pt x="56197" y="24765"/>
                                    <a:pt x="56197" y="22860"/>
                                  </a:cubicBezTo>
                                  <a:cubicBezTo>
                                    <a:pt x="56197" y="22860"/>
                                    <a:pt x="56197" y="22860"/>
                                    <a:pt x="56197" y="22860"/>
                                  </a:cubicBezTo>
                                  <a:cubicBezTo>
                                    <a:pt x="56197" y="23813"/>
                                    <a:pt x="55245" y="23813"/>
                                    <a:pt x="55245" y="24765"/>
                                  </a:cubicBezTo>
                                  <a:cubicBezTo>
                                    <a:pt x="54292" y="26670"/>
                                    <a:pt x="52388" y="28575"/>
                                    <a:pt x="51435" y="30480"/>
                                  </a:cubicBezTo>
                                  <a:cubicBezTo>
                                    <a:pt x="50482" y="32385"/>
                                    <a:pt x="48578" y="34290"/>
                                    <a:pt x="47625" y="35242"/>
                                  </a:cubicBezTo>
                                  <a:cubicBezTo>
                                    <a:pt x="47625" y="35242"/>
                                    <a:pt x="47625" y="35242"/>
                                    <a:pt x="47625" y="35242"/>
                                  </a:cubicBezTo>
                                  <a:cubicBezTo>
                                    <a:pt x="47625" y="35242"/>
                                    <a:pt x="47625" y="36195"/>
                                    <a:pt x="46672" y="36195"/>
                                  </a:cubicBezTo>
                                  <a:cubicBezTo>
                                    <a:pt x="46672" y="37147"/>
                                    <a:pt x="45720" y="39052"/>
                                    <a:pt x="46672" y="40958"/>
                                  </a:cubicBezTo>
                                  <a:cubicBezTo>
                                    <a:pt x="46672" y="41910"/>
                                    <a:pt x="46672" y="42863"/>
                                    <a:pt x="46672" y="43815"/>
                                  </a:cubicBezTo>
                                  <a:cubicBezTo>
                                    <a:pt x="46672" y="44767"/>
                                    <a:pt x="46672" y="46672"/>
                                    <a:pt x="46672" y="47625"/>
                                  </a:cubicBezTo>
                                  <a:cubicBezTo>
                                    <a:pt x="46672" y="48577"/>
                                    <a:pt x="46672" y="48577"/>
                                    <a:pt x="46672" y="49530"/>
                                  </a:cubicBezTo>
                                  <a:cubicBezTo>
                                    <a:pt x="46672" y="50483"/>
                                    <a:pt x="46672" y="50483"/>
                                    <a:pt x="46672" y="51435"/>
                                  </a:cubicBezTo>
                                  <a:cubicBezTo>
                                    <a:pt x="46672" y="52388"/>
                                    <a:pt x="46672" y="52388"/>
                                    <a:pt x="46672" y="53340"/>
                                  </a:cubicBezTo>
                                  <a:cubicBezTo>
                                    <a:pt x="46672" y="54292"/>
                                    <a:pt x="46672" y="54292"/>
                                    <a:pt x="46672" y="55245"/>
                                  </a:cubicBezTo>
                                  <a:cubicBezTo>
                                    <a:pt x="46672" y="56197"/>
                                    <a:pt x="46672" y="58102"/>
                                    <a:pt x="46672" y="59055"/>
                                  </a:cubicBezTo>
                                  <a:cubicBezTo>
                                    <a:pt x="46672" y="60008"/>
                                    <a:pt x="46672" y="61913"/>
                                    <a:pt x="46672" y="62865"/>
                                  </a:cubicBezTo>
                                  <a:cubicBezTo>
                                    <a:pt x="46672" y="63817"/>
                                    <a:pt x="46672" y="63817"/>
                                    <a:pt x="46672" y="64770"/>
                                  </a:cubicBezTo>
                                  <a:cubicBezTo>
                                    <a:pt x="46672" y="65722"/>
                                    <a:pt x="46672" y="65722"/>
                                    <a:pt x="46672" y="66675"/>
                                  </a:cubicBezTo>
                                  <a:cubicBezTo>
                                    <a:pt x="46672" y="66675"/>
                                    <a:pt x="46672" y="67627"/>
                                    <a:pt x="46672" y="67627"/>
                                  </a:cubicBezTo>
                                  <a:cubicBezTo>
                                    <a:pt x="46672" y="67627"/>
                                    <a:pt x="46672" y="68580"/>
                                    <a:pt x="46672" y="68580"/>
                                  </a:cubicBezTo>
                                  <a:cubicBezTo>
                                    <a:pt x="46672" y="68580"/>
                                    <a:pt x="46672" y="68580"/>
                                    <a:pt x="46672" y="68580"/>
                                  </a:cubicBezTo>
                                  <a:cubicBezTo>
                                    <a:pt x="46672" y="67627"/>
                                    <a:pt x="46672" y="67627"/>
                                    <a:pt x="46672" y="66675"/>
                                  </a:cubicBezTo>
                                  <a:cubicBezTo>
                                    <a:pt x="46672" y="65722"/>
                                    <a:pt x="46672" y="65722"/>
                                    <a:pt x="46672" y="64770"/>
                                  </a:cubicBezTo>
                                  <a:cubicBezTo>
                                    <a:pt x="46672" y="63817"/>
                                    <a:pt x="46672" y="63817"/>
                                    <a:pt x="46672" y="62865"/>
                                  </a:cubicBezTo>
                                  <a:cubicBezTo>
                                    <a:pt x="46672" y="61913"/>
                                    <a:pt x="46672" y="60960"/>
                                    <a:pt x="46672" y="59055"/>
                                  </a:cubicBezTo>
                                  <a:cubicBezTo>
                                    <a:pt x="46672" y="58102"/>
                                    <a:pt x="46672" y="56197"/>
                                    <a:pt x="46672" y="55245"/>
                                  </a:cubicBezTo>
                                  <a:lnTo>
                                    <a:pt x="46672" y="54292"/>
                                  </a:lnTo>
                                  <a:lnTo>
                                    <a:pt x="46672" y="53340"/>
                                  </a:lnTo>
                                  <a:cubicBezTo>
                                    <a:pt x="46672" y="52388"/>
                                    <a:pt x="46672" y="52388"/>
                                    <a:pt x="46672" y="51435"/>
                                  </a:cubicBezTo>
                                  <a:cubicBezTo>
                                    <a:pt x="46672" y="50483"/>
                                    <a:pt x="46672" y="50483"/>
                                    <a:pt x="46672" y="49530"/>
                                  </a:cubicBezTo>
                                  <a:cubicBezTo>
                                    <a:pt x="46672" y="48577"/>
                                    <a:pt x="46672" y="48577"/>
                                    <a:pt x="46672" y="47625"/>
                                  </a:cubicBezTo>
                                  <a:cubicBezTo>
                                    <a:pt x="46672" y="46672"/>
                                    <a:pt x="46672" y="44767"/>
                                    <a:pt x="46672" y="43815"/>
                                  </a:cubicBezTo>
                                  <a:cubicBezTo>
                                    <a:pt x="46672" y="42863"/>
                                    <a:pt x="46672" y="41910"/>
                                    <a:pt x="46672" y="40958"/>
                                  </a:cubicBezTo>
                                  <a:cubicBezTo>
                                    <a:pt x="46672" y="40005"/>
                                    <a:pt x="46672" y="39052"/>
                                    <a:pt x="46672" y="38100"/>
                                  </a:cubicBezTo>
                                  <a:cubicBezTo>
                                    <a:pt x="45720" y="39052"/>
                                    <a:pt x="44767" y="40005"/>
                                    <a:pt x="43815" y="41910"/>
                                  </a:cubicBezTo>
                                  <a:cubicBezTo>
                                    <a:pt x="42863" y="43815"/>
                                    <a:pt x="40957" y="45720"/>
                                    <a:pt x="40005" y="48577"/>
                                  </a:cubicBezTo>
                                  <a:cubicBezTo>
                                    <a:pt x="39053" y="49530"/>
                                    <a:pt x="39053" y="50483"/>
                                    <a:pt x="38100" y="51435"/>
                                  </a:cubicBezTo>
                                  <a:cubicBezTo>
                                    <a:pt x="37147" y="52388"/>
                                    <a:pt x="37147" y="53340"/>
                                    <a:pt x="36195" y="54292"/>
                                  </a:cubicBezTo>
                                  <a:cubicBezTo>
                                    <a:pt x="35242" y="56197"/>
                                    <a:pt x="34290" y="59055"/>
                                    <a:pt x="33338" y="60960"/>
                                  </a:cubicBezTo>
                                  <a:cubicBezTo>
                                    <a:pt x="33338" y="61913"/>
                                    <a:pt x="32385" y="62865"/>
                                    <a:pt x="32385" y="63817"/>
                                  </a:cubicBezTo>
                                  <a:cubicBezTo>
                                    <a:pt x="32385" y="64770"/>
                                    <a:pt x="31432" y="65722"/>
                                    <a:pt x="31432" y="66675"/>
                                  </a:cubicBezTo>
                                  <a:cubicBezTo>
                                    <a:pt x="31432" y="66675"/>
                                    <a:pt x="31432" y="66675"/>
                                    <a:pt x="31432" y="66675"/>
                                  </a:cubicBezTo>
                                  <a:lnTo>
                                    <a:pt x="31432" y="66675"/>
                                  </a:lnTo>
                                  <a:cubicBezTo>
                                    <a:pt x="31432" y="65722"/>
                                    <a:pt x="31432" y="64770"/>
                                    <a:pt x="32385" y="63817"/>
                                  </a:cubicBezTo>
                                  <a:cubicBezTo>
                                    <a:pt x="32385" y="62865"/>
                                    <a:pt x="33338" y="61913"/>
                                    <a:pt x="33338" y="60960"/>
                                  </a:cubicBezTo>
                                  <a:cubicBezTo>
                                    <a:pt x="34290" y="59055"/>
                                    <a:pt x="35242" y="56197"/>
                                    <a:pt x="36195" y="54292"/>
                                  </a:cubicBezTo>
                                  <a:cubicBezTo>
                                    <a:pt x="36195" y="53340"/>
                                    <a:pt x="37147" y="53340"/>
                                    <a:pt x="37147" y="52388"/>
                                  </a:cubicBezTo>
                                  <a:cubicBezTo>
                                    <a:pt x="37147" y="51435"/>
                                    <a:pt x="38100" y="51435"/>
                                    <a:pt x="38100" y="50483"/>
                                  </a:cubicBezTo>
                                  <a:cubicBezTo>
                                    <a:pt x="38100" y="49530"/>
                                    <a:pt x="39053" y="49530"/>
                                    <a:pt x="39053" y="48577"/>
                                  </a:cubicBezTo>
                                  <a:cubicBezTo>
                                    <a:pt x="39053" y="47625"/>
                                    <a:pt x="40005" y="47625"/>
                                    <a:pt x="40005" y="46672"/>
                                  </a:cubicBezTo>
                                  <a:cubicBezTo>
                                    <a:pt x="40957" y="44767"/>
                                    <a:pt x="42863" y="42863"/>
                                    <a:pt x="43815" y="40005"/>
                                  </a:cubicBezTo>
                                  <a:cubicBezTo>
                                    <a:pt x="44767" y="38100"/>
                                    <a:pt x="46672" y="36195"/>
                                    <a:pt x="47625" y="33338"/>
                                  </a:cubicBezTo>
                                  <a:cubicBezTo>
                                    <a:pt x="48578" y="31433"/>
                                    <a:pt x="49530" y="30480"/>
                                    <a:pt x="50482" y="28575"/>
                                  </a:cubicBezTo>
                                  <a:cubicBezTo>
                                    <a:pt x="50482" y="28575"/>
                                    <a:pt x="49530" y="28575"/>
                                    <a:pt x="49530" y="29527"/>
                                  </a:cubicBezTo>
                                  <a:cubicBezTo>
                                    <a:pt x="48578" y="30480"/>
                                    <a:pt x="46672" y="30480"/>
                                    <a:pt x="45720" y="31433"/>
                                  </a:cubicBezTo>
                                  <a:cubicBezTo>
                                    <a:pt x="42863" y="32385"/>
                                    <a:pt x="39053" y="33338"/>
                                    <a:pt x="35242" y="34290"/>
                                  </a:cubicBezTo>
                                  <a:cubicBezTo>
                                    <a:pt x="33338" y="35242"/>
                                    <a:pt x="31432" y="35242"/>
                                    <a:pt x="29528" y="36195"/>
                                  </a:cubicBezTo>
                                  <a:cubicBezTo>
                                    <a:pt x="27622" y="37147"/>
                                    <a:pt x="25717" y="38100"/>
                                    <a:pt x="23813" y="39052"/>
                                  </a:cubicBezTo>
                                  <a:cubicBezTo>
                                    <a:pt x="21907" y="40005"/>
                                    <a:pt x="20003" y="41910"/>
                                    <a:pt x="18097" y="42863"/>
                                  </a:cubicBezTo>
                                  <a:cubicBezTo>
                                    <a:pt x="16192" y="44767"/>
                                    <a:pt x="14288" y="45720"/>
                                    <a:pt x="13335" y="47625"/>
                                  </a:cubicBezTo>
                                  <a:cubicBezTo>
                                    <a:pt x="12382" y="48577"/>
                                    <a:pt x="12382" y="49530"/>
                                    <a:pt x="11430" y="50483"/>
                                  </a:cubicBezTo>
                                  <a:cubicBezTo>
                                    <a:pt x="10478" y="51435"/>
                                    <a:pt x="10478" y="52388"/>
                                    <a:pt x="9525" y="53340"/>
                                  </a:cubicBezTo>
                                  <a:cubicBezTo>
                                    <a:pt x="9525" y="54292"/>
                                    <a:pt x="8572" y="54292"/>
                                    <a:pt x="8572" y="55245"/>
                                  </a:cubicBezTo>
                                  <a:cubicBezTo>
                                    <a:pt x="8572" y="56197"/>
                                    <a:pt x="7620" y="56197"/>
                                    <a:pt x="7620" y="57150"/>
                                  </a:cubicBezTo>
                                  <a:cubicBezTo>
                                    <a:pt x="7620" y="58102"/>
                                    <a:pt x="6667" y="60008"/>
                                    <a:pt x="6667" y="60960"/>
                                  </a:cubicBezTo>
                                  <a:cubicBezTo>
                                    <a:pt x="6667" y="60960"/>
                                    <a:pt x="6667" y="60960"/>
                                    <a:pt x="6667" y="61913"/>
                                  </a:cubicBezTo>
                                  <a:cubicBezTo>
                                    <a:pt x="6667" y="61913"/>
                                    <a:pt x="6667" y="61913"/>
                                    <a:pt x="6667" y="61913"/>
                                  </a:cubicBezTo>
                                  <a:lnTo>
                                    <a:pt x="6667" y="60960"/>
                                  </a:lnTo>
                                  <a:cubicBezTo>
                                    <a:pt x="7620" y="58102"/>
                                    <a:pt x="8572" y="56197"/>
                                    <a:pt x="9525" y="53340"/>
                                  </a:cubicBezTo>
                                  <a:cubicBezTo>
                                    <a:pt x="10478" y="51435"/>
                                    <a:pt x="12382" y="48577"/>
                                    <a:pt x="13335" y="46672"/>
                                  </a:cubicBezTo>
                                  <a:cubicBezTo>
                                    <a:pt x="15240" y="44767"/>
                                    <a:pt x="16192" y="42863"/>
                                    <a:pt x="18097" y="40958"/>
                                  </a:cubicBezTo>
                                  <a:cubicBezTo>
                                    <a:pt x="20003" y="39052"/>
                                    <a:pt x="21907" y="38100"/>
                                    <a:pt x="23813" y="37147"/>
                                  </a:cubicBezTo>
                                  <a:cubicBezTo>
                                    <a:pt x="25717" y="36195"/>
                                    <a:pt x="27622" y="35242"/>
                                    <a:pt x="29528" y="34290"/>
                                  </a:cubicBezTo>
                                  <a:cubicBezTo>
                                    <a:pt x="31432" y="33338"/>
                                    <a:pt x="33338" y="32385"/>
                                    <a:pt x="35242" y="32385"/>
                                  </a:cubicBezTo>
                                  <a:cubicBezTo>
                                    <a:pt x="39053" y="31433"/>
                                    <a:pt x="41910" y="30480"/>
                                    <a:pt x="44767" y="29527"/>
                                  </a:cubicBezTo>
                                  <a:cubicBezTo>
                                    <a:pt x="45720" y="28575"/>
                                    <a:pt x="47625" y="28575"/>
                                    <a:pt x="48578" y="27622"/>
                                  </a:cubicBezTo>
                                  <a:cubicBezTo>
                                    <a:pt x="49530" y="26670"/>
                                    <a:pt x="50482" y="26670"/>
                                    <a:pt x="51435" y="25717"/>
                                  </a:cubicBezTo>
                                  <a:cubicBezTo>
                                    <a:pt x="52388" y="25717"/>
                                    <a:pt x="52388" y="24765"/>
                                    <a:pt x="52388" y="24765"/>
                                  </a:cubicBezTo>
                                  <a:cubicBezTo>
                                    <a:pt x="53340" y="23813"/>
                                    <a:pt x="54292" y="21908"/>
                                    <a:pt x="55245" y="20955"/>
                                  </a:cubicBezTo>
                                  <a:cubicBezTo>
                                    <a:pt x="56197" y="20002"/>
                                    <a:pt x="56197" y="19050"/>
                                    <a:pt x="57150" y="18097"/>
                                  </a:cubicBezTo>
                                  <a:cubicBezTo>
                                    <a:pt x="58103" y="17145"/>
                                    <a:pt x="58103" y="16192"/>
                                    <a:pt x="59055" y="15240"/>
                                  </a:cubicBezTo>
                                  <a:cubicBezTo>
                                    <a:pt x="60007" y="13335"/>
                                    <a:pt x="60960" y="11430"/>
                                    <a:pt x="61913" y="10477"/>
                                  </a:cubicBezTo>
                                  <a:cubicBezTo>
                                    <a:pt x="61913" y="10477"/>
                                    <a:pt x="61913" y="10477"/>
                                    <a:pt x="61913" y="10477"/>
                                  </a:cubicBezTo>
                                  <a:cubicBezTo>
                                    <a:pt x="61913" y="10477"/>
                                    <a:pt x="61913" y="10477"/>
                                    <a:pt x="60960" y="10477"/>
                                  </a:cubicBezTo>
                                  <a:cubicBezTo>
                                    <a:pt x="60007" y="10477"/>
                                    <a:pt x="59055" y="10477"/>
                                    <a:pt x="57150" y="10477"/>
                                  </a:cubicBezTo>
                                  <a:cubicBezTo>
                                    <a:pt x="56197" y="10477"/>
                                    <a:pt x="55245" y="10477"/>
                                    <a:pt x="55245" y="10477"/>
                                  </a:cubicBezTo>
                                  <a:cubicBezTo>
                                    <a:pt x="54292" y="10477"/>
                                    <a:pt x="53340" y="10477"/>
                                    <a:pt x="52388" y="10477"/>
                                  </a:cubicBezTo>
                                  <a:cubicBezTo>
                                    <a:pt x="50482" y="10477"/>
                                    <a:pt x="48578" y="10477"/>
                                    <a:pt x="46672" y="11430"/>
                                  </a:cubicBezTo>
                                  <a:cubicBezTo>
                                    <a:pt x="44767" y="11430"/>
                                    <a:pt x="42863" y="11430"/>
                                    <a:pt x="40005" y="12383"/>
                                  </a:cubicBezTo>
                                  <a:cubicBezTo>
                                    <a:pt x="38100" y="12383"/>
                                    <a:pt x="35242" y="13335"/>
                                    <a:pt x="33338" y="13335"/>
                                  </a:cubicBezTo>
                                  <a:cubicBezTo>
                                    <a:pt x="31432" y="14288"/>
                                    <a:pt x="28575" y="14288"/>
                                    <a:pt x="26670" y="15240"/>
                                  </a:cubicBezTo>
                                  <a:cubicBezTo>
                                    <a:pt x="24765" y="16192"/>
                                    <a:pt x="21907" y="17145"/>
                                    <a:pt x="20003" y="18097"/>
                                  </a:cubicBezTo>
                                  <a:cubicBezTo>
                                    <a:pt x="18097" y="19050"/>
                                    <a:pt x="15240" y="20002"/>
                                    <a:pt x="13335" y="21908"/>
                                  </a:cubicBezTo>
                                  <a:cubicBezTo>
                                    <a:pt x="12382" y="22860"/>
                                    <a:pt x="11430" y="23813"/>
                                    <a:pt x="10478" y="23813"/>
                                  </a:cubicBezTo>
                                  <a:cubicBezTo>
                                    <a:pt x="9525" y="24765"/>
                                    <a:pt x="8572" y="25717"/>
                                    <a:pt x="7620" y="26670"/>
                                  </a:cubicBezTo>
                                  <a:cubicBezTo>
                                    <a:pt x="6667" y="27622"/>
                                    <a:pt x="5715" y="28575"/>
                                    <a:pt x="4763" y="29527"/>
                                  </a:cubicBezTo>
                                  <a:cubicBezTo>
                                    <a:pt x="3810" y="30480"/>
                                    <a:pt x="2857" y="31433"/>
                                    <a:pt x="2857" y="32385"/>
                                  </a:cubicBezTo>
                                  <a:cubicBezTo>
                                    <a:pt x="1905" y="33338"/>
                                    <a:pt x="1905" y="34290"/>
                                    <a:pt x="953" y="35242"/>
                                  </a:cubicBezTo>
                                  <a:cubicBezTo>
                                    <a:pt x="953" y="36195"/>
                                    <a:pt x="0" y="36195"/>
                                    <a:pt x="0" y="37147"/>
                                  </a:cubicBezTo>
                                  <a:cubicBezTo>
                                    <a:pt x="0" y="37147"/>
                                    <a:pt x="0" y="36195"/>
                                    <a:pt x="0" y="36195"/>
                                  </a:cubicBezTo>
                                  <a:cubicBezTo>
                                    <a:pt x="0" y="35242"/>
                                    <a:pt x="953" y="35242"/>
                                    <a:pt x="953" y="35242"/>
                                  </a:cubicBezTo>
                                  <a:cubicBezTo>
                                    <a:pt x="1905" y="34290"/>
                                    <a:pt x="1905" y="33338"/>
                                    <a:pt x="2857" y="32385"/>
                                  </a:cubicBezTo>
                                  <a:cubicBezTo>
                                    <a:pt x="3810" y="31433"/>
                                    <a:pt x="3810" y="30480"/>
                                    <a:pt x="4763" y="29527"/>
                                  </a:cubicBezTo>
                                  <a:cubicBezTo>
                                    <a:pt x="5715" y="28575"/>
                                    <a:pt x="6667" y="27622"/>
                                    <a:pt x="7620" y="26670"/>
                                  </a:cubicBezTo>
                                  <a:cubicBezTo>
                                    <a:pt x="8572" y="25717"/>
                                    <a:pt x="9525" y="24765"/>
                                    <a:pt x="10478" y="23813"/>
                                  </a:cubicBezTo>
                                  <a:cubicBezTo>
                                    <a:pt x="11430" y="22860"/>
                                    <a:pt x="12382" y="21908"/>
                                    <a:pt x="13335" y="20955"/>
                                  </a:cubicBezTo>
                                  <a:cubicBezTo>
                                    <a:pt x="15240" y="20002"/>
                                    <a:pt x="18097" y="18097"/>
                                    <a:pt x="20003" y="17145"/>
                                  </a:cubicBezTo>
                                  <a:cubicBezTo>
                                    <a:pt x="21907" y="16192"/>
                                    <a:pt x="24765" y="15240"/>
                                    <a:pt x="26670" y="14288"/>
                                  </a:cubicBezTo>
                                  <a:cubicBezTo>
                                    <a:pt x="29528" y="13335"/>
                                    <a:pt x="31432" y="13335"/>
                                    <a:pt x="34290" y="12383"/>
                                  </a:cubicBezTo>
                                  <a:cubicBezTo>
                                    <a:pt x="36195" y="11430"/>
                                    <a:pt x="39053" y="11430"/>
                                    <a:pt x="40957" y="11430"/>
                                  </a:cubicBezTo>
                                  <a:cubicBezTo>
                                    <a:pt x="42863" y="11430"/>
                                    <a:pt x="45720" y="10477"/>
                                    <a:pt x="47625" y="10477"/>
                                  </a:cubicBezTo>
                                  <a:cubicBezTo>
                                    <a:pt x="49530" y="10477"/>
                                    <a:pt x="51435" y="9525"/>
                                    <a:pt x="53340" y="9525"/>
                                  </a:cubicBezTo>
                                  <a:cubicBezTo>
                                    <a:pt x="54292" y="9525"/>
                                    <a:pt x="55245" y="9525"/>
                                    <a:pt x="56197" y="9525"/>
                                  </a:cubicBezTo>
                                  <a:cubicBezTo>
                                    <a:pt x="57150" y="9525"/>
                                    <a:pt x="58103" y="9525"/>
                                    <a:pt x="58103" y="9525"/>
                                  </a:cubicBezTo>
                                  <a:cubicBezTo>
                                    <a:pt x="59055" y="9525"/>
                                    <a:pt x="60960" y="9525"/>
                                    <a:pt x="61913" y="8572"/>
                                  </a:cubicBezTo>
                                  <a:cubicBezTo>
                                    <a:pt x="62865" y="8572"/>
                                    <a:pt x="62865" y="8572"/>
                                    <a:pt x="63817" y="8572"/>
                                  </a:cubicBezTo>
                                  <a:lnTo>
                                    <a:pt x="63817" y="8572"/>
                                  </a:lnTo>
                                  <a:cubicBezTo>
                                    <a:pt x="63817" y="7620"/>
                                    <a:pt x="64770" y="7620"/>
                                    <a:pt x="64770" y="6667"/>
                                  </a:cubicBezTo>
                                  <a:cubicBezTo>
                                    <a:pt x="65722" y="5715"/>
                                    <a:pt x="65722" y="3810"/>
                                    <a:pt x="66675" y="2858"/>
                                  </a:cubicBezTo>
                                  <a:cubicBezTo>
                                    <a:pt x="67628" y="952"/>
                                    <a:pt x="68580" y="0"/>
                                    <a:pt x="68580" y="0"/>
                                  </a:cubicBezTo>
                                  <a:cubicBezTo>
                                    <a:pt x="68580" y="0"/>
                                    <a:pt x="70485" y="1905"/>
                                    <a:pt x="70485" y="1905"/>
                                  </a:cubicBezTo>
                                  <a:cubicBezTo>
                                    <a:pt x="68580" y="7620"/>
                                    <a:pt x="67628" y="8572"/>
                                    <a:pt x="66675" y="9525"/>
                                  </a:cubicBezTo>
                                  <a:close/>
                                </a:path>
                              </a:pathLst>
                            </a:custGeom>
                            <a:grpFill/>
                            <a:ln w="9525" cap="flat">
                              <a:noFill/>
                              <a:prstDash val="solid"/>
                              <a:miter/>
                            </a:ln>
                          </p:spPr>
                          <p:txBody>
                            <a:bodyPr rtlCol="0" anchor="ctr"/>
                            <a:lstStyle/>
                            <a:p>
                              <a:endParaRPr lang="en-US"/>
                            </a:p>
                          </p:txBody>
                        </p:sp>
                      </p:grpSp>
                      <p:grpSp>
                        <p:nvGrpSpPr>
                          <p:cNvPr id="161" name="Graphic 2">
                            <a:extLst>
                              <a:ext uri="{FF2B5EF4-FFF2-40B4-BE49-F238E27FC236}">
                                <a16:creationId xmlns:a16="http://schemas.microsoft.com/office/drawing/2014/main" id="{AE736AF3-0337-429B-AEF1-DA4B52809559}"/>
                              </a:ext>
                            </a:extLst>
                          </p:cNvPr>
                          <p:cNvGrpSpPr/>
                          <p:nvPr/>
                        </p:nvGrpSpPr>
                        <p:grpSpPr>
                          <a:xfrm>
                            <a:off x="2784338" y="2340164"/>
                            <a:ext cx="156583" cy="127634"/>
                            <a:chOff x="2784338" y="2340164"/>
                            <a:chExt cx="156583" cy="127634"/>
                          </a:xfrm>
                          <a:grpFill/>
                        </p:grpSpPr>
                        <p:sp>
                          <p:nvSpPr>
                            <p:cNvPr id="162" name="Freeform: Shape 161">
                              <a:extLst>
                                <a:ext uri="{FF2B5EF4-FFF2-40B4-BE49-F238E27FC236}">
                                  <a16:creationId xmlns:a16="http://schemas.microsoft.com/office/drawing/2014/main" id="{348C1104-CB90-46CF-8287-E7BDA669279B}"/>
                                </a:ext>
                              </a:extLst>
                            </p:cNvPr>
                            <p:cNvSpPr/>
                            <p:nvPr/>
                          </p:nvSpPr>
                          <p:spPr>
                            <a:xfrm>
                              <a:off x="2792911" y="2340164"/>
                              <a:ext cx="148011" cy="127634"/>
                            </a:xfrm>
                            <a:custGeom>
                              <a:avLst/>
                              <a:gdLst>
                                <a:gd name="connsiteX0" fmla="*/ 120015 w 148011"/>
                                <a:gd name="connsiteY0" fmla="*/ 14288 h 127634"/>
                                <a:gd name="connsiteX1" fmla="*/ 115252 w 148011"/>
                                <a:gd name="connsiteY1" fmla="*/ 9525 h 127634"/>
                                <a:gd name="connsiteX2" fmla="*/ 110490 w 148011"/>
                                <a:gd name="connsiteY2" fmla="*/ 4763 h 127634"/>
                                <a:gd name="connsiteX3" fmla="*/ 108585 w 148011"/>
                                <a:gd name="connsiteY3" fmla="*/ 2857 h 127634"/>
                                <a:gd name="connsiteX4" fmla="*/ 103822 w 148011"/>
                                <a:gd name="connsiteY4" fmla="*/ 0 h 127634"/>
                                <a:gd name="connsiteX5" fmla="*/ 103822 w 148011"/>
                                <a:gd name="connsiteY5" fmla="*/ 0 h 127634"/>
                                <a:gd name="connsiteX6" fmla="*/ 103822 w 148011"/>
                                <a:gd name="connsiteY6" fmla="*/ 0 h 127634"/>
                                <a:gd name="connsiteX7" fmla="*/ 102870 w 148011"/>
                                <a:gd name="connsiteY7" fmla="*/ 0 h 127634"/>
                                <a:gd name="connsiteX8" fmla="*/ 100013 w 148011"/>
                                <a:gd name="connsiteY8" fmla="*/ 0 h 127634"/>
                                <a:gd name="connsiteX9" fmla="*/ 90488 w 148011"/>
                                <a:gd name="connsiteY9" fmla="*/ 0 h 127634"/>
                                <a:gd name="connsiteX10" fmla="*/ 58102 w 148011"/>
                                <a:gd name="connsiteY10" fmla="*/ 4763 h 127634"/>
                                <a:gd name="connsiteX11" fmla="*/ 20955 w 148011"/>
                                <a:gd name="connsiteY11" fmla="*/ 26670 h 127634"/>
                                <a:gd name="connsiteX12" fmla="*/ 6667 w 148011"/>
                                <a:gd name="connsiteY12" fmla="*/ 48577 h 127634"/>
                                <a:gd name="connsiteX13" fmla="*/ 0 w 148011"/>
                                <a:gd name="connsiteY13" fmla="*/ 80963 h 127634"/>
                                <a:gd name="connsiteX14" fmla="*/ 0 w 148011"/>
                                <a:gd name="connsiteY14" fmla="*/ 81915 h 127634"/>
                                <a:gd name="connsiteX15" fmla="*/ 0 w 148011"/>
                                <a:gd name="connsiteY15" fmla="*/ 81915 h 127634"/>
                                <a:gd name="connsiteX16" fmla="*/ 1905 w 148011"/>
                                <a:gd name="connsiteY16" fmla="*/ 90488 h 127634"/>
                                <a:gd name="connsiteX17" fmla="*/ 9525 w 148011"/>
                                <a:gd name="connsiteY17" fmla="*/ 107632 h 127634"/>
                                <a:gd name="connsiteX18" fmla="*/ 13335 w 148011"/>
                                <a:gd name="connsiteY18" fmla="*/ 113347 h 127634"/>
                                <a:gd name="connsiteX19" fmla="*/ 18097 w 148011"/>
                                <a:gd name="connsiteY19" fmla="*/ 118110 h 127634"/>
                                <a:gd name="connsiteX20" fmla="*/ 20002 w 148011"/>
                                <a:gd name="connsiteY20" fmla="*/ 120015 h 127634"/>
                                <a:gd name="connsiteX21" fmla="*/ 20002 w 148011"/>
                                <a:gd name="connsiteY21" fmla="*/ 120015 h 127634"/>
                                <a:gd name="connsiteX22" fmla="*/ 33338 w 148011"/>
                                <a:gd name="connsiteY22" fmla="*/ 126682 h 127634"/>
                                <a:gd name="connsiteX23" fmla="*/ 40005 w 148011"/>
                                <a:gd name="connsiteY23" fmla="*/ 127635 h 127634"/>
                                <a:gd name="connsiteX24" fmla="*/ 45720 w 148011"/>
                                <a:gd name="connsiteY24" fmla="*/ 126682 h 127634"/>
                                <a:gd name="connsiteX25" fmla="*/ 62865 w 148011"/>
                                <a:gd name="connsiteY25" fmla="*/ 119063 h 127634"/>
                                <a:gd name="connsiteX26" fmla="*/ 63817 w 148011"/>
                                <a:gd name="connsiteY26" fmla="*/ 119063 h 127634"/>
                                <a:gd name="connsiteX27" fmla="*/ 66675 w 148011"/>
                                <a:gd name="connsiteY27" fmla="*/ 116205 h 127634"/>
                                <a:gd name="connsiteX28" fmla="*/ 72390 w 148011"/>
                                <a:gd name="connsiteY28" fmla="*/ 117157 h 127634"/>
                                <a:gd name="connsiteX29" fmla="*/ 85725 w 148011"/>
                                <a:gd name="connsiteY29" fmla="*/ 117157 h 127634"/>
                                <a:gd name="connsiteX30" fmla="*/ 87630 w 148011"/>
                                <a:gd name="connsiteY30" fmla="*/ 117157 h 127634"/>
                                <a:gd name="connsiteX31" fmla="*/ 88582 w 148011"/>
                                <a:gd name="connsiteY31" fmla="*/ 117157 h 127634"/>
                                <a:gd name="connsiteX32" fmla="*/ 100013 w 148011"/>
                                <a:gd name="connsiteY32" fmla="*/ 112395 h 127634"/>
                                <a:gd name="connsiteX33" fmla="*/ 109538 w 148011"/>
                                <a:gd name="connsiteY33" fmla="*/ 102870 h 127634"/>
                                <a:gd name="connsiteX34" fmla="*/ 110490 w 148011"/>
                                <a:gd name="connsiteY34" fmla="*/ 101917 h 127634"/>
                                <a:gd name="connsiteX35" fmla="*/ 111442 w 148011"/>
                                <a:gd name="connsiteY35" fmla="*/ 100965 h 127634"/>
                                <a:gd name="connsiteX36" fmla="*/ 115252 w 148011"/>
                                <a:gd name="connsiteY36" fmla="*/ 97155 h 127634"/>
                                <a:gd name="connsiteX37" fmla="*/ 116205 w 148011"/>
                                <a:gd name="connsiteY37" fmla="*/ 96202 h 127634"/>
                                <a:gd name="connsiteX38" fmla="*/ 117157 w 148011"/>
                                <a:gd name="connsiteY38" fmla="*/ 95250 h 127634"/>
                                <a:gd name="connsiteX39" fmla="*/ 118110 w 148011"/>
                                <a:gd name="connsiteY39" fmla="*/ 95250 h 127634"/>
                                <a:gd name="connsiteX40" fmla="*/ 121920 w 148011"/>
                                <a:gd name="connsiteY40" fmla="*/ 92392 h 127634"/>
                                <a:gd name="connsiteX41" fmla="*/ 132397 w 148011"/>
                                <a:gd name="connsiteY41" fmla="*/ 88582 h 127634"/>
                                <a:gd name="connsiteX42" fmla="*/ 136207 w 148011"/>
                                <a:gd name="connsiteY42" fmla="*/ 87630 h 127634"/>
                                <a:gd name="connsiteX43" fmla="*/ 138113 w 148011"/>
                                <a:gd name="connsiteY43" fmla="*/ 86677 h 127634"/>
                                <a:gd name="connsiteX44" fmla="*/ 139065 w 148011"/>
                                <a:gd name="connsiteY44" fmla="*/ 86677 h 127634"/>
                                <a:gd name="connsiteX45" fmla="*/ 139065 w 148011"/>
                                <a:gd name="connsiteY45" fmla="*/ 86677 h 127634"/>
                                <a:gd name="connsiteX46" fmla="*/ 139065 w 148011"/>
                                <a:gd name="connsiteY46" fmla="*/ 86677 h 127634"/>
                                <a:gd name="connsiteX47" fmla="*/ 140970 w 148011"/>
                                <a:gd name="connsiteY47" fmla="*/ 85725 h 127634"/>
                                <a:gd name="connsiteX48" fmla="*/ 141922 w 148011"/>
                                <a:gd name="connsiteY48" fmla="*/ 85725 h 127634"/>
                                <a:gd name="connsiteX49" fmla="*/ 141922 w 148011"/>
                                <a:gd name="connsiteY49" fmla="*/ 85725 h 127634"/>
                                <a:gd name="connsiteX50" fmla="*/ 143827 w 148011"/>
                                <a:gd name="connsiteY50" fmla="*/ 83820 h 127634"/>
                                <a:gd name="connsiteX51" fmla="*/ 145732 w 148011"/>
                                <a:gd name="connsiteY51" fmla="*/ 81915 h 127634"/>
                                <a:gd name="connsiteX52" fmla="*/ 147638 w 148011"/>
                                <a:gd name="connsiteY52" fmla="*/ 75247 h 127634"/>
                                <a:gd name="connsiteX53" fmla="*/ 145732 w 148011"/>
                                <a:gd name="connsiteY53" fmla="*/ 58102 h 127634"/>
                                <a:gd name="connsiteX54" fmla="*/ 138113 w 148011"/>
                                <a:gd name="connsiteY54" fmla="*/ 41910 h 127634"/>
                                <a:gd name="connsiteX55" fmla="*/ 129540 w 148011"/>
                                <a:gd name="connsiteY55" fmla="*/ 27622 h 127634"/>
                                <a:gd name="connsiteX56" fmla="*/ 120015 w 148011"/>
                                <a:gd name="connsiteY56" fmla="*/ 14288 h 127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48011" h="127634">
                                  <a:moveTo>
                                    <a:pt x="120015" y="14288"/>
                                  </a:moveTo>
                                  <a:cubicBezTo>
                                    <a:pt x="118110" y="12382"/>
                                    <a:pt x="117157" y="11430"/>
                                    <a:pt x="115252" y="9525"/>
                                  </a:cubicBezTo>
                                  <a:cubicBezTo>
                                    <a:pt x="113347" y="7620"/>
                                    <a:pt x="112395" y="6667"/>
                                    <a:pt x="110490" y="4763"/>
                                  </a:cubicBezTo>
                                  <a:cubicBezTo>
                                    <a:pt x="109538" y="3810"/>
                                    <a:pt x="108585" y="3810"/>
                                    <a:pt x="108585" y="2857"/>
                                  </a:cubicBezTo>
                                  <a:cubicBezTo>
                                    <a:pt x="108585" y="2857"/>
                                    <a:pt x="104775" y="0"/>
                                    <a:pt x="103822" y="0"/>
                                  </a:cubicBezTo>
                                  <a:cubicBezTo>
                                    <a:pt x="103822" y="0"/>
                                    <a:pt x="103822" y="0"/>
                                    <a:pt x="103822" y="0"/>
                                  </a:cubicBezTo>
                                  <a:cubicBezTo>
                                    <a:pt x="103822" y="0"/>
                                    <a:pt x="103822" y="0"/>
                                    <a:pt x="103822" y="0"/>
                                  </a:cubicBezTo>
                                  <a:cubicBezTo>
                                    <a:pt x="103822" y="0"/>
                                    <a:pt x="103822" y="0"/>
                                    <a:pt x="102870" y="0"/>
                                  </a:cubicBezTo>
                                  <a:cubicBezTo>
                                    <a:pt x="101917" y="0"/>
                                    <a:pt x="100965" y="0"/>
                                    <a:pt x="100013" y="0"/>
                                  </a:cubicBezTo>
                                  <a:cubicBezTo>
                                    <a:pt x="98107" y="0"/>
                                    <a:pt x="94297" y="0"/>
                                    <a:pt x="90488" y="0"/>
                                  </a:cubicBezTo>
                                  <a:cubicBezTo>
                                    <a:pt x="81915" y="0"/>
                                    <a:pt x="70485" y="952"/>
                                    <a:pt x="58102" y="4763"/>
                                  </a:cubicBezTo>
                                  <a:cubicBezTo>
                                    <a:pt x="45720" y="8572"/>
                                    <a:pt x="32385" y="15240"/>
                                    <a:pt x="20955" y="26670"/>
                                  </a:cubicBezTo>
                                  <a:cubicBezTo>
                                    <a:pt x="15240" y="32385"/>
                                    <a:pt x="10477" y="40005"/>
                                    <a:pt x="6667" y="48577"/>
                                  </a:cubicBezTo>
                                  <a:cubicBezTo>
                                    <a:pt x="2857" y="57150"/>
                                    <a:pt x="0" y="67627"/>
                                    <a:pt x="0" y="80963"/>
                                  </a:cubicBezTo>
                                  <a:cubicBezTo>
                                    <a:pt x="0" y="80963"/>
                                    <a:pt x="0" y="81915"/>
                                    <a:pt x="0" y="81915"/>
                                  </a:cubicBezTo>
                                  <a:cubicBezTo>
                                    <a:pt x="0" y="81915"/>
                                    <a:pt x="0" y="81915"/>
                                    <a:pt x="0" y="81915"/>
                                  </a:cubicBezTo>
                                  <a:cubicBezTo>
                                    <a:pt x="0" y="84772"/>
                                    <a:pt x="952" y="87630"/>
                                    <a:pt x="1905" y="90488"/>
                                  </a:cubicBezTo>
                                  <a:cubicBezTo>
                                    <a:pt x="3810" y="97155"/>
                                    <a:pt x="6667" y="102870"/>
                                    <a:pt x="9525" y="107632"/>
                                  </a:cubicBezTo>
                                  <a:cubicBezTo>
                                    <a:pt x="10477" y="109538"/>
                                    <a:pt x="12382" y="111442"/>
                                    <a:pt x="13335" y="113347"/>
                                  </a:cubicBezTo>
                                  <a:cubicBezTo>
                                    <a:pt x="15240" y="115252"/>
                                    <a:pt x="16192" y="116205"/>
                                    <a:pt x="18097" y="118110"/>
                                  </a:cubicBezTo>
                                  <a:cubicBezTo>
                                    <a:pt x="19050" y="119063"/>
                                    <a:pt x="19050" y="119063"/>
                                    <a:pt x="20002" y="120015"/>
                                  </a:cubicBezTo>
                                  <a:cubicBezTo>
                                    <a:pt x="20002" y="120015"/>
                                    <a:pt x="20002" y="120015"/>
                                    <a:pt x="20002" y="120015"/>
                                  </a:cubicBezTo>
                                  <a:cubicBezTo>
                                    <a:pt x="24765" y="123825"/>
                                    <a:pt x="29527" y="125730"/>
                                    <a:pt x="33338" y="126682"/>
                                  </a:cubicBezTo>
                                  <a:cubicBezTo>
                                    <a:pt x="35242" y="126682"/>
                                    <a:pt x="38100" y="127635"/>
                                    <a:pt x="40005" y="127635"/>
                                  </a:cubicBezTo>
                                  <a:cubicBezTo>
                                    <a:pt x="41910" y="127635"/>
                                    <a:pt x="43815" y="127635"/>
                                    <a:pt x="45720" y="126682"/>
                                  </a:cubicBezTo>
                                  <a:cubicBezTo>
                                    <a:pt x="53340" y="124777"/>
                                    <a:pt x="59055" y="121920"/>
                                    <a:pt x="62865" y="119063"/>
                                  </a:cubicBezTo>
                                  <a:cubicBezTo>
                                    <a:pt x="62865" y="119063"/>
                                    <a:pt x="63817" y="119063"/>
                                    <a:pt x="63817" y="119063"/>
                                  </a:cubicBezTo>
                                  <a:cubicBezTo>
                                    <a:pt x="65722" y="117157"/>
                                    <a:pt x="66675" y="116205"/>
                                    <a:pt x="66675" y="116205"/>
                                  </a:cubicBezTo>
                                  <a:cubicBezTo>
                                    <a:pt x="68580" y="116205"/>
                                    <a:pt x="70485" y="117157"/>
                                    <a:pt x="72390" y="117157"/>
                                  </a:cubicBezTo>
                                  <a:cubicBezTo>
                                    <a:pt x="77152" y="118110"/>
                                    <a:pt x="81915" y="118110"/>
                                    <a:pt x="85725" y="117157"/>
                                  </a:cubicBezTo>
                                  <a:cubicBezTo>
                                    <a:pt x="86677" y="117157"/>
                                    <a:pt x="86677" y="117157"/>
                                    <a:pt x="87630" y="117157"/>
                                  </a:cubicBezTo>
                                  <a:cubicBezTo>
                                    <a:pt x="87630" y="117157"/>
                                    <a:pt x="87630" y="117157"/>
                                    <a:pt x="88582" y="117157"/>
                                  </a:cubicBezTo>
                                  <a:cubicBezTo>
                                    <a:pt x="92392" y="116205"/>
                                    <a:pt x="96202" y="114300"/>
                                    <a:pt x="100013" y="112395"/>
                                  </a:cubicBezTo>
                                  <a:cubicBezTo>
                                    <a:pt x="103822" y="109538"/>
                                    <a:pt x="106680" y="106680"/>
                                    <a:pt x="109538" y="102870"/>
                                  </a:cubicBezTo>
                                  <a:cubicBezTo>
                                    <a:pt x="109538" y="102870"/>
                                    <a:pt x="110490" y="101917"/>
                                    <a:pt x="110490" y="101917"/>
                                  </a:cubicBezTo>
                                  <a:cubicBezTo>
                                    <a:pt x="110490" y="101917"/>
                                    <a:pt x="111442" y="100965"/>
                                    <a:pt x="111442" y="100965"/>
                                  </a:cubicBezTo>
                                  <a:cubicBezTo>
                                    <a:pt x="112395" y="100013"/>
                                    <a:pt x="114300" y="98107"/>
                                    <a:pt x="115252" y="97155"/>
                                  </a:cubicBezTo>
                                  <a:cubicBezTo>
                                    <a:pt x="115252" y="97155"/>
                                    <a:pt x="116205" y="96202"/>
                                    <a:pt x="116205" y="96202"/>
                                  </a:cubicBezTo>
                                  <a:cubicBezTo>
                                    <a:pt x="116205" y="96202"/>
                                    <a:pt x="117157" y="95250"/>
                                    <a:pt x="117157" y="95250"/>
                                  </a:cubicBezTo>
                                  <a:lnTo>
                                    <a:pt x="118110" y="95250"/>
                                  </a:lnTo>
                                  <a:cubicBezTo>
                                    <a:pt x="119063" y="94297"/>
                                    <a:pt x="120015" y="93345"/>
                                    <a:pt x="121920" y="92392"/>
                                  </a:cubicBezTo>
                                  <a:cubicBezTo>
                                    <a:pt x="123825" y="91440"/>
                                    <a:pt x="127635" y="89535"/>
                                    <a:pt x="132397" y="88582"/>
                                  </a:cubicBezTo>
                                  <a:cubicBezTo>
                                    <a:pt x="133350" y="88582"/>
                                    <a:pt x="134302" y="87630"/>
                                    <a:pt x="136207" y="87630"/>
                                  </a:cubicBezTo>
                                  <a:cubicBezTo>
                                    <a:pt x="137160" y="87630"/>
                                    <a:pt x="137160" y="87630"/>
                                    <a:pt x="138113" y="86677"/>
                                  </a:cubicBezTo>
                                  <a:lnTo>
                                    <a:pt x="139065" y="86677"/>
                                  </a:lnTo>
                                  <a:lnTo>
                                    <a:pt x="139065" y="86677"/>
                                  </a:lnTo>
                                  <a:cubicBezTo>
                                    <a:pt x="139065" y="86677"/>
                                    <a:pt x="139065" y="86677"/>
                                    <a:pt x="139065" y="86677"/>
                                  </a:cubicBezTo>
                                  <a:cubicBezTo>
                                    <a:pt x="140017" y="86677"/>
                                    <a:pt x="140970" y="86677"/>
                                    <a:pt x="140970" y="85725"/>
                                  </a:cubicBezTo>
                                  <a:cubicBezTo>
                                    <a:pt x="140970" y="85725"/>
                                    <a:pt x="141922" y="85725"/>
                                    <a:pt x="141922" y="85725"/>
                                  </a:cubicBezTo>
                                  <a:lnTo>
                                    <a:pt x="141922" y="85725"/>
                                  </a:lnTo>
                                  <a:cubicBezTo>
                                    <a:pt x="142875" y="85725"/>
                                    <a:pt x="142875" y="84772"/>
                                    <a:pt x="143827" y="83820"/>
                                  </a:cubicBezTo>
                                  <a:cubicBezTo>
                                    <a:pt x="144780" y="82867"/>
                                    <a:pt x="144780" y="82867"/>
                                    <a:pt x="145732" y="81915"/>
                                  </a:cubicBezTo>
                                  <a:cubicBezTo>
                                    <a:pt x="146685" y="80010"/>
                                    <a:pt x="147638" y="78105"/>
                                    <a:pt x="147638" y="75247"/>
                                  </a:cubicBezTo>
                                  <a:cubicBezTo>
                                    <a:pt x="148590" y="70485"/>
                                    <a:pt x="147638" y="64770"/>
                                    <a:pt x="145732" y="58102"/>
                                  </a:cubicBezTo>
                                  <a:cubicBezTo>
                                    <a:pt x="142875" y="52388"/>
                                    <a:pt x="140970" y="46672"/>
                                    <a:pt x="138113" y="41910"/>
                                  </a:cubicBezTo>
                                  <a:cubicBezTo>
                                    <a:pt x="135255" y="37147"/>
                                    <a:pt x="132397" y="32385"/>
                                    <a:pt x="129540" y="27622"/>
                                  </a:cubicBezTo>
                                  <a:cubicBezTo>
                                    <a:pt x="125730" y="20955"/>
                                    <a:pt x="122872" y="17145"/>
                                    <a:pt x="120015" y="1428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9687B31F-62A6-4646-AC2D-046564BC19CE}"/>
                                </a:ext>
                              </a:extLst>
                            </p:cNvPr>
                            <p:cNvSpPr/>
                            <p:nvPr/>
                          </p:nvSpPr>
                          <p:spPr>
                            <a:xfrm>
                              <a:off x="2784338" y="2341116"/>
                              <a:ext cx="148590" cy="118110"/>
                            </a:xfrm>
                            <a:custGeom>
                              <a:avLst/>
                              <a:gdLst>
                                <a:gd name="connsiteX0" fmla="*/ 115253 w 148590"/>
                                <a:gd name="connsiteY0" fmla="*/ 5715 h 118110"/>
                                <a:gd name="connsiteX1" fmla="*/ 115253 w 148590"/>
                                <a:gd name="connsiteY1" fmla="*/ 6667 h 118110"/>
                                <a:gd name="connsiteX2" fmla="*/ 117158 w 148590"/>
                                <a:gd name="connsiteY2" fmla="*/ 10478 h 118110"/>
                                <a:gd name="connsiteX3" fmla="*/ 123825 w 148590"/>
                                <a:gd name="connsiteY3" fmla="*/ 20955 h 118110"/>
                                <a:gd name="connsiteX4" fmla="*/ 133350 w 148590"/>
                                <a:gd name="connsiteY4" fmla="*/ 35242 h 118110"/>
                                <a:gd name="connsiteX5" fmla="*/ 136208 w 148590"/>
                                <a:gd name="connsiteY5" fmla="*/ 39053 h 118110"/>
                                <a:gd name="connsiteX6" fmla="*/ 137160 w 148590"/>
                                <a:gd name="connsiteY6" fmla="*/ 40958 h 118110"/>
                                <a:gd name="connsiteX7" fmla="*/ 137160 w 148590"/>
                                <a:gd name="connsiteY7" fmla="*/ 41910 h 118110"/>
                                <a:gd name="connsiteX8" fmla="*/ 137160 w 148590"/>
                                <a:gd name="connsiteY8" fmla="*/ 42863 h 118110"/>
                                <a:gd name="connsiteX9" fmla="*/ 138113 w 148590"/>
                                <a:gd name="connsiteY9" fmla="*/ 43815 h 118110"/>
                                <a:gd name="connsiteX10" fmla="*/ 141923 w 148590"/>
                                <a:gd name="connsiteY10" fmla="*/ 52388 h 118110"/>
                                <a:gd name="connsiteX11" fmla="*/ 143828 w 148590"/>
                                <a:gd name="connsiteY11" fmla="*/ 56198 h 118110"/>
                                <a:gd name="connsiteX12" fmla="*/ 144780 w 148590"/>
                                <a:gd name="connsiteY12" fmla="*/ 60008 h 118110"/>
                                <a:gd name="connsiteX13" fmla="*/ 145733 w 148590"/>
                                <a:gd name="connsiteY13" fmla="*/ 61913 h 118110"/>
                                <a:gd name="connsiteX14" fmla="*/ 145733 w 148590"/>
                                <a:gd name="connsiteY14" fmla="*/ 63817 h 118110"/>
                                <a:gd name="connsiteX15" fmla="*/ 146685 w 148590"/>
                                <a:gd name="connsiteY15" fmla="*/ 67628 h 118110"/>
                                <a:gd name="connsiteX16" fmla="*/ 147638 w 148590"/>
                                <a:gd name="connsiteY16" fmla="*/ 73342 h 118110"/>
                                <a:gd name="connsiteX17" fmla="*/ 148590 w 148590"/>
                                <a:gd name="connsiteY17" fmla="*/ 77153 h 118110"/>
                                <a:gd name="connsiteX18" fmla="*/ 148590 w 148590"/>
                                <a:gd name="connsiteY18" fmla="*/ 80010 h 118110"/>
                                <a:gd name="connsiteX19" fmla="*/ 148590 w 148590"/>
                                <a:gd name="connsiteY19" fmla="*/ 81915 h 118110"/>
                                <a:gd name="connsiteX20" fmla="*/ 148590 w 148590"/>
                                <a:gd name="connsiteY20" fmla="*/ 81915 h 118110"/>
                                <a:gd name="connsiteX21" fmla="*/ 148590 w 148590"/>
                                <a:gd name="connsiteY21" fmla="*/ 81915 h 118110"/>
                                <a:gd name="connsiteX22" fmla="*/ 148590 w 148590"/>
                                <a:gd name="connsiteY22" fmla="*/ 81915 h 118110"/>
                                <a:gd name="connsiteX23" fmla="*/ 148590 w 148590"/>
                                <a:gd name="connsiteY23" fmla="*/ 80010 h 118110"/>
                                <a:gd name="connsiteX24" fmla="*/ 148590 w 148590"/>
                                <a:gd name="connsiteY24" fmla="*/ 77153 h 118110"/>
                                <a:gd name="connsiteX25" fmla="*/ 147638 w 148590"/>
                                <a:gd name="connsiteY25" fmla="*/ 73342 h 118110"/>
                                <a:gd name="connsiteX26" fmla="*/ 145733 w 148590"/>
                                <a:gd name="connsiteY26" fmla="*/ 67628 h 118110"/>
                                <a:gd name="connsiteX27" fmla="*/ 144780 w 148590"/>
                                <a:gd name="connsiteY27" fmla="*/ 64770 h 118110"/>
                                <a:gd name="connsiteX28" fmla="*/ 143828 w 148590"/>
                                <a:gd name="connsiteY28" fmla="*/ 62865 h 118110"/>
                                <a:gd name="connsiteX29" fmla="*/ 142875 w 148590"/>
                                <a:gd name="connsiteY29" fmla="*/ 60960 h 118110"/>
                                <a:gd name="connsiteX30" fmla="*/ 140970 w 148590"/>
                                <a:gd name="connsiteY30" fmla="*/ 57150 h 118110"/>
                                <a:gd name="connsiteX31" fmla="*/ 139065 w 148590"/>
                                <a:gd name="connsiteY31" fmla="*/ 53340 h 118110"/>
                                <a:gd name="connsiteX32" fmla="*/ 134303 w 148590"/>
                                <a:gd name="connsiteY32" fmla="*/ 45720 h 118110"/>
                                <a:gd name="connsiteX33" fmla="*/ 133350 w 148590"/>
                                <a:gd name="connsiteY33" fmla="*/ 44767 h 118110"/>
                                <a:gd name="connsiteX34" fmla="*/ 133350 w 148590"/>
                                <a:gd name="connsiteY34" fmla="*/ 44767 h 118110"/>
                                <a:gd name="connsiteX35" fmla="*/ 133350 w 148590"/>
                                <a:gd name="connsiteY35" fmla="*/ 44767 h 118110"/>
                                <a:gd name="connsiteX36" fmla="*/ 132398 w 148590"/>
                                <a:gd name="connsiteY36" fmla="*/ 42863 h 118110"/>
                                <a:gd name="connsiteX37" fmla="*/ 129540 w 148590"/>
                                <a:gd name="connsiteY37" fmla="*/ 39053 h 118110"/>
                                <a:gd name="connsiteX38" fmla="*/ 120015 w 148590"/>
                                <a:gd name="connsiteY38" fmla="*/ 24765 h 118110"/>
                                <a:gd name="connsiteX39" fmla="*/ 112395 w 148590"/>
                                <a:gd name="connsiteY39" fmla="*/ 11430 h 118110"/>
                                <a:gd name="connsiteX40" fmla="*/ 111443 w 148590"/>
                                <a:gd name="connsiteY40" fmla="*/ 13335 h 118110"/>
                                <a:gd name="connsiteX41" fmla="*/ 109538 w 148590"/>
                                <a:gd name="connsiteY41" fmla="*/ 17145 h 118110"/>
                                <a:gd name="connsiteX42" fmla="*/ 107633 w 148590"/>
                                <a:gd name="connsiteY42" fmla="*/ 20955 h 118110"/>
                                <a:gd name="connsiteX43" fmla="*/ 103823 w 148590"/>
                                <a:gd name="connsiteY43" fmla="*/ 30480 h 118110"/>
                                <a:gd name="connsiteX44" fmla="*/ 102870 w 148590"/>
                                <a:gd name="connsiteY44" fmla="*/ 32385 h 118110"/>
                                <a:gd name="connsiteX45" fmla="*/ 102870 w 148590"/>
                                <a:gd name="connsiteY45" fmla="*/ 32385 h 118110"/>
                                <a:gd name="connsiteX46" fmla="*/ 102870 w 148590"/>
                                <a:gd name="connsiteY46" fmla="*/ 38100 h 118110"/>
                                <a:gd name="connsiteX47" fmla="*/ 103823 w 148590"/>
                                <a:gd name="connsiteY47" fmla="*/ 44767 h 118110"/>
                                <a:gd name="connsiteX48" fmla="*/ 109538 w 148590"/>
                                <a:gd name="connsiteY48" fmla="*/ 60960 h 118110"/>
                                <a:gd name="connsiteX49" fmla="*/ 113348 w 148590"/>
                                <a:gd name="connsiteY49" fmla="*/ 69533 h 118110"/>
                                <a:gd name="connsiteX50" fmla="*/ 115253 w 148590"/>
                                <a:gd name="connsiteY50" fmla="*/ 73342 h 118110"/>
                                <a:gd name="connsiteX51" fmla="*/ 116205 w 148590"/>
                                <a:gd name="connsiteY51" fmla="*/ 77153 h 118110"/>
                                <a:gd name="connsiteX52" fmla="*/ 118110 w 148590"/>
                                <a:gd name="connsiteY52" fmla="*/ 83820 h 118110"/>
                                <a:gd name="connsiteX53" fmla="*/ 119063 w 148590"/>
                                <a:gd name="connsiteY53" fmla="*/ 86678 h 118110"/>
                                <a:gd name="connsiteX54" fmla="*/ 119063 w 148590"/>
                                <a:gd name="connsiteY54" fmla="*/ 89535 h 118110"/>
                                <a:gd name="connsiteX55" fmla="*/ 118110 w 148590"/>
                                <a:gd name="connsiteY55" fmla="*/ 96203 h 118110"/>
                                <a:gd name="connsiteX56" fmla="*/ 118110 w 148590"/>
                                <a:gd name="connsiteY56" fmla="*/ 97155 h 118110"/>
                                <a:gd name="connsiteX57" fmla="*/ 118110 w 148590"/>
                                <a:gd name="connsiteY57" fmla="*/ 98108 h 118110"/>
                                <a:gd name="connsiteX58" fmla="*/ 118110 w 148590"/>
                                <a:gd name="connsiteY58" fmla="*/ 99060 h 118110"/>
                                <a:gd name="connsiteX59" fmla="*/ 118110 w 148590"/>
                                <a:gd name="connsiteY59" fmla="*/ 100013 h 118110"/>
                                <a:gd name="connsiteX60" fmla="*/ 118110 w 148590"/>
                                <a:gd name="connsiteY60" fmla="*/ 100965 h 118110"/>
                                <a:gd name="connsiteX61" fmla="*/ 117158 w 148590"/>
                                <a:gd name="connsiteY61" fmla="*/ 101917 h 118110"/>
                                <a:gd name="connsiteX62" fmla="*/ 118110 w 148590"/>
                                <a:gd name="connsiteY62" fmla="*/ 100965 h 118110"/>
                                <a:gd name="connsiteX63" fmla="*/ 118110 w 148590"/>
                                <a:gd name="connsiteY63" fmla="*/ 100013 h 118110"/>
                                <a:gd name="connsiteX64" fmla="*/ 118110 w 148590"/>
                                <a:gd name="connsiteY64" fmla="*/ 99060 h 118110"/>
                                <a:gd name="connsiteX65" fmla="*/ 118110 w 148590"/>
                                <a:gd name="connsiteY65" fmla="*/ 98108 h 118110"/>
                                <a:gd name="connsiteX66" fmla="*/ 118110 w 148590"/>
                                <a:gd name="connsiteY66" fmla="*/ 97155 h 118110"/>
                                <a:gd name="connsiteX67" fmla="*/ 118110 w 148590"/>
                                <a:gd name="connsiteY67" fmla="*/ 96203 h 118110"/>
                                <a:gd name="connsiteX68" fmla="*/ 118110 w 148590"/>
                                <a:gd name="connsiteY68" fmla="*/ 89535 h 118110"/>
                                <a:gd name="connsiteX69" fmla="*/ 117158 w 148590"/>
                                <a:gd name="connsiteY69" fmla="*/ 86678 h 118110"/>
                                <a:gd name="connsiteX70" fmla="*/ 116205 w 148590"/>
                                <a:gd name="connsiteY70" fmla="*/ 83820 h 118110"/>
                                <a:gd name="connsiteX71" fmla="*/ 114300 w 148590"/>
                                <a:gd name="connsiteY71" fmla="*/ 77153 h 118110"/>
                                <a:gd name="connsiteX72" fmla="*/ 112395 w 148590"/>
                                <a:gd name="connsiteY72" fmla="*/ 73342 h 118110"/>
                                <a:gd name="connsiteX73" fmla="*/ 110490 w 148590"/>
                                <a:gd name="connsiteY73" fmla="*/ 69533 h 118110"/>
                                <a:gd name="connsiteX74" fmla="*/ 106680 w 148590"/>
                                <a:gd name="connsiteY74" fmla="*/ 60960 h 118110"/>
                                <a:gd name="connsiteX75" fmla="*/ 100013 w 148590"/>
                                <a:gd name="connsiteY75" fmla="*/ 44767 h 118110"/>
                                <a:gd name="connsiteX76" fmla="*/ 99060 w 148590"/>
                                <a:gd name="connsiteY76" fmla="*/ 37148 h 118110"/>
                                <a:gd name="connsiteX77" fmla="*/ 99060 w 148590"/>
                                <a:gd name="connsiteY77" fmla="*/ 36195 h 118110"/>
                                <a:gd name="connsiteX78" fmla="*/ 97155 w 148590"/>
                                <a:gd name="connsiteY78" fmla="*/ 39053 h 118110"/>
                                <a:gd name="connsiteX79" fmla="*/ 91440 w 148590"/>
                                <a:gd name="connsiteY79" fmla="*/ 49530 h 118110"/>
                                <a:gd name="connsiteX80" fmla="*/ 86678 w 148590"/>
                                <a:gd name="connsiteY80" fmla="*/ 59055 h 118110"/>
                                <a:gd name="connsiteX81" fmla="*/ 86678 w 148590"/>
                                <a:gd name="connsiteY81" fmla="*/ 60008 h 118110"/>
                                <a:gd name="connsiteX82" fmla="*/ 85725 w 148590"/>
                                <a:gd name="connsiteY82" fmla="*/ 61913 h 118110"/>
                                <a:gd name="connsiteX83" fmla="*/ 86678 w 148590"/>
                                <a:gd name="connsiteY83" fmla="*/ 69533 h 118110"/>
                                <a:gd name="connsiteX84" fmla="*/ 87630 w 148590"/>
                                <a:gd name="connsiteY84" fmla="*/ 75248 h 118110"/>
                                <a:gd name="connsiteX85" fmla="*/ 88583 w 148590"/>
                                <a:gd name="connsiteY85" fmla="*/ 80963 h 118110"/>
                                <a:gd name="connsiteX86" fmla="*/ 89535 w 148590"/>
                                <a:gd name="connsiteY86" fmla="*/ 83820 h 118110"/>
                                <a:gd name="connsiteX87" fmla="*/ 89535 w 148590"/>
                                <a:gd name="connsiteY87" fmla="*/ 86678 h 118110"/>
                                <a:gd name="connsiteX88" fmla="*/ 89535 w 148590"/>
                                <a:gd name="connsiteY88" fmla="*/ 89535 h 118110"/>
                                <a:gd name="connsiteX89" fmla="*/ 89535 w 148590"/>
                                <a:gd name="connsiteY89" fmla="*/ 92392 h 118110"/>
                                <a:gd name="connsiteX90" fmla="*/ 89535 w 148590"/>
                                <a:gd name="connsiteY90" fmla="*/ 98108 h 118110"/>
                                <a:gd name="connsiteX91" fmla="*/ 89535 w 148590"/>
                                <a:gd name="connsiteY91" fmla="*/ 103823 h 118110"/>
                                <a:gd name="connsiteX92" fmla="*/ 89535 w 148590"/>
                                <a:gd name="connsiteY92" fmla="*/ 106680 h 118110"/>
                                <a:gd name="connsiteX93" fmla="*/ 89535 w 148590"/>
                                <a:gd name="connsiteY93" fmla="*/ 109538 h 118110"/>
                                <a:gd name="connsiteX94" fmla="*/ 89535 w 148590"/>
                                <a:gd name="connsiteY94" fmla="*/ 111442 h 118110"/>
                                <a:gd name="connsiteX95" fmla="*/ 89535 w 148590"/>
                                <a:gd name="connsiteY95" fmla="*/ 113348 h 118110"/>
                                <a:gd name="connsiteX96" fmla="*/ 88583 w 148590"/>
                                <a:gd name="connsiteY96" fmla="*/ 113348 h 118110"/>
                                <a:gd name="connsiteX97" fmla="*/ 88583 w 148590"/>
                                <a:gd name="connsiteY97" fmla="*/ 110490 h 118110"/>
                                <a:gd name="connsiteX98" fmla="*/ 88583 w 148590"/>
                                <a:gd name="connsiteY98" fmla="*/ 107633 h 118110"/>
                                <a:gd name="connsiteX99" fmla="*/ 88583 w 148590"/>
                                <a:gd name="connsiteY99" fmla="*/ 104775 h 118110"/>
                                <a:gd name="connsiteX100" fmla="*/ 87630 w 148590"/>
                                <a:gd name="connsiteY100" fmla="*/ 99060 h 118110"/>
                                <a:gd name="connsiteX101" fmla="*/ 86678 w 148590"/>
                                <a:gd name="connsiteY101" fmla="*/ 93345 h 118110"/>
                                <a:gd name="connsiteX102" fmla="*/ 86678 w 148590"/>
                                <a:gd name="connsiteY102" fmla="*/ 91440 h 118110"/>
                                <a:gd name="connsiteX103" fmla="*/ 86678 w 148590"/>
                                <a:gd name="connsiteY103" fmla="*/ 89535 h 118110"/>
                                <a:gd name="connsiteX104" fmla="*/ 86678 w 148590"/>
                                <a:gd name="connsiteY104" fmla="*/ 86678 h 118110"/>
                                <a:gd name="connsiteX105" fmla="*/ 85725 w 148590"/>
                                <a:gd name="connsiteY105" fmla="*/ 83820 h 118110"/>
                                <a:gd name="connsiteX106" fmla="*/ 84773 w 148590"/>
                                <a:gd name="connsiteY106" fmla="*/ 80963 h 118110"/>
                                <a:gd name="connsiteX107" fmla="*/ 83820 w 148590"/>
                                <a:gd name="connsiteY107" fmla="*/ 75248 h 118110"/>
                                <a:gd name="connsiteX108" fmla="*/ 81915 w 148590"/>
                                <a:gd name="connsiteY108" fmla="*/ 69533 h 118110"/>
                                <a:gd name="connsiteX109" fmla="*/ 80963 w 148590"/>
                                <a:gd name="connsiteY109" fmla="*/ 64770 h 118110"/>
                                <a:gd name="connsiteX110" fmla="*/ 78105 w 148590"/>
                                <a:gd name="connsiteY110" fmla="*/ 71438 h 118110"/>
                                <a:gd name="connsiteX111" fmla="*/ 73343 w 148590"/>
                                <a:gd name="connsiteY111" fmla="*/ 82867 h 118110"/>
                                <a:gd name="connsiteX112" fmla="*/ 71438 w 148590"/>
                                <a:gd name="connsiteY112" fmla="*/ 88583 h 118110"/>
                                <a:gd name="connsiteX113" fmla="*/ 69533 w 148590"/>
                                <a:gd name="connsiteY113" fmla="*/ 94298 h 118110"/>
                                <a:gd name="connsiteX114" fmla="*/ 66675 w 148590"/>
                                <a:gd name="connsiteY114" fmla="*/ 105728 h 118110"/>
                                <a:gd name="connsiteX115" fmla="*/ 65723 w 148590"/>
                                <a:gd name="connsiteY115" fmla="*/ 111442 h 118110"/>
                                <a:gd name="connsiteX116" fmla="*/ 65723 w 148590"/>
                                <a:gd name="connsiteY116" fmla="*/ 116205 h 118110"/>
                                <a:gd name="connsiteX117" fmla="*/ 64770 w 148590"/>
                                <a:gd name="connsiteY117" fmla="*/ 116205 h 118110"/>
                                <a:gd name="connsiteX118" fmla="*/ 64770 w 148590"/>
                                <a:gd name="connsiteY118" fmla="*/ 116205 h 118110"/>
                                <a:gd name="connsiteX119" fmla="*/ 64770 w 148590"/>
                                <a:gd name="connsiteY119" fmla="*/ 110490 h 118110"/>
                                <a:gd name="connsiteX120" fmla="*/ 64770 w 148590"/>
                                <a:gd name="connsiteY120" fmla="*/ 104775 h 118110"/>
                                <a:gd name="connsiteX121" fmla="*/ 66675 w 148590"/>
                                <a:gd name="connsiteY121" fmla="*/ 93345 h 118110"/>
                                <a:gd name="connsiteX122" fmla="*/ 67628 w 148590"/>
                                <a:gd name="connsiteY122" fmla="*/ 90488 h 118110"/>
                                <a:gd name="connsiteX123" fmla="*/ 68580 w 148590"/>
                                <a:gd name="connsiteY123" fmla="*/ 87630 h 118110"/>
                                <a:gd name="connsiteX124" fmla="*/ 69533 w 148590"/>
                                <a:gd name="connsiteY124" fmla="*/ 84773 h 118110"/>
                                <a:gd name="connsiteX125" fmla="*/ 70485 w 148590"/>
                                <a:gd name="connsiteY125" fmla="*/ 81915 h 118110"/>
                                <a:gd name="connsiteX126" fmla="*/ 75248 w 148590"/>
                                <a:gd name="connsiteY126" fmla="*/ 70485 h 118110"/>
                                <a:gd name="connsiteX127" fmla="*/ 80963 w 148590"/>
                                <a:gd name="connsiteY127" fmla="*/ 59055 h 118110"/>
                                <a:gd name="connsiteX128" fmla="*/ 84773 w 148590"/>
                                <a:gd name="connsiteY128" fmla="*/ 50483 h 118110"/>
                                <a:gd name="connsiteX129" fmla="*/ 83820 w 148590"/>
                                <a:gd name="connsiteY129" fmla="*/ 51435 h 118110"/>
                                <a:gd name="connsiteX130" fmla="*/ 78105 w 148590"/>
                                <a:gd name="connsiteY130" fmla="*/ 55245 h 118110"/>
                                <a:gd name="connsiteX131" fmla="*/ 61913 w 148590"/>
                                <a:gd name="connsiteY131" fmla="*/ 63817 h 118110"/>
                                <a:gd name="connsiteX132" fmla="*/ 53340 w 148590"/>
                                <a:gd name="connsiteY132" fmla="*/ 68580 h 118110"/>
                                <a:gd name="connsiteX133" fmla="*/ 44768 w 148590"/>
                                <a:gd name="connsiteY133" fmla="*/ 75248 h 118110"/>
                                <a:gd name="connsiteX134" fmla="*/ 37148 w 148590"/>
                                <a:gd name="connsiteY134" fmla="*/ 82867 h 118110"/>
                                <a:gd name="connsiteX135" fmla="*/ 30480 w 148590"/>
                                <a:gd name="connsiteY135" fmla="*/ 93345 h 118110"/>
                                <a:gd name="connsiteX136" fmla="*/ 27623 w 148590"/>
                                <a:gd name="connsiteY136" fmla="*/ 99060 h 118110"/>
                                <a:gd name="connsiteX137" fmla="*/ 25718 w 148590"/>
                                <a:gd name="connsiteY137" fmla="*/ 104775 h 118110"/>
                                <a:gd name="connsiteX138" fmla="*/ 24765 w 148590"/>
                                <a:gd name="connsiteY138" fmla="*/ 107633 h 118110"/>
                                <a:gd name="connsiteX139" fmla="*/ 23813 w 148590"/>
                                <a:gd name="connsiteY139" fmla="*/ 110490 h 118110"/>
                                <a:gd name="connsiteX140" fmla="*/ 22860 w 148590"/>
                                <a:gd name="connsiteY140" fmla="*/ 117158 h 118110"/>
                                <a:gd name="connsiteX141" fmla="*/ 22860 w 148590"/>
                                <a:gd name="connsiteY141" fmla="*/ 118110 h 118110"/>
                                <a:gd name="connsiteX142" fmla="*/ 22860 w 148590"/>
                                <a:gd name="connsiteY142" fmla="*/ 118110 h 118110"/>
                                <a:gd name="connsiteX143" fmla="*/ 22860 w 148590"/>
                                <a:gd name="connsiteY143" fmla="*/ 117158 h 118110"/>
                                <a:gd name="connsiteX144" fmla="*/ 24765 w 148590"/>
                                <a:gd name="connsiteY144" fmla="*/ 104775 h 118110"/>
                                <a:gd name="connsiteX145" fmla="*/ 29528 w 148590"/>
                                <a:gd name="connsiteY145" fmla="*/ 92392 h 118110"/>
                                <a:gd name="connsiteX146" fmla="*/ 36195 w 148590"/>
                                <a:gd name="connsiteY146" fmla="*/ 81915 h 118110"/>
                                <a:gd name="connsiteX147" fmla="*/ 43815 w 148590"/>
                                <a:gd name="connsiteY147" fmla="*/ 73342 h 118110"/>
                                <a:gd name="connsiteX148" fmla="*/ 52388 w 148590"/>
                                <a:gd name="connsiteY148" fmla="*/ 66675 h 118110"/>
                                <a:gd name="connsiteX149" fmla="*/ 60960 w 148590"/>
                                <a:gd name="connsiteY149" fmla="*/ 61913 h 118110"/>
                                <a:gd name="connsiteX150" fmla="*/ 76200 w 148590"/>
                                <a:gd name="connsiteY150" fmla="*/ 53340 h 118110"/>
                                <a:gd name="connsiteX151" fmla="*/ 81915 w 148590"/>
                                <a:gd name="connsiteY151" fmla="*/ 49530 h 118110"/>
                                <a:gd name="connsiteX152" fmla="*/ 85725 w 148590"/>
                                <a:gd name="connsiteY152" fmla="*/ 46673 h 118110"/>
                                <a:gd name="connsiteX153" fmla="*/ 87630 w 148590"/>
                                <a:gd name="connsiteY153" fmla="*/ 44767 h 118110"/>
                                <a:gd name="connsiteX154" fmla="*/ 90488 w 148590"/>
                                <a:gd name="connsiteY154" fmla="*/ 37148 h 118110"/>
                                <a:gd name="connsiteX155" fmla="*/ 92393 w 148590"/>
                                <a:gd name="connsiteY155" fmla="*/ 32385 h 118110"/>
                                <a:gd name="connsiteX156" fmla="*/ 94298 w 148590"/>
                                <a:gd name="connsiteY156" fmla="*/ 27623 h 118110"/>
                                <a:gd name="connsiteX157" fmla="*/ 98108 w 148590"/>
                                <a:gd name="connsiteY157" fmla="*/ 18098 h 118110"/>
                                <a:gd name="connsiteX158" fmla="*/ 98108 w 148590"/>
                                <a:gd name="connsiteY158" fmla="*/ 17145 h 118110"/>
                                <a:gd name="connsiteX159" fmla="*/ 97155 w 148590"/>
                                <a:gd name="connsiteY159" fmla="*/ 17145 h 118110"/>
                                <a:gd name="connsiteX160" fmla="*/ 91440 w 148590"/>
                                <a:gd name="connsiteY160" fmla="*/ 19050 h 118110"/>
                                <a:gd name="connsiteX161" fmla="*/ 87630 w 148590"/>
                                <a:gd name="connsiteY161" fmla="*/ 20003 h 118110"/>
                                <a:gd name="connsiteX162" fmla="*/ 83820 w 148590"/>
                                <a:gd name="connsiteY162" fmla="*/ 20955 h 118110"/>
                                <a:gd name="connsiteX163" fmla="*/ 74295 w 148590"/>
                                <a:gd name="connsiteY163" fmla="*/ 23813 h 118110"/>
                                <a:gd name="connsiteX164" fmla="*/ 63818 w 148590"/>
                                <a:gd name="connsiteY164" fmla="*/ 26670 h 118110"/>
                                <a:gd name="connsiteX165" fmla="*/ 52388 w 148590"/>
                                <a:gd name="connsiteY165" fmla="*/ 30480 h 118110"/>
                                <a:gd name="connsiteX166" fmla="*/ 40958 w 148590"/>
                                <a:gd name="connsiteY166" fmla="*/ 35242 h 118110"/>
                                <a:gd name="connsiteX167" fmla="*/ 29528 w 148590"/>
                                <a:gd name="connsiteY167" fmla="*/ 41910 h 118110"/>
                                <a:gd name="connsiteX168" fmla="*/ 19050 w 148590"/>
                                <a:gd name="connsiteY168" fmla="*/ 49530 h 118110"/>
                                <a:gd name="connsiteX169" fmla="*/ 14288 w 148590"/>
                                <a:gd name="connsiteY169" fmla="*/ 54292 h 118110"/>
                                <a:gd name="connsiteX170" fmla="*/ 10478 w 148590"/>
                                <a:gd name="connsiteY170" fmla="*/ 59055 h 118110"/>
                                <a:gd name="connsiteX171" fmla="*/ 6668 w 148590"/>
                                <a:gd name="connsiteY171" fmla="*/ 64770 h 118110"/>
                                <a:gd name="connsiteX172" fmla="*/ 3810 w 148590"/>
                                <a:gd name="connsiteY172" fmla="*/ 70485 h 118110"/>
                                <a:gd name="connsiteX173" fmla="*/ 953 w 148590"/>
                                <a:gd name="connsiteY173" fmla="*/ 76200 h 118110"/>
                                <a:gd name="connsiteX174" fmla="*/ 0 w 148590"/>
                                <a:gd name="connsiteY174" fmla="*/ 80010 h 118110"/>
                                <a:gd name="connsiteX175" fmla="*/ 0 w 148590"/>
                                <a:gd name="connsiteY175" fmla="*/ 79058 h 118110"/>
                                <a:gd name="connsiteX176" fmla="*/ 953 w 148590"/>
                                <a:gd name="connsiteY176" fmla="*/ 76200 h 118110"/>
                                <a:gd name="connsiteX177" fmla="*/ 3810 w 148590"/>
                                <a:gd name="connsiteY177" fmla="*/ 70485 h 118110"/>
                                <a:gd name="connsiteX178" fmla="*/ 6668 w 148590"/>
                                <a:gd name="connsiteY178" fmla="*/ 64770 h 118110"/>
                                <a:gd name="connsiteX179" fmla="*/ 10478 w 148590"/>
                                <a:gd name="connsiteY179" fmla="*/ 59055 h 118110"/>
                                <a:gd name="connsiteX180" fmla="*/ 14288 w 148590"/>
                                <a:gd name="connsiteY180" fmla="*/ 54292 h 118110"/>
                                <a:gd name="connsiteX181" fmla="*/ 19050 w 148590"/>
                                <a:gd name="connsiteY181" fmla="*/ 49530 h 118110"/>
                                <a:gd name="connsiteX182" fmla="*/ 29528 w 148590"/>
                                <a:gd name="connsiteY182" fmla="*/ 40958 h 118110"/>
                                <a:gd name="connsiteX183" fmla="*/ 40958 w 148590"/>
                                <a:gd name="connsiteY183" fmla="*/ 34290 h 118110"/>
                                <a:gd name="connsiteX184" fmla="*/ 52388 w 148590"/>
                                <a:gd name="connsiteY184" fmla="*/ 29528 h 118110"/>
                                <a:gd name="connsiteX185" fmla="*/ 63818 w 148590"/>
                                <a:gd name="connsiteY185" fmla="*/ 25717 h 118110"/>
                                <a:gd name="connsiteX186" fmla="*/ 74295 w 148590"/>
                                <a:gd name="connsiteY186" fmla="*/ 21908 h 118110"/>
                                <a:gd name="connsiteX187" fmla="*/ 83820 w 148590"/>
                                <a:gd name="connsiteY187" fmla="*/ 19050 h 118110"/>
                                <a:gd name="connsiteX188" fmla="*/ 87630 w 148590"/>
                                <a:gd name="connsiteY188" fmla="*/ 18098 h 118110"/>
                                <a:gd name="connsiteX189" fmla="*/ 91440 w 148590"/>
                                <a:gd name="connsiteY189" fmla="*/ 17145 h 118110"/>
                                <a:gd name="connsiteX190" fmla="*/ 97155 w 148590"/>
                                <a:gd name="connsiteY190" fmla="*/ 15240 h 118110"/>
                                <a:gd name="connsiteX191" fmla="*/ 100013 w 148590"/>
                                <a:gd name="connsiteY191" fmla="*/ 14288 h 118110"/>
                                <a:gd name="connsiteX192" fmla="*/ 100013 w 148590"/>
                                <a:gd name="connsiteY192" fmla="*/ 14288 h 118110"/>
                                <a:gd name="connsiteX193" fmla="*/ 100965 w 148590"/>
                                <a:gd name="connsiteY193" fmla="*/ 10478 h 118110"/>
                                <a:gd name="connsiteX194" fmla="*/ 102870 w 148590"/>
                                <a:gd name="connsiteY194" fmla="*/ 4763 h 118110"/>
                                <a:gd name="connsiteX195" fmla="*/ 104775 w 148590"/>
                                <a:gd name="connsiteY195" fmla="*/ 0 h 118110"/>
                                <a:gd name="connsiteX196" fmla="*/ 109538 w 148590"/>
                                <a:gd name="connsiteY196" fmla="*/ 2858 h 118110"/>
                                <a:gd name="connsiteX197" fmla="*/ 115253 w 148590"/>
                                <a:gd name="connsiteY197" fmla="*/ 5715 h 118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48590" h="118110">
                                  <a:moveTo>
                                    <a:pt x="115253" y="5715"/>
                                  </a:moveTo>
                                  <a:cubicBezTo>
                                    <a:pt x="115253" y="5715"/>
                                    <a:pt x="115253" y="6667"/>
                                    <a:pt x="115253" y="6667"/>
                                  </a:cubicBezTo>
                                  <a:cubicBezTo>
                                    <a:pt x="115253" y="6667"/>
                                    <a:pt x="116205" y="8573"/>
                                    <a:pt x="117158" y="10478"/>
                                  </a:cubicBezTo>
                                  <a:cubicBezTo>
                                    <a:pt x="119063" y="13335"/>
                                    <a:pt x="120968" y="17145"/>
                                    <a:pt x="123825" y="20955"/>
                                  </a:cubicBezTo>
                                  <a:cubicBezTo>
                                    <a:pt x="126683" y="25717"/>
                                    <a:pt x="129540" y="30480"/>
                                    <a:pt x="133350" y="35242"/>
                                  </a:cubicBezTo>
                                  <a:cubicBezTo>
                                    <a:pt x="134303" y="36195"/>
                                    <a:pt x="135255" y="38100"/>
                                    <a:pt x="136208" y="39053"/>
                                  </a:cubicBezTo>
                                  <a:cubicBezTo>
                                    <a:pt x="136208" y="40005"/>
                                    <a:pt x="137160" y="40005"/>
                                    <a:pt x="137160" y="40958"/>
                                  </a:cubicBezTo>
                                  <a:lnTo>
                                    <a:pt x="137160" y="41910"/>
                                  </a:lnTo>
                                  <a:lnTo>
                                    <a:pt x="137160" y="42863"/>
                                  </a:lnTo>
                                  <a:lnTo>
                                    <a:pt x="138113" y="43815"/>
                                  </a:lnTo>
                                  <a:cubicBezTo>
                                    <a:pt x="140018" y="46673"/>
                                    <a:pt x="140970" y="49530"/>
                                    <a:pt x="141923" y="52388"/>
                                  </a:cubicBezTo>
                                  <a:cubicBezTo>
                                    <a:pt x="142875" y="53340"/>
                                    <a:pt x="142875" y="55245"/>
                                    <a:pt x="143828" y="56198"/>
                                  </a:cubicBezTo>
                                  <a:cubicBezTo>
                                    <a:pt x="143828" y="57150"/>
                                    <a:pt x="144780" y="59055"/>
                                    <a:pt x="144780" y="60008"/>
                                  </a:cubicBezTo>
                                  <a:cubicBezTo>
                                    <a:pt x="144780" y="60960"/>
                                    <a:pt x="145733" y="60960"/>
                                    <a:pt x="145733" y="61913"/>
                                  </a:cubicBezTo>
                                  <a:cubicBezTo>
                                    <a:pt x="145733" y="62865"/>
                                    <a:pt x="145733" y="62865"/>
                                    <a:pt x="145733" y="63817"/>
                                  </a:cubicBezTo>
                                  <a:cubicBezTo>
                                    <a:pt x="145733" y="64770"/>
                                    <a:pt x="146685" y="65723"/>
                                    <a:pt x="146685" y="67628"/>
                                  </a:cubicBezTo>
                                  <a:cubicBezTo>
                                    <a:pt x="147638" y="69533"/>
                                    <a:pt x="147638" y="71438"/>
                                    <a:pt x="147638" y="73342"/>
                                  </a:cubicBezTo>
                                  <a:cubicBezTo>
                                    <a:pt x="147638" y="75248"/>
                                    <a:pt x="148590" y="76200"/>
                                    <a:pt x="148590" y="77153"/>
                                  </a:cubicBezTo>
                                  <a:cubicBezTo>
                                    <a:pt x="148590" y="78105"/>
                                    <a:pt x="148590" y="79058"/>
                                    <a:pt x="148590" y="80010"/>
                                  </a:cubicBezTo>
                                  <a:cubicBezTo>
                                    <a:pt x="148590" y="80963"/>
                                    <a:pt x="148590" y="80963"/>
                                    <a:pt x="148590" y="81915"/>
                                  </a:cubicBezTo>
                                  <a:cubicBezTo>
                                    <a:pt x="148590" y="81915"/>
                                    <a:pt x="148590" y="81915"/>
                                    <a:pt x="148590" y="81915"/>
                                  </a:cubicBezTo>
                                  <a:lnTo>
                                    <a:pt x="148590" y="81915"/>
                                  </a:lnTo>
                                  <a:cubicBezTo>
                                    <a:pt x="148590" y="81915"/>
                                    <a:pt x="148590" y="81915"/>
                                    <a:pt x="148590" y="81915"/>
                                  </a:cubicBezTo>
                                  <a:cubicBezTo>
                                    <a:pt x="148590" y="81915"/>
                                    <a:pt x="148590" y="80963"/>
                                    <a:pt x="148590" y="80010"/>
                                  </a:cubicBezTo>
                                  <a:cubicBezTo>
                                    <a:pt x="148590" y="79058"/>
                                    <a:pt x="148590" y="78105"/>
                                    <a:pt x="148590" y="77153"/>
                                  </a:cubicBezTo>
                                  <a:cubicBezTo>
                                    <a:pt x="148590" y="76200"/>
                                    <a:pt x="147638" y="74295"/>
                                    <a:pt x="147638" y="73342"/>
                                  </a:cubicBezTo>
                                  <a:cubicBezTo>
                                    <a:pt x="146685" y="71438"/>
                                    <a:pt x="146685" y="69533"/>
                                    <a:pt x="145733" y="67628"/>
                                  </a:cubicBezTo>
                                  <a:cubicBezTo>
                                    <a:pt x="145733" y="66675"/>
                                    <a:pt x="144780" y="65723"/>
                                    <a:pt x="144780" y="64770"/>
                                  </a:cubicBezTo>
                                  <a:cubicBezTo>
                                    <a:pt x="144780" y="63817"/>
                                    <a:pt x="144780" y="63817"/>
                                    <a:pt x="143828" y="62865"/>
                                  </a:cubicBezTo>
                                  <a:cubicBezTo>
                                    <a:pt x="143828" y="61913"/>
                                    <a:pt x="142875" y="61913"/>
                                    <a:pt x="142875" y="60960"/>
                                  </a:cubicBezTo>
                                  <a:cubicBezTo>
                                    <a:pt x="141923" y="60008"/>
                                    <a:pt x="141923" y="58103"/>
                                    <a:pt x="140970" y="57150"/>
                                  </a:cubicBezTo>
                                  <a:cubicBezTo>
                                    <a:pt x="140018" y="56198"/>
                                    <a:pt x="140018" y="54292"/>
                                    <a:pt x="139065" y="53340"/>
                                  </a:cubicBezTo>
                                  <a:cubicBezTo>
                                    <a:pt x="138113" y="50483"/>
                                    <a:pt x="136208" y="47625"/>
                                    <a:pt x="134303" y="45720"/>
                                  </a:cubicBezTo>
                                  <a:lnTo>
                                    <a:pt x="133350" y="44767"/>
                                  </a:lnTo>
                                  <a:lnTo>
                                    <a:pt x="133350" y="44767"/>
                                  </a:lnTo>
                                  <a:lnTo>
                                    <a:pt x="133350" y="44767"/>
                                  </a:lnTo>
                                  <a:cubicBezTo>
                                    <a:pt x="132398" y="43815"/>
                                    <a:pt x="132398" y="43815"/>
                                    <a:pt x="132398" y="42863"/>
                                  </a:cubicBezTo>
                                  <a:cubicBezTo>
                                    <a:pt x="131445" y="41910"/>
                                    <a:pt x="130493" y="40005"/>
                                    <a:pt x="129540" y="39053"/>
                                  </a:cubicBezTo>
                                  <a:cubicBezTo>
                                    <a:pt x="125730" y="34290"/>
                                    <a:pt x="122873" y="29528"/>
                                    <a:pt x="120015" y="24765"/>
                                  </a:cubicBezTo>
                                  <a:cubicBezTo>
                                    <a:pt x="116205" y="19050"/>
                                    <a:pt x="113348" y="14288"/>
                                    <a:pt x="112395" y="11430"/>
                                  </a:cubicBezTo>
                                  <a:cubicBezTo>
                                    <a:pt x="112395" y="12383"/>
                                    <a:pt x="111443" y="13335"/>
                                    <a:pt x="111443" y="13335"/>
                                  </a:cubicBezTo>
                                  <a:cubicBezTo>
                                    <a:pt x="111443" y="14288"/>
                                    <a:pt x="110490" y="15240"/>
                                    <a:pt x="109538" y="17145"/>
                                  </a:cubicBezTo>
                                  <a:cubicBezTo>
                                    <a:pt x="108585" y="18098"/>
                                    <a:pt x="108585" y="20003"/>
                                    <a:pt x="107633" y="20955"/>
                                  </a:cubicBezTo>
                                  <a:cubicBezTo>
                                    <a:pt x="106680" y="23813"/>
                                    <a:pt x="104775" y="26670"/>
                                    <a:pt x="103823" y="30480"/>
                                  </a:cubicBezTo>
                                  <a:cubicBezTo>
                                    <a:pt x="103823" y="31433"/>
                                    <a:pt x="102870" y="31433"/>
                                    <a:pt x="102870" y="32385"/>
                                  </a:cubicBezTo>
                                  <a:cubicBezTo>
                                    <a:pt x="102870" y="32385"/>
                                    <a:pt x="102870" y="32385"/>
                                    <a:pt x="102870" y="32385"/>
                                  </a:cubicBezTo>
                                  <a:cubicBezTo>
                                    <a:pt x="102870" y="34290"/>
                                    <a:pt x="102870" y="35242"/>
                                    <a:pt x="102870" y="38100"/>
                                  </a:cubicBezTo>
                                  <a:cubicBezTo>
                                    <a:pt x="102870" y="40005"/>
                                    <a:pt x="103823" y="42863"/>
                                    <a:pt x="103823" y="44767"/>
                                  </a:cubicBezTo>
                                  <a:cubicBezTo>
                                    <a:pt x="104775" y="49530"/>
                                    <a:pt x="107633" y="55245"/>
                                    <a:pt x="109538" y="60960"/>
                                  </a:cubicBezTo>
                                  <a:cubicBezTo>
                                    <a:pt x="110490" y="63817"/>
                                    <a:pt x="112395" y="66675"/>
                                    <a:pt x="113348" y="69533"/>
                                  </a:cubicBezTo>
                                  <a:cubicBezTo>
                                    <a:pt x="114300" y="71438"/>
                                    <a:pt x="114300" y="72390"/>
                                    <a:pt x="115253" y="73342"/>
                                  </a:cubicBezTo>
                                  <a:cubicBezTo>
                                    <a:pt x="116205" y="74295"/>
                                    <a:pt x="116205" y="76200"/>
                                    <a:pt x="116205" y="77153"/>
                                  </a:cubicBezTo>
                                  <a:cubicBezTo>
                                    <a:pt x="117158" y="80010"/>
                                    <a:pt x="118110" y="81915"/>
                                    <a:pt x="118110" y="83820"/>
                                  </a:cubicBezTo>
                                  <a:cubicBezTo>
                                    <a:pt x="118110" y="84773"/>
                                    <a:pt x="119063" y="85725"/>
                                    <a:pt x="119063" y="86678"/>
                                  </a:cubicBezTo>
                                  <a:cubicBezTo>
                                    <a:pt x="119063" y="87630"/>
                                    <a:pt x="119063" y="88583"/>
                                    <a:pt x="119063" y="89535"/>
                                  </a:cubicBezTo>
                                  <a:cubicBezTo>
                                    <a:pt x="120015" y="92392"/>
                                    <a:pt x="119063" y="94298"/>
                                    <a:pt x="118110" y="96203"/>
                                  </a:cubicBezTo>
                                  <a:cubicBezTo>
                                    <a:pt x="118110" y="96203"/>
                                    <a:pt x="118110" y="96203"/>
                                    <a:pt x="118110" y="97155"/>
                                  </a:cubicBezTo>
                                  <a:cubicBezTo>
                                    <a:pt x="118110" y="97155"/>
                                    <a:pt x="118110" y="97155"/>
                                    <a:pt x="118110" y="98108"/>
                                  </a:cubicBezTo>
                                  <a:cubicBezTo>
                                    <a:pt x="118110" y="98108"/>
                                    <a:pt x="118110" y="98108"/>
                                    <a:pt x="118110" y="99060"/>
                                  </a:cubicBezTo>
                                  <a:cubicBezTo>
                                    <a:pt x="118110" y="99060"/>
                                    <a:pt x="118110" y="99060"/>
                                    <a:pt x="118110" y="100013"/>
                                  </a:cubicBezTo>
                                  <a:cubicBezTo>
                                    <a:pt x="118110" y="100013"/>
                                    <a:pt x="118110" y="100013"/>
                                    <a:pt x="118110" y="100965"/>
                                  </a:cubicBezTo>
                                  <a:cubicBezTo>
                                    <a:pt x="118110" y="100965"/>
                                    <a:pt x="117158" y="101917"/>
                                    <a:pt x="117158" y="101917"/>
                                  </a:cubicBezTo>
                                  <a:cubicBezTo>
                                    <a:pt x="117158" y="101917"/>
                                    <a:pt x="118110" y="100965"/>
                                    <a:pt x="118110" y="100965"/>
                                  </a:cubicBezTo>
                                  <a:cubicBezTo>
                                    <a:pt x="118110" y="100965"/>
                                    <a:pt x="118110" y="100965"/>
                                    <a:pt x="118110" y="100013"/>
                                  </a:cubicBezTo>
                                  <a:cubicBezTo>
                                    <a:pt x="118110" y="100013"/>
                                    <a:pt x="118110" y="100013"/>
                                    <a:pt x="118110" y="99060"/>
                                  </a:cubicBezTo>
                                  <a:cubicBezTo>
                                    <a:pt x="118110" y="99060"/>
                                    <a:pt x="118110" y="99060"/>
                                    <a:pt x="118110" y="98108"/>
                                  </a:cubicBezTo>
                                  <a:cubicBezTo>
                                    <a:pt x="118110" y="98108"/>
                                    <a:pt x="118110" y="98108"/>
                                    <a:pt x="118110" y="97155"/>
                                  </a:cubicBezTo>
                                  <a:cubicBezTo>
                                    <a:pt x="118110" y="97155"/>
                                    <a:pt x="118110" y="97155"/>
                                    <a:pt x="118110" y="96203"/>
                                  </a:cubicBezTo>
                                  <a:cubicBezTo>
                                    <a:pt x="119063" y="94298"/>
                                    <a:pt x="119063" y="92392"/>
                                    <a:pt x="118110" y="89535"/>
                                  </a:cubicBezTo>
                                  <a:cubicBezTo>
                                    <a:pt x="118110" y="88583"/>
                                    <a:pt x="118110" y="87630"/>
                                    <a:pt x="117158" y="86678"/>
                                  </a:cubicBezTo>
                                  <a:cubicBezTo>
                                    <a:pt x="117158" y="85725"/>
                                    <a:pt x="116205" y="84773"/>
                                    <a:pt x="116205" y="83820"/>
                                  </a:cubicBezTo>
                                  <a:cubicBezTo>
                                    <a:pt x="115253" y="81915"/>
                                    <a:pt x="115253" y="79058"/>
                                    <a:pt x="114300" y="77153"/>
                                  </a:cubicBezTo>
                                  <a:cubicBezTo>
                                    <a:pt x="113348" y="76200"/>
                                    <a:pt x="113348" y="74295"/>
                                    <a:pt x="112395" y="73342"/>
                                  </a:cubicBezTo>
                                  <a:cubicBezTo>
                                    <a:pt x="111443" y="72390"/>
                                    <a:pt x="111443" y="70485"/>
                                    <a:pt x="110490" y="69533"/>
                                  </a:cubicBezTo>
                                  <a:cubicBezTo>
                                    <a:pt x="109538" y="66675"/>
                                    <a:pt x="107633" y="63817"/>
                                    <a:pt x="106680" y="60960"/>
                                  </a:cubicBezTo>
                                  <a:cubicBezTo>
                                    <a:pt x="103823" y="55245"/>
                                    <a:pt x="101918" y="49530"/>
                                    <a:pt x="100013" y="44767"/>
                                  </a:cubicBezTo>
                                  <a:cubicBezTo>
                                    <a:pt x="99060" y="41910"/>
                                    <a:pt x="99060" y="40005"/>
                                    <a:pt x="99060" y="37148"/>
                                  </a:cubicBezTo>
                                  <a:cubicBezTo>
                                    <a:pt x="99060" y="37148"/>
                                    <a:pt x="99060" y="37148"/>
                                    <a:pt x="99060" y="36195"/>
                                  </a:cubicBezTo>
                                  <a:cubicBezTo>
                                    <a:pt x="98108" y="37148"/>
                                    <a:pt x="98108" y="38100"/>
                                    <a:pt x="97155" y="39053"/>
                                  </a:cubicBezTo>
                                  <a:cubicBezTo>
                                    <a:pt x="95250" y="42863"/>
                                    <a:pt x="94298" y="46673"/>
                                    <a:pt x="91440" y="49530"/>
                                  </a:cubicBezTo>
                                  <a:cubicBezTo>
                                    <a:pt x="89535" y="52388"/>
                                    <a:pt x="88583" y="56198"/>
                                    <a:pt x="86678" y="59055"/>
                                  </a:cubicBezTo>
                                  <a:cubicBezTo>
                                    <a:pt x="86678" y="59055"/>
                                    <a:pt x="86678" y="59055"/>
                                    <a:pt x="86678" y="60008"/>
                                  </a:cubicBezTo>
                                  <a:cubicBezTo>
                                    <a:pt x="86678" y="60960"/>
                                    <a:pt x="86678" y="60960"/>
                                    <a:pt x="85725" y="61913"/>
                                  </a:cubicBezTo>
                                  <a:cubicBezTo>
                                    <a:pt x="85725" y="63817"/>
                                    <a:pt x="85725" y="66675"/>
                                    <a:pt x="86678" y="69533"/>
                                  </a:cubicBezTo>
                                  <a:cubicBezTo>
                                    <a:pt x="86678" y="71438"/>
                                    <a:pt x="87630" y="73342"/>
                                    <a:pt x="87630" y="75248"/>
                                  </a:cubicBezTo>
                                  <a:cubicBezTo>
                                    <a:pt x="87630" y="77153"/>
                                    <a:pt x="88583" y="79058"/>
                                    <a:pt x="88583" y="80963"/>
                                  </a:cubicBezTo>
                                  <a:cubicBezTo>
                                    <a:pt x="88583" y="81915"/>
                                    <a:pt x="88583" y="82867"/>
                                    <a:pt x="89535" y="83820"/>
                                  </a:cubicBezTo>
                                  <a:cubicBezTo>
                                    <a:pt x="89535" y="84773"/>
                                    <a:pt x="89535" y="85725"/>
                                    <a:pt x="89535" y="86678"/>
                                  </a:cubicBezTo>
                                  <a:cubicBezTo>
                                    <a:pt x="89535" y="87630"/>
                                    <a:pt x="89535" y="88583"/>
                                    <a:pt x="89535" y="89535"/>
                                  </a:cubicBezTo>
                                  <a:cubicBezTo>
                                    <a:pt x="89535" y="90488"/>
                                    <a:pt x="89535" y="91440"/>
                                    <a:pt x="89535" y="92392"/>
                                  </a:cubicBezTo>
                                  <a:cubicBezTo>
                                    <a:pt x="89535" y="94298"/>
                                    <a:pt x="89535" y="96203"/>
                                    <a:pt x="89535" y="98108"/>
                                  </a:cubicBezTo>
                                  <a:cubicBezTo>
                                    <a:pt x="89535" y="100013"/>
                                    <a:pt x="89535" y="101917"/>
                                    <a:pt x="89535" y="103823"/>
                                  </a:cubicBezTo>
                                  <a:cubicBezTo>
                                    <a:pt x="89535" y="104775"/>
                                    <a:pt x="89535" y="105728"/>
                                    <a:pt x="89535" y="106680"/>
                                  </a:cubicBezTo>
                                  <a:cubicBezTo>
                                    <a:pt x="89535" y="107633"/>
                                    <a:pt x="89535" y="108585"/>
                                    <a:pt x="89535" y="109538"/>
                                  </a:cubicBezTo>
                                  <a:cubicBezTo>
                                    <a:pt x="89535" y="110490"/>
                                    <a:pt x="89535" y="110490"/>
                                    <a:pt x="89535" y="111442"/>
                                  </a:cubicBezTo>
                                  <a:cubicBezTo>
                                    <a:pt x="89535" y="112395"/>
                                    <a:pt x="89535" y="112395"/>
                                    <a:pt x="89535" y="113348"/>
                                  </a:cubicBezTo>
                                  <a:cubicBezTo>
                                    <a:pt x="89535" y="113348"/>
                                    <a:pt x="89535" y="113348"/>
                                    <a:pt x="88583" y="113348"/>
                                  </a:cubicBezTo>
                                  <a:cubicBezTo>
                                    <a:pt x="88583" y="112395"/>
                                    <a:pt x="88583" y="111442"/>
                                    <a:pt x="88583" y="110490"/>
                                  </a:cubicBezTo>
                                  <a:cubicBezTo>
                                    <a:pt x="88583" y="109538"/>
                                    <a:pt x="88583" y="108585"/>
                                    <a:pt x="88583" y="107633"/>
                                  </a:cubicBezTo>
                                  <a:cubicBezTo>
                                    <a:pt x="88583" y="106680"/>
                                    <a:pt x="88583" y="105728"/>
                                    <a:pt x="88583" y="104775"/>
                                  </a:cubicBezTo>
                                  <a:cubicBezTo>
                                    <a:pt x="88583" y="102870"/>
                                    <a:pt x="88583" y="100965"/>
                                    <a:pt x="87630" y="99060"/>
                                  </a:cubicBezTo>
                                  <a:cubicBezTo>
                                    <a:pt x="87630" y="97155"/>
                                    <a:pt x="87630" y="95250"/>
                                    <a:pt x="86678" y="93345"/>
                                  </a:cubicBezTo>
                                  <a:lnTo>
                                    <a:pt x="86678" y="91440"/>
                                  </a:lnTo>
                                  <a:lnTo>
                                    <a:pt x="86678" y="89535"/>
                                  </a:lnTo>
                                  <a:cubicBezTo>
                                    <a:pt x="86678" y="88583"/>
                                    <a:pt x="86678" y="87630"/>
                                    <a:pt x="86678" y="86678"/>
                                  </a:cubicBezTo>
                                  <a:cubicBezTo>
                                    <a:pt x="86678" y="85725"/>
                                    <a:pt x="86678" y="84773"/>
                                    <a:pt x="85725" y="83820"/>
                                  </a:cubicBezTo>
                                  <a:cubicBezTo>
                                    <a:pt x="85725" y="82867"/>
                                    <a:pt x="85725" y="81915"/>
                                    <a:pt x="84773" y="80963"/>
                                  </a:cubicBezTo>
                                  <a:cubicBezTo>
                                    <a:pt x="84773" y="79058"/>
                                    <a:pt x="83820" y="77153"/>
                                    <a:pt x="83820" y="75248"/>
                                  </a:cubicBezTo>
                                  <a:cubicBezTo>
                                    <a:pt x="82868" y="73342"/>
                                    <a:pt x="82868" y="71438"/>
                                    <a:pt x="81915" y="69533"/>
                                  </a:cubicBezTo>
                                  <a:cubicBezTo>
                                    <a:pt x="80963" y="67628"/>
                                    <a:pt x="80963" y="65723"/>
                                    <a:pt x="80963" y="64770"/>
                                  </a:cubicBezTo>
                                  <a:cubicBezTo>
                                    <a:pt x="80010" y="66675"/>
                                    <a:pt x="79058" y="69533"/>
                                    <a:pt x="78105" y="71438"/>
                                  </a:cubicBezTo>
                                  <a:cubicBezTo>
                                    <a:pt x="76200" y="75248"/>
                                    <a:pt x="74295" y="79058"/>
                                    <a:pt x="73343" y="82867"/>
                                  </a:cubicBezTo>
                                  <a:cubicBezTo>
                                    <a:pt x="72390" y="84773"/>
                                    <a:pt x="71438" y="86678"/>
                                    <a:pt x="71438" y="88583"/>
                                  </a:cubicBezTo>
                                  <a:cubicBezTo>
                                    <a:pt x="70485" y="90488"/>
                                    <a:pt x="70485" y="92392"/>
                                    <a:pt x="69533" y="94298"/>
                                  </a:cubicBezTo>
                                  <a:cubicBezTo>
                                    <a:pt x="68580" y="98108"/>
                                    <a:pt x="67628" y="101917"/>
                                    <a:pt x="66675" y="105728"/>
                                  </a:cubicBezTo>
                                  <a:cubicBezTo>
                                    <a:pt x="66675" y="107633"/>
                                    <a:pt x="66675" y="109538"/>
                                    <a:pt x="65723" y="111442"/>
                                  </a:cubicBezTo>
                                  <a:cubicBezTo>
                                    <a:pt x="65723" y="113348"/>
                                    <a:pt x="65723" y="114300"/>
                                    <a:pt x="65723" y="116205"/>
                                  </a:cubicBezTo>
                                  <a:cubicBezTo>
                                    <a:pt x="65723" y="116205"/>
                                    <a:pt x="64770" y="116205"/>
                                    <a:pt x="64770" y="116205"/>
                                  </a:cubicBezTo>
                                  <a:lnTo>
                                    <a:pt x="64770" y="116205"/>
                                  </a:lnTo>
                                  <a:cubicBezTo>
                                    <a:pt x="64770" y="114300"/>
                                    <a:pt x="64770" y="112395"/>
                                    <a:pt x="64770" y="110490"/>
                                  </a:cubicBezTo>
                                  <a:cubicBezTo>
                                    <a:pt x="64770" y="108585"/>
                                    <a:pt x="64770" y="106680"/>
                                    <a:pt x="64770" y="104775"/>
                                  </a:cubicBezTo>
                                  <a:cubicBezTo>
                                    <a:pt x="64770" y="100965"/>
                                    <a:pt x="65723" y="97155"/>
                                    <a:pt x="66675" y="93345"/>
                                  </a:cubicBezTo>
                                  <a:cubicBezTo>
                                    <a:pt x="66675" y="92392"/>
                                    <a:pt x="67628" y="91440"/>
                                    <a:pt x="67628" y="90488"/>
                                  </a:cubicBezTo>
                                  <a:cubicBezTo>
                                    <a:pt x="67628" y="89535"/>
                                    <a:pt x="68580" y="88583"/>
                                    <a:pt x="68580" y="87630"/>
                                  </a:cubicBezTo>
                                  <a:cubicBezTo>
                                    <a:pt x="68580" y="86678"/>
                                    <a:pt x="69533" y="85725"/>
                                    <a:pt x="69533" y="84773"/>
                                  </a:cubicBezTo>
                                  <a:cubicBezTo>
                                    <a:pt x="69533" y="83820"/>
                                    <a:pt x="70485" y="82867"/>
                                    <a:pt x="70485" y="81915"/>
                                  </a:cubicBezTo>
                                  <a:cubicBezTo>
                                    <a:pt x="71438" y="78105"/>
                                    <a:pt x="73343" y="74295"/>
                                    <a:pt x="75248" y="70485"/>
                                  </a:cubicBezTo>
                                  <a:cubicBezTo>
                                    <a:pt x="77153" y="66675"/>
                                    <a:pt x="79058" y="62865"/>
                                    <a:pt x="80963" y="59055"/>
                                  </a:cubicBezTo>
                                  <a:cubicBezTo>
                                    <a:pt x="81915" y="56198"/>
                                    <a:pt x="82868" y="53340"/>
                                    <a:pt x="84773" y="50483"/>
                                  </a:cubicBezTo>
                                  <a:cubicBezTo>
                                    <a:pt x="84773" y="50483"/>
                                    <a:pt x="83820" y="51435"/>
                                    <a:pt x="83820" y="51435"/>
                                  </a:cubicBezTo>
                                  <a:cubicBezTo>
                                    <a:pt x="81915" y="52388"/>
                                    <a:pt x="80010" y="54292"/>
                                    <a:pt x="78105" y="55245"/>
                                  </a:cubicBezTo>
                                  <a:cubicBezTo>
                                    <a:pt x="73343" y="58103"/>
                                    <a:pt x="68580" y="60960"/>
                                    <a:pt x="61913" y="63817"/>
                                  </a:cubicBezTo>
                                  <a:cubicBezTo>
                                    <a:pt x="59055" y="65723"/>
                                    <a:pt x="56198" y="66675"/>
                                    <a:pt x="53340" y="68580"/>
                                  </a:cubicBezTo>
                                  <a:cubicBezTo>
                                    <a:pt x="50483" y="70485"/>
                                    <a:pt x="47625" y="72390"/>
                                    <a:pt x="44768" y="75248"/>
                                  </a:cubicBezTo>
                                  <a:cubicBezTo>
                                    <a:pt x="41910" y="77153"/>
                                    <a:pt x="39053" y="80010"/>
                                    <a:pt x="37148" y="82867"/>
                                  </a:cubicBezTo>
                                  <a:cubicBezTo>
                                    <a:pt x="34290" y="85725"/>
                                    <a:pt x="32385" y="89535"/>
                                    <a:pt x="30480" y="93345"/>
                                  </a:cubicBezTo>
                                  <a:cubicBezTo>
                                    <a:pt x="29528" y="95250"/>
                                    <a:pt x="28575" y="97155"/>
                                    <a:pt x="27623" y="99060"/>
                                  </a:cubicBezTo>
                                  <a:cubicBezTo>
                                    <a:pt x="26670" y="100965"/>
                                    <a:pt x="25718" y="102870"/>
                                    <a:pt x="25718" y="104775"/>
                                  </a:cubicBezTo>
                                  <a:cubicBezTo>
                                    <a:pt x="25718" y="105728"/>
                                    <a:pt x="24765" y="106680"/>
                                    <a:pt x="24765" y="107633"/>
                                  </a:cubicBezTo>
                                  <a:cubicBezTo>
                                    <a:pt x="24765" y="108585"/>
                                    <a:pt x="24765" y="109538"/>
                                    <a:pt x="23813" y="110490"/>
                                  </a:cubicBezTo>
                                  <a:cubicBezTo>
                                    <a:pt x="23813" y="112395"/>
                                    <a:pt x="22860" y="114300"/>
                                    <a:pt x="22860" y="117158"/>
                                  </a:cubicBezTo>
                                  <a:cubicBezTo>
                                    <a:pt x="22860" y="117158"/>
                                    <a:pt x="22860" y="118110"/>
                                    <a:pt x="22860" y="118110"/>
                                  </a:cubicBezTo>
                                  <a:cubicBezTo>
                                    <a:pt x="22860" y="118110"/>
                                    <a:pt x="22860" y="118110"/>
                                    <a:pt x="22860" y="118110"/>
                                  </a:cubicBezTo>
                                  <a:lnTo>
                                    <a:pt x="22860" y="117158"/>
                                  </a:lnTo>
                                  <a:cubicBezTo>
                                    <a:pt x="22860" y="113348"/>
                                    <a:pt x="23813" y="108585"/>
                                    <a:pt x="24765" y="104775"/>
                                  </a:cubicBezTo>
                                  <a:cubicBezTo>
                                    <a:pt x="25718" y="100965"/>
                                    <a:pt x="27623" y="96203"/>
                                    <a:pt x="29528" y="92392"/>
                                  </a:cubicBezTo>
                                  <a:cubicBezTo>
                                    <a:pt x="31433" y="88583"/>
                                    <a:pt x="33338" y="85725"/>
                                    <a:pt x="36195" y="81915"/>
                                  </a:cubicBezTo>
                                  <a:cubicBezTo>
                                    <a:pt x="39053" y="79058"/>
                                    <a:pt x="40958" y="76200"/>
                                    <a:pt x="43815" y="73342"/>
                                  </a:cubicBezTo>
                                  <a:cubicBezTo>
                                    <a:pt x="46673" y="70485"/>
                                    <a:pt x="49530" y="68580"/>
                                    <a:pt x="52388" y="66675"/>
                                  </a:cubicBezTo>
                                  <a:cubicBezTo>
                                    <a:pt x="55245" y="64770"/>
                                    <a:pt x="58103" y="62865"/>
                                    <a:pt x="60960" y="61913"/>
                                  </a:cubicBezTo>
                                  <a:cubicBezTo>
                                    <a:pt x="66675" y="59055"/>
                                    <a:pt x="72390" y="56198"/>
                                    <a:pt x="76200" y="53340"/>
                                  </a:cubicBezTo>
                                  <a:cubicBezTo>
                                    <a:pt x="78105" y="52388"/>
                                    <a:pt x="80010" y="50483"/>
                                    <a:pt x="81915" y="49530"/>
                                  </a:cubicBezTo>
                                  <a:cubicBezTo>
                                    <a:pt x="83820" y="48578"/>
                                    <a:pt x="84773" y="47625"/>
                                    <a:pt x="85725" y="46673"/>
                                  </a:cubicBezTo>
                                  <a:cubicBezTo>
                                    <a:pt x="86678" y="45720"/>
                                    <a:pt x="87630" y="44767"/>
                                    <a:pt x="87630" y="44767"/>
                                  </a:cubicBezTo>
                                  <a:cubicBezTo>
                                    <a:pt x="88583" y="41910"/>
                                    <a:pt x="89535" y="40005"/>
                                    <a:pt x="90488" y="37148"/>
                                  </a:cubicBezTo>
                                  <a:cubicBezTo>
                                    <a:pt x="91440" y="35242"/>
                                    <a:pt x="92393" y="33338"/>
                                    <a:pt x="92393" y="32385"/>
                                  </a:cubicBezTo>
                                  <a:cubicBezTo>
                                    <a:pt x="93345" y="30480"/>
                                    <a:pt x="94298" y="28575"/>
                                    <a:pt x="94298" y="27623"/>
                                  </a:cubicBezTo>
                                  <a:cubicBezTo>
                                    <a:pt x="95250" y="24765"/>
                                    <a:pt x="97155" y="20955"/>
                                    <a:pt x="98108" y="18098"/>
                                  </a:cubicBezTo>
                                  <a:cubicBezTo>
                                    <a:pt x="98108" y="18098"/>
                                    <a:pt x="98108" y="17145"/>
                                    <a:pt x="98108" y="17145"/>
                                  </a:cubicBezTo>
                                  <a:cubicBezTo>
                                    <a:pt x="98108" y="17145"/>
                                    <a:pt x="97155" y="17145"/>
                                    <a:pt x="97155" y="17145"/>
                                  </a:cubicBezTo>
                                  <a:cubicBezTo>
                                    <a:pt x="95250" y="17145"/>
                                    <a:pt x="93345" y="18098"/>
                                    <a:pt x="91440" y="19050"/>
                                  </a:cubicBezTo>
                                  <a:cubicBezTo>
                                    <a:pt x="90488" y="19050"/>
                                    <a:pt x="89535" y="20003"/>
                                    <a:pt x="87630" y="20003"/>
                                  </a:cubicBezTo>
                                  <a:cubicBezTo>
                                    <a:pt x="86678" y="20003"/>
                                    <a:pt x="84773" y="20955"/>
                                    <a:pt x="83820" y="20955"/>
                                  </a:cubicBezTo>
                                  <a:cubicBezTo>
                                    <a:pt x="80963" y="21908"/>
                                    <a:pt x="78105" y="22860"/>
                                    <a:pt x="74295" y="23813"/>
                                  </a:cubicBezTo>
                                  <a:cubicBezTo>
                                    <a:pt x="70485" y="24765"/>
                                    <a:pt x="67628" y="25717"/>
                                    <a:pt x="63818" y="26670"/>
                                  </a:cubicBezTo>
                                  <a:cubicBezTo>
                                    <a:pt x="60008" y="27623"/>
                                    <a:pt x="56198" y="29528"/>
                                    <a:pt x="52388" y="30480"/>
                                  </a:cubicBezTo>
                                  <a:cubicBezTo>
                                    <a:pt x="48578" y="32385"/>
                                    <a:pt x="44768" y="33338"/>
                                    <a:pt x="40958" y="35242"/>
                                  </a:cubicBezTo>
                                  <a:cubicBezTo>
                                    <a:pt x="37148" y="37148"/>
                                    <a:pt x="33338" y="39053"/>
                                    <a:pt x="29528" y="41910"/>
                                  </a:cubicBezTo>
                                  <a:cubicBezTo>
                                    <a:pt x="25718" y="43815"/>
                                    <a:pt x="22860" y="46673"/>
                                    <a:pt x="19050" y="49530"/>
                                  </a:cubicBezTo>
                                  <a:cubicBezTo>
                                    <a:pt x="17145" y="51435"/>
                                    <a:pt x="16193" y="52388"/>
                                    <a:pt x="14288" y="54292"/>
                                  </a:cubicBezTo>
                                  <a:cubicBezTo>
                                    <a:pt x="12383" y="56198"/>
                                    <a:pt x="11430" y="57150"/>
                                    <a:pt x="10478" y="59055"/>
                                  </a:cubicBezTo>
                                  <a:cubicBezTo>
                                    <a:pt x="9525" y="60960"/>
                                    <a:pt x="7620" y="62865"/>
                                    <a:pt x="6668" y="64770"/>
                                  </a:cubicBezTo>
                                  <a:cubicBezTo>
                                    <a:pt x="5715" y="66675"/>
                                    <a:pt x="4763" y="68580"/>
                                    <a:pt x="3810" y="70485"/>
                                  </a:cubicBezTo>
                                  <a:cubicBezTo>
                                    <a:pt x="2858" y="72390"/>
                                    <a:pt x="1905" y="74295"/>
                                    <a:pt x="953" y="76200"/>
                                  </a:cubicBezTo>
                                  <a:cubicBezTo>
                                    <a:pt x="953" y="77153"/>
                                    <a:pt x="0" y="79058"/>
                                    <a:pt x="0" y="80010"/>
                                  </a:cubicBezTo>
                                  <a:cubicBezTo>
                                    <a:pt x="0" y="80010"/>
                                    <a:pt x="0" y="79058"/>
                                    <a:pt x="0" y="79058"/>
                                  </a:cubicBezTo>
                                  <a:cubicBezTo>
                                    <a:pt x="0" y="78105"/>
                                    <a:pt x="953" y="77153"/>
                                    <a:pt x="953" y="76200"/>
                                  </a:cubicBezTo>
                                  <a:cubicBezTo>
                                    <a:pt x="1905" y="74295"/>
                                    <a:pt x="2858" y="72390"/>
                                    <a:pt x="3810" y="70485"/>
                                  </a:cubicBezTo>
                                  <a:cubicBezTo>
                                    <a:pt x="4763" y="68580"/>
                                    <a:pt x="5715" y="66675"/>
                                    <a:pt x="6668" y="64770"/>
                                  </a:cubicBezTo>
                                  <a:cubicBezTo>
                                    <a:pt x="7620" y="62865"/>
                                    <a:pt x="8573" y="60960"/>
                                    <a:pt x="10478" y="59055"/>
                                  </a:cubicBezTo>
                                  <a:cubicBezTo>
                                    <a:pt x="11430" y="57150"/>
                                    <a:pt x="13335" y="55245"/>
                                    <a:pt x="14288" y="54292"/>
                                  </a:cubicBezTo>
                                  <a:cubicBezTo>
                                    <a:pt x="16193" y="52388"/>
                                    <a:pt x="17145" y="50483"/>
                                    <a:pt x="19050" y="49530"/>
                                  </a:cubicBezTo>
                                  <a:cubicBezTo>
                                    <a:pt x="21908" y="46673"/>
                                    <a:pt x="25718" y="43815"/>
                                    <a:pt x="29528" y="40958"/>
                                  </a:cubicBezTo>
                                  <a:cubicBezTo>
                                    <a:pt x="33338" y="38100"/>
                                    <a:pt x="37148" y="36195"/>
                                    <a:pt x="40958" y="34290"/>
                                  </a:cubicBezTo>
                                  <a:cubicBezTo>
                                    <a:pt x="44768" y="32385"/>
                                    <a:pt x="48578" y="30480"/>
                                    <a:pt x="52388" y="29528"/>
                                  </a:cubicBezTo>
                                  <a:cubicBezTo>
                                    <a:pt x="56198" y="27623"/>
                                    <a:pt x="60008" y="26670"/>
                                    <a:pt x="63818" y="25717"/>
                                  </a:cubicBezTo>
                                  <a:cubicBezTo>
                                    <a:pt x="67628" y="24765"/>
                                    <a:pt x="71438" y="23813"/>
                                    <a:pt x="74295" y="21908"/>
                                  </a:cubicBezTo>
                                  <a:cubicBezTo>
                                    <a:pt x="77153" y="20955"/>
                                    <a:pt x="80963" y="20003"/>
                                    <a:pt x="83820" y="19050"/>
                                  </a:cubicBezTo>
                                  <a:cubicBezTo>
                                    <a:pt x="85725" y="19050"/>
                                    <a:pt x="86678" y="18098"/>
                                    <a:pt x="87630" y="18098"/>
                                  </a:cubicBezTo>
                                  <a:cubicBezTo>
                                    <a:pt x="88583" y="18098"/>
                                    <a:pt x="90488" y="17145"/>
                                    <a:pt x="91440" y="17145"/>
                                  </a:cubicBezTo>
                                  <a:cubicBezTo>
                                    <a:pt x="93345" y="16192"/>
                                    <a:pt x="96203" y="16192"/>
                                    <a:pt x="97155" y="15240"/>
                                  </a:cubicBezTo>
                                  <a:cubicBezTo>
                                    <a:pt x="98108" y="15240"/>
                                    <a:pt x="99060" y="14288"/>
                                    <a:pt x="100013" y="14288"/>
                                  </a:cubicBezTo>
                                  <a:lnTo>
                                    <a:pt x="100013" y="14288"/>
                                  </a:lnTo>
                                  <a:cubicBezTo>
                                    <a:pt x="100013" y="13335"/>
                                    <a:pt x="100965" y="11430"/>
                                    <a:pt x="100965" y="10478"/>
                                  </a:cubicBezTo>
                                  <a:cubicBezTo>
                                    <a:pt x="101918" y="7620"/>
                                    <a:pt x="102870" y="5715"/>
                                    <a:pt x="102870" y="4763"/>
                                  </a:cubicBezTo>
                                  <a:cubicBezTo>
                                    <a:pt x="103823" y="1905"/>
                                    <a:pt x="104775" y="0"/>
                                    <a:pt x="104775" y="0"/>
                                  </a:cubicBezTo>
                                  <a:cubicBezTo>
                                    <a:pt x="105728" y="953"/>
                                    <a:pt x="109538" y="2858"/>
                                    <a:pt x="109538" y="2858"/>
                                  </a:cubicBezTo>
                                  <a:cubicBezTo>
                                    <a:pt x="117158" y="2858"/>
                                    <a:pt x="116205" y="3810"/>
                                    <a:pt x="115253" y="5715"/>
                                  </a:cubicBezTo>
                                  <a:close/>
                                </a:path>
                              </a:pathLst>
                            </a:custGeom>
                            <a:grpFill/>
                            <a:ln w="9525" cap="flat">
                              <a:noFill/>
                              <a:prstDash val="solid"/>
                              <a:miter/>
                            </a:ln>
                          </p:spPr>
                          <p:txBody>
                            <a:bodyPr rtlCol="0" anchor="ctr"/>
                            <a:lstStyle/>
                            <a:p>
                              <a:endParaRPr lang="en-US"/>
                            </a:p>
                          </p:txBody>
                        </p:sp>
                      </p:grpSp>
                      <p:grpSp>
                        <p:nvGrpSpPr>
                          <p:cNvPr id="164" name="Graphic 2">
                            <a:extLst>
                              <a:ext uri="{FF2B5EF4-FFF2-40B4-BE49-F238E27FC236}">
                                <a16:creationId xmlns:a16="http://schemas.microsoft.com/office/drawing/2014/main" id="{AE736AF3-0337-429B-AEF1-DA4B52809559}"/>
                              </a:ext>
                            </a:extLst>
                          </p:cNvPr>
                          <p:cNvGrpSpPr/>
                          <p:nvPr/>
                        </p:nvGrpSpPr>
                        <p:grpSpPr>
                          <a:xfrm>
                            <a:off x="3141526" y="2544743"/>
                            <a:ext cx="146685" cy="117365"/>
                            <a:chOff x="3141526" y="2544743"/>
                            <a:chExt cx="146685" cy="117365"/>
                          </a:xfrm>
                          <a:grpFill/>
                        </p:grpSpPr>
                        <p:sp>
                          <p:nvSpPr>
                            <p:cNvPr id="165" name="Freeform: Shape 164">
                              <a:extLst>
                                <a:ext uri="{FF2B5EF4-FFF2-40B4-BE49-F238E27FC236}">
                                  <a16:creationId xmlns:a16="http://schemas.microsoft.com/office/drawing/2014/main" id="{92BE5233-3380-4733-B307-04825771D913}"/>
                                </a:ext>
                              </a:extLst>
                            </p:cNvPr>
                            <p:cNvSpPr/>
                            <p:nvPr/>
                          </p:nvSpPr>
                          <p:spPr>
                            <a:xfrm>
                              <a:off x="3141526" y="2544743"/>
                              <a:ext cx="146685" cy="115460"/>
                            </a:xfrm>
                            <a:custGeom>
                              <a:avLst/>
                              <a:gdLst>
                                <a:gd name="connsiteX0" fmla="*/ 0 w 146685"/>
                                <a:gd name="connsiteY0" fmla="*/ 49738 h 115460"/>
                                <a:gd name="connsiteX1" fmla="*/ 953 w 146685"/>
                                <a:gd name="connsiteY1" fmla="*/ 43071 h 115460"/>
                                <a:gd name="connsiteX2" fmla="*/ 1905 w 146685"/>
                                <a:gd name="connsiteY2" fmla="*/ 36403 h 115460"/>
                                <a:gd name="connsiteX3" fmla="*/ 2858 w 146685"/>
                                <a:gd name="connsiteY3" fmla="*/ 33546 h 115460"/>
                                <a:gd name="connsiteX4" fmla="*/ 4763 w 146685"/>
                                <a:gd name="connsiteY4" fmla="*/ 28783 h 115460"/>
                                <a:gd name="connsiteX5" fmla="*/ 4763 w 146685"/>
                                <a:gd name="connsiteY5" fmla="*/ 28783 h 115460"/>
                                <a:gd name="connsiteX6" fmla="*/ 4763 w 146685"/>
                                <a:gd name="connsiteY6" fmla="*/ 28783 h 115460"/>
                                <a:gd name="connsiteX7" fmla="*/ 5715 w 146685"/>
                                <a:gd name="connsiteY7" fmla="*/ 27831 h 115460"/>
                                <a:gd name="connsiteX8" fmla="*/ 7620 w 146685"/>
                                <a:gd name="connsiteY8" fmla="*/ 25926 h 115460"/>
                                <a:gd name="connsiteX9" fmla="*/ 15240 w 146685"/>
                                <a:gd name="connsiteY9" fmla="*/ 20211 h 115460"/>
                                <a:gd name="connsiteX10" fmla="*/ 44768 w 146685"/>
                                <a:gd name="connsiteY10" fmla="*/ 4971 h 115460"/>
                                <a:gd name="connsiteX11" fmla="*/ 87630 w 146685"/>
                                <a:gd name="connsiteY11" fmla="*/ 1161 h 115460"/>
                                <a:gd name="connsiteX12" fmla="*/ 112395 w 146685"/>
                                <a:gd name="connsiteY12" fmla="*/ 9733 h 115460"/>
                                <a:gd name="connsiteX13" fmla="*/ 137160 w 146685"/>
                                <a:gd name="connsiteY13" fmla="*/ 31641 h 115460"/>
                                <a:gd name="connsiteX14" fmla="*/ 138113 w 146685"/>
                                <a:gd name="connsiteY14" fmla="*/ 32593 h 115460"/>
                                <a:gd name="connsiteX15" fmla="*/ 138113 w 146685"/>
                                <a:gd name="connsiteY15" fmla="*/ 32593 h 115460"/>
                                <a:gd name="connsiteX16" fmla="*/ 141923 w 146685"/>
                                <a:gd name="connsiteY16" fmla="*/ 40213 h 115460"/>
                                <a:gd name="connsiteX17" fmla="*/ 146685 w 146685"/>
                                <a:gd name="connsiteY17" fmla="*/ 58311 h 115460"/>
                                <a:gd name="connsiteX18" fmla="*/ 146685 w 146685"/>
                                <a:gd name="connsiteY18" fmla="*/ 64978 h 115460"/>
                                <a:gd name="connsiteX19" fmla="*/ 145733 w 146685"/>
                                <a:gd name="connsiteY19" fmla="*/ 70693 h 115460"/>
                                <a:gd name="connsiteX20" fmla="*/ 144780 w 146685"/>
                                <a:gd name="connsiteY20" fmla="*/ 72598 h 115460"/>
                                <a:gd name="connsiteX21" fmla="*/ 144780 w 146685"/>
                                <a:gd name="connsiteY21" fmla="*/ 73551 h 115460"/>
                                <a:gd name="connsiteX22" fmla="*/ 138113 w 146685"/>
                                <a:gd name="connsiteY22" fmla="*/ 86886 h 115460"/>
                                <a:gd name="connsiteX23" fmla="*/ 133350 w 146685"/>
                                <a:gd name="connsiteY23" fmla="*/ 90696 h 115460"/>
                                <a:gd name="connsiteX24" fmla="*/ 128588 w 146685"/>
                                <a:gd name="connsiteY24" fmla="*/ 93553 h 115460"/>
                                <a:gd name="connsiteX25" fmla="*/ 110490 w 146685"/>
                                <a:gd name="connsiteY25" fmla="*/ 97363 h 115460"/>
                                <a:gd name="connsiteX26" fmla="*/ 109538 w 146685"/>
                                <a:gd name="connsiteY26" fmla="*/ 97363 h 115460"/>
                                <a:gd name="connsiteX27" fmla="*/ 105728 w 146685"/>
                                <a:gd name="connsiteY27" fmla="*/ 96411 h 115460"/>
                                <a:gd name="connsiteX28" fmla="*/ 101918 w 146685"/>
                                <a:gd name="connsiteY28" fmla="*/ 100221 h 115460"/>
                                <a:gd name="connsiteX29" fmla="*/ 91440 w 146685"/>
                                <a:gd name="connsiteY29" fmla="*/ 108793 h 115460"/>
                                <a:gd name="connsiteX30" fmla="*/ 89535 w 146685"/>
                                <a:gd name="connsiteY30" fmla="*/ 109746 h 115460"/>
                                <a:gd name="connsiteX31" fmla="*/ 89535 w 146685"/>
                                <a:gd name="connsiteY31" fmla="*/ 109746 h 115460"/>
                                <a:gd name="connsiteX32" fmla="*/ 77153 w 146685"/>
                                <a:gd name="connsiteY32" fmla="*/ 112603 h 115460"/>
                                <a:gd name="connsiteX33" fmla="*/ 63818 w 146685"/>
                                <a:gd name="connsiteY33" fmla="*/ 110698 h 115460"/>
                                <a:gd name="connsiteX34" fmla="*/ 61913 w 146685"/>
                                <a:gd name="connsiteY34" fmla="*/ 110698 h 115460"/>
                                <a:gd name="connsiteX35" fmla="*/ 60008 w 146685"/>
                                <a:gd name="connsiteY35" fmla="*/ 110698 h 115460"/>
                                <a:gd name="connsiteX36" fmla="*/ 54293 w 146685"/>
                                <a:gd name="connsiteY36" fmla="*/ 109746 h 115460"/>
                                <a:gd name="connsiteX37" fmla="*/ 53340 w 146685"/>
                                <a:gd name="connsiteY37" fmla="*/ 109746 h 115460"/>
                                <a:gd name="connsiteX38" fmla="*/ 52388 w 146685"/>
                                <a:gd name="connsiteY38" fmla="*/ 109746 h 115460"/>
                                <a:gd name="connsiteX39" fmla="*/ 51435 w 146685"/>
                                <a:gd name="connsiteY39" fmla="*/ 109746 h 115460"/>
                                <a:gd name="connsiteX40" fmla="*/ 46673 w 146685"/>
                                <a:gd name="connsiteY40" fmla="*/ 109746 h 115460"/>
                                <a:gd name="connsiteX41" fmla="*/ 36195 w 146685"/>
                                <a:gd name="connsiteY41" fmla="*/ 112603 h 115460"/>
                                <a:gd name="connsiteX42" fmla="*/ 32385 w 146685"/>
                                <a:gd name="connsiteY42" fmla="*/ 113556 h 115460"/>
                                <a:gd name="connsiteX43" fmla="*/ 30480 w 146685"/>
                                <a:gd name="connsiteY43" fmla="*/ 114508 h 115460"/>
                                <a:gd name="connsiteX44" fmla="*/ 29528 w 146685"/>
                                <a:gd name="connsiteY44" fmla="*/ 114508 h 115460"/>
                                <a:gd name="connsiteX45" fmla="*/ 29528 w 146685"/>
                                <a:gd name="connsiteY45" fmla="*/ 114508 h 115460"/>
                                <a:gd name="connsiteX46" fmla="*/ 29528 w 146685"/>
                                <a:gd name="connsiteY46" fmla="*/ 114508 h 115460"/>
                                <a:gd name="connsiteX47" fmla="*/ 27623 w 146685"/>
                                <a:gd name="connsiteY47" fmla="*/ 115461 h 115460"/>
                                <a:gd name="connsiteX48" fmla="*/ 26670 w 146685"/>
                                <a:gd name="connsiteY48" fmla="*/ 115461 h 115460"/>
                                <a:gd name="connsiteX49" fmla="*/ 26670 w 146685"/>
                                <a:gd name="connsiteY49" fmla="*/ 115461 h 115460"/>
                                <a:gd name="connsiteX50" fmla="*/ 24765 w 146685"/>
                                <a:gd name="connsiteY50" fmla="*/ 115461 h 115460"/>
                                <a:gd name="connsiteX51" fmla="*/ 21908 w 146685"/>
                                <a:gd name="connsiteY51" fmla="*/ 114508 h 115460"/>
                                <a:gd name="connsiteX52" fmla="*/ 17145 w 146685"/>
                                <a:gd name="connsiteY52" fmla="*/ 110698 h 115460"/>
                                <a:gd name="connsiteX53" fmla="*/ 8573 w 146685"/>
                                <a:gd name="connsiteY53" fmla="*/ 95458 h 115460"/>
                                <a:gd name="connsiteX54" fmla="*/ 4763 w 146685"/>
                                <a:gd name="connsiteY54" fmla="*/ 78313 h 115460"/>
                                <a:gd name="connsiteX55" fmla="*/ 2858 w 146685"/>
                                <a:gd name="connsiteY55" fmla="*/ 62121 h 115460"/>
                                <a:gd name="connsiteX56" fmla="*/ 0 w 146685"/>
                                <a:gd name="connsiteY56" fmla="*/ 49738 h 115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46685" h="115460">
                                  <a:moveTo>
                                    <a:pt x="0" y="49738"/>
                                  </a:moveTo>
                                  <a:cubicBezTo>
                                    <a:pt x="0" y="47833"/>
                                    <a:pt x="0" y="44976"/>
                                    <a:pt x="953" y="43071"/>
                                  </a:cubicBezTo>
                                  <a:cubicBezTo>
                                    <a:pt x="953" y="41166"/>
                                    <a:pt x="1905" y="39261"/>
                                    <a:pt x="1905" y="36403"/>
                                  </a:cubicBezTo>
                                  <a:cubicBezTo>
                                    <a:pt x="1905" y="35451"/>
                                    <a:pt x="1905" y="34498"/>
                                    <a:pt x="2858" y="33546"/>
                                  </a:cubicBezTo>
                                  <a:cubicBezTo>
                                    <a:pt x="2858" y="33546"/>
                                    <a:pt x="4763" y="29736"/>
                                    <a:pt x="4763" y="28783"/>
                                  </a:cubicBezTo>
                                  <a:cubicBezTo>
                                    <a:pt x="4763" y="28783"/>
                                    <a:pt x="4763" y="28783"/>
                                    <a:pt x="4763" y="28783"/>
                                  </a:cubicBezTo>
                                  <a:cubicBezTo>
                                    <a:pt x="4763" y="28783"/>
                                    <a:pt x="4763" y="28783"/>
                                    <a:pt x="4763" y="28783"/>
                                  </a:cubicBezTo>
                                  <a:cubicBezTo>
                                    <a:pt x="4763" y="28783"/>
                                    <a:pt x="4763" y="28783"/>
                                    <a:pt x="5715" y="27831"/>
                                  </a:cubicBezTo>
                                  <a:cubicBezTo>
                                    <a:pt x="5715" y="27831"/>
                                    <a:pt x="6668" y="26878"/>
                                    <a:pt x="7620" y="25926"/>
                                  </a:cubicBezTo>
                                  <a:cubicBezTo>
                                    <a:pt x="9525" y="24021"/>
                                    <a:pt x="12383" y="22116"/>
                                    <a:pt x="15240" y="20211"/>
                                  </a:cubicBezTo>
                                  <a:cubicBezTo>
                                    <a:pt x="21908" y="15448"/>
                                    <a:pt x="32385" y="9733"/>
                                    <a:pt x="44768" y="4971"/>
                                  </a:cubicBezTo>
                                  <a:cubicBezTo>
                                    <a:pt x="57150" y="1161"/>
                                    <a:pt x="71438" y="-1697"/>
                                    <a:pt x="87630" y="1161"/>
                                  </a:cubicBezTo>
                                  <a:cubicBezTo>
                                    <a:pt x="95250" y="2113"/>
                                    <a:pt x="103823" y="4971"/>
                                    <a:pt x="112395" y="9733"/>
                                  </a:cubicBezTo>
                                  <a:cubicBezTo>
                                    <a:pt x="120015" y="14496"/>
                                    <a:pt x="128588" y="21163"/>
                                    <a:pt x="137160" y="31641"/>
                                  </a:cubicBezTo>
                                  <a:cubicBezTo>
                                    <a:pt x="137160" y="31641"/>
                                    <a:pt x="138113" y="32593"/>
                                    <a:pt x="138113" y="32593"/>
                                  </a:cubicBezTo>
                                  <a:cubicBezTo>
                                    <a:pt x="138113" y="32593"/>
                                    <a:pt x="138113" y="32593"/>
                                    <a:pt x="138113" y="32593"/>
                                  </a:cubicBezTo>
                                  <a:cubicBezTo>
                                    <a:pt x="139065" y="35451"/>
                                    <a:pt x="140970" y="37356"/>
                                    <a:pt x="141923" y="40213"/>
                                  </a:cubicBezTo>
                                  <a:cubicBezTo>
                                    <a:pt x="144780" y="46881"/>
                                    <a:pt x="145733" y="52596"/>
                                    <a:pt x="146685" y="58311"/>
                                  </a:cubicBezTo>
                                  <a:cubicBezTo>
                                    <a:pt x="146685" y="61168"/>
                                    <a:pt x="146685" y="63073"/>
                                    <a:pt x="146685" y="64978"/>
                                  </a:cubicBezTo>
                                  <a:cubicBezTo>
                                    <a:pt x="146685" y="66883"/>
                                    <a:pt x="145733" y="68788"/>
                                    <a:pt x="145733" y="70693"/>
                                  </a:cubicBezTo>
                                  <a:cubicBezTo>
                                    <a:pt x="145733" y="71646"/>
                                    <a:pt x="145733" y="72598"/>
                                    <a:pt x="144780" y="72598"/>
                                  </a:cubicBezTo>
                                  <a:cubicBezTo>
                                    <a:pt x="144780" y="72598"/>
                                    <a:pt x="144780" y="72598"/>
                                    <a:pt x="144780" y="73551"/>
                                  </a:cubicBezTo>
                                  <a:cubicBezTo>
                                    <a:pt x="142875" y="79266"/>
                                    <a:pt x="140970" y="83076"/>
                                    <a:pt x="138113" y="86886"/>
                                  </a:cubicBezTo>
                                  <a:cubicBezTo>
                                    <a:pt x="136208" y="88791"/>
                                    <a:pt x="135255" y="89743"/>
                                    <a:pt x="133350" y="90696"/>
                                  </a:cubicBezTo>
                                  <a:cubicBezTo>
                                    <a:pt x="131445" y="91648"/>
                                    <a:pt x="129540" y="92601"/>
                                    <a:pt x="128588" y="93553"/>
                                  </a:cubicBezTo>
                                  <a:cubicBezTo>
                                    <a:pt x="121920" y="96411"/>
                                    <a:pt x="115253" y="97363"/>
                                    <a:pt x="110490" y="97363"/>
                                  </a:cubicBezTo>
                                  <a:cubicBezTo>
                                    <a:pt x="110490" y="97363"/>
                                    <a:pt x="109538" y="97363"/>
                                    <a:pt x="109538" y="97363"/>
                                  </a:cubicBezTo>
                                  <a:cubicBezTo>
                                    <a:pt x="106680" y="97363"/>
                                    <a:pt x="105728" y="97363"/>
                                    <a:pt x="105728" y="96411"/>
                                  </a:cubicBezTo>
                                  <a:cubicBezTo>
                                    <a:pt x="104775" y="98316"/>
                                    <a:pt x="102870" y="99268"/>
                                    <a:pt x="101918" y="100221"/>
                                  </a:cubicBezTo>
                                  <a:cubicBezTo>
                                    <a:pt x="98108" y="104031"/>
                                    <a:pt x="95250" y="106888"/>
                                    <a:pt x="91440" y="108793"/>
                                  </a:cubicBezTo>
                                  <a:cubicBezTo>
                                    <a:pt x="90488" y="108793"/>
                                    <a:pt x="90488" y="109746"/>
                                    <a:pt x="89535" y="109746"/>
                                  </a:cubicBezTo>
                                  <a:cubicBezTo>
                                    <a:pt x="89535" y="109746"/>
                                    <a:pt x="89535" y="109746"/>
                                    <a:pt x="89535" y="109746"/>
                                  </a:cubicBezTo>
                                  <a:cubicBezTo>
                                    <a:pt x="85725" y="111651"/>
                                    <a:pt x="81915" y="112603"/>
                                    <a:pt x="77153" y="112603"/>
                                  </a:cubicBezTo>
                                  <a:cubicBezTo>
                                    <a:pt x="73343" y="112603"/>
                                    <a:pt x="68580" y="111651"/>
                                    <a:pt x="63818" y="110698"/>
                                  </a:cubicBezTo>
                                  <a:cubicBezTo>
                                    <a:pt x="62865" y="110698"/>
                                    <a:pt x="62865" y="110698"/>
                                    <a:pt x="61913" y="110698"/>
                                  </a:cubicBezTo>
                                  <a:cubicBezTo>
                                    <a:pt x="60960" y="110698"/>
                                    <a:pt x="60960" y="110698"/>
                                    <a:pt x="60008" y="110698"/>
                                  </a:cubicBezTo>
                                  <a:cubicBezTo>
                                    <a:pt x="58103" y="110698"/>
                                    <a:pt x="56198" y="109746"/>
                                    <a:pt x="54293" y="109746"/>
                                  </a:cubicBezTo>
                                  <a:cubicBezTo>
                                    <a:pt x="54293" y="109746"/>
                                    <a:pt x="53340" y="109746"/>
                                    <a:pt x="53340" y="109746"/>
                                  </a:cubicBezTo>
                                  <a:cubicBezTo>
                                    <a:pt x="53340" y="109746"/>
                                    <a:pt x="52388" y="109746"/>
                                    <a:pt x="52388" y="109746"/>
                                  </a:cubicBezTo>
                                  <a:lnTo>
                                    <a:pt x="51435" y="109746"/>
                                  </a:lnTo>
                                  <a:cubicBezTo>
                                    <a:pt x="50483" y="109746"/>
                                    <a:pt x="48578" y="109746"/>
                                    <a:pt x="46673" y="109746"/>
                                  </a:cubicBezTo>
                                  <a:cubicBezTo>
                                    <a:pt x="43815" y="109746"/>
                                    <a:pt x="40958" y="110698"/>
                                    <a:pt x="36195" y="112603"/>
                                  </a:cubicBezTo>
                                  <a:cubicBezTo>
                                    <a:pt x="35243" y="112603"/>
                                    <a:pt x="34290" y="113556"/>
                                    <a:pt x="32385" y="113556"/>
                                  </a:cubicBezTo>
                                  <a:cubicBezTo>
                                    <a:pt x="31433" y="113556"/>
                                    <a:pt x="31433" y="113556"/>
                                    <a:pt x="30480" y="114508"/>
                                  </a:cubicBezTo>
                                  <a:lnTo>
                                    <a:pt x="29528" y="114508"/>
                                  </a:lnTo>
                                  <a:lnTo>
                                    <a:pt x="29528" y="114508"/>
                                  </a:lnTo>
                                  <a:cubicBezTo>
                                    <a:pt x="29528" y="114508"/>
                                    <a:pt x="29528" y="114508"/>
                                    <a:pt x="29528" y="114508"/>
                                  </a:cubicBezTo>
                                  <a:cubicBezTo>
                                    <a:pt x="28575" y="114508"/>
                                    <a:pt x="27623" y="115461"/>
                                    <a:pt x="27623" y="115461"/>
                                  </a:cubicBezTo>
                                  <a:cubicBezTo>
                                    <a:pt x="27623" y="115461"/>
                                    <a:pt x="26670" y="115461"/>
                                    <a:pt x="26670" y="115461"/>
                                  </a:cubicBezTo>
                                  <a:lnTo>
                                    <a:pt x="26670" y="115461"/>
                                  </a:lnTo>
                                  <a:cubicBezTo>
                                    <a:pt x="25718" y="115461"/>
                                    <a:pt x="24765" y="115461"/>
                                    <a:pt x="24765" y="115461"/>
                                  </a:cubicBezTo>
                                  <a:cubicBezTo>
                                    <a:pt x="23813" y="115461"/>
                                    <a:pt x="22860" y="114508"/>
                                    <a:pt x="21908" y="114508"/>
                                  </a:cubicBezTo>
                                  <a:cubicBezTo>
                                    <a:pt x="20003" y="113556"/>
                                    <a:pt x="18098" y="112603"/>
                                    <a:pt x="17145" y="110698"/>
                                  </a:cubicBezTo>
                                  <a:cubicBezTo>
                                    <a:pt x="13335" y="106888"/>
                                    <a:pt x="10478" y="102126"/>
                                    <a:pt x="8573" y="95458"/>
                                  </a:cubicBezTo>
                                  <a:cubicBezTo>
                                    <a:pt x="6668" y="89743"/>
                                    <a:pt x="5715" y="84028"/>
                                    <a:pt x="4763" y="78313"/>
                                  </a:cubicBezTo>
                                  <a:cubicBezTo>
                                    <a:pt x="3810" y="72598"/>
                                    <a:pt x="2858" y="66883"/>
                                    <a:pt x="2858" y="62121"/>
                                  </a:cubicBezTo>
                                  <a:cubicBezTo>
                                    <a:pt x="0" y="59263"/>
                                    <a:pt x="0" y="54501"/>
                                    <a:pt x="0" y="4973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5045055F-0225-477E-AA48-EB529445537B}"/>
                                </a:ext>
                              </a:extLst>
                            </p:cNvPr>
                            <p:cNvSpPr/>
                            <p:nvPr/>
                          </p:nvSpPr>
                          <p:spPr>
                            <a:xfrm>
                              <a:off x="3145336" y="2561144"/>
                              <a:ext cx="140017" cy="100964"/>
                            </a:xfrm>
                            <a:custGeom>
                              <a:avLst/>
                              <a:gdLst>
                                <a:gd name="connsiteX0" fmla="*/ 2857 w 140017"/>
                                <a:gd name="connsiteY0" fmla="*/ 20002 h 100964"/>
                                <a:gd name="connsiteX1" fmla="*/ 2857 w 140017"/>
                                <a:gd name="connsiteY1" fmla="*/ 20002 h 100964"/>
                                <a:gd name="connsiteX2" fmla="*/ 3810 w 140017"/>
                                <a:gd name="connsiteY2" fmla="*/ 25717 h 100964"/>
                                <a:gd name="connsiteX3" fmla="*/ 4763 w 140017"/>
                                <a:gd name="connsiteY3" fmla="*/ 38100 h 100964"/>
                                <a:gd name="connsiteX4" fmla="*/ 5715 w 140017"/>
                                <a:gd name="connsiteY4" fmla="*/ 55245 h 100964"/>
                                <a:gd name="connsiteX5" fmla="*/ 5715 w 140017"/>
                                <a:gd name="connsiteY5" fmla="*/ 60008 h 100964"/>
                                <a:gd name="connsiteX6" fmla="*/ 5715 w 140017"/>
                                <a:gd name="connsiteY6" fmla="*/ 61913 h 100964"/>
                                <a:gd name="connsiteX7" fmla="*/ 5715 w 140017"/>
                                <a:gd name="connsiteY7" fmla="*/ 62865 h 100964"/>
                                <a:gd name="connsiteX8" fmla="*/ 5715 w 140017"/>
                                <a:gd name="connsiteY8" fmla="*/ 63817 h 100964"/>
                                <a:gd name="connsiteX9" fmla="*/ 5715 w 140017"/>
                                <a:gd name="connsiteY9" fmla="*/ 64770 h 100964"/>
                                <a:gd name="connsiteX10" fmla="*/ 7620 w 140017"/>
                                <a:gd name="connsiteY10" fmla="*/ 73342 h 100964"/>
                                <a:gd name="connsiteX11" fmla="*/ 8572 w 140017"/>
                                <a:gd name="connsiteY11" fmla="*/ 77152 h 100964"/>
                                <a:gd name="connsiteX12" fmla="*/ 9525 w 140017"/>
                                <a:gd name="connsiteY12" fmla="*/ 80963 h 100964"/>
                                <a:gd name="connsiteX13" fmla="*/ 10477 w 140017"/>
                                <a:gd name="connsiteY13" fmla="*/ 82867 h 100964"/>
                                <a:gd name="connsiteX14" fmla="*/ 11430 w 140017"/>
                                <a:gd name="connsiteY14" fmla="*/ 84772 h 100964"/>
                                <a:gd name="connsiteX15" fmla="*/ 12382 w 140017"/>
                                <a:gd name="connsiteY15" fmla="*/ 87630 h 100964"/>
                                <a:gd name="connsiteX16" fmla="*/ 14288 w 140017"/>
                                <a:gd name="connsiteY16" fmla="*/ 93345 h 100964"/>
                                <a:gd name="connsiteX17" fmla="*/ 16192 w 140017"/>
                                <a:gd name="connsiteY17" fmla="*/ 97155 h 100964"/>
                                <a:gd name="connsiteX18" fmla="*/ 17145 w 140017"/>
                                <a:gd name="connsiteY18" fmla="*/ 100013 h 100964"/>
                                <a:gd name="connsiteX19" fmla="*/ 18097 w 140017"/>
                                <a:gd name="connsiteY19" fmla="*/ 100965 h 100964"/>
                                <a:gd name="connsiteX20" fmla="*/ 18097 w 140017"/>
                                <a:gd name="connsiteY20" fmla="*/ 100965 h 100964"/>
                                <a:gd name="connsiteX21" fmla="*/ 18097 w 140017"/>
                                <a:gd name="connsiteY21" fmla="*/ 100965 h 100964"/>
                                <a:gd name="connsiteX22" fmla="*/ 18097 w 140017"/>
                                <a:gd name="connsiteY22" fmla="*/ 100965 h 100964"/>
                                <a:gd name="connsiteX23" fmla="*/ 17145 w 140017"/>
                                <a:gd name="connsiteY23" fmla="*/ 100013 h 100964"/>
                                <a:gd name="connsiteX24" fmla="*/ 16192 w 140017"/>
                                <a:gd name="connsiteY24" fmla="*/ 97155 h 100964"/>
                                <a:gd name="connsiteX25" fmla="*/ 14288 w 140017"/>
                                <a:gd name="connsiteY25" fmla="*/ 93345 h 100964"/>
                                <a:gd name="connsiteX26" fmla="*/ 12382 w 140017"/>
                                <a:gd name="connsiteY26" fmla="*/ 87630 h 100964"/>
                                <a:gd name="connsiteX27" fmla="*/ 11430 w 140017"/>
                                <a:gd name="connsiteY27" fmla="*/ 84772 h 100964"/>
                                <a:gd name="connsiteX28" fmla="*/ 10477 w 140017"/>
                                <a:gd name="connsiteY28" fmla="*/ 82867 h 100964"/>
                                <a:gd name="connsiteX29" fmla="*/ 10477 w 140017"/>
                                <a:gd name="connsiteY29" fmla="*/ 80963 h 100964"/>
                                <a:gd name="connsiteX30" fmla="*/ 9525 w 140017"/>
                                <a:gd name="connsiteY30" fmla="*/ 77152 h 100964"/>
                                <a:gd name="connsiteX31" fmla="*/ 8572 w 140017"/>
                                <a:gd name="connsiteY31" fmla="*/ 73342 h 100964"/>
                                <a:gd name="connsiteX32" fmla="*/ 7620 w 140017"/>
                                <a:gd name="connsiteY32" fmla="*/ 64770 h 100964"/>
                                <a:gd name="connsiteX33" fmla="*/ 7620 w 140017"/>
                                <a:gd name="connsiteY33" fmla="*/ 63817 h 100964"/>
                                <a:gd name="connsiteX34" fmla="*/ 7620 w 140017"/>
                                <a:gd name="connsiteY34" fmla="*/ 62865 h 100964"/>
                                <a:gd name="connsiteX35" fmla="*/ 7620 w 140017"/>
                                <a:gd name="connsiteY35" fmla="*/ 61913 h 100964"/>
                                <a:gd name="connsiteX36" fmla="*/ 7620 w 140017"/>
                                <a:gd name="connsiteY36" fmla="*/ 60008 h 100964"/>
                                <a:gd name="connsiteX37" fmla="*/ 7620 w 140017"/>
                                <a:gd name="connsiteY37" fmla="*/ 55245 h 100964"/>
                                <a:gd name="connsiteX38" fmla="*/ 6667 w 140017"/>
                                <a:gd name="connsiteY38" fmla="*/ 38100 h 100964"/>
                                <a:gd name="connsiteX39" fmla="*/ 5715 w 140017"/>
                                <a:gd name="connsiteY39" fmla="*/ 22860 h 100964"/>
                                <a:gd name="connsiteX40" fmla="*/ 7620 w 140017"/>
                                <a:gd name="connsiteY40" fmla="*/ 23813 h 100964"/>
                                <a:gd name="connsiteX41" fmla="*/ 11430 w 140017"/>
                                <a:gd name="connsiteY41" fmla="*/ 25717 h 100964"/>
                                <a:gd name="connsiteX42" fmla="*/ 15240 w 140017"/>
                                <a:gd name="connsiteY42" fmla="*/ 27622 h 100964"/>
                                <a:gd name="connsiteX43" fmla="*/ 23813 w 140017"/>
                                <a:gd name="connsiteY43" fmla="*/ 32385 h 100964"/>
                                <a:gd name="connsiteX44" fmla="*/ 25717 w 140017"/>
                                <a:gd name="connsiteY44" fmla="*/ 33338 h 100964"/>
                                <a:gd name="connsiteX45" fmla="*/ 25717 w 140017"/>
                                <a:gd name="connsiteY45" fmla="*/ 33338 h 100964"/>
                                <a:gd name="connsiteX46" fmla="*/ 28575 w 140017"/>
                                <a:gd name="connsiteY46" fmla="*/ 37147 h 100964"/>
                                <a:gd name="connsiteX47" fmla="*/ 31432 w 140017"/>
                                <a:gd name="connsiteY47" fmla="*/ 42863 h 100964"/>
                                <a:gd name="connsiteX48" fmla="*/ 36195 w 140017"/>
                                <a:gd name="connsiteY48" fmla="*/ 59055 h 100964"/>
                                <a:gd name="connsiteX49" fmla="*/ 38100 w 140017"/>
                                <a:gd name="connsiteY49" fmla="*/ 67627 h 100964"/>
                                <a:gd name="connsiteX50" fmla="*/ 39052 w 140017"/>
                                <a:gd name="connsiteY50" fmla="*/ 71438 h 100964"/>
                                <a:gd name="connsiteX51" fmla="*/ 40005 w 140017"/>
                                <a:gd name="connsiteY51" fmla="*/ 75247 h 100964"/>
                                <a:gd name="connsiteX52" fmla="*/ 42863 w 140017"/>
                                <a:gd name="connsiteY52" fmla="*/ 81915 h 100964"/>
                                <a:gd name="connsiteX53" fmla="*/ 43815 w 140017"/>
                                <a:gd name="connsiteY53" fmla="*/ 84772 h 100964"/>
                                <a:gd name="connsiteX54" fmla="*/ 44767 w 140017"/>
                                <a:gd name="connsiteY54" fmla="*/ 86677 h 100964"/>
                                <a:gd name="connsiteX55" fmla="*/ 49530 w 140017"/>
                                <a:gd name="connsiteY55" fmla="*/ 91440 h 100964"/>
                                <a:gd name="connsiteX56" fmla="*/ 50482 w 140017"/>
                                <a:gd name="connsiteY56" fmla="*/ 91440 h 100964"/>
                                <a:gd name="connsiteX57" fmla="*/ 51435 w 140017"/>
                                <a:gd name="connsiteY57" fmla="*/ 91440 h 100964"/>
                                <a:gd name="connsiteX58" fmla="*/ 52388 w 140017"/>
                                <a:gd name="connsiteY58" fmla="*/ 91440 h 100964"/>
                                <a:gd name="connsiteX59" fmla="*/ 53340 w 140017"/>
                                <a:gd name="connsiteY59" fmla="*/ 91440 h 100964"/>
                                <a:gd name="connsiteX60" fmla="*/ 54292 w 140017"/>
                                <a:gd name="connsiteY60" fmla="*/ 91440 h 100964"/>
                                <a:gd name="connsiteX61" fmla="*/ 56197 w 140017"/>
                                <a:gd name="connsiteY61" fmla="*/ 91440 h 100964"/>
                                <a:gd name="connsiteX62" fmla="*/ 54292 w 140017"/>
                                <a:gd name="connsiteY62" fmla="*/ 91440 h 100964"/>
                                <a:gd name="connsiteX63" fmla="*/ 53340 w 140017"/>
                                <a:gd name="connsiteY63" fmla="*/ 91440 h 100964"/>
                                <a:gd name="connsiteX64" fmla="*/ 52388 w 140017"/>
                                <a:gd name="connsiteY64" fmla="*/ 91440 h 100964"/>
                                <a:gd name="connsiteX65" fmla="*/ 51435 w 140017"/>
                                <a:gd name="connsiteY65" fmla="*/ 91440 h 100964"/>
                                <a:gd name="connsiteX66" fmla="*/ 50482 w 140017"/>
                                <a:gd name="connsiteY66" fmla="*/ 91440 h 100964"/>
                                <a:gd name="connsiteX67" fmla="*/ 49530 w 140017"/>
                                <a:gd name="connsiteY67" fmla="*/ 91440 h 100964"/>
                                <a:gd name="connsiteX68" fmla="*/ 45720 w 140017"/>
                                <a:gd name="connsiteY68" fmla="*/ 85725 h 100964"/>
                                <a:gd name="connsiteX69" fmla="*/ 44767 w 140017"/>
                                <a:gd name="connsiteY69" fmla="*/ 82867 h 100964"/>
                                <a:gd name="connsiteX70" fmla="*/ 43815 w 140017"/>
                                <a:gd name="connsiteY70" fmla="*/ 80010 h 100964"/>
                                <a:gd name="connsiteX71" fmla="*/ 41910 w 140017"/>
                                <a:gd name="connsiteY71" fmla="*/ 73342 h 100964"/>
                                <a:gd name="connsiteX72" fmla="*/ 40957 w 140017"/>
                                <a:gd name="connsiteY72" fmla="*/ 69533 h 100964"/>
                                <a:gd name="connsiteX73" fmla="*/ 40005 w 140017"/>
                                <a:gd name="connsiteY73" fmla="*/ 65722 h 100964"/>
                                <a:gd name="connsiteX74" fmla="*/ 38100 w 140017"/>
                                <a:gd name="connsiteY74" fmla="*/ 57150 h 100964"/>
                                <a:gd name="connsiteX75" fmla="*/ 33338 w 140017"/>
                                <a:gd name="connsiteY75" fmla="*/ 40005 h 100964"/>
                                <a:gd name="connsiteX76" fmla="*/ 30480 w 140017"/>
                                <a:gd name="connsiteY76" fmla="*/ 33338 h 100964"/>
                                <a:gd name="connsiteX77" fmla="*/ 30480 w 140017"/>
                                <a:gd name="connsiteY77" fmla="*/ 32385 h 100964"/>
                                <a:gd name="connsiteX78" fmla="*/ 33338 w 140017"/>
                                <a:gd name="connsiteY78" fmla="*/ 34290 h 100964"/>
                                <a:gd name="connsiteX79" fmla="*/ 43815 w 140017"/>
                                <a:gd name="connsiteY79" fmla="*/ 40005 h 100964"/>
                                <a:gd name="connsiteX80" fmla="*/ 53340 w 140017"/>
                                <a:gd name="connsiteY80" fmla="*/ 44767 h 100964"/>
                                <a:gd name="connsiteX81" fmla="*/ 54292 w 140017"/>
                                <a:gd name="connsiteY81" fmla="*/ 44767 h 100964"/>
                                <a:gd name="connsiteX82" fmla="*/ 56197 w 140017"/>
                                <a:gd name="connsiteY82" fmla="*/ 45720 h 100964"/>
                                <a:gd name="connsiteX83" fmla="*/ 60007 w 140017"/>
                                <a:gd name="connsiteY83" fmla="*/ 52388 h 100964"/>
                                <a:gd name="connsiteX84" fmla="*/ 61913 w 140017"/>
                                <a:gd name="connsiteY84" fmla="*/ 57150 h 100964"/>
                                <a:gd name="connsiteX85" fmla="*/ 64770 w 140017"/>
                                <a:gd name="connsiteY85" fmla="*/ 62865 h 100964"/>
                                <a:gd name="connsiteX86" fmla="*/ 66675 w 140017"/>
                                <a:gd name="connsiteY86" fmla="*/ 65722 h 100964"/>
                                <a:gd name="connsiteX87" fmla="*/ 68580 w 140017"/>
                                <a:gd name="connsiteY87" fmla="*/ 68580 h 100964"/>
                                <a:gd name="connsiteX88" fmla="*/ 70485 w 140017"/>
                                <a:gd name="connsiteY88" fmla="*/ 71438 h 100964"/>
                                <a:gd name="connsiteX89" fmla="*/ 72390 w 140017"/>
                                <a:gd name="connsiteY89" fmla="*/ 74295 h 100964"/>
                                <a:gd name="connsiteX90" fmla="*/ 75247 w 140017"/>
                                <a:gd name="connsiteY90" fmla="*/ 79058 h 100964"/>
                                <a:gd name="connsiteX91" fmla="*/ 78105 w 140017"/>
                                <a:gd name="connsiteY91" fmla="*/ 83820 h 100964"/>
                                <a:gd name="connsiteX92" fmla="*/ 80010 w 140017"/>
                                <a:gd name="connsiteY92" fmla="*/ 86677 h 100964"/>
                                <a:gd name="connsiteX93" fmla="*/ 81915 w 140017"/>
                                <a:gd name="connsiteY93" fmla="*/ 89535 h 100964"/>
                                <a:gd name="connsiteX94" fmla="*/ 82867 w 140017"/>
                                <a:gd name="connsiteY94" fmla="*/ 90488 h 100964"/>
                                <a:gd name="connsiteX95" fmla="*/ 83820 w 140017"/>
                                <a:gd name="connsiteY95" fmla="*/ 91440 h 100964"/>
                                <a:gd name="connsiteX96" fmla="*/ 83820 w 140017"/>
                                <a:gd name="connsiteY96" fmla="*/ 91440 h 100964"/>
                                <a:gd name="connsiteX97" fmla="*/ 81915 w 140017"/>
                                <a:gd name="connsiteY97" fmla="*/ 88583 h 100964"/>
                                <a:gd name="connsiteX98" fmla="*/ 80963 w 140017"/>
                                <a:gd name="connsiteY98" fmla="*/ 85725 h 100964"/>
                                <a:gd name="connsiteX99" fmla="*/ 79057 w 140017"/>
                                <a:gd name="connsiteY99" fmla="*/ 82867 h 100964"/>
                                <a:gd name="connsiteX100" fmla="*/ 76200 w 140017"/>
                                <a:gd name="connsiteY100" fmla="*/ 78105 h 100964"/>
                                <a:gd name="connsiteX101" fmla="*/ 73342 w 140017"/>
                                <a:gd name="connsiteY101" fmla="*/ 72390 h 100964"/>
                                <a:gd name="connsiteX102" fmla="*/ 72390 w 140017"/>
                                <a:gd name="connsiteY102" fmla="*/ 71438 h 100964"/>
                                <a:gd name="connsiteX103" fmla="*/ 71438 w 140017"/>
                                <a:gd name="connsiteY103" fmla="*/ 70485 h 100964"/>
                                <a:gd name="connsiteX104" fmla="*/ 69532 w 140017"/>
                                <a:gd name="connsiteY104" fmla="*/ 67627 h 100964"/>
                                <a:gd name="connsiteX105" fmla="*/ 68580 w 140017"/>
                                <a:gd name="connsiteY105" fmla="*/ 64770 h 100964"/>
                                <a:gd name="connsiteX106" fmla="*/ 67627 w 140017"/>
                                <a:gd name="connsiteY106" fmla="*/ 61913 h 100964"/>
                                <a:gd name="connsiteX107" fmla="*/ 65722 w 140017"/>
                                <a:gd name="connsiteY107" fmla="*/ 56197 h 100964"/>
                                <a:gd name="connsiteX108" fmla="*/ 63817 w 140017"/>
                                <a:gd name="connsiteY108" fmla="*/ 51435 h 100964"/>
                                <a:gd name="connsiteX109" fmla="*/ 61913 w 140017"/>
                                <a:gd name="connsiteY109" fmla="*/ 46672 h 100964"/>
                                <a:gd name="connsiteX110" fmla="*/ 68580 w 140017"/>
                                <a:gd name="connsiteY110" fmla="*/ 50483 h 100964"/>
                                <a:gd name="connsiteX111" fmla="*/ 79057 w 140017"/>
                                <a:gd name="connsiteY111" fmla="*/ 56197 h 100964"/>
                                <a:gd name="connsiteX112" fmla="*/ 83820 w 140017"/>
                                <a:gd name="connsiteY112" fmla="*/ 60008 h 100964"/>
                                <a:gd name="connsiteX113" fmla="*/ 88582 w 140017"/>
                                <a:gd name="connsiteY113" fmla="*/ 63817 h 100964"/>
                                <a:gd name="connsiteX114" fmla="*/ 97155 w 140017"/>
                                <a:gd name="connsiteY114" fmla="*/ 71438 h 100964"/>
                                <a:gd name="connsiteX115" fmla="*/ 100965 w 140017"/>
                                <a:gd name="connsiteY115" fmla="*/ 75247 h 100964"/>
                                <a:gd name="connsiteX116" fmla="*/ 103822 w 140017"/>
                                <a:gd name="connsiteY116" fmla="*/ 79058 h 100964"/>
                                <a:gd name="connsiteX117" fmla="*/ 104775 w 140017"/>
                                <a:gd name="connsiteY117" fmla="*/ 79058 h 100964"/>
                                <a:gd name="connsiteX118" fmla="*/ 104775 w 140017"/>
                                <a:gd name="connsiteY118" fmla="*/ 79058 h 100964"/>
                                <a:gd name="connsiteX119" fmla="*/ 101917 w 140017"/>
                                <a:gd name="connsiteY119" fmla="*/ 75247 h 100964"/>
                                <a:gd name="connsiteX120" fmla="*/ 98107 w 140017"/>
                                <a:gd name="connsiteY120" fmla="*/ 71438 h 100964"/>
                                <a:gd name="connsiteX121" fmla="*/ 89535 w 140017"/>
                                <a:gd name="connsiteY121" fmla="*/ 63817 h 100964"/>
                                <a:gd name="connsiteX122" fmla="*/ 86677 w 140017"/>
                                <a:gd name="connsiteY122" fmla="*/ 61913 h 100964"/>
                                <a:gd name="connsiteX123" fmla="*/ 83820 w 140017"/>
                                <a:gd name="connsiteY123" fmla="*/ 60008 h 100964"/>
                                <a:gd name="connsiteX124" fmla="*/ 80963 w 140017"/>
                                <a:gd name="connsiteY124" fmla="*/ 58102 h 100964"/>
                                <a:gd name="connsiteX125" fmla="*/ 78105 w 140017"/>
                                <a:gd name="connsiteY125" fmla="*/ 56197 h 100964"/>
                                <a:gd name="connsiteX126" fmla="*/ 67627 w 140017"/>
                                <a:gd name="connsiteY126" fmla="*/ 49530 h 100964"/>
                                <a:gd name="connsiteX127" fmla="*/ 56197 w 140017"/>
                                <a:gd name="connsiteY127" fmla="*/ 43815 h 100964"/>
                                <a:gd name="connsiteX128" fmla="*/ 48577 w 140017"/>
                                <a:gd name="connsiteY128" fmla="*/ 39052 h 100964"/>
                                <a:gd name="connsiteX129" fmla="*/ 50482 w 140017"/>
                                <a:gd name="connsiteY129" fmla="*/ 39052 h 100964"/>
                                <a:gd name="connsiteX130" fmla="*/ 57150 w 140017"/>
                                <a:gd name="connsiteY130" fmla="*/ 39052 h 100964"/>
                                <a:gd name="connsiteX131" fmla="*/ 74295 w 140017"/>
                                <a:gd name="connsiteY131" fmla="*/ 36195 h 100964"/>
                                <a:gd name="connsiteX132" fmla="*/ 84772 w 140017"/>
                                <a:gd name="connsiteY132" fmla="*/ 34290 h 100964"/>
                                <a:gd name="connsiteX133" fmla="*/ 95250 w 140017"/>
                                <a:gd name="connsiteY133" fmla="*/ 34290 h 100964"/>
                                <a:gd name="connsiteX134" fmla="*/ 106680 w 140017"/>
                                <a:gd name="connsiteY134" fmla="*/ 36195 h 100964"/>
                                <a:gd name="connsiteX135" fmla="*/ 118110 w 140017"/>
                                <a:gd name="connsiteY135" fmla="*/ 40005 h 100964"/>
                                <a:gd name="connsiteX136" fmla="*/ 123825 w 140017"/>
                                <a:gd name="connsiteY136" fmla="*/ 42863 h 100964"/>
                                <a:gd name="connsiteX137" fmla="*/ 128588 w 140017"/>
                                <a:gd name="connsiteY137" fmla="*/ 46672 h 100964"/>
                                <a:gd name="connsiteX138" fmla="*/ 131445 w 140017"/>
                                <a:gd name="connsiteY138" fmla="*/ 48577 h 100964"/>
                                <a:gd name="connsiteX139" fmla="*/ 134302 w 140017"/>
                                <a:gd name="connsiteY139" fmla="*/ 50483 h 100964"/>
                                <a:gd name="connsiteX140" fmla="*/ 139065 w 140017"/>
                                <a:gd name="connsiteY140" fmla="*/ 55245 h 100964"/>
                                <a:gd name="connsiteX141" fmla="*/ 140017 w 140017"/>
                                <a:gd name="connsiteY141" fmla="*/ 56197 h 100964"/>
                                <a:gd name="connsiteX142" fmla="*/ 140017 w 140017"/>
                                <a:gd name="connsiteY142" fmla="*/ 55245 h 100964"/>
                                <a:gd name="connsiteX143" fmla="*/ 139065 w 140017"/>
                                <a:gd name="connsiteY143" fmla="*/ 54292 h 100964"/>
                                <a:gd name="connsiteX144" fmla="*/ 129540 w 140017"/>
                                <a:gd name="connsiteY144" fmla="*/ 45720 h 100964"/>
                                <a:gd name="connsiteX145" fmla="*/ 119063 w 140017"/>
                                <a:gd name="connsiteY145" fmla="*/ 39052 h 100964"/>
                                <a:gd name="connsiteX146" fmla="*/ 107632 w 140017"/>
                                <a:gd name="connsiteY146" fmla="*/ 34290 h 100964"/>
                                <a:gd name="connsiteX147" fmla="*/ 96202 w 140017"/>
                                <a:gd name="connsiteY147" fmla="*/ 32385 h 100964"/>
                                <a:gd name="connsiteX148" fmla="*/ 85725 w 140017"/>
                                <a:gd name="connsiteY148" fmla="*/ 32385 h 100964"/>
                                <a:gd name="connsiteX149" fmla="*/ 75247 w 140017"/>
                                <a:gd name="connsiteY149" fmla="*/ 33338 h 100964"/>
                                <a:gd name="connsiteX150" fmla="*/ 58102 w 140017"/>
                                <a:gd name="connsiteY150" fmla="*/ 36195 h 100964"/>
                                <a:gd name="connsiteX151" fmla="*/ 51435 w 140017"/>
                                <a:gd name="connsiteY151" fmla="*/ 36195 h 100964"/>
                                <a:gd name="connsiteX152" fmla="*/ 46672 w 140017"/>
                                <a:gd name="connsiteY152" fmla="*/ 36195 h 100964"/>
                                <a:gd name="connsiteX153" fmla="*/ 43815 w 140017"/>
                                <a:gd name="connsiteY153" fmla="*/ 36195 h 100964"/>
                                <a:gd name="connsiteX154" fmla="*/ 36195 w 140017"/>
                                <a:gd name="connsiteY154" fmla="*/ 32385 h 100964"/>
                                <a:gd name="connsiteX155" fmla="*/ 31432 w 140017"/>
                                <a:gd name="connsiteY155" fmla="*/ 29527 h 100964"/>
                                <a:gd name="connsiteX156" fmla="*/ 26670 w 140017"/>
                                <a:gd name="connsiteY156" fmla="*/ 26670 h 100964"/>
                                <a:gd name="connsiteX157" fmla="*/ 18097 w 140017"/>
                                <a:gd name="connsiteY157" fmla="*/ 21908 h 100964"/>
                                <a:gd name="connsiteX158" fmla="*/ 17145 w 140017"/>
                                <a:gd name="connsiteY158" fmla="*/ 21908 h 100964"/>
                                <a:gd name="connsiteX159" fmla="*/ 18097 w 140017"/>
                                <a:gd name="connsiteY159" fmla="*/ 21908 h 100964"/>
                                <a:gd name="connsiteX160" fmla="*/ 23813 w 140017"/>
                                <a:gd name="connsiteY160" fmla="*/ 20002 h 100964"/>
                                <a:gd name="connsiteX161" fmla="*/ 27622 w 140017"/>
                                <a:gd name="connsiteY161" fmla="*/ 19050 h 100964"/>
                                <a:gd name="connsiteX162" fmla="*/ 31432 w 140017"/>
                                <a:gd name="connsiteY162" fmla="*/ 17145 h 100964"/>
                                <a:gd name="connsiteX163" fmla="*/ 40957 w 140017"/>
                                <a:gd name="connsiteY163" fmla="*/ 13335 h 100964"/>
                                <a:gd name="connsiteX164" fmla="*/ 51435 w 140017"/>
                                <a:gd name="connsiteY164" fmla="*/ 9525 h 100964"/>
                                <a:gd name="connsiteX165" fmla="*/ 62865 w 140017"/>
                                <a:gd name="connsiteY165" fmla="*/ 5715 h 100964"/>
                                <a:gd name="connsiteX166" fmla="*/ 75247 w 140017"/>
                                <a:gd name="connsiteY166" fmla="*/ 2858 h 100964"/>
                                <a:gd name="connsiteX167" fmla="*/ 87630 w 140017"/>
                                <a:gd name="connsiteY167" fmla="*/ 1905 h 100964"/>
                                <a:gd name="connsiteX168" fmla="*/ 100965 w 140017"/>
                                <a:gd name="connsiteY168" fmla="*/ 1905 h 100964"/>
                                <a:gd name="connsiteX169" fmla="*/ 107632 w 140017"/>
                                <a:gd name="connsiteY169" fmla="*/ 2858 h 100964"/>
                                <a:gd name="connsiteX170" fmla="*/ 114300 w 140017"/>
                                <a:gd name="connsiteY170" fmla="*/ 4763 h 100964"/>
                                <a:gd name="connsiteX171" fmla="*/ 120015 w 140017"/>
                                <a:gd name="connsiteY171" fmla="*/ 6667 h 100964"/>
                                <a:gd name="connsiteX172" fmla="*/ 125730 w 140017"/>
                                <a:gd name="connsiteY172" fmla="*/ 9525 h 100964"/>
                                <a:gd name="connsiteX173" fmla="*/ 131445 w 140017"/>
                                <a:gd name="connsiteY173" fmla="*/ 12383 h 100964"/>
                                <a:gd name="connsiteX174" fmla="*/ 134302 w 140017"/>
                                <a:gd name="connsiteY174" fmla="*/ 14288 h 100964"/>
                                <a:gd name="connsiteX175" fmla="*/ 133350 w 140017"/>
                                <a:gd name="connsiteY175" fmla="*/ 13335 h 100964"/>
                                <a:gd name="connsiteX176" fmla="*/ 131445 w 140017"/>
                                <a:gd name="connsiteY176" fmla="*/ 11430 h 100964"/>
                                <a:gd name="connsiteX177" fmla="*/ 125730 w 140017"/>
                                <a:gd name="connsiteY177" fmla="*/ 8572 h 100964"/>
                                <a:gd name="connsiteX178" fmla="*/ 120015 w 140017"/>
                                <a:gd name="connsiteY178" fmla="*/ 5715 h 100964"/>
                                <a:gd name="connsiteX179" fmla="*/ 114300 w 140017"/>
                                <a:gd name="connsiteY179" fmla="*/ 3810 h 100964"/>
                                <a:gd name="connsiteX180" fmla="*/ 107632 w 140017"/>
                                <a:gd name="connsiteY180" fmla="*/ 1905 h 100964"/>
                                <a:gd name="connsiteX181" fmla="*/ 100965 w 140017"/>
                                <a:gd name="connsiteY181" fmla="*/ 952 h 100964"/>
                                <a:gd name="connsiteX182" fmla="*/ 87630 w 140017"/>
                                <a:gd name="connsiteY182" fmla="*/ 0 h 100964"/>
                                <a:gd name="connsiteX183" fmla="*/ 75247 w 140017"/>
                                <a:gd name="connsiteY183" fmla="*/ 952 h 100964"/>
                                <a:gd name="connsiteX184" fmla="*/ 62865 w 140017"/>
                                <a:gd name="connsiteY184" fmla="*/ 3810 h 100964"/>
                                <a:gd name="connsiteX185" fmla="*/ 51435 w 140017"/>
                                <a:gd name="connsiteY185" fmla="*/ 6667 h 100964"/>
                                <a:gd name="connsiteX186" fmla="*/ 40957 w 140017"/>
                                <a:gd name="connsiteY186" fmla="*/ 10477 h 100964"/>
                                <a:gd name="connsiteX187" fmla="*/ 31432 w 140017"/>
                                <a:gd name="connsiteY187" fmla="*/ 13335 h 100964"/>
                                <a:gd name="connsiteX188" fmla="*/ 27622 w 140017"/>
                                <a:gd name="connsiteY188" fmla="*/ 15240 h 100964"/>
                                <a:gd name="connsiteX189" fmla="*/ 23813 w 140017"/>
                                <a:gd name="connsiteY189" fmla="*/ 16192 h 100964"/>
                                <a:gd name="connsiteX190" fmla="*/ 18097 w 140017"/>
                                <a:gd name="connsiteY190" fmla="*/ 18097 h 100964"/>
                                <a:gd name="connsiteX191" fmla="*/ 15240 w 140017"/>
                                <a:gd name="connsiteY191" fmla="*/ 19050 h 100964"/>
                                <a:gd name="connsiteX192" fmla="*/ 15240 w 140017"/>
                                <a:gd name="connsiteY192" fmla="*/ 19050 h 100964"/>
                                <a:gd name="connsiteX193" fmla="*/ 12382 w 140017"/>
                                <a:gd name="connsiteY193" fmla="*/ 17145 h 100964"/>
                                <a:gd name="connsiteX194" fmla="*/ 6667 w 140017"/>
                                <a:gd name="connsiteY194" fmla="*/ 13335 h 100964"/>
                                <a:gd name="connsiteX195" fmla="*/ 1905 w 140017"/>
                                <a:gd name="connsiteY195" fmla="*/ 10477 h 100964"/>
                                <a:gd name="connsiteX196" fmla="*/ 0 w 140017"/>
                                <a:gd name="connsiteY196" fmla="*/ 15240 h 100964"/>
                                <a:gd name="connsiteX197" fmla="*/ 2857 w 140017"/>
                                <a:gd name="connsiteY197" fmla="*/ 20002 h 10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40017" h="100964">
                                  <a:moveTo>
                                    <a:pt x="2857" y="20002"/>
                                  </a:moveTo>
                                  <a:cubicBezTo>
                                    <a:pt x="2857" y="20002"/>
                                    <a:pt x="3810" y="20955"/>
                                    <a:pt x="2857" y="20002"/>
                                  </a:cubicBezTo>
                                  <a:cubicBezTo>
                                    <a:pt x="3810" y="20955"/>
                                    <a:pt x="3810" y="22860"/>
                                    <a:pt x="3810" y="25717"/>
                                  </a:cubicBezTo>
                                  <a:cubicBezTo>
                                    <a:pt x="3810" y="28575"/>
                                    <a:pt x="4763" y="33338"/>
                                    <a:pt x="4763" y="38100"/>
                                  </a:cubicBezTo>
                                  <a:cubicBezTo>
                                    <a:pt x="4763" y="42863"/>
                                    <a:pt x="5715" y="48577"/>
                                    <a:pt x="5715" y="55245"/>
                                  </a:cubicBezTo>
                                  <a:cubicBezTo>
                                    <a:pt x="5715" y="57150"/>
                                    <a:pt x="5715" y="58102"/>
                                    <a:pt x="5715" y="60008"/>
                                  </a:cubicBezTo>
                                  <a:cubicBezTo>
                                    <a:pt x="5715" y="60960"/>
                                    <a:pt x="5715" y="61913"/>
                                    <a:pt x="5715" y="61913"/>
                                  </a:cubicBezTo>
                                  <a:lnTo>
                                    <a:pt x="5715" y="62865"/>
                                  </a:lnTo>
                                  <a:lnTo>
                                    <a:pt x="5715" y="63817"/>
                                  </a:lnTo>
                                  <a:lnTo>
                                    <a:pt x="5715" y="64770"/>
                                  </a:lnTo>
                                  <a:cubicBezTo>
                                    <a:pt x="5715" y="67627"/>
                                    <a:pt x="6667" y="70485"/>
                                    <a:pt x="7620" y="73342"/>
                                  </a:cubicBezTo>
                                  <a:cubicBezTo>
                                    <a:pt x="7620" y="75247"/>
                                    <a:pt x="8572" y="76200"/>
                                    <a:pt x="8572" y="77152"/>
                                  </a:cubicBezTo>
                                  <a:cubicBezTo>
                                    <a:pt x="8572" y="78105"/>
                                    <a:pt x="9525" y="80010"/>
                                    <a:pt x="9525" y="80963"/>
                                  </a:cubicBezTo>
                                  <a:cubicBezTo>
                                    <a:pt x="9525" y="81915"/>
                                    <a:pt x="9525" y="81915"/>
                                    <a:pt x="10477" y="82867"/>
                                  </a:cubicBezTo>
                                  <a:cubicBezTo>
                                    <a:pt x="10477" y="83820"/>
                                    <a:pt x="11430" y="83820"/>
                                    <a:pt x="11430" y="84772"/>
                                  </a:cubicBezTo>
                                  <a:cubicBezTo>
                                    <a:pt x="11430" y="85725"/>
                                    <a:pt x="12382" y="86677"/>
                                    <a:pt x="12382" y="87630"/>
                                  </a:cubicBezTo>
                                  <a:cubicBezTo>
                                    <a:pt x="13335" y="89535"/>
                                    <a:pt x="14288" y="91440"/>
                                    <a:pt x="14288" y="93345"/>
                                  </a:cubicBezTo>
                                  <a:cubicBezTo>
                                    <a:pt x="15240" y="95250"/>
                                    <a:pt x="16192" y="96202"/>
                                    <a:pt x="16192" y="97155"/>
                                  </a:cubicBezTo>
                                  <a:cubicBezTo>
                                    <a:pt x="17145" y="98108"/>
                                    <a:pt x="17145" y="99060"/>
                                    <a:pt x="17145" y="100013"/>
                                  </a:cubicBezTo>
                                  <a:cubicBezTo>
                                    <a:pt x="17145" y="100965"/>
                                    <a:pt x="18097" y="100965"/>
                                    <a:pt x="18097" y="100965"/>
                                  </a:cubicBezTo>
                                  <a:cubicBezTo>
                                    <a:pt x="18097" y="100965"/>
                                    <a:pt x="18097" y="100965"/>
                                    <a:pt x="18097" y="100965"/>
                                  </a:cubicBezTo>
                                  <a:lnTo>
                                    <a:pt x="18097" y="100965"/>
                                  </a:lnTo>
                                  <a:cubicBezTo>
                                    <a:pt x="18097" y="100965"/>
                                    <a:pt x="18097" y="100965"/>
                                    <a:pt x="18097" y="100965"/>
                                  </a:cubicBezTo>
                                  <a:cubicBezTo>
                                    <a:pt x="18097" y="100965"/>
                                    <a:pt x="17145" y="100013"/>
                                    <a:pt x="17145" y="100013"/>
                                  </a:cubicBezTo>
                                  <a:cubicBezTo>
                                    <a:pt x="17145" y="99060"/>
                                    <a:pt x="16192" y="98108"/>
                                    <a:pt x="16192" y="97155"/>
                                  </a:cubicBezTo>
                                  <a:cubicBezTo>
                                    <a:pt x="16192" y="96202"/>
                                    <a:pt x="15240" y="94297"/>
                                    <a:pt x="14288" y="93345"/>
                                  </a:cubicBezTo>
                                  <a:cubicBezTo>
                                    <a:pt x="13335" y="91440"/>
                                    <a:pt x="13335" y="89535"/>
                                    <a:pt x="12382" y="87630"/>
                                  </a:cubicBezTo>
                                  <a:cubicBezTo>
                                    <a:pt x="12382" y="86677"/>
                                    <a:pt x="11430" y="85725"/>
                                    <a:pt x="11430" y="84772"/>
                                  </a:cubicBezTo>
                                  <a:cubicBezTo>
                                    <a:pt x="11430" y="83820"/>
                                    <a:pt x="11430" y="83820"/>
                                    <a:pt x="10477" y="82867"/>
                                  </a:cubicBezTo>
                                  <a:cubicBezTo>
                                    <a:pt x="10477" y="81915"/>
                                    <a:pt x="10477" y="81915"/>
                                    <a:pt x="10477" y="80963"/>
                                  </a:cubicBezTo>
                                  <a:cubicBezTo>
                                    <a:pt x="10477" y="80010"/>
                                    <a:pt x="9525" y="78105"/>
                                    <a:pt x="9525" y="77152"/>
                                  </a:cubicBezTo>
                                  <a:cubicBezTo>
                                    <a:pt x="9525" y="76200"/>
                                    <a:pt x="8572" y="74295"/>
                                    <a:pt x="8572" y="73342"/>
                                  </a:cubicBezTo>
                                  <a:cubicBezTo>
                                    <a:pt x="7620" y="70485"/>
                                    <a:pt x="7620" y="67627"/>
                                    <a:pt x="7620" y="64770"/>
                                  </a:cubicBezTo>
                                  <a:lnTo>
                                    <a:pt x="7620" y="63817"/>
                                  </a:lnTo>
                                  <a:lnTo>
                                    <a:pt x="7620" y="62865"/>
                                  </a:lnTo>
                                  <a:lnTo>
                                    <a:pt x="7620" y="61913"/>
                                  </a:lnTo>
                                  <a:cubicBezTo>
                                    <a:pt x="7620" y="60960"/>
                                    <a:pt x="7620" y="60008"/>
                                    <a:pt x="7620" y="60008"/>
                                  </a:cubicBezTo>
                                  <a:cubicBezTo>
                                    <a:pt x="7620" y="58102"/>
                                    <a:pt x="7620" y="57150"/>
                                    <a:pt x="7620" y="55245"/>
                                  </a:cubicBezTo>
                                  <a:cubicBezTo>
                                    <a:pt x="7620" y="49530"/>
                                    <a:pt x="7620" y="42863"/>
                                    <a:pt x="6667" y="38100"/>
                                  </a:cubicBezTo>
                                  <a:cubicBezTo>
                                    <a:pt x="6667" y="30480"/>
                                    <a:pt x="5715" y="25717"/>
                                    <a:pt x="5715" y="22860"/>
                                  </a:cubicBezTo>
                                  <a:cubicBezTo>
                                    <a:pt x="6667" y="22860"/>
                                    <a:pt x="6667" y="23813"/>
                                    <a:pt x="7620" y="23813"/>
                                  </a:cubicBezTo>
                                  <a:cubicBezTo>
                                    <a:pt x="8572" y="24765"/>
                                    <a:pt x="9525" y="24765"/>
                                    <a:pt x="11430" y="25717"/>
                                  </a:cubicBezTo>
                                  <a:cubicBezTo>
                                    <a:pt x="12382" y="26670"/>
                                    <a:pt x="14288" y="26670"/>
                                    <a:pt x="15240" y="27622"/>
                                  </a:cubicBezTo>
                                  <a:cubicBezTo>
                                    <a:pt x="18097" y="29527"/>
                                    <a:pt x="20955" y="30480"/>
                                    <a:pt x="23813" y="32385"/>
                                  </a:cubicBezTo>
                                  <a:cubicBezTo>
                                    <a:pt x="24765" y="32385"/>
                                    <a:pt x="24765" y="33338"/>
                                    <a:pt x="25717" y="33338"/>
                                  </a:cubicBezTo>
                                  <a:cubicBezTo>
                                    <a:pt x="25717" y="33338"/>
                                    <a:pt x="25717" y="33338"/>
                                    <a:pt x="25717" y="33338"/>
                                  </a:cubicBezTo>
                                  <a:cubicBezTo>
                                    <a:pt x="26670" y="34290"/>
                                    <a:pt x="27622" y="36195"/>
                                    <a:pt x="28575" y="37147"/>
                                  </a:cubicBezTo>
                                  <a:cubicBezTo>
                                    <a:pt x="29527" y="39052"/>
                                    <a:pt x="30480" y="40958"/>
                                    <a:pt x="31432" y="42863"/>
                                  </a:cubicBezTo>
                                  <a:cubicBezTo>
                                    <a:pt x="33338" y="47625"/>
                                    <a:pt x="35242" y="53340"/>
                                    <a:pt x="36195" y="59055"/>
                                  </a:cubicBezTo>
                                  <a:cubicBezTo>
                                    <a:pt x="37147" y="61913"/>
                                    <a:pt x="37147" y="64770"/>
                                    <a:pt x="38100" y="67627"/>
                                  </a:cubicBezTo>
                                  <a:cubicBezTo>
                                    <a:pt x="38100" y="69533"/>
                                    <a:pt x="39052" y="70485"/>
                                    <a:pt x="39052" y="71438"/>
                                  </a:cubicBezTo>
                                  <a:cubicBezTo>
                                    <a:pt x="39052" y="72390"/>
                                    <a:pt x="40005" y="74295"/>
                                    <a:pt x="40005" y="75247"/>
                                  </a:cubicBezTo>
                                  <a:cubicBezTo>
                                    <a:pt x="40957" y="78105"/>
                                    <a:pt x="41910" y="80010"/>
                                    <a:pt x="42863" y="81915"/>
                                  </a:cubicBezTo>
                                  <a:cubicBezTo>
                                    <a:pt x="42863" y="82867"/>
                                    <a:pt x="43815" y="83820"/>
                                    <a:pt x="43815" y="84772"/>
                                  </a:cubicBezTo>
                                  <a:cubicBezTo>
                                    <a:pt x="43815" y="85725"/>
                                    <a:pt x="44767" y="86677"/>
                                    <a:pt x="44767" y="86677"/>
                                  </a:cubicBezTo>
                                  <a:cubicBezTo>
                                    <a:pt x="46672" y="89535"/>
                                    <a:pt x="47625" y="90488"/>
                                    <a:pt x="49530" y="91440"/>
                                  </a:cubicBezTo>
                                  <a:cubicBezTo>
                                    <a:pt x="49530" y="91440"/>
                                    <a:pt x="49530" y="91440"/>
                                    <a:pt x="50482" y="91440"/>
                                  </a:cubicBezTo>
                                  <a:cubicBezTo>
                                    <a:pt x="50482" y="91440"/>
                                    <a:pt x="50482" y="91440"/>
                                    <a:pt x="51435" y="91440"/>
                                  </a:cubicBezTo>
                                  <a:cubicBezTo>
                                    <a:pt x="51435" y="91440"/>
                                    <a:pt x="51435" y="91440"/>
                                    <a:pt x="52388" y="91440"/>
                                  </a:cubicBezTo>
                                  <a:cubicBezTo>
                                    <a:pt x="52388" y="91440"/>
                                    <a:pt x="52388" y="91440"/>
                                    <a:pt x="53340" y="91440"/>
                                  </a:cubicBezTo>
                                  <a:cubicBezTo>
                                    <a:pt x="53340" y="91440"/>
                                    <a:pt x="53340" y="91440"/>
                                    <a:pt x="54292" y="91440"/>
                                  </a:cubicBezTo>
                                  <a:cubicBezTo>
                                    <a:pt x="55245" y="91440"/>
                                    <a:pt x="55245" y="91440"/>
                                    <a:pt x="56197" y="91440"/>
                                  </a:cubicBezTo>
                                  <a:cubicBezTo>
                                    <a:pt x="55245" y="91440"/>
                                    <a:pt x="55245" y="91440"/>
                                    <a:pt x="54292" y="91440"/>
                                  </a:cubicBezTo>
                                  <a:cubicBezTo>
                                    <a:pt x="54292" y="91440"/>
                                    <a:pt x="54292" y="91440"/>
                                    <a:pt x="53340" y="91440"/>
                                  </a:cubicBezTo>
                                  <a:cubicBezTo>
                                    <a:pt x="53340" y="91440"/>
                                    <a:pt x="53340" y="91440"/>
                                    <a:pt x="52388" y="91440"/>
                                  </a:cubicBezTo>
                                  <a:cubicBezTo>
                                    <a:pt x="52388" y="91440"/>
                                    <a:pt x="52388" y="91440"/>
                                    <a:pt x="51435" y="91440"/>
                                  </a:cubicBezTo>
                                  <a:cubicBezTo>
                                    <a:pt x="51435" y="91440"/>
                                    <a:pt x="51435" y="91440"/>
                                    <a:pt x="50482" y="91440"/>
                                  </a:cubicBezTo>
                                  <a:cubicBezTo>
                                    <a:pt x="50482" y="91440"/>
                                    <a:pt x="50482" y="91440"/>
                                    <a:pt x="49530" y="91440"/>
                                  </a:cubicBezTo>
                                  <a:cubicBezTo>
                                    <a:pt x="48577" y="90488"/>
                                    <a:pt x="46672" y="89535"/>
                                    <a:pt x="45720" y="85725"/>
                                  </a:cubicBezTo>
                                  <a:cubicBezTo>
                                    <a:pt x="45720" y="84772"/>
                                    <a:pt x="44767" y="83820"/>
                                    <a:pt x="44767" y="82867"/>
                                  </a:cubicBezTo>
                                  <a:cubicBezTo>
                                    <a:pt x="44767" y="81915"/>
                                    <a:pt x="43815" y="80963"/>
                                    <a:pt x="43815" y="80010"/>
                                  </a:cubicBezTo>
                                  <a:cubicBezTo>
                                    <a:pt x="42863" y="78105"/>
                                    <a:pt x="41910" y="75247"/>
                                    <a:pt x="41910" y="73342"/>
                                  </a:cubicBezTo>
                                  <a:cubicBezTo>
                                    <a:pt x="41910" y="72390"/>
                                    <a:pt x="40957" y="70485"/>
                                    <a:pt x="40957" y="69533"/>
                                  </a:cubicBezTo>
                                  <a:cubicBezTo>
                                    <a:pt x="40957" y="68580"/>
                                    <a:pt x="40005" y="66675"/>
                                    <a:pt x="40005" y="65722"/>
                                  </a:cubicBezTo>
                                  <a:cubicBezTo>
                                    <a:pt x="39052" y="62865"/>
                                    <a:pt x="39052" y="60008"/>
                                    <a:pt x="38100" y="57150"/>
                                  </a:cubicBezTo>
                                  <a:cubicBezTo>
                                    <a:pt x="37147" y="51435"/>
                                    <a:pt x="35242" y="44767"/>
                                    <a:pt x="33338" y="40005"/>
                                  </a:cubicBezTo>
                                  <a:cubicBezTo>
                                    <a:pt x="32385" y="37147"/>
                                    <a:pt x="31432" y="35242"/>
                                    <a:pt x="30480" y="33338"/>
                                  </a:cubicBezTo>
                                  <a:cubicBezTo>
                                    <a:pt x="30480" y="33338"/>
                                    <a:pt x="30480" y="33338"/>
                                    <a:pt x="30480" y="32385"/>
                                  </a:cubicBezTo>
                                  <a:cubicBezTo>
                                    <a:pt x="31432" y="33338"/>
                                    <a:pt x="32385" y="33338"/>
                                    <a:pt x="33338" y="34290"/>
                                  </a:cubicBezTo>
                                  <a:cubicBezTo>
                                    <a:pt x="37147" y="36195"/>
                                    <a:pt x="40005" y="38100"/>
                                    <a:pt x="43815" y="40005"/>
                                  </a:cubicBezTo>
                                  <a:cubicBezTo>
                                    <a:pt x="46672" y="41910"/>
                                    <a:pt x="50482" y="42863"/>
                                    <a:pt x="53340" y="44767"/>
                                  </a:cubicBezTo>
                                  <a:cubicBezTo>
                                    <a:pt x="53340" y="44767"/>
                                    <a:pt x="53340" y="44767"/>
                                    <a:pt x="54292" y="44767"/>
                                  </a:cubicBezTo>
                                  <a:cubicBezTo>
                                    <a:pt x="54292" y="44767"/>
                                    <a:pt x="55245" y="45720"/>
                                    <a:pt x="56197" y="45720"/>
                                  </a:cubicBezTo>
                                  <a:cubicBezTo>
                                    <a:pt x="57150" y="46672"/>
                                    <a:pt x="59055" y="49530"/>
                                    <a:pt x="60007" y="52388"/>
                                  </a:cubicBezTo>
                                  <a:cubicBezTo>
                                    <a:pt x="60960" y="54292"/>
                                    <a:pt x="60960" y="56197"/>
                                    <a:pt x="61913" y="57150"/>
                                  </a:cubicBezTo>
                                  <a:cubicBezTo>
                                    <a:pt x="62865" y="59055"/>
                                    <a:pt x="63817" y="60960"/>
                                    <a:pt x="64770" y="62865"/>
                                  </a:cubicBezTo>
                                  <a:cubicBezTo>
                                    <a:pt x="64770" y="63817"/>
                                    <a:pt x="65722" y="64770"/>
                                    <a:pt x="66675" y="65722"/>
                                  </a:cubicBezTo>
                                  <a:cubicBezTo>
                                    <a:pt x="67627" y="66675"/>
                                    <a:pt x="67627" y="67627"/>
                                    <a:pt x="68580" y="68580"/>
                                  </a:cubicBezTo>
                                  <a:cubicBezTo>
                                    <a:pt x="69532" y="69533"/>
                                    <a:pt x="69532" y="70485"/>
                                    <a:pt x="70485" y="71438"/>
                                  </a:cubicBezTo>
                                  <a:cubicBezTo>
                                    <a:pt x="71438" y="72390"/>
                                    <a:pt x="71438" y="73342"/>
                                    <a:pt x="72390" y="74295"/>
                                  </a:cubicBezTo>
                                  <a:cubicBezTo>
                                    <a:pt x="73342" y="76200"/>
                                    <a:pt x="74295" y="78105"/>
                                    <a:pt x="75247" y="79058"/>
                                  </a:cubicBezTo>
                                  <a:cubicBezTo>
                                    <a:pt x="76200" y="80963"/>
                                    <a:pt x="77152" y="82867"/>
                                    <a:pt x="78105" y="83820"/>
                                  </a:cubicBezTo>
                                  <a:cubicBezTo>
                                    <a:pt x="79057" y="84772"/>
                                    <a:pt x="79057" y="85725"/>
                                    <a:pt x="80010" y="86677"/>
                                  </a:cubicBezTo>
                                  <a:cubicBezTo>
                                    <a:pt x="80010" y="87630"/>
                                    <a:pt x="80963" y="88583"/>
                                    <a:pt x="81915" y="89535"/>
                                  </a:cubicBezTo>
                                  <a:cubicBezTo>
                                    <a:pt x="81915" y="89535"/>
                                    <a:pt x="82867" y="90488"/>
                                    <a:pt x="82867" y="90488"/>
                                  </a:cubicBezTo>
                                  <a:cubicBezTo>
                                    <a:pt x="82867" y="90488"/>
                                    <a:pt x="83820" y="91440"/>
                                    <a:pt x="83820" y="91440"/>
                                  </a:cubicBezTo>
                                  <a:cubicBezTo>
                                    <a:pt x="83820" y="91440"/>
                                    <a:pt x="83820" y="91440"/>
                                    <a:pt x="83820" y="91440"/>
                                  </a:cubicBezTo>
                                  <a:cubicBezTo>
                                    <a:pt x="83820" y="90488"/>
                                    <a:pt x="82867" y="89535"/>
                                    <a:pt x="81915" y="88583"/>
                                  </a:cubicBezTo>
                                  <a:cubicBezTo>
                                    <a:pt x="80963" y="87630"/>
                                    <a:pt x="80963" y="86677"/>
                                    <a:pt x="80963" y="85725"/>
                                  </a:cubicBezTo>
                                  <a:cubicBezTo>
                                    <a:pt x="80010" y="84772"/>
                                    <a:pt x="80010" y="83820"/>
                                    <a:pt x="79057" y="82867"/>
                                  </a:cubicBezTo>
                                  <a:cubicBezTo>
                                    <a:pt x="78105" y="80963"/>
                                    <a:pt x="77152" y="79058"/>
                                    <a:pt x="76200" y="78105"/>
                                  </a:cubicBezTo>
                                  <a:cubicBezTo>
                                    <a:pt x="75247" y="76200"/>
                                    <a:pt x="74295" y="74295"/>
                                    <a:pt x="73342" y="72390"/>
                                  </a:cubicBezTo>
                                  <a:lnTo>
                                    <a:pt x="72390" y="71438"/>
                                  </a:lnTo>
                                  <a:lnTo>
                                    <a:pt x="71438" y="70485"/>
                                  </a:lnTo>
                                  <a:cubicBezTo>
                                    <a:pt x="71438" y="69533"/>
                                    <a:pt x="70485" y="68580"/>
                                    <a:pt x="69532" y="67627"/>
                                  </a:cubicBezTo>
                                  <a:cubicBezTo>
                                    <a:pt x="69532" y="66675"/>
                                    <a:pt x="68580" y="65722"/>
                                    <a:pt x="68580" y="64770"/>
                                  </a:cubicBezTo>
                                  <a:cubicBezTo>
                                    <a:pt x="68580" y="63817"/>
                                    <a:pt x="67627" y="62865"/>
                                    <a:pt x="67627" y="61913"/>
                                  </a:cubicBezTo>
                                  <a:cubicBezTo>
                                    <a:pt x="66675" y="60008"/>
                                    <a:pt x="65722" y="58102"/>
                                    <a:pt x="65722" y="56197"/>
                                  </a:cubicBezTo>
                                  <a:cubicBezTo>
                                    <a:pt x="64770" y="54292"/>
                                    <a:pt x="64770" y="52388"/>
                                    <a:pt x="63817" y="51435"/>
                                  </a:cubicBezTo>
                                  <a:cubicBezTo>
                                    <a:pt x="62865" y="49530"/>
                                    <a:pt x="62865" y="47625"/>
                                    <a:pt x="61913" y="46672"/>
                                  </a:cubicBezTo>
                                  <a:cubicBezTo>
                                    <a:pt x="63817" y="47625"/>
                                    <a:pt x="65722" y="48577"/>
                                    <a:pt x="68580" y="50483"/>
                                  </a:cubicBezTo>
                                  <a:cubicBezTo>
                                    <a:pt x="72390" y="52388"/>
                                    <a:pt x="76200" y="54292"/>
                                    <a:pt x="79057" y="56197"/>
                                  </a:cubicBezTo>
                                  <a:cubicBezTo>
                                    <a:pt x="80963" y="57150"/>
                                    <a:pt x="82867" y="58102"/>
                                    <a:pt x="83820" y="60008"/>
                                  </a:cubicBezTo>
                                  <a:cubicBezTo>
                                    <a:pt x="85725" y="60960"/>
                                    <a:pt x="86677" y="62865"/>
                                    <a:pt x="88582" y="63817"/>
                                  </a:cubicBezTo>
                                  <a:cubicBezTo>
                                    <a:pt x="91440" y="65722"/>
                                    <a:pt x="95250" y="68580"/>
                                    <a:pt x="97155" y="71438"/>
                                  </a:cubicBezTo>
                                  <a:cubicBezTo>
                                    <a:pt x="98107" y="72390"/>
                                    <a:pt x="100013" y="74295"/>
                                    <a:pt x="100965" y="75247"/>
                                  </a:cubicBezTo>
                                  <a:cubicBezTo>
                                    <a:pt x="101917" y="76200"/>
                                    <a:pt x="102870" y="77152"/>
                                    <a:pt x="103822" y="79058"/>
                                  </a:cubicBezTo>
                                  <a:cubicBezTo>
                                    <a:pt x="103822" y="79058"/>
                                    <a:pt x="104775" y="79058"/>
                                    <a:pt x="104775" y="79058"/>
                                  </a:cubicBezTo>
                                  <a:lnTo>
                                    <a:pt x="104775" y="79058"/>
                                  </a:lnTo>
                                  <a:cubicBezTo>
                                    <a:pt x="103822" y="78105"/>
                                    <a:pt x="102870" y="76200"/>
                                    <a:pt x="101917" y="75247"/>
                                  </a:cubicBezTo>
                                  <a:cubicBezTo>
                                    <a:pt x="100965" y="74295"/>
                                    <a:pt x="100013" y="72390"/>
                                    <a:pt x="98107" y="71438"/>
                                  </a:cubicBezTo>
                                  <a:cubicBezTo>
                                    <a:pt x="95250" y="68580"/>
                                    <a:pt x="92392" y="65722"/>
                                    <a:pt x="89535" y="63817"/>
                                  </a:cubicBezTo>
                                  <a:cubicBezTo>
                                    <a:pt x="88582" y="62865"/>
                                    <a:pt x="87630" y="62865"/>
                                    <a:pt x="86677" y="61913"/>
                                  </a:cubicBezTo>
                                  <a:cubicBezTo>
                                    <a:pt x="85725" y="60960"/>
                                    <a:pt x="84772" y="60960"/>
                                    <a:pt x="83820" y="60008"/>
                                  </a:cubicBezTo>
                                  <a:cubicBezTo>
                                    <a:pt x="82867" y="59055"/>
                                    <a:pt x="81915" y="59055"/>
                                    <a:pt x="80963" y="58102"/>
                                  </a:cubicBezTo>
                                  <a:cubicBezTo>
                                    <a:pt x="80010" y="57150"/>
                                    <a:pt x="79057" y="57150"/>
                                    <a:pt x="78105" y="56197"/>
                                  </a:cubicBezTo>
                                  <a:cubicBezTo>
                                    <a:pt x="74295" y="54292"/>
                                    <a:pt x="70485" y="52388"/>
                                    <a:pt x="67627" y="49530"/>
                                  </a:cubicBezTo>
                                  <a:cubicBezTo>
                                    <a:pt x="63817" y="47625"/>
                                    <a:pt x="60007" y="45720"/>
                                    <a:pt x="56197" y="43815"/>
                                  </a:cubicBezTo>
                                  <a:cubicBezTo>
                                    <a:pt x="53340" y="41910"/>
                                    <a:pt x="50482" y="40958"/>
                                    <a:pt x="48577" y="39052"/>
                                  </a:cubicBezTo>
                                  <a:cubicBezTo>
                                    <a:pt x="49530" y="39052"/>
                                    <a:pt x="49530" y="39052"/>
                                    <a:pt x="50482" y="39052"/>
                                  </a:cubicBezTo>
                                  <a:cubicBezTo>
                                    <a:pt x="52388" y="39052"/>
                                    <a:pt x="55245" y="39052"/>
                                    <a:pt x="57150" y="39052"/>
                                  </a:cubicBezTo>
                                  <a:cubicBezTo>
                                    <a:pt x="61913" y="38100"/>
                                    <a:pt x="68580" y="37147"/>
                                    <a:pt x="74295" y="36195"/>
                                  </a:cubicBezTo>
                                  <a:cubicBezTo>
                                    <a:pt x="77152" y="35242"/>
                                    <a:pt x="80963" y="35242"/>
                                    <a:pt x="84772" y="34290"/>
                                  </a:cubicBezTo>
                                  <a:cubicBezTo>
                                    <a:pt x="88582" y="34290"/>
                                    <a:pt x="91440" y="34290"/>
                                    <a:pt x="95250" y="34290"/>
                                  </a:cubicBezTo>
                                  <a:cubicBezTo>
                                    <a:pt x="99060" y="34290"/>
                                    <a:pt x="102870" y="35242"/>
                                    <a:pt x="106680" y="36195"/>
                                  </a:cubicBezTo>
                                  <a:cubicBezTo>
                                    <a:pt x="110490" y="37147"/>
                                    <a:pt x="114300" y="38100"/>
                                    <a:pt x="118110" y="40005"/>
                                  </a:cubicBezTo>
                                  <a:cubicBezTo>
                                    <a:pt x="120015" y="40958"/>
                                    <a:pt x="121920" y="41910"/>
                                    <a:pt x="123825" y="42863"/>
                                  </a:cubicBezTo>
                                  <a:cubicBezTo>
                                    <a:pt x="125730" y="43815"/>
                                    <a:pt x="127635" y="44767"/>
                                    <a:pt x="128588" y="46672"/>
                                  </a:cubicBezTo>
                                  <a:cubicBezTo>
                                    <a:pt x="129540" y="47625"/>
                                    <a:pt x="130492" y="47625"/>
                                    <a:pt x="131445" y="48577"/>
                                  </a:cubicBezTo>
                                  <a:cubicBezTo>
                                    <a:pt x="132397" y="49530"/>
                                    <a:pt x="133350" y="49530"/>
                                    <a:pt x="134302" y="50483"/>
                                  </a:cubicBezTo>
                                  <a:cubicBezTo>
                                    <a:pt x="136207" y="52388"/>
                                    <a:pt x="137160" y="53340"/>
                                    <a:pt x="139065" y="55245"/>
                                  </a:cubicBezTo>
                                  <a:cubicBezTo>
                                    <a:pt x="139065" y="55245"/>
                                    <a:pt x="140017" y="56197"/>
                                    <a:pt x="140017" y="56197"/>
                                  </a:cubicBezTo>
                                  <a:cubicBezTo>
                                    <a:pt x="140017" y="56197"/>
                                    <a:pt x="140017" y="56197"/>
                                    <a:pt x="140017" y="55245"/>
                                  </a:cubicBezTo>
                                  <a:lnTo>
                                    <a:pt x="139065" y="54292"/>
                                  </a:lnTo>
                                  <a:cubicBezTo>
                                    <a:pt x="136207" y="51435"/>
                                    <a:pt x="133350" y="47625"/>
                                    <a:pt x="129540" y="45720"/>
                                  </a:cubicBezTo>
                                  <a:cubicBezTo>
                                    <a:pt x="125730" y="42863"/>
                                    <a:pt x="122872" y="40958"/>
                                    <a:pt x="119063" y="39052"/>
                                  </a:cubicBezTo>
                                  <a:cubicBezTo>
                                    <a:pt x="115252" y="37147"/>
                                    <a:pt x="111442" y="36195"/>
                                    <a:pt x="107632" y="34290"/>
                                  </a:cubicBezTo>
                                  <a:cubicBezTo>
                                    <a:pt x="103822" y="33338"/>
                                    <a:pt x="100013" y="32385"/>
                                    <a:pt x="96202" y="32385"/>
                                  </a:cubicBezTo>
                                  <a:cubicBezTo>
                                    <a:pt x="92392" y="32385"/>
                                    <a:pt x="88582" y="32385"/>
                                    <a:pt x="85725" y="32385"/>
                                  </a:cubicBezTo>
                                  <a:cubicBezTo>
                                    <a:pt x="81915" y="32385"/>
                                    <a:pt x="79057" y="33338"/>
                                    <a:pt x="75247" y="33338"/>
                                  </a:cubicBezTo>
                                  <a:cubicBezTo>
                                    <a:pt x="68580" y="34290"/>
                                    <a:pt x="62865" y="35242"/>
                                    <a:pt x="58102" y="36195"/>
                                  </a:cubicBezTo>
                                  <a:cubicBezTo>
                                    <a:pt x="55245" y="36195"/>
                                    <a:pt x="53340" y="36195"/>
                                    <a:pt x="51435" y="36195"/>
                                  </a:cubicBezTo>
                                  <a:cubicBezTo>
                                    <a:pt x="49530" y="36195"/>
                                    <a:pt x="47625" y="36195"/>
                                    <a:pt x="46672" y="36195"/>
                                  </a:cubicBezTo>
                                  <a:cubicBezTo>
                                    <a:pt x="45720" y="36195"/>
                                    <a:pt x="44767" y="36195"/>
                                    <a:pt x="43815" y="36195"/>
                                  </a:cubicBezTo>
                                  <a:cubicBezTo>
                                    <a:pt x="40957" y="35242"/>
                                    <a:pt x="39052" y="33338"/>
                                    <a:pt x="36195" y="32385"/>
                                  </a:cubicBezTo>
                                  <a:cubicBezTo>
                                    <a:pt x="34290" y="31433"/>
                                    <a:pt x="33338" y="30480"/>
                                    <a:pt x="31432" y="29527"/>
                                  </a:cubicBezTo>
                                  <a:cubicBezTo>
                                    <a:pt x="29527" y="28575"/>
                                    <a:pt x="28575" y="27622"/>
                                    <a:pt x="26670" y="26670"/>
                                  </a:cubicBezTo>
                                  <a:cubicBezTo>
                                    <a:pt x="23813" y="24765"/>
                                    <a:pt x="20955" y="22860"/>
                                    <a:pt x="18097" y="21908"/>
                                  </a:cubicBezTo>
                                  <a:cubicBezTo>
                                    <a:pt x="18097" y="21908"/>
                                    <a:pt x="17145" y="21908"/>
                                    <a:pt x="17145" y="21908"/>
                                  </a:cubicBezTo>
                                  <a:cubicBezTo>
                                    <a:pt x="17145" y="21908"/>
                                    <a:pt x="18097" y="21908"/>
                                    <a:pt x="18097" y="21908"/>
                                  </a:cubicBezTo>
                                  <a:cubicBezTo>
                                    <a:pt x="20002" y="20955"/>
                                    <a:pt x="21907" y="20955"/>
                                    <a:pt x="23813" y="20002"/>
                                  </a:cubicBezTo>
                                  <a:cubicBezTo>
                                    <a:pt x="24765" y="20002"/>
                                    <a:pt x="25717" y="19050"/>
                                    <a:pt x="27622" y="19050"/>
                                  </a:cubicBezTo>
                                  <a:cubicBezTo>
                                    <a:pt x="28575" y="18097"/>
                                    <a:pt x="30480" y="18097"/>
                                    <a:pt x="31432" y="17145"/>
                                  </a:cubicBezTo>
                                  <a:cubicBezTo>
                                    <a:pt x="34290" y="16192"/>
                                    <a:pt x="37147" y="15240"/>
                                    <a:pt x="40957" y="13335"/>
                                  </a:cubicBezTo>
                                  <a:cubicBezTo>
                                    <a:pt x="43815" y="12383"/>
                                    <a:pt x="47625" y="10477"/>
                                    <a:pt x="51435" y="9525"/>
                                  </a:cubicBezTo>
                                  <a:cubicBezTo>
                                    <a:pt x="55245" y="8572"/>
                                    <a:pt x="59055" y="6667"/>
                                    <a:pt x="62865" y="5715"/>
                                  </a:cubicBezTo>
                                  <a:cubicBezTo>
                                    <a:pt x="66675" y="4763"/>
                                    <a:pt x="70485" y="3810"/>
                                    <a:pt x="75247" y="2858"/>
                                  </a:cubicBezTo>
                                  <a:cubicBezTo>
                                    <a:pt x="79057" y="1905"/>
                                    <a:pt x="83820" y="1905"/>
                                    <a:pt x="87630" y="1905"/>
                                  </a:cubicBezTo>
                                  <a:cubicBezTo>
                                    <a:pt x="91440" y="1905"/>
                                    <a:pt x="96202" y="1905"/>
                                    <a:pt x="100965" y="1905"/>
                                  </a:cubicBezTo>
                                  <a:cubicBezTo>
                                    <a:pt x="102870" y="1905"/>
                                    <a:pt x="104775" y="2858"/>
                                    <a:pt x="107632" y="2858"/>
                                  </a:cubicBezTo>
                                  <a:cubicBezTo>
                                    <a:pt x="109538" y="2858"/>
                                    <a:pt x="111442" y="3810"/>
                                    <a:pt x="114300" y="4763"/>
                                  </a:cubicBezTo>
                                  <a:cubicBezTo>
                                    <a:pt x="116205" y="5715"/>
                                    <a:pt x="118110" y="6667"/>
                                    <a:pt x="120015" y="6667"/>
                                  </a:cubicBezTo>
                                  <a:cubicBezTo>
                                    <a:pt x="121920" y="7620"/>
                                    <a:pt x="123825" y="8572"/>
                                    <a:pt x="125730" y="9525"/>
                                  </a:cubicBezTo>
                                  <a:cubicBezTo>
                                    <a:pt x="127635" y="10477"/>
                                    <a:pt x="129540" y="11430"/>
                                    <a:pt x="131445" y="12383"/>
                                  </a:cubicBezTo>
                                  <a:cubicBezTo>
                                    <a:pt x="132397" y="13335"/>
                                    <a:pt x="133350" y="14288"/>
                                    <a:pt x="134302" y="14288"/>
                                  </a:cubicBezTo>
                                  <a:cubicBezTo>
                                    <a:pt x="134302" y="14288"/>
                                    <a:pt x="133350" y="13335"/>
                                    <a:pt x="133350" y="13335"/>
                                  </a:cubicBezTo>
                                  <a:cubicBezTo>
                                    <a:pt x="132397" y="12383"/>
                                    <a:pt x="131445" y="12383"/>
                                    <a:pt x="131445" y="11430"/>
                                  </a:cubicBezTo>
                                  <a:cubicBezTo>
                                    <a:pt x="129540" y="10477"/>
                                    <a:pt x="127635" y="9525"/>
                                    <a:pt x="125730" y="8572"/>
                                  </a:cubicBezTo>
                                  <a:cubicBezTo>
                                    <a:pt x="123825" y="7620"/>
                                    <a:pt x="121920" y="6667"/>
                                    <a:pt x="120015" y="5715"/>
                                  </a:cubicBezTo>
                                  <a:cubicBezTo>
                                    <a:pt x="118110" y="4763"/>
                                    <a:pt x="116205" y="3810"/>
                                    <a:pt x="114300" y="3810"/>
                                  </a:cubicBezTo>
                                  <a:cubicBezTo>
                                    <a:pt x="112395" y="2858"/>
                                    <a:pt x="110490" y="2858"/>
                                    <a:pt x="107632" y="1905"/>
                                  </a:cubicBezTo>
                                  <a:cubicBezTo>
                                    <a:pt x="105727" y="1905"/>
                                    <a:pt x="102870" y="952"/>
                                    <a:pt x="100965" y="952"/>
                                  </a:cubicBezTo>
                                  <a:cubicBezTo>
                                    <a:pt x="96202" y="952"/>
                                    <a:pt x="92392" y="0"/>
                                    <a:pt x="87630" y="0"/>
                                  </a:cubicBezTo>
                                  <a:cubicBezTo>
                                    <a:pt x="82867" y="0"/>
                                    <a:pt x="79057" y="952"/>
                                    <a:pt x="75247" y="952"/>
                                  </a:cubicBezTo>
                                  <a:cubicBezTo>
                                    <a:pt x="71438" y="1905"/>
                                    <a:pt x="66675" y="2858"/>
                                    <a:pt x="62865" y="3810"/>
                                  </a:cubicBezTo>
                                  <a:cubicBezTo>
                                    <a:pt x="59055" y="4763"/>
                                    <a:pt x="55245" y="5715"/>
                                    <a:pt x="51435" y="6667"/>
                                  </a:cubicBezTo>
                                  <a:cubicBezTo>
                                    <a:pt x="47625" y="7620"/>
                                    <a:pt x="44767" y="9525"/>
                                    <a:pt x="40957" y="10477"/>
                                  </a:cubicBezTo>
                                  <a:cubicBezTo>
                                    <a:pt x="38100" y="11430"/>
                                    <a:pt x="34290" y="12383"/>
                                    <a:pt x="31432" y="13335"/>
                                  </a:cubicBezTo>
                                  <a:cubicBezTo>
                                    <a:pt x="30480" y="14288"/>
                                    <a:pt x="28575" y="14288"/>
                                    <a:pt x="27622" y="15240"/>
                                  </a:cubicBezTo>
                                  <a:cubicBezTo>
                                    <a:pt x="26670" y="15240"/>
                                    <a:pt x="24765" y="16192"/>
                                    <a:pt x="23813" y="16192"/>
                                  </a:cubicBezTo>
                                  <a:cubicBezTo>
                                    <a:pt x="21907" y="17145"/>
                                    <a:pt x="20002" y="18097"/>
                                    <a:pt x="18097" y="18097"/>
                                  </a:cubicBezTo>
                                  <a:cubicBezTo>
                                    <a:pt x="17145" y="18097"/>
                                    <a:pt x="16192" y="19050"/>
                                    <a:pt x="15240" y="19050"/>
                                  </a:cubicBezTo>
                                  <a:lnTo>
                                    <a:pt x="15240" y="19050"/>
                                  </a:lnTo>
                                  <a:cubicBezTo>
                                    <a:pt x="14288" y="18097"/>
                                    <a:pt x="13335" y="17145"/>
                                    <a:pt x="12382" y="17145"/>
                                  </a:cubicBezTo>
                                  <a:cubicBezTo>
                                    <a:pt x="10477" y="16192"/>
                                    <a:pt x="8572" y="14288"/>
                                    <a:pt x="6667" y="13335"/>
                                  </a:cubicBezTo>
                                  <a:cubicBezTo>
                                    <a:pt x="3810" y="11430"/>
                                    <a:pt x="1905" y="10477"/>
                                    <a:pt x="1905" y="10477"/>
                                  </a:cubicBezTo>
                                  <a:cubicBezTo>
                                    <a:pt x="1905" y="11430"/>
                                    <a:pt x="0" y="15240"/>
                                    <a:pt x="0" y="15240"/>
                                  </a:cubicBezTo>
                                  <a:cubicBezTo>
                                    <a:pt x="0" y="18097"/>
                                    <a:pt x="952" y="19050"/>
                                    <a:pt x="2857" y="20002"/>
                                  </a:cubicBezTo>
                                  <a:close/>
                                </a:path>
                              </a:pathLst>
                            </a:custGeom>
                            <a:grpFill/>
                            <a:ln w="9525" cap="flat">
                              <a:noFill/>
                              <a:prstDash val="solid"/>
                              <a:miter/>
                            </a:ln>
                          </p:spPr>
                          <p:txBody>
                            <a:bodyPr rtlCol="0" anchor="ctr"/>
                            <a:lstStyle/>
                            <a:p>
                              <a:endParaRPr lang="en-US"/>
                            </a:p>
                          </p:txBody>
                        </p:sp>
                      </p:grpSp>
                      <p:grpSp>
                        <p:nvGrpSpPr>
                          <p:cNvPr id="167" name="Graphic 2">
                            <a:extLst>
                              <a:ext uri="{FF2B5EF4-FFF2-40B4-BE49-F238E27FC236}">
                                <a16:creationId xmlns:a16="http://schemas.microsoft.com/office/drawing/2014/main" id="{AE736AF3-0337-429B-AEF1-DA4B52809559}"/>
                              </a:ext>
                            </a:extLst>
                          </p:cNvPr>
                          <p:cNvGrpSpPr/>
                          <p:nvPr/>
                        </p:nvGrpSpPr>
                        <p:grpSpPr>
                          <a:xfrm>
                            <a:off x="3182089" y="2701014"/>
                            <a:ext cx="101359" cy="82062"/>
                            <a:chOff x="3182089" y="2701014"/>
                            <a:chExt cx="101359" cy="82062"/>
                          </a:xfrm>
                          <a:grpFill/>
                        </p:grpSpPr>
                        <p:sp>
                          <p:nvSpPr>
                            <p:cNvPr id="168" name="Freeform: Shape 167">
                              <a:extLst>
                                <a:ext uri="{FF2B5EF4-FFF2-40B4-BE49-F238E27FC236}">
                                  <a16:creationId xmlns:a16="http://schemas.microsoft.com/office/drawing/2014/main" id="{97CDC460-3841-4309-920A-B99E19C2AB40}"/>
                                </a:ext>
                              </a:extLst>
                            </p:cNvPr>
                            <p:cNvSpPr/>
                            <p:nvPr/>
                          </p:nvSpPr>
                          <p:spPr>
                            <a:xfrm>
                              <a:off x="3182089" y="2701014"/>
                              <a:ext cx="101359" cy="82062"/>
                            </a:xfrm>
                            <a:custGeom>
                              <a:avLst/>
                              <a:gdLst>
                                <a:gd name="connsiteX0" fmla="*/ 9920 w 101359"/>
                                <a:gd name="connsiteY0" fmla="*/ 16340 h 82062"/>
                                <a:gd name="connsiteX1" fmla="*/ 12777 w 101359"/>
                                <a:gd name="connsiteY1" fmla="*/ 12530 h 82062"/>
                                <a:gd name="connsiteX2" fmla="*/ 15635 w 101359"/>
                                <a:gd name="connsiteY2" fmla="*/ 8720 h 82062"/>
                                <a:gd name="connsiteX3" fmla="*/ 16587 w 101359"/>
                                <a:gd name="connsiteY3" fmla="*/ 6815 h 82062"/>
                                <a:gd name="connsiteX4" fmla="*/ 19445 w 101359"/>
                                <a:gd name="connsiteY4" fmla="*/ 3957 h 82062"/>
                                <a:gd name="connsiteX5" fmla="*/ 19445 w 101359"/>
                                <a:gd name="connsiteY5" fmla="*/ 3957 h 82062"/>
                                <a:gd name="connsiteX6" fmla="*/ 19445 w 101359"/>
                                <a:gd name="connsiteY6" fmla="*/ 3957 h 82062"/>
                                <a:gd name="connsiteX7" fmla="*/ 20397 w 101359"/>
                                <a:gd name="connsiteY7" fmla="*/ 3957 h 82062"/>
                                <a:gd name="connsiteX8" fmla="*/ 22302 w 101359"/>
                                <a:gd name="connsiteY8" fmla="*/ 3005 h 82062"/>
                                <a:gd name="connsiteX9" fmla="*/ 28970 w 101359"/>
                                <a:gd name="connsiteY9" fmla="*/ 1100 h 82062"/>
                                <a:gd name="connsiteX10" fmla="*/ 51830 w 101359"/>
                                <a:gd name="connsiteY10" fmla="*/ 1100 h 82062"/>
                                <a:gd name="connsiteX11" fmla="*/ 80405 w 101359"/>
                                <a:gd name="connsiteY11" fmla="*/ 12530 h 82062"/>
                                <a:gd name="connsiteX12" fmla="*/ 92787 w 101359"/>
                                <a:gd name="connsiteY12" fmla="*/ 25865 h 82062"/>
                                <a:gd name="connsiteX13" fmla="*/ 101360 w 101359"/>
                                <a:gd name="connsiteY13" fmla="*/ 46820 h 82062"/>
                                <a:gd name="connsiteX14" fmla="*/ 101360 w 101359"/>
                                <a:gd name="connsiteY14" fmla="*/ 47772 h 82062"/>
                                <a:gd name="connsiteX15" fmla="*/ 101360 w 101359"/>
                                <a:gd name="connsiteY15" fmla="*/ 47772 h 82062"/>
                                <a:gd name="connsiteX16" fmla="*/ 101360 w 101359"/>
                                <a:gd name="connsiteY16" fmla="*/ 53487 h 82062"/>
                                <a:gd name="connsiteX17" fmla="*/ 98502 w 101359"/>
                                <a:gd name="connsiteY17" fmla="*/ 65870 h 82062"/>
                                <a:gd name="connsiteX18" fmla="*/ 96597 w 101359"/>
                                <a:gd name="connsiteY18" fmla="*/ 70632 h 82062"/>
                                <a:gd name="connsiteX19" fmla="*/ 93739 w 101359"/>
                                <a:gd name="connsiteY19" fmla="*/ 74442 h 82062"/>
                                <a:gd name="connsiteX20" fmla="*/ 92787 w 101359"/>
                                <a:gd name="connsiteY20" fmla="*/ 75395 h 82062"/>
                                <a:gd name="connsiteX21" fmla="*/ 92787 w 101359"/>
                                <a:gd name="connsiteY21" fmla="*/ 75395 h 82062"/>
                                <a:gd name="connsiteX22" fmla="*/ 84214 w 101359"/>
                                <a:gd name="connsiteY22" fmla="*/ 81110 h 82062"/>
                                <a:gd name="connsiteX23" fmla="*/ 79452 w 101359"/>
                                <a:gd name="connsiteY23" fmla="*/ 82062 h 82062"/>
                                <a:gd name="connsiteX24" fmla="*/ 75642 w 101359"/>
                                <a:gd name="connsiteY24" fmla="*/ 82062 h 82062"/>
                                <a:gd name="connsiteX25" fmla="*/ 63260 w 101359"/>
                                <a:gd name="connsiteY25" fmla="*/ 79205 h 82062"/>
                                <a:gd name="connsiteX26" fmla="*/ 63260 w 101359"/>
                                <a:gd name="connsiteY26" fmla="*/ 79205 h 82062"/>
                                <a:gd name="connsiteX27" fmla="*/ 60402 w 101359"/>
                                <a:gd name="connsiteY27" fmla="*/ 77300 h 82062"/>
                                <a:gd name="connsiteX28" fmla="*/ 56592 w 101359"/>
                                <a:gd name="connsiteY28" fmla="*/ 78252 h 82062"/>
                                <a:gd name="connsiteX29" fmla="*/ 47067 w 101359"/>
                                <a:gd name="connsiteY29" fmla="*/ 80157 h 82062"/>
                                <a:gd name="connsiteX30" fmla="*/ 46114 w 101359"/>
                                <a:gd name="connsiteY30" fmla="*/ 80157 h 82062"/>
                                <a:gd name="connsiteX31" fmla="*/ 46114 w 101359"/>
                                <a:gd name="connsiteY31" fmla="*/ 80157 h 82062"/>
                                <a:gd name="connsiteX32" fmla="*/ 37542 w 101359"/>
                                <a:gd name="connsiteY32" fmla="*/ 78252 h 82062"/>
                                <a:gd name="connsiteX33" fmla="*/ 29922 w 101359"/>
                                <a:gd name="connsiteY33" fmla="*/ 73490 h 82062"/>
                                <a:gd name="connsiteX34" fmla="*/ 28970 w 101359"/>
                                <a:gd name="connsiteY34" fmla="*/ 72537 h 82062"/>
                                <a:gd name="connsiteX35" fmla="*/ 28017 w 101359"/>
                                <a:gd name="connsiteY35" fmla="*/ 71585 h 82062"/>
                                <a:gd name="connsiteX36" fmla="*/ 25160 w 101359"/>
                                <a:gd name="connsiteY36" fmla="*/ 69680 h 82062"/>
                                <a:gd name="connsiteX37" fmla="*/ 24207 w 101359"/>
                                <a:gd name="connsiteY37" fmla="*/ 68727 h 82062"/>
                                <a:gd name="connsiteX38" fmla="*/ 23255 w 101359"/>
                                <a:gd name="connsiteY38" fmla="*/ 68727 h 82062"/>
                                <a:gd name="connsiteX39" fmla="*/ 23255 w 101359"/>
                                <a:gd name="connsiteY39" fmla="*/ 68727 h 82062"/>
                                <a:gd name="connsiteX40" fmla="*/ 20397 w 101359"/>
                                <a:gd name="connsiteY40" fmla="*/ 67775 h 82062"/>
                                <a:gd name="connsiteX41" fmla="*/ 12777 w 101359"/>
                                <a:gd name="connsiteY41" fmla="*/ 65870 h 82062"/>
                                <a:gd name="connsiteX42" fmla="*/ 9920 w 101359"/>
                                <a:gd name="connsiteY42" fmla="*/ 65870 h 82062"/>
                                <a:gd name="connsiteX43" fmla="*/ 8014 w 101359"/>
                                <a:gd name="connsiteY43" fmla="*/ 65870 h 82062"/>
                                <a:gd name="connsiteX44" fmla="*/ 8014 w 101359"/>
                                <a:gd name="connsiteY44" fmla="*/ 65870 h 82062"/>
                                <a:gd name="connsiteX45" fmla="*/ 8014 w 101359"/>
                                <a:gd name="connsiteY45" fmla="*/ 65870 h 82062"/>
                                <a:gd name="connsiteX46" fmla="*/ 8014 w 101359"/>
                                <a:gd name="connsiteY46" fmla="*/ 65870 h 82062"/>
                                <a:gd name="connsiteX47" fmla="*/ 6110 w 101359"/>
                                <a:gd name="connsiteY47" fmla="*/ 65870 h 82062"/>
                                <a:gd name="connsiteX48" fmla="*/ 5157 w 101359"/>
                                <a:gd name="connsiteY48" fmla="*/ 65870 h 82062"/>
                                <a:gd name="connsiteX49" fmla="*/ 5157 w 101359"/>
                                <a:gd name="connsiteY49" fmla="*/ 65870 h 82062"/>
                                <a:gd name="connsiteX50" fmla="*/ 4205 w 101359"/>
                                <a:gd name="connsiteY50" fmla="*/ 64917 h 82062"/>
                                <a:gd name="connsiteX51" fmla="*/ 3252 w 101359"/>
                                <a:gd name="connsiteY51" fmla="*/ 63965 h 82062"/>
                                <a:gd name="connsiteX52" fmla="*/ 1347 w 101359"/>
                                <a:gd name="connsiteY52" fmla="*/ 60155 h 82062"/>
                                <a:gd name="connsiteX53" fmla="*/ 395 w 101359"/>
                                <a:gd name="connsiteY53" fmla="*/ 47772 h 82062"/>
                                <a:gd name="connsiteX54" fmla="*/ 3252 w 101359"/>
                                <a:gd name="connsiteY54" fmla="*/ 35390 h 82062"/>
                                <a:gd name="connsiteX55" fmla="*/ 7062 w 101359"/>
                                <a:gd name="connsiteY55" fmla="*/ 24912 h 82062"/>
                                <a:gd name="connsiteX56" fmla="*/ 9920 w 101359"/>
                                <a:gd name="connsiteY56" fmla="*/ 16340 h 82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01359" h="82062">
                                  <a:moveTo>
                                    <a:pt x="9920" y="16340"/>
                                  </a:moveTo>
                                  <a:cubicBezTo>
                                    <a:pt x="10872" y="15387"/>
                                    <a:pt x="11824" y="13482"/>
                                    <a:pt x="12777" y="12530"/>
                                  </a:cubicBezTo>
                                  <a:cubicBezTo>
                                    <a:pt x="13730" y="11577"/>
                                    <a:pt x="14682" y="9672"/>
                                    <a:pt x="15635" y="8720"/>
                                  </a:cubicBezTo>
                                  <a:cubicBezTo>
                                    <a:pt x="15635" y="7767"/>
                                    <a:pt x="16587" y="7767"/>
                                    <a:pt x="16587" y="6815"/>
                                  </a:cubicBezTo>
                                  <a:cubicBezTo>
                                    <a:pt x="16587" y="6815"/>
                                    <a:pt x="18492" y="4910"/>
                                    <a:pt x="19445" y="3957"/>
                                  </a:cubicBezTo>
                                  <a:cubicBezTo>
                                    <a:pt x="19445" y="3957"/>
                                    <a:pt x="19445" y="3957"/>
                                    <a:pt x="19445" y="3957"/>
                                  </a:cubicBezTo>
                                  <a:cubicBezTo>
                                    <a:pt x="19445" y="3957"/>
                                    <a:pt x="19445" y="3957"/>
                                    <a:pt x="19445" y="3957"/>
                                  </a:cubicBezTo>
                                  <a:cubicBezTo>
                                    <a:pt x="19445" y="3957"/>
                                    <a:pt x="19445" y="3957"/>
                                    <a:pt x="20397" y="3957"/>
                                  </a:cubicBezTo>
                                  <a:cubicBezTo>
                                    <a:pt x="20397" y="3957"/>
                                    <a:pt x="21349" y="3957"/>
                                    <a:pt x="22302" y="3005"/>
                                  </a:cubicBezTo>
                                  <a:cubicBezTo>
                                    <a:pt x="24207" y="3005"/>
                                    <a:pt x="26112" y="2052"/>
                                    <a:pt x="28970" y="1100"/>
                                  </a:cubicBezTo>
                                  <a:cubicBezTo>
                                    <a:pt x="34685" y="147"/>
                                    <a:pt x="43257" y="-805"/>
                                    <a:pt x="51830" y="1100"/>
                                  </a:cubicBezTo>
                                  <a:cubicBezTo>
                                    <a:pt x="61355" y="2052"/>
                                    <a:pt x="70880" y="4910"/>
                                    <a:pt x="80405" y="12530"/>
                                  </a:cubicBezTo>
                                  <a:cubicBezTo>
                                    <a:pt x="85167" y="16340"/>
                                    <a:pt x="88977" y="20150"/>
                                    <a:pt x="92787" y="25865"/>
                                  </a:cubicBezTo>
                                  <a:cubicBezTo>
                                    <a:pt x="96597" y="31580"/>
                                    <a:pt x="99455" y="38247"/>
                                    <a:pt x="101360" y="46820"/>
                                  </a:cubicBezTo>
                                  <a:cubicBezTo>
                                    <a:pt x="101360" y="46820"/>
                                    <a:pt x="101360" y="47772"/>
                                    <a:pt x="101360" y="47772"/>
                                  </a:cubicBezTo>
                                  <a:cubicBezTo>
                                    <a:pt x="101360" y="47772"/>
                                    <a:pt x="101360" y="47772"/>
                                    <a:pt x="101360" y="47772"/>
                                  </a:cubicBezTo>
                                  <a:cubicBezTo>
                                    <a:pt x="101360" y="49677"/>
                                    <a:pt x="101360" y="51582"/>
                                    <a:pt x="101360" y="53487"/>
                                  </a:cubicBezTo>
                                  <a:cubicBezTo>
                                    <a:pt x="101360" y="58250"/>
                                    <a:pt x="99455" y="63012"/>
                                    <a:pt x="98502" y="65870"/>
                                  </a:cubicBezTo>
                                  <a:cubicBezTo>
                                    <a:pt x="97549" y="67775"/>
                                    <a:pt x="97549" y="68727"/>
                                    <a:pt x="96597" y="70632"/>
                                  </a:cubicBezTo>
                                  <a:cubicBezTo>
                                    <a:pt x="95645" y="71585"/>
                                    <a:pt x="94692" y="73490"/>
                                    <a:pt x="93739" y="74442"/>
                                  </a:cubicBezTo>
                                  <a:cubicBezTo>
                                    <a:pt x="93739" y="74442"/>
                                    <a:pt x="92787" y="75395"/>
                                    <a:pt x="92787" y="75395"/>
                                  </a:cubicBezTo>
                                  <a:cubicBezTo>
                                    <a:pt x="92787" y="75395"/>
                                    <a:pt x="92787" y="75395"/>
                                    <a:pt x="92787" y="75395"/>
                                  </a:cubicBezTo>
                                  <a:cubicBezTo>
                                    <a:pt x="89930" y="78252"/>
                                    <a:pt x="87072" y="80157"/>
                                    <a:pt x="84214" y="81110"/>
                                  </a:cubicBezTo>
                                  <a:cubicBezTo>
                                    <a:pt x="82310" y="82062"/>
                                    <a:pt x="81357" y="82062"/>
                                    <a:pt x="79452" y="82062"/>
                                  </a:cubicBezTo>
                                  <a:cubicBezTo>
                                    <a:pt x="78499" y="82062"/>
                                    <a:pt x="76595" y="82062"/>
                                    <a:pt x="75642" y="82062"/>
                                  </a:cubicBezTo>
                                  <a:cubicBezTo>
                                    <a:pt x="69927" y="82062"/>
                                    <a:pt x="66117" y="80157"/>
                                    <a:pt x="63260" y="79205"/>
                                  </a:cubicBezTo>
                                  <a:cubicBezTo>
                                    <a:pt x="63260" y="79205"/>
                                    <a:pt x="63260" y="79205"/>
                                    <a:pt x="63260" y="79205"/>
                                  </a:cubicBezTo>
                                  <a:cubicBezTo>
                                    <a:pt x="61355" y="78252"/>
                                    <a:pt x="60402" y="77300"/>
                                    <a:pt x="60402" y="77300"/>
                                  </a:cubicBezTo>
                                  <a:cubicBezTo>
                                    <a:pt x="59449" y="77300"/>
                                    <a:pt x="57545" y="78252"/>
                                    <a:pt x="56592" y="78252"/>
                                  </a:cubicBezTo>
                                  <a:cubicBezTo>
                                    <a:pt x="53735" y="79205"/>
                                    <a:pt x="49924" y="80157"/>
                                    <a:pt x="47067" y="80157"/>
                                  </a:cubicBezTo>
                                  <a:cubicBezTo>
                                    <a:pt x="47067" y="80157"/>
                                    <a:pt x="46114" y="80157"/>
                                    <a:pt x="46114" y="80157"/>
                                  </a:cubicBezTo>
                                  <a:cubicBezTo>
                                    <a:pt x="46114" y="80157"/>
                                    <a:pt x="46114" y="80157"/>
                                    <a:pt x="46114" y="80157"/>
                                  </a:cubicBezTo>
                                  <a:cubicBezTo>
                                    <a:pt x="43257" y="80157"/>
                                    <a:pt x="40399" y="79205"/>
                                    <a:pt x="37542" y="78252"/>
                                  </a:cubicBezTo>
                                  <a:cubicBezTo>
                                    <a:pt x="34685" y="77300"/>
                                    <a:pt x="32780" y="75395"/>
                                    <a:pt x="29922" y="73490"/>
                                  </a:cubicBezTo>
                                  <a:cubicBezTo>
                                    <a:pt x="29922" y="73490"/>
                                    <a:pt x="28970" y="72537"/>
                                    <a:pt x="28970" y="72537"/>
                                  </a:cubicBezTo>
                                  <a:cubicBezTo>
                                    <a:pt x="28970" y="72537"/>
                                    <a:pt x="28017" y="71585"/>
                                    <a:pt x="28017" y="71585"/>
                                  </a:cubicBezTo>
                                  <a:cubicBezTo>
                                    <a:pt x="27064" y="70632"/>
                                    <a:pt x="26112" y="69680"/>
                                    <a:pt x="25160" y="69680"/>
                                  </a:cubicBezTo>
                                  <a:cubicBezTo>
                                    <a:pt x="25160" y="69680"/>
                                    <a:pt x="24207" y="69680"/>
                                    <a:pt x="24207" y="68727"/>
                                  </a:cubicBezTo>
                                  <a:cubicBezTo>
                                    <a:pt x="24207" y="68727"/>
                                    <a:pt x="24207" y="68727"/>
                                    <a:pt x="23255" y="68727"/>
                                  </a:cubicBezTo>
                                  <a:lnTo>
                                    <a:pt x="23255" y="68727"/>
                                  </a:lnTo>
                                  <a:cubicBezTo>
                                    <a:pt x="22302" y="68727"/>
                                    <a:pt x="21349" y="67775"/>
                                    <a:pt x="20397" y="67775"/>
                                  </a:cubicBezTo>
                                  <a:cubicBezTo>
                                    <a:pt x="18492" y="66822"/>
                                    <a:pt x="16587" y="66822"/>
                                    <a:pt x="12777" y="65870"/>
                                  </a:cubicBezTo>
                                  <a:cubicBezTo>
                                    <a:pt x="11824" y="65870"/>
                                    <a:pt x="10872" y="65870"/>
                                    <a:pt x="9920" y="65870"/>
                                  </a:cubicBezTo>
                                  <a:cubicBezTo>
                                    <a:pt x="8967" y="65870"/>
                                    <a:pt x="8967" y="65870"/>
                                    <a:pt x="8014" y="65870"/>
                                  </a:cubicBezTo>
                                  <a:lnTo>
                                    <a:pt x="8014" y="65870"/>
                                  </a:lnTo>
                                  <a:lnTo>
                                    <a:pt x="8014" y="65870"/>
                                  </a:lnTo>
                                  <a:cubicBezTo>
                                    <a:pt x="8014" y="65870"/>
                                    <a:pt x="8014" y="65870"/>
                                    <a:pt x="8014" y="65870"/>
                                  </a:cubicBezTo>
                                  <a:cubicBezTo>
                                    <a:pt x="7062" y="65870"/>
                                    <a:pt x="7062" y="65870"/>
                                    <a:pt x="6110" y="65870"/>
                                  </a:cubicBezTo>
                                  <a:cubicBezTo>
                                    <a:pt x="6110" y="65870"/>
                                    <a:pt x="6110" y="65870"/>
                                    <a:pt x="5157" y="65870"/>
                                  </a:cubicBezTo>
                                  <a:lnTo>
                                    <a:pt x="5157" y="65870"/>
                                  </a:lnTo>
                                  <a:cubicBezTo>
                                    <a:pt x="5157" y="65870"/>
                                    <a:pt x="4205" y="64917"/>
                                    <a:pt x="4205" y="64917"/>
                                  </a:cubicBezTo>
                                  <a:cubicBezTo>
                                    <a:pt x="4205" y="64917"/>
                                    <a:pt x="3252" y="63965"/>
                                    <a:pt x="3252" y="63965"/>
                                  </a:cubicBezTo>
                                  <a:cubicBezTo>
                                    <a:pt x="2299" y="63012"/>
                                    <a:pt x="1347" y="61107"/>
                                    <a:pt x="1347" y="60155"/>
                                  </a:cubicBezTo>
                                  <a:cubicBezTo>
                                    <a:pt x="395" y="57297"/>
                                    <a:pt x="-558" y="52535"/>
                                    <a:pt x="395" y="47772"/>
                                  </a:cubicBezTo>
                                  <a:cubicBezTo>
                                    <a:pt x="1347" y="43962"/>
                                    <a:pt x="2299" y="39200"/>
                                    <a:pt x="3252" y="35390"/>
                                  </a:cubicBezTo>
                                  <a:cubicBezTo>
                                    <a:pt x="4205" y="31580"/>
                                    <a:pt x="6110" y="27770"/>
                                    <a:pt x="7062" y="24912"/>
                                  </a:cubicBezTo>
                                  <a:cubicBezTo>
                                    <a:pt x="7062" y="22055"/>
                                    <a:pt x="8014" y="19197"/>
                                    <a:pt x="9920" y="16340"/>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BD9988CC-3FAF-4DBB-BAB9-BB571594CE45}"/>
                                </a:ext>
                              </a:extLst>
                            </p:cNvPr>
                            <p:cNvSpPr/>
                            <p:nvPr/>
                          </p:nvSpPr>
                          <p:spPr>
                            <a:xfrm>
                              <a:off x="3186294" y="2704019"/>
                              <a:ext cx="96202" cy="77152"/>
                            </a:xfrm>
                            <a:custGeom>
                              <a:avLst/>
                              <a:gdLst>
                                <a:gd name="connsiteX0" fmla="*/ 14288 w 96202"/>
                                <a:gd name="connsiteY0" fmla="*/ 6667 h 77152"/>
                                <a:gd name="connsiteX1" fmla="*/ 14288 w 96202"/>
                                <a:gd name="connsiteY1" fmla="*/ 6667 h 77152"/>
                                <a:gd name="connsiteX2" fmla="*/ 13335 w 96202"/>
                                <a:gd name="connsiteY2" fmla="*/ 10477 h 77152"/>
                                <a:gd name="connsiteX3" fmla="*/ 10478 w 96202"/>
                                <a:gd name="connsiteY3" fmla="*/ 19050 h 77152"/>
                                <a:gd name="connsiteX4" fmla="*/ 5715 w 96202"/>
                                <a:gd name="connsiteY4" fmla="*/ 30480 h 77152"/>
                                <a:gd name="connsiteX5" fmla="*/ 4763 w 96202"/>
                                <a:gd name="connsiteY5" fmla="*/ 33338 h 77152"/>
                                <a:gd name="connsiteX6" fmla="*/ 3810 w 96202"/>
                                <a:gd name="connsiteY6" fmla="*/ 35242 h 77152"/>
                                <a:gd name="connsiteX7" fmla="*/ 3810 w 96202"/>
                                <a:gd name="connsiteY7" fmla="*/ 35242 h 77152"/>
                                <a:gd name="connsiteX8" fmla="*/ 3810 w 96202"/>
                                <a:gd name="connsiteY8" fmla="*/ 35242 h 77152"/>
                                <a:gd name="connsiteX9" fmla="*/ 3810 w 96202"/>
                                <a:gd name="connsiteY9" fmla="*/ 36195 h 77152"/>
                                <a:gd name="connsiteX10" fmla="*/ 1905 w 96202"/>
                                <a:gd name="connsiteY10" fmla="*/ 41910 h 77152"/>
                                <a:gd name="connsiteX11" fmla="*/ 953 w 96202"/>
                                <a:gd name="connsiteY11" fmla="*/ 44767 h 77152"/>
                                <a:gd name="connsiteX12" fmla="*/ 0 w 96202"/>
                                <a:gd name="connsiteY12" fmla="*/ 47625 h 77152"/>
                                <a:gd name="connsiteX13" fmla="*/ 0 w 96202"/>
                                <a:gd name="connsiteY13" fmla="*/ 48577 h 77152"/>
                                <a:gd name="connsiteX14" fmla="*/ 0 w 96202"/>
                                <a:gd name="connsiteY14" fmla="*/ 49530 h 77152"/>
                                <a:gd name="connsiteX15" fmla="*/ 0 w 96202"/>
                                <a:gd name="connsiteY15" fmla="*/ 52388 h 77152"/>
                                <a:gd name="connsiteX16" fmla="*/ 0 w 96202"/>
                                <a:gd name="connsiteY16" fmla="*/ 56197 h 77152"/>
                                <a:gd name="connsiteX17" fmla="*/ 0 w 96202"/>
                                <a:gd name="connsiteY17" fmla="*/ 59055 h 77152"/>
                                <a:gd name="connsiteX18" fmla="*/ 0 w 96202"/>
                                <a:gd name="connsiteY18" fmla="*/ 60960 h 77152"/>
                                <a:gd name="connsiteX19" fmla="*/ 0 w 96202"/>
                                <a:gd name="connsiteY19" fmla="*/ 61913 h 77152"/>
                                <a:gd name="connsiteX20" fmla="*/ 0 w 96202"/>
                                <a:gd name="connsiteY20" fmla="*/ 61913 h 77152"/>
                                <a:gd name="connsiteX21" fmla="*/ 0 w 96202"/>
                                <a:gd name="connsiteY21" fmla="*/ 61913 h 77152"/>
                                <a:gd name="connsiteX22" fmla="*/ 0 w 96202"/>
                                <a:gd name="connsiteY22" fmla="*/ 61913 h 77152"/>
                                <a:gd name="connsiteX23" fmla="*/ 0 w 96202"/>
                                <a:gd name="connsiteY23" fmla="*/ 60960 h 77152"/>
                                <a:gd name="connsiteX24" fmla="*/ 0 w 96202"/>
                                <a:gd name="connsiteY24" fmla="*/ 59055 h 77152"/>
                                <a:gd name="connsiteX25" fmla="*/ 0 w 96202"/>
                                <a:gd name="connsiteY25" fmla="*/ 56197 h 77152"/>
                                <a:gd name="connsiteX26" fmla="*/ 0 w 96202"/>
                                <a:gd name="connsiteY26" fmla="*/ 52388 h 77152"/>
                                <a:gd name="connsiteX27" fmla="*/ 0 w 96202"/>
                                <a:gd name="connsiteY27" fmla="*/ 49530 h 77152"/>
                                <a:gd name="connsiteX28" fmla="*/ 0 w 96202"/>
                                <a:gd name="connsiteY28" fmla="*/ 48577 h 77152"/>
                                <a:gd name="connsiteX29" fmla="*/ 0 w 96202"/>
                                <a:gd name="connsiteY29" fmla="*/ 47625 h 77152"/>
                                <a:gd name="connsiteX30" fmla="*/ 953 w 96202"/>
                                <a:gd name="connsiteY30" fmla="*/ 44767 h 77152"/>
                                <a:gd name="connsiteX31" fmla="*/ 1905 w 96202"/>
                                <a:gd name="connsiteY31" fmla="*/ 41910 h 77152"/>
                                <a:gd name="connsiteX32" fmla="*/ 3810 w 96202"/>
                                <a:gd name="connsiteY32" fmla="*/ 36195 h 77152"/>
                                <a:gd name="connsiteX33" fmla="*/ 3810 w 96202"/>
                                <a:gd name="connsiteY33" fmla="*/ 35242 h 77152"/>
                                <a:gd name="connsiteX34" fmla="*/ 3810 w 96202"/>
                                <a:gd name="connsiteY34" fmla="*/ 35242 h 77152"/>
                                <a:gd name="connsiteX35" fmla="*/ 3810 w 96202"/>
                                <a:gd name="connsiteY35" fmla="*/ 35242 h 77152"/>
                                <a:gd name="connsiteX36" fmla="*/ 4763 w 96202"/>
                                <a:gd name="connsiteY36" fmla="*/ 33338 h 77152"/>
                                <a:gd name="connsiteX37" fmla="*/ 5715 w 96202"/>
                                <a:gd name="connsiteY37" fmla="*/ 30480 h 77152"/>
                                <a:gd name="connsiteX38" fmla="*/ 10478 w 96202"/>
                                <a:gd name="connsiteY38" fmla="*/ 20002 h 77152"/>
                                <a:gd name="connsiteX39" fmla="*/ 14288 w 96202"/>
                                <a:gd name="connsiteY39" fmla="*/ 9525 h 77152"/>
                                <a:gd name="connsiteX40" fmla="*/ 15240 w 96202"/>
                                <a:gd name="connsiteY40" fmla="*/ 11430 h 77152"/>
                                <a:gd name="connsiteX41" fmla="*/ 17145 w 96202"/>
                                <a:gd name="connsiteY41" fmla="*/ 14288 h 77152"/>
                                <a:gd name="connsiteX42" fmla="*/ 19050 w 96202"/>
                                <a:gd name="connsiteY42" fmla="*/ 17145 h 77152"/>
                                <a:gd name="connsiteX43" fmla="*/ 22860 w 96202"/>
                                <a:gd name="connsiteY43" fmla="*/ 22860 h 77152"/>
                                <a:gd name="connsiteX44" fmla="*/ 23813 w 96202"/>
                                <a:gd name="connsiteY44" fmla="*/ 23813 h 77152"/>
                                <a:gd name="connsiteX45" fmla="*/ 23813 w 96202"/>
                                <a:gd name="connsiteY45" fmla="*/ 23813 h 77152"/>
                                <a:gd name="connsiteX46" fmla="*/ 24765 w 96202"/>
                                <a:gd name="connsiteY46" fmla="*/ 27622 h 77152"/>
                                <a:gd name="connsiteX47" fmla="*/ 24765 w 96202"/>
                                <a:gd name="connsiteY47" fmla="*/ 32385 h 77152"/>
                                <a:gd name="connsiteX48" fmla="*/ 22860 w 96202"/>
                                <a:gd name="connsiteY48" fmla="*/ 43815 h 77152"/>
                                <a:gd name="connsiteX49" fmla="*/ 20955 w 96202"/>
                                <a:gd name="connsiteY49" fmla="*/ 50483 h 77152"/>
                                <a:gd name="connsiteX50" fmla="*/ 20003 w 96202"/>
                                <a:gd name="connsiteY50" fmla="*/ 53340 h 77152"/>
                                <a:gd name="connsiteX51" fmla="*/ 20003 w 96202"/>
                                <a:gd name="connsiteY51" fmla="*/ 56197 h 77152"/>
                                <a:gd name="connsiteX52" fmla="*/ 19050 w 96202"/>
                                <a:gd name="connsiteY52" fmla="*/ 60960 h 77152"/>
                                <a:gd name="connsiteX53" fmla="*/ 19050 w 96202"/>
                                <a:gd name="connsiteY53" fmla="*/ 62865 h 77152"/>
                                <a:gd name="connsiteX54" fmla="*/ 19050 w 96202"/>
                                <a:gd name="connsiteY54" fmla="*/ 64770 h 77152"/>
                                <a:gd name="connsiteX55" fmla="*/ 20003 w 96202"/>
                                <a:gd name="connsiteY55" fmla="*/ 69533 h 77152"/>
                                <a:gd name="connsiteX56" fmla="*/ 20003 w 96202"/>
                                <a:gd name="connsiteY56" fmla="*/ 69533 h 77152"/>
                                <a:gd name="connsiteX57" fmla="*/ 20003 w 96202"/>
                                <a:gd name="connsiteY57" fmla="*/ 69533 h 77152"/>
                                <a:gd name="connsiteX58" fmla="*/ 20003 w 96202"/>
                                <a:gd name="connsiteY58" fmla="*/ 69533 h 77152"/>
                                <a:gd name="connsiteX59" fmla="*/ 20003 w 96202"/>
                                <a:gd name="connsiteY59" fmla="*/ 69533 h 77152"/>
                                <a:gd name="connsiteX60" fmla="*/ 20003 w 96202"/>
                                <a:gd name="connsiteY60" fmla="*/ 69533 h 77152"/>
                                <a:gd name="connsiteX61" fmla="*/ 20955 w 96202"/>
                                <a:gd name="connsiteY61" fmla="*/ 70485 h 77152"/>
                                <a:gd name="connsiteX62" fmla="*/ 20003 w 96202"/>
                                <a:gd name="connsiteY62" fmla="*/ 69533 h 77152"/>
                                <a:gd name="connsiteX63" fmla="*/ 20003 w 96202"/>
                                <a:gd name="connsiteY63" fmla="*/ 69533 h 77152"/>
                                <a:gd name="connsiteX64" fmla="*/ 20003 w 96202"/>
                                <a:gd name="connsiteY64" fmla="*/ 69533 h 77152"/>
                                <a:gd name="connsiteX65" fmla="*/ 20003 w 96202"/>
                                <a:gd name="connsiteY65" fmla="*/ 69533 h 77152"/>
                                <a:gd name="connsiteX66" fmla="*/ 20003 w 96202"/>
                                <a:gd name="connsiteY66" fmla="*/ 69533 h 77152"/>
                                <a:gd name="connsiteX67" fmla="*/ 20003 w 96202"/>
                                <a:gd name="connsiteY67" fmla="*/ 69533 h 77152"/>
                                <a:gd name="connsiteX68" fmla="*/ 19050 w 96202"/>
                                <a:gd name="connsiteY68" fmla="*/ 64770 h 77152"/>
                                <a:gd name="connsiteX69" fmla="*/ 19050 w 96202"/>
                                <a:gd name="connsiteY69" fmla="*/ 62865 h 77152"/>
                                <a:gd name="connsiteX70" fmla="*/ 19050 w 96202"/>
                                <a:gd name="connsiteY70" fmla="*/ 60960 h 77152"/>
                                <a:gd name="connsiteX71" fmla="*/ 20003 w 96202"/>
                                <a:gd name="connsiteY71" fmla="*/ 56197 h 77152"/>
                                <a:gd name="connsiteX72" fmla="*/ 20955 w 96202"/>
                                <a:gd name="connsiteY72" fmla="*/ 53340 h 77152"/>
                                <a:gd name="connsiteX73" fmla="*/ 21907 w 96202"/>
                                <a:gd name="connsiteY73" fmla="*/ 50483 h 77152"/>
                                <a:gd name="connsiteX74" fmla="*/ 23813 w 96202"/>
                                <a:gd name="connsiteY74" fmla="*/ 43815 h 77152"/>
                                <a:gd name="connsiteX75" fmla="*/ 26670 w 96202"/>
                                <a:gd name="connsiteY75" fmla="*/ 31433 h 77152"/>
                                <a:gd name="connsiteX76" fmla="*/ 26670 w 96202"/>
                                <a:gd name="connsiteY76" fmla="*/ 26670 h 77152"/>
                                <a:gd name="connsiteX77" fmla="*/ 26670 w 96202"/>
                                <a:gd name="connsiteY77" fmla="*/ 26670 h 77152"/>
                                <a:gd name="connsiteX78" fmla="*/ 28575 w 96202"/>
                                <a:gd name="connsiteY78" fmla="*/ 28575 h 77152"/>
                                <a:gd name="connsiteX79" fmla="*/ 33338 w 96202"/>
                                <a:gd name="connsiteY79" fmla="*/ 35242 h 77152"/>
                                <a:gd name="connsiteX80" fmla="*/ 38100 w 96202"/>
                                <a:gd name="connsiteY80" fmla="*/ 40958 h 77152"/>
                                <a:gd name="connsiteX81" fmla="*/ 38100 w 96202"/>
                                <a:gd name="connsiteY81" fmla="*/ 41910 h 77152"/>
                                <a:gd name="connsiteX82" fmla="*/ 39053 w 96202"/>
                                <a:gd name="connsiteY82" fmla="*/ 42863 h 77152"/>
                                <a:gd name="connsiteX83" fmla="*/ 39053 w 96202"/>
                                <a:gd name="connsiteY83" fmla="*/ 48577 h 77152"/>
                                <a:gd name="connsiteX84" fmla="*/ 39053 w 96202"/>
                                <a:gd name="connsiteY84" fmla="*/ 52388 h 77152"/>
                                <a:gd name="connsiteX85" fmla="*/ 39053 w 96202"/>
                                <a:gd name="connsiteY85" fmla="*/ 56197 h 77152"/>
                                <a:gd name="connsiteX86" fmla="*/ 39053 w 96202"/>
                                <a:gd name="connsiteY86" fmla="*/ 58102 h 77152"/>
                                <a:gd name="connsiteX87" fmla="*/ 39053 w 96202"/>
                                <a:gd name="connsiteY87" fmla="*/ 60008 h 77152"/>
                                <a:gd name="connsiteX88" fmla="*/ 39053 w 96202"/>
                                <a:gd name="connsiteY88" fmla="*/ 61913 h 77152"/>
                                <a:gd name="connsiteX89" fmla="*/ 39053 w 96202"/>
                                <a:gd name="connsiteY89" fmla="*/ 63817 h 77152"/>
                                <a:gd name="connsiteX90" fmla="*/ 39053 w 96202"/>
                                <a:gd name="connsiteY90" fmla="*/ 67627 h 77152"/>
                                <a:gd name="connsiteX91" fmla="*/ 40005 w 96202"/>
                                <a:gd name="connsiteY91" fmla="*/ 71438 h 77152"/>
                                <a:gd name="connsiteX92" fmla="*/ 40005 w 96202"/>
                                <a:gd name="connsiteY92" fmla="*/ 73342 h 77152"/>
                                <a:gd name="connsiteX93" fmla="*/ 40005 w 96202"/>
                                <a:gd name="connsiteY93" fmla="*/ 75247 h 77152"/>
                                <a:gd name="connsiteX94" fmla="*/ 40005 w 96202"/>
                                <a:gd name="connsiteY94" fmla="*/ 76200 h 77152"/>
                                <a:gd name="connsiteX95" fmla="*/ 40005 w 96202"/>
                                <a:gd name="connsiteY95" fmla="*/ 77152 h 77152"/>
                                <a:gd name="connsiteX96" fmla="*/ 40005 w 96202"/>
                                <a:gd name="connsiteY96" fmla="*/ 77152 h 77152"/>
                                <a:gd name="connsiteX97" fmla="*/ 40005 w 96202"/>
                                <a:gd name="connsiteY97" fmla="*/ 75247 h 77152"/>
                                <a:gd name="connsiteX98" fmla="*/ 40005 w 96202"/>
                                <a:gd name="connsiteY98" fmla="*/ 73342 h 77152"/>
                                <a:gd name="connsiteX99" fmla="*/ 40005 w 96202"/>
                                <a:gd name="connsiteY99" fmla="*/ 71438 h 77152"/>
                                <a:gd name="connsiteX100" fmla="*/ 40005 w 96202"/>
                                <a:gd name="connsiteY100" fmla="*/ 67627 h 77152"/>
                                <a:gd name="connsiteX101" fmla="*/ 40005 w 96202"/>
                                <a:gd name="connsiteY101" fmla="*/ 62865 h 77152"/>
                                <a:gd name="connsiteX102" fmla="*/ 40005 w 96202"/>
                                <a:gd name="connsiteY102" fmla="*/ 61913 h 77152"/>
                                <a:gd name="connsiteX103" fmla="*/ 40005 w 96202"/>
                                <a:gd name="connsiteY103" fmla="*/ 60960 h 77152"/>
                                <a:gd name="connsiteX104" fmla="*/ 40005 w 96202"/>
                                <a:gd name="connsiteY104" fmla="*/ 59055 h 77152"/>
                                <a:gd name="connsiteX105" fmla="*/ 40005 w 96202"/>
                                <a:gd name="connsiteY105" fmla="*/ 57150 h 77152"/>
                                <a:gd name="connsiteX106" fmla="*/ 40005 w 96202"/>
                                <a:gd name="connsiteY106" fmla="*/ 55245 h 77152"/>
                                <a:gd name="connsiteX107" fmla="*/ 40005 w 96202"/>
                                <a:gd name="connsiteY107" fmla="*/ 51435 h 77152"/>
                                <a:gd name="connsiteX108" fmla="*/ 40005 w 96202"/>
                                <a:gd name="connsiteY108" fmla="*/ 47625 h 77152"/>
                                <a:gd name="connsiteX109" fmla="*/ 40005 w 96202"/>
                                <a:gd name="connsiteY109" fmla="*/ 43815 h 77152"/>
                                <a:gd name="connsiteX110" fmla="*/ 42863 w 96202"/>
                                <a:gd name="connsiteY110" fmla="*/ 47625 h 77152"/>
                                <a:gd name="connsiteX111" fmla="*/ 47625 w 96202"/>
                                <a:gd name="connsiteY111" fmla="*/ 55245 h 77152"/>
                                <a:gd name="connsiteX112" fmla="*/ 49530 w 96202"/>
                                <a:gd name="connsiteY112" fmla="*/ 59055 h 77152"/>
                                <a:gd name="connsiteX113" fmla="*/ 51435 w 96202"/>
                                <a:gd name="connsiteY113" fmla="*/ 62865 h 77152"/>
                                <a:gd name="connsiteX114" fmla="*/ 54293 w 96202"/>
                                <a:gd name="connsiteY114" fmla="*/ 70485 h 77152"/>
                                <a:gd name="connsiteX115" fmla="*/ 55245 w 96202"/>
                                <a:gd name="connsiteY115" fmla="*/ 74295 h 77152"/>
                                <a:gd name="connsiteX116" fmla="*/ 56197 w 96202"/>
                                <a:gd name="connsiteY116" fmla="*/ 77152 h 77152"/>
                                <a:gd name="connsiteX117" fmla="*/ 56197 w 96202"/>
                                <a:gd name="connsiteY117" fmla="*/ 77152 h 77152"/>
                                <a:gd name="connsiteX118" fmla="*/ 56197 w 96202"/>
                                <a:gd name="connsiteY118" fmla="*/ 77152 h 77152"/>
                                <a:gd name="connsiteX119" fmla="*/ 55245 w 96202"/>
                                <a:gd name="connsiteY119" fmla="*/ 73342 h 77152"/>
                                <a:gd name="connsiteX120" fmla="*/ 54293 w 96202"/>
                                <a:gd name="connsiteY120" fmla="*/ 69533 h 77152"/>
                                <a:gd name="connsiteX121" fmla="*/ 51435 w 96202"/>
                                <a:gd name="connsiteY121" fmla="*/ 61913 h 77152"/>
                                <a:gd name="connsiteX122" fmla="*/ 50482 w 96202"/>
                                <a:gd name="connsiteY122" fmla="*/ 60008 h 77152"/>
                                <a:gd name="connsiteX123" fmla="*/ 49530 w 96202"/>
                                <a:gd name="connsiteY123" fmla="*/ 58102 h 77152"/>
                                <a:gd name="connsiteX124" fmla="*/ 48578 w 96202"/>
                                <a:gd name="connsiteY124" fmla="*/ 56197 h 77152"/>
                                <a:gd name="connsiteX125" fmla="*/ 47625 w 96202"/>
                                <a:gd name="connsiteY125" fmla="*/ 54292 h 77152"/>
                                <a:gd name="connsiteX126" fmla="*/ 42863 w 96202"/>
                                <a:gd name="connsiteY126" fmla="*/ 46672 h 77152"/>
                                <a:gd name="connsiteX127" fmla="*/ 38100 w 96202"/>
                                <a:gd name="connsiteY127" fmla="*/ 39052 h 77152"/>
                                <a:gd name="connsiteX128" fmla="*/ 34290 w 96202"/>
                                <a:gd name="connsiteY128" fmla="*/ 33338 h 77152"/>
                                <a:gd name="connsiteX129" fmla="*/ 35243 w 96202"/>
                                <a:gd name="connsiteY129" fmla="*/ 34290 h 77152"/>
                                <a:gd name="connsiteX130" fmla="*/ 40005 w 96202"/>
                                <a:gd name="connsiteY130" fmla="*/ 36195 h 77152"/>
                                <a:gd name="connsiteX131" fmla="*/ 52388 w 96202"/>
                                <a:gd name="connsiteY131" fmla="*/ 40005 h 77152"/>
                                <a:gd name="connsiteX132" fmla="*/ 59055 w 96202"/>
                                <a:gd name="connsiteY132" fmla="*/ 41910 h 77152"/>
                                <a:gd name="connsiteX133" fmla="*/ 65722 w 96202"/>
                                <a:gd name="connsiteY133" fmla="*/ 44767 h 77152"/>
                                <a:gd name="connsiteX134" fmla="*/ 72390 w 96202"/>
                                <a:gd name="connsiteY134" fmla="*/ 49530 h 77152"/>
                                <a:gd name="connsiteX135" fmla="*/ 78105 w 96202"/>
                                <a:gd name="connsiteY135" fmla="*/ 55245 h 77152"/>
                                <a:gd name="connsiteX136" fmla="*/ 80963 w 96202"/>
                                <a:gd name="connsiteY136" fmla="*/ 59055 h 77152"/>
                                <a:gd name="connsiteX137" fmla="*/ 82868 w 96202"/>
                                <a:gd name="connsiteY137" fmla="*/ 62865 h 77152"/>
                                <a:gd name="connsiteX138" fmla="*/ 83820 w 96202"/>
                                <a:gd name="connsiteY138" fmla="*/ 64770 h 77152"/>
                                <a:gd name="connsiteX139" fmla="*/ 84772 w 96202"/>
                                <a:gd name="connsiteY139" fmla="*/ 66675 h 77152"/>
                                <a:gd name="connsiteX140" fmla="*/ 85725 w 96202"/>
                                <a:gd name="connsiteY140" fmla="*/ 71438 h 77152"/>
                                <a:gd name="connsiteX141" fmla="*/ 85725 w 96202"/>
                                <a:gd name="connsiteY141" fmla="*/ 72390 h 77152"/>
                                <a:gd name="connsiteX142" fmla="*/ 85725 w 96202"/>
                                <a:gd name="connsiteY142" fmla="*/ 72390 h 77152"/>
                                <a:gd name="connsiteX143" fmla="*/ 85725 w 96202"/>
                                <a:gd name="connsiteY143" fmla="*/ 71438 h 77152"/>
                                <a:gd name="connsiteX144" fmla="*/ 82868 w 96202"/>
                                <a:gd name="connsiteY144" fmla="*/ 62865 h 77152"/>
                                <a:gd name="connsiteX145" fmla="*/ 78105 w 96202"/>
                                <a:gd name="connsiteY145" fmla="*/ 55245 h 77152"/>
                                <a:gd name="connsiteX146" fmla="*/ 72390 w 96202"/>
                                <a:gd name="connsiteY146" fmla="*/ 48577 h 77152"/>
                                <a:gd name="connsiteX147" fmla="*/ 65722 w 96202"/>
                                <a:gd name="connsiteY147" fmla="*/ 43815 h 77152"/>
                                <a:gd name="connsiteX148" fmla="*/ 59055 w 96202"/>
                                <a:gd name="connsiteY148" fmla="*/ 40005 h 77152"/>
                                <a:gd name="connsiteX149" fmla="*/ 52388 w 96202"/>
                                <a:gd name="connsiteY149" fmla="*/ 37147 h 77152"/>
                                <a:gd name="connsiteX150" fmla="*/ 40957 w 96202"/>
                                <a:gd name="connsiteY150" fmla="*/ 33338 h 77152"/>
                                <a:gd name="connsiteX151" fmla="*/ 36195 w 96202"/>
                                <a:gd name="connsiteY151" fmla="*/ 31433 h 77152"/>
                                <a:gd name="connsiteX152" fmla="*/ 33338 w 96202"/>
                                <a:gd name="connsiteY152" fmla="*/ 29527 h 77152"/>
                                <a:gd name="connsiteX153" fmla="*/ 31432 w 96202"/>
                                <a:gd name="connsiteY153" fmla="*/ 28575 h 77152"/>
                                <a:gd name="connsiteX154" fmla="*/ 28575 w 96202"/>
                                <a:gd name="connsiteY154" fmla="*/ 23813 h 77152"/>
                                <a:gd name="connsiteX155" fmla="*/ 26670 w 96202"/>
                                <a:gd name="connsiteY155" fmla="*/ 20955 h 77152"/>
                                <a:gd name="connsiteX156" fmla="*/ 24765 w 96202"/>
                                <a:gd name="connsiteY156" fmla="*/ 18097 h 77152"/>
                                <a:gd name="connsiteX157" fmla="*/ 20955 w 96202"/>
                                <a:gd name="connsiteY157" fmla="*/ 12383 h 77152"/>
                                <a:gd name="connsiteX158" fmla="*/ 20955 w 96202"/>
                                <a:gd name="connsiteY158" fmla="*/ 11430 h 77152"/>
                                <a:gd name="connsiteX159" fmla="*/ 21907 w 96202"/>
                                <a:gd name="connsiteY159" fmla="*/ 11430 h 77152"/>
                                <a:gd name="connsiteX160" fmla="*/ 26670 w 96202"/>
                                <a:gd name="connsiteY160" fmla="*/ 12383 h 77152"/>
                                <a:gd name="connsiteX161" fmla="*/ 29528 w 96202"/>
                                <a:gd name="connsiteY161" fmla="*/ 12383 h 77152"/>
                                <a:gd name="connsiteX162" fmla="*/ 32385 w 96202"/>
                                <a:gd name="connsiteY162" fmla="*/ 12383 h 77152"/>
                                <a:gd name="connsiteX163" fmla="*/ 39053 w 96202"/>
                                <a:gd name="connsiteY163" fmla="*/ 13335 h 77152"/>
                                <a:gd name="connsiteX164" fmla="*/ 46672 w 96202"/>
                                <a:gd name="connsiteY164" fmla="*/ 14288 h 77152"/>
                                <a:gd name="connsiteX165" fmla="*/ 55245 w 96202"/>
                                <a:gd name="connsiteY165" fmla="*/ 15240 h 77152"/>
                                <a:gd name="connsiteX166" fmla="*/ 63818 w 96202"/>
                                <a:gd name="connsiteY166" fmla="*/ 17145 h 77152"/>
                                <a:gd name="connsiteX167" fmla="*/ 72390 w 96202"/>
                                <a:gd name="connsiteY167" fmla="*/ 20002 h 77152"/>
                                <a:gd name="connsiteX168" fmla="*/ 80010 w 96202"/>
                                <a:gd name="connsiteY168" fmla="*/ 24765 h 77152"/>
                                <a:gd name="connsiteX169" fmla="*/ 83820 w 96202"/>
                                <a:gd name="connsiteY169" fmla="*/ 27622 h 77152"/>
                                <a:gd name="connsiteX170" fmla="*/ 87630 w 96202"/>
                                <a:gd name="connsiteY170" fmla="*/ 30480 h 77152"/>
                                <a:gd name="connsiteX171" fmla="*/ 90488 w 96202"/>
                                <a:gd name="connsiteY171" fmla="*/ 33338 h 77152"/>
                                <a:gd name="connsiteX172" fmla="*/ 93345 w 96202"/>
                                <a:gd name="connsiteY172" fmla="*/ 37147 h 77152"/>
                                <a:gd name="connsiteX173" fmla="*/ 95250 w 96202"/>
                                <a:gd name="connsiteY173" fmla="*/ 40958 h 77152"/>
                                <a:gd name="connsiteX174" fmla="*/ 96203 w 96202"/>
                                <a:gd name="connsiteY174" fmla="*/ 43815 h 77152"/>
                                <a:gd name="connsiteX175" fmla="*/ 96203 w 96202"/>
                                <a:gd name="connsiteY175" fmla="*/ 42863 h 77152"/>
                                <a:gd name="connsiteX176" fmla="*/ 95250 w 96202"/>
                                <a:gd name="connsiteY176" fmla="*/ 40958 h 77152"/>
                                <a:gd name="connsiteX177" fmla="*/ 93345 w 96202"/>
                                <a:gd name="connsiteY177" fmla="*/ 37147 h 77152"/>
                                <a:gd name="connsiteX178" fmla="*/ 90488 w 96202"/>
                                <a:gd name="connsiteY178" fmla="*/ 33338 h 77152"/>
                                <a:gd name="connsiteX179" fmla="*/ 87630 w 96202"/>
                                <a:gd name="connsiteY179" fmla="*/ 29527 h 77152"/>
                                <a:gd name="connsiteX180" fmla="*/ 83820 w 96202"/>
                                <a:gd name="connsiteY180" fmla="*/ 26670 h 77152"/>
                                <a:gd name="connsiteX181" fmla="*/ 80010 w 96202"/>
                                <a:gd name="connsiteY181" fmla="*/ 23813 h 77152"/>
                                <a:gd name="connsiteX182" fmla="*/ 72390 w 96202"/>
                                <a:gd name="connsiteY182" fmla="*/ 19050 h 77152"/>
                                <a:gd name="connsiteX183" fmla="*/ 63818 w 96202"/>
                                <a:gd name="connsiteY183" fmla="*/ 16192 h 77152"/>
                                <a:gd name="connsiteX184" fmla="*/ 55245 w 96202"/>
                                <a:gd name="connsiteY184" fmla="*/ 14288 h 77152"/>
                                <a:gd name="connsiteX185" fmla="*/ 46672 w 96202"/>
                                <a:gd name="connsiteY185" fmla="*/ 12383 h 77152"/>
                                <a:gd name="connsiteX186" fmla="*/ 39053 w 96202"/>
                                <a:gd name="connsiteY186" fmla="*/ 11430 h 77152"/>
                                <a:gd name="connsiteX187" fmla="*/ 32385 w 96202"/>
                                <a:gd name="connsiteY187" fmla="*/ 10477 h 77152"/>
                                <a:gd name="connsiteX188" fmla="*/ 29528 w 96202"/>
                                <a:gd name="connsiteY188" fmla="*/ 10477 h 77152"/>
                                <a:gd name="connsiteX189" fmla="*/ 26670 w 96202"/>
                                <a:gd name="connsiteY189" fmla="*/ 10477 h 77152"/>
                                <a:gd name="connsiteX190" fmla="*/ 21907 w 96202"/>
                                <a:gd name="connsiteY190" fmla="*/ 9525 h 77152"/>
                                <a:gd name="connsiteX191" fmla="*/ 20003 w 96202"/>
                                <a:gd name="connsiteY191" fmla="*/ 9525 h 77152"/>
                                <a:gd name="connsiteX192" fmla="*/ 20003 w 96202"/>
                                <a:gd name="connsiteY192" fmla="*/ 9525 h 77152"/>
                                <a:gd name="connsiteX193" fmla="*/ 19050 w 96202"/>
                                <a:gd name="connsiteY193" fmla="*/ 6667 h 77152"/>
                                <a:gd name="connsiteX194" fmla="*/ 17145 w 96202"/>
                                <a:gd name="connsiteY194" fmla="*/ 2858 h 77152"/>
                                <a:gd name="connsiteX195" fmla="*/ 15240 w 96202"/>
                                <a:gd name="connsiteY195" fmla="*/ 0 h 77152"/>
                                <a:gd name="connsiteX196" fmla="*/ 12382 w 96202"/>
                                <a:gd name="connsiteY196" fmla="*/ 2858 h 77152"/>
                                <a:gd name="connsiteX197" fmla="*/ 14288 w 96202"/>
                                <a:gd name="connsiteY197" fmla="*/ 6667 h 77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96202" h="77152">
                                  <a:moveTo>
                                    <a:pt x="14288" y="6667"/>
                                  </a:moveTo>
                                  <a:cubicBezTo>
                                    <a:pt x="14288" y="7620"/>
                                    <a:pt x="14288" y="7620"/>
                                    <a:pt x="14288" y="6667"/>
                                  </a:cubicBezTo>
                                  <a:cubicBezTo>
                                    <a:pt x="14288" y="7620"/>
                                    <a:pt x="14288" y="8572"/>
                                    <a:pt x="13335" y="10477"/>
                                  </a:cubicBezTo>
                                  <a:cubicBezTo>
                                    <a:pt x="12382" y="12383"/>
                                    <a:pt x="11430" y="15240"/>
                                    <a:pt x="10478" y="19050"/>
                                  </a:cubicBezTo>
                                  <a:cubicBezTo>
                                    <a:pt x="9525" y="21908"/>
                                    <a:pt x="7620" y="25717"/>
                                    <a:pt x="5715" y="30480"/>
                                  </a:cubicBezTo>
                                  <a:cubicBezTo>
                                    <a:pt x="4763" y="31433"/>
                                    <a:pt x="4763" y="32385"/>
                                    <a:pt x="4763" y="33338"/>
                                  </a:cubicBezTo>
                                  <a:cubicBezTo>
                                    <a:pt x="4763" y="34290"/>
                                    <a:pt x="4763" y="34290"/>
                                    <a:pt x="3810" y="35242"/>
                                  </a:cubicBezTo>
                                  <a:lnTo>
                                    <a:pt x="3810" y="35242"/>
                                  </a:lnTo>
                                  <a:lnTo>
                                    <a:pt x="3810" y="35242"/>
                                  </a:lnTo>
                                  <a:lnTo>
                                    <a:pt x="3810" y="36195"/>
                                  </a:lnTo>
                                  <a:cubicBezTo>
                                    <a:pt x="2857" y="38100"/>
                                    <a:pt x="1905" y="40005"/>
                                    <a:pt x="1905" y="41910"/>
                                  </a:cubicBezTo>
                                  <a:cubicBezTo>
                                    <a:pt x="1905" y="42863"/>
                                    <a:pt x="953" y="43815"/>
                                    <a:pt x="953" y="44767"/>
                                  </a:cubicBezTo>
                                  <a:cubicBezTo>
                                    <a:pt x="953" y="45720"/>
                                    <a:pt x="953" y="46672"/>
                                    <a:pt x="0" y="47625"/>
                                  </a:cubicBezTo>
                                  <a:cubicBezTo>
                                    <a:pt x="0" y="48577"/>
                                    <a:pt x="0" y="48577"/>
                                    <a:pt x="0" y="48577"/>
                                  </a:cubicBezTo>
                                  <a:cubicBezTo>
                                    <a:pt x="0" y="48577"/>
                                    <a:pt x="0" y="49530"/>
                                    <a:pt x="0" y="49530"/>
                                  </a:cubicBezTo>
                                  <a:cubicBezTo>
                                    <a:pt x="0" y="50483"/>
                                    <a:pt x="0" y="51435"/>
                                    <a:pt x="0" y="52388"/>
                                  </a:cubicBezTo>
                                  <a:cubicBezTo>
                                    <a:pt x="0" y="54292"/>
                                    <a:pt x="0" y="55245"/>
                                    <a:pt x="0" y="56197"/>
                                  </a:cubicBezTo>
                                  <a:cubicBezTo>
                                    <a:pt x="0" y="57150"/>
                                    <a:pt x="0" y="58102"/>
                                    <a:pt x="0" y="59055"/>
                                  </a:cubicBezTo>
                                  <a:cubicBezTo>
                                    <a:pt x="0" y="60008"/>
                                    <a:pt x="0" y="60960"/>
                                    <a:pt x="0" y="60960"/>
                                  </a:cubicBezTo>
                                  <a:cubicBezTo>
                                    <a:pt x="0" y="60960"/>
                                    <a:pt x="0" y="61913"/>
                                    <a:pt x="0" y="61913"/>
                                  </a:cubicBezTo>
                                  <a:cubicBezTo>
                                    <a:pt x="0" y="61913"/>
                                    <a:pt x="0" y="61913"/>
                                    <a:pt x="0" y="61913"/>
                                  </a:cubicBezTo>
                                  <a:lnTo>
                                    <a:pt x="0" y="61913"/>
                                  </a:lnTo>
                                  <a:cubicBezTo>
                                    <a:pt x="0" y="61913"/>
                                    <a:pt x="0" y="61913"/>
                                    <a:pt x="0" y="61913"/>
                                  </a:cubicBezTo>
                                  <a:cubicBezTo>
                                    <a:pt x="0" y="61913"/>
                                    <a:pt x="0" y="60960"/>
                                    <a:pt x="0" y="60960"/>
                                  </a:cubicBezTo>
                                  <a:cubicBezTo>
                                    <a:pt x="0" y="60960"/>
                                    <a:pt x="0" y="60008"/>
                                    <a:pt x="0" y="59055"/>
                                  </a:cubicBezTo>
                                  <a:cubicBezTo>
                                    <a:pt x="0" y="58102"/>
                                    <a:pt x="0" y="57150"/>
                                    <a:pt x="0" y="56197"/>
                                  </a:cubicBezTo>
                                  <a:cubicBezTo>
                                    <a:pt x="0" y="55245"/>
                                    <a:pt x="0" y="53340"/>
                                    <a:pt x="0" y="52388"/>
                                  </a:cubicBezTo>
                                  <a:cubicBezTo>
                                    <a:pt x="0" y="51435"/>
                                    <a:pt x="0" y="50483"/>
                                    <a:pt x="0" y="49530"/>
                                  </a:cubicBezTo>
                                  <a:cubicBezTo>
                                    <a:pt x="0" y="49530"/>
                                    <a:pt x="0" y="48577"/>
                                    <a:pt x="0" y="48577"/>
                                  </a:cubicBezTo>
                                  <a:cubicBezTo>
                                    <a:pt x="0" y="48577"/>
                                    <a:pt x="0" y="47625"/>
                                    <a:pt x="0" y="47625"/>
                                  </a:cubicBezTo>
                                  <a:cubicBezTo>
                                    <a:pt x="0" y="46672"/>
                                    <a:pt x="0" y="45720"/>
                                    <a:pt x="953" y="44767"/>
                                  </a:cubicBezTo>
                                  <a:cubicBezTo>
                                    <a:pt x="953" y="43815"/>
                                    <a:pt x="1905" y="42863"/>
                                    <a:pt x="1905" y="41910"/>
                                  </a:cubicBezTo>
                                  <a:cubicBezTo>
                                    <a:pt x="1905" y="40005"/>
                                    <a:pt x="2857" y="38100"/>
                                    <a:pt x="3810" y="36195"/>
                                  </a:cubicBezTo>
                                  <a:lnTo>
                                    <a:pt x="3810" y="35242"/>
                                  </a:lnTo>
                                  <a:lnTo>
                                    <a:pt x="3810" y="35242"/>
                                  </a:lnTo>
                                  <a:lnTo>
                                    <a:pt x="3810" y="35242"/>
                                  </a:lnTo>
                                  <a:cubicBezTo>
                                    <a:pt x="3810" y="34290"/>
                                    <a:pt x="3810" y="34290"/>
                                    <a:pt x="4763" y="33338"/>
                                  </a:cubicBezTo>
                                  <a:cubicBezTo>
                                    <a:pt x="4763" y="32385"/>
                                    <a:pt x="5715" y="31433"/>
                                    <a:pt x="5715" y="30480"/>
                                  </a:cubicBezTo>
                                  <a:cubicBezTo>
                                    <a:pt x="7620" y="26670"/>
                                    <a:pt x="9525" y="22860"/>
                                    <a:pt x="10478" y="20002"/>
                                  </a:cubicBezTo>
                                  <a:cubicBezTo>
                                    <a:pt x="12382" y="15240"/>
                                    <a:pt x="13335" y="11430"/>
                                    <a:pt x="14288" y="9525"/>
                                  </a:cubicBezTo>
                                  <a:cubicBezTo>
                                    <a:pt x="14288" y="9525"/>
                                    <a:pt x="15240" y="10477"/>
                                    <a:pt x="15240" y="11430"/>
                                  </a:cubicBezTo>
                                  <a:cubicBezTo>
                                    <a:pt x="15240" y="12383"/>
                                    <a:pt x="16193" y="13335"/>
                                    <a:pt x="17145" y="14288"/>
                                  </a:cubicBezTo>
                                  <a:cubicBezTo>
                                    <a:pt x="18097" y="15240"/>
                                    <a:pt x="18097" y="16192"/>
                                    <a:pt x="19050" y="17145"/>
                                  </a:cubicBezTo>
                                  <a:cubicBezTo>
                                    <a:pt x="20003" y="19050"/>
                                    <a:pt x="21907" y="20955"/>
                                    <a:pt x="22860" y="22860"/>
                                  </a:cubicBezTo>
                                  <a:cubicBezTo>
                                    <a:pt x="22860" y="22860"/>
                                    <a:pt x="23813" y="23813"/>
                                    <a:pt x="23813" y="23813"/>
                                  </a:cubicBezTo>
                                  <a:cubicBezTo>
                                    <a:pt x="23813" y="23813"/>
                                    <a:pt x="23813" y="23813"/>
                                    <a:pt x="23813" y="23813"/>
                                  </a:cubicBezTo>
                                  <a:cubicBezTo>
                                    <a:pt x="23813" y="24765"/>
                                    <a:pt x="24765" y="25717"/>
                                    <a:pt x="24765" y="27622"/>
                                  </a:cubicBezTo>
                                  <a:cubicBezTo>
                                    <a:pt x="24765" y="29527"/>
                                    <a:pt x="24765" y="30480"/>
                                    <a:pt x="24765" y="32385"/>
                                  </a:cubicBezTo>
                                  <a:cubicBezTo>
                                    <a:pt x="24765" y="36195"/>
                                    <a:pt x="23813" y="40005"/>
                                    <a:pt x="22860" y="43815"/>
                                  </a:cubicBezTo>
                                  <a:cubicBezTo>
                                    <a:pt x="21907" y="45720"/>
                                    <a:pt x="21907" y="47625"/>
                                    <a:pt x="20955" y="50483"/>
                                  </a:cubicBezTo>
                                  <a:cubicBezTo>
                                    <a:pt x="20955" y="51435"/>
                                    <a:pt x="20955" y="52388"/>
                                    <a:pt x="20003" y="53340"/>
                                  </a:cubicBezTo>
                                  <a:cubicBezTo>
                                    <a:pt x="20003" y="54292"/>
                                    <a:pt x="20003" y="55245"/>
                                    <a:pt x="20003" y="56197"/>
                                  </a:cubicBezTo>
                                  <a:cubicBezTo>
                                    <a:pt x="20003" y="58102"/>
                                    <a:pt x="20003" y="60008"/>
                                    <a:pt x="19050" y="60960"/>
                                  </a:cubicBezTo>
                                  <a:cubicBezTo>
                                    <a:pt x="19050" y="61913"/>
                                    <a:pt x="19050" y="62865"/>
                                    <a:pt x="19050" y="62865"/>
                                  </a:cubicBezTo>
                                  <a:cubicBezTo>
                                    <a:pt x="19050" y="63817"/>
                                    <a:pt x="19050" y="63817"/>
                                    <a:pt x="19050" y="64770"/>
                                  </a:cubicBezTo>
                                  <a:cubicBezTo>
                                    <a:pt x="19050" y="66675"/>
                                    <a:pt x="20003" y="68580"/>
                                    <a:pt x="20003" y="69533"/>
                                  </a:cubicBezTo>
                                  <a:cubicBezTo>
                                    <a:pt x="20003" y="69533"/>
                                    <a:pt x="20003" y="69533"/>
                                    <a:pt x="20003" y="69533"/>
                                  </a:cubicBezTo>
                                  <a:cubicBezTo>
                                    <a:pt x="20003" y="69533"/>
                                    <a:pt x="20003" y="69533"/>
                                    <a:pt x="20003" y="69533"/>
                                  </a:cubicBezTo>
                                  <a:cubicBezTo>
                                    <a:pt x="20003" y="69533"/>
                                    <a:pt x="20003" y="69533"/>
                                    <a:pt x="20003" y="69533"/>
                                  </a:cubicBezTo>
                                  <a:cubicBezTo>
                                    <a:pt x="20003" y="69533"/>
                                    <a:pt x="20003" y="69533"/>
                                    <a:pt x="20003" y="69533"/>
                                  </a:cubicBezTo>
                                  <a:cubicBezTo>
                                    <a:pt x="20003" y="69533"/>
                                    <a:pt x="20003" y="69533"/>
                                    <a:pt x="20003" y="69533"/>
                                  </a:cubicBezTo>
                                  <a:cubicBezTo>
                                    <a:pt x="20003" y="69533"/>
                                    <a:pt x="20955" y="70485"/>
                                    <a:pt x="20955" y="70485"/>
                                  </a:cubicBezTo>
                                  <a:cubicBezTo>
                                    <a:pt x="20955" y="70485"/>
                                    <a:pt x="20003" y="70485"/>
                                    <a:pt x="20003" y="69533"/>
                                  </a:cubicBezTo>
                                  <a:cubicBezTo>
                                    <a:pt x="20003" y="69533"/>
                                    <a:pt x="20003" y="69533"/>
                                    <a:pt x="20003" y="69533"/>
                                  </a:cubicBezTo>
                                  <a:cubicBezTo>
                                    <a:pt x="20003" y="69533"/>
                                    <a:pt x="20003" y="69533"/>
                                    <a:pt x="20003" y="69533"/>
                                  </a:cubicBezTo>
                                  <a:cubicBezTo>
                                    <a:pt x="20003" y="69533"/>
                                    <a:pt x="20003" y="69533"/>
                                    <a:pt x="20003" y="69533"/>
                                  </a:cubicBezTo>
                                  <a:cubicBezTo>
                                    <a:pt x="20003" y="69533"/>
                                    <a:pt x="20003" y="69533"/>
                                    <a:pt x="20003" y="69533"/>
                                  </a:cubicBezTo>
                                  <a:cubicBezTo>
                                    <a:pt x="20003" y="69533"/>
                                    <a:pt x="20003" y="69533"/>
                                    <a:pt x="20003" y="69533"/>
                                  </a:cubicBezTo>
                                  <a:cubicBezTo>
                                    <a:pt x="19050" y="68580"/>
                                    <a:pt x="19050" y="67627"/>
                                    <a:pt x="19050" y="64770"/>
                                  </a:cubicBezTo>
                                  <a:cubicBezTo>
                                    <a:pt x="19050" y="63817"/>
                                    <a:pt x="19050" y="63817"/>
                                    <a:pt x="19050" y="62865"/>
                                  </a:cubicBezTo>
                                  <a:cubicBezTo>
                                    <a:pt x="19050" y="61913"/>
                                    <a:pt x="19050" y="61913"/>
                                    <a:pt x="19050" y="60960"/>
                                  </a:cubicBezTo>
                                  <a:cubicBezTo>
                                    <a:pt x="19050" y="59055"/>
                                    <a:pt x="19050" y="58102"/>
                                    <a:pt x="20003" y="56197"/>
                                  </a:cubicBezTo>
                                  <a:cubicBezTo>
                                    <a:pt x="20003" y="55245"/>
                                    <a:pt x="20003" y="54292"/>
                                    <a:pt x="20955" y="53340"/>
                                  </a:cubicBezTo>
                                  <a:cubicBezTo>
                                    <a:pt x="20955" y="52388"/>
                                    <a:pt x="20955" y="51435"/>
                                    <a:pt x="21907" y="50483"/>
                                  </a:cubicBezTo>
                                  <a:cubicBezTo>
                                    <a:pt x="21907" y="48577"/>
                                    <a:pt x="22860" y="46672"/>
                                    <a:pt x="23813" y="43815"/>
                                  </a:cubicBezTo>
                                  <a:cubicBezTo>
                                    <a:pt x="24765" y="40005"/>
                                    <a:pt x="25718" y="35242"/>
                                    <a:pt x="26670" y="31433"/>
                                  </a:cubicBezTo>
                                  <a:cubicBezTo>
                                    <a:pt x="26670" y="29527"/>
                                    <a:pt x="26670" y="27622"/>
                                    <a:pt x="26670" y="26670"/>
                                  </a:cubicBezTo>
                                  <a:cubicBezTo>
                                    <a:pt x="26670" y="26670"/>
                                    <a:pt x="26670" y="26670"/>
                                    <a:pt x="26670" y="26670"/>
                                  </a:cubicBezTo>
                                  <a:cubicBezTo>
                                    <a:pt x="27622" y="27622"/>
                                    <a:pt x="27622" y="27622"/>
                                    <a:pt x="28575" y="28575"/>
                                  </a:cubicBezTo>
                                  <a:cubicBezTo>
                                    <a:pt x="30480" y="30480"/>
                                    <a:pt x="31432" y="33338"/>
                                    <a:pt x="33338" y="35242"/>
                                  </a:cubicBezTo>
                                  <a:cubicBezTo>
                                    <a:pt x="35243" y="37147"/>
                                    <a:pt x="36195" y="39052"/>
                                    <a:pt x="38100" y="40958"/>
                                  </a:cubicBezTo>
                                  <a:cubicBezTo>
                                    <a:pt x="38100" y="40958"/>
                                    <a:pt x="38100" y="40958"/>
                                    <a:pt x="38100" y="41910"/>
                                  </a:cubicBezTo>
                                  <a:cubicBezTo>
                                    <a:pt x="38100" y="41910"/>
                                    <a:pt x="38100" y="42863"/>
                                    <a:pt x="39053" y="42863"/>
                                  </a:cubicBezTo>
                                  <a:cubicBezTo>
                                    <a:pt x="39053" y="43815"/>
                                    <a:pt x="40005" y="45720"/>
                                    <a:pt x="39053" y="48577"/>
                                  </a:cubicBezTo>
                                  <a:cubicBezTo>
                                    <a:pt x="39053" y="49530"/>
                                    <a:pt x="39053" y="51435"/>
                                    <a:pt x="39053" y="52388"/>
                                  </a:cubicBezTo>
                                  <a:cubicBezTo>
                                    <a:pt x="39053" y="53340"/>
                                    <a:pt x="39053" y="55245"/>
                                    <a:pt x="39053" y="56197"/>
                                  </a:cubicBezTo>
                                  <a:cubicBezTo>
                                    <a:pt x="39053" y="57150"/>
                                    <a:pt x="39053" y="58102"/>
                                    <a:pt x="39053" y="58102"/>
                                  </a:cubicBezTo>
                                  <a:cubicBezTo>
                                    <a:pt x="39053" y="59055"/>
                                    <a:pt x="39053" y="60008"/>
                                    <a:pt x="39053" y="60008"/>
                                  </a:cubicBezTo>
                                  <a:cubicBezTo>
                                    <a:pt x="39053" y="60960"/>
                                    <a:pt x="39053" y="61913"/>
                                    <a:pt x="39053" y="61913"/>
                                  </a:cubicBezTo>
                                  <a:cubicBezTo>
                                    <a:pt x="39053" y="62865"/>
                                    <a:pt x="39053" y="63817"/>
                                    <a:pt x="39053" y="63817"/>
                                  </a:cubicBezTo>
                                  <a:cubicBezTo>
                                    <a:pt x="39053" y="65722"/>
                                    <a:pt x="39053" y="66675"/>
                                    <a:pt x="39053" y="67627"/>
                                  </a:cubicBezTo>
                                  <a:cubicBezTo>
                                    <a:pt x="39053" y="68580"/>
                                    <a:pt x="39053" y="70485"/>
                                    <a:pt x="40005" y="71438"/>
                                  </a:cubicBezTo>
                                  <a:cubicBezTo>
                                    <a:pt x="40005" y="72390"/>
                                    <a:pt x="40005" y="72390"/>
                                    <a:pt x="40005" y="73342"/>
                                  </a:cubicBezTo>
                                  <a:cubicBezTo>
                                    <a:pt x="40005" y="74295"/>
                                    <a:pt x="40005" y="74295"/>
                                    <a:pt x="40005" y="75247"/>
                                  </a:cubicBezTo>
                                  <a:cubicBezTo>
                                    <a:pt x="40005" y="75247"/>
                                    <a:pt x="40005" y="76200"/>
                                    <a:pt x="40005" y="76200"/>
                                  </a:cubicBezTo>
                                  <a:cubicBezTo>
                                    <a:pt x="40005" y="76200"/>
                                    <a:pt x="40005" y="77152"/>
                                    <a:pt x="40005" y="77152"/>
                                  </a:cubicBezTo>
                                  <a:cubicBezTo>
                                    <a:pt x="40005" y="77152"/>
                                    <a:pt x="40005" y="77152"/>
                                    <a:pt x="40005" y="77152"/>
                                  </a:cubicBezTo>
                                  <a:cubicBezTo>
                                    <a:pt x="40005" y="76200"/>
                                    <a:pt x="40005" y="75247"/>
                                    <a:pt x="40005" y="75247"/>
                                  </a:cubicBezTo>
                                  <a:cubicBezTo>
                                    <a:pt x="40005" y="74295"/>
                                    <a:pt x="40005" y="74295"/>
                                    <a:pt x="40005" y="73342"/>
                                  </a:cubicBezTo>
                                  <a:cubicBezTo>
                                    <a:pt x="40005" y="72390"/>
                                    <a:pt x="40005" y="72390"/>
                                    <a:pt x="40005" y="71438"/>
                                  </a:cubicBezTo>
                                  <a:cubicBezTo>
                                    <a:pt x="40005" y="70485"/>
                                    <a:pt x="40005" y="68580"/>
                                    <a:pt x="40005" y="67627"/>
                                  </a:cubicBezTo>
                                  <a:cubicBezTo>
                                    <a:pt x="40005" y="66675"/>
                                    <a:pt x="40005" y="64770"/>
                                    <a:pt x="40005" y="62865"/>
                                  </a:cubicBezTo>
                                  <a:lnTo>
                                    <a:pt x="40005" y="61913"/>
                                  </a:lnTo>
                                  <a:lnTo>
                                    <a:pt x="40005" y="60960"/>
                                  </a:lnTo>
                                  <a:cubicBezTo>
                                    <a:pt x="40005" y="60008"/>
                                    <a:pt x="40005" y="59055"/>
                                    <a:pt x="40005" y="59055"/>
                                  </a:cubicBezTo>
                                  <a:cubicBezTo>
                                    <a:pt x="40005" y="58102"/>
                                    <a:pt x="40005" y="57150"/>
                                    <a:pt x="40005" y="57150"/>
                                  </a:cubicBezTo>
                                  <a:cubicBezTo>
                                    <a:pt x="40005" y="56197"/>
                                    <a:pt x="40005" y="55245"/>
                                    <a:pt x="40005" y="55245"/>
                                  </a:cubicBezTo>
                                  <a:cubicBezTo>
                                    <a:pt x="40005" y="53340"/>
                                    <a:pt x="40005" y="52388"/>
                                    <a:pt x="40005" y="51435"/>
                                  </a:cubicBezTo>
                                  <a:cubicBezTo>
                                    <a:pt x="40005" y="50483"/>
                                    <a:pt x="40005" y="48577"/>
                                    <a:pt x="40005" y="47625"/>
                                  </a:cubicBezTo>
                                  <a:cubicBezTo>
                                    <a:pt x="40005" y="46672"/>
                                    <a:pt x="40005" y="44767"/>
                                    <a:pt x="40005" y="43815"/>
                                  </a:cubicBezTo>
                                  <a:cubicBezTo>
                                    <a:pt x="40957" y="44767"/>
                                    <a:pt x="41910" y="46672"/>
                                    <a:pt x="42863" y="47625"/>
                                  </a:cubicBezTo>
                                  <a:cubicBezTo>
                                    <a:pt x="44768" y="50483"/>
                                    <a:pt x="46672" y="52388"/>
                                    <a:pt x="47625" y="55245"/>
                                  </a:cubicBezTo>
                                  <a:cubicBezTo>
                                    <a:pt x="48578" y="56197"/>
                                    <a:pt x="49530" y="58102"/>
                                    <a:pt x="49530" y="59055"/>
                                  </a:cubicBezTo>
                                  <a:cubicBezTo>
                                    <a:pt x="50482" y="60008"/>
                                    <a:pt x="50482" y="61913"/>
                                    <a:pt x="51435" y="62865"/>
                                  </a:cubicBezTo>
                                  <a:cubicBezTo>
                                    <a:pt x="52388" y="65722"/>
                                    <a:pt x="54293" y="67627"/>
                                    <a:pt x="54293" y="70485"/>
                                  </a:cubicBezTo>
                                  <a:cubicBezTo>
                                    <a:pt x="54293" y="71438"/>
                                    <a:pt x="55245" y="73342"/>
                                    <a:pt x="55245" y="74295"/>
                                  </a:cubicBezTo>
                                  <a:cubicBezTo>
                                    <a:pt x="55245" y="75247"/>
                                    <a:pt x="56197" y="76200"/>
                                    <a:pt x="56197" y="77152"/>
                                  </a:cubicBezTo>
                                  <a:cubicBezTo>
                                    <a:pt x="56197" y="77152"/>
                                    <a:pt x="56197" y="77152"/>
                                    <a:pt x="56197" y="77152"/>
                                  </a:cubicBezTo>
                                  <a:lnTo>
                                    <a:pt x="56197" y="77152"/>
                                  </a:lnTo>
                                  <a:cubicBezTo>
                                    <a:pt x="56197" y="76200"/>
                                    <a:pt x="55245" y="75247"/>
                                    <a:pt x="55245" y="73342"/>
                                  </a:cubicBezTo>
                                  <a:cubicBezTo>
                                    <a:pt x="55245" y="72390"/>
                                    <a:pt x="54293" y="70485"/>
                                    <a:pt x="54293" y="69533"/>
                                  </a:cubicBezTo>
                                  <a:cubicBezTo>
                                    <a:pt x="53340" y="66675"/>
                                    <a:pt x="52388" y="64770"/>
                                    <a:pt x="51435" y="61913"/>
                                  </a:cubicBezTo>
                                  <a:cubicBezTo>
                                    <a:pt x="51435" y="60960"/>
                                    <a:pt x="50482" y="60960"/>
                                    <a:pt x="50482" y="60008"/>
                                  </a:cubicBezTo>
                                  <a:cubicBezTo>
                                    <a:pt x="50482" y="59055"/>
                                    <a:pt x="49530" y="59055"/>
                                    <a:pt x="49530" y="58102"/>
                                  </a:cubicBezTo>
                                  <a:cubicBezTo>
                                    <a:pt x="49530" y="57150"/>
                                    <a:pt x="48578" y="57150"/>
                                    <a:pt x="48578" y="56197"/>
                                  </a:cubicBezTo>
                                  <a:cubicBezTo>
                                    <a:pt x="48578" y="55245"/>
                                    <a:pt x="47625" y="55245"/>
                                    <a:pt x="47625" y="54292"/>
                                  </a:cubicBezTo>
                                  <a:cubicBezTo>
                                    <a:pt x="45720" y="51435"/>
                                    <a:pt x="44768" y="49530"/>
                                    <a:pt x="42863" y="46672"/>
                                  </a:cubicBezTo>
                                  <a:cubicBezTo>
                                    <a:pt x="40957" y="43815"/>
                                    <a:pt x="40005" y="41910"/>
                                    <a:pt x="38100" y="39052"/>
                                  </a:cubicBezTo>
                                  <a:cubicBezTo>
                                    <a:pt x="37147" y="37147"/>
                                    <a:pt x="36195" y="35242"/>
                                    <a:pt x="34290" y="33338"/>
                                  </a:cubicBezTo>
                                  <a:cubicBezTo>
                                    <a:pt x="34290" y="33338"/>
                                    <a:pt x="35243" y="33338"/>
                                    <a:pt x="35243" y="34290"/>
                                  </a:cubicBezTo>
                                  <a:cubicBezTo>
                                    <a:pt x="36195" y="35242"/>
                                    <a:pt x="38100" y="35242"/>
                                    <a:pt x="40005" y="36195"/>
                                  </a:cubicBezTo>
                                  <a:cubicBezTo>
                                    <a:pt x="43815" y="37147"/>
                                    <a:pt x="47625" y="39052"/>
                                    <a:pt x="52388" y="40005"/>
                                  </a:cubicBezTo>
                                  <a:cubicBezTo>
                                    <a:pt x="54293" y="40958"/>
                                    <a:pt x="57150" y="40958"/>
                                    <a:pt x="59055" y="41910"/>
                                  </a:cubicBezTo>
                                  <a:cubicBezTo>
                                    <a:pt x="60960" y="42863"/>
                                    <a:pt x="63818" y="43815"/>
                                    <a:pt x="65722" y="44767"/>
                                  </a:cubicBezTo>
                                  <a:cubicBezTo>
                                    <a:pt x="67628" y="45720"/>
                                    <a:pt x="70485" y="47625"/>
                                    <a:pt x="72390" y="49530"/>
                                  </a:cubicBezTo>
                                  <a:cubicBezTo>
                                    <a:pt x="74295" y="51435"/>
                                    <a:pt x="76200" y="53340"/>
                                    <a:pt x="78105" y="55245"/>
                                  </a:cubicBezTo>
                                  <a:cubicBezTo>
                                    <a:pt x="79057" y="56197"/>
                                    <a:pt x="80010" y="57150"/>
                                    <a:pt x="80963" y="59055"/>
                                  </a:cubicBezTo>
                                  <a:cubicBezTo>
                                    <a:pt x="81915" y="60008"/>
                                    <a:pt x="82868" y="61913"/>
                                    <a:pt x="82868" y="62865"/>
                                  </a:cubicBezTo>
                                  <a:cubicBezTo>
                                    <a:pt x="82868" y="63817"/>
                                    <a:pt x="83820" y="63817"/>
                                    <a:pt x="83820" y="64770"/>
                                  </a:cubicBezTo>
                                  <a:cubicBezTo>
                                    <a:pt x="83820" y="65722"/>
                                    <a:pt x="84772" y="65722"/>
                                    <a:pt x="84772" y="66675"/>
                                  </a:cubicBezTo>
                                  <a:cubicBezTo>
                                    <a:pt x="85725" y="67627"/>
                                    <a:pt x="85725" y="69533"/>
                                    <a:pt x="85725" y="71438"/>
                                  </a:cubicBezTo>
                                  <a:cubicBezTo>
                                    <a:pt x="85725" y="71438"/>
                                    <a:pt x="85725" y="72390"/>
                                    <a:pt x="85725" y="72390"/>
                                  </a:cubicBezTo>
                                  <a:cubicBezTo>
                                    <a:pt x="85725" y="72390"/>
                                    <a:pt x="85725" y="72390"/>
                                    <a:pt x="85725" y="72390"/>
                                  </a:cubicBezTo>
                                  <a:lnTo>
                                    <a:pt x="85725" y="71438"/>
                                  </a:lnTo>
                                  <a:cubicBezTo>
                                    <a:pt x="84772" y="68580"/>
                                    <a:pt x="83820" y="65722"/>
                                    <a:pt x="82868" y="62865"/>
                                  </a:cubicBezTo>
                                  <a:cubicBezTo>
                                    <a:pt x="81915" y="60008"/>
                                    <a:pt x="80010" y="57150"/>
                                    <a:pt x="78105" y="55245"/>
                                  </a:cubicBezTo>
                                  <a:cubicBezTo>
                                    <a:pt x="76200" y="53340"/>
                                    <a:pt x="74295" y="50483"/>
                                    <a:pt x="72390" y="48577"/>
                                  </a:cubicBezTo>
                                  <a:cubicBezTo>
                                    <a:pt x="70485" y="46672"/>
                                    <a:pt x="68580" y="44767"/>
                                    <a:pt x="65722" y="43815"/>
                                  </a:cubicBezTo>
                                  <a:cubicBezTo>
                                    <a:pt x="63818" y="41910"/>
                                    <a:pt x="60960" y="40958"/>
                                    <a:pt x="59055" y="40005"/>
                                  </a:cubicBezTo>
                                  <a:cubicBezTo>
                                    <a:pt x="57150" y="39052"/>
                                    <a:pt x="54293" y="38100"/>
                                    <a:pt x="52388" y="37147"/>
                                  </a:cubicBezTo>
                                  <a:cubicBezTo>
                                    <a:pt x="47625" y="36195"/>
                                    <a:pt x="43815" y="34290"/>
                                    <a:pt x="40957" y="33338"/>
                                  </a:cubicBezTo>
                                  <a:cubicBezTo>
                                    <a:pt x="39053" y="32385"/>
                                    <a:pt x="38100" y="32385"/>
                                    <a:pt x="36195" y="31433"/>
                                  </a:cubicBezTo>
                                  <a:cubicBezTo>
                                    <a:pt x="35243" y="30480"/>
                                    <a:pt x="34290" y="30480"/>
                                    <a:pt x="33338" y="29527"/>
                                  </a:cubicBezTo>
                                  <a:cubicBezTo>
                                    <a:pt x="32385" y="29527"/>
                                    <a:pt x="32385" y="28575"/>
                                    <a:pt x="31432" y="28575"/>
                                  </a:cubicBezTo>
                                  <a:cubicBezTo>
                                    <a:pt x="30480" y="26670"/>
                                    <a:pt x="29528" y="25717"/>
                                    <a:pt x="28575" y="23813"/>
                                  </a:cubicBezTo>
                                  <a:cubicBezTo>
                                    <a:pt x="27622" y="22860"/>
                                    <a:pt x="26670" y="21908"/>
                                    <a:pt x="26670" y="20955"/>
                                  </a:cubicBezTo>
                                  <a:cubicBezTo>
                                    <a:pt x="25718" y="20002"/>
                                    <a:pt x="24765" y="19050"/>
                                    <a:pt x="24765" y="18097"/>
                                  </a:cubicBezTo>
                                  <a:cubicBezTo>
                                    <a:pt x="23813" y="16192"/>
                                    <a:pt x="21907" y="14288"/>
                                    <a:pt x="20955" y="12383"/>
                                  </a:cubicBezTo>
                                  <a:cubicBezTo>
                                    <a:pt x="20955" y="12383"/>
                                    <a:pt x="20955" y="12383"/>
                                    <a:pt x="20955" y="11430"/>
                                  </a:cubicBezTo>
                                  <a:cubicBezTo>
                                    <a:pt x="20955" y="11430"/>
                                    <a:pt x="20955" y="11430"/>
                                    <a:pt x="21907" y="11430"/>
                                  </a:cubicBezTo>
                                  <a:cubicBezTo>
                                    <a:pt x="22860" y="11430"/>
                                    <a:pt x="24765" y="11430"/>
                                    <a:pt x="26670" y="12383"/>
                                  </a:cubicBezTo>
                                  <a:cubicBezTo>
                                    <a:pt x="27622" y="12383"/>
                                    <a:pt x="28575" y="12383"/>
                                    <a:pt x="29528" y="12383"/>
                                  </a:cubicBezTo>
                                  <a:cubicBezTo>
                                    <a:pt x="30480" y="12383"/>
                                    <a:pt x="31432" y="12383"/>
                                    <a:pt x="32385" y="12383"/>
                                  </a:cubicBezTo>
                                  <a:cubicBezTo>
                                    <a:pt x="34290" y="12383"/>
                                    <a:pt x="37147" y="12383"/>
                                    <a:pt x="39053" y="13335"/>
                                  </a:cubicBezTo>
                                  <a:cubicBezTo>
                                    <a:pt x="41910" y="13335"/>
                                    <a:pt x="43815" y="14288"/>
                                    <a:pt x="46672" y="14288"/>
                                  </a:cubicBezTo>
                                  <a:cubicBezTo>
                                    <a:pt x="49530" y="14288"/>
                                    <a:pt x="52388" y="15240"/>
                                    <a:pt x="55245" y="15240"/>
                                  </a:cubicBezTo>
                                  <a:cubicBezTo>
                                    <a:pt x="58103" y="16192"/>
                                    <a:pt x="60960" y="16192"/>
                                    <a:pt x="63818" y="17145"/>
                                  </a:cubicBezTo>
                                  <a:cubicBezTo>
                                    <a:pt x="66675" y="18097"/>
                                    <a:pt x="69532" y="19050"/>
                                    <a:pt x="72390" y="20002"/>
                                  </a:cubicBezTo>
                                  <a:cubicBezTo>
                                    <a:pt x="75247" y="20955"/>
                                    <a:pt x="78105" y="22860"/>
                                    <a:pt x="80010" y="24765"/>
                                  </a:cubicBezTo>
                                  <a:cubicBezTo>
                                    <a:pt x="80963" y="25717"/>
                                    <a:pt x="82868" y="26670"/>
                                    <a:pt x="83820" y="27622"/>
                                  </a:cubicBezTo>
                                  <a:cubicBezTo>
                                    <a:pt x="84772" y="28575"/>
                                    <a:pt x="86678" y="29527"/>
                                    <a:pt x="87630" y="30480"/>
                                  </a:cubicBezTo>
                                  <a:cubicBezTo>
                                    <a:pt x="88582" y="31433"/>
                                    <a:pt x="89535" y="32385"/>
                                    <a:pt x="90488" y="33338"/>
                                  </a:cubicBezTo>
                                  <a:cubicBezTo>
                                    <a:pt x="91440" y="34290"/>
                                    <a:pt x="92393" y="36195"/>
                                    <a:pt x="93345" y="37147"/>
                                  </a:cubicBezTo>
                                  <a:cubicBezTo>
                                    <a:pt x="94297" y="38100"/>
                                    <a:pt x="95250" y="40005"/>
                                    <a:pt x="95250" y="40958"/>
                                  </a:cubicBezTo>
                                  <a:cubicBezTo>
                                    <a:pt x="95250" y="41910"/>
                                    <a:pt x="96203" y="42863"/>
                                    <a:pt x="96203" y="43815"/>
                                  </a:cubicBezTo>
                                  <a:cubicBezTo>
                                    <a:pt x="96203" y="43815"/>
                                    <a:pt x="96203" y="42863"/>
                                    <a:pt x="96203" y="42863"/>
                                  </a:cubicBezTo>
                                  <a:cubicBezTo>
                                    <a:pt x="96203" y="41910"/>
                                    <a:pt x="95250" y="41910"/>
                                    <a:pt x="95250" y="40958"/>
                                  </a:cubicBezTo>
                                  <a:cubicBezTo>
                                    <a:pt x="94297" y="40005"/>
                                    <a:pt x="93345" y="38100"/>
                                    <a:pt x="93345" y="37147"/>
                                  </a:cubicBezTo>
                                  <a:cubicBezTo>
                                    <a:pt x="92393" y="36195"/>
                                    <a:pt x="91440" y="34290"/>
                                    <a:pt x="90488" y="33338"/>
                                  </a:cubicBezTo>
                                  <a:cubicBezTo>
                                    <a:pt x="89535" y="32385"/>
                                    <a:pt x="88582" y="31433"/>
                                    <a:pt x="87630" y="29527"/>
                                  </a:cubicBezTo>
                                  <a:cubicBezTo>
                                    <a:pt x="86678" y="28575"/>
                                    <a:pt x="85725" y="27622"/>
                                    <a:pt x="83820" y="26670"/>
                                  </a:cubicBezTo>
                                  <a:cubicBezTo>
                                    <a:pt x="82868" y="25717"/>
                                    <a:pt x="80963" y="24765"/>
                                    <a:pt x="80010" y="23813"/>
                                  </a:cubicBezTo>
                                  <a:cubicBezTo>
                                    <a:pt x="77153" y="21908"/>
                                    <a:pt x="75247" y="20955"/>
                                    <a:pt x="72390" y="19050"/>
                                  </a:cubicBezTo>
                                  <a:cubicBezTo>
                                    <a:pt x="69532" y="18097"/>
                                    <a:pt x="66675" y="17145"/>
                                    <a:pt x="63818" y="16192"/>
                                  </a:cubicBezTo>
                                  <a:cubicBezTo>
                                    <a:pt x="60960" y="15240"/>
                                    <a:pt x="58103" y="14288"/>
                                    <a:pt x="55245" y="14288"/>
                                  </a:cubicBezTo>
                                  <a:cubicBezTo>
                                    <a:pt x="52388" y="13335"/>
                                    <a:pt x="49530" y="13335"/>
                                    <a:pt x="46672" y="12383"/>
                                  </a:cubicBezTo>
                                  <a:cubicBezTo>
                                    <a:pt x="43815" y="12383"/>
                                    <a:pt x="40957" y="11430"/>
                                    <a:pt x="39053" y="11430"/>
                                  </a:cubicBezTo>
                                  <a:cubicBezTo>
                                    <a:pt x="36195" y="11430"/>
                                    <a:pt x="34290" y="10477"/>
                                    <a:pt x="32385" y="10477"/>
                                  </a:cubicBezTo>
                                  <a:cubicBezTo>
                                    <a:pt x="31432" y="10477"/>
                                    <a:pt x="30480" y="10477"/>
                                    <a:pt x="29528" y="10477"/>
                                  </a:cubicBezTo>
                                  <a:cubicBezTo>
                                    <a:pt x="28575" y="10477"/>
                                    <a:pt x="27622" y="10477"/>
                                    <a:pt x="26670" y="10477"/>
                                  </a:cubicBezTo>
                                  <a:cubicBezTo>
                                    <a:pt x="24765" y="10477"/>
                                    <a:pt x="23813" y="10477"/>
                                    <a:pt x="21907" y="9525"/>
                                  </a:cubicBezTo>
                                  <a:cubicBezTo>
                                    <a:pt x="20955" y="9525"/>
                                    <a:pt x="20003" y="9525"/>
                                    <a:pt x="20003" y="9525"/>
                                  </a:cubicBezTo>
                                  <a:lnTo>
                                    <a:pt x="20003" y="9525"/>
                                  </a:lnTo>
                                  <a:cubicBezTo>
                                    <a:pt x="20003" y="8572"/>
                                    <a:pt x="19050" y="7620"/>
                                    <a:pt x="19050" y="6667"/>
                                  </a:cubicBezTo>
                                  <a:cubicBezTo>
                                    <a:pt x="18097" y="4763"/>
                                    <a:pt x="17145" y="3810"/>
                                    <a:pt x="17145" y="2858"/>
                                  </a:cubicBezTo>
                                  <a:cubicBezTo>
                                    <a:pt x="16193" y="952"/>
                                    <a:pt x="15240" y="0"/>
                                    <a:pt x="15240" y="0"/>
                                  </a:cubicBezTo>
                                  <a:cubicBezTo>
                                    <a:pt x="14288" y="952"/>
                                    <a:pt x="12382" y="2858"/>
                                    <a:pt x="12382" y="2858"/>
                                  </a:cubicBezTo>
                                  <a:cubicBezTo>
                                    <a:pt x="12382" y="4763"/>
                                    <a:pt x="13335" y="5715"/>
                                    <a:pt x="14288" y="6667"/>
                                  </a:cubicBezTo>
                                  <a:close/>
                                </a:path>
                              </a:pathLst>
                            </a:custGeom>
                            <a:grpFill/>
                            <a:ln w="9525" cap="flat">
                              <a:noFill/>
                              <a:prstDash val="solid"/>
                              <a:miter/>
                            </a:ln>
                          </p:spPr>
                          <p:txBody>
                            <a:bodyPr rtlCol="0" anchor="ctr"/>
                            <a:lstStyle/>
                            <a:p>
                              <a:endParaRPr lang="en-US"/>
                            </a:p>
                          </p:txBody>
                        </p:sp>
                      </p:grpSp>
                      <p:grpSp>
                        <p:nvGrpSpPr>
                          <p:cNvPr id="170" name="Graphic 2">
                            <a:extLst>
                              <a:ext uri="{FF2B5EF4-FFF2-40B4-BE49-F238E27FC236}">
                                <a16:creationId xmlns:a16="http://schemas.microsoft.com/office/drawing/2014/main" id="{AE736AF3-0337-429B-AEF1-DA4B52809559}"/>
                              </a:ext>
                            </a:extLst>
                          </p:cNvPr>
                          <p:cNvGrpSpPr/>
                          <p:nvPr/>
                        </p:nvGrpSpPr>
                        <p:grpSpPr>
                          <a:xfrm>
                            <a:off x="3165896" y="2810552"/>
                            <a:ext cx="101359" cy="82062"/>
                            <a:chOff x="3165896" y="2810552"/>
                            <a:chExt cx="101359" cy="82062"/>
                          </a:xfrm>
                          <a:grpFill/>
                        </p:grpSpPr>
                        <p:sp>
                          <p:nvSpPr>
                            <p:cNvPr id="171" name="Freeform: Shape 170">
                              <a:extLst>
                                <a:ext uri="{FF2B5EF4-FFF2-40B4-BE49-F238E27FC236}">
                                  <a16:creationId xmlns:a16="http://schemas.microsoft.com/office/drawing/2014/main" id="{6EC90D7C-E454-46EF-B553-413DC13B39EF}"/>
                                </a:ext>
                              </a:extLst>
                            </p:cNvPr>
                            <p:cNvSpPr/>
                            <p:nvPr/>
                          </p:nvSpPr>
                          <p:spPr>
                            <a:xfrm>
                              <a:off x="3165896" y="2810552"/>
                              <a:ext cx="101359" cy="82062"/>
                            </a:xfrm>
                            <a:custGeom>
                              <a:avLst/>
                              <a:gdLst>
                                <a:gd name="connsiteX0" fmla="*/ 9920 w 101359"/>
                                <a:gd name="connsiteY0" fmla="*/ 16340 h 82062"/>
                                <a:gd name="connsiteX1" fmla="*/ 12777 w 101359"/>
                                <a:gd name="connsiteY1" fmla="*/ 12530 h 82062"/>
                                <a:gd name="connsiteX2" fmla="*/ 15635 w 101359"/>
                                <a:gd name="connsiteY2" fmla="*/ 8720 h 82062"/>
                                <a:gd name="connsiteX3" fmla="*/ 16587 w 101359"/>
                                <a:gd name="connsiteY3" fmla="*/ 6815 h 82062"/>
                                <a:gd name="connsiteX4" fmla="*/ 19445 w 101359"/>
                                <a:gd name="connsiteY4" fmla="*/ 3957 h 82062"/>
                                <a:gd name="connsiteX5" fmla="*/ 19445 w 101359"/>
                                <a:gd name="connsiteY5" fmla="*/ 3957 h 82062"/>
                                <a:gd name="connsiteX6" fmla="*/ 19445 w 101359"/>
                                <a:gd name="connsiteY6" fmla="*/ 3957 h 82062"/>
                                <a:gd name="connsiteX7" fmla="*/ 20397 w 101359"/>
                                <a:gd name="connsiteY7" fmla="*/ 3957 h 82062"/>
                                <a:gd name="connsiteX8" fmla="*/ 22302 w 101359"/>
                                <a:gd name="connsiteY8" fmla="*/ 3005 h 82062"/>
                                <a:gd name="connsiteX9" fmla="*/ 28970 w 101359"/>
                                <a:gd name="connsiteY9" fmla="*/ 1100 h 82062"/>
                                <a:gd name="connsiteX10" fmla="*/ 51830 w 101359"/>
                                <a:gd name="connsiteY10" fmla="*/ 1100 h 82062"/>
                                <a:gd name="connsiteX11" fmla="*/ 80405 w 101359"/>
                                <a:gd name="connsiteY11" fmla="*/ 12530 h 82062"/>
                                <a:gd name="connsiteX12" fmla="*/ 92787 w 101359"/>
                                <a:gd name="connsiteY12" fmla="*/ 25865 h 82062"/>
                                <a:gd name="connsiteX13" fmla="*/ 101360 w 101359"/>
                                <a:gd name="connsiteY13" fmla="*/ 46820 h 82062"/>
                                <a:gd name="connsiteX14" fmla="*/ 101360 w 101359"/>
                                <a:gd name="connsiteY14" fmla="*/ 47772 h 82062"/>
                                <a:gd name="connsiteX15" fmla="*/ 101360 w 101359"/>
                                <a:gd name="connsiteY15" fmla="*/ 47772 h 82062"/>
                                <a:gd name="connsiteX16" fmla="*/ 101360 w 101359"/>
                                <a:gd name="connsiteY16" fmla="*/ 53487 h 82062"/>
                                <a:gd name="connsiteX17" fmla="*/ 98502 w 101359"/>
                                <a:gd name="connsiteY17" fmla="*/ 65870 h 82062"/>
                                <a:gd name="connsiteX18" fmla="*/ 96597 w 101359"/>
                                <a:gd name="connsiteY18" fmla="*/ 70632 h 82062"/>
                                <a:gd name="connsiteX19" fmla="*/ 93740 w 101359"/>
                                <a:gd name="connsiteY19" fmla="*/ 74442 h 82062"/>
                                <a:gd name="connsiteX20" fmla="*/ 92787 w 101359"/>
                                <a:gd name="connsiteY20" fmla="*/ 75395 h 82062"/>
                                <a:gd name="connsiteX21" fmla="*/ 92787 w 101359"/>
                                <a:gd name="connsiteY21" fmla="*/ 75395 h 82062"/>
                                <a:gd name="connsiteX22" fmla="*/ 84215 w 101359"/>
                                <a:gd name="connsiteY22" fmla="*/ 81110 h 82062"/>
                                <a:gd name="connsiteX23" fmla="*/ 79452 w 101359"/>
                                <a:gd name="connsiteY23" fmla="*/ 82062 h 82062"/>
                                <a:gd name="connsiteX24" fmla="*/ 75642 w 101359"/>
                                <a:gd name="connsiteY24" fmla="*/ 82062 h 82062"/>
                                <a:gd name="connsiteX25" fmla="*/ 63260 w 101359"/>
                                <a:gd name="connsiteY25" fmla="*/ 79205 h 82062"/>
                                <a:gd name="connsiteX26" fmla="*/ 63260 w 101359"/>
                                <a:gd name="connsiteY26" fmla="*/ 79205 h 82062"/>
                                <a:gd name="connsiteX27" fmla="*/ 60402 w 101359"/>
                                <a:gd name="connsiteY27" fmla="*/ 77300 h 82062"/>
                                <a:gd name="connsiteX28" fmla="*/ 56592 w 101359"/>
                                <a:gd name="connsiteY28" fmla="*/ 78252 h 82062"/>
                                <a:gd name="connsiteX29" fmla="*/ 47067 w 101359"/>
                                <a:gd name="connsiteY29" fmla="*/ 80157 h 82062"/>
                                <a:gd name="connsiteX30" fmla="*/ 46115 w 101359"/>
                                <a:gd name="connsiteY30" fmla="*/ 80157 h 82062"/>
                                <a:gd name="connsiteX31" fmla="*/ 46115 w 101359"/>
                                <a:gd name="connsiteY31" fmla="*/ 80157 h 82062"/>
                                <a:gd name="connsiteX32" fmla="*/ 37542 w 101359"/>
                                <a:gd name="connsiteY32" fmla="*/ 78252 h 82062"/>
                                <a:gd name="connsiteX33" fmla="*/ 29922 w 101359"/>
                                <a:gd name="connsiteY33" fmla="*/ 73490 h 82062"/>
                                <a:gd name="connsiteX34" fmla="*/ 28970 w 101359"/>
                                <a:gd name="connsiteY34" fmla="*/ 72537 h 82062"/>
                                <a:gd name="connsiteX35" fmla="*/ 28017 w 101359"/>
                                <a:gd name="connsiteY35" fmla="*/ 71585 h 82062"/>
                                <a:gd name="connsiteX36" fmla="*/ 25160 w 101359"/>
                                <a:gd name="connsiteY36" fmla="*/ 69680 h 82062"/>
                                <a:gd name="connsiteX37" fmla="*/ 24207 w 101359"/>
                                <a:gd name="connsiteY37" fmla="*/ 68727 h 82062"/>
                                <a:gd name="connsiteX38" fmla="*/ 23255 w 101359"/>
                                <a:gd name="connsiteY38" fmla="*/ 68727 h 82062"/>
                                <a:gd name="connsiteX39" fmla="*/ 23255 w 101359"/>
                                <a:gd name="connsiteY39" fmla="*/ 68727 h 82062"/>
                                <a:gd name="connsiteX40" fmla="*/ 20397 w 101359"/>
                                <a:gd name="connsiteY40" fmla="*/ 67775 h 82062"/>
                                <a:gd name="connsiteX41" fmla="*/ 12777 w 101359"/>
                                <a:gd name="connsiteY41" fmla="*/ 65870 h 82062"/>
                                <a:gd name="connsiteX42" fmla="*/ 9920 w 101359"/>
                                <a:gd name="connsiteY42" fmla="*/ 65870 h 82062"/>
                                <a:gd name="connsiteX43" fmla="*/ 8015 w 101359"/>
                                <a:gd name="connsiteY43" fmla="*/ 65870 h 82062"/>
                                <a:gd name="connsiteX44" fmla="*/ 8015 w 101359"/>
                                <a:gd name="connsiteY44" fmla="*/ 65870 h 82062"/>
                                <a:gd name="connsiteX45" fmla="*/ 8015 w 101359"/>
                                <a:gd name="connsiteY45" fmla="*/ 65870 h 82062"/>
                                <a:gd name="connsiteX46" fmla="*/ 8015 w 101359"/>
                                <a:gd name="connsiteY46" fmla="*/ 65870 h 82062"/>
                                <a:gd name="connsiteX47" fmla="*/ 6110 w 101359"/>
                                <a:gd name="connsiteY47" fmla="*/ 65870 h 82062"/>
                                <a:gd name="connsiteX48" fmla="*/ 5157 w 101359"/>
                                <a:gd name="connsiteY48" fmla="*/ 65870 h 82062"/>
                                <a:gd name="connsiteX49" fmla="*/ 5157 w 101359"/>
                                <a:gd name="connsiteY49" fmla="*/ 65870 h 82062"/>
                                <a:gd name="connsiteX50" fmla="*/ 4205 w 101359"/>
                                <a:gd name="connsiteY50" fmla="*/ 64917 h 82062"/>
                                <a:gd name="connsiteX51" fmla="*/ 3252 w 101359"/>
                                <a:gd name="connsiteY51" fmla="*/ 63965 h 82062"/>
                                <a:gd name="connsiteX52" fmla="*/ 1347 w 101359"/>
                                <a:gd name="connsiteY52" fmla="*/ 60155 h 82062"/>
                                <a:gd name="connsiteX53" fmla="*/ 395 w 101359"/>
                                <a:gd name="connsiteY53" fmla="*/ 47772 h 82062"/>
                                <a:gd name="connsiteX54" fmla="*/ 3252 w 101359"/>
                                <a:gd name="connsiteY54" fmla="*/ 35390 h 82062"/>
                                <a:gd name="connsiteX55" fmla="*/ 7062 w 101359"/>
                                <a:gd name="connsiteY55" fmla="*/ 24912 h 82062"/>
                                <a:gd name="connsiteX56" fmla="*/ 9920 w 101359"/>
                                <a:gd name="connsiteY56" fmla="*/ 16340 h 82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01359" h="82062">
                                  <a:moveTo>
                                    <a:pt x="9920" y="16340"/>
                                  </a:moveTo>
                                  <a:cubicBezTo>
                                    <a:pt x="10872" y="15387"/>
                                    <a:pt x="11825" y="13482"/>
                                    <a:pt x="12777" y="12530"/>
                                  </a:cubicBezTo>
                                  <a:cubicBezTo>
                                    <a:pt x="13730" y="11577"/>
                                    <a:pt x="14682" y="9672"/>
                                    <a:pt x="15635" y="8720"/>
                                  </a:cubicBezTo>
                                  <a:cubicBezTo>
                                    <a:pt x="15635" y="7767"/>
                                    <a:pt x="16587" y="7767"/>
                                    <a:pt x="16587" y="6815"/>
                                  </a:cubicBezTo>
                                  <a:cubicBezTo>
                                    <a:pt x="16587" y="6815"/>
                                    <a:pt x="18492" y="4910"/>
                                    <a:pt x="19445" y="3957"/>
                                  </a:cubicBezTo>
                                  <a:cubicBezTo>
                                    <a:pt x="19445" y="3957"/>
                                    <a:pt x="19445" y="3957"/>
                                    <a:pt x="19445" y="3957"/>
                                  </a:cubicBezTo>
                                  <a:cubicBezTo>
                                    <a:pt x="19445" y="3957"/>
                                    <a:pt x="19445" y="3957"/>
                                    <a:pt x="19445" y="3957"/>
                                  </a:cubicBezTo>
                                  <a:cubicBezTo>
                                    <a:pt x="19445" y="3957"/>
                                    <a:pt x="19445" y="3957"/>
                                    <a:pt x="20397" y="3957"/>
                                  </a:cubicBezTo>
                                  <a:cubicBezTo>
                                    <a:pt x="20397" y="3957"/>
                                    <a:pt x="21350" y="3957"/>
                                    <a:pt x="22302" y="3005"/>
                                  </a:cubicBezTo>
                                  <a:cubicBezTo>
                                    <a:pt x="24207" y="3005"/>
                                    <a:pt x="26112" y="2052"/>
                                    <a:pt x="28970" y="1100"/>
                                  </a:cubicBezTo>
                                  <a:cubicBezTo>
                                    <a:pt x="34685" y="147"/>
                                    <a:pt x="43257" y="-805"/>
                                    <a:pt x="51830" y="1100"/>
                                  </a:cubicBezTo>
                                  <a:cubicBezTo>
                                    <a:pt x="61355" y="2052"/>
                                    <a:pt x="70880" y="4910"/>
                                    <a:pt x="80405" y="12530"/>
                                  </a:cubicBezTo>
                                  <a:cubicBezTo>
                                    <a:pt x="85167" y="16340"/>
                                    <a:pt x="88977" y="20150"/>
                                    <a:pt x="92787" y="25865"/>
                                  </a:cubicBezTo>
                                  <a:cubicBezTo>
                                    <a:pt x="96597" y="31580"/>
                                    <a:pt x="99455" y="38247"/>
                                    <a:pt x="101360" y="46820"/>
                                  </a:cubicBezTo>
                                  <a:cubicBezTo>
                                    <a:pt x="101360" y="46820"/>
                                    <a:pt x="101360" y="47772"/>
                                    <a:pt x="101360" y="47772"/>
                                  </a:cubicBezTo>
                                  <a:cubicBezTo>
                                    <a:pt x="101360" y="47772"/>
                                    <a:pt x="101360" y="47772"/>
                                    <a:pt x="101360" y="47772"/>
                                  </a:cubicBezTo>
                                  <a:cubicBezTo>
                                    <a:pt x="101360" y="49677"/>
                                    <a:pt x="101360" y="51582"/>
                                    <a:pt x="101360" y="53487"/>
                                  </a:cubicBezTo>
                                  <a:cubicBezTo>
                                    <a:pt x="101360" y="58250"/>
                                    <a:pt x="99455" y="63012"/>
                                    <a:pt x="98502" y="65870"/>
                                  </a:cubicBezTo>
                                  <a:cubicBezTo>
                                    <a:pt x="97550" y="67775"/>
                                    <a:pt x="97550" y="68727"/>
                                    <a:pt x="96597" y="70632"/>
                                  </a:cubicBezTo>
                                  <a:cubicBezTo>
                                    <a:pt x="95645" y="71585"/>
                                    <a:pt x="94692" y="73490"/>
                                    <a:pt x="93740" y="74442"/>
                                  </a:cubicBezTo>
                                  <a:cubicBezTo>
                                    <a:pt x="93740" y="74442"/>
                                    <a:pt x="92787" y="75395"/>
                                    <a:pt x="92787" y="75395"/>
                                  </a:cubicBezTo>
                                  <a:cubicBezTo>
                                    <a:pt x="92787" y="75395"/>
                                    <a:pt x="92787" y="75395"/>
                                    <a:pt x="92787" y="75395"/>
                                  </a:cubicBezTo>
                                  <a:cubicBezTo>
                                    <a:pt x="89930" y="78252"/>
                                    <a:pt x="87072" y="80157"/>
                                    <a:pt x="84215" y="81110"/>
                                  </a:cubicBezTo>
                                  <a:cubicBezTo>
                                    <a:pt x="82310" y="82062"/>
                                    <a:pt x="81357" y="82062"/>
                                    <a:pt x="79452" y="82062"/>
                                  </a:cubicBezTo>
                                  <a:cubicBezTo>
                                    <a:pt x="78500" y="82062"/>
                                    <a:pt x="76595" y="82062"/>
                                    <a:pt x="75642" y="82062"/>
                                  </a:cubicBezTo>
                                  <a:cubicBezTo>
                                    <a:pt x="69927" y="82062"/>
                                    <a:pt x="66117" y="80157"/>
                                    <a:pt x="63260" y="79205"/>
                                  </a:cubicBezTo>
                                  <a:cubicBezTo>
                                    <a:pt x="63260" y="79205"/>
                                    <a:pt x="63260" y="79205"/>
                                    <a:pt x="63260" y="79205"/>
                                  </a:cubicBezTo>
                                  <a:cubicBezTo>
                                    <a:pt x="61355" y="78252"/>
                                    <a:pt x="60402" y="77300"/>
                                    <a:pt x="60402" y="77300"/>
                                  </a:cubicBezTo>
                                  <a:cubicBezTo>
                                    <a:pt x="59450" y="77300"/>
                                    <a:pt x="57545" y="78252"/>
                                    <a:pt x="56592" y="78252"/>
                                  </a:cubicBezTo>
                                  <a:cubicBezTo>
                                    <a:pt x="53735" y="79205"/>
                                    <a:pt x="49925" y="80157"/>
                                    <a:pt x="47067" y="80157"/>
                                  </a:cubicBezTo>
                                  <a:cubicBezTo>
                                    <a:pt x="47067" y="80157"/>
                                    <a:pt x="46115" y="80157"/>
                                    <a:pt x="46115" y="80157"/>
                                  </a:cubicBezTo>
                                  <a:cubicBezTo>
                                    <a:pt x="46115" y="80157"/>
                                    <a:pt x="46115" y="80157"/>
                                    <a:pt x="46115" y="80157"/>
                                  </a:cubicBezTo>
                                  <a:cubicBezTo>
                                    <a:pt x="43257" y="80157"/>
                                    <a:pt x="40400" y="79205"/>
                                    <a:pt x="37542" y="78252"/>
                                  </a:cubicBezTo>
                                  <a:cubicBezTo>
                                    <a:pt x="34685" y="77300"/>
                                    <a:pt x="32780" y="75395"/>
                                    <a:pt x="29922" y="73490"/>
                                  </a:cubicBezTo>
                                  <a:cubicBezTo>
                                    <a:pt x="29922" y="73490"/>
                                    <a:pt x="28970" y="72537"/>
                                    <a:pt x="28970" y="72537"/>
                                  </a:cubicBezTo>
                                  <a:cubicBezTo>
                                    <a:pt x="28970" y="72537"/>
                                    <a:pt x="28017" y="71585"/>
                                    <a:pt x="28017" y="71585"/>
                                  </a:cubicBezTo>
                                  <a:cubicBezTo>
                                    <a:pt x="27065" y="70632"/>
                                    <a:pt x="26112" y="69680"/>
                                    <a:pt x="25160" y="69680"/>
                                  </a:cubicBezTo>
                                  <a:cubicBezTo>
                                    <a:pt x="25160" y="69680"/>
                                    <a:pt x="24207" y="69680"/>
                                    <a:pt x="24207" y="68727"/>
                                  </a:cubicBezTo>
                                  <a:cubicBezTo>
                                    <a:pt x="24207" y="68727"/>
                                    <a:pt x="24207" y="68727"/>
                                    <a:pt x="23255" y="68727"/>
                                  </a:cubicBezTo>
                                  <a:lnTo>
                                    <a:pt x="23255" y="68727"/>
                                  </a:lnTo>
                                  <a:cubicBezTo>
                                    <a:pt x="22302" y="68727"/>
                                    <a:pt x="21350" y="67775"/>
                                    <a:pt x="20397" y="67775"/>
                                  </a:cubicBezTo>
                                  <a:cubicBezTo>
                                    <a:pt x="18492" y="66822"/>
                                    <a:pt x="16587" y="66822"/>
                                    <a:pt x="12777" y="65870"/>
                                  </a:cubicBezTo>
                                  <a:cubicBezTo>
                                    <a:pt x="11825" y="65870"/>
                                    <a:pt x="10872" y="65870"/>
                                    <a:pt x="9920" y="65870"/>
                                  </a:cubicBezTo>
                                  <a:cubicBezTo>
                                    <a:pt x="8967" y="65870"/>
                                    <a:pt x="8967" y="65870"/>
                                    <a:pt x="8015" y="65870"/>
                                  </a:cubicBezTo>
                                  <a:lnTo>
                                    <a:pt x="8015" y="65870"/>
                                  </a:lnTo>
                                  <a:lnTo>
                                    <a:pt x="8015" y="65870"/>
                                  </a:lnTo>
                                  <a:cubicBezTo>
                                    <a:pt x="8015" y="65870"/>
                                    <a:pt x="8015" y="65870"/>
                                    <a:pt x="8015" y="65870"/>
                                  </a:cubicBezTo>
                                  <a:cubicBezTo>
                                    <a:pt x="7062" y="65870"/>
                                    <a:pt x="7062" y="65870"/>
                                    <a:pt x="6110" y="65870"/>
                                  </a:cubicBezTo>
                                  <a:cubicBezTo>
                                    <a:pt x="6110" y="65870"/>
                                    <a:pt x="6110" y="65870"/>
                                    <a:pt x="5157" y="65870"/>
                                  </a:cubicBezTo>
                                  <a:lnTo>
                                    <a:pt x="5157" y="65870"/>
                                  </a:lnTo>
                                  <a:cubicBezTo>
                                    <a:pt x="5157" y="65870"/>
                                    <a:pt x="4205" y="64917"/>
                                    <a:pt x="4205" y="64917"/>
                                  </a:cubicBezTo>
                                  <a:cubicBezTo>
                                    <a:pt x="4205" y="64917"/>
                                    <a:pt x="3252" y="63965"/>
                                    <a:pt x="3252" y="63965"/>
                                  </a:cubicBezTo>
                                  <a:cubicBezTo>
                                    <a:pt x="2300" y="63012"/>
                                    <a:pt x="1347" y="61107"/>
                                    <a:pt x="1347" y="60155"/>
                                  </a:cubicBezTo>
                                  <a:cubicBezTo>
                                    <a:pt x="395" y="57297"/>
                                    <a:pt x="-558" y="52535"/>
                                    <a:pt x="395" y="47772"/>
                                  </a:cubicBezTo>
                                  <a:cubicBezTo>
                                    <a:pt x="1347" y="43962"/>
                                    <a:pt x="2300" y="39200"/>
                                    <a:pt x="3252" y="35390"/>
                                  </a:cubicBezTo>
                                  <a:cubicBezTo>
                                    <a:pt x="4205" y="31580"/>
                                    <a:pt x="6110" y="27770"/>
                                    <a:pt x="7062" y="24912"/>
                                  </a:cubicBezTo>
                                  <a:cubicBezTo>
                                    <a:pt x="7062" y="22055"/>
                                    <a:pt x="8015" y="19197"/>
                                    <a:pt x="9920" y="16340"/>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BF23095E-0C39-44CB-B0E6-9CE58D9D5770}"/>
                                </a:ext>
                              </a:extLst>
                            </p:cNvPr>
                            <p:cNvSpPr/>
                            <p:nvPr/>
                          </p:nvSpPr>
                          <p:spPr>
                            <a:xfrm>
                              <a:off x="3170101" y="2813557"/>
                              <a:ext cx="96202" cy="77152"/>
                            </a:xfrm>
                            <a:custGeom>
                              <a:avLst/>
                              <a:gdLst>
                                <a:gd name="connsiteX0" fmla="*/ 14288 w 96202"/>
                                <a:gd name="connsiteY0" fmla="*/ 6667 h 77152"/>
                                <a:gd name="connsiteX1" fmla="*/ 14288 w 96202"/>
                                <a:gd name="connsiteY1" fmla="*/ 6667 h 77152"/>
                                <a:gd name="connsiteX2" fmla="*/ 13335 w 96202"/>
                                <a:gd name="connsiteY2" fmla="*/ 10477 h 77152"/>
                                <a:gd name="connsiteX3" fmla="*/ 10478 w 96202"/>
                                <a:gd name="connsiteY3" fmla="*/ 19050 h 77152"/>
                                <a:gd name="connsiteX4" fmla="*/ 5715 w 96202"/>
                                <a:gd name="connsiteY4" fmla="*/ 30480 h 77152"/>
                                <a:gd name="connsiteX5" fmla="*/ 4763 w 96202"/>
                                <a:gd name="connsiteY5" fmla="*/ 33338 h 77152"/>
                                <a:gd name="connsiteX6" fmla="*/ 3810 w 96202"/>
                                <a:gd name="connsiteY6" fmla="*/ 35242 h 77152"/>
                                <a:gd name="connsiteX7" fmla="*/ 3810 w 96202"/>
                                <a:gd name="connsiteY7" fmla="*/ 35242 h 77152"/>
                                <a:gd name="connsiteX8" fmla="*/ 3810 w 96202"/>
                                <a:gd name="connsiteY8" fmla="*/ 35242 h 77152"/>
                                <a:gd name="connsiteX9" fmla="*/ 3810 w 96202"/>
                                <a:gd name="connsiteY9" fmla="*/ 36195 h 77152"/>
                                <a:gd name="connsiteX10" fmla="*/ 1905 w 96202"/>
                                <a:gd name="connsiteY10" fmla="*/ 41910 h 77152"/>
                                <a:gd name="connsiteX11" fmla="*/ 953 w 96202"/>
                                <a:gd name="connsiteY11" fmla="*/ 44767 h 77152"/>
                                <a:gd name="connsiteX12" fmla="*/ 0 w 96202"/>
                                <a:gd name="connsiteY12" fmla="*/ 47625 h 77152"/>
                                <a:gd name="connsiteX13" fmla="*/ 0 w 96202"/>
                                <a:gd name="connsiteY13" fmla="*/ 48577 h 77152"/>
                                <a:gd name="connsiteX14" fmla="*/ 0 w 96202"/>
                                <a:gd name="connsiteY14" fmla="*/ 49530 h 77152"/>
                                <a:gd name="connsiteX15" fmla="*/ 0 w 96202"/>
                                <a:gd name="connsiteY15" fmla="*/ 52388 h 77152"/>
                                <a:gd name="connsiteX16" fmla="*/ 0 w 96202"/>
                                <a:gd name="connsiteY16" fmla="*/ 56197 h 77152"/>
                                <a:gd name="connsiteX17" fmla="*/ 0 w 96202"/>
                                <a:gd name="connsiteY17" fmla="*/ 59055 h 77152"/>
                                <a:gd name="connsiteX18" fmla="*/ 0 w 96202"/>
                                <a:gd name="connsiteY18" fmla="*/ 60960 h 77152"/>
                                <a:gd name="connsiteX19" fmla="*/ 0 w 96202"/>
                                <a:gd name="connsiteY19" fmla="*/ 61913 h 77152"/>
                                <a:gd name="connsiteX20" fmla="*/ 0 w 96202"/>
                                <a:gd name="connsiteY20" fmla="*/ 61913 h 77152"/>
                                <a:gd name="connsiteX21" fmla="*/ 0 w 96202"/>
                                <a:gd name="connsiteY21" fmla="*/ 61913 h 77152"/>
                                <a:gd name="connsiteX22" fmla="*/ 0 w 96202"/>
                                <a:gd name="connsiteY22" fmla="*/ 61913 h 77152"/>
                                <a:gd name="connsiteX23" fmla="*/ 0 w 96202"/>
                                <a:gd name="connsiteY23" fmla="*/ 60960 h 77152"/>
                                <a:gd name="connsiteX24" fmla="*/ 0 w 96202"/>
                                <a:gd name="connsiteY24" fmla="*/ 59055 h 77152"/>
                                <a:gd name="connsiteX25" fmla="*/ 0 w 96202"/>
                                <a:gd name="connsiteY25" fmla="*/ 56197 h 77152"/>
                                <a:gd name="connsiteX26" fmla="*/ 0 w 96202"/>
                                <a:gd name="connsiteY26" fmla="*/ 52388 h 77152"/>
                                <a:gd name="connsiteX27" fmla="*/ 0 w 96202"/>
                                <a:gd name="connsiteY27" fmla="*/ 49530 h 77152"/>
                                <a:gd name="connsiteX28" fmla="*/ 0 w 96202"/>
                                <a:gd name="connsiteY28" fmla="*/ 48577 h 77152"/>
                                <a:gd name="connsiteX29" fmla="*/ 0 w 96202"/>
                                <a:gd name="connsiteY29" fmla="*/ 47625 h 77152"/>
                                <a:gd name="connsiteX30" fmla="*/ 953 w 96202"/>
                                <a:gd name="connsiteY30" fmla="*/ 44767 h 77152"/>
                                <a:gd name="connsiteX31" fmla="*/ 1905 w 96202"/>
                                <a:gd name="connsiteY31" fmla="*/ 41910 h 77152"/>
                                <a:gd name="connsiteX32" fmla="*/ 3810 w 96202"/>
                                <a:gd name="connsiteY32" fmla="*/ 36195 h 77152"/>
                                <a:gd name="connsiteX33" fmla="*/ 3810 w 96202"/>
                                <a:gd name="connsiteY33" fmla="*/ 35242 h 77152"/>
                                <a:gd name="connsiteX34" fmla="*/ 3810 w 96202"/>
                                <a:gd name="connsiteY34" fmla="*/ 35242 h 77152"/>
                                <a:gd name="connsiteX35" fmla="*/ 3810 w 96202"/>
                                <a:gd name="connsiteY35" fmla="*/ 35242 h 77152"/>
                                <a:gd name="connsiteX36" fmla="*/ 4763 w 96202"/>
                                <a:gd name="connsiteY36" fmla="*/ 33338 h 77152"/>
                                <a:gd name="connsiteX37" fmla="*/ 5715 w 96202"/>
                                <a:gd name="connsiteY37" fmla="*/ 30480 h 77152"/>
                                <a:gd name="connsiteX38" fmla="*/ 10478 w 96202"/>
                                <a:gd name="connsiteY38" fmla="*/ 20002 h 77152"/>
                                <a:gd name="connsiteX39" fmla="*/ 14288 w 96202"/>
                                <a:gd name="connsiteY39" fmla="*/ 9525 h 77152"/>
                                <a:gd name="connsiteX40" fmla="*/ 15240 w 96202"/>
                                <a:gd name="connsiteY40" fmla="*/ 11430 h 77152"/>
                                <a:gd name="connsiteX41" fmla="*/ 17145 w 96202"/>
                                <a:gd name="connsiteY41" fmla="*/ 14288 h 77152"/>
                                <a:gd name="connsiteX42" fmla="*/ 19050 w 96202"/>
                                <a:gd name="connsiteY42" fmla="*/ 17145 h 77152"/>
                                <a:gd name="connsiteX43" fmla="*/ 22860 w 96202"/>
                                <a:gd name="connsiteY43" fmla="*/ 22860 h 77152"/>
                                <a:gd name="connsiteX44" fmla="*/ 23813 w 96202"/>
                                <a:gd name="connsiteY44" fmla="*/ 23813 h 77152"/>
                                <a:gd name="connsiteX45" fmla="*/ 23813 w 96202"/>
                                <a:gd name="connsiteY45" fmla="*/ 23813 h 77152"/>
                                <a:gd name="connsiteX46" fmla="*/ 24765 w 96202"/>
                                <a:gd name="connsiteY46" fmla="*/ 27622 h 77152"/>
                                <a:gd name="connsiteX47" fmla="*/ 24765 w 96202"/>
                                <a:gd name="connsiteY47" fmla="*/ 32385 h 77152"/>
                                <a:gd name="connsiteX48" fmla="*/ 22860 w 96202"/>
                                <a:gd name="connsiteY48" fmla="*/ 43815 h 77152"/>
                                <a:gd name="connsiteX49" fmla="*/ 20955 w 96202"/>
                                <a:gd name="connsiteY49" fmla="*/ 50483 h 77152"/>
                                <a:gd name="connsiteX50" fmla="*/ 20003 w 96202"/>
                                <a:gd name="connsiteY50" fmla="*/ 53340 h 77152"/>
                                <a:gd name="connsiteX51" fmla="*/ 20003 w 96202"/>
                                <a:gd name="connsiteY51" fmla="*/ 56197 h 77152"/>
                                <a:gd name="connsiteX52" fmla="*/ 19050 w 96202"/>
                                <a:gd name="connsiteY52" fmla="*/ 60960 h 77152"/>
                                <a:gd name="connsiteX53" fmla="*/ 19050 w 96202"/>
                                <a:gd name="connsiteY53" fmla="*/ 62865 h 77152"/>
                                <a:gd name="connsiteX54" fmla="*/ 19050 w 96202"/>
                                <a:gd name="connsiteY54" fmla="*/ 64770 h 77152"/>
                                <a:gd name="connsiteX55" fmla="*/ 20003 w 96202"/>
                                <a:gd name="connsiteY55" fmla="*/ 69533 h 77152"/>
                                <a:gd name="connsiteX56" fmla="*/ 20003 w 96202"/>
                                <a:gd name="connsiteY56" fmla="*/ 69533 h 77152"/>
                                <a:gd name="connsiteX57" fmla="*/ 20003 w 96202"/>
                                <a:gd name="connsiteY57" fmla="*/ 69533 h 77152"/>
                                <a:gd name="connsiteX58" fmla="*/ 20003 w 96202"/>
                                <a:gd name="connsiteY58" fmla="*/ 69533 h 77152"/>
                                <a:gd name="connsiteX59" fmla="*/ 20003 w 96202"/>
                                <a:gd name="connsiteY59" fmla="*/ 69533 h 77152"/>
                                <a:gd name="connsiteX60" fmla="*/ 20003 w 96202"/>
                                <a:gd name="connsiteY60" fmla="*/ 69533 h 77152"/>
                                <a:gd name="connsiteX61" fmla="*/ 20955 w 96202"/>
                                <a:gd name="connsiteY61" fmla="*/ 70485 h 77152"/>
                                <a:gd name="connsiteX62" fmla="*/ 20003 w 96202"/>
                                <a:gd name="connsiteY62" fmla="*/ 69533 h 77152"/>
                                <a:gd name="connsiteX63" fmla="*/ 20003 w 96202"/>
                                <a:gd name="connsiteY63" fmla="*/ 69533 h 77152"/>
                                <a:gd name="connsiteX64" fmla="*/ 20003 w 96202"/>
                                <a:gd name="connsiteY64" fmla="*/ 69533 h 77152"/>
                                <a:gd name="connsiteX65" fmla="*/ 20003 w 96202"/>
                                <a:gd name="connsiteY65" fmla="*/ 69533 h 77152"/>
                                <a:gd name="connsiteX66" fmla="*/ 20003 w 96202"/>
                                <a:gd name="connsiteY66" fmla="*/ 69533 h 77152"/>
                                <a:gd name="connsiteX67" fmla="*/ 20003 w 96202"/>
                                <a:gd name="connsiteY67" fmla="*/ 69533 h 77152"/>
                                <a:gd name="connsiteX68" fmla="*/ 19050 w 96202"/>
                                <a:gd name="connsiteY68" fmla="*/ 64770 h 77152"/>
                                <a:gd name="connsiteX69" fmla="*/ 19050 w 96202"/>
                                <a:gd name="connsiteY69" fmla="*/ 62865 h 77152"/>
                                <a:gd name="connsiteX70" fmla="*/ 19050 w 96202"/>
                                <a:gd name="connsiteY70" fmla="*/ 60960 h 77152"/>
                                <a:gd name="connsiteX71" fmla="*/ 20003 w 96202"/>
                                <a:gd name="connsiteY71" fmla="*/ 56197 h 77152"/>
                                <a:gd name="connsiteX72" fmla="*/ 20955 w 96202"/>
                                <a:gd name="connsiteY72" fmla="*/ 53340 h 77152"/>
                                <a:gd name="connsiteX73" fmla="*/ 21908 w 96202"/>
                                <a:gd name="connsiteY73" fmla="*/ 50483 h 77152"/>
                                <a:gd name="connsiteX74" fmla="*/ 23813 w 96202"/>
                                <a:gd name="connsiteY74" fmla="*/ 43815 h 77152"/>
                                <a:gd name="connsiteX75" fmla="*/ 26670 w 96202"/>
                                <a:gd name="connsiteY75" fmla="*/ 31433 h 77152"/>
                                <a:gd name="connsiteX76" fmla="*/ 26670 w 96202"/>
                                <a:gd name="connsiteY76" fmla="*/ 26670 h 77152"/>
                                <a:gd name="connsiteX77" fmla="*/ 26670 w 96202"/>
                                <a:gd name="connsiteY77" fmla="*/ 26670 h 77152"/>
                                <a:gd name="connsiteX78" fmla="*/ 28575 w 96202"/>
                                <a:gd name="connsiteY78" fmla="*/ 28575 h 77152"/>
                                <a:gd name="connsiteX79" fmla="*/ 33338 w 96202"/>
                                <a:gd name="connsiteY79" fmla="*/ 35242 h 77152"/>
                                <a:gd name="connsiteX80" fmla="*/ 38100 w 96202"/>
                                <a:gd name="connsiteY80" fmla="*/ 40958 h 77152"/>
                                <a:gd name="connsiteX81" fmla="*/ 38100 w 96202"/>
                                <a:gd name="connsiteY81" fmla="*/ 41910 h 77152"/>
                                <a:gd name="connsiteX82" fmla="*/ 39053 w 96202"/>
                                <a:gd name="connsiteY82" fmla="*/ 42863 h 77152"/>
                                <a:gd name="connsiteX83" fmla="*/ 39053 w 96202"/>
                                <a:gd name="connsiteY83" fmla="*/ 48577 h 77152"/>
                                <a:gd name="connsiteX84" fmla="*/ 39053 w 96202"/>
                                <a:gd name="connsiteY84" fmla="*/ 52388 h 77152"/>
                                <a:gd name="connsiteX85" fmla="*/ 39053 w 96202"/>
                                <a:gd name="connsiteY85" fmla="*/ 56197 h 77152"/>
                                <a:gd name="connsiteX86" fmla="*/ 39053 w 96202"/>
                                <a:gd name="connsiteY86" fmla="*/ 58102 h 77152"/>
                                <a:gd name="connsiteX87" fmla="*/ 39053 w 96202"/>
                                <a:gd name="connsiteY87" fmla="*/ 60008 h 77152"/>
                                <a:gd name="connsiteX88" fmla="*/ 39053 w 96202"/>
                                <a:gd name="connsiteY88" fmla="*/ 61913 h 77152"/>
                                <a:gd name="connsiteX89" fmla="*/ 39053 w 96202"/>
                                <a:gd name="connsiteY89" fmla="*/ 63817 h 77152"/>
                                <a:gd name="connsiteX90" fmla="*/ 39053 w 96202"/>
                                <a:gd name="connsiteY90" fmla="*/ 67627 h 77152"/>
                                <a:gd name="connsiteX91" fmla="*/ 40005 w 96202"/>
                                <a:gd name="connsiteY91" fmla="*/ 71438 h 77152"/>
                                <a:gd name="connsiteX92" fmla="*/ 40005 w 96202"/>
                                <a:gd name="connsiteY92" fmla="*/ 73342 h 77152"/>
                                <a:gd name="connsiteX93" fmla="*/ 40005 w 96202"/>
                                <a:gd name="connsiteY93" fmla="*/ 75247 h 77152"/>
                                <a:gd name="connsiteX94" fmla="*/ 40005 w 96202"/>
                                <a:gd name="connsiteY94" fmla="*/ 76200 h 77152"/>
                                <a:gd name="connsiteX95" fmla="*/ 40005 w 96202"/>
                                <a:gd name="connsiteY95" fmla="*/ 77152 h 77152"/>
                                <a:gd name="connsiteX96" fmla="*/ 40005 w 96202"/>
                                <a:gd name="connsiteY96" fmla="*/ 77152 h 77152"/>
                                <a:gd name="connsiteX97" fmla="*/ 40005 w 96202"/>
                                <a:gd name="connsiteY97" fmla="*/ 75247 h 77152"/>
                                <a:gd name="connsiteX98" fmla="*/ 40005 w 96202"/>
                                <a:gd name="connsiteY98" fmla="*/ 73342 h 77152"/>
                                <a:gd name="connsiteX99" fmla="*/ 40005 w 96202"/>
                                <a:gd name="connsiteY99" fmla="*/ 71438 h 77152"/>
                                <a:gd name="connsiteX100" fmla="*/ 40005 w 96202"/>
                                <a:gd name="connsiteY100" fmla="*/ 67627 h 77152"/>
                                <a:gd name="connsiteX101" fmla="*/ 40005 w 96202"/>
                                <a:gd name="connsiteY101" fmla="*/ 62865 h 77152"/>
                                <a:gd name="connsiteX102" fmla="*/ 40005 w 96202"/>
                                <a:gd name="connsiteY102" fmla="*/ 61913 h 77152"/>
                                <a:gd name="connsiteX103" fmla="*/ 40005 w 96202"/>
                                <a:gd name="connsiteY103" fmla="*/ 60960 h 77152"/>
                                <a:gd name="connsiteX104" fmla="*/ 40005 w 96202"/>
                                <a:gd name="connsiteY104" fmla="*/ 59055 h 77152"/>
                                <a:gd name="connsiteX105" fmla="*/ 40005 w 96202"/>
                                <a:gd name="connsiteY105" fmla="*/ 57150 h 77152"/>
                                <a:gd name="connsiteX106" fmla="*/ 40005 w 96202"/>
                                <a:gd name="connsiteY106" fmla="*/ 55245 h 77152"/>
                                <a:gd name="connsiteX107" fmla="*/ 40005 w 96202"/>
                                <a:gd name="connsiteY107" fmla="*/ 51435 h 77152"/>
                                <a:gd name="connsiteX108" fmla="*/ 40005 w 96202"/>
                                <a:gd name="connsiteY108" fmla="*/ 47625 h 77152"/>
                                <a:gd name="connsiteX109" fmla="*/ 40005 w 96202"/>
                                <a:gd name="connsiteY109" fmla="*/ 43815 h 77152"/>
                                <a:gd name="connsiteX110" fmla="*/ 42863 w 96202"/>
                                <a:gd name="connsiteY110" fmla="*/ 47625 h 77152"/>
                                <a:gd name="connsiteX111" fmla="*/ 47625 w 96202"/>
                                <a:gd name="connsiteY111" fmla="*/ 55245 h 77152"/>
                                <a:gd name="connsiteX112" fmla="*/ 49530 w 96202"/>
                                <a:gd name="connsiteY112" fmla="*/ 59055 h 77152"/>
                                <a:gd name="connsiteX113" fmla="*/ 51435 w 96202"/>
                                <a:gd name="connsiteY113" fmla="*/ 62865 h 77152"/>
                                <a:gd name="connsiteX114" fmla="*/ 54293 w 96202"/>
                                <a:gd name="connsiteY114" fmla="*/ 70485 h 77152"/>
                                <a:gd name="connsiteX115" fmla="*/ 55245 w 96202"/>
                                <a:gd name="connsiteY115" fmla="*/ 74295 h 77152"/>
                                <a:gd name="connsiteX116" fmla="*/ 56198 w 96202"/>
                                <a:gd name="connsiteY116" fmla="*/ 77152 h 77152"/>
                                <a:gd name="connsiteX117" fmla="*/ 56198 w 96202"/>
                                <a:gd name="connsiteY117" fmla="*/ 77152 h 77152"/>
                                <a:gd name="connsiteX118" fmla="*/ 56198 w 96202"/>
                                <a:gd name="connsiteY118" fmla="*/ 77152 h 77152"/>
                                <a:gd name="connsiteX119" fmla="*/ 55245 w 96202"/>
                                <a:gd name="connsiteY119" fmla="*/ 73342 h 77152"/>
                                <a:gd name="connsiteX120" fmla="*/ 54293 w 96202"/>
                                <a:gd name="connsiteY120" fmla="*/ 69533 h 77152"/>
                                <a:gd name="connsiteX121" fmla="*/ 51435 w 96202"/>
                                <a:gd name="connsiteY121" fmla="*/ 61913 h 77152"/>
                                <a:gd name="connsiteX122" fmla="*/ 50483 w 96202"/>
                                <a:gd name="connsiteY122" fmla="*/ 60008 h 77152"/>
                                <a:gd name="connsiteX123" fmla="*/ 49530 w 96202"/>
                                <a:gd name="connsiteY123" fmla="*/ 58102 h 77152"/>
                                <a:gd name="connsiteX124" fmla="*/ 48578 w 96202"/>
                                <a:gd name="connsiteY124" fmla="*/ 56197 h 77152"/>
                                <a:gd name="connsiteX125" fmla="*/ 47625 w 96202"/>
                                <a:gd name="connsiteY125" fmla="*/ 54292 h 77152"/>
                                <a:gd name="connsiteX126" fmla="*/ 42863 w 96202"/>
                                <a:gd name="connsiteY126" fmla="*/ 46672 h 77152"/>
                                <a:gd name="connsiteX127" fmla="*/ 38100 w 96202"/>
                                <a:gd name="connsiteY127" fmla="*/ 39052 h 77152"/>
                                <a:gd name="connsiteX128" fmla="*/ 34290 w 96202"/>
                                <a:gd name="connsiteY128" fmla="*/ 33338 h 77152"/>
                                <a:gd name="connsiteX129" fmla="*/ 35243 w 96202"/>
                                <a:gd name="connsiteY129" fmla="*/ 34290 h 77152"/>
                                <a:gd name="connsiteX130" fmla="*/ 40005 w 96202"/>
                                <a:gd name="connsiteY130" fmla="*/ 36195 h 77152"/>
                                <a:gd name="connsiteX131" fmla="*/ 52388 w 96202"/>
                                <a:gd name="connsiteY131" fmla="*/ 40005 h 77152"/>
                                <a:gd name="connsiteX132" fmla="*/ 59055 w 96202"/>
                                <a:gd name="connsiteY132" fmla="*/ 41910 h 77152"/>
                                <a:gd name="connsiteX133" fmla="*/ 65723 w 96202"/>
                                <a:gd name="connsiteY133" fmla="*/ 44767 h 77152"/>
                                <a:gd name="connsiteX134" fmla="*/ 72390 w 96202"/>
                                <a:gd name="connsiteY134" fmla="*/ 49530 h 77152"/>
                                <a:gd name="connsiteX135" fmla="*/ 78105 w 96202"/>
                                <a:gd name="connsiteY135" fmla="*/ 55245 h 77152"/>
                                <a:gd name="connsiteX136" fmla="*/ 80963 w 96202"/>
                                <a:gd name="connsiteY136" fmla="*/ 59055 h 77152"/>
                                <a:gd name="connsiteX137" fmla="*/ 82868 w 96202"/>
                                <a:gd name="connsiteY137" fmla="*/ 62865 h 77152"/>
                                <a:gd name="connsiteX138" fmla="*/ 83820 w 96202"/>
                                <a:gd name="connsiteY138" fmla="*/ 64770 h 77152"/>
                                <a:gd name="connsiteX139" fmla="*/ 84773 w 96202"/>
                                <a:gd name="connsiteY139" fmla="*/ 66675 h 77152"/>
                                <a:gd name="connsiteX140" fmla="*/ 85725 w 96202"/>
                                <a:gd name="connsiteY140" fmla="*/ 71438 h 77152"/>
                                <a:gd name="connsiteX141" fmla="*/ 85725 w 96202"/>
                                <a:gd name="connsiteY141" fmla="*/ 72390 h 77152"/>
                                <a:gd name="connsiteX142" fmla="*/ 85725 w 96202"/>
                                <a:gd name="connsiteY142" fmla="*/ 72390 h 77152"/>
                                <a:gd name="connsiteX143" fmla="*/ 85725 w 96202"/>
                                <a:gd name="connsiteY143" fmla="*/ 71438 h 77152"/>
                                <a:gd name="connsiteX144" fmla="*/ 82868 w 96202"/>
                                <a:gd name="connsiteY144" fmla="*/ 62865 h 77152"/>
                                <a:gd name="connsiteX145" fmla="*/ 78105 w 96202"/>
                                <a:gd name="connsiteY145" fmla="*/ 55245 h 77152"/>
                                <a:gd name="connsiteX146" fmla="*/ 72390 w 96202"/>
                                <a:gd name="connsiteY146" fmla="*/ 48577 h 77152"/>
                                <a:gd name="connsiteX147" fmla="*/ 65723 w 96202"/>
                                <a:gd name="connsiteY147" fmla="*/ 43815 h 77152"/>
                                <a:gd name="connsiteX148" fmla="*/ 59055 w 96202"/>
                                <a:gd name="connsiteY148" fmla="*/ 40005 h 77152"/>
                                <a:gd name="connsiteX149" fmla="*/ 52388 w 96202"/>
                                <a:gd name="connsiteY149" fmla="*/ 37147 h 77152"/>
                                <a:gd name="connsiteX150" fmla="*/ 40958 w 96202"/>
                                <a:gd name="connsiteY150" fmla="*/ 33338 h 77152"/>
                                <a:gd name="connsiteX151" fmla="*/ 36195 w 96202"/>
                                <a:gd name="connsiteY151" fmla="*/ 31433 h 77152"/>
                                <a:gd name="connsiteX152" fmla="*/ 33338 w 96202"/>
                                <a:gd name="connsiteY152" fmla="*/ 29527 h 77152"/>
                                <a:gd name="connsiteX153" fmla="*/ 31433 w 96202"/>
                                <a:gd name="connsiteY153" fmla="*/ 28575 h 77152"/>
                                <a:gd name="connsiteX154" fmla="*/ 28575 w 96202"/>
                                <a:gd name="connsiteY154" fmla="*/ 23813 h 77152"/>
                                <a:gd name="connsiteX155" fmla="*/ 26670 w 96202"/>
                                <a:gd name="connsiteY155" fmla="*/ 20955 h 77152"/>
                                <a:gd name="connsiteX156" fmla="*/ 24765 w 96202"/>
                                <a:gd name="connsiteY156" fmla="*/ 18097 h 77152"/>
                                <a:gd name="connsiteX157" fmla="*/ 20955 w 96202"/>
                                <a:gd name="connsiteY157" fmla="*/ 12383 h 77152"/>
                                <a:gd name="connsiteX158" fmla="*/ 20955 w 96202"/>
                                <a:gd name="connsiteY158" fmla="*/ 11430 h 77152"/>
                                <a:gd name="connsiteX159" fmla="*/ 21908 w 96202"/>
                                <a:gd name="connsiteY159" fmla="*/ 11430 h 77152"/>
                                <a:gd name="connsiteX160" fmla="*/ 26670 w 96202"/>
                                <a:gd name="connsiteY160" fmla="*/ 12383 h 77152"/>
                                <a:gd name="connsiteX161" fmla="*/ 29528 w 96202"/>
                                <a:gd name="connsiteY161" fmla="*/ 12383 h 77152"/>
                                <a:gd name="connsiteX162" fmla="*/ 32385 w 96202"/>
                                <a:gd name="connsiteY162" fmla="*/ 12383 h 77152"/>
                                <a:gd name="connsiteX163" fmla="*/ 39053 w 96202"/>
                                <a:gd name="connsiteY163" fmla="*/ 13335 h 77152"/>
                                <a:gd name="connsiteX164" fmla="*/ 46673 w 96202"/>
                                <a:gd name="connsiteY164" fmla="*/ 14288 h 77152"/>
                                <a:gd name="connsiteX165" fmla="*/ 55245 w 96202"/>
                                <a:gd name="connsiteY165" fmla="*/ 15240 h 77152"/>
                                <a:gd name="connsiteX166" fmla="*/ 63818 w 96202"/>
                                <a:gd name="connsiteY166" fmla="*/ 17145 h 77152"/>
                                <a:gd name="connsiteX167" fmla="*/ 72390 w 96202"/>
                                <a:gd name="connsiteY167" fmla="*/ 20002 h 77152"/>
                                <a:gd name="connsiteX168" fmla="*/ 80010 w 96202"/>
                                <a:gd name="connsiteY168" fmla="*/ 24765 h 77152"/>
                                <a:gd name="connsiteX169" fmla="*/ 83820 w 96202"/>
                                <a:gd name="connsiteY169" fmla="*/ 27622 h 77152"/>
                                <a:gd name="connsiteX170" fmla="*/ 87630 w 96202"/>
                                <a:gd name="connsiteY170" fmla="*/ 30480 h 77152"/>
                                <a:gd name="connsiteX171" fmla="*/ 90488 w 96202"/>
                                <a:gd name="connsiteY171" fmla="*/ 33338 h 77152"/>
                                <a:gd name="connsiteX172" fmla="*/ 93345 w 96202"/>
                                <a:gd name="connsiteY172" fmla="*/ 37147 h 77152"/>
                                <a:gd name="connsiteX173" fmla="*/ 95250 w 96202"/>
                                <a:gd name="connsiteY173" fmla="*/ 40958 h 77152"/>
                                <a:gd name="connsiteX174" fmla="*/ 96203 w 96202"/>
                                <a:gd name="connsiteY174" fmla="*/ 43815 h 77152"/>
                                <a:gd name="connsiteX175" fmla="*/ 96203 w 96202"/>
                                <a:gd name="connsiteY175" fmla="*/ 42863 h 77152"/>
                                <a:gd name="connsiteX176" fmla="*/ 95250 w 96202"/>
                                <a:gd name="connsiteY176" fmla="*/ 40958 h 77152"/>
                                <a:gd name="connsiteX177" fmla="*/ 93345 w 96202"/>
                                <a:gd name="connsiteY177" fmla="*/ 37147 h 77152"/>
                                <a:gd name="connsiteX178" fmla="*/ 90488 w 96202"/>
                                <a:gd name="connsiteY178" fmla="*/ 33338 h 77152"/>
                                <a:gd name="connsiteX179" fmla="*/ 87630 w 96202"/>
                                <a:gd name="connsiteY179" fmla="*/ 29527 h 77152"/>
                                <a:gd name="connsiteX180" fmla="*/ 83820 w 96202"/>
                                <a:gd name="connsiteY180" fmla="*/ 26670 h 77152"/>
                                <a:gd name="connsiteX181" fmla="*/ 80010 w 96202"/>
                                <a:gd name="connsiteY181" fmla="*/ 23813 h 77152"/>
                                <a:gd name="connsiteX182" fmla="*/ 72390 w 96202"/>
                                <a:gd name="connsiteY182" fmla="*/ 19050 h 77152"/>
                                <a:gd name="connsiteX183" fmla="*/ 63818 w 96202"/>
                                <a:gd name="connsiteY183" fmla="*/ 16192 h 77152"/>
                                <a:gd name="connsiteX184" fmla="*/ 55245 w 96202"/>
                                <a:gd name="connsiteY184" fmla="*/ 14288 h 77152"/>
                                <a:gd name="connsiteX185" fmla="*/ 46673 w 96202"/>
                                <a:gd name="connsiteY185" fmla="*/ 12383 h 77152"/>
                                <a:gd name="connsiteX186" fmla="*/ 39053 w 96202"/>
                                <a:gd name="connsiteY186" fmla="*/ 11430 h 77152"/>
                                <a:gd name="connsiteX187" fmla="*/ 32385 w 96202"/>
                                <a:gd name="connsiteY187" fmla="*/ 10477 h 77152"/>
                                <a:gd name="connsiteX188" fmla="*/ 29528 w 96202"/>
                                <a:gd name="connsiteY188" fmla="*/ 10477 h 77152"/>
                                <a:gd name="connsiteX189" fmla="*/ 26670 w 96202"/>
                                <a:gd name="connsiteY189" fmla="*/ 10477 h 77152"/>
                                <a:gd name="connsiteX190" fmla="*/ 21908 w 96202"/>
                                <a:gd name="connsiteY190" fmla="*/ 9525 h 77152"/>
                                <a:gd name="connsiteX191" fmla="*/ 20003 w 96202"/>
                                <a:gd name="connsiteY191" fmla="*/ 9525 h 77152"/>
                                <a:gd name="connsiteX192" fmla="*/ 20003 w 96202"/>
                                <a:gd name="connsiteY192" fmla="*/ 9525 h 77152"/>
                                <a:gd name="connsiteX193" fmla="*/ 19050 w 96202"/>
                                <a:gd name="connsiteY193" fmla="*/ 6667 h 77152"/>
                                <a:gd name="connsiteX194" fmla="*/ 17145 w 96202"/>
                                <a:gd name="connsiteY194" fmla="*/ 2858 h 77152"/>
                                <a:gd name="connsiteX195" fmla="*/ 15240 w 96202"/>
                                <a:gd name="connsiteY195" fmla="*/ 0 h 77152"/>
                                <a:gd name="connsiteX196" fmla="*/ 12383 w 96202"/>
                                <a:gd name="connsiteY196" fmla="*/ 2858 h 77152"/>
                                <a:gd name="connsiteX197" fmla="*/ 14288 w 96202"/>
                                <a:gd name="connsiteY197" fmla="*/ 6667 h 77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96202" h="77152">
                                  <a:moveTo>
                                    <a:pt x="14288" y="6667"/>
                                  </a:moveTo>
                                  <a:cubicBezTo>
                                    <a:pt x="14288" y="6667"/>
                                    <a:pt x="14288" y="7620"/>
                                    <a:pt x="14288" y="6667"/>
                                  </a:cubicBezTo>
                                  <a:cubicBezTo>
                                    <a:pt x="14288" y="7620"/>
                                    <a:pt x="14288" y="8572"/>
                                    <a:pt x="13335" y="10477"/>
                                  </a:cubicBezTo>
                                  <a:cubicBezTo>
                                    <a:pt x="12383" y="12383"/>
                                    <a:pt x="11430" y="15240"/>
                                    <a:pt x="10478" y="19050"/>
                                  </a:cubicBezTo>
                                  <a:cubicBezTo>
                                    <a:pt x="9525" y="21908"/>
                                    <a:pt x="7620" y="25717"/>
                                    <a:pt x="5715" y="30480"/>
                                  </a:cubicBezTo>
                                  <a:cubicBezTo>
                                    <a:pt x="4763" y="31433"/>
                                    <a:pt x="4763" y="32385"/>
                                    <a:pt x="4763" y="33338"/>
                                  </a:cubicBezTo>
                                  <a:cubicBezTo>
                                    <a:pt x="4763" y="34290"/>
                                    <a:pt x="4763" y="34290"/>
                                    <a:pt x="3810" y="35242"/>
                                  </a:cubicBezTo>
                                  <a:lnTo>
                                    <a:pt x="3810" y="35242"/>
                                  </a:lnTo>
                                  <a:lnTo>
                                    <a:pt x="3810" y="35242"/>
                                  </a:lnTo>
                                  <a:lnTo>
                                    <a:pt x="3810" y="36195"/>
                                  </a:lnTo>
                                  <a:cubicBezTo>
                                    <a:pt x="2858" y="38100"/>
                                    <a:pt x="1905" y="40005"/>
                                    <a:pt x="1905" y="41910"/>
                                  </a:cubicBezTo>
                                  <a:cubicBezTo>
                                    <a:pt x="1905" y="42863"/>
                                    <a:pt x="953" y="43815"/>
                                    <a:pt x="953" y="44767"/>
                                  </a:cubicBezTo>
                                  <a:cubicBezTo>
                                    <a:pt x="953" y="45720"/>
                                    <a:pt x="953" y="46672"/>
                                    <a:pt x="0" y="47625"/>
                                  </a:cubicBezTo>
                                  <a:cubicBezTo>
                                    <a:pt x="0" y="48577"/>
                                    <a:pt x="0" y="48577"/>
                                    <a:pt x="0" y="48577"/>
                                  </a:cubicBezTo>
                                  <a:cubicBezTo>
                                    <a:pt x="0" y="48577"/>
                                    <a:pt x="0" y="49530"/>
                                    <a:pt x="0" y="49530"/>
                                  </a:cubicBezTo>
                                  <a:cubicBezTo>
                                    <a:pt x="0" y="50483"/>
                                    <a:pt x="0" y="51435"/>
                                    <a:pt x="0" y="52388"/>
                                  </a:cubicBezTo>
                                  <a:cubicBezTo>
                                    <a:pt x="0" y="54292"/>
                                    <a:pt x="0" y="55245"/>
                                    <a:pt x="0" y="56197"/>
                                  </a:cubicBezTo>
                                  <a:cubicBezTo>
                                    <a:pt x="0" y="57150"/>
                                    <a:pt x="0" y="58102"/>
                                    <a:pt x="0" y="59055"/>
                                  </a:cubicBezTo>
                                  <a:cubicBezTo>
                                    <a:pt x="0" y="60008"/>
                                    <a:pt x="0" y="60960"/>
                                    <a:pt x="0" y="60960"/>
                                  </a:cubicBezTo>
                                  <a:cubicBezTo>
                                    <a:pt x="0" y="60960"/>
                                    <a:pt x="0" y="61913"/>
                                    <a:pt x="0" y="61913"/>
                                  </a:cubicBezTo>
                                  <a:cubicBezTo>
                                    <a:pt x="0" y="61913"/>
                                    <a:pt x="0" y="61913"/>
                                    <a:pt x="0" y="61913"/>
                                  </a:cubicBezTo>
                                  <a:lnTo>
                                    <a:pt x="0" y="61913"/>
                                  </a:lnTo>
                                  <a:cubicBezTo>
                                    <a:pt x="0" y="61913"/>
                                    <a:pt x="0" y="61913"/>
                                    <a:pt x="0" y="61913"/>
                                  </a:cubicBezTo>
                                  <a:cubicBezTo>
                                    <a:pt x="0" y="61913"/>
                                    <a:pt x="0" y="60960"/>
                                    <a:pt x="0" y="60960"/>
                                  </a:cubicBezTo>
                                  <a:cubicBezTo>
                                    <a:pt x="0" y="60960"/>
                                    <a:pt x="0" y="60008"/>
                                    <a:pt x="0" y="59055"/>
                                  </a:cubicBezTo>
                                  <a:cubicBezTo>
                                    <a:pt x="0" y="58102"/>
                                    <a:pt x="0" y="57150"/>
                                    <a:pt x="0" y="56197"/>
                                  </a:cubicBezTo>
                                  <a:cubicBezTo>
                                    <a:pt x="0" y="55245"/>
                                    <a:pt x="0" y="53340"/>
                                    <a:pt x="0" y="52388"/>
                                  </a:cubicBezTo>
                                  <a:cubicBezTo>
                                    <a:pt x="0" y="51435"/>
                                    <a:pt x="0" y="50483"/>
                                    <a:pt x="0" y="49530"/>
                                  </a:cubicBezTo>
                                  <a:cubicBezTo>
                                    <a:pt x="0" y="49530"/>
                                    <a:pt x="0" y="48577"/>
                                    <a:pt x="0" y="48577"/>
                                  </a:cubicBezTo>
                                  <a:cubicBezTo>
                                    <a:pt x="0" y="48577"/>
                                    <a:pt x="0" y="47625"/>
                                    <a:pt x="0" y="47625"/>
                                  </a:cubicBezTo>
                                  <a:cubicBezTo>
                                    <a:pt x="0" y="46672"/>
                                    <a:pt x="0" y="45720"/>
                                    <a:pt x="953" y="44767"/>
                                  </a:cubicBezTo>
                                  <a:cubicBezTo>
                                    <a:pt x="953" y="43815"/>
                                    <a:pt x="1905" y="42863"/>
                                    <a:pt x="1905" y="41910"/>
                                  </a:cubicBezTo>
                                  <a:cubicBezTo>
                                    <a:pt x="1905" y="40005"/>
                                    <a:pt x="2858" y="38100"/>
                                    <a:pt x="3810" y="36195"/>
                                  </a:cubicBezTo>
                                  <a:lnTo>
                                    <a:pt x="3810" y="35242"/>
                                  </a:lnTo>
                                  <a:lnTo>
                                    <a:pt x="3810" y="35242"/>
                                  </a:lnTo>
                                  <a:lnTo>
                                    <a:pt x="3810" y="35242"/>
                                  </a:lnTo>
                                  <a:cubicBezTo>
                                    <a:pt x="3810" y="34290"/>
                                    <a:pt x="3810" y="34290"/>
                                    <a:pt x="4763" y="33338"/>
                                  </a:cubicBezTo>
                                  <a:cubicBezTo>
                                    <a:pt x="4763" y="32385"/>
                                    <a:pt x="5715" y="31433"/>
                                    <a:pt x="5715" y="30480"/>
                                  </a:cubicBezTo>
                                  <a:cubicBezTo>
                                    <a:pt x="7620" y="26670"/>
                                    <a:pt x="9525" y="22860"/>
                                    <a:pt x="10478" y="20002"/>
                                  </a:cubicBezTo>
                                  <a:cubicBezTo>
                                    <a:pt x="12383" y="15240"/>
                                    <a:pt x="13335" y="11430"/>
                                    <a:pt x="14288" y="9525"/>
                                  </a:cubicBezTo>
                                  <a:cubicBezTo>
                                    <a:pt x="14288" y="9525"/>
                                    <a:pt x="15240" y="10477"/>
                                    <a:pt x="15240" y="11430"/>
                                  </a:cubicBezTo>
                                  <a:cubicBezTo>
                                    <a:pt x="15240" y="12383"/>
                                    <a:pt x="16193" y="13335"/>
                                    <a:pt x="17145" y="14288"/>
                                  </a:cubicBezTo>
                                  <a:cubicBezTo>
                                    <a:pt x="18098" y="15240"/>
                                    <a:pt x="18098" y="16192"/>
                                    <a:pt x="19050" y="17145"/>
                                  </a:cubicBezTo>
                                  <a:cubicBezTo>
                                    <a:pt x="20003" y="19050"/>
                                    <a:pt x="21908" y="20955"/>
                                    <a:pt x="22860" y="22860"/>
                                  </a:cubicBezTo>
                                  <a:cubicBezTo>
                                    <a:pt x="22860" y="22860"/>
                                    <a:pt x="23813" y="23813"/>
                                    <a:pt x="23813" y="23813"/>
                                  </a:cubicBezTo>
                                  <a:cubicBezTo>
                                    <a:pt x="23813" y="23813"/>
                                    <a:pt x="23813" y="23813"/>
                                    <a:pt x="23813" y="23813"/>
                                  </a:cubicBezTo>
                                  <a:cubicBezTo>
                                    <a:pt x="23813" y="24765"/>
                                    <a:pt x="24765" y="25717"/>
                                    <a:pt x="24765" y="27622"/>
                                  </a:cubicBezTo>
                                  <a:cubicBezTo>
                                    <a:pt x="24765" y="29527"/>
                                    <a:pt x="24765" y="30480"/>
                                    <a:pt x="24765" y="32385"/>
                                  </a:cubicBezTo>
                                  <a:cubicBezTo>
                                    <a:pt x="24765" y="36195"/>
                                    <a:pt x="23813" y="40005"/>
                                    <a:pt x="22860" y="43815"/>
                                  </a:cubicBezTo>
                                  <a:cubicBezTo>
                                    <a:pt x="21908" y="45720"/>
                                    <a:pt x="21908" y="47625"/>
                                    <a:pt x="20955" y="50483"/>
                                  </a:cubicBezTo>
                                  <a:cubicBezTo>
                                    <a:pt x="20955" y="51435"/>
                                    <a:pt x="20955" y="52388"/>
                                    <a:pt x="20003" y="53340"/>
                                  </a:cubicBezTo>
                                  <a:cubicBezTo>
                                    <a:pt x="20003" y="54292"/>
                                    <a:pt x="20003" y="55245"/>
                                    <a:pt x="20003" y="56197"/>
                                  </a:cubicBezTo>
                                  <a:cubicBezTo>
                                    <a:pt x="20003" y="58102"/>
                                    <a:pt x="20003" y="60008"/>
                                    <a:pt x="19050" y="60960"/>
                                  </a:cubicBezTo>
                                  <a:cubicBezTo>
                                    <a:pt x="19050" y="61913"/>
                                    <a:pt x="19050" y="62865"/>
                                    <a:pt x="19050" y="62865"/>
                                  </a:cubicBezTo>
                                  <a:cubicBezTo>
                                    <a:pt x="19050" y="63817"/>
                                    <a:pt x="19050" y="63817"/>
                                    <a:pt x="19050" y="64770"/>
                                  </a:cubicBezTo>
                                  <a:cubicBezTo>
                                    <a:pt x="19050" y="66675"/>
                                    <a:pt x="20003" y="68580"/>
                                    <a:pt x="20003" y="69533"/>
                                  </a:cubicBezTo>
                                  <a:cubicBezTo>
                                    <a:pt x="20003" y="69533"/>
                                    <a:pt x="20003" y="69533"/>
                                    <a:pt x="20003" y="69533"/>
                                  </a:cubicBezTo>
                                  <a:cubicBezTo>
                                    <a:pt x="20003" y="69533"/>
                                    <a:pt x="20003" y="69533"/>
                                    <a:pt x="20003" y="69533"/>
                                  </a:cubicBezTo>
                                  <a:cubicBezTo>
                                    <a:pt x="20003" y="69533"/>
                                    <a:pt x="20003" y="69533"/>
                                    <a:pt x="20003" y="69533"/>
                                  </a:cubicBezTo>
                                  <a:cubicBezTo>
                                    <a:pt x="20003" y="69533"/>
                                    <a:pt x="20003" y="69533"/>
                                    <a:pt x="20003" y="69533"/>
                                  </a:cubicBezTo>
                                  <a:cubicBezTo>
                                    <a:pt x="20003" y="69533"/>
                                    <a:pt x="20003" y="69533"/>
                                    <a:pt x="20003" y="69533"/>
                                  </a:cubicBezTo>
                                  <a:cubicBezTo>
                                    <a:pt x="20003" y="69533"/>
                                    <a:pt x="20955" y="70485"/>
                                    <a:pt x="20955" y="70485"/>
                                  </a:cubicBezTo>
                                  <a:cubicBezTo>
                                    <a:pt x="20955" y="70485"/>
                                    <a:pt x="20003" y="70485"/>
                                    <a:pt x="20003" y="69533"/>
                                  </a:cubicBezTo>
                                  <a:cubicBezTo>
                                    <a:pt x="20003" y="69533"/>
                                    <a:pt x="20003" y="69533"/>
                                    <a:pt x="20003" y="69533"/>
                                  </a:cubicBezTo>
                                  <a:cubicBezTo>
                                    <a:pt x="20003" y="69533"/>
                                    <a:pt x="20003" y="69533"/>
                                    <a:pt x="20003" y="69533"/>
                                  </a:cubicBezTo>
                                  <a:cubicBezTo>
                                    <a:pt x="20003" y="69533"/>
                                    <a:pt x="20003" y="69533"/>
                                    <a:pt x="20003" y="69533"/>
                                  </a:cubicBezTo>
                                  <a:cubicBezTo>
                                    <a:pt x="20003" y="69533"/>
                                    <a:pt x="20003" y="69533"/>
                                    <a:pt x="20003" y="69533"/>
                                  </a:cubicBezTo>
                                  <a:cubicBezTo>
                                    <a:pt x="20003" y="69533"/>
                                    <a:pt x="20003" y="69533"/>
                                    <a:pt x="20003" y="69533"/>
                                  </a:cubicBezTo>
                                  <a:cubicBezTo>
                                    <a:pt x="19050" y="68580"/>
                                    <a:pt x="19050" y="67627"/>
                                    <a:pt x="19050" y="64770"/>
                                  </a:cubicBezTo>
                                  <a:cubicBezTo>
                                    <a:pt x="19050" y="63817"/>
                                    <a:pt x="19050" y="63817"/>
                                    <a:pt x="19050" y="62865"/>
                                  </a:cubicBezTo>
                                  <a:cubicBezTo>
                                    <a:pt x="19050" y="61913"/>
                                    <a:pt x="19050" y="61913"/>
                                    <a:pt x="19050" y="60960"/>
                                  </a:cubicBezTo>
                                  <a:cubicBezTo>
                                    <a:pt x="19050" y="59055"/>
                                    <a:pt x="19050" y="58102"/>
                                    <a:pt x="20003" y="56197"/>
                                  </a:cubicBezTo>
                                  <a:cubicBezTo>
                                    <a:pt x="20003" y="55245"/>
                                    <a:pt x="20003" y="54292"/>
                                    <a:pt x="20955" y="53340"/>
                                  </a:cubicBezTo>
                                  <a:cubicBezTo>
                                    <a:pt x="20955" y="52388"/>
                                    <a:pt x="20955" y="51435"/>
                                    <a:pt x="21908" y="50483"/>
                                  </a:cubicBezTo>
                                  <a:cubicBezTo>
                                    <a:pt x="21908" y="48577"/>
                                    <a:pt x="22860" y="46672"/>
                                    <a:pt x="23813" y="43815"/>
                                  </a:cubicBezTo>
                                  <a:cubicBezTo>
                                    <a:pt x="24765" y="40005"/>
                                    <a:pt x="25718" y="35242"/>
                                    <a:pt x="26670" y="31433"/>
                                  </a:cubicBezTo>
                                  <a:cubicBezTo>
                                    <a:pt x="26670" y="29527"/>
                                    <a:pt x="26670" y="27622"/>
                                    <a:pt x="26670" y="26670"/>
                                  </a:cubicBezTo>
                                  <a:cubicBezTo>
                                    <a:pt x="26670" y="26670"/>
                                    <a:pt x="26670" y="26670"/>
                                    <a:pt x="26670" y="26670"/>
                                  </a:cubicBezTo>
                                  <a:cubicBezTo>
                                    <a:pt x="27623" y="27622"/>
                                    <a:pt x="27623" y="27622"/>
                                    <a:pt x="28575" y="28575"/>
                                  </a:cubicBezTo>
                                  <a:cubicBezTo>
                                    <a:pt x="30480" y="30480"/>
                                    <a:pt x="31433" y="33338"/>
                                    <a:pt x="33338" y="35242"/>
                                  </a:cubicBezTo>
                                  <a:cubicBezTo>
                                    <a:pt x="35243" y="37147"/>
                                    <a:pt x="36195" y="39052"/>
                                    <a:pt x="38100" y="40958"/>
                                  </a:cubicBezTo>
                                  <a:cubicBezTo>
                                    <a:pt x="38100" y="40958"/>
                                    <a:pt x="38100" y="40958"/>
                                    <a:pt x="38100" y="41910"/>
                                  </a:cubicBezTo>
                                  <a:cubicBezTo>
                                    <a:pt x="38100" y="41910"/>
                                    <a:pt x="38100" y="42863"/>
                                    <a:pt x="39053" y="42863"/>
                                  </a:cubicBezTo>
                                  <a:cubicBezTo>
                                    <a:pt x="39053" y="43815"/>
                                    <a:pt x="40005" y="45720"/>
                                    <a:pt x="39053" y="48577"/>
                                  </a:cubicBezTo>
                                  <a:cubicBezTo>
                                    <a:pt x="39053" y="49530"/>
                                    <a:pt x="39053" y="51435"/>
                                    <a:pt x="39053" y="52388"/>
                                  </a:cubicBezTo>
                                  <a:cubicBezTo>
                                    <a:pt x="39053" y="53340"/>
                                    <a:pt x="39053" y="55245"/>
                                    <a:pt x="39053" y="56197"/>
                                  </a:cubicBezTo>
                                  <a:cubicBezTo>
                                    <a:pt x="39053" y="57150"/>
                                    <a:pt x="39053" y="58102"/>
                                    <a:pt x="39053" y="58102"/>
                                  </a:cubicBezTo>
                                  <a:cubicBezTo>
                                    <a:pt x="39053" y="59055"/>
                                    <a:pt x="39053" y="60008"/>
                                    <a:pt x="39053" y="60008"/>
                                  </a:cubicBezTo>
                                  <a:cubicBezTo>
                                    <a:pt x="39053" y="60960"/>
                                    <a:pt x="39053" y="61913"/>
                                    <a:pt x="39053" y="61913"/>
                                  </a:cubicBezTo>
                                  <a:cubicBezTo>
                                    <a:pt x="39053" y="62865"/>
                                    <a:pt x="39053" y="63817"/>
                                    <a:pt x="39053" y="63817"/>
                                  </a:cubicBezTo>
                                  <a:cubicBezTo>
                                    <a:pt x="39053" y="65722"/>
                                    <a:pt x="39053" y="66675"/>
                                    <a:pt x="39053" y="67627"/>
                                  </a:cubicBezTo>
                                  <a:cubicBezTo>
                                    <a:pt x="39053" y="68580"/>
                                    <a:pt x="39053" y="70485"/>
                                    <a:pt x="40005" y="71438"/>
                                  </a:cubicBezTo>
                                  <a:cubicBezTo>
                                    <a:pt x="40005" y="72390"/>
                                    <a:pt x="40005" y="72390"/>
                                    <a:pt x="40005" y="73342"/>
                                  </a:cubicBezTo>
                                  <a:cubicBezTo>
                                    <a:pt x="40005" y="74295"/>
                                    <a:pt x="40005" y="74295"/>
                                    <a:pt x="40005" y="75247"/>
                                  </a:cubicBezTo>
                                  <a:cubicBezTo>
                                    <a:pt x="40005" y="75247"/>
                                    <a:pt x="40005" y="76200"/>
                                    <a:pt x="40005" y="76200"/>
                                  </a:cubicBezTo>
                                  <a:cubicBezTo>
                                    <a:pt x="40005" y="76200"/>
                                    <a:pt x="40005" y="77152"/>
                                    <a:pt x="40005" y="77152"/>
                                  </a:cubicBezTo>
                                  <a:cubicBezTo>
                                    <a:pt x="40005" y="77152"/>
                                    <a:pt x="40005" y="77152"/>
                                    <a:pt x="40005" y="77152"/>
                                  </a:cubicBezTo>
                                  <a:cubicBezTo>
                                    <a:pt x="40005" y="76200"/>
                                    <a:pt x="40005" y="75247"/>
                                    <a:pt x="40005" y="75247"/>
                                  </a:cubicBezTo>
                                  <a:cubicBezTo>
                                    <a:pt x="40005" y="74295"/>
                                    <a:pt x="40005" y="74295"/>
                                    <a:pt x="40005" y="73342"/>
                                  </a:cubicBezTo>
                                  <a:cubicBezTo>
                                    <a:pt x="40005" y="72390"/>
                                    <a:pt x="40005" y="72390"/>
                                    <a:pt x="40005" y="71438"/>
                                  </a:cubicBezTo>
                                  <a:cubicBezTo>
                                    <a:pt x="40005" y="70485"/>
                                    <a:pt x="40005" y="68580"/>
                                    <a:pt x="40005" y="67627"/>
                                  </a:cubicBezTo>
                                  <a:cubicBezTo>
                                    <a:pt x="40005" y="66675"/>
                                    <a:pt x="40005" y="64770"/>
                                    <a:pt x="40005" y="62865"/>
                                  </a:cubicBezTo>
                                  <a:lnTo>
                                    <a:pt x="40005" y="61913"/>
                                  </a:lnTo>
                                  <a:lnTo>
                                    <a:pt x="40005" y="60960"/>
                                  </a:lnTo>
                                  <a:cubicBezTo>
                                    <a:pt x="40005" y="60008"/>
                                    <a:pt x="40005" y="59055"/>
                                    <a:pt x="40005" y="59055"/>
                                  </a:cubicBezTo>
                                  <a:cubicBezTo>
                                    <a:pt x="40005" y="58102"/>
                                    <a:pt x="40005" y="57150"/>
                                    <a:pt x="40005" y="57150"/>
                                  </a:cubicBezTo>
                                  <a:cubicBezTo>
                                    <a:pt x="40005" y="56197"/>
                                    <a:pt x="40005" y="55245"/>
                                    <a:pt x="40005" y="55245"/>
                                  </a:cubicBezTo>
                                  <a:cubicBezTo>
                                    <a:pt x="40005" y="54292"/>
                                    <a:pt x="40005" y="52388"/>
                                    <a:pt x="40005" y="51435"/>
                                  </a:cubicBezTo>
                                  <a:cubicBezTo>
                                    <a:pt x="40005" y="50483"/>
                                    <a:pt x="40005" y="48577"/>
                                    <a:pt x="40005" y="47625"/>
                                  </a:cubicBezTo>
                                  <a:cubicBezTo>
                                    <a:pt x="40005" y="46672"/>
                                    <a:pt x="40005" y="44767"/>
                                    <a:pt x="40005" y="43815"/>
                                  </a:cubicBezTo>
                                  <a:cubicBezTo>
                                    <a:pt x="40958" y="44767"/>
                                    <a:pt x="41910" y="46672"/>
                                    <a:pt x="42863" y="47625"/>
                                  </a:cubicBezTo>
                                  <a:cubicBezTo>
                                    <a:pt x="44768" y="50483"/>
                                    <a:pt x="46673" y="52388"/>
                                    <a:pt x="47625" y="55245"/>
                                  </a:cubicBezTo>
                                  <a:cubicBezTo>
                                    <a:pt x="48578" y="56197"/>
                                    <a:pt x="49530" y="58102"/>
                                    <a:pt x="49530" y="59055"/>
                                  </a:cubicBezTo>
                                  <a:cubicBezTo>
                                    <a:pt x="50483" y="60008"/>
                                    <a:pt x="50483" y="61913"/>
                                    <a:pt x="51435" y="62865"/>
                                  </a:cubicBezTo>
                                  <a:cubicBezTo>
                                    <a:pt x="52388" y="65722"/>
                                    <a:pt x="54293" y="67627"/>
                                    <a:pt x="54293" y="70485"/>
                                  </a:cubicBezTo>
                                  <a:cubicBezTo>
                                    <a:pt x="54293" y="71438"/>
                                    <a:pt x="55245" y="73342"/>
                                    <a:pt x="55245" y="74295"/>
                                  </a:cubicBezTo>
                                  <a:cubicBezTo>
                                    <a:pt x="55245" y="75247"/>
                                    <a:pt x="56198" y="76200"/>
                                    <a:pt x="56198" y="77152"/>
                                  </a:cubicBezTo>
                                  <a:cubicBezTo>
                                    <a:pt x="56198" y="77152"/>
                                    <a:pt x="56198" y="77152"/>
                                    <a:pt x="56198" y="77152"/>
                                  </a:cubicBezTo>
                                  <a:lnTo>
                                    <a:pt x="56198" y="77152"/>
                                  </a:lnTo>
                                  <a:cubicBezTo>
                                    <a:pt x="56198" y="76200"/>
                                    <a:pt x="55245" y="75247"/>
                                    <a:pt x="55245" y="73342"/>
                                  </a:cubicBezTo>
                                  <a:cubicBezTo>
                                    <a:pt x="55245" y="72390"/>
                                    <a:pt x="54293" y="70485"/>
                                    <a:pt x="54293" y="69533"/>
                                  </a:cubicBezTo>
                                  <a:cubicBezTo>
                                    <a:pt x="53340" y="66675"/>
                                    <a:pt x="52388" y="64770"/>
                                    <a:pt x="51435" y="61913"/>
                                  </a:cubicBezTo>
                                  <a:cubicBezTo>
                                    <a:pt x="51435" y="60960"/>
                                    <a:pt x="50483" y="60960"/>
                                    <a:pt x="50483" y="60008"/>
                                  </a:cubicBezTo>
                                  <a:cubicBezTo>
                                    <a:pt x="50483" y="59055"/>
                                    <a:pt x="49530" y="59055"/>
                                    <a:pt x="49530" y="58102"/>
                                  </a:cubicBezTo>
                                  <a:cubicBezTo>
                                    <a:pt x="49530" y="57150"/>
                                    <a:pt x="48578" y="57150"/>
                                    <a:pt x="48578" y="56197"/>
                                  </a:cubicBezTo>
                                  <a:cubicBezTo>
                                    <a:pt x="48578" y="55245"/>
                                    <a:pt x="47625" y="55245"/>
                                    <a:pt x="47625" y="54292"/>
                                  </a:cubicBezTo>
                                  <a:cubicBezTo>
                                    <a:pt x="45720" y="51435"/>
                                    <a:pt x="44768" y="49530"/>
                                    <a:pt x="42863" y="46672"/>
                                  </a:cubicBezTo>
                                  <a:cubicBezTo>
                                    <a:pt x="40958" y="43815"/>
                                    <a:pt x="40005" y="41910"/>
                                    <a:pt x="38100" y="39052"/>
                                  </a:cubicBezTo>
                                  <a:cubicBezTo>
                                    <a:pt x="37148" y="37147"/>
                                    <a:pt x="36195" y="35242"/>
                                    <a:pt x="34290" y="33338"/>
                                  </a:cubicBezTo>
                                  <a:cubicBezTo>
                                    <a:pt x="34290" y="33338"/>
                                    <a:pt x="35243" y="33338"/>
                                    <a:pt x="35243" y="34290"/>
                                  </a:cubicBezTo>
                                  <a:cubicBezTo>
                                    <a:pt x="36195" y="35242"/>
                                    <a:pt x="38100" y="35242"/>
                                    <a:pt x="40005" y="36195"/>
                                  </a:cubicBezTo>
                                  <a:cubicBezTo>
                                    <a:pt x="43815" y="37147"/>
                                    <a:pt x="47625" y="39052"/>
                                    <a:pt x="52388" y="40005"/>
                                  </a:cubicBezTo>
                                  <a:cubicBezTo>
                                    <a:pt x="54293" y="40958"/>
                                    <a:pt x="57150" y="40958"/>
                                    <a:pt x="59055" y="41910"/>
                                  </a:cubicBezTo>
                                  <a:cubicBezTo>
                                    <a:pt x="60960" y="42863"/>
                                    <a:pt x="63818" y="43815"/>
                                    <a:pt x="65723" y="44767"/>
                                  </a:cubicBezTo>
                                  <a:cubicBezTo>
                                    <a:pt x="67628" y="45720"/>
                                    <a:pt x="70485" y="47625"/>
                                    <a:pt x="72390" y="49530"/>
                                  </a:cubicBezTo>
                                  <a:cubicBezTo>
                                    <a:pt x="74295" y="51435"/>
                                    <a:pt x="76200" y="53340"/>
                                    <a:pt x="78105" y="55245"/>
                                  </a:cubicBezTo>
                                  <a:cubicBezTo>
                                    <a:pt x="79058" y="56197"/>
                                    <a:pt x="80010" y="57150"/>
                                    <a:pt x="80963" y="59055"/>
                                  </a:cubicBezTo>
                                  <a:cubicBezTo>
                                    <a:pt x="81915" y="60008"/>
                                    <a:pt x="82868" y="61913"/>
                                    <a:pt x="82868" y="62865"/>
                                  </a:cubicBezTo>
                                  <a:cubicBezTo>
                                    <a:pt x="82868" y="63817"/>
                                    <a:pt x="83820" y="63817"/>
                                    <a:pt x="83820" y="64770"/>
                                  </a:cubicBezTo>
                                  <a:cubicBezTo>
                                    <a:pt x="83820" y="65722"/>
                                    <a:pt x="84773" y="65722"/>
                                    <a:pt x="84773" y="66675"/>
                                  </a:cubicBezTo>
                                  <a:cubicBezTo>
                                    <a:pt x="85725" y="67627"/>
                                    <a:pt x="85725" y="69533"/>
                                    <a:pt x="85725" y="71438"/>
                                  </a:cubicBezTo>
                                  <a:cubicBezTo>
                                    <a:pt x="85725" y="71438"/>
                                    <a:pt x="85725" y="72390"/>
                                    <a:pt x="85725" y="72390"/>
                                  </a:cubicBezTo>
                                  <a:cubicBezTo>
                                    <a:pt x="85725" y="72390"/>
                                    <a:pt x="85725" y="72390"/>
                                    <a:pt x="85725" y="72390"/>
                                  </a:cubicBezTo>
                                  <a:lnTo>
                                    <a:pt x="85725" y="71438"/>
                                  </a:lnTo>
                                  <a:cubicBezTo>
                                    <a:pt x="84773" y="68580"/>
                                    <a:pt x="83820" y="65722"/>
                                    <a:pt x="82868" y="62865"/>
                                  </a:cubicBezTo>
                                  <a:cubicBezTo>
                                    <a:pt x="81915" y="60008"/>
                                    <a:pt x="80010" y="57150"/>
                                    <a:pt x="78105" y="55245"/>
                                  </a:cubicBezTo>
                                  <a:cubicBezTo>
                                    <a:pt x="76200" y="53340"/>
                                    <a:pt x="74295" y="50483"/>
                                    <a:pt x="72390" y="48577"/>
                                  </a:cubicBezTo>
                                  <a:cubicBezTo>
                                    <a:pt x="70485" y="46672"/>
                                    <a:pt x="68580" y="44767"/>
                                    <a:pt x="65723" y="43815"/>
                                  </a:cubicBezTo>
                                  <a:cubicBezTo>
                                    <a:pt x="63818" y="41910"/>
                                    <a:pt x="60960" y="40958"/>
                                    <a:pt x="59055" y="40005"/>
                                  </a:cubicBezTo>
                                  <a:cubicBezTo>
                                    <a:pt x="57150" y="39052"/>
                                    <a:pt x="54293" y="38100"/>
                                    <a:pt x="52388" y="37147"/>
                                  </a:cubicBezTo>
                                  <a:cubicBezTo>
                                    <a:pt x="47625" y="36195"/>
                                    <a:pt x="43815" y="34290"/>
                                    <a:pt x="40958" y="33338"/>
                                  </a:cubicBezTo>
                                  <a:cubicBezTo>
                                    <a:pt x="39053" y="32385"/>
                                    <a:pt x="38100" y="32385"/>
                                    <a:pt x="36195" y="31433"/>
                                  </a:cubicBezTo>
                                  <a:cubicBezTo>
                                    <a:pt x="35243" y="30480"/>
                                    <a:pt x="34290" y="30480"/>
                                    <a:pt x="33338" y="29527"/>
                                  </a:cubicBezTo>
                                  <a:cubicBezTo>
                                    <a:pt x="32385" y="29527"/>
                                    <a:pt x="32385" y="28575"/>
                                    <a:pt x="31433" y="28575"/>
                                  </a:cubicBezTo>
                                  <a:cubicBezTo>
                                    <a:pt x="30480" y="26670"/>
                                    <a:pt x="29528" y="25717"/>
                                    <a:pt x="28575" y="23813"/>
                                  </a:cubicBezTo>
                                  <a:cubicBezTo>
                                    <a:pt x="27623" y="22860"/>
                                    <a:pt x="26670" y="21908"/>
                                    <a:pt x="26670" y="20955"/>
                                  </a:cubicBezTo>
                                  <a:cubicBezTo>
                                    <a:pt x="25718" y="20002"/>
                                    <a:pt x="24765" y="19050"/>
                                    <a:pt x="24765" y="18097"/>
                                  </a:cubicBezTo>
                                  <a:cubicBezTo>
                                    <a:pt x="23813" y="16192"/>
                                    <a:pt x="21908" y="14288"/>
                                    <a:pt x="20955" y="12383"/>
                                  </a:cubicBezTo>
                                  <a:cubicBezTo>
                                    <a:pt x="20955" y="12383"/>
                                    <a:pt x="20955" y="12383"/>
                                    <a:pt x="20955" y="11430"/>
                                  </a:cubicBezTo>
                                  <a:cubicBezTo>
                                    <a:pt x="20955" y="11430"/>
                                    <a:pt x="20955" y="11430"/>
                                    <a:pt x="21908" y="11430"/>
                                  </a:cubicBezTo>
                                  <a:cubicBezTo>
                                    <a:pt x="22860" y="11430"/>
                                    <a:pt x="24765" y="11430"/>
                                    <a:pt x="26670" y="12383"/>
                                  </a:cubicBezTo>
                                  <a:cubicBezTo>
                                    <a:pt x="27623" y="12383"/>
                                    <a:pt x="28575" y="12383"/>
                                    <a:pt x="29528" y="12383"/>
                                  </a:cubicBezTo>
                                  <a:cubicBezTo>
                                    <a:pt x="30480" y="12383"/>
                                    <a:pt x="31433" y="12383"/>
                                    <a:pt x="32385" y="12383"/>
                                  </a:cubicBezTo>
                                  <a:cubicBezTo>
                                    <a:pt x="34290" y="12383"/>
                                    <a:pt x="37148" y="12383"/>
                                    <a:pt x="39053" y="13335"/>
                                  </a:cubicBezTo>
                                  <a:cubicBezTo>
                                    <a:pt x="41910" y="13335"/>
                                    <a:pt x="43815" y="14288"/>
                                    <a:pt x="46673" y="14288"/>
                                  </a:cubicBezTo>
                                  <a:cubicBezTo>
                                    <a:pt x="49530" y="14288"/>
                                    <a:pt x="52388" y="15240"/>
                                    <a:pt x="55245" y="15240"/>
                                  </a:cubicBezTo>
                                  <a:cubicBezTo>
                                    <a:pt x="58103" y="16192"/>
                                    <a:pt x="60960" y="16192"/>
                                    <a:pt x="63818" y="17145"/>
                                  </a:cubicBezTo>
                                  <a:cubicBezTo>
                                    <a:pt x="66675" y="18097"/>
                                    <a:pt x="69533" y="19050"/>
                                    <a:pt x="72390" y="20002"/>
                                  </a:cubicBezTo>
                                  <a:cubicBezTo>
                                    <a:pt x="75248" y="20955"/>
                                    <a:pt x="78105" y="22860"/>
                                    <a:pt x="80010" y="24765"/>
                                  </a:cubicBezTo>
                                  <a:cubicBezTo>
                                    <a:pt x="80963" y="25717"/>
                                    <a:pt x="82868" y="26670"/>
                                    <a:pt x="83820" y="27622"/>
                                  </a:cubicBezTo>
                                  <a:cubicBezTo>
                                    <a:pt x="84773" y="28575"/>
                                    <a:pt x="86678" y="29527"/>
                                    <a:pt x="87630" y="30480"/>
                                  </a:cubicBezTo>
                                  <a:cubicBezTo>
                                    <a:pt x="88583" y="31433"/>
                                    <a:pt x="89535" y="32385"/>
                                    <a:pt x="90488" y="33338"/>
                                  </a:cubicBezTo>
                                  <a:cubicBezTo>
                                    <a:pt x="91440" y="34290"/>
                                    <a:pt x="92393" y="36195"/>
                                    <a:pt x="93345" y="37147"/>
                                  </a:cubicBezTo>
                                  <a:cubicBezTo>
                                    <a:pt x="94298" y="38100"/>
                                    <a:pt x="95250" y="40005"/>
                                    <a:pt x="95250" y="40958"/>
                                  </a:cubicBezTo>
                                  <a:cubicBezTo>
                                    <a:pt x="95250" y="41910"/>
                                    <a:pt x="96203" y="42863"/>
                                    <a:pt x="96203" y="43815"/>
                                  </a:cubicBezTo>
                                  <a:cubicBezTo>
                                    <a:pt x="96203" y="43815"/>
                                    <a:pt x="96203" y="42863"/>
                                    <a:pt x="96203" y="42863"/>
                                  </a:cubicBezTo>
                                  <a:cubicBezTo>
                                    <a:pt x="96203" y="41910"/>
                                    <a:pt x="95250" y="41910"/>
                                    <a:pt x="95250" y="40958"/>
                                  </a:cubicBezTo>
                                  <a:cubicBezTo>
                                    <a:pt x="94298" y="40005"/>
                                    <a:pt x="93345" y="38100"/>
                                    <a:pt x="93345" y="37147"/>
                                  </a:cubicBezTo>
                                  <a:cubicBezTo>
                                    <a:pt x="92393" y="36195"/>
                                    <a:pt x="91440" y="34290"/>
                                    <a:pt x="90488" y="33338"/>
                                  </a:cubicBezTo>
                                  <a:cubicBezTo>
                                    <a:pt x="89535" y="32385"/>
                                    <a:pt x="88583" y="31433"/>
                                    <a:pt x="87630" y="29527"/>
                                  </a:cubicBezTo>
                                  <a:cubicBezTo>
                                    <a:pt x="86678" y="28575"/>
                                    <a:pt x="85725" y="27622"/>
                                    <a:pt x="83820" y="26670"/>
                                  </a:cubicBezTo>
                                  <a:cubicBezTo>
                                    <a:pt x="82868" y="25717"/>
                                    <a:pt x="80963" y="24765"/>
                                    <a:pt x="80010" y="23813"/>
                                  </a:cubicBezTo>
                                  <a:cubicBezTo>
                                    <a:pt x="77153" y="21908"/>
                                    <a:pt x="75248" y="20955"/>
                                    <a:pt x="72390" y="19050"/>
                                  </a:cubicBezTo>
                                  <a:cubicBezTo>
                                    <a:pt x="69533" y="18097"/>
                                    <a:pt x="66675" y="17145"/>
                                    <a:pt x="63818" y="16192"/>
                                  </a:cubicBezTo>
                                  <a:cubicBezTo>
                                    <a:pt x="60960" y="15240"/>
                                    <a:pt x="58103" y="14288"/>
                                    <a:pt x="55245" y="14288"/>
                                  </a:cubicBezTo>
                                  <a:cubicBezTo>
                                    <a:pt x="52388" y="13335"/>
                                    <a:pt x="49530" y="13335"/>
                                    <a:pt x="46673" y="12383"/>
                                  </a:cubicBezTo>
                                  <a:cubicBezTo>
                                    <a:pt x="43815" y="12383"/>
                                    <a:pt x="40958" y="11430"/>
                                    <a:pt x="39053" y="11430"/>
                                  </a:cubicBezTo>
                                  <a:cubicBezTo>
                                    <a:pt x="36195" y="11430"/>
                                    <a:pt x="34290" y="10477"/>
                                    <a:pt x="32385" y="10477"/>
                                  </a:cubicBezTo>
                                  <a:cubicBezTo>
                                    <a:pt x="31433" y="10477"/>
                                    <a:pt x="30480" y="10477"/>
                                    <a:pt x="29528" y="10477"/>
                                  </a:cubicBezTo>
                                  <a:cubicBezTo>
                                    <a:pt x="28575" y="10477"/>
                                    <a:pt x="27623" y="10477"/>
                                    <a:pt x="26670" y="10477"/>
                                  </a:cubicBezTo>
                                  <a:cubicBezTo>
                                    <a:pt x="24765" y="10477"/>
                                    <a:pt x="23813" y="10477"/>
                                    <a:pt x="21908" y="9525"/>
                                  </a:cubicBezTo>
                                  <a:cubicBezTo>
                                    <a:pt x="20955" y="9525"/>
                                    <a:pt x="20003" y="9525"/>
                                    <a:pt x="20003" y="9525"/>
                                  </a:cubicBezTo>
                                  <a:lnTo>
                                    <a:pt x="20003" y="9525"/>
                                  </a:lnTo>
                                  <a:cubicBezTo>
                                    <a:pt x="20003" y="8572"/>
                                    <a:pt x="19050" y="7620"/>
                                    <a:pt x="19050" y="6667"/>
                                  </a:cubicBezTo>
                                  <a:cubicBezTo>
                                    <a:pt x="18098" y="4763"/>
                                    <a:pt x="17145" y="3810"/>
                                    <a:pt x="17145" y="2858"/>
                                  </a:cubicBezTo>
                                  <a:cubicBezTo>
                                    <a:pt x="16193" y="952"/>
                                    <a:pt x="15240" y="0"/>
                                    <a:pt x="15240" y="0"/>
                                  </a:cubicBezTo>
                                  <a:cubicBezTo>
                                    <a:pt x="14288" y="952"/>
                                    <a:pt x="12383" y="2858"/>
                                    <a:pt x="12383" y="2858"/>
                                  </a:cubicBezTo>
                                  <a:cubicBezTo>
                                    <a:pt x="12383" y="4763"/>
                                    <a:pt x="13335" y="5715"/>
                                    <a:pt x="14288" y="6667"/>
                                  </a:cubicBezTo>
                                  <a:close/>
                                </a:path>
                              </a:pathLst>
                            </a:custGeom>
                            <a:grpFill/>
                            <a:ln w="9525" cap="flat">
                              <a:noFill/>
                              <a:prstDash val="solid"/>
                              <a:miter/>
                            </a:ln>
                          </p:spPr>
                          <p:txBody>
                            <a:bodyPr rtlCol="0" anchor="ctr"/>
                            <a:lstStyle/>
                            <a:p>
                              <a:endParaRPr lang="en-US"/>
                            </a:p>
                          </p:txBody>
                        </p:sp>
                      </p:grpSp>
                      <p:grpSp>
                        <p:nvGrpSpPr>
                          <p:cNvPr id="173" name="Graphic 2">
                            <a:extLst>
                              <a:ext uri="{FF2B5EF4-FFF2-40B4-BE49-F238E27FC236}">
                                <a16:creationId xmlns:a16="http://schemas.microsoft.com/office/drawing/2014/main" id="{AE736AF3-0337-429B-AEF1-DA4B52809559}"/>
                              </a:ext>
                            </a:extLst>
                          </p:cNvPr>
                          <p:cNvGrpSpPr/>
                          <p:nvPr/>
                        </p:nvGrpSpPr>
                        <p:grpSpPr>
                          <a:xfrm>
                            <a:off x="3060563" y="2787800"/>
                            <a:ext cx="85725" cy="69571"/>
                            <a:chOff x="3060563" y="2787800"/>
                            <a:chExt cx="85725" cy="69571"/>
                          </a:xfrm>
                          <a:grpFill/>
                        </p:grpSpPr>
                        <p:sp>
                          <p:nvSpPr>
                            <p:cNvPr id="174" name="Freeform: Shape 173">
                              <a:extLst>
                                <a:ext uri="{FF2B5EF4-FFF2-40B4-BE49-F238E27FC236}">
                                  <a16:creationId xmlns:a16="http://schemas.microsoft.com/office/drawing/2014/main" id="{D0F22307-11E9-4A04-A497-CDC2B50F8BB5}"/>
                                </a:ext>
                              </a:extLst>
                            </p:cNvPr>
                            <p:cNvSpPr/>
                            <p:nvPr/>
                          </p:nvSpPr>
                          <p:spPr>
                            <a:xfrm>
                              <a:off x="3060563" y="2787800"/>
                              <a:ext cx="84349" cy="69571"/>
                            </a:xfrm>
                            <a:custGeom>
                              <a:avLst/>
                              <a:gdLst>
                                <a:gd name="connsiteX0" fmla="*/ 83820 w 84349"/>
                                <a:gd name="connsiteY0" fmla="*/ 28614 h 69571"/>
                                <a:gd name="connsiteX1" fmla="*/ 83820 w 84349"/>
                                <a:gd name="connsiteY1" fmla="*/ 24804 h 69571"/>
                                <a:gd name="connsiteX2" fmla="*/ 82868 w 84349"/>
                                <a:gd name="connsiteY2" fmla="*/ 20994 h 69571"/>
                                <a:gd name="connsiteX3" fmla="*/ 82868 w 84349"/>
                                <a:gd name="connsiteY3" fmla="*/ 19089 h 69571"/>
                                <a:gd name="connsiteX4" fmla="*/ 81915 w 84349"/>
                                <a:gd name="connsiteY4" fmla="*/ 16231 h 69571"/>
                                <a:gd name="connsiteX5" fmla="*/ 81915 w 84349"/>
                                <a:gd name="connsiteY5" fmla="*/ 16231 h 69571"/>
                                <a:gd name="connsiteX6" fmla="*/ 81915 w 84349"/>
                                <a:gd name="connsiteY6" fmla="*/ 16231 h 69571"/>
                                <a:gd name="connsiteX7" fmla="*/ 81915 w 84349"/>
                                <a:gd name="connsiteY7" fmla="*/ 16231 h 69571"/>
                                <a:gd name="connsiteX8" fmla="*/ 80963 w 84349"/>
                                <a:gd name="connsiteY8" fmla="*/ 15279 h 69571"/>
                                <a:gd name="connsiteX9" fmla="*/ 76200 w 84349"/>
                                <a:gd name="connsiteY9" fmla="*/ 11469 h 69571"/>
                                <a:gd name="connsiteX10" fmla="*/ 59055 w 84349"/>
                                <a:gd name="connsiteY10" fmla="*/ 2896 h 69571"/>
                                <a:gd name="connsiteX11" fmla="*/ 34290 w 84349"/>
                                <a:gd name="connsiteY11" fmla="*/ 991 h 69571"/>
                                <a:gd name="connsiteX12" fmla="*/ 20003 w 84349"/>
                                <a:gd name="connsiteY12" fmla="*/ 5754 h 69571"/>
                                <a:gd name="connsiteX13" fmla="*/ 5715 w 84349"/>
                                <a:gd name="connsiteY13" fmla="*/ 18136 h 69571"/>
                                <a:gd name="connsiteX14" fmla="*/ 4763 w 84349"/>
                                <a:gd name="connsiteY14" fmla="*/ 19089 h 69571"/>
                                <a:gd name="connsiteX15" fmla="*/ 4763 w 84349"/>
                                <a:gd name="connsiteY15" fmla="*/ 19089 h 69571"/>
                                <a:gd name="connsiteX16" fmla="*/ 2858 w 84349"/>
                                <a:gd name="connsiteY16" fmla="*/ 23851 h 69571"/>
                                <a:gd name="connsiteX17" fmla="*/ 0 w 84349"/>
                                <a:gd name="connsiteY17" fmla="*/ 34329 h 69571"/>
                                <a:gd name="connsiteX18" fmla="*/ 0 w 84349"/>
                                <a:gd name="connsiteY18" fmla="*/ 38139 h 69571"/>
                                <a:gd name="connsiteX19" fmla="*/ 953 w 84349"/>
                                <a:gd name="connsiteY19" fmla="*/ 41949 h 69571"/>
                                <a:gd name="connsiteX20" fmla="*/ 953 w 84349"/>
                                <a:gd name="connsiteY20" fmla="*/ 42901 h 69571"/>
                                <a:gd name="connsiteX21" fmla="*/ 953 w 84349"/>
                                <a:gd name="connsiteY21" fmla="*/ 42901 h 69571"/>
                                <a:gd name="connsiteX22" fmla="*/ 4763 w 84349"/>
                                <a:gd name="connsiteY22" fmla="*/ 50521 h 69571"/>
                                <a:gd name="connsiteX23" fmla="*/ 7620 w 84349"/>
                                <a:gd name="connsiteY23" fmla="*/ 53379 h 69571"/>
                                <a:gd name="connsiteX24" fmla="*/ 10478 w 84349"/>
                                <a:gd name="connsiteY24" fmla="*/ 55284 h 69571"/>
                                <a:gd name="connsiteX25" fmla="*/ 20955 w 84349"/>
                                <a:gd name="connsiteY25" fmla="*/ 57189 h 69571"/>
                                <a:gd name="connsiteX26" fmla="*/ 20955 w 84349"/>
                                <a:gd name="connsiteY26" fmla="*/ 57189 h 69571"/>
                                <a:gd name="connsiteX27" fmla="*/ 23813 w 84349"/>
                                <a:gd name="connsiteY27" fmla="*/ 57189 h 69571"/>
                                <a:gd name="connsiteX28" fmla="*/ 25718 w 84349"/>
                                <a:gd name="connsiteY28" fmla="*/ 60046 h 69571"/>
                                <a:gd name="connsiteX29" fmla="*/ 32385 w 84349"/>
                                <a:gd name="connsiteY29" fmla="*/ 64809 h 69571"/>
                                <a:gd name="connsiteX30" fmla="*/ 33338 w 84349"/>
                                <a:gd name="connsiteY30" fmla="*/ 65761 h 69571"/>
                                <a:gd name="connsiteX31" fmla="*/ 33338 w 84349"/>
                                <a:gd name="connsiteY31" fmla="*/ 65761 h 69571"/>
                                <a:gd name="connsiteX32" fmla="*/ 40005 w 84349"/>
                                <a:gd name="connsiteY32" fmla="*/ 67666 h 69571"/>
                                <a:gd name="connsiteX33" fmla="*/ 47625 w 84349"/>
                                <a:gd name="connsiteY33" fmla="*/ 66714 h 69571"/>
                                <a:gd name="connsiteX34" fmla="*/ 48578 w 84349"/>
                                <a:gd name="connsiteY34" fmla="*/ 66714 h 69571"/>
                                <a:gd name="connsiteX35" fmla="*/ 49530 w 84349"/>
                                <a:gd name="connsiteY35" fmla="*/ 66714 h 69571"/>
                                <a:gd name="connsiteX36" fmla="*/ 52388 w 84349"/>
                                <a:gd name="connsiteY36" fmla="*/ 66714 h 69571"/>
                                <a:gd name="connsiteX37" fmla="*/ 53340 w 84349"/>
                                <a:gd name="connsiteY37" fmla="*/ 66714 h 69571"/>
                                <a:gd name="connsiteX38" fmla="*/ 54293 w 84349"/>
                                <a:gd name="connsiteY38" fmla="*/ 66714 h 69571"/>
                                <a:gd name="connsiteX39" fmla="*/ 54293 w 84349"/>
                                <a:gd name="connsiteY39" fmla="*/ 66714 h 69571"/>
                                <a:gd name="connsiteX40" fmla="*/ 57150 w 84349"/>
                                <a:gd name="connsiteY40" fmla="*/ 66714 h 69571"/>
                                <a:gd name="connsiteX41" fmla="*/ 62865 w 84349"/>
                                <a:gd name="connsiteY41" fmla="*/ 68619 h 69571"/>
                                <a:gd name="connsiteX42" fmla="*/ 64770 w 84349"/>
                                <a:gd name="connsiteY42" fmla="*/ 69571 h 69571"/>
                                <a:gd name="connsiteX43" fmla="*/ 65723 w 84349"/>
                                <a:gd name="connsiteY43" fmla="*/ 69571 h 69571"/>
                                <a:gd name="connsiteX44" fmla="*/ 65723 w 84349"/>
                                <a:gd name="connsiteY44" fmla="*/ 69571 h 69571"/>
                                <a:gd name="connsiteX45" fmla="*/ 65723 w 84349"/>
                                <a:gd name="connsiteY45" fmla="*/ 69571 h 69571"/>
                                <a:gd name="connsiteX46" fmla="*/ 65723 w 84349"/>
                                <a:gd name="connsiteY46" fmla="*/ 69571 h 69571"/>
                                <a:gd name="connsiteX47" fmla="*/ 66675 w 84349"/>
                                <a:gd name="connsiteY47" fmla="*/ 69571 h 69571"/>
                                <a:gd name="connsiteX48" fmla="*/ 67628 w 84349"/>
                                <a:gd name="connsiteY48" fmla="*/ 69571 h 69571"/>
                                <a:gd name="connsiteX49" fmla="*/ 67628 w 84349"/>
                                <a:gd name="connsiteY49" fmla="*/ 69571 h 69571"/>
                                <a:gd name="connsiteX50" fmla="*/ 68580 w 84349"/>
                                <a:gd name="connsiteY50" fmla="*/ 69571 h 69571"/>
                                <a:gd name="connsiteX51" fmla="*/ 70485 w 84349"/>
                                <a:gd name="connsiteY51" fmla="*/ 68619 h 69571"/>
                                <a:gd name="connsiteX52" fmla="*/ 73343 w 84349"/>
                                <a:gd name="connsiteY52" fmla="*/ 66714 h 69571"/>
                                <a:gd name="connsiteX53" fmla="*/ 78105 w 84349"/>
                                <a:gd name="connsiteY53" fmla="*/ 58141 h 69571"/>
                                <a:gd name="connsiteX54" fmla="*/ 80010 w 84349"/>
                                <a:gd name="connsiteY54" fmla="*/ 47664 h 69571"/>
                                <a:gd name="connsiteX55" fmla="*/ 80963 w 84349"/>
                                <a:gd name="connsiteY55" fmla="*/ 38139 h 69571"/>
                                <a:gd name="connsiteX56" fmla="*/ 83820 w 84349"/>
                                <a:gd name="connsiteY56" fmla="*/ 28614 h 6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84349" h="69571">
                                  <a:moveTo>
                                    <a:pt x="83820" y="28614"/>
                                  </a:moveTo>
                                  <a:cubicBezTo>
                                    <a:pt x="83820" y="27661"/>
                                    <a:pt x="83820" y="25756"/>
                                    <a:pt x="83820" y="24804"/>
                                  </a:cubicBezTo>
                                  <a:cubicBezTo>
                                    <a:pt x="83820" y="23851"/>
                                    <a:pt x="83820" y="21946"/>
                                    <a:pt x="82868" y="20994"/>
                                  </a:cubicBezTo>
                                  <a:cubicBezTo>
                                    <a:pt x="82868" y="20041"/>
                                    <a:pt x="82868" y="20041"/>
                                    <a:pt x="82868" y="19089"/>
                                  </a:cubicBezTo>
                                  <a:cubicBezTo>
                                    <a:pt x="82868" y="19089"/>
                                    <a:pt x="81915" y="17184"/>
                                    <a:pt x="81915" y="16231"/>
                                  </a:cubicBezTo>
                                  <a:cubicBezTo>
                                    <a:pt x="81915" y="16231"/>
                                    <a:pt x="81915" y="16231"/>
                                    <a:pt x="81915" y="16231"/>
                                  </a:cubicBezTo>
                                  <a:cubicBezTo>
                                    <a:pt x="81915" y="16231"/>
                                    <a:pt x="81915" y="16231"/>
                                    <a:pt x="81915" y="16231"/>
                                  </a:cubicBezTo>
                                  <a:cubicBezTo>
                                    <a:pt x="81915" y="16231"/>
                                    <a:pt x="81915" y="16231"/>
                                    <a:pt x="81915" y="16231"/>
                                  </a:cubicBezTo>
                                  <a:cubicBezTo>
                                    <a:pt x="81915" y="16231"/>
                                    <a:pt x="80963" y="15279"/>
                                    <a:pt x="80963" y="15279"/>
                                  </a:cubicBezTo>
                                  <a:cubicBezTo>
                                    <a:pt x="80010" y="14326"/>
                                    <a:pt x="78105" y="13374"/>
                                    <a:pt x="76200" y="11469"/>
                                  </a:cubicBezTo>
                                  <a:cubicBezTo>
                                    <a:pt x="72390" y="8611"/>
                                    <a:pt x="66675" y="4801"/>
                                    <a:pt x="59055" y="2896"/>
                                  </a:cubicBezTo>
                                  <a:cubicBezTo>
                                    <a:pt x="52388" y="39"/>
                                    <a:pt x="43815" y="-914"/>
                                    <a:pt x="34290" y="991"/>
                                  </a:cubicBezTo>
                                  <a:cubicBezTo>
                                    <a:pt x="29528" y="1944"/>
                                    <a:pt x="24765" y="3849"/>
                                    <a:pt x="20003" y="5754"/>
                                  </a:cubicBezTo>
                                  <a:cubicBezTo>
                                    <a:pt x="15240" y="8611"/>
                                    <a:pt x="10478" y="12421"/>
                                    <a:pt x="5715" y="18136"/>
                                  </a:cubicBezTo>
                                  <a:cubicBezTo>
                                    <a:pt x="5715" y="18136"/>
                                    <a:pt x="5715" y="18136"/>
                                    <a:pt x="4763" y="19089"/>
                                  </a:cubicBezTo>
                                  <a:cubicBezTo>
                                    <a:pt x="4763" y="19089"/>
                                    <a:pt x="4763" y="19089"/>
                                    <a:pt x="4763" y="19089"/>
                                  </a:cubicBezTo>
                                  <a:cubicBezTo>
                                    <a:pt x="3810" y="20041"/>
                                    <a:pt x="2858" y="21946"/>
                                    <a:pt x="2858" y="23851"/>
                                  </a:cubicBezTo>
                                  <a:cubicBezTo>
                                    <a:pt x="953" y="27661"/>
                                    <a:pt x="953" y="31471"/>
                                    <a:pt x="0" y="34329"/>
                                  </a:cubicBezTo>
                                  <a:cubicBezTo>
                                    <a:pt x="0" y="35281"/>
                                    <a:pt x="0" y="37186"/>
                                    <a:pt x="0" y="38139"/>
                                  </a:cubicBezTo>
                                  <a:cubicBezTo>
                                    <a:pt x="0" y="39091"/>
                                    <a:pt x="0" y="40996"/>
                                    <a:pt x="953" y="41949"/>
                                  </a:cubicBezTo>
                                  <a:cubicBezTo>
                                    <a:pt x="953" y="41949"/>
                                    <a:pt x="953" y="42901"/>
                                    <a:pt x="953" y="42901"/>
                                  </a:cubicBezTo>
                                  <a:cubicBezTo>
                                    <a:pt x="953" y="42901"/>
                                    <a:pt x="953" y="42901"/>
                                    <a:pt x="953" y="42901"/>
                                  </a:cubicBezTo>
                                  <a:cubicBezTo>
                                    <a:pt x="1905" y="45759"/>
                                    <a:pt x="3810" y="48616"/>
                                    <a:pt x="4763" y="50521"/>
                                  </a:cubicBezTo>
                                  <a:cubicBezTo>
                                    <a:pt x="5715" y="51474"/>
                                    <a:pt x="6668" y="52426"/>
                                    <a:pt x="7620" y="53379"/>
                                  </a:cubicBezTo>
                                  <a:cubicBezTo>
                                    <a:pt x="8573" y="54331"/>
                                    <a:pt x="9525" y="54331"/>
                                    <a:pt x="10478" y="55284"/>
                                  </a:cubicBezTo>
                                  <a:cubicBezTo>
                                    <a:pt x="14288" y="57189"/>
                                    <a:pt x="18098" y="57189"/>
                                    <a:pt x="20955" y="57189"/>
                                  </a:cubicBezTo>
                                  <a:cubicBezTo>
                                    <a:pt x="20955" y="57189"/>
                                    <a:pt x="20955" y="57189"/>
                                    <a:pt x="20955" y="57189"/>
                                  </a:cubicBezTo>
                                  <a:cubicBezTo>
                                    <a:pt x="22860" y="57189"/>
                                    <a:pt x="23813" y="57189"/>
                                    <a:pt x="23813" y="57189"/>
                                  </a:cubicBezTo>
                                  <a:cubicBezTo>
                                    <a:pt x="24765" y="58141"/>
                                    <a:pt x="25718" y="59094"/>
                                    <a:pt x="25718" y="60046"/>
                                  </a:cubicBezTo>
                                  <a:cubicBezTo>
                                    <a:pt x="27623" y="61951"/>
                                    <a:pt x="29528" y="63856"/>
                                    <a:pt x="32385" y="64809"/>
                                  </a:cubicBezTo>
                                  <a:cubicBezTo>
                                    <a:pt x="32385" y="64809"/>
                                    <a:pt x="33338" y="64809"/>
                                    <a:pt x="33338" y="65761"/>
                                  </a:cubicBezTo>
                                  <a:cubicBezTo>
                                    <a:pt x="33338" y="65761"/>
                                    <a:pt x="33338" y="65761"/>
                                    <a:pt x="33338" y="65761"/>
                                  </a:cubicBezTo>
                                  <a:cubicBezTo>
                                    <a:pt x="35243" y="66714"/>
                                    <a:pt x="38100" y="67666"/>
                                    <a:pt x="40005" y="67666"/>
                                  </a:cubicBezTo>
                                  <a:cubicBezTo>
                                    <a:pt x="42863" y="67666"/>
                                    <a:pt x="44768" y="67666"/>
                                    <a:pt x="47625" y="66714"/>
                                  </a:cubicBezTo>
                                  <a:cubicBezTo>
                                    <a:pt x="47625" y="66714"/>
                                    <a:pt x="48578" y="66714"/>
                                    <a:pt x="48578" y="66714"/>
                                  </a:cubicBezTo>
                                  <a:cubicBezTo>
                                    <a:pt x="48578" y="66714"/>
                                    <a:pt x="49530" y="66714"/>
                                    <a:pt x="49530" y="66714"/>
                                  </a:cubicBezTo>
                                  <a:cubicBezTo>
                                    <a:pt x="50483" y="66714"/>
                                    <a:pt x="51435" y="66714"/>
                                    <a:pt x="52388" y="66714"/>
                                  </a:cubicBezTo>
                                  <a:cubicBezTo>
                                    <a:pt x="52388" y="66714"/>
                                    <a:pt x="53340" y="66714"/>
                                    <a:pt x="53340" y="66714"/>
                                  </a:cubicBezTo>
                                  <a:cubicBezTo>
                                    <a:pt x="53340" y="66714"/>
                                    <a:pt x="53340" y="66714"/>
                                    <a:pt x="54293" y="66714"/>
                                  </a:cubicBezTo>
                                  <a:lnTo>
                                    <a:pt x="54293" y="66714"/>
                                  </a:lnTo>
                                  <a:cubicBezTo>
                                    <a:pt x="55245" y="66714"/>
                                    <a:pt x="55245" y="66714"/>
                                    <a:pt x="57150" y="66714"/>
                                  </a:cubicBezTo>
                                  <a:cubicBezTo>
                                    <a:pt x="58103" y="66714"/>
                                    <a:pt x="60960" y="67666"/>
                                    <a:pt x="62865" y="68619"/>
                                  </a:cubicBezTo>
                                  <a:cubicBezTo>
                                    <a:pt x="63818" y="68619"/>
                                    <a:pt x="63818" y="68619"/>
                                    <a:pt x="64770" y="69571"/>
                                  </a:cubicBezTo>
                                  <a:cubicBezTo>
                                    <a:pt x="64770" y="69571"/>
                                    <a:pt x="65723" y="69571"/>
                                    <a:pt x="65723" y="69571"/>
                                  </a:cubicBezTo>
                                  <a:lnTo>
                                    <a:pt x="65723" y="69571"/>
                                  </a:lnTo>
                                  <a:lnTo>
                                    <a:pt x="65723" y="69571"/>
                                  </a:lnTo>
                                  <a:cubicBezTo>
                                    <a:pt x="65723" y="69571"/>
                                    <a:pt x="65723" y="69571"/>
                                    <a:pt x="65723" y="69571"/>
                                  </a:cubicBezTo>
                                  <a:cubicBezTo>
                                    <a:pt x="66675" y="69571"/>
                                    <a:pt x="66675" y="69571"/>
                                    <a:pt x="66675" y="69571"/>
                                  </a:cubicBezTo>
                                  <a:cubicBezTo>
                                    <a:pt x="66675" y="69571"/>
                                    <a:pt x="66675" y="69571"/>
                                    <a:pt x="67628" y="69571"/>
                                  </a:cubicBezTo>
                                  <a:lnTo>
                                    <a:pt x="67628" y="69571"/>
                                  </a:lnTo>
                                  <a:cubicBezTo>
                                    <a:pt x="67628" y="69571"/>
                                    <a:pt x="68580" y="69571"/>
                                    <a:pt x="68580" y="69571"/>
                                  </a:cubicBezTo>
                                  <a:cubicBezTo>
                                    <a:pt x="69533" y="69571"/>
                                    <a:pt x="69533" y="69571"/>
                                    <a:pt x="70485" y="68619"/>
                                  </a:cubicBezTo>
                                  <a:cubicBezTo>
                                    <a:pt x="71438" y="67666"/>
                                    <a:pt x="72390" y="67666"/>
                                    <a:pt x="73343" y="66714"/>
                                  </a:cubicBezTo>
                                  <a:cubicBezTo>
                                    <a:pt x="75248" y="64809"/>
                                    <a:pt x="77153" y="61951"/>
                                    <a:pt x="78105" y="58141"/>
                                  </a:cubicBezTo>
                                  <a:cubicBezTo>
                                    <a:pt x="79058" y="54331"/>
                                    <a:pt x="80010" y="51474"/>
                                    <a:pt x="80010" y="47664"/>
                                  </a:cubicBezTo>
                                  <a:cubicBezTo>
                                    <a:pt x="80963" y="44806"/>
                                    <a:pt x="80963" y="40996"/>
                                    <a:pt x="80963" y="38139"/>
                                  </a:cubicBezTo>
                                  <a:cubicBezTo>
                                    <a:pt x="84773" y="34329"/>
                                    <a:pt x="84773" y="31471"/>
                                    <a:pt x="83820" y="28614"/>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F2B2F870-787A-4CF0-84CE-2D970437E310}"/>
                                </a:ext>
                              </a:extLst>
                            </p:cNvPr>
                            <p:cNvSpPr/>
                            <p:nvPr/>
                          </p:nvSpPr>
                          <p:spPr>
                            <a:xfrm>
                              <a:off x="3064374" y="2797893"/>
                              <a:ext cx="81914" cy="55668"/>
                            </a:xfrm>
                            <a:custGeom>
                              <a:avLst/>
                              <a:gdLst>
                                <a:gd name="connsiteX0" fmla="*/ 77152 w 81914"/>
                                <a:gd name="connsiteY0" fmla="*/ 10901 h 55668"/>
                                <a:gd name="connsiteX1" fmla="*/ 77152 w 81914"/>
                                <a:gd name="connsiteY1" fmla="*/ 10901 h 55668"/>
                                <a:gd name="connsiteX2" fmla="*/ 76200 w 81914"/>
                                <a:gd name="connsiteY2" fmla="*/ 13758 h 55668"/>
                                <a:gd name="connsiteX3" fmla="*/ 75247 w 81914"/>
                                <a:gd name="connsiteY3" fmla="*/ 20426 h 55668"/>
                                <a:gd name="connsiteX4" fmla="*/ 74295 w 81914"/>
                                <a:gd name="connsiteY4" fmla="*/ 29951 h 55668"/>
                                <a:gd name="connsiteX5" fmla="*/ 74295 w 81914"/>
                                <a:gd name="connsiteY5" fmla="*/ 32808 h 55668"/>
                                <a:gd name="connsiteX6" fmla="*/ 74295 w 81914"/>
                                <a:gd name="connsiteY6" fmla="*/ 33761 h 55668"/>
                                <a:gd name="connsiteX7" fmla="*/ 74295 w 81914"/>
                                <a:gd name="connsiteY7" fmla="*/ 33761 h 55668"/>
                                <a:gd name="connsiteX8" fmla="*/ 74295 w 81914"/>
                                <a:gd name="connsiteY8" fmla="*/ 33761 h 55668"/>
                                <a:gd name="connsiteX9" fmla="*/ 74295 w 81914"/>
                                <a:gd name="connsiteY9" fmla="*/ 34713 h 55668"/>
                                <a:gd name="connsiteX10" fmla="*/ 73342 w 81914"/>
                                <a:gd name="connsiteY10" fmla="*/ 39476 h 55668"/>
                                <a:gd name="connsiteX11" fmla="*/ 72390 w 81914"/>
                                <a:gd name="connsiteY11" fmla="*/ 42333 h 55668"/>
                                <a:gd name="connsiteX12" fmla="*/ 71438 w 81914"/>
                                <a:gd name="connsiteY12" fmla="*/ 44238 h 55668"/>
                                <a:gd name="connsiteX13" fmla="*/ 71438 w 81914"/>
                                <a:gd name="connsiteY13" fmla="*/ 45191 h 55668"/>
                                <a:gd name="connsiteX14" fmla="*/ 71438 w 81914"/>
                                <a:gd name="connsiteY14" fmla="*/ 46143 h 55668"/>
                                <a:gd name="connsiteX15" fmla="*/ 70485 w 81914"/>
                                <a:gd name="connsiteY15" fmla="*/ 48048 h 55668"/>
                                <a:gd name="connsiteX16" fmla="*/ 69532 w 81914"/>
                                <a:gd name="connsiteY16" fmla="*/ 50906 h 55668"/>
                                <a:gd name="connsiteX17" fmla="*/ 68580 w 81914"/>
                                <a:gd name="connsiteY17" fmla="*/ 52811 h 55668"/>
                                <a:gd name="connsiteX18" fmla="*/ 67627 w 81914"/>
                                <a:gd name="connsiteY18" fmla="*/ 53763 h 55668"/>
                                <a:gd name="connsiteX19" fmla="*/ 66675 w 81914"/>
                                <a:gd name="connsiteY19" fmla="*/ 54716 h 55668"/>
                                <a:gd name="connsiteX20" fmla="*/ 66675 w 81914"/>
                                <a:gd name="connsiteY20" fmla="*/ 54716 h 55668"/>
                                <a:gd name="connsiteX21" fmla="*/ 66675 w 81914"/>
                                <a:gd name="connsiteY21" fmla="*/ 54716 h 55668"/>
                                <a:gd name="connsiteX22" fmla="*/ 66675 w 81914"/>
                                <a:gd name="connsiteY22" fmla="*/ 54716 h 55668"/>
                                <a:gd name="connsiteX23" fmla="*/ 66675 w 81914"/>
                                <a:gd name="connsiteY23" fmla="*/ 53763 h 55668"/>
                                <a:gd name="connsiteX24" fmla="*/ 67627 w 81914"/>
                                <a:gd name="connsiteY24" fmla="*/ 51858 h 55668"/>
                                <a:gd name="connsiteX25" fmla="*/ 68580 w 81914"/>
                                <a:gd name="connsiteY25" fmla="*/ 49953 h 55668"/>
                                <a:gd name="connsiteX26" fmla="*/ 69532 w 81914"/>
                                <a:gd name="connsiteY26" fmla="*/ 47096 h 55668"/>
                                <a:gd name="connsiteX27" fmla="*/ 70485 w 81914"/>
                                <a:gd name="connsiteY27" fmla="*/ 45191 h 55668"/>
                                <a:gd name="connsiteX28" fmla="*/ 70485 w 81914"/>
                                <a:gd name="connsiteY28" fmla="*/ 44238 h 55668"/>
                                <a:gd name="connsiteX29" fmla="*/ 70485 w 81914"/>
                                <a:gd name="connsiteY29" fmla="*/ 43286 h 55668"/>
                                <a:gd name="connsiteX30" fmla="*/ 71438 w 81914"/>
                                <a:gd name="connsiteY30" fmla="*/ 41381 h 55668"/>
                                <a:gd name="connsiteX31" fmla="*/ 72390 w 81914"/>
                                <a:gd name="connsiteY31" fmla="*/ 38523 h 55668"/>
                                <a:gd name="connsiteX32" fmla="*/ 73342 w 81914"/>
                                <a:gd name="connsiteY32" fmla="*/ 33761 h 55668"/>
                                <a:gd name="connsiteX33" fmla="*/ 73342 w 81914"/>
                                <a:gd name="connsiteY33" fmla="*/ 32808 h 55668"/>
                                <a:gd name="connsiteX34" fmla="*/ 73342 w 81914"/>
                                <a:gd name="connsiteY34" fmla="*/ 32808 h 55668"/>
                                <a:gd name="connsiteX35" fmla="*/ 73342 w 81914"/>
                                <a:gd name="connsiteY35" fmla="*/ 32808 h 55668"/>
                                <a:gd name="connsiteX36" fmla="*/ 73342 w 81914"/>
                                <a:gd name="connsiteY36" fmla="*/ 31856 h 55668"/>
                                <a:gd name="connsiteX37" fmla="*/ 73342 w 81914"/>
                                <a:gd name="connsiteY37" fmla="*/ 28998 h 55668"/>
                                <a:gd name="connsiteX38" fmla="*/ 73342 w 81914"/>
                                <a:gd name="connsiteY38" fmla="*/ 19473 h 55668"/>
                                <a:gd name="connsiteX39" fmla="*/ 74295 w 81914"/>
                                <a:gd name="connsiteY39" fmla="*/ 10901 h 55668"/>
                                <a:gd name="connsiteX40" fmla="*/ 73342 w 81914"/>
                                <a:gd name="connsiteY40" fmla="*/ 11853 h 55668"/>
                                <a:gd name="connsiteX41" fmla="*/ 71438 w 81914"/>
                                <a:gd name="connsiteY41" fmla="*/ 12806 h 55668"/>
                                <a:gd name="connsiteX42" fmla="*/ 69532 w 81914"/>
                                <a:gd name="connsiteY42" fmla="*/ 13758 h 55668"/>
                                <a:gd name="connsiteX43" fmla="*/ 64770 w 81914"/>
                                <a:gd name="connsiteY43" fmla="*/ 16616 h 55668"/>
                                <a:gd name="connsiteX44" fmla="*/ 63817 w 81914"/>
                                <a:gd name="connsiteY44" fmla="*/ 17568 h 55668"/>
                                <a:gd name="connsiteX45" fmla="*/ 63817 w 81914"/>
                                <a:gd name="connsiteY45" fmla="*/ 17568 h 55668"/>
                                <a:gd name="connsiteX46" fmla="*/ 61913 w 81914"/>
                                <a:gd name="connsiteY46" fmla="*/ 20426 h 55668"/>
                                <a:gd name="connsiteX47" fmla="*/ 60007 w 81914"/>
                                <a:gd name="connsiteY47" fmla="*/ 24236 h 55668"/>
                                <a:gd name="connsiteX48" fmla="*/ 57150 w 81914"/>
                                <a:gd name="connsiteY48" fmla="*/ 33761 h 55668"/>
                                <a:gd name="connsiteX49" fmla="*/ 56197 w 81914"/>
                                <a:gd name="connsiteY49" fmla="*/ 38523 h 55668"/>
                                <a:gd name="connsiteX50" fmla="*/ 55245 w 81914"/>
                                <a:gd name="connsiteY50" fmla="*/ 41381 h 55668"/>
                                <a:gd name="connsiteX51" fmla="*/ 54292 w 81914"/>
                                <a:gd name="connsiteY51" fmla="*/ 43286 h 55668"/>
                                <a:gd name="connsiteX52" fmla="*/ 52388 w 81914"/>
                                <a:gd name="connsiteY52" fmla="*/ 47096 h 55668"/>
                                <a:gd name="connsiteX53" fmla="*/ 51435 w 81914"/>
                                <a:gd name="connsiteY53" fmla="*/ 49001 h 55668"/>
                                <a:gd name="connsiteX54" fmla="*/ 50482 w 81914"/>
                                <a:gd name="connsiteY54" fmla="*/ 49953 h 55668"/>
                                <a:gd name="connsiteX55" fmla="*/ 47625 w 81914"/>
                                <a:gd name="connsiteY55" fmla="*/ 52811 h 55668"/>
                                <a:gd name="connsiteX56" fmla="*/ 47625 w 81914"/>
                                <a:gd name="connsiteY56" fmla="*/ 52811 h 55668"/>
                                <a:gd name="connsiteX57" fmla="*/ 47625 w 81914"/>
                                <a:gd name="connsiteY57" fmla="*/ 52811 h 55668"/>
                                <a:gd name="connsiteX58" fmla="*/ 47625 w 81914"/>
                                <a:gd name="connsiteY58" fmla="*/ 52811 h 55668"/>
                                <a:gd name="connsiteX59" fmla="*/ 47625 w 81914"/>
                                <a:gd name="connsiteY59" fmla="*/ 52811 h 55668"/>
                                <a:gd name="connsiteX60" fmla="*/ 47625 w 81914"/>
                                <a:gd name="connsiteY60" fmla="*/ 52811 h 55668"/>
                                <a:gd name="connsiteX61" fmla="*/ 46672 w 81914"/>
                                <a:gd name="connsiteY61" fmla="*/ 52811 h 55668"/>
                                <a:gd name="connsiteX62" fmla="*/ 47625 w 81914"/>
                                <a:gd name="connsiteY62" fmla="*/ 52811 h 55668"/>
                                <a:gd name="connsiteX63" fmla="*/ 47625 w 81914"/>
                                <a:gd name="connsiteY63" fmla="*/ 52811 h 55668"/>
                                <a:gd name="connsiteX64" fmla="*/ 47625 w 81914"/>
                                <a:gd name="connsiteY64" fmla="*/ 52811 h 55668"/>
                                <a:gd name="connsiteX65" fmla="*/ 47625 w 81914"/>
                                <a:gd name="connsiteY65" fmla="*/ 52811 h 55668"/>
                                <a:gd name="connsiteX66" fmla="*/ 47625 w 81914"/>
                                <a:gd name="connsiteY66" fmla="*/ 52811 h 55668"/>
                                <a:gd name="connsiteX67" fmla="*/ 47625 w 81914"/>
                                <a:gd name="connsiteY67" fmla="*/ 52811 h 55668"/>
                                <a:gd name="connsiteX68" fmla="*/ 49530 w 81914"/>
                                <a:gd name="connsiteY68" fmla="*/ 49953 h 55668"/>
                                <a:gd name="connsiteX69" fmla="*/ 50482 w 81914"/>
                                <a:gd name="connsiteY69" fmla="*/ 49001 h 55668"/>
                                <a:gd name="connsiteX70" fmla="*/ 51435 w 81914"/>
                                <a:gd name="connsiteY70" fmla="*/ 47096 h 55668"/>
                                <a:gd name="connsiteX71" fmla="*/ 52388 w 81914"/>
                                <a:gd name="connsiteY71" fmla="*/ 43286 h 55668"/>
                                <a:gd name="connsiteX72" fmla="*/ 53340 w 81914"/>
                                <a:gd name="connsiteY72" fmla="*/ 41381 h 55668"/>
                                <a:gd name="connsiteX73" fmla="*/ 54292 w 81914"/>
                                <a:gd name="connsiteY73" fmla="*/ 38523 h 55668"/>
                                <a:gd name="connsiteX74" fmla="*/ 55245 w 81914"/>
                                <a:gd name="connsiteY74" fmla="*/ 33761 h 55668"/>
                                <a:gd name="connsiteX75" fmla="*/ 58102 w 81914"/>
                                <a:gd name="connsiteY75" fmla="*/ 24236 h 55668"/>
                                <a:gd name="connsiteX76" fmla="*/ 60007 w 81914"/>
                                <a:gd name="connsiteY76" fmla="*/ 20426 h 55668"/>
                                <a:gd name="connsiteX77" fmla="*/ 60007 w 81914"/>
                                <a:gd name="connsiteY77" fmla="*/ 20426 h 55668"/>
                                <a:gd name="connsiteX78" fmla="*/ 58102 w 81914"/>
                                <a:gd name="connsiteY78" fmla="*/ 21378 h 55668"/>
                                <a:gd name="connsiteX79" fmla="*/ 52388 w 81914"/>
                                <a:gd name="connsiteY79" fmla="*/ 24236 h 55668"/>
                                <a:gd name="connsiteX80" fmla="*/ 46672 w 81914"/>
                                <a:gd name="connsiteY80" fmla="*/ 27093 h 55668"/>
                                <a:gd name="connsiteX81" fmla="*/ 46672 w 81914"/>
                                <a:gd name="connsiteY81" fmla="*/ 27093 h 55668"/>
                                <a:gd name="connsiteX82" fmla="*/ 45720 w 81914"/>
                                <a:gd name="connsiteY82" fmla="*/ 28046 h 55668"/>
                                <a:gd name="connsiteX83" fmla="*/ 43815 w 81914"/>
                                <a:gd name="connsiteY83" fmla="*/ 31856 h 55668"/>
                                <a:gd name="connsiteX84" fmla="*/ 42863 w 81914"/>
                                <a:gd name="connsiteY84" fmla="*/ 34713 h 55668"/>
                                <a:gd name="connsiteX85" fmla="*/ 40957 w 81914"/>
                                <a:gd name="connsiteY85" fmla="*/ 37571 h 55668"/>
                                <a:gd name="connsiteX86" fmla="*/ 40005 w 81914"/>
                                <a:gd name="connsiteY86" fmla="*/ 39476 h 55668"/>
                                <a:gd name="connsiteX87" fmla="*/ 39052 w 81914"/>
                                <a:gd name="connsiteY87" fmla="*/ 41381 h 55668"/>
                                <a:gd name="connsiteX88" fmla="*/ 38100 w 81914"/>
                                <a:gd name="connsiteY88" fmla="*/ 43286 h 55668"/>
                                <a:gd name="connsiteX89" fmla="*/ 37147 w 81914"/>
                                <a:gd name="connsiteY89" fmla="*/ 45191 h 55668"/>
                                <a:gd name="connsiteX90" fmla="*/ 35242 w 81914"/>
                                <a:gd name="connsiteY90" fmla="*/ 48048 h 55668"/>
                                <a:gd name="connsiteX91" fmla="*/ 33338 w 81914"/>
                                <a:gd name="connsiteY91" fmla="*/ 50906 h 55668"/>
                                <a:gd name="connsiteX92" fmla="*/ 32385 w 81914"/>
                                <a:gd name="connsiteY92" fmla="*/ 52811 h 55668"/>
                                <a:gd name="connsiteX93" fmla="*/ 31432 w 81914"/>
                                <a:gd name="connsiteY93" fmla="*/ 53763 h 55668"/>
                                <a:gd name="connsiteX94" fmla="*/ 31432 w 81914"/>
                                <a:gd name="connsiteY94" fmla="*/ 54716 h 55668"/>
                                <a:gd name="connsiteX95" fmla="*/ 31432 w 81914"/>
                                <a:gd name="connsiteY95" fmla="*/ 55668 h 55668"/>
                                <a:gd name="connsiteX96" fmla="*/ 31432 w 81914"/>
                                <a:gd name="connsiteY96" fmla="*/ 55668 h 55668"/>
                                <a:gd name="connsiteX97" fmla="*/ 32385 w 81914"/>
                                <a:gd name="connsiteY97" fmla="*/ 53763 h 55668"/>
                                <a:gd name="connsiteX98" fmla="*/ 33338 w 81914"/>
                                <a:gd name="connsiteY98" fmla="*/ 51858 h 55668"/>
                                <a:gd name="connsiteX99" fmla="*/ 34290 w 81914"/>
                                <a:gd name="connsiteY99" fmla="*/ 49953 h 55668"/>
                                <a:gd name="connsiteX100" fmla="*/ 36195 w 81914"/>
                                <a:gd name="connsiteY100" fmla="*/ 47096 h 55668"/>
                                <a:gd name="connsiteX101" fmla="*/ 38100 w 81914"/>
                                <a:gd name="connsiteY101" fmla="*/ 44238 h 55668"/>
                                <a:gd name="connsiteX102" fmla="*/ 38100 w 81914"/>
                                <a:gd name="connsiteY102" fmla="*/ 43286 h 55668"/>
                                <a:gd name="connsiteX103" fmla="*/ 38100 w 81914"/>
                                <a:gd name="connsiteY103" fmla="*/ 42333 h 55668"/>
                                <a:gd name="connsiteX104" fmla="*/ 39052 w 81914"/>
                                <a:gd name="connsiteY104" fmla="*/ 40428 h 55668"/>
                                <a:gd name="connsiteX105" fmla="*/ 40005 w 81914"/>
                                <a:gd name="connsiteY105" fmla="*/ 38523 h 55668"/>
                                <a:gd name="connsiteX106" fmla="*/ 40957 w 81914"/>
                                <a:gd name="connsiteY106" fmla="*/ 36618 h 55668"/>
                                <a:gd name="connsiteX107" fmla="*/ 41910 w 81914"/>
                                <a:gd name="connsiteY107" fmla="*/ 33761 h 55668"/>
                                <a:gd name="connsiteX108" fmla="*/ 42863 w 81914"/>
                                <a:gd name="connsiteY108" fmla="*/ 30903 h 55668"/>
                                <a:gd name="connsiteX109" fmla="*/ 43815 w 81914"/>
                                <a:gd name="connsiteY109" fmla="*/ 28046 h 55668"/>
                                <a:gd name="connsiteX110" fmla="*/ 40005 w 81914"/>
                                <a:gd name="connsiteY110" fmla="*/ 29951 h 55668"/>
                                <a:gd name="connsiteX111" fmla="*/ 33338 w 81914"/>
                                <a:gd name="connsiteY111" fmla="*/ 33761 h 55668"/>
                                <a:gd name="connsiteX112" fmla="*/ 30480 w 81914"/>
                                <a:gd name="connsiteY112" fmla="*/ 35666 h 55668"/>
                                <a:gd name="connsiteX113" fmla="*/ 27622 w 81914"/>
                                <a:gd name="connsiteY113" fmla="*/ 37571 h 55668"/>
                                <a:gd name="connsiteX114" fmla="*/ 22860 w 81914"/>
                                <a:gd name="connsiteY114" fmla="*/ 42333 h 55668"/>
                                <a:gd name="connsiteX115" fmla="*/ 20955 w 81914"/>
                                <a:gd name="connsiteY115" fmla="*/ 44238 h 55668"/>
                                <a:gd name="connsiteX116" fmla="*/ 19050 w 81914"/>
                                <a:gd name="connsiteY116" fmla="*/ 46143 h 55668"/>
                                <a:gd name="connsiteX117" fmla="*/ 19050 w 81914"/>
                                <a:gd name="connsiteY117" fmla="*/ 46143 h 55668"/>
                                <a:gd name="connsiteX118" fmla="*/ 19050 w 81914"/>
                                <a:gd name="connsiteY118" fmla="*/ 46143 h 55668"/>
                                <a:gd name="connsiteX119" fmla="*/ 20955 w 81914"/>
                                <a:gd name="connsiteY119" fmla="*/ 44238 h 55668"/>
                                <a:gd name="connsiteX120" fmla="*/ 22860 w 81914"/>
                                <a:gd name="connsiteY120" fmla="*/ 41381 h 55668"/>
                                <a:gd name="connsiteX121" fmla="*/ 27622 w 81914"/>
                                <a:gd name="connsiteY121" fmla="*/ 36618 h 55668"/>
                                <a:gd name="connsiteX122" fmla="*/ 29527 w 81914"/>
                                <a:gd name="connsiteY122" fmla="*/ 35666 h 55668"/>
                                <a:gd name="connsiteX123" fmla="*/ 30480 w 81914"/>
                                <a:gd name="connsiteY123" fmla="*/ 34713 h 55668"/>
                                <a:gd name="connsiteX124" fmla="*/ 32385 w 81914"/>
                                <a:gd name="connsiteY124" fmla="*/ 33761 h 55668"/>
                                <a:gd name="connsiteX125" fmla="*/ 34290 w 81914"/>
                                <a:gd name="connsiteY125" fmla="*/ 32808 h 55668"/>
                                <a:gd name="connsiteX126" fmla="*/ 40957 w 81914"/>
                                <a:gd name="connsiteY126" fmla="*/ 28998 h 55668"/>
                                <a:gd name="connsiteX127" fmla="*/ 47625 w 81914"/>
                                <a:gd name="connsiteY127" fmla="*/ 25188 h 55668"/>
                                <a:gd name="connsiteX128" fmla="*/ 52388 w 81914"/>
                                <a:gd name="connsiteY128" fmla="*/ 22331 h 55668"/>
                                <a:gd name="connsiteX129" fmla="*/ 51435 w 81914"/>
                                <a:gd name="connsiteY129" fmla="*/ 22331 h 55668"/>
                                <a:gd name="connsiteX130" fmla="*/ 47625 w 81914"/>
                                <a:gd name="connsiteY130" fmla="*/ 22331 h 55668"/>
                                <a:gd name="connsiteX131" fmla="*/ 37147 w 81914"/>
                                <a:gd name="connsiteY131" fmla="*/ 20426 h 55668"/>
                                <a:gd name="connsiteX132" fmla="*/ 31432 w 81914"/>
                                <a:gd name="connsiteY132" fmla="*/ 19473 h 55668"/>
                                <a:gd name="connsiteX133" fmla="*/ 24765 w 81914"/>
                                <a:gd name="connsiteY133" fmla="*/ 19473 h 55668"/>
                                <a:gd name="connsiteX134" fmla="*/ 18097 w 81914"/>
                                <a:gd name="connsiteY134" fmla="*/ 20426 h 55668"/>
                                <a:gd name="connsiteX135" fmla="*/ 11430 w 81914"/>
                                <a:gd name="connsiteY135" fmla="*/ 23283 h 55668"/>
                                <a:gd name="connsiteX136" fmla="*/ 8572 w 81914"/>
                                <a:gd name="connsiteY136" fmla="*/ 25188 h 55668"/>
                                <a:gd name="connsiteX137" fmla="*/ 5715 w 81914"/>
                                <a:gd name="connsiteY137" fmla="*/ 27093 h 55668"/>
                                <a:gd name="connsiteX138" fmla="*/ 3810 w 81914"/>
                                <a:gd name="connsiteY138" fmla="*/ 28046 h 55668"/>
                                <a:gd name="connsiteX139" fmla="*/ 2857 w 81914"/>
                                <a:gd name="connsiteY139" fmla="*/ 28998 h 55668"/>
                                <a:gd name="connsiteX140" fmla="*/ 0 w 81914"/>
                                <a:gd name="connsiteY140" fmla="*/ 31856 h 55668"/>
                                <a:gd name="connsiteX141" fmla="*/ 0 w 81914"/>
                                <a:gd name="connsiteY141" fmla="*/ 32808 h 55668"/>
                                <a:gd name="connsiteX142" fmla="*/ 0 w 81914"/>
                                <a:gd name="connsiteY142" fmla="*/ 32808 h 55668"/>
                                <a:gd name="connsiteX143" fmla="*/ 0 w 81914"/>
                                <a:gd name="connsiteY143" fmla="*/ 31856 h 55668"/>
                                <a:gd name="connsiteX144" fmla="*/ 5715 w 81914"/>
                                <a:gd name="connsiteY144" fmla="*/ 27093 h 55668"/>
                                <a:gd name="connsiteX145" fmla="*/ 12382 w 81914"/>
                                <a:gd name="connsiteY145" fmla="*/ 23283 h 55668"/>
                                <a:gd name="connsiteX146" fmla="*/ 19050 w 81914"/>
                                <a:gd name="connsiteY146" fmla="*/ 20426 h 55668"/>
                                <a:gd name="connsiteX147" fmla="*/ 25717 w 81914"/>
                                <a:gd name="connsiteY147" fmla="*/ 19473 h 55668"/>
                                <a:gd name="connsiteX148" fmla="*/ 32385 w 81914"/>
                                <a:gd name="connsiteY148" fmla="*/ 19473 h 55668"/>
                                <a:gd name="connsiteX149" fmla="*/ 38100 w 81914"/>
                                <a:gd name="connsiteY149" fmla="*/ 20426 h 55668"/>
                                <a:gd name="connsiteX150" fmla="*/ 48577 w 81914"/>
                                <a:gd name="connsiteY150" fmla="*/ 22331 h 55668"/>
                                <a:gd name="connsiteX151" fmla="*/ 52388 w 81914"/>
                                <a:gd name="connsiteY151" fmla="*/ 22331 h 55668"/>
                                <a:gd name="connsiteX152" fmla="*/ 55245 w 81914"/>
                                <a:gd name="connsiteY152" fmla="*/ 22331 h 55668"/>
                                <a:gd name="connsiteX153" fmla="*/ 57150 w 81914"/>
                                <a:gd name="connsiteY153" fmla="*/ 22331 h 55668"/>
                                <a:gd name="connsiteX154" fmla="*/ 60960 w 81914"/>
                                <a:gd name="connsiteY154" fmla="*/ 19473 h 55668"/>
                                <a:gd name="connsiteX155" fmla="*/ 63817 w 81914"/>
                                <a:gd name="connsiteY155" fmla="*/ 17568 h 55668"/>
                                <a:gd name="connsiteX156" fmla="*/ 66675 w 81914"/>
                                <a:gd name="connsiteY156" fmla="*/ 15663 h 55668"/>
                                <a:gd name="connsiteX157" fmla="*/ 71438 w 81914"/>
                                <a:gd name="connsiteY157" fmla="*/ 12806 h 55668"/>
                                <a:gd name="connsiteX158" fmla="*/ 71438 w 81914"/>
                                <a:gd name="connsiteY158" fmla="*/ 12806 h 55668"/>
                                <a:gd name="connsiteX159" fmla="*/ 70485 w 81914"/>
                                <a:gd name="connsiteY159" fmla="*/ 12806 h 55668"/>
                                <a:gd name="connsiteX160" fmla="*/ 66675 w 81914"/>
                                <a:gd name="connsiteY160" fmla="*/ 11853 h 55668"/>
                                <a:gd name="connsiteX161" fmla="*/ 64770 w 81914"/>
                                <a:gd name="connsiteY161" fmla="*/ 10901 h 55668"/>
                                <a:gd name="connsiteX162" fmla="*/ 62865 w 81914"/>
                                <a:gd name="connsiteY162" fmla="*/ 9948 h 55668"/>
                                <a:gd name="connsiteX163" fmla="*/ 57150 w 81914"/>
                                <a:gd name="connsiteY163" fmla="*/ 8043 h 55668"/>
                                <a:gd name="connsiteX164" fmla="*/ 51435 w 81914"/>
                                <a:gd name="connsiteY164" fmla="*/ 6138 h 55668"/>
                                <a:gd name="connsiteX165" fmla="*/ 44767 w 81914"/>
                                <a:gd name="connsiteY165" fmla="*/ 4233 h 55668"/>
                                <a:gd name="connsiteX166" fmla="*/ 38100 w 81914"/>
                                <a:gd name="connsiteY166" fmla="*/ 2328 h 55668"/>
                                <a:gd name="connsiteX167" fmla="*/ 30480 w 81914"/>
                                <a:gd name="connsiteY167" fmla="*/ 1376 h 55668"/>
                                <a:gd name="connsiteX168" fmla="*/ 22860 w 81914"/>
                                <a:gd name="connsiteY168" fmla="*/ 1376 h 55668"/>
                                <a:gd name="connsiteX169" fmla="*/ 19050 w 81914"/>
                                <a:gd name="connsiteY169" fmla="*/ 2328 h 55668"/>
                                <a:gd name="connsiteX170" fmla="*/ 15240 w 81914"/>
                                <a:gd name="connsiteY170" fmla="*/ 3281 h 55668"/>
                                <a:gd name="connsiteX171" fmla="*/ 11430 w 81914"/>
                                <a:gd name="connsiteY171" fmla="*/ 4233 h 55668"/>
                                <a:gd name="connsiteX172" fmla="*/ 8572 w 81914"/>
                                <a:gd name="connsiteY172" fmla="*/ 6138 h 55668"/>
                                <a:gd name="connsiteX173" fmla="*/ 5715 w 81914"/>
                                <a:gd name="connsiteY173" fmla="*/ 8043 h 55668"/>
                                <a:gd name="connsiteX174" fmla="*/ 3810 w 81914"/>
                                <a:gd name="connsiteY174" fmla="*/ 8996 h 55668"/>
                                <a:gd name="connsiteX175" fmla="*/ 4763 w 81914"/>
                                <a:gd name="connsiteY175" fmla="*/ 8043 h 55668"/>
                                <a:gd name="connsiteX176" fmla="*/ 5715 w 81914"/>
                                <a:gd name="connsiteY176" fmla="*/ 7091 h 55668"/>
                                <a:gd name="connsiteX177" fmla="*/ 8572 w 81914"/>
                                <a:gd name="connsiteY177" fmla="*/ 5186 h 55668"/>
                                <a:gd name="connsiteX178" fmla="*/ 12382 w 81914"/>
                                <a:gd name="connsiteY178" fmla="*/ 3281 h 55668"/>
                                <a:gd name="connsiteX179" fmla="*/ 16192 w 81914"/>
                                <a:gd name="connsiteY179" fmla="*/ 2328 h 55668"/>
                                <a:gd name="connsiteX180" fmla="*/ 20002 w 81914"/>
                                <a:gd name="connsiteY180" fmla="*/ 1376 h 55668"/>
                                <a:gd name="connsiteX181" fmla="*/ 23813 w 81914"/>
                                <a:gd name="connsiteY181" fmla="*/ 423 h 55668"/>
                                <a:gd name="connsiteX182" fmla="*/ 31432 w 81914"/>
                                <a:gd name="connsiteY182" fmla="*/ 423 h 55668"/>
                                <a:gd name="connsiteX183" fmla="*/ 39052 w 81914"/>
                                <a:gd name="connsiteY183" fmla="*/ 1376 h 55668"/>
                                <a:gd name="connsiteX184" fmla="*/ 45720 w 81914"/>
                                <a:gd name="connsiteY184" fmla="*/ 3281 h 55668"/>
                                <a:gd name="connsiteX185" fmla="*/ 52388 w 81914"/>
                                <a:gd name="connsiteY185" fmla="*/ 5186 h 55668"/>
                                <a:gd name="connsiteX186" fmla="*/ 58102 w 81914"/>
                                <a:gd name="connsiteY186" fmla="*/ 7091 h 55668"/>
                                <a:gd name="connsiteX187" fmla="*/ 63817 w 81914"/>
                                <a:gd name="connsiteY187" fmla="*/ 8996 h 55668"/>
                                <a:gd name="connsiteX188" fmla="*/ 65722 w 81914"/>
                                <a:gd name="connsiteY188" fmla="*/ 9948 h 55668"/>
                                <a:gd name="connsiteX189" fmla="*/ 67627 w 81914"/>
                                <a:gd name="connsiteY189" fmla="*/ 10901 h 55668"/>
                                <a:gd name="connsiteX190" fmla="*/ 71438 w 81914"/>
                                <a:gd name="connsiteY190" fmla="*/ 11853 h 55668"/>
                                <a:gd name="connsiteX191" fmla="*/ 73342 w 81914"/>
                                <a:gd name="connsiteY191" fmla="*/ 12806 h 55668"/>
                                <a:gd name="connsiteX192" fmla="*/ 73342 w 81914"/>
                                <a:gd name="connsiteY192" fmla="*/ 12806 h 55668"/>
                                <a:gd name="connsiteX193" fmla="*/ 75247 w 81914"/>
                                <a:gd name="connsiteY193" fmla="*/ 11853 h 55668"/>
                                <a:gd name="connsiteX194" fmla="*/ 78105 w 81914"/>
                                <a:gd name="connsiteY194" fmla="*/ 9948 h 55668"/>
                                <a:gd name="connsiteX195" fmla="*/ 80963 w 81914"/>
                                <a:gd name="connsiteY195" fmla="*/ 8043 h 55668"/>
                                <a:gd name="connsiteX196" fmla="*/ 81915 w 81914"/>
                                <a:gd name="connsiteY196" fmla="*/ 10901 h 55668"/>
                                <a:gd name="connsiteX197" fmla="*/ 77152 w 81914"/>
                                <a:gd name="connsiteY197" fmla="*/ 10901 h 5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81914" h="55668">
                                  <a:moveTo>
                                    <a:pt x="77152" y="10901"/>
                                  </a:moveTo>
                                  <a:cubicBezTo>
                                    <a:pt x="76200" y="10901"/>
                                    <a:pt x="76200" y="10901"/>
                                    <a:pt x="77152" y="10901"/>
                                  </a:cubicBezTo>
                                  <a:cubicBezTo>
                                    <a:pt x="77152" y="11853"/>
                                    <a:pt x="76200" y="12806"/>
                                    <a:pt x="76200" y="13758"/>
                                  </a:cubicBezTo>
                                  <a:cubicBezTo>
                                    <a:pt x="76200" y="15663"/>
                                    <a:pt x="75247" y="17568"/>
                                    <a:pt x="75247" y="20426"/>
                                  </a:cubicBezTo>
                                  <a:cubicBezTo>
                                    <a:pt x="75247" y="23283"/>
                                    <a:pt x="74295" y="27093"/>
                                    <a:pt x="74295" y="29951"/>
                                  </a:cubicBezTo>
                                  <a:cubicBezTo>
                                    <a:pt x="74295" y="30903"/>
                                    <a:pt x="74295" y="31856"/>
                                    <a:pt x="74295" y="32808"/>
                                  </a:cubicBezTo>
                                  <a:cubicBezTo>
                                    <a:pt x="74295" y="33761"/>
                                    <a:pt x="74295" y="33761"/>
                                    <a:pt x="74295" y="33761"/>
                                  </a:cubicBezTo>
                                  <a:lnTo>
                                    <a:pt x="74295" y="33761"/>
                                  </a:lnTo>
                                  <a:lnTo>
                                    <a:pt x="74295" y="33761"/>
                                  </a:lnTo>
                                  <a:lnTo>
                                    <a:pt x="74295" y="34713"/>
                                  </a:lnTo>
                                  <a:cubicBezTo>
                                    <a:pt x="74295" y="36618"/>
                                    <a:pt x="74295" y="38523"/>
                                    <a:pt x="73342" y="39476"/>
                                  </a:cubicBezTo>
                                  <a:cubicBezTo>
                                    <a:pt x="73342" y="40428"/>
                                    <a:pt x="73342" y="41381"/>
                                    <a:pt x="72390" y="42333"/>
                                  </a:cubicBezTo>
                                  <a:cubicBezTo>
                                    <a:pt x="72390" y="43286"/>
                                    <a:pt x="71438" y="44238"/>
                                    <a:pt x="71438" y="44238"/>
                                  </a:cubicBezTo>
                                  <a:cubicBezTo>
                                    <a:pt x="71438" y="44238"/>
                                    <a:pt x="71438" y="45191"/>
                                    <a:pt x="71438" y="45191"/>
                                  </a:cubicBezTo>
                                  <a:cubicBezTo>
                                    <a:pt x="71438" y="45191"/>
                                    <a:pt x="71438" y="46143"/>
                                    <a:pt x="71438" y="46143"/>
                                  </a:cubicBezTo>
                                  <a:cubicBezTo>
                                    <a:pt x="71438" y="47096"/>
                                    <a:pt x="70485" y="47096"/>
                                    <a:pt x="70485" y="48048"/>
                                  </a:cubicBezTo>
                                  <a:cubicBezTo>
                                    <a:pt x="69532" y="49001"/>
                                    <a:pt x="69532" y="49953"/>
                                    <a:pt x="69532" y="50906"/>
                                  </a:cubicBezTo>
                                  <a:cubicBezTo>
                                    <a:pt x="68580" y="51858"/>
                                    <a:pt x="68580" y="52811"/>
                                    <a:pt x="68580" y="52811"/>
                                  </a:cubicBezTo>
                                  <a:cubicBezTo>
                                    <a:pt x="68580" y="53763"/>
                                    <a:pt x="67627" y="53763"/>
                                    <a:pt x="67627" y="53763"/>
                                  </a:cubicBezTo>
                                  <a:cubicBezTo>
                                    <a:pt x="67627" y="53763"/>
                                    <a:pt x="67627" y="54716"/>
                                    <a:pt x="66675" y="54716"/>
                                  </a:cubicBezTo>
                                  <a:cubicBezTo>
                                    <a:pt x="66675" y="54716"/>
                                    <a:pt x="66675" y="54716"/>
                                    <a:pt x="66675" y="54716"/>
                                  </a:cubicBezTo>
                                  <a:lnTo>
                                    <a:pt x="66675" y="54716"/>
                                  </a:lnTo>
                                  <a:cubicBezTo>
                                    <a:pt x="66675" y="54716"/>
                                    <a:pt x="66675" y="54716"/>
                                    <a:pt x="66675" y="54716"/>
                                  </a:cubicBezTo>
                                  <a:cubicBezTo>
                                    <a:pt x="66675" y="54716"/>
                                    <a:pt x="66675" y="54716"/>
                                    <a:pt x="66675" y="53763"/>
                                  </a:cubicBezTo>
                                  <a:cubicBezTo>
                                    <a:pt x="66675" y="53763"/>
                                    <a:pt x="66675" y="52811"/>
                                    <a:pt x="67627" y="51858"/>
                                  </a:cubicBezTo>
                                  <a:cubicBezTo>
                                    <a:pt x="67627" y="50906"/>
                                    <a:pt x="68580" y="49953"/>
                                    <a:pt x="68580" y="49953"/>
                                  </a:cubicBezTo>
                                  <a:cubicBezTo>
                                    <a:pt x="68580" y="49001"/>
                                    <a:pt x="69532" y="48048"/>
                                    <a:pt x="69532" y="47096"/>
                                  </a:cubicBezTo>
                                  <a:cubicBezTo>
                                    <a:pt x="69532" y="46143"/>
                                    <a:pt x="69532" y="46143"/>
                                    <a:pt x="70485" y="45191"/>
                                  </a:cubicBezTo>
                                  <a:cubicBezTo>
                                    <a:pt x="70485" y="45191"/>
                                    <a:pt x="70485" y="44238"/>
                                    <a:pt x="70485" y="44238"/>
                                  </a:cubicBezTo>
                                  <a:cubicBezTo>
                                    <a:pt x="70485" y="44238"/>
                                    <a:pt x="70485" y="43286"/>
                                    <a:pt x="70485" y="43286"/>
                                  </a:cubicBezTo>
                                  <a:cubicBezTo>
                                    <a:pt x="70485" y="42333"/>
                                    <a:pt x="70485" y="41381"/>
                                    <a:pt x="71438" y="41381"/>
                                  </a:cubicBezTo>
                                  <a:cubicBezTo>
                                    <a:pt x="71438" y="40428"/>
                                    <a:pt x="71438" y="39476"/>
                                    <a:pt x="72390" y="38523"/>
                                  </a:cubicBezTo>
                                  <a:cubicBezTo>
                                    <a:pt x="72390" y="36618"/>
                                    <a:pt x="73342" y="34713"/>
                                    <a:pt x="73342" y="33761"/>
                                  </a:cubicBezTo>
                                  <a:lnTo>
                                    <a:pt x="73342" y="32808"/>
                                  </a:lnTo>
                                  <a:lnTo>
                                    <a:pt x="73342" y="32808"/>
                                  </a:lnTo>
                                  <a:lnTo>
                                    <a:pt x="73342" y="32808"/>
                                  </a:lnTo>
                                  <a:cubicBezTo>
                                    <a:pt x="73342" y="31856"/>
                                    <a:pt x="73342" y="31856"/>
                                    <a:pt x="73342" y="31856"/>
                                  </a:cubicBezTo>
                                  <a:cubicBezTo>
                                    <a:pt x="73342" y="30903"/>
                                    <a:pt x="73342" y="29951"/>
                                    <a:pt x="73342" y="28998"/>
                                  </a:cubicBezTo>
                                  <a:cubicBezTo>
                                    <a:pt x="73342" y="25188"/>
                                    <a:pt x="73342" y="22331"/>
                                    <a:pt x="73342" y="19473"/>
                                  </a:cubicBezTo>
                                  <a:cubicBezTo>
                                    <a:pt x="73342" y="15663"/>
                                    <a:pt x="74295" y="11853"/>
                                    <a:pt x="74295" y="10901"/>
                                  </a:cubicBezTo>
                                  <a:cubicBezTo>
                                    <a:pt x="74295" y="10901"/>
                                    <a:pt x="73342" y="11853"/>
                                    <a:pt x="73342" y="11853"/>
                                  </a:cubicBezTo>
                                  <a:cubicBezTo>
                                    <a:pt x="72390" y="11853"/>
                                    <a:pt x="72390" y="12806"/>
                                    <a:pt x="71438" y="12806"/>
                                  </a:cubicBezTo>
                                  <a:cubicBezTo>
                                    <a:pt x="70485" y="12806"/>
                                    <a:pt x="69532" y="13758"/>
                                    <a:pt x="69532" y="13758"/>
                                  </a:cubicBezTo>
                                  <a:cubicBezTo>
                                    <a:pt x="67627" y="14711"/>
                                    <a:pt x="66675" y="15663"/>
                                    <a:pt x="64770" y="16616"/>
                                  </a:cubicBezTo>
                                  <a:cubicBezTo>
                                    <a:pt x="64770" y="16616"/>
                                    <a:pt x="63817" y="16616"/>
                                    <a:pt x="63817" y="17568"/>
                                  </a:cubicBezTo>
                                  <a:cubicBezTo>
                                    <a:pt x="63817" y="17568"/>
                                    <a:pt x="63817" y="17568"/>
                                    <a:pt x="63817" y="17568"/>
                                  </a:cubicBezTo>
                                  <a:cubicBezTo>
                                    <a:pt x="62865" y="18521"/>
                                    <a:pt x="62865" y="19473"/>
                                    <a:pt x="61913" y="20426"/>
                                  </a:cubicBezTo>
                                  <a:cubicBezTo>
                                    <a:pt x="60960" y="21378"/>
                                    <a:pt x="60960" y="22331"/>
                                    <a:pt x="60007" y="24236"/>
                                  </a:cubicBezTo>
                                  <a:cubicBezTo>
                                    <a:pt x="59055" y="27093"/>
                                    <a:pt x="58102" y="29951"/>
                                    <a:pt x="57150" y="33761"/>
                                  </a:cubicBezTo>
                                  <a:cubicBezTo>
                                    <a:pt x="57150" y="35666"/>
                                    <a:pt x="56197" y="37571"/>
                                    <a:pt x="56197" y="38523"/>
                                  </a:cubicBezTo>
                                  <a:cubicBezTo>
                                    <a:pt x="56197" y="39476"/>
                                    <a:pt x="56197" y="40428"/>
                                    <a:pt x="55245" y="41381"/>
                                  </a:cubicBezTo>
                                  <a:cubicBezTo>
                                    <a:pt x="55245" y="42333"/>
                                    <a:pt x="54292" y="43286"/>
                                    <a:pt x="54292" y="43286"/>
                                  </a:cubicBezTo>
                                  <a:cubicBezTo>
                                    <a:pt x="53340" y="45191"/>
                                    <a:pt x="53340" y="46143"/>
                                    <a:pt x="52388" y="47096"/>
                                  </a:cubicBezTo>
                                  <a:cubicBezTo>
                                    <a:pt x="52388" y="48048"/>
                                    <a:pt x="51435" y="48048"/>
                                    <a:pt x="51435" y="49001"/>
                                  </a:cubicBezTo>
                                  <a:cubicBezTo>
                                    <a:pt x="51435" y="49953"/>
                                    <a:pt x="51435" y="49953"/>
                                    <a:pt x="50482" y="49953"/>
                                  </a:cubicBezTo>
                                  <a:cubicBezTo>
                                    <a:pt x="49530" y="51858"/>
                                    <a:pt x="48577" y="52811"/>
                                    <a:pt x="47625" y="52811"/>
                                  </a:cubicBezTo>
                                  <a:cubicBezTo>
                                    <a:pt x="47625" y="52811"/>
                                    <a:pt x="47625" y="52811"/>
                                    <a:pt x="47625" y="52811"/>
                                  </a:cubicBezTo>
                                  <a:cubicBezTo>
                                    <a:pt x="47625" y="52811"/>
                                    <a:pt x="47625" y="52811"/>
                                    <a:pt x="47625" y="52811"/>
                                  </a:cubicBezTo>
                                  <a:cubicBezTo>
                                    <a:pt x="47625" y="52811"/>
                                    <a:pt x="47625" y="52811"/>
                                    <a:pt x="47625" y="52811"/>
                                  </a:cubicBezTo>
                                  <a:cubicBezTo>
                                    <a:pt x="47625" y="52811"/>
                                    <a:pt x="47625" y="52811"/>
                                    <a:pt x="47625" y="52811"/>
                                  </a:cubicBezTo>
                                  <a:cubicBezTo>
                                    <a:pt x="47625" y="52811"/>
                                    <a:pt x="47625" y="52811"/>
                                    <a:pt x="47625" y="52811"/>
                                  </a:cubicBezTo>
                                  <a:cubicBezTo>
                                    <a:pt x="47625" y="52811"/>
                                    <a:pt x="46672" y="52811"/>
                                    <a:pt x="46672" y="52811"/>
                                  </a:cubicBezTo>
                                  <a:cubicBezTo>
                                    <a:pt x="46672" y="52811"/>
                                    <a:pt x="47625" y="52811"/>
                                    <a:pt x="47625" y="52811"/>
                                  </a:cubicBezTo>
                                  <a:cubicBezTo>
                                    <a:pt x="47625" y="52811"/>
                                    <a:pt x="47625" y="52811"/>
                                    <a:pt x="47625" y="52811"/>
                                  </a:cubicBezTo>
                                  <a:cubicBezTo>
                                    <a:pt x="47625" y="52811"/>
                                    <a:pt x="47625" y="52811"/>
                                    <a:pt x="47625" y="52811"/>
                                  </a:cubicBezTo>
                                  <a:cubicBezTo>
                                    <a:pt x="47625" y="52811"/>
                                    <a:pt x="47625" y="52811"/>
                                    <a:pt x="47625" y="52811"/>
                                  </a:cubicBezTo>
                                  <a:cubicBezTo>
                                    <a:pt x="47625" y="52811"/>
                                    <a:pt x="47625" y="52811"/>
                                    <a:pt x="47625" y="52811"/>
                                  </a:cubicBezTo>
                                  <a:cubicBezTo>
                                    <a:pt x="47625" y="52811"/>
                                    <a:pt x="47625" y="52811"/>
                                    <a:pt x="47625" y="52811"/>
                                  </a:cubicBezTo>
                                  <a:cubicBezTo>
                                    <a:pt x="48577" y="51858"/>
                                    <a:pt x="49530" y="51858"/>
                                    <a:pt x="49530" y="49953"/>
                                  </a:cubicBezTo>
                                  <a:cubicBezTo>
                                    <a:pt x="49530" y="49953"/>
                                    <a:pt x="49530" y="49001"/>
                                    <a:pt x="50482" y="49001"/>
                                  </a:cubicBezTo>
                                  <a:cubicBezTo>
                                    <a:pt x="50482" y="48048"/>
                                    <a:pt x="50482" y="48048"/>
                                    <a:pt x="51435" y="47096"/>
                                  </a:cubicBezTo>
                                  <a:cubicBezTo>
                                    <a:pt x="51435" y="46143"/>
                                    <a:pt x="52388" y="44238"/>
                                    <a:pt x="52388" y="43286"/>
                                  </a:cubicBezTo>
                                  <a:cubicBezTo>
                                    <a:pt x="52388" y="42333"/>
                                    <a:pt x="52388" y="41381"/>
                                    <a:pt x="53340" y="41381"/>
                                  </a:cubicBezTo>
                                  <a:cubicBezTo>
                                    <a:pt x="53340" y="40428"/>
                                    <a:pt x="53340" y="39476"/>
                                    <a:pt x="54292" y="38523"/>
                                  </a:cubicBezTo>
                                  <a:cubicBezTo>
                                    <a:pt x="54292" y="36618"/>
                                    <a:pt x="55245" y="34713"/>
                                    <a:pt x="55245" y="33761"/>
                                  </a:cubicBezTo>
                                  <a:cubicBezTo>
                                    <a:pt x="56197" y="29951"/>
                                    <a:pt x="57150" y="27093"/>
                                    <a:pt x="58102" y="24236"/>
                                  </a:cubicBezTo>
                                  <a:cubicBezTo>
                                    <a:pt x="59055" y="23283"/>
                                    <a:pt x="59055" y="21378"/>
                                    <a:pt x="60007" y="20426"/>
                                  </a:cubicBezTo>
                                  <a:cubicBezTo>
                                    <a:pt x="60007" y="20426"/>
                                    <a:pt x="60007" y="20426"/>
                                    <a:pt x="60007" y="20426"/>
                                  </a:cubicBezTo>
                                  <a:cubicBezTo>
                                    <a:pt x="59055" y="20426"/>
                                    <a:pt x="59055" y="21378"/>
                                    <a:pt x="58102" y="21378"/>
                                  </a:cubicBezTo>
                                  <a:cubicBezTo>
                                    <a:pt x="56197" y="22331"/>
                                    <a:pt x="54292" y="23283"/>
                                    <a:pt x="52388" y="24236"/>
                                  </a:cubicBezTo>
                                  <a:cubicBezTo>
                                    <a:pt x="50482" y="25188"/>
                                    <a:pt x="48577" y="26141"/>
                                    <a:pt x="46672" y="27093"/>
                                  </a:cubicBezTo>
                                  <a:cubicBezTo>
                                    <a:pt x="46672" y="27093"/>
                                    <a:pt x="46672" y="27093"/>
                                    <a:pt x="46672" y="27093"/>
                                  </a:cubicBezTo>
                                  <a:cubicBezTo>
                                    <a:pt x="46672" y="27093"/>
                                    <a:pt x="45720" y="27093"/>
                                    <a:pt x="45720" y="28046"/>
                                  </a:cubicBezTo>
                                  <a:cubicBezTo>
                                    <a:pt x="44767" y="28998"/>
                                    <a:pt x="43815" y="29951"/>
                                    <a:pt x="43815" y="31856"/>
                                  </a:cubicBezTo>
                                  <a:cubicBezTo>
                                    <a:pt x="43815" y="32808"/>
                                    <a:pt x="42863" y="33761"/>
                                    <a:pt x="42863" y="34713"/>
                                  </a:cubicBezTo>
                                  <a:cubicBezTo>
                                    <a:pt x="42863" y="35666"/>
                                    <a:pt x="41910" y="36618"/>
                                    <a:pt x="40957" y="37571"/>
                                  </a:cubicBezTo>
                                  <a:cubicBezTo>
                                    <a:pt x="40957" y="38523"/>
                                    <a:pt x="40005" y="38523"/>
                                    <a:pt x="40005" y="39476"/>
                                  </a:cubicBezTo>
                                  <a:cubicBezTo>
                                    <a:pt x="40005" y="40428"/>
                                    <a:pt x="39052" y="40428"/>
                                    <a:pt x="39052" y="41381"/>
                                  </a:cubicBezTo>
                                  <a:cubicBezTo>
                                    <a:pt x="39052" y="42333"/>
                                    <a:pt x="38100" y="42333"/>
                                    <a:pt x="38100" y="43286"/>
                                  </a:cubicBezTo>
                                  <a:cubicBezTo>
                                    <a:pt x="38100" y="44238"/>
                                    <a:pt x="37147" y="44238"/>
                                    <a:pt x="37147" y="45191"/>
                                  </a:cubicBezTo>
                                  <a:cubicBezTo>
                                    <a:pt x="36195" y="46143"/>
                                    <a:pt x="36195" y="47096"/>
                                    <a:pt x="35242" y="48048"/>
                                  </a:cubicBezTo>
                                  <a:cubicBezTo>
                                    <a:pt x="34290" y="49001"/>
                                    <a:pt x="34290" y="49953"/>
                                    <a:pt x="33338" y="50906"/>
                                  </a:cubicBezTo>
                                  <a:cubicBezTo>
                                    <a:pt x="33338" y="51858"/>
                                    <a:pt x="32385" y="51858"/>
                                    <a:pt x="32385" y="52811"/>
                                  </a:cubicBezTo>
                                  <a:cubicBezTo>
                                    <a:pt x="32385" y="53763"/>
                                    <a:pt x="31432" y="53763"/>
                                    <a:pt x="31432" y="53763"/>
                                  </a:cubicBezTo>
                                  <a:cubicBezTo>
                                    <a:pt x="31432" y="53763"/>
                                    <a:pt x="31432" y="54716"/>
                                    <a:pt x="31432" y="54716"/>
                                  </a:cubicBezTo>
                                  <a:cubicBezTo>
                                    <a:pt x="31432" y="54716"/>
                                    <a:pt x="31432" y="55668"/>
                                    <a:pt x="31432" y="55668"/>
                                  </a:cubicBezTo>
                                  <a:cubicBezTo>
                                    <a:pt x="31432" y="55668"/>
                                    <a:pt x="31432" y="55668"/>
                                    <a:pt x="31432" y="55668"/>
                                  </a:cubicBezTo>
                                  <a:cubicBezTo>
                                    <a:pt x="31432" y="54716"/>
                                    <a:pt x="32385" y="54716"/>
                                    <a:pt x="32385" y="53763"/>
                                  </a:cubicBezTo>
                                  <a:cubicBezTo>
                                    <a:pt x="32385" y="52811"/>
                                    <a:pt x="33338" y="52811"/>
                                    <a:pt x="33338" y="51858"/>
                                  </a:cubicBezTo>
                                  <a:cubicBezTo>
                                    <a:pt x="33338" y="50906"/>
                                    <a:pt x="34290" y="50906"/>
                                    <a:pt x="34290" y="49953"/>
                                  </a:cubicBezTo>
                                  <a:cubicBezTo>
                                    <a:pt x="35242" y="49001"/>
                                    <a:pt x="35242" y="48048"/>
                                    <a:pt x="36195" y="47096"/>
                                  </a:cubicBezTo>
                                  <a:cubicBezTo>
                                    <a:pt x="37147" y="46143"/>
                                    <a:pt x="37147" y="45191"/>
                                    <a:pt x="38100" y="44238"/>
                                  </a:cubicBezTo>
                                  <a:lnTo>
                                    <a:pt x="38100" y="43286"/>
                                  </a:lnTo>
                                  <a:lnTo>
                                    <a:pt x="38100" y="42333"/>
                                  </a:lnTo>
                                  <a:cubicBezTo>
                                    <a:pt x="38100" y="41381"/>
                                    <a:pt x="39052" y="41381"/>
                                    <a:pt x="39052" y="40428"/>
                                  </a:cubicBezTo>
                                  <a:cubicBezTo>
                                    <a:pt x="39052" y="39476"/>
                                    <a:pt x="40005" y="39476"/>
                                    <a:pt x="40005" y="38523"/>
                                  </a:cubicBezTo>
                                  <a:cubicBezTo>
                                    <a:pt x="40005" y="37571"/>
                                    <a:pt x="40957" y="37571"/>
                                    <a:pt x="40957" y="36618"/>
                                  </a:cubicBezTo>
                                  <a:cubicBezTo>
                                    <a:pt x="41910" y="35666"/>
                                    <a:pt x="41910" y="34713"/>
                                    <a:pt x="41910" y="33761"/>
                                  </a:cubicBezTo>
                                  <a:cubicBezTo>
                                    <a:pt x="41910" y="32808"/>
                                    <a:pt x="42863" y="31856"/>
                                    <a:pt x="42863" y="30903"/>
                                  </a:cubicBezTo>
                                  <a:cubicBezTo>
                                    <a:pt x="42863" y="29951"/>
                                    <a:pt x="43815" y="28998"/>
                                    <a:pt x="43815" y="28046"/>
                                  </a:cubicBezTo>
                                  <a:cubicBezTo>
                                    <a:pt x="42863" y="28998"/>
                                    <a:pt x="40957" y="28998"/>
                                    <a:pt x="40005" y="29951"/>
                                  </a:cubicBezTo>
                                  <a:cubicBezTo>
                                    <a:pt x="38100" y="30903"/>
                                    <a:pt x="36195" y="31856"/>
                                    <a:pt x="33338" y="33761"/>
                                  </a:cubicBezTo>
                                  <a:cubicBezTo>
                                    <a:pt x="32385" y="34713"/>
                                    <a:pt x="31432" y="34713"/>
                                    <a:pt x="30480" y="35666"/>
                                  </a:cubicBezTo>
                                  <a:cubicBezTo>
                                    <a:pt x="29527" y="36618"/>
                                    <a:pt x="28575" y="37571"/>
                                    <a:pt x="27622" y="37571"/>
                                  </a:cubicBezTo>
                                  <a:cubicBezTo>
                                    <a:pt x="25717" y="38523"/>
                                    <a:pt x="23813" y="40428"/>
                                    <a:pt x="22860" y="42333"/>
                                  </a:cubicBezTo>
                                  <a:cubicBezTo>
                                    <a:pt x="21907" y="43286"/>
                                    <a:pt x="20955" y="44238"/>
                                    <a:pt x="20955" y="44238"/>
                                  </a:cubicBezTo>
                                  <a:cubicBezTo>
                                    <a:pt x="20002" y="45191"/>
                                    <a:pt x="20002" y="45191"/>
                                    <a:pt x="19050" y="46143"/>
                                  </a:cubicBezTo>
                                  <a:cubicBezTo>
                                    <a:pt x="19050" y="46143"/>
                                    <a:pt x="19050" y="46143"/>
                                    <a:pt x="19050" y="46143"/>
                                  </a:cubicBezTo>
                                  <a:lnTo>
                                    <a:pt x="19050" y="46143"/>
                                  </a:lnTo>
                                  <a:cubicBezTo>
                                    <a:pt x="20002" y="45191"/>
                                    <a:pt x="20002" y="44238"/>
                                    <a:pt x="20955" y="44238"/>
                                  </a:cubicBezTo>
                                  <a:cubicBezTo>
                                    <a:pt x="21907" y="43286"/>
                                    <a:pt x="21907" y="42333"/>
                                    <a:pt x="22860" y="41381"/>
                                  </a:cubicBezTo>
                                  <a:cubicBezTo>
                                    <a:pt x="24765" y="39476"/>
                                    <a:pt x="25717" y="38523"/>
                                    <a:pt x="27622" y="36618"/>
                                  </a:cubicBezTo>
                                  <a:cubicBezTo>
                                    <a:pt x="28575" y="36618"/>
                                    <a:pt x="28575" y="35666"/>
                                    <a:pt x="29527" y="35666"/>
                                  </a:cubicBezTo>
                                  <a:cubicBezTo>
                                    <a:pt x="29527" y="35666"/>
                                    <a:pt x="30480" y="34713"/>
                                    <a:pt x="30480" y="34713"/>
                                  </a:cubicBezTo>
                                  <a:cubicBezTo>
                                    <a:pt x="31432" y="34713"/>
                                    <a:pt x="31432" y="33761"/>
                                    <a:pt x="32385" y="33761"/>
                                  </a:cubicBezTo>
                                  <a:cubicBezTo>
                                    <a:pt x="33338" y="33761"/>
                                    <a:pt x="33338" y="32808"/>
                                    <a:pt x="34290" y="32808"/>
                                  </a:cubicBezTo>
                                  <a:cubicBezTo>
                                    <a:pt x="36195" y="31856"/>
                                    <a:pt x="38100" y="29951"/>
                                    <a:pt x="40957" y="28998"/>
                                  </a:cubicBezTo>
                                  <a:cubicBezTo>
                                    <a:pt x="42863" y="28046"/>
                                    <a:pt x="44767" y="26141"/>
                                    <a:pt x="47625" y="25188"/>
                                  </a:cubicBezTo>
                                  <a:cubicBezTo>
                                    <a:pt x="49530" y="24236"/>
                                    <a:pt x="50482" y="23283"/>
                                    <a:pt x="52388" y="22331"/>
                                  </a:cubicBezTo>
                                  <a:cubicBezTo>
                                    <a:pt x="52388" y="22331"/>
                                    <a:pt x="51435" y="22331"/>
                                    <a:pt x="51435" y="22331"/>
                                  </a:cubicBezTo>
                                  <a:cubicBezTo>
                                    <a:pt x="50482" y="22331"/>
                                    <a:pt x="48577" y="22331"/>
                                    <a:pt x="47625" y="22331"/>
                                  </a:cubicBezTo>
                                  <a:cubicBezTo>
                                    <a:pt x="44767" y="22331"/>
                                    <a:pt x="40957" y="21378"/>
                                    <a:pt x="37147" y="20426"/>
                                  </a:cubicBezTo>
                                  <a:cubicBezTo>
                                    <a:pt x="35242" y="20426"/>
                                    <a:pt x="33338" y="19473"/>
                                    <a:pt x="31432" y="19473"/>
                                  </a:cubicBezTo>
                                  <a:cubicBezTo>
                                    <a:pt x="29527" y="19473"/>
                                    <a:pt x="27622" y="19473"/>
                                    <a:pt x="24765" y="19473"/>
                                  </a:cubicBezTo>
                                  <a:cubicBezTo>
                                    <a:pt x="22860" y="19473"/>
                                    <a:pt x="20002" y="20426"/>
                                    <a:pt x="18097" y="20426"/>
                                  </a:cubicBezTo>
                                  <a:cubicBezTo>
                                    <a:pt x="16192" y="21378"/>
                                    <a:pt x="13335" y="21378"/>
                                    <a:pt x="11430" y="23283"/>
                                  </a:cubicBezTo>
                                  <a:cubicBezTo>
                                    <a:pt x="10477" y="24236"/>
                                    <a:pt x="9525" y="24236"/>
                                    <a:pt x="8572" y="25188"/>
                                  </a:cubicBezTo>
                                  <a:cubicBezTo>
                                    <a:pt x="7620" y="26141"/>
                                    <a:pt x="6667" y="26141"/>
                                    <a:pt x="5715" y="27093"/>
                                  </a:cubicBezTo>
                                  <a:cubicBezTo>
                                    <a:pt x="4763" y="27093"/>
                                    <a:pt x="4763" y="28046"/>
                                    <a:pt x="3810" y="28046"/>
                                  </a:cubicBezTo>
                                  <a:cubicBezTo>
                                    <a:pt x="2857" y="28046"/>
                                    <a:pt x="2857" y="28998"/>
                                    <a:pt x="2857" y="28998"/>
                                  </a:cubicBezTo>
                                  <a:cubicBezTo>
                                    <a:pt x="1905" y="29951"/>
                                    <a:pt x="952" y="30903"/>
                                    <a:pt x="0" y="31856"/>
                                  </a:cubicBezTo>
                                  <a:cubicBezTo>
                                    <a:pt x="0" y="31856"/>
                                    <a:pt x="0" y="31856"/>
                                    <a:pt x="0" y="32808"/>
                                  </a:cubicBezTo>
                                  <a:cubicBezTo>
                                    <a:pt x="0" y="32808"/>
                                    <a:pt x="0" y="32808"/>
                                    <a:pt x="0" y="32808"/>
                                  </a:cubicBezTo>
                                  <a:lnTo>
                                    <a:pt x="0" y="31856"/>
                                  </a:lnTo>
                                  <a:cubicBezTo>
                                    <a:pt x="1905" y="29951"/>
                                    <a:pt x="3810" y="28046"/>
                                    <a:pt x="5715" y="27093"/>
                                  </a:cubicBezTo>
                                  <a:cubicBezTo>
                                    <a:pt x="7620" y="25188"/>
                                    <a:pt x="9525" y="24236"/>
                                    <a:pt x="12382" y="23283"/>
                                  </a:cubicBezTo>
                                  <a:cubicBezTo>
                                    <a:pt x="14288" y="22331"/>
                                    <a:pt x="17145" y="21378"/>
                                    <a:pt x="19050" y="20426"/>
                                  </a:cubicBezTo>
                                  <a:cubicBezTo>
                                    <a:pt x="20955" y="19473"/>
                                    <a:pt x="23813" y="19473"/>
                                    <a:pt x="25717" y="19473"/>
                                  </a:cubicBezTo>
                                  <a:cubicBezTo>
                                    <a:pt x="27622" y="19473"/>
                                    <a:pt x="30480" y="19473"/>
                                    <a:pt x="32385" y="19473"/>
                                  </a:cubicBezTo>
                                  <a:cubicBezTo>
                                    <a:pt x="34290" y="19473"/>
                                    <a:pt x="36195" y="19473"/>
                                    <a:pt x="38100" y="20426"/>
                                  </a:cubicBezTo>
                                  <a:cubicBezTo>
                                    <a:pt x="41910" y="21378"/>
                                    <a:pt x="45720" y="21378"/>
                                    <a:pt x="48577" y="22331"/>
                                  </a:cubicBezTo>
                                  <a:cubicBezTo>
                                    <a:pt x="50482" y="22331"/>
                                    <a:pt x="51435" y="22331"/>
                                    <a:pt x="52388" y="22331"/>
                                  </a:cubicBezTo>
                                  <a:cubicBezTo>
                                    <a:pt x="53340" y="22331"/>
                                    <a:pt x="54292" y="22331"/>
                                    <a:pt x="55245" y="22331"/>
                                  </a:cubicBezTo>
                                  <a:cubicBezTo>
                                    <a:pt x="56197" y="22331"/>
                                    <a:pt x="56197" y="22331"/>
                                    <a:pt x="57150" y="22331"/>
                                  </a:cubicBezTo>
                                  <a:cubicBezTo>
                                    <a:pt x="59055" y="21378"/>
                                    <a:pt x="60007" y="20426"/>
                                    <a:pt x="60960" y="19473"/>
                                  </a:cubicBezTo>
                                  <a:cubicBezTo>
                                    <a:pt x="61913" y="18521"/>
                                    <a:pt x="62865" y="18521"/>
                                    <a:pt x="63817" y="17568"/>
                                  </a:cubicBezTo>
                                  <a:cubicBezTo>
                                    <a:pt x="64770" y="16616"/>
                                    <a:pt x="65722" y="16616"/>
                                    <a:pt x="66675" y="15663"/>
                                  </a:cubicBezTo>
                                  <a:cubicBezTo>
                                    <a:pt x="68580" y="14711"/>
                                    <a:pt x="70485" y="13758"/>
                                    <a:pt x="71438" y="12806"/>
                                  </a:cubicBezTo>
                                  <a:cubicBezTo>
                                    <a:pt x="71438" y="12806"/>
                                    <a:pt x="71438" y="12806"/>
                                    <a:pt x="71438" y="12806"/>
                                  </a:cubicBezTo>
                                  <a:cubicBezTo>
                                    <a:pt x="71438" y="12806"/>
                                    <a:pt x="71438" y="12806"/>
                                    <a:pt x="70485" y="12806"/>
                                  </a:cubicBezTo>
                                  <a:cubicBezTo>
                                    <a:pt x="69532" y="12806"/>
                                    <a:pt x="68580" y="11853"/>
                                    <a:pt x="66675" y="11853"/>
                                  </a:cubicBezTo>
                                  <a:cubicBezTo>
                                    <a:pt x="65722" y="11853"/>
                                    <a:pt x="65722" y="11853"/>
                                    <a:pt x="64770" y="10901"/>
                                  </a:cubicBezTo>
                                  <a:cubicBezTo>
                                    <a:pt x="63817" y="10901"/>
                                    <a:pt x="62865" y="9948"/>
                                    <a:pt x="62865" y="9948"/>
                                  </a:cubicBezTo>
                                  <a:cubicBezTo>
                                    <a:pt x="60960" y="8996"/>
                                    <a:pt x="59055" y="8996"/>
                                    <a:pt x="57150" y="8043"/>
                                  </a:cubicBezTo>
                                  <a:cubicBezTo>
                                    <a:pt x="55245" y="7091"/>
                                    <a:pt x="53340" y="6138"/>
                                    <a:pt x="51435" y="6138"/>
                                  </a:cubicBezTo>
                                  <a:cubicBezTo>
                                    <a:pt x="49530" y="5186"/>
                                    <a:pt x="47625" y="4233"/>
                                    <a:pt x="44767" y="4233"/>
                                  </a:cubicBezTo>
                                  <a:cubicBezTo>
                                    <a:pt x="42863" y="3281"/>
                                    <a:pt x="40005" y="3281"/>
                                    <a:pt x="38100" y="2328"/>
                                  </a:cubicBezTo>
                                  <a:cubicBezTo>
                                    <a:pt x="35242" y="2328"/>
                                    <a:pt x="33338" y="1376"/>
                                    <a:pt x="30480" y="1376"/>
                                  </a:cubicBezTo>
                                  <a:cubicBezTo>
                                    <a:pt x="27622" y="1376"/>
                                    <a:pt x="25717" y="1376"/>
                                    <a:pt x="22860" y="1376"/>
                                  </a:cubicBezTo>
                                  <a:cubicBezTo>
                                    <a:pt x="21907" y="1376"/>
                                    <a:pt x="20002" y="1376"/>
                                    <a:pt x="19050" y="2328"/>
                                  </a:cubicBezTo>
                                  <a:cubicBezTo>
                                    <a:pt x="18097" y="2328"/>
                                    <a:pt x="16192" y="3281"/>
                                    <a:pt x="15240" y="3281"/>
                                  </a:cubicBezTo>
                                  <a:cubicBezTo>
                                    <a:pt x="14288" y="3281"/>
                                    <a:pt x="13335" y="4233"/>
                                    <a:pt x="11430" y="4233"/>
                                  </a:cubicBezTo>
                                  <a:cubicBezTo>
                                    <a:pt x="10477" y="4233"/>
                                    <a:pt x="9525" y="5186"/>
                                    <a:pt x="8572" y="6138"/>
                                  </a:cubicBezTo>
                                  <a:cubicBezTo>
                                    <a:pt x="7620" y="7091"/>
                                    <a:pt x="6667" y="7091"/>
                                    <a:pt x="5715" y="8043"/>
                                  </a:cubicBezTo>
                                  <a:cubicBezTo>
                                    <a:pt x="4763" y="8043"/>
                                    <a:pt x="4763" y="8996"/>
                                    <a:pt x="3810" y="8996"/>
                                  </a:cubicBezTo>
                                  <a:cubicBezTo>
                                    <a:pt x="3810" y="8996"/>
                                    <a:pt x="3810" y="8996"/>
                                    <a:pt x="4763" y="8043"/>
                                  </a:cubicBezTo>
                                  <a:cubicBezTo>
                                    <a:pt x="4763" y="8043"/>
                                    <a:pt x="5715" y="7091"/>
                                    <a:pt x="5715" y="7091"/>
                                  </a:cubicBezTo>
                                  <a:cubicBezTo>
                                    <a:pt x="6667" y="6138"/>
                                    <a:pt x="7620" y="6138"/>
                                    <a:pt x="8572" y="5186"/>
                                  </a:cubicBezTo>
                                  <a:cubicBezTo>
                                    <a:pt x="9525" y="4233"/>
                                    <a:pt x="10477" y="4233"/>
                                    <a:pt x="12382" y="3281"/>
                                  </a:cubicBezTo>
                                  <a:cubicBezTo>
                                    <a:pt x="13335" y="3281"/>
                                    <a:pt x="14288" y="2328"/>
                                    <a:pt x="16192" y="2328"/>
                                  </a:cubicBezTo>
                                  <a:cubicBezTo>
                                    <a:pt x="17145" y="2328"/>
                                    <a:pt x="19050" y="1376"/>
                                    <a:pt x="20002" y="1376"/>
                                  </a:cubicBezTo>
                                  <a:cubicBezTo>
                                    <a:pt x="20955" y="1376"/>
                                    <a:pt x="22860" y="423"/>
                                    <a:pt x="23813" y="423"/>
                                  </a:cubicBezTo>
                                  <a:cubicBezTo>
                                    <a:pt x="26670" y="423"/>
                                    <a:pt x="28575" y="-529"/>
                                    <a:pt x="31432" y="423"/>
                                  </a:cubicBezTo>
                                  <a:cubicBezTo>
                                    <a:pt x="34290" y="423"/>
                                    <a:pt x="36195" y="423"/>
                                    <a:pt x="39052" y="1376"/>
                                  </a:cubicBezTo>
                                  <a:cubicBezTo>
                                    <a:pt x="41910" y="1376"/>
                                    <a:pt x="43815" y="2328"/>
                                    <a:pt x="45720" y="3281"/>
                                  </a:cubicBezTo>
                                  <a:cubicBezTo>
                                    <a:pt x="47625" y="4233"/>
                                    <a:pt x="50482" y="4233"/>
                                    <a:pt x="52388" y="5186"/>
                                  </a:cubicBezTo>
                                  <a:cubicBezTo>
                                    <a:pt x="54292" y="6138"/>
                                    <a:pt x="56197" y="6138"/>
                                    <a:pt x="58102" y="7091"/>
                                  </a:cubicBezTo>
                                  <a:cubicBezTo>
                                    <a:pt x="60007" y="8043"/>
                                    <a:pt x="61913" y="8043"/>
                                    <a:pt x="63817" y="8996"/>
                                  </a:cubicBezTo>
                                  <a:cubicBezTo>
                                    <a:pt x="64770" y="8996"/>
                                    <a:pt x="65722" y="9948"/>
                                    <a:pt x="65722" y="9948"/>
                                  </a:cubicBezTo>
                                  <a:cubicBezTo>
                                    <a:pt x="66675" y="9948"/>
                                    <a:pt x="67627" y="9948"/>
                                    <a:pt x="67627" y="10901"/>
                                  </a:cubicBezTo>
                                  <a:cubicBezTo>
                                    <a:pt x="68580" y="10901"/>
                                    <a:pt x="70485" y="11853"/>
                                    <a:pt x="71438" y="11853"/>
                                  </a:cubicBezTo>
                                  <a:cubicBezTo>
                                    <a:pt x="72390" y="11853"/>
                                    <a:pt x="72390" y="12806"/>
                                    <a:pt x="73342" y="12806"/>
                                  </a:cubicBezTo>
                                  <a:lnTo>
                                    <a:pt x="73342" y="12806"/>
                                  </a:lnTo>
                                  <a:cubicBezTo>
                                    <a:pt x="74295" y="12806"/>
                                    <a:pt x="74295" y="11853"/>
                                    <a:pt x="75247" y="11853"/>
                                  </a:cubicBezTo>
                                  <a:cubicBezTo>
                                    <a:pt x="76200" y="10901"/>
                                    <a:pt x="77152" y="9948"/>
                                    <a:pt x="78105" y="9948"/>
                                  </a:cubicBezTo>
                                  <a:cubicBezTo>
                                    <a:pt x="80010" y="8996"/>
                                    <a:pt x="80963" y="8043"/>
                                    <a:pt x="80963" y="8043"/>
                                  </a:cubicBezTo>
                                  <a:cubicBezTo>
                                    <a:pt x="80963" y="8996"/>
                                    <a:pt x="81915" y="10901"/>
                                    <a:pt x="81915" y="10901"/>
                                  </a:cubicBezTo>
                                  <a:cubicBezTo>
                                    <a:pt x="78105" y="9948"/>
                                    <a:pt x="78105" y="9948"/>
                                    <a:pt x="77152" y="10901"/>
                                  </a:cubicBezTo>
                                  <a:close/>
                                </a:path>
                              </a:pathLst>
                            </a:custGeom>
                            <a:grpFill/>
                            <a:ln w="9525" cap="flat">
                              <a:noFill/>
                              <a:prstDash val="solid"/>
                              <a:miter/>
                            </a:ln>
                          </p:spPr>
                          <p:txBody>
                            <a:bodyPr rtlCol="0" anchor="ctr"/>
                            <a:lstStyle/>
                            <a:p>
                              <a:endParaRPr lang="en-US"/>
                            </a:p>
                          </p:txBody>
                        </p:sp>
                      </p:grpSp>
                      <p:grpSp>
                        <p:nvGrpSpPr>
                          <p:cNvPr id="176" name="Graphic 2">
                            <a:extLst>
                              <a:ext uri="{FF2B5EF4-FFF2-40B4-BE49-F238E27FC236}">
                                <a16:creationId xmlns:a16="http://schemas.microsoft.com/office/drawing/2014/main" id="{AE736AF3-0337-429B-AEF1-DA4B52809559}"/>
                              </a:ext>
                            </a:extLst>
                          </p:cNvPr>
                          <p:cNvGrpSpPr/>
                          <p:nvPr/>
                        </p:nvGrpSpPr>
                        <p:grpSpPr>
                          <a:xfrm>
                            <a:off x="3101521" y="2818319"/>
                            <a:ext cx="83819" cy="77152"/>
                            <a:chOff x="3101521" y="2818319"/>
                            <a:chExt cx="83819" cy="77152"/>
                          </a:xfrm>
                          <a:grpFill/>
                        </p:grpSpPr>
                        <p:sp>
                          <p:nvSpPr>
                            <p:cNvPr id="177" name="Freeform: Shape 176">
                              <a:extLst>
                                <a:ext uri="{FF2B5EF4-FFF2-40B4-BE49-F238E27FC236}">
                                  <a16:creationId xmlns:a16="http://schemas.microsoft.com/office/drawing/2014/main" id="{70E88BC7-9C80-40BC-BDA9-3AD82F5F056B}"/>
                                </a:ext>
                              </a:extLst>
                            </p:cNvPr>
                            <p:cNvSpPr/>
                            <p:nvPr/>
                          </p:nvSpPr>
                          <p:spPr>
                            <a:xfrm>
                              <a:off x="3102100" y="2820224"/>
                              <a:ext cx="83241" cy="75247"/>
                            </a:xfrm>
                            <a:custGeom>
                              <a:avLst/>
                              <a:gdLst>
                                <a:gd name="connsiteX0" fmla="*/ 66096 w 83241"/>
                                <a:gd name="connsiteY0" fmla="*/ 7620 h 75247"/>
                                <a:gd name="connsiteX1" fmla="*/ 63238 w 83241"/>
                                <a:gd name="connsiteY1" fmla="*/ 4763 h 75247"/>
                                <a:gd name="connsiteX2" fmla="*/ 60381 w 83241"/>
                                <a:gd name="connsiteY2" fmla="*/ 2858 h 75247"/>
                                <a:gd name="connsiteX3" fmla="*/ 58476 w 83241"/>
                                <a:gd name="connsiteY3" fmla="*/ 1905 h 75247"/>
                                <a:gd name="connsiteX4" fmla="*/ 55619 w 83241"/>
                                <a:gd name="connsiteY4" fmla="*/ 0 h 75247"/>
                                <a:gd name="connsiteX5" fmla="*/ 55619 w 83241"/>
                                <a:gd name="connsiteY5" fmla="*/ 0 h 75247"/>
                                <a:gd name="connsiteX6" fmla="*/ 55619 w 83241"/>
                                <a:gd name="connsiteY6" fmla="*/ 0 h 75247"/>
                                <a:gd name="connsiteX7" fmla="*/ 55619 w 83241"/>
                                <a:gd name="connsiteY7" fmla="*/ 0 h 75247"/>
                                <a:gd name="connsiteX8" fmla="*/ 53713 w 83241"/>
                                <a:gd name="connsiteY8" fmla="*/ 0 h 75247"/>
                                <a:gd name="connsiteX9" fmla="*/ 47999 w 83241"/>
                                <a:gd name="connsiteY9" fmla="*/ 0 h 75247"/>
                                <a:gd name="connsiteX10" fmla="*/ 29901 w 83241"/>
                                <a:gd name="connsiteY10" fmla="*/ 4763 h 75247"/>
                                <a:gd name="connsiteX11" fmla="*/ 9899 w 83241"/>
                                <a:gd name="connsiteY11" fmla="*/ 19050 h 75247"/>
                                <a:gd name="connsiteX12" fmla="*/ 2279 w 83241"/>
                                <a:gd name="connsiteY12" fmla="*/ 32385 h 75247"/>
                                <a:gd name="connsiteX13" fmla="*/ 374 w 83241"/>
                                <a:gd name="connsiteY13" fmla="*/ 51435 h 75247"/>
                                <a:gd name="connsiteX14" fmla="*/ 374 w 83241"/>
                                <a:gd name="connsiteY14" fmla="*/ 52388 h 75247"/>
                                <a:gd name="connsiteX15" fmla="*/ 374 w 83241"/>
                                <a:gd name="connsiteY15" fmla="*/ 52388 h 75247"/>
                                <a:gd name="connsiteX16" fmla="*/ 1326 w 83241"/>
                                <a:gd name="connsiteY16" fmla="*/ 57150 h 75247"/>
                                <a:gd name="connsiteX17" fmla="*/ 6088 w 83241"/>
                                <a:gd name="connsiteY17" fmla="*/ 66675 h 75247"/>
                                <a:gd name="connsiteX18" fmla="*/ 8946 w 83241"/>
                                <a:gd name="connsiteY18" fmla="*/ 69533 h 75247"/>
                                <a:gd name="connsiteX19" fmla="*/ 11804 w 83241"/>
                                <a:gd name="connsiteY19" fmla="*/ 71438 h 75247"/>
                                <a:gd name="connsiteX20" fmla="*/ 12756 w 83241"/>
                                <a:gd name="connsiteY20" fmla="*/ 72390 h 75247"/>
                                <a:gd name="connsiteX21" fmla="*/ 12756 w 83241"/>
                                <a:gd name="connsiteY21" fmla="*/ 72390 h 75247"/>
                                <a:gd name="connsiteX22" fmla="*/ 20376 w 83241"/>
                                <a:gd name="connsiteY22" fmla="*/ 75247 h 75247"/>
                                <a:gd name="connsiteX23" fmla="*/ 24186 w 83241"/>
                                <a:gd name="connsiteY23" fmla="*/ 75247 h 75247"/>
                                <a:gd name="connsiteX24" fmla="*/ 27996 w 83241"/>
                                <a:gd name="connsiteY24" fmla="*/ 74295 h 75247"/>
                                <a:gd name="connsiteX25" fmla="*/ 37521 w 83241"/>
                                <a:gd name="connsiteY25" fmla="*/ 69533 h 75247"/>
                                <a:gd name="connsiteX26" fmla="*/ 37521 w 83241"/>
                                <a:gd name="connsiteY26" fmla="*/ 69533 h 75247"/>
                                <a:gd name="connsiteX27" fmla="*/ 39426 w 83241"/>
                                <a:gd name="connsiteY27" fmla="*/ 67628 h 75247"/>
                                <a:gd name="connsiteX28" fmla="*/ 43236 w 83241"/>
                                <a:gd name="connsiteY28" fmla="*/ 67628 h 75247"/>
                                <a:gd name="connsiteX29" fmla="*/ 50856 w 83241"/>
                                <a:gd name="connsiteY29" fmla="*/ 67628 h 75247"/>
                                <a:gd name="connsiteX30" fmla="*/ 51809 w 83241"/>
                                <a:gd name="connsiteY30" fmla="*/ 67628 h 75247"/>
                                <a:gd name="connsiteX31" fmla="*/ 51809 w 83241"/>
                                <a:gd name="connsiteY31" fmla="*/ 67628 h 75247"/>
                                <a:gd name="connsiteX32" fmla="*/ 58476 w 83241"/>
                                <a:gd name="connsiteY32" fmla="*/ 63817 h 75247"/>
                                <a:gd name="connsiteX33" fmla="*/ 63238 w 83241"/>
                                <a:gd name="connsiteY33" fmla="*/ 58103 h 75247"/>
                                <a:gd name="connsiteX34" fmla="*/ 64191 w 83241"/>
                                <a:gd name="connsiteY34" fmla="*/ 57150 h 75247"/>
                                <a:gd name="connsiteX35" fmla="*/ 65144 w 83241"/>
                                <a:gd name="connsiteY35" fmla="*/ 56197 h 75247"/>
                                <a:gd name="connsiteX36" fmla="*/ 67049 w 83241"/>
                                <a:gd name="connsiteY36" fmla="*/ 53340 h 75247"/>
                                <a:gd name="connsiteX37" fmla="*/ 68001 w 83241"/>
                                <a:gd name="connsiteY37" fmla="*/ 52388 h 75247"/>
                                <a:gd name="connsiteX38" fmla="*/ 68954 w 83241"/>
                                <a:gd name="connsiteY38" fmla="*/ 51435 h 75247"/>
                                <a:gd name="connsiteX39" fmla="*/ 68954 w 83241"/>
                                <a:gd name="connsiteY39" fmla="*/ 51435 h 75247"/>
                                <a:gd name="connsiteX40" fmla="*/ 70859 w 83241"/>
                                <a:gd name="connsiteY40" fmla="*/ 49530 h 75247"/>
                                <a:gd name="connsiteX41" fmla="*/ 76574 w 83241"/>
                                <a:gd name="connsiteY41" fmla="*/ 46672 h 75247"/>
                                <a:gd name="connsiteX42" fmla="*/ 78479 w 83241"/>
                                <a:gd name="connsiteY42" fmla="*/ 45720 h 75247"/>
                                <a:gd name="connsiteX43" fmla="*/ 79431 w 83241"/>
                                <a:gd name="connsiteY43" fmla="*/ 45720 h 75247"/>
                                <a:gd name="connsiteX44" fmla="*/ 79431 w 83241"/>
                                <a:gd name="connsiteY44" fmla="*/ 45720 h 75247"/>
                                <a:gd name="connsiteX45" fmla="*/ 79431 w 83241"/>
                                <a:gd name="connsiteY45" fmla="*/ 45720 h 75247"/>
                                <a:gd name="connsiteX46" fmla="*/ 79431 w 83241"/>
                                <a:gd name="connsiteY46" fmla="*/ 45720 h 75247"/>
                                <a:gd name="connsiteX47" fmla="*/ 80384 w 83241"/>
                                <a:gd name="connsiteY47" fmla="*/ 44767 h 75247"/>
                                <a:gd name="connsiteX48" fmla="*/ 80384 w 83241"/>
                                <a:gd name="connsiteY48" fmla="*/ 44767 h 75247"/>
                                <a:gd name="connsiteX49" fmla="*/ 80384 w 83241"/>
                                <a:gd name="connsiteY49" fmla="*/ 44767 h 75247"/>
                                <a:gd name="connsiteX50" fmla="*/ 81336 w 83241"/>
                                <a:gd name="connsiteY50" fmla="*/ 43815 h 75247"/>
                                <a:gd name="connsiteX51" fmla="*/ 82288 w 83241"/>
                                <a:gd name="connsiteY51" fmla="*/ 42863 h 75247"/>
                                <a:gd name="connsiteX52" fmla="*/ 83241 w 83241"/>
                                <a:gd name="connsiteY52" fmla="*/ 39053 h 75247"/>
                                <a:gd name="connsiteX53" fmla="*/ 81336 w 83241"/>
                                <a:gd name="connsiteY53" fmla="*/ 29528 h 75247"/>
                                <a:gd name="connsiteX54" fmla="*/ 76574 w 83241"/>
                                <a:gd name="connsiteY54" fmla="*/ 20003 h 75247"/>
                                <a:gd name="connsiteX55" fmla="*/ 70859 w 83241"/>
                                <a:gd name="connsiteY55" fmla="*/ 12383 h 75247"/>
                                <a:gd name="connsiteX56" fmla="*/ 66096 w 83241"/>
                                <a:gd name="connsiteY56" fmla="*/ 7620 h 75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83241" h="75247">
                                  <a:moveTo>
                                    <a:pt x="66096" y="7620"/>
                                  </a:moveTo>
                                  <a:cubicBezTo>
                                    <a:pt x="65144" y="6667"/>
                                    <a:pt x="64191" y="5715"/>
                                    <a:pt x="63238" y="4763"/>
                                  </a:cubicBezTo>
                                  <a:cubicBezTo>
                                    <a:pt x="62286" y="3810"/>
                                    <a:pt x="61334" y="2858"/>
                                    <a:pt x="60381" y="2858"/>
                                  </a:cubicBezTo>
                                  <a:cubicBezTo>
                                    <a:pt x="59429" y="2858"/>
                                    <a:pt x="59429" y="1905"/>
                                    <a:pt x="58476" y="1905"/>
                                  </a:cubicBezTo>
                                  <a:cubicBezTo>
                                    <a:pt x="58476" y="1905"/>
                                    <a:pt x="56571" y="953"/>
                                    <a:pt x="55619" y="0"/>
                                  </a:cubicBezTo>
                                  <a:cubicBezTo>
                                    <a:pt x="55619" y="0"/>
                                    <a:pt x="55619" y="0"/>
                                    <a:pt x="55619" y="0"/>
                                  </a:cubicBezTo>
                                  <a:cubicBezTo>
                                    <a:pt x="55619" y="0"/>
                                    <a:pt x="55619" y="0"/>
                                    <a:pt x="55619" y="0"/>
                                  </a:cubicBezTo>
                                  <a:cubicBezTo>
                                    <a:pt x="55619" y="0"/>
                                    <a:pt x="55619" y="0"/>
                                    <a:pt x="55619" y="0"/>
                                  </a:cubicBezTo>
                                  <a:cubicBezTo>
                                    <a:pt x="55619" y="0"/>
                                    <a:pt x="54666" y="0"/>
                                    <a:pt x="53713" y="0"/>
                                  </a:cubicBezTo>
                                  <a:cubicBezTo>
                                    <a:pt x="52761" y="0"/>
                                    <a:pt x="50856" y="0"/>
                                    <a:pt x="47999" y="0"/>
                                  </a:cubicBezTo>
                                  <a:cubicBezTo>
                                    <a:pt x="43236" y="953"/>
                                    <a:pt x="36569" y="1905"/>
                                    <a:pt x="29901" y="4763"/>
                                  </a:cubicBezTo>
                                  <a:cubicBezTo>
                                    <a:pt x="23234" y="7620"/>
                                    <a:pt x="15613" y="12383"/>
                                    <a:pt x="9899" y="19050"/>
                                  </a:cubicBezTo>
                                  <a:cubicBezTo>
                                    <a:pt x="7041" y="22860"/>
                                    <a:pt x="4184" y="26670"/>
                                    <a:pt x="2279" y="32385"/>
                                  </a:cubicBezTo>
                                  <a:cubicBezTo>
                                    <a:pt x="374" y="37147"/>
                                    <a:pt x="-579" y="43815"/>
                                    <a:pt x="374" y="51435"/>
                                  </a:cubicBezTo>
                                  <a:cubicBezTo>
                                    <a:pt x="374" y="51435"/>
                                    <a:pt x="374" y="52388"/>
                                    <a:pt x="374" y="52388"/>
                                  </a:cubicBezTo>
                                  <a:cubicBezTo>
                                    <a:pt x="374" y="52388"/>
                                    <a:pt x="374" y="52388"/>
                                    <a:pt x="374" y="52388"/>
                                  </a:cubicBezTo>
                                  <a:cubicBezTo>
                                    <a:pt x="374" y="54292"/>
                                    <a:pt x="1326" y="55245"/>
                                    <a:pt x="1326" y="57150"/>
                                  </a:cubicBezTo>
                                  <a:cubicBezTo>
                                    <a:pt x="2279" y="60960"/>
                                    <a:pt x="4184" y="63817"/>
                                    <a:pt x="6088" y="66675"/>
                                  </a:cubicBezTo>
                                  <a:cubicBezTo>
                                    <a:pt x="7041" y="67628"/>
                                    <a:pt x="7994" y="68580"/>
                                    <a:pt x="8946" y="69533"/>
                                  </a:cubicBezTo>
                                  <a:cubicBezTo>
                                    <a:pt x="9899" y="70485"/>
                                    <a:pt x="10851" y="71438"/>
                                    <a:pt x="11804" y="71438"/>
                                  </a:cubicBezTo>
                                  <a:cubicBezTo>
                                    <a:pt x="11804" y="71438"/>
                                    <a:pt x="12756" y="72390"/>
                                    <a:pt x="12756" y="72390"/>
                                  </a:cubicBezTo>
                                  <a:cubicBezTo>
                                    <a:pt x="12756" y="72390"/>
                                    <a:pt x="12756" y="72390"/>
                                    <a:pt x="12756" y="72390"/>
                                  </a:cubicBezTo>
                                  <a:cubicBezTo>
                                    <a:pt x="15613" y="74295"/>
                                    <a:pt x="18471" y="75247"/>
                                    <a:pt x="20376" y="75247"/>
                                  </a:cubicBezTo>
                                  <a:cubicBezTo>
                                    <a:pt x="21329" y="75247"/>
                                    <a:pt x="23234" y="75247"/>
                                    <a:pt x="24186" y="75247"/>
                                  </a:cubicBezTo>
                                  <a:cubicBezTo>
                                    <a:pt x="25138" y="75247"/>
                                    <a:pt x="26091" y="75247"/>
                                    <a:pt x="27996" y="74295"/>
                                  </a:cubicBezTo>
                                  <a:cubicBezTo>
                                    <a:pt x="31806" y="73342"/>
                                    <a:pt x="35616" y="70485"/>
                                    <a:pt x="37521" y="69533"/>
                                  </a:cubicBezTo>
                                  <a:cubicBezTo>
                                    <a:pt x="37521" y="69533"/>
                                    <a:pt x="37521" y="69533"/>
                                    <a:pt x="37521" y="69533"/>
                                  </a:cubicBezTo>
                                  <a:cubicBezTo>
                                    <a:pt x="38474" y="68580"/>
                                    <a:pt x="39426" y="67628"/>
                                    <a:pt x="39426" y="67628"/>
                                  </a:cubicBezTo>
                                  <a:cubicBezTo>
                                    <a:pt x="40379" y="67628"/>
                                    <a:pt x="41331" y="67628"/>
                                    <a:pt x="43236" y="67628"/>
                                  </a:cubicBezTo>
                                  <a:cubicBezTo>
                                    <a:pt x="46094" y="67628"/>
                                    <a:pt x="48951" y="67628"/>
                                    <a:pt x="50856" y="67628"/>
                                  </a:cubicBezTo>
                                  <a:cubicBezTo>
                                    <a:pt x="50856" y="67628"/>
                                    <a:pt x="51809" y="67628"/>
                                    <a:pt x="51809" y="67628"/>
                                  </a:cubicBezTo>
                                  <a:cubicBezTo>
                                    <a:pt x="51809" y="67628"/>
                                    <a:pt x="51809" y="67628"/>
                                    <a:pt x="51809" y="67628"/>
                                  </a:cubicBezTo>
                                  <a:cubicBezTo>
                                    <a:pt x="53713" y="66675"/>
                                    <a:pt x="56571" y="65722"/>
                                    <a:pt x="58476" y="63817"/>
                                  </a:cubicBezTo>
                                  <a:cubicBezTo>
                                    <a:pt x="60381" y="61913"/>
                                    <a:pt x="62286" y="60008"/>
                                    <a:pt x="63238" y="58103"/>
                                  </a:cubicBezTo>
                                  <a:cubicBezTo>
                                    <a:pt x="63238" y="58103"/>
                                    <a:pt x="63238" y="57150"/>
                                    <a:pt x="64191" y="57150"/>
                                  </a:cubicBezTo>
                                  <a:cubicBezTo>
                                    <a:pt x="64191" y="57150"/>
                                    <a:pt x="64191" y="56197"/>
                                    <a:pt x="65144" y="56197"/>
                                  </a:cubicBezTo>
                                  <a:cubicBezTo>
                                    <a:pt x="66096" y="55245"/>
                                    <a:pt x="66096" y="54292"/>
                                    <a:pt x="67049" y="53340"/>
                                  </a:cubicBezTo>
                                  <a:cubicBezTo>
                                    <a:pt x="67049" y="53340"/>
                                    <a:pt x="67049" y="53340"/>
                                    <a:pt x="68001" y="52388"/>
                                  </a:cubicBezTo>
                                  <a:cubicBezTo>
                                    <a:pt x="68001" y="52388"/>
                                    <a:pt x="68001" y="52388"/>
                                    <a:pt x="68954" y="51435"/>
                                  </a:cubicBezTo>
                                  <a:lnTo>
                                    <a:pt x="68954" y="51435"/>
                                  </a:lnTo>
                                  <a:cubicBezTo>
                                    <a:pt x="68954" y="51435"/>
                                    <a:pt x="69906" y="50483"/>
                                    <a:pt x="70859" y="49530"/>
                                  </a:cubicBezTo>
                                  <a:cubicBezTo>
                                    <a:pt x="71811" y="48578"/>
                                    <a:pt x="73716" y="47625"/>
                                    <a:pt x="76574" y="46672"/>
                                  </a:cubicBezTo>
                                  <a:cubicBezTo>
                                    <a:pt x="77526" y="46672"/>
                                    <a:pt x="77526" y="45720"/>
                                    <a:pt x="78479" y="45720"/>
                                  </a:cubicBezTo>
                                  <a:cubicBezTo>
                                    <a:pt x="78479" y="45720"/>
                                    <a:pt x="79431" y="45720"/>
                                    <a:pt x="79431" y="45720"/>
                                  </a:cubicBezTo>
                                  <a:lnTo>
                                    <a:pt x="79431" y="45720"/>
                                  </a:lnTo>
                                  <a:lnTo>
                                    <a:pt x="79431" y="45720"/>
                                  </a:lnTo>
                                  <a:cubicBezTo>
                                    <a:pt x="79431" y="45720"/>
                                    <a:pt x="79431" y="45720"/>
                                    <a:pt x="79431" y="45720"/>
                                  </a:cubicBezTo>
                                  <a:cubicBezTo>
                                    <a:pt x="80384" y="45720"/>
                                    <a:pt x="80384" y="45720"/>
                                    <a:pt x="80384" y="44767"/>
                                  </a:cubicBezTo>
                                  <a:cubicBezTo>
                                    <a:pt x="80384" y="44767"/>
                                    <a:pt x="80384" y="44767"/>
                                    <a:pt x="80384" y="44767"/>
                                  </a:cubicBezTo>
                                  <a:lnTo>
                                    <a:pt x="80384" y="44767"/>
                                  </a:lnTo>
                                  <a:cubicBezTo>
                                    <a:pt x="80384" y="44767"/>
                                    <a:pt x="81336" y="43815"/>
                                    <a:pt x="81336" y="43815"/>
                                  </a:cubicBezTo>
                                  <a:cubicBezTo>
                                    <a:pt x="81336" y="43815"/>
                                    <a:pt x="82288" y="42863"/>
                                    <a:pt x="82288" y="42863"/>
                                  </a:cubicBezTo>
                                  <a:cubicBezTo>
                                    <a:pt x="82288" y="41910"/>
                                    <a:pt x="83241" y="40958"/>
                                    <a:pt x="83241" y="39053"/>
                                  </a:cubicBezTo>
                                  <a:cubicBezTo>
                                    <a:pt x="83241" y="36195"/>
                                    <a:pt x="83241" y="33338"/>
                                    <a:pt x="81336" y="29528"/>
                                  </a:cubicBezTo>
                                  <a:cubicBezTo>
                                    <a:pt x="79431" y="26670"/>
                                    <a:pt x="78479" y="22860"/>
                                    <a:pt x="76574" y="20003"/>
                                  </a:cubicBezTo>
                                  <a:cubicBezTo>
                                    <a:pt x="74669" y="17145"/>
                                    <a:pt x="72763" y="14288"/>
                                    <a:pt x="70859" y="12383"/>
                                  </a:cubicBezTo>
                                  <a:cubicBezTo>
                                    <a:pt x="69906" y="11430"/>
                                    <a:pt x="68001" y="9525"/>
                                    <a:pt x="66096" y="7620"/>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BF95645C-DB9F-4DE4-86C4-13D5DBFDB51A}"/>
                                </a:ext>
                              </a:extLst>
                            </p:cNvPr>
                            <p:cNvSpPr/>
                            <p:nvPr/>
                          </p:nvSpPr>
                          <p:spPr>
                            <a:xfrm>
                              <a:off x="3101521" y="2818319"/>
                              <a:ext cx="81915" cy="75247"/>
                            </a:xfrm>
                            <a:custGeom>
                              <a:avLst/>
                              <a:gdLst>
                                <a:gd name="connsiteX0" fmla="*/ 59055 w 81915"/>
                                <a:gd name="connsiteY0" fmla="*/ 5715 h 75247"/>
                                <a:gd name="connsiteX1" fmla="*/ 59055 w 81915"/>
                                <a:gd name="connsiteY1" fmla="*/ 5715 h 75247"/>
                                <a:gd name="connsiteX2" fmla="*/ 60960 w 81915"/>
                                <a:gd name="connsiteY2" fmla="*/ 8572 h 75247"/>
                                <a:gd name="connsiteX3" fmla="*/ 64770 w 81915"/>
                                <a:gd name="connsiteY3" fmla="*/ 14288 h 75247"/>
                                <a:gd name="connsiteX4" fmla="*/ 70485 w 81915"/>
                                <a:gd name="connsiteY4" fmla="*/ 21908 h 75247"/>
                                <a:gd name="connsiteX5" fmla="*/ 72390 w 81915"/>
                                <a:gd name="connsiteY5" fmla="*/ 23813 h 75247"/>
                                <a:gd name="connsiteX6" fmla="*/ 73342 w 81915"/>
                                <a:gd name="connsiteY6" fmla="*/ 24765 h 75247"/>
                                <a:gd name="connsiteX7" fmla="*/ 73342 w 81915"/>
                                <a:gd name="connsiteY7" fmla="*/ 24765 h 75247"/>
                                <a:gd name="connsiteX8" fmla="*/ 73342 w 81915"/>
                                <a:gd name="connsiteY8" fmla="*/ 24765 h 75247"/>
                                <a:gd name="connsiteX9" fmla="*/ 73342 w 81915"/>
                                <a:gd name="connsiteY9" fmla="*/ 25717 h 75247"/>
                                <a:gd name="connsiteX10" fmla="*/ 76200 w 81915"/>
                                <a:gd name="connsiteY10" fmla="*/ 30480 h 75247"/>
                                <a:gd name="connsiteX11" fmla="*/ 77153 w 81915"/>
                                <a:gd name="connsiteY11" fmla="*/ 32385 h 75247"/>
                                <a:gd name="connsiteX12" fmla="*/ 78105 w 81915"/>
                                <a:gd name="connsiteY12" fmla="*/ 34290 h 75247"/>
                                <a:gd name="connsiteX13" fmla="*/ 79057 w 81915"/>
                                <a:gd name="connsiteY13" fmla="*/ 35242 h 75247"/>
                                <a:gd name="connsiteX14" fmla="*/ 79057 w 81915"/>
                                <a:gd name="connsiteY14" fmla="*/ 36195 h 75247"/>
                                <a:gd name="connsiteX15" fmla="*/ 80010 w 81915"/>
                                <a:gd name="connsiteY15" fmla="*/ 38100 h 75247"/>
                                <a:gd name="connsiteX16" fmla="*/ 80963 w 81915"/>
                                <a:gd name="connsiteY16" fmla="*/ 40958 h 75247"/>
                                <a:gd name="connsiteX17" fmla="*/ 81915 w 81915"/>
                                <a:gd name="connsiteY17" fmla="*/ 43815 h 75247"/>
                                <a:gd name="connsiteX18" fmla="*/ 81915 w 81915"/>
                                <a:gd name="connsiteY18" fmla="*/ 45720 h 75247"/>
                                <a:gd name="connsiteX19" fmla="*/ 81915 w 81915"/>
                                <a:gd name="connsiteY19" fmla="*/ 46672 h 75247"/>
                                <a:gd name="connsiteX20" fmla="*/ 81915 w 81915"/>
                                <a:gd name="connsiteY20" fmla="*/ 46672 h 75247"/>
                                <a:gd name="connsiteX21" fmla="*/ 81915 w 81915"/>
                                <a:gd name="connsiteY21" fmla="*/ 46672 h 75247"/>
                                <a:gd name="connsiteX22" fmla="*/ 81915 w 81915"/>
                                <a:gd name="connsiteY22" fmla="*/ 46672 h 75247"/>
                                <a:gd name="connsiteX23" fmla="*/ 81915 w 81915"/>
                                <a:gd name="connsiteY23" fmla="*/ 45720 h 75247"/>
                                <a:gd name="connsiteX24" fmla="*/ 81915 w 81915"/>
                                <a:gd name="connsiteY24" fmla="*/ 43815 h 75247"/>
                                <a:gd name="connsiteX25" fmla="*/ 80963 w 81915"/>
                                <a:gd name="connsiteY25" fmla="*/ 40958 h 75247"/>
                                <a:gd name="connsiteX26" fmla="*/ 80010 w 81915"/>
                                <a:gd name="connsiteY26" fmla="*/ 38100 h 75247"/>
                                <a:gd name="connsiteX27" fmla="*/ 79057 w 81915"/>
                                <a:gd name="connsiteY27" fmla="*/ 36195 h 75247"/>
                                <a:gd name="connsiteX28" fmla="*/ 79057 w 81915"/>
                                <a:gd name="connsiteY28" fmla="*/ 35242 h 75247"/>
                                <a:gd name="connsiteX29" fmla="*/ 78105 w 81915"/>
                                <a:gd name="connsiteY29" fmla="*/ 34290 h 75247"/>
                                <a:gd name="connsiteX30" fmla="*/ 77153 w 81915"/>
                                <a:gd name="connsiteY30" fmla="*/ 32385 h 75247"/>
                                <a:gd name="connsiteX31" fmla="*/ 76200 w 81915"/>
                                <a:gd name="connsiteY31" fmla="*/ 30480 h 75247"/>
                                <a:gd name="connsiteX32" fmla="*/ 73342 w 81915"/>
                                <a:gd name="connsiteY32" fmla="*/ 25717 h 75247"/>
                                <a:gd name="connsiteX33" fmla="*/ 73342 w 81915"/>
                                <a:gd name="connsiteY33" fmla="*/ 24765 h 75247"/>
                                <a:gd name="connsiteX34" fmla="*/ 73342 w 81915"/>
                                <a:gd name="connsiteY34" fmla="*/ 24765 h 75247"/>
                                <a:gd name="connsiteX35" fmla="*/ 73342 w 81915"/>
                                <a:gd name="connsiteY35" fmla="*/ 24765 h 75247"/>
                                <a:gd name="connsiteX36" fmla="*/ 72390 w 81915"/>
                                <a:gd name="connsiteY36" fmla="*/ 23813 h 75247"/>
                                <a:gd name="connsiteX37" fmla="*/ 70485 w 81915"/>
                                <a:gd name="connsiteY37" fmla="*/ 21908 h 75247"/>
                                <a:gd name="connsiteX38" fmla="*/ 63817 w 81915"/>
                                <a:gd name="connsiteY38" fmla="*/ 14288 h 75247"/>
                                <a:gd name="connsiteX39" fmla="*/ 58103 w 81915"/>
                                <a:gd name="connsiteY39" fmla="*/ 6667 h 75247"/>
                                <a:gd name="connsiteX40" fmla="*/ 58103 w 81915"/>
                                <a:gd name="connsiteY40" fmla="*/ 7620 h 75247"/>
                                <a:gd name="connsiteX41" fmla="*/ 57150 w 81915"/>
                                <a:gd name="connsiteY41" fmla="*/ 9525 h 75247"/>
                                <a:gd name="connsiteX42" fmla="*/ 56197 w 81915"/>
                                <a:gd name="connsiteY42" fmla="*/ 12383 h 75247"/>
                                <a:gd name="connsiteX43" fmla="*/ 54292 w 81915"/>
                                <a:gd name="connsiteY43" fmla="*/ 18097 h 75247"/>
                                <a:gd name="connsiteX44" fmla="*/ 54292 w 81915"/>
                                <a:gd name="connsiteY44" fmla="*/ 19050 h 75247"/>
                                <a:gd name="connsiteX45" fmla="*/ 54292 w 81915"/>
                                <a:gd name="connsiteY45" fmla="*/ 19050 h 75247"/>
                                <a:gd name="connsiteX46" fmla="*/ 54292 w 81915"/>
                                <a:gd name="connsiteY46" fmla="*/ 21908 h 75247"/>
                                <a:gd name="connsiteX47" fmla="*/ 55245 w 81915"/>
                                <a:gd name="connsiteY47" fmla="*/ 25717 h 75247"/>
                                <a:gd name="connsiteX48" fmla="*/ 59055 w 81915"/>
                                <a:gd name="connsiteY48" fmla="*/ 34290 h 75247"/>
                                <a:gd name="connsiteX49" fmla="*/ 61913 w 81915"/>
                                <a:gd name="connsiteY49" fmla="*/ 39052 h 75247"/>
                                <a:gd name="connsiteX50" fmla="*/ 62865 w 81915"/>
                                <a:gd name="connsiteY50" fmla="*/ 40958 h 75247"/>
                                <a:gd name="connsiteX51" fmla="*/ 63817 w 81915"/>
                                <a:gd name="connsiteY51" fmla="*/ 42863 h 75247"/>
                                <a:gd name="connsiteX52" fmla="*/ 65722 w 81915"/>
                                <a:gd name="connsiteY52" fmla="*/ 46672 h 75247"/>
                                <a:gd name="connsiteX53" fmla="*/ 66675 w 81915"/>
                                <a:gd name="connsiteY53" fmla="*/ 48577 h 75247"/>
                                <a:gd name="connsiteX54" fmla="*/ 66675 w 81915"/>
                                <a:gd name="connsiteY54" fmla="*/ 50483 h 75247"/>
                                <a:gd name="connsiteX55" fmla="*/ 66675 w 81915"/>
                                <a:gd name="connsiteY55" fmla="*/ 54292 h 75247"/>
                                <a:gd name="connsiteX56" fmla="*/ 66675 w 81915"/>
                                <a:gd name="connsiteY56" fmla="*/ 54292 h 75247"/>
                                <a:gd name="connsiteX57" fmla="*/ 66675 w 81915"/>
                                <a:gd name="connsiteY57" fmla="*/ 54292 h 75247"/>
                                <a:gd name="connsiteX58" fmla="*/ 66675 w 81915"/>
                                <a:gd name="connsiteY58" fmla="*/ 54292 h 75247"/>
                                <a:gd name="connsiteX59" fmla="*/ 66675 w 81915"/>
                                <a:gd name="connsiteY59" fmla="*/ 54292 h 75247"/>
                                <a:gd name="connsiteX60" fmla="*/ 66675 w 81915"/>
                                <a:gd name="connsiteY60" fmla="*/ 54292 h 75247"/>
                                <a:gd name="connsiteX61" fmla="*/ 65722 w 81915"/>
                                <a:gd name="connsiteY61" fmla="*/ 55245 h 75247"/>
                                <a:gd name="connsiteX62" fmla="*/ 66675 w 81915"/>
                                <a:gd name="connsiteY62" fmla="*/ 54292 h 75247"/>
                                <a:gd name="connsiteX63" fmla="*/ 66675 w 81915"/>
                                <a:gd name="connsiteY63" fmla="*/ 54292 h 75247"/>
                                <a:gd name="connsiteX64" fmla="*/ 66675 w 81915"/>
                                <a:gd name="connsiteY64" fmla="*/ 54292 h 75247"/>
                                <a:gd name="connsiteX65" fmla="*/ 66675 w 81915"/>
                                <a:gd name="connsiteY65" fmla="*/ 54292 h 75247"/>
                                <a:gd name="connsiteX66" fmla="*/ 66675 w 81915"/>
                                <a:gd name="connsiteY66" fmla="*/ 54292 h 75247"/>
                                <a:gd name="connsiteX67" fmla="*/ 66675 w 81915"/>
                                <a:gd name="connsiteY67" fmla="*/ 54292 h 75247"/>
                                <a:gd name="connsiteX68" fmla="*/ 66675 w 81915"/>
                                <a:gd name="connsiteY68" fmla="*/ 50483 h 75247"/>
                                <a:gd name="connsiteX69" fmla="*/ 66675 w 81915"/>
                                <a:gd name="connsiteY69" fmla="*/ 48577 h 75247"/>
                                <a:gd name="connsiteX70" fmla="*/ 65722 w 81915"/>
                                <a:gd name="connsiteY70" fmla="*/ 46672 h 75247"/>
                                <a:gd name="connsiteX71" fmla="*/ 63817 w 81915"/>
                                <a:gd name="connsiteY71" fmla="*/ 42863 h 75247"/>
                                <a:gd name="connsiteX72" fmla="*/ 62865 w 81915"/>
                                <a:gd name="connsiteY72" fmla="*/ 40958 h 75247"/>
                                <a:gd name="connsiteX73" fmla="*/ 61913 w 81915"/>
                                <a:gd name="connsiteY73" fmla="*/ 39052 h 75247"/>
                                <a:gd name="connsiteX74" fmla="*/ 59055 w 81915"/>
                                <a:gd name="connsiteY74" fmla="*/ 34290 h 75247"/>
                                <a:gd name="connsiteX75" fmla="*/ 54292 w 81915"/>
                                <a:gd name="connsiteY75" fmla="*/ 24765 h 75247"/>
                                <a:gd name="connsiteX76" fmla="*/ 53340 w 81915"/>
                                <a:gd name="connsiteY76" fmla="*/ 20955 h 75247"/>
                                <a:gd name="connsiteX77" fmla="*/ 53340 w 81915"/>
                                <a:gd name="connsiteY77" fmla="*/ 20955 h 75247"/>
                                <a:gd name="connsiteX78" fmla="*/ 52388 w 81915"/>
                                <a:gd name="connsiteY78" fmla="*/ 22860 h 75247"/>
                                <a:gd name="connsiteX79" fmla="*/ 49530 w 81915"/>
                                <a:gd name="connsiteY79" fmla="*/ 29527 h 75247"/>
                                <a:gd name="connsiteX80" fmla="*/ 47625 w 81915"/>
                                <a:gd name="connsiteY80" fmla="*/ 35242 h 75247"/>
                                <a:gd name="connsiteX81" fmla="*/ 47625 w 81915"/>
                                <a:gd name="connsiteY81" fmla="*/ 36195 h 75247"/>
                                <a:gd name="connsiteX82" fmla="*/ 47625 w 81915"/>
                                <a:gd name="connsiteY82" fmla="*/ 37147 h 75247"/>
                                <a:gd name="connsiteX83" fmla="*/ 48578 w 81915"/>
                                <a:gd name="connsiteY83" fmla="*/ 41910 h 75247"/>
                                <a:gd name="connsiteX84" fmla="*/ 49530 w 81915"/>
                                <a:gd name="connsiteY84" fmla="*/ 44767 h 75247"/>
                                <a:gd name="connsiteX85" fmla="*/ 50482 w 81915"/>
                                <a:gd name="connsiteY85" fmla="*/ 48577 h 75247"/>
                                <a:gd name="connsiteX86" fmla="*/ 50482 w 81915"/>
                                <a:gd name="connsiteY86" fmla="*/ 50483 h 75247"/>
                                <a:gd name="connsiteX87" fmla="*/ 50482 w 81915"/>
                                <a:gd name="connsiteY87" fmla="*/ 52388 h 75247"/>
                                <a:gd name="connsiteX88" fmla="*/ 50482 w 81915"/>
                                <a:gd name="connsiteY88" fmla="*/ 54292 h 75247"/>
                                <a:gd name="connsiteX89" fmla="*/ 50482 w 81915"/>
                                <a:gd name="connsiteY89" fmla="*/ 56197 h 75247"/>
                                <a:gd name="connsiteX90" fmla="*/ 51435 w 81915"/>
                                <a:gd name="connsiteY90" fmla="*/ 60008 h 75247"/>
                                <a:gd name="connsiteX91" fmla="*/ 51435 w 81915"/>
                                <a:gd name="connsiteY91" fmla="*/ 63817 h 75247"/>
                                <a:gd name="connsiteX92" fmla="*/ 51435 w 81915"/>
                                <a:gd name="connsiteY92" fmla="*/ 65722 h 75247"/>
                                <a:gd name="connsiteX93" fmla="*/ 51435 w 81915"/>
                                <a:gd name="connsiteY93" fmla="*/ 67627 h 75247"/>
                                <a:gd name="connsiteX94" fmla="*/ 51435 w 81915"/>
                                <a:gd name="connsiteY94" fmla="*/ 68580 h 75247"/>
                                <a:gd name="connsiteX95" fmla="*/ 51435 w 81915"/>
                                <a:gd name="connsiteY95" fmla="*/ 69533 h 75247"/>
                                <a:gd name="connsiteX96" fmla="*/ 51435 w 81915"/>
                                <a:gd name="connsiteY96" fmla="*/ 69533 h 75247"/>
                                <a:gd name="connsiteX97" fmla="*/ 51435 w 81915"/>
                                <a:gd name="connsiteY97" fmla="*/ 67627 h 75247"/>
                                <a:gd name="connsiteX98" fmla="*/ 51435 w 81915"/>
                                <a:gd name="connsiteY98" fmla="*/ 65722 h 75247"/>
                                <a:gd name="connsiteX99" fmla="*/ 51435 w 81915"/>
                                <a:gd name="connsiteY99" fmla="*/ 63817 h 75247"/>
                                <a:gd name="connsiteX100" fmla="*/ 50482 w 81915"/>
                                <a:gd name="connsiteY100" fmla="*/ 60008 h 75247"/>
                                <a:gd name="connsiteX101" fmla="*/ 49530 w 81915"/>
                                <a:gd name="connsiteY101" fmla="*/ 56197 h 75247"/>
                                <a:gd name="connsiteX102" fmla="*/ 49530 w 81915"/>
                                <a:gd name="connsiteY102" fmla="*/ 55245 h 75247"/>
                                <a:gd name="connsiteX103" fmla="*/ 49530 w 81915"/>
                                <a:gd name="connsiteY103" fmla="*/ 54292 h 75247"/>
                                <a:gd name="connsiteX104" fmla="*/ 49530 w 81915"/>
                                <a:gd name="connsiteY104" fmla="*/ 52388 h 75247"/>
                                <a:gd name="connsiteX105" fmla="*/ 49530 w 81915"/>
                                <a:gd name="connsiteY105" fmla="*/ 50483 h 75247"/>
                                <a:gd name="connsiteX106" fmla="*/ 48578 w 81915"/>
                                <a:gd name="connsiteY106" fmla="*/ 48577 h 75247"/>
                                <a:gd name="connsiteX107" fmla="*/ 47625 w 81915"/>
                                <a:gd name="connsiteY107" fmla="*/ 45720 h 75247"/>
                                <a:gd name="connsiteX108" fmla="*/ 46672 w 81915"/>
                                <a:gd name="connsiteY108" fmla="*/ 42863 h 75247"/>
                                <a:gd name="connsiteX109" fmla="*/ 45720 w 81915"/>
                                <a:gd name="connsiteY109" fmla="*/ 40005 h 75247"/>
                                <a:gd name="connsiteX110" fmla="*/ 43815 w 81915"/>
                                <a:gd name="connsiteY110" fmla="*/ 43815 h 75247"/>
                                <a:gd name="connsiteX111" fmla="*/ 40957 w 81915"/>
                                <a:gd name="connsiteY111" fmla="*/ 50483 h 75247"/>
                                <a:gd name="connsiteX112" fmla="*/ 40005 w 81915"/>
                                <a:gd name="connsiteY112" fmla="*/ 54292 h 75247"/>
                                <a:gd name="connsiteX113" fmla="*/ 39053 w 81915"/>
                                <a:gd name="connsiteY113" fmla="*/ 58102 h 75247"/>
                                <a:gd name="connsiteX114" fmla="*/ 38100 w 81915"/>
                                <a:gd name="connsiteY114" fmla="*/ 64770 h 75247"/>
                                <a:gd name="connsiteX115" fmla="*/ 38100 w 81915"/>
                                <a:gd name="connsiteY115" fmla="*/ 67627 h 75247"/>
                                <a:gd name="connsiteX116" fmla="*/ 38100 w 81915"/>
                                <a:gd name="connsiteY116" fmla="*/ 70485 h 75247"/>
                                <a:gd name="connsiteX117" fmla="*/ 38100 w 81915"/>
                                <a:gd name="connsiteY117" fmla="*/ 70485 h 75247"/>
                                <a:gd name="connsiteX118" fmla="*/ 38100 w 81915"/>
                                <a:gd name="connsiteY118" fmla="*/ 70485 h 75247"/>
                                <a:gd name="connsiteX119" fmla="*/ 38100 w 81915"/>
                                <a:gd name="connsiteY119" fmla="*/ 67627 h 75247"/>
                                <a:gd name="connsiteX120" fmla="*/ 38100 w 81915"/>
                                <a:gd name="connsiteY120" fmla="*/ 64770 h 75247"/>
                                <a:gd name="connsiteX121" fmla="*/ 39053 w 81915"/>
                                <a:gd name="connsiteY121" fmla="*/ 58102 h 75247"/>
                                <a:gd name="connsiteX122" fmla="*/ 39053 w 81915"/>
                                <a:gd name="connsiteY122" fmla="*/ 56197 h 75247"/>
                                <a:gd name="connsiteX123" fmla="*/ 39053 w 81915"/>
                                <a:gd name="connsiteY123" fmla="*/ 54292 h 75247"/>
                                <a:gd name="connsiteX124" fmla="*/ 39053 w 81915"/>
                                <a:gd name="connsiteY124" fmla="*/ 52388 h 75247"/>
                                <a:gd name="connsiteX125" fmla="*/ 39053 w 81915"/>
                                <a:gd name="connsiteY125" fmla="*/ 50483 h 75247"/>
                                <a:gd name="connsiteX126" fmla="*/ 40957 w 81915"/>
                                <a:gd name="connsiteY126" fmla="*/ 43815 h 75247"/>
                                <a:gd name="connsiteX127" fmla="*/ 43815 w 81915"/>
                                <a:gd name="connsiteY127" fmla="*/ 37147 h 75247"/>
                                <a:gd name="connsiteX128" fmla="*/ 45720 w 81915"/>
                                <a:gd name="connsiteY128" fmla="*/ 32385 h 75247"/>
                                <a:gd name="connsiteX129" fmla="*/ 44767 w 81915"/>
                                <a:gd name="connsiteY129" fmla="*/ 33338 h 75247"/>
                                <a:gd name="connsiteX130" fmla="*/ 41910 w 81915"/>
                                <a:gd name="connsiteY130" fmla="*/ 36195 h 75247"/>
                                <a:gd name="connsiteX131" fmla="*/ 33338 w 81915"/>
                                <a:gd name="connsiteY131" fmla="*/ 41910 h 75247"/>
                                <a:gd name="connsiteX132" fmla="*/ 28575 w 81915"/>
                                <a:gd name="connsiteY132" fmla="*/ 44767 h 75247"/>
                                <a:gd name="connsiteX133" fmla="*/ 23813 w 81915"/>
                                <a:gd name="connsiteY133" fmla="*/ 48577 h 75247"/>
                                <a:gd name="connsiteX134" fmla="*/ 20003 w 81915"/>
                                <a:gd name="connsiteY134" fmla="*/ 53340 h 75247"/>
                                <a:gd name="connsiteX135" fmla="*/ 17145 w 81915"/>
                                <a:gd name="connsiteY135" fmla="*/ 59055 h 75247"/>
                                <a:gd name="connsiteX136" fmla="*/ 16192 w 81915"/>
                                <a:gd name="connsiteY136" fmla="*/ 62865 h 75247"/>
                                <a:gd name="connsiteX137" fmla="*/ 15240 w 81915"/>
                                <a:gd name="connsiteY137" fmla="*/ 66675 h 75247"/>
                                <a:gd name="connsiteX138" fmla="*/ 15240 w 81915"/>
                                <a:gd name="connsiteY138" fmla="*/ 68580 h 75247"/>
                                <a:gd name="connsiteX139" fmla="*/ 15240 w 81915"/>
                                <a:gd name="connsiteY139" fmla="*/ 70485 h 75247"/>
                                <a:gd name="connsiteX140" fmla="*/ 15240 w 81915"/>
                                <a:gd name="connsiteY140" fmla="*/ 74295 h 75247"/>
                                <a:gd name="connsiteX141" fmla="*/ 15240 w 81915"/>
                                <a:gd name="connsiteY141" fmla="*/ 75247 h 75247"/>
                                <a:gd name="connsiteX142" fmla="*/ 15240 w 81915"/>
                                <a:gd name="connsiteY142" fmla="*/ 75247 h 75247"/>
                                <a:gd name="connsiteX143" fmla="*/ 15240 w 81915"/>
                                <a:gd name="connsiteY143" fmla="*/ 74295 h 75247"/>
                                <a:gd name="connsiteX144" fmla="*/ 16192 w 81915"/>
                                <a:gd name="connsiteY144" fmla="*/ 66675 h 75247"/>
                                <a:gd name="connsiteX145" fmla="*/ 18097 w 81915"/>
                                <a:gd name="connsiteY145" fmla="*/ 60008 h 75247"/>
                                <a:gd name="connsiteX146" fmla="*/ 20955 w 81915"/>
                                <a:gd name="connsiteY146" fmla="*/ 53340 h 75247"/>
                                <a:gd name="connsiteX147" fmla="*/ 24765 w 81915"/>
                                <a:gd name="connsiteY147" fmla="*/ 48577 h 75247"/>
                                <a:gd name="connsiteX148" fmla="*/ 29528 w 81915"/>
                                <a:gd name="connsiteY148" fmla="*/ 44767 h 75247"/>
                                <a:gd name="connsiteX149" fmla="*/ 34290 w 81915"/>
                                <a:gd name="connsiteY149" fmla="*/ 41910 h 75247"/>
                                <a:gd name="connsiteX150" fmla="*/ 42863 w 81915"/>
                                <a:gd name="connsiteY150" fmla="*/ 36195 h 75247"/>
                                <a:gd name="connsiteX151" fmla="*/ 45720 w 81915"/>
                                <a:gd name="connsiteY151" fmla="*/ 33338 h 75247"/>
                                <a:gd name="connsiteX152" fmla="*/ 47625 w 81915"/>
                                <a:gd name="connsiteY152" fmla="*/ 31433 h 75247"/>
                                <a:gd name="connsiteX153" fmla="*/ 48578 w 81915"/>
                                <a:gd name="connsiteY153" fmla="*/ 30480 h 75247"/>
                                <a:gd name="connsiteX154" fmla="*/ 50482 w 81915"/>
                                <a:gd name="connsiteY154" fmla="*/ 25717 h 75247"/>
                                <a:gd name="connsiteX155" fmla="*/ 51435 w 81915"/>
                                <a:gd name="connsiteY155" fmla="*/ 22860 h 75247"/>
                                <a:gd name="connsiteX156" fmla="*/ 52388 w 81915"/>
                                <a:gd name="connsiteY156" fmla="*/ 20002 h 75247"/>
                                <a:gd name="connsiteX157" fmla="*/ 54292 w 81915"/>
                                <a:gd name="connsiteY157" fmla="*/ 14288 h 75247"/>
                                <a:gd name="connsiteX158" fmla="*/ 54292 w 81915"/>
                                <a:gd name="connsiteY158" fmla="*/ 13335 h 75247"/>
                                <a:gd name="connsiteX159" fmla="*/ 53340 w 81915"/>
                                <a:gd name="connsiteY159" fmla="*/ 13335 h 75247"/>
                                <a:gd name="connsiteX160" fmla="*/ 49530 w 81915"/>
                                <a:gd name="connsiteY160" fmla="*/ 14288 h 75247"/>
                                <a:gd name="connsiteX161" fmla="*/ 47625 w 81915"/>
                                <a:gd name="connsiteY161" fmla="*/ 15240 h 75247"/>
                                <a:gd name="connsiteX162" fmla="*/ 45720 w 81915"/>
                                <a:gd name="connsiteY162" fmla="*/ 16192 h 75247"/>
                                <a:gd name="connsiteX163" fmla="*/ 40005 w 81915"/>
                                <a:gd name="connsiteY163" fmla="*/ 18097 h 75247"/>
                                <a:gd name="connsiteX164" fmla="*/ 34290 w 81915"/>
                                <a:gd name="connsiteY164" fmla="*/ 20002 h 75247"/>
                                <a:gd name="connsiteX165" fmla="*/ 27622 w 81915"/>
                                <a:gd name="connsiteY165" fmla="*/ 22860 h 75247"/>
                                <a:gd name="connsiteX166" fmla="*/ 20955 w 81915"/>
                                <a:gd name="connsiteY166" fmla="*/ 26670 h 75247"/>
                                <a:gd name="connsiteX167" fmla="*/ 15240 w 81915"/>
                                <a:gd name="connsiteY167" fmla="*/ 30480 h 75247"/>
                                <a:gd name="connsiteX168" fmla="*/ 9525 w 81915"/>
                                <a:gd name="connsiteY168" fmla="*/ 35242 h 75247"/>
                                <a:gd name="connsiteX169" fmla="*/ 7620 w 81915"/>
                                <a:gd name="connsiteY169" fmla="*/ 38100 h 75247"/>
                                <a:gd name="connsiteX170" fmla="*/ 5715 w 81915"/>
                                <a:gd name="connsiteY170" fmla="*/ 40958 h 75247"/>
                                <a:gd name="connsiteX171" fmla="*/ 3810 w 81915"/>
                                <a:gd name="connsiteY171" fmla="*/ 43815 h 75247"/>
                                <a:gd name="connsiteX172" fmla="*/ 1905 w 81915"/>
                                <a:gd name="connsiteY172" fmla="*/ 47625 h 75247"/>
                                <a:gd name="connsiteX173" fmla="*/ 953 w 81915"/>
                                <a:gd name="connsiteY173" fmla="*/ 51435 h 75247"/>
                                <a:gd name="connsiteX174" fmla="*/ 0 w 81915"/>
                                <a:gd name="connsiteY174" fmla="*/ 53340 h 75247"/>
                                <a:gd name="connsiteX175" fmla="*/ 0 w 81915"/>
                                <a:gd name="connsiteY175" fmla="*/ 52388 h 75247"/>
                                <a:gd name="connsiteX176" fmla="*/ 0 w 81915"/>
                                <a:gd name="connsiteY176" fmla="*/ 50483 h 75247"/>
                                <a:gd name="connsiteX177" fmla="*/ 953 w 81915"/>
                                <a:gd name="connsiteY177" fmla="*/ 46672 h 75247"/>
                                <a:gd name="connsiteX178" fmla="*/ 1905 w 81915"/>
                                <a:gd name="connsiteY178" fmla="*/ 42863 h 75247"/>
                                <a:gd name="connsiteX179" fmla="*/ 3810 w 81915"/>
                                <a:gd name="connsiteY179" fmla="*/ 40005 h 75247"/>
                                <a:gd name="connsiteX180" fmla="*/ 5715 w 81915"/>
                                <a:gd name="connsiteY180" fmla="*/ 37147 h 75247"/>
                                <a:gd name="connsiteX181" fmla="*/ 7620 w 81915"/>
                                <a:gd name="connsiteY181" fmla="*/ 34290 h 75247"/>
                                <a:gd name="connsiteX182" fmla="*/ 13335 w 81915"/>
                                <a:gd name="connsiteY182" fmla="*/ 28575 h 75247"/>
                                <a:gd name="connsiteX183" fmla="*/ 19050 w 81915"/>
                                <a:gd name="connsiteY183" fmla="*/ 23813 h 75247"/>
                                <a:gd name="connsiteX184" fmla="*/ 25717 w 81915"/>
                                <a:gd name="connsiteY184" fmla="*/ 20002 h 75247"/>
                                <a:gd name="connsiteX185" fmla="*/ 32385 w 81915"/>
                                <a:gd name="connsiteY185" fmla="*/ 17145 h 75247"/>
                                <a:gd name="connsiteX186" fmla="*/ 38100 w 81915"/>
                                <a:gd name="connsiteY186" fmla="*/ 14288 h 75247"/>
                                <a:gd name="connsiteX187" fmla="*/ 42863 w 81915"/>
                                <a:gd name="connsiteY187" fmla="*/ 12383 h 75247"/>
                                <a:gd name="connsiteX188" fmla="*/ 44767 w 81915"/>
                                <a:gd name="connsiteY188" fmla="*/ 11430 h 75247"/>
                                <a:gd name="connsiteX189" fmla="*/ 46672 w 81915"/>
                                <a:gd name="connsiteY189" fmla="*/ 10477 h 75247"/>
                                <a:gd name="connsiteX190" fmla="*/ 50482 w 81915"/>
                                <a:gd name="connsiteY190" fmla="*/ 9525 h 75247"/>
                                <a:gd name="connsiteX191" fmla="*/ 52388 w 81915"/>
                                <a:gd name="connsiteY191" fmla="*/ 8572 h 75247"/>
                                <a:gd name="connsiteX192" fmla="*/ 52388 w 81915"/>
                                <a:gd name="connsiteY192" fmla="*/ 8572 h 75247"/>
                                <a:gd name="connsiteX193" fmla="*/ 53340 w 81915"/>
                                <a:gd name="connsiteY193" fmla="*/ 6667 h 75247"/>
                                <a:gd name="connsiteX194" fmla="*/ 54292 w 81915"/>
                                <a:gd name="connsiteY194" fmla="*/ 2858 h 75247"/>
                                <a:gd name="connsiteX195" fmla="*/ 55245 w 81915"/>
                                <a:gd name="connsiteY195" fmla="*/ 0 h 75247"/>
                                <a:gd name="connsiteX196" fmla="*/ 58103 w 81915"/>
                                <a:gd name="connsiteY196" fmla="*/ 1905 h 75247"/>
                                <a:gd name="connsiteX197" fmla="*/ 59055 w 81915"/>
                                <a:gd name="connsiteY197" fmla="*/ 5715 h 75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81915" h="75247">
                                  <a:moveTo>
                                    <a:pt x="59055" y="5715"/>
                                  </a:moveTo>
                                  <a:cubicBezTo>
                                    <a:pt x="59055" y="5715"/>
                                    <a:pt x="59055" y="6667"/>
                                    <a:pt x="59055" y="5715"/>
                                  </a:cubicBezTo>
                                  <a:cubicBezTo>
                                    <a:pt x="59055" y="6667"/>
                                    <a:pt x="60007" y="7620"/>
                                    <a:pt x="60960" y="8572"/>
                                  </a:cubicBezTo>
                                  <a:cubicBezTo>
                                    <a:pt x="61913" y="10477"/>
                                    <a:pt x="62865" y="12383"/>
                                    <a:pt x="64770" y="14288"/>
                                  </a:cubicBezTo>
                                  <a:cubicBezTo>
                                    <a:pt x="66675" y="16192"/>
                                    <a:pt x="68580" y="19050"/>
                                    <a:pt x="70485" y="21908"/>
                                  </a:cubicBezTo>
                                  <a:cubicBezTo>
                                    <a:pt x="71438" y="22860"/>
                                    <a:pt x="71438" y="22860"/>
                                    <a:pt x="72390" y="23813"/>
                                  </a:cubicBezTo>
                                  <a:cubicBezTo>
                                    <a:pt x="72390" y="23813"/>
                                    <a:pt x="73342" y="24765"/>
                                    <a:pt x="73342" y="24765"/>
                                  </a:cubicBezTo>
                                  <a:lnTo>
                                    <a:pt x="73342" y="24765"/>
                                  </a:lnTo>
                                  <a:lnTo>
                                    <a:pt x="73342" y="24765"/>
                                  </a:lnTo>
                                  <a:lnTo>
                                    <a:pt x="73342" y="25717"/>
                                  </a:lnTo>
                                  <a:cubicBezTo>
                                    <a:pt x="74295" y="27622"/>
                                    <a:pt x="75247" y="28575"/>
                                    <a:pt x="76200" y="30480"/>
                                  </a:cubicBezTo>
                                  <a:cubicBezTo>
                                    <a:pt x="76200" y="31433"/>
                                    <a:pt x="77153" y="32385"/>
                                    <a:pt x="77153" y="32385"/>
                                  </a:cubicBezTo>
                                  <a:cubicBezTo>
                                    <a:pt x="77153" y="33338"/>
                                    <a:pt x="78105" y="34290"/>
                                    <a:pt x="78105" y="34290"/>
                                  </a:cubicBezTo>
                                  <a:cubicBezTo>
                                    <a:pt x="78105" y="34290"/>
                                    <a:pt x="78105" y="35242"/>
                                    <a:pt x="79057" y="35242"/>
                                  </a:cubicBezTo>
                                  <a:cubicBezTo>
                                    <a:pt x="79057" y="35242"/>
                                    <a:pt x="79057" y="36195"/>
                                    <a:pt x="79057" y="36195"/>
                                  </a:cubicBezTo>
                                  <a:cubicBezTo>
                                    <a:pt x="79057" y="37147"/>
                                    <a:pt x="80010" y="37147"/>
                                    <a:pt x="80010" y="38100"/>
                                  </a:cubicBezTo>
                                  <a:cubicBezTo>
                                    <a:pt x="80010" y="39052"/>
                                    <a:pt x="80963" y="40005"/>
                                    <a:pt x="80963" y="40958"/>
                                  </a:cubicBezTo>
                                  <a:cubicBezTo>
                                    <a:pt x="80963" y="41910"/>
                                    <a:pt x="80963" y="42863"/>
                                    <a:pt x="81915" y="43815"/>
                                  </a:cubicBezTo>
                                  <a:cubicBezTo>
                                    <a:pt x="81915" y="44767"/>
                                    <a:pt x="81915" y="44767"/>
                                    <a:pt x="81915" y="45720"/>
                                  </a:cubicBezTo>
                                  <a:cubicBezTo>
                                    <a:pt x="81915" y="45720"/>
                                    <a:pt x="81915" y="46672"/>
                                    <a:pt x="81915" y="46672"/>
                                  </a:cubicBezTo>
                                  <a:cubicBezTo>
                                    <a:pt x="81915" y="46672"/>
                                    <a:pt x="81915" y="46672"/>
                                    <a:pt x="81915" y="46672"/>
                                  </a:cubicBezTo>
                                  <a:lnTo>
                                    <a:pt x="81915" y="46672"/>
                                  </a:lnTo>
                                  <a:cubicBezTo>
                                    <a:pt x="81915" y="46672"/>
                                    <a:pt x="81915" y="46672"/>
                                    <a:pt x="81915" y="46672"/>
                                  </a:cubicBezTo>
                                  <a:cubicBezTo>
                                    <a:pt x="81915" y="46672"/>
                                    <a:pt x="81915" y="45720"/>
                                    <a:pt x="81915" y="45720"/>
                                  </a:cubicBezTo>
                                  <a:cubicBezTo>
                                    <a:pt x="81915" y="45720"/>
                                    <a:pt x="81915" y="44767"/>
                                    <a:pt x="81915" y="43815"/>
                                  </a:cubicBezTo>
                                  <a:cubicBezTo>
                                    <a:pt x="81915" y="42863"/>
                                    <a:pt x="80963" y="41910"/>
                                    <a:pt x="80963" y="40958"/>
                                  </a:cubicBezTo>
                                  <a:cubicBezTo>
                                    <a:pt x="80963" y="40005"/>
                                    <a:pt x="80010" y="39052"/>
                                    <a:pt x="80010" y="38100"/>
                                  </a:cubicBezTo>
                                  <a:cubicBezTo>
                                    <a:pt x="80010" y="37147"/>
                                    <a:pt x="79057" y="37147"/>
                                    <a:pt x="79057" y="36195"/>
                                  </a:cubicBezTo>
                                  <a:cubicBezTo>
                                    <a:pt x="79057" y="36195"/>
                                    <a:pt x="79057" y="35242"/>
                                    <a:pt x="79057" y="35242"/>
                                  </a:cubicBezTo>
                                  <a:cubicBezTo>
                                    <a:pt x="79057" y="35242"/>
                                    <a:pt x="79057" y="34290"/>
                                    <a:pt x="78105" y="34290"/>
                                  </a:cubicBezTo>
                                  <a:cubicBezTo>
                                    <a:pt x="78105" y="33338"/>
                                    <a:pt x="77153" y="33338"/>
                                    <a:pt x="77153" y="32385"/>
                                  </a:cubicBezTo>
                                  <a:cubicBezTo>
                                    <a:pt x="77153" y="31433"/>
                                    <a:pt x="76200" y="31433"/>
                                    <a:pt x="76200" y="30480"/>
                                  </a:cubicBezTo>
                                  <a:cubicBezTo>
                                    <a:pt x="75247" y="28575"/>
                                    <a:pt x="74295" y="27622"/>
                                    <a:pt x="73342" y="25717"/>
                                  </a:cubicBezTo>
                                  <a:lnTo>
                                    <a:pt x="73342" y="24765"/>
                                  </a:lnTo>
                                  <a:lnTo>
                                    <a:pt x="73342" y="24765"/>
                                  </a:lnTo>
                                  <a:lnTo>
                                    <a:pt x="73342" y="24765"/>
                                  </a:lnTo>
                                  <a:cubicBezTo>
                                    <a:pt x="73342" y="24765"/>
                                    <a:pt x="72390" y="23813"/>
                                    <a:pt x="72390" y="23813"/>
                                  </a:cubicBezTo>
                                  <a:cubicBezTo>
                                    <a:pt x="71438" y="22860"/>
                                    <a:pt x="71438" y="22860"/>
                                    <a:pt x="70485" y="21908"/>
                                  </a:cubicBezTo>
                                  <a:cubicBezTo>
                                    <a:pt x="68580" y="19050"/>
                                    <a:pt x="65722" y="16192"/>
                                    <a:pt x="63817" y="14288"/>
                                  </a:cubicBezTo>
                                  <a:cubicBezTo>
                                    <a:pt x="60960" y="11430"/>
                                    <a:pt x="59055" y="8572"/>
                                    <a:pt x="58103" y="6667"/>
                                  </a:cubicBezTo>
                                  <a:cubicBezTo>
                                    <a:pt x="58103" y="6667"/>
                                    <a:pt x="58103" y="7620"/>
                                    <a:pt x="58103" y="7620"/>
                                  </a:cubicBezTo>
                                  <a:cubicBezTo>
                                    <a:pt x="58103" y="8572"/>
                                    <a:pt x="58103" y="8572"/>
                                    <a:pt x="57150" y="9525"/>
                                  </a:cubicBezTo>
                                  <a:cubicBezTo>
                                    <a:pt x="57150" y="10477"/>
                                    <a:pt x="56197" y="11430"/>
                                    <a:pt x="56197" y="12383"/>
                                  </a:cubicBezTo>
                                  <a:cubicBezTo>
                                    <a:pt x="55245" y="14288"/>
                                    <a:pt x="55245" y="16192"/>
                                    <a:pt x="54292" y="18097"/>
                                  </a:cubicBezTo>
                                  <a:cubicBezTo>
                                    <a:pt x="54292" y="18097"/>
                                    <a:pt x="54292" y="19050"/>
                                    <a:pt x="54292" y="19050"/>
                                  </a:cubicBezTo>
                                  <a:cubicBezTo>
                                    <a:pt x="54292" y="19050"/>
                                    <a:pt x="54292" y="19050"/>
                                    <a:pt x="54292" y="19050"/>
                                  </a:cubicBezTo>
                                  <a:cubicBezTo>
                                    <a:pt x="54292" y="20002"/>
                                    <a:pt x="54292" y="20955"/>
                                    <a:pt x="54292" y="21908"/>
                                  </a:cubicBezTo>
                                  <a:cubicBezTo>
                                    <a:pt x="54292" y="22860"/>
                                    <a:pt x="55245" y="24765"/>
                                    <a:pt x="55245" y="25717"/>
                                  </a:cubicBezTo>
                                  <a:cubicBezTo>
                                    <a:pt x="56197" y="28575"/>
                                    <a:pt x="58103" y="31433"/>
                                    <a:pt x="59055" y="34290"/>
                                  </a:cubicBezTo>
                                  <a:cubicBezTo>
                                    <a:pt x="60007" y="36195"/>
                                    <a:pt x="60960" y="37147"/>
                                    <a:pt x="61913" y="39052"/>
                                  </a:cubicBezTo>
                                  <a:cubicBezTo>
                                    <a:pt x="61913" y="40005"/>
                                    <a:pt x="62865" y="40958"/>
                                    <a:pt x="62865" y="40958"/>
                                  </a:cubicBezTo>
                                  <a:cubicBezTo>
                                    <a:pt x="62865" y="41910"/>
                                    <a:pt x="63817" y="42863"/>
                                    <a:pt x="63817" y="42863"/>
                                  </a:cubicBezTo>
                                  <a:cubicBezTo>
                                    <a:pt x="64770" y="44767"/>
                                    <a:pt x="64770" y="45720"/>
                                    <a:pt x="65722" y="46672"/>
                                  </a:cubicBezTo>
                                  <a:cubicBezTo>
                                    <a:pt x="65722" y="47625"/>
                                    <a:pt x="65722" y="47625"/>
                                    <a:pt x="66675" y="48577"/>
                                  </a:cubicBezTo>
                                  <a:cubicBezTo>
                                    <a:pt x="66675" y="49530"/>
                                    <a:pt x="66675" y="49530"/>
                                    <a:pt x="66675" y="50483"/>
                                  </a:cubicBezTo>
                                  <a:cubicBezTo>
                                    <a:pt x="66675" y="52388"/>
                                    <a:pt x="66675" y="53340"/>
                                    <a:pt x="66675" y="54292"/>
                                  </a:cubicBezTo>
                                  <a:cubicBezTo>
                                    <a:pt x="66675" y="54292"/>
                                    <a:pt x="66675" y="54292"/>
                                    <a:pt x="66675" y="54292"/>
                                  </a:cubicBezTo>
                                  <a:cubicBezTo>
                                    <a:pt x="66675" y="54292"/>
                                    <a:pt x="66675" y="54292"/>
                                    <a:pt x="66675" y="54292"/>
                                  </a:cubicBezTo>
                                  <a:cubicBezTo>
                                    <a:pt x="66675" y="54292"/>
                                    <a:pt x="66675" y="54292"/>
                                    <a:pt x="66675" y="54292"/>
                                  </a:cubicBezTo>
                                  <a:cubicBezTo>
                                    <a:pt x="66675" y="54292"/>
                                    <a:pt x="66675" y="54292"/>
                                    <a:pt x="66675" y="54292"/>
                                  </a:cubicBezTo>
                                  <a:cubicBezTo>
                                    <a:pt x="66675" y="54292"/>
                                    <a:pt x="66675" y="54292"/>
                                    <a:pt x="66675" y="54292"/>
                                  </a:cubicBezTo>
                                  <a:cubicBezTo>
                                    <a:pt x="66675" y="54292"/>
                                    <a:pt x="66675" y="55245"/>
                                    <a:pt x="65722" y="55245"/>
                                  </a:cubicBezTo>
                                  <a:cubicBezTo>
                                    <a:pt x="65722" y="55245"/>
                                    <a:pt x="65722" y="55245"/>
                                    <a:pt x="66675" y="54292"/>
                                  </a:cubicBezTo>
                                  <a:cubicBezTo>
                                    <a:pt x="66675" y="54292"/>
                                    <a:pt x="66675" y="54292"/>
                                    <a:pt x="66675" y="54292"/>
                                  </a:cubicBezTo>
                                  <a:cubicBezTo>
                                    <a:pt x="66675" y="54292"/>
                                    <a:pt x="66675" y="54292"/>
                                    <a:pt x="66675" y="54292"/>
                                  </a:cubicBezTo>
                                  <a:cubicBezTo>
                                    <a:pt x="66675" y="54292"/>
                                    <a:pt x="66675" y="54292"/>
                                    <a:pt x="66675" y="54292"/>
                                  </a:cubicBezTo>
                                  <a:cubicBezTo>
                                    <a:pt x="66675" y="54292"/>
                                    <a:pt x="66675" y="54292"/>
                                    <a:pt x="66675" y="54292"/>
                                  </a:cubicBezTo>
                                  <a:cubicBezTo>
                                    <a:pt x="66675" y="54292"/>
                                    <a:pt x="66675" y="54292"/>
                                    <a:pt x="66675" y="54292"/>
                                  </a:cubicBezTo>
                                  <a:cubicBezTo>
                                    <a:pt x="66675" y="53340"/>
                                    <a:pt x="66675" y="52388"/>
                                    <a:pt x="66675" y="50483"/>
                                  </a:cubicBezTo>
                                  <a:cubicBezTo>
                                    <a:pt x="66675" y="50483"/>
                                    <a:pt x="66675" y="49530"/>
                                    <a:pt x="66675" y="48577"/>
                                  </a:cubicBezTo>
                                  <a:cubicBezTo>
                                    <a:pt x="66675" y="47625"/>
                                    <a:pt x="66675" y="47625"/>
                                    <a:pt x="65722" y="46672"/>
                                  </a:cubicBezTo>
                                  <a:cubicBezTo>
                                    <a:pt x="65722" y="45720"/>
                                    <a:pt x="64770" y="43815"/>
                                    <a:pt x="63817" y="42863"/>
                                  </a:cubicBezTo>
                                  <a:cubicBezTo>
                                    <a:pt x="63817" y="41910"/>
                                    <a:pt x="62865" y="41910"/>
                                    <a:pt x="62865" y="40958"/>
                                  </a:cubicBezTo>
                                  <a:cubicBezTo>
                                    <a:pt x="62865" y="40005"/>
                                    <a:pt x="61913" y="39052"/>
                                    <a:pt x="61913" y="39052"/>
                                  </a:cubicBezTo>
                                  <a:cubicBezTo>
                                    <a:pt x="60960" y="37147"/>
                                    <a:pt x="60007" y="36195"/>
                                    <a:pt x="59055" y="34290"/>
                                  </a:cubicBezTo>
                                  <a:cubicBezTo>
                                    <a:pt x="57150" y="31433"/>
                                    <a:pt x="55245" y="28575"/>
                                    <a:pt x="54292" y="24765"/>
                                  </a:cubicBezTo>
                                  <a:cubicBezTo>
                                    <a:pt x="53340" y="23813"/>
                                    <a:pt x="53340" y="21908"/>
                                    <a:pt x="53340" y="20955"/>
                                  </a:cubicBezTo>
                                  <a:cubicBezTo>
                                    <a:pt x="53340" y="20955"/>
                                    <a:pt x="53340" y="20955"/>
                                    <a:pt x="53340" y="20955"/>
                                  </a:cubicBezTo>
                                  <a:cubicBezTo>
                                    <a:pt x="53340" y="21908"/>
                                    <a:pt x="52388" y="21908"/>
                                    <a:pt x="52388" y="22860"/>
                                  </a:cubicBezTo>
                                  <a:cubicBezTo>
                                    <a:pt x="51435" y="24765"/>
                                    <a:pt x="50482" y="27622"/>
                                    <a:pt x="49530" y="29527"/>
                                  </a:cubicBezTo>
                                  <a:cubicBezTo>
                                    <a:pt x="48578" y="31433"/>
                                    <a:pt x="47625" y="33338"/>
                                    <a:pt x="47625" y="35242"/>
                                  </a:cubicBezTo>
                                  <a:cubicBezTo>
                                    <a:pt x="47625" y="35242"/>
                                    <a:pt x="47625" y="35242"/>
                                    <a:pt x="47625" y="36195"/>
                                  </a:cubicBezTo>
                                  <a:cubicBezTo>
                                    <a:pt x="47625" y="36195"/>
                                    <a:pt x="47625" y="37147"/>
                                    <a:pt x="47625" y="37147"/>
                                  </a:cubicBezTo>
                                  <a:cubicBezTo>
                                    <a:pt x="47625" y="38100"/>
                                    <a:pt x="47625" y="40005"/>
                                    <a:pt x="48578" y="41910"/>
                                  </a:cubicBezTo>
                                  <a:cubicBezTo>
                                    <a:pt x="48578" y="42863"/>
                                    <a:pt x="49530" y="43815"/>
                                    <a:pt x="49530" y="44767"/>
                                  </a:cubicBezTo>
                                  <a:cubicBezTo>
                                    <a:pt x="49530" y="45720"/>
                                    <a:pt x="50482" y="46672"/>
                                    <a:pt x="50482" y="48577"/>
                                  </a:cubicBezTo>
                                  <a:cubicBezTo>
                                    <a:pt x="50482" y="49530"/>
                                    <a:pt x="50482" y="49530"/>
                                    <a:pt x="50482" y="50483"/>
                                  </a:cubicBezTo>
                                  <a:cubicBezTo>
                                    <a:pt x="50482" y="51435"/>
                                    <a:pt x="50482" y="51435"/>
                                    <a:pt x="50482" y="52388"/>
                                  </a:cubicBezTo>
                                  <a:cubicBezTo>
                                    <a:pt x="50482" y="53340"/>
                                    <a:pt x="50482" y="53340"/>
                                    <a:pt x="50482" y="54292"/>
                                  </a:cubicBezTo>
                                  <a:cubicBezTo>
                                    <a:pt x="50482" y="55245"/>
                                    <a:pt x="50482" y="55245"/>
                                    <a:pt x="50482" y="56197"/>
                                  </a:cubicBezTo>
                                  <a:cubicBezTo>
                                    <a:pt x="50482" y="57150"/>
                                    <a:pt x="50482" y="58102"/>
                                    <a:pt x="51435" y="60008"/>
                                  </a:cubicBezTo>
                                  <a:cubicBezTo>
                                    <a:pt x="51435" y="60960"/>
                                    <a:pt x="51435" y="61913"/>
                                    <a:pt x="51435" y="63817"/>
                                  </a:cubicBezTo>
                                  <a:cubicBezTo>
                                    <a:pt x="51435" y="64770"/>
                                    <a:pt x="51435" y="64770"/>
                                    <a:pt x="51435" y="65722"/>
                                  </a:cubicBezTo>
                                  <a:cubicBezTo>
                                    <a:pt x="51435" y="66675"/>
                                    <a:pt x="51435" y="66675"/>
                                    <a:pt x="51435" y="67627"/>
                                  </a:cubicBezTo>
                                  <a:cubicBezTo>
                                    <a:pt x="51435" y="67627"/>
                                    <a:pt x="51435" y="68580"/>
                                    <a:pt x="51435" y="68580"/>
                                  </a:cubicBezTo>
                                  <a:cubicBezTo>
                                    <a:pt x="51435" y="68580"/>
                                    <a:pt x="51435" y="69533"/>
                                    <a:pt x="51435" y="69533"/>
                                  </a:cubicBezTo>
                                  <a:cubicBezTo>
                                    <a:pt x="51435" y="69533"/>
                                    <a:pt x="51435" y="69533"/>
                                    <a:pt x="51435" y="69533"/>
                                  </a:cubicBezTo>
                                  <a:cubicBezTo>
                                    <a:pt x="51435" y="68580"/>
                                    <a:pt x="51435" y="68580"/>
                                    <a:pt x="51435" y="67627"/>
                                  </a:cubicBezTo>
                                  <a:cubicBezTo>
                                    <a:pt x="51435" y="66675"/>
                                    <a:pt x="51435" y="66675"/>
                                    <a:pt x="51435" y="65722"/>
                                  </a:cubicBezTo>
                                  <a:cubicBezTo>
                                    <a:pt x="51435" y="64770"/>
                                    <a:pt x="51435" y="64770"/>
                                    <a:pt x="51435" y="63817"/>
                                  </a:cubicBezTo>
                                  <a:cubicBezTo>
                                    <a:pt x="51435" y="62865"/>
                                    <a:pt x="51435" y="61913"/>
                                    <a:pt x="50482" y="60008"/>
                                  </a:cubicBezTo>
                                  <a:cubicBezTo>
                                    <a:pt x="50482" y="59055"/>
                                    <a:pt x="50482" y="58102"/>
                                    <a:pt x="49530" y="56197"/>
                                  </a:cubicBezTo>
                                  <a:lnTo>
                                    <a:pt x="49530" y="55245"/>
                                  </a:lnTo>
                                  <a:lnTo>
                                    <a:pt x="49530" y="54292"/>
                                  </a:lnTo>
                                  <a:cubicBezTo>
                                    <a:pt x="49530" y="53340"/>
                                    <a:pt x="49530" y="53340"/>
                                    <a:pt x="49530" y="52388"/>
                                  </a:cubicBezTo>
                                  <a:cubicBezTo>
                                    <a:pt x="49530" y="51435"/>
                                    <a:pt x="49530" y="51435"/>
                                    <a:pt x="49530" y="50483"/>
                                  </a:cubicBezTo>
                                  <a:cubicBezTo>
                                    <a:pt x="49530" y="49530"/>
                                    <a:pt x="49530" y="49530"/>
                                    <a:pt x="48578" y="48577"/>
                                  </a:cubicBezTo>
                                  <a:cubicBezTo>
                                    <a:pt x="48578" y="47625"/>
                                    <a:pt x="47625" y="46672"/>
                                    <a:pt x="47625" y="45720"/>
                                  </a:cubicBezTo>
                                  <a:cubicBezTo>
                                    <a:pt x="47625" y="44767"/>
                                    <a:pt x="46672" y="43815"/>
                                    <a:pt x="46672" y="42863"/>
                                  </a:cubicBezTo>
                                  <a:cubicBezTo>
                                    <a:pt x="46672" y="41910"/>
                                    <a:pt x="45720" y="40958"/>
                                    <a:pt x="45720" y="40005"/>
                                  </a:cubicBezTo>
                                  <a:cubicBezTo>
                                    <a:pt x="44767" y="40958"/>
                                    <a:pt x="44767" y="42863"/>
                                    <a:pt x="43815" y="43815"/>
                                  </a:cubicBezTo>
                                  <a:cubicBezTo>
                                    <a:pt x="42863" y="45720"/>
                                    <a:pt x="41910" y="48577"/>
                                    <a:pt x="40957" y="50483"/>
                                  </a:cubicBezTo>
                                  <a:cubicBezTo>
                                    <a:pt x="40957" y="51435"/>
                                    <a:pt x="40005" y="52388"/>
                                    <a:pt x="40005" y="54292"/>
                                  </a:cubicBezTo>
                                  <a:cubicBezTo>
                                    <a:pt x="40005" y="55245"/>
                                    <a:pt x="39053" y="56197"/>
                                    <a:pt x="39053" y="58102"/>
                                  </a:cubicBezTo>
                                  <a:cubicBezTo>
                                    <a:pt x="38100" y="60008"/>
                                    <a:pt x="38100" y="62865"/>
                                    <a:pt x="38100" y="64770"/>
                                  </a:cubicBezTo>
                                  <a:cubicBezTo>
                                    <a:pt x="38100" y="65722"/>
                                    <a:pt x="38100" y="66675"/>
                                    <a:pt x="38100" y="67627"/>
                                  </a:cubicBezTo>
                                  <a:cubicBezTo>
                                    <a:pt x="38100" y="68580"/>
                                    <a:pt x="38100" y="69533"/>
                                    <a:pt x="38100" y="70485"/>
                                  </a:cubicBezTo>
                                  <a:cubicBezTo>
                                    <a:pt x="38100" y="70485"/>
                                    <a:pt x="38100" y="70485"/>
                                    <a:pt x="38100" y="70485"/>
                                  </a:cubicBezTo>
                                  <a:lnTo>
                                    <a:pt x="38100" y="70485"/>
                                  </a:lnTo>
                                  <a:cubicBezTo>
                                    <a:pt x="38100" y="69533"/>
                                    <a:pt x="38100" y="68580"/>
                                    <a:pt x="38100" y="67627"/>
                                  </a:cubicBezTo>
                                  <a:cubicBezTo>
                                    <a:pt x="38100" y="66675"/>
                                    <a:pt x="38100" y="65722"/>
                                    <a:pt x="38100" y="64770"/>
                                  </a:cubicBezTo>
                                  <a:cubicBezTo>
                                    <a:pt x="38100" y="62865"/>
                                    <a:pt x="38100" y="60008"/>
                                    <a:pt x="39053" y="58102"/>
                                  </a:cubicBezTo>
                                  <a:cubicBezTo>
                                    <a:pt x="39053" y="57150"/>
                                    <a:pt x="39053" y="57150"/>
                                    <a:pt x="39053" y="56197"/>
                                  </a:cubicBezTo>
                                  <a:cubicBezTo>
                                    <a:pt x="39053" y="55245"/>
                                    <a:pt x="39053" y="55245"/>
                                    <a:pt x="39053" y="54292"/>
                                  </a:cubicBezTo>
                                  <a:cubicBezTo>
                                    <a:pt x="39053" y="53340"/>
                                    <a:pt x="39053" y="53340"/>
                                    <a:pt x="39053" y="52388"/>
                                  </a:cubicBezTo>
                                  <a:cubicBezTo>
                                    <a:pt x="39053" y="51435"/>
                                    <a:pt x="39053" y="51435"/>
                                    <a:pt x="39053" y="50483"/>
                                  </a:cubicBezTo>
                                  <a:cubicBezTo>
                                    <a:pt x="40005" y="48577"/>
                                    <a:pt x="40957" y="45720"/>
                                    <a:pt x="40957" y="43815"/>
                                  </a:cubicBezTo>
                                  <a:cubicBezTo>
                                    <a:pt x="41910" y="41910"/>
                                    <a:pt x="42863" y="39052"/>
                                    <a:pt x="43815" y="37147"/>
                                  </a:cubicBezTo>
                                  <a:cubicBezTo>
                                    <a:pt x="44767" y="35242"/>
                                    <a:pt x="44767" y="33338"/>
                                    <a:pt x="45720" y="32385"/>
                                  </a:cubicBezTo>
                                  <a:cubicBezTo>
                                    <a:pt x="45720" y="32385"/>
                                    <a:pt x="45720" y="32385"/>
                                    <a:pt x="44767" y="33338"/>
                                  </a:cubicBezTo>
                                  <a:cubicBezTo>
                                    <a:pt x="43815" y="34290"/>
                                    <a:pt x="42863" y="35242"/>
                                    <a:pt x="41910" y="36195"/>
                                  </a:cubicBezTo>
                                  <a:cubicBezTo>
                                    <a:pt x="39053" y="38100"/>
                                    <a:pt x="36195" y="40005"/>
                                    <a:pt x="33338" y="41910"/>
                                  </a:cubicBezTo>
                                  <a:cubicBezTo>
                                    <a:pt x="31432" y="42863"/>
                                    <a:pt x="30480" y="43815"/>
                                    <a:pt x="28575" y="44767"/>
                                  </a:cubicBezTo>
                                  <a:cubicBezTo>
                                    <a:pt x="26670" y="45720"/>
                                    <a:pt x="25717" y="47625"/>
                                    <a:pt x="23813" y="48577"/>
                                  </a:cubicBezTo>
                                  <a:cubicBezTo>
                                    <a:pt x="21907" y="50483"/>
                                    <a:pt x="20955" y="51435"/>
                                    <a:pt x="20003" y="53340"/>
                                  </a:cubicBezTo>
                                  <a:cubicBezTo>
                                    <a:pt x="19050" y="55245"/>
                                    <a:pt x="17145" y="57150"/>
                                    <a:pt x="17145" y="59055"/>
                                  </a:cubicBezTo>
                                  <a:cubicBezTo>
                                    <a:pt x="17145" y="60008"/>
                                    <a:pt x="16192" y="60960"/>
                                    <a:pt x="16192" y="62865"/>
                                  </a:cubicBezTo>
                                  <a:cubicBezTo>
                                    <a:pt x="16192" y="63817"/>
                                    <a:pt x="15240" y="64770"/>
                                    <a:pt x="15240" y="66675"/>
                                  </a:cubicBezTo>
                                  <a:cubicBezTo>
                                    <a:pt x="15240" y="67627"/>
                                    <a:pt x="15240" y="67627"/>
                                    <a:pt x="15240" y="68580"/>
                                  </a:cubicBezTo>
                                  <a:cubicBezTo>
                                    <a:pt x="15240" y="69533"/>
                                    <a:pt x="15240" y="69533"/>
                                    <a:pt x="15240" y="70485"/>
                                  </a:cubicBezTo>
                                  <a:cubicBezTo>
                                    <a:pt x="15240" y="71438"/>
                                    <a:pt x="15240" y="73342"/>
                                    <a:pt x="15240" y="74295"/>
                                  </a:cubicBezTo>
                                  <a:cubicBezTo>
                                    <a:pt x="15240" y="74295"/>
                                    <a:pt x="15240" y="74295"/>
                                    <a:pt x="15240" y="75247"/>
                                  </a:cubicBezTo>
                                  <a:cubicBezTo>
                                    <a:pt x="15240" y="75247"/>
                                    <a:pt x="15240" y="75247"/>
                                    <a:pt x="15240" y="75247"/>
                                  </a:cubicBezTo>
                                  <a:lnTo>
                                    <a:pt x="15240" y="74295"/>
                                  </a:lnTo>
                                  <a:cubicBezTo>
                                    <a:pt x="15240" y="71438"/>
                                    <a:pt x="15240" y="69533"/>
                                    <a:pt x="16192" y="66675"/>
                                  </a:cubicBezTo>
                                  <a:cubicBezTo>
                                    <a:pt x="16192" y="63817"/>
                                    <a:pt x="17145" y="61913"/>
                                    <a:pt x="18097" y="60008"/>
                                  </a:cubicBezTo>
                                  <a:cubicBezTo>
                                    <a:pt x="19050" y="58102"/>
                                    <a:pt x="20003" y="56197"/>
                                    <a:pt x="20955" y="53340"/>
                                  </a:cubicBezTo>
                                  <a:cubicBezTo>
                                    <a:pt x="21907" y="51435"/>
                                    <a:pt x="23813" y="49530"/>
                                    <a:pt x="24765" y="48577"/>
                                  </a:cubicBezTo>
                                  <a:cubicBezTo>
                                    <a:pt x="26670" y="46672"/>
                                    <a:pt x="27622" y="45720"/>
                                    <a:pt x="29528" y="44767"/>
                                  </a:cubicBezTo>
                                  <a:cubicBezTo>
                                    <a:pt x="31432" y="43815"/>
                                    <a:pt x="32385" y="42863"/>
                                    <a:pt x="34290" y="41910"/>
                                  </a:cubicBezTo>
                                  <a:cubicBezTo>
                                    <a:pt x="37147" y="40005"/>
                                    <a:pt x="40005" y="38100"/>
                                    <a:pt x="42863" y="36195"/>
                                  </a:cubicBezTo>
                                  <a:cubicBezTo>
                                    <a:pt x="43815" y="35242"/>
                                    <a:pt x="44767" y="34290"/>
                                    <a:pt x="45720" y="33338"/>
                                  </a:cubicBezTo>
                                  <a:cubicBezTo>
                                    <a:pt x="46672" y="32385"/>
                                    <a:pt x="47625" y="31433"/>
                                    <a:pt x="47625" y="31433"/>
                                  </a:cubicBezTo>
                                  <a:cubicBezTo>
                                    <a:pt x="47625" y="30480"/>
                                    <a:pt x="48578" y="30480"/>
                                    <a:pt x="48578" y="30480"/>
                                  </a:cubicBezTo>
                                  <a:cubicBezTo>
                                    <a:pt x="49530" y="28575"/>
                                    <a:pt x="49530" y="27622"/>
                                    <a:pt x="50482" y="25717"/>
                                  </a:cubicBezTo>
                                  <a:cubicBezTo>
                                    <a:pt x="50482" y="24765"/>
                                    <a:pt x="51435" y="23813"/>
                                    <a:pt x="51435" y="22860"/>
                                  </a:cubicBezTo>
                                  <a:cubicBezTo>
                                    <a:pt x="51435" y="21908"/>
                                    <a:pt x="52388" y="20955"/>
                                    <a:pt x="52388" y="20002"/>
                                  </a:cubicBezTo>
                                  <a:cubicBezTo>
                                    <a:pt x="53340" y="18097"/>
                                    <a:pt x="53340" y="16192"/>
                                    <a:pt x="54292" y="14288"/>
                                  </a:cubicBezTo>
                                  <a:cubicBezTo>
                                    <a:pt x="54292" y="14288"/>
                                    <a:pt x="54292" y="14288"/>
                                    <a:pt x="54292" y="13335"/>
                                  </a:cubicBezTo>
                                  <a:cubicBezTo>
                                    <a:pt x="54292" y="13335"/>
                                    <a:pt x="54292" y="13335"/>
                                    <a:pt x="53340" y="13335"/>
                                  </a:cubicBezTo>
                                  <a:cubicBezTo>
                                    <a:pt x="52388" y="13335"/>
                                    <a:pt x="51435" y="14288"/>
                                    <a:pt x="49530" y="14288"/>
                                  </a:cubicBezTo>
                                  <a:cubicBezTo>
                                    <a:pt x="48578" y="14288"/>
                                    <a:pt x="48578" y="15240"/>
                                    <a:pt x="47625" y="15240"/>
                                  </a:cubicBezTo>
                                  <a:cubicBezTo>
                                    <a:pt x="46672" y="15240"/>
                                    <a:pt x="45720" y="16192"/>
                                    <a:pt x="45720" y="16192"/>
                                  </a:cubicBezTo>
                                  <a:cubicBezTo>
                                    <a:pt x="43815" y="17145"/>
                                    <a:pt x="41910" y="17145"/>
                                    <a:pt x="40005" y="18097"/>
                                  </a:cubicBezTo>
                                  <a:cubicBezTo>
                                    <a:pt x="38100" y="19050"/>
                                    <a:pt x="36195" y="20002"/>
                                    <a:pt x="34290" y="20002"/>
                                  </a:cubicBezTo>
                                  <a:cubicBezTo>
                                    <a:pt x="32385" y="20955"/>
                                    <a:pt x="30480" y="21908"/>
                                    <a:pt x="27622" y="22860"/>
                                  </a:cubicBezTo>
                                  <a:cubicBezTo>
                                    <a:pt x="25717" y="23813"/>
                                    <a:pt x="23813" y="24765"/>
                                    <a:pt x="20955" y="26670"/>
                                  </a:cubicBezTo>
                                  <a:cubicBezTo>
                                    <a:pt x="19050" y="27622"/>
                                    <a:pt x="17145" y="29527"/>
                                    <a:pt x="15240" y="30480"/>
                                  </a:cubicBezTo>
                                  <a:cubicBezTo>
                                    <a:pt x="13335" y="32385"/>
                                    <a:pt x="11430" y="34290"/>
                                    <a:pt x="9525" y="35242"/>
                                  </a:cubicBezTo>
                                  <a:cubicBezTo>
                                    <a:pt x="8572" y="36195"/>
                                    <a:pt x="7620" y="37147"/>
                                    <a:pt x="7620" y="38100"/>
                                  </a:cubicBezTo>
                                  <a:cubicBezTo>
                                    <a:pt x="6667" y="39052"/>
                                    <a:pt x="5715" y="40005"/>
                                    <a:pt x="5715" y="40958"/>
                                  </a:cubicBezTo>
                                  <a:cubicBezTo>
                                    <a:pt x="4763" y="41910"/>
                                    <a:pt x="4763" y="42863"/>
                                    <a:pt x="3810" y="43815"/>
                                  </a:cubicBezTo>
                                  <a:cubicBezTo>
                                    <a:pt x="2857" y="44767"/>
                                    <a:pt x="2857" y="45720"/>
                                    <a:pt x="1905" y="47625"/>
                                  </a:cubicBezTo>
                                  <a:cubicBezTo>
                                    <a:pt x="1905" y="48577"/>
                                    <a:pt x="953" y="49530"/>
                                    <a:pt x="953" y="51435"/>
                                  </a:cubicBezTo>
                                  <a:cubicBezTo>
                                    <a:pt x="953" y="52388"/>
                                    <a:pt x="953" y="53340"/>
                                    <a:pt x="0" y="53340"/>
                                  </a:cubicBezTo>
                                  <a:cubicBezTo>
                                    <a:pt x="0" y="53340"/>
                                    <a:pt x="0" y="52388"/>
                                    <a:pt x="0" y="52388"/>
                                  </a:cubicBezTo>
                                  <a:cubicBezTo>
                                    <a:pt x="0" y="51435"/>
                                    <a:pt x="0" y="51435"/>
                                    <a:pt x="0" y="50483"/>
                                  </a:cubicBezTo>
                                  <a:cubicBezTo>
                                    <a:pt x="0" y="49530"/>
                                    <a:pt x="953" y="48577"/>
                                    <a:pt x="953" y="46672"/>
                                  </a:cubicBezTo>
                                  <a:cubicBezTo>
                                    <a:pt x="953" y="45720"/>
                                    <a:pt x="1905" y="43815"/>
                                    <a:pt x="1905" y="42863"/>
                                  </a:cubicBezTo>
                                  <a:cubicBezTo>
                                    <a:pt x="2857" y="41910"/>
                                    <a:pt x="2857" y="40958"/>
                                    <a:pt x="3810" y="40005"/>
                                  </a:cubicBezTo>
                                  <a:cubicBezTo>
                                    <a:pt x="4763" y="39052"/>
                                    <a:pt x="4763" y="38100"/>
                                    <a:pt x="5715" y="37147"/>
                                  </a:cubicBezTo>
                                  <a:cubicBezTo>
                                    <a:pt x="6667" y="36195"/>
                                    <a:pt x="7620" y="35242"/>
                                    <a:pt x="7620" y="34290"/>
                                  </a:cubicBezTo>
                                  <a:cubicBezTo>
                                    <a:pt x="9525" y="32385"/>
                                    <a:pt x="11430" y="30480"/>
                                    <a:pt x="13335" y="28575"/>
                                  </a:cubicBezTo>
                                  <a:cubicBezTo>
                                    <a:pt x="15240" y="26670"/>
                                    <a:pt x="17145" y="25717"/>
                                    <a:pt x="19050" y="23813"/>
                                  </a:cubicBezTo>
                                  <a:cubicBezTo>
                                    <a:pt x="20955" y="22860"/>
                                    <a:pt x="22860" y="20955"/>
                                    <a:pt x="25717" y="20002"/>
                                  </a:cubicBezTo>
                                  <a:cubicBezTo>
                                    <a:pt x="27622" y="19050"/>
                                    <a:pt x="29528" y="18097"/>
                                    <a:pt x="32385" y="17145"/>
                                  </a:cubicBezTo>
                                  <a:cubicBezTo>
                                    <a:pt x="34290" y="16192"/>
                                    <a:pt x="36195" y="15240"/>
                                    <a:pt x="38100" y="14288"/>
                                  </a:cubicBezTo>
                                  <a:cubicBezTo>
                                    <a:pt x="40005" y="13335"/>
                                    <a:pt x="41910" y="12383"/>
                                    <a:pt x="42863" y="12383"/>
                                  </a:cubicBezTo>
                                  <a:cubicBezTo>
                                    <a:pt x="43815" y="12383"/>
                                    <a:pt x="44767" y="11430"/>
                                    <a:pt x="44767" y="11430"/>
                                  </a:cubicBezTo>
                                  <a:cubicBezTo>
                                    <a:pt x="45720" y="11430"/>
                                    <a:pt x="45720" y="10477"/>
                                    <a:pt x="46672" y="10477"/>
                                  </a:cubicBezTo>
                                  <a:cubicBezTo>
                                    <a:pt x="47625" y="9525"/>
                                    <a:pt x="49530" y="9525"/>
                                    <a:pt x="50482" y="9525"/>
                                  </a:cubicBezTo>
                                  <a:cubicBezTo>
                                    <a:pt x="51435" y="9525"/>
                                    <a:pt x="51435" y="8572"/>
                                    <a:pt x="52388" y="8572"/>
                                  </a:cubicBezTo>
                                  <a:lnTo>
                                    <a:pt x="52388" y="8572"/>
                                  </a:lnTo>
                                  <a:cubicBezTo>
                                    <a:pt x="52388" y="7620"/>
                                    <a:pt x="52388" y="6667"/>
                                    <a:pt x="53340" y="6667"/>
                                  </a:cubicBezTo>
                                  <a:cubicBezTo>
                                    <a:pt x="53340" y="5715"/>
                                    <a:pt x="54292" y="3810"/>
                                    <a:pt x="54292" y="2858"/>
                                  </a:cubicBezTo>
                                  <a:cubicBezTo>
                                    <a:pt x="55245" y="952"/>
                                    <a:pt x="55245" y="0"/>
                                    <a:pt x="55245" y="0"/>
                                  </a:cubicBezTo>
                                  <a:cubicBezTo>
                                    <a:pt x="56197" y="0"/>
                                    <a:pt x="58103" y="1905"/>
                                    <a:pt x="58103" y="1905"/>
                                  </a:cubicBezTo>
                                  <a:cubicBezTo>
                                    <a:pt x="59055" y="3810"/>
                                    <a:pt x="59055" y="4763"/>
                                    <a:pt x="59055" y="5715"/>
                                  </a:cubicBezTo>
                                  <a:close/>
                                </a:path>
                              </a:pathLst>
                            </a:custGeom>
                            <a:grpFill/>
                            <a:ln w="9525" cap="flat">
                              <a:noFill/>
                              <a:prstDash val="solid"/>
                              <a:miter/>
                            </a:ln>
                          </p:spPr>
                          <p:txBody>
                            <a:bodyPr rtlCol="0" anchor="ctr"/>
                            <a:lstStyle/>
                            <a:p>
                              <a:endParaRPr lang="en-US"/>
                            </a:p>
                          </p:txBody>
                        </p:sp>
                      </p:grpSp>
                      <p:grpSp>
                        <p:nvGrpSpPr>
                          <p:cNvPr id="179" name="Graphic 2">
                            <a:extLst>
                              <a:ext uri="{FF2B5EF4-FFF2-40B4-BE49-F238E27FC236}">
                                <a16:creationId xmlns:a16="http://schemas.microsoft.com/office/drawing/2014/main" id="{AE736AF3-0337-429B-AEF1-DA4B52809559}"/>
                              </a:ext>
                            </a:extLst>
                          </p:cNvPr>
                          <p:cNvGrpSpPr/>
                          <p:nvPr/>
                        </p:nvGrpSpPr>
                        <p:grpSpPr>
                          <a:xfrm>
                            <a:off x="3062469" y="2879517"/>
                            <a:ext cx="62626" cy="50244"/>
                            <a:chOff x="3062469" y="2879517"/>
                            <a:chExt cx="62626" cy="50244"/>
                          </a:xfrm>
                          <a:grpFill/>
                        </p:grpSpPr>
                        <p:sp>
                          <p:nvSpPr>
                            <p:cNvPr id="180" name="Freeform: Shape 179">
                              <a:extLst>
                                <a:ext uri="{FF2B5EF4-FFF2-40B4-BE49-F238E27FC236}">
                                  <a16:creationId xmlns:a16="http://schemas.microsoft.com/office/drawing/2014/main" id="{83DA896A-50D5-40B9-9793-CEBF60CAB4B8}"/>
                                </a:ext>
                              </a:extLst>
                            </p:cNvPr>
                            <p:cNvSpPr/>
                            <p:nvPr/>
                          </p:nvSpPr>
                          <p:spPr>
                            <a:xfrm>
                              <a:off x="3062469" y="2879517"/>
                              <a:ext cx="62626" cy="50244"/>
                            </a:xfrm>
                            <a:custGeom>
                              <a:avLst/>
                              <a:gdLst>
                                <a:gd name="connsiteX0" fmla="*/ 53340 w 62626"/>
                                <a:gd name="connsiteY0" fmla="*/ 8334 h 50244"/>
                                <a:gd name="connsiteX1" fmla="*/ 51435 w 62626"/>
                                <a:gd name="connsiteY1" fmla="*/ 6429 h 50244"/>
                                <a:gd name="connsiteX2" fmla="*/ 49530 w 62626"/>
                                <a:gd name="connsiteY2" fmla="*/ 4524 h 50244"/>
                                <a:gd name="connsiteX3" fmla="*/ 48578 w 62626"/>
                                <a:gd name="connsiteY3" fmla="*/ 3572 h 50244"/>
                                <a:gd name="connsiteX4" fmla="*/ 46672 w 62626"/>
                                <a:gd name="connsiteY4" fmla="*/ 1667 h 50244"/>
                                <a:gd name="connsiteX5" fmla="*/ 46672 w 62626"/>
                                <a:gd name="connsiteY5" fmla="*/ 1667 h 50244"/>
                                <a:gd name="connsiteX6" fmla="*/ 46672 w 62626"/>
                                <a:gd name="connsiteY6" fmla="*/ 1667 h 50244"/>
                                <a:gd name="connsiteX7" fmla="*/ 46672 w 62626"/>
                                <a:gd name="connsiteY7" fmla="*/ 1667 h 50244"/>
                                <a:gd name="connsiteX8" fmla="*/ 45720 w 62626"/>
                                <a:gd name="connsiteY8" fmla="*/ 1667 h 50244"/>
                                <a:gd name="connsiteX9" fmla="*/ 41910 w 62626"/>
                                <a:gd name="connsiteY9" fmla="*/ 714 h 50244"/>
                                <a:gd name="connsiteX10" fmla="*/ 28575 w 62626"/>
                                <a:gd name="connsiteY10" fmla="*/ 714 h 50244"/>
                                <a:gd name="connsiteX11" fmla="*/ 12382 w 62626"/>
                                <a:gd name="connsiteY11" fmla="*/ 7382 h 50244"/>
                                <a:gd name="connsiteX12" fmla="*/ 4763 w 62626"/>
                                <a:gd name="connsiteY12" fmla="*/ 15002 h 50244"/>
                                <a:gd name="connsiteX13" fmla="*/ 0 w 62626"/>
                                <a:gd name="connsiteY13" fmla="*/ 27384 h 50244"/>
                                <a:gd name="connsiteX14" fmla="*/ 0 w 62626"/>
                                <a:gd name="connsiteY14" fmla="*/ 28337 h 50244"/>
                                <a:gd name="connsiteX15" fmla="*/ 0 w 62626"/>
                                <a:gd name="connsiteY15" fmla="*/ 28337 h 50244"/>
                                <a:gd name="connsiteX16" fmla="*/ 0 w 62626"/>
                                <a:gd name="connsiteY16" fmla="*/ 32147 h 50244"/>
                                <a:gd name="connsiteX17" fmla="*/ 1905 w 62626"/>
                                <a:gd name="connsiteY17" fmla="*/ 39767 h 50244"/>
                                <a:gd name="connsiteX18" fmla="*/ 2857 w 62626"/>
                                <a:gd name="connsiteY18" fmla="*/ 42624 h 50244"/>
                                <a:gd name="connsiteX19" fmla="*/ 4763 w 62626"/>
                                <a:gd name="connsiteY19" fmla="*/ 44529 h 50244"/>
                                <a:gd name="connsiteX20" fmla="*/ 5715 w 62626"/>
                                <a:gd name="connsiteY20" fmla="*/ 45482 h 50244"/>
                                <a:gd name="connsiteX21" fmla="*/ 5715 w 62626"/>
                                <a:gd name="connsiteY21" fmla="*/ 45482 h 50244"/>
                                <a:gd name="connsiteX22" fmla="*/ 10478 w 62626"/>
                                <a:gd name="connsiteY22" fmla="*/ 49292 h 50244"/>
                                <a:gd name="connsiteX23" fmla="*/ 13335 w 62626"/>
                                <a:gd name="connsiteY23" fmla="*/ 50244 h 50244"/>
                                <a:gd name="connsiteX24" fmla="*/ 16193 w 62626"/>
                                <a:gd name="connsiteY24" fmla="*/ 50244 h 50244"/>
                                <a:gd name="connsiteX25" fmla="*/ 23813 w 62626"/>
                                <a:gd name="connsiteY25" fmla="*/ 48339 h 50244"/>
                                <a:gd name="connsiteX26" fmla="*/ 23813 w 62626"/>
                                <a:gd name="connsiteY26" fmla="*/ 48339 h 50244"/>
                                <a:gd name="connsiteX27" fmla="*/ 25718 w 62626"/>
                                <a:gd name="connsiteY27" fmla="*/ 47387 h 50244"/>
                                <a:gd name="connsiteX28" fmla="*/ 27622 w 62626"/>
                                <a:gd name="connsiteY28" fmla="*/ 48339 h 50244"/>
                                <a:gd name="connsiteX29" fmla="*/ 33338 w 62626"/>
                                <a:gd name="connsiteY29" fmla="*/ 49292 h 50244"/>
                                <a:gd name="connsiteX30" fmla="*/ 34290 w 62626"/>
                                <a:gd name="connsiteY30" fmla="*/ 49292 h 50244"/>
                                <a:gd name="connsiteX31" fmla="*/ 34290 w 62626"/>
                                <a:gd name="connsiteY31" fmla="*/ 49292 h 50244"/>
                                <a:gd name="connsiteX32" fmla="*/ 39053 w 62626"/>
                                <a:gd name="connsiteY32" fmla="*/ 48339 h 50244"/>
                                <a:gd name="connsiteX33" fmla="*/ 43815 w 62626"/>
                                <a:gd name="connsiteY33" fmla="*/ 45482 h 50244"/>
                                <a:gd name="connsiteX34" fmla="*/ 44768 w 62626"/>
                                <a:gd name="connsiteY34" fmla="*/ 45482 h 50244"/>
                                <a:gd name="connsiteX35" fmla="*/ 45720 w 62626"/>
                                <a:gd name="connsiteY35" fmla="*/ 45482 h 50244"/>
                                <a:gd name="connsiteX36" fmla="*/ 47625 w 62626"/>
                                <a:gd name="connsiteY36" fmla="*/ 44529 h 50244"/>
                                <a:gd name="connsiteX37" fmla="*/ 48578 w 62626"/>
                                <a:gd name="connsiteY37" fmla="*/ 44529 h 50244"/>
                                <a:gd name="connsiteX38" fmla="*/ 48578 w 62626"/>
                                <a:gd name="connsiteY38" fmla="*/ 44529 h 50244"/>
                                <a:gd name="connsiteX39" fmla="*/ 48578 w 62626"/>
                                <a:gd name="connsiteY39" fmla="*/ 44529 h 50244"/>
                                <a:gd name="connsiteX40" fmla="*/ 50482 w 62626"/>
                                <a:gd name="connsiteY40" fmla="*/ 43577 h 50244"/>
                                <a:gd name="connsiteX41" fmla="*/ 55245 w 62626"/>
                                <a:gd name="connsiteY41" fmla="*/ 42624 h 50244"/>
                                <a:gd name="connsiteX42" fmla="*/ 57150 w 62626"/>
                                <a:gd name="connsiteY42" fmla="*/ 42624 h 50244"/>
                                <a:gd name="connsiteX43" fmla="*/ 58103 w 62626"/>
                                <a:gd name="connsiteY43" fmla="*/ 42624 h 50244"/>
                                <a:gd name="connsiteX44" fmla="*/ 58103 w 62626"/>
                                <a:gd name="connsiteY44" fmla="*/ 42624 h 50244"/>
                                <a:gd name="connsiteX45" fmla="*/ 58103 w 62626"/>
                                <a:gd name="connsiteY45" fmla="*/ 42624 h 50244"/>
                                <a:gd name="connsiteX46" fmla="*/ 58103 w 62626"/>
                                <a:gd name="connsiteY46" fmla="*/ 42624 h 50244"/>
                                <a:gd name="connsiteX47" fmla="*/ 59055 w 62626"/>
                                <a:gd name="connsiteY47" fmla="*/ 42624 h 50244"/>
                                <a:gd name="connsiteX48" fmla="*/ 59055 w 62626"/>
                                <a:gd name="connsiteY48" fmla="*/ 42624 h 50244"/>
                                <a:gd name="connsiteX49" fmla="*/ 59055 w 62626"/>
                                <a:gd name="connsiteY49" fmla="*/ 42624 h 50244"/>
                                <a:gd name="connsiteX50" fmla="*/ 60007 w 62626"/>
                                <a:gd name="connsiteY50" fmla="*/ 41672 h 50244"/>
                                <a:gd name="connsiteX51" fmla="*/ 60960 w 62626"/>
                                <a:gd name="connsiteY51" fmla="*/ 40719 h 50244"/>
                                <a:gd name="connsiteX52" fmla="*/ 61913 w 62626"/>
                                <a:gd name="connsiteY52" fmla="*/ 38814 h 50244"/>
                                <a:gd name="connsiteX53" fmla="*/ 61913 w 62626"/>
                                <a:gd name="connsiteY53" fmla="*/ 32147 h 50244"/>
                                <a:gd name="connsiteX54" fmla="*/ 60007 w 62626"/>
                                <a:gd name="connsiteY54" fmla="*/ 25479 h 50244"/>
                                <a:gd name="connsiteX55" fmla="*/ 57150 w 62626"/>
                                <a:gd name="connsiteY55" fmla="*/ 18812 h 50244"/>
                                <a:gd name="connsiteX56" fmla="*/ 53340 w 62626"/>
                                <a:gd name="connsiteY56" fmla="*/ 8334 h 50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62626" h="50244">
                                  <a:moveTo>
                                    <a:pt x="53340" y="8334"/>
                                  </a:moveTo>
                                  <a:cubicBezTo>
                                    <a:pt x="52388" y="7382"/>
                                    <a:pt x="52388" y="6429"/>
                                    <a:pt x="51435" y="6429"/>
                                  </a:cubicBezTo>
                                  <a:cubicBezTo>
                                    <a:pt x="50482" y="5477"/>
                                    <a:pt x="50482" y="5477"/>
                                    <a:pt x="49530" y="4524"/>
                                  </a:cubicBezTo>
                                  <a:cubicBezTo>
                                    <a:pt x="49530" y="4524"/>
                                    <a:pt x="48578" y="3572"/>
                                    <a:pt x="48578" y="3572"/>
                                  </a:cubicBezTo>
                                  <a:cubicBezTo>
                                    <a:pt x="48578" y="3572"/>
                                    <a:pt x="47625" y="2619"/>
                                    <a:pt x="46672" y="1667"/>
                                  </a:cubicBezTo>
                                  <a:cubicBezTo>
                                    <a:pt x="46672" y="1667"/>
                                    <a:pt x="46672" y="1667"/>
                                    <a:pt x="46672" y="1667"/>
                                  </a:cubicBezTo>
                                  <a:cubicBezTo>
                                    <a:pt x="46672" y="1667"/>
                                    <a:pt x="46672" y="1667"/>
                                    <a:pt x="46672" y="1667"/>
                                  </a:cubicBezTo>
                                  <a:cubicBezTo>
                                    <a:pt x="46672" y="1667"/>
                                    <a:pt x="46672" y="1667"/>
                                    <a:pt x="46672" y="1667"/>
                                  </a:cubicBezTo>
                                  <a:cubicBezTo>
                                    <a:pt x="46672" y="1667"/>
                                    <a:pt x="45720" y="1667"/>
                                    <a:pt x="45720" y="1667"/>
                                  </a:cubicBezTo>
                                  <a:cubicBezTo>
                                    <a:pt x="44768" y="1667"/>
                                    <a:pt x="43815" y="714"/>
                                    <a:pt x="41910" y="714"/>
                                  </a:cubicBezTo>
                                  <a:cubicBezTo>
                                    <a:pt x="38100" y="-238"/>
                                    <a:pt x="33338" y="-238"/>
                                    <a:pt x="28575" y="714"/>
                                  </a:cubicBezTo>
                                  <a:cubicBezTo>
                                    <a:pt x="22860" y="1667"/>
                                    <a:pt x="17145" y="3572"/>
                                    <a:pt x="12382" y="7382"/>
                                  </a:cubicBezTo>
                                  <a:cubicBezTo>
                                    <a:pt x="9525" y="9287"/>
                                    <a:pt x="7620" y="12144"/>
                                    <a:pt x="4763" y="15002"/>
                                  </a:cubicBezTo>
                                  <a:cubicBezTo>
                                    <a:pt x="2857" y="17859"/>
                                    <a:pt x="953" y="22622"/>
                                    <a:pt x="0" y="27384"/>
                                  </a:cubicBezTo>
                                  <a:cubicBezTo>
                                    <a:pt x="0" y="27384"/>
                                    <a:pt x="0" y="27384"/>
                                    <a:pt x="0" y="28337"/>
                                  </a:cubicBezTo>
                                  <a:cubicBezTo>
                                    <a:pt x="0" y="28337"/>
                                    <a:pt x="0" y="28337"/>
                                    <a:pt x="0" y="28337"/>
                                  </a:cubicBezTo>
                                  <a:cubicBezTo>
                                    <a:pt x="0" y="29289"/>
                                    <a:pt x="0" y="30242"/>
                                    <a:pt x="0" y="32147"/>
                                  </a:cubicBezTo>
                                  <a:cubicBezTo>
                                    <a:pt x="0" y="35004"/>
                                    <a:pt x="953" y="37862"/>
                                    <a:pt x="1905" y="39767"/>
                                  </a:cubicBezTo>
                                  <a:cubicBezTo>
                                    <a:pt x="1905" y="40719"/>
                                    <a:pt x="2857" y="41672"/>
                                    <a:pt x="2857" y="42624"/>
                                  </a:cubicBezTo>
                                  <a:cubicBezTo>
                                    <a:pt x="2857" y="43577"/>
                                    <a:pt x="3810" y="44529"/>
                                    <a:pt x="4763" y="44529"/>
                                  </a:cubicBezTo>
                                  <a:cubicBezTo>
                                    <a:pt x="4763" y="44529"/>
                                    <a:pt x="4763" y="45482"/>
                                    <a:pt x="5715" y="45482"/>
                                  </a:cubicBezTo>
                                  <a:cubicBezTo>
                                    <a:pt x="5715" y="45482"/>
                                    <a:pt x="5715" y="45482"/>
                                    <a:pt x="5715" y="45482"/>
                                  </a:cubicBezTo>
                                  <a:cubicBezTo>
                                    <a:pt x="7620" y="47387"/>
                                    <a:pt x="8572" y="48339"/>
                                    <a:pt x="10478" y="49292"/>
                                  </a:cubicBezTo>
                                  <a:cubicBezTo>
                                    <a:pt x="11430" y="49292"/>
                                    <a:pt x="12382" y="50244"/>
                                    <a:pt x="13335" y="50244"/>
                                  </a:cubicBezTo>
                                  <a:cubicBezTo>
                                    <a:pt x="14288" y="50244"/>
                                    <a:pt x="15240" y="50244"/>
                                    <a:pt x="16193" y="50244"/>
                                  </a:cubicBezTo>
                                  <a:cubicBezTo>
                                    <a:pt x="19050" y="50244"/>
                                    <a:pt x="21907" y="49292"/>
                                    <a:pt x="23813" y="48339"/>
                                  </a:cubicBezTo>
                                  <a:cubicBezTo>
                                    <a:pt x="23813" y="48339"/>
                                    <a:pt x="23813" y="48339"/>
                                    <a:pt x="23813" y="48339"/>
                                  </a:cubicBezTo>
                                  <a:cubicBezTo>
                                    <a:pt x="24765" y="47387"/>
                                    <a:pt x="25718" y="47387"/>
                                    <a:pt x="25718" y="47387"/>
                                  </a:cubicBezTo>
                                  <a:cubicBezTo>
                                    <a:pt x="26670" y="47387"/>
                                    <a:pt x="27622" y="48339"/>
                                    <a:pt x="27622" y="48339"/>
                                  </a:cubicBezTo>
                                  <a:cubicBezTo>
                                    <a:pt x="29528" y="49292"/>
                                    <a:pt x="31432" y="49292"/>
                                    <a:pt x="33338" y="49292"/>
                                  </a:cubicBezTo>
                                  <a:cubicBezTo>
                                    <a:pt x="33338" y="49292"/>
                                    <a:pt x="34290" y="49292"/>
                                    <a:pt x="34290" y="49292"/>
                                  </a:cubicBezTo>
                                  <a:cubicBezTo>
                                    <a:pt x="34290" y="49292"/>
                                    <a:pt x="34290" y="49292"/>
                                    <a:pt x="34290" y="49292"/>
                                  </a:cubicBezTo>
                                  <a:cubicBezTo>
                                    <a:pt x="36195" y="49292"/>
                                    <a:pt x="38100" y="48339"/>
                                    <a:pt x="39053" y="48339"/>
                                  </a:cubicBezTo>
                                  <a:cubicBezTo>
                                    <a:pt x="40957" y="47387"/>
                                    <a:pt x="41910" y="46434"/>
                                    <a:pt x="43815" y="45482"/>
                                  </a:cubicBezTo>
                                  <a:cubicBezTo>
                                    <a:pt x="43815" y="45482"/>
                                    <a:pt x="43815" y="45482"/>
                                    <a:pt x="44768" y="45482"/>
                                  </a:cubicBezTo>
                                  <a:cubicBezTo>
                                    <a:pt x="44768" y="45482"/>
                                    <a:pt x="44768" y="45482"/>
                                    <a:pt x="45720" y="45482"/>
                                  </a:cubicBezTo>
                                  <a:cubicBezTo>
                                    <a:pt x="46672" y="45482"/>
                                    <a:pt x="46672" y="44529"/>
                                    <a:pt x="47625" y="44529"/>
                                  </a:cubicBezTo>
                                  <a:cubicBezTo>
                                    <a:pt x="47625" y="44529"/>
                                    <a:pt x="47625" y="44529"/>
                                    <a:pt x="48578" y="44529"/>
                                  </a:cubicBezTo>
                                  <a:cubicBezTo>
                                    <a:pt x="48578" y="44529"/>
                                    <a:pt x="48578" y="44529"/>
                                    <a:pt x="48578" y="44529"/>
                                  </a:cubicBezTo>
                                  <a:lnTo>
                                    <a:pt x="48578" y="44529"/>
                                  </a:lnTo>
                                  <a:cubicBezTo>
                                    <a:pt x="48578" y="44529"/>
                                    <a:pt x="49530" y="44529"/>
                                    <a:pt x="50482" y="43577"/>
                                  </a:cubicBezTo>
                                  <a:cubicBezTo>
                                    <a:pt x="51435" y="43577"/>
                                    <a:pt x="52388" y="42624"/>
                                    <a:pt x="55245" y="42624"/>
                                  </a:cubicBezTo>
                                  <a:cubicBezTo>
                                    <a:pt x="56197" y="42624"/>
                                    <a:pt x="56197" y="42624"/>
                                    <a:pt x="57150" y="42624"/>
                                  </a:cubicBezTo>
                                  <a:cubicBezTo>
                                    <a:pt x="57150" y="42624"/>
                                    <a:pt x="58103" y="42624"/>
                                    <a:pt x="58103" y="42624"/>
                                  </a:cubicBezTo>
                                  <a:lnTo>
                                    <a:pt x="58103" y="42624"/>
                                  </a:lnTo>
                                  <a:lnTo>
                                    <a:pt x="58103" y="42624"/>
                                  </a:lnTo>
                                  <a:cubicBezTo>
                                    <a:pt x="58103" y="42624"/>
                                    <a:pt x="58103" y="42624"/>
                                    <a:pt x="58103" y="42624"/>
                                  </a:cubicBezTo>
                                  <a:cubicBezTo>
                                    <a:pt x="58103" y="42624"/>
                                    <a:pt x="59055" y="42624"/>
                                    <a:pt x="59055" y="42624"/>
                                  </a:cubicBezTo>
                                  <a:cubicBezTo>
                                    <a:pt x="59055" y="42624"/>
                                    <a:pt x="59055" y="42624"/>
                                    <a:pt x="59055" y="42624"/>
                                  </a:cubicBezTo>
                                  <a:lnTo>
                                    <a:pt x="59055" y="42624"/>
                                  </a:lnTo>
                                  <a:cubicBezTo>
                                    <a:pt x="59055" y="42624"/>
                                    <a:pt x="60007" y="42624"/>
                                    <a:pt x="60007" y="41672"/>
                                  </a:cubicBezTo>
                                  <a:cubicBezTo>
                                    <a:pt x="60007" y="41672"/>
                                    <a:pt x="60960" y="40719"/>
                                    <a:pt x="60960" y="40719"/>
                                  </a:cubicBezTo>
                                  <a:cubicBezTo>
                                    <a:pt x="60960" y="39767"/>
                                    <a:pt x="61913" y="39767"/>
                                    <a:pt x="61913" y="38814"/>
                                  </a:cubicBezTo>
                                  <a:cubicBezTo>
                                    <a:pt x="62865" y="36909"/>
                                    <a:pt x="62865" y="35004"/>
                                    <a:pt x="61913" y="32147"/>
                                  </a:cubicBezTo>
                                  <a:cubicBezTo>
                                    <a:pt x="60960" y="29289"/>
                                    <a:pt x="60960" y="27384"/>
                                    <a:pt x="60007" y="25479"/>
                                  </a:cubicBezTo>
                                  <a:cubicBezTo>
                                    <a:pt x="59055" y="23574"/>
                                    <a:pt x="58103" y="20717"/>
                                    <a:pt x="57150" y="18812"/>
                                  </a:cubicBezTo>
                                  <a:cubicBezTo>
                                    <a:pt x="55245" y="11192"/>
                                    <a:pt x="54293" y="10239"/>
                                    <a:pt x="53340" y="8334"/>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535684F1-BB35-4810-9D9E-5BB473B414F0}"/>
                                </a:ext>
                              </a:extLst>
                            </p:cNvPr>
                            <p:cNvSpPr/>
                            <p:nvPr/>
                          </p:nvSpPr>
                          <p:spPr>
                            <a:xfrm>
                              <a:off x="3066278" y="2880232"/>
                              <a:ext cx="52387" cy="45720"/>
                            </a:xfrm>
                            <a:custGeom>
                              <a:avLst/>
                              <a:gdLst>
                                <a:gd name="connsiteX0" fmla="*/ 44768 w 52387"/>
                                <a:gd name="connsiteY0" fmla="*/ 3810 h 45720"/>
                                <a:gd name="connsiteX1" fmla="*/ 44768 w 52387"/>
                                <a:gd name="connsiteY1" fmla="*/ 3810 h 45720"/>
                                <a:gd name="connsiteX2" fmla="*/ 45720 w 52387"/>
                                <a:gd name="connsiteY2" fmla="*/ 5715 h 45720"/>
                                <a:gd name="connsiteX3" fmla="*/ 47625 w 52387"/>
                                <a:gd name="connsiteY3" fmla="*/ 10477 h 45720"/>
                                <a:gd name="connsiteX4" fmla="*/ 50483 w 52387"/>
                                <a:gd name="connsiteY4" fmla="*/ 17145 h 45720"/>
                                <a:gd name="connsiteX5" fmla="*/ 51435 w 52387"/>
                                <a:gd name="connsiteY5" fmla="*/ 19050 h 45720"/>
                                <a:gd name="connsiteX6" fmla="*/ 51435 w 52387"/>
                                <a:gd name="connsiteY6" fmla="*/ 20002 h 45720"/>
                                <a:gd name="connsiteX7" fmla="*/ 51435 w 52387"/>
                                <a:gd name="connsiteY7" fmla="*/ 20002 h 45720"/>
                                <a:gd name="connsiteX8" fmla="*/ 51435 w 52387"/>
                                <a:gd name="connsiteY8" fmla="*/ 20002 h 45720"/>
                                <a:gd name="connsiteX9" fmla="*/ 51435 w 52387"/>
                                <a:gd name="connsiteY9" fmla="*/ 20002 h 45720"/>
                                <a:gd name="connsiteX10" fmla="*/ 52388 w 52387"/>
                                <a:gd name="connsiteY10" fmla="*/ 23813 h 45720"/>
                                <a:gd name="connsiteX11" fmla="*/ 52388 w 52387"/>
                                <a:gd name="connsiteY11" fmla="*/ 25717 h 45720"/>
                                <a:gd name="connsiteX12" fmla="*/ 52388 w 52387"/>
                                <a:gd name="connsiteY12" fmla="*/ 27622 h 45720"/>
                                <a:gd name="connsiteX13" fmla="*/ 52388 w 52387"/>
                                <a:gd name="connsiteY13" fmla="*/ 28575 h 45720"/>
                                <a:gd name="connsiteX14" fmla="*/ 52388 w 52387"/>
                                <a:gd name="connsiteY14" fmla="*/ 29527 h 45720"/>
                                <a:gd name="connsiteX15" fmla="*/ 52388 w 52387"/>
                                <a:gd name="connsiteY15" fmla="*/ 30480 h 45720"/>
                                <a:gd name="connsiteX16" fmla="*/ 52388 w 52387"/>
                                <a:gd name="connsiteY16" fmla="*/ 33338 h 45720"/>
                                <a:gd name="connsiteX17" fmla="*/ 52388 w 52387"/>
                                <a:gd name="connsiteY17" fmla="*/ 35242 h 45720"/>
                                <a:gd name="connsiteX18" fmla="*/ 52388 w 52387"/>
                                <a:gd name="connsiteY18" fmla="*/ 36195 h 45720"/>
                                <a:gd name="connsiteX19" fmla="*/ 52388 w 52387"/>
                                <a:gd name="connsiteY19" fmla="*/ 37147 h 45720"/>
                                <a:gd name="connsiteX20" fmla="*/ 52388 w 52387"/>
                                <a:gd name="connsiteY20" fmla="*/ 37147 h 45720"/>
                                <a:gd name="connsiteX21" fmla="*/ 52388 w 52387"/>
                                <a:gd name="connsiteY21" fmla="*/ 37147 h 45720"/>
                                <a:gd name="connsiteX22" fmla="*/ 52388 w 52387"/>
                                <a:gd name="connsiteY22" fmla="*/ 37147 h 45720"/>
                                <a:gd name="connsiteX23" fmla="*/ 52388 w 52387"/>
                                <a:gd name="connsiteY23" fmla="*/ 36195 h 45720"/>
                                <a:gd name="connsiteX24" fmla="*/ 52388 w 52387"/>
                                <a:gd name="connsiteY24" fmla="*/ 35242 h 45720"/>
                                <a:gd name="connsiteX25" fmla="*/ 52388 w 52387"/>
                                <a:gd name="connsiteY25" fmla="*/ 33338 h 45720"/>
                                <a:gd name="connsiteX26" fmla="*/ 52388 w 52387"/>
                                <a:gd name="connsiteY26" fmla="*/ 30480 h 45720"/>
                                <a:gd name="connsiteX27" fmla="*/ 52388 w 52387"/>
                                <a:gd name="connsiteY27" fmla="*/ 29527 h 45720"/>
                                <a:gd name="connsiteX28" fmla="*/ 52388 w 52387"/>
                                <a:gd name="connsiteY28" fmla="*/ 28575 h 45720"/>
                                <a:gd name="connsiteX29" fmla="*/ 52388 w 52387"/>
                                <a:gd name="connsiteY29" fmla="*/ 27622 h 45720"/>
                                <a:gd name="connsiteX30" fmla="*/ 52388 w 52387"/>
                                <a:gd name="connsiteY30" fmla="*/ 25717 h 45720"/>
                                <a:gd name="connsiteX31" fmla="*/ 52388 w 52387"/>
                                <a:gd name="connsiteY31" fmla="*/ 23813 h 45720"/>
                                <a:gd name="connsiteX32" fmla="*/ 51435 w 52387"/>
                                <a:gd name="connsiteY32" fmla="*/ 20002 h 45720"/>
                                <a:gd name="connsiteX33" fmla="*/ 51435 w 52387"/>
                                <a:gd name="connsiteY33" fmla="*/ 20002 h 45720"/>
                                <a:gd name="connsiteX34" fmla="*/ 51435 w 52387"/>
                                <a:gd name="connsiteY34" fmla="*/ 20002 h 45720"/>
                                <a:gd name="connsiteX35" fmla="*/ 51435 w 52387"/>
                                <a:gd name="connsiteY35" fmla="*/ 20002 h 45720"/>
                                <a:gd name="connsiteX36" fmla="*/ 51435 w 52387"/>
                                <a:gd name="connsiteY36" fmla="*/ 19050 h 45720"/>
                                <a:gd name="connsiteX37" fmla="*/ 50483 w 52387"/>
                                <a:gd name="connsiteY37" fmla="*/ 17145 h 45720"/>
                                <a:gd name="connsiteX38" fmla="*/ 47625 w 52387"/>
                                <a:gd name="connsiteY38" fmla="*/ 10477 h 45720"/>
                                <a:gd name="connsiteX39" fmla="*/ 45720 w 52387"/>
                                <a:gd name="connsiteY39" fmla="*/ 4763 h 45720"/>
                                <a:gd name="connsiteX40" fmla="*/ 44768 w 52387"/>
                                <a:gd name="connsiteY40" fmla="*/ 5715 h 45720"/>
                                <a:gd name="connsiteX41" fmla="*/ 43815 w 52387"/>
                                <a:gd name="connsiteY41" fmla="*/ 6667 h 45720"/>
                                <a:gd name="connsiteX42" fmla="*/ 42863 w 52387"/>
                                <a:gd name="connsiteY42" fmla="*/ 8572 h 45720"/>
                                <a:gd name="connsiteX43" fmla="*/ 40958 w 52387"/>
                                <a:gd name="connsiteY43" fmla="*/ 12383 h 45720"/>
                                <a:gd name="connsiteX44" fmla="*/ 40005 w 52387"/>
                                <a:gd name="connsiteY44" fmla="*/ 13335 h 45720"/>
                                <a:gd name="connsiteX45" fmla="*/ 40005 w 52387"/>
                                <a:gd name="connsiteY45" fmla="*/ 13335 h 45720"/>
                                <a:gd name="connsiteX46" fmla="*/ 40005 w 52387"/>
                                <a:gd name="connsiteY46" fmla="*/ 15240 h 45720"/>
                                <a:gd name="connsiteX47" fmla="*/ 40005 w 52387"/>
                                <a:gd name="connsiteY47" fmla="*/ 18097 h 45720"/>
                                <a:gd name="connsiteX48" fmla="*/ 40958 w 52387"/>
                                <a:gd name="connsiteY48" fmla="*/ 24765 h 45720"/>
                                <a:gd name="connsiteX49" fmla="*/ 41910 w 52387"/>
                                <a:gd name="connsiteY49" fmla="*/ 28575 h 45720"/>
                                <a:gd name="connsiteX50" fmla="*/ 41910 w 52387"/>
                                <a:gd name="connsiteY50" fmla="*/ 30480 h 45720"/>
                                <a:gd name="connsiteX51" fmla="*/ 41910 w 52387"/>
                                <a:gd name="connsiteY51" fmla="*/ 32385 h 45720"/>
                                <a:gd name="connsiteX52" fmla="*/ 41910 w 52387"/>
                                <a:gd name="connsiteY52" fmla="*/ 35242 h 45720"/>
                                <a:gd name="connsiteX53" fmla="*/ 41910 w 52387"/>
                                <a:gd name="connsiteY53" fmla="*/ 36195 h 45720"/>
                                <a:gd name="connsiteX54" fmla="*/ 41910 w 52387"/>
                                <a:gd name="connsiteY54" fmla="*/ 37147 h 45720"/>
                                <a:gd name="connsiteX55" fmla="*/ 40958 w 52387"/>
                                <a:gd name="connsiteY55" fmla="*/ 40005 h 45720"/>
                                <a:gd name="connsiteX56" fmla="*/ 40958 w 52387"/>
                                <a:gd name="connsiteY56" fmla="*/ 40005 h 45720"/>
                                <a:gd name="connsiteX57" fmla="*/ 40958 w 52387"/>
                                <a:gd name="connsiteY57" fmla="*/ 40005 h 45720"/>
                                <a:gd name="connsiteX58" fmla="*/ 40958 w 52387"/>
                                <a:gd name="connsiteY58" fmla="*/ 40005 h 45720"/>
                                <a:gd name="connsiteX59" fmla="*/ 40958 w 52387"/>
                                <a:gd name="connsiteY59" fmla="*/ 40005 h 45720"/>
                                <a:gd name="connsiteX60" fmla="*/ 40958 w 52387"/>
                                <a:gd name="connsiteY60" fmla="*/ 40005 h 45720"/>
                                <a:gd name="connsiteX61" fmla="*/ 40005 w 52387"/>
                                <a:gd name="connsiteY61" fmla="*/ 40005 h 45720"/>
                                <a:gd name="connsiteX62" fmla="*/ 40958 w 52387"/>
                                <a:gd name="connsiteY62" fmla="*/ 40005 h 45720"/>
                                <a:gd name="connsiteX63" fmla="*/ 40958 w 52387"/>
                                <a:gd name="connsiteY63" fmla="*/ 40005 h 45720"/>
                                <a:gd name="connsiteX64" fmla="*/ 40958 w 52387"/>
                                <a:gd name="connsiteY64" fmla="*/ 40005 h 45720"/>
                                <a:gd name="connsiteX65" fmla="*/ 40958 w 52387"/>
                                <a:gd name="connsiteY65" fmla="*/ 40005 h 45720"/>
                                <a:gd name="connsiteX66" fmla="*/ 40958 w 52387"/>
                                <a:gd name="connsiteY66" fmla="*/ 40005 h 45720"/>
                                <a:gd name="connsiteX67" fmla="*/ 40958 w 52387"/>
                                <a:gd name="connsiteY67" fmla="*/ 40005 h 45720"/>
                                <a:gd name="connsiteX68" fmla="*/ 41910 w 52387"/>
                                <a:gd name="connsiteY68" fmla="*/ 37147 h 45720"/>
                                <a:gd name="connsiteX69" fmla="*/ 41910 w 52387"/>
                                <a:gd name="connsiteY69" fmla="*/ 36195 h 45720"/>
                                <a:gd name="connsiteX70" fmla="*/ 41910 w 52387"/>
                                <a:gd name="connsiteY70" fmla="*/ 35242 h 45720"/>
                                <a:gd name="connsiteX71" fmla="*/ 41910 w 52387"/>
                                <a:gd name="connsiteY71" fmla="*/ 32385 h 45720"/>
                                <a:gd name="connsiteX72" fmla="*/ 41910 w 52387"/>
                                <a:gd name="connsiteY72" fmla="*/ 30480 h 45720"/>
                                <a:gd name="connsiteX73" fmla="*/ 41910 w 52387"/>
                                <a:gd name="connsiteY73" fmla="*/ 28575 h 45720"/>
                                <a:gd name="connsiteX74" fmla="*/ 40958 w 52387"/>
                                <a:gd name="connsiteY74" fmla="*/ 24765 h 45720"/>
                                <a:gd name="connsiteX75" fmla="*/ 39053 w 52387"/>
                                <a:gd name="connsiteY75" fmla="*/ 18097 h 45720"/>
                                <a:gd name="connsiteX76" fmla="*/ 39053 w 52387"/>
                                <a:gd name="connsiteY76" fmla="*/ 15240 h 45720"/>
                                <a:gd name="connsiteX77" fmla="*/ 39053 w 52387"/>
                                <a:gd name="connsiteY77" fmla="*/ 15240 h 45720"/>
                                <a:gd name="connsiteX78" fmla="*/ 38100 w 52387"/>
                                <a:gd name="connsiteY78" fmla="*/ 16192 h 45720"/>
                                <a:gd name="connsiteX79" fmla="*/ 35243 w 52387"/>
                                <a:gd name="connsiteY79" fmla="*/ 20002 h 45720"/>
                                <a:gd name="connsiteX80" fmla="*/ 32385 w 52387"/>
                                <a:gd name="connsiteY80" fmla="*/ 23813 h 45720"/>
                                <a:gd name="connsiteX81" fmla="*/ 32385 w 52387"/>
                                <a:gd name="connsiteY81" fmla="*/ 23813 h 45720"/>
                                <a:gd name="connsiteX82" fmla="*/ 32385 w 52387"/>
                                <a:gd name="connsiteY82" fmla="*/ 24765 h 45720"/>
                                <a:gd name="connsiteX83" fmla="*/ 32385 w 52387"/>
                                <a:gd name="connsiteY83" fmla="*/ 27622 h 45720"/>
                                <a:gd name="connsiteX84" fmla="*/ 32385 w 52387"/>
                                <a:gd name="connsiteY84" fmla="*/ 29527 h 45720"/>
                                <a:gd name="connsiteX85" fmla="*/ 32385 w 52387"/>
                                <a:gd name="connsiteY85" fmla="*/ 32385 h 45720"/>
                                <a:gd name="connsiteX86" fmla="*/ 32385 w 52387"/>
                                <a:gd name="connsiteY86" fmla="*/ 33338 h 45720"/>
                                <a:gd name="connsiteX87" fmla="*/ 32385 w 52387"/>
                                <a:gd name="connsiteY87" fmla="*/ 34290 h 45720"/>
                                <a:gd name="connsiteX88" fmla="*/ 32385 w 52387"/>
                                <a:gd name="connsiteY88" fmla="*/ 35242 h 45720"/>
                                <a:gd name="connsiteX89" fmla="*/ 32385 w 52387"/>
                                <a:gd name="connsiteY89" fmla="*/ 36195 h 45720"/>
                                <a:gd name="connsiteX90" fmla="*/ 32385 w 52387"/>
                                <a:gd name="connsiteY90" fmla="*/ 39052 h 45720"/>
                                <a:gd name="connsiteX91" fmla="*/ 32385 w 52387"/>
                                <a:gd name="connsiteY91" fmla="*/ 41910 h 45720"/>
                                <a:gd name="connsiteX92" fmla="*/ 32385 w 52387"/>
                                <a:gd name="connsiteY92" fmla="*/ 42863 h 45720"/>
                                <a:gd name="connsiteX93" fmla="*/ 32385 w 52387"/>
                                <a:gd name="connsiteY93" fmla="*/ 43815 h 45720"/>
                                <a:gd name="connsiteX94" fmla="*/ 32385 w 52387"/>
                                <a:gd name="connsiteY94" fmla="*/ 44767 h 45720"/>
                                <a:gd name="connsiteX95" fmla="*/ 32385 w 52387"/>
                                <a:gd name="connsiteY95" fmla="*/ 45720 h 45720"/>
                                <a:gd name="connsiteX96" fmla="*/ 32385 w 52387"/>
                                <a:gd name="connsiteY96" fmla="*/ 45720 h 45720"/>
                                <a:gd name="connsiteX97" fmla="*/ 32385 w 52387"/>
                                <a:gd name="connsiteY97" fmla="*/ 44767 h 45720"/>
                                <a:gd name="connsiteX98" fmla="*/ 32385 w 52387"/>
                                <a:gd name="connsiteY98" fmla="*/ 43815 h 45720"/>
                                <a:gd name="connsiteX99" fmla="*/ 32385 w 52387"/>
                                <a:gd name="connsiteY99" fmla="*/ 42863 h 45720"/>
                                <a:gd name="connsiteX100" fmla="*/ 32385 w 52387"/>
                                <a:gd name="connsiteY100" fmla="*/ 40005 h 45720"/>
                                <a:gd name="connsiteX101" fmla="*/ 32385 w 52387"/>
                                <a:gd name="connsiteY101" fmla="*/ 37147 h 45720"/>
                                <a:gd name="connsiteX102" fmla="*/ 32385 w 52387"/>
                                <a:gd name="connsiteY102" fmla="*/ 36195 h 45720"/>
                                <a:gd name="connsiteX103" fmla="*/ 32385 w 52387"/>
                                <a:gd name="connsiteY103" fmla="*/ 35242 h 45720"/>
                                <a:gd name="connsiteX104" fmla="*/ 32385 w 52387"/>
                                <a:gd name="connsiteY104" fmla="*/ 34290 h 45720"/>
                                <a:gd name="connsiteX105" fmla="*/ 32385 w 52387"/>
                                <a:gd name="connsiteY105" fmla="*/ 33338 h 45720"/>
                                <a:gd name="connsiteX106" fmla="*/ 32385 w 52387"/>
                                <a:gd name="connsiteY106" fmla="*/ 32385 h 45720"/>
                                <a:gd name="connsiteX107" fmla="*/ 32385 w 52387"/>
                                <a:gd name="connsiteY107" fmla="*/ 29527 h 45720"/>
                                <a:gd name="connsiteX108" fmla="*/ 32385 w 52387"/>
                                <a:gd name="connsiteY108" fmla="*/ 27622 h 45720"/>
                                <a:gd name="connsiteX109" fmla="*/ 32385 w 52387"/>
                                <a:gd name="connsiteY109" fmla="*/ 25717 h 45720"/>
                                <a:gd name="connsiteX110" fmla="*/ 30480 w 52387"/>
                                <a:gd name="connsiteY110" fmla="*/ 28575 h 45720"/>
                                <a:gd name="connsiteX111" fmla="*/ 27622 w 52387"/>
                                <a:gd name="connsiteY111" fmla="*/ 32385 h 45720"/>
                                <a:gd name="connsiteX112" fmla="*/ 26670 w 52387"/>
                                <a:gd name="connsiteY112" fmla="*/ 34290 h 45720"/>
                                <a:gd name="connsiteX113" fmla="*/ 25718 w 52387"/>
                                <a:gd name="connsiteY113" fmla="*/ 36195 h 45720"/>
                                <a:gd name="connsiteX114" fmla="*/ 23813 w 52387"/>
                                <a:gd name="connsiteY114" fmla="*/ 40958 h 45720"/>
                                <a:gd name="connsiteX115" fmla="*/ 22860 w 52387"/>
                                <a:gd name="connsiteY115" fmla="*/ 42863 h 45720"/>
                                <a:gd name="connsiteX116" fmla="*/ 22860 w 52387"/>
                                <a:gd name="connsiteY116" fmla="*/ 44767 h 45720"/>
                                <a:gd name="connsiteX117" fmla="*/ 22860 w 52387"/>
                                <a:gd name="connsiteY117" fmla="*/ 44767 h 45720"/>
                                <a:gd name="connsiteX118" fmla="*/ 22860 w 52387"/>
                                <a:gd name="connsiteY118" fmla="*/ 44767 h 45720"/>
                                <a:gd name="connsiteX119" fmla="*/ 22860 w 52387"/>
                                <a:gd name="connsiteY119" fmla="*/ 42863 h 45720"/>
                                <a:gd name="connsiteX120" fmla="*/ 23813 w 52387"/>
                                <a:gd name="connsiteY120" fmla="*/ 40958 h 45720"/>
                                <a:gd name="connsiteX121" fmla="*/ 25718 w 52387"/>
                                <a:gd name="connsiteY121" fmla="*/ 36195 h 45720"/>
                                <a:gd name="connsiteX122" fmla="*/ 26670 w 52387"/>
                                <a:gd name="connsiteY122" fmla="*/ 35242 h 45720"/>
                                <a:gd name="connsiteX123" fmla="*/ 27622 w 52387"/>
                                <a:gd name="connsiteY123" fmla="*/ 34290 h 45720"/>
                                <a:gd name="connsiteX124" fmla="*/ 28575 w 52387"/>
                                <a:gd name="connsiteY124" fmla="*/ 33338 h 45720"/>
                                <a:gd name="connsiteX125" fmla="*/ 29528 w 52387"/>
                                <a:gd name="connsiteY125" fmla="*/ 32385 h 45720"/>
                                <a:gd name="connsiteX126" fmla="*/ 32385 w 52387"/>
                                <a:gd name="connsiteY126" fmla="*/ 27622 h 45720"/>
                                <a:gd name="connsiteX127" fmla="*/ 35243 w 52387"/>
                                <a:gd name="connsiteY127" fmla="*/ 23813 h 45720"/>
                                <a:gd name="connsiteX128" fmla="*/ 37147 w 52387"/>
                                <a:gd name="connsiteY128" fmla="*/ 20955 h 45720"/>
                                <a:gd name="connsiteX129" fmla="*/ 36195 w 52387"/>
                                <a:gd name="connsiteY129" fmla="*/ 20955 h 45720"/>
                                <a:gd name="connsiteX130" fmla="*/ 33338 w 52387"/>
                                <a:gd name="connsiteY130" fmla="*/ 21908 h 45720"/>
                                <a:gd name="connsiteX131" fmla="*/ 26670 w 52387"/>
                                <a:gd name="connsiteY131" fmla="*/ 23813 h 45720"/>
                                <a:gd name="connsiteX132" fmla="*/ 22860 w 52387"/>
                                <a:gd name="connsiteY132" fmla="*/ 24765 h 45720"/>
                                <a:gd name="connsiteX133" fmla="*/ 19050 w 52387"/>
                                <a:gd name="connsiteY133" fmla="*/ 26670 h 45720"/>
                                <a:gd name="connsiteX134" fmla="*/ 15240 w 52387"/>
                                <a:gd name="connsiteY134" fmla="*/ 29527 h 45720"/>
                                <a:gd name="connsiteX135" fmla="*/ 11430 w 52387"/>
                                <a:gd name="connsiteY135" fmla="*/ 33338 h 45720"/>
                                <a:gd name="connsiteX136" fmla="*/ 9525 w 52387"/>
                                <a:gd name="connsiteY136" fmla="*/ 35242 h 45720"/>
                                <a:gd name="connsiteX137" fmla="*/ 8572 w 52387"/>
                                <a:gd name="connsiteY137" fmla="*/ 37147 h 45720"/>
                                <a:gd name="connsiteX138" fmla="*/ 7620 w 52387"/>
                                <a:gd name="connsiteY138" fmla="*/ 38100 h 45720"/>
                                <a:gd name="connsiteX139" fmla="*/ 6668 w 52387"/>
                                <a:gd name="connsiteY139" fmla="*/ 39052 h 45720"/>
                                <a:gd name="connsiteX140" fmla="*/ 5715 w 52387"/>
                                <a:gd name="connsiteY140" fmla="*/ 41910 h 45720"/>
                                <a:gd name="connsiteX141" fmla="*/ 5715 w 52387"/>
                                <a:gd name="connsiteY141" fmla="*/ 41910 h 45720"/>
                                <a:gd name="connsiteX142" fmla="*/ 5715 w 52387"/>
                                <a:gd name="connsiteY142" fmla="*/ 41910 h 45720"/>
                                <a:gd name="connsiteX143" fmla="*/ 5715 w 52387"/>
                                <a:gd name="connsiteY143" fmla="*/ 40958 h 45720"/>
                                <a:gd name="connsiteX144" fmla="*/ 7620 w 52387"/>
                                <a:gd name="connsiteY144" fmla="*/ 36195 h 45720"/>
                                <a:gd name="connsiteX145" fmla="*/ 10478 w 52387"/>
                                <a:gd name="connsiteY145" fmla="*/ 31433 h 45720"/>
                                <a:gd name="connsiteX146" fmla="*/ 14288 w 52387"/>
                                <a:gd name="connsiteY146" fmla="*/ 27622 h 45720"/>
                                <a:gd name="connsiteX147" fmla="*/ 18097 w 52387"/>
                                <a:gd name="connsiteY147" fmla="*/ 24765 h 45720"/>
                                <a:gd name="connsiteX148" fmla="*/ 21908 w 52387"/>
                                <a:gd name="connsiteY148" fmla="*/ 22860 h 45720"/>
                                <a:gd name="connsiteX149" fmla="*/ 25718 w 52387"/>
                                <a:gd name="connsiteY149" fmla="*/ 21908 h 45720"/>
                                <a:gd name="connsiteX150" fmla="*/ 32385 w 52387"/>
                                <a:gd name="connsiteY150" fmla="*/ 20002 h 45720"/>
                                <a:gd name="connsiteX151" fmla="*/ 35243 w 52387"/>
                                <a:gd name="connsiteY151" fmla="*/ 19050 h 45720"/>
                                <a:gd name="connsiteX152" fmla="*/ 37147 w 52387"/>
                                <a:gd name="connsiteY152" fmla="*/ 18097 h 45720"/>
                                <a:gd name="connsiteX153" fmla="*/ 38100 w 52387"/>
                                <a:gd name="connsiteY153" fmla="*/ 17145 h 45720"/>
                                <a:gd name="connsiteX154" fmla="*/ 40005 w 52387"/>
                                <a:gd name="connsiteY154" fmla="*/ 14288 h 45720"/>
                                <a:gd name="connsiteX155" fmla="*/ 40958 w 52387"/>
                                <a:gd name="connsiteY155" fmla="*/ 12383 h 45720"/>
                                <a:gd name="connsiteX156" fmla="*/ 41910 w 52387"/>
                                <a:gd name="connsiteY156" fmla="*/ 10477 h 45720"/>
                                <a:gd name="connsiteX157" fmla="*/ 43815 w 52387"/>
                                <a:gd name="connsiteY157" fmla="*/ 6667 h 45720"/>
                                <a:gd name="connsiteX158" fmla="*/ 43815 w 52387"/>
                                <a:gd name="connsiteY158" fmla="*/ 6667 h 45720"/>
                                <a:gd name="connsiteX159" fmla="*/ 43815 w 52387"/>
                                <a:gd name="connsiteY159" fmla="*/ 6667 h 45720"/>
                                <a:gd name="connsiteX160" fmla="*/ 40958 w 52387"/>
                                <a:gd name="connsiteY160" fmla="*/ 6667 h 45720"/>
                                <a:gd name="connsiteX161" fmla="*/ 39053 w 52387"/>
                                <a:gd name="connsiteY161" fmla="*/ 6667 h 45720"/>
                                <a:gd name="connsiteX162" fmla="*/ 37147 w 52387"/>
                                <a:gd name="connsiteY162" fmla="*/ 6667 h 45720"/>
                                <a:gd name="connsiteX163" fmla="*/ 33338 w 52387"/>
                                <a:gd name="connsiteY163" fmla="*/ 6667 h 45720"/>
                                <a:gd name="connsiteX164" fmla="*/ 28575 w 52387"/>
                                <a:gd name="connsiteY164" fmla="*/ 7620 h 45720"/>
                                <a:gd name="connsiteX165" fmla="*/ 23813 w 52387"/>
                                <a:gd name="connsiteY165" fmla="*/ 8572 h 45720"/>
                                <a:gd name="connsiteX166" fmla="*/ 19050 w 52387"/>
                                <a:gd name="connsiteY166" fmla="*/ 9525 h 45720"/>
                                <a:gd name="connsiteX167" fmla="*/ 14288 w 52387"/>
                                <a:gd name="connsiteY167" fmla="*/ 11430 h 45720"/>
                                <a:gd name="connsiteX168" fmla="*/ 9525 w 52387"/>
                                <a:gd name="connsiteY168" fmla="*/ 14288 h 45720"/>
                                <a:gd name="connsiteX169" fmla="*/ 7620 w 52387"/>
                                <a:gd name="connsiteY169" fmla="*/ 16192 h 45720"/>
                                <a:gd name="connsiteX170" fmla="*/ 5715 w 52387"/>
                                <a:gd name="connsiteY170" fmla="*/ 18097 h 45720"/>
                                <a:gd name="connsiteX171" fmla="*/ 3810 w 52387"/>
                                <a:gd name="connsiteY171" fmla="*/ 20002 h 45720"/>
                                <a:gd name="connsiteX172" fmla="*/ 1905 w 52387"/>
                                <a:gd name="connsiteY172" fmla="*/ 21908 h 45720"/>
                                <a:gd name="connsiteX173" fmla="*/ 953 w 52387"/>
                                <a:gd name="connsiteY173" fmla="*/ 23813 h 45720"/>
                                <a:gd name="connsiteX174" fmla="*/ 0 w 52387"/>
                                <a:gd name="connsiteY174" fmla="*/ 24765 h 45720"/>
                                <a:gd name="connsiteX175" fmla="*/ 0 w 52387"/>
                                <a:gd name="connsiteY175" fmla="*/ 23813 h 45720"/>
                                <a:gd name="connsiteX176" fmla="*/ 953 w 52387"/>
                                <a:gd name="connsiteY176" fmla="*/ 22860 h 45720"/>
                                <a:gd name="connsiteX177" fmla="*/ 1905 w 52387"/>
                                <a:gd name="connsiteY177" fmla="*/ 20955 h 45720"/>
                                <a:gd name="connsiteX178" fmla="*/ 3810 w 52387"/>
                                <a:gd name="connsiteY178" fmla="*/ 19050 h 45720"/>
                                <a:gd name="connsiteX179" fmla="*/ 5715 w 52387"/>
                                <a:gd name="connsiteY179" fmla="*/ 17145 h 45720"/>
                                <a:gd name="connsiteX180" fmla="*/ 7620 w 52387"/>
                                <a:gd name="connsiteY180" fmla="*/ 15240 h 45720"/>
                                <a:gd name="connsiteX181" fmla="*/ 9525 w 52387"/>
                                <a:gd name="connsiteY181" fmla="*/ 13335 h 45720"/>
                                <a:gd name="connsiteX182" fmla="*/ 14288 w 52387"/>
                                <a:gd name="connsiteY182" fmla="*/ 10477 h 45720"/>
                                <a:gd name="connsiteX183" fmla="*/ 19050 w 52387"/>
                                <a:gd name="connsiteY183" fmla="*/ 8572 h 45720"/>
                                <a:gd name="connsiteX184" fmla="*/ 23813 w 52387"/>
                                <a:gd name="connsiteY184" fmla="*/ 7620 h 45720"/>
                                <a:gd name="connsiteX185" fmla="*/ 28575 w 52387"/>
                                <a:gd name="connsiteY185" fmla="*/ 6667 h 45720"/>
                                <a:gd name="connsiteX186" fmla="*/ 33338 w 52387"/>
                                <a:gd name="connsiteY186" fmla="*/ 5715 h 45720"/>
                                <a:gd name="connsiteX187" fmla="*/ 37147 w 52387"/>
                                <a:gd name="connsiteY187" fmla="*/ 4763 h 45720"/>
                                <a:gd name="connsiteX188" fmla="*/ 39053 w 52387"/>
                                <a:gd name="connsiteY188" fmla="*/ 4763 h 45720"/>
                                <a:gd name="connsiteX189" fmla="*/ 40958 w 52387"/>
                                <a:gd name="connsiteY189" fmla="*/ 4763 h 45720"/>
                                <a:gd name="connsiteX190" fmla="*/ 43815 w 52387"/>
                                <a:gd name="connsiteY190" fmla="*/ 4763 h 45720"/>
                                <a:gd name="connsiteX191" fmla="*/ 44768 w 52387"/>
                                <a:gd name="connsiteY191" fmla="*/ 4763 h 45720"/>
                                <a:gd name="connsiteX192" fmla="*/ 44768 w 52387"/>
                                <a:gd name="connsiteY192" fmla="*/ 4763 h 45720"/>
                                <a:gd name="connsiteX193" fmla="*/ 45720 w 52387"/>
                                <a:gd name="connsiteY193" fmla="*/ 3810 h 45720"/>
                                <a:gd name="connsiteX194" fmla="*/ 46672 w 52387"/>
                                <a:gd name="connsiteY194" fmla="*/ 1905 h 45720"/>
                                <a:gd name="connsiteX195" fmla="*/ 47625 w 52387"/>
                                <a:gd name="connsiteY195" fmla="*/ 0 h 45720"/>
                                <a:gd name="connsiteX196" fmla="*/ 49530 w 52387"/>
                                <a:gd name="connsiteY196" fmla="*/ 1905 h 45720"/>
                                <a:gd name="connsiteX197" fmla="*/ 44768 w 52387"/>
                                <a:gd name="connsiteY197" fmla="*/ 3810 h 45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52387" h="45720">
                                  <a:moveTo>
                                    <a:pt x="44768" y="3810"/>
                                  </a:moveTo>
                                  <a:cubicBezTo>
                                    <a:pt x="44768" y="3810"/>
                                    <a:pt x="44768" y="4763"/>
                                    <a:pt x="44768" y="3810"/>
                                  </a:cubicBezTo>
                                  <a:cubicBezTo>
                                    <a:pt x="44768" y="3810"/>
                                    <a:pt x="44768" y="4763"/>
                                    <a:pt x="45720" y="5715"/>
                                  </a:cubicBezTo>
                                  <a:cubicBezTo>
                                    <a:pt x="45720" y="6667"/>
                                    <a:pt x="46672" y="8572"/>
                                    <a:pt x="47625" y="10477"/>
                                  </a:cubicBezTo>
                                  <a:cubicBezTo>
                                    <a:pt x="48578" y="12383"/>
                                    <a:pt x="49530" y="14288"/>
                                    <a:pt x="50483" y="17145"/>
                                  </a:cubicBezTo>
                                  <a:cubicBezTo>
                                    <a:pt x="50483" y="18097"/>
                                    <a:pt x="51435" y="18097"/>
                                    <a:pt x="51435" y="19050"/>
                                  </a:cubicBezTo>
                                  <a:cubicBezTo>
                                    <a:pt x="51435" y="19050"/>
                                    <a:pt x="51435" y="20002"/>
                                    <a:pt x="51435" y="20002"/>
                                  </a:cubicBezTo>
                                  <a:lnTo>
                                    <a:pt x="51435" y="20002"/>
                                  </a:lnTo>
                                  <a:lnTo>
                                    <a:pt x="51435" y="20002"/>
                                  </a:lnTo>
                                  <a:lnTo>
                                    <a:pt x="51435" y="20002"/>
                                  </a:lnTo>
                                  <a:cubicBezTo>
                                    <a:pt x="51435" y="20955"/>
                                    <a:pt x="52388" y="21908"/>
                                    <a:pt x="52388" y="23813"/>
                                  </a:cubicBezTo>
                                  <a:cubicBezTo>
                                    <a:pt x="52388" y="24765"/>
                                    <a:pt x="52388" y="24765"/>
                                    <a:pt x="52388" y="25717"/>
                                  </a:cubicBezTo>
                                  <a:cubicBezTo>
                                    <a:pt x="52388" y="26670"/>
                                    <a:pt x="52388" y="26670"/>
                                    <a:pt x="52388" y="27622"/>
                                  </a:cubicBezTo>
                                  <a:cubicBezTo>
                                    <a:pt x="52388" y="27622"/>
                                    <a:pt x="52388" y="28575"/>
                                    <a:pt x="52388" y="28575"/>
                                  </a:cubicBezTo>
                                  <a:cubicBezTo>
                                    <a:pt x="52388" y="28575"/>
                                    <a:pt x="52388" y="29527"/>
                                    <a:pt x="52388" y="29527"/>
                                  </a:cubicBezTo>
                                  <a:cubicBezTo>
                                    <a:pt x="52388" y="30480"/>
                                    <a:pt x="52388" y="30480"/>
                                    <a:pt x="52388" y="30480"/>
                                  </a:cubicBezTo>
                                  <a:cubicBezTo>
                                    <a:pt x="52388" y="31433"/>
                                    <a:pt x="52388" y="32385"/>
                                    <a:pt x="52388" y="33338"/>
                                  </a:cubicBezTo>
                                  <a:cubicBezTo>
                                    <a:pt x="52388" y="34290"/>
                                    <a:pt x="52388" y="34290"/>
                                    <a:pt x="52388" y="35242"/>
                                  </a:cubicBezTo>
                                  <a:cubicBezTo>
                                    <a:pt x="52388" y="35242"/>
                                    <a:pt x="52388" y="36195"/>
                                    <a:pt x="52388" y="36195"/>
                                  </a:cubicBezTo>
                                  <a:cubicBezTo>
                                    <a:pt x="52388" y="36195"/>
                                    <a:pt x="52388" y="36195"/>
                                    <a:pt x="52388" y="37147"/>
                                  </a:cubicBezTo>
                                  <a:cubicBezTo>
                                    <a:pt x="52388" y="37147"/>
                                    <a:pt x="52388" y="37147"/>
                                    <a:pt x="52388" y="37147"/>
                                  </a:cubicBezTo>
                                  <a:lnTo>
                                    <a:pt x="52388" y="37147"/>
                                  </a:lnTo>
                                  <a:cubicBezTo>
                                    <a:pt x="52388" y="37147"/>
                                    <a:pt x="52388" y="37147"/>
                                    <a:pt x="52388" y="37147"/>
                                  </a:cubicBezTo>
                                  <a:cubicBezTo>
                                    <a:pt x="52388" y="37147"/>
                                    <a:pt x="52388" y="37147"/>
                                    <a:pt x="52388" y="36195"/>
                                  </a:cubicBezTo>
                                  <a:cubicBezTo>
                                    <a:pt x="52388" y="36195"/>
                                    <a:pt x="52388" y="35242"/>
                                    <a:pt x="52388" y="35242"/>
                                  </a:cubicBezTo>
                                  <a:cubicBezTo>
                                    <a:pt x="52388" y="34290"/>
                                    <a:pt x="52388" y="34290"/>
                                    <a:pt x="52388" y="33338"/>
                                  </a:cubicBezTo>
                                  <a:cubicBezTo>
                                    <a:pt x="52388" y="32385"/>
                                    <a:pt x="52388" y="31433"/>
                                    <a:pt x="52388" y="30480"/>
                                  </a:cubicBezTo>
                                  <a:cubicBezTo>
                                    <a:pt x="52388" y="30480"/>
                                    <a:pt x="52388" y="29527"/>
                                    <a:pt x="52388" y="29527"/>
                                  </a:cubicBezTo>
                                  <a:cubicBezTo>
                                    <a:pt x="52388" y="29527"/>
                                    <a:pt x="52388" y="28575"/>
                                    <a:pt x="52388" y="28575"/>
                                  </a:cubicBezTo>
                                  <a:cubicBezTo>
                                    <a:pt x="52388" y="28575"/>
                                    <a:pt x="52388" y="27622"/>
                                    <a:pt x="52388" y="27622"/>
                                  </a:cubicBezTo>
                                  <a:cubicBezTo>
                                    <a:pt x="52388" y="26670"/>
                                    <a:pt x="52388" y="26670"/>
                                    <a:pt x="52388" y="25717"/>
                                  </a:cubicBezTo>
                                  <a:cubicBezTo>
                                    <a:pt x="52388" y="24765"/>
                                    <a:pt x="52388" y="24765"/>
                                    <a:pt x="52388" y="23813"/>
                                  </a:cubicBezTo>
                                  <a:cubicBezTo>
                                    <a:pt x="52388" y="22860"/>
                                    <a:pt x="51435" y="21908"/>
                                    <a:pt x="51435" y="20002"/>
                                  </a:cubicBezTo>
                                  <a:lnTo>
                                    <a:pt x="51435" y="20002"/>
                                  </a:lnTo>
                                  <a:lnTo>
                                    <a:pt x="51435" y="20002"/>
                                  </a:lnTo>
                                  <a:lnTo>
                                    <a:pt x="51435" y="20002"/>
                                  </a:lnTo>
                                  <a:cubicBezTo>
                                    <a:pt x="51435" y="20002"/>
                                    <a:pt x="51435" y="19050"/>
                                    <a:pt x="51435" y="19050"/>
                                  </a:cubicBezTo>
                                  <a:cubicBezTo>
                                    <a:pt x="51435" y="18097"/>
                                    <a:pt x="50483" y="18097"/>
                                    <a:pt x="50483" y="17145"/>
                                  </a:cubicBezTo>
                                  <a:cubicBezTo>
                                    <a:pt x="49530" y="15240"/>
                                    <a:pt x="48578" y="12383"/>
                                    <a:pt x="47625" y="10477"/>
                                  </a:cubicBezTo>
                                  <a:cubicBezTo>
                                    <a:pt x="46672" y="7620"/>
                                    <a:pt x="45720" y="5715"/>
                                    <a:pt x="45720" y="4763"/>
                                  </a:cubicBezTo>
                                  <a:cubicBezTo>
                                    <a:pt x="45720" y="4763"/>
                                    <a:pt x="45720" y="5715"/>
                                    <a:pt x="44768" y="5715"/>
                                  </a:cubicBezTo>
                                  <a:cubicBezTo>
                                    <a:pt x="44768" y="5715"/>
                                    <a:pt x="43815" y="6667"/>
                                    <a:pt x="43815" y="6667"/>
                                  </a:cubicBezTo>
                                  <a:cubicBezTo>
                                    <a:pt x="43815" y="6667"/>
                                    <a:pt x="42863" y="7620"/>
                                    <a:pt x="42863" y="8572"/>
                                  </a:cubicBezTo>
                                  <a:cubicBezTo>
                                    <a:pt x="41910" y="9525"/>
                                    <a:pt x="40958" y="10477"/>
                                    <a:pt x="40958" y="12383"/>
                                  </a:cubicBezTo>
                                  <a:cubicBezTo>
                                    <a:pt x="40958" y="12383"/>
                                    <a:pt x="40958" y="13335"/>
                                    <a:pt x="40005" y="13335"/>
                                  </a:cubicBezTo>
                                  <a:cubicBezTo>
                                    <a:pt x="40005" y="13335"/>
                                    <a:pt x="40005" y="13335"/>
                                    <a:pt x="40005" y="13335"/>
                                  </a:cubicBezTo>
                                  <a:cubicBezTo>
                                    <a:pt x="40005" y="14288"/>
                                    <a:pt x="40005" y="14288"/>
                                    <a:pt x="40005" y="15240"/>
                                  </a:cubicBezTo>
                                  <a:cubicBezTo>
                                    <a:pt x="40005" y="16192"/>
                                    <a:pt x="40005" y="17145"/>
                                    <a:pt x="40005" y="18097"/>
                                  </a:cubicBezTo>
                                  <a:cubicBezTo>
                                    <a:pt x="40005" y="20002"/>
                                    <a:pt x="40958" y="22860"/>
                                    <a:pt x="40958" y="24765"/>
                                  </a:cubicBezTo>
                                  <a:cubicBezTo>
                                    <a:pt x="40958" y="25717"/>
                                    <a:pt x="41910" y="27622"/>
                                    <a:pt x="41910" y="28575"/>
                                  </a:cubicBezTo>
                                  <a:cubicBezTo>
                                    <a:pt x="41910" y="29527"/>
                                    <a:pt x="41910" y="29527"/>
                                    <a:pt x="41910" y="30480"/>
                                  </a:cubicBezTo>
                                  <a:cubicBezTo>
                                    <a:pt x="41910" y="31433"/>
                                    <a:pt x="41910" y="31433"/>
                                    <a:pt x="41910" y="32385"/>
                                  </a:cubicBezTo>
                                  <a:cubicBezTo>
                                    <a:pt x="41910" y="33338"/>
                                    <a:pt x="41910" y="34290"/>
                                    <a:pt x="41910" y="35242"/>
                                  </a:cubicBezTo>
                                  <a:cubicBezTo>
                                    <a:pt x="41910" y="35242"/>
                                    <a:pt x="41910" y="36195"/>
                                    <a:pt x="41910" y="36195"/>
                                  </a:cubicBezTo>
                                  <a:cubicBezTo>
                                    <a:pt x="41910" y="36195"/>
                                    <a:pt x="41910" y="37147"/>
                                    <a:pt x="41910" y="37147"/>
                                  </a:cubicBezTo>
                                  <a:cubicBezTo>
                                    <a:pt x="41910" y="38100"/>
                                    <a:pt x="41910" y="39052"/>
                                    <a:pt x="40958" y="40005"/>
                                  </a:cubicBezTo>
                                  <a:cubicBezTo>
                                    <a:pt x="40958" y="40005"/>
                                    <a:pt x="40958" y="40005"/>
                                    <a:pt x="40958" y="40005"/>
                                  </a:cubicBezTo>
                                  <a:cubicBezTo>
                                    <a:pt x="40958" y="40005"/>
                                    <a:pt x="40958" y="40005"/>
                                    <a:pt x="40958" y="40005"/>
                                  </a:cubicBezTo>
                                  <a:cubicBezTo>
                                    <a:pt x="40958" y="40005"/>
                                    <a:pt x="40958" y="40005"/>
                                    <a:pt x="40958" y="40005"/>
                                  </a:cubicBezTo>
                                  <a:cubicBezTo>
                                    <a:pt x="40958" y="40005"/>
                                    <a:pt x="40958" y="40005"/>
                                    <a:pt x="40958" y="40005"/>
                                  </a:cubicBezTo>
                                  <a:cubicBezTo>
                                    <a:pt x="40958" y="40005"/>
                                    <a:pt x="40958" y="40005"/>
                                    <a:pt x="40958" y="40005"/>
                                  </a:cubicBezTo>
                                  <a:cubicBezTo>
                                    <a:pt x="40958" y="40005"/>
                                    <a:pt x="40958" y="40005"/>
                                    <a:pt x="40005" y="40005"/>
                                  </a:cubicBezTo>
                                  <a:cubicBezTo>
                                    <a:pt x="40005" y="40005"/>
                                    <a:pt x="40005" y="40005"/>
                                    <a:pt x="40958" y="40005"/>
                                  </a:cubicBezTo>
                                  <a:cubicBezTo>
                                    <a:pt x="40958" y="40005"/>
                                    <a:pt x="40958" y="40005"/>
                                    <a:pt x="40958" y="40005"/>
                                  </a:cubicBezTo>
                                  <a:cubicBezTo>
                                    <a:pt x="40958" y="40005"/>
                                    <a:pt x="40958" y="40005"/>
                                    <a:pt x="40958" y="40005"/>
                                  </a:cubicBezTo>
                                  <a:cubicBezTo>
                                    <a:pt x="40958" y="40005"/>
                                    <a:pt x="40958" y="40005"/>
                                    <a:pt x="40958" y="40005"/>
                                  </a:cubicBezTo>
                                  <a:cubicBezTo>
                                    <a:pt x="40958" y="40005"/>
                                    <a:pt x="40958" y="40005"/>
                                    <a:pt x="40958" y="40005"/>
                                  </a:cubicBezTo>
                                  <a:cubicBezTo>
                                    <a:pt x="40958" y="40005"/>
                                    <a:pt x="40958" y="40005"/>
                                    <a:pt x="40958" y="40005"/>
                                  </a:cubicBezTo>
                                  <a:cubicBezTo>
                                    <a:pt x="40958" y="39052"/>
                                    <a:pt x="41910" y="39052"/>
                                    <a:pt x="41910" y="37147"/>
                                  </a:cubicBezTo>
                                  <a:cubicBezTo>
                                    <a:pt x="41910" y="37147"/>
                                    <a:pt x="41910" y="36195"/>
                                    <a:pt x="41910" y="36195"/>
                                  </a:cubicBezTo>
                                  <a:cubicBezTo>
                                    <a:pt x="41910" y="36195"/>
                                    <a:pt x="41910" y="35242"/>
                                    <a:pt x="41910" y="35242"/>
                                  </a:cubicBezTo>
                                  <a:cubicBezTo>
                                    <a:pt x="41910" y="34290"/>
                                    <a:pt x="41910" y="33338"/>
                                    <a:pt x="41910" y="32385"/>
                                  </a:cubicBezTo>
                                  <a:cubicBezTo>
                                    <a:pt x="41910" y="31433"/>
                                    <a:pt x="41910" y="31433"/>
                                    <a:pt x="41910" y="30480"/>
                                  </a:cubicBezTo>
                                  <a:cubicBezTo>
                                    <a:pt x="41910" y="29527"/>
                                    <a:pt x="41910" y="29527"/>
                                    <a:pt x="41910" y="28575"/>
                                  </a:cubicBezTo>
                                  <a:cubicBezTo>
                                    <a:pt x="41910" y="27622"/>
                                    <a:pt x="40958" y="25717"/>
                                    <a:pt x="40958" y="24765"/>
                                  </a:cubicBezTo>
                                  <a:cubicBezTo>
                                    <a:pt x="40005" y="21908"/>
                                    <a:pt x="40005" y="20002"/>
                                    <a:pt x="39053" y="18097"/>
                                  </a:cubicBezTo>
                                  <a:cubicBezTo>
                                    <a:pt x="39053" y="17145"/>
                                    <a:pt x="39053" y="16192"/>
                                    <a:pt x="39053" y="15240"/>
                                  </a:cubicBezTo>
                                  <a:cubicBezTo>
                                    <a:pt x="39053" y="15240"/>
                                    <a:pt x="39053" y="15240"/>
                                    <a:pt x="39053" y="15240"/>
                                  </a:cubicBezTo>
                                  <a:cubicBezTo>
                                    <a:pt x="39053" y="15240"/>
                                    <a:pt x="38100" y="16192"/>
                                    <a:pt x="38100" y="16192"/>
                                  </a:cubicBezTo>
                                  <a:cubicBezTo>
                                    <a:pt x="37147" y="17145"/>
                                    <a:pt x="36195" y="19050"/>
                                    <a:pt x="35243" y="20002"/>
                                  </a:cubicBezTo>
                                  <a:cubicBezTo>
                                    <a:pt x="34290" y="20955"/>
                                    <a:pt x="33338" y="21908"/>
                                    <a:pt x="32385" y="23813"/>
                                  </a:cubicBezTo>
                                  <a:cubicBezTo>
                                    <a:pt x="32385" y="23813"/>
                                    <a:pt x="32385" y="23813"/>
                                    <a:pt x="32385" y="23813"/>
                                  </a:cubicBezTo>
                                  <a:cubicBezTo>
                                    <a:pt x="32385" y="23813"/>
                                    <a:pt x="32385" y="23813"/>
                                    <a:pt x="32385" y="24765"/>
                                  </a:cubicBezTo>
                                  <a:cubicBezTo>
                                    <a:pt x="32385" y="25717"/>
                                    <a:pt x="32385" y="26670"/>
                                    <a:pt x="32385" y="27622"/>
                                  </a:cubicBezTo>
                                  <a:cubicBezTo>
                                    <a:pt x="32385" y="28575"/>
                                    <a:pt x="32385" y="29527"/>
                                    <a:pt x="32385" y="29527"/>
                                  </a:cubicBezTo>
                                  <a:cubicBezTo>
                                    <a:pt x="32385" y="30480"/>
                                    <a:pt x="32385" y="31433"/>
                                    <a:pt x="32385" y="32385"/>
                                  </a:cubicBezTo>
                                  <a:cubicBezTo>
                                    <a:pt x="32385" y="32385"/>
                                    <a:pt x="32385" y="33338"/>
                                    <a:pt x="32385" y="33338"/>
                                  </a:cubicBezTo>
                                  <a:cubicBezTo>
                                    <a:pt x="32385" y="33338"/>
                                    <a:pt x="32385" y="34290"/>
                                    <a:pt x="32385" y="34290"/>
                                  </a:cubicBezTo>
                                  <a:cubicBezTo>
                                    <a:pt x="32385" y="34290"/>
                                    <a:pt x="32385" y="35242"/>
                                    <a:pt x="32385" y="35242"/>
                                  </a:cubicBezTo>
                                  <a:cubicBezTo>
                                    <a:pt x="32385" y="35242"/>
                                    <a:pt x="32385" y="36195"/>
                                    <a:pt x="32385" y="36195"/>
                                  </a:cubicBezTo>
                                  <a:cubicBezTo>
                                    <a:pt x="32385" y="37147"/>
                                    <a:pt x="32385" y="38100"/>
                                    <a:pt x="32385" y="39052"/>
                                  </a:cubicBezTo>
                                  <a:cubicBezTo>
                                    <a:pt x="32385" y="40005"/>
                                    <a:pt x="32385" y="40958"/>
                                    <a:pt x="32385" y="41910"/>
                                  </a:cubicBezTo>
                                  <a:cubicBezTo>
                                    <a:pt x="32385" y="41910"/>
                                    <a:pt x="32385" y="42863"/>
                                    <a:pt x="32385" y="42863"/>
                                  </a:cubicBezTo>
                                  <a:cubicBezTo>
                                    <a:pt x="32385" y="42863"/>
                                    <a:pt x="32385" y="43815"/>
                                    <a:pt x="32385" y="43815"/>
                                  </a:cubicBezTo>
                                  <a:cubicBezTo>
                                    <a:pt x="32385" y="43815"/>
                                    <a:pt x="32385" y="43815"/>
                                    <a:pt x="32385" y="44767"/>
                                  </a:cubicBezTo>
                                  <a:cubicBezTo>
                                    <a:pt x="32385" y="44767"/>
                                    <a:pt x="32385" y="44767"/>
                                    <a:pt x="32385" y="45720"/>
                                  </a:cubicBezTo>
                                  <a:cubicBezTo>
                                    <a:pt x="32385" y="45720"/>
                                    <a:pt x="32385" y="45720"/>
                                    <a:pt x="32385" y="45720"/>
                                  </a:cubicBezTo>
                                  <a:cubicBezTo>
                                    <a:pt x="32385" y="45720"/>
                                    <a:pt x="32385" y="44767"/>
                                    <a:pt x="32385" y="44767"/>
                                  </a:cubicBezTo>
                                  <a:cubicBezTo>
                                    <a:pt x="32385" y="44767"/>
                                    <a:pt x="32385" y="43815"/>
                                    <a:pt x="32385" y="43815"/>
                                  </a:cubicBezTo>
                                  <a:cubicBezTo>
                                    <a:pt x="32385" y="43815"/>
                                    <a:pt x="32385" y="42863"/>
                                    <a:pt x="32385" y="42863"/>
                                  </a:cubicBezTo>
                                  <a:cubicBezTo>
                                    <a:pt x="32385" y="41910"/>
                                    <a:pt x="32385" y="40958"/>
                                    <a:pt x="32385" y="40005"/>
                                  </a:cubicBezTo>
                                  <a:cubicBezTo>
                                    <a:pt x="32385" y="39052"/>
                                    <a:pt x="32385" y="38100"/>
                                    <a:pt x="32385" y="37147"/>
                                  </a:cubicBezTo>
                                  <a:lnTo>
                                    <a:pt x="32385" y="36195"/>
                                  </a:lnTo>
                                  <a:lnTo>
                                    <a:pt x="32385" y="35242"/>
                                  </a:lnTo>
                                  <a:cubicBezTo>
                                    <a:pt x="32385" y="35242"/>
                                    <a:pt x="32385" y="34290"/>
                                    <a:pt x="32385" y="34290"/>
                                  </a:cubicBezTo>
                                  <a:cubicBezTo>
                                    <a:pt x="32385" y="34290"/>
                                    <a:pt x="32385" y="33338"/>
                                    <a:pt x="32385" y="33338"/>
                                  </a:cubicBezTo>
                                  <a:cubicBezTo>
                                    <a:pt x="32385" y="33338"/>
                                    <a:pt x="32385" y="32385"/>
                                    <a:pt x="32385" y="32385"/>
                                  </a:cubicBezTo>
                                  <a:cubicBezTo>
                                    <a:pt x="32385" y="31433"/>
                                    <a:pt x="32385" y="30480"/>
                                    <a:pt x="32385" y="29527"/>
                                  </a:cubicBezTo>
                                  <a:cubicBezTo>
                                    <a:pt x="32385" y="28575"/>
                                    <a:pt x="32385" y="27622"/>
                                    <a:pt x="32385" y="27622"/>
                                  </a:cubicBezTo>
                                  <a:cubicBezTo>
                                    <a:pt x="32385" y="26670"/>
                                    <a:pt x="32385" y="25717"/>
                                    <a:pt x="32385" y="25717"/>
                                  </a:cubicBezTo>
                                  <a:cubicBezTo>
                                    <a:pt x="31433" y="26670"/>
                                    <a:pt x="31433" y="27622"/>
                                    <a:pt x="30480" y="28575"/>
                                  </a:cubicBezTo>
                                  <a:cubicBezTo>
                                    <a:pt x="29528" y="30480"/>
                                    <a:pt x="28575" y="31433"/>
                                    <a:pt x="27622" y="32385"/>
                                  </a:cubicBezTo>
                                  <a:cubicBezTo>
                                    <a:pt x="27622" y="33338"/>
                                    <a:pt x="26670" y="34290"/>
                                    <a:pt x="26670" y="34290"/>
                                  </a:cubicBezTo>
                                  <a:cubicBezTo>
                                    <a:pt x="26670" y="35242"/>
                                    <a:pt x="25718" y="36195"/>
                                    <a:pt x="25718" y="36195"/>
                                  </a:cubicBezTo>
                                  <a:cubicBezTo>
                                    <a:pt x="24765" y="38100"/>
                                    <a:pt x="24765" y="39052"/>
                                    <a:pt x="23813" y="40958"/>
                                  </a:cubicBezTo>
                                  <a:cubicBezTo>
                                    <a:pt x="23813" y="41910"/>
                                    <a:pt x="23813" y="42863"/>
                                    <a:pt x="22860" y="42863"/>
                                  </a:cubicBezTo>
                                  <a:cubicBezTo>
                                    <a:pt x="22860" y="43815"/>
                                    <a:pt x="22860" y="43815"/>
                                    <a:pt x="22860" y="44767"/>
                                  </a:cubicBezTo>
                                  <a:cubicBezTo>
                                    <a:pt x="22860" y="44767"/>
                                    <a:pt x="22860" y="44767"/>
                                    <a:pt x="22860" y="44767"/>
                                  </a:cubicBezTo>
                                  <a:lnTo>
                                    <a:pt x="22860" y="44767"/>
                                  </a:lnTo>
                                  <a:cubicBezTo>
                                    <a:pt x="22860" y="43815"/>
                                    <a:pt x="22860" y="43815"/>
                                    <a:pt x="22860" y="42863"/>
                                  </a:cubicBezTo>
                                  <a:cubicBezTo>
                                    <a:pt x="22860" y="41910"/>
                                    <a:pt x="22860" y="40958"/>
                                    <a:pt x="23813" y="40958"/>
                                  </a:cubicBezTo>
                                  <a:cubicBezTo>
                                    <a:pt x="23813" y="39052"/>
                                    <a:pt x="24765" y="38100"/>
                                    <a:pt x="25718" y="36195"/>
                                  </a:cubicBezTo>
                                  <a:cubicBezTo>
                                    <a:pt x="25718" y="36195"/>
                                    <a:pt x="25718" y="35242"/>
                                    <a:pt x="26670" y="35242"/>
                                  </a:cubicBezTo>
                                  <a:cubicBezTo>
                                    <a:pt x="26670" y="35242"/>
                                    <a:pt x="26670" y="34290"/>
                                    <a:pt x="27622" y="34290"/>
                                  </a:cubicBezTo>
                                  <a:cubicBezTo>
                                    <a:pt x="27622" y="34290"/>
                                    <a:pt x="27622" y="33338"/>
                                    <a:pt x="28575" y="33338"/>
                                  </a:cubicBezTo>
                                  <a:cubicBezTo>
                                    <a:pt x="28575" y="33338"/>
                                    <a:pt x="28575" y="32385"/>
                                    <a:pt x="29528" y="32385"/>
                                  </a:cubicBezTo>
                                  <a:cubicBezTo>
                                    <a:pt x="30480" y="30480"/>
                                    <a:pt x="31433" y="29527"/>
                                    <a:pt x="32385" y="27622"/>
                                  </a:cubicBezTo>
                                  <a:cubicBezTo>
                                    <a:pt x="33338" y="25717"/>
                                    <a:pt x="34290" y="24765"/>
                                    <a:pt x="35243" y="23813"/>
                                  </a:cubicBezTo>
                                  <a:cubicBezTo>
                                    <a:pt x="36195" y="22860"/>
                                    <a:pt x="36195" y="21908"/>
                                    <a:pt x="37147" y="20955"/>
                                  </a:cubicBezTo>
                                  <a:cubicBezTo>
                                    <a:pt x="37147" y="20955"/>
                                    <a:pt x="37147" y="20955"/>
                                    <a:pt x="36195" y="20955"/>
                                  </a:cubicBezTo>
                                  <a:cubicBezTo>
                                    <a:pt x="35243" y="20955"/>
                                    <a:pt x="34290" y="21908"/>
                                    <a:pt x="33338" y="21908"/>
                                  </a:cubicBezTo>
                                  <a:cubicBezTo>
                                    <a:pt x="31433" y="22860"/>
                                    <a:pt x="28575" y="22860"/>
                                    <a:pt x="26670" y="23813"/>
                                  </a:cubicBezTo>
                                  <a:cubicBezTo>
                                    <a:pt x="25718" y="23813"/>
                                    <a:pt x="23813" y="24765"/>
                                    <a:pt x="22860" y="24765"/>
                                  </a:cubicBezTo>
                                  <a:cubicBezTo>
                                    <a:pt x="21908" y="25717"/>
                                    <a:pt x="20003" y="25717"/>
                                    <a:pt x="19050" y="26670"/>
                                  </a:cubicBezTo>
                                  <a:cubicBezTo>
                                    <a:pt x="18097" y="27622"/>
                                    <a:pt x="16193" y="28575"/>
                                    <a:pt x="15240" y="29527"/>
                                  </a:cubicBezTo>
                                  <a:cubicBezTo>
                                    <a:pt x="14288" y="30480"/>
                                    <a:pt x="13335" y="31433"/>
                                    <a:pt x="11430" y="33338"/>
                                  </a:cubicBezTo>
                                  <a:cubicBezTo>
                                    <a:pt x="10478" y="34290"/>
                                    <a:pt x="10478" y="34290"/>
                                    <a:pt x="9525" y="35242"/>
                                  </a:cubicBezTo>
                                  <a:cubicBezTo>
                                    <a:pt x="9525" y="36195"/>
                                    <a:pt x="8572" y="37147"/>
                                    <a:pt x="8572" y="37147"/>
                                  </a:cubicBezTo>
                                  <a:cubicBezTo>
                                    <a:pt x="8572" y="37147"/>
                                    <a:pt x="8572" y="38100"/>
                                    <a:pt x="7620" y="38100"/>
                                  </a:cubicBezTo>
                                  <a:cubicBezTo>
                                    <a:pt x="7620" y="38100"/>
                                    <a:pt x="7620" y="39052"/>
                                    <a:pt x="6668" y="39052"/>
                                  </a:cubicBezTo>
                                  <a:cubicBezTo>
                                    <a:pt x="6668" y="40005"/>
                                    <a:pt x="5715" y="40958"/>
                                    <a:pt x="5715" y="41910"/>
                                  </a:cubicBezTo>
                                  <a:cubicBezTo>
                                    <a:pt x="5715" y="41910"/>
                                    <a:pt x="5715" y="41910"/>
                                    <a:pt x="5715" y="41910"/>
                                  </a:cubicBezTo>
                                  <a:cubicBezTo>
                                    <a:pt x="5715" y="41910"/>
                                    <a:pt x="5715" y="41910"/>
                                    <a:pt x="5715" y="41910"/>
                                  </a:cubicBezTo>
                                  <a:lnTo>
                                    <a:pt x="5715" y="40958"/>
                                  </a:lnTo>
                                  <a:cubicBezTo>
                                    <a:pt x="5715" y="39052"/>
                                    <a:pt x="6668" y="37147"/>
                                    <a:pt x="7620" y="36195"/>
                                  </a:cubicBezTo>
                                  <a:cubicBezTo>
                                    <a:pt x="8572" y="34290"/>
                                    <a:pt x="9525" y="33338"/>
                                    <a:pt x="10478" y="31433"/>
                                  </a:cubicBezTo>
                                  <a:cubicBezTo>
                                    <a:pt x="11430" y="30480"/>
                                    <a:pt x="12383" y="28575"/>
                                    <a:pt x="14288" y="27622"/>
                                  </a:cubicBezTo>
                                  <a:cubicBezTo>
                                    <a:pt x="15240" y="26670"/>
                                    <a:pt x="17145" y="25717"/>
                                    <a:pt x="18097" y="24765"/>
                                  </a:cubicBezTo>
                                  <a:cubicBezTo>
                                    <a:pt x="19050" y="23813"/>
                                    <a:pt x="20955" y="22860"/>
                                    <a:pt x="21908" y="22860"/>
                                  </a:cubicBezTo>
                                  <a:cubicBezTo>
                                    <a:pt x="22860" y="21908"/>
                                    <a:pt x="24765" y="21908"/>
                                    <a:pt x="25718" y="21908"/>
                                  </a:cubicBezTo>
                                  <a:cubicBezTo>
                                    <a:pt x="28575" y="20955"/>
                                    <a:pt x="30480" y="20002"/>
                                    <a:pt x="32385" y="20002"/>
                                  </a:cubicBezTo>
                                  <a:cubicBezTo>
                                    <a:pt x="33338" y="20002"/>
                                    <a:pt x="34290" y="19050"/>
                                    <a:pt x="35243" y="19050"/>
                                  </a:cubicBezTo>
                                  <a:cubicBezTo>
                                    <a:pt x="36195" y="19050"/>
                                    <a:pt x="36195" y="18097"/>
                                    <a:pt x="37147" y="18097"/>
                                  </a:cubicBezTo>
                                  <a:cubicBezTo>
                                    <a:pt x="37147" y="18097"/>
                                    <a:pt x="38100" y="17145"/>
                                    <a:pt x="38100" y="17145"/>
                                  </a:cubicBezTo>
                                  <a:cubicBezTo>
                                    <a:pt x="39053" y="16192"/>
                                    <a:pt x="39053" y="15240"/>
                                    <a:pt x="40005" y="14288"/>
                                  </a:cubicBezTo>
                                  <a:cubicBezTo>
                                    <a:pt x="40005" y="13335"/>
                                    <a:pt x="40958" y="13335"/>
                                    <a:pt x="40958" y="12383"/>
                                  </a:cubicBezTo>
                                  <a:cubicBezTo>
                                    <a:pt x="40958" y="11430"/>
                                    <a:pt x="41910" y="11430"/>
                                    <a:pt x="41910" y="10477"/>
                                  </a:cubicBezTo>
                                  <a:cubicBezTo>
                                    <a:pt x="42863" y="9525"/>
                                    <a:pt x="43815" y="8572"/>
                                    <a:pt x="43815" y="6667"/>
                                  </a:cubicBezTo>
                                  <a:cubicBezTo>
                                    <a:pt x="43815" y="6667"/>
                                    <a:pt x="43815" y="6667"/>
                                    <a:pt x="43815" y="6667"/>
                                  </a:cubicBezTo>
                                  <a:cubicBezTo>
                                    <a:pt x="43815" y="6667"/>
                                    <a:pt x="43815" y="6667"/>
                                    <a:pt x="43815" y="6667"/>
                                  </a:cubicBezTo>
                                  <a:cubicBezTo>
                                    <a:pt x="42863" y="6667"/>
                                    <a:pt x="41910" y="6667"/>
                                    <a:pt x="40958" y="6667"/>
                                  </a:cubicBezTo>
                                  <a:cubicBezTo>
                                    <a:pt x="40005" y="6667"/>
                                    <a:pt x="40005" y="6667"/>
                                    <a:pt x="39053" y="6667"/>
                                  </a:cubicBezTo>
                                  <a:cubicBezTo>
                                    <a:pt x="38100" y="6667"/>
                                    <a:pt x="38100" y="6667"/>
                                    <a:pt x="37147" y="6667"/>
                                  </a:cubicBezTo>
                                  <a:cubicBezTo>
                                    <a:pt x="36195" y="6667"/>
                                    <a:pt x="34290" y="6667"/>
                                    <a:pt x="33338" y="6667"/>
                                  </a:cubicBezTo>
                                  <a:cubicBezTo>
                                    <a:pt x="32385" y="6667"/>
                                    <a:pt x="30480" y="6667"/>
                                    <a:pt x="28575" y="7620"/>
                                  </a:cubicBezTo>
                                  <a:cubicBezTo>
                                    <a:pt x="26670" y="7620"/>
                                    <a:pt x="25718" y="7620"/>
                                    <a:pt x="23813" y="8572"/>
                                  </a:cubicBezTo>
                                  <a:cubicBezTo>
                                    <a:pt x="21908" y="8572"/>
                                    <a:pt x="20955" y="9525"/>
                                    <a:pt x="19050" y="9525"/>
                                  </a:cubicBezTo>
                                  <a:cubicBezTo>
                                    <a:pt x="17145" y="10477"/>
                                    <a:pt x="16193" y="10477"/>
                                    <a:pt x="14288" y="11430"/>
                                  </a:cubicBezTo>
                                  <a:cubicBezTo>
                                    <a:pt x="12383" y="12383"/>
                                    <a:pt x="11430" y="13335"/>
                                    <a:pt x="9525" y="14288"/>
                                  </a:cubicBezTo>
                                  <a:cubicBezTo>
                                    <a:pt x="8572" y="15240"/>
                                    <a:pt x="7620" y="15240"/>
                                    <a:pt x="7620" y="16192"/>
                                  </a:cubicBezTo>
                                  <a:cubicBezTo>
                                    <a:pt x="6668" y="17145"/>
                                    <a:pt x="6668" y="17145"/>
                                    <a:pt x="5715" y="18097"/>
                                  </a:cubicBezTo>
                                  <a:cubicBezTo>
                                    <a:pt x="4763" y="19050"/>
                                    <a:pt x="4763" y="19050"/>
                                    <a:pt x="3810" y="20002"/>
                                  </a:cubicBezTo>
                                  <a:cubicBezTo>
                                    <a:pt x="2858" y="20955"/>
                                    <a:pt x="2858" y="20955"/>
                                    <a:pt x="1905" y="21908"/>
                                  </a:cubicBezTo>
                                  <a:cubicBezTo>
                                    <a:pt x="953" y="22860"/>
                                    <a:pt x="953" y="22860"/>
                                    <a:pt x="953" y="23813"/>
                                  </a:cubicBezTo>
                                  <a:cubicBezTo>
                                    <a:pt x="953" y="24765"/>
                                    <a:pt x="0" y="24765"/>
                                    <a:pt x="0" y="24765"/>
                                  </a:cubicBezTo>
                                  <a:cubicBezTo>
                                    <a:pt x="0" y="24765"/>
                                    <a:pt x="0" y="24765"/>
                                    <a:pt x="0" y="23813"/>
                                  </a:cubicBezTo>
                                  <a:cubicBezTo>
                                    <a:pt x="0" y="23813"/>
                                    <a:pt x="0" y="22860"/>
                                    <a:pt x="953" y="22860"/>
                                  </a:cubicBezTo>
                                  <a:cubicBezTo>
                                    <a:pt x="953" y="21908"/>
                                    <a:pt x="1905" y="21908"/>
                                    <a:pt x="1905" y="20955"/>
                                  </a:cubicBezTo>
                                  <a:cubicBezTo>
                                    <a:pt x="2858" y="20002"/>
                                    <a:pt x="2858" y="19050"/>
                                    <a:pt x="3810" y="19050"/>
                                  </a:cubicBezTo>
                                  <a:cubicBezTo>
                                    <a:pt x="4763" y="18097"/>
                                    <a:pt x="4763" y="18097"/>
                                    <a:pt x="5715" y="17145"/>
                                  </a:cubicBezTo>
                                  <a:cubicBezTo>
                                    <a:pt x="6668" y="16192"/>
                                    <a:pt x="6668" y="16192"/>
                                    <a:pt x="7620" y="15240"/>
                                  </a:cubicBezTo>
                                  <a:cubicBezTo>
                                    <a:pt x="8572" y="14288"/>
                                    <a:pt x="8572" y="14288"/>
                                    <a:pt x="9525" y="13335"/>
                                  </a:cubicBezTo>
                                  <a:cubicBezTo>
                                    <a:pt x="11430" y="12383"/>
                                    <a:pt x="12383" y="11430"/>
                                    <a:pt x="14288" y="10477"/>
                                  </a:cubicBezTo>
                                  <a:cubicBezTo>
                                    <a:pt x="16193" y="9525"/>
                                    <a:pt x="17145" y="9525"/>
                                    <a:pt x="19050" y="8572"/>
                                  </a:cubicBezTo>
                                  <a:cubicBezTo>
                                    <a:pt x="20955" y="7620"/>
                                    <a:pt x="21908" y="7620"/>
                                    <a:pt x="23813" y="7620"/>
                                  </a:cubicBezTo>
                                  <a:cubicBezTo>
                                    <a:pt x="25718" y="7620"/>
                                    <a:pt x="26670" y="6667"/>
                                    <a:pt x="28575" y="6667"/>
                                  </a:cubicBezTo>
                                  <a:cubicBezTo>
                                    <a:pt x="30480" y="6667"/>
                                    <a:pt x="31433" y="6667"/>
                                    <a:pt x="33338" y="5715"/>
                                  </a:cubicBezTo>
                                  <a:cubicBezTo>
                                    <a:pt x="34290" y="5715"/>
                                    <a:pt x="36195" y="5715"/>
                                    <a:pt x="37147" y="4763"/>
                                  </a:cubicBezTo>
                                  <a:cubicBezTo>
                                    <a:pt x="38100" y="4763"/>
                                    <a:pt x="38100" y="4763"/>
                                    <a:pt x="39053" y="4763"/>
                                  </a:cubicBezTo>
                                  <a:cubicBezTo>
                                    <a:pt x="40005" y="4763"/>
                                    <a:pt x="40005" y="4763"/>
                                    <a:pt x="40958" y="4763"/>
                                  </a:cubicBezTo>
                                  <a:cubicBezTo>
                                    <a:pt x="41910" y="4763"/>
                                    <a:pt x="42863" y="4763"/>
                                    <a:pt x="43815" y="4763"/>
                                  </a:cubicBezTo>
                                  <a:cubicBezTo>
                                    <a:pt x="44768" y="4763"/>
                                    <a:pt x="44768" y="4763"/>
                                    <a:pt x="44768" y="4763"/>
                                  </a:cubicBezTo>
                                  <a:lnTo>
                                    <a:pt x="44768" y="4763"/>
                                  </a:lnTo>
                                  <a:cubicBezTo>
                                    <a:pt x="44768" y="3810"/>
                                    <a:pt x="45720" y="3810"/>
                                    <a:pt x="45720" y="3810"/>
                                  </a:cubicBezTo>
                                  <a:cubicBezTo>
                                    <a:pt x="46672" y="2858"/>
                                    <a:pt x="46672" y="1905"/>
                                    <a:pt x="46672" y="1905"/>
                                  </a:cubicBezTo>
                                  <a:cubicBezTo>
                                    <a:pt x="47625" y="952"/>
                                    <a:pt x="47625" y="0"/>
                                    <a:pt x="47625" y="0"/>
                                  </a:cubicBezTo>
                                  <a:cubicBezTo>
                                    <a:pt x="47625" y="0"/>
                                    <a:pt x="49530" y="1905"/>
                                    <a:pt x="49530" y="1905"/>
                                  </a:cubicBezTo>
                                  <a:cubicBezTo>
                                    <a:pt x="45720" y="2858"/>
                                    <a:pt x="44768" y="2858"/>
                                    <a:pt x="44768" y="3810"/>
                                  </a:cubicBezTo>
                                  <a:close/>
                                </a:path>
                              </a:pathLst>
                            </a:custGeom>
                            <a:grpFill/>
                            <a:ln w="9525" cap="flat">
                              <a:noFill/>
                              <a:prstDash val="solid"/>
                              <a:miter/>
                            </a:ln>
                          </p:spPr>
                          <p:txBody>
                            <a:bodyPr rtlCol="0" anchor="ctr"/>
                            <a:lstStyle/>
                            <a:p>
                              <a:endParaRPr lang="en-US"/>
                            </a:p>
                          </p:txBody>
                        </p:sp>
                      </p:grpSp>
                      <p:grpSp>
                        <p:nvGrpSpPr>
                          <p:cNvPr id="182" name="Graphic 2">
                            <a:extLst>
                              <a:ext uri="{FF2B5EF4-FFF2-40B4-BE49-F238E27FC236}">
                                <a16:creationId xmlns:a16="http://schemas.microsoft.com/office/drawing/2014/main" id="{AE736AF3-0337-429B-AEF1-DA4B52809559}"/>
                              </a:ext>
                            </a:extLst>
                          </p:cNvPr>
                          <p:cNvGrpSpPr/>
                          <p:nvPr/>
                        </p:nvGrpSpPr>
                        <p:grpSpPr>
                          <a:xfrm>
                            <a:off x="3071994" y="2943335"/>
                            <a:ext cx="62626" cy="50244"/>
                            <a:chOff x="3071994" y="2943335"/>
                            <a:chExt cx="62626" cy="50244"/>
                          </a:xfrm>
                          <a:grpFill/>
                        </p:grpSpPr>
                        <p:sp>
                          <p:nvSpPr>
                            <p:cNvPr id="183" name="Freeform: Shape 182">
                              <a:extLst>
                                <a:ext uri="{FF2B5EF4-FFF2-40B4-BE49-F238E27FC236}">
                                  <a16:creationId xmlns:a16="http://schemas.microsoft.com/office/drawing/2014/main" id="{5F9F5F7D-5B04-4096-BD76-323445248F75}"/>
                                </a:ext>
                              </a:extLst>
                            </p:cNvPr>
                            <p:cNvSpPr/>
                            <p:nvPr/>
                          </p:nvSpPr>
                          <p:spPr>
                            <a:xfrm>
                              <a:off x="3071994" y="2943335"/>
                              <a:ext cx="62626" cy="50244"/>
                            </a:xfrm>
                            <a:custGeom>
                              <a:avLst/>
                              <a:gdLst>
                                <a:gd name="connsiteX0" fmla="*/ 53340 w 62626"/>
                                <a:gd name="connsiteY0" fmla="*/ 8334 h 50244"/>
                                <a:gd name="connsiteX1" fmla="*/ 51435 w 62626"/>
                                <a:gd name="connsiteY1" fmla="*/ 6429 h 50244"/>
                                <a:gd name="connsiteX2" fmla="*/ 49530 w 62626"/>
                                <a:gd name="connsiteY2" fmla="*/ 4524 h 50244"/>
                                <a:gd name="connsiteX3" fmla="*/ 48578 w 62626"/>
                                <a:gd name="connsiteY3" fmla="*/ 3572 h 50244"/>
                                <a:gd name="connsiteX4" fmla="*/ 46672 w 62626"/>
                                <a:gd name="connsiteY4" fmla="*/ 1667 h 50244"/>
                                <a:gd name="connsiteX5" fmla="*/ 46672 w 62626"/>
                                <a:gd name="connsiteY5" fmla="*/ 1667 h 50244"/>
                                <a:gd name="connsiteX6" fmla="*/ 46672 w 62626"/>
                                <a:gd name="connsiteY6" fmla="*/ 1667 h 50244"/>
                                <a:gd name="connsiteX7" fmla="*/ 46672 w 62626"/>
                                <a:gd name="connsiteY7" fmla="*/ 1667 h 50244"/>
                                <a:gd name="connsiteX8" fmla="*/ 45720 w 62626"/>
                                <a:gd name="connsiteY8" fmla="*/ 1667 h 50244"/>
                                <a:gd name="connsiteX9" fmla="*/ 41910 w 62626"/>
                                <a:gd name="connsiteY9" fmla="*/ 714 h 50244"/>
                                <a:gd name="connsiteX10" fmla="*/ 28575 w 62626"/>
                                <a:gd name="connsiteY10" fmla="*/ 714 h 50244"/>
                                <a:gd name="connsiteX11" fmla="*/ 12382 w 62626"/>
                                <a:gd name="connsiteY11" fmla="*/ 7382 h 50244"/>
                                <a:gd name="connsiteX12" fmla="*/ 4763 w 62626"/>
                                <a:gd name="connsiteY12" fmla="*/ 15002 h 50244"/>
                                <a:gd name="connsiteX13" fmla="*/ 0 w 62626"/>
                                <a:gd name="connsiteY13" fmla="*/ 27384 h 50244"/>
                                <a:gd name="connsiteX14" fmla="*/ 0 w 62626"/>
                                <a:gd name="connsiteY14" fmla="*/ 28337 h 50244"/>
                                <a:gd name="connsiteX15" fmla="*/ 0 w 62626"/>
                                <a:gd name="connsiteY15" fmla="*/ 28337 h 50244"/>
                                <a:gd name="connsiteX16" fmla="*/ 0 w 62626"/>
                                <a:gd name="connsiteY16" fmla="*/ 32147 h 50244"/>
                                <a:gd name="connsiteX17" fmla="*/ 1905 w 62626"/>
                                <a:gd name="connsiteY17" fmla="*/ 39767 h 50244"/>
                                <a:gd name="connsiteX18" fmla="*/ 2857 w 62626"/>
                                <a:gd name="connsiteY18" fmla="*/ 42624 h 50244"/>
                                <a:gd name="connsiteX19" fmla="*/ 4763 w 62626"/>
                                <a:gd name="connsiteY19" fmla="*/ 44529 h 50244"/>
                                <a:gd name="connsiteX20" fmla="*/ 5715 w 62626"/>
                                <a:gd name="connsiteY20" fmla="*/ 45482 h 50244"/>
                                <a:gd name="connsiteX21" fmla="*/ 5715 w 62626"/>
                                <a:gd name="connsiteY21" fmla="*/ 45482 h 50244"/>
                                <a:gd name="connsiteX22" fmla="*/ 10478 w 62626"/>
                                <a:gd name="connsiteY22" fmla="*/ 49292 h 50244"/>
                                <a:gd name="connsiteX23" fmla="*/ 13335 w 62626"/>
                                <a:gd name="connsiteY23" fmla="*/ 50244 h 50244"/>
                                <a:gd name="connsiteX24" fmla="*/ 16193 w 62626"/>
                                <a:gd name="connsiteY24" fmla="*/ 50244 h 50244"/>
                                <a:gd name="connsiteX25" fmla="*/ 23813 w 62626"/>
                                <a:gd name="connsiteY25" fmla="*/ 48339 h 50244"/>
                                <a:gd name="connsiteX26" fmla="*/ 23813 w 62626"/>
                                <a:gd name="connsiteY26" fmla="*/ 48339 h 50244"/>
                                <a:gd name="connsiteX27" fmla="*/ 25718 w 62626"/>
                                <a:gd name="connsiteY27" fmla="*/ 47387 h 50244"/>
                                <a:gd name="connsiteX28" fmla="*/ 27622 w 62626"/>
                                <a:gd name="connsiteY28" fmla="*/ 48339 h 50244"/>
                                <a:gd name="connsiteX29" fmla="*/ 33338 w 62626"/>
                                <a:gd name="connsiteY29" fmla="*/ 49292 h 50244"/>
                                <a:gd name="connsiteX30" fmla="*/ 34290 w 62626"/>
                                <a:gd name="connsiteY30" fmla="*/ 49292 h 50244"/>
                                <a:gd name="connsiteX31" fmla="*/ 34290 w 62626"/>
                                <a:gd name="connsiteY31" fmla="*/ 49292 h 50244"/>
                                <a:gd name="connsiteX32" fmla="*/ 39053 w 62626"/>
                                <a:gd name="connsiteY32" fmla="*/ 48339 h 50244"/>
                                <a:gd name="connsiteX33" fmla="*/ 43815 w 62626"/>
                                <a:gd name="connsiteY33" fmla="*/ 45482 h 50244"/>
                                <a:gd name="connsiteX34" fmla="*/ 44768 w 62626"/>
                                <a:gd name="connsiteY34" fmla="*/ 45482 h 50244"/>
                                <a:gd name="connsiteX35" fmla="*/ 45720 w 62626"/>
                                <a:gd name="connsiteY35" fmla="*/ 45482 h 50244"/>
                                <a:gd name="connsiteX36" fmla="*/ 47625 w 62626"/>
                                <a:gd name="connsiteY36" fmla="*/ 44529 h 50244"/>
                                <a:gd name="connsiteX37" fmla="*/ 48578 w 62626"/>
                                <a:gd name="connsiteY37" fmla="*/ 44529 h 50244"/>
                                <a:gd name="connsiteX38" fmla="*/ 48578 w 62626"/>
                                <a:gd name="connsiteY38" fmla="*/ 44529 h 50244"/>
                                <a:gd name="connsiteX39" fmla="*/ 48578 w 62626"/>
                                <a:gd name="connsiteY39" fmla="*/ 44529 h 50244"/>
                                <a:gd name="connsiteX40" fmla="*/ 50482 w 62626"/>
                                <a:gd name="connsiteY40" fmla="*/ 43577 h 50244"/>
                                <a:gd name="connsiteX41" fmla="*/ 55245 w 62626"/>
                                <a:gd name="connsiteY41" fmla="*/ 42624 h 50244"/>
                                <a:gd name="connsiteX42" fmla="*/ 57150 w 62626"/>
                                <a:gd name="connsiteY42" fmla="*/ 42624 h 50244"/>
                                <a:gd name="connsiteX43" fmla="*/ 58103 w 62626"/>
                                <a:gd name="connsiteY43" fmla="*/ 42624 h 50244"/>
                                <a:gd name="connsiteX44" fmla="*/ 58103 w 62626"/>
                                <a:gd name="connsiteY44" fmla="*/ 42624 h 50244"/>
                                <a:gd name="connsiteX45" fmla="*/ 58103 w 62626"/>
                                <a:gd name="connsiteY45" fmla="*/ 42624 h 50244"/>
                                <a:gd name="connsiteX46" fmla="*/ 58103 w 62626"/>
                                <a:gd name="connsiteY46" fmla="*/ 42624 h 50244"/>
                                <a:gd name="connsiteX47" fmla="*/ 59055 w 62626"/>
                                <a:gd name="connsiteY47" fmla="*/ 42624 h 50244"/>
                                <a:gd name="connsiteX48" fmla="*/ 59055 w 62626"/>
                                <a:gd name="connsiteY48" fmla="*/ 42624 h 50244"/>
                                <a:gd name="connsiteX49" fmla="*/ 59055 w 62626"/>
                                <a:gd name="connsiteY49" fmla="*/ 42624 h 50244"/>
                                <a:gd name="connsiteX50" fmla="*/ 60007 w 62626"/>
                                <a:gd name="connsiteY50" fmla="*/ 41672 h 50244"/>
                                <a:gd name="connsiteX51" fmla="*/ 60960 w 62626"/>
                                <a:gd name="connsiteY51" fmla="*/ 40719 h 50244"/>
                                <a:gd name="connsiteX52" fmla="*/ 61913 w 62626"/>
                                <a:gd name="connsiteY52" fmla="*/ 38814 h 50244"/>
                                <a:gd name="connsiteX53" fmla="*/ 61913 w 62626"/>
                                <a:gd name="connsiteY53" fmla="*/ 32147 h 50244"/>
                                <a:gd name="connsiteX54" fmla="*/ 60007 w 62626"/>
                                <a:gd name="connsiteY54" fmla="*/ 25479 h 50244"/>
                                <a:gd name="connsiteX55" fmla="*/ 57150 w 62626"/>
                                <a:gd name="connsiteY55" fmla="*/ 18812 h 50244"/>
                                <a:gd name="connsiteX56" fmla="*/ 53340 w 62626"/>
                                <a:gd name="connsiteY56" fmla="*/ 8334 h 50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62626" h="50244">
                                  <a:moveTo>
                                    <a:pt x="53340" y="8334"/>
                                  </a:moveTo>
                                  <a:cubicBezTo>
                                    <a:pt x="52388" y="7382"/>
                                    <a:pt x="52388" y="6429"/>
                                    <a:pt x="51435" y="6429"/>
                                  </a:cubicBezTo>
                                  <a:cubicBezTo>
                                    <a:pt x="50482" y="5477"/>
                                    <a:pt x="50482" y="5477"/>
                                    <a:pt x="49530" y="4524"/>
                                  </a:cubicBezTo>
                                  <a:cubicBezTo>
                                    <a:pt x="49530" y="4524"/>
                                    <a:pt x="48578" y="3572"/>
                                    <a:pt x="48578" y="3572"/>
                                  </a:cubicBezTo>
                                  <a:cubicBezTo>
                                    <a:pt x="48578" y="3572"/>
                                    <a:pt x="47625" y="2619"/>
                                    <a:pt x="46672" y="1667"/>
                                  </a:cubicBezTo>
                                  <a:cubicBezTo>
                                    <a:pt x="46672" y="1667"/>
                                    <a:pt x="46672" y="1667"/>
                                    <a:pt x="46672" y="1667"/>
                                  </a:cubicBezTo>
                                  <a:cubicBezTo>
                                    <a:pt x="46672" y="1667"/>
                                    <a:pt x="46672" y="1667"/>
                                    <a:pt x="46672" y="1667"/>
                                  </a:cubicBezTo>
                                  <a:cubicBezTo>
                                    <a:pt x="46672" y="1667"/>
                                    <a:pt x="46672" y="1667"/>
                                    <a:pt x="46672" y="1667"/>
                                  </a:cubicBezTo>
                                  <a:cubicBezTo>
                                    <a:pt x="46672" y="1667"/>
                                    <a:pt x="45720" y="1667"/>
                                    <a:pt x="45720" y="1667"/>
                                  </a:cubicBezTo>
                                  <a:cubicBezTo>
                                    <a:pt x="44768" y="1667"/>
                                    <a:pt x="43815" y="714"/>
                                    <a:pt x="41910" y="714"/>
                                  </a:cubicBezTo>
                                  <a:cubicBezTo>
                                    <a:pt x="38100" y="-238"/>
                                    <a:pt x="33338" y="-238"/>
                                    <a:pt x="28575" y="714"/>
                                  </a:cubicBezTo>
                                  <a:cubicBezTo>
                                    <a:pt x="22860" y="1667"/>
                                    <a:pt x="17145" y="3572"/>
                                    <a:pt x="12382" y="7382"/>
                                  </a:cubicBezTo>
                                  <a:cubicBezTo>
                                    <a:pt x="9525" y="9287"/>
                                    <a:pt x="7620" y="12144"/>
                                    <a:pt x="4763" y="15002"/>
                                  </a:cubicBezTo>
                                  <a:cubicBezTo>
                                    <a:pt x="2857" y="17859"/>
                                    <a:pt x="953" y="22622"/>
                                    <a:pt x="0" y="27384"/>
                                  </a:cubicBezTo>
                                  <a:cubicBezTo>
                                    <a:pt x="0" y="27384"/>
                                    <a:pt x="0" y="27384"/>
                                    <a:pt x="0" y="28337"/>
                                  </a:cubicBezTo>
                                  <a:cubicBezTo>
                                    <a:pt x="0" y="28337"/>
                                    <a:pt x="0" y="28337"/>
                                    <a:pt x="0" y="28337"/>
                                  </a:cubicBezTo>
                                  <a:cubicBezTo>
                                    <a:pt x="0" y="29289"/>
                                    <a:pt x="0" y="30242"/>
                                    <a:pt x="0" y="32147"/>
                                  </a:cubicBezTo>
                                  <a:cubicBezTo>
                                    <a:pt x="0" y="35004"/>
                                    <a:pt x="953" y="37862"/>
                                    <a:pt x="1905" y="39767"/>
                                  </a:cubicBezTo>
                                  <a:cubicBezTo>
                                    <a:pt x="1905" y="40719"/>
                                    <a:pt x="2857" y="41672"/>
                                    <a:pt x="2857" y="42624"/>
                                  </a:cubicBezTo>
                                  <a:cubicBezTo>
                                    <a:pt x="2857" y="43577"/>
                                    <a:pt x="3810" y="44529"/>
                                    <a:pt x="4763" y="44529"/>
                                  </a:cubicBezTo>
                                  <a:cubicBezTo>
                                    <a:pt x="4763" y="44529"/>
                                    <a:pt x="4763" y="45482"/>
                                    <a:pt x="5715" y="45482"/>
                                  </a:cubicBezTo>
                                  <a:cubicBezTo>
                                    <a:pt x="5715" y="45482"/>
                                    <a:pt x="5715" y="45482"/>
                                    <a:pt x="5715" y="45482"/>
                                  </a:cubicBezTo>
                                  <a:cubicBezTo>
                                    <a:pt x="7620" y="47387"/>
                                    <a:pt x="8572" y="48339"/>
                                    <a:pt x="10478" y="49292"/>
                                  </a:cubicBezTo>
                                  <a:cubicBezTo>
                                    <a:pt x="11430" y="49292"/>
                                    <a:pt x="12382" y="50244"/>
                                    <a:pt x="13335" y="50244"/>
                                  </a:cubicBezTo>
                                  <a:cubicBezTo>
                                    <a:pt x="14288" y="50244"/>
                                    <a:pt x="15240" y="50244"/>
                                    <a:pt x="16193" y="50244"/>
                                  </a:cubicBezTo>
                                  <a:cubicBezTo>
                                    <a:pt x="19050" y="50244"/>
                                    <a:pt x="21907" y="49292"/>
                                    <a:pt x="23813" y="48339"/>
                                  </a:cubicBezTo>
                                  <a:cubicBezTo>
                                    <a:pt x="23813" y="48339"/>
                                    <a:pt x="23813" y="48339"/>
                                    <a:pt x="23813" y="48339"/>
                                  </a:cubicBezTo>
                                  <a:cubicBezTo>
                                    <a:pt x="24765" y="47387"/>
                                    <a:pt x="25718" y="47387"/>
                                    <a:pt x="25718" y="47387"/>
                                  </a:cubicBezTo>
                                  <a:cubicBezTo>
                                    <a:pt x="26670" y="47387"/>
                                    <a:pt x="27622" y="48339"/>
                                    <a:pt x="27622" y="48339"/>
                                  </a:cubicBezTo>
                                  <a:cubicBezTo>
                                    <a:pt x="29528" y="49292"/>
                                    <a:pt x="31432" y="49292"/>
                                    <a:pt x="33338" y="49292"/>
                                  </a:cubicBezTo>
                                  <a:cubicBezTo>
                                    <a:pt x="33338" y="49292"/>
                                    <a:pt x="34290" y="49292"/>
                                    <a:pt x="34290" y="49292"/>
                                  </a:cubicBezTo>
                                  <a:cubicBezTo>
                                    <a:pt x="34290" y="49292"/>
                                    <a:pt x="34290" y="49292"/>
                                    <a:pt x="34290" y="49292"/>
                                  </a:cubicBezTo>
                                  <a:cubicBezTo>
                                    <a:pt x="36195" y="49292"/>
                                    <a:pt x="38100" y="48339"/>
                                    <a:pt x="39053" y="48339"/>
                                  </a:cubicBezTo>
                                  <a:cubicBezTo>
                                    <a:pt x="40957" y="47387"/>
                                    <a:pt x="41910" y="46434"/>
                                    <a:pt x="43815" y="45482"/>
                                  </a:cubicBezTo>
                                  <a:cubicBezTo>
                                    <a:pt x="43815" y="45482"/>
                                    <a:pt x="43815" y="45482"/>
                                    <a:pt x="44768" y="45482"/>
                                  </a:cubicBezTo>
                                  <a:cubicBezTo>
                                    <a:pt x="44768" y="45482"/>
                                    <a:pt x="44768" y="45482"/>
                                    <a:pt x="45720" y="45482"/>
                                  </a:cubicBezTo>
                                  <a:cubicBezTo>
                                    <a:pt x="46672" y="45482"/>
                                    <a:pt x="46672" y="44529"/>
                                    <a:pt x="47625" y="44529"/>
                                  </a:cubicBezTo>
                                  <a:cubicBezTo>
                                    <a:pt x="47625" y="44529"/>
                                    <a:pt x="47625" y="44529"/>
                                    <a:pt x="48578" y="44529"/>
                                  </a:cubicBezTo>
                                  <a:cubicBezTo>
                                    <a:pt x="48578" y="44529"/>
                                    <a:pt x="48578" y="44529"/>
                                    <a:pt x="48578" y="44529"/>
                                  </a:cubicBezTo>
                                  <a:lnTo>
                                    <a:pt x="48578" y="44529"/>
                                  </a:lnTo>
                                  <a:cubicBezTo>
                                    <a:pt x="48578" y="44529"/>
                                    <a:pt x="49530" y="44529"/>
                                    <a:pt x="50482" y="43577"/>
                                  </a:cubicBezTo>
                                  <a:cubicBezTo>
                                    <a:pt x="51435" y="43577"/>
                                    <a:pt x="52388" y="42624"/>
                                    <a:pt x="55245" y="42624"/>
                                  </a:cubicBezTo>
                                  <a:cubicBezTo>
                                    <a:pt x="56197" y="42624"/>
                                    <a:pt x="56197" y="42624"/>
                                    <a:pt x="57150" y="42624"/>
                                  </a:cubicBezTo>
                                  <a:cubicBezTo>
                                    <a:pt x="57150" y="42624"/>
                                    <a:pt x="58103" y="42624"/>
                                    <a:pt x="58103" y="42624"/>
                                  </a:cubicBezTo>
                                  <a:lnTo>
                                    <a:pt x="58103" y="42624"/>
                                  </a:lnTo>
                                  <a:lnTo>
                                    <a:pt x="58103" y="42624"/>
                                  </a:lnTo>
                                  <a:cubicBezTo>
                                    <a:pt x="58103" y="42624"/>
                                    <a:pt x="58103" y="42624"/>
                                    <a:pt x="58103" y="42624"/>
                                  </a:cubicBezTo>
                                  <a:cubicBezTo>
                                    <a:pt x="58103" y="42624"/>
                                    <a:pt x="59055" y="42624"/>
                                    <a:pt x="59055" y="42624"/>
                                  </a:cubicBezTo>
                                  <a:cubicBezTo>
                                    <a:pt x="59055" y="42624"/>
                                    <a:pt x="59055" y="42624"/>
                                    <a:pt x="59055" y="42624"/>
                                  </a:cubicBezTo>
                                  <a:lnTo>
                                    <a:pt x="59055" y="42624"/>
                                  </a:lnTo>
                                  <a:cubicBezTo>
                                    <a:pt x="59055" y="42624"/>
                                    <a:pt x="60007" y="42624"/>
                                    <a:pt x="60007" y="41672"/>
                                  </a:cubicBezTo>
                                  <a:cubicBezTo>
                                    <a:pt x="60007" y="41672"/>
                                    <a:pt x="60960" y="40719"/>
                                    <a:pt x="60960" y="40719"/>
                                  </a:cubicBezTo>
                                  <a:cubicBezTo>
                                    <a:pt x="60960" y="39767"/>
                                    <a:pt x="61913" y="39767"/>
                                    <a:pt x="61913" y="38814"/>
                                  </a:cubicBezTo>
                                  <a:cubicBezTo>
                                    <a:pt x="62865" y="36909"/>
                                    <a:pt x="62865" y="35004"/>
                                    <a:pt x="61913" y="32147"/>
                                  </a:cubicBezTo>
                                  <a:cubicBezTo>
                                    <a:pt x="60960" y="29289"/>
                                    <a:pt x="60960" y="27384"/>
                                    <a:pt x="60007" y="25479"/>
                                  </a:cubicBezTo>
                                  <a:cubicBezTo>
                                    <a:pt x="59055" y="23574"/>
                                    <a:pt x="58103" y="20717"/>
                                    <a:pt x="57150" y="18812"/>
                                  </a:cubicBezTo>
                                  <a:cubicBezTo>
                                    <a:pt x="55245" y="11192"/>
                                    <a:pt x="54293" y="9287"/>
                                    <a:pt x="53340" y="8334"/>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6DC58CCB-BB9B-4DC2-99E9-22F19232182C}"/>
                                </a:ext>
                              </a:extLst>
                            </p:cNvPr>
                            <p:cNvSpPr/>
                            <p:nvPr/>
                          </p:nvSpPr>
                          <p:spPr>
                            <a:xfrm>
                              <a:off x="3075803" y="2944049"/>
                              <a:ext cx="52387" cy="45720"/>
                            </a:xfrm>
                            <a:custGeom>
                              <a:avLst/>
                              <a:gdLst>
                                <a:gd name="connsiteX0" fmla="*/ 44768 w 52387"/>
                                <a:gd name="connsiteY0" fmla="*/ 3810 h 45720"/>
                                <a:gd name="connsiteX1" fmla="*/ 44768 w 52387"/>
                                <a:gd name="connsiteY1" fmla="*/ 3810 h 45720"/>
                                <a:gd name="connsiteX2" fmla="*/ 45720 w 52387"/>
                                <a:gd name="connsiteY2" fmla="*/ 5715 h 45720"/>
                                <a:gd name="connsiteX3" fmla="*/ 47625 w 52387"/>
                                <a:gd name="connsiteY3" fmla="*/ 10478 h 45720"/>
                                <a:gd name="connsiteX4" fmla="*/ 50483 w 52387"/>
                                <a:gd name="connsiteY4" fmla="*/ 17145 h 45720"/>
                                <a:gd name="connsiteX5" fmla="*/ 51435 w 52387"/>
                                <a:gd name="connsiteY5" fmla="*/ 19050 h 45720"/>
                                <a:gd name="connsiteX6" fmla="*/ 51435 w 52387"/>
                                <a:gd name="connsiteY6" fmla="*/ 20003 h 45720"/>
                                <a:gd name="connsiteX7" fmla="*/ 51435 w 52387"/>
                                <a:gd name="connsiteY7" fmla="*/ 20003 h 45720"/>
                                <a:gd name="connsiteX8" fmla="*/ 51435 w 52387"/>
                                <a:gd name="connsiteY8" fmla="*/ 20003 h 45720"/>
                                <a:gd name="connsiteX9" fmla="*/ 51435 w 52387"/>
                                <a:gd name="connsiteY9" fmla="*/ 20003 h 45720"/>
                                <a:gd name="connsiteX10" fmla="*/ 52388 w 52387"/>
                                <a:gd name="connsiteY10" fmla="*/ 23813 h 45720"/>
                                <a:gd name="connsiteX11" fmla="*/ 52388 w 52387"/>
                                <a:gd name="connsiteY11" fmla="*/ 25717 h 45720"/>
                                <a:gd name="connsiteX12" fmla="*/ 52388 w 52387"/>
                                <a:gd name="connsiteY12" fmla="*/ 27622 h 45720"/>
                                <a:gd name="connsiteX13" fmla="*/ 52388 w 52387"/>
                                <a:gd name="connsiteY13" fmla="*/ 28575 h 45720"/>
                                <a:gd name="connsiteX14" fmla="*/ 52388 w 52387"/>
                                <a:gd name="connsiteY14" fmla="*/ 29528 h 45720"/>
                                <a:gd name="connsiteX15" fmla="*/ 52388 w 52387"/>
                                <a:gd name="connsiteY15" fmla="*/ 30480 h 45720"/>
                                <a:gd name="connsiteX16" fmla="*/ 52388 w 52387"/>
                                <a:gd name="connsiteY16" fmla="*/ 33338 h 45720"/>
                                <a:gd name="connsiteX17" fmla="*/ 52388 w 52387"/>
                                <a:gd name="connsiteY17" fmla="*/ 35242 h 45720"/>
                                <a:gd name="connsiteX18" fmla="*/ 52388 w 52387"/>
                                <a:gd name="connsiteY18" fmla="*/ 36195 h 45720"/>
                                <a:gd name="connsiteX19" fmla="*/ 52388 w 52387"/>
                                <a:gd name="connsiteY19" fmla="*/ 37147 h 45720"/>
                                <a:gd name="connsiteX20" fmla="*/ 52388 w 52387"/>
                                <a:gd name="connsiteY20" fmla="*/ 37147 h 45720"/>
                                <a:gd name="connsiteX21" fmla="*/ 52388 w 52387"/>
                                <a:gd name="connsiteY21" fmla="*/ 37147 h 45720"/>
                                <a:gd name="connsiteX22" fmla="*/ 52388 w 52387"/>
                                <a:gd name="connsiteY22" fmla="*/ 37147 h 45720"/>
                                <a:gd name="connsiteX23" fmla="*/ 52388 w 52387"/>
                                <a:gd name="connsiteY23" fmla="*/ 36195 h 45720"/>
                                <a:gd name="connsiteX24" fmla="*/ 52388 w 52387"/>
                                <a:gd name="connsiteY24" fmla="*/ 35242 h 45720"/>
                                <a:gd name="connsiteX25" fmla="*/ 52388 w 52387"/>
                                <a:gd name="connsiteY25" fmla="*/ 33338 h 45720"/>
                                <a:gd name="connsiteX26" fmla="*/ 52388 w 52387"/>
                                <a:gd name="connsiteY26" fmla="*/ 30480 h 45720"/>
                                <a:gd name="connsiteX27" fmla="*/ 52388 w 52387"/>
                                <a:gd name="connsiteY27" fmla="*/ 29528 h 45720"/>
                                <a:gd name="connsiteX28" fmla="*/ 52388 w 52387"/>
                                <a:gd name="connsiteY28" fmla="*/ 28575 h 45720"/>
                                <a:gd name="connsiteX29" fmla="*/ 52388 w 52387"/>
                                <a:gd name="connsiteY29" fmla="*/ 27622 h 45720"/>
                                <a:gd name="connsiteX30" fmla="*/ 52388 w 52387"/>
                                <a:gd name="connsiteY30" fmla="*/ 25717 h 45720"/>
                                <a:gd name="connsiteX31" fmla="*/ 52388 w 52387"/>
                                <a:gd name="connsiteY31" fmla="*/ 23813 h 45720"/>
                                <a:gd name="connsiteX32" fmla="*/ 51435 w 52387"/>
                                <a:gd name="connsiteY32" fmla="*/ 20003 h 45720"/>
                                <a:gd name="connsiteX33" fmla="*/ 51435 w 52387"/>
                                <a:gd name="connsiteY33" fmla="*/ 20003 h 45720"/>
                                <a:gd name="connsiteX34" fmla="*/ 51435 w 52387"/>
                                <a:gd name="connsiteY34" fmla="*/ 20003 h 45720"/>
                                <a:gd name="connsiteX35" fmla="*/ 51435 w 52387"/>
                                <a:gd name="connsiteY35" fmla="*/ 20003 h 45720"/>
                                <a:gd name="connsiteX36" fmla="*/ 51435 w 52387"/>
                                <a:gd name="connsiteY36" fmla="*/ 19050 h 45720"/>
                                <a:gd name="connsiteX37" fmla="*/ 50483 w 52387"/>
                                <a:gd name="connsiteY37" fmla="*/ 17145 h 45720"/>
                                <a:gd name="connsiteX38" fmla="*/ 47625 w 52387"/>
                                <a:gd name="connsiteY38" fmla="*/ 10478 h 45720"/>
                                <a:gd name="connsiteX39" fmla="*/ 45720 w 52387"/>
                                <a:gd name="connsiteY39" fmla="*/ 4763 h 45720"/>
                                <a:gd name="connsiteX40" fmla="*/ 44768 w 52387"/>
                                <a:gd name="connsiteY40" fmla="*/ 5715 h 45720"/>
                                <a:gd name="connsiteX41" fmla="*/ 43815 w 52387"/>
                                <a:gd name="connsiteY41" fmla="*/ 6667 h 45720"/>
                                <a:gd name="connsiteX42" fmla="*/ 42863 w 52387"/>
                                <a:gd name="connsiteY42" fmla="*/ 8572 h 45720"/>
                                <a:gd name="connsiteX43" fmla="*/ 40958 w 52387"/>
                                <a:gd name="connsiteY43" fmla="*/ 12383 h 45720"/>
                                <a:gd name="connsiteX44" fmla="*/ 40005 w 52387"/>
                                <a:gd name="connsiteY44" fmla="*/ 13335 h 45720"/>
                                <a:gd name="connsiteX45" fmla="*/ 40005 w 52387"/>
                                <a:gd name="connsiteY45" fmla="*/ 13335 h 45720"/>
                                <a:gd name="connsiteX46" fmla="*/ 40005 w 52387"/>
                                <a:gd name="connsiteY46" fmla="*/ 15240 h 45720"/>
                                <a:gd name="connsiteX47" fmla="*/ 40005 w 52387"/>
                                <a:gd name="connsiteY47" fmla="*/ 18097 h 45720"/>
                                <a:gd name="connsiteX48" fmla="*/ 40958 w 52387"/>
                                <a:gd name="connsiteY48" fmla="*/ 24765 h 45720"/>
                                <a:gd name="connsiteX49" fmla="*/ 41910 w 52387"/>
                                <a:gd name="connsiteY49" fmla="*/ 28575 h 45720"/>
                                <a:gd name="connsiteX50" fmla="*/ 41910 w 52387"/>
                                <a:gd name="connsiteY50" fmla="*/ 30480 h 45720"/>
                                <a:gd name="connsiteX51" fmla="*/ 41910 w 52387"/>
                                <a:gd name="connsiteY51" fmla="*/ 32385 h 45720"/>
                                <a:gd name="connsiteX52" fmla="*/ 41910 w 52387"/>
                                <a:gd name="connsiteY52" fmla="*/ 35242 h 45720"/>
                                <a:gd name="connsiteX53" fmla="*/ 41910 w 52387"/>
                                <a:gd name="connsiteY53" fmla="*/ 36195 h 45720"/>
                                <a:gd name="connsiteX54" fmla="*/ 41910 w 52387"/>
                                <a:gd name="connsiteY54" fmla="*/ 37147 h 45720"/>
                                <a:gd name="connsiteX55" fmla="*/ 40958 w 52387"/>
                                <a:gd name="connsiteY55" fmla="*/ 40005 h 45720"/>
                                <a:gd name="connsiteX56" fmla="*/ 40958 w 52387"/>
                                <a:gd name="connsiteY56" fmla="*/ 40005 h 45720"/>
                                <a:gd name="connsiteX57" fmla="*/ 40958 w 52387"/>
                                <a:gd name="connsiteY57" fmla="*/ 40005 h 45720"/>
                                <a:gd name="connsiteX58" fmla="*/ 40958 w 52387"/>
                                <a:gd name="connsiteY58" fmla="*/ 40005 h 45720"/>
                                <a:gd name="connsiteX59" fmla="*/ 40958 w 52387"/>
                                <a:gd name="connsiteY59" fmla="*/ 40005 h 45720"/>
                                <a:gd name="connsiteX60" fmla="*/ 40958 w 52387"/>
                                <a:gd name="connsiteY60" fmla="*/ 40005 h 45720"/>
                                <a:gd name="connsiteX61" fmla="*/ 40005 w 52387"/>
                                <a:gd name="connsiteY61" fmla="*/ 40005 h 45720"/>
                                <a:gd name="connsiteX62" fmla="*/ 40958 w 52387"/>
                                <a:gd name="connsiteY62" fmla="*/ 40005 h 45720"/>
                                <a:gd name="connsiteX63" fmla="*/ 40958 w 52387"/>
                                <a:gd name="connsiteY63" fmla="*/ 40005 h 45720"/>
                                <a:gd name="connsiteX64" fmla="*/ 40958 w 52387"/>
                                <a:gd name="connsiteY64" fmla="*/ 40005 h 45720"/>
                                <a:gd name="connsiteX65" fmla="*/ 40958 w 52387"/>
                                <a:gd name="connsiteY65" fmla="*/ 40005 h 45720"/>
                                <a:gd name="connsiteX66" fmla="*/ 40958 w 52387"/>
                                <a:gd name="connsiteY66" fmla="*/ 40005 h 45720"/>
                                <a:gd name="connsiteX67" fmla="*/ 40958 w 52387"/>
                                <a:gd name="connsiteY67" fmla="*/ 40005 h 45720"/>
                                <a:gd name="connsiteX68" fmla="*/ 41910 w 52387"/>
                                <a:gd name="connsiteY68" fmla="*/ 37147 h 45720"/>
                                <a:gd name="connsiteX69" fmla="*/ 41910 w 52387"/>
                                <a:gd name="connsiteY69" fmla="*/ 36195 h 45720"/>
                                <a:gd name="connsiteX70" fmla="*/ 41910 w 52387"/>
                                <a:gd name="connsiteY70" fmla="*/ 35242 h 45720"/>
                                <a:gd name="connsiteX71" fmla="*/ 41910 w 52387"/>
                                <a:gd name="connsiteY71" fmla="*/ 32385 h 45720"/>
                                <a:gd name="connsiteX72" fmla="*/ 41910 w 52387"/>
                                <a:gd name="connsiteY72" fmla="*/ 30480 h 45720"/>
                                <a:gd name="connsiteX73" fmla="*/ 41910 w 52387"/>
                                <a:gd name="connsiteY73" fmla="*/ 28575 h 45720"/>
                                <a:gd name="connsiteX74" fmla="*/ 40958 w 52387"/>
                                <a:gd name="connsiteY74" fmla="*/ 24765 h 45720"/>
                                <a:gd name="connsiteX75" fmla="*/ 39053 w 52387"/>
                                <a:gd name="connsiteY75" fmla="*/ 18097 h 45720"/>
                                <a:gd name="connsiteX76" fmla="*/ 39053 w 52387"/>
                                <a:gd name="connsiteY76" fmla="*/ 15240 h 45720"/>
                                <a:gd name="connsiteX77" fmla="*/ 39053 w 52387"/>
                                <a:gd name="connsiteY77" fmla="*/ 15240 h 45720"/>
                                <a:gd name="connsiteX78" fmla="*/ 38100 w 52387"/>
                                <a:gd name="connsiteY78" fmla="*/ 16192 h 45720"/>
                                <a:gd name="connsiteX79" fmla="*/ 35243 w 52387"/>
                                <a:gd name="connsiteY79" fmla="*/ 20003 h 45720"/>
                                <a:gd name="connsiteX80" fmla="*/ 32385 w 52387"/>
                                <a:gd name="connsiteY80" fmla="*/ 23813 h 45720"/>
                                <a:gd name="connsiteX81" fmla="*/ 32385 w 52387"/>
                                <a:gd name="connsiteY81" fmla="*/ 23813 h 45720"/>
                                <a:gd name="connsiteX82" fmla="*/ 32385 w 52387"/>
                                <a:gd name="connsiteY82" fmla="*/ 24765 h 45720"/>
                                <a:gd name="connsiteX83" fmla="*/ 32385 w 52387"/>
                                <a:gd name="connsiteY83" fmla="*/ 27622 h 45720"/>
                                <a:gd name="connsiteX84" fmla="*/ 32385 w 52387"/>
                                <a:gd name="connsiteY84" fmla="*/ 29528 h 45720"/>
                                <a:gd name="connsiteX85" fmla="*/ 32385 w 52387"/>
                                <a:gd name="connsiteY85" fmla="*/ 32385 h 45720"/>
                                <a:gd name="connsiteX86" fmla="*/ 32385 w 52387"/>
                                <a:gd name="connsiteY86" fmla="*/ 33338 h 45720"/>
                                <a:gd name="connsiteX87" fmla="*/ 32385 w 52387"/>
                                <a:gd name="connsiteY87" fmla="*/ 34290 h 45720"/>
                                <a:gd name="connsiteX88" fmla="*/ 32385 w 52387"/>
                                <a:gd name="connsiteY88" fmla="*/ 35242 h 45720"/>
                                <a:gd name="connsiteX89" fmla="*/ 32385 w 52387"/>
                                <a:gd name="connsiteY89" fmla="*/ 36195 h 45720"/>
                                <a:gd name="connsiteX90" fmla="*/ 32385 w 52387"/>
                                <a:gd name="connsiteY90" fmla="*/ 39053 h 45720"/>
                                <a:gd name="connsiteX91" fmla="*/ 32385 w 52387"/>
                                <a:gd name="connsiteY91" fmla="*/ 41910 h 45720"/>
                                <a:gd name="connsiteX92" fmla="*/ 32385 w 52387"/>
                                <a:gd name="connsiteY92" fmla="*/ 42863 h 45720"/>
                                <a:gd name="connsiteX93" fmla="*/ 32385 w 52387"/>
                                <a:gd name="connsiteY93" fmla="*/ 43815 h 45720"/>
                                <a:gd name="connsiteX94" fmla="*/ 32385 w 52387"/>
                                <a:gd name="connsiteY94" fmla="*/ 44767 h 45720"/>
                                <a:gd name="connsiteX95" fmla="*/ 32385 w 52387"/>
                                <a:gd name="connsiteY95" fmla="*/ 45720 h 45720"/>
                                <a:gd name="connsiteX96" fmla="*/ 32385 w 52387"/>
                                <a:gd name="connsiteY96" fmla="*/ 45720 h 45720"/>
                                <a:gd name="connsiteX97" fmla="*/ 32385 w 52387"/>
                                <a:gd name="connsiteY97" fmla="*/ 44767 h 45720"/>
                                <a:gd name="connsiteX98" fmla="*/ 32385 w 52387"/>
                                <a:gd name="connsiteY98" fmla="*/ 43815 h 45720"/>
                                <a:gd name="connsiteX99" fmla="*/ 32385 w 52387"/>
                                <a:gd name="connsiteY99" fmla="*/ 42863 h 45720"/>
                                <a:gd name="connsiteX100" fmla="*/ 32385 w 52387"/>
                                <a:gd name="connsiteY100" fmla="*/ 40005 h 45720"/>
                                <a:gd name="connsiteX101" fmla="*/ 32385 w 52387"/>
                                <a:gd name="connsiteY101" fmla="*/ 37147 h 45720"/>
                                <a:gd name="connsiteX102" fmla="*/ 32385 w 52387"/>
                                <a:gd name="connsiteY102" fmla="*/ 36195 h 45720"/>
                                <a:gd name="connsiteX103" fmla="*/ 32385 w 52387"/>
                                <a:gd name="connsiteY103" fmla="*/ 35242 h 45720"/>
                                <a:gd name="connsiteX104" fmla="*/ 32385 w 52387"/>
                                <a:gd name="connsiteY104" fmla="*/ 34290 h 45720"/>
                                <a:gd name="connsiteX105" fmla="*/ 32385 w 52387"/>
                                <a:gd name="connsiteY105" fmla="*/ 33338 h 45720"/>
                                <a:gd name="connsiteX106" fmla="*/ 32385 w 52387"/>
                                <a:gd name="connsiteY106" fmla="*/ 32385 h 45720"/>
                                <a:gd name="connsiteX107" fmla="*/ 32385 w 52387"/>
                                <a:gd name="connsiteY107" fmla="*/ 29528 h 45720"/>
                                <a:gd name="connsiteX108" fmla="*/ 32385 w 52387"/>
                                <a:gd name="connsiteY108" fmla="*/ 27622 h 45720"/>
                                <a:gd name="connsiteX109" fmla="*/ 32385 w 52387"/>
                                <a:gd name="connsiteY109" fmla="*/ 25717 h 45720"/>
                                <a:gd name="connsiteX110" fmla="*/ 30480 w 52387"/>
                                <a:gd name="connsiteY110" fmla="*/ 28575 h 45720"/>
                                <a:gd name="connsiteX111" fmla="*/ 27622 w 52387"/>
                                <a:gd name="connsiteY111" fmla="*/ 32385 h 45720"/>
                                <a:gd name="connsiteX112" fmla="*/ 26670 w 52387"/>
                                <a:gd name="connsiteY112" fmla="*/ 34290 h 45720"/>
                                <a:gd name="connsiteX113" fmla="*/ 25718 w 52387"/>
                                <a:gd name="connsiteY113" fmla="*/ 36195 h 45720"/>
                                <a:gd name="connsiteX114" fmla="*/ 23813 w 52387"/>
                                <a:gd name="connsiteY114" fmla="*/ 40958 h 45720"/>
                                <a:gd name="connsiteX115" fmla="*/ 22860 w 52387"/>
                                <a:gd name="connsiteY115" fmla="*/ 42863 h 45720"/>
                                <a:gd name="connsiteX116" fmla="*/ 22860 w 52387"/>
                                <a:gd name="connsiteY116" fmla="*/ 44767 h 45720"/>
                                <a:gd name="connsiteX117" fmla="*/ 22860 w 52387"/>
                                <a:gd name="connsiteY117" fmla="*/ 44767 h 45720"/>
                                <a:gd name="connsiteX118" fmla="*/ 22860 w 52387"/>
                                <a:gd name="connsiteY118" fmla="*/ 44767 h 45720"/>
                                <a:gd name="connsiteX119" fmla="*/ 22860 w 52387"/>
                                <a:gd name="connsiteY119" fmla="*/ 42863 h 45720"/>
                                <a:gd name="connsiteX120" fmla="*/ 23813 w 52387"/>
                                <a:gd name="connsiteY120" fmla="*/ 40958 h 45720"/>
                                <a:gd name="connsiteX121" fmla="*/ 25718 w 52387"/>
                                <a:gd name="connsiteY121" fmla="*/ 36195 h 45720"/>
                                <a:gd name="connsiteX122" fmla="*/ 26670 w 52387"/>
                                <a:gd name="connsiteY122" fmla="*/ 35242 h 45720"/>
                                <a:gd name="connsiteX123" fmla="*/ 27622 w 52387"/>
                                <a:gd name="connsiteY123" fmla="*/ 34290 h 45720"/>
                                <a:gd name="connsiteX124" fmla="*/ 28575 w 52387"/>
                                <a:gd name="connsiteY124" fmla="*/ 33338 h 45720"/>
                                <a:gd name="connsiteX125" fmla="*/ 29528 w 52387"/>
                                <a:gd name="connsiteY125" fmla="*/ 32385 h 45720"/>
                                <a:gd name="connsiteX126" fmla="*/ 32385 w 52387"/>
                                <a:gd name="connsiteY126" fmla="*/ 27622 h 45720"/>
                                <a:gd name="connsiteX127" fmla="*/ 35243 w 52387"/>
                                <a:gd name="connsiteY127" fmla="*/ 23813 h 45720"/>
                                <a:gd name="connsiteX128" fmla="*/ 37147 w 52387"/>
                                <a:gd name="connsiteY128" fmla="*/ 20955 h 45720"/>
                                <a:gd name="connsiteX129" fmla="*/ 36195 w 52387"/>
                                <a:gd name="connsiteY129" fmla="*/ 20955 h 45720"/>
                                <a:gd name="connsiteX130" fmla="*/ 33338 w 52387"/>
                                <a:gd name="connsiteY130" fmla="*/ 21908 h 45720"/>
                                <a:gd name="connsiteX131" fmla="*/ 26670 w 52387"/>
                                <a:gd name="connsiteY131" fmla="*/ 23813 h 45720"/>
                                <a:gd name="connsiteX132" fmla="*/ 22860 w 52387"/>
                                <a:gd name="connsiteY132" fmla="*/ 24765 h 45720"/>
                                <a:gd name="connsiteX133" fmla="*/ 19050 w 52387"/>
                                <a:gd name="connsiteY133" fmla="*/ 26670 h 45720"/>
                                <a:gd name="connsiteX134" fmla="*/ 15240 w 52387"/>
                                <a:gd name="connsiteY134" fmla="*/ 29528 h 45720"/>
                                <a:gd name="connsiteX135" fmla="*/ 11430 w 52387"/>
                                <a:gd name="connsiteY135" fmla="*/ 33338 h 45720"/>
                                <a:gd name="connsiteX136" fmla="*/ 9525 w 52387"/>
                                <a:gd name="connsiteY136" fmla="*/ 35242 h 45720"/>
                                <a:gd name="connsiteX137" fmla="*/ 8572 w 52387"/>
                                <a:gd name="connsiteY137" fmla="*/ 37147 h 45720"/>
                                <a:gd name="connsiteX138" fmla="*/ 7620 w 52387"/>
                                <a:gd name="connsiteY138" fmla="*/ 38100 h 45720"/>
                                <a:gd name="connsiteX139" fmla="*/ 6668 w 52387"/>
                                <a:gd name="connsiteY139" fmla="*/ 39053 h 45720"/>
                                <a:gd name="connsiteX140" fmla="*/ 5715 w 52387"/>
                                <a:gd name="connsiteY140" fmla="*/ 41910 h 45720"/>
                                <a:gd name="connsiteX141" fmla="*/ 5715 w 52387"/>
                                <a:gd name="connsiteY141" fmla="*/ 41910 h 45720"/>
                                <a:gd name="connsiteX142" fmla="*/ 5715 w 52387"/>
                                <a:gd name="connsiteY142" fmla="*/ 41910 h 45720"/>
                                <a:gd name="connsiteX143" fmla="*/ 5715 w 52387"/>
                                <a:gd name="connsiteY143" fmla="*/ 40958 h 45720"/>
                                <a:gd name="connsiteX144" fmla="*/ 7620 w 52387"/>
                                <a:gd name="connsiteY144" fmla="*/ 36195 h 45720"/>
                                <a:gd name="connsiteX145" fmla="*/ 10478 w 52387"/>
                                <a:gd name="connsiteY145" fmla="*/ 31433 h 45720"/>
                                <a:gd name="connsiteX146" fmla="*/ 14288 w 52387"/>
                                <a:gd name="connsiteY146" fmla="*/ 27622 h 45720"/>
                                <a:gd name="connsiteX147" fmla="*/ 18097 w 52387"/>
                                <a:gd name="connsiteY147" fmla="*/ 24765 h 45720"/>
                                <a:gd name="connsiteX148" fmla="*/ 21908 w 52387"/>
                                <a:gd name="connsiteY148" fmla="*/ 22860 h 45720"/>
                                <a:gd name="connsiteX149" fmla="*/ 25718 w 52387"/>
                                <a:gd name="connsiteY149" fmla="*/ 21908 h 45720"/>
                                <a:gd name="connsiteX150" fmla="*/ 32385 w 52387"/>
                                <a:gd name="connsiteY150" fmla="*/ 20003 h 45720"/>
                                <a:gd name="connsiteX151" fmla="*/ 35243 w 52387"/>
                                <a:gd name="connsiteY151" fmla="*/ 19050 h 45720"/>
                                <a:gd name="connsiteX152" fmla="*/ 37147 w 52387"/>
                                <a:gd name="connsiteY152" fmla="*/ 18097 h 45720"/>
                                <a:gd name="connsiteX153" fmla="*/ 38100 w 52387"/>
                                <a:gd name="connsiteY153" fmla="*/ 17145 h 45720"/>
                                <a:gd name="connsiteX154" fmla="*/ 40005 w 52387"/>
                                <a:gd name="connsiteY154" fmla="*/ 14288 h 45720"/>
                                <a:gd name="connsiteX155" fmla="*/ 40958 w 52387"/>
                                <a:gd name="connsiteY155" fmla="*/ 12383 h 45720"/>
                                <a:gd name="connsiteX156" fmla="*/ 41910 w 52387"/>
                                <a:gd name="connsiteY156" fmla="*/ 10478 h 45720"/>
                                <a:gd name="connsiteX157" fmla="*/ 43815 w 52387"/>
                                <a:gd name="connsiteY157" fmla="*/ 6667 h 45720"/>
                                <a:gd name="connsiteX158" fmla="*/ 43815 w 52387"/>
                                <a:gd name="connsiteY158" fmla="*/ 6667 h 45720"/>
                                <a:gd name="connsiteX159" fmla="*/ 43815 w 52387"/>
                                <a:gd name="connsiteY159" fmla="*/ 6667 h 45720"/>
                                <a:gd name="connsiteX160" fmla="*/ 40958 w 52387"/>
                                <a:gd name="connsiteY160" fmla="*/ 6667 h 45720"/>
                                <a:gd name="connsiteX161" fmla="*/ 39053 w 52387"/>
                                <a:gd name="connsiteY161" fmla="*/ 6667 h 45720"/>
                                <a:gd name="connsiteX162" fmla="*/ 37147 w 52387"/>
                                <a:gd name="connsiteY162" fmla="*/ 6667 h 45720"/>
                                <a:gd name="connsiteX163" fmla="*/ 33338 w 52387"/>
                                <a:gd name="connsiteY163" fmla="*/ 6667 h 45720"/>
                                <a:gd name="connsiteX164" fmla="*/ 28575 w 52387"/>
                                <a:gd name="connsiteY164" fmla="*/ 7620 h 45720"/>
                                <a:gd name="connsiteX165" fmla="*/ 23813 w 52387"/>
                                <a:gd name="connsiteY165" fmla="*/ 8572 h 45720"/>
                                <a:gd name="connsiteX166" fmla="*/ 19050 w 52387"/>
                                <a:gd name="connsiteY166" fmla="*/ 9525 h 45720"/>
                                <a:gd name="connsiteX167" fmla="*/ 14288 w 52387"/>
                                <a:gd name="connsiteY167" fmla="*/ 11430 h 45720"/>
                                <a:gd name="connsiteX168" fmla="*/ 9525 w 52387"/>
                                <a:gd name="connsiteY168" fmla="*/ 14288 h 45720"/>
                                <a:gd name="connsiteX169" fmla="*/ 7620 w 52387"/>
                                <a:gd name="connsiteY169" fmla="*/ 16192 h 45720"/>
                                <a:gd name="connsiteX170" fmla="*/ 5715 w 52387"/>
                                <a:gd name="connsiteY170" fmla="*/ 18097 h 45720"/>
                                <a:gd name="connsiteX171" fmla="*/ 3810 w 52387"/>
                                <a:gd name="connsiteY171" fmla="*/ 20003 h 45720"/>
                                <a:gd name="connsiteX172" fmla="*/ 1905 w 52387"/>
                                <a:gd name="connsiteY172" fmla="*/ 21908 h 45720"/>
                                <a:gd name="connsiteX173" fmla="*/ 953 w 52387"/>
                                <a:gd name="connsiteY173" fmla="*/ 23813 h 45720"/>
                                <a:gd name="connsiteX174" fmla="*/ 0 w 52387"/>
                                <a:gd name="connsiteY174" fmla="*/ 24765 h 45720"/>
                                <a:gd name="connsiteX175" fmla="*/ 0 w 52387"/>
                                <a:gd name="connsiteY175" fmla="*/ 23813 h 45720"/>
                                <a:gd name="connsiteX176" fmla="*/ 953 w 52387"/>
                                <a:gd name="connsiteY176" fmla="*/ 22860 h 45720"/>
                                <a:gd name="connsiteX177" fmla="*/ 1905 w 52387"/>
                                <a:gd name="connsiteY177" fmla="*/ 20955 h 45720"/>
                                <a:gd name="connsiteX178" fmla="*/ 3810 w 52387"/>
                                <a:gd name="connsiteY178" fmla="*/ 19050 h 45720"/>
                                <a:gd name="connsiteX179" fmla="*/ 5715 w 52387"/>
                                <a:gd name="connsiteY179" fmla="*/ 17145 h 45720"/>
                                <a:gd name="connsiteX180" fmla="*/ 7620 w 52387"/>
                                <a:gd name="connsiteY180" fmla="*/ 15240 h 45720"/>
                                <a:gd name="connsiteX181" fmla="*/ 9525 w 52387"/>
                                <a:gd name="connsiteY181" fmla="*/ 13335 h 45720"/>
                                <a:gd name="connsiteX182" fmla="*/ 14288 w 52387"/>
                                <a:gd name="connsiteY182" fmla="*/ 10478 h 45720"/>
                                <a:gd name="connsiteX183" fmla="*/ 19050 w 52387"/>
                                <a:gd name="connsiteY183" fmla="*/ 8572 h 45720"/>
                                <a:gd name="connsiteX184" fmla="*/ 23813 w 52387"/>
                                <a:gd name="connsiteY184" fmla="*/ 7620 h 45720"/>
                                <a:gd name="connsiteX185" fmla="*/ 28575 w 52387"/>
                                <a:gd name="connsiteY185" fmla="*/ 6667 h 45720"/>
                                <a:gd name="connsiteX186" fmla="*/ 33338 w 52387"/>
                                <a:gd name="connsiteY186" fmla="*/ 5715 h 45720"/>
                                <a:gd name="connsiteX187" fmla="*/ 37147 w 52387"/>
                                <a:gd name="connsiteY187" fmla="*/ 4763 h 45720"/>
                                <a:gd name="connsiteX188" fmla="*/ 39053 w 52387"/>
                                <a:gd name="connsiteY188" fmla="*/ 4763 h 45720"/>
                                <a:gd name="connsiteX189" fmla="*/ 40958 w 52387"/>
                                <a:gd name="connsiteY189" fmla="*/ 4763 h 45720"/>
                                <a:gd name="connsiteX190" fmla="*/ 43815 w 52387"/>
                                <a:gd name="connsiteY190" fmla="*/ 4763 h 45720"/>
                                <a:gd name="connsiteX191" fmla="*/ 44768 w 52387"/>
                                <a:gd name="connsiteY191" fmla="*/ 4763 h 45720"/>
                                <a:gd name="connsiteX192" fmla="*/ 44768 w 52387"/>
                                <a:gd name="connsiteY192" fmla="*/ 4763 h 45720"/>
                                <a:gd name="connsiteX193" fmla="*/ 45720 w 52387"/>
                                <a:gd name="connsiteY193" fmla="*/ 3810 h 45720"/>
                                <a:gd name="connsiteX194" fmla="*/ 46672 w 52387"/>
                                <a:gd name="connsiteY194" fmla="*/ 1905 h 45720"/>
                                <a:gd name="connsiteX195" fmla="*/ 47625 w 52387"/>
                                <a:gd name="connsiteY195" fmla="*/ 0 h 45720"/>
                                <a:gd name="connsiteX196" fmla="*/ 49530 w 52387"/>
                                <a:gd name="connsiteY196" fmla="*/ 1905 h 45720"/>
                                <a:gd name="connsiteX197" fmla="*/ 44768 w 52387"/>
                                <a:gd name="connsiteY197" fmla="*/ 3810 h 45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52387" h="45720">
                                  <a:moveTo>
                                    <a:pt x="44768" y="3810"/>
                                  </a:moveTo>
                                  <a:cubicBezTo>
                                    <a:pt x="43815" y="3810"/>
                                    <a:pt x="43815" y="3810"/>
                                    <a:pt x="44768" y="3810"/>
                                  </a:cubicBezTo>
                                  <a:cubicBezTo>
                                    <a:pt x="44768" y="3810"/>
                                    <a:pt x="44768" y="4763"/>
                                    <a:pt x="45720" y="5715"/>
                                  </a:cubicBezTo>
                                  <a:cubicBezTo>
                                    <a:pt x="45720" y="6667"/>
                                    <a:pt x="46672" y="8572"/>
                                    <a:pt x="47625" y="10478"/>
                                  </a:cubicBezTo>
                                  <a:cubicBezTo>
                                    <a:pt x="48578" y="12383"/>
                                    <a:pt x="49530" y="14288"/>
                                    <a:pt x="50483" y="17145"/>
                                  </a:cubicBezTo>
                                  <a:cubicBezTo>
                                    <a:pt x="50483" y="18097"/>
                                    <a:pt x="51435" y="18097"/>
                                    <a:pt x="51435" y="19050"/>
                                  </a:cubicBezTo>
                                  <a:cubicBezTo>
                                    <a:pt x="51435" y="19050"/>
                                    <a:pt x="51435" y="20003"/>
                                    <a:pt x="51435" y="20003"/>
                                  </a:cubicBezTo>
                                  <a:lnTo>
                                    <a:pt x="51435" y="20003"/>
                                  </a:lnTo>
                                  <a:lnTo>
                                    <a:pt x="51435" y="20003"/>
                                  </a:lnTo>
                                  <a:lnTo>
                                    <a:pt x="51435" y="20003"/>
                                  </a:lnTo>
                                  <a:cubicBezTo>
                                    <a:pt x="51435" y="20955"/>
                                    <a:pt x="52388" y="21908"/>
                                    <a:pt x="52388" y="23813"/>
                                  </a:cubicBezTo>
                                  <a:cubicBezTo>
                                    <a:pt x="52388" y="24765"/>
                                    <a:pt x="52388" y="24765"/>
                                    <a:pt x="52388" y="25717"/>
                                  </a:cubicBezTo>
                                  <a:cubicBezTo>
                                    <a:pt x="52388" y="26670"/>
                                    <a:pt x="52388" y="26670"/>
                                    <a:pt x="52388" y="27622"/>
                                  </a:cubicBezTo>
                                  <a:cubicBezTo>
                                    <a:pt x="52388" y="27622"/>
                                    <a:pt x="52388" y="28575"/>
                                    <a:pt x="52388" y="28575"/>
                                  </a:cubicBezTo>
                                  <a:cubicBezTo>
                                    <a:pt x="52388" y="28575"/>
                                    <a:pt x="52388" y="29528"/>
                                    <a:pt x="52388" y="29528"/>
                                  </a:cubicBezTo>
                                  <a:cubicBezTo>
                                    <a:pt x="52388" y="30480"/>
                                    <a:pt x="52388" y="30480"/>
                                    <a:pt x="52388" y="30480"/>
                                  </a:cubicBezTo>
                                  <a:cubicBezTo>
                                    <a:pt x="52388" y="31433"/>
                                    <a:pt x="52388" y="32385"/>
                                    <a:pt x="52388" y="33338"/>
                                  </a:cubicBezTo>
                                  <a:cubicBezTo>
                                    <a:pt x="52388" y="34290"/>
                                    <a:pt x="52388" y="34290"/>
                                    <a:pt x="52388" y="35242"/>
                                  </a:cubicBezTo>
                                  <a:cubicBezTo>
                                    <a:pt x="52388" y="35242"/>
                                    <a:pt x="52388" y="36195"/>
                                    <a:pt x="52388" y="36195"/>
                                  </a:cubicBezTo>
                                  <a:cubicBezTo>
                                    <a:pt x="52388" y="36195"/>
                                    <a:pt x="52388" y="36195"/>
                                    <a:pt x="52388" y="37147"/>
                                  </a:cubicBezTo>
                                  <a:cubicBezTo>
                                    <a:pt x="52388" y="37147"/>
                                    <a:pt x="52388" y="37147"/>
                                    <a:pt x="52388" y="37147"/>
                                  </a:cubicBezTo>
                                  <a:lnTo>
                                    <a:pt x="52388" y="37147"/>
                                  </a:lnTo>
                                  <a:cubicBezTo>
                                    <a:pt x="52388" y="37147"/>
                                    <a:pt x="52388" y="37147"/>
                                    <a:pt x="52388" y="37147"/>
                                  </a:cubicBezTo>
                                  <a:cubicBezTo>
                                    <a:pt x="52388" y="37147"/>
                                    <a:pt x="52388" y="37147"/>
                                    <a:pt x="52388" y="36195"/>
                                  </a:cubicBezTo>
                                  <a:cubicBezTo>
                                    <a:pt x="52388" y="36195"/>
                                    <a:pt x="52388" y="35242"/>
                                    <a:pt x="52388" y="35242"/>
                                  </a:cubicBezTo>
                                  <a:cubicBezTo>
                                    <a:pt x="52388" y="34290"/>
                                    <a:pt x="52388" y="34290"/>
                                    <a:pt x="52388" y="33338"/>
                                  </a:cubicBezTo>
                                  <a:cubicBezTo>
                                    <a:pt x="52388" y="32385"/>
                                    <a:pt x="52388" y="31433"/>
                                    <a:pt x="52388" y="30480"/>
                                  </a:cubicBezTo>
                                  <a:cubicBezTo>
                                    <a:pt x="52388" y="30480"/>
                                    <a:pt x="52388" y="29528"/>
                                    <a:pt x="52388" y="29528"/>
                                  </a:cubicBezTo>
                                  <a:cubicBezTo>
                                    <a:pt x="52388" y="29528"/>
                                    <a:pt x="52388" y="28575"/>
                                    <a:pt x="52388" y="28575"/>
                                  </a:cubicBezTo>
                                  <a:cubicBezTo>
                                    <a:pt x="52388" y="28575"/>
                                    <a:pt x="52388" y="27622"/>
                                    <a:pt x="52388" y="27622"/>
                                  </a:cubicBezTo>
                                  <a:cubicBezTo>
                                    <a:pt x="52388" y="26670"/>
                                    <a:pt x="52388" y="26670"/>
                                    <a:pt x="52388" y="25717"/>
                                  </a:cubicBezTo>
                                  <a:cubicBezTo>
                                    <a:pt x="52388" y="24765"/>
                                    <a:pt x="52388" y="24765"/>
                                    <a:pt x="52388" y="23813"/>
                                  </a:cubicBezTo>
                                  <a:cubicBezTo>
                                    <a:pt x="52388" y="22860"/>
                                    <a:pt x="51435" y="21908"/>
                                    <a:pt x="51435" y="20003"/>
                                  </a:cubicBezTo>
                                  <a:lnTo>
                                    <a:pt x="51435" y="20003"/>
                                  </a:lnTo>
                                  <a:lnTo>
                                    <a:pt x="51435" y="20003"/>
                                  </a:lnTo>
                                  <a:lnTo>
                                    <a:pt x="51435" y="20003"/>
                                  </a:lnTo>
                                  <a:cubicBezTo>
                                    <a:pt x="51435" y="20003"/>
                                    <a:pt x="51435" y="19050"/>
                                    <a:pt x="51435" y="19050"/>
                                  </a:cubicBezTo>
                                  <a:cubicBezTo>
                                    <a:pt x="51435" y="18097"/>
                                    <a:pt x="50483" y="18097"/>
                                    <a:pt x="50483" y="17145"/>
                                  </a:cubicBezTo>
                                  <a:cubicBezTo>
                                    <a:pt x="49530" y="15240"/>
                                    <a:pt x="48578" y="12383"/>
                                    <a:pt x="47625" y="10478"/>
                                  </a:cubicBezTo>
                                  <a:cubicBezTo>
                                    <a:pt x="46672" y="7620"/>
                                    <a:pt x="45720" y="5715"/>
                                    <a:pt x="45720" y="4763"/>
                                  </a:cubicBezTo>
                                  <a:cubicBezTo>
                                    <a:pt x="45720" y="4763"/>
                                    <a:pt x="45720" y="5715"/>
                                    <a:pt x="44768" y="5715"/>
                                  </a:cubicBezTo>
                                  <a:cubicBezTo>
                                    <a:pt x="44768" y="5715"/>
                                    <a:pt x="43815" y="6667"/>
                                    <a:pt x="43815" y="6667"/>
                                  </a:cubicBezTo>
                                  <a:cubicBezTo>
                                    <a:pt x="43815" y="6667"/>
                                    <a:pt x="42863" y="7620"/>
                                    <a:pt x="42863" y="8572"/>
                                  </a:cubicBezTo>
                                  <a:cubicBezTo>
                                    <a:pt x="41910" y="9525"/>
                                    <a:pt x="40958" y="10478"/>
                                    <a:pt x="40958" y="12383"/>
                                  </a:cubicBezTo>
                                  <a:cubicBezTo>
                                    <a:pt x="40958" y="12383"/>
                                    <a:pt x="40958" y="13335"/>
                                    <a:pt x="40005" y="13335"/>
                                  </a:cubicBezTo>
                                  <a:cubicBezTo>
                                    <a:pt x="40005" y="13335"/>
                                    <a:pt x="40005" y="13335"/>
                                    <a:pt x="40005" y="13335"/>
                                  </a:cubicBezTo>
                                  <a:cubicBezTo>
                                    <a:pt x="40005" y="14288"/>
                                    <a:pt x="40005" y="14288"/>
                                    <a:pt x="40005" y="15240"/>
                                  </a:cubicBezTo>
                                  <a:cubicBezTo>
                                    <a:pt x="40005" y="16192"/>
                                    <a:pt x="40005" y="17145"/>
                                    <a:pt x="40005" y="18097"/>
                                  </a:cubicBezTo>
                                  <a:cubicBezTo>
                                    <a:pt x="40005" y="20003"/>
                                    <a:pt x="40958" y="22860"/>
                                    <a:pt x="40958" y="24765"/>
                                  </a:cubicBezTo>
                                  <a:cubicBezTo>
                                    <a:pt x="40958" y="25717"/>
                                    <a:pt x="41910" y="27622"/>
                                    <a:pt x="41910" y="28575"/>
                                  </a:cubicBezTo>
                                  <a:cubicBezTo>
                                    <a:pt x="41910" y="29528"/>
                                    <a:pt x="41910" y="29528"/>
                                    <a:pt x="41910" y="30480"/>
                                  </a:cubicBezTo>
                                  <a:cubicBezTo>
                                    <a:pt x="41910" y="31433"/>
                                    <a:pt x="41910" y="31433"/>
                                    <a:pt x="41910" y="32385"/>
                                  </a:cubicBezTo>
                                  <a:cubicBezTo>
                                    <a:pt x="41910" y="33338"/>
                                    <a:pt x="41910" y="34290"/>
                                    <a:pt x="41910" y="35242"/>
                                  </a:cubicBezTo>
                                  <a:cubicBezTo>
                                    <a:pt x="41910" y="35242"/>
                                    <a:pt x="41910" y="36195"/>
                                    <a:pt x="41910" y="36195"/>
                                  </a:cubicBezTo>
                                  <a:cubicBezTo>
                                    <a:pt x="41910" y="36195"/>
                                    <a:pt x="41910" y="37147"/>
                                    <a:pt x="41910" y="37147"/>
                                  </a:cubicBezTo>
                                  <a:cubicBezTo>
                                    <a:pt x="41910" y="38100"/>
                                    <a:pt x="41910" y="39053"/>
                                    <a:pt x="40958" y="40005"/>
                                  </a:cubicBezTo>
                                  <a:cubicBezTo>
                                    <a:pt x="40958" y="40005"/>
                                    <a:pt x="40958" y="40005"/>
                                    <a:pt x="40958" y="40005"/>
                                  </a:cubicBezTo>
                                  <a:cubicBezTo>
                                    <a:pt x="40958" y="40005"/>
                                    <a:pt x="40958" y="40005"/>
                                    <a:pt x="40958" y="40005"/>
                                  </a:cubicBezTo>
                                  <a:cubicBezTo>
                                    <a:pt x="40958" y="40005"/>
                                    <a:pt x="40958" y="40005"/>
                                    <a:pt x="40958" y="40005"/>
                                  </a:cubicBezTo>
                                  <a:cubicBezTo>
                                    <a:pt x="40958" y="40005"/>
                                    <a:pt x="40958" y="40005"/>
                                    <a:pt x="40958" y="40005"/>
                                  </a:cubicBezTo>
                                  <a:cubicBezTo>
                                    <a:pt x="40958" y="40005"/>
                                    <a:pt x="40958" y="40005"/>
                                    <a:pt x="40958" y="40005"/>
                                  </a:cubicBezTo>
                                  <a:cubicBezTo>
                                    <a:pt x="40958" y="40005"/>
                                    <a:pt x="40958" y="40005"/>
                                    <a:pt x="40005" y="40005"/>
                                  </a:cubicBezTo>
                                  <a:cubicBezTo>
                                    <a:pt x="40005" y="40005"/>
                                    <a:pt x="40005" y="40005"/>
                                    <a:pt x="40958" y="40005"/>
                                  </a:cubicBezTo>
                                  <a:cubicBezTo>
                                    <a:pt x="40958" y="40005"/>
                                    <a:pt x="40958" y="40005"/>
                                    <a:pt x="40958" y="40005"/>
                                  </a:cubicBezTo>
                                  <a:cubicBezTo>
                                    <a:pt x="40958" y="40005"/>
                                    <a:pt x="40958" y="40005"/>
                                    <a:pt x="40958" y="40005"/>
                                  </a:cubicBezTo>
                                  <a:cubicBezTo>
                                    <a:pt x="40958" y="40005"/>
                                    <a:pt x="40958" y="40005"/>
                                    <a:pt x="40958" y="40005"/>
                                  </a:cubicBezTo>
                                  <a:cubicBezTo>
                                    <a:pt x="40958" y="40005"/>
                                    <a:pt x="40958" y="40005"/>
                                    <a:pt x="40958" y="40005"/>
                                  </a:cubicBezTo>
                                  <a:cubicBezTo>
                                    <a:pt x="40958" y="40005"/>
                                    <a:pt x="40958" y="40005"/>
                                    <a:pt x="40958" y="40005"/>
                                  </a:cubicBezTo>
                                  <a:cubicBezTo>
                                    <a:pt x="40958" y="39053"/>
                                    <a:pt x="41910" y="39053"/>
                                    <a:pt x="41910" y="37147"/>
                                  </a:cubicBezTo>
                                  <a:cubicBezTo>
                                    <a:pt x="41910" y="37147"/>
                                    <a:pt x="41910" y="36195"/>
                                    <a:pt x="41910" y="36195"/>
                                  </a:cubicBezTo>
                                  <a:cubicBezTo>
                                    <a:pt x="41910" y="36195"/>
                                    <a:pt x="41910" y="35242"/>
                                    <a:pt x="41910" y="35242"/>
                                  </a:cubicBezTo>
                                  <a:cubicBezTo>
                                    <a:pt x="41910" y="34290"/>
                                    <a:pt x="41910" y="33338"/>
                                    <a:pt x="41910" y="32385"/>
                                  </a:cubicBezTo>
                                  <a:cubicBezTo>
                                    <a:pt x="41910" y="31433"/>
                                    <a:pt x="41910" y="31433"/>
                                    <a:pt x="41910" y="30480"/>
                                  </a:cubicBezTo>
                                  <a:cubicBezTo>
                                    <a:pt x="41910" y="29528"/>
                                    <a:pt x="41910" y="29528"/>
                                    <a:pt x="41910" y="28575"/>
                                  </a:cubicBezTo>
                                  <a:cubicBezTo>
                                    <a:pt x="41910" y="27622"/>
                                    <a:pt x="40958" y="25717"/>
                                    <a:pt x="40958" y="24765"/>
                                  </a:cubicBezTo>
                                  <a:cubicBezTo>
                                    <a:pt x="40005" y="21908"/>
                                    <a:pt x="40005" y="20003"/>
                                    <a:pt x="39053" y="18097"/>
                                  </a:cubicBezTo>
                                  <a:cubicBezTo>
                                    <a:pt x="39053" y="17145"/>
                                    <a:pt x="39053" y="16192"/>
                                    <a:pt x="39053" y="15240"/>
                                  </a:cubicBezTo>
                                  <a:cubicBezTo>
                                    <a:pt x="39053" y="15240"/>
                                    <a:pt x="39053" y="15240"/>
                                    <a:pt x="39053" y="15240"/>
                                  </a:cubicBezTo>
                                  <a:cubicBezTo>
                                    <a:pt x="39053" y="15240"/>
                                    <a:pt x="38100" y="16192"/>
                                    <a:pt x="38100" y="16192"/>
                                  </a:cubicBezTo>
                                  <a:cubicBezTo>
                                    <a:pt x="37147" y="17145"/>
                                    <a:pt x="36195" y="19050"/>
                                    <a:pt x="35243" y="20003"/>
                                  </a:cubicBezTo>
                                  <a:cubicBezTo>
                                    <a:pt x="34290" y="20955"/>
                                    <a:pt x="33338" y="21908"/>
                                    <a:pt x="32385" y="23813"/>
                                  </a:cubicBezTo>
                                  <a:cubicBezTo>
                                    <a:pt x="32385" y="23813"/>
                                    <a:pt x="32385" y="23813"/>
                                    <a:pt x="32385" y="23813"/>
                                  </a:cubicBezTo>
                                  <a:cubicBezTo>
                                    <a:pt x="32385" y="23813"/>
                                    <a:pt x="32385" y="23813"/>
                                    <a:pt x="32385" y="24765"/>
                                  </a:cubicBezTo>
                                  <a:cubicBezTo>
                                    <a:pt x="32385" y="25717"/>
                                    <a:pt x="32385" y="26670"/>
                                    <a:pt x="32385" y="27622"/>
                                  </a:cubicBezTo>
                                  <a:cubicBezTo>
                                    <a:pt x="32385" y="28575"/>
                                    <a:pt x="32385" y="29528"/>
                                    <a:pt x="32385" y="29528"/>
                                  </a:cubicBezTo>
                                  <a:cubicBezTo>
                                    <a:pt x="32385" y="30480"/>
                                    <a:pt x="32385" y="31433"/>
                                    <a:pt x="32385" y="32385"/>
                                  </a:cubicBezTo>
                                  <a:cubicBezTo>
                                    <a:pt x="32385" y="32385"/>
                                    <a:pt x="32385" y="33338"/>
                                    <a:pt x="32385" y="33338"/>
                                  </a:cubicBezTo>
                                  <a:cubicBezTo>
                                    <a:pt x="32385" y="33338"/>
                                    <a:pt x="32385" y="34290"/>
                                    <a:pt x="32385" y="34290"/>
                                  </a:cubicBezTo>
                                  <a:cubicBezTo>
                                    <a:pt x="32385" y="34290"/>
                                    <a:pt x="32385" y="35242"/>
                                    <a:pt x="32385" y="35242"/>
                                  </a:cubicBezTo>
                                  <a:cubicBezTo>
                                    <a:pt x="32385" y="35242"/>
                                    <a:pt x="32385" y="36195"/>
                                    <a:pt x="32385" y="36195"/>
                                  </a:cubicBezTo>
                                  <a:cubicBezTo>
                                    <a:pt x="32385" y="37147"/>
                                    <a:pt x="32385" y="38100"/>
                                    <a:pt x="32385" y="39053"/>
                                  </a:cubicBezTo>
                                  <a:cubicBezTo>
                                    <a:pt x="32385" y="40005"/>
                                    <a:pt x="32385" y="40958"/>
                                    <a:pt x="32385" y="41910"/>
                                  </a:cubicBezTo>
                                  <a:cubicBezTo>
                                    <a:pt x="32385" y="41910"/>
                                    <a:pt x="32385" y="42863"/>
                                    <a:pt x="32385" y="42863"/>
                                  </a:cubicBezTo>
                                  <a:cubicBezTo>
                                    <a:pt x="32385" y="42863"/>
                                    <a:pt x="32385" y="43815"/>
                                    <a:pt x="32385" y="43815"/>
                                  </a:cubicBezTo>
                                  <a:cubicBezTo>
                                    <a:pt x="32385" y="43815"/>
                                    <a:pt x="32385" y="43815"/>
                                    <a:pt x="32385" y="44767"/>
                                  </a:cubicBezTo>
                                  <a:cubicBezTo>
                                    <a:pt x="32385" y="44767"/>
                                    <a:pt x="32385" y="44767"/>
                                    <a:pt x="32385" y="45720"/>
                                  </a:cubicBezTo>
                                  <a:cubicBezTo>
                                    <a:pt x="32385" y="45720"/>
                                    <a:pt x="32385" y="45720"/>
                                    <a:pt x="32385" y="45720"/>
                                  </a:cubicBezTo>
                                  <a:cubicBezTo>
                                    <a:pt x="32385" y="45720"/>
                                    <a:pt x="32385" y="44767"/>
                                    <a:pt x="32385" y="44767"/>
                                  </a:cubicBezTo>
                                  <a:cubicBezTo>
                                    <a:pt x="32385" y="44767"/>
                                    <a:pt x="32385" y="43815"/>
                                    <a:pt x="32385" y="43815"/>
                                  </a:cubicBezTo>
                                  <a:cubicBezTo>
                                    <a:pt x="32385" y="43815"/>
                                    <a:pt x="32385" y="42863"/>
                                    <a:pt x="32385" y="42863"/>
                                  </a:cubicBezTo>
                                  <a:cubicBezTo>
                                    <a:pt x="32385" y="41910"/>
                                    <a:pt x="32385" y="40958"/>
                                    <a:pt x="32385" y="40005"/>
                                  </a:cubicBezTo>
                                  <a:cubicBezTo>
                                    <a:pt x="32385" y="39053"/>
                                    <a:pt x="32385" y="38100"/>
                                    <a:pt x="32385" y="37147"/>
                                  </a:cubicBezTo>
                                  <a:lnTo>
                                    <a:pt x="32385" y="36195"/>
                                  </a:lnTo>
                                  <a:lnTo>
                                    <a:pt x="32385" y="35242"/>
                                  </a:lnTo>
                                  <a:cubicBezTo>
                                    <a:pt x="32385" y="35242"/>
                                    <a:pt x="32385" y="34290"/>
                                    <a:pt x="32385" y="34290"/>
                                  </a:cubicBezTo>
                                  <a:cubicBezTo>
                                    <a:pt x="32385" y="34290"/>
                                    <a:pt x="32385" y="33338"/>
                                    <a:pt x="32385" y="33338"/>
                                  </a:cubicBezTo>
                                  <a:cubicBezTo>
                                    <a:pt x="32385" y="33338"/>
                                    <a:pt x="32385" y="32385"/>
                                    <a:pt x="32385" y="32385"/>
                                  </a:cubicBezTo>
                                  <a:cubicBezTo>
                                    <a:pt x="32385" y="31433"/>
                                    <a:pt x="32385" y="30480"/>
                                    <a:pt x="32385" y="29528"/>
                                  </a:cubicBezTo>
                                  <a:cubicBezTo>
                                    <a:pt x="32385" y="28575"/>
                                    <a:pt x="32385" y="27622"/>
                                    <a:pt x="32385" y="27622"/>
                                  </a:cubicBezTo>
                                  <a:cubicBezTo>
                                    <a:pt x="32385" y="26670"/>
                                    <a:pt x="32385" y="25717"/>
                                    <a:pt x="32385" y="25717"/>
                                  </a:cubicBezTo>
                                  <a:cubicBezTo>
                                    <a:pt x="31433" y="26670"/>
                                    <a:pt x="31433" y="27622"/>
                                    <a:pt x="30480" y="28575"/>
                                  </a:cubicBezTo>
                                  <a:cubicBezTo>
                                    <a:pt x="29528" y="30480"/>
                                    <a:pt x="28575" y="31433"/>
                                    <a:pt x="27622" y="32385"/>
                                  </a:cubicBezTo>
                                  <a:cubicBezTo>
                                    <a:pt x="27622" y="33338"/>
                                    <a:pt x="26670" y="34290"/>
                                    <a:pt x="26670" y="34290"/>
                                  </a:cubicBezTo>
                                  <a:cubicBezTo>
                                    <a:pt x="26670" y="35242"/>
                                    <a:pt x="25718" y="36195"/>
                                    <a:pt x="25718" y="36195"/>
                                  </a:cubicBezTo>
                                  <a:cubicBezTo>
                                    <a:pt x="24765" y="38100"/>
                                    <a:pt x="24765" y="39053"/>
                                    <a:pt x="23813" y="40958"/>
                                  </a:cubicBezTo>
                                  <a:cubicBezTo>
                                    <a:pt x="23813" y="41910"/>
                                    <a:pt x="23813" y="42863"/>
                                    <a:pt x="22860" y="42863"/>
                                  </a:cubicBezTo>
                                  <a:cubicBezTo>
                                    <a:pt x="22860" y="43815"/>
                                    <a:pt x="22860" y="43815"/>
                                    <a:pt x="22860" y="44767"/>
                                  </a:cubicBezTo>
                                  <a:cubicBezTo>
                                    <a:pt x="22860" y="44767"/>
                                    <a:pt x="22860" y="44767"/>
                                    <a:pt x="22860" y="44767"/>
                                  </a:cubicBezTo>
                                  <a:lnTo>
                                    <a:pt x="22860" y="44767"/>
                                  </a:lnTo>
                                  <a:cubicBezTo>
                                    <a:pt x="22860" y="43815"/>
                                    <a:pt x="22860" y="43815"/>
                                    <a:pt x="22860" y="42863"/>
                                  </a:cubicBezTo>
                                  <a:cubicBezTo>
                                    <a:pt x="22860" y="41910"/>
                                    <a:pt x="22860" y="40958"/>
                                    <a:pt x="23813" y="40958"/>
                                  </a:cubicBezTo>
                                  <a:cubicBezTo>
                                    <a:pt x="23813" y="39053"/>
                                    <a:pt x="24765" y="38100"/>
                                    <a:pt x="25718" y="36195"/>
                                  </a:cubicBezTo>
                                  <a:cubicBezTo>
                                    <a:pt x="25718" y="36195"/>
                                    <a:pt x="25718" y="35242"/>
                                    <a:pt x="26670" y="35242"/>
                                  </a:cubicBezTo>
                                  <a:cubicBezTo>
                                    <a:pt x="26670" y="35242"/>
                                    <a:pt x="26670" y="34290"/>
                                    <a:pt x="27622" y="34290"/>
                                  </a:cubicBezTo>
                                  <a:cubicBezTo>
                                    <a:pt x="27622" y="34290"/>
                                    <a:pt x="27622" y="33338"/>
                                    <a:pt x="28575" y="33338"/>
                                  </a:cubicBezTo>
                                  <a:cubicBezTo>
                                    <a:pt x="28575" y="33338"/>
                                    <a:pt x="28575" y="32385"/>
                                    <a:pt x="29528" y="32385"/>
                                  </a:cubicBezTo>
                                  <a:cubicBezTo>
                                    <a:pt x="30480" y="30480"/>
                                    <a:pt x="31433" y="29528"/>
                                    <a:pt x="32385" y="27622"/>
                                  </a:cubicBezTo>
                                  <a:cubicBezTo>
                                    <a:pt x="33338" y="25717"/>
                                    <a:pt x="34290" y="24765"/>
                                    <a:pt x="35243" y="23813"/>
                                  </a:cubicBezTo>
                                  <a:cubicBezTo>
                                    <a:pt x="36195" y="22860"/>
                                    <a:pt x="36195" y="21908"/>
                                    <a:pt x="37147" y="20955"/>
                                  </a:cubicBezTo>
                                  <a:cubicBezTo>
                                    <a:pt x="37147" y="20955"/>
                                    <a:pt x="37147" y="20955"/>
                                    <a:pt x="36195" y="20955"/>
                                  </a:cubicBezTo>
                                  <a:cubicBezTo>
                                    <a:pt x="35243" y="20955"/>
                                    <a:pt x="34290" y="21908"/>
                                    <a:pt x="33338" y="21908"/>
                                  </a:cubicBezTo>
                                  <a:cubicBezTo>
                                    <a:pt x="31433" y="22860"/>
                                    <a:pt x="28575" y="22860"/>
                                    <a:pt x="26670" y="23813"/>
                                  </a:cubicBezTo>
                                  <a:cubicBezTo>
                                    <a:pt x="25718" y="23813"/>
                                    <a:pt x="23813" y="24765"/>
                                    <a:pt x="22860" y="24765"/>
                                  </a:cubicBezTo>
                                  <a:cubicBezTo>
                                    <a:pt x="21908" y="25717"/>
                                    <a:pt x="20003" y="25717"/>
                                    <a:pt x="19050" y="26670"/>
                                  </a:cubicBezTo>
                                  <a:cubicBezTo>
                                    <a:pt x="18097" y="27622"/>
                                    <a:pt x="16193" y="28575"/>
                                    <a:pt x="15240" y="29528"/>
                                  </a:cubicBezTo>
                                  <a:cubicBezTo>
                                    <a:pt x="14288" y="30480"/>
                                    <a:pt x="13335" y="31433"/>
                                    <a:pt x="11430" y="33338"/>
                                  </a:cubicBezTo>
                                  <a:cubicBezTo>
                                    <a:pt x="10478" y="34290"/>
                                    <a:pt x="10478" y="34290"/>
                                    <a:pt x="9525" y="35242"/>
                                  </a:cubicBezTo>
                                  <a:cubicBezTo>
                                    <a:pt x="9525" y="36195"/>
                                    <a:pt x="8572" y="37147"/>
                                    <a:pt x="8572" y="37147"/>
                                  </a:cubicBezTo>
                                  <a:cubicBezTo>
                                    <a:pt x="8572" y="37147"/>
                                    <a:pt x="8572" y="38100"/>
                                    <a:pt x="7620" y="38100"/>
                                  </a:cubicBezTo>
                                  <a:cubicBezTo>
                                    <a:pt x="7620" y="38100"/>
                                    <a:pt x="7620" y="39053"/>
                                    <a:pt x="6668" y="39053"/>
                                  </a:cubicBezTo>
                                  <a:cubicBezTo>
                                    <a:pt x="6668" y="40005"/>
                                    <a:pt x="5715" y="40958"/>
                                    <a:pt x="5715" y="41910"/>
                                  </a:cubicBezTo>
                                  <a:cubicBezTo>
                                    <a:pt x="5715" y="41910"/>
                                    <a:pt x="5715" y="41910"/>
                                    <a:pt x="5715" y="41910"/>
                                  </a:cubicBezTo>
                                  <a:cubicBezTo>
                                    <a:pt x="5715" y="41910"/>
                                    <a:pt x="5715" y="41910"/>
                                    <a:pt x="5715" y="41910"/>
                                  </a:cubicBezTo>
                                  <a:lnTo>
                                    <a:pt x="5715" y="40958"/>
                                  </a:lnTo>
                                  <a:cubicBezTo>
                                    <a:pt x="5715" y="39053"/>
                                    <a:pt x="6668" y="37147"/>
                                    <a:pt x="7620" y="36195"/>
                                  </a:cubicBezTo>
                                  <a:cubicBezTo>
                                    <a:pt x="8572" y="34290"/>
                                    <a:pt x="9525" y="33338"/>
                                    <a:pt x="10478" y="31433"/>
                                  </a:cubicBezTo>
                                  <a:cubicBezTo>
                                    <a:pt x="11430" y="30480"/>
                                    <a:pt x="12383" y="28575"/>
                                    <a:pt x="14288" y="27622"/>
                                  </a:cubicBezTo>
                                  <a:cubicBezTo>
                                    <a:pt x="15240" y="26670"/>
                                    <a:pt x="17145" y="25717"/>
                                    <a:pt x="18097" y="24765"/>
                                  </a:cubicBezTo>
                                  <a:cubicBezTo>
                                    <a:pt x="19050" y="23813"/>
                                    <a:pt x="20955" y="22860"/>
                                    <a:pt x="21908" y="22860"/>
                                  </a:cubicBezTo>
                                  <a:cubicBezTo>
                                    <a:pt x="22860" y="21908"/>
                                    <a:pt x="24765" y="21908"/>
                                    <a:pt x="25718" y="21908"/>
                                  </a:cubicBezTo>
                                  <a:cubicBezTo>
                                    <a:pt x="28575" y="20955"/>
                                    <a:pt x="30480" y="20003"/>
                                    <a:pt x="32385" y="20003"/>
                                  </a:cubicBezTo>
                                  <a:cubicBezTo>
                                    <a:pt x="33338" y="20003"/>
                                    <a:pt x="34290" y="19050"/>
                                    <a:pt x="35243" y="19050"/>
                                  </a:cubicBezTo>
                                  <a:cubicBezTo>
                                    <a:pt x="36195" y="19050"/>
                                    <a:pt x="36195" y="18097"/>
                                    <a:pt x="37147" y="18097"/>
                                  </a:cubicBezTo>
                                  <a:cubicBezTo>
                                    <a:pt x="37147" y="18097"/>
                                    <a:pt x="38100" y="17145"/>
                                    <a:pt x="38100" y="17145"/>
                                  </a:cubicBezTo>
                                  <a:cubicBezTo>
                                    <a:pt x="39053" y="16192"/>
                                    <a:pt x="39053" y="15240"/>
                                    <a:pt x="40005" y="14288"/>
                                  </a:cubicBezTo>
                                  <a:cubicBezTo>
                                    <a:pt x="40005" y="13335"/>
                                    <a:pt x="40958" y="13335"/>
                                    <a:pt x="40958" y="12383"/>
                                  </a:cubicBezTo>
                                  <a:cubicBezTo>
                                    <a:pt x="40958" y="11430"/>
                                    <a:pt x="41910" y="11430"/>
                                    <a:pt x="41910" y="10478"/>
                                  </a:cubicBezTo>
                                  <a:cubicBezTo>
                                    <a:pt x="42863" y="9525"/>
                                    <a:pt x="43815" y="8572"/>
                                    <a:pt x="43815" y="6667"/>
                                  </a:cubicBezTo>
                                  <a:cubicBezTo>
                                    <a:pt x="43815" y="6667"/>
                                    <a:pt x="43815" y="6667"/>
                                    <a:pt x="43815" y="6667"/>
                                  </a:cubicBezTo>
                                  <a:cubicBezTo>
                                    <a:pt x="43815" y="6667"/>
                                    <a:pt x="43815" y="6667"/>
                                    <a:pt x="43815" y="6667"/>
                                  </a:cubicBezTo>
                                  <a:cubicBezTo>
                                    <a:pt x="42863" y="6667"/>
                                    <a:pt x="41910" y="6667"/>
                                    <a:pt x="40958" y="6667"/>
                                  </a:cubicBezTo>
                                  <a:cubicBezTo>
                                    <a:pt x="40005" y="6667"/>
                                    <a:pt x="40005" y="6667"/>
                                    <a:pt x="39053" y="6667"/>
                                  </a:cubicBezTo>
                                  <a:cubicBezTo>
                                    <a:pt x="38100" y="6667"/>
                                    <a:pt x="38100" y="6667"/>
                                    <a:pt x="37147" y="6667"/>
                                  </a:cubicBezTo>
                                  <a:cubicBezTo>
                                    <a:pt x="36195" y="6667"/>
                                    <a:pt x="34290" y="6667"/>
                                    <a:pt x="33338" y="6667"/>
                                  </a:cubicBezTo>
                                  <a:cubicBezTo>
                                    <a:pt x="32385" y="6667"/>
                                    <a:pt x="30480" y="6667"/>
                                    <a:pt x="28575" y="7620"/>
                                  </a:cubicBezTo>
                                  <a:cubicBezTo>
                                    <a:pt x="26670" y="7620"/>
                                    <a:pt x="25718" y="7620"/>
                                    <a:pt x="23813" y="8572"/>
                                  </a:cubicBezTo>
                                  <a:cubicBezTo>
                                    <a:pt x="21908" y="8572"/>
                                    <a:pt x="20955" y="9525"/>
                                    <a:pt x="19050" y="9525"/>
                                  </a:cubicBezTo>
                                  <a:cubicBezTo>
                                    <a:pt x="17145" y="10478"/>
                                    <a:pt x="16193" y="10478"/>
                                    <a:pt x="14288" y="11430"/>
                                  </a:cubicBezTo>
                                  <a:cubicBezTo>
                                    <a:pt x="12383" y="12383"/>
                                    <a:pt x="11430" y="13335"/>
                                    <a:pt x="9525" y="14288"/>
                                  </a:cubicBezTo>
                                  <a:cubicBezTo>
                                    <a:pt x="8572" y="15240"/>
                                    <a:pt x="7620" y="15240"/>
                                    <a:pt x="7620" y="16192"/>
                                  </a:cubicBezTo>
                                  <a:cubicBezTo>
                                    <a:pt x="6668" y="17145"/>
                                    <a:pt x="6668" y="17145"/>
                                    <a:pt x="5715" y="18097"/>
                                  </a:cubicBezTo>
                                  <a:cubicBezTo>
                                    <a:pt x="4763" y="19050"/>
                                    <a:pt x="4763" y="19050"/>
                                    <a:pt x="3810" y="20003"/>
                                  </a:cubicBezTo>
                                  <a:cubicBezTo>
                                    <a:pt x="2858" y="20955"/>
                                    <a:pt x="2858" y="20955"/>
                                    <a:pt x="1905" y="21908"/>
                                  </a:cubicBezTo>
                                  <a:cubicBezTo>
                                    <a:pt x="953" y="22860"/>
                                    <a:pt x="953" y="22860"/>
                                    <a:pt x="953" y="23813"/>
                                  </a:cubicBezTo>
                                  <a:cubicBezTo>
                                    <a:pt x="953" y="24765"/>
                                    <a:pt x="0" y="24765"/>
                                    <a:pt x="0" y="24765"/>
                                  </a:cubicBezTo>
                                  <a:cubicBezTo>
                                    <a:pt x="0" y="24765"/>
                                    <a:pt x="0" y="24765"/>
                                    <a:pt x="0" y="23813"/>
                                  </a:cubicBezTo>
                                  <a:cubicBezTo>
                                    <a:pt x="0" y="23813"/>
                                    <a:pt x="0" y="22860"/>
                                    <a:pt x="953" y="22860"/>
                                  </a:cubicBezTo>
                                  <a:cubicBezTo>
                                    <a:pt x="953" y="21908"/>
                                    <a:pt x="1905" y="21908"/>
                                    <a:pt x="1905" y="20955"/>
                                  </a:cubicBezTo>
                                  <a:cubicBezTo>
                                    <a:pt x="2858" y="20003"/>
                                    <a:pt x="2858" y="19050"/>
                                    <a:pt x="3810" y="19050"/>
                                  </a:cubicBezTo>
                                  <a:cubicBezTo>
                                    <a:pt x="4763" y="18097"/>
                                    <a:pt x="4763" y="18097"/>
                                    <a:pt x="5715" y="17145"/>
                                  </a:cubicBezTo>
                                  <a:cubicBezTo>
                                    <a:pt x="6668" y="16192"/>
                                    <a:pt x="6668" y="16192"/>
                                    <a:pt x="7620" y="15240"/>
                                  </a:cubicBezTo>
                                  <a:cubicBezTo>
                                    <a:pt x="8572" y="14288"/>
                                    <a:pt x="8572" y="14288"/>
                                    <a:pt x="9525" y="13335"/>
                                  </a:cubicBezTo>
                                  <a:cubicBezTo>
                                    <a:pt x="11430" y="12383"/>
                                    <a:pt x="12383" y="11430"/>
                                    <a:pt x="14288" y="10478"/>
                                  </a:cubicBezTo>
                                  <a:cubicBezTo>
                                    <a:pt x="16193" y="9525"/>
                                    <a:pt x="17145" y="9525"/>
                                    <a:pt x="19050" y="8572"/>
                                  </a:cubicBezTo>
                                  <a:cubicBezTo>
                                    <a:pt x="20955" y="7620"/>
                                    <a:pt x="21908" y="7620"/>
                                    <a:pt x="23813" y="7620"/>
                                  </a:cubicBezTo>
                                  <a:cubicBezTo>
                                    <a:pt x="25718" y="7620"/>
                                    <a:pt x="26670" y="6667"/>
                                    <a:pt x="28575" y="6667"/>
                                  </a:cubicBezTo>
                                  <a:cubicBezTo>
                                    <a:pt x="30480" y="6667"/>
                                    <a:pt x="31433" y="6667"/>
                                    <a:pt x="33338" y="5715"/>
                                  </a:cubicBezTo>
                                  <a:cubicBezTo>
                                    <a:pt x="34290" y="5715"/>
                                    <a:pt x="36195" y="5715"/>
                                    <a:pt x="37147" y="4763"/>
                                  </a:cubicBezTo>
                                  <a:cubicBezTo>
                                    <a:pt x="38100" y="4763"/>
                                    <a:pt x="38100" y="4763"/>
                                    <a:pt x="39053" y="4763"/>
                                  </a:cubicBezTo>
                                  <a:cubicBezTo>
                                    <a:pt x="40005" y="4763"/>
                                    <a:pt x="40005" y="4763"/>
                                    <a:pt x="40958" y="4763"/>
                                  </a:cubicBezTo>
                                  <a:cubicBezTo>
                                    <a:pt x="41910" y="4763"/>
                                    <a:pt x="42863" y="4763"/>
                                    <a:pt x="43815" y="4763"/>
                                  </a:cubicBezTo>
                                  <a:cubicBezTo>
                                    <a:pt x="44768" y="4763"/>
                                    <a:pt x="44768" y="4763"/>
                                    <a:pt x="44768" y="4763"/>
                                  </a:cubicBezTo>
                                  <a:lnTo>
                                    <a:pt x="44768" y="4763"/>
                                  </a:lnTo>
                                  <a:cubicBezTo>
                                    <a:pt x="44768" y="3810"/>
                                    <a:pt x="45720" y="3810"/>
                                    <a:pt x="45720" y="3810"/>
                                  </a:cubicBezTo>
                                  <a:cubicBezTo>
                                    <a:pt x="46672" y="2858"/>
                                    <a:pt x="46672" y="1905"/>
                                    <a:pt x="46672" y="1905"/>
                                  </a:cubicBezTo>
                                  <a:cubicBezTo>
                                    <a:pt x="47625" y="953"/>
                                    <a:pt x="47625" y="0"/>
                                    <a:pt x="47625" y="0"/>
                                  </a:cubicBezTo>
                                  <a:cubicBezTo>
                                    <a:pt x="47625" y="0"/>
                                    <a:pt x="49530" y="1905"/>
                                    <a:pt x="49530" y="1905"/>
                                  </a:cubicBezTo>
                                  <a:cubicBezTo>
                                    <a:pt x="44768" y="1905"/>
                                    <a:pt x="44768" y="2858"/>
                                    <a:pt x="44768" y="3810"/>
                                  </a:cubicBezTo>
                                  <a:close/>
                                </a:path>
                              </a:pathLst>
                            </a:custGeom>
                            <a:grpFill/>
                            <a:ln w="9525" cap="flat">
                              <a:noFill/>
                              <a:prstDash val="solid"/>
                              <a:miter/>
                            </a:ln>
                          </p:spPr>
                          <p:txBody>
                            <a:bodyPr rtlCol="0" anchor="ctr"/>
                            <a:lstStyle/>
                            <a:p>
                              <a:endParaRPr lang="en-US"/>
                            </a:p>
                          </p:txBody>
                        </p:sp>
                      </p:grpSp>
                      <p:grpSp>
                        <p:nvGrpSpPr>
                          <p:cNvPr id="185" name="Graphic 2">
                            <a:extLst>
                              <a:ext uri="{FF2B5EF4-FFF2-40B4-BE49-F238E27FC236}">
                                <a16:creationId xmlns:a16="http://schemas.microsoft.com/office/drawing/2014/main" id="{AE736AF3-0337-429B-AEF1-DA4B52809559}"/>
                              </a:ext>
                            </a:extLst>
                          </p:cNvPr>
                          <p:cNvGrpSpPr/>
                          <p:nvPr/>
                        </p:nvGrpSpPr>
                        <p:grpSpPr>
                          <a:xfrm>
                            <a:off x="2886961" y="2248724"/>
                            <a:ext cx="235515" cy="147974"/>
                            <a:chOff x="2886961" y="2248724"/>
                            <a:chExt cx="235515" cy="147974"/>
                          </a:xfrm>
                          <a:grpFill/>
                        </p:grpSpPr>
                        <p:sp>
                          <p:nvSpPr>
                            <p:cNvPr id="186" name="Freeform: Shape 185">
                              <a:extLst>
                                <a:ext uri="{FF2B5EF4-FFF2-40B4-BE49-F238E27FC236}">
                                  <a16:creationId xmlns:a16="http://schemas.microsoft.com/office/drawing/2014/main" id="{6FA1E9CC-D8DC-45B8-BE9F-6827FAD14ABD}"/>
                                </a:ext>
                              </a:extLst>
                            </p:cNvPr>
                            <p:cNvSpPr/>
                            <p:nvPr/>
                          </p:nvSpPr>
                          <p:spPr>
                            <a:xfrm>
                              <a:off x="2886961" y="2248724"/>
                              <a:ext cx="235515" cy="147974"/>
                            </a:xfrm>
                            <a:custGeom>
                              <a:avLst/>
                              <a:gdLst>
                                <a:gd name="connsiteX0" fmla="*/ 57398 w 235515"/>
                                <a:gd name="connsiteY0" fmla="*/ 0 h 147974"/>
                                <a:gd name="connsiteX1" fmla="*/ 65970 w 235515"/>
                                <a:gd name="connsiteY1" fmla="*/ 5715 h 147974"/>
                                <a:gd name="connsiteX2" fmla="*/ 65970 w 235515"/>
                                <a:gd name="connsiteY2" fmla="*/ 5715 h 147974"/>
                                <a:gd name="connsiteX3" fmla="*/ 67875 w 235515"/>
                                <a:gd name="connsiteY3" fmla="*/ 6667 h 147974"/>
                                <a:gd name="connsiteX4" fmla="*/ 93593 w 235515"/>
                                <a:gd name="connsiteY4" fmla="*/ 0 h 147974"/>
                                <a:gd name="connsiteX5" fmla="*/ 114548 w 235515"/>
                                <a:gd name="connsiteY5" fmla="*/ 11430 h 147974"/>
                                <a:gd name="connsiteX6" fmla="*/ 111690 w 235515"/>
                                <a:gd name="connsiteY6" fmla="*/ 25717 h 147974"/>
                                <a:gd name="connsiteX7" fmla="*/ 102165 w 235515"/>
                                <a:gd name="connsiteY7" fmla="*/ 46672 h 147974"/>
                                <a:gd name="connsiteX8" fmla="*/ 110738 w 235515"/>
                                <a:gd name="connsiteY8" fmla="*/ 44767 h 147974"/>
                                <a:gd name="connsiteX9" fmla="*/ 120263 w 235515"/>
                                <a:gd name="connsiteY9" fmla="*/ 42863 h 147974"/>
                                <a:gd name="connsiteX10" fmla="*/ 144075 w 235515"/>
                                <a:gd name="connsiteY10" fmla="*/ 40005 h 147974"/>
                                <a:gd name="connsiteX11" fmla="*/ 170745 w 235515"/>
                                <a:gd name="connsiteY11" fmla="*/ 42863 h 147974"/>
                                <a:gd name="connsiteX12" fmla="*/ 170745 w 235515"/>
                                <a:gd name="connsiteY12" fmla="*/ 42863 h 147974"/>
                                <a:gd name="connsiteX13" fmla="*/ 170745 w 235515"/>
                                <a:gd name="connsiteY13" fmla="*/ 42863 h 147974"/>
                                <a:gd name="connsiteX14" fmla="*/ 225990 w 235515"/>
                                <a:gd name="connsiteY14" fmla="*/ 80010 h 147974"/>
                                <a:gd name="connsiteX15" fmla="*/ 234563 w 235515"/>
                                <a:gd name="connsiteY15" fmla="*/ 103822 h 147974"/>
                                <a:gd name="connsiteX16" fmla="*/ 235515 w 235515"/>
                                <a:gd name="connsiteY16" fmla="*/ 108585 h 147974"/>
                                <a:gd name="connsiteX17" fmla="*/ 235515 w 235515"/>
                                <a:gd name="connsiteY17" fmla="*/ 109538 h 147974"/>
                                <a:gd name="connsiteX18" fmla="*/ 233610 w 235515"/>
                                <a:gd name="connsiteY18" fmla="*/ 120967 h 147974"/>
                                <a:gd name="connsiteX19" fmla="*/ 231705 w 235515"/>
                                <a:gd name="connsiteY19" fmla="*/ 135255 h 147974"/>
                                <a:gd name="connsiteX20" fmla="*/ 224085 w 235515"/>
                                <a:gd name="connsiteY20" fmla="*/ 140970 h 147974"/>
                                <a:gd name="connsiteX21" fmla="*/ 224085 w 235515"/>
                                <a:gd name="connsiteY21" fmla="*/ 140970 h 147974"/>
                                <a:gd name="connsiteX22" fmla="*/ 177413 w 235515"/>
                                <a:gd name="connsiteY22" fmla="*/ 146685 h 147974"/>
                                <a:gd name="connsiteX23" fmla="*/ 176460 w 235515"/>
                                <a:gd name="connsiteY23" fmla="*/ 146685 h 147974"/>
                                <a:gd name="connsiteX24" fmla="*/ 166935 w 235515"/>
                                <a:gd name="connsiteY24" fmla="*/ 145733 h 147974"/>
                                <a:gd name="connsiteX25" fmla="*/ 156458 w 235515"/>
                                <a:gd name="connsiteY25" fmla="*/ 144780 h 147974"/>
                                <a:gd name="connsiteX26" fmla="*/ 139313 w 235515"/>
                                <a:gd name="connsiteY26" fmla="*/ 143828 h 147974"/>
                                <a:gd name="connsiteX27" fmla="*/ 54540 w 235515"/>
                                <a:gd name="connsiteY27" fmla="*/ 117158 h 147974"/>
                                <a:gd name="connsiteX28" fmla="*/ 36443 w 235515"/>
                                <a:gd name="connsiteY28" fmla="*/ 100965 h 147974"/>
                                <a:gd name="connsiteX29" fmla="*/ 20250 w 235515"/>
                                <a:gd name="connsiteY29" fmla="*/ 91440 h 147974"/>
                                <a:gd name="connsiteX30" fmla="*/ 20250 w 235515"/>
                                <a:gd name="connsiteY30" fmla="*/ 91440 h 147974"/>
                                <a:gd name="connsiteX31" fmla="*/ 20250 w 235515"/>
                                <a:gd name="connsiteY31" fmla="*/ 91440 h 147974"/>
                                <a:gd name="connsiteX32" fmla="*/ 20250 w 235515"/>
                                <a:gd name="connsiteY32" fmla="*/ 91440 h 147974"/>
                                <a:gd name="connsiteX33" fmla="*/ 14535 w 235515"/>
                                <a:gd name="connsiteY33" fmla="*/ 85725 h 147974"/>
                                <a:gd name="connsiteX34" fmla="*/ 14535 w 235515"/>
                                <a:gd name="connsiteY34" fmla="*/ 85725 h 147974"/>
                                <a:gd name="connsiteX35" fmla="*/ 14535 w 235515"/>
                                <a:gd name="connsiteY35" fmla="*/ 85725 h 147974"/>
                                <a:gd name="connsiteX36" fmla="*/ 4058 w 235515"/>
                                <a:gd name="connsiteY36" fmla="*/ 69533 h 147974"/>
                                <a:gd name="connsiteX37" fmla="*/ 248 w 235515"/>
                                <a:gd name="connsiteY37" fmla="*/ 44767 h 147974"/>
                                <a:gd name="connsiteX38" fmla="*/ 7868 w 235515"/>
                                <a:gd name="connsiteY38" fmla="*/ 21908 h 147974"/>
                                <a:gd name="connsiteX39" fmla="*/ 8820 w 235515"/>
                                <a:gd name="connsiteY39" fmla="*/ 20955 h 147974"/>
                                <a:gd name="connsiteX40" fmla="*/ 8820 w 235515"/>
                                <a:gd name="connsiteY40" fmla="*/ 20955 h 147974"/>
                                <a:gd name="connsiteX41" fmla="*/ 21203 w 235515"/>
                                <a:gd name="connsiteY41" fmla="*/ 8572 h 147974"/>
                                <a:gd name="connsiteX42" fmla="*/ 57398 w 235515"/>
                                <a:gd name="connsiteY42" fmla="*/ 0 h 14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35515" h="147974">
                                  <a:moveTo>
                                    <a:pt x="57398" y="0"/>
                                  </a:moveTo>
                                  <a:cubicBezTo>
                                    <a:pt x="65018" y="0"/>
                                    <a:pt x="62160" y="2858"/>
                                    <a:pt x="65970" y="5715"/>
                                  </a:cubicBezTo>
                                  <a:lnTo>
                                    <a:pt x="65970" y="5715"/>
                                  </a:lnTo>
                                  <a:cubicBezTo>
                                    <a:pt x="66923" y="5715"/>
                                    <a:pt x="66923" y="6667"/>
                                    <a:pt x="67875" y="6667"/>
                                  </a:cubicBezTo>
                                  <a:cubicBezTo>
                                    <a:pt x="70733" y="3810"/>
                                    <a:pt x="88830" y="0"/>
                                    <a:pt x="93593" y="0"/>
                                  </a:cubicBezTo>
                                  <a:cubicBezTo>
                                    <a:pt x="102165" y="953"/>
                                    <a:pt x="112643" y="3810"/>
                                    <a:pt x="114548" y="11430"/>
                                  </a:cubicBezTo>
                                  <a:cubicBezTo>
                                    <a:pt x="115500" y="16192"/>
                                    <a:pt x="113595" y="20955"/>
                                    <a:pt x="111690" y="25717"/>
                                  </a:cubicBezTo>
                                  <a:cubicBezTo>
                                    <a:pt x="107880" y="33338"/>
                                    <a:pt x="105023" y="40958"/>
                                    <a:pt x="102165" y="46672"/>
                                  </a:cubicBezTo>
                                  <a:cubicBezTo>
                                    <a:pt x="105023" y="46672"/>
                                    <a:pt x="108833" y="45720"/>
                                    <a:pt x="110738" y="44767"/>
                                  </a:cubicBezTo>
                                  <a:cubicBezTo>
                                    <a:pt x="114548" y="43815"/>
                                    <a:pt x="117405" y="43815"/>
                                    <a:pt x="120263" y="42863"/>
                                  </a:cubicBezTo>
                                  <a:cubicBezTo>
                                    <a:pt x="127883" y="40958"/>
                                    <a:pt x="135503" y="40958"/>
                                    <a:pt x="144075" y="40005"/>
                                  </a:cubicBezTo>
                                  <a:cubicBezTo>
                                    <a:pt x="151695" y="40005"/>
                                    <a:pt x="163125" y="40958"/>
                                    <a:pt x="170745" y="42863"/>
                                  </a:cubicBezTo>
                                  <a:lnTo>
                                    <a:pt x="170745" y="42863"/>
                                  </a:lnTo>
                                  <a:cubicBezTo>
                                    <a:pt x="170745" y="42863"/>
                                    <a:pt x="170745" y="42863"/>
                                    <a:pt x="170745" y="42863"/>
                                  </a:cubicBezTo>
                                  <a:cubicBezTo>
                                    <a:pt x="191700" y="47625"/>
                                    <a:pt x="211703" y="59055"/>
                                    <a:pt x="225990" y="80010"/>
                                  </a:cubicBezTo>
                                  <a:cubicBezTo>
                                    <a:pt x="228848" y="85725"/>
                                    <a:pt x="232658" y="95250"/>
                                    <a:pt x="234563" y="103822"/>
                                  </a:cubicBezTo>
                                  <a:cubicBezTo>
                                    <a:pt x="235515" y="105728"/>
                                    <a:pt x="235515" y="106680"/>
                                    <a:pt x="235515" y="108585"/>
                                  </a:cubicBezTo>
                                  <a:cubicBezTo>
                                    <a:pt x="235515" y="108585"/>
                                    <a:pt x="235515" y="108585"/>
                                    <a:pt x="235515" y="109538"/>
                                  </a:cubicBezTo>
                                  <a:cubicBezTo>
                                    <a:pt x="235515" y="113347"/>
                                    <a:pt x="234563" y="117158"/>
                                    <a:pt x="233610" y="120967"/>
                                  </a:cubicBezTo>
                                  <a:cubicBezTo>
                                    <a:pt x="235515" y="126683"/>
                                    <a:pt x="234563" y="132397"/>
                                    <a:pt x="231705" y="135255"/>
                                  </a:cubicBezTo>
                                  <a:cubicBezTo>
                                    <a:pt x="229800" y="137160"/>
                                    <a:pt x="226943" y="139065"/>
                                    <a:pt x="224085" y="140970"/>
                                  </a:cubicBezTo>
                                  <a:lnTo>
                                    <a:pt x="224085" y="140970"/>
                                  </a:lnTo>
                                  <a:cubicBezTo>
                                    <a:pt x="212655" y="149542"/>
                                    <a:pt x="196463" y="148590"/>
                                    <a:pt x="177413" y="146685"/>
                                  </a:cubicBezTo>
                                  <a:cubicBezTo>
                                    <a:pt x="177413" y="146685"/>
                                    <a:pt x="177413" y="146685"/>
                                    <a:pt x="176460" y="146685"/>
                                  </a:cubicBezTo>
                                  <a:cubicBezTo>
                                    <a:pt x="173603" y="146685"/>
                                    <a:pt x="169793" y="145733"/>
                                    <a:pt x="166935" y="145733"/>
                                  </a:cubicBezTo>
                                  <a:cubicBezTo>
                                    <a:pt x="163125" y="145733"/>
                                    <a:pt x="160268" y="144780"/>
                                    <a:pt x="156458" y="144780"/>
                                  </a:cubicBezTo>
                                  <a:cubicBezTo>
                                    <a:pt x="149790" y="143828"/>
                                    <a:pt x="144075" y="143828"/>
                                    <a:pt x="139313" y="143828"/>
                                  </a:cubicBezTo>
                                  <a:cubicBezTo>
                                    <a:pt x="107880" y="143828"/>
                                    <a:pt x="81210" y="144780"/>
                                    <a:pt x="54540" y="117158"/>
                                  </a:cubicBezTo>
                                  <a:cubicBezTo>
                                    <a:pt x="47873" y="113347"/>
                                    <a:pt x="41205" y="107633"/>
                                    <a:pt x="36443" y="100965"/>
                                  </a:cubicBezTo>
                                  <a:cubicBezTo>
                                    <a:pt x="32633" y="99060"/>
                                    <a:pt x="24060" y="93345"/>
                                    <a:pt x="20250" y="91440"/>
                                  </a:cubicBezTo>
                                  <a:lnTo>
                                    <a:pt x="20250" y="91440"/>
                                  </a:lnTo>
                                  <a:lnTo>
                                    <a:pt x="20250" y="91440"/>
                                  </a:lnTo>
                                  <a:cubicBezTo>
                                    <a:pt x="20250" y="91440"/>
                                    <a:pt x="20250" y="91440"/>
                                    <a:pt x="20250" y="91440"/>
                                  </a:cubicBezTo>
                                  <a:lnTo>
                                    <a:pt x="14535" y="85725"/>
                                  </a:lnTo>
                                  <a:lnTo>
                                    <a:pt x="14535" y="85725"/>
                                  </a:lnTo>
                                  <a:cubicBezTo>
                                    <a:pt x="14535" y="85725"/>
                                    <a:pt x="14535" y="85725"/>
                                    <a:pt x="14535" y="85725"/>
                                  </a:cubicBezTo>
                                  <a:cubicBezTo>
                                    <a:pt x="9773" y="80963"/>
                                    <a:pt x="6915" y="75247"/>
                                    <a:pt x="4058" y="69533"/>
                                  </a:cubicBezTo>
                                  <a:cubicBezTo>
                                    <a:pt x="1200" y="61913"/>
                                    <a:pt x="-705" y="53340"/>
                                    <a:pt x="248" y="44767"/>
                                  </a:cubicBezTo>
                                  <a:cubicBezTo>
                                    <a:pt x="1200" y="37147"/>
                                    <a:pt x="4058" y="28575"/>
                                    <a:pt x="7868" y="21908"/>
                                  </a:cubicBezTo>
                                  <a:cubicBezTo>
                                    <a:pt x="7868" y="21908"/>
                                    <a:pt x="7868" y="20955"/>
                                    <a:pt x="8820" y="20955"/>
                                  </a:cubicBezTo>
                                  <a:lnTo>
                                    <a:pt x="8820" y="20955"/>
                                  </a:lnTo>
                                  <a:cubicBezTo>
                                    <a:pt x="11678" y="17145"/>
                                    <a:pt x="16440" y="11430"/>
                                    <a:pt x="21203" y="8572"/>
                                  </a:cubicBezTo>
                                  <a:cubicBezTo>
                                    <a:pt x="31680" y="2858"/>
                                    <a:pt x="45015" y="953"/>
                                    <a:pt x="57398" y="0"/>
                                  </a:cubicBezTo>
                                  <a:close/>
                                </a:path>
                              </a:pathLst>
                            </a:custGeom>
                            <a:grpFill/>
                            <a:ln w="9525" cap="flat">
                              <a:noFill/>
                              <a:prstDash val="solid"/>
                              <a:miter/>
                            </a:ln>
                          </p:spPr>
                          <p:txBody>
                            <a:bodyPr rtlCol="0" anchor="ctr"/>
                            <a:lstStyle/>
                            <a:p>
                              <a:endParaRPr lang="en-US"/>
                            </a:p>
                          </p:txBody>
                        </p:sp>
                        <p:grpSp>
                          <p:nvGrpSpPr>
                            <p:cNvPr id="187" name="Graphic 2">
                              <a:extLst>
                                <a:ext uri="{FF2B5EF4-FFF2-40B4-BE49-F238E27FC236}">
                                  <a16:creationId xmlns:a16="http://schemas.microsoft.com/office/drawing/2014/main" id="{AE736AF3-0337-429B-AEF1-DA4B52809559}"/>
                                </a:ext>
                              </a:extLst>
                            </p:cNvPr>
                            <p:cNvGrpSpPr/>
                            <p:nvPr/>
                          </p:nvGrpSpPr>
                          <p:grpSpPr>
                            <a:xfrm>
                              <a:off x="2894828" y="2251582"/>
                              <a:ext cx="227647" cy="144779"/>
                              <a:chOff x="2894828" y="2251582"/>
                              <a:chExt cx="227647" cy="144779"/>
                            </a:xfrm>
                            <a:grpFill/>
                          </p:grpSpPr>
                          <p:sp>
                            <p:nvSpPr>
                              <p:cNvPr id="188" name="Freeform: Shape 187">
                                <a:extLst>
                                  <a:ext uri="{FF2B5EF4-FFF2-40B4-BE49-F238E27FC236}">
                                    <a16:creationId xmlns:a16="http://schemas.microsoft.com/office/drawing/2014/main" id="{E6DEF118-C474-459E-8B0E-1B5BEA7A5AF6}"/>
                                  </a:ext>
                                </a:extLst>
                              </p:cNvPr>
                              <p:cNvSpPr/>
                              <p:nvPr/>
                            </p:nvSpPr>
                            <p:spPr>
                              <a:xfrm>
                                <a:off x="2909116" y="2293491"/>
                                <a:ext cx="213359" cy="102870"/>
                              </a:xfrm>
                              <a:custGeom>
                                <a:avLst/>
                                <a:gdLst>
                                  <a:gd name="connsiteX0" fmla="*/ 60008 w 213359"/>
                                  <a:gd name="connsiteY0" fmla="*/ 17145 h 102870"/>
                                  <a:gd name="connsiteX1" fmla="*/ 56197 w 213359"/>
                                  <a:gd name="connsiteY1" fmla="*/ 19050 h 102870"/>
                                  <a:gd name="connsiteX2" fmla="*/ 51435 w 213359"/>
                                  <a:gd name="connsiteY2" fmla="*/ 20955 h 102870"/>
                                  <a:gd name="connsiteX3" fmla="*/ 33338 w 213359"/>
                                  <a:gd name="connsiteY3" fmla="*/ 30480 h 102870"/>
                                  <a:gd name="connsiteX4" fmla="*/ 18097 w 213359"/>
                                  <a:gd name="connsiteY4" fmla="*/ 39053 h 102870"/>
                                  <a:gd name="connsiteX5" fmla="*/ 6668 w 213359"/>
                                  <a:gd name="connsiteY5" fmla="*/ 44767 h 102870"/>
                                  <a:gd name="connsiteX6" fmla="*/ 0 w 213359"/>
                                  <a:gd name="connsiteY6" fmla="*/ 46673 h 102870"/>
                                  <a:gd name="connsiteX7" fmla="*/ 4763 w 213359"/>
                                  <a:gd name="connsiteY7" fmla="*/ 50483 h 102870"/>
                                  <a:gd name="connsiteX8" fmla="*/ 7620 w 213359"/>
                                  <a:gd name="connsiteY8" fmla="*/ 49530 h 102870"/>
                                  <a:gd name="connsiteX9" fmla="*/ 35243 w 213359"/>
                                  <a:gd name="connsiteY9" fmla="*/ 35242 h 102870"/>
                                  <a:gd name="connsiteX10" fmla="*/ 36195 w 213359"/>
                                  <a:gd name="connsiteY10" fmla="*/ 34290 h 102870"/>
                                  <a:gd name="connsiteX11" fmla="*/ 41910 w 213359"/>
                                  <a:gd name="connsiteY11" fmla="*/ 34290 h 102870"/>
                                  <a:gd name="connsiteX12" fmla="*/ 60960 w 213359"/>
                                  <a:gd name="connsiteY12" fmla="*/ 36195 h 102870"/>
                                  <a:gd name="connsiteX13" fmla="*/ 73343 w 213359"/>
                                  <a:gd name="connsiteY13" fmla="*/ 40958 h 102870"/>
                                  <a:gd name="connsiteX14" fmla="*/ 85725 w 213359"/>
                                  <a:gd name="connsiteY14" fmla="*/ 48578 h 102870"/>
                                  <a:gd name="connsiteX15" fmla="*/ 110490 w 213359"/>
                                  <a:gd name="connsiteY15" fmla="*/ 68580 h 102870"/>
                                  <a:gd name="connsiteX16" fmla="*/ 116205 w 213359"/>
                                  <a:gd name="connsiteY16" fmla="*/ 73342 h 102870"/>
                                  <a:gd name="connsiteX17" fmla="*/ 119063 w 213359"/>
                                  <a:gd name="connsiteY17" fmla="*/ 76200 h 102870"/>
                                  <a:gd name="connsiteX18" fmla="*/ 121920 w 213359"/>
                                  <a:gd name="connsiteY18" fmla="*/ 78105 h 102870"/>
                                  <a:gd name="connsiteX19" fmla="*/ 127635 w 213359"/>
                                  <a:gd name="connsiteY19" fmla="*/ 82867 h 102870"/>
                                  <a:gd name="connsiteX20" fmla="*/ 133350 w 213359"/>
                                  <a:gd name="connsiteY20" fmla="*/ 86678 h 102870"/>
                                  <a:gd name="connsiteX21" fmla="*/ 139065 w 213359"/>
                                  <a:gd name="connsiteY21" fmla="*/ 90488 h 102870"/>
                                  <a:gd name="connsiteX22" fmla="*/ 144780 w 213359"/>
                                  <a:gd name="connsiteY22" fmla="*/ 94298 h 102870"/>
                                  <a:gd name="connsiteX23" fmla="*/ 154305 w 213359"/>
                                  <a:gd name="connsiteY23" fmla="*/ 100965 h 102870"/>
                                  <a:gd name="connsiteX24" fmla="*/ 156210 w 213359"/>
                                  <a:gd name="connsiteY24" fmla="*/ 102870 h 102870"/>
                                  <a:gd name="connsiteX25" fmla="*/ 157163 w 213359"/>
                                  <a:gd name="connsiteY25" fmla="*/ 102870 h 102870"/>
                                  <a:gd name="connsiteX26" fmla="*/ 154305 w 213359"/>
                                  <a:gd name="connsiteY26" fmla="*/ 100965 h 102870"/>
                                  <a:gd name="connsiteX27" fmla="*/ 144780 w 213359"/>
                                  <a:gd name="connsiteY27" fmla="*/ 94298 h 102870"/>
                                  <a:gd name="connsiteX28" fmla="*/ 140018 w 213359"/>
                                  <a:gd name="connsiteY28" fmla="*/ 90488 h 102870"/>
                                  <a:gd name="connsiteX29" fmla="*/ 134303 w 213359"/>
                                  <a:gd name="connsiteY29" fmla="*/ 86678 h 102870"/>
                                  <a:gd name="connsiteX30" fmla="*/ 128588 w 213359"/>
                                  <a:gd name="connsiteY30" fmla="*/ 81915 h 102870"/>
                                  <a:gd name="connsiteX31" fmla="*/ 122872 w 213359"/>
                                  <a:gd name="connsiteY31" fmla="*/ 77153 h 102870"/>
                                  <a:gd name="connsiteX32" fmla="*/ 120015 w 213359"/>
                                  <a:gd name="connsiteY32" fmla="*/ 75248 h 102870"/>
                                  <a:gd name="connsiteX33" fmla="*/ 117158 w 213359"/>
                                  <a:gd name="connsiteY33" fmla="*/ 72390 h 102870"/>
                                  <a:gd name="connsiteX34" fmla="*/ 111443 w 213359"/>
                                  <a:gd name="connsiteY34" fmla="*/ 67628 h 102870"/>
                                  <a:gd name="connsiteX35" fmla="*/ 86678 w 213359"/>
                                  <a:gd name="connsiteY35" fmla="*/ 47625 h 102870"/>
                                  <a:gd name="connsiteX36" fmla="*/ 74295 w 213359"/>
                                  <a:gd name="connsiteY36" fmla="*/ 39053 h 102870"/>
                                  <a:gd name="connsiteX37" fmla="*/ 61913 w 213359"/>
                                  <a:gd name="connsiteY37" fmla="*/ 34290 h 102870"/>
                                  <a:gd name="connsiteX38" fmla="*/ 41910 w 213359"/>
                                  <a:gd name="connsiteY38" fmla="*/ 31433 h 102870"/>
                                  <a:gd name="connsiteX39" fmla="*/ 40958 w 213359"/>
                                  <a:gd name="connsiteY39" fmla="*/ 31433 h 102870"/>
                                  <a:gd name="connsiteX40" fmla="*/ 53340 w 213359"/>
                                  <a:gd name="connsiteY40" fmla="*/ 24765 h 102870"/>
                                  <a:gd name="connsiteX41" fmla="*/ 74295 w 213359"/>
                                  <a:gd name="connsiteY41" fmla="*/ 16192 h 102870"/>
                                  <a:gd name="connsiteX42" fmla="*/ 98108 w 213359"/>
                                  <a:gd name="connsiteY42" fmla="*/ 10478 h 102870"/>
                                  <a:gd name="connsiteX43" fmla="*/ 100013 w 213359"/>
                                  <a:gd name="connsiteY43" fmla="*/ 10478 h 102870"/>
                                  <a:gd name="connsiteX44" fmla="*/ 102870 w 213359"/>
                                  <a:gd name="connsiteY44" fmla="*/ 11430 h 102870"/>
                                  <a:gd name="connsiteX45" fmla="*/ 110490 w 213359"/>
                                  <a:gd name="connsiteY45" fmla="*/ 15240 h 102870"/>
                                  <a:gd name="connsiteX46" fmla="*/ 118110 w 213359"/>
                                  <a:gd name="connsiteY46" fmla="*/ 22860 h 102870"/>
                                  <a:gd name="connsiteX47" fmla="*/ 121920 w 213359"/>
                                  <a:gd name="connsiteY47" fmla="*/ 27623 h 102870"/>
                                  <a:gd name="connsiteX48" fmla="*/ 123825 w 213359"/>
                                  <a:gd name="connsiteY48" fmla="*/ 30480 h 102870"/>
                                  <a:gd name="connsiteX49" fmla="*/ 126683 w 213359"/>
                                  <a:gd name="connsiteY49" fmla="*/ 33338 h 102870"/>
                                  <a:gd name="connsiteX50" fmla="*/ 137160 w 213359"/>
                                  <a:gd name="connsiteY50" fmla="*/ 41910 h 102870"/>
                                  <a:gd name="connsiteX51" fmla="*/ 160020 w 213359"/>
                                  <a:gd name="connsiteY51" fmla="*/ 60960 h 102870"/>
                                  <a:gd name="connsiteX52" fmla="*/ 170497 w 213359"/>
                                  <a:gd name="connsiteY52" fmla="*/ 70485 h 102870"/>
                                  <a:gd name="connsiteX53" fmla="*/ 180975 w 213359"/>
                                  <a:gd name="connsiteY53" fmla="*/ 79058 h 102870"/>
                                  <a:gd name="connsiteX54" fmla="*/ 185738 w 213359"/>
                                  <a:gd name="connsiteY54" fmla="*/ 82867 h 102870"/>
                                  <a:gd name="connsiteX55" fmla="*/ 189547 w 213359"/>
                                  <a:gd name="connsiteY55" fmla="*/ 86678 h 102870"/>
                                  <a:gd name="connsiteX56" fmla="*/ 197168 w 213359"/>
                                  <a:gd name="connsiteY56" fmla="*/ 92392 h 102870"/>
                                  <a:gd name="connsiteX57" fmla="*/ 202883 w 213359"/>
                                  <a:gd name="connsiteY57" fmla="*/ 97155 h 102870"/>
                                  <a:gd name="connsiteX58" fmla="*/ 202883 w 213359"/>
                                  <a:gd name="connsiteY58" fmla="*/ 97155 h 102870"/>
                                  <a:gd name="connsiteX59" fmla="*/ 202883 w 213359"/>
                                  <a:gd name="connsiteY59" fmla="*/ 97155 h 102870"/>
                                  <a:gd name="connsiteX60" fmla="*/ 202883 w 213359"/>
                                  <a:gd name="connsiteY60" fmla="*/ 97155 h 102870"/>
                                  <a:gd name="connsiteX61" fmla="*/ 197168 w 213359"/>
                                  <a:gd name="connsiteY61" fmla="*/ 92392 h 102870"/>
                                  <a:gd name="connsiteX62" fmla="*/ 189547 w 213359"/>
                                  <a:gd name="connsiteY62" fmla="*/ 85725 h 102870"/>
                                  <a:gd name="connsiteX63" fmla="*/ 185738 w 213359"/>
                                  <a:gd name="connsiteY63" fmla="*/ 81915 h 102870"/>
                                  <a:gd name="connsiteX64" fmla="*/ 180975 w 213359"/>
                                  <a:gd name="connsiteY64" fmla="*/ 78105 h 102870"/>
                                  <a:gd name="connsiteX65" fmla="*/ 171450 w 213359"/>
                                  <a:gd name="connsiteY65" fmla="*/ 68580 h 102870"/>
                                  <a:gd name="connsiteX66" fmla="*/ 160972 w 213359"/>
                                  <a:gd name="connsiteY66" fmla="*/ 59055 h 102870"/>
                                  <a:gd name="connsiteX67" fmla="*/ 139065 w 213359"/>
                                  <a:gd name="connsiteY67" fmla="*/ 39053 h 102870"/>
                                  <a:gd name="connsiteX68" fmla="*/ 128588 w 213359"/>
                                  <a:gd name="connsiteY68" fmla="*/ 30480 h 102870"/>
                                  <a:gd name="connsiteX69" fmla="*/ 126683 w 213359"/>
                                  <a:gd name="connsiteY69" fmla="*/ 28575 h 102870"/>
                                  <a:gd name="connsiteX70" fmla="*/ 124778 w 213359"/>
                                  <a:gd name="connsiteY70" fmla="*/ 26670 h 102870"/>
                                  <a:gd name="connsiteX71" fmla="*/ 120968 w 213359"/>
                                  <a:gd name="connsiteY71" fmla="*/ 21908 h 102870"/>
                                  <a:gd name="connsiteX72" fmla="*/ 113347 w 213359"/>
                                  <a:gd name="connsiteY72" fmla="*/ 14288 h 102870"/>
                                  <a:gd name="connsiteX73" fmla="*/ 107633 w 213359"/>
                                  <a:gd name="connsiteY73" fmla="*/ 11430 h 102870"/>
                                  <a:gd name="connsiteX74" fmla="*/ 125730 w 213359"/>
                                  <a:gd name="connsiteY74" fmla="*/ 10478 h 102870"/>
                                  <a:gd name="connsiteX75" fmla="*/ 151447 w 213359"/>
                                  <a:gd name="connsiteY75" fmla="*/ 13335 h 102870"/>
                                  <a:gd name="connsiteX76" fmla="*/ 163830 w 213359"/>
                                  <a:gd name="connsiteY76" fmla="*/ 16192 h 102870"/>
                                  <a:gd name="connsiteX77" fmla="*/ 176213 w 213359"/>
                                  <a:gd name="connsiteY77" fmla="*/ 20955 h 102870"/>
                                  <a:gd name="connsiteX78" fmla="*/ 186690 w 213359"/>
                                  <a:gd name="connsiteY78" fmla="*/ 26670 h 102870"/>
                                  <a:gd name="connsiteX79" fmla="*/ 196215 w 213359"/>
                                  <a:gd name="connsiteY79" fmla="*/ 34290 h 102870"/>
                                  <a:gd name="connsiteX80" fmla="*/ 208597 w 213359"/>
                                  <a:gd name="connsiteY80" fmla="*/ 50483 h 102870"/>
                                  <a:gd name="connsiteX81" fmla="*/ 213360 w 213359"/>
                                  <a:gd name="connsiteY81" fmla="*/ 60960 h 102870"/>
                                  <a:gd name="connsiteX82" fmla="*/ 211455 w 213359"/>
                                  <a:gd name="connsiteY82" fmla="*/ 53340 h 102870"/>
                                  <a:gd name="connsiteX83" fmla="*/ 211455 w 213359"/>
                                  <a:gd name="connsiteY83" fmla="*/ 53340 h 102870"/>
                                  <a:gd name="connsiteX84" fmla="*/ 209550 w 213359"/>
                                  <a:gd name="connsiteY84" fmla="*/ 50483 h 102870"/>
                                  <a:gd name="connsiteX85" fmla="*/ 197168 w 213359"/>
                                  <a:gd name="connsiteY85" fmla="*/ 33338 h 102870"/>
                                  <a:gd name="connsiteX86" fmla="*/ 177165 w 213359"/>
                                  <a:gd name="connsiteY86" fmla="*/ 19050 h 102870"/>
                                  <a:gd name="connsiteX87" fmla="*/ 164783 w 213359"/>
                                  <a:gd name="connsiteY87" fmla="*/ 14288 h 102870"/>
                                  <a:gd name="connsiteX88" fmla="*/ 152400 w 213359"/>
                                  <a:gd name="connsiteY88" fmla="*/ 11430 h 102870"/>
                                  <a:gd name="connsiteX89" fmla="*/ 125730 w 213359"/>
                                  <a:gd name="connsiteY89" fmla="*/ 8573 h 102870"/>
                                  <a:gd name="connsiteX90" fmla="*/ 114300 w 213359"/>
                                  <a:gd name="connsiteY90" fmla="*/ 8573 h 102870"/>
                                  <a:gd name="connsiteX91" fmla="*/ 117158 w 213359"/>
                                  <a:gd name="connsiteY91" fmla="*/ 7620 h 102870"/>
                                  <a:gd name="connsiteX92" fmla="*/ 121920 w 213359"/>
                                  <a:gd name="connsiteY92" fmla="*/ 5715 h 102870"/>
                                  <a:gd name="connsiteX93" fmla="*/ 126683 w 213359"/>
                                  <a:gd name="connsiteY93" fmla="*/ 3810 h 102870"/>
                                  <a:gd name="connsiteX94" fmla="*/ 132397 w 213359"/>
                                  <a:gd name="connsiteY94" fmla="*/ 2858 h 102870"/>
                                  <a:gd name="connsiteX95" fmla="*/ 138113 w 213359"/>
                                  <a:gd name="connsiteY95" fmla="*/ 1905 h 102870"/>
                                  <a:gd name="connsiteX96" fmla="*/ 143828 w 213359"/>
                                  <a:gd name="connsiteY96" fmla="*/ 953 h 102870"/>
                                  <a:gd name="connsiteX97" fmla="*/ 148590 w 213359"/>
                                  <a:gd name="connsiteY97" fmla="*/ 953 h 102870"/>
                                  <a:gd name="connsiteX98" fmla="*/ 149543 w 213359"/>
                                  <a:gd name="connsiteY98" fmla="*/ 953 h 102870"/>
                                  <a:gd name="connsiteX99" fmla="*/ 144780 w 213359"/>
                                  <a:gd name="connsiteY99" fmla="*/ 0 h 102870"/>
                                  <a:gd name="connsiteX100" fmla="*/ 143828 w 213359"/>
                                  <a:gd name="connsiteY100" fmla="*/ 0 h 102870"/>
                                  <a:gd name="connsiteX101" fmla="*/ 138113 w 213359"/>
                                  <a:gd name="connsiteY101" fmla="*/ 0 h 102870"/>
                                  <a:gd name="connsiteX102" fmla="*/ 132397 w 213359"/>
                                  <a:gd name="connsiteY102" fmla="*/ 953 h 102870"/>
                                  <a:gd name="connsiteX103" fmla="*/ 126683 w 213359"/>
                                  <a:gd name="connsiteY103" fmla="*/ 1905 h 102870"/>
                                  <a:gd name="connsiteX104" fmla="*/ 121920 w 213359"/>
                                  <a:gd name="connsiteY104" fmla="*/ 2858 h 102870"/>
                                  <a:gd name="connsiteX105" fmla="*/ 117158 w 213359"/>
                                  <a:gd name="connsiteY105" fmla="*/ 4763 h 102870"/>
                                  <a:gd name="connsiteX106" fmla="*/ 113347 w 213359"/>
                                  <a:gd name="connsiteY106" fmla="*/ 6667 h 102870"/>
                                  <a:gd name="connsiteX107" fmla="*/ 108585 w 213359"/>
                                  <a:gd name="connsiteY107" fmla="*/ 8573 h 102870"/>
                                  <a:gd name="connsiteX108" fmla="*/ 100013 w 213359"/>
                                  <a:gd name="connsiteY108" fmla="*/ 9525 h 102870"/>
                                  <a:gd name="connsiteX109" fmla="*/ 75247 w 213359"/>
                                  <a:gd name="connsiteY109" fmla="*/ 14288 h 102870"/>
                                  <a:gd name="connsiteX110" fmla="*/ 66675 w 213359"/>
                                  <a:gd name="connsiteY110" fmla="*/ 17145 h 102870"/>
                                  <a:gd name="connsiteX111" fmla="*/ 72390 w 213359"/>
                                  <a:gd name="connsiteY111" fmla="*/ 13335 h 102870"/>
                                  <a:gd name="connsiteX112" fmla="*/ 81915 w 213359"/>
                                  <a:gd name="connsiteY112" fmla="*/ 7620 h 102870"/>
                                  <a:gd name="connsiteX113" fmla="*/ 86678 w 213359"/>
                                  <a:gd name="connsiteY113" fmla="*/ 4763 h 102870"/>
                                  <a:gd name="connsiteX114" fmla="*/ 90488 w 213359"/>
                                  <a:gd name="connsiteY114" fmla="*/ 2858 h 102870"/>
                                  <a:gd name="connsiteX115" fmla="*/ 91440 w 213359"/>
                                  <a:gd name="connsiteY115" fmla="*/ 2858 h 102870"/>
                                  <a:gd name="connsiteX116" fmla="*/ 89535 w 213359"/>
                                  <a:gd name="connsiteY116" fmla="*/ 2858 h 102870"/>
                                  <a:gd name="connsiteX117" fmla="*/ 89535 w 213359"/>
                                  <a:gd name="connsiteY117" fmla="*/ 2858 h 102870"/>
                                  <a:gd name="connsiteX118" fmla="*/ 85725 w 213359"/>
                                  <a:gd name="connsiteY118" fmla="*/ 4763 h 102870"/>
                                  <a:gd name="connsiteX119" fmla="*/ 80963 w 213359"/>
                                  <a:gd name="connsiteY119" fmla="*/ 7620 h 102870"/>
                                  <a:gd name="connsiteX120" fmla="*/ 71438 w 213359"/>
                                  <a:gd name="connsiteY120" fmla="*/ 13335 h 102870"/>
                                  <a:gd name="connsiteX121" fmla="*/ 60008 w 213359"/>
                                  <a:gd name="connsiteY121" fmla="*/ 17145 h 10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213359" h="102870">
                                    <a:moveTo>
                                      <a:pt x="60008" y="17145"/>
                                    </a:moveTo>
                                    <a:cubicBezTo>
                                      <a:pt x="59055" y="18098"/>
                                      <a:pt x="57150" y="19050"/>
                                      <a:pt x="56197" y="19050"/>
                                    </a:cubicBezTo>
                                    <a:cubicBezTo>
                                      <a:pt x="54293" y="20003"/>
                                      <a:pt x="52388" y="20003"/>
                                      <a:pt x="51435" y="20955"/>
                                    </a:cubicBezTo>
                                    <a:cubicBezTo>
                                      <a:pt x="44768" y="23813"/>
                                      <a:pt x="38100" y="27623"/>
                                      <a:pt x="33338" y="30480"/>
                                    </a:cubicBezTo>
                                    <a:cubicBezTo>
                                      <a:pt x="27622" y="33338"/>
                                      <a:pt x="22860" y="36195"/>
                                      <a:pt x="18097" y="39053"/>
                                    </a:cubicBezTo>
                                    <a:cubicBezTo>
                                      <a:pt x="13335" y="40958"/>
                                      <a:pt x="9525" y="42863"/>
                                      <a:pt x="6668" y="44767"/>
                                    </a:cubicBezTo>
                                    <a:cubicBezTo>
                                      <a:pt x="3810" y="45720"/>
                                      <a:pt x="1905" y="46673"/>
                                      <a:pt x="0" y="46673"/>
                                    </a:cubicBezTo>
                                    <a:cubicBezTo>
                                      <a:pt x="953" y="47625"/>
                                      <a:pt x="2858" y="48578"/>
                                      <a:pt x="4763" y="50483"/>
                                    </a:cubicBezTo>
                                    <a:cubicBezTo>
                                      <a:pt x="5715" y="50483"/>
                                      <a:pt x="6668" y="49530"/>
                                      <a:pt x="7620" y="49530"/>
                                    </a:cubicBezTo>
                                    <a:cubicBezTo>
                                      <a:pt x="14288" y="46673"/>
                                      <a:pt x="23813" y="41910"/>
                                      <a:pt x="35243" y="35242"/>
                                    </a:cubicBezTo>
                                    <a:lnTo>
                                      <a:pt x="36195" y="34290"/>
                                    </a:lnTo>
                                    <a:cubicBezTo>
                                      <a:pt x="37147" y="34290"/>
                                      <a:pt x="39053" y="34290"/>
                                      <a:pt x="41910" y="34290"/>
                                    </a:cubicBezTo>
                                    <a:cubicBezTo>
                                      <a:pt x="46672" y="34290"/>
                                      <a:pt x="53340" y="34290"/>
                                      <a:pt x="60960" y="36195"/>
                                    </a:cubicBezTo>
                                    <a:cubicBezTo>
                                      <a:pt x="64770" y="37148"/>
                                      <a:pt x="69533" y="39053"/>
                                      <a:pt x="73343" y="40958"/>
                                    </a:cubicBezTo>
                                    <a:cubicBezTo>
                                      <a:pt x="77153" y="42863"/>
                                      <a:pt x="81915" y="45720"/>
                                      <a:pt x="85725" y="48578"/>
                                    </a:cubicBezTo>
                                    <a:cubicBezTo>
                                      <a:pt x="94297" y="54292"/>
                                      <a:pt x="101918" y="61913"/>
                                      <a:pt x="110490" y="68580"/>
                                    </a:cubicBezTo>
                                    <a:cubicBezTo>
                                      <a:pt x="112395" y="70485"/>
                                      <a:pt x="114300" y="71438"/>
                                      <a:pt x="116205" y="73342"/>
                                    </a:cubicBezTo>
                                    <a:lnTo>
                                      <a:pt x="119063" y="76200"/>
                                    </a:lnTo>
                                    <a:lnTo>
                                      <a:pt x="121920" y="78105"/>
                                    </a:lnTo>
                                    <a:cubicBezTo>
                                      <a:pt x="123825" y="80010"/>
                                      <a:pt x="125730" y="80963"/>
                                      <a:pt x="127635" y="82867"/>
                                    </a:cubicBezTo>
                                    <a:cubicBezTo>
                                      <a:pt x="129540" y="83820"/>
                                      <a:pt x="131445" y="85725"/>
                                      <a:pt x="133350" y="86678"/>
                                    </a:cubicBezTo>
                                    <a:cubicBezTo>
                                      <a:pt x="135255" y="88583"/>
                                      <a:pt x="137160" y="89535"/>
                                      <a:pt x="139065" y="90488"/>
                                    </a:cubicBezTo>
                                    <a:cubicBezTo>
                                      <a:pt x="140970" y="91440"/>
                                      <a:pt x="142875" y="93345"/>
                                      <a:pt x="144780" y="94298"/>
                                    </a:cubicBezTo>
                                    <a:cubicBezTo>
                                      <a:pt x="148590" y="96203"/>
                                      <a:pt x="151447" y="99060"/>
                                      <a:pt x="154305" y="100965"/>
                                    </a:cubicBezTo>
                                    <a:cubicBezTo>
                                      <a:pt x="155258" y="101917"/>
                                      <a:pt x="156210" y="101917"/>
                                      <a:pt x="156210" y="102870"/>
                                    </a:cubicBezTo>
                                    <a:cubicBezTo>
                                      <a:pt x="156210" y="102870"/>
                                      <a:pt x="156210" y="102870"/>
                                      <a:pt x="157163" y="102870"/>
                                    </a:cubicBezTo>
                                    <a:cubicBezTo>
                                      <a:pt x="156210" y="101917"/>
                                      <a:pt x="155258" y="101917"/>
                                      <a:pt x="154305" y="100965"/>
                                    </a:cubicBezTo>
                                    <a:cubicBezTo>
                                      <a:pt x="151447" y="99060"/>
                                      <a:pt x="148590" y="96203"/>
                                      <a:pt x="144780" y="94298"/>
                                    </a:cubicBezTo>
                                    <a:cubicBezTo>
                                      <a:pt x="142875" y="93345"/>
                                      <a:pt x="140970" y="91440"/>
                                      <a:pt x="140018" y="90488"/>
                                    </a:cubicBezTo>
                                    <a:cubicBezTo>
                                      <a:pt x="138113" y="89535"/>
                                      <a:pt x="136208" y="87630"/>
                                      <a:pt x="134303" y="86678"/>
                                    </a:cubicBezTo>
                                    <a:cubicBezTo>
                                      <a:pt x="132397" y="84773"/>
                                      <a:pt x="130493" y="83820"/>
                                      <a:pt x="128588" y="81915"/>
                                    </a:cubicBezTo>
                                    <a:cubicBezTo>
                                      <a:pt x="126683" y="80963"/>
                                      <a:pt x="124778" y="79058"/>
                                      <a:pt x="122872" y="77153"/>
                                    </a:cubicBezTo>
                                    <a:lnTo>
                                      <a:pt x="120015" y="75248"/>
                                    </a:lnTo>
                                    <a:lnTo>
                                      <a:pt x="117158" y="72390"/>
                                    </a:lnTo>
                                    <a:cubicBezTo>
                                      <a:pt x="115253" y="70485"/>
                                      <a:pt x="113347" y="68580"/>
                                      <a:pt x="111443" y="67628"/>
                                    </a:cubicBezTo>
                                    <a:cubicBezTo>
                                      <a:pt x="102870" y="60960"/>
                                      <a:pt x="95250" y="53340"/>
                                      <a:pt x="86678" y="47625"/>
                                    </a:cubicBezTo>
                                    <a:cubicBezTo>
                                      <a:pt x="82868" y="44767"/>
                                      <a:pt x="79058" y="41910"/>
                                      <a:pt x="74295" y="39053"/>
                                    </a:cubicBezTo>
                                    <a:cubicBezTo>
                                      <a:pt x="70485" y="37148"/>
                                      <a:pt x="65722" y="35242"/>
                                      <a:pt x="61913" y="34290"/>
                                    </a:cubicBezTo>
                                    <a:cubicBezTo>
                                      <a:pt x="53340" y="32385"/>
                                      <a:pt x="46672" y="31433"/>
                                      <a:pt x="41910" y="31433"/>
                                    </a:cubicBezTo>
                                    <a:cubicBezTo>
                                      <a:pt x="41910" y="31433"/>
                                      <a:pt x="40958" y="31433"/>
                                      <a:pt x="40958" y="31433"/>
                                    </a:cubicBezTo>
                                    <a:cubicBezTo>
                                      <a:pt x="44768" y="29528"/>
                                      <a:pt x="49530" y="26670"/>
                                      <a:pt x="53340" y="24765"/>
                                    </a:cubicBezTo>
                                    <a:cubicBezTo>
                                      <a:pt x="60008" y="21908"/>
                                      <a:pt x="66675" y="19050"/>
                                      <a:pt x="74295" y="16192"/>
                                    </a:cubicBezTo>
                                    <a:cubicBezTo>
                                      <a:pt x="81915" y="13335"/>
                                      <a:pt x="90488" y="12383"/>
                                      <a:pt x="98108" y="10478"/>
                                    </a:cubicBezTo>
                                    <a:lnTo>
                                      <a:pt x="100013" y="10478"/>
                                    </a:lnTo>
                                    <a:cubicBezTo>
                                      <a:pt x="100965" y="10478"/>
                                      <a:pt x="101918" y="10478"/>
                                      <a:pt x="102870" y="11430"/>
                                    </a:cubicBezTo>
                                    <a:cubicBezTo>
                                      <a:pt x="104775" y="12383"/>
                                      <a:pt x="107633" y="13335"/>
                                      <a:pt x="110490" y="15240"/>
                                    </a:cubicBezTo>
                                    <a:cubicBezTo>
                                      <a:pt x="113347" y="17145"/>
                                      <a:pt x="115253" y="19050"/>
                                      <a:pt x="118110" y="22860"/>
                                    </a:cubicBezTo>
                                    <a:cubicBezTo>
                                      <a:pt x="119063" y="24765"/>
                                      <a:pt x="120968" y="25717"/>
                                      <a:pt x="121920" y="27623"/>
                                    </a:cubicBezTo>
                                    <a:cubicBezTo>
                                      <a:pt x="122872" y="28575"/>
                                      <a:pt x="122872" y="29528"/>
                                      <a:pt x="123825" y="30480"/>
                                    </a:cubicBezTo>
                                    <a:cubicBezTo>
                                      <a:pt x="124778" y="31433"/>
                                      <a:pt x="125730" y="32385"/>
                                      <a:pt x="126683" y="33338"/>
                                    </a:cubicBezTo>
                                    <a:cubicBezTo>
                                      <a:pt x="130493" y="36195"/>
                                      <a:pt x="133350" y="39053"/>
                                      <a:pt x="137160" y="41910"/>
                                    </a:cubicBezTo>
                                    <a:cubicBezTo>
                                      <a:pt x="144780" y="48578"/>
                                      <a:pt x="152400" y="54292"/>
                                      <a:pt x="160020" y="60960"/>
                                    </a:cubicBezTo>
                                    <a:cubicBezTo>
                                      <a:pt x="163830" y="63817"/>
                                      <a:pt x="167640" y="67628"/>
                                      <a:pt x="170497" y="70485"/>
                                    </a:cubicBezTo>
                                    <a:cubicBezTo>
                                      <a:pt x="174308" y="73342"/>
                                      <a:pt x="177165" y="77153"/>
                                      <a:pt x="180975" y="79058"/>
                                    </a:cubicBezTo>
                                    <a:cubicBezTo>
                                      <a:pt x="182880" y="80010"/>
                                      <a:pt x="183833" y="81915"/>
                                      <a:pt x="185738" y="82867"/>
                                    </a:cubicBezTo>
                                    <a:cubicBezTo>
                                      <a:pt x="186690" y="83820"/>
                                      <a:pt x="188595" y="85725"/>
                                      <a:pt x="189547" y="86678"/>
                                    </a:cubicBezTo>
                                    <a:cubicBezTo>
                                      <a:pt x="192405" y="88583"/>
                                      <a:pt x="195263" y="91440"/>
                                      <a:pt x="197168" y="92392"/>
                                    </a:cubicBezTo>
                                    <a:cubicBezTo>
                                      <a:pt x="199072" y="94298"/>
                                      <a:pt x="200978" y="96203"/>
                                      <a:pt x="202883" y="97155"/>
                                    </a:cubicBezTo>
                                    <a:lnTo>
                                      <a:pt x="202883" y="97155"/>
                                    </a:lnTo>
                                    <a:lnTo>
                                      <a:pt x="202883" y="97155"/>
                                    </a:lnTo>
                                    <a:lnTo>
                                      <a:pt x="202883" y="97155"/>
                                    </a:lnTo>
                                    <a:cubicBezTo>
                                      <a:pt x="200978" y="96203"/>
                                      <a:pt x="199072" y="94298"/>
                                      <a:pt x="197168" y="92392"/>
                                    </a:cubicBezTo>
                                    <a:cubicBezTo>
                                      <a:pt x="195263" y="90488"/>
                                      <a:pt x="192405" y="88583"/>
                                      <a:pt x="189547" y="85725"/>
                                    </a:cubicBezTo>
                                    <a:cubicBezTo>
                                      <a:pt x="188595" y="84773"/>
                                      <a:pt x="186690" y="82867"/>
                                      <a:pt x="185738" y="81915"/>
                                    </a:cubicBezTo>
                                    <a:cubicBezTo>
                                      <a:pt x="183833" y="80963"/>
                                      <a:pt x="182880" y="79058"/>
                                      <a:pt x="180975" y="78105"/>
                                    </a:cubicBezTo>
                                    <a:cubicBezTo>
                                      <a:pt x="178118" y="75248"/>
                                      <a:pt x="174308" y="72390"/>
                                      <a:pt x="171450" y="68580"/>
                                    </a:cubicBezTo>
                                    <a:cubicBezTo>
                                      <a:pt x="167640" y="65723"/>
                                      <a:pt x="164783" y="61913"/>
                                      <a:pt x="160972" y="59055"/>
                                    </a:cubicBezTo>
                                    <a:cubicBezTo>
                                      <a:pt x="153353" y="52388"/>
                                      <a:pt x="145733" y="45720"/>
                                      <a:pt x="139065" y="39053"/>
                                    </a:cubicBezTo>
                                    <a:cubicBezTo>
                                      <a:pt x="135255" y="36195"/>
                                      <a:pt x="131445" y="33338"/>
                                      <a:pt x="128588" y="30480"/>
                                    </a:cubicBezTo>
                                    <a:cubicBezTo>
                                      <a:pt x="127635" y="29528"/>
                                      <a:pt x="126683" y="28575"/>
                                      <a:pt x="126683" y="28575"/>
                                    </a:cubicBezTo>
                                    <a:cubicBezTo>
                                      <a:pt x="125730" y="27623"/>
                                      <a:pt x="125730" y="26670"/>
                                      <a:pt x="124778" y="26670"/>
                                    </a:cubicBezTo>
                                    <a:cubicBezTo>
                                      <a:pt x="123825" y="24765"/>
                                      <a:pt x="121920" y="23813"/>
                                      <a:pt x="120968" y="21908"/>
                                    </a:cubicBezTo>
                                    <a:cubicBezTo>
                                      <a:pt x="119063" y="19050"/>
                                      <a:pt x="116205" y="16192"/>
                                      <a:pt x="113347" y="14288"/>
                                    </a:cubicBezTo>
                                    <a:cubicBezTo>
                                      <a:pt x="111443" y="13335"/>
                                      <a:pt x="109538" y="12383"/>
                                      <a:pt x="107633" y="11430"/>
                                    </a:cubicBezTo>
                                    <a:cubicBezTo>
                                      <a:pt x="113347" y="10478"/>
                                      <a:pt x="120015" y="10478"/>
                                      <a:pt x="125730" y="10478"/>
                                    </a:cubicBezTo>
                                    <a:cubicBezTo>
                                      <a:pt x="134303" y="10478"/>
                                      <a:pt x="142875" y="11430"/>
                                      <a:pt x="151447" y="13335"/>
                                    </a:cubicBezTo>
                                    <a:cubicBezTo>
                                      <a:pt x="156210" y="14288"/>
                                      <a:pt x="160020" y="15240"/>
                                      <a:pt x="163830" y="16192"/>
                                    </a:cubicBezTo>
                                    <a:cubicBezTo>
                                      <a:pt x="167640" y="17145"/>
                                      <a:pt x="172403" y="19050"/>
                                      <a:pt x="176213" y="20955"/>
                                    </a:cubicBezTo>
                                    <a:cubicBezTo>
                                      <a:pt x="180022" y="22860"/>
                                      <a:pt x="183833" y="24765"/>
                                      <a:pt x="186690" y="26670"/>
                                    </a:cubicBezTo>
                                    <a:cubicBezTo>
                                      <a:pt x="189547" y="28575"/>
                                      <a:pt x="193358" y="31433"/>
                                      <a:pt x="196215" y="34290"/>
                                    </a:cubicBezTo>
                                    <a:cubicBezTo>
                                      <a:pt x="201930" y="39053"/>
                                      <a:pt x="205740" y="45720"/>
                                      <a:pt x="208597" y="50483"/>
                                    </a:cubicBezTo>
                                    <a:cubicBezTo>
                                      <a:pt x="210503" y="54292"/>
                                      <a:pt x="212408" y="58103"/>
                                      <a:pt x="213360" y="60960"/>
                                    </a:cubicBezTo>
                                    <a:cubicBezTo>
                                      <a:pt x="212408" y="58103"/>
                                      <a:pt x="212408" y="56198"/>
                                      <a:pt x="211455" y="53340"/>
                                    </a:cubicBezTo>
                                    <a:lnTo>
                                      <a:pt x="211455" y="53340"/>
                                    </a:lnTo>
                                    <a:cubicBezTo>
                                      <a:pt x="210503" y="52388"/>
                                      <a:pt x="210503" y="51435"/>
                                      <a:pt x="209550" y="50483"/>
                                    </a:cubicBezTo>
                                    <a:cubicBezTo>
                                      <a:pt x="206693" y="44767"/>
                                      <a:pt x="202883" y="38100"/>
                                      <a:pt x="197168" y="33338"/>
                                    </a:cubicBezTo>
                                    <a:cubicBezTo>
                                      <a:pt x="191453" y="27623"/>
                                      <a:pt x="184785" y="22860"/>
                                      <a:pt x="177165" y="19050"/>
                                    </a:cubicBezTo>
                                    <a:cubicBezTo>
                                      <a:pt x="173355" y="17145"/>
                                      <a:pt x="169545" y="15240"/>
                                      <a:pt x="164783" y="14288"/>
                                    </a:cubicBezTo>
                                    <a:cubicBezTo>
                                      <a:pt x="160972" y="13335"/>
                                      <a:pt x="156210" y="12383"/>
                                      <a:pt x="152400" y="11430"/>
                                    </a:cubicBezTo>
                                    <a:cubicBezTo>
                                      <a:pt x="143828" y="9525"/>
                                      <a:pt x="134303" y="8573"/>
                                      <a:pt x="125730" y="8573"/>
                                    </a:cubicBezTo>
                                    <a:cubicBezTo>
                                      <a:pt x="121920" y="8573"/>
                                      <a:pt x="118110" y="8573"/>
                                      <a:pt x="114300" y="8573"/>
                                    </a:cubicBezTo>
                                    <a:cubicBezTo>
                                      <a:pt x="115253" y="8573"/>
                                      <a:pt x="116205" y="7620"/>
                                      <a:pt x="117158" y="7620"/>
                                    </a:cubicBezTo>
                                    <a:cubicBezTo>
                                      <a:pt x="119063" y="6667"/>
                                      <a:pt x="120015" y="6667"/>
                                      <a:pt x="121920" y="5715"/>
                                    </a:cubicBezTo>
                                    <a:cubicBezTo>
                                      <a:pt x="123825" y="4763"/>
                                      <a:pt x="125730" y="4763"/>
                                      <a:pt x="126683" y="3810"/>
                                    </a:cubicBezTo>
                                    <a:cubicBezTo>
                                      <a:pt x="128588" y="3810"/>
                                      <a:pt x="130493" y="2858"/>
                                      <a:pt x="132397" y="2858"/>
                                    </a:cubicBezTo>
                                    <a:cubicBezTo>
                                      <a:pt x="134303" y="2858"/>
                                      <a:pt x="136208" y="1905"/>
                                      <a:pt x="138113" y="1905"/>
                                    </a:cubicBezTo>
                                    <a:cubicBezTo>
                                      <a:pt x="140018" y="1905"/>
                                      <a:pt x="141922" y="1905"/>
                                      <a:pt x="143828" y="953"/>
                                    </a:cubicBezTo>
                                    <a:cubicBezTo>
                                      <a:pt x="145733" y="953"/>
                                      <a:pt x="147638" y="953"/>
                                      <a:pt x="148590" y="953"/>
                                    </a:cubicBezTo>
                                    <a:lnTo>
                                      <a:pt x="149543" y="953"/>
                                    </a:lnTo>
                                    <a:cubicBezTo>
                                      <a:pt x="148590" y="953"/>
                                      <a:pt x="146685" y="953"/>
                                      <a:pt x="144780" y="0"/>
                                    </a:cubicBezTo>
                                    <a:cubicBezTo>
                                      <a:pt x="144780" y="0"/>
                                      <a:pt x="143828" y="0"/>
                                      <a:pt x="143828" y="0"/>
                                    </a:cubicBezTo>
                                    <a:cubicBezTo>
                                      <a:pt x="141922" y="0"/>
                                      <a:pt x="140018" y="0"/>
                                      <a:pt x="138113" y="0"/>
                                    </a:cubicBezTo>
                                    <a:cubicBezTo>
                                      <a:pt x="136208" y="0"/>
                                      <a:pt x="134303" y="0"/>
                                      <a:pt x="132397" y="953"/>
                                    </a:cubicBezTo>
                                    <a:cubicBezTo>
                                      <a:pt x="130493" y="953"/>
                                      <a:pt x="128588" y="1905"/>
                                      <a:pt x="126683" y="1905"/>
                                    </a:cubicBezTo>
                                    <a:cubicBezTo>
                                      <a:pt x="124778" y="1905"/>
                                      <a:pt x="122872" y="2858"/>
                                      <a:pt x="121920" y="2858"/>
                                    </a:cubicBezTo>
                                    <a:cubicBezTo>
                                      <a:pt x="120015" y="3810"/>
                                      <a:pt x="118110" y="3810"/>
                                      <a:pt x="117158" y="4763"/>
                                    </a:cubicBezTo>
                                    <a:cubicBezTo>
                                      <a:pt x="115253" y="5715"/>
                                      <a:pt x="114300" y="5715"/>
                                      <a:pt x="113347" y="6667"/>
                                    </a:cubicBezTo>
                                    <a:cubicBezTo>
                                      <a:pt x="111443" y="7620"/>
                                      <a:pt x="109538" y="7620"/>
                                      <a:pt x="108585" y="8573"/>
                                    </a:cubicBezTo>
                                    <a:cubicBezTo>
                                      <a:pt x="105728" y="8573"/>
                                      <a:pt x="102870" y="8573"/>
                                      <a:pt x="100013" y="9525"/>
                                    </a:cubicBezTo>
                                    <a:cubicBezTo>
                                      <a:pt x="91440" y="10478"/>
                                      <a:pt x="82868" y="12383"/>
                                      <a:pt x="75247" y="14288"/>
                                    </a:cubicBezTo>
                                    <a:cubicBezTo>
                                      <a:pt x="72390" y="15240"/>
                                      <a:pt x="69533" y="16192"/>
                                      <a:pt x="66675" y="17145"/>
                                    </a:cubicBezTo>
                                    <a:cubicBezTo>
                                      <a:pt x="68580" y="16192"/>
                                      <a:pt x="70485" y="14288"/>
                                      <a:pt x="72390" y="13335"/>
                                    </a:cubicBezTo>
                                    <a:cubicBezTo>
                                      <a:pt x="75247" y="11430"/>
                                      <a:pt x="79058" y="9525"/>
                                      <a:pt x="81915" y="7620"/>
                                    </a:cubicBezTo>
                                    <a:cubicBezTo>
                                      <a:pt x="83820" y="6667"/>
                                      <a:pt x="84772" y="5715"/>
                                      <a:pt x="86678" y="4763"/>
                                    </a:cubicBezTo>
                                    <a:lnTo>
                                      <a:pt x="90488" y="2858"/>
                                    </a:lnTo>
                                    <a:cubicBezTo>
                                      <a:pt x="90488" y="2858"/>
                                      <a:pt x="90488" y="2858"/>
                                      <a:pt x="91440" y="2858"/>
                                    </a:cubicBezTo>
                                    <a:cubicBezTo>
                                      <a:pt x="91440" y="2858"/>
                                      <a:pt x="90488" y="2858"/>
                                      <a:pt x="89535" y="2858"/>
                                    </a:cubicBezTo>
                                    <a:cubicBezTo>
                                      <a:pt x="89535" y="2858"/>
                                      <a:pt x="89535" y="2858"/>
                                      <a:pt x="89535" y="2858"/>
                                    </a:cubicBezTo>
                                    <a:cubicBezTo>
                                      <a:pt x="88583" y="3810"/>
                                      <a:pt x="87630" y="3810"/>
                                      <a:pt x="85725" y="4763"/>
                                    </a:cubicBezTo>
                                    <a:cubicBezTo>
                                      <a:pt x="83820" y="5715"/>
                                      <a:pt x="82868" y="6667"/>
                                      <a:pt x="80963" y="7620"/>
                                    </a:cubicBezTo>
                                    <a:cubicBezTo>
                                      <a:pt x="78105" y="9525"/>
                                      <a:pt x="74295" y="11430"/>
                                      <a:pt x="71438" y="13335"/>
                                    </a:cubicBezTo>
                                    <a:cubicBezTo>
                                      <a:pt x="66675" y="13335"/>
                                      <a:pt x="62865" y="15240"/>
                                      <a:pt x="60008" y="17145"/>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0AB26475-FF60-4222-9E0A-B81FBF016D4B}"/>
                                  </a:ext>
                                </a:extLst>
                              </p:cNvPr>
                              <p:cNvSpPr/>
                              <p:nvPr/>
                            </p:nvSpPr>
                            <p:spPr>
                              <a:xfrm>
                                <a:off x="2894828" y="2251582"/>
                                <a:ext cx="102870" cy="86677"/>
                              </a:xfrm>
                              <a:custGeom>
                                <a:avLst/>
                                <a:gdLst>
                                  <a:gd name="connsiteX0" fmla="*/ 33338 w 102870"/>
                                  <a:gd name="connsiteY0" fmla="*/ 0 h 86677"/>
                                  <a:gd name="connsiteX1" fmla="*/ 33338 w 102870"/>
                                  <a:gd name="connsiteY1" fmla="*/ 0 h 86677"/>
                                  <a:gd name="connsiteX2" fmla="*/ 31433 w 102870"/>
                                  <a:gd name="connsiteY2" fmla="*/ 2858 h 86677"/>
                                  <a:gd name="connsiteX3" fmla="*/ 29528 w 102870"/>
                                  <a:gd name="connsiteY3" fmla="*/ 4763 h 86677"/>
                                  <a:gd name="connsiteX4" fmla="*/ 26670 w 102870"/>
                                  <a:gd name="connsiteY4" fmla="*/ 10477 h 86677"/>
                                  <a:gd name="connsiteX5" fmla="*/ 25718 w 102870"/>
                                  <a:gd name="connsiteY5" fmla="*/ 18097 h 86677"/>
                                  <a:gd name="connsiteX6" fmla="*/ 24765 w 102870"/>
                                  <a:gd name="connsiteY6" fmla="*/ 32385 h 86677"/>
                                  <a:gd name="connsiteX7" fmla="*/ 24765 w 102870"/>
                                  <a:gd name="connsiteY7" fmla="*/ 38100 h 86677"/>
                                  <a:gd name="connsiteX8" fmla="*/ 22860 w 102870"/>
                                  <a:gd name="connsiteY8" fmla="*/ 40005 h 86677"/>
                                  <a:gd name="connsiteX9" fmla="*/ 17145 w 102870"/>
                                  <a:gd name="connsiteY9" fmla="*/ 48577 h 86677"/>
                                  <a:gd name="connsiteX10" fmla="*/ 13335 w 102870"/>
                                  <a:gd name="connsiteY10" fmla="*/ 56197 h 86677"/>
                                  <a:gd name="connsiteX11" fmla="*/ 12383 w 102870"/>
                                  <a:gd name="connsiteY11" fmla="*/ 52388 h 86677"/>
                                  <a:gd name="connsiteX12" fmla="*/ 8572 w 102870"/>
                                  <a:gd name="connsiteY12" fmla="*/ 44767 h 86677"/>
                                  <a:gd name="connsiteX13" fmla="*/ 4763 w 102870"/>
                                  <a:gd name="connsiteY13" fmla="*/ 36195 h 86677"/>
                                  <a:gd name="connsiteX14" fmla="*/ 1905 w 102870"/>
                                  <a:gd name="connsiteY14" fmla="*/ 26670 h 86677"/>
                                  <a:gd name="connsiteX15" fmla="*/ 1905 w 102870"/>
                                  <a:gd name="connsiteY15" fmla="*/ 21908 h 86677"/>
                                  <a:gd name="connsiteX16" fmla="*/ 1905 w 102870"/>
                                  <a:gd name="connsiteY16" fmla="*/ 18097 h 86677"/>
                                  <a:gd name="connsiteX17" fmla="*/ 1905 w 102870"/>
                                  <a:gd name="connsiteY17" fmla="*/ 17145 h 86677"/>
                                  <a:gd name="connsiteX18" fmla="*/ 953 w 102870"/>
                                  <a:gd name="connsiteY18" fmla="*/ 18097 h 86677"/>
                                  <a:gd name="connsiteX19" fmla="*/ 0 w 102870"/>
                                  <a:gd name="connsiteY19" fmla="*/ 21908 h 86677"/>
                                  <a:gd name="connsiteX20" fmla="*/ 0 w 102870"/>
                                  <a:gd name="connsiteY20" fmla="*/ 26670 h 86677"/>
                                  <a:gd name="connsiteX21" fmla="*/ 2858 w 102870"/>
                                  <a:gd name="connsiteY21" fmla="*/ 36195 h 86677"/>
                                  <a:gd name="connsiteX22" fmla="*/ 6668 w 102870"/>
                                  <a:gd name="connsiteY22" fmla="*/ 45720 h 86677"/>
                                  <a:gd name="connsiteX23" fmla="*/ 9525 w 102870"/>
                                  <a:gd name="connsiteY23" fmla="*/ 53340 h 86677"/>
                                  <a:gd name="connsiteX24" fmla="*/ 10478 w 102870"/>
                                  <a:gd name="connsiteY24" fmla="*/ 59055 h 86677"/>
                                  <a:gd name="connsiteX25" fmla="*/ 10478 w 102870"/>
                                  <a:gd name="connsiteY25" fmla="*/ 60960 h 86677"/>
                                  <a:gd name="connsiteX26" fmla="*/ 8572 w 102870"/>
                                  <a:gd name="connsiteY26" fmla="*/ 66675 h 86677"/>
                                  <a:gd name="connsiteX27" fmla="*/ 7620 w 102870"/>
                                  <a:gd name="connsiteY27" fmla="*/ 75247 h 86677"/>
                                  <a:gd name="connsiteX28" fmla="*/ 7620 w 102870"/>
                                  <a:gd name="connsiteY28" fmla="*/ 81915 h 86677"/>
                                  <a:gd name="connsiteX29" fmla="*/ 7620 w 102870"/>
                                  <a:gd name="connsiteY29" fmla="*/ 81915 h 86677"/>
                                  <a:gd name="connsiteX30" fmla="*/ 12383 w 102870"/>
                                  <a:gd name="connsiteY30" fmla="*/ 86677 h 86677"/>
                                  <a:gd name="connsiteX31" fmla="*/ 12383 w 102870"/>
                                  <a:gd name="connsiteY31" fmla="*/ 76200 h 86677"/>
                                  <a:gd name="connsiteX32" fmla="*/ 12383 w 102870"/>
                                  <a:gd name="connsiteY32" fmla="*/ 72390 h 86677"/>
                                  <a:gd name="connsiteX33" fmla="*/ 12383 w 102870"/>
                                  <a:gd name="connsiteY33" fmla="*/ 72390 h 86677"/>
                                  <a:gd name="connsiteX34" fmla="*/ 14288 w 102870"/>
                                  <a:gd name="connsiteY34" fmla="*/ 70485 h 86677"/>
                                  <a:gd name="connsiteX35" fmla="*/ 18097 w 102870"/>
                                  <a:gd name="connsiteY35" fmla="*/ 68580 h 86677"/>
                                  <a:gd name="connsiteX36" fmla="*/ 23813 w 102870"/>
                                  <a:gd name="connsiteY36" fmla="*/ 66675 h 86677"/>
                                  <a:gd name="connsiteX37" fmla="*/ 31433 w 102870"/>
                                  <a:gd name="connsiteY37" fmla="*/ 64770 h 86677"/>
                                  <a:gd name="connsiteX38" fmla="*/ 39053 w 102870"/>
                                  <a:gd name="connsiteY38" fmla="*/ 61913 h 86677"/>
                                  <a:gd name="connsiteX39" fmla="*/ 47625 w 102870"/>
                                  <a:gd name="connsiteY39" fmla="*/ 59055 h 86677"/>
                                  <a:gd name="connsiteX40" fmla="*/ 56197 w 102870"/>
                                  <a:gd name="connsiteY40" fmla="*/ 55245 h 86677"/>
                                  <a:gd name="connsiteX41" fmla="*/ 64770 w 102870"/>
                                  <a:gd name="connsiteY41" fmla="*/ 51435 h 86677"/>
                                  <a:gd name="connsiteX42" fmla="*/ 72390 w 102870"/>
                                  <a:gd name="connsiteY42" fmla="*/ 46672 h 86677"/>
                                  <a:gd name="connsiteX43" fmla="*/ 80010 w 102870"/>
                                  <a:gd name="connsiteY43" fmla="*/ 41910 h 86677"/>
                                  <a:gd name="connsiteX44" fmla="*/ 82868 w 102870"/>
                                  <a:gd name="connsiteY44" fmla="*/ 40005 h 86677"/>
                                  <a:gd name="connsiteX45" fmla="*/ 85725 w 102870"/>
                                  <a:gd name="connsiteY45" fmla="*/ 38100 h 86677"/>
                                  <a:gd name="connsiteX46" fmla="*/ 90488 w 102870"/>
                                  <a:gd name="connsiteY46" fmla="*/ 34290 h 86677"/>
                                  <a:gd name="connsiteX47" fmla="*/ 94297 w 102870"/>
                                  <a:gd name="connsiteY47" fmla="*/ 31433 h 86677"/>
                                  <a:gd name="connsiteX48" fmla="*/ 96203 w 102870"/>
                                  <a:gd name="connsiteY48" fmla="*/ 29527 h 86677"/>
                                  <a:gd name="connsiteX49" fmla="*/ 94297 w 102870"/>
                                  <a:gd name="connsiteY49" fmla="*/ 31433 h 86677"/>
                                  <a:gd name="connsiteX50" fmla="*/ 90488 w 102870"/>
                                  <a:gd name="connsiteY50" fmla="*/ 34290 h 86677"/>
                                  <a:gd name="connsiteX51" fmla="*/ 84772 w 102870"/>
                                  <a:gd name="connsiteY51" fmla="*/ 38100 h 86677"/>
                                  <a:gd name="connsiteX52" fmla="*/ 81915 w 102870"/>
                                  <a:gd name="connsiteY52" fmla="*/ 40005 h 86677"/>
                                  <a:gd name="connsiteX53" fmla="*/ 79058 w 102870"/>
                                  <a:gd name="connsiteY53" fmla="*/ 41910 h 86677"/>
                                  <a:gd name="connsiteX54" fmla="*/ 71438 w 102870"/>
                                  <a:gd name="connsiteY54" fmla="*/ 45720 h 86677"/>
                                  <a:gd name="connsiteX55" fmla="*/ 63818 w 102870"/>
                                  <a:gd name="connsiteY55" fmla="*/ 49530 h 86677"/>
                                  <a:gd name="connsiteX56" fmla="*/ 55245 w 102870"/>
                                  <a:gd name="connsiteY56" fmla="*/ 53340 h 86677"/>
                                  <a:gd name="connsiteX57" fmla="*/ 46672 w 102870"/>
                                  <a:gd name="connsiteY57" fmla="*/ 57150 h 86677"/>
                                  <a:gd name="connsiteX58" fmla="*/ 38100 w 102870"/>
                                  <a:gd name="connsiteY58" fmla="*/ 60008 h 86677"/>
                                  <a:gd name="connsiteX59" fmla="*/ 30480 w 102870"/>
                                  <a:gd name="connsiteY59" fmla="*/ 61913 h 86677"/>
                                  <a:gd name="connsiteX60" fmla="*/ 22860 w 102870"/>
                                  <a:gd name="connsiteY60" fmla="*/ 63817 h 86677"/>
                                  <a:gd name="connsiteX61" fmla="*/ 17145 w 102870"/>
                                  <a:gd name="connsiteY61" fmla="*/ 65722 h 86677"/>
                                  <a:gd name="connsiteX62" fmla="*/ 12383 w 102870"/>
                                  <a:gd name="connsiteY62" fmla="*/ 68580 h 86677"/>
                                  <a:gd name="connsiteX63" fmla="*/ 11430 w 102870"/>
                                  <a:gd name="connsiteY63" fmla="*/ 68580 h 86677"/>
                                  <a:gd name="connsiteX64" fmla="*/ 11430 w 102870"/>
                                  <a:gd name="connsiteY64" fmla="*/ 67627 h 86677"/>
                                  <a:gd name="connsiteX65" fmla="*/ 14288 w 102870"/>
                                  <a:gd name="connsiteY65" fmla="*/ 59055 h 86677"/>
                                  <a:gd name="connsiteX66" fmla="*/ 18097 w 102870"/>
                                  <a:gd name="connsiteY66" fmla="*/ 50483 h 86677"/>
                                  <a:gd name="connsiteX67" fmla="*/ 19050 w 102870"/>
                                  <a:gd name="connsiteY67" fmla="*/ 48577 h 86677"/>
                                  <a:gd name="connsiteX68" fmla="*/ 20955 w 102870"/>
                                  <a:gd name="connsiteY68" fmla="*/ 46672 h 86677"/>
                                  <a:gd name="connsiteX69" fmla="*/ 30480 w 102870"/>
                                  <a:gd name="connsiteY69" fmla="*/ 41910 h 86677"/>
                                  <a:gd name="connsiteX70" fmla="*/ 37147 w 102870"/>
                                  <a:gd name="connsiteY70" fmla="*/ 39052 h 86677"/>
                                  <a:gd name="connsiteX71" fmla="*/ 44768 w 102870"/>
                                  <a:gd name="connsiteY71" fmla="*/ 36195 h 86677"/>
                                  <a:gd name="connsiteX72" fmla="*/ 52388 w 102870"/>
                                  <a:gd name="connsiteY72" fmla="*/ 32385 h 86677"/>
                                  <a:gd name="connsiteX73" fmla="*/ 60960 w 102870"/>
                                  <a:gd name="connsiteY73" fmla="*/ 28575 h 86677"/>
                                  <a:gd name="connsiteX74" fmla="*/ 68580 w 102870"/>
                                  <a:gd name="connsiteY74" fmla="*/ 24765 h 86677"/>
                                  <a:gd name="connsiteX75" fmla="*/ 76200 w 102870"/>
                                  <a:gd name="connsiteY75" fmla="*/ 20955 h 86677"/>
                                  <a:gd name="connsiteX76" fmla="*/ 83820 w 102870"/>
                                  <a:gd name="connsiteY76" fmla="*/ 17145 h 86677"/>
                                  <a:gd name="connsiteX77" fmla="*/ 90488 w 102870"/>
                                  <a:gd name="connsiteY77" fmla="*/ 13335 h 86677"/>
                                  <a:gd name="connsiteX78" fmla="*/ 100013 w 102870"/>
                                  <a:gd name="connsiteY78" fmla="*/ 7620 h 86677"/>
                                  <a:gd name="connsiteX79" fmla="*/ 102870 w 102870"/>
                                  <a:gd name="connsiteY79" fmla="*/ 5715 h 86677"/>
                                  <a:gd name="connsiteX80" fmla="*/ 100013 w 102870"/>
                                  <a:gd name="connsiteY80" fmla="*/ 7620 h 86677"/>
                                  <a:gd name="connsiteX81" fmla="*/ 90488 w 102870"/>
                                  <a:gd name="connsiteY81" fmla="*/ 13335 h 86677"/>
                                  <a:gd name="connsiteX82" fmla="*/ 83820 w 102870"/>
                                  <a:gd name="connsiteY82" fmla="*/ 17145 h 86677"/>
                                  <a:gd name="connsiteX83" fmla="*/ 76200 w 102870"/>
                                  <a:gd name="connsiteY83" fmla="*/ 20955 h 86677"/>
                                  <a:gd name="connsiteX84" fmla="*/ 68580 w 102870"/>
                                  <a:gd name="connsiteY84" fmla="*/ 24765 h 86677"/>
                                  <a:gd name="connsiteX85" fmla="*/ 60008 w 102870"/>
                                  <a:gd name="connsiteY85" fmla="*/ 28575 h 86677"/>
                                  <a:gd name="connsiteX86" fmla="*/ 51435 w 102870"/>
                                  <a:gd name="connsiteY86" fmla="*/ 32385 h 86677"/>
                                  <a:gd name="connsiteX87" fmla="*/ 43815 w 102870"/>
                                  <a:gd name="connsiteY87" fmla="*/ 35242 h 86677"/>
                                  <a:gd name="connsiteX88" fmla="*/ 36195 w 102870"/>
                                  <a:gd name="connsiteY88" fmla="*/ 38100 h 86677"/>
                                  <a:gd name="connsiteX89" fmla="*/ 29528 w 102870"/>
                                  <a:gd name="connsiteY89" fmla="*/ 40958 h 86677"/>
                                  <a:gd name="connsiteX90" fmla="*/ 21908 w 102870"/>
                                  <a:gd name="connsiteY90" fmla="*/ 43815 h 86677"/>
                                  <a:gd name="connsiteX91" fmla="*/ 23813 w 102870"/>
                                  <a:gd name="connsiteY91" fmla="*/ 40958 h 86677"/>
                                  <a:gd name="connsiteX92" fmla="*/ 29528 w 102870"/>
                                  <a:gd name="connsiteY92" fmla="*/ 32385 h 86677"/>
                                  <a:gd name="connsiteX93" fmla="*/ 35243 w 102870"/>
                                  <a:gd name="connsiteY93" fmla="*/ 23813 h 86677"/>
                                  <a:gd name="connsiteX94" fmla="*/ 40958 w 102870"/>
                                  <a:gd name="connsiteY94" fmla="*/ 16192 h 86677"/>
                                  <a:gd name="connsiteX95" fmla="*/ 46672 w 102870"/>
                                  <a:gd name="connsiteY95" fmla="*/ 9525 h 86677"/>
                                  <a:gd name="connsiteX96" fmla="*/ 56197 w 102870"/>
                                  <a:gd name="connsiteY96" fmla="*/ 1905 h 86677"/>
                                  <a:gd name="connsiteX97" fmla="*/ 56197 w 102870"/>
                                  <a:gd name="connsiteY97" fmla="*/ 1905 h 86677"/>
                                  <a:gd name="connsiteX98" fmla="*/ 46672 w 102870"/>
                                  <a:gd name="connsiteY98" fmla="*/ 8572 h 86677"/>
                                  <a:gd name="connsiteX99" fmla="*/ 40958 w 102870"/>
                                  <a:gd name="connsiteY99" fmla="*/ 15240 h 86677"/>
                                  <a:gd name="connsiteX100" fmla="*/ 34290 w 102870"/>
                                  <a:gd name="connsiteY100" fmla="*/ 22860 h 86677"/>
                                  <a:gd name="connsiteX101" fmla="*/ 27622 w 102870"/>
                                  <a:gd name="connsiteY101" fmla="*/ 30480 h 86677"/>
                                  <a:gd name="connsiteX102" fmla="*/ 25718 w 102870"/>
                                  <a:gd name="connsiteY102" fmla="*/ 33338 h 86677"/>
                                  <a:gd name="connsiteX103" fmla="*/ 25718 w 102870"/>
                                  <a:gd name="connsiteY103" fmla="*/ 30480 h 86677"/>
                                  <a:gd name="connsiteX104" fmla="*/ 25718 w 102870"/>
                                  <a:gd name="connsiteY104" fmla="*/ 23813 h 86677"/>
                                  <a:gd name="connsiteX105" fmla="*/ 25718 w 102870"/>
                                  <a:gd name="connsiteY105" fmla="*/ 16192 h 86677"/>
                                  <a:gd name="connsiteX106" fmla="*/ 26670 w 102870"/>
                                  <a:gd name="connsiteY106" fmla="*/ 8572 h 86677"/>
                                  <a:gd name="connsiteX107" fmla="*/ 28575 w 102870"/>
                                  <a:gd name="connsiteY107" fmla="*/ 2858 h 86677"/>
                                  <a:gd name="connsiteX108" fmla="*/ 29528 w 102870"/>
                                  <a:gd name="connsiteY108" fmla="*/ 952 h 86677"/>
                                  <a:gd name="connsiteX109" fmla="*/ 33338 w 102870"/>
                                  <a:gd name="connsiteY109" fmla="*/ 0 h 86677"/>
                                  <a:gd name="connsiteX110" fmla="*/ 33338 w 102870"/>
                                  <a:gd name="connsiteY110" fmla="*/ 0 h 86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02870" h="86677">
                                    <a:moveTo>
                                      <a:pt x="33338" y="0"/>
                                    </a:moveTo>
                                    <a:cubicBezTo>
                                      <a:pt x="33338" y="952"/>
                                      <a:pt x="32385" y="952"/>
                                      <a:pt x="33338" y="0"/>
                                    </a:cubicBezTo>
                                    <a:cubicBezTo>
                                      <a:pt x="32385" y="952"/>
                                      <a:pt x="31433" y="1905"/>
                                      <a:pt x="31433" y="2858"/>
                                    </a:cubicBezTo>
                                    <a:cubicBezTo>
                                      <a:pt x="30480" y="3810"/>
                                      <a:pt x="30480" y="3810"/>
                                      <a:pt x="29528" y="4763"/>
                                    </a:cubicBezTo>
                                    <a:cubicBezTo>
                                      <a:pt x="28575" y="6667"/>
                                      <a:pt x="27622" y="8572"/>
                                      <a:pt x="26670" y="10477"/>
                                    </a:cubicBezTo>
                                    <a:cubicBezTo>
                                      <a:pt x="25718" y="12383"/>
                                      <a:pt x="25718" y="15240"/>
                                      <a:pt x="25718" y="18097"/>
                                    </a:cubicBezTo>
                                    <a:cubicBezTo>
                                      <a:pt x="25718" y="22860"/>
                                      <a:pt x="25718" y="28575"/>
                                      <a:pt x="24765" y="32385"/>
                                    </a:cubicBezTo>
                                    <a:cubicBezTo>
                                      <a:pt x="24765" y="35242"/>
                                      <a:pt x="24765" y="38100"/>
                                      <a:pt x="24765" y="38100"/>
                                    </a:cubicBezTo>
                                    <a:lnTo>
                                      <a:pt x="22860" y="40005"/>
                                    </a:lnTo>
                                    <a:cubicBezTo>
                                      <a:pt x="20955" y="42863"/>
                                      <a:pt x="19050" y="45720"/>
                                      <a:pt x="17145" y="48577"/>
                                    </a:cubicBezTo>
                                    <a:cubicBezTo>
                                      <a:pt x="15240" y="51435"/>
                                      <a:pt x="14288" y="53340"/>
                                      <a:pt x="13335" y="56197"/>
                                    </a:cubicBezTo>
                                    <a:cubicBezTo>
                                      <a:pt x="13335" y="55245"/>
                                      <a:pt x="12383" y="53340"/>
                                      <a:pt x="12383" y="52388"/>
                                    </a:cubicBezTo>
                                    <a:cubicBezTo>
                                      <a:pt x="11430" y="49530"/>
                                      <a:pt x="10478" y="47625"/>
                                      <a:pt x="8572" y="44767"/>
                                    </a:cubicBezTo>
                                    <a:cubicBezTo>
                                      <a:pt x="7620" y="41910"/>
                                      <a:pt x="5715" y="39052"/>
                                      <a:pt x="4763" y="36195"/>
                                    </a:cubicBezTo>
                                    <a:cubicBezTo>
                                      <a:pt x="3810" y="33338"/>
                                      <a:pt x="2858" y="30480"/>
                                      <a:pt x="1905" y="26670"/>
                                    </a:cubicBezTo>
                                    <a:cubicBezTo>
                                      <a:pt x="1905" y="24765"/>
                                      <a:pt x="1905" y="23813"/>
                                      <a:pt x="1905" y="21908"/>
                                    </a:cubicBezTo>
                                    <a:cubicBezTo>
                                      <a:pt x="1905" y="20955"/>
                                      <a:pt x="1905" y="19050"/>
                                      <a:pt x="1905" y="18097"/>
                                    </a:cubicBezTo>
                                    <a:cubicBezTo>
                                      <a:pt x="1905" y="18097"/>
                                      <a:pt x="1905" y="17145"/>
                                      <a:pt x="1905" y="17145"/>
                                    </a:cubicBezTo>
                                    <a:cubicBezTo>
                                      <a:pt x="1905" y="17145"/>
                                      <a:pt x="1905" y="18097"/>
                                      <a:pt x="953" y="18097"/>
                                    </a:cubicBezTo>
                                    <a:cubicBezTo>
                                      <a:pt x="953" y="19050"/>
                                      <a:pt x="953" y="20955"/>
                                      <a:pt x="0" y="21908"/>
                                    </a:cubicBezTo>
                                    <a:cubicBezTo>
                                      <a:pt x="0" y="23813"/>
                                      <a:pt x="0" y="24765"/>
                                      <a:pt x="0" y="26670"/>
                                    </a:cubicBezTo>
                                    <a:cubicBezTo>
                                      <a:pt x="0" y="29527"/>
                                      <a:pt x="953" y="33338"/>
                                      <a:pt x="2858" y="36195"/>
                                    </a:cubicBezTo>
                                    <a:cubicBezTo>
                                      <a:pt x="3810" y="39052"/>
                                      <a:pt x="5715" y="42863"/>
                                      <a:pt x="6668" y="45720"/>
                                    </a:cubicBezTo>
                                    <a:cubicBezTo>
                                      <a:pt x="7620" y="48577"/>
                                      <a:pt x="8572" y="51435"/>
                                      <a:pt x="9525" y="53340"/>
                                    </a:cubicBezTo>
                                    <a:cubicBezTo>
                                      <a:pt x="10478" y="55245"/>
                                      <a:pt x="10478" y="58102"/>
                                      <a:pt x="10478" y="59055"/>
                                    </a:cubicBezTo>
                                    <a:cubicBezTo>
                                      <a:pt x="10478" y="60008"/>
                                      <a:pt x="10478" y="60960"/>
                                      <a:pt x="10478" y="60960"/>
                                    </a:cubicBezTo>
                                    <a:cubicBezTo>
                                      <a:pt x="9525" y="62865"/>
                                      <a:pt x="8572" y="64770"/>
                                      <a:pt x="8572" y="66675"/>
                                    </a:cubicBezTo>
                                    <a:cubicBezTo>
                                      <a:pt x="7620" y="69533"/>
                                      <a:pt x="7620" y="72390"/>
                                      <a:pt x="7620" y="75247"/>
                                    </a:cubicBezTo>
                                    <a:cubicBezTo>
                                      <a:pt x="7620" y="77152"/>
                                      <a:pt x="7620" y="80010"/>
                                      <a:pt x="7620" y="81915"/>
                                    </a:cubicBezTo>
                                    <a:lnTo>
                                      <a:pt x="7620" y="81915"/>
                                    </a:lnTo>
                                    <a:lnTo>
                                      <a:pt x="12383" y="86677"/>
                                    </a:lnTo>
                                    <a:cubicBezTo>
                                      <a:pt x="12383" y="83820"/>
                                      <a:pt x="11430" y="80010"/>
                                      <a:pt x="12383" y="76200"/>
                                    </a:cubicBezTo>
                                    <a:cubicBezTo>
                                      <a:pt x="12383" y="75247"/>
                                      <a:pt x="12383" y="73342"/>
                                      <a:pt x="12383" y="72390"/>
                                    </a:cubicBezTo>
                                    <a:cubicBezTo>
                                      <a:pt x="12383" y="72390"/>
                                      <a:pt x="12383" y="72390"/>
                                      <a:pt x="12383" y="72390"/>
                                    </a:cubicBezTo>
                                    <a:cubicBezTo>
                                      <a:pt x="13335" y="72390"/>
                                      <a:pt x="13335" y="71438"/>
                                      <a:pt x="14288" y="70485"/>
                                    </a:cubicBezTo>
                                    <a:cubicBezTo>
                                      <a:pt x="15240" y="69533"/>
                                      <a:pt x="16193" y="68580"/>
                                      <a:pt x="18097" y="68580"/>
                                    </a:cubicBezTo>
                                    <a:cubicBezTo>
                                      <a:pt x="20003" y="67627"/>
                                      <a:pt x="21908" y="66675"/>
                                      <a:pt x="23813" y="66675"/>
                                    </a:cubicBezTo>
                                    <a:cubicBezTo>
                                      <a:pt x="25718" y="65722"/>
                                      <a:pt x="28575" y="65722"/>
                                      <a:pt x="31433" y="64770"/>
                                    </a:cubicBezTo>
                                    <a:cubicBezTo>
                                      <a:pt x="34290" y="63817"/>
                                      <a:pt x="36195" y="62865"/>
                                      <a:pt x="39053" y="61913"/>
                                    </a:cubicBezTo>
                                    <a:cubicBezTo>
                                      <a:pt x="41910" y="60960"/>
                                      <a:pt x="44768" y="60008"/>
                                      <a:pt x="47625" y="59055"/>
                                    </a:cubicBezTo>
                                    <a:cubicBezTo>
                                      <a:pt x="50483" y="58102"/>
                                      <a:pt x="53340" y="56197"/>
                                      <a:pt x="56197" y="55245"/>
                                    </a:cubicBezTo>
                                    <a:cubicBezTo>
                                      <a:pt x="59055" y="54292"/>
                                      <a:pt x="61913" y="52388"/>
                                      <a:pt x="64770" y="51435"/>
                                    </a:cubicBezTo>
                                    <a:cubicBezTo>
                                      <a:pt x="67628" y="50483"/>
                                      <a:pt x="70485" y="48577"/>
                                      <a:pt x="72390" y="46672"/>
                                    </a:cubicBezTo>
                                    <a:cubicBezTo>
                                      <a:pt x="75247" y="45720"/>
                                      <a:pt x="77153" y="43815"/>
                                      <a:pt x="80010" y="41910"/>
                                    </a:cubicBezTo>
                                    <a:cubicBezTo>
                                      <a:pt x="80963" y="40958"/>
                                      <a:pt x="81915" y="40005"/>
                                      <a:pt x="82868" y="40005"/>
                                    </a:cubicBezTo>
                                    <a:cubicBezTo>
                                      <a:pt x="83820" y="39052"/>
                                      <a:pt x="84772" y="38100"/>
                                      <a:pt x="85725" y="38100"/>
                                    </a:cubicBezTo>
                                    <a:cubicBezTo>
                                      <a:pt x="87630" y="37147"/>
                                      <a:pt x="89535" y="35242"/>
                                      <a:pt x="90488" y="34290"/>
                                    </a:cubicBezTo>
                                    <a:cubicBezTo>
                                      <a:pt x="92393" y="33338"/>
                                      <a:pt x="93345" y="32385"/>
                                      <a:pt x="94297" y="31433"/>
                                    </a:cubicBezTo>
                                    <a:cubicBezTo>
                                      <a:pt x="95250" y="30480"/>
                                      <a:pt x="96203" y="30480"/>
                                      <a:pt x="96203" y="29527"/>
                                    </a:cubicBezTo>
                                    <a:cubicBezTo>
                                      <a:pt x="95250" y="29527"/>
                                      <a:pt x="95250" y="30480"/>
                                      <a:pt x="94297" y="31433"/>
                                    </a:cubicBezTo>
                                    <a:cubicBezTo>
                                      <a:pt x="93345" y="32385"/>
                                      <a:pt x="91440" y="33338"/>
                                      <a:pt x="90488" y="34290"/>
                                    </a:cubicBezTo>
                                    <a:cubicBezTo>
                                      <a:pt x="88583" y="35242"/>
                                      <a:pt x="86678" y="36195"/>
                                      <a:pt x="84772" y="38100"/>
                                    </a:cubicBezTo>
                                    <a:cubicBezTo>
                                      <a:pt x="83820" y="39052"/>
                                      <a:pt x="82868" y="39052"/>
                                      <a:pt x="81915" y="40005"/>
                                    </a:cubicBezTo>
                                    <a:cubicBezTo>
                                      <a:pt x="80963" y="40958"/>
                                      <a:pt x="80010" y="40958"/>
                                      <a:pt x="79058" y="41910"/>
                                    </a:cubicBezTo>
                                    <a:cubicBezTo>
                                      <a:pt x="77153" y="42863"/>
                                      <a:pt x="74295" y="44767"/>
                                      <a:pt x="71438" y="45720"/>
                                    </a:cubicBezTo>
                                    <a:cubicBezTo>
                                      <a:pt x="68580" y="46672"/>
                                      <a:pt x="66675" y="48577"/>
                                      <a:pt x="63818" y="49530"/>
                                    </a:cubicBezTo>
                                    <a:cubicBezTo>
                                      <a:pt x="60960" y="50483"/>
                                      <a:pt x="58103" y="52388"/>
                                      <a:pt x="55245" y="53340"/>
                                    </a:cubicBezTo>
                                    <a:cubicBezTo>
                                      <a:pt x="52388" y="54292"/>
                                      <a:pt x="49530" y="56197"/>
                                      <a:pt x="46672" y="57150"/>
                                    </a:cubicBezTo>
                                    <a:cubicBezTo>
                                      <a:pt x="43815" y="58102"/>
                                      <a:pt x="40958" y="59055"/>
                                      <a:pt x="38100" y="60008"/>
                                    </a:cubicBezTo>
                                    <a:cubicBezTo>
                                      <a:pt x="35243" y="60960"/>
                                      <a:pt x="32385" y="61913"/>
                                      <a:pt x="30480" y="61913"/>
                                    </a:cubicBezTo>
                                    <a:cubicBezTo>
                                      <a:pt x="27622" y="62865"/>
                                      <a:pt x="25718" y="62865"/>
                                      <a:pt x="22860" y="63817"/>
                                    </a:cubicBezTo>
                                    <a:cubicBezTo>
                                      <a:pt x="20955" y="64770"/>
                                      <a:pt x="18097" y="64770"/>
                                      <a:pt x="17145" y="65722"/>
                                    </a:cubicBezTo>
                                    <a:cubicBezTo>
                                      <a:pt x="15240" y="66675"/>
                                      <a:pt x="14288" y="67627"/>
                                      <a:pt x="12383" y="68580"/>
                                    </a:cubicBezTo>
                                    <a:cubicBezTo>
                                      <a:pt x="12383" y="68580"/>
                                      <a:pt x="12383" y="68580"/>
                                      <a:pt x="11430" y="68580"/>
                                    </a:cubicBezTo>
                                    <a:lnTo>
                                      <a:pt x="11430" y="67627"/>
                                    </a:lnTo>
                                    <a:cubicBezTo>
                                      <a:pt x="12383" y="64770"/>
                                      <a:pt x="12383" y="61913"/>
                                      <a:pt x="14288" y="59055"/>
                                    </a:cubicBezTo>
                                    <a:cubicBezTo>
                                      <a:pt x="15240" y="56197"/>
                                      <a:pt x="17145" y="53340"/>
                                      <a:pt x="18097" y="50483"/>
                                    </a:cubicBezTo>
                                    <a:lnTo>
                                      <a:pt x="19050" y="48577"/>
                                    </a:lnTo>
                                    <a:cubicBezTo>
                                      <a:pt x="20003" y="48577"/>
                                      <a:pt x="20003" y="47625"/>
                                      <a:pt x="20955" y="46672"/>
                                    </a:cubicBezTo>
                                    <a:cubicBezTo>
                                      <a:pt x="22860" y="44767"/>
                                      <a:pt x="25718" y="43815"/>
                                      <a:pt x="30480" y="41910"/>
                                    </a:cubicBezTo>
                                    <a:cubicBezTo>
                                      <a:pt x="32385" y="40958"/>
                                      <a:pt x="35243" y="40005"/>
                                      <a:pt x="37147" y="39052"/>
                                    </a:cubicBezTo>
                                    <a:cubicBezTo>
                                      <a:pt x="40005" y="38100"/>
                                      <a:pt x="41910" y="37147"/>
                                      <a:pt x="44768" y="36195"/>
                                    </a:cubicBezTo>
                                    <a:cubicBezTo>
                                      <a:pt x="47625" y="35242"/>
                                      <a:pt x="50483" y="34290"/>
                                      <a:pt x="52388" y="32385"/>
                                    </a:cubicBezTo>
                                    <a:cubicBezTo>
                                      <a:pt x="55245" y="31433"/>
                                      <a:pt x="58103" y="29527"/>
                                      <a:pt x="60960" y="28575"/>
                                    </a:cubicBezTo>
                                    <a:cubicBezTo>
                                      <a:pt x="63818" y="27622"/>
                                      <a:pt x="66675" y="25717"/>
                                      <a:pt x="68580" y="24765"/>
                                    </a:cubicBezTo>
                                    <a:lnTo>
                                      <a:pt x="76200" y="20955"/>
                                    </a:lnTo>
                                    <a:cubicBezTo>
                                      <a:pt x="79058" y="20002"/>
                                      <a:pt x="80963" y="18097"/>
                                      <a:pt x="83820" y="17145"/>
                                    </a:cubicBezTo>
                                    <a:cubicBezTo>
                                      <a:pt x="85725" y="16192"/>
                                      <a:pt x="88583" y="14288"/>
                                      <a:pt x="90488" y="13335"/>
                                    </a:cubicBezTo>
                                    <a:cubicBezTo>
                                      <a:pt x="94297" y="11430"/>
                                      <a:pt x="98108" y="8572"/>
                                      <a:pt x="100013" y="7620"/>
                                    </a:cubicBezTo>
                                    <a:cubicBezTo>
                                      <a:pt x="100965" y="6667"/>
                                      <a:pt x="101918" y="6667"/>
                                      <a:pt x="102870" y="5715"/>
                                    </a:cubicBezTo>
                                    <a:cubicBezTo>
                                      <a:pt x="101918" y="5715"/>
                                      <a:pt x="100965" y="6667"/>
                                      <a:pt x="100013" y="7620"/>
                                    </a:cubicBezTo>
                                    <a:cubicBezTo>
                                      <a:pt x="98108" y="8572"/>
                                      <a:pt x="94297" y="10477"/>
                                      <a:pt x="90488" y="13335"/>
                                    </a:cubicBezTo>
                                    <a:cubicBezTo>
                                      <a:pt x="88583" y="14288"/>
                                      <a:pt x="86678" y="15240"/>
                                      <a:pt x="83820" y="17145"/>
                                    </a:cubicBezTo>
                                    <a:cubicBezTo>
                                      <a:pt x="81915" y="18097"/>
                                      <a:pt x="79058" y="20002"/>
                                      <a:pt x="76200" y="20955"/>
                                    </a:cubicBezTo>
                                    <a:cubicBezTo>
                                      <a:pt x="73343" y="21908"/>
                                      <a:pt x="71438" y="23813"/>
                                      <a:pt x="68580" y="24765"/>
                                    </a:cubicBezTo>
                                    <a:cubicBezTo>
                                      <a:pt x="65722" y="25717"/>
                                      <a:pt x="62865" y="27622"/>
                                      <a:pt x="60008" y="28575"/>
                                    </a:cubicBezTo>
                                    <a:cubicBezTo>
                                      <a:pt x="57150" y="29527"/>
                                      <a:pt x="54293" y="30480"/>
                                      <a:pt x="51435" y="32385"/>
                                    </a:cubicBezTo>
                                    <a:cubicBezTo>
                                      <a:pt x="48578" y="33338"/>
                                      <a:pt x="45720" y="34290"/>
                                      <a:pt x="43815" y="35242"/>
                                    </a:cubicBezTo>
                                    <a:cubicBezTo>
                                      <a:pt x="40958" y="36195"/>
                                      <a:pt x="39053" y="37147"/>
                                      <a:pt x="36195" y="38100"/>
                                    </a:cubicBezTo>
                                    <a:cubicBezTo>
                                      <a:pt x="33338" y="39052"/>
                                      <a:pt x="31433" y="40005"/>
                                      <a:pt x="29528" y="40958"/>
                                    </a:cubicBezTo>
                                    <a:cubicBezTo>
                                      <a:pt x="26670" y="41910"/>
                                      <a:pt x="23813" y="42863"/>
                                      <a:pt x="21908" y="43815"/>
                                    </a:cubicBezTo>
                                    <a:lnTo>
                                      <a:pt x="23813" y="40958"/>
                                    </a:lnTo>
                                    <a:cubicBezTo>
                                      <a:pt x="25718" y="38100"/>
                                      <a:pt x="27622" y="35242"/>
                                      <a:pt x="29528" y="32385"/>
                                    </a:cubicBezTo>
                                    <a:cubicBezTo>
                                      <a:pt x="31433" y="29527"/>
                                      <a:pt x="33338" y="26670"/>
                                      <a:pt x="35243" y="23813"/>
                                    </a:cubicBezTo>
                                    <a:cubicBezTo>
                                      <a:pt x="37147" y="20955"/>
                                      <a:pt x="39053" y="19050"/>
                                      <a:pt x="40958" y="16192"/>
                                    </a:cubicBezTo>
                                    <a:cubicBezTo>
                                      <a:pt x="42863" y="14288"/>
                                      <a:pt x="44768" y="11430"/>
                                      <a:pt x="46672" y="9525"/>
                                    </a:cubicBezTo>
                                    <a:cubicBezTo>
                                      <a:pt x="50483" y="5715"/>
                                      <a:pt x="53340" y="3810"/>
                                      <a:pt x="56197" y="1905"/>
                                    </a:cubicBezTo>
                                    <a:lnTo>
                                      <a:pt x="56197" y="1905"/>
                                    </a:lnTo>
                                    <a:cubicBezTo>
                                      <a:pt x="53340" y="2858"/>
                                      <a:pt x="49530" y="5715"/>
                                      <a:pt x="46672" y="8572"/>
                                    </a:cubicBezTo>
                                    <a:cubicBezTo>
                                      <a:pt x="44768" y="10477"/>
                                      <a:pt x="42863" y="12383"/>
                                      <a:pt x="40958" y="15240"/>
                                    </a:cubicBezTo>
                                    <a:cubicBezTo>
                                      <a:pt x="39053" y="17145"/>
                                      <a:pt x="36195" y="20002"/>
                                      <a:pt x="34290" y="22860"/>
                                    </a:cubicBezTo>
                                    <a:cubicBezTo>
                                      <a:pt x="32385" y="25717"/>
                                      <a:pt x="29528" y="27622"/>
                                      <a:pt x="27622" y="30480"/>
                                    </a:cubicBezTo>
                                    <a:lnTo>
                                      <a:pt x="25718" y="33338"/>
                                    </a:lnTo>
                                    <a:cubicBezTo>
                                      <a:pt x="25718" y="32385"/>
                                      <a:pt x="25718" y="31433"/>
                                      <a:pt x="25718" y="30480"/>
                                    </a:cubicBezTo>
                                    <a:cubicBezTo>
                                      <a:pt x="25718" y="28575"/>
                                      <a:pt x="25718" y="26670"/>
                                      <a:pt x="25718" y="23813"/>
                                    </a:cubicBezTo>
                                    <a:cubicBezTo>
                                      <a:pt x="25718" y="21908"/>
                                      <a:pt x="25718" y="19050"/>
                                      <a:pt x="25718" y="16192"/>
                                    </a:cubicBezTo>
                                    <a:cubicBezTo>
                                      <a:pt x="25718" y="13335"/>
                                      <a:pt x="25718" y="11430"/>
                                      <a:pt x="26670" y="8572"/>
                                    </a:cubicBezTo>
                                    <a:cubicBezTo>
                                      <a:pt x="26670" y="6667"/>
                                      <a:pt x="27622" y="3810"/>
                                      <a:pt x="28575" y="2858"/>
                                    </a:cubicBezTo>
                                    <a:cubicBezTo>
                                      <a:pt x="28575" y="1905"/>
                                      <a:pt x="29528" y="952"/>
                                      <a:pt x="29528" y="952"/>
                                    </a:cubicBezTo>
                                    <a:cubicBezTo>
                                      <a:pt x="31433" y="1905"/>
                                      <a:pt x="32385" y="1905"/>
                                      <a:pt x="33338" y="0"/>
                                    </a:cubicBezTo>
                                    <a:cubicBezTo>
                                      <a:pt x="32385" y="952"/>
                                      <a:pt x="33338" y="952"/>
                                      <a:pt x="33338" y="0"/>
                                    </a:cubicBezTo>
                                    <a:close/>
                                  </a:path>
                                </a:pathLst>
                              </a:custGeom>
                              <a:grpFill/>
                              <a:ln w="9525" cap="flat">
                                <a:noFill/>
                                <a:prstDash val="solid"/>
                                <a:miter/>
                              </a:ln>
                            </p:spPr>
                            <p:txBody>
                              <a:bodyPr rtlCol="0" anchor="ctr"/>
                              <a:lstStyle/>
                              <a:p>
                                <a:endParaRPr lang="en-US"/>
                              </a:p>
                            </p:txBody>
                          </p:sp>
                        </p:grpSp>
                      </p:grpSp>
                      <p:grpSp>
                        <p:nvGrpSpPr>
                          <p:cNvPr id="190" name="Graphic 2">
                            <a:extLst>
                              <a:ext uri="{FF2B5EF4-FFF2-40B4-BE49-F238E27FC236}">
                                <a16:creationId xmlns:a16="http://schemas.microsoft.com/office/drawing/2014/main" id="{AE736AF3-0337-429B-AEF1-DA4B52809559}"/>
                              </a:ext>
                            </a:extLst>
                          </p:cNvPr>
                          <p:cNvGrpSpPr/>
                          <p:nvPr/>
                        </p:nvGrpSpPr>
                        <p:grpSpPr>
                          <a:xfrm>
                            <a:off x="2550791" y="1361673"/>
                            <a:ext cx="399936" cy="334545"/>
                            <a:chOff x="2550791" y="1361673"/>
                            <a:chExt cx="399936" cy="334545"/>
                          </a:xfrm>
                          <a:grpFill/>
                        </p:grpSpPr>
                        <p:sp>
                          <p:nvSpPr>
                            <p:cNvPr id="191" name="Freeform: Shape 190">
                              <a:extLst>
                                <a:ext uri="{FF2B5EF4-FFF2-40B4-BE49-F238E27FC236}">
                                  <a16:creationId xmlns:a16="http://schemas.microsoft.com/office/drawing/2014/main" id="{21810BFE-69B3-4E8C-9089-CF714E20ADC9}"/>
                                </a:ext>
                              </a:extLst>
                            </p:cNvPr>
                            <p:cNvSpPr/>
                            <p:nvPr/>
                          </p:nvSpPr>
                          <p:spPr>
                            <a:xfrm>
                              <a:off x="2550791" y="1361673"/>
                              <a:ext cx="399936" cy="334545"/>
                            </a:xfrm>
                            <a:custGeom>
                              <a:avLst/>
                              <a:gdLst>
                                <a:gd name="connsiteX0" fmla="*/ 272600 w 399936"/>
                                <a:gd name="connsiteY0" fmla="*/ 4084 h 334545"/>
                                <a:gd name="connsiteX1" fmla="*/ 259265 w 399936"/>
                                <a:gd name="connsiteY1" fmla="*/ 19324 h 334545"/>
                                <a:gd name="connsiteX2" fmla="*/ 259265 w 399936"/>
                                <a:gd name="connsiteY2" fmla="*/ 19324 h 334545"/>
                                <a:gd name="connsiteX3" fmla="*/ 256407 w 399936"/>
                                <a:gd name="connsiteY3" fmla="*/ 22181 h 334545"/>
                                <a:gd name="connsiteX4" fmla="*/ 206877 w 399936"/>
                                <a:gd name="connsiteY4" fmla="*/ 21229 h 334545"/>
                                <a:gd name="connsiteX5" fmla="*/ 174492 w 399936"/>
                                <a:gd name="connsiteY5" fmla="*/ 50756 h 334545"/>
                                <a:gd name="connsiteX6" fmla="*/ 185922 w 399936"/>
                                <a:gd name="connsiteY6" fmla="*/ 74569 h 334545"/>
                                <a:gd name="connsiteX7" fmla="*/ 212592 w 399936"/>
                                <a:gd name="connsiteY7" fmla="*/ 108859 h 334545"/>
                                <a:gd name="connsiteX8" fmla="*/ 196400 w 399936"/>
                                <a:gd name="connsiteY8" fmla="*/ 109811 h 334545"/>
                                <a:gd name="connsiteX9" fmla="*/ 179255 w 399936"/>
                                <a:gd name="connsiteY9" fmla="*/ 110764 h 334545"/>
                                <a:gd name="connsiteX10" fmla="*/ 136392 w 399936"/>
                                <a:gd name="connsiteY10" fmla="*/ 116479 h 334545"/>
                                <a:gd name="connsiteX11" fmla="*/ 89720 w 399936"/>
                                <a:gd name="connsiteY11" fmla="*/ 132671 h 334545"/>
                                <a:gd name="connsiteX12" fmla="*/ 88767 w 399936"/>
                                <a:gd name="connsiteY12" fmla="*/ 132671 h 334545"/>
                                <a:gd name="connsiteX13" fmla="*/ 88767 w 399936"/>
                                <a:gd name="connsiteY13" fmla="*/ 132671 h 334545"/>
                                <a:gd name="connsiteX14" fmla="*/ 5900 w 399936"/>
                                <a:gd name="connsiteY14" fmla="*/ 222206 h 334545"/>
                                <a:gd name="connsiteX15" fmla="*/ 185 w 399936"/>
                                <a:gd name="connsiteY15" fmla="*/ 268879 h 334545"/>
                                <a:gd name="connsiteX16" fmla="*/ 185 w 399936"/>
                                <a:gd name="connsiteY16" fmla="*/ 278404 h 334545"/>
                                <a:gd name="connsiteX17" fmla="*/ 185 w 399936"/>
                                <a:gd name="connsiteY17" fmla="*/ 279356 h 334545"/>
                                <a:gd name="connsiteX18" fmla="*/ 8757 w 399936"/>
                                <a:gd name="connsiteY18" fmla="*/ 298406 h 334545"/>
                                <a:gd name="connsiteX19" fmla="*/ 18282 w 399936"/>
                                <a:gd name="connsiteY19" fmla="*/ 323171 h 334545"/>
                                <a:gd name="connsiteX20" fmla="*/ 33522 w 399936"/>
                                <a:gd name="connsiteY20" fmla="*/ 329839 h 334545"/>
                                <a:gd name="connsiteX21" fmla="*/ 33522 w 399936"/>
                                <a:gd name="connsiteY21" fmla="*/ 329839 h 334545"/>
                                <a:gd name="connsiteX22" fmla="*/ 119247 w 399936"/>
                                <a:gd name="connsiteY22" fmla="*/ 319361 h 334545"/>
                                <a:gd name="connsiteX23" fmla="*/ 120200 w 399936"/>
                                <a:gd name="connsiteY23" fmla="*/ 318409 h 334545"/>
                                <a:gd name="connsiteX24" fmla="*/ 137345 w 399936"/>
                                <a:gd name="connsiteY24" fmla="*/ 311741 h 334545"/>
                                <a:gd name="connsiteX25" fmla="*/ 155442 w 399936"/>
                                <a:gd name="connsiteY25" fmla="*/ 305074 h 334545"/>
                                <a:gd name="connsiteX26" fmla="*/ 186875 w 399936"/>
                                <a:gd name="connsiteY26" fmla="*/ 295549 h 334545"/>
                                <a:gd name="connsiteX27" fmla="*/ 327845 w 399936"/>
                                <a:gd name="connsiteY27" fmla="*/ 211729 h 334545"/>
                                <a:gd name="connsiteX28" fmla="*/ 353562 w 399936"/>
                                <a:gd name="connsiteY28" fmla="*/ 174581 h 334545"/>
                                <a:gd name="connsiteX29" fmla="*/ 378327 w 399936"/>
                                <a:gd name="connsiteY29" fmla="*/ 149816 h 334545"/>
                                <a:gd name="connsiteX30" fmla="*/ 378327 w 399936"/>
                                <a:gd name="connsiteY30" fmla="*/ 149816 h 334545"/>
                                <a:gd name="connsiteX31" fmla="*/ 378327 w 399936"/>
                                <a:gd name="connsiteY31" fmla="*/ 149816 h 334545"/>
                                <a:gd name="connsiteX32" fmla="*/ 378327 w 399936"/>
                                <a:gd name="connsiteY32" fmla="*/ 149816 h 334545"/>
                                <a:gd name="connsiteX33" fmla="*/ 385947 w 399936"/>
                                <a:gd name="connsiteY33" fmla="*/ 137434 h 334545"/>
                                <a:gd name="connsiteX34" fmla="*/ 385947 w 399936"/>
                                <a:gd name="connsiteY34" fmla="*/ 137434 h 334545"/>
                                <a:gd name="connsiteX35" fmla="*/ 386900 w 399936"/>
                                <a:gd name="connsiteY35" fmla="*/ 136481 h 334545"/>
                                <a:gd name="connsiteX36" fmla="*/ 398330 w 399936"/>
                                <a:gd name="connsiteY36" fmla="*/ 103144 h 334545"/>
                                <a:gd name="connsiteX37" fmla="*/ 395472 w 399936"/>
                                <a:gd name="connsiteY37" fmla="*/ 57424 h 334545"/>
                                <a:gd name="connsiteX38" fmla="*/ 371660 w 399936"/>
                                <a:gd name="connsiteY38" fmla="*/ 20276 h 334545"/>
                                <a:gd name="connsiteX39" fmla="*/ 370707 w 399936"/>
                                <a:gd name="connsiteY39" fmla="*/ 19324 h 334545"/>
                                <a:gd name="connsiteX40" fmla="*/ 370707 w 399936"/>
                                <a:gd name="connsiteY40" fmla="*/ 19324 h 334545"/>
                                <a:gd name="connsiteX41" fmla="*/ 344037 w 399936"/>
                                <a:gd name="connsiteY41" fmla="*/ 3131 h 334545"/>
                                <a:gd name="connsiteX42" fmla="*/ 272600 w 399936"/>
                                <a:gd name="connsiteY42" fmla="*/ 4084 h 334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99936" h="334545">
                                  <a:moveTo>
                                    <a:pt x="272600" y="4084"/>
                                  </a:moveTo>
                                  <a:cubicBezTo>
                                    <a:pt x="259265" y="6941"/>
                                    <a:pt x="264980" y="11704"/>
                                    <a:pt x="259265" y="19324"/>
                                  </a:cubicBezTo>
                                  <a:lnTo>
                                    <a:pt x="259265" y="19324"/>
                                  </a:lnTo>
                                  <a:cubicBezTo>
                                    <a:pt x="258312" y="20276"/>
                                    <a:pt x="257360" y="21229"/>
                                    <a:pt x="256407" y="22181"/>
                                  </a:cubicBezTo>
                                  <a:cubicBezTo>
                                    <a:pt x="249740" y="17419"/>
                                    <a:pt x="215450" y="18371"/>
                                    <a:pt x="206877" y="21229"/>
                                  </a:cubicBezTo>
                                  <a:cubicBezTo>
                                    <a:pt x="191637" y="25991"/>
                                    <a:pt x="175445" y="35516"/>
                                    <a:pt x="174492" y="50756"/>
                                  </a:cubicBezTo>
                                  <a:cubicBezTo>
                                    <a:pt x="174492" y="59329"/>
                                    <a:pt x="180207" y="67901"/>
                                    <a:pt x="185922" y="74569"/>
                                  </a:cubicBezTo>
                                  <a:cubicBezTo>
                                    <a:pt x="196400" y="86951"/>
                                    <a:pt x="204020" y="98381"/>
                                    <a:pt x="212592" y="108859"/>
                                  </a:cubicBezTo>
                                  <a:cubicBezTo>
                                    <a:pt x="207830" y="108859"/>
                                    <a:pt x="200210" y="109811"/>
                                    <a:pt x="196400" y="109811"/>
                                  </a:cubicBezTo>
                                  <a:cubicBezTo>
                                    <a:pt x="189732" y="109811"/>
                                    <a:pt x="184017" y="110764"/>
                                    <a:pt x="179255" y="110764"/>
                                  </a:cubicBezTo>
                                  <a:cubicBezTo>
                                    <a:pt x="164967" y="111716"/>
                                    <a:pt x="150680" y="113621"/>
                                    <a:pt x="136392" y="116479"/>
                                  </a:cubicBezTo>
                                  <a:cubicBezTo>
                                    <a:pt x="123057" y="119336"/>
                                    <a:pt x="103055" y="126956"/>
                                    <a:pt x="89720" y="132671"/>
                                  </a:cubicBezTo>
                                  <a:lnTo>
                                    <a:pt x="88767" y="132671"/>
                                  </a:lnTo>
                                  <a:cubicBezTo>
                                    <a:pt x="88767" y="132671"/>
                                    <a:pt x="88767" y="132671"/>
                                    <a:pt x="88767" y="132671"/>
                                  </a:cubicBezTo>
                                  <a:cubicBezTo>
                                    <a:pt x="53525" y="149816"/>
                                    <a:pt x="21140" y="179344"/>
                                    <a:pt x="5900" y="222206"/>
                                  </a:cubicBezTo>
                                  <a:cubicBezTo>
                                    <a:pt x="2090" y="233636"/>
                                    <a:pt x="-768" y="252686"/>
                                    <a:pt x="185" y="268879"/>
                                  </a:cubicBezTo>
                                  <a:cubicBezTo>
                                    <a:pt x="185" y="271736"/>
                                    <a:pt x="185" y="275546"/>
                                    <a:pt x="185" y="278404"/>
                                  </a:cubicBezTo>
                                  <a:cubicBezTo>
                                    <a:pt x="185" y="278404"/>
                                    <a:pt x="185" y="279356"/>
                                    <a:pt x="185" y="279356"/>
                                  </a:cubicBezTo>
                                  <a:cubicBezTo>
                                    <a:pt x="2090" y="286976"/>
                                    <a:pt x="4947" y="293644"/>
                                    <a:pt x="8757" y="298406"/>
                                  </a:cubicBezTo>
                                  <a:cubicBezTo>
                                    <a:pt x="7805" y="308884"/>
                                    <a:pt x="10662" y="319361"/>
                                    <a:pt x="18282" y="323171"/>
                                  </a:cubicBezTo>
                                  <a:cubicBezTo>
                                    <a:pt x="22092" y="326029"/>
                                    <a:pt x="28760" y="327934"/>
                                    <a:pt x="33522" y="329839"/>
                                  </a:cubicBezTo>
                                  <a:lnTo>
                                    <a:pt x="33522" y="329839"/>
                                  </a:lnTo>
                                  <a:cubicBezTo>
                                    <a:pt x="58287" y="340316"/>
                                    <a:pt x="86862" y="331744"/>
                                    <a:pt x="119247" y="319361"/>
                                  </a:cubicBezTo>
                                  <a:cubicBezTo>
                                    <a:pt x="119247" y="319361"/>
                                    <a:pt x="120200" y="319361"/>
                                    <a:pt x="120200" y="318409"/>
                                  </a:cubicBezTo>
                                  <a:cubicBezTo>
                                    <a:pt x="125915" y="316504"/>
                                    <a:pt x="131630" y="313646"/>
                                    <a:pt x="137345" y="311741"/>
                                  </a:cubicBezTo>
                                  <a:cubicBezTo>
                                    <a:pt x="143060" y="309836"/>
                                    <a:pt x="149727" y="306979"/>
                                    <a:pt x="155442" y="305074"/>
                                  </a:cubicBezTo>
                                  <a:cubicBezTo>
                                    <a:pt x="166872" y="300311"/>
                                    <a:pt x="177350" y="297454"/>
                                    <a:pt x="186875" y="295549"/>
                                  </a:cubicBezTo>
                                  <a:cubicBezTo>
                                    <a:pt x="244025" y="283166"/>
                                    <a:pt x="291650" y="271736"/>
                                    <a:pt x="327845" y="211729"/>
                                  </a:cubicBezTo>
                                  <a:cubicBezTo>
                                    <a:pt x="337370" y="202204"/>
                                    <a:pt x="347847" y="187916"/>
                                    <a:pt x="353562" y="174581"/>
                                  </a:cubicBezTo>
                                  <a:cubicBezTo>
                                    <a:pt x="359277" y="169819"/>
                                    <a:pt x="372612" y="156484"/>
                                    <a:pt x="378327" y="149816"/>
                                  </a:cubicBezTo>
                                  <a:lnTo>
                                    <a:pt x="378327" y="149816"/>
                                  </a:lnTo>
                                  <a:lnTo>
                                    <a:pt x="378327" y="149816"/>
                                  </a:lnTo>
                                  <a:cubicBezTo>
                                    <a:pt x="378327" y="149816"/>
                                    <a:pt x="378327" y="149816"/>
                                    <a:pt x="378327" y="149816"/>
                                  </a:cubicBezTo>
                                  <a:lnTo>
                                    <a:pt x="385947" y="137434"/>
                                  </a:lnTo>
                                  <a:lnTo>
                                    <a:pt x="385947" y="137434"/>
                                  </a:lnTo>
                                  <a:cubicBezTo>
                                    <a:pt x="385947" y="137434"/>
                                    <a:pt x="385947" y="136481"/>
                                    <a:pt x="386900" y="136481"/>
                                  </a:cubicBezTo>
                                  <a:cubicBezTo>
                                    <a:pt x="392615" y="126004"/>
                                    <a:pt x="396425" y="114574"/>
                                    <a:pt x="398330" y="103144"/>
                                  </a:cubicBezTo>
                                  <a:cubicBezTo>
                                    <a:pt x="401187" y="87904"/>
                                    <a:pt x="400235" y="72664"/>
                                    <a:pt x="395472" y="57424"/>
                                  </a:cubicBezTo>
                                  <a:cubicBezTo>
                                    <a:pt x="390710" y="43136"/>
                                    <a:pt x="382137" y="30754"/>
                                    <a:pt x="371660" y="20276"/>
                                  </a:cubicBezTo>
                                  <a:cubicBezTo>
                                    <a:pt x="371660" y="19324"/>
                                    <a:pt x="370707" y="19324"/>
                                    <a:pt x="370707" y="19324"/>
                                  </a:cubicBezTo>
                                  <a:lnTo>
                                    <a:pt x="370707" y="19324"/>
                                  </a:lnTo>
                                  <a:cubicBezTo>
                                    <a:pt x="363087" y="13609"/>
                                    <a:pt x="352610" y="5989"/>
                                    <a:pt x="344037" y="3131"/>
                                  </a:cubicBezTo>
                                  <a:cubicBezTo>
                                    <a:pt x="320225" y="-1631"/>
                                    <a:pt x="295460" y="-679"/>
                                    <a:pt x="272600" y="4084"/>
                                  </a:cubicBezTo>
                                  <a:close/>
                                </a:path>
                              </a:pathLst>
                            </a:custGeom>
                            <a:grpFill/>
                            <a:ln w="9525" cap="flat">
                              <a:noFill/>
                              <a:prstDash val="solid"/>
                              <a:miter/>
                            </a:ln>
                          </p:spPr>
                          <p:txBody>
                            <a:bodyPr rtlCol="0" anchor="ctr"/>
                            <a:lstStyle/>
                            <a:p>
                              <a:endParaRPr lang="en-US"/>
                            </a:p>
                          </p:txBody>
                        </p:sp>
                        <p:grpSp>
                          <p:nvGrpSpPr>
                            <p:cNvPr id="192" name="Graphic 2">
                              <a:extLst>
                                <a:ext uri="{FF2B5EF4-FFF2-40B4-BE49-F238E27FC236}">
                                  <a16:creationId xmlns:a16="http://schemas.microsoft.com/office/drawing/2014/main" id="{AE736AF3-0337-429B-AEF1-DA4B52809559}"/>
                                </a:ext>
                              </a:extLst>
                            </p:cNvPr>
                            <p:cNvGrpSpPr/>
                            <p:nvPr/>
                          </p:nvGrpSpPr>
                          <p:grpSpPr>
                            <a:xfrm>
                              <a:off x="2551928" y="1362899"/>
                              <a:ext cx="383843" cy="330517"/>
                              <a:chOff x="2551928" y="1362899"/>
                              <a:chExt cx="383843" cy="330517"/>
                            </a:xfrm>
                            <a:grpFill/>
                          </p:grpSpPr>
                          <p:sp>
                            <p:nvSpPr>
                              <p:cNvPr id="193" name="Freeform: Shape 192">
                                <a:extLst>
                                  <a:ext uri="{FF2B5EF4-FFF2-40B4-BE49-F238E27FC236}">
                                    <a16:creationId xmlns:a16="http://schemas.microsoft.com/office/drawing/2014/main" id="{D0A6333A-C40C-4F84-8DBE-1DB893053203}"/>
                                  </a:ext>
                                </a:extLst>
                              </p:cNvPr>
                              <p:cNvSpPr/>
                              <p:nvPr/>
                            </p:nvSpPr>
                            <p:spPr>
                              <a:xfrm>
                                <a:off x="2551928" y="1471484"/>
                                <a:ext cx="383843" cy="221932"/>
                              </a:xfrm>
                              <a:custGeom>
                                <a:avLst/>
                                <a:gdLst>
                                  <a:gd name="connsiteX0" fmla="*/ 253365 w 383843"/>
                                  <a:gd name="connsiteY0" fmla="*/ 16192 h 221932"/>
                                  <a:gd name="connsiteX1" fmla="*/ 260985 w 383843"/>
                                  <a:gd name="connsiteY1" fmla="*/ 18097 h 221932"/>
                                  <a:gd name="connsiteX2" fmla="*/ 270510 w 383843"/>
                                  <a:gd name="connsiteY2" fmla="*/ 20002 h 221932"/>
                                  <a:gd name="connsiteX3" fmla="*/ 307658 w 383843"/>
                                  <a:gd name="connsiteY3" fmla="*/ 29527 h 221932"/>
                                  <a:gd name="connsiteX4" fmla="*/ 338138 w 383843"/>
                                  <a:gd name="connsiteY4" fmla="*/ 38100 h 221932"/>
                                  <a:gd name="connsiteX5" fmla="*/ 361950 w 383843"/>
                                  <a:gd name="connsiteY5" fmla="*/ 42863 h 221932"/>
                                  <a:gd name="connsiteX6" fmla="*/ 382905 w 383843"/>
                                  <a:gd name="connsiteY6" fmla="*/ 43815 h 221932"/>
                                  <a:gd name="connsiteX7" fmla="*/ 382905 w 383843"/>
                                  <a:gd name="connsiteY7" fmla="*/ 51435 h 221932"/>
                                  <a:gd name="connsiteX8" fmla="*/ 360045 w 383843"/>
                                  <a:gd name="connsiteY8" fmla="*/ 50482 h 221932"/>
                                  <a:gd name="connsiteX9" fmla="*/ 304800 w 383843"/>
                                  <a:gd name="connsiteY9" fmla="*/ 36195 h 221932"/>
                                  <a:gd name="connsiteX10" fmla="*/ 302895 w 383843"/>
                                  <a:gd name="connsiteY10" fmla="*/ 35242 h 221932"/>
                                  <a:gd name="connsiteX11" fmla="*/ 293370 w 383843"/>
                                  <a:gd name="connsiteY11" fmla="*/ 37147 h 221932"/>
                                  <a:gd name="connsiteX12" fmla="*/ 259080 w 383843"/>
                                  <a:gd name="connsiteY12" fmla="*/ 49530 h 221932"/>
                                  <a:gd name="connsiteX13" fmla="*/ 239078 w 383843"/>
                                  <a:gd name="connsiteY13" fmla="*/ 62865 h 221932"/>
                                  <a:gd name="connsiteX14" fmla="*/ 220028 w 383843"/>
                                  <a:gd name="connsiteY14" fmla="*/ 81915 h 221932"/>
                                  <a:gd name="connsiteX15" fmla="*/ 184785 w 383843"/>
                                  <a:gd name="connsiteY15" fmla="*/ 128588 h 221932"/>
                                  <a:gd name="connsiteX16" fmla="*/ 176213 w 383843"/>
                                  <a:gd name="connsiteY16" fmla="*/ 140017 h 221932"/>
                                  <a:gd name="connsiteX17" fmla="*/ 171450 w 383843"/>
                                  <a:gd name="connsiteY17" fmla="*/ 145732 h 221932"/>
                                  <a:gd name="connsiteX18" fmla="*/ 166688 w 383843"/>
                                  <a:gd name="connsiteY18" fmla="*/ 151448 h 221932"/>
                                  <a:gd name="connsiteX19" fmla="*/ 158115 w 383843"/>
                                  <a:gd name="connsiteY19" fmla="*/ 161925 h 221932"/>
                                  <a:gd name="connsiteX20" fmla="*/ 149543 w 383843"/>
                                  <a:gd name="connsiteY20" fmla="*/ 172402 h 221932"/>
                                  <a:gd name="connsiteX21" fmla="*/ 140970 w 383843"/>
                                  <a:gd name="connsiteY21" fmla="*/ 181927 h 221932"/>
                                  <a:gd name="connsiteX22" fmla="*/ 133350 w 383843"/>
                                  <a:gd name="connsiteY22" fmla="*/ 190500 h 221932"/>
                                  <a:gd name="connsiteX23" fmla="*/ 119063 w 383843"/>
                                  <a:gd name="connsiteY23" fmla="*/ 205740 h 221932"/>
                                  <a:gd name="connsiteX24" fmla="*/ 116205 w 383843"/>
                                  <a:gd name="connsiteY24" fmla="*/ 209550 h 221932"/>
                                  <a:gd name="connsiteX25" fmla="*/ 115253 w 383843"/>
                                  <a:gd name="connsiteY25" fmla="*/ 209550 h 221932"/>
                                  <a:gd name="connsiteX26" fmla="*/ 119063 w 383843"/>
                                  <a:gd name="connsiteY26" fmla="*/ 204788 h 221932"/>
                                  <a:gd name="connsiteX27" fmla="*/ 133350 w 383843"/>
                                  <a:gd name="connsiteY27" fmla="*/ 188595 h 221932"/>
                                  <a:gd name="connsiteX28" fmla="*/ 140970 w 383843"/>
                                  <a:gd name="connsiteY28" fmla="*/ 180023 h 221932"/>
                                  <a:gd name="connsiteX29" fmla="*/ 149543 w 383843"/>
                                  <a:gd name="connsiteY29" fmla="*/ 170498 h 221932"/>
                                  <a:gd name="connsiteX30" fmla="*/ 158115 w 383843"/>
                                  <a:gd name="connsiteY30" fmla="*/ 160020 h 221932"/>
                                  <a:gd name="connsiteX31" fmla="*/ 166688 w 383843"/>
                                  <a:gd name="connsiteY31" fmla="*/ 149542 h 221932"/>
                                  <a:gd name="connsiteX32" fmla="*/ 171450 w 383843"/>
                                  <a:gd name="connsiteY32" fmla="*/ 143827 h 221932"/>
                                  <a:gd name="connsiteX33" fmla="*/ 175260 w 383843"/>
                                  <a:gd name="connsiteY33" fmla="*/ 138113 h 221932"/>
                                  <a:gd name="connsiteX34" fmla="*/ 183833 w 383843"/>
                                  <a:gd name="connsiteY34" fmla="*/ 126682 h 221932"/>
                                  <a:gd name="connsiteX35" fmla="*/ 219075 w 383843"/>
                                  <a:gd name="connsiteY35" fmla="*/ 80010 h 221932"/>
                                  <a:gd name="connsiteX36" fmla="*/ 238125 w 383843"/>
                                  <a:gd name="connsiteY36" fmla="*/ 60007 h 221932"/>
                                  <a:gd name="connsiteX37" fmla="*/ 258128 w 383843"/>
                                  <a:gd name="connsiteY37" fmla="*/ 45720 h 221932"/>
                                  <a:gd name="connsiteX38" fmla="*/ 293370 w 383843"/>
                                  <a:gd name="connsiteY38" fmla="*/ 32385 h 221932"/>
                                  <a:gd name="connsiteX39" fmla="*/ 295275 w 383843"/>
                                  <a:gd name="connsiteY39" fmla="*/ 32385 h 221932"/>
                                  <a:gd name="connsiteX40" fmla="*/ 269558 w 383843"/>
                                  <a:gd name="connsiteY40" fmla="*/ 25717 h 221932"/>
                                  <a:gd name="connsiteX41" fmla="*/ 227647 w 383843"/>
                                  <a:gd name="connsiteY41" fmla="*/ 20002 h 221932"/>
                                  <a:gd name="connsiteX42" fmla="*/ 181928 w 383843"/>
                                  <a:gd name="connsiteY42" fmla="*/ 20955 h 221932"/>
                                  <a:gd name="connsiteX43" fmla="*/ 178118 w 383843"/>
                                  <a:gd name="connsiteY43" fmla="*/ 21907 h 221932"/>
                                  <a:gd name="connsiteX44" fmla="*/ 173355 w 383843"/>
                                  <a:gd name="connsiteY44" fmla="*/ 23813 h 221932"/>
                                  <a:gd name="connsiteX45" fmla="*/ 161925 w 383843"/>
                                  <a:gd name="connsiteY45" fmla="*/ 33338 h 221932"/>
                                  <a:gd name="connsiteX46" fmla="*/ 152400 w 383843"/>
                                  <a:gd name="connsiteY46" fmla="*/ 49530 h 221932"/>
                                  <a:gd name="connsiteX47" fmla="*/ 147638 w 383843"/>
                                  <a:gd name="connsiteY47" fmla="*/ 60007 h 221932"/>
                                  <a:gd name="connsiteX48" fmla="*/ 144780 w 383843"/>
                                  <a:gd name="connsiteY48" fmla="*/ 65722 h 221932"/>
                                  <a:gd name="connsiteX49" fmla="*/ 141922 w 383843"/>
                                  <a:gd name="connsiteY49" fmla="*/ 71438 h 221932"/>
                                  <a:gd name="connsiteX50" fmla="*/ 126683 w 383843"/>
                                  <a:gd name="connsiteY50" fmla="*/ 92392 h 221932"/>
                                  <a:gd name="connsiteX51" fmla="*/ 94297 w 383843"/>
                                  <a:gd name="connsiteY51" fmla="*/ 136207 h 221932"/>
                                  <a:gd name="connsiteX52" fmla="*/ 79058 w 383843"/>
                                  <a:gd name="connsiteY52" fmla="*/ 158115 h 221932"/>
                                  <a:gd name="connsiteX53" fmla="*/ 64770 w 383843"/>
                                  <a:gd name="connsiteY53" fmla="*/ 178117 h 221932"/>
                                  <a:gd name="connsiteX54" fmla="*/ 58103 w 383843"/>
                                  <a:gd name="connsiteY54" fmla="*/ 187642 h 221932"/>
                                  <a:gd name="connsiteX55" fmla="*/ 52388 w 383843"/>
                                  <a:gd name="connsiteY55" fmla="*/ 196215 h 221932"/>
                                  <a:gd name="connsiteX56" fmla="*/ 40958 w 383843"/>
                                  <a:gd name="connsiteY56" fmla="*/ 210502 h 221932"/>
                                  <a:gd name="connsiteX57" fmla="*/ 33338 w 383843"/>
                                  <a:gd name="connsiteY57" fmla="*/ 220980 h 221932"/>
                                  <a:gd name="connsiteX58" fmla="*/ 32385 w 383843"/>
                                  <a:gd name="connsiteY58" fmla="*/ 221932 h 221932"/>
                                  <a:gd name="connsiteX59" fmla="*/ 32385 w 383843"/>
                                  <a:gd name="connsiteY59" fmla="*/ 221932 h 221932"/>
                                  <a:gd name="connsiteX60" fmla="*/ 33338 w 383843"/>
                                  <a:gd name="connsiteY60" fmla="*/ 220980 h 221932"/>
                                  <a:gd name="connsiteX61" fmla="*/ 40958 w 383843"/>
                                  <a:gd name="connsiteY61" fmla="*/ 210502 h 221932"/>
                                  <a:gd name="connsiteX62" fmla="*/ 51435 w 383843"/>
                                  <a:gd name="connsiteY62" fmla="*/ 196215 h 221932"/>
                                  <a:gd name="connsiteX63" fmla="*/ 57150 w 383843"/>
                                  <a:gd name="connsiteY63" fmla="*/ 187642 h 221932"/>
                                  <a:gd name="connsiteX64" fmla="*/ 63818 w 383843"/>
                                  <a:gd name="connsiteY64" fmla="*/ 178117 h 221932"/>
                                  <a:gd name="connsiteX65" fmla="*/ 78105 w 383843"/>
                                  <a:gd name="connsiteY65" fmla="*/ 157163 h 221932"/>
                                  <a:gd name="connsiteX66" fmla="*/ 93345 w 383843"/>
                                  <a:gd name="connsiteY66" fmla="*/ 135255 h 221932"/>
                                  <a:gd name="connsiteX67" fmla="*/ 124778 w 383843"/>
                                  <a:gd name="connsiteY67" fmla="*/ 90488 h 221932"/>
                                  <a:gd name="connsiteX68" fmla="*/ 140018 w 383843"/>
                                  <a:gd name="connsiteY68" fmla="*/ 69532 h 221932"/>
                                  <a:gd name="connsiteX69" fmla="*/ 142875 w 383843"/>
                                  <a:gd name="connsiteY69" fmla="*/ 63817 h 221932"/>
                                  <a:gd name="connsiteX70" fmla="*/ 145733 w 383843"/>
                                  <a:gd name="connsiteY70" fmla="*/ 59055 h 221932"/>
                                  <a:gd name="connsiteX71" fmla="*/ 150495 w 383843"/>
                                  <a:gd name="connsiteY71" fmla="*/ 48577 h 221932"/>
                                  <a:gd name="connsiteX72" fmla="*/ 160972 w 383843"/>
                                  <a:gd name="connsiteY72" fmla="*/ 31432 h 221932"/>
                                  <a:gd name="connsiteX73" fmla="*/ 169545 w 383843"/>
                                  <a:gd name="connsiteY73" fmla="*/ 23813 h 221932"/>
                                  <a:gd name="connsiteX74" fmla="*/ 137160 w 383843"/>
                                  <a:gd name="connsiteY74" fmla="*/ 30480 h 221932"/>
                                  <a:gd name="connsiteX75" fmla="*/ 91440 w 383843"/>
                                  <a:gd name="connsiteY75" fmla="*/ 46672 h 221932"/>
                                  <a:gd name="connsiteX76" fmla="*/ 69533 w 383843"/>
                                  <a:gd name="connsiteY76" fmla="*/ 57150 h 221932"/>
                                  <a:gd name="connsiteX77" fmla="*/ 49530 w 383843"/>
                                  <a:gd name="connsiteY77" fmla="*/ 70485 h 221932"/>
                                  <a:gd name="connsiteX78" fmla="*/ 32385 w 383843"/>
                                  <a:gd name="connsiteY78" fmla="*/ 85725 h 221932"/>
                                  <a:gd name="connsiteX79" fmla="*/ 19050 w 383843"/>
                                  <a:gd name="connsiteY79" fmla="*/ 102870 h 221932"/>
                                  <a:gd name="connsiteX80" fmla="*/ 2858 w 383843"/>
                                  <a:gd name="connsiteY80" fmla="*/ 138113 h 221932"/>
                                  <a:gd name="connsiteX81" fmla="*/ 0 w 383843"/>
                                  <a:gd name="connsiteY81" fmla="*/ 159067 h 221932"/>
                                  <a:gd name="connsiteX82" fmla="*/ 953 w 383843"/>
                                  <a:gd name="connsiteY82" fmla="*/ 143827 h 221932"/>
                                  <a:gd name="connsiteX83" fmla="*/ 953 w 383843"/>
                                  <a:gd name="connsiteY83" fmla="*/ 143827 h 221932"/>
                                  <a:gd name="connsiteX84" fmla="*/ 1905 w 383843"/>
                                  <a:gd name="connsiteY84" fmla="*/ 138113 h 221932"/>
                                  <a:gd name="connsiteX85" fmla="*/ 17145 w 383843"/>
                                  <a:gd name="connsiteY85" fmla="*/ 101917 h 221932"/>
                                  <a:gd name="connsiteX86" fmla="*/ 47625 w 383843"/>
                                  <a:gd name="connsiteY86" fmla="*/ 68580 h 221932"/>
                                  <a:gd name="connsiteX87" fmla="*/ 67628 w 383843"/>
                                  <a:gd name="connsiteY87" fmla="*/ 54292 h 221932"/>
                                  <a:gd name="connsiteX88" fmla="*/ 89535 w 383843"/>
                                  <a:gd name="connsiteY88" fmla="*/ 42863 h 221932"/>
                                  <a:gd name="connsiteX89" fmla="*/ 136208 w 383843"/>
                                  <a:gd name="connsiteY89" fmla="*/ 25717 h 221932"/>
                                  <a:gd name="connsiteX90" fmla="*/ 156210 w 383843"/>
                                  <a:gd name="connsiteY90" fmla="*/ 20955 h 221932"/>
                                  <a:gd name="connsiteX91" fmla="*/ 150495 w 383843"/>
                                  <a:gd name="connsiteY91" fmla="*/ 20002 h 221932"/>
                                  <a:gd name="connsiteX92" fmla="*/ 140970 w 383843"/>
                                  <a:gd name="connsiteY92" fmla="*/ 19050 h 221932"/>
                                  <a:gd name="connsiteX93" fmla="*/ 131445 w 383843"/>
                                  <a:gd name="connsiteY93" fmla="*/ 18097 h 221932"/>
                                  <a:gd name="connsiteX94" fmla="*/ 120968 w 383843"/>
                                  <a:gd name="connsiteY94" fmla="*/ 18097 h 221932"/>
                                  <a:gd name="connsiteX95" fmla="*/ 110490 w 383843"/>
                                  <a:gd name="connsiteY95" fmla="*/ 19050 h 221932"/>
                                  <a:gd name="connsiteX96" fmla="*/ 100965 w 383843"/>
                                  <a:gd name="connsiteY96" fmla="*/ 20002 h 221932"/>
                                  <a:gd name="connsiteX97" fmla="*/ 91440 w 383843"/>
                                  <a:gd name="connsiteY97" fmla="*/ 21907 h 221932"/>
                                  <a:gd name="connsiteX98" fmla="*/ 90488 w 383843"/>
                                  <a:gd name="connsiteY98" fmla="*/ 21907 h 221932"/>
                                  <a:gd name="connsiteX99" fmla="*/ 98108 w 383843"/>
                                  <a:gd name="connsiteY99" fmla="*/ 19050 h 221932"/>
                                  <a:gd name="connsiteX100" fmla="*/ 100013 w 383843"/>
                                  <a:gd name="connsiteY100" fmla="*/ 19050 h 221932"/>
                                  <a:gd name="connsiteX101" fmla="*/ 110490 w 383843"/>
                                  <a:gd name="connsiteY101" fmla="*/ 17145 h 221932"/>
                                  <a:gd name="connsiteX102" fmla="*/ 120968 w 383843"/>
                                  <a:gd name="connsiteY102" fmla="*/ 16192 h 221932"/>
                                  <a:gd name="connsiteX103" fmla="*/ 131445 w 383843"/>
                                  <a:gd name="connsiteY103" fmla="*/ 16192 h 221932"/>
                                  <a:gd name="connsiteX104" fmla="*/ 140970 w 383843"/>
                                  <a:gd name="connsiteY104" fmla="*/ 16192 h 221932"/>
                                  <a:gd name="connsiteX105" fmla="*/ 150495 w 383843"/>
                                  <a:gd name="connsiteY105" fmla="*/ 17145 h 221932"/>
                                  <a:gd name="connsiteX106" fmla="*/ 159068 w 383843"/>
                                  <a:gd name="connsiteY106" fmla="*/ 18097 h 221932"/>
                                  <a:gd name="connsiteX107" fmla="*/ 168593 w 383843"/>
                                  <a:gd name="connsiteY107" fmla="*/ 19050 h 221932"/>
                                  <a:gd name="connsiteX108" fmla="*/ 183833 w 383843"/>
                                  <a:gd name="connsiteY108" fmla="*/ 17145 h 221932"/>
                                  <a:gd name="connsiteX109" fmla="*/ 230505 w 383843"/>
                                  <a:gd name="connsiteY109" fmla="*/ 15240 h 221932"/>
                                  <a:gd name="connsiteX110" fmla="*/ 247650 w 383843"/>
                                  <a:gd name="connsiteY110" fmla="*/ 16192 h 221932"/>
                                  <a:gd name="connsiteX111" fmla="*/ 236220 w 383843"/>
                                  <a:gd name="connsiteY111" fmla="*/ 11430 h 221932"/>
                                  <a:gd name="connsiteX112" fmla="*/ 217170 w 383843"/>
                                  <a:gd name="connsiteY112" fmla="*/ 4763 h 221932"/>
                                  <a:gd name="connsiteX113" fmla="*/ 207645 w 383843"/>
                                  <a:gd name="connsiteY113" fmla="*/ 1905 h 221932"/>
                                  <a:gd name="connsiteX114" fmla="*/ 199072 w 383843"/>
                                  <a:gd name="connsiteY114" fmla="*/ 0 h 221932"/>
                                  <a:gd name="connsiteX115" fmla="*/ 198120 w 383843"/>
                                  <a:gd name="connsiteY115" fmla="*/ 0 h 221932"/>
                                  <a:gd name="connsiteX116" fmla="*/ 200978 w 383843"/>
                                  <a:gd name="connsiteY116" fmla="*/ 0 h 221932"/>
                                  <a:gd name="connsiteX117" fmla="*/ 200978 w 383843"/>
                                  <a:gd name="connsiteY117" fmla="*/ 0 h 221932"/>
                                  <a:gd name="connsiteX118" fmla="*/ 207645 w 383843"/>
                                  <a:gd name="connsiteY118" fmla="*/ 952 h 221932"/>
                                  <a:gd name="connsiteX119" fmla="*/ 217170 w 383843"/>
                                  <a:gd name="connsiteY119" fmla="*/ 2857 h 221932"/>
                                  <a:gd name="connsiteX120" fmla="*/ 237172 w 383843"/>
                                  <a:gd name="connsiteY120" fmla="*/ 9525 h 221932"/>
                                  <a:gd name="connsiteX121" fmla="*/ 253365 w 383843"/>
                                  <a:gd name="connsiteY121" fmla="*/ 16192 h 221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383843" h="221932">
                                    <a:moveTo>
                                      <a:pt x="253365" y="16192"/>
                                    </a:moveTo>
                                    <a:cubicBezTo>
                                      <a:pt x="256222" y="17145"/>
                                      <a:pt x="258128" y="18097"/>
                                      <a:pt x="260985" y="18097"/>
                                    </a:cubicBezTo>
                                    <a:cubicBezTo>
                                      <a:pt x="263843" y="19050"/>
                                      <a:pt x="267653" y="19050"/>
                                      <a:pt x="270510" y="20002"/>
                                    </a:cubicBezTo>
                                    <a:cubicBezTo>
                                      <a:pt x="283845" y="22860"/>
                                      <a:pt x="296228" y="25717"/>
                                      <a:pt x="307658" y="29527"/>
                                    </a:cubicBezTo>
                                    <a:cubicBezTo>
                                      <a:pt x="319088" y="33338"/>
                                      <a:pt x="328613" y="36195"/>
                                      <a:pt x="338138" y="38100"/>
                                    </a:cubicBezTo>
                                    <a:cubicBezTo>
                                      <a:pt x="346710" y="40005"/>
                                      <a:pt x="355283" y="41910"/>
                                      <a:pt x="361950" y="42863"/>
                                    </a:cubicBezTo>
                                    <a:cubicBezTo>
                                      <a:pt x="367665" y="43815"/>
                                      <a:pt x="380047" y="43815"/>
                                      <a:pt x="382905" y="43815"/>
                                    </a:cubicBezTo>
                                    <a:cubicBezTo>
                                      <a:pt x="381000" y="45720"/>
                                      <a:pt x="385763" y="48577"/>
                                      <a:pt x="382905" y="51435"/>
                                    </a:cubicBezTo>
                                    <a:cubicBezTo>
                                      <a:pt x="381000" y="51435"/>
                                      <a:pt x="362903" y="51435"/>
                                      <a:pt x="360045" y="50482"/>
                                    </a:cubicBezTo>
                                    <a:cubicBezTo>
                                      <a:pt x="346710" y="48577"/>
                                      <a:pt x="327660" y="42863"/>
                                      <a:pt x="304800" y="36195"/>
                                    </a:cubicBezTo>
                                    <a:lnTo>
                                      <a:pt x="302895" y="35242"/>
                                    </a:lnTo>
                                    <a:cubicBezTo>
                                      <a:pt x="300990" y="35242"/>
                                      <a:pt x="297180" y="36195"/>
                                      <a:pt x="293370" y="37147"/>
                                    </a:cubicBezTo>
                                    <a:cubicBezTo>
                                      <a:pt x="284797" y="39052"/>
                                      <a:pt x="272415" y="42863"/>
                                      <a:pt x="259080" y="49530"/>
                                    </a:cubicBezTo>
                                    <a:cubicBezTo>
                                      <a:pt x="252413" y="53340"/>
                                      <a:pt x="245745" y="57150"/>
                                      <a:pt x="239078" y="62865"/>
                                    </a:cubicBezTo>
                                    <a:cubicBezTo>
                                      <a:pt x="232410" y="68580"/>
                                      <a:pt x="226695" y="75248"/>
                                      <a:pt x="220028" y="81915"/>
                                    </a:cubicBezTo>
                                    <a:cubicBezTo>
                                      <a:pt x="207645" y="96202"/>
                                      <a:pt x="196215" y="112395"/>
                                      <a:pt x="184785" y="128588"/>
                                    </a:cubicBezTo>
                                    <a:cubicBezTo>
                                      <a:pt x="181928" y="132398"/>
                                      <a:pt x="179070" y="136207"/>
                                      <a:pt x="176213" y="140017"/>
                                    </a:cubicBezTo>
                                    <a:lnTo>
                                      <a:pt x="171450" y="145732"/>
                                    </a:lnTo>
                                    <a:lnTo>
                                      <a:pt x="166688" y="151448"/>
                                    </a:lnTo>
                                    <a:cubicBezTo>
                                      <a:pt x="163830" y="155257"/>
                                      <a:pt x="160972" y="159067"/>
                                      <a:pt x="158115" y="161925"/>
                                    </a:cubicBezTo>
                                    <a:cubicBezTo>
                                      <a:pt x="155258" y="164782"/>
                                      <a:pt x="152400" y="168592"/>
                                      <a:pt x="149543" y="172402"/>
                                    </a:cubicBezTo>
                                    <a:cubicBezTo>
                                      <a:pt x="146685" y="176213"/>
                                      <a:pt x="143828" y="179070"/>
                                      <a:pt x="140970" y="181927"/>
                                    </a:cubicBezTo>
                                    <a:cubicBezTo>
                                      <a:pt x="138113" y="184785"/>
                                      <a:pt x="135255" y="187642"/>
                                      <a:pt x="133350" y="190500"/>
                                    </a:cubicBezTo>
                                    <a:cubicBezTo>
                                      <a:pt x="127635" y="196215"/>
                                      <a:pt x="123825" y="201930"/>
                                      <a:pt x="119063" y="205740"/>
                                    </a:cubicBezTo>
                                    <a:cubicBezTo>
                                      <a:pt x="118110" y="206692"/>
                                      <a:pt x="117158" y="208598"/>
                                      <a:pt x="116205" y="209550"/>
                                    </a:cubicBezTo>
                                    <a:cubicBezTo>
                                      <a:pt x="116205" y="209550"/>
                                      <a:pt x="115253" y="209550"/>
                                      <a:pt x="115253" y="209550"/>
                                    </a:cubicBezTo>
                                    <a:cubicBezTo>
                                      <a:pt x="116205" y="207645"/>
                                      <a:pt x="118110" y="206692"/>
                                      <a:pt x="119063" y="204788"/>
                                    </a:cubicBezTo>
                                    <a:cubicBezTo>
                                      <a:pt x="123825" y="200025"/>
                                      <a:pt x="127635" y="194310"/>
                                      <a:pt x="133350" y="188595"/>
                                    </a:cubicBezTo>
                                    <a:cubicBezTo>
                                      <a:pt x="136208" y="185738"/>
                                      <a:pt x="138113" y="182880"/>
                                      <a:pt x="140970" y="180023"/>
                                    </a:cubicBezTo>
                                    <a:cubicBezTo>
                                      <a:pt x="143828" y="177165"/>
                                      <a:pt x="146685" y="173355"/>
                                      <a:pt x="149543" y="170498"/>
                                    </a:cubicBezTo>
                                    <a:cubicBezTo>
                                      <a:pt x="152400" y="166688"/>
                                      <a:pt x="155258" y="163830"/>
                                      <a:pt x="158115" y="160020"/>
                                    </a:cubicBezTo>
                                    <a:cubicBezTo>
                                      <a:pt x="160972" y="156210"/>
                                      <a:pt x="163830" y="152400"/>
                                      <a:pt x="166688" y="149542"/>
                                    </a:cubicBezTo>
                                    <a:lnTo>
                                      <a:pt x="171450" y="143827"/>
                                    </a:lnTo>
                                    <a:lnTo>
                                      <a:pt x="175260" y="138113"/>
                                    </a:lnTo>
                                    <a:cubicBezTo>
                                      <a:pt x="178118" y="134302"/>
                                      <a:pt x="180975" y="130492"/>
                                      <a:pt x="183833" y="126682"/>
                                    </a:cubicBezTo>
                                    <a:cubicBezTo>
                                      <a:pt x="195263" y="111442"/>
                                      <a:pt x="206693" y="94298"/>
                                      <a:pt x="219075" y="80010"/>
                                    </a:cubicBezTo>
                                    <a:cubicBezTo>
                                      <a:pt x="224790" y="73342"/>
                                      <a:pt x="231458" y="65722"/>
                                      <a:pt x="238125" y="60007"/>
                                    </a:cubicBezTo>
                                    <a:cubicBezTo>
                                      <a:pt x="244793" y="54292"/>
                                      <a:pt x="251460" y="49530"/>
                                      <a:pt x="258128" y="45720"/>
                                    </a:cubicBezTo>
                                    <a:cubicBezTo>
                                      <a:pt x="271463" y="38100"/>
                                      <a:pt x="283845" y="34290"/>
                                      <a:pt x="293370" y="32385"/>
                                    </a:cubicBezTo>
                                    <a:cubicBezTo>
                                      <a:pt x="294322" y="32385"/>
                                      <a:pt x="294322" y="32385"/>
                                      <a:pt x="295275" y="32385"/>
                                    </a:cubicBezTo>
                                    <a:cubicBezTo>
                                      <a:pt x="286703" y="30480"/>
                                      <a:pt x="278130" y="27622"/>
                                      <a:pt x="269558" y="25717"/>
                                    </a:cubicBezTo>
                                    <a:cubicBezTo>
                                      <a:pt x="256222" y="22860"/>
                                      <a:pt x="241935" y="20955"/>
                                      <a:pt x="227647" y="20002"/>
                                    </a:cubicBezTo>
                                    <a:cubicBezTo>
                                      <a:pt x="212408" y="19050"/>
                                      <a:pt x="197168" y="19050"/>
                                      <a:pt x="181928" y="20955"/>
                                    </a:cubicBezTo>
                                    <a:lnTo>
                                      <a:pt x="178118" y="21907"/>
                                    </a:lnTo>
                                    <a:cubicBezTo>
                                      <a:pt x="177165" y="21907"/>
                                      <a:pt x="175260" y="22860"/>
                                      <a:pt x="173355" y="23813"/>
                                    </a:cubicBezTo>
                                    <a:cubicBezTo>
                                      <a:pt x="169545" y="25717"/>
                                      <a:pt x="165735" y="29527"/>
                                      <a:pt x="161925" y="33338"/>
                                    </a:cubicBezTo>
                                    <a:cubicBezTo>
                                      <a:pt x="158115" y="37147"/>
                                      <a:pt x="155258" y="42863"/>
                                      <a:pt x="152400" y="49530"/>
                                    </a:cubicBezTo>
                                    <a:cubicBezTo>
                                      <a:pt x="150495" y="52388"/>
                                      <a:pt x="149543" y="56197"/>
                                      <a:pt x="147638" y="60007"/>
                                    </a:cubicBezTo>
                                    <a:cubicBezTo>
                                      <a:pt x="146685" y="61913"/>
                                      <a:pt x="145733" y="63817"/>
                                      <a:pt x="144780" y="65722"/>
                                    </a:cubicBezTo>
                                    <a:cubicBezTo>
                                      <a:pt x="143828" y="67627"/>
                                      <a:pt x="142875" y="69532"/>
                                      <a:pt x="141922" y="71438"/>
                                    </a:cubicBezTo>
                                    <a:cubicBezTo>
                                      <a:pt x="137160" y="78105"/>
                                      <a:pt x="131445" y="84773"/>
                                      <a:pt x="126683" y="92392"/>
                                    </a:cubicBezTo>
                                    <a:cubicBezTo>
                                      <a:pt x="116205" y="106680"/>
                                      <a:pt x="104775" y="121920"/>
                                      <a:pt x="94297" y="136207"/>
                                    </a:cubicBezTo>
                                    <a:cubicBezTo>
                                      <a:pt x="89535" y="143827"/>
                                      <a:pt x="83820" y="151448"/>
                                      <a:pt x="79058" y="158115"/>
                                    </a:cubicBezTo>
                                    <a:cubicBezTo>
                                      <a:pt x="74295" y="164782"/>
                                      <a:pt x="69533" y="172402"/>
                                      <a:pt x="64770" y="178117"/>
                                    </a:cubicBezTo>
                                    <a:cubicBezTo>
                                      <a:pt x="62865" y="180975"/>
                                      <a:pt x="60008" y="183832"/>
                                      <a:pt x="58103" y="187642"/>
                                    </a:cubicBezTo>
                                    <a:cubicBezTo>
                                      <a:pt x="56197" y="190500"/>
                                      <a:pt x="54293" y="193357"/>
                                      <a:pt x="52388" y="196215"/>
                                    </a:cubicBezTo>
                                    <a:cubicBezTo>
                                      <a:pt x="48578" y="201930"/>
                                      <a:pt x="44768" y="206692"/>
                                      <a:pt x="40958" y="210502"/>
                                    </a:cubicBezTo>
                                    <a:cubicBezTo>
                                      <a:pt x="38100" y="214313"/>
                                      <a:pt x="36195" y="218123"/>
                                      <a:pt x="33338" y="220980"/>
                                    </a:cubicBezTo>
                                    <a:lnTo>
                                      <a:pt x="32385" y="221932"/>
                                    </a:lnTo>
                                    <a:lnTo>
                                      <a:pt x="32385" y="221932"/>
                                    </a:lnTo>
                                    <a:lnTo>
                                      <a:pt x="33338" y="220980"/>
                                    </a:lnTo>
                                    <a:cubicBezTo>
                                      <a:pt x="36195" y="218123"/>
                                      <a:pt x="38100" y="214313"/>
                                      <a:pt x="40958" y="210502"/>
                                    </a:cubicBezTo>
                                    <a:cubicBezTo>
                                      <a:pt x="43815" y="206692"/>
                                      <a:pt x="47625" y="201930"/>
                                      <a:pt x="51435" y="196215"/>
                                    </a:cubicBezTo>
                                    <a:cubicBezTo>
                                      <a:pt x="53340" y="193357"/>
                                      <a:pt x="55245" y="190500"/>
                                      <a:pt x="57150" y="187642"/>
                                    </a:cubicBezTo>
                                    <a:cubicBezTo>
                                      <a:pt x="59055" y="184785"/>
                                      <a:pt x="61913" y="181927"/>
                                      <a:pt x="63818" y="178117"/>
                                    </a:cubicBezTo>
                                    <a:cubicBezTo>
                                      <a:pt x="68580" y="171450"/>
                                      <a:pt x="72390" y="164782"/>
                                      <a:pt x="78105" y="157163"/>
                                    </a:cubicBezTo>
                                    <a:cubicBezTo>
                                      <a:pt x="82868" y="150495"/>
                                      <a:pt x="88583" y="142875"/>
                                      <a:pt x="93345" y="135255"/>
                                    </a:cubicBezTo>
                                    <a:cubicBezTo>
                                      <a:pt x="103822" y="120015"/>
                                      <a:pt x="114300" y="104775"/>
                                      <a:pt x="124778" y="90488"/>
                                    </a:cubicBezTo>
                                    <a:cubicBezTo>
                                      <a:pt x="130493" y="83820"/>
                                      <a:pt x="135255" y="76200"/>
                                      <a:pt x="140018" y="69532"/>
                                    </a:cubicBezTo>
                                    <a:cubicBezTo>
                                      <a:pt x="140970" y="67627"/>
                                      <a:pt x="141922" y="65722"/>
                                      <a:pt x="142875" y="63817"/>
                                    </a:cubicBezTo>
                                    <a:cubicBezTo>
                                      <a:pt x="143828" y="61913"/>
                                      <a:pt x="144780" y="60007"/>
                                      <a:pt x="145733" y="59055"/>
                                    </a:cubicBezTo>
                                    <a:cubicBezTo>
                                      <a:pt x="147638" y="55245"/>
                                      <a:pt x="148590" y="52388"/>
                                      <a:pt x="150495" y="48577"/>
                                    </a:cubicBezTo>
                                    <a:cubicBezTo>
                                      <a:pt x="153353" y="41910"/>
                                      <a:pt x="156210" y="35242"/>
                                      <a:pt x="160972" y="31432"/>
                                    </a:cubicBezTo>
                                    <a:cubicBezTo>
                                      <a:pt x="163830" y="28575"/>
                                      <a:pt x="166688" y="25717"/>
                                      <a:pt x="169545" y="23813"/>
                                    </a:cubicBezTo>
                                    <a:cubicBezTo>
                                      <a:pt x="159068" y="25717"/>
                                      <a:pt x="147638" y="27622"/>
                                      <a:pt x="137160" y="30480"/>
                                    </a:cubicBezTo>
                                    <a:cubicBezTo>
                                      <a:pt x="121920" y="35242"/>
                                      <a:pt x="105728" y="40005"/>
                                      <a:pt x="91440" y="46672"/>
                                    </a:cubicBezTo>
                                    <a:cubicBezTo>
                                      <a:pt x="83820" y="49530"/>
                                      <a:pt x="77153" y="53340"/>
                                      <a:pt x="69533" y="57150"/>
                                    </a:cubicBezTo>
                                    <a:cubicBezTo>
                                      <a:pt x="62865" y="60960"/>
                                      <a:pt x="56197" y="65722"/>
                                      <a:pt x="49530" y="70485"/>
                                    </a:cubicBezTo>
                                    <a:cubicBezTo>
                                      <a:pt x="43815" y="75248"/>
                                      <a:pt x="38100" y="80010"/>
                                      <a:pt x="32385" y="85725"/>
                                    </a:cubicBezTo>
                                    <a:cubicBezTo>
                                      <a:pt x="27622" y="91440"/>
                                      <a:pt x="22860" y="97155"/>
                                      <a:pt x="19050" y="102870"/>
                                    </a:cubicBezTo>
                                    <a:cubicBezTo>
                                      <a:pt x="11430" y="114300"/>
                                      <a:pt x="5715" y="126682"/>
                                      <a:pt x="2858" y="138113"/>
                                    </a:cubicBezTo>
                                    <a:cubicBezTo>
                                      <a:pt x="953" y="145732"/>
                                      <a:pt x="0" y="152400"/>
                                      <a:pt x="0" y="159067"/>
                                    </a:cubicBezTo>
                                    <a:cubicBezTo>
                                      <a:pt x="0" y="154305"/>
                                      <a:pt x="0" y="149542"/>
                                      <a:pt x="953" y="143827"/>
                                    </a:cubicBezTo>
                                    <a:lnTo>
                                      <a:pt x="953" y="143827"/>
                                    </a:lnTo>
                                    <a:cubicBezTo>
                                      <a:pt x="1905" y="141923"/>
                                      <a:pt x="1905" y="140017"/>
                                      <a:pt x="1905" y="138113"/>
                                    </a:cubicBezTo>
                                    <a:cubicBezTo>
                                      <a:pt x="4763" y="126682"/>
                                      <a:pt x="9525" y="113348"/>
                                      <a:pt x="17145" y="101917"/>
                                    </a:cubicBezTo>
                                    <a:cubicBezTo>
                                      <a:pt x="24765" y="89535"/>
                                      <a:pt x="35243" y="78105"/>
                                      <a:pt x="47625" y="68580"/>
                                    </a:cubicBezTo>
                                    <a:cubicBezTo>
                                      <a:pt x="54293" y="63817"/>
                                      <a:pt x="60008" y="59055"/>
                                      <a:pt x="67628" y="54292"/>
                                    </a:cubicBezTo>
                                    <a:cubicBezTo>
                                      <a:pt x="74295" y="50482"/>
                                      <a:pt x="81915" y="46672"/>
                                      <a:pt x="89535" y="42863"/>
                                    </a:cubicBezTo>
                                    <a:cubicBezTo>
                                      <a:pt x="103822" y="35242"/>
                                      <a:pt x="120015" y="30480"/>
                                      <a:pt x="136208" y="25717"/>
                                    </a:cubicBezTo>
                                    <a:cubicBezTo>
                                      <a:pt x="142875" y="23813"/>
                                      <a:pt x="149543" y="22860"/>
                                      <a:pt x="156210" y="20955"/>
                                    </a:cubicBezTo>
                                    <a:cubicBezTo>
                                      <a:pt x="154305" y="20955"/>
                                      <a:pt x="152400" y="20002"/>
                                      <a:pt x="150495" y="20002"/>
                                    </a:cubicBezTo>
                                    <a:cubicBezTo>
                                      <a:pt x="147638" y="19050"/>
                                      <a:pt x="144780" y="19050"/>
                                      <a:pt x="140970" y="19050"/>
                                    </a:cubicBezTo>
                                    <a:cubicBezTo>
                                      <a:pt x="138113" y="19050"/>
                                      <a:pt x="134303" y="18097"/>
                                      <a:pt x="131445" y="18097"/>
                                    </a:cubicBezTo>
                                    <a:cubicBezTo>
                                      <a:pt x="127635" y="18097"/>
                                      <a:pt x="124778" y="18097"/>
                                      <a:pt x="120968" y="18097"/>
                                    </a:cubicBezTo>
                                    <a:cubicBezTo>
                                      <a:pt x="117158" y="18097"/>
                                      <a:pt x="114300" y="19050"/>
                                      <a:pt x="110490" y="19050"/>
                                    </a:cubicBezTo>
                                    <a:cubicBezTo>
                                      <a:pt x="106680" y="19050"/>
                                      <a:pt x="103822" y="20002"/>
                                      <a:pt x="100965" y="20002"/>
                                    </a:cubicBezTo>
                                    <a:cubicBezTo>
                                      <a:pt x="98108" y="20955"/>
                                      <a:pt x="94297" y="20955"/>
                                      <a:pt x="91440" y="21907"/>
                                    </a:cubicBezTo>
                                    <a:lnTo>
                                      <a:pt x="90488" y="21907"/>
                                    </a:lnTo>
                                    <a:cubicBezTo>
                                      <a:pt x="93345" y="20955"/>
                                      <a:pt x="95250" y="20002"/>
                                      <a:pt x="98108" y="19050"/>
                                    </a:cubicBezTo>
                                    <a:cubicBezTo>
                                      <a:pt x="99060" y="19050"/>
                                      <a:pt x="100013" y="19050"/>
                                      <a:pt x="100013" y="19050"/>
                                    </a:cubicBezTo>
                                    <a:cubicBezTo>
                                      <a:pt x="102870" y="18097"/>
                                      <a:pt x="106680" y="18097"/>
                                      <a:pt x="110490" y="17145"/>
                                    </a:cubicBezTo>
                                    <a:cubicBezTo>
                                      <a:pt x="114300" y="17145"/>
                                      <a:pt x="117158" y="16192"/>
                                      <a:pt x="120968" y="16192"/>
                                    </a:cubicBezTo>
                                    <a:cubicBezTo>
                                      <a:pt x="124778" y="16192"/>
                                      <a:pt x="127635" y="16192"/>
                                      <a:pt x="131445" y="16192"/>
                                    </a:cubicBezTo>
                                    <a:cubicBezTo>
                                      <a:pt x="135255" y="16192"/>
                                      <a:pt x="138113" y="16192"/>
                                      <a:pt x="140970" y="16192"/>
                                    </a:cubicBezTo>
                                    <a:cubicBezTo>
                                      <a:pt x="143828" y="16192"/>
                                      <a:pt x="147638" y="16192"/>
                                      <a:pt x="150495" y="17145"/>
                                    </a:cubicBezTo>
                                    <a:cubicBezTo>
                                      <a:pt x="153353" y="17145"/>
                                      <a:pt x="156210" y="18097"/>
                                      <a:pt x="159068" y="18097"/>
                                    </a:cubicBezTo>
                                    <a:cubicBezTo>
                                      <a:pt x="162878" y="18097"/>
                                      <a:pt x="165735" y="19050"/>
                                      <a:pt x="168593" y="19050"/>
                                    </a:cubicBezTo>
                                    <a:cubicBezTo>
                                      <a:pt x="173355" y="18097"/>
                                      <a:pt x="179070" y="17145"/>
                                      <a:pt x="183833" y="17145"/>
                                    </a:cubicBezTo>
                                    <a:cubicBezTo>
                                      <a:pt x="200025" y="15240"/>
                                      <a:pt x="215265" y="14288"/>
                                      <a:pt x="230505" y="15240"/>
                                    </a:cubicBezTo>
                                    <a:cubicBezTo>
                                      <a:pt x="236220" y="15240"/>
                                      <a:pt x="241935" y="16192"/>
                                      <a:pt x="247650" y="16192"/>
                                    </a:cubicBezTo>
                                    <a:cubicBezTo>
                                      <a:pt x="243840" y="15240"/>
                                      <a:pt x="240030" y="13335"/>
                                      <a:pt x="236220" y="11430"/>
                                    </a:cubicBezTo>
                                    <a:cubicBezTo>
                                      <a:pt x="229553" y="8572"/>
                                      <a:pt x="222885" y="6667"/>
                                      <a:pt x="217170" y="4763"/>
                                    </a:cubicBezTo>
                                    <a:cubicBezTo>
                                      <a:pt x="214313" y="3810"/>
                                      <a:pt x="210503" y="2857"/>
                                      <a:pt x="207645" y="1905"/>
                                    </a:cubicBezTo>
                                    <a:lnTo>
                                      <a:pt x="199072" y="0"/>
                                    </a:lnTo>
                                    <a:cubicBezTo>
                                      <a:pt x="198120" y="0"/>
                                      <a:pt x="198120" y="0"/>
                                      <a:pt x="198120" y="0"/>
                                    </a:cubicBezTo>
                                    <a:cubicBezTo>
                                      <a:pt x="199072" y="0"/>
                                      <a:pt x="200025" y="0"/>
                                      <a:pt x="200978" y="0"/>
                                    </a:cubicBezTo>
                                    <a:cubicBezTo>
                                      <a:pt x="200978" y="0"/>
                                      <a:pt x="200978" y="0"/>
                                      <a:pt x="200978" y="0"/>
                                    </a:cubicBezTo>
                                    <a:cubicBezTo>
                                      <a:pt x="202883" y="0"/>
                                      <a:pt x="205740" y="952"/>
                                      <a:pt x="207645" y="952"/>
                                    </a:cubicBezTo>
                                    <a:cubicBezTo>
                                      <a:pt x="210503" y="1905"/>
                                      <a:pt x="213360" y="2857"/>
                                      <a:pt x="217170" y="2857"/>
                                    </a:cubicBezTo>
                                    <a:cubicBezTo>
                                      <a:pt x="223838" y="4763"/>
                                      <a:pt x="230505" y="6667"/>
                                      <a:pt x="237172" y="9525"/>
                                    </a:cubicBezTo>
                                    <a:cubicBezTo>
                                      <a:pt x="240030" y="12382"/>
                                      <a:pt x="246697" y="14288"/>
                                      <a:pt x="253365" y="16192"/>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565C2883-4A92-4AF4-8802-58137E2D521E}"/>
                                  </a:ext>
                                </a:extLst>
                              </p:cNvPr>
                              <p:cNvSpPr/>
                              <p:nvPr/>
                            </p:nvSpPr>
                            <p:spPr>
                              <a:xfrm>
                                <a:off x="2724331" y="1362899"/>
                                <a:ext cx="208597" cy="150494"/>
                              </a:xfrm>
                              <a:custGeom>
                                <a:avLst/>
                                <a:gdLst>
                                  <a:gd name="connsiteX0" fmla="*/ 127635 w 208597"/>
                                  <a:gd name="connsiteY0" fmla="*/ 1905 h 150494"/>
                                  <a:gd name="connsiteX1" fmla="*/ 129540 w 208597"/>
                                  <a:gd name="connsiteY1" fmla="*/ 2857 h 150494"/>
                                  <a:gd name="connsiteX2" fmla="*/ 132397 w 208597"/>
                                  <a:gd name="connsiteY2" fmla="*/ 4763 h 150494"/>
                                  <a:gd name="connsiteX3" fmla="*/ 136207 w 208597"/>
                                  <a:gd name="connsiteY3" fmla="*/ 7620 h 150494"/>
                                  <a:gd name="connsiteX4" fmla="*/ 142875 w 208597"/>
                                  <a:gd name="connsiteY4" fmla="*/ 17145 h 150494"/>
                                  <a:gd name="connsiteX5" fmla="*/ 148590 w 208597"/>
                                  <a:gd name="connsiteY5" fmla="*/ 29527 h 150494"/>
                                  <a:gd name="connsiteX6" fmla="*/ 156210 w 208597"/>
                                  <a:gd name="connsiteY6" fmla="*/ 54293 h 150494"/>
                                  <a:gd name="connsiteX7" fmla="*/ 159068 w 208597"/>
                                  <a:gd name="connsiteY7" fmla="*/ 64770 h 150494"/>
                                  <a:gd name="connsiteX8" fmla="*/ 162878 w 208597"/>
                                  <a:gd name="connsiteY8" fmla="*/ 67627 h 150494"/>
                                  <a:gd name="connsiteX9" fmla="*/ 177165 w 208597"/>
                                  <a:gd name="connsiteY9" fmla="*/ 80963 h 150494"/>
                                  <a:gd name="connsiteX10" fmla="*/ 187643 w 208597"/>
                                  <a:gd name="connsiteY10" fmla="*/ 93345 h 150494"/>
                                  <a:gd name="connsiteX11" fmla="*/ 187643 w 208597"/>
                                  <a:gd name="connsiteY11" fmla="*/ 85725 h 150494"/>
                                  <a:gd name="connsiteX12" fmla="*/ 190500 w 208597"/>
                                  <a:gd name="connsiteY12" fmla="*/ 70485 h 150494"/>
                                  <a:gd name="connsiteX13" fmla="*/ 193357 w 208597"/>
                                  <a:gd name="connsiteY13" fmla="*/ 52388 h 150494"/>
                                  <a:gd name="connsiteX14" fmla="*/ 195263 w 208597"/>
                                  <a:gd name="connsiteY14" fmla="*/ 34290 h 150494"/>
                                  <a:gd name="connsiteX15" fmla="*/ 194310 w 208597"/>
                                  <a:gd name="connsiteY15" fmla="*/ 25718 h 150494"/>
                                  <a:gd name="connsiteX16" fmla="*/ 192405 w 208597"/>
                                  <a:gd name="connsiteY16" fmla="*/ 19050 h 150494"/>
                                  <a:gd name="connsiteX17" fmla="*/ 191453 w 208597"/>
                                  <a:gd name="connsiteY17" fmla="*/ 17145 h 150494"/>
                                  <a:gd name="connsiteX18" fmla="*/ 192405 w 208597"/>
                                  <a:gd name="connsiteY18" fmla="*/ 18098 h 150494"/>
                                  <a:gd name="connsiteX19" fmla="*/ 195263 w 208597"/>
                                  <a:gd name="connsiteY19" fmla="*/ 24765 h 150494"/>
                                  <a:gd name="connsiteX20" fmla="*/ 197168 w 208597"/>
                                  <a:gd name="connsiteY20" fmla="*/ 33338 h 150494"/>
                                  <a:gd name="connsiteX21" fmla="*/ 196215 w 208597"/>
                                  <a:gd name="connsiteY21" fmla="*/ 51435 h 150494"/>
                                  <a:gd name="connsiteX22" fmla="*/ 193357 w 208597"/>
                                  <a:gd name="connsiteY22" fmla="*/ 69532 h 150494"/>
                                  <a:gd name="connsiteX23" fmla="*/ 191453 w 208597"/>
                                  <a:gd name="connsiteY23" fmla="*/ 84773 h 150494"/>
                                  <a:gd name="connsiteX24" fmla="*/ 191453 w 208597"/>
                                  <a:gd name="connsiteY24" fmla="*/ 95250 h 150494"/>
                                  <a:gd name="connsiteX25" fmla="*/ 192405 w 208597"/>
                                  <a:gd name="connsiteY25" fmla="*/ 99060 h 150494"/>
                                  <a:gd name="connsiteX26" fmla="*/ 198120 w 208597"/>
                                  <a:gd name="connsiteY26" fmla="*/ 109538 h 150494"/>
                                  <a:gd name="connsiteX27" fmla="*/ 203835 w 208597"/>
                                  <a:gd name="connsiteY27" fmla="*/ 124777 h 150494"/>
                                  <a:gd name="connsiteX28" fmla="*/ 206693 w 208597"/>
                                  <a:gd name="connsiteY28" fmla="*/ 136208 h 150494"/>
                                  <a:gd name="connsiteX29" fmla="*/ 208597 w 208597"/>
                                  <a:gd name="connsiteY29" fmla="*/ 150495 h 150494"/>
                                  <a:gd name="connsiteX30" fmla="*/ 198120 w 208597"/>
                                  <a:gd name="connsiteY30" fmla="*/ 150495 h 150494"/>
                                  <a:gd name="connsiteX31" fmla="*/ 195263 w 208597"/>
                                  <a:gd name="connsiteY31" fmla="*/ 126682 h 150494"/>
                                  <a:gd name="connsiteX32" fmla="*/ 193357 w 208597"/>
                                  <a:gd name="connsiteY32" fmla="*/ 120015 h 150494"/>
                                  <a:gd name="connsiteX33" fmla="*/ 193357 w 208597"/>
                                  <a:gd name="connsiteY33" fmla="*/ 120015 h 150494"/>
                                  <a:gd name="connsiteX34" fmla="*/ 188595 w 208597"/>
                                  <a:gd name="connsiteY34" fmla="*/ 117157 h 150494"/>
                                  <a:gd name="connsiteX35" fmla="*/ 180022 w 208597"/>
                                  <a:gd name="connsiteY35" fmla="*/ 115252 h 150494"/>
                                  <a:gd name="connsiteX36" fmla="*/ 168593 w 208597"/>
                                  <a:gd name="connsiteY36" fmla="*/ 113348 h 150494"/>
                                  <a:gd name="connsiteX37" fmla="*/ 155257 w 208597"/>
                                  <a:gd name="connsiteY37" fmla="*/ 112395 h 150494"/>
                                  <a:gd name="connsiteX38" fmla="*/ 140018 w 208597"/>
                                  <a:gd name="connsiteY38" fmla="*/ 111443 h 150494"/>
                                  <a:gd name="connsiteX39" fmla="*/ 123825 w 208597"/>
                                  <a:gd name="connsiteY39" fmla="*/ 109538 h 150494"/>
                                  <a:gd name="connsiteX40" fmla="*/ 106680 w 208597"/>
                                  <a:gd name="connsiteY40" fmla="*/ 106680 h 150494"/>
                                  <a:gd name="connsiteX41" fmla="*/ 89535 w 208597"/>
                                  <a:gd name="connsiteY41" fmla="*/ 102870 h 150494"/>
                                  <a:gd name="connsiteX42" fmla="*/ 73343 w 208597"/>
                                  <a:gd name="connsiteY42" fmla="*/ 98107 h 150494"/>
                                  <a:gd name="connsiteX43" fmla="*/ 58103 w 208597"/>
                                  <a:gd name="connsiteY43" fmla="*/ 93345 h 150494"/>
                                  <a:gd name="connsiteX44" fmla="*/ 51435 w 208597"/>
                                  <a:gd name="connsiteY44" fmla="*/ 90488 h 150494"/>
                                  <a:gd name="connsiteX45" fmla="*/ 44768 w 208597"/>
                                  <a:gd name="connsiteY45" fmla="*/ 87630 h 150494"/>
                                  <a:gd name="connsiteX46" fmla="*/ 33338 w 208597"/>
                                  <a:gd name="connsiteY46" fmla="*/ 82868 h 150494"/>
                                  <a:gd name="connsiteX47" fmla="*/ 24765 w 208597"/>
                                  <a:gd name="connsiteY47" fmla="*/ 79057 h 150494"/>
                                  <a:gd name="connsiteX48" fmla="*/ 20003 w 208597"/>
                                  <a:gd name="connsiteY48" fmla="*/ 77152 h 150494"/>
                                  <a:gd name="connsiteX49" fmla="*/ 24765 w 208597"/>
                                  <a:gd name="connsiteY49" fmla="*/ 79057 h 150494"/>
                                  <a:gd name="connsiteX50" fmla="*/ 33338 w 208597"/>
                                  <a:gd name="connsiteY50" fmla="*/ 82868 h 150494"/>
                                  <a:gd name="connsiteX51" fmla="*/ 44768 w 208597"/>
                                  <a:gd name="connsiteY51" fmla="*/ 87630 h 150494"/>
                                  <a:gd name="connsiteX52" fmla="*/ 51435 w 208597"/>
                                  <a:gd name="connsiteY52" fmla="*/ 90488 h 150494"/>
                                  <a:gd name="connsiteX53" fmla="*/ 58103 w 208597"/>
                                  <a:gd name="connsiteY53" fmla="*/ 92393 h 150494"/>
                                  <a:gd name="connsiteX54" fmla="*/ 73343 w 208597"/>
                                  <a:gd name="connsiteY54" fmla="*/ 97155 h 150494"/>
                                  <a:gd name="connsiteX55" fmla="*/ 89535 w 208597"/>
                                  <a:gd name="connsiteY55" fmla="*/ 100965 h 150494"/>
                                  <a:gd name="connsiteX56" fmla="*/ 106680 w 208597"/>
                                  <a:gd name="connsiteY56" fmla="*/ 103823 h 150494"/>
                                  <a:gd name="connsiteX57" fmla="*/ 123825 w 208597"/>
                                  <a:gd name="connsiteY57" fmla="*/ 106680 h 150494"/>
                                  <a:gd name="connsiteX58" fmla="*/ 140018 w 208597"/>
                                  <a:gd name="connsiteY58" fmla="*/ 107632 h 150494"/>
                                  <a:gd name="connsiteX59" fmla="*/ 155257 w 208597"/>
                                  <a:gd name="connsiteY59" fmla="*/ 108585 h 150494"/>
                                  <a:gd name="connsiteX60" fmla="*/ 169545 w 208597"/>
                                  <a:gd name="connsiteY60" fmla="*/ 108585 h 150494"/>
                                  <a:gd name="connsiteX61" fmla="*/ 181928 w 208597"/>
                                  <a:gd name="connsiteY61" fmla="*/ 109538 h 150494"/>
                                  <a:gd name="connsiteX62" fmla="*/ 191453 w 208597"/>
                                  <a:gd name="connsiteY62" fmla="*/ 112395 h 150494"/>
                                  <a:gd name="connsiteX63" fmla="*/ 192405 w 208597"/>
                                  <a:gd name="connsiteY63" fmla="*/ 112395 h 150494"/>
                                  <a:gd name="connsiteX64" fmla="*/ 191453 w 208597"/>
                                  <a:gd name="connsiteY64" fmla="*/ 111443 h 150494"/>
                                  <a:gd name="connsiteX65" fmla="*/ 182880 w 208597"/>
                                  <a:gd name="connsiteY65" fmla="*/ 97155 h 150494"/>
                                  <a:gd name="connsiteX66" fmla="*/ 171450 w 208597"/>
                                  <a:gd name="connsiteY66" fmla="*/ 82868 h 150494"/>
                                  <a:gd name="connsiteX67" fmla="*/ 168593 w 208597"/>
                                  <a:gd name="connsiteY67" fmla="*/ 80010 h 150494"/>
                                  <a:gd name="connsiteX68" fmla="*/ 164782 w 208597"/>
                                  <a:gd name="connsiteY68" fmla="*/ 78105 h 150494"/>
                                  <a:gd name="connsiteX69" fmla="*/ 145732 w 208597"/>
                                  <a:gd name="connsiteY69" fmla="*/ 73343 h 150494"/>
                                  <a:gd name="connsiteX70" fmla="*/ 132397 w 208597"/>
                                  <a:gd name="connsiteY70" fmla="*/ 71438 h 150494"/>
                                  <a:gd name="connsiteX71" fmla="*/ 117157 w 208597"/>
                                  <a:gd name="connsiteY71" fmla="*/ 69532 h 150494"/>
                                  <a:gd name="connsiteX72" fmla="*/ 100965 w 208597"/>
                                  <a:gd name="connsiteY72" fmla="*/ 66675 h 150494"/>
                                  <a:gd name="connsiteX73" fmla="*/ 84772 w 208597"/>
                                  <a:gd name="connsiteY73" fmla="*/ 63818 h 150494"/>
                                  <a:gd name="connsiteX74" fmla="*/ 68580 w 208597"/>
                                  <a:gd name="connsiteY74" fmla="*/ 60007 h 150494"/>
                                  <a:gd name="connsiteX75" fmla="*/ 53340 w 208597"/>
                                  <a:gd name="connsiteY75" fmla="*/ 56198 h 150494"/>
                                  <a:gd name="connsiteX76" fmla="*/ 39053 w 208597"/>
                                  <a:gd name="connsiteY76" fmla="*/ 52388 h 150494"/>
                                  <a:gd name="connsiteX77" fmla="*/ 25718 w 208597"/>
                                  <a:gd name="connsiteY77" fmla="*/ 48577 h 150494"/>
                                  <a:gd name="connsiteX78" fmla="*/ 5715 w 208597"/>
                                  <a:gd name="connsiteY78" fmla="*/ 42863 h 150494"/>
                                  <a:gd name="connsiteX79" fmla="*/ 0 w 208597"/>
                                  <a:gd name="connsiteY79" fmla="*/ 40957 h 150494"/>
                                  <a:gd name="connsiteX80" fmla="*/ 5715 w 208597"/>
                                  <a:gd name="connsiteY80" fmla="*/ 42863 h 150494"/>
                                  <a:gd name="connsiteX81" fmla="*/ 25718 w 208597"/>
                                  <a:gd name="connsiteY81" fmla="*/ 48577 h 150494"/>
                                  <a:gd name="connsiteX82" fmla="*/ 39053 w 208597"/>
                                  <a:gd name="connsiteY82" fmla="*/ 52388 h 150494"/>
                                  <a:gd name="connsiteX83" fmla="*/ 53340 w 208597"/>
                                  <a:gd name="connsiteY83" fmla="*/ 56198 h 150494"/>
                                  <a:gd name="connsiteX84" fmla="*/ 68580 w 208597"/>
                                  <a:gd name="connsiteY84" fmla="*/ 60007 h 150494"/>
                                  <a:gd name="connsiteX85" fmla="*/ 84772 w 208597"/>
                                  <a:gd name="connsiteY85" fmla="*/ 62865 h 150494"/>
                                  <a:gd name="connsiteX86" fmla="*/ 100965 w 208597"/>
                                  <a:gd name="connsiteY86" fmla="*/ 65723 h 150494"/>
                                  <a:gd name="connsiteX87" fmla="*/ 117157 w 208597"/>
                                  <a:gd name="connsiteY87" fmla="*/ 67627 h 150494"/>
                                  <a:gd name="connsiteX88" fmla="*/ 131445 w 208597"/>
                                  <a:gd name="connsiteY88" fmla="*/ 69532 h 150494"/>
                                  <a:gd name="connsiteX89" fmla="*/ 144780 w 208597"/>
                                  <a:gd name="connsiteY89" fmla="*/ 71438 h 150494"/>
                                  <a:gd name="connsiteX90" fmla="*/ 160020 w 208597"/>
                                  <a:gd name="connsiteY90" fmla="*/ 74295 h 150494"/>
                                  <a:gd name="connsiteX91" fmla="*/ 156210 w 208597"/>
                                  <a:gd name="connsiteY91" fmla="*/ 70485 h 150494"/>
                                  <a:gd name="connsiteX92" fmla="*/ 141922 w 208597"/>
                                  <a:gd name="connsiteY92" fmla="*/ 57150 h 150494"/>
                                  <a:gd name="connsiteX93" fmla="*/ 127635 w 208597"/>
                                  <a:gd name="connsiteY93" fmla="*/ 44768 h 150494"/>
                                  <a:gd name="connsiteX94" fmla="*/ 113347 w 208597"/>
                                  <a:gd name="connsiteY94" fmla="*/ 34290 h 150494"/>
                                  <a:gd name="connsiteX95" fmla="*/ 100013 w 208597"/>
                                  <a:gd name="connsiteY95" fmla="*/ 25718 h 150494"/>
                                  <a:gd name="connsiteX96" fmla="*/ 80010 w 208597"/>
                                  <a:gd name="connsiteY96" fmla="*/ 16193 h 150494"/>
                                  <a:gd name="connsiteX97" fmla="*/ 80010 w 208597"/>
                                  <a:gd name="connsiteY97" fmla="*/ 16193 h 150494"/>
                                  <a:gd name="connsiteX98" fmla="*/ 100965 w 208597"/>
                                  <a:gd name="connsiteY98" fmla="*/ 24765 h 150494"/>
                                  <a:gd name="connsiteX99" fmla="*/ 114300 w 208597"/>
                                  <a:gd name="connsiteY99" fmla="*/ 33338 h 150494"/>
                                  <a:gd name="connsiteX100" fmla="*/ 128588 w 208597"/>
                                  <a:gd name="connsiteY100" fmla="*/ 43815 h 150494"/>
                                  <a:gd name="connsiteX101" fmla="*/ 143828 w 208597"/>
                                  <a:gd name="connsiteY101" fmla="*/ 55245 h 150494"/>
                                  <a:gd name="connsiteX102" fmla="*/ 148590 w 208597"/>
                                  <a:gd name="connsiteY102" fmla="*/ 59055 h 150494"/>
                                  <a:gd name="connsiteX103" fmla="*/ 147638 w 208597"/>
                                  <a:gd name="connsiteY103" fmla="*/ 54293 h 150494"/>
                                  <a:gd name="connsiteX104" fmla="*/ 144780 w 208597"/>
                                  <a:gd name="connsiteY104" fmla="*/ 42863 h 150494"/>
                                  <a:gd name="connsiteX105" fmla="*/ 141922 w 208597"/>
                                  <a:gd name="connsiteY105" fmla="*/ 29527 h 150494"/>
                                  <a:gd name="connsiteX106" fmla="*/ 137160 w 208597"/>
                                  <a:gd name="connsiteY106" fmla="*/ 17145 h 150494"/>
                                  <a:gd name="connsiteX107" fmla="*/ 130493 w 208597"/>
                                  <a:gd name="connsiteY107" fmla="*/ 6668 h 150494"/>
                                  <a:gd name="connsiteX108" fmla="*/ 126682 w 208597"/>
                                  <a:gd name="connsiteY108" fmla="*/ 2857 h 150494"/>
                                  <a:gd name="connsiteX109" fmla="*/ 123825 w 208597"/>
                                  <a:gd name="connsiteY109" fmla="*/ 0 h 150494"/>
                                  <a:gd name="connsiteX110" fmla="*/ 127635 w 208597"/>
                                  <a:gd name="connsiteY110" fmla="*/ 1905 h 150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208597" h="150494">
                                    <a:moveTo>
                                      <a:pt x="127635" y="1905"/>
                                    </a:moveTo>
                                    <a:cubicBezTo>
                                      <a:pt x="127635" y="1905"/>
                                      <a:pt x="128588" y="2857"/>
                                      <a:pt x="129540" y="2857"/>
                                    </a:cubicBezTo>
                                    <a:cubicBezTo>
                                      <a:pt x="130493" y="3810"/>
                                      <a:pt x="131445" y="3810"/>
                                      <a:pt x="132397" y="4763"/>
                                    </a:cubicBezTo>
                                    <a:cubicBezTo>
                                      <a:pt x="133350" y="5715"/>
                                      <a:pt x="135255" y="6668"/>
                                      <a:pt x="136207" y="7620"/>
                                    </a:cubicBezTo>
                                    <a:cubicBezTo>
                                      <a:pt x="139065" y="10477"/>
                                      <a:pt x="140970" y="13335"/>
                                      <a:pt x="142875" y="17145"/>
                                    </a:cubicBezTo>
                                    <a:cubicBezTo>
                                      <a:pt x="144780" y="20955"/>
                                      <a:pt x="146685" y="25718"/>
                                      <a:pt x="148590" y="29527"/>
                                    </a:cubicBezTo>
                                    <a:cubicBezTo>
                                      <a:pt x="151447" y="38100"/>
                                      <a:pt x="153353" y="47625"/>
                                      <a:pt x="156210" y="54293"/>
                                    </a:cubicBezTo>
                                    <a:cubicBezTo>
                                      <a:pt x="158115" y="60007"/>
                                      <a:pt x="159068" y="63818"/>
                                      <a:pt x="159068" y="64770"/>
                                    </a:cubicBezTo>
                                    <a:lnTo>
                                      <a:pt x="162878" y="67627"/>
                                    </a:lnTo>
                                    <a:cubicBezTo>
                                      <a:pt x="167640" y="72390"/>
                                      <a:pt x="172403" y="76200"/>
                                      <a:pt x="177165" y="80963"/>
                                    </a:cubicBezTo>
                                    <a:cubicBezTo>
                                      <a:pt x="180975" y="84773"/>
                                      <a:pt x="184785" y="88582"/>
                                      <a:pt x="187643" y="93345"/>
                                    </a:cubicBezTo>
                                    <a:cubicBezTo>
                                      <a:pt x="187643" y="91440"/>
                                      <a:pt x="187643" y="88582"/>
                                      <a:pt x="187643" y="85725"/>
                                    </a:cubicBezTo>
                                    <a:cubicBezTo>
                                      <a:pt x="188595" y="80963"/>
                                      <a:pt x="189547" y="76200"/>
                                      <a:pt x="190500" y="70485"/>
                                    </a:cubicBezTo>
                                    <a:cubicBezTo>
                                      <a:pt x="191453" y="64770"/>
                                      <a:pt x="192405" y="59055"/>
                                      <a:pt x="193357" y="52388"/>
                                    </a:cubicBezTo>
                                    <a:cubicBezTo>
                                      <a:pt x="194310" y="46673"/>
                                      <a:pt x="195263" y="40005"/>
                                      <a:pt x="195263" y="34290"/>
                                    </a:cubicBezTo>
                                    <a:cubicBezTo>
                                      <a:pt x="195263" y="31432"/>
                                      <a:pt x="194310" y="28575"/>
                                      <a:pt x="194310" y="25718"/>
                                    </a:cubicBezTo>
                                    <a:cubicBezTo>
                                      <a:pt x="193357" y="22860"/>
                                      <a:pt x="193357" y="20955"/>
                                      <a:pt x="192405" y="19050"/>
                                    </a:cubicBezTo>
                                    <a:cubicBezTo>
                                      <a:pt x="192405" y="19050"/>
                                      <a:pt x="192405" y="18098"/>
                                      <a:pt x="191453" y="17145"/>
                                    </a:cubicBezTo>
                                    <a:cubicBezTo>
                                      <a:pt x="191453" y="17145"/>
                                      <a:pt x="192405" y="18098"/>
                                      <a:pt x="192405" y="18098"/>
                                    </a:cubicBezTo>
                                    <a:cubicBezTo>
                                      <a:pt x="193357" y="20002"/>
                                      <a:pt x="194310" y="22860"/>
                                      <a:pt x="195263" y="24765"/>
                                    </a:cubicBezTo>
                                    <a:cubicBezTo>
                                      <a:pt x="196215" y="27623"/>
                                      <a:pt x="196215" y="30480"/>
                                      <a:pt x="197168" y="33338"/>
                                    </a:cubicBezTo>
                                    <a:cubicBezTo>
                                      <a:pt x="198120" y="39052"/>
                                      <a:pt x="197168" y="45720"/>
                                      <a:pt x="196215" y="51435"/>
                                    </a:cubicBezTo>
                                    <a:cubicBezTo>
                                      <a:pt x="195263" y="57150"/>
                                      <a:pt x="194310" y="63818"/>
                                      <a:pt x="193357" y="69532"/>
                                    </a:cubicBezTo>
                                    <a:cubicBezTo>
                                      <a:pt x="192405" y="75248"/>
                                      <a:pt x="191453" y="80963"/>
                                      <a:pt x="191453" y="84773"/>
                                    </a:cubicBezTo>
                                    <a:cubicBezTo>
                                      <a:pt x="191453" y="89535"/>
                                      <a:pt x="191453" y="93345"/>
                                      <a:pt x="191453" y="95250"/>
                                    </a:cubicBezTo>
                                    <a:cubicBezTo>
                                      <a:pt x="191453" y="97155"/>
                                      <a:pt x="192405" y="98107"/>
                                      <a:pt x="192405" y="99060"/>
                                    </a:cubicBezTo>
                                    <a:cubicBezTo>
                                      <a:pt x="194310" y="102870"/>
                                      <a:pt x="197168" y="105727"/>
                                      <a:pt x="198120" y="109538"/>
                                    </a:cubicBezTo>
                                    <a:cubicBezTo>
                                      <a:pt x="200978" y="114300"/>
                                      <a:pt x="202882" y="120015"/>
                                      <a:pt x="203835" y="124777"/>
                                    </a:cubicBezTo>
                                    <a:cubicBezTo>
                                      <a:pt x="205740" y="128588"/>
                                      <a:pt x="206693" y="132398"/>
                                      <a:pt x="206693" y="136208"/>
                                    </a:cubicBezTo>
                                    <a:lnTo>
                                      <a:pt x="208597" y="150495"/>
                                    </a:lnTo>
                                    <a:lnTo>
                                      <a:pt x="198120" y="150495"/>
                                    </a:lnTo>
                                    <a:cubicBezTo>
                                      <a:pt x="198120" y="145733"/>
                                      <a:pt x="198120" y="134302"/>
                                      <a:pt x="195263" y="126682"/>
                                    </a:cubicBezTo>
                                    <a:cubicBezTo>
                                      <a:pt x="194310" y="124777"/>
                                      <a:pt x="194310" y="121920"/>
                                      <a:pt x="193357" y="120015"/>
                                    </a:cubicBezTo>
                                    <a:cubicBezTo>
                                      <a:pt x="193357" y="120015"/>
                                      <a:pt x="193357" y="120015"/>
                                      <a:pt x="193357" y="120015"/>
                                    </a:cubicBezTo>
                                    <a:cubicBezTo>
                                      <a:pt x="192405" y="119063"/>
                                      <a:pt x="190500" y="118110"/>
                                      <a:pt x="188595" y="117157"/>
                                    </a:cubicBezTo>
                                    <a:cubicBezTo>
                                      <a:pt x="186690" y="116205"/>
                                      <a:pt x="183832" y="115252"/>
                                      <a:pt x="180022" y="115252"/>
                                    </a:cubicBezTo>
                                    <a:cubicBezTo>
                                      <a:pt x="177165" y="114300"/>
                                      <a:pt x="173355" y="114300"/>
                                      <a:pt x="168593" y="113348"/>
                                    </a:cubicBezTo>
                                    <a:cubicBezTo>
                                      <a:pt x="164782" y="113348"/>
                                      <a:pt x="160020" y="113348"/>
                                      <a:pt x="155257" y="112395"/>
                                    </a:cubicBezTo>
                                    <a:cubicBezTo>
                                      <a:pt x="150495" y="112395"/>
                                      <a:pt x="144780" y="111443"/>
                                      <a:pt x="140018" y="111443"/>
                                    </a:cubicBezTo>
                                    <a:cubicBezTo>
                                      <a:pt x="134303" y="111443"/>
                                      <a:pt x="129540" y="110490"/>
                                      <a:pt x="123825" y="109538"/>
                                    </a:cubicBezTo>
                                    <a:cubicBezTo>
                                      <a:pt x="118110" y="108585"/>
                                      <a:pt x="112395" y="107632"/>
                                      <a:pt x="106680" y="106680"/>
                                    </a:cubicBezTo>
                                    <a:cubicBezTo>
                                      <a:pt x="100965" y="105727"/>
                                      <a:pt x="95250" y="103823"/>
                                      <a:pt x="89535" y="102870"/>
                                    </a:cubicBezTo>
                                    <a:cubicBezTo>
                                      <a:pt x="83820" y="101918"/>
                                      <a:pt x="78105" y="100013"/>
                                      <a:pt x="73343" y="98107"/>
                                    </a:cubicBezTo>
                                    <a:cubicBezTo>
                                      <a:pt x="68580" y="97155"/>
                                      <a:pt x="62865" y="95250"/>
                                      <a:pt x="58103" y="93345"/>
                                    </a:cubicBezTo>
                                    <a:cubicBezTo>
                                      <a:pt x="56197" y="92393"/>
                                      <a:pt x="53340" y="91440"/>
                                      <a:pt x="51435" y="90488"/>
                                    </a:cubicBezTo>
                                    <a:cubicBezTo>
                                      <a:pt x="49530" y="89535"/>
                                      <a:pt x="47625" y="88582"/>
                                      <a:pt x="44768" y="87630"/>
                                    </a:cubicBezTo>
                                    <a:cubicBezTo>
                                      <a:pt x="40957" y="85725"/>
                                      <a:pt x="37147" y="84773"/>
                                      <a:pt x="33338" y="82868"/>
                                    </a:cubicBezTo>
                                    <a:cubicBezTo>
                                      <a:pt x="30480" y="80963"/>
                                      <a:pt x="27622" y="80010"/>
                                      <a:pt x="24765" y="79057"/>
                                    </a:cubicBezTo>
                                    <a:cubicBezTo>
                                      <a:pt x="22860" y="78105"/>
                                      <a:pt x="21907" y="77152"/>
                                      <a:pt x="20003" y="77152"/>
                                    </a:cubicBezTo>
                                    <a:cubicBezTo>
                                      <a:pt x="20955" y="78105"/>
                                      <a:pt x="22860" y="78105"/>
                                      <a:pt x="24765" y="79057"/>
                                    </a:cubicBezTo>
                                    <a:cubicBezTo>
                                      <a:pt x="26670" y="80010"/>
                                      <a:pt x="29528" y="80963"/>
                                      <a:pt x="33338" y="82868"/>
                                    </a:cubicBezTo>
                                    <a:cubicBezTo>
                                      <a:pt x="36195" y="83820"/>
                                      <a:pt x="40005" y="85725"/>
                                      <a:pt x="44768" y="87630"/>
                                    </a:cubicBezTo>
                                    <a:cubicBezTo>
                                      <a:pt x="46672" y="88582"/>
                                      <a:pt x="48578" y="89535"/>
                                      <a:pt x="51435" y="90488"/>
                                    </a:cubicBezTo>
                                    <a:cubicBezTo>
                                      <a:pt x="53340" y="91440"/>
                                      <a:pt x="56197" y="92393"/>
                                      <a:pt x="58103" y="92393"/>
                                    </a:cubicBezTo>
                                    <a:cubicBezTo>
                                      <a:pt x="62865" y="94298"/>
                                      <a:pt x="67628" y="95250"/>
                                      <a:pt x="73343" y="97155"/>
                                    </a:cubicBezTo>
                                    <a:cubicBezTo>
                                      <a:pt x="79057" y="98107"/>
                                      <a:pt x="83820" y="100013"/>
                                      <a:pt x="89535" y="100965"/>
                                    </a:cubicBezTo>
                                    <a:cubicBezTo>
                                      <a:pt x="95250" y="101918"/>
                                      <a:pt x="100965" y="103823"/>
                                      <a:pt x="106680" y="103823"/>
                                    </a:cubicBezTo>
                                    <a:cubicBezTo>
                                      <a:pt x="112395" y="104775"/>
                                      <a:pt x="118110" y="105727"/>
                                      <a:pt x="123825" y="106680"/>
                                    </a:cubicBezTo>
                                    <a:cubicBezTo>
                                      <a:pt x="129540" y="106680"/>
                                      <a:pt x="135255" y="107632"/>
                                      <a:pt x="140018" y="107632"/>
                                    </a:cubicBezTo>
                                    <a:cubicBezTo>
                                      <a:pt x="145732" y="107632"/>
                                      <a:pt x="150495" y="107632"/>
                                      <a:pt x="155257" y="108585"/>
                                    </a:cubicBezTo>
                                    <a:cubicBezTo>
                                      <a:pt x="160020" y="108585"/>
                                      <a:pt x="164782" y="108585"/>
                                      <a:pt x="169545" y="108585"/>
                                    </a:cubicBezTo>
                                    <a:cubicBezTo>
                                      <a:pt x="174307" y="108585"/>
                                      <a:pt x="178118" y="109538"/>
                                      <a:pt x="181928" y="109538"/>
                                    </a:cubicBezTo>
                                    <a:cubicBezTo>
                                      <a:pt x="185738" y="110490"/>
                                      <a:pt x="188595" y="111443"/>
                                      <a:pt x="191453" y="112395"/>
                                    </a:cubicBezTo>
                                    <a:cubicBezTo>
                                      <a:pt x="191453" y="112395"/>
                                      <a:pt x="192405" y="112395"/>
                                      <a:pt x="192405" y="112395"/>
                                    </a:cubicBezTo>
                                    <a:lnTo>
                                      <a:pt x="191453" y="111443"/>
                                    </a:lnTo>
                                    <a:cubicBezTo>
                                      <a:pt x="189547" y="106680"/>
                                      <a:pt x="186690" y="101918"/>
                                      <a:pt x="182880" y="97155"/>
                                    </a:cubicBezTo>
                                    <a:cubicBezTo>
                                      <a:pt x="179070" y="92393"/>
                                      <a:pt x="175260" y="87630"/>
                                      <a:pt x="171450" y="82868"/>
                                    </a:cubicBezTo>
                                    <a:lnTo>
                                      <a:pt x="168593" y="80010"/>
                                    </a:lnTo>
                                    <a:cubicBezTo>
                                      <a:pt x="167640" y="79057"/>
                                      <a:pt x="166688" y="79057"/>
                                      <a:pt x="164782" y="78105"/>
                                    </a:cubicBezTo>
                                    <a:cubicBezTo>
                                      <a:pt x="160972" y="76200"/>
                                      <a:pt x="154305" y="74295"/>
                                      <a:pt x="145732" y="73343"/>
                                    </a:cubicBezTo>
                                    <a:cubicBezTo>
                                      <a:pt x="141922" y="73343"/>
                                      <a:pt x="137160" y="72390"/>
                                      <a:pt x="132397" y="71438"/>
                                    </a:cubicBezTo>
                                    <a:cubicBezTo>
                                      <a:pt x="127635" y="70485"/>
                                      <a:pt x="122872" y="70485"/>
                                      <a:pt x="117157" y="69532"/>
                                    </a:cubicBezTo>
                                    <a:cubicBezTo>
                                      <a:pt x="112395" y="68580"/>
                                      <a:pt x="106680" y="67627"/>
                                      <a:pt x="100965" y="66675"/>
                                    </a:cubicBezTo>
                                    <a:cubicBezTo>
                                      <a:pt x="95250" y="65723"/>
                                      <a:pt x="90488" y="64770"/>
                                      <a:pt x="84772" y="63818"/>
                                    </a:cubicBezTo>
                                    <a:cubicBezTo>
                                      <a:pt x="79057" y="62865"/>
                                      <a:pt x="74295" y="60960"/>
                                      <a:pt x="68580" y="60007"/>
                                    </a:cubicBezTo>
                                    <a:lnTo>
                                      <a:pt x="53340" y="56198"/>
                                    </a:lnTo>
                                    <a:cubicBezTo>
                                      <a:pt x="48578" y="55245"/>
                                      <a:pt x="43815" y="53340"/>
                                      <a:pt x="39053" y="52388"/>
                                    </a:cubicBezTo>
                                    <a:cubicBezTo>
                                      <a:pt x="34290" y="51435"/>
                                      <a:pt x="30480" y="49530"/>
                                      <a:pt x="25718" y="48577"/>
                                    </a:cubicBezTo>
                                    <a:cubicBezTo>
                                      <a:pt x="18097" y="45720"/>
                                      <a:pt x="10478" y="43815"/>
                                      <a:pt x="5715" y="42863"/>
                                    </a:cubicBezTo>
                                    <a:cubicBezTo>
                                      <a:pt x="3810" y="41910"/>
                                      <a:pt x="1905" y="41910"/>
                                      <a:pt x="0" y="40957"/>
                                    </a:cubicBezTo>
                                    <a:cubicBezTo>
                                      <a:pt x="953" y="40957"/>
                                      <a:pt x="2857" y="41910"/>
                                      <a:pt x="5715" y="42863"/>
                                    </a:cubicBezTo>
                                    <a:cubicBezTo>
                                      <a:pt x="10478" y="43815"/>
                                      <a:pt x="17145" y="46673"/>
                                      <a:pt x="25718" y="48577"/>
                                    </a:cubicBezTo>
                                    <a:cubicBezTo>
                                      <a:pt x="29528" y="49530"/>
                                      <a:pt x="34290" y="51435"/>
                                      <a:pt x="39053" y="52388"/>
                                    </a:cubicBezTo>
                                    <a:cubicBezTo>
                                      <a:pt x="43815" y="53340"/>
                                      <a:pt x="48578" y="55245"/>
                                      <a:pt x="53340" y="56198"/>
                                    </a:cubicBezTo>
                                    <a:cubicBezTo>
                                      <a:pt x="58103" y="57150"/>
                                      <a:pt x="63818" y="59055"/>
                                      <a:pt x="68580" y="60007"/>
                                    </a:cubicBezTo>
                                    <a:cubicBezTo>
                                      <a:pt x="74295" y="60960"/>
                                      <a:pt x="79057" y="61913"/>
                                      <a:pt x="84772" y="62865"/>
                                    </a:cubicBezTo>
                                    <a:cubicBezTo>
                                      <a:pt x="90488" y="63818"/>
                                      <a:pt x="95250" y="64770"/>
                                      <a:pt x="100965" y="65723"/>
                                    </a:cubicBezTo>
                                    <a:cubicBezTo>
                                      <a:pt x="106680" y="66675"/>
                                      <a:pt x="111443" y="67627"/>
                                      <a:pt x="117157" y="67627"/>
                                    </a:cubicBezTo>
                                    <a:cubicBezTo>
                                      <a:pt x="121920" y="68580"/>
                                      <a:pt x="127635" y="68580"/>
                                      <a:pt x="131445" y="69532"/>
                                    </a:cubicBezTo>
                                    <a:cubicBezTo>
                                      <a:pt x="136207" y="70485"/>
                                      <a:pt x="140970" y="70485"/>
                                      <a:pt x="144780" y="71438"/>
                                    </a:cubicBezTo>
                                    <a:cubicBezTo>
                                      <a:pt x="150495" y="72390"/>
                                      <a:pt x="155257" y="73343"/>
                                      <a:pt x="160020" y="74295"/>
                                    </a:cubicBezTo>
                                    <a:lnTo>
                                      <a:pt x="156210" y="70485"/>
                                    </a:lnTo>
                                    <a:cubicBezTo>
                                      <a:pt x="151447" y="65723"/>
                                      <a:pt x="146685" y="61913"/>
                                      <a:pt x="141922" y="57150"/>
                                    </a:cubicBezTo>
                                    <a:cubicBezTo>
                                      <a:pt x="137160" y="52388"/>
                                      <a:pt x="132397" y="48577"/>
                                      <a:pt x="127635" y="44768"/>
                                    </a:cubicBezTo>
                                    <a:cubicBezTo>
                                      <a:pt x="122872" y="40957"/>
                                      <a:pt x="118110" y="37148"/>
                                      <a:pt x="113347" y="34290"/>
                                    </a:cubicBezTo>
                                    <a:cubicBezTo>
                                      <a:pt x="108585" y="31432"/>
                                      <a:pt x="104775" y="27623"/>
                                      <a:pt x="100013" y="25718"/>
                                    </a:cubicBezTo>
                                    <a:cubicBezTo>
                                      <a:pt x="92393" y="20955"/>
                                      <a:pt x="85725" y="17145"/>
                                      <a:pt x="80010" y="16193"/>
                                    </a:cubicBezTo>
                                    <a:lnTo>
                                      <a:pt x="80010" y="16193"/>
                                    </a:lnTo>
                                    <a:cubicBezTo>
                                      <a:pt x="85725" y="16193"/>
                                      <a:pt x="93345" y="20002"/>
                                      <a:pt x="100965" y="24765"/>
                                    </a:cubicBezTo>
                                    <a:cubicBezTo>
                                      <a:pt x="105728" y="27623"/>
                                      <a:pt x="109538" y="30480"/>
                                      <a:pt x="114300" y="33338"/>
                                    </a:cubicBezTo>
                                    <a:cubicBezTo>
                                      <a:pt x="119063" y="36195"/>
                                      <a:pt x="123825" y="40005"/>
                                      <a:pt x="128588" y="43815"/>
                                    </a:cubicBezTo>
                                    <a:cubicBezTo>
                                      <a:pt x="133350" y="47625"/>
                                      <a:pt x="139065" y="51435"/>
                                      <a:pt x="143828" y="55245"/>
                                    </a:cubicBezTo>
                                    <a:lnTo>
                                      <a:pt x="148590" y="59055"/>
                                    </a:lnTo>
                                    <a:cubicBezTo>
                                      <a:pt x="148590" y="58102"/>
                                      <a:pt x="147638" y="56198"/>
                                      <a:pt x="147638" y="54293"/>
                                    </a:cubicBezTo>
                                    <a:cubicBezTo>
                                      <a:pt x="146685" y="51435"/>
                                      <a:pt x="145732" y="46673"/>
                                      <a:pt x="144780" y="42863"/>
                                    </a:cubicBezTo>
                                    <a:cubicBezTo>
                                      <a:pt x="143828" y="39052"/>
                                      <a:pt x="142875" y="34290"/>
                                      <a:pt x="141922" y="29527"/>
                                    </a:cubicBezTo>
                                    <a:cubicBezTo>
                                      <a:pt x="140970" y="24765"/>
                                      <a:pt x="139065" y="20955"/>
                                      <a:pt x="137160" y="17145"/>
                                    </a:cubicBezTo>
                                    <a:cubicBezTo>
                                      <a:pt x="135255" y="13335"/>
                                      <a:pt x="133350" y="9525"/>
                                      <a:pt x="130493" y="6668"/>
                                    </a:cubicBezTo>
                                    <a:cubicBezTo>
                                      <a:pt x="129540" y="5715"/>
                                      <a:pt x="128588" y="3810"/>
                                      <a:pt x="126682" y="2857"/>
                                    </a:cubicBezTo>
                                    <a:cubicBezTo>
                                      <a:pt x="125730" y="1905"/>
                                      <a:pt x="124778" y="952"/>
                                      <a:pt x="123825" y="0"/>
                                    </a:cubicBezTo>
                                    <a:cubicBezTo>
                                      <a:pt x="128588" y="1905"/>
                                      <a:pt x="128588" y="1905"/>
                                      <a:pt x="127635" y="1905"/>
                                    </a:cubicBezTo>
                                    <a:close/>
                                  </a:path>
                                </a:pathLst>
                              </a:custGeom>
                              <a:grpFill/>
                              <a:ln w="9525" cap="flat">
                                <a:noFill/>
                                <a:prstDash val="solid"/>
                                <a:miter/>
                              </a:ln>
                            </p:spPr>
                            <p:txBody>
                              <a:bodyPr rtlCol="0" anchor="ctr"/>
                              <a:lstStyle/>
                              <a:p>
                                <a:endParaRPr lang="en-US"/>
                              </a:p>
                            </p:txBody>
                          </p:sp>
                        </p:grpSp>
                      </p:grpSp>
                      <p:grpSp>
                        <p:nvGrpSpPr>
                          <p:cNvPr id="195" name="Graphic 2">
                            <a:extLst>
                              <a:ext uri="{FF2B5EF4-FFF2-40B4-BE49-F238E27FC236}">
                                <a16:creationId xmlns:a16="http://schemas.microsoft.com/office/drawing/2014/main" id="{AE736AF3-0337-429B-AEF1-DA4B52809559}"/>
                              </a:ext>
                            </a:extLst>
                          </p:cNvPr>
                          <p:cNvGrpSpPr/>
                          <p:nvPr/>
                        </p:nvGrpSpPr>
                        <p:grpSpPr>
                          <a:xfrm>
                            <a:off x="2955788" y="2498709"/>
                            <a:ext cx="197737" cy="167884"/>
                            <a:chOff x="2955788" y="2498709"/>
                            <a:chExt cx="197737" cy="167884"/>
                          </a:xfrm>
                          <a:grpFill/>
                        </p:grpSpPr>
                        <p:sp>
                          <p:nvSpPr>
                            <p:cNvPr id="196" name="Freeform: Shape 195">
                              <a:extLst>
                                <a:ext uri="{FF2B5EF4-FFF2-40B4-BE49-F238E27FC236}">
                                  <a16:creationId xmlns:a16="http://schemas.microsoft.com/office/drawing/2014/main" id="{9B25F85A-D89F-45DB-B8E0-E39CCEEDA742}"/>
                                </a:ext>
                              </a:extLst>
                            </p:cNvPr>
                            <p:cNvSpPr/>
                            <p:nvPr/>
                          </p:nvSpPr>
                          <p:spPr>
                            <a:xfrm>
                              <a:off x="2955788" y="2498709"/>
                              <a:ext cx="197737" cy="167884"/>
                            </a:xfrm>
                            <a:custGeom>
                              <a:avLst/>
                              <a:gdLst>
                                <a:gd name="connsiteX0" fmla="*/ 137160 w 197737"/>
                                <a:gd name="connsiteY0" fmla="*/ 1475 h 167884"/>
                                <a:gd name="connsiteX1" fmla="*/ 130493 w 197737"/>
                                <a:gd name="connsiteY1" fmla="*/ 9095 h 167884"/>
                                <a:gd name="connsiteX2" fmla="*/ 130493 w 197737"/>
                                <a:gd name="connsiteY2" fmla="*/ 9095 h 167884"/>
                                <a:gd name="connsiteX3" fmla="*/ 128588 w 197737"/>
                                <a:gd name="connsiteY3" fmla="*/ 11000 h 167884"/>
                                <a:gd name="connsiteX4" fmla="*/ 103823 w 197737"/>
                                <a:gd name="connsiteY4" fmla="*/ 11000 h 167884"/>
                                <a:gd name="connsiteX5" fmla="*/ 87630 w 197737"/>
                                <a:gd name="connsiteY5" fmla="*/ 25287 h 167884"/>
                                <a:gd name="connsiteX6" fmla="*/ 93345 w 197737"/>
                                <a:gd name="connsiteY6" fmla="*/ 36717 h 167884"/>
                                <a:gd name="connsiteX7" fmla="*/ 106680 w 197737"/>
                                <a:gd name="connsiteY7" fmla="*/ 53862 h 167884"/>
                                <a:gd name="connsiteX8" fmla="*/ 98108 w 197737"/>
                                <a:gd name="connsiteY8" fmla="*/ 54815 h 167884"/>
                                <a:gd name="connsiteX9" fmla="*/ 89535 w 197737"/>
                                <a:gd name="connsiteY9" fmla="*/ 55767 h 167884"/>
                                <a:gd name="connsiteX10" fmla="*/ 67628 w 197737"/>
                                <a:gd name="connsiteY10" fmla="*/ 58625 h 167884"/>
                                <a:gd name="connsiteX11" fmla="*/ 43815 w 197737"/>
                                <a:gd name="connsiteY11" fmla="*/ 66245 h 167884"/>
                                <a:gd name="connsiteX12" fmla="*/ 43815 w 197737"/>
                                <a:gd name="connsiteY12" fmla="*/ 66245 h 167884"/>
                                <a:gd name="connsiteX13" fmla="*/ 43815 w 197737"/>
                                <a:gd name="connsiteY13" fmla="*/ 66245 h 167884"/>
                                <a:gd name="connsiteX14" fmla="*/ 2858 w 197737"/>
                                <a:gd name="connsiteY14" fmla="*/ 111012 h 167884"/>
                                <a:gd name="connsiteX15" fmla="*/ 0 w 197737"/>
                                <a:gd name="connsiteY15" fmla="*/ 133872 h 167884"/>
                                <a:gd name="connsiteX16" fmla="*/ 0 w 197737"/>
                                <a:gd name="connsiteY16" fmla="*/ 138635 h 167884"/>
                                <a:gd name="connsiteX17" fmla="*/ 0 w 197737"/>
                                <a:gd name="connsiteY17" fmla="*/ 139587 h 167884"/>
                                <a:gd name="connsiteX18" fmla="*/ 3810 w 197737"/>
                                <a:gd name="connsiteY18" fmla="*/ 149112 h 167884"/>
                                <a:gd name="connsiteX19" fmla="*/ 8573 w 197737"/>
                                <a:gd name="connsiteY19" fmla="*/ 161495 h 167884"/>
                                <a:gd name="connsiteX20" fmla="*/ 16193 w 197737"/>
                                <a:gd name="connsiteY20" fmla="*/ 165305 h 167884"/>
                                <a:gd name="connsiteX21" fmla="*/ 16193 w 197737"/>
                                <a:gd name="connsiteY21" fmla="*/ 165305 h 167884"/>
                                <a:gd name="connsiteX22" fmla="*/ 59055 w 197737"/>
                                <a:gd name="connsiteY22" fmla="*/ 160542 h 167884"/>
                                <a:gd name="connsiteX23" fmla="*/ 60008 w 197737"/>
                                <a:gd name="connsiteY23" fmla="*/ 160542 h 167884"/>
                                <a:gd name="connsiteX24" fmla="*/ 68580 w 197737"/>
                                <a:gd name="connsiteY24" fmla="*/ 157685 h 167884"/>
                                <a:gd name="connsiteX25" fmla="*/ 77153 w 197737"/>
                                <a:gd name="connsiteY25" fmla="*/ 154827 h 167884"/>
                                <a:gd name="connsiteX26" fmla="*/ 92393 w 197737"/>
                                <a:gd name="connsiteY26" fmla="*/ 150065 h 167884"/>
                                <a:gd name="connsiteX27" fmla="*/ 162878 w 197737"/>
                                <a:gd name="connsiteY27" fmla="*/ 108155 h 167884"/>
                                <a:gd name="connsiteX28" fmla="*/ 175260 w 197737"/>
                                <a:gd name="connsiteY28" fmla="*/ 90057 h 167884"/>
                                <a:gd name="connsiteX29" fmla="*/ 187643 w 197737"/>
                                <a:gd name="connsiteY29" fmla="*/ 77675 h 167884"/>
                                <a:gd name="connsiteX30" fmla="*/ 187643 w 197737"/>
                                <a:gd name="connsiteY30" fmla="*/ 77675 h 167884"/>
                                <a:gd name="connsiteX31" fmla="*/ 187643 w 197737"/>
                                <a:gd name="connsiteY31" fmla="*/ 77675 h 167884"/>
                                <a:gd name="connsiteX32" fmla="*/ 187643 w 197737"/>
                                <a:gd name="connsiteY32" fmla="*/ 77675 h 167884"/>
                                <a:gd name="connsiteX33" fmla="*/ 191453 w 197737"/>
                                <a:gd name="connsiteY33" fmla="*/ 71960 h 167884"/>
                                <a:gd name="connsiteX34" fmla="*/ 191453 w 197737"/>
                                <a:gd name="connsiteY34" fmla="*/ 71960 h 167884"/>
                                <a:gd name="connsiteX35" fmla="*/ 191453 w 197737"/>
                                <a:gd name="connsiteY35" fmla="*/ 71007 h 167884"/>
                                <a:gd name="connsiteX36" fmla="*/ 197168 w 197737"/>
                                <a:gd name="connsiteY36" fmla="*/ 54815 h 167884"/>
                                <a:gd name="connsiteX37" fmla="*/ 195263 w 197737"/>
                                <a:gd name="connsiteY37" fmla="*/ 31955 h 167884"/>
                                <a:gd name="connsiteX38" fmla="*/ 182880 w 197737"/>
                                <a:gd name="connsiteY38" fmla="*/ 13857 h 167884"/>
                                <a:gd name="connsiteX39" fmla="*/ 181928 w 197737"/>
                                <a:gd name="connsiteY39" fmla="*/ 12905 h 167884"/>
                                <a:gd name="connsiteX40" fmla="*/ 181928 w 197737"/>
                                <a:gd name="connsiteY40" fmla="*/ 12905 h 167884"/>
                                <a:gd name="connsiteX41" fmla="*/ 168593 w 197737"/>
                                <a:gd name="connsiteY41" fmla="*/ 4332 h 167884"/>
                                <a:gd name="connsiteX42" fmla="*/ 137160 w 197737"/>
                                <a:gd name="connsiteY42" fmla="*/ 1475 h 167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7737" h="167884">
                                  <a:moveTo>
                                    <a:pt x="137160" y="1475"/>
                                  </a:moveTo>
                                  <a:cubicBezTo>
                                    <a:pt x="130493" y="2427"/>
                                    <a:pt x="133350" y="5285"/>
                                    <a:pt x="130493" y="9095"/>
                                  </a:cubicBezTo>
                                  <a:lnTo>
                                    <a:pt x="130493" y="9095"/>
                                  </a:lnTo>
                                  <a:cubicBezTo>
                                    <a:pt x="130493" y="9095"/>
                                    <a:pt x="129540" y="10047"/>
                                    <a:pt x="128588" y="11000"/>
                                  </a:cubicBezTo>
                                  <a:cubicBezTo>
                                    <a:pt x="125730" y="8142"/>
                                    <a:pt x="107633" y="9095"/>
                                    <a:pt x="103823" y="11000"/>
                                  </a:cubicBezTo>
                                  <a:cubicBezTo>
                                    <a:pt x="96203" y="12905"/>
                                    <a:pt x="87630" y="18620"/>
                                    <a:pt x="87630" y="25287"/>
                                  </a:cubicBezTo>
                                  <a:cubicBezTo>
                                    <a:pt x="87630" y="30050"/>
                                    <a:pt x="90488" y="33860"/>
                                    <a:pt x="93345" y="36717"/>
                                  </a:cubicBezTo>
                                  <a:cubicBezTo>
                                    <a:pt x="99060" y="43385"/>
                                    <a:pt x="102870" y="48147"/>
                                    <a:pt x="106680" y="53862"/>
                                  </a:cubicBezTo>
                                  <a:cubicBezTo>
                                    <a:pt x="104775" y="53862"/>
                                    <a:pt x="100965" y="53862"/>
                                    <a:pt x="98108" y="54815"/>
                                  </a:cubicBezTo>
                                  <a:cubicBezTo>
                                    <a:pt x="95250" y="54815"/>
                                    <a:pt x="92393" y="54815"/>
                                    <a:pt x="89535" y="55767"/>
                                  </a:cubicBezTo>
                                  <a:cubicBezTo>
                                    <a:pt x="81915" y="55767"/>
                                    <a:pt x="75248" y="57672"/>
                                    <a:pt x="67628" y="58625"/>
                                  </a:cubicBezTo>
                                  <a:cubicBezTo>
                                    <a:pt x="60960" y="60530"/>
                                    <a:pt x="50483" y="63387"/>
                                    <a:pt x="43815" y="66245"/>
                                  </a:cubicBezTo>
                                  <a:lnTo>
                                    <a:pt x="43815" y="66245"/>
                                  </a:lnTo>
                                  <a:cubicBezTo>
                                    <a:pt x="43815" y="66245"/>
                                    <a:pt x="43815" y="66245"/>
                                    <a:pt x="43815" y="66245"/>
                                  </a:cubicBezTo>
                                  <a:cubicBezTo>
                                    <a:pt x="25718" y="74817"/>
                                    <a:pt x="10478" y="90057"/>
                                    <a:pt x="2858" y="111012"/>
                                  </a:cubicBezTo>
                                  <a:cubicBezTo>
                                    <a:pt x="953" y="116727"/>
                                    <a:pt x="0" y="126252"/>
                                    <a:pt x="0" y="133872"/>
                                  </a:cubicBezTo>
                                  <a:cubicBezTo>
                                    <a:pt x="0" y="135777"/>
                                    <a:pt x="0" y="136730"/>
                                    <a:pt x="0" y="138635"/>
                                  </a:cubicBezTo>
                                  <a:cubicBezTo>
                                    <a:pt x="0" y="138635"/>
                                    <a:pt x="0" y="138635"/>
                                    <a:pt x="0" y="139587"/>
                                  </a:cubicBezTo>
                                  <a:cubicBezTo>
                                    <a:pt x="953" y="143397"/>
                                    <a:pt x="1905" y="146255"/>
                                    <a:pt x="3810" y="149112"/>
                                  </a:cubicBezTo>
                                  <a:cubicBezTo>
                                    <a:pt x="3810" y="154827"/>
                                    <a:pt x="4763" y="159590"/>
                                    <a:pt x="8573" y="161495"/>
                                  </a:cubicBezTo>
                                  <a:cubicBezTo>
                                    <a:pt x="10478" y="162447"/>
                                    <a:pt x="14288" y="164352"/>
                                    <a:pt x="16193" y="165305"/>
                                  </a:cubicBezTo>
                                  <a:lnTo>
                                    <a:pt x="16193" y="165305"/>
                                  </a:lnTo>
                                  <a:cubicBezTo>
                                    <a:pt x="28575" y="171020"/>
                                    <a:pt x="42863" y="166257"/>
                                    <a:pt x="59055" y="160542"/>
                                  </a:cubicBezTo>
                                  <a:cubicBezTo>
                                    <a:pt x="59055" y="160542"/>
                                    <a:pt x="59055" y="160542"/>
                                    <a:pt x="60008" y="160542"/>
                                  </a:cubicBezTo>
                                  <a:cubicBezTo>
                                    <a:pt x="62865" y="159590"/>
                                    <a:pt x="65723" y="158637"/>
                                    <a:pt x="68580" y="157685"/>
                                  </a:cubicBezTo>
                                  <a:cubicBezTo>
                                    <a:pt x="71438" y="156732"/>
                                    <a:pt x="74295" y="155780"/>
                                    <a:pt x="77153" y="154827"/>
                                  </a:cubicBezTo>
                                  <a:cubicBezTo>
                                    <a:pt x="82868" y="152922"/>
                                    <a:pt x="88583" y="151017"/>
                                    <a:pt x="92393" y="150065"/>
                                  </a:cubicBezTo>
                                  <a:cubicBezTo>
                                    <a:pt x="120968" y="143397"/>
                                    <a:pt x="144780" y="137682"/>
                                    <a:pt x="162878" y="108155"/>
                                  </a:cubicBezTo>
                                  <a:cubicBezTo>
                                    <a:pt x="167640" y="103392"/>
                                    <a:pt x="173355" y="96725"/>
                                    <a:pt x="175260" y="90057"/>
                                  </a:cubicBezTo>
                                  <a:cubicBezTo>
                                    <a:pt x="178118" y="88152"/>
                                    <a:pt x="184785" y="81485"/>
                                    <a:pt x="187643" y="77675"/>
                                  </a:cubicBezTo>
                                  <a:lnTo>
                                    <a:pt x="187643" y="77675"/>
                                  </a:lnTo>
                                  <a:lnTo>
                                    <a:pt x="187643" y="77675"/>
                                  </a:lnTo>
                                  <a:cubicBezTo>
                                    <a:pt x="187643" y="77675"/>
                                    <a:pt x="187643" y="77675"/>
                                    <a:pt x="187643" y="77675"/>
                                  </a:cubicBezTo>
                                  <a:lnTo>
                                    <a:pt x="191453" y="71960"/>
                                  </a:lnTo>
                                  <a:lnTo>
                                    <a:pt x="191453" y="71960"/>
                                  </a:lnTo>
                                  <a:cubicBezTo>
                                    <a:pt x="191453" y="71960"/>
                                    <a:pt x="191453" y="71960"/>
                                    <a:pt x="191453" y="71007"/>
                                  </a:cubicBezTo>
                                  <a:cubicBezTo>
                                    <a:pt x="194310" y="66245"/>
                                    <a:pt x="196215" y="60530"/>
                                    <a:pt x="197168" y="54815"/>
                                  </a:cubicBezTo>
                                  <a:cubicBezTo>
                                    <a:pt x="198120" y="47195"/>
                                    <a:pt x="198120" y="39575"/>
                                    <a:pt x="195263" y="31955"/>
                                  </a:cubicBezTo>
                                  <a:cubicBezTo>
                                    <a:pt x="192405" y="25287"/>
                                    <a:pt x="188595" y="18620"/>
                                    <a:pt x="182880" y="13857"/>
                                  </a:cubicBezTo>
                                  <a:cubicBezTo>
                                    <a:pt x="182880" y="13857"/>
                                    <a:pt x="182880" y="13857"/>
                                    <a:pt x="181928" y="12905"/>
                                  </a:cubicBezTo>
                                  <a:lnTo>
                                    <a:pt x="181928" y="12905"/>
                                  </a:lnTo>
                                  <a:cubicBezTo>
                                    <a:pt x="178118" y="10047"/>
                                    <a:pt x="173355" y="6237"/>
                                    <a:pt x="168593" y="4332"/>
                                  </a:cubicBezTo>
                                  <a:cubicBezTo>
                                    <a:pt x="160020" y="-1383"/>
                                    <a:pt x="148590" y="-430"/>
                                    <a:pt x="137160" y="1475"/>
                                  </a:cubicBezTo>
                                  <a:close/>
                                </a:path>
                              </a:pathLst>
                            </a:custGeom>
                            <a:grpFill/>
                            <a:ln w="9525" cap="flat">
                              <a:noFill/>
                              <a:prstDash val="solid"/>
                              <a:miter/>
                            </a:ln>
                          </p:spPr>
                          <p:txBody>
                            <a:bodyPr rtlCol="0" anchor="ctr"/>
                            <a:lstStyle/>
                            <a:p>
                              <a:endParaRPr lang="en-US"/>
                            </a:p>
                          </p:txBody>
                        </p:sp>
                        <p:grpSp>
                          <p:nvGrpSpPr>
                            <p:cNvPr id="197" name="Graphic 2">
                              <a:extLst>
                                <a:ext uri="{FF2B5EF4-FFF2-40B4-BE49-F238E27FC236}">
                                  <a16:creationId xmlns:a16="http://schemas.microsoft.com/office/drawing/2014/main" id="{AE736AF3-0337-429B-AEF1-DA4B52809559}"/>
                                </a:ext>
                              </a:extLst>
                            </p:cNvPr>
                            <p:cNvGrpSpPr/>
                            <p:nvPr/>
                          </p:nvGrpSpPr>
                          <p:grpSpPr>
                            <a:xfrm>
                              <a:off x="2955788" y="2499232"/>
                              <a:ext cx="194310" cy="164782"/>
                              <a:chOff x="2955788" y="2499232"/>
                              <a:chExt cx="194310" cy="164782"/>
                            </a:xfrm>
                            <a:grpFill/>
                          </p:grpSpPr>
                          <p:sp>
                            <p:nvSpPr>
                              <p:cNvPr id="198" name="Freeform: Shape 197">
                                <a:extLst>
                                  <a:ext uri="{FF2B5EF4-FFF2-40B4-BE49-F238E27FC236}">
                                    <a16:creationId xmlns:a16="http://schemas.microsoft.com/office/drawing/2014/main" id="{0F1F4622-D94E-4AEC-8010-2AE4EBEA8885}"/>
                                  </a:ext>
                                </a:extLst>
                              </p:cNvPr>
                              <p:cNvSpPr/>
                              <p:nvPr/>
                            </p:nvSpPr>
                            <p:spPr>
                              <a:xfrm>
                                <a:off x="2955788" y="2554477"/>
                                <a:ext cx="188595" cy="109537"/>
                              </a:xfrm>
                              <a:custGeom>
                                <a:avLst/>
                                <a:gdLst>
                                  <a:gd name="connsiteX0" fmla="*/ 127635 w 188595"/>
                                  <a:gd name="connsiteY0" fmla="*/ 6667 h 109537"/>
                                  <a:gd name="connsiteX1" fmla="*/ 131445 w 188595"/>
                                  <a:gd name="connsiteY1" fmla="*/ 7620 h 109537"/>
                                  <a:gd name="connsiteX2" fmla="*/ 136208 w 188595"/>
                                  <a:gd name="connsiteY2" fmla="*/ 8572 h 109537"/>
                                  <a:gd name="connsiteX3" fmla="*/ 155258 w 188595"/>
                                  <a:gd name="connsiteY3" fmla="*/ 13335 h 109537"/>
                                  <a:gd name="connsiteX4" fmla="*/ 170498 w 188595"/>
                                  <a:gd name="connsiteY4" fmla="*/ 18097 h 109537"/>
                                  <a:gd name="connsiteX5" fmla="*/ 181928 w 188595"/>
                                  <a:gd name="connsiteY5" fmla="*/ 20002 h 109537"/>
                                  <a:gd name="connsiteX6" fmla="*/ 188595 w 188595"/>
                                  <a:gd name="connsiteY6" fmla="*/ 20955 h 109537"/>
                                  <a:gd name="connsiteX7" fmla="*/ 184785 w 188595"/>
                                  <a:gd name="connsiteY7" fmla="*/ 24765 h 109537"/>
                                  <a:gd name="connsiteX8" fmla="*/ 181928 w 188595"/>
                                  <a:gd name="connsiteY8" fmla="*/ 24765 h 109537"/>
                                  <a:gd name="connsiteX9" fmla="*/ 154305 w 188595"/>
                                  <a:gd name="connsiteY9" fmla="*/ 17145 h 109537"/>
                                  <a:gd name="connsiteX10" fmla="*/ 153353 w 188595"/>
                                  <a:gd name="connsiteY10" fmla="*/ 17145 h 109537"/>
                                  <a:gd name="connsiteX11" fmla="*/ 148590 w 188595"/>
                                  <a:gd name="connsiteY11" fmla="*/ 18097 h 109537"/>
                                  <a:gd name="connsiteX12" fmla="*/ 131445 w 188595"/>
                                  <a:gd name="connsiteY12" fmla="*/ 24765 h 109537"/>
                                  <a:gd name="connsiteX13" fmla="*/ 121920 w 188595"/>
                                  <a:gd name="connsiteY13" fmla="*/ 31432 h 109537"/>
                                  <a:gd name="connsiteX14" fmla="*/ 112395 w 188595"/>
                                  <a:gd name="connsiteY14" fmla="*/ 40957 h 109537"/>
                                  <a:gd name="connsiteX15" fmla="*/ 94298 w 188595"/>
                                  <a:gd name="connsiteY15" fmla="*/ 63817 h 109537"/>
                                  <a:gd name="connsiteX16" fmla="*/ 89535 w 188595"/>
                                  <a:gd name="connsiteY16" fmla="*/ 69532 h 109537"/>
                                  <a:gd name="connsiteX17" fmla="*/ 87630 w 188595"/>
                                  <a:gd name="connsiteY17" fmla="*/ 72390 h 109537"/>
                                  <a:gd name="connsiteX18" fmla="*/ 85725 w 188595"/>
                                  <a:gd name="connsiteY18" fmla="*/ 75247 h 109537"/>
                                  <a:gd name="connsiteX19" fmla="*/ 80963 w 188595"/>
                                  <a:gd name="connsiteY19" fmla="*/ 80963 h 109537"/>
                                  <a:gd name="connsiteX20" fmla="*/ 76200 w 188595"/>
                                  <a:gd name="connsiteY20" fmla="*/ 85725 h 109537"/>
                                  <a:gd name="connsiteX21" fmla="*/ 72390 w 188595"/>
                                  <a:gd name="connsiteY21" fmla="*/ 90488 h 109537"/>
                                  <a:gd name="connsiteX22" fmla="*/ 68580 w 188595"/>
                                  <a:gd name="connsiteY22" fmla="*/ 95250 h 109537"/>
                                  <a:gd name="connsiteX23" fmla="*/ 61913 w 188595"/>
                                  <a:gd name="connsiteY23" fmla="*/ 102870 h 109537"/>
                                  <a:gd name="connsiteX24" fmla="*/ 60008 w 188595"/>
                                  <a:gd name="connsiteY24" fmla="*/ 104775 h 109537"/>
                                  <a:gd name="connsiteX25" fmla="*/ 59055 w 188595"/>
                                  <a:gd name="connsiteY25" fmla="*/ 104775 h 109537"/>
                                  <a:gd name="connsiteX26" fmla="*/ 60960 w 188595"/>
                                  <a:gd name="connsiteY26" fmla="*/ 102870 h 109537"/>
                                  <a:gd name="connsiteX27" fmla="*/ 67628 w 188595"/>
                                  <a:gd name="connsiteY27" fmla="*/ 95250 h 109537"/>
                                  <a:gd name="connsiteX28" fmla="*/ 71438 w 188595"/>
                                  <a:gd name="connsiteY28" fmla="*/ 90488 h 109537"/>
                                  <a:gd name="connsiteX29" fmla="*/ 75248 w 188595"/>
                                  <a:gd name="connsiteY29" fmla="*/ 85725 h 109537"/>
                                  <a:gd name="connsiteX30" fmla="*/ 79058 w 188595"/>
                                  <a:gd name="connsiteY30" fmla="*/ 80963 h 109537"/>
                                  <a:gd name="connsiteX31" fmla="*/ 83820 w 188595"/>
                                  <a:gd name="connsiteY31" fmla="*/ 75247 h 109537"/>
                                  <a:gd name="connsiteX32" fmla="*/ 85725 w 188595"/>
                                  <a:gd name="connsiteY32" fmla="*/ 72390 h 109537"/>
                                  <a:gd name="connsiteX33" fmla="*/ 87630 w 188595"/>
                                  <a:gd name="connsiteY33" fmla="*/ 69532 h 109537"/>
                                  <a:gd name="connsiteX34" fmla="*/ 92393 w 188595"/>
                                  <a:gd name="connsiteY34" fmla="*/ 63817 h 109537"/>
                                  <a:gd name="connsiteX35" fmla="*/ 109538 w 188595"/>
                                  <a:gd name="connsiteY35" fmla="*/ 40957 h 109537"/>
                                  <a:gd name="connsiteX36" fmla="*/ 119063 w 188595"/>
                                  <a:gd name="connsiteY36" fmla="*/ 30480 h 109537"/>
                                  <a:gd name="connsiteX37" fmla="*/ 129540 w 188595"/>
                                  <a:gd name="connsiteY37" fmla="*/ 23813 h 109537"/>
                                  <a:gd name="connsiteX38" fmla="*/ 146685 w 188595"/>
                                  <a:gd name="connsiteY38" fmla="*/ 17145 h 109537"/>
                                  <a:gd name="connsiteX39" fmla="*/ 147638 w 188595"/>
                                  <a:gd name="connsiteY39" fmla="*/ 17145 h 109537"/>
                                  <a:gd name="connsiteX40" fmla="*/ 134303 w 188595"/>
                                  <a:gd name="connsiteY40" fmla="*/ 13335 h 109537"/>
                                  <a:gd name="connsiteX41" fmla="*/ 113348 w 188595"/>
                                  <a:gd name="connsiteY41" fmla="*/ 10477 h 109537"/>
                                  <a:gd name="connsiteX42" fmla="*/ 90488 w 188595"/>
                                  <a:gd name="connsiteY42" fmla="*/ 10477 h 109537"/>
                                  <a:gd name="connsiteX43" fmla="*/ 88583 w 188595"/>
                                  <a:gd name="connsiteY43" fmla="*/ 10477 h 109537"/>
                                  <a:gd name="connsiteX44" fmla="*/ 86678 w 188595"/>
                                  <a:gd name="connsiteY44" fmla="*/ 11430 h 109537"/>
                                  <a:gd name="connsiteX45" fmla="*/ 80963 w 188595"/>
                                  <a:gd name="connsiteY45" fmla="*/ 16192 h 109537"/>
                                  <a:gd name="connsiteX46" fmla="*/ 76200 w 188595"/>
                                  <a:gd name="connsiteY46" fmla="*/ 24765 h 109537"/>
                                  <a:gd name="connsiteX47" fmla="*/ 74295 w 188595"/>
                                  <a:gd name="connsiteY47" fmla="*/ 29527 h 109537"/>
                                  <a:gd name="connsiteX48" fmla="*/ 73343 w 188595"/>
                                  <a:gd name="connsiteY48" fmla="*/ 32385 h 109537"/>
                                  <a:gd name="connsiteX49" fmla="*/ 71438 w 188595"/>
                                  <a:gd name="connsiteY49" fmla="*/ 35242 h 109537"/>
                                  <a:gd name="connsiteX50" fmla="*/ 63818 w 188595"/>
                                  <a:gd name="connsiteY50" fmla="*/ 45720 h 109537"/>
                                  <a:gd name="connsiteX51" fmla="*/ 47625 w 188595"/>
                                  <a:gd name="connsiteY51" fmla="*/ 67627 h 109537"/>
                                  <a:gd name="connsiteX52" fmla="*/ 40005 w 188595"/>
                                  <a:gd name="connsiteY52" fmla="*/ 78105 h 109537"/>
                                  <a:gd name="connsiteX53" fmla="*/ 33338 w 188595"/>
                                  <a:gd name="connsiteY53" fmla="*/ 88582 h 109537"/>
                                  <a:gd name="connsiteX54" fmla="*/ 29528 w 188595"/>
                                  <a:gd name="connsiteY54" fmla="*/ 93345 h 109537"/>
                                  <a:gd name="connsiteX55" fmla="*/ 26670 w 188595"/>
                                  <a:gd name="connsiteY55" fmla="*/ 97155 h 109537"/>
                                  <a:gd name="connsiteX56" fmla="*/ 20955 w 188595"/>
                                  <a:gd name="connsiteY56" fmla="*/ 103822 h 109537"/>
                                  <a:gd name="connsiteX57" fmla="*/ 17145 w 188595"/>
                                  <a:gd name="connsiteY57" fmla="*/ 109538 h 109537"/>
                                  <a:gd name="connsiteX58" fmla="*/ 17145 w 188595"/>
                                  <a:gd name="connsiteY58" fmla="*/ 109538 h 109537"/>
                                  <a:gd name="connsiteX59" fmla="*/ 17145 w 188595"/>
                                  <a:gd name="connsiteY59" fmla="*/ 109538 h 109537"/>
                                  <a:gd name="connsiteX60" fmla="*/ 17145 w 188595"/>
                                  <a:gd name="connsiteY60" fmla="*/ 109538 h 109537"/>
                                  <a:gd name="connsiteX61" fmla="*/ 20955 w 188595"/>
                                  <a:gd name="connsiteY61" fmla="*/ 103822 h 109537"/>
                                  <a:gd name="connsiteX62" fmla="*/ 26670 w 188595"/>
                                  <a:gd name="connsiteY62" fmla="*/ 96202 h 109537"/>
                                  <a:gd name="connsiteX63" fmla="*/ 29528 w 188595"/>
                                  <a:gd name="connsiteY63" fmla="*/ 91440 h 109537"/>
                                  <a:gd name="connsiteX64" fmla="*/ 33338 w 188595"/>
                                  <a:gd name="connsiteY64" fmla="*/ 86677 h 109537"/>
                                  <a:gd name="connsiteX65" fmla="*/ 40005 w 188595"/>
                                  <a:gd name="connsiteY65" fmla="*/ 76200 h 109537"/>
                                  <a:gd name="connsiteX66" fmla="*/ 47625 w 188595"/>
                                  <a:gd name="connsiteY66" fmla="*/ 65722 h 109537"/>
                                  <a:gd name="connsiteX67" fmla="*/ 62865 w 188595"/>
                                  <a:gd name="connsiteY67" fmla="*/ 43815 h 109537"/>
                                  <a:gd name="connsiteX68" fmla="*/ 70485 w 188595"/>
                                  <a:gd name="connsiteY68" fmla="*/ 33338 h 109537"/>
                                  <a:gd name="connsiteX69" fmla="*/ 72390 w 188595"/>
                                  <a:gd name="connsiteY69" fmla="*/ 30480 h 109537"/>
                                  <a:gd name="connsiteX70" fmla="*/ 73343 w 188595"/>
                                  <a:gd name="connsiteY70" fmla="*/ 27622 h 109537"/>
                                  <a:gd name="connsiteX71" fmla="*/ 75248 w 188595"/>
                                  <a:gd name="connsiteY71" fmla="*/ 22860 h 109537"/>
                                  <a:gd name="connsiteX72" fmla="*/ 80010 w 188595"/>
                                  <a:gd name="connsiteY72" fmla="*/ 14288 h 109537"/>
                                  <a:gd name="connsiteX73" fmla="*/ 83820 w 188595"/>
                                  <a:gd name="connsiteY73" fmla="*/ 10477 h 109537"/>
                                  <a:gd name="connsiteX74" fmla="*/ 67628 w 188595"/>
                                  <a:gd name="connsiteY74" fmla="*/ 13335 h 109537"/>
                                  <a:gd name="connsiteX75" fmla="*/ 44768 w 188595"/>
                                  <a:gd name="connsiteY75" fmla="*/ 21907 h 109537"/>
                                  <a:gd name="connsiteX76" fmla="*/ 34290 w 188595"/>
                                  <a:gd name="connsiteY76" fmla="*/ 27622 h 109537"/>
                                  <a:gd name="connsiteX77" fmla="*/ 24765 w 188595"/>
                                  <a:gd name="connsiteY77" fmla="*/ 34290 h 109537"/>
                                  <a:gd name="connsiteX78" fmla="*/ 16193 w 188595"/>
                                  <a:gd name="connsiteY78" fmla="*/ 41910 h 109537"/>
                                  <a:gd name="connsiteX79" fmla="*/ 9525 w 188595"/>
                                  <a:gd name="connsiteY79" fmla="*/ 50482 h 109537"/>
                                  <a:gd name="connsiteX80" fmla="*/ 1905 w 188595"/>
                                  <a:gd name="connsiteY80" fmla="*/ 68580 h 109537"/>
                                  <a:gd name="connsiteX81" fmla="*/ 0 w 188595"/>
                                  <a:gd name="connsiteY81" fmla="*/ 79057 h 109537"/>
                                  <a:gd name="connsiteX82" fmla="*/ 0 w 188595"/>
                                  <a:gd name="connsiteY82" fmla="*/ 71438 h 109537"/>
                                  <a:gd name="connsiteX83" fmla="*/ 0 w 188595"/>
                                  <a:gd name="connsiteY83" fmla="*/ 71438 h 109537"/>
                                  <a:gd name="connsiteX84" fmla="*/ 953 w 188595"/>
                                  <a:gd name="connsiteY84" fmla="*/ 68580 h 109537"/>
                                  <a:gd name="connsiteX85" fmla="*/ 8573 w 188595"/>
                                  <a:gd name="connsiteY85" fmla="*/ 50482 h 109537"/>
                                  <a:gd name="connsiteX86" fmla="*/ 23813 w 188595"/>
                                  <a:gd name="connsiteY86" fmla="*/ 33338 h 109537"/>
                                  <a:gd name="connsiteX87" fmla="*/ 33338 w 188595"/>
                                  <a:gd name="connsiteY87" fmla="*/ 26670 h 109537"/>
                                  <a:gd name="connsiteX88" fmla="*/ 43815 w 188595"/>
                                  <a:gd name="connsiteY88" fmla="*/ 20955 h 109537"/>
                                  <a:gd name="connsiteX89" fmla="*/ 66675 w 188595"/>
                                  <a:gd name="connsiteY89" fmla="*/ 12382 h 109537"/>
                                  <a:gd name="connsiteX90" fmla="*/ 76200 w 188595"/>
                                  <a:gd name="connsiteY90" fmla="*/ 10477 h 109537"/>
                                  <a:gd name="connsiteX91" fmla="*/ 73343 w 188595"/>
                                  <a:gd name="connsiteY91" fmla="*/ 10477 h 109537"/>
                                  <a:gd name="connsiteX92" fmla="*/ 68580 w 188595"/>
                                  <a:gd name="connsiteY92" fmla="*/ 9525 h 109537"/>
                                  <a:gd name="connsiteX93" fmla="*/ 63818 w 188595"/>
                                  <a:gd name="connsiteY93" fmla="*/ 9525 h 109537"/>
                                  <a:gd name="connsiteX94" fmla="*/ 59055 w 188595"/>
                                  <a:gd name="connsiteY94" fmla="*/ 9525 h 109537"/>
                                  <a:gd name="connsiteX95" fmla="*/ 54293 w 188595"/>
                                  <a:gd name="connsiteY95" fmla="*/ 9525 h 109537"/>
                                  <a:gd name="connsiteX96" fmla="*/ 49530 w 188595"/>
                                  <a:gd name="connsiteY96" fmla="*/ 10477 h 109537"/>
                                  <a:gd name="connsiteX97" fmla="*/ 44768 w 188595"/>
                                  <a:gd name="connsiteY97" fmla="*/ 11430 h 109537"/>
                                  <a:gd name="connsiteX98" fmla="*/ 43815 w 188595"/>
                                  <a:gd name="connsiteY98" fmla="*/ 11430 h 109537"/>
                                  <a:gd name="connsiteX99" fmla="*/ 47625 w 188595"/>
                                  <a:gd name="connsiteY99" fmla="*/ 9525 h 109537"/>
                                  <a:gd name="connsiteX100" fmla="*/ 48578 w 188595"/>
                                  <a:gd name="connsiteY100" fmla="*/ 9525 h 109537"/>
                                  <a:gd name="connsiteX101" fmla="*/ 53340 w 188595"/>
                                  <a:gd name="connsiteY101" fmla="*/ 8572 h 109537"/>
                                  <a:gd name="connsiteX102" fmla="*/ 58103 w 188595"/>
                                  <a:gd name="connsiteY102" fmla="*/ 7620 h 109537"/>
                                  <a:gd name="connsiteX103" fmla="*/ 62865 w 188595"/>
                                  <a:gd name="connsiteY103" fmla="*/ 7620 h 109537"/>
                                  <a:gd name="connsiteX104" fmla="*/ 67628 w 188595"/>
                                  <a:gd name="connsiteY104" fmla="*/ 7620 h 109537"/>
                                  <a:gd name="connsiteX105" fmla="*/ 72390 w 188595"/>
                                  <a:gd name="connsiteY105" fmla="*/ 7620 h 109537"/>
                                  <a:gd name="connsiteX106" fmla="*/ 76200 w 188595"/>
                                  <a:gd name="connsiteY106" fmla="*/ 7620 h 109537"/>
                                  <a:gd name="connsiteX107" fmla="*/ 80963 w 188595"/>
                                  <a:gd name="connsiteY107" fmla="*/ 8572 h 109537"/>
                                  <a:gd name="connsiteX108" fmla="*/ 88583 w 188595"/>
                                  <a:gd name="connsiteY108" fmla="*/ 7620 h 109537"/>
                                  <a:gd name="connsiteX109" fmla="*/ 111443 w 188595"/>
                                  <a:gd name="connsiteY109" fmla="*/ 6667 h 109537"/>
                                  <a:gd name="connsiteX110" fmla="*/ 120015 w 188595"/>
                                  <a:gd name="connsiteY110" fmla="*/ 7620 h 109537"/>
                                  <a:gd name="connsiteX111" fmla="*/ 114300 w 188595"/>
                                  <a:gd name="connsiteY111" fmla="*/ 5715 h 109537"/>
                                  <a:gd name="connsiteX112" fmla="*/ 104775 w 188595"/>
                                  <a:gd name="connsiteY112" fmla="*/ 1905 h 109537"/>
                                  <a:gd name="connsiteX113" fmla="*/ 100013 w 188595"/>
                                  <a:gd name="connsiteY113" fmla="*/ 952 h 109537"/>
                                  <a:gd name="connsiteX114" fmla="*/ 96203 w 188595"/>
                                  <a:gd name="connsiteY114" fmla="*/ 0 h 109537"/>
                                  <a:gd name="connsiteX115" fmla="*/ 95250 w 188595"/>
                                  <a:gd name="connsiteY115" fmla="*/ 0 h 109537"/>
                                  <a:gd name="connsiteX116" fmla="*/ 96203 w 188595"/>
                                  <a:gd name="connsiteY116" fmla="*/ 0 h 109537"/>
                                  <a:gd name="connsiteX117" fmla="*/ 96203 w 188595"/>
                                  <a:gd name="connsiteY117" fmla="*/ 0 h 109537"/>
                                  <a:gd name="connsiteX118" fmla="*/ 100013 w 188595"/>
                                  <a:gd name="connsiteY118" fmla="*/ 952 h 109537"/>
                                  <a:gd name="connsiteX119" fmla="*/ 104775 w 188595"/>
                                  <a:gd name="connsiteY119" fmla="*/ 1905 h 109537"/>
                                  <a:gd name="connsiteX120" fmla="*/ 114300 w 188595"/>
                                  <a:gd name="connsiteY120" fmla="*/ 4763 h 109537"/>
                                  <a:gd name="connsiteX121" fmla="*/ 127635 w 188595"/>
                                  <a:gd name="connsiteY121" fmla="*/ 6667 h 10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88595" h="109537">
                                    <a:moveTo>
                                      <a:pt x="127635" y="6667"/>
                                    </a:moveTo>
                                    <a:cubicBezTo>
                                      <a:pt x="128588" y="6667"/>
                                      <a:pt x="130493" y="7620"/>
                                      <a:pt x="131445" y="7620"/>
                                    </a:cubicBezTo>
                                    <a:cubicBezTo>
                                      <a:pt x="133350" y="7620"/>
                                      <a:pt x="134303" y="8572"/>
                                      <a:pt x="136208" y="8572"/>
                                    </a:cubicBezTo>
                                    <a:cubicBezTo>
                                      <a:pt x="142875" y="9525"/>
                                      <a:pt x="149543" y="11430"/>
                                      <a:pt x="155258" y="13335"/>
                                    </a:cubicBezTo>
                                    <a:cubicBezTo>
                                      <a:pt x="160973" y="15240"/>
                                      <a:pt x="165735" y="16192"/>
                                      <a:pt x="170498" y="18097"/>
                                    </a:cubicBezTo>
                                    <a:cubicBezTo>
                                      <a:pt x="175260" y="19050"/>
                                      <a:pt x="179070" y="20002"/>
                                      <a:pt x="181928" y="20002"/>
                                    </a:cubicBezTo>
                                    <a:cubicBezTo>
                                      <a:pt x="184785" y="20002"/>
                                      <a:pt x="186690" y="20002"/>
                                      <a:pt x="188595" y="20955"/>
                                    </a:cubicBezTo>
                                    <a:cubicBezTo>
                                      <a:pt x="187643" y="21907"/>
                                      <a:pt x="185738" y="23813"/>
                                      <a:pt x="184785" y="24765"/>
                                    </a:cubicBezTo>
                                    <a:cubicBezTo>
                                      <a:pt x="183833" y="24765"/>
                                      <a:pt x="182880" y="24765"/>
                                      <a:pt x="181928" y="24765"/>
                                    </a:cubicBezTo>
                                    <a:cubicBezTo>
                                      <a:pt x="175260" y="23813"/>
                                      <a:pt x="165735" y="20955"/>
                                      <a:pt x="154305" y="17145"/>
                                    </a:cubicBezTo>
                                    <a:lnTo>
                                      <a:pt x="153353" y="17145"/>
                                    </a:lnTo>
                                    <a:cubicBezTo>
                                      <a:pt x="152400" y="17145"/>
                                      <a:pt x="150495" y="18097"/>
                                      <a:pt x="148590" y="18097"/>
                                    </a:cubicBezTo>
                                    <a:cubicBezTo>
                                      <a:pt x="144780" y="19050"/>
                                      <a:pt x="138113" y="20955"/>
                                      <a:pt x="131445" y="24765"/>
                                    </a:cubicBezTo>
                                    <a:cubicBezTo>
                                      <a:pt x="127635" y="26670"/>
                                      <a:pt x="124778" y="28575"/>
                                      <a:pt x="121920" y="31432"/>
                                    </a:cubicBezTo>
                                    <a:cubicBezTo>
                                      <a:pt x="119063" y="34290"/>
                                      <a:pt x="115253" y="38100"/>
                                      <a:pt x="112395" y="40957"/>
                                    </a:cubicBezTo>
                                    <a:cubicBezTo>
                                      <a:pt x="106680" y="47625"/>
                                      <a:pt x="100965" y="56197"/>
                                      <a:pt x="94298" y="63817"/>
                                    </a:cubicBezTo>
                                    <a:cubicBezTo>
                                      <a:pt x="92393" y="65722"/>
                                      <a:pt x="91440" y="67627"/>
                                      <a:pt x="89535" y="69532"/>
                                    </a:cubicBezTo>
                                    <a:lnTo>
                                      <a:pt x="87630" y="72390"/>
                                    </a:lnTo>
                                    <a:lnTo>
                                      <a:pt x="85725" y="75247"/>
                                    </a:lnTo>
                                    <a:cubicBezTo>
                                      <a:pt x="83820" y="77152"/>
                                      <a:pt x="82868" y="79057"/>
                                      <a:pt x="80963" y="80963"/>
                                    </a:cubicBezTo>
                                    <a:cubicBezTo>
                                      <a:pt x="79058" y="82867"/>
                                      <a:pt x="78105" y="83820"/>
                                      <a:pt x="76200" y="85725"/>
                                    </a:cubicBezTo>
                                    <a:cubicBezTo>
                                      <a:pt x="75248" y="87630"/>
                                      <a:pt x="73343" y="88582"/>
                                      <a:pt x="72390" y="90488"/>
                                    </a:cubicBezTo>
                                    <a:cubicBezTo>
                                      <a:pt x="71438" y="92392"/>
                                      <a:pt x="69533" y="93345"/>
                                      <a:pt x="68580" y="95250"/>
                                    </a:cubicBezTo>
                                    <a:cubicBezTo>
                                      <a:pt x="65723" y="98107"/>
                                      <a:pt x="63818" y="100965"/>
                                      <a:pt x="61913" y="102870"/>
                                    </a:cubicBezTo>
                                    <a:cubicBezTo>
                                      <a:pt x="60960" y="103822"/>
                                      <a:pt x="60960" y="103822"/>
                                      <a:pt x="60008" y="104775"/>
                                    </a:cubicBezTo>
                                    <a:cubicBezTo>
                                      <a:pt x="60008" y="104775"/>
                                      <a:pt x="60008" y="104775"/>
                                      <a:pt x="59055" y="104775"/>
                                    </a:cubicBezTo>
                                    <a:cubicBezTo>
                                      <a:pt x="60008" y="103822"/>
                                      <a:pt x="60008" y="102870"/>
                                      <a:pt x="60960" y="102870"/>
                                    </a:cubicBezTo>
                                    <a:cubicBezTo>
                                      <a:pt x="62865" y="100965"/>
                                      <a:pt x="64770" y="98107"/>
                                      <a:pt x="67628" y="95250"/>
                                    </a:cubicBezTo>
                                    <a:cubicBezTo>
                                      <a:pt x="68580" y="94297"/>
                                      <a:pt x="70485" y="92392"/>
                                      <a:pt x="71438" y="90488"/>
                                    </a:cubicBezTo>
                                    <a:cubicBezTo>
                                      <a:pt x="72390" y="88582"/>
                                      <a:pt x="74295" y="87630"/>
                                      <a:pt x="75248" y="85725"/>
                                    </a:cubicBezTo>
                                    <a:cubicBezTo>
                                      <a:pt x="76200" y="83820"/>
                                      <a:pt x="78105" y="81915"/>
                                      <a:pt x="79058" y="80963"/>
                                    </a:cubicBezTo>
                                    <a:cubicBezTo>
                                      <a:pt x="80963" y="79057"/>
                                      <a:pt x="81915" y="77152"/>
                                      <a:pt x="83820" y="75247"/>
                                    </a:cubicBezTo>
                                    <a:lnTo>
                                      <a:pt x="85725" y="72390"/>
                                    </a:lnTo>
                                    <a:lnTo>
                                      <a:pt x="87630" y="69532"/>
                                    </a:lnTo>
                                    <a:cubicBezTo>
                                      <a:pt x="88583" y="67627"/>
                                      <a:pt x="90488" y="65722"/>
                                      <a:pt x="92393" y="63817"/>
                                    </a:cubicBezTo>
                                    <a:cubicBezTo>
                                      <a:pt x="98108" y="56197"/>
                                      <a:pt x="103823" y="47625"/>
                                      <a:pt x="109538" y="40957"/>
                                    </a:cubicBezTo>
                                    <a:cubicBezTo>
                                      <a:pt x="112395" y="37147"/>
                                      <a:pt x="115253" y="34290"/>
                                      <a:pt x="119063" y="30480"/>
                                    </a:cubicBezTo>
                                    <a:cubicBezTo>
                                      <a:pt x="121920" y="27622"/>
                                      <a:pt x="125730" y="24765"/>
                                      <a:pt x="129540" y="23813"/>
                                    </a:cubicBezTo>
                                    <a:cubicBezTo>
                                      <a:pt x="136208" y="20002"/>
                                      <a:pt x="142875" y="18097"/>
                                      <a:pt x="146685" y="17145"/>
                                    </a:cubicBezTo>
                                    <a:cubicBezTo>
                                      <a:pt x="146685" y="17145"/>
                                      <a:pt x="147638" y="17145"/>
                                      <a:pt x="147638" y="17145"/>
                                    </a:cubicBezTo>
                                    <a:cubicBezTo>
                                      <a:pt x="143828" y="16192"/>
                                      <a:pt x="139065" y="15240"/>
                                      <a:pt x="134303" y="13335"/>
                                    </a:cubicBezTo>
                                    <a:cubicBezTo>
                                      <a:pt x="127635" y="12382"/>
                                      <a:pt x="120968" y="11430"/>
                                      <a:pt x="113348" y="10477"/>
                                    </a:cubicBezTo>
                                    <a:cubicBezTo>
                                      <a:pt x="105728" y="9525"/>
                                      <a:pt x="98108" y="10477"/>
                                      <a:pt x="90488" y="10477"/>
                                    </a:cubicBezTo>
                                    <a:lnTo>
                                      <a:pt x="88583" y="10477"/>
                                    </a:lnTo>
                                    <a:cubicBezTo>
                                      <a:pt x="87630" y="10477"/>
                                      <a:pt x="86678" y="11430"/>
                                      <a:pt x="86678" y="11430"/>
                                    </a:cubicBezTo>
                                    <a:cubicBezTo>
                                      <a:pt x="84773" y="12382"/>
                                      <a:pt x="82868" y="14288"/>
                                      <a:pt x="80963" y="16192"/>
                                    </a:cubicBezTo>
                                    <a:cubicBezTo>
                                      <a:pt x="79058" y="18097"/>
                                      <a:pt x="77153" y="20955"/>
                                      <a:pt x="76200" y="24765"/>
                                    </a:cubicBezTo>
                                    <a:cubicBezTo>
                                      <a:pt x="75248" y="26670"/>
                                      <a:pt x="74295" y="28575"/>
                                      <a:pt x="74295" y="29527"/>
                                    </a:cubicBezTo>
                                    <a:cubicBezTo>
                                      <a:pt x="74295" y="30480"/>
                                      <a:pt x="73343" y="31432"/>
                                      <a:pt x="73343" y="32385"/>
                                    </a:cubicBezTo>
                                    <a:cubicBezTo>
                                      <a:pt x="72390" y="33338"/>
                                      <a:pt x="72390" y="34290"/>
                                      <a:pt x="71438" y="35242"/>
                                    </a:cubicBezTo>
                                    <a:cubicBezTo>
                                      <a:pt x="69533" y="39052"/>
                                      <a:pt x="66675" y="41910"/>
                                      <a:pt x="63818" y="45720"/>
                                    </a:cubicBezTo>
                                    <a:cubicBezTo>
                                      <a:pt x="58103" y="53340"/>
                                      <a:pt x="53340" y="60007"/>
                                      <a:pt x="47625" y="67627"/>
                                    </a:cubicBezTo>
                                    <a:cubicBezTo>
                                      <a:pt x="44768" y="71438"/>
                                      <a:pt x="42863" y="75247"/>
                                      <a:pt x="40005" y="78105"/>
                                    </a:cubicBezTo>
                                    <a:cubicBezTo>
                                      <a:pt x="37148" y="81915"/>
                                      <a:pt x="35243" y="84772"/>
                                      <a:pt x="33338" y="88582"/>
                                    </a:cubicBezTo>
                                    <a:cubicBezTo>
                                      <a:pt x="32385" y="90488"/>
                                      <a:pt x="31433" y="91440"/>
                                      <a:pt x="29528" y="93345"/>
                                    </a:cubicBezTo>
                                    <a:cubicBezTo>
                                      <a:pt x="28575" y="95250"/>
                                      <a:pt x="27623" y="96202"/>
                                      <a:pt x="26670" y="97155"/>
                                    </a:cubicBezTo>
                                    <a:cubicBezTo>
                                      <a:pt x="24765" y="100013"/>
                                      <a:pt x="22860" y="101917"/>
                                      <a:pt x="20955" y="103822"/>
                                    </a:cubicBezTo>
                                    <a:cubicBezTo>
                                      <a:pt x="20003" y="105727"/>
                                      <a:pt x="18098" y="107632"/>
                                      <a:pt x="17145" y="109538"/>
                                    </a:cubicBezTo>
                                    <a:lnTo>
                                      <a:pt x="17145" y="109538"/>
                                    </a:lnTo>
                                    <a:lnTo>
                                      <a:pt x="17145" y="109538"/>
                                    </a:lnTo>
                                    <a:lnTo>
                                      <a:pt x="17145" y="109538"/>
                                    </a:lnTo>
                                    <a:cubicBezTo>
                                      <a:pt x="18098" y="107632"/>
                                      <a:pt x="20003" y="106680"/>
                                      <a:pt x="20955" y="103822"/>
                                    </a:cubicBezTo>
                                    <a:cubicBezTo>
                                      <a:pt x="22860" y="101917"/>
                                      <a:pt x="24765" y="99060"/>
                                      <a:pt x="26670" y="96202"/>
                                    </a:cubicBezTo>
                                    <a:cubicBezTo>
                                      <a:pt x="27623" y="95250"/>
                                      <a:pt x="28575" y="93345"/>
                                      <a:pt x="29528" y="91440"/>
                                    </a:cubicBezTo>
                                    <a:cubicBezTo>
                                      <a:pt x="30480" y="89535"/>
                                      <a:pt x="31433" y="88582"/>
                                      <a:pt x="33338" y="86677"/>
                                    </a:cubicBezTo>
                                    <a:cubicBezTo>
                                      <a:pt x="35243" y="83820"/>
                                      <a:pt x="38100" y="80010"/>
                                      <a:pt x="40005" y="76200"/>
                                    </a:cubicBezTo>
                                    <a:cubicBezTo>
                                      <a:pt x="42863" y="72390"/>
                                      <a:pt x="44768" y="68580"/>
                                      <a:pt x="47625" y="65722"/>
                                    </a:cubicBezTo>
                                    <a:cubicBezTo>
                                      <a:pt x="52388" y="58102"/>
                                      <a:pt x="58103" y="50482"/>
                                      <a:pt x="62865" y="43815"/>
                                    </a:cubicBezTo>
                                    <a:cubicBezTo>
                                      <a:pt x="65723" y="40005"/>
                                      <a:pt x="68580" y="37147"/>
                                      <a:pt x="70485" y="33338"/>
                                    </a:cubicBezTo>
                                    <a:cubicBezTo>
                                      <a:pt x="71438" y="32385"/>
                                      <a:pt x="71438" y="31432"/>
                                      <a:pt x="72390" y="30480"/>
                                    </a:cubicBezTo>
                                    <a:cubicBezTo>
                                      <a:pt x="72390" y="29527"/>
                                      <a:pt x="73343" y="28575"/>
                                      <a:pt x="73343" y="27622"/>
                                    </a:cubicBezTo>
                                    <a:cubicBezTo>
                                      <a:pt x="74295" y="25717"/>
                                      <a:pt x="75248" y="23813"/>
                                      <a:pt x="75248" y="22860"/>
                                    </a:cubicBezTo>
                                    <a:cubicBezTo>
                                      <a:pt x="76200" y="20002"/>
                                      <a:pt x="78105" y="16192"/>
                                      <a:pt x="80010" y="14288"/>
                                    </a:cubicBezTo>
                                    <a:cubicBezTo>
                                      <a:pt x="80963" y="12382"/>
                                      <a:pt x="82868" y="11430"/>
                                      <a:pt x="83820" y="10477"/>
                                    </a:cubicBezTo>
                                    <a:cubicBezTo>
                                      <a:pt x="78105" y="11430"/>
                                      <a:pt x="73343" y="12382"/>
                                      <a:pt x="67628" y="13335"/>
                                    </a:cubicBezTo>
                                    <a:cubicBezTo>
                                      <a:pt x="60008" y="15240"/>
                                      <a:pt x="52388" y="18097"/>
                                      <a:pt x="44768" y="21907"/>
                                    </a:cubicBezTo>
                                    <a:cubicBezTo>
                                      <a:pt x="40958" y="23813"/>
                                      <a:pt x="37148" y="25717"/>
                                      <a:pt x="34290" y="27622"/>
                                    </a:cubicBezTo>
                                    <a:cubicBezTo>
                                      <a:pt x="30480" y="29527"/>
                                      <a:pt x="27623" y="32385"/>
                                      <a:pt x="24765" y="34290"/>
                                    </a:cubicBezTo>
                                    <a:cubicBezTo>
                                      <a:pt x="21908" y="37147"/>
                                      <a:pt x="19050" y="39052"/>
                                      <a:pt x="16193" y="41910"/>
                                    </a:cubicBezTo>
                                    <a:cubicBezTo>
                                      <a:pt x="13335" y="44767"/>
                                      <a:pt x="11430" y="47625"/>
                                      <a:pt x="9525" y="50482"/>
                                    </a:cubicBezTo>
                                    <a:cubicBezTo>
                                      <a:pt x="5715" y="56197"/>
                                      <a:pt x="2858" y="62865"/>
                                      <a:pt x="1905" y="68580"/>
                                    </a:cubicBezTo>
                                    <a:cubicBezTo>
                                      <a:pt x="953" y="72390"/>
                                      <a:pt x="0" y="75247"/>
                                      <a:pt x="0" y="79057"/>
                                    </a:cubicBezTo>
                                    <a:cubicBezTo>
                                      <a:pt x="0" y="77152"/>
                                      <a:pt x="0" y="74295"/>
                                      <a:pt x="0" y="71438"/>
                                    </a:cubicBezTo>
                                    <a:lnTo>
                                      <a:pt x="0" y="71438"/>
                                    </a:lnTo>
                                    <a:cubicBezTo>
                                      <a:pt x="0" y="70485"/>
                                      <a:pt x="0" y="69532"/>
                                      <a:pt x="953" y="68580"/>
                                    </a:cubicBezTo>
                                    <a:cubicBezTo>
                                      <a:pt x="1905" y="62865"/>
                                      <a:pt x="4763" y="56197"/>
                                      <a:pt x="8573" y="50482"/>
                                    </a:cubicBezTo>
                                    <a:cubicBezTo>
                                      <a:pt x="12383" y="44767"/>
                                      <a:pt x="17145" y="38100"/>
                                      <a:pt x="23813" y="33338"/>
                                    </a:cubicBezTo>
                                    <a:cubicBezTo>
                                      <a:pt x="26670" y="30480"/>
                                      <a:pt x="30480" y="28575"/>
                                      <a:pt x="33338" y="26670"/>
                                    </a:cubicBezTo>
                                    <a:cubicBezTo>
                                      <a:pt x="37148" y="24765"/>
                                      <a:pt x="40005" y="22860"/>
                                      <a:pt x="43815" y="20955"/>
                                    </a:cubicBezTo>
                                    <a:cubicBezTo>
                                      <a:pt x="51435" y="17145"/>
                                      <a:pt x="59055" y="14288"/>
                                      <a:pt x="66675" y="12382"/>
                                    </a:cubicBezTo>
                                    <a:cubicBezTo>
                                      <a:pt x="69533" y="11430"/>
                                      <a:pt x="73343" y="10477"/>
                                      <a:pt x="76200" y="10477"/>
                                    </a:cubicBezTo>
                                    <a:cubicBezTo>
                                      <a:pt x="75248" y="10477"/>
                                      <a:pt x="74295" y="10477"/>
                                      <a:pt x="73343" y="10477"/>
                                    </a:cubicBezTo>
                                    <a:cubicBezTo>
                                      <a:pt x="71438" y="10477"/>
                                      <a:pt x="70485" y="10477"/>
                                      <a:pt x="68580" y="9525"/>
                                    </a:cubicBezTo>
                                    <a:cubicBezTo>
                                      <a:pt x="66675" y="9525"/>
                                      <a:pt x="65723" y="9525"/>
                                      <a:pt x="63818" y="9525"/>
                                    </a:cubicBezTo>
                                    <a:cubicBezTo>
                                      <a:pt x="61913" y="9525"/>
                                      <a:pt x="60008" y="9525"/>
                                      <a:pt x="59055" y="9525"/>
                                    </a:cubicBezTo>
                                    <a:cubicBezTo>
                                      <a:pt x="57150" y="9525"/>
                                      <a:pt x="55245" y="9525"/>
                                      <a:pt x="54293" y="9525"/>
                                    </a:cubicBezTo>
                                    <a:cubicBezTo>
                                      <a:pt x="52388" y="9525"/>
                                      <a:pt x="50483" y="9525"/>
                                      <a:pt x="49530" y="10477"/>
                                    </a:cubicBezTo>
                                    <a:cubicBezTo>
                                      <a:pt x="47625" y="10477"/>
                                      <a:pt x="46673" y="10477"/>
                                      <a:pt x="44768" y="11430"/>
                                    </a:cubicBezTo>
                                    <a:lnTo>
                                      <a:pt x="43815" y="11430"/>
                                    </a:lnTo>
                                    <a:cubicBezTo>
                                      <a:pt x="44768" y="10477"/>
                                      <a:pt x="46673" y="10477"/>
                                      <a:pt x="47625" y="9525"/>
                                    </a:cubicBezTo>
                                    <a:cubicBezTo>
                                      <a:pt x="47625" y="9525"/>
                                      <a:pt x="48578" y="9525"/>
                                      <a:pt x="48578" y="9525"/>
                                    </a:cubicBezTo>
                                    <a:cubicBezTo>
                                      <a:pt x="50483" y="9525"/>
                                      <a:pt x="51435" y="8572"/>
                                      <a:pt x="53340" y="8572"/>
                                    </a:cubicBezTo>
                                    <a:cubicBezTo>
                                      <a:pt x="55245" y="8572"/>
                                      <a:pt x="57150" y="8572"/>
                                      <a:pt x="58103" y="7620"/>
                                    </a:cubicBezTo>
                                    <a:cubicBezTo>
                                      <a:pt x="60008" y="7620"/>
                                      <a:pt x="61913" y="7620"/>
                                      <a:pt x="62865" y="7620"/>
                                    </a:cubicBezTo>
                                    <a:cubicBezTo>
                                      <a:pt x="64770" y="7620"/>
                                      <a:pt x="66675" y="7620"/>
                                      <a:pt x="67628" y="7620"/>
                                    </a:cubicBezTo>
                                    <a:cubicBezTo>
                                      <a:pt x="69533" y="7620"/>
                                      <a:pt x="70485" y="7620"/>
                                      <a:pt x="72390" y="7620"/>
                                    </a:cubicBezTo>
                                    <a:cubicBezTo>
                                      <a:pt x="74295" y="7620"/>
                                      <a:pt x="75248" y="7620"/>
                                      <a:pt x="76200" y="7620"/>
                                    </a:cubicBezTo>
                                    <a:cubicBezTo>
                                      <a:pt x="78105" y="7620"/>
                                      <a:pt x="79058" y="7620"/>
                                      <a:pt x="80963" y="8572"/>
                                    </a:cubicBezTo>
                                    <a:cubicBezTo>
                                      <a:pt x="83820" y="8572"/>
                                      <a:pt x="85725" y="7620"/>
                                      <a:pt x="88583" y="7620"/>
                                    </a:cubicBezTo>
                                    <a:cubicBezTo>
                                      <a:pt x="96203" y="6667"/>
                                      <a:pt x="104775" y="6667"/>
                                      <a:pt x="111443" y="6667"/>
                                    </a:cubicBezTo>
                                    <a:cubicBezTo>
                                      <a:pt x="114300" y="6667"/>
                                      <a:pt x="117158" y="6667"/>
                                      <a:pt x="120015" y="7620"/>
                                    </a:cubicBezTo>
                                    <a:cubicBezTo>
                                      <a:pt x="118110" y="6667"/>
                                      <a:pt x="116205" y="5715"/>
                                      <a:pt x="114300" y="5715"/>
                                    </a:cubicBezTo>
                                    <a:cubicBezTo>
                                      <a:pt x="111443" y="4763"/>
                                      <a:pt x="107633" y="2857"/>
                                      <a:pt x="104775" y="1905"/>
                                    </a:cubicBezTo>
                                    <a:cubicBezTo>
                                      <a:pt x="102870" y="1905"/>
                                      <a:pt x="101918" y="952"/>
                                      <a:pt x="100013" y="952"/>
                                    </a:cubicBezTo>
                                    <a:lnTo>
                                      <a:pt x="96203" y="0"/>
                                    </a:lnTo>
                                    <a:cubicBezTo>
                                      <a:pt x="96203" y="0"/>
                                      <a:pt x="96203" y="0"/>
                                      <a:pt x="95250" y="0"/>
                                    </a:cubicBezTo>
                                    <a:cubicBezTo>
                                      <a:pt x="95250" y="0"/>
                                      <a:pt x="96203" y="0"/>
                                      <a:pt x="96203" y="0"/>
                                    </a:cubicBezTo>
                                    <a:cubicBezTo>
                                      <a:pt x="96203" y="0"/>
                                      <a:pt x="96203" y="0"/>
                                      <a:pt x="96203" y="0"/>
                                    </a:cubicBezTo>
                                    <a:cubicBezTo>
                                      <a:pt x="97155" y="0"/>
                                      <a:pt x="98108" y="0"/>
                                      <a:pt x="100013" y="952"/>
                                    </a:cubicBezTo>
                                    <a:cubicBezTo>
                                      <a:pt x="101918" y="952"/>
                                      <a:pt x="102870" y="1905"/>
                                      <a:pt x="104775" y="1905"/>
                                    </a:cubicBezTo>
                                    <a:cubicBezTo>
                                      <a:pt x="107633" y="2857"/>
                                      <a:pt x="111443" y="3810"/>
                                      <a:pt x="114300" y="4763"/>
                                    </a:cubicBezTo>
                                    <a:cubicBezTo>
                                      <a:pt x="120968" y="4763"/>
                                      <a:pt x="124778" y="5715"/>
                                      <a:pt x="127635" y="6667"/>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8010197D-F662-49F1-B413-5443BE16F79D}"/>
                                  </a:ext>
                                </a:extLst>
                              </p:cNvPr>
                              <p:cNvSpPr/>
                              <p:nvPr/>
                            </p:nvSpPr>
                            <p:spPr>
                              <a:xfrm>
                                <a:off x="3048181" y="2499232"/>
                                <a:ext cx="101917" cy="74295"/>
                              </a:xfrm>
                              <a:custGeom>
                                <a:avLst/>
                                <a:gdLst>
                                  <a:gd name="connsiteX0" fmla="*/ 60007 w 101917"/>
                                  <a:gd name="connsiteY0" fmla="*/ 0 h 74295"/>
                                  <a:gd name="connsiteX1" fmla="*/ 60960 w 101917"/>
                                  <a:gd name="connsiteY1" fmla="*/ 952 h 74295"/>
                                  <a:gd name="connsiteX2" fmla="*/ 62865 w 101917"/>
                                  <a:gd name="connsiteY2" fmla="*/ 1905 h 74295"/>
                                  <a:gd name="connsiteX3" fmla="*/ 64770 w 101917"/>
                                  <a:gd name="connsiteY3" fmla="*/ 3810 h 74295"/>
                                  <a:gd name="connsiteX4" fmla="*/ 68580 w 101917"/>
                                  <a:gd name="connsiteY4" fmla="*/ 8572 h 74295"/>
                                  <a:gd name="connsiteX5" fmla="*/ 71438 w 101917"/>
                                  <a:gd name="connsiteY5" fmla="*/ 15240 h 74295"/>
                                  <a:gd name="connsiteX6" fmla="*/ 75247 w 101917"/>
                                  <a:gd name="connsiteY6" fmla="*/ 27622 h 74295"/>
                                  <a:gd name="connsiteX7" fmla="*/ 77153 w 101917"/>
                                  <a:gd name="connsiteY7" fmla="*/ 33338 h 74295"/>
                                  <a:gd name="connsiteX8" fmla="*/ 79057 w 101917"/>
                                  <a:gd name="connsiteY8" fmla="*/ 35242 h 74295"/>
                                  <a:gd name="connsiteX9" fmla="*/ 85725 w 101917"/>
                                  <a:gd name="connsiteY9" fmla="*/ 41910 h 74295"/>
                                  <a:gd name="connsiteX10" fmla="*/ 91440 w 101917"/>
                                  <a:gd name="connsiteY10" fmla="*/ 47625 h 74295"/>
                                  <a:gd name="connsiteX11" fmla="*/ 91440 w 101917"/>
                                  <a:gd name="connsiteY11" fmla="*/ 43815 h 74295"/>
                                  <a:gd name="connsiteX12" fmla="*/ 92393 w 101917"/>
                                  <a:gd name="connsiteY12" fmla="*/ 36195 h 74295"/>
                                  <a:gd name="connsiteX13" fmla="*/ 94297 w 101917"/>
                                  <a:gd name="connsiteY13" fmla="*/ 27622 h 74295"/>
                                  <a:gd name="connsiteX14" fmla="*/ 95250 w 101917"/>
                                  <a:gd name="connsiteY14" fmla="*/ 19050 h 74295"/>
                                  <a:gd name="connsiteX15" fmla="*/ 94297 w 101917"/>
                                  <a:gd name="connsiteY15" fmla="*/ 15240 h 74295"/>
                                  <a:gd name="connsiteX16" fmla="*/ 93345 w 101917"/>
                                  <a:gd name="connsiteY16" fmla="*/ 11430 h 74295"/>
                                  <a:gd name="connsiteX17" fmla="*/ 93345 w 101917"/>
                                  <a:gd name="connsiteY17" fmla="*/ 10477 h 74295"/>
                                  <a:gd name="connsiteX18" fmla="*/ 94297 w 101917"/>
                                  <a:gd name="connsiteY18" fmla="*/ 11430 h 74295"/>
                                  <a:gd name="connsiteX19" fmla="*/ 95250 w 101917"/>
                                  <a:gd name="connsiteY19" fmla="*/ 15240 h 74295"/>
                                  <a:gd name="connsiteX20" fmla="*/ 96203 w 101917"/>
                                  <a:gd name="connsiteY20" fmla="*/ 19050 h 74295"/>
                                  <a:gd name="connsiteX21" fmla="*/ 96203 w 101917"/>
                                  <a:gd name="connsiteY21" fmla="*/ 27622 h 74295"/>
                                  <a:gd name="connsiteX22" fmla="*/ 95250 w 101917"/>
                                  <a:gd name="connsiteY22" fmla="*/ 36195 h 74295"/>
                                  <a:gd name="connsiteX23" fmla="*/ 94297 w 101917"/>
                                  <a:gd name="connsiteY23" fmla="*/ 43815 h 74295"/>
                                  <a:gd name="connsiteX24" fmla="*/ 94297 w 101917"/>
                                  <a:gd name="connsiteY24" fmla="*/ 49530 h 74295"/>
                                  <a:gd name="connsiteX25" fmla="*/ 94297 w 101917"/>
                                  <a:gd name="connsiteY25" fmla="*/ 51435 h 74295"/>
                                  <a:gd name="connsiteX26" fmla="*/ 97155 w 101917"/>
                                  <a:gd name="connsiteY26" fmla="*/ 56197 h 74295"/>
                                  <a:gd name="connsiteX27" fmla="*/ 100013 w 101917"/>
                                  <a:gd name="connsiteY27" fmla="*/ 63817 h 74295"/>
                                  <a:gd name="connsiteX28" fmla="*/ 101918 w 101917"/>
                                  <a:gd name="connsiteY28" fmla="*/ 69533 h 74295"/>
                                  <a:gd name="connsiteX29" fmla="*/ 101918 w 101917"/>
                                  <a:gd name="connsiteY29" fmla="*/ 69533 h 74295"/>
                                  <a:gd name="connsiteX30" fmla="*/ 98107 w 101917"/>
                                  <a:gd name="connsiteY30" fmla="*/ 74295 h 74295"/>
                                  <a:gd name="connsiteX31" fmla="*/ 96203 w 101917"/>
                                  <a:gd name="connsiteY31" fmla="*/ 64770 h 74295"/>
                                  <a:gd name="connsiteX32" fmla="*/ 95250 w 101917"/>
                                  <a:gd name="connsiteY32" fmla="*/ 61913 h 74295"/>
                                  <a:gd name="connsiteX33" fmla="*/ 95250 w 101917"/>
                                  <a:gd name="connsiteY33" fmla="*/ 61913 h 74295"/>
                                  <a:gd name="connsiteX34" fmla="*/ 92393 w 101917"/>
                                  <a:gd name="connsiteY34" fmla="*/ 60960 h 74295"/>
                                  <a:gd name="connsiteX35" fmla="*/ 88582 w 101917"/>
                                  <a:gd name="connsiteY35" fmla="*/ 60008 h 74295"/>
                                  <a:gd name="connsiteX36" fmla="*/ 82868 w 101917"/>
                                  <a:gd name="connsiteY36" fmla="*/ 59055 h 74295"/>
                                  <a:gd name="connsiteX37" fmla="*/ 76200 w 101917"/>
                                  <a:gd name="connsiteY37" fmla="*/ 59055 h 74295"/>
                                  <a:gd name="connsiteX38" fmla="*/ 68580 w 101917"/>
                                  <a:gd name="connsiteY38" fmla="*/ 59055 h 74295"/>
                                  <a:gd name="connsiteX39" fmla="*/ 60007 w 101917"/>
                                  <a:gd name="connsiteY39" fmla="*/ 58102 h 74295"/>
                                  <a:gd name="connsiteX40" fmla="*/ 51435 w 101917"/>
                                  <a:gd name="connsiteY40" fmla="*/ 57150 h 74295"/>
                                  <a:gd name="connsiteX41" fmla="*/ 42863 w 101917"/>
                                  <a:gd name="connsiteY41" fmla="*/ 55245 h 74295"/>
                                  <a:gd name="connsiteX42" fmla="*/ 34290 w 101917"/>
                                  <a:gd name="connsiteY42" fmla="*/ 53340 h 74295"/>
                                  <a:gd name="connsiteX43" fmla="*/ 26670 w 101917"/>
                                  <a:gd name="connsiteY43" fmla="*/ 50483 h 74295"/>
                                  <a:gd name="connsiteX44" fmla="*/ 22860 w 101917"/>
                                  <a:gd name="connsiteY44" fmla="*/ 49530 h 74295"/>
                                  <a:gd name="connsiteX45" fmla="*/ 20003 w 101917"/>
                                  <a:gd name="connsiteY45" fmla="*/ 48577 h 74295"/>
                                  <a:gd name="connsiteX46" fmla="*/ 14288 w 101917"/>
                                  <a:gd name="connsiteY46" fmla="*/ 46672 h 74295"/>
                                  <a:gd name="connsiteX47" fmla="*/ 10478 w 101917"/>
                                  <a:gd name="connsiteY47" fmla="*/ 44767 h 74295"/>
                                  <a:gd name="connsiteX48" fmla="*/ 8572 w 101917"/>
                                  <a:gd name="connsiteY48" fmla="*/ 43815 h 74295"/>
                                  <a:gd name="connsiteX49" fmla="*/ 10478 w 101917"/>
                                  <a:gd name="connsiteY49" fmla="*/ 44767 h 74295"/>
                                  <a:gd name="connsiteX50" fmla="*/ 14288 w 101917"/>
                                  <a:gd name="connsiteY50" fmla="*/ 46672 h 74295"/>
                                  <a:gd name="connsiteX51" fmla="*/ 20003 w 101917"/>
                                  <a:gd name="connsiteY51" fmla="*/ 48577 h 74295"/>
                                  <a:gd name="connsiteX52" fmla="*/ 22860 w 101917"/>
                                  <a:gd name="connsiteY52" fmla="*/ 49530 h 74295"/>
                                  <a:gd name="connsiteX53" fmla="*/ 26670 w 101917"/>
                                  <a:gd name="connsiteY53" fmla="*/ 50483 h 74295"/>
                                  <a:gd name="connsiteX54" fmla="*/ 34290 w 101917"/>
                                  <a:gd name="connsiteY54" fmla="*/ 52388 h 74295"/>
                                  <a:gd name="connsiteX55" fmla="*/ 41910 w 101917"/>
                                  <a:gd name="connsiteY55" fmla="*/ 54292 h 74295"/>
                                  <a:gd name="connsiteX56" fmla="*/ 50482 w 101917"/>
                                  <a:gd name="connsiteY56" fmla="*/ 56197 h 74295"/>
                                  <a:gd name="connsiteX57" fmla="*/ 59055 w 101917"/>
                                  <a:gd name="connsiteY57" fmla="*/ 57150 h 74295"/>
                                  <a:gd name="connsiteX58" fmla="*/ 67628 w 101917"/>
                                  <a:gd name="connsiteY58" fmla="*/ 58102 h 74295"/>
                                  <a:gd name="connsiteX59" fmla="*/ 75247 w 101917"/>
                                  <a:gd name="connsiteY59" fmla="*/ 58102 h 74295"/>
                                  <a:gd name="connsiteX60" fmla="*/ 81915 w 101917"/>
                                  <a:gd name="connsiteY60" fmla="*/ 58102 h 74295"/>
                                  <a:gd name="connsiteX61" fmla="*/ 87630 w 101917"/>
                                  <a:gd name="connsiteY61" fmla="*/ 59055 h 74295"/>
                                  <a:gd name="connsiteX62" fmla="*/ 92393 w 101917"/>
                                  <a:gd name="connsiteY62" fmla="*/ 60008 h 74295"/>
                                  <a:gd name="connsiteX63" fmla="*/ 93345 w 101917"/>
                                  <a:gd name="connsiteY63" fmla="*/ 60008 h 74295"/>
                                  <a:gd name="connsiteX64" fmla="*/ 93345 w 101917"/>
                                  <a:gd name="connsiteY64" fmla="*/ 59055 h 74295"/>
                                  <a:gd name="connsiteX65" fmla="*/ 89535 w 101917"/>
                                  <a:gd name="connsiteY65" fmla="*/ 51435 h 74295"/>
                                  <a:gd name="connsiteX66" fmla="*/ 83820 w 101917"/>
                                  <a:gd name="connsiteY66" fmla="*/ 43815 h 74295"/>
                                  <a:gd name="connsiteX67" fmla="*/ 82868 w 101917"/>
                                  <a:gd name="connsiteY67" fmla="*/ 42863 h 74295"/>
                                  <a:gd name="connsiteX68" fmla="*/ 80963 w 101917"/>
                                  <a:gd name="connsiteY68" fmla="*/ 41910 h 74295"/>
                                  <a:gd name="connsiteX69" fmla="*/ 71438 w 101917"/>
                                  <a:gd name="connsiteY69" fmla="*/ 40005 h 74295"/>
                                  <a:gd name="connsiteX70" fmla="*/ 64770 w 101917"/>
                                  <a:gd name="connsiteY70" fmla="*/ 39052 h 74295"/>
                                  <a:gd name="connsiteX71" fmla="*/ 57150 w 101917"/>
                                  <a:gd name="connsiteY71" fmla="*/ 38100 h 74295"/>
                                  <a:gd name="connsiteX72" fmla="*/ 49530 w 101917"/>
                                  <a:gd name="connsiteY72" fmla="*/ 37147 h 74295"/>
                                  <a:gd name="connsiteX73" fmla="*/ 41910 w 101917"/>
                                  <a:gd name="connsiteY73" fmla="*/ 35242 h 74295"/>
                                  <a:gd name="connsiteX74" fmla="*/ 34290 w 101917"/>
                                  <a:gd name="connsiteY74" fmla="*/ 33338 h 74295"/>
                                  <a:gd name="connsiteX75" fmla="*/ 26670 w 101917"/>
                                  <a:gd name="connsiteY75" fmla="*/ 31433 h 74295"/>
                                  <a:gd name="connsiteX76" fmla="*/ 19050 w 101917"/>
                                  <a:gd name="connsiteY76" fmla="*/ 29527 h 74295"/>
                                  <a:gd name="connsiteX77" fmla="*/ 12382 w 101917"/>
                                  <a:gd name="connsiteY77" fmla="*/ 27622 h 74295"/>
                                  <a:gd name="connsiteX78" fmla="*/ 2857 w 101917"/>
                                  <a:gd name="connsiteY78" fmla="*/ 24765 h 74295"/>
                                  <a:gd name="connsiteX79" fmla="*/ 0 w 101917"/>
                                  <a:gd name="connsiteY79" fmla="*/ 23813 h 74295"/>
                                  <a:gd name="connsiteX80" fmla="*/ 2857 w 101917"/>
                                  <a:gd name="connsiteY80" fmla="*/ 24765 h 74295"/>
                                  <a:gd name="connsiteX81" fmla="*/ 12382 w 101917"/>
                                  <a:gd name="connsiteY81" fmla="*/ 27622 h 74295"/>
                                  <a:gd name="connsiteX82" fmla="*/ 19050 w 101917"/>
                                  <a:gd name="connsiteY82" fmla="*/ 29527 h 74295"/>
                                  <a:gd name="connsiteX83" fmla="*/ 26670 w 101917"/>
                                  <a:gd name="connsiteY83" fmla="*/ 31433 h 74295"/>
                                  <a:gd name="connsiteX84" fmla="*/ 34290 w 101917"/>
                                  <a:gd name="connsiteY84" fmla="*/ 33338 h 74295"/>
                                  <a:gd name="connsiteX85" fmla="*/ 42863 w 101917"/>
                                  <a:gd name="connsiteY85" fmla="*/ 35242 h 74295"/>
                                  <a:gd name="connsiteX86" fmla="*/ 50482 w 101917"/>
                                  <a:gd name="connsiteY86" fmla="*/ 36195 h 74295"/>
                                  <a:gd name="connsiteX87" fmla="*/ 58103 w 101917"/>
                                  <a:gd name="connsiteY87" fmla="*/ 37147 h 74295"/>
                                  <a:gd name="connsiteX88" fmla="*/ 65722 w 101917"/>
                                  <a:gd name="connsiteY88" fmla="*/ 38100 h 74295"/>
                                  <a:gd name="connsiteX89" fmla="*/ 72390 w 101917"/>
                                  <a:gd name="connsiteY89" fmla="*/ 39052 h 74295"/>
                                  <a:gd name="connsiteX90" fmla="*/ 80010 w 101917"/>
                                  <a:gd name="connsiteY90" fmla="*/ 40005 h 74295"/>
                                  <a:gd name="connsiteX91" fmla="*/ 78105 w 101917"/>
                                  <a:gd name="connsiteY91" fmla="*/ 38100 h 74295"/>
                                  <a:gd name="connsiteX92" fmla="*/ 71438 w 101917"/>
                                  <a:gd name="connsiteY92" fmla="*/ 31433 h 74295"/>
                                  <a:gd name="connsiteX93" fmla="*/ 63818 w 101917"/>
                                  <a:gd name="connsiteY93" fmla="*/ 25717 h 74295"/>
                                  <a:gd name="connsiteX94" fmla="*/ 57150 w 101917"/>
                                  <a:gd name="connsiteY94" fmla="*/ 20002 h 74295"/>
                                  <a:gd name="connsiteX95" fmla="*/ 50482 w 101917"/>
                                  <a:gd name="connsiteY95" fmla="*/ 15240 h 74295"/>
                                  <a:gd name="connsiteX96" fmla="*/ 40957 w 101917"/>
                                  <a:gd name="connsiteY96" fmla="*/ 10477 h 74295"/>
                                  <a:gd name="connsiteX97" fmla="*/ 40957 w 101917"/>
                                  <a:gd name="connsiteY97" fmla="*/ 10477 h 74295"/>
                                  <a:gd name="connsiteX98" fmla="*/ 51435 w 101917"/>
                                  <a:gd name="connsiteY98" fmla="*/ 14288 h 74295"/>
                                  <a:gd name="connsiteX99" fmla="*/ 58103 w 101917"/>
                                  <a:gd name="connsiteY99" fmla="*/ 19050 h 74295"/>
                                  <a:gd name="connsiteX100" fmla="*/ 65722 w 101917"/>
                                  <a:gd name="connsiteY100" fmla="*/ 23813 h 74295"/>
                                  <a:gd name="connsiteX101" fmla="*/ 73343 w 101917"/>
                                  <a:gd name="connsiteY101" fmla="*/ 29527 h 74295"/>
                                  <a:gd name="connsiteX102" fmla="*/ 76200 w 101917"/>
                                  <a:gd name="connsiteY102" fmla="*/ 31433 h 74295"/>
                                  <a:gd name="connsiteX103" fmla="*/ 75247 w 101917"/>
                                  <a:gd name="connsiteY103" fmla="*/ 29527 h 74295"/>
                                  <a:gd name="connsiteX104" fmla="*/ 74295 w 101917"/>
                                  <a:gd name="connsiteY104" fmla="*/ 23813 h 74295"/>
                                  <a:gd name="connsiteX105" fmla="*/ 72390 w 101917"/>
                                  <a:gd name="connsiteY105" fmla="*/ 17145 h 74295"/>
                                  <a:gd name="connsiteX106" fmla="*/ 70485 w 101917"/>
                                  <a:gd name="connsiteY106" fmla="*/ 10477 h 74295"/>
                                  <a:gd name="connsiteX107" fmla="*/ 67628 w 101917"/>
                                  <a:gd name="connsiteY107" fmla="*/ 5715 h 74295"/>
                                  <a:gd name="connsiteX108" fmla="*/ 65722 w 101917"/>
                                  <a:gd name="connsiteY108" fmla="*/ 3810 h 74295"/>
                                  <a:gd name="connsiteX109" fmla="*/ 63818 w 101917"/>
                                  <a:gd name="connsiteY109" fmla="*/ 2858 h 74295"/>
                                  <a:gd name="connsiteX110" fmla="*/ 60007 w 101917"/>
                                  <a:gd name="connsiteY110" fmla="*/ 0 h 74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01917" h="74295">
                                    <a:moveTo>
                                      <a:pt x="60007" y="0"/>
                                    </a:moveTo>
                                    <a:cubicBezTo>
                                      <a:pt x="60007" y="0"/>
                                      <a:pt x="60960" y="0"/>
                                      <a:pt x="60960" y="952"/>
                                    </a:cubicBezTo>
                                    <a:cubicBezTo>
                                      <a:pt x="60960" y="952"/>
                                      <a:pt x="61913" y="1905"/>
                                      <a:pt x="62865" y="1905"/>
                                    </a:cubicBezTo>
                                    <a:cubicBezTo>
                                      <a:pt x="63818" y="1905"/>
                                      <a:pt x="63818" y="2858"/>
                                      <a:pt x="64770" y="3810"/>
                                    </a:cubicBezTo>
                                    <a:cubicBezTo>
                                      <a:pt x="65722" y="4763"/>
                                      <a:pt x="67628" y="6667"/>
                                      <a:pt x="68580" y="8572"/>
                                    </a:cubicBezTo>
                                    <a:cubicBezTo>
                                      <a:pt x="69532" y="10477"/>
                                      <a:pt x="70485" y="12383"/>
                                      <a:pt x="71438" y="15240"/>
                                    </a:cubicBezTo>
                                    <a:cubicBezTo>
                                      <a:pt x="73343" y="20002"/>
                                      <a:pt x="74295" y="23813"/>
                                      <a:pt x="75247" y="27622"/>
                                    </a:cubicBezTo>
                                    <a:cubicBezTo>
                                      <a:pt x="76200" y="30480"/>
                                      <a:pt x="76200" y="32385"/>
                                      <a:pt x="77153" y="33338"/>
                                    </a:cubicBezTo>
                                    <a:lnTo>
                                      <a:pt x="79057" y="35242"/>
                                    </a:lnTo>
                                    <a:cubicBezTo>
                                      <a:pt x="80963" y="37147"/>
                                      <a:pt x="83820" y="40005"/>
                                      <a:pt x="85725" y="41910"/>
                                    </a:cubicBezTo>
                                    <a:cubicBezTo>
                                      <a:pt x="87630" y="43815"/>
                                      <a:pt x="89535" y="45720"/>
                                      <a:pt x="91440" y="47625"/>
                                    </a:cubicBezTo>
                                    <a:cubicBezTo>
                                      <a:pt x="91440" y="46672"/>
                                      <a:pt x="91440" y="45720"/>
                                      <a:pt x="91440" y="43815"/>
                                    </a:cubicBezTo>
                                    <a:cubicBezTo>
                                      <a:pt x="91440" y="41910"/>
                                      <a:pt x="92393" y="39052"/>
                                      <a:pt x="92393" y="36195"/>
                                    </a:cubicBezTo>
                                    <a:cubicBezTo>
                                      <a:pt x="93345" y="33338"/>
                                      <a:pt x="93345" y="30480"/>
                                      <a:pt x="94297" y="27622"/>
                                    </a:cubicBezTo>
                                    <a:cubicBezTo>
                                      <a:pt x="95250" y="24765"/>
                                      <a:pt x="95250" y="21908"/>
                                      <a:pt x="95250" y="19050"/>
                                    </a:cubicBezTo>
                                    <a:cubicBezTo>
                                      <a:pt x="95250" y="18097"/>
                                      <a:pt x="95250" y="16192"/>
                                      <a:pt x="94297" y="15240"/>
                                    </a:cubicBezTo>
                                    <a:cubicBezTo>
                                      <a:pt x="94297" y="14288"/>
                                      <a:pt x="93345" y="12383"/>
                                      <a:pt x="93345" y="11430"/>
                                    </a:cubicBezTo>
                                    <a:cubicBezTo>
                                      <a:pt x="93345" y="11430"/>
                                      <a:pt x="93345" y="10477"/>
                                      <a:pt x="93345" y="10477"/>
                                    </a:cubicBezTo>
                                    <a:cubicBezTo>
                                      <a:pt x="93345" y="10477"/>
                                      <a:pt x="93345" y="10477"/>
                                      <a:pt x="94297" y="11430"/>
                                    </a:cubicBezTo>
                                    <a:cubicBezTo>
                                      <a:pt x="95250" y="12383"/>
                                      <a:pt x="95250" y="13335"/>
                                      <a:pt x="95250" y="15240"/>
                                    </a:cubicBezTo>
                                    <a:cubicBezTo>
                                      <a:pt x="95250" y="16192"/>
                                      <a:pt x="96203" y="18097"/>
                                      <a:pt x="96203" y="19050"/>
                                    </a:cubicBezTo>
                                    <a:cubicBezTo>
                                      <a:pt x="96203" y="21908"/>
                                      <a:pt x="96203" y="24765"/>
                                      <a:pt x="96203" y="27622"/>
                                    </a:cubicBezTo>
                                    <a:cubicBezTo>
                                      <a:pt x="96203" y="30480"/>
                                      <a:pt x="95250" y="33338"/>
                                      <a:pt x="95250" y="36195"/>
                                    </a:cubicBezTo>
                                    <a:cubicBezTo>
                                      <a:pt x="95250" y="39052"/>
                                      <a:pt x="94297" y="41910"/>
                                      <a:pt x="94297" y="43815"/>
                                    </a:cubicBezTo>
                                    <a:cubicBezTo>
                                      <a:pt x="94297" y="45720"/>
                                      <a:pt x="94297" y="47625"/>
                                      <a:pt x="94297" y="49530"/>
                                    </a:cubicBezTo>
                                    <a:cubicBezTo>
                                      <a:pt x="94297" y="50483"/>
                                      <a:pt x="94297" y="51435"/>
                                      <a:pt x="94297" y="51435"/>
                                    </a:cubicBezTo>
                                    <a:cubicBezTo>
                                      <a:pt x="95250" y="53340"/>
                                      <a:pt x="96203" y="55245"/>
                                      <a:pt x="97155" y="56197"/>
                                    </a:cubicBezTo>
                                    <a:cubicBezTo>
                                      <a:pt x="98107" y="59055"/>
                                      <a:pt x="99060" y="60960"/>
                                      <a:pt x="100013" y="63817"/>
                                    </a:cubicBezTo>
                                    <a:cubicBezTo>
                                      <a:pt x="100965" y="65722"/>
                                      <a:pt x="100965" y="67627"/>
                                      <a:pt x="101918" y="69533"/>
                                    </a:cubicBezTo>
                                    <a:lnTo>
                                      <a:pt x="101918" y="69533"/>
                                    </a:lnTo>
                                    <a:lnTo>
                                      <a:pt x="98107" y="74295"/>
                                    </a:lnTo>
                                    <a:cubicBezTo>
                                      <a:pt x="98107" y="71438"/>
                                      <a:pt x="97155" y="68580"/>
                                      <a:pt x="96203" y="64770"/>
                                    </a:cubicBezTo>
                                    <a:cubicBezTo>
                                      <a:pt x="96203" y="63817"/>
                                      <a:pt x="95250" y="62865"/>
                                      <a:pt x="95250" y="61913"/>
                                    </a:cubicBezTo>
                                    <a:cubicBezTo>
                                      <a:pt x="95250" y="61913"/>
                                      <a:pt x="95250" y="61913"/>
                                      <a:pt x="95250" y="61913"/>
                                    </a:cubicBezTo>
                                    <a:cubicBezTo>
                                      <a:pt x="94297" y="61913"/>
                                      <a:pt x="94297" y="60960"/>
                                      <a:pt x="92393" y="60960"/>
                                    </a:cubicBezTo>
                                    <a:cubicBezTo>
                                      <a:pt x="91440" y="60960"/>
                                      <a:pt x="89535" y="60008"/>
                                      <a:pt x="88582" y="60008"/>
                                    </a:cubicBezTo>
                                    <a:cubicBezTo>
                                      <a:pt x="86678" y="60008"/>
                                      <a:pt x="84772" y="59055"/>
                                      <a:pt x="82868" y="59055"/>
                                    </a:cubicBezTo>
                                    <a:cubicBezTo>
                                      <a:pt x="80963" y="59055"/>
                                      <a:pt x="78105" y="59055"/>
                                      <a:pt x="76200" y="59055"/>
                                    </a:cubicBezTo>
                                    <a:cubicBezTo>
                                      <a:pt x="73343" y="59055"/>
                                      <a:pt x="71438" y="59055"/>
                                      <a:pt x="68580" y="59055"/>
                                    </a:cubicBezTo>
                                    <a:cubicBezTo>
                                      <a:pt x="65722" y="59055"/>
                                      <a:pt x="62865" y="58102"/>
                                      <a:pt x="60007" y="58102"/>
                                    </a:cubicBezTo>
                                    <a:cubicBezTo>
                                      <a:pt x="57150" y="58102"/>
                                      <a:pt x="54293" y="57150"/>
                                      <a:pt x="51435" y="57150"/>
                                    </a:cubicBezTo>
                                    <a:cubicBezTo>
                                      <a:pt x="48578" y="57150"/>
                                      <a:pt x="45720" y="56197"/>
                                      <a:pt x="42863" y="55245"/>
                                    </a:cubicBezTo>
                                    <a:cubicBezTo>
                                      <a:pt x="40005" y="54292"/>
                                      <a:pt x="37147" y="53340"/>
                                      <a:pt x="34290" y="53340"/>
                                    </a:cubicBezTo>
                                    <a:cubicBezTo>
                                      <a:pt x="31432" y="52388"/>
                                      <a:pt x="29528" y="51435"/>
                                      <a:pt x="26670" y="50483"/>
                                    </a:cubicBezTo>
                                    <a:cubicBezTo>
                                      <a:pt x="25718" y="50483"/>
                                      <a:pt x="24765" y="49530"/>
                                      <a:pt x="22860" y="49530"/>
                                    </a:cubicBezTo>
                                    <a:cubicBezTo>
                                      <a:pt x="21907" y="49530"/>
                                      <a:pt x="20955" y="48577"/>
                                      <a:pt x="20003" y="48577"/>
                                    </a:cubicBezTo>
                                    <a:cubicBezTo>
                                      <a:pt x="18097" y="47625"/>
                                      <a:pt x="16193" y="46672"/>
                                      <a:pt x="14288" y="46672"/>
                                    </a:cubicBezTo>
                                    <a:cubicBezTo>
                                      <a:pt x="12382" y="45720"/>
                                      <a:pt x="11430" y="44767"/>
                                      <a:pt x="10478" y="44767"/>
                                    </a:cubicBezTo>
                                    <a:cubicBezTo>
                                      <a:pt x="9525" y="44767"/>
                                      <a:pt x="8572" y="43815"/>
                                      <a:pt x="8572" y="43815"/>
                                    </a:cubicBezTo>
                                    <a:cubicBezTo>
                                      <a:pt x="9525" y="43815"/>
                                      <a:pt x="9525" y="44767"/>
                                      <a:pt x="10478" y="44767"/>
                                    </a:cubicBezTo>
                                    <a:cubicBezTo>
                                      <a:pt x="11430" y="45720"/>
                                      <a:pt x="13335" y="45720"/>
                                      <a:pt x="14288" y="46672"/>
                                    </a:cubicBezTo>
                                    <a:cubicBezTo>
                                      <a:pt x="16193" y="47625"/>
                                      <a:pt x="18097" y="47625"/>
                                      <a:pt x="20003" y="48577"/>
                                    </a:cubicBezTo>
                                    <a:cubicBezTo>
                                      <a:pt x="20955" y="48577"/>
                                      <a:pt x="21907" y="49530"/>
                                      <a:pt x="22860" y="49530"/>
                                    </a:cubicBezTo>
                                    <a:cubicBezTo>
                                      <a:pt x="23813" y="49530"/>
                                      <a:pt x="24765" y="50483"/>
                                      <a:pt x="26670" y="50483"/>
                                    </a:cubicBezTo>
                                    <a:cubicBezTo>
                                      <a:pt x="28575" y="51435"/>
                                      <a:pt x="31432" y="52388"/>
                                      <a:pt x="34290" y="52388"/>
                                    </a:cubicBezTo>
                                    <a:cubicBezTo>
                                      <a:pt x="37147" y="53340"/>
                                      <a:pt x="40005" y="54292"/>
                                      <a:pt x="41910" y="54292"/>
                                    </a:cubicBezTo>
                                    <a:cubicBezTo>
                                      <a:pt x="44768" y="55245"/>
                                      <a:pt x="47625" y="55245"/>
                                      <a:pt x="50482" y="56197"/>
                                    </a:cubicBezTo>
                                    <a:cubicBezTo>
                                      <a:pt x="53340" y="56197"/>
                                      <a:pt x="56197" y="57150"/>
                                      <a:pt x="59055" y="57150"/>
                                    </a:cubicBezTo>
                                    <a:cubicBezTo>
                                      <a:pt x="61913" y="57150"/>
                                      <a:pt x="64770" y="58102"/>
                                      <a:pt x="67628" y="58102"/>
                                    </a:cubicBezTo>
                                    <a:cubicBezTo>
                                      <a:pt x="70485" y="58102"/>
                                      <a:pt x="73343" y="58102"/>
                                      <a:pt x="75247" y="58102"/>
                                    </a:cubicBezTo>
                                    <a:cubicBezTo>
                                      <a:pt x="78105" y="58102"/>
                                      <a:pt x="80010" y="58102"/>
                                      <a:pt x="81915" y="58102"/>
                                    </a:cubicBezTo>
                                    <a:cubicBezTo>
                                      <a:pt x="83820" y="58102"/>
                                      <a:pt x="85725" y="58102"/>
                                      <a:pt x="87630" y="59055"/>
                                    </a:cubicBezTo>
                                    <a:cubicBezTo>
                                      <a:pt x="89535" y="59055"/>
                                      <a:pt x="90488" y="60008"/>
                                      <a:pt x="92393" y="60008"/>
                                    </a:cubicBezTo>
                                    <a:cubicBezTo>
                                      <a:pt x="92393" y="60008"/>
                                      <a:pt x="92393" y="60008"/>
                                      <a:pt x="93345" y="60008"/>
                                    </a:cubicBezTo>
                                    <a:lnTo>
                                      <a:pt x="93345" y="59055"/>
                                    </a:lnTo>
                                    <a:cubicBezTo>
                                      <a:pt x="92393" y="56197"/>
                                      <a:pt x="90488" y="54292"/>
                                      <a:pt x="89535" y="51435"/>
                                    </a:cubicBezTo>
                                    <a:cubicBezTo>
                                      <a:pt x="87630" y="48577"/>
                                      <a:pt x="85725" y="46672"/>
                                      <a:pt x="83820" y="43815"/>
                                    </a:cubicBezTo>
                                    <a:lnTo>
                                      <a:pt x="82868" y="42863"/>
                                    </a:lnTo>
                                    <a:cubicBezTo>
                                      <a:pt x="81915" y="42863"/>
                                      <a:pt x="81915" y="41910"/>
                                      <a:pt x="80963" y="41910"/>
                                    </a:cubicBezTo>
                                    <a:cubicBezTo>
                                      <a:pt x="79057" y="40958"/>
                                      <a:pt x="75247" y="40005"/>
                                      <a:pt x="71438" y="40005"/>
                                    </a:cubicBezTo>
                                    <a:cubicBezTo>
                                      <a:pt x="69532" y="40005"/>
                                      <a:pt x="67628" y="39052"/>
                                      <a:pt x="64770" y="39052"/>
                                    </a:cubicBezTo>
                                    <a:cubicBezTo>
                                      <a:pt x="62865" y="39052"/>
                                      <a:pt x="60007" y="38100"/>
                                      <a:pt x="57150" y="38100"/>
                                    </a:cubicBezTo>
                                    <a:cubicBezTo>
                                      <a:pt x="54293" y="38100"/>
                                      <a:pt x="52388" y="37147"/>
                                      <a:pt x="49530" y="37147"/>
                                    </a:cubicBezTo>
                                    <a:cubicBezTo>
                                      <a:pt x="46672" y="36195"/>
                                      <a:pt x="43815" y="36195"/>
                                      <a:pt x="41910" y="35242"/>
                                    </a:cubicBezTo>
                                    <a:cubicBezTo>
                                      <a:pt x="39053" y="34290"/>
                                      <a:pt x="36195" y="34290"/>
                                      <a:pt x="34290" y="33338"/>
                                    </a:cubicBezTo>
                                    <a:lnTo>
                                      <a:pt x="26670" y="31433"/>
                                    </a:lnTo>
                                    <a:cubicBezTo>
                                      <a:pt x="23813" y="30480"/>
                                      <a:pt x="21907" y="30480"/>
                                      <a:pt x="19050" y="29527"/>
                                    </a:cubicBezTo>
                                    <a:cubicBezTo>
                                      <a:pt x="17145" y="28575"/>
                                      <a:pt x="14288" y="28575"/>
                                      <a:pt x="12382" y="27622"/>
                                    </a:cubicBezTo>
                                    <a:cubicBezTo>
                                      <a:pt x="8572" y="26670"/>
                                      <a:pt x="4763" y="25717"/>
                                      <a:pt x="2857" y="24765"/>
                                    </a:cubicBezTo>
                                    <a:cubicBezTo>
                                      <a:pt x="1905" y="24765"/>
                                      <a:pt x="953" y="23813"/>
                                      <a:pt x="0" y="23813"/>
                                    </a:cubicBezTo>
                                    <a:cubicBezTo>
                                      <a:pt x="953" y="23813"/>
                                      <a:pt x="1905" y="23813"/>
                                      <a:pt x="2857" y="24765"/>
                                    </a:cubicBezTo>
                                    <a:cubicBezTo>
                                      <a:pt x="4763" y="25717"/>
                                      <a:pt x="8572" y="26670"/>
                                      <a:pt x="12382" y="27622"/>
                                    </a:cubicBezTo>
                                    <a:cubicBezTo>
                                      <a:pt x="14288" y="28575"/>
                                      <a:pt x="16193" y="28575"/>
                                      <a:pt x="19050" y="29527"/>
                                    </a:cubicBezTo>
                                    <a:cubicBezTo>
                                      <a:pt x="20955" y="30480"/>
                                      <a:pt x="23813" y="30480"/>
                                      <a:pt x="26670" y="31433"/>
                                    </a:cubicBezTo>
                                    <a:cubicBezTo>
                                      <a:pt x="29528" y="32385"/>
                                      <a:pt x="31432" y="32385"/>
                                      <a:pt x="34290" y="33338"/>
                                    </a:cubicBezTo>
                                    <a:cubicBezTo>
                                      <a:pt x="37147" y="34290"/>
                                      <a:pt x="40005" y="34290"/>
                                      <a:pt x="42863" y="35242"/>
                                    </a:cubicBezTo>
                                    <a:cubicBezTo>
                                      <a:pt x="45720" y="35242"/>
                                      <a:pt x="48578" y="36195"/>
                                      <a:pt x="50482" y="36195"/>
                                    </a:cubicBezTo>
                                    <a:cubicBezTo>
                                      <a:pt x="53340" y="36195"/>
                                      <a:pt x="56197" y="37147"/>
                                      <a:pt x="58103" y="37147"/>
                                    </a:cubicBezTo>
                                    <a:cubicBezTo>
                                      <a:pt x="60960" y="37147"/>
                                      <a:pt x="62865" y="38100"/>
                                      <a:pt x="65722" y="38100"/>
                                    </a:cubicBezTo>
                                    <a:cubicBezTo>
                                      <a:pt x="68580" y="38100"/>
                                      <a:pt x="70485" y="39052"/>
                                      <a:pt x="72390" y="39052"/>
                                    </a:cubicBezTo>
                                    <a:cubicBezTo>
                                      <a:pt x="75247" y="39052"/>
                                      <a:pt x="78105" y="40005"/>
                                      <a:pt x="80010" y="40005"/>
                                    </a:cubicBezTo>
                                    <a:lnTo>
                                      <a:pt x="78105" y="38100"/>
                                    </a:lnTo>
                                    <a:cubicBezTo>
                                      <a:pt x="76200" y="36195"/>
                                      <a:pt x="73343" y="33338"/>
                                      <a:pt x="71438" y="31433"/>
                                    </a:cubicBezTo>
                                    <a:cubicBezTo>
                                      <a:pt x="69532" y="29527"/>
                                      <a:pt x="66675" y="27622"/>
                                      <a:pt x="63818" y="25717"/>
                                    </a:cubicBezTo>
                                    <a:cubicBezTo>
                                      <a:pt x="61913" y="23813"/>
                                      <a:pt x="59055" y="21908"/>
                                      <a:pt x="57150" y="20002"/>
                                    </a:cubicBezTo>
                                    <a:cubicBezTo>
                                      <a:pt x="55245" y="18097"/>
                                      <a:pt x="52388" y="17145"/>
                                      <a:pt x="50482" y="15240"/>
                                    </a:cubicBezTo>
                                    <a:cubicBezTo>
                                      <a:pt x="46672" y="12383"/>
                                      <a:pt x="42863" y="11430"/>
                                      <a:pt x="40957" y="10477"/>
                                    </a:cubicBezTo>
                                    <a:lnTo>
                                      <a:pt x="40957" y="10477"/>
                                    </a:lnTo>
                                    <a:cubicBezTo>
                                      <a:pt x="43815" y="10477"/>
                                      <a:pt x="47625" y="12383"/>
                                      <a:pt x="51435" y="14288"/>
                                    </a:cubicBezTo>
                                    <a:cubicBezTo>
                                      <a:pt x="53340" y="15240"/>
                                      <a:pt x="56197" y="17145"/>
                                      <a:pt x="58103" y="19050"/>
                                    </a:cubicBezTo>
                                    <a:cubicBezTo>
                                      <a:pt x="60960" y="20955"/>
                                      <a:pt x="62865" y="21908"/>
                                      <a:pt x="65722" y="23813"/>
                                    </a:cubicBezTo>
                                    <a:cubicBezTo>
                                      <a:pt x="68580" y="25717"/>
                                      <a:pt x="70485" y="27622"/>
                                      <a:pt x="73343" y="29527"/>
                                    </a:cubicBezTo>
                                    <a:lnTo>
                                      <a:pt x="76200" y="31433"/>
                                    </a:lnTo>
                                    <a:cubicBezTo>
                                      <a:pt x="76200" y="30480"/>
                                      <a:pt x="76200" y="29527"/>
                                      <a:pt x="75247" y="29527"/>
                                    </a:cubicBezTo>
                                    <a:cubicBezTo>
                                      <a:pt x="75247" y="27622"/>
                                      <a:pt x="74295" y="25717"/>
                                      <a:pt x="74295" y="23813"/>
                                    </a:cubicBezTo>
                                    <a:cubicBezTo>
                                      <a:pt x="74295" y="21908"/>
                                      <a:pt x="73343" y="19050"/>
                                      <a:pt x="72390" y="17145"/>
                                    </a:cubicBezTo>
                                    <a:cubicBezTo>
                                      <a:pt x="71438" y="15240"/>
                                      <a:pt x="71438" y="12383"/>
                                      <a:pt x="70485" y="10477"/>
                                    </a:cubicBezTo>
                                    <a:cubicBezTo>
                                      <a:pt x="69532" y="8572"/>
                                      <a:pt x="68580" y="6667"/>
                                      <a:pt x="67628" y="5715"/>
                                    </a:cubicBezTo>
                                    <a:cubicBezTo>
                                      <a:pt x="66675" y="4763"/>
                                      <a:pt x="66675" y="4763"/>
                                      <a:pt x="65722" y="3810"/>
                                    </a:cubicBezTo>
                                    <a:cubicBezTo>
                                      <a:pt x="64770" y="2858"/>
                                      <a:pt x="64770" y="2858"/>
                                      <a:pt x="63818" y="2858"/>
                                    </a:cubicBezTo>
                                    <a:cubicBezTo>
                                      <a:pt x="60007" y="952"/>
                                      <a:pt x="60007" y="0"/>
                                      <a:pt x="60007" y="0"/>
                                    </a:cubicBezTo>
                                    <a:close/>
                                  </a:path>
                                </a:pathLst>
                              </a:custGeom>
                              <a:grpFill/>
                              <a:ln w="9525" cap="flat">
                                <a:noFill/>
                                <a:prstDash val="solid"/>
                                <a:miter/>
                              </a:ln>
                            </p:spPr>
                            <p:txBody>
                              <a:bodyPr rtlCol="0" anchor="ctr"/>
                              <a:lstStyle/>
                              <a:p>
                                <a:endParaRPr lang="en-US"/>
                              </a:p>
                            </p:txBody>
                          </p:sp>
                        </p:grpSp>
                      </p:grpSp>
                    </p:grpSp>
                    <p:sp>
                      <p:nvSpPr>
                        <p:cNvPr id="200" name="Freeform: Shape 199">
                          <a:extLst>
                            <a:ext uri="{FF2B5EF4-FFF2-40B4-BE49-F238E27FC236}">
                              <a16:creationId xmlns:a16="http://schemas.microsoft.com/office/drawing/2014/main" id="{BBE1AF9C-D7B5-4D9F-BCE3-30BD79D6DC28}"/>
                            </a:ext>
                          </a:extLst>
                        </p:cNvPr>
                        <p:cNvSpPr/>
                        <p:nvPr/>
                      </p:nvSpPr>
                      <p:spPr>
                        <a:xfrm>
                          <a:off x="2932928" y="1271459"/>
                          <a:ext cx="232409" cy="1687830"/>
                        </a:xfrm>
                        <a:custGeom>
                          <a:avLst/>
                          <a:gdLst>
                            <a:gd name="connsiteX0" fmla="*/ 0 w 232409"/>
                            <a:gd name="connsiteY0" fmla="*/ 0 h 1687830"/>
                            <a:gd name="connsiteX1" fmla="*/ 1905 w 232409"/>
                            <a:gd name="connsiteY1" fmla="*/ 921068 h 1687830"/>
                            <a:gd name="connsiteX2" fmla="*/ 1905 w 232409"/>
                            <a:gd name="connsiteY2" fmla="*/ 922020 h 1687830"/>
                            <a:gd name="connsiteX3" fmla="*/ 1905 w 232409"/>
                            <a:gd name="connsiteY3" fmla="*/ 922020 h 1687830"/>
                            <a:gd name="connsiteX4" fmla="*/ 214313 w 232409"/>
                            <a:gd name="connsiteY4" fmla="*/ 1312545 h 1687830"/>
                            <a:gd name="connsiteX5" fmla="*/ 214313 w 232409"/>
                            <a:gd name="connsiteY5" fmla="*/ 1311593 h 1687830"/>
                            <a:gd name="connsiteX6" fmla="*/ 232410 w 232409"/>
                            <a:gd name="connsiteY6" fmla="*/ 1687830 h 1687830"/>
                            <a:gd name="connsiteX7" fmla="*/ 216218 w 232409"/>
                            <a:gd name="connsiteY7" fmla="*/ 1311593 h 1687830"/>
                            <a:gd name="connsiteX8" fmla="*/ 216218 w 232409"/>
                            <a:gd name="connsiteY8" fmla="*/ 1311593 h 1687830"/>
                            <a:gd name="connsiteX9" fmla="*/ 215265 w 232409"/>
                            <a:gd name="connsiteY9" fmla="*/ 1311593 h 1687830"/>
                            <a:gd name="connsiteX10" fmla="*/ 4763 w 232409"/>
                            <a:gd name="connsiteY10" fmla="*/ 920115 h 1687830"/>
                            <a:gd name="connsiteX11" fmla="*/ 5715 w 232409"/>
                            <a:gd name="connsiteY11" fmla="*/ 921068 h 1687830"/>
                            <a:gd name="connsiteX12" fmla="*/ 7620 w 232409"/>
                            <a:gd name="connsiteY12" fmla="*/ 0 h 1687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2409" h="1687830">
                              <a:moveTo>
                                <a:pt x="0" y="0"/>
                              </a:moveTo>
                              <a:lnTo>
                                <a:pt x="1905" y="921068"/>
                              </a:lnTo>
                              <a:lnTo>
                                <a:pt x="1905" y="922020"/>
                              </a:lnTo>
                              <a:lnTo>
                                <a:pt x="1905" y="922020"/>
                              </a:lnTo>
                              <a:lnTo>
                                <a:pt x="214313" y="1312545"/>
                              </a:lnTo>
                              <a:lnTo>
                                <a:pt x="214313" y="1311593"/>
                              </a:lnTo>
                              <a:lnTo>
                                <a:pt x="232410" y="1687830"/>
                              </a:lnTo>
                              <a:lnTo>
                                <a:pt x="216218" y="1311593"/>
                              </a:lnTo>
                              <a:lnTo>
                                <a:pt x="216218" y="1311593"/>
                              </a:lnTo>
                              <a:lnTo>
                                <a:pt x="215265" y="1311593"/>
                              </a:lnTo>
                              <a:lnTo>
                                <a:pt x="4763" y="920115"/>
                              </a:lnTo>
                              <a:lnTo>
                                <a:pt x="5715" y="921068"/>
                              </a:lnTo>
                              <a:lnTo>
                                <a:pt x="7620" y="0"/>
                              </a:lnTo>
                              <a:close/>
                            </a:path>
                          </a:pathLst>
                        </a:custGeom>
                        <a:grpFill/>
                        <a:ln w="9525" cap="flat">
                          <a:noFill/>
                          <a:prstDash val="solid"/>
                          <a:miter/>
                        </a:ln>
                      </p:spPr>
                      <p:txBody>
                        <a:bodyPr rtlCol="0" anchor="ctr"/>
                        <a:lstStyle/>
                        <a:p>
                          <a:endParaRPr lang="en-US"/>
                        </a:p>
                      </p:txBody>
                    </p:sp>
                  </p:grpSp>
                  <p:grpSp>
                    <p:nvGrpSpPr>
                      <p:cNvPr id="202" name="Graphic 2">
                        <a:extLst>
                          <a:ext uri="{FF2B5EF4-FFF2-40B4-BE49-F238E27FC236}">
                            <a16:creationId xmlns:a16="http://schemas.microsoft.com/office/drawing/2014/main" id="{AE736AF3-0337-429B-AEF1-DA4B52809559}"/>
                          </a:ext>
                        </a:extLst>
                      </p:cNvPr>
                      <p:cNvGrpSpPr/>
                      <p:nvPr/>
                    </p:nvGrpSpPr>
                    <p:grpSpPr>
                      <a:xfrm>
                        <a:off x="3003413" y="1271459"/>
                        <a:ext cx="1072515" cy="2813684"/>
                        <a:chOff x="3003413" y="1271459"/>
                        <a:chExt cx="1072515" cy="2813684"/>
                      </a:xfrm>
                      <a:grpFill/>
                    </p:grpSpPr>
                    <p:grpSp>
                      <p:nvGrpSpPr>
                        <p:cNvPr id="203" name="Graphic 2">
                          <a:extLst>
                            <a:ext uri="{FF2B5EF4-FFF2-40B4-BE49-F238E27FC236}">
                              <a16:creationId xmlns:a16="http://schemas.microsoft.com/office/drawing/2014/main" id="{AE736AF3-0337-429B-AEF1-DA4B52809559}"/>
                            </a:ext>
                          </a:extLst>
                        </p:cNvPr>
                        <p:cNvGrpSpPr/>
                        <p:nvPr/>
                      </p:nvGrpSpPr>
                      <p:grpSpPr>
                        <a:xfrm>
                          <a:off x="3003413" y="1478460"/>
                          <a:ext cx="742950" cy="1509404"/>
                          <a:chOff x="3003413" y="1478460"/>
                          <a:chExt cx="742950" cy="1509404"/>
                        </a:xfrm>
                        <a:grpFill/>
                      </p:grpSpPr>
                      <p:grpSp>
                        <p:nvGrpSpPr>
                          <p:cNvPr id="204" name="Graphic 2">
                            <a:extLst>
                              <a:ext uri="{FF2B5EF4-FFF2-40B4-BE49-F238E27FC236}">
                                <a16:creationId xmlns:a16="http://schemas.microsoft.com/office/drawing/2014/main" id="{AE736AF3-0337-429B-AEF1-DA4B52809559}"/>
                              </a:ext>
                            </a:extLst>
                          </p:cNvPr>
                          <p:cNvGrpSpPr/>
                          <p:nvPr/>
                        </p:nvGrpSpPr>
                        <p:grpSpPr>
                          <a:xfrm>
                            <a:off x="3003413" y="1570823"/>
                            <a:ext cx="356235" cy="286423"/>
                            <a:chOff x="3003413" y="1570823"/>
                            <a:chExt cx="356235" cy="286423"/>
                          </a:xfrm>
                          <a:grpFill/>
                        </p:grpSpPr>
                        <p:sp>
                          <p:nvSpPr>
                            <p:cNvPr id="205" name="Freeform: Shape 204">
                              <a:extLst>
                                <a:ext uri="{FF2B5EF4-FFF2-40B4-BE49-F238E27FC236}">
                                  <a16:creationId xmlns:a16="http://schemas.microsoft.com/office/drawing/2014/main" id="{D6A81EDF-3769-4796-884A-A6B224D932F1}"/>
                                </a:ext>
                              </a:extLst>
                            </p:cNvPr>
                            <p:cNvSpPr/>
                            <p:nvPr/>
                          </p:nvSpPr>
                          <p:spPr>
                            <a:xfrm>
                              <a:off x="3003413" y="1570823"/>
                              <a:ext cx="356235" cy="286423"/>
                            </a:xfrm>
                            <a:custGeom>
                              <a:avLst/>
                              <a:gdLst>
                                <a:gd name="connsiteX0" fmla="*/ 353378 w 356235"/>
                                <a:gd name="connsiteY0" fmla="*/ 118784 h 286423"/>
                                <a:gd name="connsiteX1" fmla="*/ 351473 w 356235"/>
                                <a:gd name="connsiteY1" fmla="*/ 102591 h 286423"/>
                                <a:gd name="connsiteX2" fmla="*/ 348615 w 356235"/>
                                <a:gd name="connsiteY2" fmla="*/ 87351 h 286423"/>
                                <a:gd name="connsiteX3" fmla="*/ 346710 w 356235"/>
                                <a:gd name="connsiteY3" fmla="*/ 79731 h 286423"/>
                                <a:gd name="connsiteX4" fmla="*/ 341948 w 356235"/>
                                <a:gd name="connsiteY4" fmla="*/ 67349 h 286423"/>
                                <a:gd name="connsiteX5" fmla="*/ 341948 w 356235"/>
                                <a:gd name="connsiteY5" fmla="*/ 67349 h 286423"/>
                                <a:gd name="connsiteX6" fmla="*/ 341948 w 356235"/>
                                <a:gd name="connsiteY6" fmla="*/ 67349 h 286423"/>
                                <a:gd name="connsiteX7" fmla="*/ 340995 w 356235"/>
                                <a:gd name="connsiteY7" fmla="*/ 66396 h 286423"/>
                                <a:gd name="connsiteX8" fmla="*/ 336233 w 356235"/>
                                <a:gd name="connsiteY8" fmla="*/ 61634 h 286423"/>
                                <a:gd name="connsiteX9" fmla="*/ 317183 w 356235"/>
                                <a:gd name="connsiteY9" fmla="*/ 46394 h 286423"/>
                                <a:gd name="connsiteX10" fmla="*/ 244793 w 356235"/>
                                <a:gd name="connsiteY10" fmla="*/ 11151 h 286423"/>
                                <a:gd name="connsiteX11" fmla="*/ 139065 w 356235"/>
                                <a:gd name="connsiteY11" fmla="*/ 3531 h 286423"/>
                                <a:gd name="connsiteX12" fmla="*/ 79058 w 356235"/>
                                <a:gd name="connsiteY12" fmla="*/ 27344 h 286423"/>
                                <a:gd name="connsiteX13" fmla="*/ 20003 w 356235"/>
                                <a:gd name="connsiteY13" fmla="*/ 81636 h 286423"/>
                                <a:gd name="connsiteX14" fmla="*/ 18098 w 356235"/>
                                <a:gd name="connsiteY14" fmla="*/ 84494 h 286423"/>
                                <a:gd name="connsiteX15" fmla="*/ 18098 w 356235"/>
                                <a:gd name="connsiteY15" fmla="*/ 84494 h 286423"/>
                                <a:gd name="connsiteX16" fmla="*/ 9525 w 356235"/>
                                <a:gd name="connsiteY16" fmla="*/ 103544 h 286423"/>
                                <a:gd name="connsiteX17" fmla="*/ 0 w 356235"/>
                                <a:gd name="connsiteY17" fmla="*/ 148311 h 286423"/>
                                <a:gd name="connsiteX18" fmla="*/ 0 w 356235"/>
                                <a:gd name="connsiteY18" fmla="*/ 165456 h 286423"/>
                                <a:gd name="connsiteX19" fmla="*/ 2858 w 356235"/>
                                <a:gd name="connsiteY19" fmla="*/ 180696 h 286423"/>
                                <a:gd name="connsiteX20" fmla="*/ 3810 w 356235"/>
                                <a:gd name="connsiteY20" fmla="*/ 186411 h 286423"/>
                                <a:gd name="connsiteX21" fmla="*/ 3810 w 356235"/>
                                <a:gd name="connsiteY21" fmla="*/ 187364 h 286423"/>
                                <a:gd name="connsiteX22" fmla="*/ 21908 w 356235"/>
                                <a:gd name="connsiteY22" fmla="*/ 218796 h 286423"/>
                                <a:gd name="connsiteX23" fmla="*/ 33338 w 356235"/>
                                <a:gd name="connsiteY23" fmla="*/ 229274 h 286423"/>
                                <a:gd name="connsiteX24" fmla="*/ 45720 w 356235"/>
                                <a:gd name="connsiteY24" fmla="*/ 235941 h 286423"/>
                                <a:gd name="connsiteX25" fmla="*/ 89535 w 356235"/>
                                <a:gd name="connsiteY25" fmla="*/ 244514 h 286423"/>
                                <a:gd name="connsiteX26" fmla="*/ 91440 w 356235"/>
                                <a:gd name="connsiteY26" fmla="*/ 244514 h 286423"/>
                                <a:gd name="connsiteX27" fmla="*/ 101918 w 356235"/>
                                <a:gd name="connsiteY27" fmla="*/ 242609 h 286423"/>
                                <a:gd name="connsiteX28" fmla="*/ 112395 w 356235"/>
                                <a:gd name="connsiteY28" fmla="*/ 253086 h 286423"/>
                                <a:gd name="connsiteX29" fmla="*/ 139065 w 356235"/>
                                <a:gd name="connsiteY29" fmla="*/ 273089 h 286423"/>
                                <a:gd name="connsiteX30" fmla="*/ 143828 w 356235"/>
                                <a:gd name="connsiteY30" fmla="*/ 274994 h 286423"/>
                                <a:gd name="connsiteX31" fmla="*/ 144780 w 356235"/>
                                <a:gd name="connsiteY31" fmla="*/ 275946 h 286423"/>
                                <a:gd name="connsiteX32" fmla="*/ 174308 w 356235"/>
                                <a:gd name="connsiteY32" fmla="*/ 281661 h 286423"/>
                                <a:gd name="connsiteX33" fmla="*/ 206693 w 356235"/>
                                <a:gd name="connsiteY33" fmla="*/ 276899 h 286423"/>
                                <a:gd name="connsiteX34" fmla="*/ 211455 w 356235"/>
                                <a:gd name="connsiteY34" fmla="*/ 275946 h 286423"/>
                                <a:gd name="connsiteX35" fmla="*/ 216218 w 356235"/>
                                <a:gd name="connsiteY35" fmla="*/ 274994 h 286423"/>
                                <a:gd name="connsiteX36" fmla="*/ 229553 w 356235"/>
                                <a:gd name="connsiteY36" fmla="*/ 273089 h 286423"/>
                                <a:gd name="connsiteX37" fmla="*/ 233363 w 356235"/>
                                <a:gd name="connsiteY37" fmla="*/ 273089 h 286423"/>
                                <a:gd name="connsiteX38" fmla="*/ 236220 w 356235"/>
                                <a:gd name="connsiteY38" fmla="*/ 273089 h 286423"/>
                                <a:gd name="connsiteX39" fmla="*/ 238125 w 356235"/>
                                <a:gd name="connsiteY39" fmla="*/ 273089 h 286423"/>
                                <a:gd name="connsiteX40" fmla="*/ 250508 w 356235"/>
                                <a:gd name="connsiteY40" fmla="*/ 274041 h 286423"/>
                                <a:gd name="connsiteX41" fmla="*/ 276225 w 356235"/>
                                <a:gd name="connsiteY41" fmla="*/ 279756 h 286423"/>
                                <a:gd name="connsiteX42" fmla="*/ 285750 w 356235"/>
                                <a:gd name="connsiteY42" fmla="*/ 282614 h 286423"/>
                                <a:gd name="connsiteX43" fmla="*/ 290513 w 356235"/>
                                <a:gd name="connsiteY43" fmla="*/ 284519 h 286423"/>
                                <a:gd name="connsiteX44" fmla="*/ 291465 w 356235"/>
                                <a:gd name="connsiteY44" fmla="*/ 285471 h 286423"/>
                                <a:gd name="connsiteX45" fmla="*/ 292418 w 356235"/>
                                <a:gd name="connsiteY45" fmla="*/ 285471 h 286423"/>
                                <a:gd name="connsiteX46" fmla="*/ 293370 w 356235"/>
                                <a:gd name="connsiteY46" fmla="*/ 285471 h 286423"/>
                                <a:gd name="connsiteX47" fmla="*/ 299085 w 356235"/>
                                <a:gd name="connsiteY47" fmla="*/ 286424 h 286423"/>
                                <a:gd name="connsiteX48" fmla="*/ 300990 w 356235"/>
                                <a:gd name="connsiteY48" fmla="*/ 286424 h 286423"/>
                                <a:gd name="connsiteX49" fmla="*/ 300990 w 356235"/>
                                <a:gd name="connsiteY49" fmla="*/ 286424 h 286423"/>
                                <a:gd name="connsiteX50" fmla="*/ 306705 w 356235"/>
                                <a:gd name="connsiteY50" fmla="*/ 285471 h 286423"/>
                                <a:gd name="connsiteX51" fmla="*/ 312420 w 356235"/>
                                <a:gd name="connsiteY51" fmla="*/ 282614 h 286423"/>
                                <a:gd name="connsiteX52" fmla="*/ 324803 w 356235"/>
                                <a:gd name="connsiteY52" fmla="*/ 273089 h 286423"/>
                                <a:gd name="connsiteX53" fmla="*/ 344805 w 356235"/>
                                <a:gd name="connsiteY53" fmla="*/ 235941 h 286423"/>
                                <a:gd name="connsiteX54" fmla="*/ 353378 w 356235"/>
                                <a:gd name="connsiteY54" fmla="*/ 192126 h 286423"/>
                                <a:gd name="connsiteX55" fmla="*/ 356235 w 356235"/>
                                <a:gd name="connsiteY55" fmla="*/ 152121 h 286423"/>
                                <a:gd name="connsiteX56" fmla="*/ 353378 w 356235"/>
                                <a:gd name="connsiteY56" fmla="*/ 118784 h 286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56235" h="286423">
                                  <a:moveTo>
                                    <a:pt x="353378" y="118784"/>
                                  </a:moveTo>
                                  <a:cubicBezTo>
                                    <a:pt x="352425" y="113069"/>
                                    <a:pt x="352425" y="108306"/>
                                    <a:pt x="351473" y="102591"/>
                                  </a:cubicBezTo>
                                  <a:cubicBezTo>
                                    <a:pt x="350520" y="96876"/>
                                    <a:pt x="349568" y="92114"/>
                                    <a:pt x="348615" y="87351"/>
                                  </a:cubicBezTo>
                                  <a:cubicBezTo>
                                    <a:pt x="347663" y="84494"/>
                                    <a:pt x="347663" y="82589"/>
                                    <a:pt x="346710" y="79731"/>
                                  </a:cubicBezTo>
                                  <a:cubicBezTo>
                                    <a:pt x="346710" y="79731"/>
                                    <a:pt x="342900" y="70206"/>
                                    <a:pt x="341948" y="67349"/>
                                  </a:cubicBezTo>
                                  <a:cubicBezTo>
                                    <a:pt x="341948" y="67349"/>
                                    <a:pt x="341948" y="67349"/>
                                    <a:pt x="341948" y="67349"/>
                                  </a:cubicBezTo>
                                  <a:cubicBezTo>
                                    <a:pt x="341948" y="67349"/>
                                    <a:pt x="341948" y="67349"/>
                                    <a:pt x="341948" y="67349"/>
                                  </a:cubicBezTo>
                                  <a:cubicBezTo>
                                    <a:pt x="341948" y="67349"/>
                                    <a:pt x="340995" y="66396"/>
                                    <a:pt x="340995" y="66396"/>
                                  </a:cubicBezTo>
                                  <a:cubicBezTo>
                                    <a:pt x="340043" y="65444"/>
                                    <a:pt x="338138" y="63539"/>
                                    <a:pt x="336233" y="61634"/>
                                  </a:cubicBezTo>
                                  <a:cubicBezTo>
                                    <a:pt x="331470" y="57824"/>
                                    <a:pt x="324803" y="53061"/>
                                    <a:pt x="317183" y="46394"/>
                                  </a:cubicBezTo>
                                  <a:cubicBezTo>
                                    <a:pt x="300038" y="34964"/>
                                    <a:pt x="275273" y="20676"/>
                                    <a:pt x="244793" y="11151"/>
                                  </a:cubicBezTo>
                                  <a:cubicBezTo>
                                    <a:pt x="214313" y="1626"/>
                                    <a:pt x="178118" y="-4089"/>
                                    <a:pt x="139065" y="3531"/>
                                  </a:cubicBezTo>
                                  <a:cubicBezTo>
                                    <a:pt x="119063" y="7341"/>
                                    <a:pt x="99060" y="14961"/>
                                    <a:pt x="79058" y="27344"/>
                                  </a:cubicBezTo>
                                  <a:cubicBezTo>
                                    <a:pt x="60008" y="39726"/>
                                    <a:pt x="39053" y="57824"/>
                                    <a:pt x="20003" y="81636"/>
                                  </a:cubicBezTo>
                                  <a:cubicBezTo>
                                    <a:pt x="19050" y="82589"/>
                                    <a:pt x="19050" y="83541"/>
                                    <a:pt x="18098" y="84494"/>
                                  </a:cubicBezTo>
                                  <a:cubicBezTo>
                                    <a:pt x="18098" y="84494"/>
                                    <a:pt x="18098" y="84494"/>
                                    <a:pt x="18098" y="84494"/>
                                  </a:cubicBezTo>
                                  <a:cubicBezTo>
                                    <a:pt x="15240" y="90209"/>
                                    <a:pt x="12383" y="96876"/>
                                    <a:pt x="9525" y="103544"/>
                                  </a:cubicBezTo>
                                  <a:cubicBezTo>
                                    <a:pt x="3810" y="118784"/>
                                    <a:pt x="953" y="134976"/>
                                    <a:pt x="0" y="148311"/>
                                  </a:cubicBezTo>
                                  <a:cubicBezTo>
                                    <a:pt x="0" y="154026"/>
                                    <a:pt x="0" y="159741"/>
                                    <a:pt x="0" y="165456"/>
                                  </a:cubicBezTo>
                                  <a:cubicBezTo>
                                    <a:pt x="953" y="170219"/>
                                    <a:pt x="1905" y="175934"/>
                                    <a:pt x="2858" y="180696"/>
                                  </a:cubicBezTo>
                                  <a:cubicBezTo>
                                    <a:pt x="2858" y="182601"/>
                                    <a:pt x="3810" y="184506"/>
                                    <a:pt x="3810" y="186411"/>
                                  </a:cubicBezTo>
                                  <a:cubicBezTo>
                                    <a:pt x="3810" y="187364"/>
                                    <a:pt x="3810" y="187364"/>
                                    <a:pt x="3810" y="187364"/>
                                  </a:cubicBezTo>
                                  <a:cubicBezTo>
                                    <a:pt x="7620" y="200699"/>
                                    <a:pt x="14288" y="211176"/>
                                    <a:pt x="21908" y="218796"/>
                                  </a:cubicBezTo>
                                  <a:cubicBezTo>
                                    <a:pt x="25718" y="222606"/>
                                    <a:pt x="29528" y="226416"/>
                                    <a:pt x="33338" y="229274"/>
                                  </a:cubicBezTo>
                                  <a:cubicBezTo>
                                    <a:pt x="37148" y="232131"/>
                                    <a:pt x="41910" y="234036"/>
                                    <a:pt x="45720" y="235941"/>
                                  </a:cubicBezTo>
                                  <a:cubicBezTo>
                                    <a:pt x="62865" y="243561"/>
                                    <a:pt x="79058" y="244514"/>
                                    <a:pt x="89535" y="244514"/>
                                  </a:cubicBezTo>
                                  <a:cubicBezTo>
                                    <a:pt x="89535" y="244514"/>
                                    <a:pt x="91440" y="244514"/>
                                    <a:pt x="91440" y="244514"/>
                                  </a:cubicBezTo>
                                  <a:cubicBezTo>
                                    <a:pt x="98108" y="244514"/>
                                    <a:pt x="101918" y="243561"/>
                                    <a:pt x="101918" y="242609"/>
                                  </a:cubicBezTo>
                                  <a:cubicBezTo>
                                    <a:pt x="105728" y="246419"/>
                                    <a:pt x="108585" y="249276"/>
                                    <a:pt x="112395" y="253086"/>
                                  </a:cubicBezTo>
                                  <a:cubicBezTo>
                                    <a:pt x="120968" y="261659"/>
                                    <a:pt x="130493" y="268326"/>
                                    <a:pt x="139065" y="273089"/>
                                  </a:cubicBezTo>
                                  <a:cubicBezTo>
                                    <a:pt x="140018" y="274041"/>
                                    <a:pt x="141923" y="274994"/>
                                    <a:pt x="143828" y="274994"/>
                                  </a:cubicBezTo>
                                  <a:cubicBezTo>
                                    <a:pt x="143828" y="274994"/>
                                    <a:pt x="144780" y="274994"/>
                                    <a:pt x="144780" y="275946"/>
                                  </a:cubicBezTo>
                                  <a:cubicBezTo>
                                    <a:pt x="154305" y="279756"/>
                                    <a:pt x="164783" y="281661"/>
                                    <a:pt x="174308" y="281661"/>
                                  </a:cubicBezTo>
                                  <a:cubicBezTo>
                                    <a:pt x="184785" y="281661"/>
                                    <a:pt x="195263" y="279756"/>
                                    <a:pt x="206693" y="276899"/>
                                  </a:cubicBezTo>
                                  <a:cubicBezTo>
                                    <a:pt x="208598" y="276899"/>
                                    <a:pt x="209550" y="275946"/>
                                    <a:pt x="211455" y="275946"/>
                                  </a:cubicBezTo>
                                  <a:cubicBezTo>
                                    <a:pt x="213360" y="275946"/>
                                    <a:pt x="214313" y="274994"/>
                                    <a:pt x="216218" y="274994"/>
                                  </a:cubicBezTo>
                                  <a:cubicBezTo>
                                    <a:pt x="220980" y="274041"/>
                                    <a:pt x="225743" y="273089"/>
                                    <a:pt x="229553" y="273089"/>
                                  </a:cubicBezTo>
                                  <a:cubicBezTo>
                                    <a:pt x="230505" y="273089"/>
                                    <a:pt x="231458" y="273089"/>
                                    <a:pt x="233363" y="273089"/>
                                  </a:cubicBezTo>
                                  <a:cubicBezTo>
                                    <a:pt x="234315" y="273089"/>
                                    <a:pt x="235268" y="273089"/>
                                    <a:pt x="236220" y="273089"/>
                                  </a:cubicBezTo>
                                  <a:lnTo>
                                    <a:pt x="238125" y="273089"/>
                                  </a:lnTo>
                                  <a:cubicBezTo>
                                    <a:pt x="240030" y="273089"/>
                                    <a:pt x="243840" y="273089"/>
                                    <a:pt x="250508" y="274041"/>
                                  </a:cubicBezTo>
                                  <a:cubicBezTo>
                                    <a:pt x="256223" y="274994"/>
                                    <a:pt x="264795" y="275946"/>
                                    <a:pt x="276225" y="279756"/>
                                  </a:cubicBezTo>
                                  <a:cubicBezTo>
                                    <a:pt x="279083" y="280709"/>
                                    <a:pt x="281940" y="281661"/>
                                    <a:pt x="285750" y="282614"/>
                                  </a:cubicBezTo>
                                  <a:cubicBezTo>
                                    <a:pt x="287655" y="282614"/>
                                    <a:pt x="288608" y="283566"/>
                                    <a:pt x="290513" y="284519"/>
                                  </a:cubicBezTo>
                                  <a:lnTo>
                                    <a:pt x="291465" y="285471"/>
                                  </a:lnTo>
                                  <a:lnTo>
                                    <a:pt x="292418" y="285471"/>
                                  </a:lnTo>
                                  <a:cubicBezTo>
                                    <a:pt x="292418" y="285471"/>
                                    <a:pt x="293370" y="285471"/>
                                    <a:pt x="293370" y="285471"/>
                                  </a:cubicBezTo>
                                  <a:cubicBezTo>
                                    <a:pt x="295275" y="286424"/>
                                    <a:pt x="297180" y="286424"/>
                                    <a:pt x="299085" y="286424"/>
                                  </a:cubicBezTo>
                                  <a:cubicBezTo>
                                    <a:pt x="300038" y="286424"/>
                                    <a:pt x="300038" y="286424"/>
                                    <a:pt x="300990" y="286424"/>
                                  </a:cubicBezTo>
                                  <a:lnTo>
                                    <a:pt x="300990" y="286424"/>
                                  </a:lnTo>
                                  <a:cubicBezTo>
                                    <a:pt x="302895" y="286424"/>
                                    <a:pt x="304800" y="286424"/>
                                    <a:pt x="306705" y="285471"/>
                                  </a:cubicBezTo>
                                  <a:cubicBezTo>
                                    <a:pt x="308610" y="284519"/>
                                    <a:pt x="310515" y="284519"/>
                                    <a:pt x="312420" y="282614"/>
                                  </a:cubicBezTo>
                                  <a:cubicBezTo>
                                    <a:pt x="316230" y="280709"/>
                                    <a:pt x="320993" y="276899"/>
                                    <a:pt x="324803" y="273089"/>
                                  </a:cubicBezTo>
                                  <a:cubicBezTo>
                                    <a:pt x="333375" y="264516"/>
                                    <a:pt x="340995" y="252134"/>
                                    <a:pt x="344805" y="235941"/>
                                  </a:cubicBezTo>
                                  <a:cubicBezTo>
                                    <a:pt x="348615" y="220701"/>
                                    <a:pt x="351473" y="206414"/>
                                    <a:pt x="353378" y="192126"/>
                                  </a:cubicBezTo>
                                  <a:cubicBezTo>
                                    <a:pt x="355283" y="177839"/>
                                    <a:pt x="356235" y="164504"/>
                                    <a:pt x="356235" y="152121"/>
                                  </a:cubicBezTo>
                                  <a:cubicBezTo>
                                    <a:pt x="355283" y="140691"/>
                                    <a:pt x="355283" y="129261"/>
                                    <a:pt x="353378" y="118784"/>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B8159DA7-9CB0-49AC-9855-E0FB8B9F3D62}"/>
                                </a:ext>
                              </a:extLst>
                            </p:cNvPr>
                            <p:cNvSpPr/>
                            <p:nvPr/>
                          </p:nvSpPr>
                          <p:spPr>
                            <a:xfrm>
                              <a:off x="3007224" y="1616004"/>
                              <a:ext cx="345757" cy="241242"/>
                            </a:xfrm>
                            <a:custGeom>
                              <a:avLst/>
                              <a:gdLst>
                                <a:gd name="connsiteX0" fmla="*/ 333375 w 345757"/>
                                <a:gd name="connsiteY0" fmla="*/ 40265 h 241242"/>
                                <a:gd name="connsiteX1" fmla="*/ 331470 w 345757"/>
                                <a:gd name="connsiteY1" fmla="*/ 42170 h 241242"/>
                                <a:gd name="connsiteX2" fmla="*/ 330517 w 345757"/>
                                <a:gd name="connsiteY2" fmla="*/ 53600 h 241242"/>
                                <a:gd name="connsiteX3" fmla="*/ 327660 w 345757"/>
                                <a:gd name="connsiteY3" fmla="*/ 84080 h 241242"/>
                                <a:gd name="connsiteX4" fmla="*/ 325755 w 345757"/>
                                <a:gd name="connsiteY4" fmla="*/ 125990 h 241242"/>
                                <a:gd name="connsiteX5" fmla="*/ 325755 w 345757"/>
                                <a:gd name="connsiteY5" fmla="*/ 137420 h 241242"/>
                                <a:gd name="connsiteX6" fmla="*/ 325755 w 345757"/>
                                <a:gd name="connsiteY6" fmla="*/ 143135 h 241242"/>
                                <a:gd name="connsiteX7" fmla="*/ 325755 w 345757"/>
                                <a:gd name="connsiteY7" fmla="*/ 145040 h 241242"/>
                                <a:gd name="connsiteX8" fmla="*/ 325755 w 345757"/>
                                <a:gd name="connsiteY8" fmla="*/ 146945 h 241242"/>
                                <a:gd name="connsiteX9" fmla="*/ 325755 w 345757"/>
                                <a:gd name="connsiteY9" fmla="*/ 149802 h 241242"/>
                                <a:gd name="connsiteX10" fmla="*/ 322897 w 345757"/>
                                <a:gd name="connsiteY10" fmla="*/ 171710 h 241242"/>
                                <a:gd name="connsiteX11" fmla="*/ 320992 w 345757"/>
                                <a:gd name="connsiteY11" fmla="*/ 182187 h 241242"/>
                                <a:gd name="connsiteX12" fmla="*/ 318135 w 345757"/>
                                <a:gd name="connsiteY12" fmla="*/ 191712 h 241242"/>
                                <a:gd name="connsiteX13" fmla="*/ 317182 w 345757"/>
                                <a:gd name="connsiteY13" fmla="*/ 196475 h 241242"/>
                                <a:gd name="connsiteX14" fmla="*/ 315277 w 345757"/>
                                <a:gd name="connsiteY14" fmla="*/ 200285 h 241242"/>
                                <a:gd name="connsiteX15" fmla="*/ 312420 w 345757"/>
                                <a:gd name="connsiteY15" fmla="*/ 208857 h 241242"/>
                                <a:gd name="connsiteX16" fmla="*/ 306705 w 345757"/>
                                <a:gd name="connsiteY16" fmla="*/ 222192 h 241242"/>
                                <a:gd name="connsiteX17" fmla="*/ 301942 w 345757"/>
                                <a:gd name="connsiteY17" fmla="*/ 231717 h 241242"/>
                                <a:gd name="connsiteX18" fmla="*/ 299085 w 345757"/>
                                <a:gd name="connsiteY18" fmla="*/ 237432 h 241242"/>
                                <a:gd name="connsiteX19" fmla="*/ 297180 w 345757"/>
                                <a:gd name="connsiteY19" fmla="*/ 240290 h 241242"/>
                                <a:gd name="connsiteX20" fmla="*/ 296227 w 345757"/>
                                <a:gd name="connsiteY20" fmla="*/ 241242 h 241242"/>
                                <a:gd name="connsiteX21" fmla="*/ 296227 w 345757"/>
                                <a:gd name="connsiteY21" fmla="*/ 241242 h 241242"/>
                                <a:gd name="connsiteX22" fmla="*/ 297180 w 345757"/>
                                <a:gd name="connsiteY22" fmla="*/ 240290 h 241242"/>
                                <a:gd name="connsiteX23" fmla="*/ 299085 w 345757"/>
                                <a:gd name="connsiteY23" fmla="*/ 237432 h 241242"/>
                                <a:gd name="connsiteX24" fmla="*/ 301942 w 345757"/>
                                <a:gd name="connsiteY24" fmla="*/ 230765 h 241242"/>
                                <a:gd name="connsiteX25" fmla="*/ 305752 w 345757"/>
                                <a:gd name="connsiteY25" fmla="*/ 221240 h 241242"/>
                                <a:gd name="connsiteX26" fmla="*/ 310515 w 345757"/>
                                <a:gd name="connsiteY26" fmla="*/ 207905 h 241242"/>
                                <a:gd name="connsiteX27" fmla="*/ 313372 w 345757"/>
                                <a:gd name="connsiteY27" fmla="*/ 199332 h 241242"/>
                                <a:gd name="connsiteX28" fmla="*/ 314325 w 345757"/>
                                <a:gd name="connsiteY28" fmla="*/ 194570 h 241242"/>
                                <a:gd name="connsiteX29" fmla="*/ 315277 w 345757"/>
                                <a:gd name="connsiteY29" fmla="*/ 189807 h 241242"/>
                                <a:gd name="connsiteX30" fmla="*/ 318135 w 345757"/>
                                <a:gd name="connsiteY30" fmla="*/ 180282 h 241242"/>
                                <a:gd name="connsiteX31" fmla="*/ 320040 w 345757"/>
                                <a:gd name="connsiteY31" fmla="*/ 169805 h 241242"/>
                                <a:gd name="connsiteX32" fmla="*/ 322897 w 345757"/>
                                <a:gd name="connsiteY32" fmla="*/ 147897 h 241242"/>
                                <a:gd name="connsiteX33" fmla="*/ 322897 w 345757"/>
                                <a:gd name="connsiteY33" fmla="*/ 145040 h 241242"/>
                                <a:gd name="connsiteX34" fmla="*/ 322897 w 345757"/>
                                <a:gd name="connsiteY34" fmla="*/ 144087 h 241242"/>
                                <a:gd name="connsiteX35" fmla="*/ 322897 w 345757"/>
                                <a:gd name="connsiteY35" fmla="*/ 143135 h 241242"/>
                                <a:gd name="connsiteX36" fmla="*/ 322897 w 345757"/>
                                <a:gd name="connsiteY36" fmla="*/ 137420 h 241242"/>
                                <a:gd name="connsiteX37" fmla="*/ 322897 w 345757"/>
                                <a:gd name="connsiteY37" fmla="*/ 125990 h 241242"/>
                                <a:gd name="connsiteX38" fmla="*/ 322897 w 345757"/>
                                <a:gd name="connsiteY38" fmla="*/ 84080 h 241242"/>
                                <a:gd name="connsiteX39" fmla="*/ 325755 w 345757"/>
                                <a:gd name="connsiteY39" fmla="*/ 45980 h 241242"/>
                                <a:gd name="connsiteX40" fmla="*/ 320992 w 345757"/>
                                <a:gd name="connsiteY40" fmla="*/ 48837 h 241242"/>
                                <a:gd name="connsiteX41" fmla="*/ 312420 w 345757"/>
                                <a:gd name="connsiteY41" fmla="*/ 54552 h 241242"/>
                                <a:gd name="connsiteX42" fmla="*/ 302895 w 345757"/>
                                <a:gd name="connsiteY42" fmla="*/ 60267 h 241242"/>
                                <a:gd name="connsiteX43" fmla="*/ 281940 w 345757"/>
                                <a:gd name="connsiteY43" fmla="*/ 72650 h 241242"/>
                                <a:gd name="connsiteX44" fmla="*/ 277177 w 345757"/>
                                <a:gd name="connsiteY44" fmla="*/ 75507 h 241242"/>
                                <a:gd name="connsiteX45" fmla="*/ 277177 w 345757"/>
                                <a:gd name="connsiteY45" fmla="*/ 75507 h 241242"/>
                                <a:gd name="connsiteX46" fmla="*/ 269557 w 345757"/>
                                <a:gd name="connsiteY46" fmla="*/ 85985 h 241242"/>
                                <a:gd name="connsiteX47" fmla="*/ 261938 w 345757"/>
                                <a:gd name="connsiteY47" fmla="*/ 101225 h 241242"/>
                                <a:gd name="connsiteX48" fmla="*/ 251460 w 345757"/>
                                <a:gd name="connsiteY48" fmla="*/ 142182 h 241242"/>
                                <a:gd name="connsiteX49" fmla="*/ 246697 w 345757"/>
                                <a:gd name="connsiteY49" fmla="*/ 164090 h 241242"/>
                                <a:gd name="connsiteX50" fmla="*/ 243840 w 345757"/>
                                <a:gd name="connsiteY50" fmla="*/ 174567 h 241242"/>
                                <a:gd name="connsiteX51" fmla="*/ 240982 w 345757"/>
                                <a:gd name="connsiteY51" fmla="*/ 184092 h 241242"/>
                                <a:gd name="connsiteX52" fmla="*/ 235267 w 345757"/>
                                <a:gd name="connsiteY52" fmla="*/ 201237 h 241242"/>
                                <a:gd name="connsiteX53" fmla="*/ 232410 w 345757"/>
                                <a:gd name="connsiteY53" fmla="*/ 207905 h 241242"/>
                                <a:gd name="connsiteX54" fmla="*/ 229552 w 345757"/>
                                <a:gd name="connsiteY54" fmla="*/ 213620 h 241242"/>
                                <a:gd name="connsiteX55" fmla="*/ 219075 w 345757"/>
                                <a:gd name="connsiteY55" fmla="*/ 226002 h 241242"/>
                                <a:gd name="connsiteX56" fmla="*/ 217170 w 345757"/>
                                <a:gd name="connsiteY56" fmla="*/ 226955 h 241242"/>
                                <a:gd name="connsiteX57" fmla="*/ 216217 w 345757"/>
                                <a:gd name="connsiteY57" fmla="*/ 227907 h 241242"/>
                                <a:gd name="connsiteX58" fmla="*/ 214313 w 345757"/>
                                <a:gd name="connsiteY58" fmla="*/ 228860 h 241242"/>
                                <a:gd name="connsiteX59" fmla="*/ 213360 w 345757"/>
                                <a:gd name="connsiteY59" fmla="*/ 229812 h 241242"/>
                                <a:gd name="connsiteX60" fmla="*/ 212407 w 345757"/>
                                <a:gd name="connsiteY60" fmla="*/ 230765 h 241242"/>
                                <a:gd name="connsiteX61" fmla="*/ 207645 w 345757"/>
                                <a:gd name="connsiteY61" fmla="*/ 231717 h 241242"/>
                                <a:gd name="connsiteX62" fmla="*/ 211455 w 345757"/>
                                <a:gd name="connsiteY62" fmla="*/ 230765 h 241242"/>
                                <a:gd name="connsiteX63" fmla="*/ 212407 w 345757"/>
                                <a:gd name="connsiteY63" fmla="*/ 229812 h 241242"/>
                                <a:gd name="connsiteX64" fmla="*/ 213360 w 345757"/>
                                <a:gd name="connsiteY64" fmla="*/ 228860 h 241242"/>
                                <a:gd name="connsiteX65" fmla="*/ 214313 w 345757"/>
                                <a:gd name="connsiteY65" fmla="*/ 227907 h 241242"/>
                                <a:gd name="connsiteX66" fmla="*/ 215265 w 345757"/>
                                <a:gd name="connsiteY66" fmla="*/ 226955 h 241242"/>
                                <a:gd name="connsiteX67" fmla="*/ 216217 w 345757"/>
                                <a:gd name="connsiteY67" fmla="*/ 226002 h 241242"/>
                                <a:gd name="connsiteX68" fmla="*/ 225742 w 345757"/>
                                <a:gd name="connsiteY68" fmla="*/ 212667 h 241242"/>
                                <a:gd name="connsiteX69" fmla="*/ 228600 w 345757"/>
                                <a:gd name="connsiteY69" fmla="*/ 206952 h 241242"/>
                                <a:gd name="connsiteX70" fmla="*/ 231457 w 345757"/>
                                <a:gd name="connsiteY70" fmla="*/ 199332 h 241242"/>
                                <a:gd name="connsiteX71" fmla="*/ 237172 w 345757"/>
                                <a:gd name="connsiteY71" fmla="*/ 182187 h 241242"/>
                                <a:gd name="connsiteX72" fmla="*/ 240030 w 345757"/>
                                <a:gd name="connsiteY72" fmla="*/ 172662 h 241242"/>
                                <a:gd name="connsiteX73" fmla="*/ 242888 w 345757"/>
                                <a:gd name="connsiteY73" fmla="*/ 162185 h 241242"/>
                                <a:gd name="connsiteX74" fmla="*/ 246697 w 345757"/>
                                <a:gd name="connsiteY74" fmla="*/ 140277 h 241242"/>
                                <a:gd name="connsiteX75" fmla="*/ 256222 w 345757"/>
                                <a:gd name="connsiteY75" fmla="*/ 98367 h 241242"/>
                                <a:gd name="connsiteX76" fmla="*/ 263842 w 345757"/>
                                <a:gd name="connsiteY76" fmla="*/ 82175 h 241242"/>
                                <a:gd name="connsiteX77" fmla="*/ 264795 w 345757"/>
                                <a:gd name="connsiteY77" fmla="*/ 81222 h 241242"/>
                                <a:gd name="connsiteX78" fmla="*/ 257175 w 345757"/>
                                <a:gd name="connsiteY78" fmla="*/ 85032 h 241242"/>
                                <a:gd name="connsiteX79" fmla="*/ 231457 w 345757"/>
                                <a:gd name="connsiteY79" fmla="*/ 99320 h 241242"/>
                                <a:gd name="connsiteX80" fmla="*/ 208597 w 345757"/>
                                <a:gd name="connsiteY80" fmla="*/ 111702 h 241242"/>
                                <a:gd name="connsiteX81" fmla="*/ 206692 w 345757"/>
                                <a:gd name="connsiteY81" fmla="*/ 112655 h 241242"/>
                                <a:gd name="connsiteX82" fmla="*/ 202882 w 345757"/>
                                <a:gd name="connsiteY82" fmla="*/ 116465 h 241242"/>
                                <a:gd name="connsiteX83" fmla="*/ 193357 w 345757"/>
                                <a:gd name="connsiteY83" fmla="*/ 133610 h 241242"/>
                                <a:gd name="connsiteX84" fmla="*/ 188595 w 345757"/>
                                <a:gd name="connsiteY84" fmla="*/ 146945 h 241242"/>
                                <a:gd name="connsiteX85" fmla="*/ 182880 w 345757"/>
                                <a:gd name="connsiteY85" fmla="*/ 160280 h 241242"/>
                                <a:gd name="connsiteX86" fmla="*/ 179070 w 345757"/>
                                <a:gd name="connsiteY86" fmla="*/ 166947 h 241242"/>
                                <a:gd name="connsiteX87" fmla="*/ 175260 w 345757"/>
                                <a:gd name="connsiteY87" fmla="*/ 173615 h 241242"/>
                                <a:gd name="connsiteX88" fmla="*/ 171450 w 345757"/>
                                <a:gd name="connsiteY88" fmla="*/ 180282 h 241242"/>
                                <a:gd name="connsiteX89" fmla="*/ 167640 w 345757"/>
                                <a:gd name="connsiteY89" fmla="*/ 186950 h 241242"/>
                                <a:gd name="connsiteX90" fmla="*/ 160020 w 345757"/>
                                <a:gd name="connsiteY90" fmla="*/ 199332 h 241242"/>
                                <a:gd name="connsiteX91" fmla="*/ 152400 w 345757"/>
                                <a:gd name="connsiteY91" fmla="*/ 211715 h 241242"/>
                                <a:gd name="connsiteX92" fmla="*/ 148590 w 345757"/>
                                <a:gd name="connsiteY92" fmla="*/ 217430 h 241242"/>
                                <a:gd name="connsiteX93" fmla="*/ 144780 w 345757"/>
                                <a:gd name="connsiteY93" fmla="*/ 223145 h 241242"/>
                                <a:gd name="connsiteX94" fmla="*/ 142875 w 345757"/>
                                <a:gd name="connsiteY94" fmla="*/ 226955 h 241242"/>
                                <a:gd name="connsiteX95" fmla="*/ 140970 w 345757"/>
                                <a:gd name="connsiteY95" fmla="*/ 230765 h 241242"/>
                                <a:gd name="connsiteX96" fmla="*/ 140017 w 345757"/>
                                <a:gd name="connsiteY96" fmla="*/ 229812 h 241242"/>
                                <a:gd name="connsiteX97" fmla="*/ 143827 w 345757"/>
                                <a:gd name="connsiteY97" fmla="*/ 223145 h 241242"/>
                                <a:gd name="connsiteX98" fmla="*/ 146685 w 345757"/>
                                <a:gd name="connsiteY98" fmla="*/ 217430 h 241242"/>
                                <a:gd name="connsiteX99" fmla="*/ 150495 w 345757"/>
                                <a:gd name="connsiteY99" fmla="*/ 210762 h 241242"/>
                                <a:gd name="connsiteX100" fmla="*/ 158115 w 345757"/>
                                <a:gd name="connsiteY100" fmla="*/ 198380 h 241242"/>
                                <a:gd name="connsiteX101" fmla="*/ 165735 w 345757"/>
                                <a:gd name="connsiteY101" fmla="*/ 185045 h 241242"/>
                                <a:gd name="connsiteX102" fmla="*/ 167640 w 345757"/>
                                <a:gd name="connsiteY102" fmla="*/ 181235 h 241242"/>
                                <a:gd name="connsiteX103" fmla="*/ 169545 w 345757"/>
                                <a:gd name="connsiteY103" fmla="*/ 177425 h 241242"/>
                                <a:gd name="connsiteX104" fmla="*/ 173355 w 345757"/>
                                <a:gd name="connsiteY104" fmla="*/ 170757 h 241242"/>
                                <a:gd name="connsiteX105" fmla="*/ 176213 w 345757"/>
                                <a:gd name="connsiteY105" fmla="*/ 164090 h 241242"/>
                                <a:gd name="connsiteX106" fmla="*/ 179070 w 345757"/>
                                <a:gd name="connsiteY106" fmla="*/ 157422 h 241242"/>
                                <a:gd name="connsiteX107" fmla="*/ 184785 w 345757"/>
                                <a:gd name="connsiteY107" fmla="*/ 144087 h 241242"/>
                                <a:gd name="connsiteX108" fmla="*/ 189547 w 345757"/>
                                <a:gd name="connsiteY108" fmla="*/ 130752 h 241242"/>
                                <a:gd name="connsiteX109" fmla="*/ 194310 w 345757"/>
                                <a:gd name="connsiteY109" fmla="*/ 119322 h 241242"/>
                                <a:gd name="connsiteX110" fmla="*/ 179070 w 345757"/>
                                <a:gd name="connsiteY110" fmla="*/ 127895 h 241242"/>
                                <a:gd name="connsiteX111" fmla="*/ 152400 w 345757"/>
                                <a:gd name="connsiteY111" fmla="*/ 144087 h 241242"/>
                                <a:gd name="connsiteX112" fmla="*/ 140017 w 345757"/>
                                <a:gd name="connsiteY112" fmla="*/ 152660 h 241242"/>
                                <a:gd name="connsiteX113" fmla="*/ 127635 w 345757"/>
                                <a:gd name="connsiteY113" fmla="*/ 161232 h 241242"/>
                                <a:gd name="connsiteX114" fmla="*/ 105727 w 345757"/>
                                <a:gd name="connsiteY114" fmla="*/ 180282 h 241242"/>
                                <a:gd name="connsiteX115" fmla="*/ 97155 w 345757"/>
                                <a:gd name="connsiteY115" fmla="*/ 190760 h 241242"/>
                                <a:gd name="connsiteX116" fmla="*/ 89535 w 345757"/>
                                <a:gd name="connsiteY116" fmla="*/ 199332 h 241242"/>
                                <a:gd name="connsiteX117" fmla="*/ 87630 w 345757"/>
                                <a:gd name="connsiteY117" fmla="*/ 199332 h 241242"/>
                                <a:gd name="connsiteX118" fmla="*/ 87630 w 345757"/>
                                <a:gd name="connsiteY118" fmla="*/ 199332 h 241242"/>
                                <a:gd name="connsiteX119" fmla="*/ 95250 w 345757"/>
                                <a:gd name="connsiteY119" fmla="*/ 188855 h 241242"/>
                                <a:gd name="connsiteX120" fmla="*/ 103822 w 345757"/>
                                <a:gd name="connsiteY120" fmla="*/ 178377 h 241242"/>
                                <a:gd name="connsiteX121" fmla="*/ 124777 w 345757"/>
                                <a:gd name="connsiteY121" fmla="*/ 158375 h 241242"/>
                                <a:gd name="connsiteX122" fmla="*/ 130492 w 345757"/>
                                <a:gd name="connsiteY122" fmla="*/ 153612 h 241242"/>
                                <a:gd name="connsiteX123" fmla="*/ 136207 w 345757"/>
                                <a:gd name="connsiteY123" fmla="*/ 148850 h 241242"/>
                                <a:gd name="connsiteX124" fmla="*/ 141922 w 345757"/>
                                <a:gd name="connsiteY124" fmla="*/ 144087 h 241242"/>
                                <a:gd name="connsiteX125" fmla="*/ 148590 w 345757"/>
                                <a:gd name="connsiteY125" fmla="*/ 139325 h 241242"/>
                                <a:gd name="connsiteX126" fmla="*/ 174307 w 345757"/>
                                <a:gd name="connsiteY126" fmla="*/ 122180 h 241242"/>
                                <a:gd name="connsiteX127" fmla="*/ 200977 w 345757"/>
                                <a:gd name="connsiteY127" fmla="*/ 106940 h 241242"/>
                                <a:gd name="connsiteX128" fmla="*/ 220027 w 345757"/>
                                <a:gd name="connsiteY128" fmla="*/ 95510 h 241242"/>
                                <a:gd name="connsiteX129" fmla="*/ 216217 w 345757"/>
                                <a:gd name="connsiteY129" fmla="*/ 95510 h 241242"/>
                                <a:gd name="connsiteX130" fmla="*/ 199072 w 345757"/>
                                <a:gd name="connsiteY130" fmla="*/ 94557 h 241242"/>
                                <a:gd name="connsiteX131" fmla="*/ 156210 w 345757"/>
                                <a:gd name="connsiteY131" fmla="*/ 88842 h 241242"/>
                                <a:gd name="connsiteX132" fmla="*/ 131445 w 345757"/>
                                <a:gd name="connsiteY132" fmla="*/ 85985 h 241242"/>
                                <a:gd name="connsiteX133" fmla="*/ 104775 w 345757"/>
                                <a:gd name="connsiteY133" fmla="*/ 85985 h 241242"/>
                                <a:gd name="connsiteX134" fmla="*/ 77152 w 345757"/>
                                <a:gd name="connsiteY134" fmla="*/ 90747 h 241242"/>
                                <a:gd name="connsiteX135" fmla="*/ 49530 w 345757"/>
                                <a:gd name="connsiteY135" fmla="*/ 101225 h 241242"/>
                                <a:gd name="connsiteX136" fmla="*/ 36195 w 345757"/>
                                <a:gd name="connsiteY136" fmla="*/ 108845 h 241242"/>
                                <a:gd name="connsiteX137" fmla="*/ 23813 w 345757"/>
                                <a:gd name="connsiteY137" fmla="*/ 117417 h 241242"/>
                                <a:gd name="connsiteX138" fmla="*/ 18097 w 345757"/>
                                <a:gd name="connsiteY138" fmla="*/ 122180 h 241242"/>
                                <a:gd name="connsiteX139" fmla="*/ 12382 w 345757"/>
                                <a:gd name="connsiteY139" fmla="*/ 127895 h 241242"/>
                                <a:gd name="connsiteX140" fmla="*/ 1905 w 345757"/>
                                <a:gd name="connsiteY140" fmla="*/ 139325 h 241242"/>
                                <a:gd name="connsiteX141" fmla="*/ 0 w 345757"/>
                                <a:gd name="connsiteY141" fmla="*/ 141230 h 241242"/>
                                <a:gd name="connsiteX142" fmla="*/ 0 w 345757"/>
                                <a:gd name="connsiteY142" fmla="*/ 140277 h 241242"/>
                                <a:gd name="connsiteX143" fmla="*/ 1905 w 345757"/>
                                <a:gd name="connsiteY143" fmla="*/ 138372 h 241242"/>
                                <a:gd name="connsiteX144" fmla="*/ 24765 w 345757"/>
                                <a:gd name="connsiteY144" fmla="*/ 116465 h 241242"/>
                                <a:gd name="connsiteX145" fmla="*/ 50482 w 345757"/>
                                <a:gd name="connsiteY145" fmla="*/ 99320 h 241242"/>
                                <a:gd name="connsiteX146" fmla="*/ 78105 w 345757"/>
                                <a:gd name="connsiteY146" fmla="*/ 87890 h 241242"/>
                                <a:gd name="connsiteX147" fmla="*/ 105727 w 345757"/>
                                <a:gd name="connsiteY147" fmla="*/ 82175 h 241242"/>
                                <a:gd name="connsiteX148" fmla="*/ 132397 w 345757"/>
                                <a:gd name="connsiteY148" fmla="*/ 81222 h 241242"/>
                                <a:gd name="connsiteX149" fmla="*/ 157163 w 345757"/>
                                <a:gd name="connsiteY149" fmla="*/ 84080 h 241242"/>
                                <a:gd name="connsiteX150" fmla="*/ 200025 w 345757"/>
                                <a:gd name="connsiteY150" fmla="*/ 88842 h 241242"/>
                                <a:gd name="connsiteX151" fmla="*/ 216217 w 345757"/>
                                <a:gd name="connsiteY151" fmla="*/ 88842 h 241242"/>
                                <a:gd name="connsiteX152" fmla="*/ 228600 w 345757"/>
                                <a:gd name="connsiteY152" fmla="*/ 87890 h 241242"/>
                                <a:gd name="connsiteX153" fmla="*/ 235267 w 345757"/>
                                <a:gd name="connsiteY153" fmla="*/ 86937 h 241242"/>
                                <a:gd name="connsiteX154" fmla="*/ 252413 w 345757"/>
                                <a:gd name="connsiteY154" fmla="*/ 76460 h 241242"/>
                                <a:gd name="connsiteX155" fmla="*/ 264795 w 345757"/>
                                <a:gd name="connsiteY155" fmla="*/ 69792 h 241242"/>
                                <a:gd name="connsiteX156" fmla="*/ 276225 w 345757"/>
                                <a:gd name="connsiteY156" fmla="*/ 63125 h 241242"/>
                                <a:gd name="connsiteX157" fmla="*/ 297180 w 345757"/>
                                <a:gd name="connsiteY157" fmla="*/ 49790 h 241242"/>
                                <a:gd name="connsiteX158" fmla="*/ 299085 w 345757"/>
                                <a:gd name="connsiteY158" fmla="*/ 48837 h 241242"/>
                                <a:gd name="connsiteX159" fmla="*/ 297180 w 345757"/>
                                <a:gd name="connsiteY159" fmla="*/ 47885 h 241242"/>
                                <a:gd name="connsiteX160" fmla="*/ 282892 w 345757"/>
                                <a:gd name="connsiteY160" fmla="*/ 43122 h 241242"/>
                                <a:gd name="connsiteX161" fmla="*/ 273367 w 345757"/>
                                <a:gd name="connsiteY161" fmla="*/ 40265 h 241242"/>
                                <a:gd name="connsiteX162" fmla="*/ 263842 w 345757"/>
                                <a:gd name="connsiteY162" fmla="*/ 36455 h 241242"/>
                                <a:gd name="connsiteX163" fmla="*/ 240982 w 345757"/>
                                <a:gd name="connsiteY163" fmla="*/ 28835 h 241242"/>
                                <a:gd name="connsiteX164" fmla="*/ 215265 w 345757"/>
                                <a:gd name="connsiteY164" fmla="*/ 20262 h 241242"/>
                                <a:gd name="connsiteX165" fmla="*/ 187642 w 345757"/>
                                <a:gd name="connsiteY165" fmla="*/ 12642 h 241242"/>
                                <a:gd name="connsiteX166" fmla="*/ 158115 w 345757"/>
                                <a:gd name="connsiteY166" fmla="*/ 5975 h 241242"/>
                                <a:gd name="connsiteX167" fmla="*/ 126682 w 345757"/>
                                <a:gd name="connsiteY167" fmla="*/ 3117 h 241242"/>
                                <a:gd name="connsiteX168" fmla="*/ 95250 w 345757"/>
                                <a:gd name="connsiteY168" fmla="*/ 5022 h 241242"/>
                                <a:gd name="connsiteX169" fmla="*/ 80010 w 345757"/>
                                <a:gd name="connsiteY169" fmla="*/ 7880 h 241242"/>
                                <a:gd name="connsiteX170" fmla="*/ 64770 w 345757"/>
                                <a:gd name="connsiteY170" fmla="*/ 11690 h 241242"/>
                                <a:gd name="connsiteX171" fmla="*/ 50482 w 345757"/>
                                <a:gd name="connsiteY171" fmla="*/ 17405 h 241242"/>
                                <a:gd name="connsiteX172" fmla="*/ 36195 w 345757"/>
                                <a:gd name="connsiteY172" fmla="*/ 25025 h 241242"/>
                                <a:gd name="connsiteX173" fmla="*/ 22860 w 345757"/>
                                <a:gd name="connsiteY173" fmla="*/ 32645 h 241242"/>
                                <a:gd name="connsiteX174" fmla="*/ 15240 w 345757"/>
                                <a:gd name="connsiteY174" fmla="*/ 38360 h 241242"/>
                                <a:gd name="connsiteX175" fmla="*/ 17145 w 345757"/>
                                <a:gd name="connsiteY175" fmla="*/ 35502 h 241242"/>
                                <a:gd name="connsiteX176" fmla="*/ 21907 w 345757"/>
                                <a:gd name="connsiteY176" fmla="*/ 31692 h 241242"/>
                                <a:gd name="connsiteX177" fmla="*/ 35242 w 345757"/>
                                <a:gd name="connsiteY177" fmla="*/ 24072 h 241242"/>
                                <a:gd name="connsiteX178" fmla="*/ 49530 w 345757"/>
                                <a:gd name="connsiteY178" fmla="*/ 16452 h 241242"/>
                                <a:gd name="connsiteX179" fmla="*/ 64770 w 345757"/>
                                <a:gd name="connsiteY179" fmla="*/ 10737 h 241242"/>
                                <a:gd name="connsiteX180" fmla="*/ 80010 w 345757"/>
                                <a:gd name="connsiteY180" fmla="*/ 5975 h 241242"/>
                                <a:gd name="connsiteX181" fmla="*/ 96202 w 345757"/>
                                <a:gd name="connsiteY181" fmla="*/ 2165 h 241242"/>
                                <a:gd name="connsiteX182" fmla="*/ 128588 w 345757"/>
                                <a:gd name="connsiteY182" fmla="*/ 260 h 241242"/>
                                <a:gd name="connsiteX183" fmla="*/ 160020 w 345757"/>
                                <a:gd name="connsiteY183" fmla="*/ 2165 h 241242"/>
                                <a:gd name="connsiteX184" fmla="*/ 190500 w 345757"/>
                                <a:gd name="connsiteY184" fmla="*/ 7880 h 241242"/>
                                <a:gd name="connsiteX185" fmla="*/ 219075 w 345757"/>
                                <a:gd name="connsiteY185" fmla="*/ 15500 h 241242"/>
                                <a:gd name="connsiteX186" fmla="*/ 244792 w 345757"/>
                                <a:gd name="connsiteY186" fmla="*/ 23120 h 241242"/>
                                <a:gd name="connsiteX187" fmla="*/ 267652 w 345757"/>
                                <a:gd name="connsiteY187" fmla="*/ 30740 h 241242"/>
                                <a:gd name="connsiteX188" fmla="*/ 277177 w 345757"/>
                                <a:gd name="connsiteY188" fmla="*/ 34550 h 241242"/>
                                <a:gd name="connsiteX189" fmla="*/ 286702 w 345757"/>
                                <a:gd name="connsiteY189" fmla="*/ 37407 h 241242"/>
                                <a:gd name="connsiteX190" fmla="*/ 300990 w 345757"/>
                                <a:gd name="connsiteY190" fmla="*/ 42170 h 241242"/>
                                <a:gd name="connsiteX191" fmla="*/ 308610 w 345757"/>
                                <a:gd name="connsiteY191" fmla="*/ 45027 h 241242"/>
                                <a:gd name="connsiteX192" fmla="*/ 308610 w 345757"/>
                                <a:gd name="connsiteY192" fmla="*/ 45027 h 241242"/>
                                <a:gd name="connsiteX193" fmla="*/ 316230 w 345757"/>
                                <a:gd name="connsiteY193" fmla="*/ 39312 h 241242"/>
                                <a:gd name="connsiteX194" fmla="*/ 329565 w 345757"/>
                                <a:gd name="connsiteY194" fmla="*/ 30740 h 241242"/>
                                <a:gd name="connsiteX195" fmla="*/ 340995 w 345757"/>
                                <a:gd name="connsiteY195" fmla="*/ 23120 h 241242"/>
                                <a:gd name="connsiteX196" fmla="*/ 345757 w 345757"/>
                                <a:gd name="connsiteY196" fmla="*/ 35502 h 241242"/>
                                <a:gd name="connsiteX197" fmla="*/ 333375 w 345757"/>
                                <a:gd name="connsiteY197" fmla="*/ 40265 h 2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345757" h="241242">
                                  <a:moveTo>
                                    <a:pt x="333375" y="40265"/>
                                  </a:moveTo>
                                  <a:cubicBezTo>
                                    <a:pt x="332422" y="41217"/>
                                    <a:pt x="331470" y="42170"/>
                                    <a:pt x="331470" y="42170"/>
                                  </a:cubicBezTo>
                                  <a:cubicBezTo>
                                    <a:pt x="331470" y="42170"/>
                                    <a:pt x="330517" y="45980"/>
                                    <a:pt x="330517" y="53600"/>
                                  </a:cubicBezTo>
                                  <a:cubicBezTo>
                                    <a:pt x="329565" y="61220"/>
                                    <a:pt x="328613" y="71697"/>
                                    <a:pt x="327660" y="84080"/>
                                  </a:cubicBezTo>
                                  <a:cubicBezTo>
                                    <a:pt x="326707" y="96462"/>
                                    <a:pt x="325755" y="110750"/>
                                    <a:pt x="325755" y="125990"/>
                                  </a:cubicBezTo>
                                  <a:cubicBezTo>
                                    <a:pt x="325755" y="129800"/>
                                    <a:pt x="325755" y="133610"/>
                                    <a:pt x="325755" y="137420"/>
                                  </a:cubicBezTo>
                                  <a:cubicBezTo>
                                    <a:pt x="325755" y="139325"/>
                                    <a:pt x="325755" y="141230"/>
                                    <a:pt x="325755" y="143135"/>
                                  </a:cubicBezTo>
                                  <a:lnTo>
                                    <a:pt x="325755" y="145040"/>
                                  </a:lnTo>
                                  <a:lnTo>
                                    <a:pt x="325755" y="146945"/>
                                  </a:lnTo>
                                  <a:lnTo>
                                    <a:pt x="325755" y="149802"/>
                                  </a:lnTo>
                                  <a:cubicBezTo>
                                    <a:pt x="324802" y="157422"/>
                                    <a:pt x="323850" y="165042"/>
                                    <a:pt x="322897" y="171710"/>
                                  </a:cubicBezTo>
                                  <a:cubicBezTo>
                                    <a:pt x="321945" y="175520"/>
                                    <a:pt x="321945" y="179330"/>
                                    <a:pt x="320992" y="182187"/>
                                  </a:cubicBezTo>
                                  <a:cubicBezTo>
                                    <a:pt x="320040" y="185045"/>
                                    <a:pt x="319088" y="188855"/>
                                    <a:pt x="318135" y="191712"/>
                                  </a:cubicBezTo>
                                  <a:cubicBezTo>
                                    <a:pt x="318135" y="193617"/>
                                    <a:pt x="317182" y="194570"/>
                                    <a:pt x="317182" y="196475"/>
                                  </a:cubicBezTo>
                                  <a:cubicBezTo>
                                    <a:pt x="316230" y="197427"/>
                                    <a:pt x="316230" y="199332"/>
                                    <a:pt x="315277" y="200285"/>
                                  </a:cubicBezTo>
                                  <a:cubicBezTo>
                                    <a:pt x="314325" y="203142"/>
                                    <a:pt x="313372" y="206000"/>
                                    <a:pt x="312420" y="208857"/>
                                  </a:cubicBezTo>
                                  <a:cubicBezTo>
                                    <a:pt x="310515" y="213620"/>
                                    <a:pt x="308610" y="218382"/>
                                    <a:pt x="306705" y="222192"/>
                                  </a:cubicBezTo>
                                  <a:cubicBezTo>
                                    <a:pt x="304800" y="226002"/>
                                    <a:pt x="302895" y="228860"/>
                                    <a:pt x="301942" y="231717"/>
                                  </a:cubicBezTo>
                                  <a:cubicBezTo>
                                    <a:pt x="300990" y="234575"/>
                                    <a:pt x="299085" y="236480"/>
                                    <a:pt x="299085" y="237432"/>
                                  </a:cubicBezTo>
                                  <a:cubicBezTo>
                                    <a:pt x="298132" y="239337"/>
                                    <a:pt x="297180" y="239337"/>
                                    <a:pt x="297180" y="240290"/>
                                  </a:cubicBezTo>
                                  <a:cubicBezTo>
                                    <a:pt x="297180" y="240290"/>
                                    <a:pt x="297180" y="241242"/>
                                    <a:pt x="296227" y="241242"/>
                                  </a:cubicBezTo>
                                  <a:lnTo>
                                    <a:pt x="296227" y="241242"/>
                                  </a:lnTo>
                                  <a:cubicBezTo>
                                    <a:pt x="296227" y="241242"/>
                                    <a:pt x="296227" y="240290"/>
                                    <a:pt x="297180" y="240290"/>
                                  </a:cubicBezTo>
                                  <a:cubicBezTo>
                                    <a:pt x="297180" y="239337"/>
                                    <a:pt x="298132" y="238385"/>
                                    <a:pt x="299085" y="237432"/>
                                  </a:cubicBezTo>
                                  <a:cubicBezTo>
                                    <a:pt x="300038" y="235527"/>
                                    <a:pt x="300990" y="233622"/>
                                    <a:pt x="301942" y="230765"/>
                                  </a:cubicBezTo>
                                  <a:cubicBezTo>
                                    <a:pt x="302895" y="227907"/>
                                    <a:pt x="303847" y="225050"/>
                                    <a:pt x="305752" y="221240"/>
                                  </a:cubicBezTo>
                                  <a:cubicBezTo>
                                    <a:pt x="306705" y="217430"/>
                                    <a:pt x="308610" y="212667"/>
                                    <a:pt x="310515" y="207905"/>
                                  </a:cubicBezTo>
                                  <a:cubicBezTo>
                                    <a:pt x="311467" y="205047"/>
                                    <a:pt x="312420" y="202190"/>
                                    <a:pt x="313372" y="199332"/>
                                  </a:cubicBezTo>
                                  <a:cubicBezTo>
                                    <a:pt x="313372" y="197427"/>
                                    <a:pt x="314325" y="196475"/>
                                    <a:pt x="314325" y="194570"/>
                                  </a:cubicBezTo>
                                  <a:cubicBezTo>
                                    <a:pt x="314325" y="192665"/>
                                    <a:pt x="315277" y="191712"/>
                                    <a:pt x="315277" y="189807"/>
                                  </a:cubicBezTo>
                                  <a:cubicBezTo>
                                    <a:pt x="316230" y="186950"/>
                                    <a:pt x="317182" y="183140"/>
                                    <a:pt x="318135" y="180282"/>
                                  </a:cubicBezTo>
                                  <a:cubicBezTo>
                                    <a:pt x="319088" y="177425"/>
                                    <a:pt x="319088" y="173615"/>
                                    <a:pt x="320040" y="169805"/>
                                  </a:cubicBezTo>
                                  <a:cubicBezTo>
                                    <a:pt x="321945" y="163137"/>
                                    <a:pt x="321945" y="155517"/>
                                    <a:pt x="322897" y="147897"/>
                                  </a:cubicBezTo>
                                  <a:lnTo>
                                    <a:pt x="322897" y="145040"/>
                                  </a:lnTo>
                                  <a:lnTo>
                                    <a:pt x="322897" y="144087"/>
                                  </a:lnTo>
                                  <a:lnTo>
                                    <a:pt x="322897" y="143135"/>
                                  </a:lnTo>
                                  <a:cubicBezTo>
                                    <a:pt x="322897" y="141230"/>
                                    <a:pt x="322897" y="139325"/>
                                    <a:pt x="322897" y="137420"/>
                                  </a:cubicBezTo>
                                  <a:cubicBezTo>
                                    <a:pt x="322897" y="133610"/>
                                    <a:pt x="322897" y="129800"/>
                                    <a:pt x="322897" y="125990"/>
                                  </a:cubicBezTo>
                                  <a:cubicBezTo>
                                    <a:pt x="322897" y="110750"/>
                                    <a:pt x="322897" y="96462"/>
                                    <a:pt x="322897" y="84080"/>
                                  </a:cubicBezTo>
                                  <a:cubicBezTo>
                                    <a:pt x="323850" y="65982"/>
                                    <a:pt x="324802" y="52647"/>
                                    <a:pt x="325755" y="45980"/>
                                  </a:cubicBezTo>
                                  <a:cubicBezTo>
                                    <a:pt x="323850" y="46932"/>
                                    <a:pt x="322897" y="47885"/>
                                    <a:pt x="320992" y="48837"/>
                                  </a:cubicBezTo>
                                  <a:cubicBezTo>
                                    <a:pt x="318135" y="50742"/>
                                    <a:pt x="315277" y="52647"/>
                                    <a:pt x="312420" y="54552"/>
                                  </a:cubicBezTo>
                                  <a:cubicBezTo>
                                    <a:pt x="309563" y="56457"/>
                                    <a:pt x="305752" y="58362"/>
                                    <a:pt x="302895" y="60267"/>
                                  </a:cubicBezTo>
                                  <a:cubicBezTo>
                                    <a:pt x="296227" y="64077"/>
                                    <a:pt x="288607" y="67887"/>
                                    <a:pt x="281940" y="72650"/>
                                  </a:cubicBezTo>
                                  <a:cubicBezTo>
                                    <a:pt x="280988" y="73602"/>
                                    <a:pt x="279082" y="74555"/>
                                    <a:pt x="277177" y="75507"/>
                                  </a:cubicBezTo>
                                  <a:cubicBezTo>
                                    <a:pt x="277177" y="75507"/>
                                    <a:pt x="277177" y="75507"/>
                                    <a:pt x="277177" y="75507"/>
                                  </a:cubicBezTo>
                                  <a:cubicBezTo>
                                    <a:pt x="275272" y="78365"/>
                                    <a:pt x="272415" y="82175"/>
                                    <a:pt x="269557" y="85985"/>
                                  </a:cubicBezTo>
                                  <a:cubicBezTo>
                                    <a:pt x="266700" y="90747"/>
                                    <a:pt x="264795" y="95510"/>
                                    <a:pt x="261938" y="101225"/>
                                  </a:cubicBezTo>
                                  <a:cubicBezTo>
                                    <a:pt x="257175" y="112655"/>
                                    <a:pt x="254317" y="126942"/>
                                    <a:pt x="251460" y="142182"/>
                                  </a:cubicBezTo>
                                  <a:cubicBezTo>
                                    <a:pt x="249555" y="149802"/>
                                    <a:pt x="248602" y="157422"/>
                                    <a:pt x="246697" y="164090"/>
                                  </a:cubicBezTo>
                                  <a:cubicBezTo>
                                    <a:pt x="245745" y="167900"/>
                                    <a:pt x="244792" y="171710"/>
                                    <a:pt x="243840" y="174567"/>
                                  </a:cubicBezTo>
                                  <a:cubicBezTo>
                                    <a:pt x="242888" y="178377"/>
                                    <a:pt x="241935" y="181235"/>
                                    <a:pt x="240982" y="184092"/>
                                  </a:cubicBezTo>
                                  <a:cubicBezTo>
                                    <a:pt x="239077" y="190760"/>
                                    <a:pt x="237172" y="196475"/>
                                    <a:pt x="235267" y="201237"/>
                                  </a:cubicBezTo>
                                  <a:cubicBezTo>
                                    <a:pt x="234315" y="204095"/>
                                    <a:pt x="233363" y="206000"/>
                                    <a:pt x="232410" y="207905"/>
                                  </a:cubicBezTo>
                                  <a:cubicBezTo>
                                    <a:pt x="231457" y="209810"/>
                                    <a:pt x="230505" y="211715"/>
                                    <a:pt x="229552" y="213620"/>
                                  </a:cubicBezTo>
                                  <a:cubicBezTo>
                                    <a:pt x="225742" y="220287"/>
                                    <a:pt x="222885" y="224097"/>
                                    <a:pt x="219075" y="226002"/>
                                  </a:cubicBezTo>
                                  <a:cubicBezTo>
                                    <a:pt x="218122" y="226002"/>
                                    <a:pt x="218122" y="226955"/>
                                    <a:pt x="217170" y="226955"/>
                                  </a:cubicBezTo>
                                  <a:cubicBezTo>
                                    <a:pt x="217170" y="226955"/>
                                    <a:pt x="216217" y="227907"/>
                                    <a:pt x="216217" y="227907"/>
                                  </a:cubicBezTo>
                                  <a:cubicBezTo>
                                    <a:pt x="215265" y="227907"/>
                                    <a:pt x="215265" y="228860"/>
                                    <a:pt x="214313" y="228860"/>
                                  </a:cubicBezTo>
                                  <a:cubicBezTo>
                                    <a:pt x="214313" y="228860"/>
                                    <a:pt x="213360" y="229812"/>
                                    <a:pt x="213360" y="229812"/>
                                  </a:cubicBezTo>
                                  <a:cubicBezTo>
                                    <a:pt x="212407" y="229812"/>
                                    <a:pt x="212407" y="230765"/>
                                    <a:pt x="212407" y="230765"/>
                                  </a:cubicBezTo>
                                  <a:cubicBezTo>
                                    <a:pt x="211455" y="230765"/>
                                    <a:pt x="209550" y="231717"/>
                                    <a:pt x="207645" y="231717"/>
                                  </a:cubicBezTo>
                                  <a:cubicBezTo>
                                    <a:pt x="208597" y="231717"/>
                                    <a:pt x="210502" y="230765"/>
                                    <a:pt x="211455" y="230765"/>
                                  </a:cubicBezTo>
                                  <a:cubicBezTo>
                                    <a:pt x="212407" y="230765"/>
                                    <a:pt x="212407" y="229812"/>
                                    <a:pt x="212407" y="229812"/>
                                  </a:cubicBezTo>
                                  <a:cubicBezTo>
                                    <a:pt x="212407" y="229812"/>
                                    <a:pt x="213360" y="228860"/>
                                    <a:pt x="213360" y="228860"/>
                                  </a:cubicBezTo>
                                  <a:cubicBezTo>
                                    <a:pt x="214313" y="228860"/>
                                    <a:pt x="214313" y="227907"/>
                                    <a:pt x="214313" y="227907"/>
                                  </a:cubicBezTo>
                                  <a:cubicBezTo>
                                    <a:pt x="215265" y="227907"/>
                                    <a:pt x="215265" y="226955"/>
                                    <a:pt x="215265" y="226955"/>
                                  </a:cubicBezTo>
                                  <a:cubicBezTo>
                                    <a:pt x="216217" y="226955"/>
                                    <a:pt x="216217" y="226002"/>
                                    <a:pt x="216217" y="226002"/>
                                  </a:cubicBezTo>
                                  <a:cubicBezTo>
                                    <a:pt x="220027" y="224097"/>
                                    <a:pt x="222885" y="220287"/>
                                    <a:pt x="225742" y="212667"/>
                                  </a:cubicBezTo>
                                  <a:cubicBezTo>
                                    <a:pt x="226695" y="210762"/>
                                    <a:pt x="227647" y="208857"/>
                                    <a:pt x="228600" y="206952"/>
                                  </a:cubicBezTo>
                                  <a:cubicBezTo>
                                    <a:pt x="229552" y="205047"/>
                                    <a:pt x="230505" y="202190"/>
                                    <a:pt x="231457" y="199332"/>
                                  </a:cubicBezTo>
                                  <a:cubicBezTo>
                                    <a:pt x="233363" y="194570"/>
                                    <a:pt x="235267" y="188855"/>
                                    <a:pt x="237172" y="182187"/>
                                  </a:cubicBezTo>
                                  <a:cubicBezTo>
                                    <a:pt x="238125" y="179330"/>
                                    <a:pt x="239077" y="175520"/>
                                    <a:pt x="240030" y="172662"/>
                                  </a:cubicBezTo>
                                  <a:cubicBezTo>
                                    <a:pt x="240982" y="168852"/>
                                    <a:pt x="241935" y="165995"/>
                                    <a:pt x="242888" y="162185"/>
                                  </a:cubicBezTo>
                                  <a:cubicBezTo>
                                    <a:pt x="244792" y="155517"/>
                                    <a:pt x="245745" y="147897"/>
                                    <a:pt x="246697" y="140277"/>
                                  </a:cubicBezTo>
                                  <a:cubicBezTo>
                                    <a:pt x="249555" y="125037"/>
                                    <a:pt x="252413" y="110750"/>
                                    <a:pt x="256222" y="98367"/>
                                  </a:cubicBezTo>
                                  <a:cubicBezTo>
                                    <a:pt x="258127" y="92652"/>
                                    <a:pt x="260985" y="86937"/>
                                    <a:pt x="263842" y="82175"/>
                                  </a:cubicBezTo>
                                  <a:cubicBezTo>
                                    <a:pt x="263842" y="81222"/>
                                    <a:pt x="264795" y="81222"/>
                                    <a:pt x="264795" y="81222"/>
                                  </a:cubicBezTo>
                                  <a:cubicBezTo>
                                    <a:pt x="261938" y="82175"/>
                                    <a:pt x="260032" y="84080"/>
                                    <a:pt x="257175" y="85032"/>
                                  </a:cubicBezTo>
                                  <a:cubicBezTo>
                                    <a:pt x="248602" y="89795"/>
                                    <a:pt x="240030" y="94557"/>
                                    <a:pt x="231457" y="99320"/>
                                  </a:cubicBezTo>
                                  <a:cubicBezTo>
                                    <a:pt x="223838" y="103130"/>
                                    <a:pt x="216217" y="107892"/>
                                    <a:pt x="208597" y="111702"/>
                                  </a:cubicBezTo>
                                  <a:cubicBezTo>
                                    <a:pt x="208597" y="111702"/>
                                    <a:pt x="207645" y="111702"/>
                                    <a:pt x="206692" y="112655"/>
                                  </a:cubicBezTo>
                                  <a:cubicBezTo>
                                    <a:pt x="205740" y="113607"/>
                                    <a:pt x="204788" y="114560"/>
                                    <a:pt x="202882" y="116465"/>
                                  </a:cubicBezTo>
                                  <a:cubicBezTo>
                                    <a:pt x="200025" y="119322"/>
                                    <a:pt x="196215" y="125990"/>
                                    <a:pt x="193357" y="133610"/>
                                  </a:cubicBezTo>
                                  <a:cubicBezTo>
                                    <a:pt x="191452" y="137420"/>
                                    <a:pt x="190500" y="142182"/>
                                    <a:pt x="188595" y="146945"/>
                                  </a:cubicBezTo>
                                  <a:cubicBezTo>
                                    <a:pt x="186690" y="151707"/>
                                    <a:pt x="184785" y="156470"/>
                                    <a:pt x="182880" y="160280"/>
                                  </a:cubicBezTo>
                                  <a:cubicBezTo>
                                    <a:pt x="181927" y="162185"/>
                                    <a:pt x="180975" y="165042"/>
                                    <a:pt x="179070" y="166947"/>
                                  </a:cubicBezTo>
                                  <a:cubicBezTo>
                                    <a:pt x="178117" y="168852"/>
                                    <a:pt x="176213" y="171710"/>
                                    <a:pt x="175260" y="173615"/>
                                  </a:cubicBezTo>
                                  <a:cubicBezTo>
                                    <a:pt x="174307" y="175520"/>
                                    <a:pt x="172402" y="178377"/>
                                    <a:pt x="171450" y="180282"/>
                                  </a:cubicBezTo>
                                  <a:cubicBezTo>
                                    <a:pt x="170497" y="182187"/>
                                    <a:pt x="168592" y="185045"/>
                                    <a:pt x="167640" y="186950"/>
                                  </a:cubicBezTo>
                                  <a:cubicBezTo>
                                    <a:pt x="164782" y="191712"/>
                                    <a:pt x="161925" y="195522"/>
                                    <a:pt x="160020" y="199332"/>
                                  </a:cubicBezTo>
                                  <a:cubicBezTo>
                                    <a:pt x="157163" y="203142"/>
                                    <a:pt x="154305" y="207905"/>
                                    <a:pt x="152400" y="211715"/>
                                  </a:cubicBezTo>
                                  <a:cubicBezTo>
                                    <a:pt x="151447" y="213620"/>
                                    <a:pt x="149542" y="215525"/>
                                    <a:pt x="148590" y="217430"/>
                                  </a:cubicBezTo>
                                  <a:cubicBezTo>
                                    <a:pt x="147638" y="219335"/>
                                    <a:pt x="146685" y="221240"/>
                                    <a:pt x="144780" y="223145"/>
                                  </a:cubicBezTo>
                                  <a:cubicBezTo>
                                    <a:pt x="143827" y="224097"/>
                                    <a:pt x="143827" y="225050"/>
                                    <a:pt x="142875" y="226955"/>
                                  </a:cubicBezTo>
                                  <a:cubicBezTo>
                                    <a:pt x="141922" y="227907"/>
                                    <a:pt x="141922" y="228860"/>
                                    <a:pt x="140970" y="230765"/>
                                  </a:cubicBezTo>
                                  <a:cubicBezTo>
                                    <a:pt x="140970" y="230765"/>
                                    <a:pt x="140017" y="230765"/>
                                    <a:pt x="140017" y="229812"/>
                                  </a:cubicBezTo>
                                  <a:cubicBezTo>
                                    <a:pt x="140970" y="227907"/>
                                    <a:pt x="141922" y="225050"/>
                                    <a:pt x="143827" y="223145"/>
                                  </a:cubicBezTo>
                                  <a:cubicBezTo>
                                    <a:pt x="144780" y="221240"/>
                                    <a:pt x="145732" y="219335"/>
                                    <a:pt x="146685" y="217430"/>
                                  </a:cubicBezTo>
                                  <a:cubicBezTo>
                                    <a:pt x="147638" y="215525"/>
                                    <a:pt x="148590" y="213620"/>
                                    <a:pt x="150495" y="210762"/>
                                  </a:cubicBezTo>
                                  <a:cubicBezTo>
                                    <a:pt x="152400" y="206952"/>
                                    <a:pt x="155257" y="202190"/>
                                    <a:pt x="158115" y="198380"/>
                                  </a:cubicBezTo>
                                  <a:cubicBezTo>
                                    <a:pt x="160020" y="193617"/>
                                    <a:pt x="162877" y="189807"/>
                                    <a:pt x="165735" y="185045"/>
                                  </a:cubicBezTo>
                                  <a:lnTo>
                                    <a:pt x="167640" y="181235"/>
                                  </a:lnTo>
                                  <a:lnTo>
                                    <a:pt x="169545" y="177425"/>
                                  </a:lnTo>
                                  <a:cubicBezTo>
                                    <a:pt x="170497" y="175520"/>
                                    <a:pt x="171450" y="172662"/>
                                    <a:pt x="173355" y="170757"/>
                                  </a:cubicBezTo>
                                  <a:cubicBezTo>
                                    <a:pt x="174307" y="168852"/>
                                    <a:pt x="175260" y="165995"/>
                                    <a:pt x="176213" y="164090"/>
                                  </a:cubicBezTo>
                                  <a:cubicBezTo>
                                    <a:pt x="177165" y="161232"/>
                                    <a:pt x="178117" y="159327"/>
                                    <a:pt x="179070" y="157422"/>
                                  </a:cubicBezTo>
                                  <a:cubicBezTo>
                                    <a:pt x="180975" y="152660"/>
                                    <a:pt x="182880" y="147897"/>
                                    <a:pt x="184785" y="144087"/>
                                  </a:cubicBezTo>
                                  <a:cubicBezTo>
                                    <a:pt x="186690" y="139325"/>
                                    <a:pt x="187642" y="135515"/>
                                    <a:pt x="189547" y="130752"/>
                                  </a:cubicBezTo>
                                  <a:cubicBezTo>
                                    <a:pt x="190500" y="125990"/>
                                    <a:pt x="192405" y="122180"/>
                                    <a:pt x="194310" y="119322"/>
                                  </a:cubicBezTo>
                                  <a:cubicBezTo>
                                    <a:pt x="188595" y="122180"/>
                                    <a:pt x="183832" y="125037"/>
                                    <a:pt x="179070" y="127895"/>
                                  </a:cubicBezTo>
                                  <a:cubicBezTo>
                                    <a:pt x="170497" y="133610"/>
                                    <a:pt x="160972" y="138372"/>
                                    <a:pt x="152400" y="144087"/>
                                  </a:cubicBezTo>
                                  <a:cubicBezTo>
                                    <a:pt x="147638" y="146945"/>
                                    <a:pt x="143827" y="149802"/>
                                    <a:pt x="140017" y="152660"/>
                                  </a:cubicBezTo>
                                  <a:cubicBezTo>
                                    <a:pt x="136207" y="155517"/>
                                    <a:pt x="132397" y="159327"/>
                                    <a:pt x="127635" y="161232"/>
                                  </a:cubicBezTo>
                                  <a:cubicBezTo>
                                    <a:pt x="120015" y="166947"/>
                                    <a:pt x="112395" y="173615"/>
                                    <a:pt x="105727" y="180282"/>
                                  </a:cubicBezTo>
                                  <a:cubicBezTo>
                                    <a:pt x="102870" y="183140"/>
                                    <a:pt x="100013" y="186950"/>
                                    <a:pt x="97155" y="190760"/>
                                  </a:cubicBezTo>
                                  <a:cubicBezTo>
                                    <a:pt x="94297" y="193617"/>
                                    <a:pt x="92392" y="196475"/>
                                    <a:pt x="89535" y="199332"/>
                                  </a:cubicBezTo>
                                  <a:cubicBezTo>
                                    <a:pt x="89535" y="199332"/>
                                    <a:pt x="87630" y="199332"/>
                                    <a:pt x="87630" y="199332"/>
                                  </a:cubicBezTo>
                                  <a:lnTo>
                                    <a:pt x="87630" y="199332"/>
                                  </a:lnTo>
                                  <a:cubicBezTo>
                                    <a:pt x="89535" y="195522"/>
                                    <a:pt x="92392" y="192665"/>
                                    <a:pt x="95250" y="188855"/>
                                  </a:cubicBezTo>
                                  <a:cubicBezTo>
                                    <a:pt x="98107" y="185045"/>
                                    <a:pt x="100965" y="181235"/>
                                    <a:pt x="103822" y="178377"/>
                                  </a:cubicBezTo>
                                  <a:cubicBezTo>
                                    <a:pt x="110490" y="171710"/>
                                    <a:pt x="117157" y="165042"/>
                                    <a:pt x="124777" y="158375"/>
                                  </a:cubicBezTo>
                                  <a:cubicBezTo>
                                    <a:pt x="126682" y="156470"/>
                                    <a:pt x="128588" y="155517"/>
                                    <a:pt x="130492" y="153612"/>
                                  </a:cubicBezTo>
                                  <a:cubicBezTo>
                                    <a:pt x="132397" y="151707"/>
                                    <a:pt x="134302" y="150755"/>
                                    <a:pt x="136207" y="148850"/>
                                  </a:cubicBezTo>
                                  <a:cubicBezTo>
                                    <a:pt x="138113" y="146945"/>
                                    <a:pt x="140017" y="145992"/>
                                    <a:pt x="141922" y="144087"/>
                                  </a:cubicBezTo>
                                  <a:cubicBezTo>
                                    <a:pt x="143827" y="142182"/>
                                    <a:pt x="145732" y="141230"/>
                                    <a:pt x="148590" y="139325"/>
                                  </a:cubicBezTo>
                                  <a:cubicBezTo>
                                    <a:pt x="157163" y="133610"/>
                                    <a:pt x="165735" y="128847"/>
                                    <a:pt x="174307" y="122180"/>
                                  </a:cubicBezTo>
                                  <a:cubicBezTo>
                                    <a:pt x="182880" y="116465"/>
                                    <a:pt x="192405" y="111702"/>
                                    <a:pt x="200977" y="106940"/>
                                  </a:cubicBezTo>
                                  <a:cubicBezTo>
                                    <a:pt x="207645" y="103130"/>
                                    <a:pt x="213360" y="99320"/>
                                    <a:pt x="220027" y="95510"/>
                                  </a:cubicBezTo>
                                  <a:cubicBezTo>
                                    <a:pt x="219075" y="95510"/>
                                    <a:pt x="217170" y="95510"/>
                                    <a:pt x="216217" y="95510"/>
                                  </a:cubicBezTo>
                                  <a:cubicBezTo>
                                    <a:pt x="211455" y="95510"/>
                                    <a:pt x="204788" y="95510"/>
                                    <a:pt x="199072" y="94557"/>
                                  </a:cubicBezTo>
                                  <a:cubicBezTo>
                                    <a:pt x="186690" y="93605"/>
                                    <a:pt x="171450" y="90747"/>
                                    <a:pt x="156210" y="88842"/>
                                  </a:cubicBezTo>
                                  <a:cubicBezTo>
                                    <a:pt x="148590" y="87890"/>
                                    <a:pt x="140017" y="86937"/>
                                    <a:pt x="131445" y="85985"/>
                                  </a:cubicBezTo>
                                  <a:cubicBezTo>
                                    <a:pt x="122872" y="85032"/>
                                    <a:pt x="114300" y="85032"/>
                                    <a:pt x="104775" y="85985"/>
                                  </a:cubicBezTo>
                                  <a:cubicBezTo>
                                    <a:pt x="96202" y="85985"/>
                                    <a:pt x="86677" y="88842"/>
                                    <a:pt x="77152" y="90747"/>
                                  </a:cubicBezTo>
                                  <a:cubicBezTo>
                                    <a:pt x="67627" y="93605"/>
                                    <a:pt x="59055" y="96462"/>
                                    <a:pt x="49530" y="101225"/>
                                  </a:cubicBezTo>
                                  <a:cubicBezTo>
                                    <a:pt x="44767" y="103130"/>
                                    <a:pt x="40957" y="105987"/>
                                    <a:pt x="36195" y="108845"/>
                                  </a:cubicBezTo>
                                  <a:cubicBezTo>
                                    <a:pt x="32385" y="111702"/>
                                    <a:pt x="27622" y="114560"/>
                                    <a:pt x="23813" y="117417"/>
                                  </a:cubicBezTo>
                                  <a:cubicBezTo>
                                    <a:pt x="21907" y="119322"/>
                                    <a:pt x="20002" y="120275"/>
                                    <a:pt x="18097" y="122180"/>
                                  </a:cubicBezTo>
                                  <a:cubicBezTo>
                                    <a:pt x="16192" y="124085"/>
                                    <a:pt x="14288" y="125990"/>
                                    <a:pt x="12382" y="127895"/>
                                  </a:cubicBezTo>
                                  <a:cubicBezTo>
                                    <a:pt x="8572" y="131705"/>
                                    <a:pt x="4763" y="135515"/>
                                    <a:pt x="1905" y="139325"/>
                                  </a:cubicBezTo>
                                  <a:cubicBezTo>
                                    <a:pt x="952" y="140277"/>
                                    <a:pt x="952" y="140277"/>
                                    <a:pt x="0" y="141230"/>
                                  </a:cubicBezTo>
                                  <a:cubicBezTo>
                                    <a:pt x="0" y="141230"/>
                                    <a:pt x="0" y="140277"/>
                                    <a:pt x="0" y="140277"/>
                                  </a:cubicBezTo>
                                  <a:lnTo>
                                    <a:pt x="1905" y="138372"/>
                                  </a:lnTo>
                                  <a:cubicBezTo>
                                    <a:pt x="8572" y="130752"/>
                                    <a:pt x="16192" y="122180"/>
                                    <a:pt x="24765" y="116465"/>
                                  </a:cubicBezTo>
                                  <a:cubicBezTo>
                                    <a:pt x="32385" y="109797"/>
                                    <a:pt x="41910" y="104082"/>
                                    <a:pt x="50482" y="99320"/>
                                  </a:cubicBezTo>
                                  <a:cubicBezTo>
                                    <a:pt x="59055" y="94557"/>
                                    <a:pt x="68580" y="90747"/>
                                    <a:pt x="78105" y="87890"/>
                                  </a:cubicBezTo>
                                  <a:cubicBezTo>
                                    <a:pt x="87630" y="85032"/>
                                    <a:pt x="97155" y="83127"/>
                                    <a:pt x="105727" y="82175"/>
                                  </a:cubicBezTo>
                                  <a:cubicBezTo>
                                    <a:pt x="115252" y="81222"/>
                                    <a:pt x="123825" y="81222"/>
                                    <a:pt x="132397" y="81222"/>
                                  </a:cubicBezTo>
                                  <a:cubicBezTo>
                                    <a:pt x="140970" y="82175"/>
                                    <a:pt x="149542" y="83127"/>
                                    <a:pt x="157163" y="84080"/>
                                  </a:cubicBezTo>
                                  <a:cubicBezTo>
                                    <a:pt x="173355" y="85985"/>
                                    <a:pt x="187642" y="87890"/>
                                    <a:pt x="200025" y="88842"/>
                                  </a:cubicBezTo>
                                  <a:cubicBezTo>
                                    <a:pt x="205740" y="89795"/>
                                    <a:pt x="211455" y="89795"/>
                                    <a:pt x="216217" y="88842"/>
                                  </a:cubicBezTo>
                                  <a:cubicBezTo>
                                    <a:pt x="220980" y="88842"/>
                                    <a:pt x="225742" y="88842"/>
                                    <a:pt x="228600" y="87890"/>
                                  </a:cubicBezTo>
                                  <a:cubicBezTo>
                                    <a:pt x="231457" y="87890"/>
                                    <a:pt x="233363" y="86937"/>
                                    <a:pt x="235267" y="86937"/>
                                  </a:cubicBezTo>
                                  <a:cubicBezTo>
                                    <a:pt x="240982" y="83127"/>
                                    <a:pt x="246697" y="79317"/>
                                    <a:pt x="252413" y="76460"/>
                                  </a:cubicBezTo>
                                  <a:cubicBezTo>
                                    <a:pt x="256222" y="74555"/>
                                    <a:pt x="260032" y="71697"/>
                                    <a:pt x="264795" y="69792"/>
                                  </a:cubicBezTo>
                                  <a:cubicBezTo>
                                    <a:pt x="268605" y="67887"/>
                                    <a:pt x="272415" y="65030"/>
                                    <a:pt x="276225" y="63125"/>
                                  </a:cubicBezTo>
                                  <a:cubicBezTo>
                                    <a:pt x="283845" y="58362"/>
                                    <a:pt x="290513" y="53600"/>
                                    <a:pt x="297180" y="49790"/>
                                  </a:cubicBezTo>
                                  <a:cubicBezTo>
                                    <a:pt x="298132" y="49790"/>
                                    <a:pt x="298132" y="48837"/>
                                    <a:pt x="299085" y="48837"/>
                                  </a:cubicBezTo>
                                  <a:cubicBezTo>
                                    <a:pt x="298132" y="48837"/>
                                    <a:pt x="298132" y="47885"/>
                                    <a:pt x="297180" y="47885"/>
                                  </a:cubicBezTo>
                                  <a:cubicBezTo>
                                    <a:pt x="293370" y="45980"/>
                                    <a:pt x="288607" y="45027"/>
                                    <a:pt x="282892" y="43122"/>
                                  </a:cubicBezTo>
                                  <a:cubicBezTo>
                                    <a:pt x="280035" y="42170"/>
                                    <a:pt x="277177" y="41217"/>
                                    <a:pt x="273367" y="40265"/>
                                  </a:cubicBezTo>
                                  <a:cubicBezTo>
                                    <a:pt x="270510" y="39312"/>
                                    <a:pt x="266700" y="37407"/>
                                    <a:pt x="263842" y="36455"/>
                                  </a:cubicBezTo>
                                  <a:cubicBezTo>
                                    <a:pt x="257175" y="33597"/>
                                    <a:pt x="249555" y="30740"/>
                                    <a:pt x="240982" y="28835"/>
                                  </a:cubicBezTo>
                                  <a:cubicBezTo>
                                    <a:pt x="232410" y="25977"/>
                                    <a:pt x="224790" y="23120"/>
                                    <a:pt x="215265" y="20262"/>
                                  </a:cubicBezTo>
                                  <a:cubicBezTo>
                                    <a:pt x="206692" y="17405"/>
                                    <a:pt x="197167" y="14547"/>
                                    <a:pt x="187642" y="12642"/>
                                  </a:cubicBezTo>
                                  <a:cubicBezTo>
                                    <a:pt x="178117" y="10737"/>
                                    <a:pt x="167640" y="7880"/>
                                    <a:pt x="158115" y="5975"/>
                                  </a:cubicBezTo>
                                  <a:cubicBezTo>
                                    <a:pt x="147638" y="5022"/>
                                    <a:pt x="137160" y="3117"/>
                                    <a:pt x="126682" y="3117"/>
                                  </a:cubicBezTo>
                                  <a:cubicBezTo>
                                    <a:pt x="116205" y="2165"/>
                                    <a:pt x="105727" y="4070"/>
                                    <a:pt x="95250" y="5022"/>
                                  </a:cubicBezTo>
                                  <a:cubicBezTo>
                                    <a:pt x="90488" y="5975"/>
                                    <a:pt x="84772" y="6927"/>
                                    <a:pt x="80010" y="7880"/>
                                  </a:cubicBezTo>
                                  <a:cubicBezTo>
                                    <a:pt x="75247" y="8832"/>
                                    <a:pt x="69532" y="10737"/>
                                    <a:pt x="64770" y="11690"/>
                                  </a:cubicBezTo>
                                  <a:cubicBezTo>
                                    <a:pt x="60007" y="13595"/>
                                    <a:pt x="55245" y="15500"/>
                                    <a:pt x="50482" y="17405"/>
                                  </a:cubicBezTo>
                                  <a:cubicBezTo>
                                    <a:pt x="45720" y="19310"/>
                                    <a:pt x="40957" y="22167"/>
                                    <a:pt x="36195" y="25025"/>
                                  </a:cubicBezTo>
                                  <a:cubicBezTo>
                                    <a:pt x="31432" y="27882"/>
                                    <a:pt x="27622" y="29787"/>
                                    <a:pt x="22860" y="32645"/>
                                  </a:cubicBezTo>
                                  <a:cubicBezTo>
                                    <a:pt x="20002" y="34550"/>
                                    <a:pt x="18097" y="36455"/>
                                    <a:pt x="15240" y="38360"/>
                                  </a:cubicBezTo>
                                  <a:cubicBezTo>
                                    <a:pt x="16192" y="37407"/>
                                    <a:pt x="16192" y="36455"/>
                                    <a:pt x="17145" y="35502"/>
                                  </a:cubicBezTo>
                                  <a:cubicBezTo>
                                    <a:pt x="19050" y="33597"/>
                                    <a:pt x="20955" y="32645"/>
                                    <a:pt x="21907" y="31692"/>
                                  </a:cubicBezTo>
                                  <a:cubicBezTo>
                                    <a:pt x="25717" y="28835"/>
                                    <a:pt x="30480" y="25977"/>
                                    <a:pt x="35242" y="24072"/>
                                  </a:cubicBezTo>
                                  <a:cubicBezTo>
                                    <a:pt x="40005" y="21215"/>
                                    <a:pt x="44767" y="18357"/>
                                    <a:pt x="49530" y="16452"/>
                                  </a:cubicBezTo>
                                  <a:cubicBezTo>
                                    <a:pt x="54292" y="14547"/>
                                    <a:pt x="59055" y="12642"/>
                                    <a:pt x="64770" y="10737"/>
                                  </a:cubicBezTo>
                                  <a:cubicBezTo>
                                    <a:pt x="69532" y="8832"/>
                                    <a:pt x="75247" y="6927"/>
                                    <a:pt x="80010" y="5975"/>
                                  </a:cubicBezTo>
                                  <a:cubicBezTo>
                                    <a:pt x="85725" y="5022"/>
                                    <a:pt x="90488" y="3117"/>
                                    <a:pt x="96202" y="2165"/>
                                  </a:cubicBezTo>
                                  <a:cubicBezTo>
                                    <a:pt x="106680" y="1212"/>
                                    <a:pt x="118110" y="-693"/>
                                    <a:pt x="128588" y="260"/>
                                  </a:cubicBezTo>
                                  <a:cubicBezTo>
                                    <a:pt x="139065" y="260"/>
                                    <a:pt x="149542" y="1212"/>
                                    <a:pt x="160020" y="2165"/>
                                  </a:cubicBezTo>
                                  <a:cubicBezTo>
                                    <a:pt x="170497" y="4070"/>
                                    <a:pt x="180022" y="5975"/>
                                    <a:pt x="190500" y="7880"/>
                                  </a:cubicBezTo>
                                  <a:cubicBezTo>
                                    <a:pt x="200025" y="9785"/>
                                    <a:pt x="209550" y="12642"/>
                                    <a:pt x="219075" y="15500"/>
                                  </a:cubicBezTo>
                                  <a:cubicBezTo>
                                    <a:pt x="228600" y="18357"/>
                                    <a:pt x="236220" y="21215"/>
                                    <a:pt x="244792" y="23120"/>
                                  </a:cubicBezTo>
                                  <a:cubicBezTo>
                                    <a:pt x="253365" y="25977"/>
                                    <a:pt x="260032" y="27882"/>
                                    <a:pt x="267652" y="30740"/>
                                  </a:cubicBezTo>
                                  <a:cubicBezTo>
                                    <a:pt x="271463" y="31692"/>
                                    <a:pt x="274320" y="32645"/>
                                    <a:pt x="277177" y="34550"/>
                                  </a:cubicBezTo>
                                  <a:cubicBezTo>
                                    <a:pt x="280035" y="35502"/>
                                    <a:pt x="283845" y="36455"/>
                                    <a:pt x="286702" y="37407"/>
                                  </a:cubicBezTo>
                                  <a:cubicBezTo>
                                    <a:pt x="292417" y="39312"/>
                                    <a:pt x="297180" y="40265"/>
                                    <a:pt x="300990" y="42170"/>
                                  </a:cubicBezTo>
                                  <a:cubicBezTo>
                                    <a:pt x="303847" y="43122"/>
                                    <a:pt x="306705" y="44075"/>
                                    <a:pt x="308610" y="45027"/>
                                  </a:cubicBezTo>
                                  <a:lnTo>
                                    <a:pt x="308610" y="45027"/>
                                  </a:lnTo>
                                  <a:cubicBezTo>
                                    <a:pt x="311467" y="43122"/>
                                    <a:pt x="314325" y="41217"/>
                                    <a:pt x="316230" y="39312"/>
                                  </a:cubicBezTo>
                                  <a:cubicBezTo>
                                    <a:pt x="320992" y="35502"/>
                                    <a:pt x="325755" y="32645"/>
                                    <a:pt x="329565" y="30740"/>
                                  </a:cubicBezTo>
                                  <a:cubicBezTo>
                                    <a:pt x="336232" y="25977"/>
                                    <a:pt x="340995" y="24072"/>
                                    <a:pt x="340995" y="23120"/>
                                  </a:cubicBezTo>
                                  <a:cubicBezTo>
                                    <a:pt x="341947" y="25977"/>
                                    <a:pt x="345757" y="35502"/>
                                    <a:pt x="345757" y="35502"/>
                                  </a:cubicBezTo>
                                  <a:cubicBezTo>
                                    <a:pt x="340995" y="35502"/>
                                    <a:pt x="338138" y="37407"/>
                                    <a:pt x="333375" y="40265"/>
                                  </a:cubicBezTo>
                                  <a:close/>
                                </a:path>
                              </a:pathLst>
                            </a:custGeom>
                            <a:grpFill/>
                            <a:ln w="9525" cap="flat">
                              <a:noFill/>
                              <a:prstDash val="solid"/>
                              <a:miter/>
                            </a:ln>
                          </p:spPr>
                          <p:txBody>
                            <a:bodyPr rtlCol="0" anchor="ctr"/>
                            <a:lstStyle/>
                            <a:p>
                              <a:endParaRPr lang="en-US"/>
                            </a:p>
                          </p:txBody>
                        </p:sp>
                      </p:grpSp>
                      <p:grpSp>
                        <p:nvGrpSpPr>
                          <p:cNvPr id="207" name="Graphic 2">
                            <a:extLst>
                              <a:ext uri="{FF2B5EF4-FFF2-40B4-BE49-F238E27FC236}">
                                <a16:creationId xmlns:a16="http://schemas.microsoft.com/office/drawing/2014/main" id="{AE736AF3-0337-429B-AEF1-DA4B52809559}"/>
                              </a:ext>
                            </a:extLst>
                          </p:cNvPr>
                          <p:cNvGrpSpPr/>
                          <p:nvPr/>
                        </p:nvGrpSpPr>
                        <p:grpSpPr>
                          <a:xfrm>
                            <a:off x="3399411" y="1765683"/>
                            <a:ext cx="258370" cy="203005"/>
                            <a:chOff x="3399411" y="1765683"/>
                            <a:chExt cx="258370" cy="203005"/>
                          </a:xfrm>
                          <a:grpFill/>
                        </p:grpSpPr>
                        <p:sp>
                          <p:nvSpPr>
                            <p:cNvPr id="208" name="Freeform: Shape 207">
                              <a:extLst>
                                <a:ext uri="{FF2B5EF4-FFF2-40B4-BE49-F238E27FC236}">
                                  <a16:creationId xmlns:a16="http://schemas.microsoft.com/office/drawing/2014/main" id="{081D7BB4-AC89-4C74-81E0-0BF69D807F33}"/>
                                </a:ext>
                              </a:extLst>
                            </p:cNvPr>
                            <p:cNvSpPr/>
                            <p:nvPr/>
                          </p:nvSpPr>
                          <p:spPr>
                            <a:xfrm>
                              <a:off x="3399411" y="1765683"/>
                              <a:ext cx="256713" cy="199552"/>
                            </a:xfrm>
                            <a:custGeom>
                              <a:avLst/>
                              <a:gdLst>
                                <a:gd name="connsiteX0" fmla="*/ 21198 w 256713"/>
                                <a:gd name="connsiteY0" fmla="*/ 48701 h 199552"/>
                                <a:gd name="connsiteX1" fmla="*/ 25960 w 256713"/>
                                <a:gd name="connsiteY1" fmla="*/ 38223 h 199552"/>
                                <a:gd name="connsiteX2" fmla="*/ 31675 w 256713"/>
                                <a:gd name="connsiteY2" fmla="*/ 28698 h 199552"/>
                                <a:gd name="connsiteX3" fmla="*/ 34533 w 256713"/>
                                <a:gd name="connsiteY3" fmla="*/ 23936 h 199552"/>
                                <a:gd name="connsiteX4" fmla="*/ 40248 w 256713"/>
                                <a:gd name="connsiteY4" fmla="*/ 16316 h 199552"/>
                                <a:gd name="connsiteX5" fmla="*/ 40248 w 256713"/>
                                <a:gd name="connsiteY5" fmla="*/ 16316 h 199552"/>
                                <a:gd name="connsiteX6" fmla="*/ 40248 w 256713"/>
                                <a:gd name="connsiteY6" fmla="*/ 16316 h 199552"/>
                                <a:gd name="connsiteX7" fmla="*/ 41200 w 256713"/>
                                <a:gd name="connsiteY7" fmla="*/ 15363 h 199552"/>
                                <a:gd name="connsiteX8" fmla="*/ 45963 w 256713"/>
                                <a:gd name="connsiteY8" fmla="*/ 13458 h 199552"/>
                                <a:gd name="connsiteX9" fmla="*/ 62155 w 256713"/>
                                <a:gd name="connsiteY9" fmla="*/ 7743 h 199552"/>
                                <a:gd name="connsiteX10" fmla="*/ 118353 w 256713"/>
                                <a:gd name="connsiteY10" fmla="*/ 123 h 199552"/>
                                <a:gd name="connsiteX11" fmla="*/ 190743 w 256713"/>
                                <a:gd name="connsiteY11" fmla="*/ 18221 h 199552"/>
                                <a:gd name="connsiteX12" fmla="*/ 225985 w 256713"/>
                                <a:gd name="connsiteY12" fmla="*/ 46796 h 199552"/>
                                <a:gd name="connsiteX13" fmla="*/ 253608 w 256713"/>
                                <a:gd name="connsiteY13" fmla="*/ 96326 h 199552"/>
                                <a:gd name="connsiteX14" fmla="*/ 254560 w 256713"/>
                                <a:gd name="connsiteY14" fmla="*/ 98231 h 199552"/>
                                <a:gd name="connsiteX15" fmla="*/ 254560 w 256713"/>
                                <a:gd name="connsiteY15" fmla="*/ 98231 h 199552"/>
                                <a:gd name="connsiteX16" fmla="*/ 256465 w 256713"/>
                                <a:gd name="connsiteY16" fmla="*/ 112518 h 199552"/>
                                <a:gd name="connsiteX17" fmla="*/ 252656 w 256713"/>
                                <a:gd name="connsiteY17" fmla="*/ 144903 h 199552"/>
                                <a:gd name="connsiteX18" fmla="*/ 248845 w 256713"/>
                                <a:gd name="connsiteY18" fmla="*/ 156333 h 199552"/>
                                <a:gd name="connsiteX19" fmla="*/ 244083 w 256713"/>
                                <a:gd name="connsiteY19" fmla="*/ 165858 h 199552"/>
                                <a:gd name="connsiteX20" fmla="*/ 242178 w 256713"/>
                                <a:gd name="connsiteY20" fmla="*/ 169668 h 199552"/>
                                <a:gd name="connsiteX21" fmla="*/ 241225 w 256713"/>
                                <a:gd name="connsiteY21" fmla="*/ 170621 h 199552"/>
                                <a:gd name="connsiteX22" fmla="*/ 222175 w 256713"/>
                                <a:gd name="connsiteY22" fmla="*/ 187766 h 199552"/>
                                <a:gd name="connsiteX23" fmla="*/ 211698 w 256713"/>
                                <a:gd name="connsiteY23" fmla="*/ 191576 h 199552"/>
                                <a:gd name="connsiteX24" fmla="*/ 202173 w 256713"/>
                                <a:gd name="connsiteY24" fmla="*/ 193481 h 199552"/>
                                <a:gd name="connsiteX25" fmla="*/ 170740 w 256713"/>
                                <a:gd name="connsiteY25" fmla="*/ 189671 h 199552"/>
                                <a:gd name="connsiteX26" fmla="*/ 169788 w 256713"/>
                                <a:gd name="connsiteY26" fmla="*/ 189671 h 199552"/>
                                <a:gd name="connsiteX27" fmla="*/ 163120 w 256713"/>
                                <a:gd name="connsiteY27" fmla="*/ 185861 h 199552"/>
                                <a:gd name="connsiteX28" fmla="*/ 153595 w 256713"/>
                                <a:gd name="connsiteY28" fmla="*/ 190623 h 199552"/>
                                <a:gd name="connsiteX29" fmla="*/ 130735 w 256713"/>
                                <a:gd name="connsiteY29" fmla="*/ 198243 h 199552"/>
                                <a:gd name="connsiteX30" fmla="*/ 126925 w 256713"/>
                                <a:gd name="connsiteY30" fmla="*/ 199196 h 199552"/>
                                <a:gd name="connsiteX31" fmla="*/ 125973 w 256713"/>
                                <a:gd name="connsiteY31" fmla="*/ 199196 h 199552"/>
                                <a:gd name="connsiteX32" fmla="*/ 105018 w 256713"/>
                                <a:gd name="connsiteY32" fmla="*/ 196338 h 199552"/>
                                <a:gd name="connsiteX33" fmla="*/ 85015 w 256713"/>
                                <a:gd name="connsiteY33" fmla="*/ 185861 h 199552"/>
                                <a:gd name="connsiteX34" fmla="*/ 82158 w 256713"/>
                                <a:gd name="connsiteY34" fmla="*/ 183956 h 199552"/>
                                <a:gd name="connsiteX35" fmla="*/ 79300 w 256713"/>
                                <a:gd name="connsiteY35" fmla="*/ 182051 h 199552"/>
                                <a:gd name="connsiteX36" fmla="*/ 70728 w 256713"/>
                                <a:gd name="connsiteY36" fmla="*/ 177288 h 199552"/>
                                <a:gd name="connsiteX37" fmla="*/ 68823 w 256713"/>
                                <a:gd name="connsiteY37" fmla="*/ 176336 h 199552"/>
                                <a:gd name="connsiteX38" fmla="*/ 66918 w 256713"/>
                                <a:gd name="connsiteY38" fmla="*/ 175383 h 199552"/>
                                <a:gd name="connsiteX39" fmla="*/ 65965 w 256713"/>
                                <a:gd name="connsiteY39" fmla="*/ 175383 h 199552"/>
                                <a:gd name="connsiteX40" fmla="*/ 57393 w 256713"/>
                                <a:gd name="connsiteY40" fmla="*/ 173478 h 199552"/>
                                <a:gd name="connsiteX41" fmla="*/ 38343 w 256713"/>
                                <a:gd name="connsiteY41" fmla="*/ 171573 h 199552"/>
                                <a:gd name="connsiteX42" fmla="*/ 31675 w 256713"/>
                                <a:gd name="connsiteY42" fmla="*/ 171573 h 199552"/>
                                <a:gd name="connsiteX43" fmla="*/ 27865 w 256713"/>
                                <a:gd name="connsiteY43" fmla="*/ 171573 h 199552"/>
                                <a:gd name="connsiteX44" fmla="*/ 26913 w 256713"/>
                                <a:gd name="connsiteY44" fmla="*/ 171573 h 199552"/>
                                <a:gd name="connsiteX45" fmla="*/ 25960 w 256713"/>
                                <a:gd name="connsiteY45" fmla="*/ 171573 h 199552"/>
                                <a:gd name="connsiteX46" fmla="*/ 25008 w 256713"/>
                                <a:gd name="connsiteY46" fmla="*/ 171573 h 199552"/>
                                <a:gd name="connsiteX47" fmla="*/ 21198 w 256713"/>
                                <a:gd name="connsiteY47" fmla="*/ 171573 h 199552"/>
                                <a:gd name="connsiteX48" fmla="*/ 19293 w 256713"/>
                                <a:gd name="connsiteY48" fmla="*/ 171573 h 199552"/>
                                <a:gd name="connsiteX49" fmla="*/ 19293 w 256713"/>
                                <a:gd name="connsiteY49" fmla="*/ 171573 h 199552"/>
                                <a:gd name="connsiteX50" fmla="*/ 15483 w 256713"/>
                                <a:gd name="connsiteY50" fmla="*/ 169668 h 199552"/>
                                <a:gd name="connsiteX51" fmla="*/ 11673 w 256713"/>
                                <a:gd name="connsiteY51" fmla="*/ 166811 h 199552"/>
                                <a:gd name="connsiteX52" fmla="*/ 5005 w 256713"/>
                                <a:gd name="connsiteY52" fmla="*/ 157286 h 199552"/>
                                <a:gd name="connsiteX53" fmla="*/ 243 w 256713"/>
                                <a:gd name="connsiteY53" fmla="*/ 128711 h 199552"/>
                                <a:gd name="connsiteX54" fmla="*/ 4053 w 256713"/>
                                <a:gd name="connsiteY54" fmla="*/ 98231 h 199552"/>
                                <a:gd name="connsiteX55" fmla="*/ 10720 w 256713"/>
                                <a:gd name="connsiteY55" fmla="*/ 70608 h 199552"/>
                                <a:gd name="connsiteX56" fmla="*/ 21198 w 256713"/>
                                <a:gd name="connsiteY56" fmla="*/ 48701 h 199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256713" h="199552">
                                  <a:moveTo>
                                    <a:pt x="21198" y="48701"/>
                                  </a:moveTo>
                                  <a:cubicBezTo>
                                    <a:pt x="23103" y="44891"/>
                                    <a:pt x="24055" y="42033"/>
                                    <a:pt x="25960" y="38223"/>
                                  </a:cubicBezTo>
                                  <a:cubicBezTo>
                                    <a:pt x="27865" y="34413"/>
                                    <a:pt x="29770" y="31556"/>
                                    <a:pt x="31675" y="28698"/>
                                  </a:cubicBezTo>
                                  <a:cubicBezTo>
                                    <a:pt x="32628" y="26793"/>
                                    <a:pt x="33580" y="25841"/>
                                    <a:pt x="34533" y="23936"/>
                                  </a:cubicBezTo>
                                  <a:cubicBezTo>
                                    <a:pt x="34533" y="23936"/>
                                    <a:pt x="39295" y="18221"/>
                                    <a:pt x="40248" y="16316"/>
                                  </a:cubicBezTo>
                                  <a:cubicBezTo>
                                    <a:pt x="40248" y="16316"/>
                                    <a:pt x="40248" y="16316"/>
                                    <a:pt x="40248" y="16316"/>
                                  </a:cubicBezTo>
                                  <a:cubicBezTo>
                                    <a:pt x="40248" y="16316"/>
                                    <a:pt x="40248" y="16316"/>
                                    <a:pt x="40248" y="16316"/>
                                  </a:cubicBezTo>
                                  <a:cubicBezTo>
                                    <a:pt x="40248" y="16316"/>
                                    <a:pt x="41200" y="16316"/>
                                    <a:pt x="41200" y="15363"/>
                                  </a:cubicBezTo>
                                  <a:cubicBezTo>
                                    <a:pt x="42153" y="15363"/>
                                    <a:pt x="43105" y="14411"/>
                                    <a:pt x="45963" y="13458"/>
                                  </a:cubicBezTo>
                                  <a:cubicBezTo>
                                    <a:pt x="49773" y="11553"/>
                                    <a:pt x="55488" y="9648"/>
                                    <a:pt x="62155" y="7743"/>
                                  </a:cubicBezTo>
                                  <a:cubicBezTo>
                                    <a:pt x="76443" y="3933"/>
                                    <a:pt x="95493" y="-829"/>
                                    <a:pt x="118353" y="123"/>
                                  </a:cubicBezTo>
                                  <a:cubicBezTo>
                                    <a:pt x="141213" y="123"/>
                                    <a:pt x="165978" y="4886"/>
                                    <a:pt x="190743" y="18221"/>
                                  </a:cubicBezTo>
                                  <a:cubicBezTo>
                                    <a:pt x="203125" y="24888"/>
                                    <a:pt x="214556" y="34413"/>
                                    <a:pt x="225985" y="46796"/>
                                  </a:cubicBezTo>
                                  <a:cubicBezTo>
                                    <a:pt x="236463" y="59178"/>
                                    <a:pt x="245988" y="75371"/>
                                    <a:pt x="253608" y="96326"/>
                                  </a:cubicBezTo>
                                  <a:cubicBezTo>
                                    <a:pt x="253608" y="97278"/>
                                    <a:pt x="254560" y="97278"/>
                                    <a:pt x="254560" y="98231"/>
                                  </a:cubicBezTo>
                                  <a:cubicBezTo>
                                    <a:pt x="254560" y="98231"/>
                                    <a:pt x="254560" y="98231"/>
                                    <a:pt x="254560" y="98231"/>
                                  </a:cubicBezTo>
                                  <a:cubicBezTo>
                                    <a:pt x="255513" y="102993"/>
                                    <a:pt x="255513" y="107756"/>
                                    <a:pt x="256465" y="112518"/>
                                  </a:cubicBezTo>
                                  <a:cubicBezTo>
                                    <a:pt x="257418" y="123948"/>
                                    <a:pt x="255513" y="135378"/>
                                    <a:pt x="252656" y="144903"/>
                                  </a:cubicBezTo>
                                  <a:cubicBezTo>
                                    <a:pt x="251703" y="148713"/>
                                    <a:pt x="249798" y="152523"/>
                                    <a:pt x="248845" y="156333"/>
                                  </a:cubicBezTo>
                                  <a:cubicBezTo>
                                    <a:pt x="246940" y="160143"/>
                                    <a:pt x="245988" y="163001"/>
                                    <a:pt x="244083" y="165858"/>
                                  </a:cubicBezTo>
                                  <a:cubicBezTo>
                                    <a:pt x="243131" y="166811"/>
                                    <a:pt x="243131" y="167763"/>
                                    <a:pt x="242178" y="169668"/>
                                  </a:cubicBezTo>
                                  <a:cubicBezTo>
                                    <a:pt x="242178" y="169668"/>
                                    <a:pt x="242178" y="170621"/>
                                    <a:pt x="241225" y="170621"/>
                                  </a:cubicBezTo>
                                  <a:cubicBezTo>
                                    <a:pt x="235510" y="178241"/>
                                    <a:pt x="228843" y="183956"/>
                                    <a:pt x="222175" y="187766"/>
                                  </a:cubicBezTo>
                                  <a:cubicBezTo>
                                    <a:pt x="218365" y="189671"/>
                                    <a:pt x="215508" y="190623"/>
                                    <a:pt x="211698" y="191576"/>
                                  </a:cubicBezTo>
                                  <a:cubicBezTo>
                                    <a:pt x="207888" y="192528"/>
                                    <a:pt x="205031" y="193481"/>
                                    <a:pt x="202173" y="193481"/>
                                  </a:cubicBezTo>
                                  <a:cubicBezTo>
                                    <a:pt x="189790" y="194433"/>
                                    <a:pt x="178360" y="191576"/>
                                    <a:pt x="170740" y="189671"/>
                                  </a:cubicBezTo>
                                  <a:cubicBezTo>
                                    <a:pt x="170740" y="189671"/>
                                    <a:pt x="169788" y="189671"/>
                                    <a:pt x="169788" y="189671"/>
                                  </a:cubicBezTo>
                                  <a:cubicBezTo>
                                    <a:pt x="165025" y="187766"/>
                                    <a:pt x="163120" y="186813"/>
                                    <a:pt x="163120" y="185861"/>
                                  </a:cubicBezTo>
                                  <a:cubicBezTo>
                                    <a:pt x="160263" y="187766"/>
                                    <a:pt x="157406" y="188718"/>
                                    <a:pt x="153595" y="190623"/>
                                  </a:cubicBezTo>
                                  <a:cubicBezTo>
                                    <a:pt x="145975" y="194433"/>
                                    <a:pt x="138355" y="197291"/>
                                    <a:pt x="130735" y="198243"/>
                                  </a:cubicBezTo>
                                  <a:cubicBezTo>
                                    <a:pt x="129783" y="198243"/>
                                    <a:pt x="128830" y="198243"/>
                                    <a:pt x="126925" y="199196"/>
                                  </a:cubicBezTo>
                                  <a:cubicBezTo>
                                    <a:pt x="126925" y="199196"/>
                                    <a:pt x="125973" y="199196"/>
                                    <a:pt x="125973" y="199196"/>
                                  </a:cubicBezTo>
                                  <a:cubicBezTo>
                                    <a:pt x="118353" y="200148"/>
                                    <a:pt x="111685" y="199196"/>
                                    <a:pt x="105018" y="196338"/>
                                  </a:cubicBezTo>
                                  <a:cubicBezTo>
                                    <a:pt x="98350" y="194433"/>
                                    <a:pt x="91683" y="190623"/>
                                    <a:pt x="85015" y="185861"/>
                                  </a:cubicBezTo>
                                  <a:cubicBezTo>
                                    <a:pt x="84063" y="184908"/>
                                    <a:pt x="83110" y="184908"/>
                                    <a:pt x="82158" y="183956"/>
                                  </a:cubicBezTo>
                                  <a:cubicBezTo>
                                    <a:pt x="81205" y="183003"/>
                                    <a:pt x="80253" y="183003"/>
                                    <a:pt x="79300" y="182051"/>
                                  </a:cubicBezTo>
                                  <a:cubicBezTo>
                                    <a:pt x="76443" y="180146"/>
                                    <a:pt x="73585" y="179193"/>
                                    <a:pt x="70728" y="177288"/>
                                  </a:cubicBezTo>
                                  <a:cubicBezTo>
                                    <a:pt x="69775" y="177288"/>
                                    <a:pt x="68823" y="176336"/>
                                    <a:pt x="68823" y="176336"/>
                                  </a:cubicBezTo>
                                  <a:cubicBezTo>
                                    <a:pt x="67870" y="176336"/>
                                    <a:pt x="67870" y="175383"/>
                                    <a:pt x="66918" y="175383"/>
                                  </a:cubicBezTo>
                                  <a:lnTo>
                                    <a:pt x="65965" y="175383"/>
                                  </a:lnTo>
                                  <a:cubicBezTo>
                                    <a:pt x="65013" y="175383"/>
                                    <a:pt x="62155" y="174431"/>
                                    <a:pt x="57393" y="173478"/>
                                  </a:cubicBezTo>
                                  <a:cubicBezTo>
                                    <a:pt x="53583" y="172526"/>
                                    <a:pt x="46915" y="171573"/>
                                    <a:pt x="38343" y="171573"/>
                                  </a:cubicBezTo>
                                  <a:cubicBezTo>
                                    <a:pt x="36438" y="171573"/>
                                    <a:pt x="33580" y="171573"/>
                                    <a:pt x="31675" y="171573"/>
                                  </a:cubicBezTo>
                                  <a:cubicBezTo>
                                    <a:pt x="30723" y="171573"/>
                                    <a:pt x="28818" y="171573"/>
                                    <a:pt x="27865" y="171573"/>
                                  </a:cubicBezTo>
                                  <a:lnTo>
                                    <a:pt x="26913" y="171573"/>
                                  </a:lnTo>
                                  <a:lnTo>
                                    <a:pt x="25960" y="171573"/>
                                  </a:lnTo>
                                  <a:cubicBezTo>
                                    <a:pt x="25960" y="171573"/>
                                    <a:pt x="25960" y="171573"/>
                                    <a:pt x="25008" y="171573"/>
                                  </a:cubicBezTo>
                                  <a:cubicBezTo>
                                    <a:pt x="23103" y="171573"/>
                                    <a:pt x="22150" y="171573"/>
                                    <a:pt x="21198" y="171573"/>
                                  </a:cubicBezTo>
                                  <a:cubicBezTo>
                                    <a:pt x="20245" y="171573"/>
                                    <a:pt x="20245" y="171573"/>
                                    <a:pt x="19293" y="171573"/>
                                  </a:cubicBezTo>
                                  <a:lnTo>
                                    <a:pt x="19293" y="171573"/>
                                  </a:lnTo>
                                  <a:cubicBezTo>
                                    <a:pt x="18340" y="171573"/>
                                    <a:pt x="16435" y="170621"/>
                                    <a:pt x="15483" y="169668"/>
                                  </a:cubicBezTo>
                                  <a:cubicBezTo>
                                    <a:pt x="14530" y="168716"/>
                                    <a:pt x="12625" y="167763"/>
                                    <a:pt x="11673" y="166811"/>
                                  </a:cubicBezTo>
                                  <a:cubicBezTo>
                                    <a:pt x="9768" y="164906"/>
                                    <a:pt x="6910" y="161096"/>
                                    <a:pt x="5005" y="157286"/>
                                  </a:cubicBezTo>
                                  <a:cubicBezTo>
                                    <a:pt x="1195" y="149666"/>
                                    <a:pt x="-710" y="140141"/>
                                    <a:pt x="243" y="128711"/>
                                  </a:cubicBezTo>
                                  <a:cubicBezTo>
                                    <a:pt x="1195" y="118233"/>
                                    <a:pt x="2148" y="107756"/>
                                    <a:pt x="4053" y="98231"/>
                                  </a:cubicBezTo>
                                  <a:cubicBezTo>
                                    <a:pt x="5958" y="88706"/>
                                    <a:pt x="7863" y="79181"/>
                                    <a:pt x="10720" y="70608"/>
                                  </a:cubicBezTo>
                                  <a:cubicBezTo>
                                    <a:pt x="14530" y="62988"/>
                                    <a:pt x="17388" y="55368"/>
                                    <a:pt x="21198" y="48701"/>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2A2E6BEA-48CA-4C60-97BF-762B5D846037}"/>
                                </a:ext>
                              </a:extLst>
                            </p:cNvPr>
                            <p:cNvSpPr/>
                            <p:nvPr/>
                          </p:nvSpPr>
                          <p:spPr>
                            <a:xfrm>
                              <a:off x="3417751" y="1781047"/>
                              <a:ext cx="240030" cy="187642"/>
                            </a:xfrm>
                            <a:custGeom>
                              <a:avLst/>
                              <a:gdLst>
                                <a:gd name="connsiteX0" fmla="*/ 20955 w 240030"/>
                                <a:gd name="connsiteY0" fmla="*/ 14288 h 187642"/>
                                <a:gd name="connsiteX1" fmla="*/ 21908 w 240030"/>
                                <a:gd name="connsiteY1" fmla="*/ 16192 h 187642"/>
                                <a:gd name="connsiteX2" fmla="*/ 20003 w 240030"/>
                                <a:gd name="connsiteY2" fmla="*/ 23813 h 187642"/>
                                <a:gd name="connsiteX3" fmla="*/ 15240 w 240030"/>
                                <a:gd name="connsiteY3" fmla="*/ 44767 h 187642"/>
                                <a:gd name="connsiteX4" fmla="*/ 6668 w 240030"/>
                                <a:gd name="connsiteY4" fmla="*/ 73342 h 187642"/>
                                <a:gd name="connsiteX5" fmla="*/ 4763 w 240030"/>
                                <a:gd name="connsiteY5" fmla="*/ 80963 h 187642"/>
                                <a:gd name="connsiteX6" fmla="*/ 3810 w 240030"/>
                                <a:gd name="connsiteY6" fmla="*/ 84773 h 187642"/>
                                <a:gd name="connsiteX7" fmla="*/ 3810 w 240030"/>
                                <a:gd name="connsiteY7" fmla="*/ 85725 h 187642"/>
                                <a:gd name="connsiteX8" fmla="*/ 3810 w 240030"/>
                                <a:gd name="connsiteY8" fmla="*/ 86677 h 187642"/>
                                <a:gd name="connsiteX9" fmla="*/ 3810 w 240030"/>
                                <a:gd name="connsiteY9" fmla="*/ 88582 h 187642"/>
                                <a:gd name="connsiteX10" fmla="*/ 953 w 240030"/>
                                <a:gd name="connsiteY10" fmla="*/ 103823 h 187642"/>
                                <a:gd name="connsiteX11" fmla="*/ 0 w 240030"/>
                                <a:gd name="connsiteY11" fmla="*/ 111442 h 187642"/>
                                <a:gd name="connsiteX12" fmla="*/ 0 w 240030"/>
                                <a:gd name="connsiteY12" fmla="*/ 118110 h 187642"/>
                                <a:gd name="connsiteX13" fmla="*/ 0 w 240030"/>
                                <a:gd name="connsiteY13" fmla="*/ 121920 h 187642"/>
                                <a:gd name="connsiteX14" fmla="*/ 0 w 240030"/>
                                <a:gd name="connsiteY14" fmla="*/ 124777 h 187642"/>
                                <a:gd name="connsiteX15" fmla="*/ 0 w 240030"/>
                                <a:gd name="connsiteY15" fmla="*/ 130492 h 187642"/>
                                <a:gd name="connsiteX16" fmla="*/ 953 w 240030"/>
                                <a:gd name="connsiteY16" fmla="*/ 140970 h 187642"/>
                                <a:gd name="connsiteX17" fmla="*/ 1905 w 240030"/>
                                <a:gd name="connsiteY17" fmla="*/ 148590 h 187642"/>
                                <a:gd name="connsiteX18" fmla="*/ 2858 w 240030"/>
                                <a:gd name="connsiteY18" fmla="*/ 153352 h 187642"/>
                                <a:gd name="connsiteX19" fmla="*/ 3810 w 240030"/>
                                <a:gd name="connsiteY19" fmla="*/ 156210 h 187642"/>
                                <a:gd name="connsiteX20" fmla="*/ 3810 w 240030"/>
                                <a:gd name="connsiteY20" fmla="*/ 157163 h 187642"/>
                                <a:gd name="connsiteX21" fmla="*/ 3810 w 240030"/>
                                <a:gd name="connsiteY21" fmla="*/ 157163 h 187642"/>
                                <a:gd name="connsiteX22" fmla="*/ 3810 w 240030"/>
                                <a:gd name="connsiteY22" fmla="*/ 156210 h 187642"/>
                                <a:gd name="connsiteX23" fmla="*/ 2858 w 240030"/>
                                <a:gd name="connsiteY23" fmla="*/ 153352 h 187642"/>
                                <a:gd name="connsiteX24" fmla="*/ 1905 w 240030"/>
                                <a:gd name="connsiteY24" fmla="*/ 148590 h 187642"/>
                                <a:gd name="connsiteX25" fmla="*/ 953 w 240030"/>
                                <a:gd name="connsiteY25" fmla="*/ 140970 h 187642"/>
                                <a:gd name="connsiteX26" fmla="*/ 953 w 240030"/>
                                <a:gd name="connsiteY26" fmla="*/ 130492 h 187642"/>
                                <a:gd name="connsiteX27" fmla="*/ 953 w 240030"/>
                                <a:gd name="connsiteY27" fmla="*/ 124777 h 187642"/>
                                <a:gd name="connsiteX28" fmla="*/ 953 w 240030"/>
                                <a:gd name="connsiteY28" fmla="*/ 121920 h 187642"/>
                                <a:gd name="connsiteX29" fmla="*/ 953 w 240030"/>
                                <a:gd name="connsiteY29" fmla="*/ 118110 h 187642"/>
                                <a:gd name="connsiteX30" fmla="*/ 1905 w 240030"/>
                                <a:gd name="connsiteY30" fmla="*/ 111442 h 187642"/>
                                <a:gd name="connsiteX31" fmla="*/ 2858 w 240030"/>
                                <a:gd name="connsiteY31" fmla="*/ 103823 h 187642"/>
                                <a:gd name="connsiteX32" fmla="*/ 5715 w 240030"/>
                                <a:gd name="connsiteY32" fmla="*/ 88582 h 187642"/>
                                <a:gd name="connsiteX33" fmla="*/ 5715 w 240030"/>
                                <a:gd name="connsiteY33" fmla="*/ 86677 h 187642"/>
                                <a:gd name="connsiteX34" fmla="*/ 5715 w 240030"/>
                                <a:gd name="connsiteY34" fmla="*/ 85725 h 187642"/>
                                <a:gd name="connsiteX35" fmla="*/ 5715 w 240030"/>
                                <a:gd name="connsiteY35" fmla="*/ 84773 h 187642"/>
                                <a:gd name="connsiteX36" fmla="*/ 6668 w 240030"/>
                                <a:gd name="connsiteY36" fmla="*/ 80963 h 187642"/>
                                <a:gd name="connsiteX37" fmla="*/ 9525 w 240030"/>
                                <a:gd name="connsiteY37" fmla="*/ 73342 h 187642"/>
                                <a:gd name="connsiteX38" fmla="*/ 18098 w 240030"/>
                                <a:gd name="connsiteY38" fmla="*/ 44767 h 187642"/>
                                <a:gd name="connsiteX39" fmla="*/ 24765 w 240030"/>
                                <a:gd name="connsiteY39" fmla="*/ 19050 h 187642"/>
                                <a:gd name="connsiteX40" fmla="*/ 27623 w 240030"/>
                                <a:gd name="connsiteY40" fmla="*/ 21907 h 187642"/>
                                <a:gd name="connsiteX41" fmla="*/ 31433 w 240030"/>
                                <a:gd name="connsiteY41" fmla="*/ 27623 h 187642"/>
                                <a:gd name="connsiteX42" fmla="*/ 37148 w 240030"/>
                                <a:gd name="connsiteY42" fmla="*/ 33338 h 187642"/>
                                <a:gd name="connsiteX43" fmla="*/ 48578 w 240030"/>
                                <a:gd name="connsiteY43" fmla="*/ 46673 h 187642"/>
                                <a:gd name="connsiteX44" fmla="*/ 51435 w 240030"/>
                                <a:gd name="connsiteY44" fmla="*/ 49530 h 187642"/>
                                <a:gd name="connsiteX45" fmla="*/ 51435 w 240030"/>
                                <a:gd name="connsiteY45" fmla="*/ 49530 h 187642"/>
                                <a:gd name="connsiteX46" fmla="*/ 54293 w 240030"/>
                                <a:gd name="connsiteY46" fmla="*/ 58102 h 187642"/>
                                <a:gd name="connsiteX47" fmla="*/ 56198 w 240030"/>
                                <a:gd name="connsiteY47" fmla="*/ 70485 h 187642"/>
                                <a:gd name="connsiteX48" fmla="*/ 54293 w 240030"/>
                                <a:gd name="connsiteY48" fmla="*/ 100013 h 187642"/>
                                <a:gd name="connsiteX49" fmla="*/ 52388 w 240030"/>
                                <a:gd name="connsiteY49" fmla="*/ 116205 h 187642"/>
                                <a:gd name="connsiteX50" fmla="*/ 52388 w 240030"/>
                                <a:gd name="connsiteY50" fmla="*/ 123825 h 187642"/>
                                <a:gd name="connsiteX51" fmla="*/ 52388 w 240030"/>
                                <a:gd name="connsiteY51" fmla="*/ 131445 h 187642"/>
                                <a:gd name="connsiteX52" fmla="*/ 52388 w 240030"/>
                                <a:gd name="connsiteY52" fmla="*/ 143827 h 187642"/>
                                <a:gd name="connsiteX53" fmla="*/ 52388 w 240030"/>
                                <a:gd name="connsiteY53" fmla="*/ 149542 h 187642"/>
                                <a:gd name="connsiteX54" fmla="*/ 53340 w 240030"/>
                                <a:gd name="connsiteY54" fmla="*/ 154305 h 187642"/>
                                <a:gd name="connsiteX55" fmla="*/ 57150 w 240030"/>
                                <a:gd name="connsiteY55" fmla="*/ 164782 h 187642"/>
                                <a:gd name="connsiteX56" fmla="*/ 58103 w 240030"/>
                                <a:gd name="connsiteY56" fmla="*/ 165735 h 187642"/>
                                <a:gd name="connsiteX57" fmla="*/ 59055 w 240030"/>
                                <a:gd name="connsiteY57" fmla="*/ 166688 h 187642"/>
                                <a:gd name="connsiteX58" fmla="*/ 60008 w 240030"/>
                                <a:gd name="connsiteY58" fmla="*/ 167640 h 187642"/>
                                <a:gd name="connsiteX59" fmla="*/ 60960 w 240030"/>
                                <a:gd name="connsiteY59" fmla="*/ 168592 h 187642"/>
                                <a:gd name="connsiteX60" fmla="*/ 61913 w 240030"/>
                                <a:gd name="connsiteY60" fmla="*/ 169545 h 187642"/>
                                <a:gd name="connsiteX61" fmla="*/ 64770 w 240030"/>
                                <a:gd name="connsiteY61" fmla="*/ 171450 h 187642"/>
                                <a:gd name="connsiteX62" fmla="*/ 62865 w 240030"/>
                                <a:gd name="connsiteY62" fmla="*/ 170498 h 187642"/>
                                <a:gd name="connsiteX63" fmla="*/ 61913 w 240030"/>
                                <a:gd name="connsiteY63" fmla="*/ 169545 h 187642"/>
                                <a:gd name="connsiteX64" fmla="*/ 60960 w 240030"/>
                                <a:gd name="connsiteY64" fmla="*/ 168592 h 187642"/>
                                <a:gd name="connsiteX65" fmla="*/ 60008 w 240030"/>
                                <a:gd name="connsiteY65" fmla="*/ 167640 h 187642"/>
                                <a:gd name="connsiteX66" fmla="*/ 59055 w 240030"/>
                                <a:gd name="connsiteY66" fmla="*/ 166688 h 187642"/>
                                <a:gd name="connsiteX67" fmla="*/ 58103 w 240030"/>
                                <a:gd name="connsiteY67" fmla="*/ 165735 h 187642"/>
                                <a:gd name="connsiteX68" fmla="*/ 54293 w 240030"/>
                                <a:gd name="connsiteY68" fmla="*/ 155257 h 187642"/>
                                <a:gd name="connsiteX69" fmla="*/ 54293 w 240030"/>
                                <a:gd name="connsiteY69" fmla="*/ 150495 h 187642"/>
                                <a:gd name="connsiteX70" fmla="*/ 54293 w 240030"/>
                                <a:gd name="connsiteY70" fmla="*/ 144780 h 187642"/>
                                <a:gd name="connsiteX71" fmla="*/ 54293 w 240030"/>
                                <a:gd name="connsiteY71" fmla="*/ 132398 h 187642"/>
                                <a:gd name="connsiteX72" fmla="*/ 54293 w 240030"/>
                                <a:gd name="connsiteY72" fmla="*/ 125730 h 187642"/>
                                <a:gd name="connsiteX73" fmla="*/ 55245 w 240030"/>
                                <a:gd name="connsiteY73" fmla="*/ 118110 h 187642"/>
                                <a:gd name="connsiteX74" fmla="*/ 57150 w 240030"/>
                                <a:gd name="connsiteY74" fmla="*/ 102870 h 187642"/>
                                <a:gd name="connsiteX75" fmla="*/ 60008 w 240030"/>
                                <a:gd name="connsiteY75" fmla="*/ 72390 h 187642"/>
                                <a:gd name="connsiteX76" fmla="*/ 59055 w 240030"/>
                                <a:gd name="connsiteY76" fmla="*/ 60007 h 187642"/>
                                <a:gd name="connsiteX77" fmla="*/ 59055 w 240030"/>
                                <a:gd name="connsiteY77" fmla="*/ 59055 h 187642"/>
                                <a:gd name="connsiteX78" fmla="*/ 62865 w 240030"/>
                                <a:gd name="connsiteY78" fmla="*/ 63817 h 187642"/>
                                <a:gd name="connsiteX79" fmla="*/ 77153 w 240030"/>
                                <a:gd name="connsiteY79" fmla="*/ 79057 h 187642"/>
                                <a:gd name="connsiteX80" fmla="*/ 89535 w 240030"/>
                                <a:gd name="connsiteY80" fmla="*/ 92392 h 187642"/>
                                <a:gd name="connsiteX81" fmla="*/ 90488 w 240030"/>
                                <a:gd name="connsiteY81" fmla="*/ 93345 h 187642"/>
                                <a:gd name="connsiteX82" fmla="*/ 92393 w 240030"/>
                                <a:gd name="connsiteY82" fmla="*/ 96202 h 187642"/>
                                <a:gd name="connsiteX83" fmla="*/ 95250 w 240030"/>
                                <a:gd name="connsiteY83" fmla="*/ 109538 h 187642"/>
                                <a:gd name="connsiteX84" fmla="*/ 95250 w 240030"/>
                                <a:gd name="connsiteY84" fmla="*/ 119063 h 187642"/>
                                <a:gd name="connsiteX85" fmla="*/ 96203 w 240030"/>
                                <a:gd name="connsiteY85" fmla="*/ 129540 h 187642"/>
                                <a:gd name="connsiteX86" fmla="*/ 97155 w 240030"/>
                                <a:gd name="connsiteY86" fmla="*/ 135255 h 187642"/>
                                <a:gd name="connsiteX87" fmla="*/ 98108 w 240030"/>
                                <a:gd name="connsiteY87" fmla="*/ 140970 h 187642"/>
                                <a:gd name="connsiteX88" fmla="*/ 99060 w 240030"/>
                                <a:gd name="connsiteY88" fmla="*/ 146685 h 187642"/>
                                <a:gd name="connsiteX89" fmla="*/ 100013 w 240030"/>
                                <a:gd name="connsiteY89" fmla="*/ 152400 h 187642"/>
                                <a:gd name="connsiteX90" fmla="*/ 102870 w 240030"/>
                                <a:gd name="connsiteY90" fmla="*/ 162877 h 187642"/>
                                <a:gd name="connsiteX91" fmla="*/ 105728 w 240030"/>
                                <a:gd name="connsiteY91" fmla="*/ 172402 h 187642"/>
                                <a:gd name="connsiteX92" fmla="*/ 106680 w 240030"/>
                                <a:gd name="connsiteY92" fmla="*/ 177165 h 187642"/>
                                <a:gd name="connsiteX93" fmla="*/ 107633 w 240030"/>
                                <a:gd name="connsiteY93" fmla="*/ 181927 h 187642"/>
                                <a:gd name="connsiteX94" fmla="*/ 108585 w 240030"/>
                                <a:gd name="connsiteY94" fmla="*/ 184785 h 187642"/>
                                <a:gd name="connsiteX95" fmla="*/ 109538 w 240030"/>
                                <a:gd name="connsiteY95" fmla="*/ 187642 h 187642"/>
                                <a:gd name="connsiteX96" fmla="*/ 110490 w 240030"/>
                                <a:gd name="connsiteY96" fmla="*/ 187642 h 187642"/>
                                <a:gd name="connsiteX97" fmla="*/ 109538 w 240030"/>
                                <a:gd name="connsiteY97" fmla="*/ 181927 h 187642"/>
                                <a:gd name="connsiteX98" fmla="*/ 108585 w 240030"/>
                                <a:gd name="connsiteY98" fmla="*/ 177165 h 187642"/>
                                <a:gd name="connsiteX99" fmla="*/ 107633 w 240030"/>
                                <a:gd name="connsiteY99" fmla="*/ 172402 h 187642"/>
                                <a:gd name="connsiteX100" fmla="*/ 105728 w 240030"/>
                                <a:gd name="connsiteY100" fmla="*/ 161925 h 187642"/>
                                <a:gd name="connsiteX101" fmla="*/ 103823 w 240030"/>
                                <a:gd name="connsiteY101" fmla="*/ 151448 h 187642"/>
                                <a:gd name="connsiteX102" fmla="*/ 103823 w 240030"/>
                                <a:gd name="connsiteY102" fmla="*/ 148590 h 187642"/>
                                <a:gd name="connsiteX103" fmla="*/ 102870 w 240030"/>
                                <a:gd name="connsiteY103" fmla="*/ 145732 h 187642"/>
                                <a:gd name="connsiteX104" fmla="*/ 101918 w 240030"/>
                                <a:gd name="connsiteY104" fmla="*/ 140017 h 187642"/>
                                <a:gd name="connsiteX105" fmla="*/ 100965 w 240030"/>
                                <a:gd name="connsiteY105" fmla="*/ 134302 h 187642"/>
                                <a:gd name="connsiteX106" fmla="*/ 100965 w 240030"/>
                                <a:gd name="connsiteY106" fmla="*/ 128588 h 187642"/>
                                <a:gd name="connsiteX107" fmla="*/ 100013 w 240030"/>
                                <a:gd name="connsiteY107" fmla="*/ 118110 h 187642"/>
                                <a:gd name="connsiteX108" fmla="*/ 100013 w 240030"/>
                                <a:gd name="connsiteY108" fmla="*/ 108585 h 187642"/>
                                <a:gd name="connsiteX109" fmla="*/ 99060 w 240030"/>
                                <a:gd name="connsiteY109" fmla="*/ 100013 h 187642"/>
                                <a:gd name="connsiteX110" fmla="*/ 107633 w 240030"/>
                                <a:gd name="connsiteY110" fmla="*/ 109538 h 187642"/>
                                <a:gd name="connsiteX111" fmla="*/ 121920 w 240030"/>
                                <a:gd name="connsiteY111" fmla="*/ 125730 h 187642"/>
                                <a:gd name="connsiteX112" fmla="*/ 128588 w 240030"/>
                                <a:gd name="connsiteY112" fmla="*/ 134302 h 187642"/>
                                <a:gd name="connsiteX113" fmla="*/ 134303 w 240030"/>
                                <a:gd name="connsiteY113" fmla="*/ 142875 h 187642"/>
                                <a:gd name="connsiteX114" fmla="*/ 144780 w 240030"/>
                                <a:gd name="connsiteY114" fmla="*/ 160973 h 187642"/>
                                <a:gd name="connsiteX115" fmla="*/ 148590 w 240030"/>
                                <a:gd name="connsiteY115" fmla="*/ 169545 h 187642"/>
                                <a:gd name="connsiteX116" fmla="*/ 151448 w 240030"/>
                                <a:gd name="connsiteY116" fmla="*/ 177165 h 187642"/>
                                <a:gd name="connsiteX117" fmla="*/ 152400 w 240030"/>
                                <a:gd name="connsiteY117" fmla="*/ 177165 h 187642"/>
                                <a:gd name="connsiteX118" fmla="*/ 152400 w 240030"/>
                                <a:gd name="connsiteY118" fmla="*/ 177165 h 187642"/>
                                <a:gd name="connsiteX119" fmla="*/ 149543 w 240030"/>
                                <a:gd name="connsiteY119" fmla="*/ 168592 h 187642"/>
                                <a:gd name="connsiteX120" fmla="*/ 145732 w 240030"/>
                                <a:gd name="connsiteY120" fmla="*/ 159067 h 187642"/>
                                <a:gd name="connsiteX121" fmla="*/ 136207 w 240030"/>
                                <a:gd name="connsiteY121" fmla="*/ 140970 h 187642"/>
                                <a:gd name="connsiteX122" fmla="*/ 133350 w 240030"/>
                                <a:gd name="connsiteY122" fmla="*/ 136207 h 187642"/>
                                <a:gd name="connsiteX123" fmla="*/ 130493 w 240030"/>
                                <a:gd name="connsiteY123" fmla="*/ 131445 h 187642"/>
                                <a:gd name="connsiteX124" fmla="*/ 127635 w 240030"/>
                                <a:gd name="connsiteY124" fmla="*/ 126682 h 187642"/>
                                <a:gd name="connsiteX125" fmla="*/ 124778 w 240030"/>
                                <a:gd name="connsiteY125" fmla="*/ 121920 h 187642"/>
                                <a:gd name="connsiteX126" fmla="*/ 111443 w 240030"/>
                                <a:gd name="connsiteY126" fmla="*/ 104775 h 187642"/>
                                <a:gd name="connsiteX127" fmla="*/ 97155 w 240030"/>
                                <a:gd name="connsiteY127" fmla="*/ 88582 h 187642"/>
                                <a:gd name="connsiteX128" fmla="*/ 86678 w 240030"/>
                                <a:gd name="connsiteY128" fmla="*/ 76200 h 187642"/>
                                <a:gd name="connsiteX129" fmla="*/ 89535 w 240030"/>
                                <a:gd name="connsiteY129" fmla="*/ 77152 h 187642"/>
                                <a:gd name="connsiteX130" fmla="*/ 100965 w 240030"/>
                                <a:gd name="connsiteY130" fmla="*/ 80010 h 187642"/>
                                <a:gd name="connsiteX131" fmla="*/ 131445 w 240030"/>
                                <a:gd name="connsiteY131" fmla="*/ 85725 h 187642"/>
                                <a:gd name="connsiteX132" fmla="*/ 148590 w 240030"/>
                                <a:gd name="connsiteY132" fmla="*/ 89535 h 187642"/>
                                <a:gd name="connsiteX133" fmla="*/ 166688 w 240030"/>
                                <a:gd name="connsiteY133" fmla="*/ 95250 h 187642"/>
                                <a:gd name="connsiteX134" fmla="*/ 183832 w 240030"/>
                                <a:gd name="connsiteY134" fmla="*/ 104775 h 187642"/>
                                <a:gd name="connsiteX135" fmla="*/ 200025 w 240030"/>
                                <a:gd name="connsiteY135" fmla="*/ 118110 h 187642"/>
                                <a:gd name="connsiteX136" fmla="*/ 207645 w 240030"/>
                                <a:gd name="connsiteY136" fmla="*/ 125730 h 187642"/>
                                <a:gd name="connsiteX137" fmla="*/ 214313 w 240030"/>
                                <a:gd name="connsiteY137" fmla="*/ 134302 h 187642"/>
                                <a:gd name="connsiteX138" fmla="*/ 217170 w 240030"/>
                                <a:gd name="connsiteY138" fmla="*/ 139065 h 187642"/>
                                <a:gd name="connsiteX139" fmla="*/ 220028 w 240030"/>
                                <a:gd name="connsiteY139" fmla="*/ 143827 h 187642"/>
                                <a:gd name="connsiteX140" fmla="*/ 224790 w 240030"/>
                                <a:gd name="connsiteY140" fmla="*/ 154305 h 187642"/>
                                <a:gd name="connsiteX141" fmla="*/ 225743 w 240030"/>
                                <a:gd name="connsiteY141" fmla="*/ 156210 h 187642"/>
                                <a:gd name="connsiteX142" fmla="*/ 226695 w 240030"/>
                                <a:gd name="connsiteY142" fmla="*/ 155257 h 187642"/>
                                <a:gd name="connsiteX143" fmla="*/ 225743 w 240030"/>
                                <a:gd name="connsiteY143" fmla="*/ 153352 h 187642"/>
                                <a:gd name="connsiteX144" fmla="*/ 215265 w 240030"/>
                                <a:gd name="connsiteY144" fmla="*/ 133350 h 187642"/>
                                <a:gd name="connsiteX145" fmla="*/ 201930 w 240030"/>
                                <a:gd name="connsiteY145" fmla="*/ 116205 h 187642"/>
                                <a:gd name="connsiteX146" fmla="*/ 185738 w 240030"/>
                                <a:gd name="connsiteY146" fmla="*/ 102870 h 187642"/>
                                <a:gd name="connsiteX147" fmla="*/ 168593 w 240030"/>
                                <a:gd name="connsiteY147" fmla="*/ 93345 h 187642"/>
                                <a:gd name="connsiteX148" fmla="*/ 150495 w 240030"/>
                                <a:gd name="connsiteY148" fmla="*/ 86677 h 187642"/>
                                <a:gd name="connsiteX149" fmla="*/ 133350 w 240030"/>
                                <a:gd name="connsiteY149" fmla="*/ 82867 h 187642"/>
                                <a:gd name="connsiteX150" fmla="*/ 103823 w 240030"/>
                                <a:gd name="connsiteY150" fmla="*/ 77152 h 187642"/>
                                <a:gd name="connsiteX151" fmla="*/ 92393 w 240030"/>
                                <a:gd name="connsiteY151" fmla="*/ 73342 h 187642"/>
                                <a:gd name="connsiteX152" fmla="*/ 84773 w 240030"/>
                                <a:gd name="connsiteY152" fmla="*/ 69532 h 187642"/>
                                <a:gd name="connsiteX153" fmla="*/ 80963 w 240030"/>
                                <a:gd name="connsiteY153" fmla="*/ 67627 h 187642"/>
                                <a:gd name="connsiteX154" fmla="*/ 71438 w 240030"/>
                                <a:gd name="connsiteY154" fmla="*/ 56198 h 187642"/>
                                <a:gd name="connsiteX155" fmla="*/ 64770 w 240030"/>
                                <a:gd name="connsiteY155" fmla="*/ 48577 h 187642"/>
                                <a:gd name="connsiteX156" fmla="*/ 59055 w 240030"/>
                                <a:gd name="connsiteY156" fmla="*/ 40957 h 187642"/>
                                <a:gd name="connsiteX157" fmla="*/ 48578 w 240030"/>
                                <a:gd name="connsiteY157" fmla="*/ 27623 h 187642"/>
                                <a:gd name="connsiteX158" fmla="*/ 47625 w 240030"/>
                                <a:gd name="connsiteY158" fmla="*/ 26670 h 187642"/>
                                <a:gd name="connsiteX159" fmla="*/ 49530 w 240030"/>
                                <a:gd name="connsiteY159" fmla="*/ 26670 h 187642"/>
                                <a:gd name="connsiteX160" fmla="*/ 60008 w 240030"/>
                                <a:gd name="connsiteY160" fmla="*/ 26670 h 187642"/>
                                <a:gd name="connsiteX161" fmla="*/ 66675 w 240030"/>
                                <a:gd name="connsiteY161" fmla="*/ 26670 h 187642"/>
                                <a:gd name="connsiteX162" fmla="*/ 74295 w 240030"/>
                                <a:gd name="connsiteY162" fmla="*/ 26670 h 187642"/>
                                <a:gd name="connsiteX163" fmla="*/ 91440 w 240030"/>
                                <a:gd name="connsiteY163" fmla="*/ 26670 h 187642"/>
                                <a:gd name="connsiteX164" fmla="*/ 110490 w 240030"/>
                                <a:gd name="connsiteY164" fmla="*/ 26670 h 187642"/>
                                <a:gd name="connsiteX165" fmla="*/ 130493 w 240030"/>
                                <a:gd name="connsiteY165" fmla="*/ 27623 h 187642"/>
                                <a:gd name="connsiteX166" fmla="*/ 151448 w 240030"/>
                                <a:gd name="connsiteY166" fmla="*/ 29527 h 187642"/>
                                <a:gd name="connsiteX167" fmla="*/ 173355 w 240030"/>
                                <a:gd name="connsiteY167" fmla="*/ 34290 h 187642"/>
                                <a:gd name="connsiteX168" fmla="*/ 194310 w 240030"/>
                                <a:gd name="connsiteY168" fmla="*/ 42863 h 187642"/>
                                <a:gd name="connsiteX169" fmla="*/ 203835 w 240030"/>
                                <a:gd name="connsiteY169" fmla="*/ 48577 h 187642"/>
                                <a:gd name="connsiteX170" fmla="*/ 213360 w 240030"/>
                                <a:gd name="connsiteY170" fmla="*/ 55245 h 187642"/>
                                <a:gd name="connsiteX171" fmla="*/ 221932 w 240030"/>
                                <a:gd name="connsiteY171" fmla="*/ 61913 h 187642"/>
                                <a:gd name="connsiteX172" fmla="*/ 229553 w 240030"/>
                                <a:gd name="connsiteY172" fmla="*/ 69532 h 187642"/>
                                <a:gd name="connsiteX173" fmla="*/ 236220 w 240030"/>
                                <a:gd name="connsiteY173" fmla="*/ 77152 h 187642"/>
                                <a:gd name="connsiteX174" fmla="*/ 240030 w 240030"/>
                                <a:gd name="connsiteY174" fmla="*/ 82867 h 187642"/>
                                <a:gd name="connsiteX175" fmla="*/ 239078 w 240030"/>
                                <a:gd name="connsiteY175" fmla="*/ 80963 h 187642"/>
                                <a:gd name="connsiteX176" fmla="*/ 236220 w 240030"/>
                                <a:gd name="connsiteY176" fmla="*/ 77152 h 187642"/>
                                <a:gd name="connsiteX177" fmla="*/ 229553 w 240030"/>
                                <a:gd name="connsiteY177" fmla="*/ 68580 h 187642"/>
                                <a:gd name="connsiteX178" fmla="*/ 221932 w 240030"/>
                                <a:gd name="connsiteY178" fmla="*/ 60007 h 187642"/>
                                <a:gd name="connsiteX179" fmla="*/ 213360 w 240030"/>
                                <a:gd name="connsiteY179" fmla="*/ 52388 h 187642"/>
                                <a:gd name="connsiteX180" fmla="*/ 203835 w 240030"/>
                                <a:gd name="connsiteY180" fmla="*/ 45720 h 187642"/>
                                <a:gd name="connsiteX181" fmla="*/ 194310 w 240030"/>
                                <a:gd name="connsiteY181" fmla="*/ 40005 h 187642"/>
                                <a:gd name="connsiteX182" fmla="*/ 173355 w 240030"/>
                                <a:gd name="connsiteY182" fmla="*/ 31432 h 187642"/>
                                <a:gd name="connsiteX183" fmla="*/ 151448 w 240030"/>
                                <a:gd name="connsiteY183" fmla="*/ 25717 h 187642"/>
                                <a:gd name="connsiteX184" fmla="*/ 130493 w 240030"/>
                                <a:gd name="connsiteY184" fmla="*/ 22860 h 187642"/>
                                <a:gd name="connsiteX185" fmla="*/ 109538 w 240030"/>
                                <a:gd name="connsiteY185" fmla="*/ 21907 h 187642"/>
                                <a:gd name="connsiteX186" fmla="*/ 90488 w 240030"/>
                                <a:gd name="connsiteY186" fmla="*/ 21907 h 187642"/>
                                <a:gd name="connsiteX187" fmla="*/ 73343 w 240030"/>
                                <a:gd name="connsiteY187" fmla="*/ 21907 h 187642"/>
                                <a:gd name="connsiteX188" fmla="*/ 65723 w 240030"/>
                                <a:gd name="connsiteY188" fmla="*/ 21907 h 187642"/>
                                <a:gd name="connsiteX189" fmla="*/ 59055 w 240030"/>
                                <a:gd name="connsiteY189" fmla="*/ 21907 h 187642"/>
                                <a:gd name="connsiteX190" fmla="*/ 48578 w 240030"/>
                                <a:gd name="connsiteY190" fmla="*/ 21907 h 187642"/>
                                <a:gd name="connsiteX191" fmla="*/ 42863 w 240030"/>
                                <a:gd name="connsiteY191" fmla="*/ 21907 h 187642"/>
                                <a:gd name="connsiteX192" fmla="*/ 42863 w 240030"/>
                                <a:gd name="connsiteY192" fmla="*/ 21907 h 187642"/>
                                <a:gd name="connsiteX193" fmla="*/ 39053 w 240030"/>
                                <a:gd name="connsiteY193" fmla="*/ 16192 h 187642"/>
                                <a:gd name="connsiteX194" fmla="*/ 32385 w 240030"/>
                                <a:gd name="connsiteY194" fmla="*/ 7620 h 187642"/>
                                <a:gd name="connsiteX195" fmla="*/ 26670 w 240030"/>
                                <a:gd name="connsiteY195" fmla="*/ 0 h 187642"/>
                                <a:gd name="connsiteX196" fmla="*/ 20955 w 240030"/>
                                <a:gd name="connsiteY196" fmla="*/ 7620 h 187642"/>
                                <a:gd name="connsiteX197" fmla="*/ 20955 w 240030"/>
                                <a:gd name="connsiteY197" fmla="*/ 14288 h 187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240030" h="187642">
                                  <a:moveTo>
                                    <a:pt x="20955" y="14288"/>
                                  </a:moveTo>
                                  <a:cubicBezTo>
                                    <a:pt x="21908" y="15240"/>
                                    <a:pt x="21908" y="16192"/>
                                    <a:pt x="21908" y="16192"/>
                                  </a:cubicBezTo>
                                  <a:cubicBezTo>
                                    <a:pt x="21908" y="16192"/>
                                    <a:pt x="20955" y="19050"/>
                                    <a:pt x="20003" y="23813"/>
                                  </a:cubicBezTo>
                                  <a:cubicBezTo>
                                    <a:pt x="19050" y="28575"/>
                                    <a:pt x="17145" y="36195"/>
                                    <a:pt x="15240" y="44767"/>
                                  </a:cubicBezTo>
                                  <a:cubicBezTo>
                                    <a:pt x="13335" y="53340"/>
                                    <a:pt x="10478" y="62865"/>
                                    <a:pt x="6668" y="73342"/>
                                  </a:cubicBezTo>
                                  <a:cubicBezTo>
                                    <a:pt x="5715" y="76200"/>
                                    <a:pt x="4763" y="78105"/>
                                    <a:pt x="4763" y="80963"/>
                                  </a:cubicBezTo>
                                  <a:cubicBezTo>
                                    <a:pt x="4763" y="81915"/>
                                    <a:pt x="3810" y="83820"/>
                                    <a:pt x="3810" y="84773"/>
                                  </a:cubicBezTo>
                                  <a:lnTo>
                                    <a:pt x="3810" y="85725"/>
                                  </a:lnTo>
                                  <a:lnTo>
                                    <a:pt x="3810" y="86677"/>
                                  </a:lnTo>
                                  <a:lnTo>
                                    <a:pt x="3810" y="88582"/>
                                  </a:lnTo>
                                  <a:cubicBezTo>
                                    <a:pt x="2858" y="93345"/>
                                    <a:pt x="1905" y="99060"/>
                                    <a:pt x="953" y="103823"/>
                                  </a:cubicBezTo>
                                  <a:cubicBezTo>
                                    <a:pt x="953" y="106680"/>
                                    <a:pt x="0" y="108585"/>
                                    <a:pt x="0" y="111442"/>
                                  </a:cubicBezTo>
                                  <a:cubicBezTo>
                                    <a:pt x="0" y="113348"/>
                                    <a:pt x="0" y="116205"/>
                                    <a:pt x="0" y="118110"/>
                                  </a:cubicBezTo>
                                  <a:cubicBezTo>
                                    <a:pt x="0" y="119063"/>
                                    <a:pt x="0" y="120015"/>
                                    <a:pt x="0" y="121920"/>
                                  </a:cubicBezTo>
                                  <a:cubicBezTo>
                                    <a:pt x="0" y="122873"/>
                                    <a:pt x="0" y="123825"/>
                                    <a:pt x="0" y="124777"/>
                                  </a:cubicBezTo>
                                  <a:cubicBezTo>
                                    <a:pt x="0" y="126682"/>
                                    <a:pt x="0" y="128588"/>
                                    <a:pt x="0" y="130492"/>
                                  </a:cubicBezTo>
                                  <a:cubicBezTo>
                                    <a:pt x="0" y="134302"/>
                                    <a:pt x="953" y="137160"/>
                                    <a:pt x="953" y="140970"/>
                                  </a:cubicBezTo>
                                  <a:cubicBezTo>
                                    <a:pt x="1905" y="143827"/>
                                    <a:pt x="1905" y="146685"/>
                                    <a:pt x="1905" y="148590"/>
                                  </a:cubicBezTo>
                                  <a:cubicBezTo>
                                    <a:pt x="1905" y="150495"/>
                                    <a:pt x="2858" y="152400"/>
                                    <a:pt x="2858" y="153352"/>
                                  </a:cubicBezTo>
                                  <a:cubicBezTo>
                                    <a:pt x="2858" y="154305"/>
                                    <a:pt x="3810" y="155257"/>
                                    <a:pt x="3810" y="156210"/>
                                  </a:cubicBezTo>
                                  <a:cubicBezTo>
                                    <a:pt x="3810" y="156210"/>
                                    <a:pt x="3810" y="156210"/>
                                    <a:pt x="3810" y="157163"/>
                                  </a:cubicBezTo>
                                  <a:lnTo>
                                    <a:pt x="3810" y="157163"/>
                                  </a:lnTo>
                                  <a:cubicBezTo>
                                    <a:pt x="3810" y="157163"/>
                                    <a:pt x="3810" y="157163"/>
                                    <a:pt x="3810" y="156210"/>
                                  </a:cubicBezTo>
                                  <a:cubicBezTo>
                                    <a:pt x="3810" y="155257"/>
                                    <a:pt x="2858" y="155257"/>
                                    <a:pt x="2858" y="153352"/>
                                  </a:cubicBezTo>
                                  <a:cubicBezTo>
                                    <a:pt x="2858" y="152400"/>
                                    <a:pt x="2858" y="150495"/>
                                    <a:pt x="1905" y="148590"/>
                                  </a:cubicBezTo>
                                  <a:cubicBezTo>
                                    <a:pt x="1905" y="146685"/>
                                    <a:pt x="1905" y="143827"/>
                                    <a:pt x="953" y="140970"/>
                                  </a:cubicBezTo>
                                  <a:cubicBezTo>
                                    <a:pt x="953" y="138113"/>
                                    <a:pt x="953" y="134302"/>
                                    <a:pt x="953" y="130492"/>
                                  </a:cubicBezTo>
                                  <a:cubicBezTo>
                                    <a:pt x="953" y="128588"/>
                                    <a:pt x="953" y="126682"/>
                                    <a:pt x="953" y="124777"/>
                                  </a:cubicBezTo>
                                  <a:cubicBezTo>
                                    <a:pt x="953" y="123825"/>
                                    <a:pt x="953" y="122873"/>
                                    <a:pt x="953" y="121920"/>
                                  </a:cubicBezTo>
                                  <a:cubicBezTo>
                                    <a:pt x="953" y="120967"/>
                                    <a:pt x="953" y="120015"/>
                                    <a:pt x="953" y="118110"/>
                                  </a:cubicBezTo>
                                  <a:cubicBezTo>
                                    <a:pt x="953" y="116205"/>
                                    <a:pt x="953" y="113348"/>
                                    <a:pt x="1905" y="111442"/>
                                  </a:cubicBezTo>
                                  <a:cubicBezTo>
                                    <a:pt x="1905" y="108585"/>
                                    <a:pt x="2858" y="106680"/>
                                    <a:pt x="2858" y="103823"/>
                                  </a:cubicBezTo>
                                  <a:cubicBezTo>
                                    <a:pt x="2858" y="99060"/>
                                    <a:pt x="4763" y="93345"/>
                                    <a:pt x="5715" y="88582"/>
                                  </a:cubicBezTo>
                                  <a:lnTo>
                                    <a:pt x="5715" y="86677"/>
                                  </a:lnTo>
                                  <a:lnTo>
                                    <a:pt x="5715" y="85725"/>
                                  </a:lnTo>
                                  <a:lnTo>
                                    <a:pt x="5715" y="84773"/>
                                  </a:lnTo>
                                  <a:cubicBezTo>
                                    <a:pt x="5715" y="83820"/>
                                    <a:pt x="6668" y="81915"/>
                                    <a:pt x="6668" y="80963"/>
                                  </a:cubicBezTo>
                                  <a:cubicBezTo>
                                    <a:pt x="7620" y="78105"/>
                                    <a:pt x="7620" y="76200"/>
                                    <a:pt x="9525" y="73342"/>
                                  </a:cubicBezTo>
                                  <a:cubicBezTo>
                                    <a:pt x="13335" y="62865"/>
                                    <a:pt x="16193" y="53340"/>
                                    <a:pt x="18098" y="44767"/>
                                  </a:cubicBezTo>
                                  <a:cubicBezTo>
                                    <a:pt x="21908" y="32385"/>
                                    <a:pt x="23813" y="23813"/>
                                    <a:pt x="24765" y="19050"/>
                                  </a:cubicBezTo>
                                  <a:cubicBezTo>
                                    <a:pt x="25718" y="20002"/>
                                    <a:pt x="26670" y="20955"/>
                                    <a:pt x="27623" y="21907"/>
                                  </a:cubicBezTo>
                                  <a:cubicBezTo>
                                    <a:pt x="28575" y="23813"/>
                                    <a:pt x="30480" y="25717"/>
                                    <a:pt x="31433" y="27623"/>
                                  </a:cubicBezTo>
                                  <a:cubicBezTo>
                                    <a:pt x="33338" y="29527"/>
                                    <a:pt x="35243" y="31432"/>
                                    <a:pt x="37148" y="33338"/>
                                  </a:cubicBezTo>
                                  <a:cubicBezTo>
                                    <a:pt x="40958" y="37148"/>
                                    <a:pt x="44768" y="41910"/>
                                    <a:pt x="48578" y="46673"/>
                                  </a:cubicBezTo>
                                  <a:cubicBezTo>
                                    <a:pt x="49530" y="47625"/>
                                    <a:pt x="50483" y="48577"/>
                                    <a:pt x="51435" y="49530"/>
                                  </a:cubicBezTo>
                                  <a:cubicBezTo>
                                    <a:pt x="51435" y="49530"/>
                                    <a:pt x="51435" y="49530"/>
                                    <a:pt x="51435" y="49530"/>
                                  </a:cubicBezTo>
                                  <a:cubicBezTo>
                                    <a:pt x="52388" y="51435"/>
                                    <a:pt x="53340" y="55245"/>
                                    <a:pt x="54293" y="58102"/>
                                  </a:cubicBezTo>
                                  <a:cubicBezTo>
                                    <a:pt x="55245" y="61913"/>
                                    <a:pt x="55245" y="65723"/>
                                    <a:pt x="56198" y="70485"/>
                                  </a:cubicBezTo>
                                  <a:cubicBezTo>
                                    <a:pt x="57150" y="79057"/>
                                    <a:pt x="56198" y="89535"/>
                                    <a:pt x="54293" y="100013"/>
                                  </a:cubicBezTo>
                                  <a:cubicBezTo>
                                    <a:pt x="53340" y="105727"/>
                                    <a:pt x="53340" y="110490"/>
                                    <a:pt x="52388" y="116205"/>
                                  </a:cubicBezTo>
                                  <a:cubicBezTo>
                                    <a:pt x="52388" y="119063"/>
                                    <a:pt x="52388" y="121920"/>
                                    <a:pt x="52388" y="123825"/>
                                  </a:cubicBezTo>
                                  <a:cubicBezTo>
                                    <a:pt x="52388" y="126682"/>
                                    <a:pt x="52388" y="128588"/>
                                    <a:pt x="52388" y="131445"/>
                                  </a:cubicBezTo>
                                  <a:cubicBezTo>
                                    <a:pt x="52388" y="136207"/>
                                    <a:pt x="52388" y="140017"/>
                                    <a:pt x="52388" y="143827"/>
                                  </a:cubicBezTo>
                                  <a:cubicBezTo>
                                    <a:pt x="52388" y="145732"/>
                                    <a:pt x="52388" y="147638"/>
                                    <a:pt x="52388" y="149542"/>
                                  </a:cubicBezTo>
                                  <a:cubicBezTo>
                                    <a:pt x="52388" y="151448"/>
                                    <a:pt x="52388" y="152400"/>
                                    <a:pt x="53340" y="154305"/>
                                  </a:cubicBezTo>
                                  <a:cubicBezTo>
                                    <a:pt x="54293" y="160020"/>
                                    <a:pt x="55245" y="162877"/>
                                    <a:pt x="57150" y="164782"/>
                                  </a:cubicBezTo>
                                  <a:cubicBezTo>
                                    <a:pt x="57150" y="164782"/>
                                    <a:pt x="58103" y="165735"/>
                                    <a:pt x="58103" y="165735"/>
                                  </a:cubicBezTo>
                                  <a:cubicBezTo>
                                    <a:pt x="58103" y="165735"/>
                                    <a:pt x="58103" y="166688"/>
                                    <a:pt x="59055" y="166688"/>
                                  </a:cubicBezTo>
                                  <a:cubicBezTo>
                                    <a:pt x="59055" y="166688"/>
                                    <a:pt x="60008" y="167640"/>
                                    <a:pt x="60008" y="167640"/>
                                  </a:cubicBezTo>
                                  <a:cubicBezTo>
                                    <a:pt x="60008" y="167640"/>
                                    <a:pt x="60008" y="168592"/>
                                    <a:pt x="60960" y="168592"/>
                                  </a:cubicBezTo>
                                  <a:cubicBezTo>
                                    <a:pt x="60960" y="168592"/>
                                    <a:pt x="60960" y="169545"/>
                                    <a:pt x="61913" y="169545"/>
                                  </a:cubicBezTo>
                                  <a:cubicBezTo>
                                    <a:pt x="62865" y="170498"/>
                                    <a:pt x="63818" y="170498"/>
                                    <a:pt x="64770" y="171450"/>
                                  </a:cubicBezTo>
                                  <a:cubicBezTo>
                                    <a:pt x="63818" y="171450"/>
                                    <a:pt x="62865" y="170498"/>
                                    <a:pt x="62865" y="170498"/>
                                  </a:cubicBezTo>
                                  <a:cubicBezTo>
                                    <a:pt x="62865" y="170498"/>
                                    <a:pt x="62865" y="169545"/>
                                    <a:pt x="61913" y="169545"/>
                                  </a:cubicBezTo>
                                  <a:cubicBezTo>
                                    <a:pt x="61913" y="169545"/>
                                    <a:pt x="61913" y="168592"/>
                                    <a:pt x="60960" y="168592"/>
                                  </a:cubicBezTo>
                                  <a:cubicBezTo>
                                    <a:pt x="60960" y="168592"/>
                                    <a:pt x="60008" y="167640"/>
                                    <a:pt x="60008" y="167640"/>
                                  </a:cubicBezTo>
                                  <a:cubicBezTo>
                                    <a:pt x="60008" y="167640"/>
                                    <a:pt x="60008" y="166688"/>
                                    <a:pt x="59055" y="166688"/>
                                  </a:cubicBezTo>
                                  <a:cubicBezTo>
                                    <a:pt x="59055" y="166688"/>
                                    <a:pt x="59055" y="165735"/>
                                    <a:pt x="58103" y="165735"/>
                                  </a:cubicBezTo>
                                  <a:cubicBezTo>
                                    <a:pt x="56198" y="163830"/>
                                    <a:pt x="55245" y="160020"/>
                                    <a:pt x="54293" y="155257"/>
                                  </a:cubicBezTo>
                                  <a:cubicBezTo>
                                    <a:pt x="54293" y="154305"/>
                                    <a:pt x="54293" y="152400"/>
                                    <a:pt x="54293" y="150495"/>
                                  </a:cubicBezTo>
                                  <a:cubicBezTo>
                                    <a:pt x="54293" y="148590"/>
                                    <a:pt x="54293" y="146685"/>
                                    <a:pt x="54293" y="144780"/>
                                  </a:cubicBezTo>
                                  <a:cubicBezTo>
                                    <a:pt x="54293" y="140970"/>
                                    <a:pt x="54293" y="137160"/>
                                    <a:pt x="54293" y="132398"/>
                                  </a:cubicBezTo>
                                  <a:cubicBezTo>
                                    <a:pt x="54293" y="130492"/>
                                    <a:pt x="54293" y="127635"/>
                                    <a:pt x="54293" y="125730"/>
                                  </a:cubicBezTo>
                                  <a:cubicBezTo>
                                    <a:pt x="54293" y="122873"/>
                                    <a:pt x="54293" y="120967"/>
                                    <a:pt x="55245" y="118110"/>
                                  </a:cubicBezTo>
                                  <a:cubicBezTo>
                                    <a:pt x="56198" y="113348"/>
                                    <a:pt x="56198" y="107632"/>
                                    <a:pt x="57150" y="102870"/>
                                  </a:cubicBezTo>
                                  <a:cubicBezTo>
                                    <a:pt x="59055" y="92392"/>
                                    <a:pt x="60008" y="81915"/>
                                    <a:pt x="60008" y="72390"/>
                                  </a:cubicBezTo>
                                  <a:cubicBezTo>
                                    <a:pt x="60008" y="67627"/>
                                    <a:pt x="59055" y="63817"/>
                                    <a:pt x="59055" y="60007"/>
                                  </a:cubicBezTo>
                                  <a:cubicBezTo>
                                    <a:pt x="59055" y="60007"/>
                                    <a:pt x="59055" y="59055"/>
                                    <a:pt x="59055" y="59055"/>
                                  </a:cubicBezTo>
                                  <a:cubicBezTo>
                                    <a:pt x="60008" y="60960"/>
                                    <a:pt x="61913" y="61913"/>
                                    <a:pt x="62865" y="63817"/>
                                  </a:cubicBezTo>
                                  <a:cubicBezTo>
                                    <a:pt x="67628" y="68580"/>
                                    <a:pt x="72390" y="74295"/>
                                    <a:pt x="77153" y="79057"/>
                                  </a:cubicBezTo>
                                  <a:cubicBezTo>
                                    <a:pt x="81915" y="83820"/>
                                    <a:pt x="85725" y="87630"/>
                                    <a:pt x="89535" y="92392"/>
                                  </a:cubicBezTo>
                                  <a:cubicBezTo>
                                    <a:pt x="89535" y="92392"/>
                                    <a:pt x="89535" y="92392"/>
                                    <a:pt x="90488" y="93345"/>
                                  </a:cubicBezTo>
                                  <a:cubicBezTo>
                                    <a:pt x="91440" y="94298"/>
                                    <a:pt x="91440" y="95250"/>
                                    <a:pt x="92393" y="96202"/>
                                  </a:cubicBezTo>
                                  <a:cubicBezTo>
                                    <a:pt x="94298" y="99060"/>
                                    <a:pt x="95250" y="103823"/>
                                    <a:pt x="95250" y="109538"/>
                                  </a:cubicBezTo>
                                  <a:cubicBezTo>
                                    <a:pt x="95250" y="112395"/>
                                    <a:pt x="95250" y="116205"/>
                                    <a:pt x="95250" y="119063"/>
                                  </a:cubicBezTo>
                                  <a:cubicBezTo>
                                    <a:pt x="95250" y="121920"/>
                                    <a:pt x="96203" y="125730"/>
                                    <a:pt x="96203" y="129540"/>
                                  </a:cubicBezTo>
                                  <a:cubicBezTo>
                                    <a:pt x="96203" y="131445"/>
                                    <a:pt x="97155" y="133350"/>
                                    <a:pt x="97155" y="135255"/>
                                  </a:cubicBezTo>
                                  <a:cubicBezTo>
                                    <a:pt x="97155" y="137160"/>
                                    <a:pt x="98108" y="139065"/>
                                    <a:pt x="98108" y="140970"/>
                                  </a:cubicBezTo>
                                  <a:cubicBezTo>
                                    <a:pt x="98108" y="142875"/>
                                    <a:pt x="99060" y="144780"/>
                                    <a:pt x="99060" y="146685"/>
                                  </a:cubicBezTo>
                                  <a:cubicBezTo>
                                    <a:pt x="99060" y="148590"/>
                                    <a:pt x="100013" y="150495"/>
                                    <a:pt x="100013" y="152400"/>
                                  </a:cubicBezTo>
                                  <a:cubicBezTo>
                                    <a:pt x="100965" y="156210"/>
                                    <a:pt x="101918" y="159067"/>
                                    <a:pt x="102870" y="162877"/>
                                  </a:cubicBezTo>
                                  <a:cubicBezTo>
                                    <a:pt x="103823" y="166688"/>
                                    <a:pt x="104775" y="169545"/>
                                    <a:pt x="105728" y="172402"/>
                                  </a:cubicBezTo>
                                  <a:cubicBezTo>
                                    <a:pt x="105728" y="174307"/>
                                    <a:pt x="106680" y="175260"/>
                                    <a:pt x="106680" y="177165"/>
                                  </a:cubicBezTo>
                                  <a:cubicBezTo>
                                    <a:pt x="106680" y="179070"/>
                                    <a:pt x="107633" y="180023"/>
                                    <a:pt x="107633" y="181927"/>
                                  </a:cubicBezTo>
                                  <a:cubicBezTo>
                                    <a:pt x="107633" y="182880"/>
                                    <a:pt x="107633" y="183832"/>
                                    <a:pt x="108585" y="184785"/>
                                  </a:cubicBezTo>
                                  <a:cubicBezTo>
                                    <a:pt x="108585" y="185738"/>
                                    <a:pt x="108585" y="186690"/>
                                    <a:pt x="109538" y="187642"/>
                                  </a:cubicBezTo>
                                  <a:cubicBezTo>
                                    <a:pt x="109538" y="187642"/>
                                    <a:pt x="110490" y="187642"/>
                                    <a:pt x="110490" y="187642"/>
                                  </a:cubicBezTo>
                                  <a:cubicBezTo>
                                    <a:pt x="110490" y="185738"/>
                                    <a:pt x="109538" y="183832"/>
                                    <a:pt x="109538" y="181927"/>
                                  </a:cubicBezTo>
                                  <a:cubicBezTo>
                                    <a:pt x="109538" y="180023"/>
                                    <a:pt x="108585" y="179070"/>
                                    <a:pt x="108585" y="177165"/>
                                  </a:cubicBezTo>
                                  <a:cubicBezTo>
                                    <a:pt x="108585" y="175260"/>
                                    <a:pt x="107633" y="174307"/>
                                    <a:pt x="107633" y="172402"/>
                                  </a:cubicBezTo>
                                  <a:cubicBezTo>
                                    <a:pt x="106680" y="169545"/>
                                    <a:pt x="106680" y="165735"/>
                                    <a:pt x="105728" y="161925"/>
                                  </a:cubicBezTo>
                                  <a:cubicBezTo>
                                    <a:pt x="104775" y="158115"/>
                                    <a:pt x="104775" y="155257"/>
                                    <a:pt x="103823" y="151448"/>
                                  </a:cubicBezTo>
                                  <a:lnTo>
                                    <a:pt x="103823" y="148590"/>
                                  </a:lnTo>
                                  <a:lnTo>
                                    <a:pt x="102870" y="145732"/>
                                  </a:lnTo>
                                  <a:cubicBezTo>
                                    <a:pt x="102870" y="143827"/>
                                    <a:pt x="101918" y="141923"/>
                                    <a:pt x="101918" y="140017"/>
                                  </a:cubicBezTo>
                                  <a:cubicBezTo>
                                    <a:pt x="101918" y="138113"/>
                                    <a:pt x="101918" y="136207"/>
                                    <a:pt x="100965" y="134302"/>
                                  </a:cubicBezTo>
                                  <a:cubicBezTo>
                                    <a:pt x="100965" y="132398"/>
                                    <a:pt x="100965" y="130492"/>
                                    <a:pt x="100965" y="128588"/>
                                  </a:cubicBezTo>
                                  <a:cubicBezTo>
                                    <a:pt x="100965" y="124777"/>
                                    <a:pt x="100013" y="121920"/>
                                    <a:pt x="100013" y="118110"/>
                                  </a:cubicBezTo>
                                  <a:cubicBezTo>
                                    <a:pt x="100013" y="114300"/>
                                    <a:pt x="100013" y="111442"/>
                                    <a:pt x="100013" y="108585"/>
                                  </a:cubicBezTo>
                                  <a:cubicBezTo>
                                    <a:pt x="100013" y="105727"/>
                                    <a:pt x="100013" y="101917"/>
                                    <a:pt x="99060" y="100013"/>
                                  </a:cubicBezTo>
                                  <a:cubicBezTo>
                                    <a:pt x="101918" y="102870"/>
                                    <a:pt x="104775" y="105727"/>
                                    <a:pt x="107633" y="109538"/>
                                  </a:cubicBezTo>
                                  <a:cubicBezTo>
                                    <a:pt x="112395" y="115252"/>
                                    <a:pt x="117158" y="120015"/>
                                    <a:pt x="121920" y="125730"/>
                                  </a:cubicBezTo>
                                  <a:cubicBezTo>
                                    <a:pt x="123825" y="128588"/>
                                    <a:pt x="126683" y="131445"/>
                                    <a:pt x="128588" y="134302"/>
                                  </a:cubicBezTo>
                                  <a:cubicBezTo>
                                    <a:pt x="130493" y="137160"/>
                                    <a:pt x="132398" y="140017"/>
                                    <a:pt x="134303" y="142875"/>
                                  </a:cubicBezTo>
                                  <a:cubicBezTo>
                                    <a:pt x="138113" y="148590"/>
                                    <a:pt x="141923" y="154305"/>
                                    <a:pt x="144780" y="160973"/>
                                  </a:cubicBezTo>
                                  <a:cubicBezTo>
                                    <a:pt x="146685" y="163830"/>
                                    <a:pt x="147638" y="166688"/>
                                    <a:pt x="148590" y="169545"/>
                                  </a:cubicBezTo>
                                  <a:cubicBezTo>
                                    <a:pt x="149543" y="172402"/>
                                    <a:pt x="150495" y="174307"/>
                                    <a:pt x="151448" y="177165"/>
                                  </a:cubicBezTo>
                                  <a:cubicBezTo>
                                    <a:pt x="151448" y="177165"/>
                                    <a:pt x="152400" y="177165"/>
                                    <a:pt x="152400" y="177165"/>
                                  </a:cubicBezTo>
                                  <a:lnTo>
                                    <a:pt x="152400" y="177165"/>
                                  </a:lnTo>
                                  <a:cubicBezTo>
                                    <a:pt x="151448" y="174307"/>
                                    <a:pt x="150495" y="171450"/>
                                    <a:pt x="149543" y="168592"/>
                                  </a:cubicBezTo>
                                  <a:cubicBezTo>
                                    <a:pt x="148590" y="165735"/>
                                    <a:pt x="147638" y="162877"/>
                                    <a:pt x="145732" y="159067"/>
                                  </a:cubicBezTo>
                                  <a:cubicBezTo>
                                    <a:pt x="142875" y="153352"/>
                                    <a:pt x="140018" y="146685"/>
                                    <a:pt x="136207" y="140970"/>
                                  </a:cubicBezTo>
                                  <a:cubicBezTo>
                                    <a:pt x="135255" y="140017"/>
                                    <a:pt x="134303" y="138113"/>
                                    <a:pt x="133350" y="136207"/>
                                  </a:cubicBezTo>
                                  <a:cubicBezTo>
                                    <a:pt x="132398" y="134302"/>
                                    <a:pt x="131445" y="133350"/>
                                    <a:pt x="130493" y="131445"/>
                                  </a:cubicBezTo>
                                  <a:cubicBezTo>
                                    <a:pt x="129540" y="129540"/>
                                    <a:pt x="128588" y="128588"/>
                                    <a:pt x="127635" y="126682"/>
                                  </a:cubicBezTo>
                                  <a:cubicBezTo>
                                    <a:pt x="126683" y="124777"/>
                                    <a:pt x="125730" y="123825"/>
                                    <a:pt x="124778" y="121920"/>
                                  </a:cubicBezTo>
                                  <a:cubicBezTo>
                                    <a:pt x="120015" y="116205"/>
                                    <a:pt x="115253" y="110490"/>
                                    <a:pt x="111443" y="104775"/>
                                  </a:cubicBezTo>
                                  <a:cubicBezTo>
                                    <a:pt x="106680" y="99060"/>
                                    <a:pt x="101918" y="93345"/>
                                    <a:pt x="97155" y="88582"/>
                                  </a:cubicBezTo>
                                  <a:cubicBezTo>
                                    <a:pt x="93345" y="84773"/>
                                    <a:pt x="90488" y="80010"/>
                                    <a:pt x="86678" y="76200"/>
                                  </a:cubicBezTo>
                                  <a:cubicBezTo>
                                    <a:pt x="87630" y="76200"/>
                                    <a:pt x="88583" y="77152"/>
                                    <a:pt x="89535" y="77152"/>
                                  </a:cubicBezTo>
                                  <a:cubicBezTo>
                                    <a:pt x="93345" y="78105"/>
                                    <a:pt x="97155" y="79057"/>
                                    <a:pt x="100965" y="80010"/>
                                  </a:cubicBezTo>
                                  <a:cubicBezTo>
                                    <a:pt x="109538" y="81915"/>
                                    <a:pt x="120015" y="83820"/>
                                    <a:pt x="131445" y="85725"/>
                                  </a:cubicBezTo>
                                  <a:cubicBezTo>
                                    <a:pt x="137160" y="86677"/>
                                    <a:pt x="142875" y="87630"/>
                                    <a:pt x="148590" y="89535"/>
                                  </a:cubicBezTo>
                                  <a:cubicBezTo>
                                    <a:pt x="154305" y="90488"/>
                                    <a:pt x="160020" y="92392"/>
                                    <a:pt x="166688" y="95250"/>
                                  </a:cubicBezTo>
                                  <a:cubicBezTo>
                                    <a:pt x="172403" y="97155"/>
                                    <a:pt x="178118" y="100965"/>
                                    <a:pt x="183832" y="104775"/>
                                  </a:cubicBezTo>
                                  <a:cubicBezTo>
                                    <a:pt x="189548" y="108585"/>
                                    <a:pt x="195263" y="112395"/>
                                    <a:pt x="200025" y="118110"/>
                                  </a:cubicBezTo>
                                  <a:cubicBezTo>
                                    <a:pt x="202882" y="120967"/>
                                    <a:pt x="204788" y="122873"/>
                                    <a:pt x="207645" y="125730"/>
                                  </a:cubicBezTo>
                                  <a:cubicBezTo>
                                    <a:pt x="209550" y="128588"/>
                                    <a:pt x="212407" y="131445"/>
                                    <a:pt x="214313" y="134302"/>
                                  </a:cubicBezTo>
                                  <a:cubicBezTo>
                                    <a:pt x="215265" y="136207"/>
                                    <a:pt x="216218" y="137160"/>
                                    <a:pt x="217170" y="139065"/>
                                  </a:cubicBezTo>
                                  <a:cubicBezTo>
                                    <a:pt x="218123" y="140970"/>
                                    <a:pt x="219075" y="141923"/>
                                    <a:pt x="220028" y="143827"/>
                                  </a:cubicBezTo>
                                  <a:cubicBezTo>
                                    <a:pt x="221932" y="146685"/>
                                    <a:pt x="222885" y="150495"/>
                                    <a:pt x="224790" y="154305"/>
                                  </a:cubicBezTo>
                                  <a:cubicBezTo>
                                    <a:pt x="224790" y="155257"/>
                                    <a:pt x="225743" y="155257"/>
                                    <a:pt x="225743" y="156210"/>
                                  </a:cubicBezTo>
                                  <a:cubicBezTo>
                                    <a:pt x="225743" y="156210"/>
                                    <a:pt x="225743" y="155257"/>
                                    <a:pt x="226695" y="155257"/>
                                  </a:cubicBezTo>
                                  <a:lnTo>
                                    <a:pt x="225743" y="153352"/>
                                  </a:lnTo>
                                  <a:cubicBezTo>
                                    <a:pt x="222885" y="146685"/>
                                    <a:pt x="220028" y="140017"/>
                                    <a:pt x="215265" y="133350"/>
                                  </a:cubicBezTo>
                                  <a:cubicBezTo>
                                    <a:pt x="211455" y="126682"/>
                                    <a:pt x="206693" y="120967"/>
                                    <a:pt x="201930" y="116205"/>
                                  </a:cubicBezTo>
                                  <a:cubicBezTo>
                                    <a:pt x="197168" y="110490"/>
                                    <a:pt x="191453" y="106680"/>
                                    <a:pt x="185738" y="102870"/>
                                  </a:cubicBezTo>
                                  <a:cubicBezTo>
                                    <a:pt x="180023" y="99060"/>
                                    <a:pt x="174307" y="95250"/>
                                    <a:pt x="168593" y="93345"/>
                                  </a:cubicBezTo>
                                  <a:cubicBezTo>
                                    <a:pt x="162878" y="90488"/>
                                    <a:pt x="156210" y="88582"/>
                                    <a:pt x="150495" y="86677"/>
                                  </a:cubicBezTo>
                                  <a:cubicBezTo>
                                    <a:pt x="144780" y="84773"/>
                                    <a:pt x="139065" y="83820"/>
                                    <a:pt x="133350" y="82867"/>
                                  </a:cubicBezTo>
                                  <a:cubicBezTo>
                                    <a:pt x="121920" y="80963"/>
                                    <a:pt x="112395" y="79057"/>
                                    <a:pt x="103823" y="77152"/>
                                  </a:cubicBezTo>
                                  <a:cubicBezTo>
                                    <a:pt x="100013" y="76200"/>
                                    <a:pt x="96203" y="75248"/>
                                    <a:pt x="92393" y="73342"/>
                                  </a:cubicBezTo>
                                  <a:cubicBezTo>
                                    <a:pt x="89535" y="72390"/>
                                    <a:pt x="86678" y="71438"/>
                                    <a:pt x="84773" y="69532"/>
                                  </a:cubicBezTo>
                                  <a:cubicBezTo>
                                    <a:pt x="82868" y="68580"/>
                                    <a:pt x="81915" y="67627"/>
                                    <a:pt x="80963" y="67627"/>
                                  </a:cubicBezTo>
                                  <a:cubicBezTo>
                                    <a:pt x="78105" y="63817"/>
                                    <a:pt x="74295" y="60007"/>
                                    <a:pt x="71438" y="56198"/>
                                  </a:cubicBezTo>
                                  <a:cubicBezTo>
                                    <a:pt x="69533" y="53340"/>
                                    <a:pt x="66675" y="51435"/>
                                    <a:pt x="64770" y="48577"/>
                                  </a:cubicBezTo>
                                  <a:cubicBezTo>
                                    <a:pt x="62865" y="45720"/>
                                    <a:pt x="60008" y="43815"/>
                                    <a:pt x="59055" y="40957"/>
                                  </a:cubicBezTo>
                                  <a:cubicBezTo>
                                    <a:pt x="55245" y="36195"/>
                                    <a:pt x="51435" y="31432"/>
                                    <a:pt x="48578" y="27623"/>
                                  </a:cubicBezTo>
                                  <a:cubicBezTo>
                                    <a:pt x="48578" y="27623"/>
                                    <a:pt x="47625" y="26670"/>
                                    <a:pt x="47625" y="26670"/>
                                  </a:cubicBezTo>
                                  <a:cubicBezTo>
                                    <a:pt x="48578" y="26670"/>
                                    <a:pt x="48578" y="26670"/>
                                    <a:pt x="49530" y="26670"/>
                                  </a:cubicBezTo>
                                  <a:cubicBezTo>
                                    <a:pt x="52388" y="26670"/>
                                    <a:pt x="56198" y="26670"/>
                                    <a:pt x="60008" y="26670"/>
                                  </a:cubicBezTo>
                                  <a:cubicBezTo>
                                    <a:pt x="61913" y="26670"/>
                                    <a:pt x="64770" y="26670"/>
                                    <a:pt x="66675" y="26670"/>
                                  </a:cubicBezTo>
                                  <a:cubicBezTo>
                                    <a:pt x="69533" y="26670"/>
                                    <a:pt x="71438" y="26670"/>
                                    <a:pt x="74295" y="26670"/>
                                  </a:cubicBezTo>
                                  <a:cubicBezTo>
                                    <a:pt x="79058" y="26670"/>
                                    <a:pt x="84773" y="26670"/>
                                    <a:pt x="91440" y="26670"/>
                                  </a:cubicBezTo>
                                  <a:cubicBezTo>
                                    <a:pt x="97155" y="26670"/>
                                    <a:pt x="103823" y="26670"/>
                                    <a:pt x="110490" y="26670"/>
                                  </a:cubicBezTo>
                                  <a:cubicBezTo>
                                    <a:pt x="117158" y="26670"/>
                                    <a:pt x="123825" y="26670"/>
                                    <a:pt x="130493" y="27623"/>
                                  </a:cubicBezTo>
                                  <a:cubicBezTo>
                                    <a:pt x="137160" y="28575"/>
                                    <a:pt x="144780" y="28575"/>
                                    <a:pt x="151448" y="29527"/>
                                  </a:cubicBezTo>
                                  <a:cubicBezTo>
                                    <a:pt x="159068" y="30480"/>
                                    <a:pt x="165735" y="32385"/>
                                    <a:pt x="173355" y="34290"/>
                                  </a:cubicBezTo>
                                  <a:cubicBezTo>
                                    <a:pt x="180975" y="36195"/>
                                    <a:pt x="187643" y="39052"/>
                                    <a:pt x="194310" y="42863"/>
                                  </a:cubicBezTo>
                                  <a:cubicBezTo>
                                    <a:pt x="197168" y="44767"/>
                                    <a:pt x="200978" y="46673"/>
                                    <a:pt x="203835" y="48577"/>
                                  </a:cubicBezTo>
                                  <a:cubicBezTo>
                                    <a:pt x="206693" y="50482"/>
                                    <a:pt x="210503" y="52388"/>
                                    <a:pt x="213360" y="55245"/>
                                  </a:cubicBezTo>
                                  <a:cubicBezTo>
                                    <a:pt x="216218" y="57150"/>
                                    <a:pt x="219075" y="60007"/>
                                    <a:pt x="221932" y="61913"/>
                                  </a:cubicBezTo>
                                  <a:cubicBezTo>
                                    <a:pt x="224790" y="63817"/>
                                    <a:pt x="226695" y="67627"/>
                                    <a:pt x="229553" y="69532"/>
                                  </a:cubicBezTo>
                                  <a:cubicBezTo>
                                    <a:pt x="232410" y="72390"/>
                                    <a:pt x="234315" y="75248"/>
                                    <a:pt x="236220" y="77152"/>
                                  </a:cubicBezTo>
                                  <a:cubicBezTo>
                                    <a:pt x="237173" y="79057"/>
                                    <a:pt x="239078" y="80963"/>
                                    <a:pt x="240030" y="82867"/>
                                  </a:cubicBezTo>
                                  <a:cubicBezTo>
                                    <a:pt x="240030" y="81915"/>
                                    <a:pt x="239078" y="80963"/>
                                    <a:pt x="239078" y="80963"/>
                                  </a:cubicBezTo>
                                  <a:cubicBezTo>
                                    <a:pt x="238125" y="80010"/>
                                    <a:pt x="237173" y="78105"/>
                                    <a:pt x="236220" y="77152"/>
                                  </a:cubicBezTo>
                                  <a:cubicBezTo>
                                    <a:pt x="234315" y="74295"/>
                                    <a:pt x="231457" y="71438"/>
                                    <a:pt x="229553" y="68580"/>
                                  </a:cubicBezTo>
                                  <a:cubicBezTo>
                                    <a:pt x="226695" y="65723"/>
                                    <a:pt x="224790" y="62865"/>
                                    <a:pt x="221932" y="60007"/>
                                  </a:cubicBezTo>
                                  <a:cubicBezTo>
                                    <a:pt x="219075" y="57150"/>
                                    <a:pt x="216218" y="55245"/>
                                    <a:pt x="213360" y="52388"/>
                                  </a:cubicBezTo>
                                  <a:cubicBezTo>
                                    <a:pt x="210503" y="49530"/>
                                    <a:pt x="207645" y="47625"/>
                                    <a:pt x="203835" y="45720"/>
                                  </a:cubicBezTo>
                                  <a:cubicBezTo>
                                    <a:pt x="200978" y="43815"/>
                                    <a:pt x="197168" y="41910"/>
                                    <a:pt x="194310" y="40005"/>
                                  </a:cubicBezTo>
                                  <a:cubicBezTo>
                                    <a:pt x="187643" y="37148"/>
                                    <a:pt x="180023" y="33338"/>
                                    <a:pt x="173355" y="31432"/>
                                  </a:cubicBezTo>
                                  <a:cubicBezTo>
                                    <a:pt x="165735" y="28575"/>
                                    <a:pt x="159068" y="27623"/>
                                    <a:pt x="151448" y="25717"/>
                                  </a:cubicBezTo>
                                  <a:cubicBezTo>
                                    <a:pt x="143828" y="24765"/>
                                    <a:pt x="137160" y="23813"/>
                                    <a:pt x="130493" y="22860"/>
                                  </a:cubicBezTo>
                                  <a:cubicBezTo>
                                    <a:pt x="123825" y="21907"/>
                                    <a:pt x="116205" y="21907"/>
                                    <a:pt x="109538" y="21907"/>
                                  </a:cubicBezTo>
                                  <a:cubicBezTo>
                                    <a:pt x="102870" y="21907"/>
                                    <a:pt x="96203" y="21907"/>
                                    <a:pt x="90488" y="21907"/>
                                  </a:cubicBezTo>
                                  <a:cubicBezTo>
                                    <a:pt x="84773" y="21907"/>
                                    <a:pt x="79058" y="21907"/>
                                    <a:pt x="73343" y="21907"/>
                                  </a:cubicBezTo>
                                  <a:cubicBezTo>
                                    <a:pt x="70485" y="21907"/>
                                    <a:pt x="68580" y="21907"/>
                                    <a:pt x="65723" y="21907"/>
                                  </a:cubicBezTo>
                                  <a:cubicBezTo>
                                    <a:pt x="63818" y="21907"/>
                                    <a:pt x="60960" y="21907"/>
                                    <a:pt x="59055" y="21907"/>
                                  </a:cubicBezTo>
                                  <a:cubicBezTo>
                                    <a:pt x="55245" y="21907"/>
                                    <a:pt x="51435" y="21907"/>
                                    <a:pt x="48578" y="21907"/>
                                  </a:cubicBezTo>
                                  <a:cubicBezTo>
                                    <a:pt x="46673" y="21907"/>
                                    <a:pt x="44768" y="21907"/>
                                    <a:pt x="42863" y="21907"/>
                                  </a:cubicBezTo>
                                  <a:lnTo>
                                    <a:pt x="42863" y="21907"/>
                                  </a:lnTo>
                                  <a:cubicBezTo>
                                    <a:pt x="41910" y="20002"/>
                                    <a:pt x="40005" y="18098"/>
                                    <a:pt x="39053" y="16192"/>
                                  </a:cubicBezTo>
                                  <a:cubicBezTo>
                                    <a:pt x="36195" y="12382"/>
                                    <a:pt x="34290" y="9525"/>
                                    <a:pt x="32385" y="7620"/>
                                  </a:cubicBezTo>
                                  <a:cubicBezTo>
                                    <a:pt x="28575" y="2857"/>
                                    <a:pt x="26670" y="0"/>
                                    <a:pt x="26670" y="0"/>
                                  </a:cubicBezTo>
                                  <a:cubicBezTo>
                                    <a:pt x="25718" y="1905"/>
                                    <a:pt x="20955" y="7620"/>
                                    <a:pt x="20955" y="7620"/>
                                  </a:cubicBezTo>
                                  <a:cubicBezTo>
                                    <a:pt x="17145" y="9525"/>
                                    <a:pt x="18098" y="11430"/>
                                    <a:pt x="20955" y="14288"/>
                                  </a:cubicBezTo>
                                  <a:close/>
                                </a:path>
                              </a:pathLst>
                            </a:custGeom>
                            <a:grpFill/>
                            <a:ln w="9525" cap="flat">
                              <a:noFill/>
                              <a:prstDash val="solid"/>
                              <a:miter/>
                            </a:ln>
                          </p:spPr>
                          <p:txBody>
                            <a:bodyPr rtlCol="0" anchor="ctr"/>
                            <a:lstStyle/>
                            <a:p>
                              <a:endParaRPr lang="en-US"/>
                            </a:p>
                          </p:txBody>
                        </p:sp>
                      </p:grpSp>
                      <p:grpSp>
                        <p:nvGrpSpPr>
                          <p:cNvPr id="210" name="Graphic 2">
                            <a:extLst>
                              <a:ext uri="{FF2B5EF4-FFF2-40B4-BE49-F238E27FC236}">
                                <a16:creationId xmlns:a16="http://schemas.microsoft.com/office/drawing/2014/main" id="{AE736AF3-0337-429B-AEF1-DA4B52809559}"/>
                              </a:ext>
                            </a:extLst>
                          </p:cNvPr>
                          <p:cNvGrpSpPr/>
                          <p:nvPr/>
                        </p:nvGrpSpPr>
                        <p:grpSpPr>
                          <a:xfrm>
                            <a:off x="3333693" y="2004884"/>
                            <a:ext cx="260270" cy="215264"/>
                            <a:chOff x="3333693" y="2004884"/>
                            <a:chExt cx="260270" cy="215264"/>
                          </a:xfrm>
                          <a:grpFill/>
                        </p:grpSpPr>
                        <p:sp>
                          <p:nvSpPr>
                            <p:cNvPr id="211" name="Freeform: Shape 210">
                              <a:extLst>
                                <a:ext uri="{FF2B5EF4-FFF2-40B4-BE49-F238E27FC236}">
                                  <a16:creationId xmlns:a16="http://schemas.microsoft.com/office/drawing/2014/main" id="{A28715E7-B0BE-4511-8066-7DD771D45CC0}"/>
                                </a:ext>
                              </a:extLst>
                            </p:cNvPr>
                            <p:cNvSpPr/>
                            <p:nvPr/>
                          </p:nvSpPr>
                          <p:spPr>
                            <a:xfrm>
                              <a:off x="3333693" y="2004884"/>
                              <a:ext cx="257412" cy="215264"/>
                            </a:xfrm>
                            <a:custGeom>
                              <a:avLst/>
                              <a:gdLst>
                                <a:gd name="connsiteX0" fmla="*/ 45005 w 257412"/>
                                <a:gd name="connsiteY0" fmla="*/ 27623 h 215264"/>
                                <a:gd name="connsiteX1" fmla="*/ 52625 w 257412"/>
                                <a:gd name="connsiteY1" fmla="*/ 19050 h 215264"/>
                                <a:gd name="connsiteX2" fmla="*/ 60245 w 257412"/>
                                <a:gd name="connsiteY2" fmla="*/ 11430 h 215264"/>
                                <a:gd name="connsiteX3" fmla="*/ 64055 w 257412"/>
                                <a:gd name="connsiteY3" fmla="*/ 7620 h 215264"/>
                                <a:gd name="connsiteX4" fmla="*/ 71675 w 257412"/>
                                <a:gd name="connsiteY4" fmla="*/ 1905 h 215264"/>
                                <a:gd name="connsiteX5" fmla="*/ 71675 w 257412"/>
                                <a:gd name="connsiteY5" fmla="*/ 1905 h 215264"/>
                                <a:gd name="connsiteX6" fmla="*/ 71675 w 257412"/>
                                <a:gd name="connsiteY6" fmla="*/ 1905 h 215264"/>
                                <a:gd name="connsiteX7" fmla="*/ 72628 w 257412"/>
                                <a:gd name="connsiteY7" fmla="*/ 1905 h 215264"/>
                                <a:gd name="connsiteX8" fmla="*/ 77390 w 257412"/>
                                <a:gd name="connsiteY8" fmla="*/ 952 h 215264"/>
                                <a:gd name="connsiteX9" fmla="*/ 94535 w 257412"/>
                                <a:gd name="connsiteY9" fmla="*/ 0 h 215264"/>
                                <a:gd name="connsiteX10" fmla="*/ 150733 w 257412"/>
                                <a:gd name="connsiteY10" fmla="*/ 6667 h 215264"/>
                                <a:gd name="connsiteX11" fmla="*/ 216455 w 257412"/>
                                <a:gd name="connsiteY11" fmla="*/ 41910 h 215264"/>
                                <a:gd name="connsiteX12" fmla="*/ 243125 w 257412"/>
                                <a:gd name="connsiteY12" fmla="*/ 79057 h 215264"/>
                                <a:gd name="connsiteX13" fmla="*/ 257413 w 257412"/>
                                <a:gd name="connsiteY13" fmla="*/ 134302 h 215264"/>
                                <a:gd name="connsiteX14" fmla="*/ 257413 w 257412"/>
                                <a:gd name="connsiteY14" fmla="*/ 136207 h 215264"/>
                                <a:gd name="connsiteX15" fmla="*/ 257413 w 257412"/>
                                <a:gd name="connsiteY15" fmla="*/ 136207 h 215264"/>
                                <a:gd name="connsiteX16" fmla="*/ 255508 w 257412"/>
                                <a:gd name="connsiteY16" fmla="*/ 150495 h 215264"/>
                                <a:gd name="connsiteX17" fmla="*/ 244077 w 257412"/>
                                <a:gd name="connsiteY17" fmla="*/ 180975 h 215264"/>
                                <a:gd name="connsiteX18" fmla="*/ 237410 w 257412"/>
                                <a:gd name="connsiteY18" fmla="*/ 191452 h 215264"/>
                                <a:gd name="connsiteX19" fmla="*/ 229790 w 257412"/>
                                <a:gd name="connsiteY19" fmla="*/ 199073 h 215264"/>
                                <a:gd name="connsiteX20" fmla="*/ 226933 w 257412"/>
                                <a:gd name="connsiteY20" fmla="*/ 201930 h 215264"/>
                                <a:gd name="connsiteX21" fmla="*/ 225980 w 257412"/>
                                <a:gd name="connsiteY21" fmla="*/ 202882 h 215264"/>
                                <a:gd name="connsiteX22" fmla="*/ 203120 w 257412"/>
                                <a:gd name="connsiteY22" fmla="*/ 214312 h 215264"/>
                                <a:gd name="connsiteX23" fmla="*/ 192643 w 257412"/>
                                <a:gd name="connsiteY23" fmla="*/ 215265 h 215264"/>
                                <a:gd name="connsiteX24" fmla="*/ 182165 w 257412"/>
                                <a:gd name="connsiteY24" fmla="*/ 214312 h 215264"/>
                                <a:gd name="connsiteX25" fmla="*/ 152638 w 257412"/>
                                <a:gd name="connsiteY25" fmla="*/ 202882 h 215264"/>
                                <a:gd name="connsiteX26" fmla="*/ 151685 w 257412"/>
                                <a:gd name="connsiteY26" fmla="*/ 201930 h 215264"/>
                                <a:gd name="connsiteX27" fmla="*/ 145970 w 257412"/>
                                <a:gd name="connsiteY27" fmla="*/ 197168 h 215264"/>
                                <a:gd name="connsiteX28" fmla="*/ 136445 w 257412"/>
                                <a:gd name="connsiteY28" fmla="*/ 199073 h 215264"/>
                                <a:gd name="connsiteX29" fmla="*/ 112633 w 257412"/>
                                <a:gd name="connsiteY29" fmla="*/ 200977 h 215264"/>
                                <a:gd name="connsiteX30" fmla="*/ 108823 w 257412"/>
                                <a:gd name="connsiteY30" fmla="*/ 200977 h 215264"/>
                                <a:gd name="connsiteX31" fmla="*/ 107870 w 257412"/>
                                <a:gd name="connsiteY31" fmla="*/ 200977 h 215264"/>
                                <a:gd name="connsiteX32" fmla="*/ 87868 w 257412"/>
                                <a:gd name="connsiteY32" fmla="*/ 193357 h 215264"/>
                                <a:gd name="connsiteX33" fmla="*/ 70723 w 257412"/>
                                <a:gd name="connsiteY33" fmla="*/ 178118 h 215264"/>
                                <a:gd name="connsiteX34" fmla="*/ 68818 w 257412"/>
                                <a:gd name="connsiteY34" fmla="*/ 176212 h 215264"/>
                                <a:gd name="connsiteX35" fmla="*/ 66913 w 257412"/>
                                <a:gd name="connsiteY35" fmla="*/ 174307 h 215264"/>
                                <a:gd name="connsiteX36" fmla="*/ 59293 w 257412"/>
                                <a:gd name="connsiteY36" fmla="*/ 167640 h 215264"/>
                                <a:gd name="connsiteX37" fmla="*/ 57388 w 257412"/>
                                <a:gd name="connsiteY37" fmla="*/ 165735 h 215264"/>
                                <a:gd name="connsiteX38" fmla="*/ 55483 w 257412"/>
                                <a:gd name="connsiteY38" fmla="*/ 164782 h 215264"/>
                                <a:gd name="connsiteX39" fmla="*/ 54530 w 257412"/>
                                <a:gd name="connsiteY39" fmla="*/ 163830 h 215264"/>
                                <a:gd name="connsiteX40" fmla="*/ 46910 w 257412"/>
                                <a:gd name="connsiteY40" fmla="*/ 160020 h 215264"/>
                                <a:gd name="connsiteX41" fmla="*/ 29765 w 257412"/>
                                <a:gd name="connsiteY41" fmla="*/ 153352 h 215264"/>
                                <a:gd name="connsiteX42" fmla="*/ 23098 w 257412"/>
                                <a:gd name="connsiteY42" fmla="*/ 151448 h 215264"/>
                                <a:gd name="connsiteX43" fmla="*/ 19288 w 257412"/>
                                <a:gd name="connsiteY43" fmla="*/ 150495 h 215264"/>
                                <a:gd name="connsiteX44" fmla="*/ 18335 w 257412"/>
                                <a:gd name="connsiteY44" fmla="*/ 150495 h 215264"/>
                                <a:gd name="connsiteX45" fmla="*/ 17383 w 257412"/>
                                <a:gd name="connsiteY45" fmla="*/ 150495 h 215264"/>
                                <a:gd name="connsiteX46" fmla="*/ 16430 w 257412"/>
                                <a:gd name="connsiteY46" fmla="*/ 150495 h 215264"/>
                                <a:gd name="connsiteX47" fmla="*/ 12620 w 257412"/>
                                <a:gd name="connsiteY47" fmla="*/ 149543 h 215264"/>
                                <a:gd name="connsiteX48" fmla="*/ 10715 w 257412"/>
                                <a:gd name="connsiteY48" fmla="*/ 148590 h 215264"/>
                                <a:gd name="connsiteX49" fmla="*/ 10715 w 257412"/>
                                <a:gd name="connsiteY49" fmla="*/ 148590 h 215264"/>
                                <a:gd name="connsiteX50" fmla="*/ 7858 w 257412"/>
                                <a:gd name="connsiteY50" fmla="*/ 145732 h 215264"/>
                                <a:gd name="connsiteX51" fmla="*/ 5000 w 257412"/>
                                <a:gd name="connsiteY51" fmla="*/ 141923 h 215264"/>
                                <a:gd name="connsiteX52" fmla="*/ 1190 w 257412"/>
                                <a:gd name="connsiteY52" fmla="*/ 131445 h 215264"/>
                                <a:gd name="connsiteX53" fmla="*/ 4048 w 257412"/>
                                <a:gd name="connsiteY53" fmla="*/ 101917 h 215264"/>
                                <a:gd name="connsiteX54" fmla="*/ 15478 w 257412"/>
                                <a:gd name="connsiteY54" fmla="*/ 73342 h 215264"/>
                                <a:gd name="connsiteX55" fmla="*/ 28813 w 257412"/>
                                <a:gd name="connsiteY55" fmla="*/ 48577 h 215264"/>
                                <a:gd name="connsiteX56" fmla="*/ 45005 w 257412"/>
                                <a:gd name="connsiteY56" fmla="*/ 27623 h 215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257412" h="215264">
                                  <a:moveTo>
                                    <a:pt x="45005" y="27623"/>
                                  </a:moveTo>
                                  <a:cubicBezTo>
                                    <a:pt x="47863" y="24765"/>
                                    <a:pt x="49768" y="21907"/>
                                    <a:pt x="52625" y="19050"/>
                                  </a:cubicBezTo>
                                  <a:cubicBezTo>
                                    <a:pt x="55483" y="16192"/>
                                    <a:pt x="57388" y="13335"/>
                                    <a:pt x="60245" y="11430"/>
                                  </a:cubicBezTo>
                                  <a:cubicBezTo>
                                    <a:pt x="61198" y="10477"/>
                                    <a:pt x="63103" y="8573"/>
                                    <a:pt x="64055" y="7620"/>
                                  </a:cubicBezTo>
                                  <a:cubicBezTo>
                                    <a:pt x="64055" y="7620"/>
                                    <a:pt x="69770" y="2857"/>
                                    <a:pt x="71675" y="1905"/>
                                  </a:cubicBezTo>
                                  <a:cubicBezTo>
                                    <a:pt x="71675" y="1905"/>
                                    <a:pt x="71675" y="1905"/>
                                    <a:pt x="71675" y="1905"/>
                                  </a:cubicBezTo>
                                  <a:cubicBezTo>
                                    <a:pt x="71675" y="1905"/>
                                    <a:pt x="71675" y="1905"/>
                                    <a:pt x="71675" y="1905"/>
                                  </a:cubicBezTo>
                                  <a:cubicBezTo>
                                    <a:pt x="71675" y="1905"/>
                                    <a:pt x="72628" y="1905"/>
                                    <a:pt x="72628" y="1905"/>
                                  </a:cubicBezTo>
                                  <a:cubicBezTo>
                                    <a:pt x="73580" y="1905"/>
                                    <a:pt x="75485" y="1905"/>
                                    <a:pt x="77390" y="952"/>
                                  </a:cubicBezTo>
                                  <a:cubicBezTo>
                                    <a:pt x="81200" y="0"/>
                                    <a:pt x="86915" y="0"/>
                                    <a:pt x="94535" y="0"/>
                                  </a:cubicBezTo>
                                  <a:cubicBezTo>
                                    <a:pt x="108823" y="0"/>
                                    <a:pt x="128825" y="952"/>
                                    <a:pt x="150733" y="6667"/>
                                  </a:cubicBezTo>
                                  <a:cubicBezTo>
                                    <a:pt x="172640" y="12382"/>
                                    <a:pt x="195500" y="22860"/>
                                    <a:pt x="216455" y="41910"/>
                                  </a:cubicBezTo>
                                  <a:cubicBezTo>
                                    <a:pt x="226933" y="51435"/>
                                    <a:pt x="235505" y="63817"/>
                                    <a:pt x="243125" y="79057"/>
                                  </a:cubicBezTo>
                                  <a:cubicBezTo>
                                    <a:pt x="249793" y="93345"/>
                                    <a:pt x="255508" y="112395"/>
                                    <a:pt x="257413" y="134302"/>
                                  </a:cubicBezTo>
                                  <a:cubicBezTo>
                                    <a:pt x="257413" y="135255"/>
                                    <a:pt x="257413" y="136207"/>
                                    <a:pt x="257413" y="136207"/>
                                  </a:cubicBezTo>
                                  <a:cubicBezTo>
                                    <a:pt x="257413" y="136207"/>
                                    <a:pt x="257413" y="136207"/>
                                    <a:pt x="257413" y="136207"/>
                                  </a:cubicBezTo>
                                  <a:cubicBezTo>
                                    <a:pt x="257413" y="140970"/>
                                    <a:pt x="256460" y="145732"/>
                                    <a:pt x="255508" y="150495"/>
                                  </a:cubicBezTo>
                                  <a:cubicBezTo>
                                    <a:pt x="252650" y="161925"/>
                                    <a:pt x="248840" y="172402"/>
                                    <a:pt x="244077" y="180975"/>
                                  </a:cubicBezTo>
                                  <a:cubicBezTo>
                                    <a:pt x="242173" y="184785"/>
                                    <a:pt x="239315" y="187643"/>
                                    <a:pt x="237410" y="191452"/>
                                  </a:cubicBezTo>
                                  <a:cubicBezTo>
                                    <a:pt x="235505" y="194310"/>
                                    <a:pt x="232648" y="197168"/>
                                    <a:pt x="229790" y="199073"/>
                                  </a:cubicBezTo>
                                  <a:cubicBezTo>
                                    <a:pt x="228838" y="200025"/>
                                    <a:pt x="227885" y="200977"/>
                                    <a:pt x="226933" y="201930"/>
                                  </a:cubicBezTo>
                                  <a:cubicBezTo>
                                    <a:pt x="226933" y="201930"/>
                                    <a:pt x="225980" y="202882"/>
                                    <a:pt x="225980" y="202882"/>
                                  </a:cubicBezTo>
                                  <a:cubicBezTo>
                                    <a:pt x="218360" y="209550"/>
                                    <a:pt x="210740" y="212407"/>
                                    <a:pt x="203120" y="214312"/>
                                  </a:cubicBezTo>
                                  <a:cubicBezTo>
                                    <a:pt x="199310" y="215265"/>
                                    <a:pt x="195500" y="215265"/>
                                    <a:pt x="192643" y="215265"/>
                                  </a:cubicBezTo>
                                  <a:cubicBezTo>
                                    <a:pt x="188833" y="215265"/>
                                    <a:pt x="185975" y="215265"/>
                                    <a:pt x="182165" y="214312"/>
                                  </a:cubicBezTo>
                                  <a:cubicBezTo>
                                    <a:pt x="169783" y="212407"/>
                                    <a:pt x="159305" y="206693"/>
                                    <a:pt x="152638" y="202882"/>
                                  </a:cubicBezTo>
                                  <a:cubicBezTo>
                                    <a:pt x="152638" y="202882"/>
                                    <a:pt x="151685" y="201930"/>
                                    <a:pt x="151685" y="201930"/>
                                  </a:cubicBezTo>
                                  <a:cubicBezTo>
                                    <a:pt x="147875" y="199073"/>
                                    <a:pt x="145970" y="197168"/>
                                    <a:pt x="145970" y="197168"/>
                                  </a:cubicBezTo>
                                  <a:cubicBezTo>
                                    <a:pt x="142160" y="198120"/>
                                    <a:pt x="139303" y="199073"/>
                                    <a:pt x="136445" y="199073"/>
                                  </a:cubicBezTo>
                                  <a:cubicBezTo>
                                    <a:pt x="127873" y="200977"/>
                                    <a:pt x="120253" y="200977"/>
                                    <a:pt x="112633" y="200977"/>
                                  </a:cubicBezTo>
                                  <a:cubicBezTo>
                                    <a:pt x="111680" y="200977"/>
                                    <a:pt x="110728" y="200977"/>
                                    <a:pt x="108823" y="200977"/>
                                  </a:cubicBezTo>
                                  <a:cubicBezTo>
                                    <a:pt x="108823" y="200977"/>
                                    <a:pt x="107870" y="200977"/>
                                    <a:pt x="107870" y="200977"/>
                                  </a:cubicBezTo>
                                  <a:cubicBezTo>
                                    <a:pt x="100250" y="200025"/>
                                    <a:pt x="93583" y="197168"/>
                                    <a:pt x="87868" y="193357"/>
                                  </a:cubicBezTo>
                                  <a:cubicBezTo>
                                    <a:pt x="82153" y="189548"/>
                                    <a:pt x="76438" y="183832"/>
                                    <a:pt x="70723" y="178118"/>
                                  </a:cubicBezTo>
                                  <a:cubicBezTo>
                                    <a:pt x="69770" y="177165"/>
                                    <a:pt x="68818" y="176212"/>
                                    <a:pt x="68818" y="176212"/>
                                  </a:cubicBezTo>
                                  <a:cubicBezTo>
                                    <a:pt x="67865" y="175260"/>
                                    <a:pt x="66913" y="174307"/>
                                    <a:pt x="66913" y="174307"/>
                                  </a:cubicBezTo>
                                  <a:cubicBezTo>
                                    <a:pt x="64055" y="172402"/>
                                    <a:pt x="62150" y="169545"/>
                                    <a:pt x="59293" y="167640"/>
                                  </a:cubicBezTo>
                                  <a:cubicBezTo>
                                    <a:pt x="58340" y="167640"/>
                                    <a:pt x="58340" y="166687"/>
                                    <a:pt x="57388" y="165735"/>
                                  </a:cubicBezTo>
                                  <a:cubicBezTo>
                                    <a:pt x="56435" y="165735"/>
                                    <a:pt x="56435" y="164782"/>
                                    <a:pt x="55483" y="164782"/>
                                  </a:cubicBezTo>
                                  <a:lnTo>
                                    <a:pt x="54530" y="163830"/>
                                  </a:lnTo>
                                  <a:cubicBezTo>
                                    <a:pt x="53578" y="162877"/>
                                    <a:pt x="50720" y="161925"/>
                                    <a:pt x="46910" y="160020"/>
                                  </a:cubicBezTo>
                                  <a:cubicBezTo>
                                    <a:pt x="43100" y="158115"/>
                                    <a:pt x="37385" y="156210"/>
                                    <a:pt x="29765" y="153352"/>
                                  </a:cubicBezTo>
                                  <a:cubicBezTo>
                                    <a:pt x="27860" y="152400"/>
                                    <a:pt x="25955" y="152400"/>
                                    <a:pt x="23098" y="151448"/>
                                  </a:cubicBezTo>
                                  <a:cubicBezTo>
                                    <a:pt x="22145" y="151448"/>
                                    <a:pt x="21193" y="150495"/>
                                    <a:pt x="19288" y="150495"/>
                                  </a:cubicBezTo>
                                  <a:lnTo>
                                    <a:pt x="18335" y="150495"/>
                                  </a:lnTo>
                                  <a:lnTo>
                                    <a:pt x="17383" y="150495"/>
                                  </a:lnTo>
                                  <a:cubicBezTo>
                                    <a:pt x="17383" y="150495"/>
                                    <a:pt x="17383" y="150495"/>
                                    <a:pt x="16430" y="150495"/>
                                  </a:cubicBezTo>
                                  <a:cubicBezTo>
                                    <a:pt x="14525" y="150495"/>
                                    <a:pt x="13573" y="149543"/>
                                    <a:pt x="12620" y="149543"/>
                                  </a:cubicBezTo>
                                  <a:cubicBezTo>
                                    <a:pt x="11668" y="149543"/>
                                    <a:pt x="11668" y="149543"/>
                                    <a:pt x="10715" y="148590"/>
                                  </a:cubicBezTo>
                                  <a:lnTo>
                                    <a:pt x="10715" y="148590"/>
                                  </a:lnTo>
                                  <a:cubicBezTo>
                                    <a:pt x="9763" y="147637"/>
                                    <a:pt x="8810" y="146685"/>
                                    <a:pt x="7858" y="145732"/>
                                  </a:cubicBezTo>
                                  <a:cubicBezTo>
                                    <a:pt x="6905" y="144780"/>
                                    <a:pt x="5953" y="143827"/>
                                    <a:pt x="5000" y="141923"/>
                                  </a:cubicBezTo>
                                  <a:cubicBezTo>
                                    <a:pt x="3095" y="139065"/>
                                    <a:pt x="2143" y="135255"/>
                                    <a:pt x="1190" y="131445"/>
                                  </a:cubicBezTo>
                                  <a:cubicBezTo>
                                    <a:pt x="-715" y="122873"/>
                                    <a:pt x="-715" y="113348"/>
                                    <a:pt x="4048" y="101917"/>
                                  </a:cubicBezTo>
                                  <a:cubicBezTo>
                                    <a:pt x="7858" y="91440"/>
                                    <a:pt x="11668" y="81915"/>
                                    <a:pt x="15478" y="73342"/>
                                  </a:cubicBezTo>
                                  <a:cubicBezTo>
                                    <a:pt x="19288" y="64770"/>
                                    <a:pt x="24050" y="56198"/>
                                    <a:pt x="28813" y="48577"/>
                                  </a:cubicBezTo>
                                  <a:cubicBezTo>
                                    <a:pt x="35480" y="40005"/>
                                    <a:pt x="40243" y="33338"/>
                                    <a:pt x="45005" y="27623"/>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5C5EDBE1-5E04-4C37-84D6-A9ACC368502B}"/>
                                </a:ext>
                              </a:extLst>
                            </p:cNvPr>
                            <p:cNvSpPr/>
                            <p:nvPr/>
                          </p:nvSpPr>
                          <p:spPr>
                            <a:xfrm>
                              <a:off x="3347266" y="2010599"/>
                              <a:ext cx="246697" cy="197167"/>
                            </a:xfrm>
                            <a:custGeom>
                              <a:avLst/>
                              <a:gdLst>
                                <a:gd name="connsiteX0" fmla="*/ 54293 w 246697"/>
                                <a:gd name="connsiteY0" fmla="*/ 7620 h 197167"/>
                                <a:gd name="connsiteX1" fmla="*/ 54293 w 246697"/>
                                <a:gd name="connsiteY1" fmla="*/ 9525 h 197167"/>
                                <a:gd name="connsiteX2" fmla="*/ 50483 w 246697"/>
                                <a:gd name="connsiteY2" fmla="*/ 17145 h 197167"/>
                                <a:gd name="connsiteX3" fmla="*/ 40958 w 246697"/>
                                <a:gd name="connsiteY3" fmla="*/ 36195 h 197167"/>
                                <a:gd name="connsiteX4" fmla="*/ 25718 w 246697"/>
                                <a:gd name="connsiteY4" fmla="*/ 61913 h 197167"/>
                                <a:gd name="connsiteX5" fmla="*/ 21908 w 246697"/>
                                <a:gd name="connsiteY5" fmla="*/ 68580 h 197167"/>
                                <a:gd name="connsiteX6" fmla="*/ 20003 w 246697"/>
                                <a:gd name="connsiteY6" fmla="*/ 72390 h 197167"/>
                                <a:gd name="connsiteX7" fmla="*/ 19050 w 246697"/>
                                <a:gd name="connsiteY7" fmla="*/ 73342 h 197167"/>
                                <a:gd name="connsiteX8" fmla="*/ 19050 w 246697"/>
                                <a:gd name="connsiteY8" fmla="*/ 74295 h 197167"/>
                                <a:gd name="connsiteX9" fmla="*/ 18097 w 246697"/>
                                <a:gd name="connsiteY9" fmla="*/ 76200 h 197167"/>
                                <a:gd name="connsiteX10" fmla="*/ 11430 w 246697"/>
                                <a:gd name="connsiteY10" fmla="*/ 90488 h 197167"/>
                                <a:gd name="connsiteX11" fmla="*/ 8572 w 246697"/>
                                <a:gd name="connsiteY11" fmla="*/ 97155 h 197167"/>
                                <a:gd name="connsiteX12" fmla="*/ 6668 w 246697"/>
                                <a:gd name="connsiteY12" fmla="*/ 103823 h 197167"/>
                                <a:gd name="connsiteX13" fmla="*/ 5715 w 246697"/>
                                <a:gd name="connsiteY13" fmla="*/ 106680 h 197167"/>
                                <a:gd name="connsiteX14" fmla="*/ 4763 w 246697"/>
                                <a:gd name="connsiteY14" fmla="*/ 109538 h 197167"/>
                                <a:gd name="connsiteX15" fmla="*/ 2858 w 246697"/>
                                <a:gd name="connsiteY15" fmla="*/ 115252 h 197167"/>
                                <a:gd name="connsiteX16" fmla="*/ 953 w 246697"/>
                                <a:gd name="connsiteY16" fmla="*/ 124777 h 197167"/>
                                <a:gd name="connsiteX17" fmla="*/ 0 w 246697"/>
                                <a:gd name="connsiteY17" fmla="*/ 132398 h 197167"/>
                                <a:gd name="connsiteX18" fmla="*/ 0 w 246697"/>
                                <a:gd name="connsiteY18" fmla="*/ 137160 h 197167"/>
                                <a:gd name="connsiteX19" fmla="*/ 0 w 246697"/>
                                <a:gd name="connsiteY19" fmla="*/ 140017 h 197167"/>
                                <a:gd name="connsiteX20" fmla="*/ 0 w 246697"/>
                                <a:gd name="connsiteY20" fmla="*/ 140970 h 197167"/>
                                <a:gd name="connsiteX21" fmla="*/ 0 w 246697"/>
                                <a:gd name="connsiteY21" fmla="*/ 140970 h 197167"/>
                                <a:gd name="connsiteX22" fmla="*/ 0 w 246697"/>
                                <a:gd name="connsiteY22" fmla="*/ 140017 h 197167"/>
                                <a:gd name="connsiteX23" fmla="*/ 0 w 246697"/>
                                <a:gd name="connsiteY23" fmla="*/ 137160 h 197167"/>
                                <a:gd name="connsiteX24" fmla="*/ 953 w 246697"/>
                                <a:gd name="connsiteY24" fmla="*/ 132398 h 197167"/>
                                <a:gd name="connsiteX25" fmla="*/ 1905 w 246697"/>
                                <a:gd name="connsiteY25" fmla="*/ 124777 h 197167"/>
                                <a:gd name="connsiteX26" fmla="*/ 3810 w 246697"/>
                                <a:gd name="connsiteY26" fmla="*/ 115252 h 197167"/>
                                <a:gd name="connsiteX27" fmla="*/ 5715 w 246697"/>
                                <a:gd name="connsiteY27" fmla="*/ 109538 h 197167"/>
                                <a:gd name="connsiteX28" fmla="*/ 6668 w 246697"/>
                                <a:gd name="connsiteY28" fmla="*/ 106680 h 197167"/>
                                <a:gd name="connsiteX29" fmla="*/ 7620 w 246697"/>
                                <a:gd name="connsiteY29" fmla="*/ 103823 h 197167"/>
                                <a:gd name="connsiteX30" fmla="*/ 9525 w 246697"/>
                                <a:gd name="connsiteY30" fmla="*/ 97155 h 197167"/>
                                <a:gd name="connsiteX31" fmla="*/ 12383 w 246697"/>
                                <a:gd name="connsiteY31" fmla="*/ 90488 h 197167"/>
                                <a:gd name="connsiteX32" fmla="*/ 19050 w 246697"/>
                                <a:gd name="connsiteY32" fmla="*/ 76200 h 197167"/>
                                <a:gd name="connsiteX33" fmla="*/ 20003 w 246697"/>
                                <a:gd name="connsiteY33" fmla="*/ 74295 h 197167"/>
                                <a:gd name="connsiteX34" fmla="*/ 20003 w 246697"/>
                                <a:gd name="connsiteY34" fmla="*/ 73342 h 197167"/>
                                <a:gd name="connsiteX35" fmla="*/ 20955 w 246697"/>
                                <a:gd name="connsiteY35" fmla="*/ 72390 h 197167"/>
                                <a:gd name="connsiteX36" fmla="*/ 22860 w 246697"/>
                                <a:gd name="connsiteY36" fmla="*/ 68580 h 197167"/>
                                <a:gd name="connsiteX37" fmla="*/ 26670 w 246697"/>
                                <a:gd name="connsiteY37" fmla="*/ 61913 h 197167"/>
                                <a:gd name="connsiteX38" fmla="*/ 42863 w 246697"/>
                                <a:gd name="connsiteY38" fmla="*/ 37148 h 197167"/>
                                <a:gd name="connsiteX39" fmla="*/ 55245 w 246697"/>
                                <a:gd name="connsiteY39" fmla="*/ 13335 h 197167"/>
                                <a:gd name="connsiteX40" fmla="*/ 57150 w 246697"/>
                                <a:gd name="connsiteY40" fmla="*/ 17145 h 197167"/>
                                <a:gd name="connsiteX41" fmla="*/ 60008 w 246697"/>
                                <a:gd name="connsiteY41" fmla="*/ 23813 h 197167"/>
                                <a:gd name="connsiteX42" fmla="*/ 63818 w 246697"/>
                                <a:gd name="connsiteY42" fmla="*/ 30480 h 197167"/>
                                <a:gd name="connsiteX43" fmla="*/ 71438 w 246697"/>
                                <a:gd name="connsiteY43" fmla="*/ 45720 h 197167"/>
                                <a:gd name="connsiteX44" fmla="*/ 73343 w 246697"/>
                                <a:gd name="connsiteY44" fmla="*/ 49530 h 197167"/>
                                <a:gd name="connsiteX45" fmla="*/ 73343 w 246697"/>
                                <a:gd name="connsiteY45" fmla="*/ 49530 h 197167"/>
                                <a:gd name="connsiteX46" fmla="*/ 74295 w 246697"/>
                                <a:gd name="connsiteY46" fmla="*/ 59055 h 197167"/>
                                <a:gd name="connsiteX47" fmla="*/ 72390 w 246697"/>
                                <a:gd name="connsiteY47" fmla="*/ 71438 h 197167"/>
                                <a:gd name="connsiteX48" fmla="*/ 62865 w 246697"/>
                                <a:gd name="connsiteY48" fmla="*/ 100013 h 197167"/>
                                <a:gd name="connsiteX49" fmla="*/ 57150 w 246697"/>
                                <a:gd name="connsiteY49" fmla="*/ 115252 h 197167"/>
                                <a:gd name="connsiteX50" fmla="*/ 55245 w 246697"/>
                                <a:gd name="connsiteY50" fmla="*/ 122873 h 197167"/>
                                <a:gd name="connsiteX51" fmla="*/ 53340 w 246697"/>
                                <a:gd name="connsiteY51" fmla="*/ 129540 h 197167"/>
                                <a:gd name="connsiteX52" fmla="*/ 50483 w 246697"/>
                                <a:gd name="connsiteY52" fmla="*/ 141922 h 197167"/>
                                <a:gd name="connsiteX53" fmla="*/ 49530 w 246697"/>
                                <a:gd name="connsiteY53" fmla="*/ 146685 h 197167"/>
                                <a:gd name="connsiteX54" fmla="*/ 48578 w 246697"/>
                                <a:gd name="connsiteY54" fmla="*/ 151447 h 197167"/>
                                <a:gd name="connsiteX55" fmla="*/ 49530 w 246697"/>
                                <a:gd name="connsiteY55" fmla="*/ 162878 h 197167"/>
                                <a:gd name="connsiteX56" fmla="*/ 50483 w 246697"/>
                                <a:gd name="connsiteY56" fmla="*/ 163830 h 197167"/>
                                <a:gd name="connsiteX57" fmla="*/ 50483 w 246697"/>
                                <a:gd name="connsiteY57" fmla="*/ 164783 h 197167"/>
                                <a:gd name="connsiteX58" fmla="*/ 51435 w 246697"/>
                                <a:gd name="connsiteY58" fmla="*/ 165735 h 197167"/>
                                <a:gd name="connsiteX59" fmla="*/ 51435 w 246697"/>
                                <a:gd name="connsiteY59" fmla="*/ 166688 h 197167"/>
                                <a:gd name="connsiteX60" fmla="*/ 52388 w 246697"/>
                                <a:gd name="connsiteY60" fmla="*/ 167640 h 197167"/>
                                <a:gd name="connsiteX61" fmla="*/ 54293 w 246697"/>
                                <a:gd name="connsiteY61" fmla="*/ 169545 h 197167"/>
                                <a:gd name="connsiteX62" fmla="*/ 52388 w 246697"/>
                                <a:gd name="connsiteY62" fmla="*/ 167640 h 197167"/>
                                <a:gd name="connsiteX63" fmla="*/ 51435 w 246697"/>
                                <a:gd name="connsiteY63" fmla="*/ 166688 h 197167"/>
                                <a:gd name="connsiteX64" fmla="*/ 51435 w 246697"/>
                                <a:gd name="connsiteY64" fmla="*/ 165735 h 197167"/>
                                <a:gd name="connsiteX65" fmla="*/ 51435 w 246697"/>
                                <a:gd name="connsiteY65" fmla="*/ 164783 h 197167"/>
                                <a:gd name="connsiteX66" fmla="*/ 51435 w 246697"/>
                                <a:gd name="connsiteY66" fmla="*/ 163830 h 197167"/>
                                <a:gd name="connsiteX67" fmla="*/ 51435 w 246697"/>
                                <a:gd name="connsiteY67" fmla="*/ 162878 h 197167"/>
                                <a:gd name="connsiteX68" fmla="*/ 50483 w 246697"/>
                                <a:gd name="connsiteY68" fmla="*/ 151447 h 197167"/>
                                <a:gd name="connsiteX69" fmla="*/ 51435 w 246697"/>
                                <a:gd name="connsiteY69" fmla="*/ 146685 h 197167"/>
                                <a:gd name="connsiteX70" fmla="*/ 52388 w 246697"/>
                                <a:gd name="connsiteY70" fmla="*/ 140970 h 197167"/>
                                <a:gd name="connsiteX71" fmla="*/ 56197 w 246697"/>
                                <a:gd name="connsiteY71" fmla="*/ 128588 h 197167"/>
                                <a:gd name="connsiteX72" fmla="*/ 58103 w 246697"/>
                                <a:gd name="connsiteY72" fmla="*/ 121920 h 197167"/>
                                <a:gd name="connsiteX73" fmla="*/ 60960 w 246697"/>
                                <a:gd name="connsiteY73" fmla="*/ 114300 h 197167"/>
                                <a:gd name="connsiteX74" fmla="*/ 66675 w 246697"/>
                                <a:gd name="connsiteY74" fmla="*/ 100013 h 197167"/>
                                <a:gd name="connsiteX75" fmla="*/ 77153 w 246697"/>
                                <a:gd name="connsiteY75" fmla="*/ 71438 h 197167"/>
                                <a:gd name="connsiteX76" fmla="*/ 79058 w 246697"/>
                                <a:gd name="connsiteY76" fmla="*/ 59055 h 197167"/>
                                <a:gd name="connsiteX77" fmla="*/ 79058 w 246697"/>
                                <a:gd name="connsiteY77" fmla="*/ 58102 h 197167"/>
                                <a:gd name="connsiteX78" fmla="*/ 81915 w 246697"/>
                                <a:gd name="connsiteY78" fmla="*/ 63817 h 197167"/>
                                <a:gd name="connsiteX79" fmla="*/ 92393 w 246697"/>
                                <a:gd name="connsiteY79" fmla="*/ 81915 h 197167"/>
                                <a:gd name="connsiteX80" fmla="*/ 100965 w 246697"/>
                                <a:gd name="connsiteY80" fmla="*/ 98108 h 197167"/>
                                <a:gd name="connsiteX81" fmla="*/ 101918 w 246697"/>
                                <a:gd name="connsiteY81" fmla="*/ 99060 h 197167"/>
                                <a:gd name="connsiteX82" fmla="*/ 102870 w 246697"/>
                                <a:gd name="connsiteY82" fmla="*/ 102870 h 197167"/>
                                <a:gd name="connsiteX83" fmla="*/ 101918 w 246697"/>
                                <a:gd name="connsiteY83" fmla="*/ 116205 h 197167"/>
                                <a:gd name="connsiteX84" fmla="*/ 100013 w 246697"/>
                                <a:gd name="connsiteY84" fmla="*/ 125730 h 197167"/>
                                <a:gd name="connsiteX85" fmla="*/ 98108 w 246697"/>
                                <a:gd name="connsiteY85" fmla="*/ 136208 h 197167"/>
                                <a:gd name="connsiteX86" fmla="*/ 97155 w 246697"/>
                                <a:gd name="connsiteY86" fmla="*/ 141922 h 197167"/>
                                <a:gd name="connsiteX87" fmla="*/ 96203 w 246697"/>
                                <a:gd name="connsiteY87" fmla="*/ 147638 h 197167"/>
                                <a:gd name="connsiteX88" fmla="*/ 96203 w 246697"/>
                                <a:gd name="connsiteY88" fmla="*/ 153353 h 197167"/>
                                <a:gd name="connsiteX89" fmla="*/ 96203 w 246697"/>
                                <a:gd name="connsiteY89" fmla="*/ 159067 h 197167"/>
                                <a:gd name="connsiteX90" fmla="*/ 96203 w 246697"/>
                                <a:gd name="connsiteY90" fmla="*/ 169545 h 197167"/>
                                <a:gd name="connsiteX91" fmla="*/ 96203 w 246697"/>
                                <a:gd name="connsiteY91" fmla="*/ 180022 h 197167"/>
                                <a:gd name="connsiteX92" fmla="*/ 96203 w 246697"/>
                                <a:gd name="connsiteY92" fmla="*/ 184785 h 197167"/>
                                <a:gd name="connsiteX93" fmla="*/ 96203 w 246697"/>
                                <a:gd name="connsiteY93" fmla="*/ 189547 h 197167"/>
                                <a:gd name="connsiteX94" fmla="*/ 96203 w 246697"/>
                                <a:gd name="connsiteY94" fmla="*/ 192405 h 197167"/>
                                <a:gd name="connsiteX95" fmla="*/ 96203 w 246697"/>
                                <a:gd name="connsiteY95" fmla="*/ 195263 h 197167"/>
                                <a:gd name="connsiteX96" fmla="*/ 97155 w 246697"/>
                                <a:gd name="connsiteY96" fmla="*/ 195263 h 197167"/>
                                <a:gd name="connsiteX97" fmla="*/ 98108 w 246697"/>
                                <a:gd name="connsiteY97" fmla="*/ 189547 h 197167"/>
                                <a:gd name="connsiteX98" fmla="*/ 98108 w 246697"/>
                                <a:gd name="connsiteY98" fmla="*/ 184785 h 197167"/>
                                <a:gd name="connsiteX99" fmla="*/ 98108 w 246697"/>
                                <a:gd name="connsiteY99" fmla="*/ 180022 h 197167"/>
                                <a:gd name="connsiteX100" fmla="*/ 99060 w 246697"/>
                                <a:gd name="connsiteY100" fmla="*/ 169545 h 197167"/>
                                <a:gd name="connsiteX101" fmla="*/ 100013 w 246697"/>
                                <a:gd name="connsiteY101" fmla="*/ 159067 h 197167"/>
                                <a:gd name="connsiteX102" fmla="*/ 100013 w 246697"/>
                                <a:gd name="connsiteY102" fmla="*/ 156210 h 197167"/>
                                <a:gd name="connsiteX103" fmla="*/ 100013 w 246697"/>
                                <a:gd name="connsiteY103" fmla="*/ 153353 h 197167"/>
                                <a:gd name="connsiteX104" fmla="*/ 100965 w 246697"/>
                                <a:gd name="connsiteY104" fmla="*/ 147638 h 197167"/>
                                <a:gd name="connsiteX105" fmla="*/ 101918 w 246697"/>
                                <a:gd name="connsiteY105" fmla="*/ 141922 h 197167"/>
                                <a:gd name="connsiteX106" fmla="*/ 102870 w 246697"/>
                                <a:gd name="connsiteY106" fmla="*/ 136208 h 197167"/>
                                <a:gd name="connsiteX107" fmla="*/ 104775 w 246697"/>
                                <a:gd name="connsiteY107" fmla="*/ 125730 h 197167"/>
                                <a:gd name="connsiteX108" fmla="*/ 106680 w 246697"/>
                                <a:gd name="connsiteY108" fmla="*/ 116205 h 197167"/>
                                <a:gd name="connsiteX109" fmla="*/ 108585 w 246697"/>
                                <a:gd name="connsiteY109" fmla="*/ 107633 h 197167"/>
                                <a:gd name="connsiteX110" fmla="*/ 114300 w 246697"/>
                                <a:gd name="connsiteY110" fmla="*/ 119063 h 197167"/>
                                <a:gd name="connsiteX111" fmla="*/ 123825 w 246697"/>
                                <a:gd name="connsiteY111" fmla="*/ 138113 h 197167"/>
                                <a:gd name="connsiteX112" fmla="*/ 127635 w 246697"/>
                                <a:gd name="connsiteY112" fmla="*/ 147638 h 197167"/>
                                <a:gd name="connsiteX113" fmla="*/ 131445 w 246697"/>
                                <a:gd name="connsiteY113" fmla="*/ 157163 h 197167"/>
                                <a:gd name="connsiteX114" fmla="*/ 137160 w 246697"/>
                                <a:gd name="connsiteY114" fmla="*/ 177165 h 197167"/>
                                <a:gd name="connsiteX115" fmla="*/ 139065 w 246697"/>
                                <a:gd name="connsiteY115" fmla="*/ 186690 h 197167"/>
                                <a:gd name="connsiteX116" fmla="*/ 140018 w 246697"/>
                                <a:gd name="connsiteY116" fmla="*/ 195263 h 197167"/>
                                <a:gd name="connsiteX117" fmla="*/ 140970 w 246697"/>
                                <a:gd name="connsiteY117" fmla="*/ 196215 h 197167"/>
                                <a:gd name="connsiteX118" fmla="*/ 140970 w 246697"/>
                                <a:gd name="connsiteY118" fmla="*/ 196215 h 197167"/>
                                <a:gd name="connsiteX119" fmla="*/ 140018 w 246697"/>
                                <a:gd name="connsiteY119" fmla="*/ 187642 h 197167"/>
                                <a:gd name="connsiteX120" fmla="*/ 139065 w 246697"/>
                                <a:gd name="connsiteY120" fmla="*/ 178117 h 197167"/>
                                <a:gd name="connsiteX121" fmla="*/ 134303 w 246697"/>
                                <a:gd name="connsiteY121" fmla="*/ 158115 h 197167"/>
                                <a:gd name="connsiteX122" fmla="*/ 132397 w 246697"/>
                                <a:gd name="connsiteY122" fmla="*/ 153353 h 197167"/>
                                <a:gd name="connsiteX123" fmla="*/ 130493 w 246697"/>
                                <a:gd name="connsiteY123" fmla="*/ 148590 h 197167"/>
                                <a:gd name="connsiteX124" fmla="*/ 128588 w 246697"/>
                                <a:gd name="connsiteY124" fmla="*/ 143828 h 197167"/>
                                <a:gd name="connsiteX125" fmla="*/ 126683 w 246697"/>
                                <a:gd name="connsiteY125" fmla="*/ 139065 h 197167"/>
                                <a:gd name="connsiteX126" fmla="*/ 118110 w 246697"/>
                                <a:gd name="connsiteY126" fmla="*/ 119063 h 197167"/>
                                <a:gd name="connsiteX127" fmla="*/ 108585 w 246697"/>
                                <a:gd name="connsiteY127" fmla="*/ 99060 h 197167"/>
                                <a:gd name="connsiteX128" fmla="*/ 101918 w 246697"/>
                                <a:gd name="connsiteY128" fmla="*/ 84773 h 197167"/>
                                <a:gd name="connsiteX129" fmla="*/ 104775 w 246697"/>
                                <a:gd name="connsiteY129" fmla="*/ 86677 h 197167"/>
                                <a:gd name="connsiteX130" fmla="*/ 115253 w 246697"/>
                                <a:gd name="connsiteY130" fmla="*/ 92392 h 197167"/>
                                <a:gd name="connsiteX131" fmla="*/ 142875 w 246697"/>
                                <a:gd name="connsiteY131" fmla="*/ 105727 h 197167"/>
                                <a:gd name="connsiteX132" fmla="*/ 159068 w 246697"/>
                                <a:gd name="connsiteY132" fmla="*/ 113348 h 197167"/>
                                <a:gd name="connsiteX133" fmla="*/ 174308 w 246697"/>
                                <a:gd name="connsiteY133" fmla="*/ 123825 h 197167"/>
                                <a:gd name="connsiteX134" fmla="*/ 188595 w 246697"/>
                                <a:gd name="connsiteY134" fmla="*/ 137160 h 197167"/>
                                <a:gd name="connsiteX135" fmla="*/ 200978 w 246697"/>
                                <a:gd name="connsiteY135" fmla="*/ 154305 h 197167"/>
                                <a:gd name="connsiteX136" fmla="*/ 205740 w 246697"/>
                                <a:gd name="connsiteY136" fmla="*/ 163830 h 197167"/>
                                <a:gd name="connsiteX137" fmla="*/ 209550 w 246697"/>
                                <a:gd name="connsiteY137" fmla="*/ 174308 h 197167"/>
                                <a:gd name="connsiteX138" fmla="*/ 211455 w 246697"/>
                                <a:gd name="connsiteY138" fmla="*/ 179070 h 197167"/>
                                <a:gd name="connsiteX139" fmla="*/ 213360 w 246697"/>
                                <a:gd name="connsiteY139" fmla="*/ 184785 h 197167"/>
                                <a:gd name="connsiteX140" fmla="*/ 215265 w 246697"/>
                                <a:gd name="connsiteY140" fmla="*/ 195263 h 197167"/>
                                <a:gd name="connsiteX141" fmla="*/ 215265 w 246697"/>
                                <a:gd name="connsiteY141" fmla="*/ 197167 h 197167"/>
                                <a:gd name="connsiteX142" fmla="*/ 216217 w 246697"/>
                                <a:gd name="connsiteY142" fmla="*/ 196215 h 197167"/>
                                <a:gd name="connsiteX143" fmla="*/ 216217 w 246697"/>
                                <a:gd name="connsiteY143" fmla="*/ 194310 h 197167"/>
                                <a:gd name="connsiteX144" fmla="*/ 211455 w 246697"/>
                                <a:gd name="connsiteY144" fmla="*/ 172403 h 197167"/>
                                <a:gd name="connsiteX145" fmla="*/ 202883 w 246697"/>
                                <a:gd name="connsiteY145" fmla="*/ 152400 h 197167"/>
                                <a:gd name="connsiteX146" fmla="*/ 190500 w 246697"/>
                                <a:gd name="connsiteY146" fmla="*/ 135255 h 197167"/>
                                <a:gd name="connsiteX147" fmla="*/ 176213 w 246697"/>
                                <a:gd name="connsiteY147" fmla="*/ 121920 h 197167"/>
                                <a:gd name="connsiteX148" fmla="*/ 160972 w 246697"/>
                                <a:gd name="connsiteY148" fmla="*/ 111442 h 197167"/>
                                <a:gd name="connsiteX149" fmla="*/ 144780 w 246697"/>
                                <a:gd name="connsiteY149" fmla="*/ 103823 h 197167"/>
                                <a:gd name="connsiteX150" fmla="*/ 117158 w 246697"/>
                                <a:gd name="connsiteY150" fmla="*/ 90488 h 197167"/>
                                <a:gd name="connsiteX151" fmla="*/ 107633 w 246697"/>
                                <a:gd name="connsiteY151" fmla="*/ 84773 h 197167"/>
                                <a:gd name="connsiteX152" fmla="*/ 100965 w 246697"/>
                                <a:gd name="connsiteY152" fmla="*/ 79058 h 197167"/>
                                <a:gd name="connsiteX153" fmla="*/ 97155 w 246697"/>
                                <a:gd name="connsiteY153" fmla="*/ 75248 h 197167"/>
                                <a:gd name="connsiteX154" fmla="*/ 90488 w 246697"/>
                                <a:gd name="connsiteY154" fmla="*/ 61913 h 197167"/>
                                <a:gd name="connsiteX155" fmla="*/ 85725 w 246697"/>
                                <a:gd name="connsiteY155" fmla="*/ 53340 h 197167"/>
                                <a:gd name="connsiteX156" fmla="*/ 81915 w 246697"/>
                                <a:gd name="connsiteY156" fmla="*/ 44767 h 197167"/>
                                <a:gd name="connsiteX157" fmla="*/ 74295 w 246697"/>
                                <a:gd name="connsiteY157" fmla="*/ 29527 h 197167"/>
                                <a:gd name="connsiteX158" fmla="*/ 73343 w 246697"/>
                                <a:gd name="connsiteY158" fmla="*/ 28575 h 197167"/>
                                <a:gd name="connsiteX159" fmla="*/ 75247 w 246697"/>
                                <a:gd name="connsiteY159" fmla="*/ 28575 h 197167"/>
                                <a:gd name="connsiteX160" fmla="*/ 85725 w 246697"/>
                                <a:gd name="connsiteY160" fmla="*/ 31433 h 197167"/>
                                <a:gd name="connsiteX161" fmla="*/ 92393 w 246697"/>
                                <a:gd name="connsiteY161" fmla="*/ 33338 h 197167"/>
                                <a:gd name="connsiteX162" fmla="*/ 100013 w 246697"/>
                                <a:gd name="connsiteY162" fmla="*/ 35242 h 197167"/>
                                <a:gd name="connsiteX163" fmla="*/ 116205 w 246697"/>
                                <a:gd name="connsiteY163" fmla="*/ 39052 h 197167"/>
                                <a:gd name="connsiteX164" fmla="*/ 134303 w 246697"/>
                                <a:gd name="connsiteY164" fmla="*/ 43815 h 197167"/>
                                <a:gd name="connsiteX165" fmla="*/ 154305 w 246697"/>
                                <a:gd name="connsiteY165" fmla="*/ 49530 h 197167"/>
                                <a:gd name="connsiteX166" fmla="*/ 174308 w 246697"/>
                                <a:gd name="connsiteY166" fmla="*/ 57150 h 197167"/>
                                <a:gd name="connsiteX167" fmla="*/ 194310 w 246697"/>
                                <a:gd name="connsiteY167" fmla="*/ 67627 h 197167"/>
                                <a:gd name="connsiteX168" fmla="*/ 212408 w 246697"/>
                                <a:gd name="connsiteY168" fmla="*/ 80963 h 197167"/>
                                <a:gd name="connsiteX169" fmla="*/ 220028 w 246697"/>
                                <a:gd name="connsiteY169" fmla="*/ 88583 h 197167"/>
                                <a:gd name="connsiteX170" fmla="*/ 227647 w 246697"/>
                                <a:gd name="connsiteY170" fmla="*/ 97155 h 197167"/>
                                <a:gd name="connsiteX171" fmla="*/ 234315 w 246697"/>
                                <a:gd name="connsiteY171" fmla="*/ 105727 h 197167"/>
                                <a:gd name="connsiteX172" fmla="*/ 240030 w 246697"/>
                                <a:gd name="connsiteY172" fmla="*/ 115252 h 197167"/>
                                <a:gd name="connsiteX173" fmla="*/ 244792 w 246697"/>
                                <a:gd name="connsiteY173" fmla="*/ 124777 h 197167"/>
                                <a:gd name="connsiteX174" fmla="*/ 246697 w 246697"/>
                                <a:gd name="connsiteY174" fmla="*/ 131445 h 197167"/>
                                <a:gd name="connsiteX175" fmla="*/ 246697 w 246697"/>
                                <a:gd name="connsiteY175" fmla="*/ 129540 h 197167"/>
                                <a:gd name="connsiteX176" fmla="*/ 244792 w 246697"/>
                                <a:gd name="connsiteY176" fmla="*/ 124777 h 197167"/>
                                <a:gd name="connsiteX177" fmla="*/ 240030 w 246697"/>
                                <a:gd name="connsiteY177" fmla="*/ 115252 h 197167"/>
                                <a:gd name="connsiteX178" fmla="*/ 234315 w 246697"/>
                                <a:gd name="connsiteY178" fmla="*/ 105727 h 197167"/>
                                <a:gd name="connsiteX179" fmla="*/ 227647 w 246697"/>
                                <a:gd name="connsiteY179" fmla="*/ 96202 h 197167"/>
                                <a:gd name="connsiteX180" fmla="*/ 220028 w 246697"/>
                                <a:gd name="connsiteY180" fmla="*/ 87630 h 197167"/>
                                <a:gd name="connsiteX181" fmla="*/ 211455 w 246697"/>
                                <a:gd name="connsiteY181" fmla="*/ 80010 h 197167"/>
                                <a:gd name="connsiteX182" fmla="*/ 193358 w 246697"/>
                                <a:gd name="connsiteY182" fmla="*/ 66675 h 197167"/>
                                <a:gd name="connsiteX183" fmla="*/ 173355 w 246697"/>
                                <a:gd name="connsiteY183" fmla="*/ 56198 h 197167"/>
                                <a:gd name="connsiteX184" fmla="*/ 153353 w 246697"/>
                                <a:gd name="connsiteY184" fmla="*/ 48577 h 197167"/>
                                <a:gd name="connsiteX185" fmla="*/ 133350 w 246697"/>
                                <a:gd name="connsiteY185" fmla="*/ 41910 h 197167"/>
                                <a:gd name="connsiteX186" fmla="*/ 115253 w 246697"/>
                                <a:gd name="connsiteY186" fmla="*/ 37148 h 197167"/>
                                <a:gd name="connsiteX187" fmla="*/ 99060 w 246697"/>
                                <a:gd name="connsiteY187" fmla="*/ 33338 h 197167"/>
                                <a:gd name="connsiteX188" fmla="*/ 91440 w 246697"/>
                                <a:gd name="connsiteY188" fmla="*/ 31433 h 197167"/>
                                <a:gd name="connsiteX189" fmla="*/ 84772 w 246697"/>
                                <a:gd name="connsiteY189" fmla="*/ 29527 h 197167"/>
                                <a:gd name="connsiteX190" fmla="*/ 74295 w 246697"/>
                                <a:gd name="connsiteY190" fmla="*/ 26670 h 197167"/>
                                <a:gd name="connsiteX191" fmla="*/ 68580 w 246697"/>
                                <a:gd name="connsiteY191" fmla="*/ 25717 h 197167"/>
                                <a:gd name="connsiteX192" fmla="*/ 68580 w 246697"/>
                                <a:gd name="connsiteY192" fmla="*/ 25717 h 197167"/>
                                <a:gd name="connsiteX193" fmla="*/ 65722 w 246697"/>
                                <a:gd name="connsiteY193" fmla="*/ 19050 h 197167"/>
                                <a:gd name="connsiteX194" fmla="*/ 60960 w 246697"/>
                                <a:gd name="connsiteY194" fmla="*/ 8573 h 197167"/>
                                <a:gd name="connsiteX195" fmla="*/ 57150 w 246697"/>
                                <a:gd name="connsiteY195" fmla="*/ 0 h 197167"/>
                                <a:gd name="connsiteX196" fmla="*/ 49530 w 246697"/>
                                <a:gd name="connsiteY196" fmla="*/ 5715 h 197167"/>
                                <a:gd name="connsiteX197" fmla="*/ 54293 w 246697"/>
                                <a:gd name="connsiteY197" fmla="*/ 7620 h 197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246697" h="197167">
                                  <a:moveTo>
                                    <a:pt x="54293" y="7620"/>
                                  </a:moveTo>
                                  <a:cubicBezTo>
                                    <a:pt x="54293" y="8573"/>
                                    <a:pt x="54293" y="9525"/>
                                    <a:pt x="54293" y="9525"/>
                                  </a:cubicBezTo>
                                  <a:cubicBezTo>
                                    <a:pt x="54293" y="9525"/>
                                    <a:pt x="53340" y="12383"/>
                                    <a:pt x="50483" y="17145"/>
                                  </a:cubicBezTo>
                                  <a:cubicBezTo>
                                    <a:pt x="48578" y="21908"/>
                                    <a:pt x="44768" y="28575"/>
                                    <a:pt x="40958" y="36195"/>
                                  </a:cubicBezTo>
                                  <a:cubicBezTo>
                                    <a:pt x="37147" y="43815"/>
                                    <a:pt x="31433" y="52388"/>
                                    <a:pt x="25718" y="61913"/>
                                  </a:cubicBezTo>
                                  <a:cubicBezTo>
                                    <a:pt x="23813" y="63817"/>
                                    <a:pt x="22860" y="66675"/>
                                    <a:pt x="21908" y="68580"/>
                                  </a:cubicBezTo>
                                  <a:cubicBezTo>
                                    <a:pt x="20955" y="69533"/>
                                    <a:pt x="20955" y="71438"/>
                                    <a:pt x="20003" y="72390"/>
                                  </a:cubicBezTo>
                                  <a:lnTo>
                                    <a:pt x="19050" y="73342"/>
                                  </a:lnTo>
                                  <a:lnTo>
                                    <a:pt x="19050" y="74295"/>
                                  </a:lnTo>
                                  <a:lnTo>
                                    <a:pt x="18097" y="76200"/>
                                  </a:lnTo>
                                  <a:cubicBezTo>
                                    <a:pt x="16193" y="80963"/>
                                    <a:pt x="13335" y="85725"/>
                                    <a:pt x="11430" y="90488"/>
                                  </a:cubicBezTo>
                                  <a:cubicBezTo>
                                    <a:pt x="10478" y="93345"/>
                                    <a:pt x="9525" y="95250"/>
                                    <a:pt x="8572" y="97155"/>
                                  </a:cubicBezTo>
                                  <a:cubicBezTo>
                                    <a:pt x="7620" y="99060"/>
                                    <a:pt x="7620" y="101917"/>
                                    <a:pt x="6668" y="103823"/>
                                  </a:cubicBezTo>
                                  <a:cubicBezTo>
                                    <a:pt x="6668" y="104775"/>
                                    <a:pt x="5715" y="105727"/>
                                    <a:pt x="5715" y="106680"/>
                                  </a:cubicBezTo>
                                  <a:cubicBezTo>
                                    <a:pt x="5715" y="107633"/>
                                    <a:pt x="5715" y="108585"/>
                                    <a:pt x="4763" y="109538"/>
                                  </a:cubicBezTo>
                                  <a:cubicBezTo>
                                    <a:pt x="3810" y="111442"/>
                                    <a:pt x="3810" y="113348"/>
                                    <a:pt x="2858" y="115252"/>
                                  </a:cubicBezTo>
                                  <a:cubicBezTo>
                                    <a:pt x="1905" y="119063"/>
                                    <a:pt x="1905" y="121920"/>
                                    <a:pt x="953" y="124777"/>
                                  </a:cubicBezTo>
                                  <a:cubicBezTo>
                                    <a:pt x="953" y="127635"/>
                                    <a:pt x="0" y="130492"/>
                                    <a:pt x="0" y="132398"/>
                                  </a:cubicBezTo>
                                  <a:cubicBezTo>
                                    <a:pt x="0" y="134302"/>
                                    <a:pt x="0" y="136208"/>
                                    <a:pt x="0" y="137160"/>
                                  </a:cubicBezTo>
                                  <a:cubicBezTo>
                                    <a:pt x="0" y="138113"/>
                                    <a:pt x="0" y="139065"/>
                                    <a:pt x="0" y="140017"/>
                                  </a:cubicBezTo>
                                  <a:cubicBezTo>
                                    <a:pt x="0" y="140017"/>
                                    <a:pt x="0" y="140017"/>
                                    <a:pt x="0" y="140970"/>
                                  </a:cubicBezTo>
                                  <a:lnTo>
                                    <a:pt x="0" y="140970"/>
                                  </a:lnTo>
                                  <a:cubicBezTo>
                                    <a:pt x="0" y="140970"/>
                                    <a:pt x="0" y="140970"/>
                                    <a:pt x="0" y="140017"/>
                                  </a:cubicBezTo>
                                  <a:cubicBezTo>
                                    <a:pt x="0" y="139065"/>
                                    <a:pt x="0" y="138113"/>
                                    <a:pt x="0" y="137160"/>
                                  </a:cubicBezTo>
                                  <a:cubicBezTo>
                                    <a:pt x="0" y="136208"/>
                                    <a:pt x="0" y="134302"/>
                                    <a:pt x="953" y="132398"/>
                                  </a:cubicBezTo>
                                  <a:cubicBezTo>
                                    <a:pt x="1905" y="130492"/>
                                    <a:pt x="1905" y="127635"/>
                                    <a:pt x="1905" y="124777"/>
                                  </a:cubicBezTo>
                                  <a:cubicBezTo>
                                    <a:pt x="2858" y="121920"/>
                                    <a:pt x="2858" y="118110"/>
                                    <a:pt x="3810" y="115252"/>
                                  </a:cubicBezTo>
                                  <a:cubicBezTo>
                                    <a:pt x="4763" y="113348"/>
                                    <a:pt x="4763" y="111442"/>
                                    <a:pt x="5715" y="109538"/>
                                  </a:cubicBezTo>
                                  <a:cubicBezTo>
                                    <a:pt x="5715" y="108585"/>
                                    <a:pt x="6668" y="107633"/>
                                    <a:pt x="6668" y="106680"/>
                                  </a:cubicBezTo>
                                  <a:cubicBezTo>
                                    <a:pt x="6668" y="105727"/>
                                    <a:pt x="7620" y="104775"/>
                                    <a:pt x="7620" y="103823"/>
                                  </a:cubicBezTo>
                                  <a:cubicBezTo>
                                    <a:pt x="8572" y="101917"/>
                                    <a:pt x="9525" y="99060"/>
                                    <a:pt x="9525" y="97155"/>
                                  </a:cubicBezTo>
                                  <a:cubicBezTo>
                                    <a:pt x="10478" y="95250"/>
                                    <a:pt x="11430" y="92392"/>
                                    <a:pt x="12383" y="90488"/>
                                  </a:cubicBezTo>
                                  <a:cubicBezTo>
                                    <a:pt x="14288" y="85725"/>
                                    <a:pt x="17145" y="80963"/>
                                    <a:pt x="19050" y="76200"/>
                                  </a:cubicBezTo>
                                  <a:lnTo>
                                    <a:pt x="20003" y="74295"/>
                                  </a:lnTo>
                                  <a:lnTo>
                                    <a:pt x="20003" y="73342"/>
                                  </a:lnTo>
                                  <a:lnTo>
                                    <a:pt x="20955" y="72390"/>
                                  </a:lnTo>
                                  <a:cubicBezTo>
                                    <a:pt x="21908" y="71438"/>
                                    <a:pt x="22860" y="70485"/>
                                    <a:pt x="22860" y="68580"/>
                                  </a:cubicBezTo>
                                  <a:cubicBezTo>
                                    <a:pt x="23813" y="66675"/>
                                    <a:pt x="25718" y="63817"/>
                                    <a:pt x="26670" y="61913"/>
                                  </a:cubicBezTo>
                                  <a:cubicBezTo>
                                    <a:pt x="32385" y="53340"/>
                                    <a:pt x="38100" y="44767"/>
                                    <a:pt x="42863" y="37148"/>
                                  </a:cubicBezTo>
                                  <a:cubicBezTo>
                                    <a:pt x="49530" y="26670"/>
                                    <a:pt x="53340" y="18098"/>
                                    <a:pt x="55245" y="13335"/>
                                  </a:cubicBezTo>
                                  <a:cubicBezTo>
                                    <a:pt x="56197" y="14288"/>
                                    <a:pt x="56197" y="16192"/>
                                    <a:pt x="57150" y="17145"/>
                                  </a:cubicBezTo>
                                  <a:cubicBezTo>
                                    <a:pt x="58103" y="19050"/>
                                    <a:pt x="59055" y="20955"/>
                                    <a:pt x="60008" y="23813"/>
                                  </a:cubicBezTo>
                                  <a:cubicBezTo>
                                    <a:pt x="60960" y="25717"/>
                                    <a:pt x="62865" y="28575"/>
                                    <a:pt x="63818" y="30480"/>
                                  </a:cubicBezTo>
                                  <a:cubicBezTo>
                                    <a:pt x="66675" y="35242"/>
                                    <a:pt x="68580" y="40005"/>
                                    <a:pt x="71438" y="45720"/>
                                  </a:cubicBezTo>
                                  <a:cubicBezTo>
                                    <a:pt x="71438" y="46673"/>
                                    <a:pt x="72390" y="47625"/>
                                    <a:pt x="73343" y="49530"/>
                                  </a:cubicBezTo>
                                  <a:cubicBezTo>
                                    <a:pt x="73343" y="49530"/>
                                    <a:pt x="73343" y="49530"/>
                                    <a:pt x="73343" y="49530"/>
                                  </a:cubicBezTo>
                                  <a:cubicBezTo>
                                    <a:pt x="73343" y="52388"/>
                                    <a:pt x="74295" y="55245"/>
                                    <a:pt x="74295" y="59055"/>
                                  </a:cubicBezTo>
                                  <a:cubicBezTo>
                                    <a:pt x="74295" y="62865"/>
                                    <a:pt x="73343" y="66675"/>
                                    <a:pt x="72390" y="71438"/>
                                  </a:cubicBezTo>
                                  <a:cubicBezTo>
                                    <a:pt x="70485" y="80010"/>
                                    <a:pt x="67628" y="89535"/>
                                    <a:pt x="62865" y="100013"/>
                                  </a:cubicBezTo>
                                  <a:cubicBezTo>
                                    <a:pt x="60960" y="104775"/>
                                    <a:pt x="59055" y="109538"/>
                                    <a:pt x="57150" y="115252"/>
                                  </a:cubicBezTo>
                                  <a:cubicBezTo>
                                    <a:pt x="56197" y="118110"/>
                                    <a:pt x="55245" y="120015"/>
                                    <a:pt x="55245" y="122873"/>
                                  </a:cubicBezTo>
                                  <a:cubicBezTo>
                                    <a:pt x="54293" y="124777"/>
                                    <a:pt x="54293" y="127635"/>
                                    <a:pt x="53340" y="129540"/>
                                  </a:cubicBezTo>
                                  <a:cubicBezTo>
                                    <a:pt x="52388" y="134302"/>
                                    <a:pt x="51435" y="138113"/>
                                    <a:pt x="50483" y="141922"/>
                                  </a:cubicBezTo>
                                  <a:cubicBezTo>
                                    <a:pt x="50483" y="143828"/>
                                    <a:pt x="49530" y="145733"/>
                                    <a:pt x="49530" y="146685"/>
                                  </a:cubicBezTo>
                                  <a:cubicBezTo>
                                    <a:pt x="49530" y="148590"/>
                                    <a:pt x="49530" y="149542"/>
                                    <a:pt x="48578" y="151447"/>
                                  </a:cubicBezTo>
                                  <a:cubicBezTo>
                                    <a:pt x="47625" y="157163"/>
                                    <a:pt x="48578" y="160020"/>
                                    <a:pt x="49530" y="162878"/>
                                  </a:cubicBezTo>
                                  <a:cubicBezTo>
                                    <a:pt x="49530" y="162878"/>
                                    <a:pt x="49530" y="163830"/>
                                    <a:pt x="50483" y="163830"/>
                                  </a:cubicBezTo>
                                  <a:cubicBezTo>
                                    <a:pt x="50483" y="163830"/>
                                    <a:pt x="50483" y="164783"/>
                                    <a:pt x="50483" y="164783"/>
                                  </a:cubicBezTo>
                                  <a:cubicBezTo>
                                    <a:pt x="50483" y="164783"/>
                                    <a:pt x="50483" y="165735"/>
                                    <a:pt x="51435" y="165735"/>
                                  </a:cubicBezTo>
                                  <a:cubicBezTo>
                                    <a:pt x="51435" y="165735"/>
                                    <a:pt x="51435" y="166688"/>
                                    <a:pt x="51435" y="166688"/>
                                  </a:cubicBezTo>
                                  <a:cubicBezTo>
                                    <a:pt x="51435" y="166688"/>
                                    <a:pt x="51435" y="167640"/>
                                    <a:pt x="52388" y="167640"/>
                                  </a:cubicBezTo>
                                  <a:cubicBezTo>
                                    <a:pt x="53340" y="168592"/>
                                    <a:pt x="54293" y="168592"/>
                                    <a:pt x="54293" y="169545"/>
                                  </a:cubicBezTo>
                                  <a:cubicBezTo>
                                    <a:pt x="53340" y="168592"/>
                                    <a:pt x="53340" y="168592"/>
                                    <a:pt x="52388" y="167640"/>
                                  </a:cubicBezTo>
                                  <a:cubicBezTo>
                                    <a:pt x="52388" y="167640"/>
                                    <a:pt x="52388" y="166688"/>
                                    <a:pt x="51435" y="166688"/>
                                  </a:cubicBezTo>
                                  <a:cubicBezTo>
                                    <a:pt x="51435" y="166688"/>
                                    <a:pt x="51435" y="165735"/>
                                    <a:pt x="51435" y="165735"/>
                                  </a:cubicBezTo>
                                  <a:cubicBezTo>
                                    <a:pt x="51435" y="165735"/>
                                    <a:pt x="51435" y="164783"/>
                                    <a:pt x="51435" y="164783"/>
                                  </a:cubicBezTo>
                                  <a:cubicBezTo>
                                    <a:pt x="51435" y="164783"/>
                                    <a:pt x="51435" y="163830"/>
                                    <a:pt x="51435" y="163830"/>
                                  </a:cubicBezTo>
                                  <a:cubicBezTo>
                                    <a:pt x="51435" y="163830"/>
                                    <a:pt x="51435" y="162878"/>
                                    <a:pt x="51435" y="162878"/>
                                  </a:cubicBezTo>
                                  <a:cubicBezTo>
                                    <a:pt x="50483" y="160020"/>
                                    <a:pt x="50483" y="157163"/>
                                    <a:pt x="50483" y="151447"/>
                                  </a:cubicBezTo>
                                  <a:cubicBezTo>
                                    <a:pt x="50483" y="149542"/>
                                    <a:pt x="51435" y="148590"/>
                                    <a:pt x="51435" y="146685"/>
                                  </a:cubicBezTo>
                                  <a:cubicBezTo>
                                    <a:pt x="51435" y="144780"/>
                                    <a:pt x="52388" y="142875"/>
                                    <a:pt x="52388" y="140970"/>
                                  </a:cubicBezTo>
                                  <a:cubicBezTo>
                                    <a:pt x="53340" y="137160"/>
                                    <a:pt x="54293" y="133350"/>
                                    <a:pt x="56197" y="128588"/>
                                  </a:cubicBezTo>
                                  <a:cubicBezTo>
                                    <a:pt x="57150" y="126683"/>
                                    <a:pt x="57150" y="123825"/>
                                    <a:pt x="58103" y="121920"/>
                                  </a:cubicBezTo>
                                  <a:cubicBezTo>
                                    <a:pt x="59055" y="119063"/>
                                    <a:pt x="60008" y="117158"/>
                                    <a:pt x="60960" y="114300"/>
                                  </a:cubicBezTo>
                                  <a:cubicBezTo>
                                    <a:pt x="62865" y="109538"/>
                                    <a:pt x="64770" y="104775"/>
                                    <a:pt x="66675" y="100013"/>
                                  </a:cubicBezTo>
                                  <a:cubicBezTo>
                                    <a:pt x="70485" y="90488"/>
                                    <a:pt x="74295" y="80010"/>
                                    <a:pt x="77153" y="71438"/>
                                  </a:cubicBezTo>
                                  <a:cubicBezTo>
                                    <a:pt x="78105" y="66675"/>
                                    <a:pt x="79058" y="62865"/>
                                    <a:pt x="79058" y="59055"/>
                                  </a:cubicBezTo>
                                  <a:cubicBezTo>
                                    <a:pt x="79058" y="59055"/>
                                    <a:pt x="79058" y="58102"/>
                                    <a:pt x="79058" y="58102"/>
                                  </a:cubicBezTo>
                                  <a:cubicBezTo>
                                    <a:pt x="80010" y="60008"/>
                                    <a:pt x="80963" y="61913"/>
                                    <a:pt x="81915" y="63817"/>
                                  </a:cubicBezTo>
                                  <a:cubicBezTo>
                                    <a:pt x="84772" y="69533"/>
                                    <a:pt x="88583" y="76200"/>
                                    <a:pt x="92393" y="81915"/>
                                  </a:cubicBezTo>
                                  <a:cubicBezTo>
                                    <a:pt x="95250" y="87630"/>
                                    <a:pt x="98108" y="92392"/>
                                    <a:pt x="100965" y="98108"/>
                                  </a:cubicBezTo>
                                  <a:cubicBezTo>
                                    <a:pt x="100965" y="98108"/>
                                    <a:pt x="100965" y="98108"/>
                                    <a:pt x="101918" y="99060"/>
                                  </a:cubicBezTo>
                                  <a:cubicBezTo>
                                    <a:pt x="101918" y="100013"/>
                                    <a:pt x="102870" y="100965"/>
                                    <a:pt x="102870" y="102870"/>
                                  </a:cubicBezTo>
                                  <a:cubicBezTo>
                                    <a:pt x="103822" y="105727"/>
                                    <a:pt x="103822" y="110490"/>
                                    <a:pt x="101918" y="116205"/>
                                  </a:cubicBezTo>
                                  <a:cubicBezTo>
                                    <a:pt x="100965" y="119063"/>
                                    <a:pt x="100013" y="122873"/>
                                    <a:pt x="100013" y="125730"/>
                                  </a:cubicBezTo>
                                  <a:cubicBezTo>
                                    <a:pt x="99060" y="128588"/>
                                    <a:pt x="99060" y="132398"/>
                                    <a:pt x="98108" y="136208"/>
                                  </a:cubicBezTo>
                                  <a:cubicBezTo>
                                    <a:pt x="98108" y="138113"/>
                                    <a:pt x="98108" y="140017"/>
                                    <a:pt x="97155" y="141922"/>
                                  </a:cubicBezTo>
                                  <a:cubicBezTo>
                                    <a:pt x="97155" y="143828"/>
                                    <a:pt x="97155" y="145733"/>
                                    <a:pt x="96203" y="147638"/>
                                  </a:cubicBezTo>
                                  <a:cubicBezTo>
                                    <a:pt x="96203" y="149542"/>
                                    <a:pt x="96203" y="151447"/>
                                    <a:pt x="96203" y="153353"/>
                                  </a:cubicBezTo>
                                  <a:cubicBezTo>
                                    <a:pt x="96203" y="155258"/>
                                    <a:pt x="96203" y="157163"/>
                                    <a:pt x="96203" y="159067"/>
                                  </a:cubicBezTo>
                                  <a:cubicBezTo>
                                    <a:pt x="96203" y="162878"/>
                                    <a:pt x="96203" y="165735"/>
                                    <a:pt x="96203" y="169545"/>
                                  </a:cubicBezTo>
                                  <a:cubicBezTo>
                                    <a:pt x="96203" y="173355"/>
                                    <a:pt x="96203" y="176213"/>
                                    <a:pt x="96203" y="180022"/>
                                  </a:cubicBezTo>
                                  <a:cubicBezTo>
                                    <a:pt x="96203" y="181928"/>
                                    <a:pt x="96203" y="183833"/>
                                    <a:pt x="96203" y="184785"/>
                                  </a:cubicBezTo>
                                  <a:cubicBezTo>
                                    <a:pt x="96203" y="186690"/>
                                    <a:pt x="96203" y="187642"/>
                                    <a:pt x="96203" y="189547"/>
                                  </a:cubicBezTo>
                                  <a:cubicBezTo>
                                    <a:pt x="96203" y="190500"/>
                                    <a:pt x="96203" y="191453"/>
                                    <a:pt x="96203" y="192405"/>
                                  </a:cubicBezTo>
                                  <a:cubicBezTo>
                                    <a:pt x="96203" y="193358"/>
                                    <a:pt x="96203" y="194310"/>
                                    <a:pt x="96203" y="195263"/>
                                  </a:cubicBezTo>
                                  <a:cubicBezTo>
                                    <a:pt x="96203" y="195263"/>
                                    <a:pt x="97155" y="195263"/>
                                    <a:pt x="97155" y="195263"/>
                                  </a:cubicBezTo>
                                  <a:cubicBezTo>
                                    <a:pt x="97155" y="193358"/>
                                    <a:pt x="97155" y="191453"/>
                                    <a:pt x="98108" y="189547"/>
                                  </a:cubicBezTo>
                                  <a:cubicBezTo>
                                    <a:pt x="98108" y="187642"/>
                                    <a:pt x="98108" y="186690"/>
                                    <a:pt x="98108" y="184785"/>
                                  </a:cubicBezTo>
                                  <a:cubicBezTo>
                                    <a:pt x="98108" y="182880"/>
                                    <a:pt x="98108" y="181928"/>
                                    <a:pt x="98108" y="180022"/>
                                  </a:cubicBezTo>
                                  <a:cubicBezTo>
                                    <a:pt x="98108" y="177165"/>
                                    <a:pt x="98108" y="173355"/>
                                    <a:pt x="99060" y="169545"/>
                                  </a:cubicBezTo>
                                  <a:cubicBezTo>
                                    <a:pt x="99060" y="165735"/>
                                    <a:pt x="99060" y="162878"/>
                                    <a:pt x="100013" y="159067"/>
                                  </a:cubicBezTo>
                                  <a:lnTo>
                                    <a:pt x="100013" y="156210"/>
                                  </a:lnTo>
                                  <a:lnTo>
                                    <a:pt x="100013" y="153353"/>
                                  </a:lnTo>
                                  <a:cubicBezTo>
                                    <a:pt x="100013" y="151447"/>
                                    <a:pt x="100013" y="149542"/>
                                    <a:pt x="100965" y="147638"/>
                                  </a:cubicBezTo>
                                  <a:cubicBezTo>
                                    <a:pt x="100965" y="145733"/>
                                    <a:pt x="101918" y="143828"/>
                                    <a:pt x="101918" y="141922"/>
                                  </a:cubicBezTo>
                                  <a:cubicBezTo>
                                    <a:pt x="101918" y="140017"/>
                                    <a:pt x="102870" y="138113"/>
                                    <a:pt x="102870" y="136208"/>
                                  </a:cubicBezTo>
                                  <a:cubicBezTo>
                                    <a:pt x="103822" y="132398"/>
                                    <a:pt x="103822" y="129540"/>
                                    <a:pt x="104775" y="125730"/>
                                  </a:cubicBezTo>
                                  <a:cubicBezTo>
                                    <a:pt x="105728" y="121920"/>
                                    <a:pt x="106680" y="119063"/>
                                    <a:pt x="106680" y="116205"/>
                                  </a:cubicBezTo>
                                  <a:cubicBezTo>
                                    <a:pt x="107633" y="113348"/>
                                    <a:pt x="107633" y="110490"/>
                                    <a:pt x="108585" y="107633"/>
                                  </a:cubicBezTo>
                                  <a:cubicBezTo>
                                    <a:pt x="110490" y="111442"/>
                                    <a:pt x="112395" y="115252"/>
                                    <a:pt x="114300" y="119063"/>
                                  </a:cubicBezTo>
                                  <a:cubicBezTo>
                                    <a:pt x="117158" y="125730"/>
                                    <a:pt x="120968" y="132398"/>
                                    <a:pt x="123825" y="138113"/>
                                  </a:cubicBezTo>
                                  <a:cubicBezTo>
                                    <a:pt x="125730" y="140970"/>
                                    <a:pt x="126683" y="144780"/>
                                    <a:pt x="127635" y="147638"/>
                                  </a:cubicBezTo>
                                  <a:cubicBezTo>
                                    <a:pt x="128588" y="151447"/>
                                    <a:pt x="129540" y="154305"/>
                                    <a:pt x="131445" y="157163"/>
                                  </a:cubicBezTo>
                                  <a:cubicBezTo>
                                    <a:pt x="134303" y="163830"/>
                                    <a:pt x="136208" y="170497"/>
                                    <a:pt x="137160" y="177165"/>
                                  </a:cubicBezTo>
                                  <a:cubicBezTo>
                                    <a:pt x="138113" y="180022"/>
                                    <a:pt x="138113" y="183833"/>
                                    <a:pt x="139065" y="186690"/>
                                  </a:cubicBezTo>
                                  <a:cubicBezTo>
                                    <a:pt x="139065" y="189547"/>
                                    <a:pt x="140018" y="192405"/>
                                    <a:pt x="140018" y="195263"/>
                                  </a:cubicBezTo>
                                  <a:cubicBezTo>
                                    <a:pt x="140018" y="195263"/>
                                    <a:pt x="140970" y="196215"/>
                                    <a:pt x="140970" y="196215"/>
                                  </a:cubicBezTo>
                                  <a:lnTo>
                                    <a:pt x="140970" y="196215"/>
                                  </a:lnTo>
                                  <a:cubicBezTo>
                                    <a:pt x="140970" y="193358"/>
                                    <a:pt x="140970" y="190500"/>
                                    <a:pt x="140018" y="187642"/>
                                  </a:cubicBezTo>
                                  <a:cubicBezTo>
                                    <a:pt x="140018" y="184785"/>
                                    <a:pt x="139065" y="180975"/>
                                    <a:pt x="139065" y="178117"/>
                                  </a:cubicBezTo>
                                  <a:cubicBezTo>
                                    <a:pt x="138113" y="171450"/>
                                    <a:pt x="136208" y="164783"/>
                                    <a:pt x="134303" y="158115"/>
                                  </a:cubicBezTo>
                                  <a:cubicBezTo>
                                    <a:pt x="133350" y="156210"/>
                                    <a:pt x="133350" y="155258"/>
                                    <a:pt x="132397" y="153353"/>
                                  </a:cubicBezTo>
                                  <a:cubicBezTo>
                                    <a:pt x="131445" y="151447"/>
                                    <a:pt x="131445" y="149542"/>
                                    <a:pt x="130493" y="148590"/>
                                  </a:cubicBezTo>
                                  <a:cubicBezTo>
                                    <a:pt x="129540" y="146685"/>
                                    <a:pt x="129540" y="144780"/>
                                    <a:pt x="128588" y="143828"/>
                                  </a:cubicBezTo>
                                  <a:cubicBezTo>
                                    <a:pt x="127635" y="141922"/>
                                    <a:pt x="127635" y="140017"/>
                                    <a:pt x="126683" y="139065"/>
                                  </a:cubicBezTo>
                                  <a:cubicBezTo>
                                    <a:pt x="123825" y="132398"/>
                                    <a:pt x="120015" y="125730"/>
                                    <a:pt x="118110" y="119063"/>
                                  </a:cubicBezTo>
                                  <a:cubicBezTo>
                                    <a:pt x="115253" y="112395"/>
                                    <a:pt x="111443" y="105727"/>
                                    <a:pt x="108585" y="99060"/>
                                  </a:cubicBezTo>
                                  <a:cubicBezTo>
                                    <a:pt x="106680" y="94298"/>
                                    <a:pt x="103822" y="89535"/>
                                    <a:pt x="101918" y="84773"/>
                                  </a:cubicBezTo>
                                  <a:cubicBezTo>
                                    <a:pt x="102870" y="85725"/>
                                    <a:pt x="103822" y="85725"/>
                                    <a:pt x="104775" y="86677"/>
                                  </a:cubicBezTo>
                                  <a:cubicBezTo>
                                    <a:pt x="107633" y="88583"/>
                                    <a:pt x="111443" y="90488"/>
                                    <a:pt x="115253" y="92392"/>
                                  </a:cubicBezTo>
                                  <a:cubicBezTo>
                                    <a:pt x="122872" y="96202"/>
                                    <a:pt x="132397" y="100965"/>
                                    <a:pt x="142875" y="105727"/>
                                  </a:cubicBezTo>
                                  <a:cubicBezTo>
                                    <a:pt x="147638" y="107633"/>
                                    <a:pt x="153353" y="110490"/>
                                    <a:pt x="159068" y="113348"/>
                                  </a:cubicBezTo>
                                  <a:cubicBezTo>
                                    <a:pt x="164783" y="116205"/>
                                    <a:pt x="169545" y="119063"/>
                                    <a:pt x="174308" y="123825"/>
                                  </a:cubicBezTo>
                                  <a:cubicBezTo>
                                    <a:pt x="179070" y="127635"/>
                                    <a:pt x="183833" y="132398"/>
                                    <a:pt x="188595" y="137160"/>
                                  </a:cubicBezTo>
                                  <a:cubicBezTo>
                                    <a:pt x="193358" y="141922"/>
                                    <a:pt x="197168" y="147638"/>
                                    <a:pt x="200978" y="154305"/>
                                  </a:cubicBezTo>
                                  <a:cubicBezTo>
                                    <a:pt x="202883" y="157163"/>
                                    <a:pt x="204788" y="160972"/>
                                    <a:pt x="205740" y="163830"/>
                                  </a:cubicBezTo>
                                  <a:cubicBezTo>
                                    <a:pt x="207645" y="166688"/>
                                    <a:pt x="208597" y="170497"/>
                                    <a:pt x="209550" y="174308"/>
                                  </a:cubicBezTo>
                                  <a:cubicBezTo>
                                    <a:pt x="210503" y="176213"/>
                                    <a:pt x="210503" y="178117"/>
                                    <a:pt x="211455" y="179070"/>
                                  </a:cubicBezTo>
                                  <a:cubicBezTo>
                                    <a:pt x="212408" y="180975"/>
                                    <a:pt x="212408" y="182880"/>
                                    <a:pt x="213360" y="184785"/>
                                  </a:cubicBezTo>
                                  <a:cubicBezTo>
                                    <a:pt x="214313" y="188595"/>
                                    <a:pt x="214313" y="192405"/>
                                    <a:pt x="215265" y="195263"/>
                                  </a:cubicBezTo>
                                  <a:cubicBezTo>
                                    <a:pt x="215265" y="196215"/>
                                    <a:pt x="215265" y="196215"/>
                                    <a:pt x="215265" y="197167"/>
                                  </a:cubicBezTo>
                                  <a:cubicBezTo>
                                    <a:pt x="215265" y="197167"/>
                                    <a:pt x="216217" y="197167"/>
                                    <a:pt x="216217" y="196215"/>
                                  </a:cubicBezTo>
                                  <a:lnTo>
                                    <a:pt x="216217" y="194310"/>
                                  </a:lnTo>
                                  <a:cubicBezTo>
                                    <a:pt x="215265" y="186690"/>
                                    <a:pt x="213360" y="179070"/>
                                    <a:pt x="211455" y="172403"/>
                                  </a:cubicBezTo>
                                  <a:cubicBezTo>
                                    <a:pt x="209550" y="164783"/>
                                    <a:pt x="205740" y="158115"/>
                                    <a:pt x="202883" y="152400"/>
                                  </a:cubicBezTo>
                                  <a:cubicBezTo>
                                    <a:pt x="199072" y="145733"/>
                                    <a:pt x="195263" y="140970"/>
                                    <a:pt x="190500" y="135255"/>
                                  </a:cubicBezTo>
                                  <a:cubicBezTo>
                                    <a:pt x="185738" y="130492"/>
                                    <a:pt x="180975" y="125730"/>
                                    <a:pt x="176213" y="121920"/>
                                  </a:cubicBezTo>
                                  <a:cubicBezTo>
                                    <a:pt x="171450" y="118110"/>
                                    <a:pt x="165735" y="114300"/>
                                    <a:pt x="160972" y="111442"/>
                                  </a:cubicBezTo>
                                  <a:cubicBezTo>
                                    <a:pt x="155258" y="108585"/>
                                    <a:pt x="150495" y="105727"/>
                                    <a:pt x="144780" y="103823"/>
                                  </a:cubicBezTo>
                                  <a:cubicBezTo>
                                    <a:pt x="134303" y="99060"/>
                                    <a:pt x="124778" y="95250"/>
                                    <a:pt x="117158" y="90488"/>
                                  </a:cubicBezTo>
                                  <a:cubicBezTo>
                                    <a:pt x="113347" y="88583"/>
                                    <a:pt x="110490" y="86677"/>
                                    <a:pt x="107633" y="84773"/>
                                  </a:cubicBezTo>
                                  <a:cubicBezTo>
                                    <a:pt x="104775" y="82867"/>
                                    <a:pt x="102870" y="80963"/>
                                    <a:pt x="100965" y="79058"/>
                                  </a:cubicBezTo>
                                  <a:cubicBezTo>
                                    <a:pt x="99060" y="78105"/>
                                    <a:pt x="98108" y="76200"/>
                                    <a:pt x="97155" y="75248"/>
                                  </a:cubicBezTo>
                                  <a:cubicBezTo>
                                    <a:pt x="95250" y="70485"/>
                                    <a:pt x="93345" y="66675"/>
                                    <a:pt x="90488" y="61913"/>
                                  </a:cubicBezTo>
                                  <a:cubicBezTo>
                                    <a:pt x="88583" y="59055"/>
                                    <a:pt x="87630" y="56198"/>
                                    <a:pt x="85725" y="53340"/>
                                  </a:cubicBezTo>
                                  <a:cubicBezTo>
                                    <a:pt x="83820" y="50483"/>
                                    <a:pt x="82868" y="47625"/>
                                    <a:pt x="81915" y="44767"/>
                                  </a:cubicBezTo>
                                  <a:cubicBezTo>
                                    <a:pt x="79058" y="39052"/>
                                    <a:pt x="77153" y="34290"/>
                                    <a:pt x="74295" y="29527"/>
                                  </a:cubicBezTo>
                                  <a:cubicBezTo>
                                    <a:pt x="74295" y="29527"/>
                                    <a:pt x="74295" y="28575"/>
                                    <a:pt x="73343" y="28575"/>
                                  </a:cubicBezTo>
                                  <a:cubicBezTo>
                                    <a:pt x="74295" y="28575"/>
                                    <a:pt x="74295" y="28575"/>
                                    <a:pt x="75247" y="28575"/>
                                  </a:cubicBezTo>
                                  <a:cubicBezTo>
                                    <a:pt x="78105" y="29527"/>
                                    <a:pt x="81915" y="30480"/>
                                    <a:pt x="85725" y="31433"/>
                                  </a:cubicBezTo>
                                  <a:cubicBezTo>
                                    <a:pt x="87630" y="32385"/>
                                    <a:pt x="89535" y="32385"/>
                                    <a:pt x="92393" y="33338"/>
                                  </a:cubicBezTo>
                                  <a:cubicBezTo>
                                    <a:pt x="94297" y="34290"/>
                                    <a:pt x="97155" y="34290"/>
                                    <a:pt x="100013" y="35242"/>
                                  </a:cubicBezTo>
                                  <a:cubicBezTo>
                                    <a:pt x="104775" y="36195"/>
                                    <a:pt x="110490" y="38100"/>
                                    <a:pt x="116205" y="39052"/>
                                  </a:cubicBezTo>
                                  <a:cubicBezTo>
                                    <a:pt x="121920" y="40958"/>
                                    <a:pt x="128588" y="41910"/>
                                    <a:pt x="134303" y="43815"/>
                                  </a:cubicBezTo>
                                  <a:cubicBezTo>
                                    <a:pt x="140970" y="45720"/>
                                    <a:pt x="147638" y="47625"/>
                                    <a:pt x="154305" y="49530"/>
                                  </a:cubicBezTo>
                                  <a:cubicBezTo>
                                    <a:pt x="160972" y="51435"/>
                                    <a:pt x="167640" y="54292"/>
                                    <a:pt x="174308" y="57150"/>
                                  </a:cubicBezTo>
                                  <a:cubicBezTo>
                                    <a:pt x="180975" y="60008"/>
                                    <a:pt x="187643" y="63817"/>
                                    <a:pt x="194310" y="67627"/>
                                  </a:cubicBezTo>
                                  <a:cubicBezTo>
                                    <a:pt x="200978" y="71438"/>
                                    <a:pt x="206692" y="76200"/>
                                    <a:pt x="212408" y="80963"/>
                                  </a:cubicBezTo>
                                  <a:cubicBezTo>
                                    <a:pt x="215265" y="83820"/>
                                    <a:pt x="218122" y="85725"/>
                                    <a:pt x="220028" y="88583"/>
                                  </a:cubicBezTo>
                                  <a:cubicBezTo>
                                    <a:pt x="222885" y="91440"/>
                                    <a:pt x="224790" y="94298"/>
                                    <a:pt x="227647" y="97155"/>
                                  </a:cubicBezTo>
                                  <a:cubicBezTo>
                                    <a:pt x="229553" y="100013"/>
                                    <a:pt x="232410" y="102870"/>
                                    <a:pt x="234315" y="105727"/>
                                  </a:cubicBezTo>
                                  <a:cubicBezTo>
                                    <a:pt x="236220" y="108585"/>
                                    <a:pt x="238125" y="112395"/>
                                    <a:pt x="240030" y="115252"/>
                                  </a:cubicBezTo>
                                  <a:cubicBezTo>
                                    <a:pt x="241935" y="118110"/>
                                    <a:pt x="242888" y="121920"/>
                                    <a:pt x="244792" y="124777"/>
                                  </a:cubicBezTo>
                                  <a:cubicBezTo>
                                    <a:pt x="245745" y="126683"/>
                                    <a:pt x="246697" y="128588"/>
                                    <a:pt x="246697" y="131445"/>
                                  </a:cubicBezTo>
                                  <a:cubicBezTo>
                                    <a:pt x="246697" y="130492"/>
                                    <a:pt x="246697" y="129540"/>
                                    <a:pt x="246697" y="129540"/>
                                  </a:cubicBezTo>
                                  <a:cubicBezTo>
                                    <a:pt x="245745" y="127635"/>
                                    <a:pt x="245745" y="126683"/>
                                    <a:pt x="244792" y="124777"/>
                                  </a:cubicBezTo>
                                  <a:cubicBezTo>
                                    <a:pt x="243840" y="121920"/>
                                    <a:pt x="241935" y="118110"/>
                                    <a:pt x="240030" y="115252"/>
                                  </a:cubicBezTo>
                                  <a:cubicBezTo>
                                    <a:pt x="238125" y="112395"/>
                                    <a:pt x="237172" y="108585"/>
                                    <a:pt x="234315" y="105727"/>
                                  </a:cubicBezTo>
                                  <a:cubicBezTo>
                                    <a:pt x="232410" y="102870"/>
                                    <a:pt x="230505" y="100013"/>
                                    <a:pt x="227647" y="96202"/>
                                  </a:cubicBezTo>
                                  <a:cubicBezTo>
                                    <a:pt x="225742" y="93345"/>
                                    <a:pt x="222885" y="90488"/>
                                    <a:pt x="220028" y="87630"/>
                                  </a:cubicBezTo>
                                  <a:cubicBezTo>
                                    <a:pt x="217170" y="84773"/>
                                    <a:pt x="214313" y="81915"/>
                                    <a:pt x="211455" y="80010"/>
                                  </a:cubicBezTo>
                                  <a:cubicBezTo>
                                    <a:pt x="205740" y="75248"/>
                                    <a:pt x="200025" y="70485"/>
                                    <a:pt x="193358" y="66675"/>
                                  </a:cubicBezTo>
                                  <a:cubicBezTo>
                                    <a:pt x="186690" y="62865"/>
                                    <a:pt x="180975" y="59055"/>
                                    <a:pt x="173355" y="56198"/>
                                  </a:cubicBezTo>
                                  <a:cubicBezTo>
                                    <a:pt x="166688" y="53340"/>
                                    <a:pt x="160020" y="50483"/>
                                    <a:pt x="153353" y="48577"/>
                                  </a:cubicBezTo>
                                  <a:cubicBezTo>
                                    <a:pt x="146685" y="45720"/>
                                    <a:pt x="140018" y="43815"/>
                                    <a:pt x="133350" y="41910"/>
                                  </a:cubicBezTo>
                                  <a:cubicBezTo>
                                    <a:pt x="126683" y="40005"/>
                                    <a:pt x="120968" y="38100"/>
                                    <a:pt x="115253" y="37148"/>
                                  </a:cubicBezTo>
                                  <a:cubicBezTo>
                                    <a:pt x="109538" y="35242"/>
                                    <a:pt x="103822" y="34290"/>
                                    <a:pt x="99060" y="33338"/>
                                  </a:cubicBezTo>
                                  <a:cubicBezTo>
                                    <a:pt x="96203" y="32385"/>
                                    <a:pt x="94297" y="32385"/>
                                    <a:pt x="91440" y="31433"/>
                                  </a:cubicBezTo>
                                  <a:cubicBezTo>
                                    <a:pt x="89535" y="30480"/>
                                    <a:pt x="86678" y="30480"/>
                                    <a:pt x="84772" y="29527"/>
                                  </a:cubicBezTo>
                                  <a:cubicBezTo>
                                    <a:pt x="80963" y="28575"/>
                                    <a:pt x="77153" y="27623"/>
                                    <a:pt x="74295" y="26670"/>
                                  </a:cubicBezTo>
                                  <a:cubicBezTo>
                                    <a:pt x="72390" y="25717"/>
                                    <a:pt x="70485" y="25717"/>
                                    <a:pt x="68580" y="25717"/>
                                  </a:cubicBezTo>
                                  <a:lnTo>
                                    <a:pt x="68580" y="25717"/>
                                  </a:lnTo>
                                  <a:cubicBezTo>
                                    <a:pt x="67628" y="23813"/>
                                    <a:pt x="66675" y="20955"/>
                                    <a:pt x="65722" y="19050"/>
                                  </a:cubicBezTo>
                                  <a:cubicBezTo>
                                    <a:pt x="63818" y="15240"/>
                                    <a:pt x="62865" y="11430"/>
                                    <a:pt x="60960" y="8573"/>
                                  </a:cubicBezTo>
                                  <a:cubicBezTo>
                                    <a:pt x="58103" y="2858"/>
                                    <a:pt x="57150" y="0"/>
                                    <a:pt x="57150" y="0"/>
                                  </a:cubicBezTo>
                                  <a:cubicBezTo>
                                    <a:pt x="55245" y="952"/>
                                    <a:pt x="49530" y="5715"/>
                                    <a:pt x="49530" y="5715"/>
                                  </a:cubicBezTo>
                                  <a:cubicBezTo>
                                    <a:pt x="51435" y="2858"/>
                                    <a:pt x="52388" y="4763"/>
                                    <a:pt x="54293" y="7620"/>
                                  </a:cubicBezTo>
                                  <a:close/>
                                </a:path>
                              </a:pathLst>
                            </a:custGeom>
                            <a:grpFill/>
                            <a:ln w="9525" cap="flat">
                              <a:noFill/>
                              <a:prstDash val="solid"/>
                              <a:miter/>
                            </a:ln>
                          </p:spPr>
                          <p:txBody>
                            <a:bodyPr rtlCol="0" anchor="ctr"/>
                            <a:lstStyle/>
                            <a:p>
                              <a:endParaRPr lang="en-US"/>
                            </a:p>
                          </p:txBody>
                        </p:sp>
                      </p:grpSp>
                      <p:grpSp>
                        <p:nvGrpSpPr>
                          <p:cNvPr id="213" name="Graphic 2">
                            <a:extLst>
                              <a:ext uri="{FF2B5EF4-FFF2-40B4-BE49-F238E27FC236}">
                                <a16:creationId xmlns:a16="http://schemas.microsoft.com/office/drawing/2014/main" id="{AE736AF3-0337-429B-AEF1-DA4B52809559}"/>
                              </a:ext>
                            </a:extLst>
                          </p:cNvPr>
                          <p:cNvGrpSpPr/>
                          <p:nvPr/>
                        </p:nvGrpSpPr>
                        <p:grpSpPr>
                          <a:xfrm>
                            <a:off x="3200581" y="1948583"/>
                            <a:ext cx="208597" cy="178220"/>
                            <a:chOff x="3200581" y="1948583"/>
                            <a:chExt cx="208597" cy="178220"/>
                          </a:xfrm>
                          <a:grpFill/>
                        </p:grpSpPr>
                        <p:sp>
                          <p:nvSpPr>
                            <p:cNvPr id="214" name="Freeform: Shape 213">
                              <a:extLst>
                                <a:ext uri="{FF2B5EF4-FFF2-40B4-BE49-F238E27FC236}">
                                  <a16:creationId xmlns:a16="http://schemas.microsoft.com/office/drawing/2014/main" id="{0C5B2BAD-BD54-4420-8550-F80DDDE25965}"/>
                                </a:ext>
                              </a:extLst>
                            </p:cNvPr>
                            <p:cNvSpPr/>
                            <p:nvPr/>
                          </p:nvSpPr>
                          <p:spPr>
                            <a:xfrm>
                              <a:off x="3200581" y="1948583"/>
                              <a:ext cx="205740" cy="174411"/>
                            </a:xfrm>
                            <a:custGeom>
                              <a:avLst/>
                              <a:gdLst>
                                <a:gd name="connsiteX0" fmla="*/ 205740 w 205740"/>
                                <a:gd name="connsiteY0" fmla="*/ 85828 h 174411"/>
                                <a:gd name="connsiteX1" fmla="*/ 205740 w 205740"/>
                                <a:gd name="connsiteY1" fmla="*/ 76303 h 174411"/>
                                <a:gd name="connsiteX2" fmla="*/ 205740 w 205740"/>
                                <a:gd name="connsiteY2" fmla="*/ 66778 h 174411"/>
                                <a:gd name="connsiteX3" fmla="*/ 205740 w 205740"/>
                                <a:gd name="connsiteY3" fmla="*/ 62016 h 174411"/>
                                <a:gd name="connsiteX4" fmla="*/ 203835 w 205740"/>
                                <a:gd name="connsiteY4" fmla="*/ 54396 h 174411"/>
                                <a:gd name="connsiteX5" fmla="*/ 203835 w 205740"/>
                                <a:gd name="connsiteY5" fmla="*/ 54396 h 174411"/>
                                <a:gd name="connsiteX6" fmla="*/ 203835 w 205740"/>
                                <a:gd name="connsiteY6" fmla="*/ 54396 h 174411"/>
                                <a:gd name="connsiteX7" fmla="*/ 202882 w 205740"/>
                                <a:gd name="connsiteY7" fmla="*/ 53443 h 174411"/>
                                <a:gd name="connsiteX8" fmla="*/ 200025 w 205740"/>
                                <a:gd name="connsiteY8" fmla="*/ 50586 h 174411"/>
                                <a:gd name="connsiteX9" fmla="*/ 190500 w 205740"/>
                                <a:gd name="connsiteY9" fmla="*/ 40108 h 174411"/>
                                <a:gd name="connsiteX10" fmla="*/ 152400 w 205740"/>
                                <a:gd name="connsiteY10" fmla="*/ 13438 h 174411"/>
                                <a:gd name="connsiteX11" fmla="*/ 92393 w 205740"/>
                                <a:gd name="connsiteY11" fmla="*/ 103 h 174411"/>
                                <a:gd name="connsiteX12" fmla="*/ 56197 w 205740"/>
                                <a:gd name="connsiteY12" fmla="*/ 8676 h 174411"/>
                                <a:gd name="connsiteX13" fmla="*/ 18097 w 205740"/>
                                <a:gd name="connsiteY13" fmla="*/ 35346 h 174411"/>
                                <a:gd name="connsiteX14" fmla="*/ 17145 w 205740"/>
                                <a:gd name="connsiteY14" fmla="*/ 36299 h 174411"/>
                                <a:gd name="connsiteX15" fmla="*/ 17145 w 205740"/>
                                <a:gd name="connsiteY15" fmla="*/ 36299 h 174411"/>
                                <a:gd name="connsiteX16" fmla="*/ 10478 w 205740"/>
                                <a:gd name="connsiteY16" fmla="*/ 46776 h 174411"/>
                                <a:gd name="connsiteX17" fmla="*/ 953 w 205740"/>
                                <a:gd name="connsiteY17" fmla="*/ 71541 h 174411"/>
                                <a:gd name="connsiteX18" fmla="*/ 0 w 205740"/>
                                <a:gd name="connsiteY18" fmla="*/ 81066 h 174411"/>
                                <a:gd name="connsiteX19" fmla="*/ 0 w 205740"/>
                                <a:gd name="connsiteY19" fmla="*/ 89639 h 174411"/>
                                <a:gd name="connsiteX20" fmla="*/ 0 w 205740"/>
                                <a:gd name="connsiteY20" fmla="*/ 92496 h 174411"/>
                                <a:gd name="connsiteX21" fmla="*/ 0 w 205740"/>
                                <a:gd name="connsiteY21" fmla="*/ 93449 h 174411"/>
                                <a:gd name="connsiteX22" fmla="*/ 7620 w 205740"/>
                                <a:gd name="connsiteY22" fmla="*/ 113451 h 174411"/>
                                <a:gd name="connsiteX23" fmla="*/ 13335 w 205740"/>
                                <a:gd name="connsiteY23" fmla="*/ 120118 h 174411"/>
                                <a:gd name="connsiteX24" fmla="*/ 20003 w 205740"/>
                                <a:gd name="connsiteY24" fmla="*/ 124881 h 174411"/>
                                <a:gd name="connsiteX25" fmla="*/ 44768 w 205740"/>
                                <a:gd name="connsiteY25" fmla="*/ 133453 h 174411"/>
                                <a:gd name="connsiteX26" fmla="*/ 45720 w 205740"/>
                                <a:gd name="connsiteY26" fmla="*/ 133453 h 174411"/>
                                <a:gd name="connsiteX27" fmla="*/ 51435 w 205740"/>
                                <a:gd name="connsiteY27" fmla="*/ 133453 h 174411"/>
                                <a:gd name="connsiteX28" fmla="*/ 56197 w 205740"/>
                                <a:gd name="connsiteY28" fmla="*/ 140121 h 174411"/>
                                <a:gd name="connsiteX29" fmla="*/ 69532 w 205740"/>
                                <a:gd name="connsiteY29" fmla="*/ 154408 h 174411"/>
                                <a:gd name="connsiteX30" fmla="*/ 71438 w 205740"/>
                                <a:gd name="connsiteY30" fmla="*/ 156314 h 174411"/>
                                <a:gd name="connsiteX31" fmla="*/ 72390 w 205740"/>
                                <a:gd name="connsiteY31" fmla="*/ 156314 h 174411"/>
                                <a:gd name="connsiteX32" fmla="*/ 88582 w 205740"/>
                                <a:gd name="connsiteY32" fmla="*/ 162028 h 174411"/>
                                <a:gd name="connsiteX33" fmla="*/ 107632 w 205740"/>
                                <a:gd name="connsiteY33" fmla="*/ 162028 h 174411"/>
                                <a:gd name="connsiteX34" fmla="*/ 110490 w 205740"/>
                                <a:gd name="connsiteY34" fmla="*/ 162028 h 174411"/>
                                <a:gd name="connsiteX35" fmla="*/ 113347 w 205740"/>
                                <a:gd name="connsiteY35" fmla="*/ 162028 h 174411"/>
                                <a:gd name="connsiteX36" fmla="*/ 121920 w 205740"/>
                                <a:gd name="connsiteY36" fmla="*/ 162028 h 174411"/>
                                <a:gd name="connsiteX37" fmla="*/ 123825 w 205740"/>
                                <a:gd name="connsiteY37" fmla="*/ 162028 h 174411"/>
                                <a:gd name="connsiteX38" fmla="*/ 125730 w 205740"/>
                                <a:gd name="connsiteY38" fmla="*/ 162028 h 174411"/>
                                <a:gd name="connsiteX39" fmla="*/ 126682 w 205740"/>
                                <a:gd name="connsiteY39" fmla="*/ 162028 h 174411"/>
                                <a:gd name="connsiteX40" fmla="*/ 133350 w 205740"/>
                                <a:gd name="connsiteY40" fmla="*/ 162981 h 174411"/>
                                <a:gd name="connsiteX41" fmla="*/ 147638 w 205740"/>
                                <a:gd name="connsiteY41" fmla="*/ 168696 h 174411"/>
                                <a:gd name="connsiteX42" fmla="*/ 152400 w 205740"/>
                                <a:gd name="connsiteY42" fmla="*/ 171553 h 174411"/>
                                <a:gd name="connsiteX43" fmla="*/ 155257 w 205740"/>
                                <a:gd name="connsiteY43" fmla="*/ 173458 h 174411"/>
                                <a:gd name="connsiteX44" fmla="*/ 156210 w 205740"/>
                                <a:gd name="connsiteY44" fmla="*/ 173458 h 174411"/>
                                <a:gd name="connsiteX45" fmla="*/ 156210 w 205740"/>
                                <a:gd name="connsiteY45" fmla="*/ 173458 h 174411"/>
                                <a:gd name="connsiteX46" fmla="*/ 157163 w 205740"/>
                                <a:gd name="connsiteY46" fmla="*/ 173458 h 174411"/>
                                <a:gd name="connsiteX47" fmla="*/ 160020 w 205740"/>
                                <a:gd name="connsiteY47" fmla="*/ 174411 h 174411"/>
                                <a:gd name="connsiteX48" fmla="*/ 160972 w 205740"/>
                                <a:gd name="connsiteY48" fmla="*/ 174411 h 174411"/>
                                <a:gd name="connsiteX49" fmla="*/ 160972 w 205740"/>
                                <a:gd name="connsiteY49" fmla="*/ 174411 h 174411"/>
                                <a:gd name="connsiteX50" fmla="*/ 164782 w 205740"/>
                                <a:gd name="connsiteY50" fmla="*/ 174411 h 174411"/>
                                <a:gd name="connsiteX51" fmla="*/ 168593 w 205740"/>
                                <a:gd name="connsiteY51" fmla="*/ 173458 h 174411"/>
                                <a:gd name="connsiteX52" fmla="*/ 176213 w 205740"/>
                                <a:gd name="connsiteY52" fmla="*/ 168696 h 174411"/>
                                <a:gd name="connsiteX53" fmla="*/ 190500 w 205740"/>
                                <a:gd name="connsiteY53" fmla="*/ 149646 h 174411"/>
                                <a:gd name="connsiteX54" fmla="*/ 199072 w 205740"/>
                                <a:gd name="connsiteY54" fmla="*/ 125833 h 174411"/>
                                <a:gd name="connsiteX55" fmla="*/ 204788 w 205740"/>
                                <a:gd name="connsiteY55" fmla="*/ 102974 h 174411"/>
                                <a:gd name="connsiteX56" fmla="*/ 205740 w 205740"/>
                                <a:gd name="connsiteY56" fmla="*/ 85828 h 174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205740" h="174411">
                                  <a:moveTo>
                                    <a:pt x="205740" y="85828"/>
                                  </a:moveTo>
                                  <a:cubicBezTo>
                                    <a:pt x="205740" y="82971"/>
                                    <a:pt x="205740" y="79161"/>
                                    <a:pt x="205740" y="76303"/>
                                  </a:cubicBezTo>
                                  <a:cubicBezTo>
                                    <a:pt x="205740" y="73446"/>
                                    <a:pt x="205740" y="70589"/>
                                    <a:pt x="205740" y="66778"/>
                                  </a:cubicBezTo>
                                  <a:cubicBezTo>
                                    <a:pt x="205740" y="64874"/>
                                    <a:pt x="205740" y="63921"/>
                                    <a:pt x="205740" y="62016"/>
                                  </a:cubicBezTo>
                                  <a:cubicBezTo>
                                    <a:pt x="205740" y="62016"/>
                                    <a:pt x="204788" y="56301"/>
                                    <a:pt x="203835" y="54396"/>
                                  </a:cubicBezTo>
                                  <a:cubicBezTo>
                                    <a:pt x="203835" y="54396"/>
                                    <a:pt x="203835" y="54396"/>
                                    <a:pt x="203835" y="54396"/>
                                  </a:cubicBezTo>
                                  <a:cubicBezTo>
                                    <a:pt x="203835" y="54396"/>
                                    <a:pt x="203835" y="54396"/>
                                    <a:pt x="203835" y="54396"/>
                                  </a:cubicBezTo>
                                  <a:cubicBezTo>
                                    <a:pt x="203835" y="54396"/>
                                    <a:pt x="203835" y="54396"/>
                                    <a:pt x="202882" y="53443"/>
                                  </a:cubicBezTo>
                                  <a:cubicBezTo>
                                    <a:pt x="201930" y="52491"/>
                                    <a:pt x="201930" y="51539"/>
                                    <a:pt x="200025" y="50586"/>
                                  </a:cubicBezTo>
                                  <a:cubicBezTo>
                                    <a:pt x="198120" y="47728"/>
                                    <a:pt x="194310" y="44871"/>
                                    <a:pt x="190500" y="40108"/>
                                  </a:cubicBezTo>
                                  <a:cubicBezTo>
                                    <a:pt x="181928" y="31536"/>
                                    <a:pt x="168593" y="22011"/>
                                    <a:pt x="152400" y="13438"/>
                                  </a:cubicBezTo>
                                  <a:cubicBezTo>
                                    <a:pt x="136207" y="4866"/>
                                    <a:pt x="115253" y="-849"/>
                                    <a:pt x="92393" y="103"/>
                                  </a:cubicBezTo>
                                  <a:cubicBezTo>
                                    <a:pt x="80963" y="1056"/>
                                    <a:pt x="68580" y="2961"/>
                                    <a:pt x="56197" y="8676"/>
                                  </a:cubicBezTo>
                                  <a:cubicBezTo>
                                    <a:pt x="43815" y="13438"/>
                                    <a:pt x="30480" y="22011"/>
                                    <a:pt x="18097" y="35346"/>
                                  </a:cubicBezTo>
                                  <a:cubicBezTo>
                                    <a:pt x="18097" y="35346"/>
                                    <a:pt x="17145" y="36299"/>
                                    <a:pt x="17145" y="36299"/>
                                  </a:cubicBezTo>
                                  <a:cubicBezTo>
                                    <a:pt x="17145" y="36299"/>
                                    <a:pt x="17145" y="36299"/>
                                    <a:pt x="17145" y="36299"/>
                                  </a:cubicBezTo>
                                  <a:cubicBezTo>
                                    <a:pt x="15240" y="39156"/>
                                    <a:pt x="12382" y="42966"/>
                                    <a:pt x="10478" y="46776"/>
                                  </a:cubicBezTo>
                                  <a:cubicBezTo>
                                    <a:pt x="5715" y="55349"/>
                                    <a:pt x="2857" y="63921"/>
                                    <a:pt x="953" y="71541"/>
                                  </a:cubicBezTo>
                                  <a:cubicBezTo>
                                    <a:pt x="0" y="75351"/>
                                    <a:pt x="0" y="78208"/>
                                    <a:pt x="0" y="81066"/>
                                  </a:cubicBezTo>
                                  <a:cubicBezTo>
                                    <a:pt x="0" y="83924"/>
                                    <a:pt x="0" y="86781"/>
                                    <a:pt x="0" y="89639"/>
                                  </a:cubicBezTo>
                                  <a:cubicBezTo>
                                    <a:pt x="0" y="90591"/>
                                    <a:pt x="0" y="91543"/>
                                    <a:pt x="0" y="92496"/>
                                  </a:cubicBezTo>
                                  <a:cubicBezTo>
                                    <a:pt x="0" y="92496"/>
                                    <a:pt x="0" y="93449"/>
                                    <a:pt x="0" y="93449"/>
                                  </a:cubicBezTo>
                                  <a:cubicBezTo>
                                    <a:pt x="953" y="101068"/>
                                    <a:pt x="3810" y="107736"/>
                                    <a:pt x="7620" y="113451"/>
                                  </a:cubicBezTo>
                                  <a:cubicBezTo>
                                    <a:pt x="9525" y="116308"/>
                                    <a:pt x="11430" y="118214"/>
                                    <a:pt x="13335" y="120118"/>
                                  </a:cubicBezTo>
                                  <a:cubicBezTo>
                                    <a:pt x="15240" y="122024"/>
                                    <a:pt x="18097" y="123928"/>
                                    <a:pt x="20003" y="124881"/>
                                  </a:cubicBezTo>
                                  <a:cubicBezTo>
                                    <a:pt x="28575" y="130596"/>
                                    <a:pt x="38100" y="132501"/>
                                    <a:pt x="44768" y="133453"/>
                                  </a:cubicBezTo>
                                  <a:cubicBezTo>
                                    <a:pt x="44768" y="133453"/>
                                    <a:pt x="45720" y="133453"/>
                                    <a:pt x="45720" y="133453"/>
                                  </a:cubicBezTo>
                                  <a:cubicBezTo>
                                    <a:pt x="49530" y="134406"/>
                                    <a:pt x="51435" y="133453"/>
                                    <a:pt x="51435" y="133453"/>
                                  </a:cubicBezTo>
                                  <a:cubicBezTo>
                                    <a:pt x="53340" y="135358"/>
                                    <a:pt x="55245" y="138216"/>
                                    <a:pt x="56197" y="140121"/>
                                  </a:cubicBezTo>
                                  <a:cubicBezTo>
                                    <a:pt x="60007" y="145836"/>
                                    <a:pt x="64770" y="150599"/>
                                    <a:pt x="69532" y="154408"/>
                                  </a:cubicBezTo>
                                  <a:cubicBezTo>
                                    <a:pt x="70485" y="155361"/>
                                    <a:pt x="71438" y="155361"/>
                                    <a:pt x="71438" y="156314"/>
                                  </a:cubicBezTo>
                                  <a:cubicBezTo>
                                    <a:pt x="71438" y="156314"/>
                                    <a:pt x="71438" y="156314"/>
                                    <a:pt x="72390" y="156314"/>
                                  </a:cubicBezTo>
                                  <a:cubicBezTo>
                                    <a:pt x="77153" y="159171"/>
                                    <a:pt x="82868" y="161076"/>
                                    <a:pt x="88582" y="162028"/>
                                  </a:cubicBezTo>
                                  <a:cubicBezTo>
                                    <a:pt x="94297" y="162981"/>
                                    <a:pt x="100965" y="162028"/>
                                    <a:pt x="107632" y="162028"/>
                                  </a:cubicBezTo>
                                  <a:cubicBezTo>
                                    <a:pt x="108585" y="162028"/>
                                    <a:pt x="109538" y="162028"/>
                                    <a:pt x="110490" y="162028"/>
                                  </a:cubicBezTo>
                                  <a:cubicBezTo>
                                    <a:pt x="111443" y="162028"/>
                                    <a:pt x="112395" y="162028"/>
                                    <a:pt x="113347" y="162028"/>
                                  </a:cubicBezTo>
                                  <a:cubicBezTo>
                                    <a:pt x="116205" y="162028"/>
                                    <a:pt x="119063" y="162028"/>
                                    <a:pt x="121920" y="162028"/>
                                  </a:cubicBezTo>
                                  <a:cubicBezTo>
                                    <a:pt x="122872" y="162028"/>
                                    <a:pt x="122872" y="162028"/>
                                    <a:pt x="123825" y="162028"/>
                                  </a:cubicBezTo>
                                  <a:cubicBezTo>
                                    <a:pt x="124778" y="162028"/>
                                    <a:pt x="124778" y="162028"/>
                                    <a:pt x="125730" y="162028"/>
                                  </a:cubicBezTo>
                                  <a:lnTo>
                                    <a:pt x="126682" y="162028"/>
                                  </a:lnTo>
                                  <a:cubicBezTo>
                                    <a:pt x="127635" y="162028"/>
                                    <a:pt x="130493" y="162028"/>
                                    <a:pt x="133350" y="162981"/>
                                  </a:cubicBezTo>
                                  <a:cubicBezTo>
                                    <a:pt x="137160" y="163933"/>
                                    <a:pt x="140970" y="165839"/>
                                    <a:pt x="147638" y="168696"/>
                                  </a:cubicBezTo>
                                  <a:cubicBezTo>
                                    <a:pt x="149543" y="169649"/>
                                    <a:pt x="150495" y="170601"/>
                                    <a:pt x="152400" y="171553"/>
                                  </a:cubicBezTo>
                                  <a:cubicBezTo>
                                    <a:pt x="153353" y="171553"/>
                                    <a:pt x="154305" y="172506"/>
                                    <a:pt x="155257" y="173458"/>
                                  </a:cubicBezTo>
                                  <a:lnTo>
                                    <a:pt x="156210" y="173458"/>
                                  </a:lnTo>
                                  <a:lnTo>
                                    <a:pt x="156210" y="173458"/>
                                  </a:lnTo>
                                  <a:cubicBezTo>
                                    <a:pt x="156210" y="173458"/>
                                    <a:pt x="156210" y="173458"/>
                                    <a:pt x="157163" y="173458"/>
                                  </a:cubicBezTo>
                                  <a:cubicBezTo>
                                    <a:pt x="158115" y="174411"/>
                                    <a:pt x="159068" y="174411"/>
                                    <a:pt x="160020" y="174411"/>
                                  </a:cubicBezTo>
                                  <a:cubicBezTo>
                                    <a:pt x="160020" y="174411"/>
                                    <a:pt x="160972" y="174411"/>
                                    <a:pt x="160972" y="174411"/>
                                  </a:cubicBezTo>
                                  <a:lnTo>
                                    <a:pt x="160972" y="174411"/>
                                  </a:lnTo>
                                  <a:cubicBezTo>
                                    <a:pt x="161925" y="174411"/>
                                    <a:pt x="162878" y="174411"/>
                                    <a:pt x="164782" y="174411"/>
                                  </a:cubicBezTo>
                                  <a:cubicBezTo>
                                    <a:pt x="165735" y="174411"/>
                                    <a:pt x="167640" y="174411"/>
                                    <a:pt x="168593" y="173458"/>
                                  </a:cubicBezTo>
                                  <a:cubicBezTo>
                                    <a:pt x="171450" y="172506"/>
                                    <a:pt x="174307" y="171553"/>
                                    <a:pt x="176213" y="168696"/>
                                  </a:cubicBezTo>
                                  <a:cubicBezTo>
                                    <a:pt x="181928" y="164886"/>
                                    <a:pt x="186690" y="158218"/>
                                    <a:pt x="190500" y="149646"/>
                                  </a:cubicBezTo>
                                  <a:cubicBezTo>
                                    <a:pt x="193357" y="141074"/>
                                    <a:pt x="196215" y="133453"/>
                                    <a:pt x="199072" y="125833"/>
                                  </a:cubicBezTo>
                                  <a:cubicBezTo>
                                    <a:pt x="200978" y="118214"/>
                                    <a:pt x="202882" y="110593"/>
                                    <a:pt x="204788" y="102974"/>
                                  </a:cubicBezTo>
                                  <a:cubicBezTo>
                                    <a:pt x="204788" y="98211"/>
                                    <a:pt x="205740" y="91543"/>
                                    <a:pt x="205740" y="85828"/>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3DD758B1-3ECA-4CFA-87CE-41919AFB4918}"/>
                                </a:ext>
                              </a:extLst>
                            </p:cNvPr>
                            <p:cNvSpPr/>
                            <p:nvPr/>
                          </p:nvSpPr>
                          <p:spPr>
                            <a:xfrm>
                              <a:off x="3201534" y="1976309"/>
                              <a:ext cx="207644" cy="150494"/>
                            </a:xfrm>
                            <a:custGeom>
                              <a:avLst/>
                              <a:gdLst>
                                <a:gd name="connsiteX0" fmla="*/ 198120 w 207644"/>
                                <a:gd name="connsiteY0" fmla="*/ 37148 h 150494"/>
                                <a:gd name="connsiteX1" fmla="*/ 197167 w 207644"/>
                                <a:gd name="connsiteY1" fmla="*/ 38100 h 150494"/>
                                <a:gd name="connsiteX2" fmla="*/ 195263 w 207644"/>
                                <a:gd name="connsiteY2" fmla="*/ 44767 h 150494"/>
                                <a:gd name="connsiteX3" fmla="*/ 191453 w 207644"/>
                                <a:gd name="connsiteY3" fmla="*/ 61913 h 150494"/>
                                <a:gd name="connsiteX4" fmla="*/ 186690 w 207644"/>
                                <a:gd name="connsiteY4" fmla="*/ 85725 h 150494"/>
                                <a:gd name="connsiteX5" fmla="*/ 185738 w 207644"/>
                                <a:gd name="connsiteY5" fmla="*/ 92392 h 150494"/>
                                <a:gd name="connsiteX6" fmla="*/ 184785 w 207644"/>
                                <a:gd name="connsiteY6" fmla="*/ 96202 h 150494"/>
                                <a:gd name="connsiteX7" fmla="*/ 184785 w 207644"/>
                                <a:gd name="connsiteY7" fmla="*/ 97155 h 150494"/>
                                <a:gd name="connsiteX8" fmla="*/ 184785 w 207644"/>
                                <a:gd name="connsiteY8" fmla="*/ 98107 h 150494"/>
                                <a:gd name="connsiteX9" fmla="*/ 184785 w 207644"/>
                                <a:gd name="connsiteY9" fmla="*/ 100013 h 150494"/>
                                <a:gd name="connsiteX10" fmla="*/ 180975 w 207644"/>
                                <a:gd name="connsiteY10" fmla="*/ 112395 h 150494"/>
                                <a:gd name="connsiteX11" fmla="*/ 179070 w 207644"/>
                                <a:gd name="connsiteY11" fmla="*/ 118110 h 150494"/>
                                <a:gd name="connsiteX12" fmla="*/ 177165 w 207644"/>
                                <a:gd name="connsiteY12" fmla="*/ 123825 h 150494"/>
                                <a:gd name="connsiteX13" fmla="*/ 176213 w 207644"/>
                                <a:gd name="connsiteY13" fmla="*/ 126682 h 150494"/>
                                <a:gd name="connsiteX14" fmla="*/ 175260 w 207644"/>
                                <a:gd name="connsiteY14" fmla="*/ 128588 h 150494"/>
                                <a:gd name="connsiteX15" fmla="*/ 173355 w 207644"/>
                                <a:gd name="connsiteY15" fmla="*/ 133350 h 150494"/>
                                <a:gd name="connsiteX16" fmla="*/ 169545 w 207644"/>
                                <a:gd name="connsiteY16" fmla="*/ 140970 h 150494"/>
                                <a:gd name="connsiteX17" fmla="*/ 165735 w 207644"/>
                                <a:gd name="connsiteY17" fmla="*/ 145732 h 150494"/>
                                <a:gd name="connsiteX18" fmla="*/ 162878 w 207644"/>
                                <a:gd name="connsiteY18" fmla="*/ 148590 h 150494"/>
                                <a:gd name="connsiteX19" fmla="*/ 160972 w 207644"/>
                                <a:gd name="connsiteY19" fmla="*/ 150495 h 150494"/>
                                <a:gd name="connsiteX20" fmla="*/ 160972 w 207644"/>
                                <a:gd name="connsiteY20" fmla="*/ 150495 h 150494"/>
                                <a:gd name="connsiteX21" fmla="*/ 160972 w 207644"/>
                                <a:gd name="connsiteY21" fmla="*/ 150495 h 150494"/>
                                <a:gd name="connsiteX22" fmla="*/ 160972 w 207644"/>
                                <a:gd name="connsiteY22" fmla="*/ 149542 h 150494"/>
                                <a:gd name="connsiteX23" fmla="*/ 161925 w 207644"/>
                                <a:gd name="connsiteY23" fmla="*/ 147638 h 150494"/>
                                <a:gd name="connsiteX24" fmla="*/ 163830 w 207644"/>
                                <a:gd name="connsiteY24" fmla="*/ 143827 h 150494"/>
                                <a:gd name="connsiteX25" fmla="*/ 166688 w 207644"/>
                                <a:gd name="connsiteY25" fmla="*/ 138113 h 150494"/>
                                <a:gd name="connsiteX26" fmla="*/ 170497 w 207644"/>
                                <a:gd name="connsiteY26" fmla="*/ 130492 h 150494"/>
                                <a:gd name="connsiteX27" fmla="*/ 172403 w 207644"/>
                                <a:gd name="connsiteY27" fmla="*/ 125730 h 150494"/>
                                <a:gd name="connsiteX28" fmla="*/ 173355 w 207644"/>
                                <a:gd name="connsiteY28" fmla="*/ 123825 h 150494"/>
                                <a:gd name="connsiteX29" fmla="*/ 174307 w 207644"/>
                                <a:gd name="connsiteY29" fmla="*/ 120967 h 150494"/>
                                <a:gd name="connsiteX30" fmla="*/ 176213 w 207644"/>
                                <a:gd name="connsiteY30" fmla="*/ 115252 h 150494"/>
                                <a:gd name="connsiteX31" fmla="*/ 178117 w 207644"/>
                                <a:gd name="connsiteY31" fmla="*/ 109538 h 150494"/>
                                <a:gd name="connsiteX32" fmla="*/ 181928 w 207644"/>
                                <a:gd name="connsiteY32" fmla="*/ 97155 h 150494"/>
                                <a:gd name="connsiteX33" fmla="*/ 181928 w 207644"/>
                                <a:gd name="connsiteY33" fmla="*/ 95250 h 150494"/>
                                <a:gd name="connsiteX34" fmla="*/ 181928 w 207644"/>
                                <a:gd name="connsiteY34" fmla="*/ 94298 h 150494"/>
                                <a:gd name="connsiteX35" fmla="*/ 181928 w 207644"/>
                                <a:gd name="connsiteY35" fmla="*/ 93345 h 150494"/>
                                <a:gd name="connsiteX36" fmla="*/ 182880 w 207644"/>
                                <a:gd name="connsiteY36" fmla="*/ 89535 h 150494"/>
                                <a:gd name="connsiteX37" fmla="*/ 183832 w 207644"/>
                                <a:gd name="connsiteY37" fmla="*/ 82867 h 150494"/>
                                <a:gd name="connsiteX38" fmla="*/ 187642 w 207644"/>
                                <a:gd name="connsiteY38" fmla="*/ 59055 h 150494"/>
                                <a:gd name="connsiteX39" fmla="*/ 192405 w 207644"/>
                                <a:gd name="connsiteY39" fmla="*/ 38100 h 150494"/>
                                <a:gd name="connsiteX40" fmla="*/ 189547 w 207644"/>
                                <a:gd name="connsiteY40" fmla="*/ 39052 h 150494"/>
                                <a:gd name="connsiteX41" fmla="*/ 184785 w 207644"/>
                                <a:gd name="connsiteY41" fmla="*/ 41910 h 150494"/>
                                <a:gd name="connsiteX42" fmla="*/ 179070 w 207644"/>
                                <a:gd name="connsiteY42" fmla="*/ 43815 h 150494"/>
                                <a:gd name="connsiteX43" fmla="*/ 165735 w 207644"/>
                                <a:gd name="connsiteY43" fmla="*/ 49530 h 150494"/>
                                <a:gd name="connsiteX44" fmla="*/ 162878 w 207644"/>
                                <a:gd name="connsiteY44" fmla="*/ 50482 h 150494"/>
                                <a:gd name="connsiteX45" fmla="*/ 162878 w 207644"/>
                                <a:gd name="connsiteY45" fmla="*/ 50482 h 150494"/>
                                <a:gd name="connsiteX46" fmla="*/ 157163 w 207644"/>
                                <a:gd name="connsiteY46" fmla="*/ 56198 h 150494"/>
                                <a:gd name="connsiteX47" fmla="*/ 151447 w 207644"/>
                                <a:gd name="connsiteY47" fmla="*/ 64770 h 150494"/>
                                <a:gd name="connsiteX48" fmla="*/ 141922 w 207644"/>
                                <a:gd name="connsiteY48" fmla="*/ 87630 h 150494"/>
                                <a:gd name="connsiteX49" fmla="*/ 137160 w 207644"/>
                                <a:gd name="connsiteY49" fmla="*/ 100013 h 150494"/>
                                <a:gd name="connsiteX50" fmla="*/ 134303 w 207644"/>
                                <a:gd name="connsiteY50" fmla="*/ 105727 h 150494"/>
                                <a:gd name="connsiteX51" fmla="*/ 131445 w 207644"/>
                                <a:gd name="connsiteY51" fmla="*/ 111442 h 150494"/>
                                <a:gd name="connsiteX52" fmla="*/ 126682 w 207644"/>
                                <a:gd name="connsiteY52" fmla="*/ 120967 h 150494"/>
                                <a:gd name="connsiteX53" fmla="*/ 124778 w 207644"/>
                                <a:gd name="connsiteY53" fmla="*/ 124777 h 150494"/>
                                <a:gd name="connsiteX54" fmla="*/ 122872 w 207644"/>
                                <a:gd name="connsiteY54" fmla="*/ 127635 h 150494"/>
                                <a:gd name="connsiteX55" fmla="*/ 116205 w 207644"/>
                                <a:gd name="connsiteY55" fmla="*/ 134302 h 150494"/>
                                <a:gd name="connsiteX56" fmla="*/ 115253 w 207644"/>
                                <a:gd name="connsiteY56" fmla="*/ 134302 h 150494"/>
                                <a:gd name="connsiteX57" fmla="*/ 114300 w 207644"/>
                                <a:gd name="connsiteY57" fmla="*/ 134302 h 150494"/>
                                <a:gd name="connsiteX58" fmla="*/ 113347 w 207644"/>
                                <a:gd name="connsiteY58" fmla="*/ 134302 h 150494"/>
                                <a:gd name="connsiteX59" fmla="*/ 112395 w 207644"/>
                                <a:gd name="connsiteY59" fmla="*/ 134302 h 150494"/>
                                <a:gd name="connsiteX60" fmla="*/ 111442 w 207644"/>
                                <a:gd name="connsiteY60" fmla="*/ 134302 h 150494"/>
                                <a:gd name="connsiteX61" fmla="*/ 108585 w 207644"/>
                                <a:gd name="connsiteY61" fmla="*/ 134302 h 150494"/>
                                <a:gd name="connsiteX62" fmla="*/ 110490 w 207644"/>
                                <a:gd name="connsiteY62" fmla="*/ 134302 h 150494"/>
                                <a:gd name="connsiteX63" fmla="*/ 111442 w 207644"/>
                                <a:gd name="connsiteY63" fmla="*/ 134302 h 150494"/>
                                <a:gd name="connsiteX64" fmla="*/ 112395 w 207644"/>
                                <a:gd name="connsiteY64" fmla="*/ 134302 h 150494"/>
                                <a:gd name="connsiteX65" fmla="*/ 113347 w 207644"/>
                                <a:gd name="connsiteY65" fmla="*/ 134302 h 150494"/>
                                <a:gd name="connsiteX66" fmla="*/ 114300 w 207644"/>
                                <a:gd name="connsiteY66" fmla="*/ 134302 h 150494"/>
                                <a:gd name="connsiteX67" fmla="*/ 115253 w 207644"/>
                                <a:gd name="connsiteY67" fmla="*/ 134302 h 150494"/>
                                <a:gd name="connsiteX68" fmla="*/ 121920 w 207644"/>
                                <a:gd name="connsiteY68" fmla="*/ 127635 h 150494"/>
                                <a:gd name="connsiteX69" fmla="*/ 123825 w 207644"/>
                                <a:gd name="connsiteY69" fmla="*/ 124777 h 150494"/>
                                <a:gd name="connsiteX70" fmla="*/ 125730 w 207644"/>
                                <a:gd name="connsiteY70" fmla="*/ 120967 h 150494"/>
                                <a:gd name="connsiteX71" fmla="*/ 130492 w 207644"/>
                                <a:gd name="connsiteY71" fmla="*/ 111442 h 150494"/>
                                <a:gd name="connsiteX72" fmla="*/ 132397 w 207644"/>
                                <a:gd name="connsiteY72" fmla="*/ 105727 h 150494"/>
                                <a:gd name="connsiteX73" fmla="*/ 134303 w 207644"/>
                                <a:gd name="connsiteY73" fmla="*/ 100013 h 150494"/>
                                <a:gd name="connsiteX74" fmla="*/ 139065 w 207644"/>
                                <a:gd name="connsiteY74" fmla="*/ 87630 h 150494"/>
                                <a:gd name="connsiteX75" fmla="*/ 148590 w 207644"/>
                                <a:gd name="connsiteY75" fmla="*/ 64770 h 150494"/>
                                <a:gd name="connsiteX76" fmla="*/ 154305 w 207644"/>
                                <a:gd name="connsiteY76" fmla="*/ 56198 h 150494"/>
                                <a:gd name="connsiteX77" fmla="*/ 155257 w 207644"/>
                                <a:gd name="connsiteY77" fmla="*/ 55245 h 150494"/>
                                <a:gd name="connsiteX78" fmla="*/ 150495 w 207644"/>
                                <a:gd name="connsiteY78" fmla="*/ 57150 h 150494"/>
                                <a:gd name="connsiteX79" fmla="*/ 134303 w 207644"/>
                                <a:gd name="connsiteY79" fmla="*/ 62865 h 150494"/>
                                <a:gd name="connsiteX80" fmla="*/ 120015 w 207644"/>
                                <a:gd name="connsiteY80" fmla="*/ 68580 h 150494"/>
                                <a:gd name="connsiteX81" fmla="*/ 119063 w 207644"/>
                                <a:gd name="connsiteY81" fmla="*/ 69532 h 150494"/>
                                <a:gd name="connsiteX82" fmla="*/ 116205 w 207644"/>
                                <a:gd name="connsiteY82" fmla="*/ 71438 h 150494"/>
                                <a:gd name="connsiteX83" fmla="*/ 109538 w 207644"/>
                                <a:gd name="connsiteY83" fmla="*/ 80010 h 150494"/>
                                <a:gd name="connsiteX84" fmla="*/ 105728 w 207644"/>
                                <a:gd name="connsiteY84" fmla="*/ 86677 h 150494"/>
                                <a:gd name="connsiteX85" fmla="*/ 100965 w 207644"/>
                                <a:gd name="connsiteY85" fmla="*/ 94298 h 150494"/>
                                <a:gd name="connsiteX86" fmla="*/ 98107 w 207644"/>
                                <a:gd name="connsiteY86" fmla="*/ 98107 h 150494"/>
                                <a:gd name="connsiteX87" fmla="*/ 95250 w 207644"/>
                                <a:gd name="connsiteY87" fmla="*/ 101917 h 150494"/>
                                <a:gd name="connsiteX88" fmla="*/ 92392 w 207644"/>
                                <a:gd name="connsiteY88" fmla="*/ 105727 h 150494"/>
                                <a:gd name="connsiteX89" fmla="*/ 89535 w 207644"/>
                                <a:gd name="connsiteY89" fmla="*/ 109538 h 150494"/>
                                <a:gd name="connsiteX90" fmla="*/ 83820 w 207644"/>
                                <a:gd name="connsiteY90" fmla="*/ 116205 h 150494"/>
                                <a:gd name="connsiteX91" fmla="*/ 78105 w 207644"/>
                                <a:gd name="connsiteY91" fmla="*/ 122873 h 150494"/>
                                <a:gd name="connsiteX92" fmla="*/ 75247 w 207644"/>
                                <a:gd name="connsiteY92" fmla="*/ 125730 h 150494"/>
                                <a:gd name="connsiteX93" fmla="*/ 72390 w 207644"/>
                                <a:gd name="connsiteY93" fmla="*/ 128588 h 150494"/>
                                <a:gd name="connsiteX94" fmla="*/ 71438 w 207644"/>
                                <a:gd name="connsiteY94" fmla="*/ 130492 h 150494"/>
                                <a:gd name="connsiteX95" fmla="*/ 70485 w 207644"/>
                                <a:gd name="connsiteY95" fmla="*/ 132398 h 150494"/>
                                <a:gd name="connsiteX96" fmla="*/ 69532 w 207644"/>
                                <a:gd name="connsiteY96" fmla="*/ 132398 h 150494"/>
                                <a:gd name="connsiteX97" fmla="*/ 72390 w 207644"/>
                                <a:gd name="connsiteY97" fmla="*/ 128588 h 150494"/>
                                <a:gd name="connsiteX98" fmla="*/ 75247 w 207644"/>
                                <a:gd name="connsiteY98" fmla="*/ 125730 h 150494"/>
                                <a:gd name="connsiteX99" fmla="*/ 78105 w 207644"/>
                                <a:gd name="connsiteY99" fmla="*/ 122873 h 150494"/>
                                <a:gd name="connsiteX100" fmla="*/ 83820 w 207644"/>
                                <a:gd name="connsiteY100" fmla="*/ 116205 h 150494"/>
                                <a:gd name="connsiteX101" fmla="*/ 89535 w 207644"/>
                                <a:gd name="connsiteY101" fmla="*/ 109538 h 150494"/>
                                <a:gd name="connsiteX102" fmla="*/ 90488 w 207644"/>
                                <a:gd name="connsiteY102" fmla="*/ 107632 h 150494"/>
                                <a:gd name="connsiteX103" fmla="*/ 91440 w 207644"/>
                                <a:gd name="connsiteY103" fmla="*/ 105727 h 150494"/>
                                <a:gd name="connsiteX104" fmla="*/ 94297 w 207644"/>
                                <a:gd name="connsiteY104" fmla="*/ 101917 h 150494"/>
                                <a:gd name="connsiteX105" fmla="*/ 97155 w 207644"/>
                                <a:gd name="connsiteY105" fmla="*/ 98107 h 150494"/>
                                <a:gd name="connsiteX106" fmla="*/ 99060 w 207644"/>
                                <a:gd name="connsiteY106" fmla="*/ 94298 h 150494"/>
                                <a:gd name="connsiteX107" fmla="*/ 102870 w 207644"/>
                                <a:gd name="connsiteY107" fmla="*/ 86677 h 150494"/>
                                <a:gd name="connsiteX108" fmla="*/ 106680 w 207644"/>
                                <a:gd name="connsiteY108" fmla="*/ 80010 h 150494"/>
                                <a:gd name="connsiteX109" fmla="*/ 110490 w 207644"/>
                                <a:gd name="connsiteY109" fmla="*/ 73342 h 150494"/>
                                <a:gd name="connsiteX110" fmla="*/ 100965 w 207644"/>
                                <a:gd name="connsiteY110" fmla="*/ 77152 h 150494"/>
                                <a:gd name="connsiteX111" fmla="*/ 84772 w 207644"/>
                                <a:gd name="connsiteY111" fmla="*/ 83820 h 150494"/>
                                <a:gd name="connsiteX112" fmla="*/ 77153 w 207644"/>
                                <a:gd name="connsiteY112" fmla="*/ 87630 h 150494"/>
                                <a:gd name="connsiteX113" fmla="*/ 69532 w 207644"/>
                                <a:gd name="connsiteY113" fmla="*/ 91440 h 150494"/>
                                <a:gd name="connsiteX114" fmla="*/ 55245 w 207644"/>
                                <a:gd name="connsiteY114" fmla="*/ 100965 h 150494"/>
                                <a:gd name="connsiteX115" fmla="*/ 49530 w 207644"/>
                                <a:gd name="connsiteY115" fmla="*/ 105727 h 150494"/>
                                <a:gd name="connsiteX116" fmla="*/ 44767 w 207644"/>
                                <a:gd name="connsiteY116" fmla="*/ 110490 h 150494"/>
                                <a:gd name="connsiteX117" fmla="*/ 43815 w 207644"/>
                                <a:gd name="connsiteY117" fmla="*/ 110490 h 150494"/>
                                <a:gd name="connsiteX118" fmla="*/ 43815 w 207644"/>
                                <a:gd name="connsiteY118" fmla="*/ 110490 h 150494"/>
                                <a:gd name="connsiteX119" fmla="*/ 49530 w 207644"/>
                                <a:gd name="connsiteY119" fmla="*/ 105727 h 150494"/>
                                <a:gd name="connsiteX120" fmla="*/ 55245 w 207644"/>
                                <a:gd name="connsiteY120" fmla="*/ 100013 h 150494"/>
                                <a:gd name="connsiteX121" fmla="*/ 69532 w 207644"/>
                                <a:gd name="connsiteY121" fmla="*/ 90488 h 150494"/>
                                <a:gd name="connsiteX122" fmla="*/ 73342 w 207644"/>
                                <a:gd name="connsiteY122" fmla="*/ 88582 h 150494"/>
                                <a:gd name="connsiteX123" fmla="*/ 77153 w 207644"/>
                                <a:gd name="connsiteY123" fmla="*/ 86677 h 150494"/>
                                <a:gd name="connsiteX124" fmla="*/ 80963 w 207644"/>
                                <a:gd name="connsiteY124" fmla="*/ 84773 h 150494"/>
                                <a:gd name="connsiteX125" fmla="*/ 84772 w 207644"/>
                                <a:gd name="connsiteY125" fmla="*/ 82867 h 150494"/>
                                <a:gd name="connsiteX126" fmla="*/ 100965 w 207644"/>
                                <a:gd name="connsiteY126" fmla="*/ 75248 h 150494"/>
                                <a:gd name="connsiteX127" fmla="*/ 118110 w 207644"/>
                                <a:gd name="connsiteY127" fmla="*/ 68580 h 150494"/>
                                <a:gd name="connsiteX128" fmla="*/ 130492 w 207644"/>
                                <a:gd name="connsiteY128" fmla="*/ 63817 h 150494"/>
                                <a:gd name="connsiteX129" fmla="*/ 127635 w 207644"/>
                                <a:gd name="connsiteY129" fmla="*/ 63817 h 150494"/>
                                <a:gd name="connsiteX130" fmla="*/ 118110 w 207644"/>
                                <a:gd name="connsiteY130" fmla="*/ 61913 h 150494"/>
                                <a:gd name="connsiteX131" fmla="*/ 93345 w 207644"/>
                                <a:gd name="connsiteY131" fmla="*/ 55245 h 150494"/>
                                <a:gd name="connsiteX132" fmla="*/ 79057 w 207644"/>
                                <a:gd name="connsiteY132" fmla="*/ 51435 h 150494"/>
                                <a:gd name="connsiteX133" fmla="*/ 63817 w 207644"/>
                                <a:gd name="connsiteY133" fmla="*/ 49530 h 150494"/>
                                <a:gd name="connsiteX134" fmla="*/ 47625 w 207644"/>
                                <a:gd name="connsiteY134" fmla="*/ 49530 h 150494"/>
                                <a:gd name="connsiteX135" fmla="*/ 31432 w 207644"/>
                                <a:gd name="connsiteY135" fmla="*/ 53340 h 150494"/>
                                <a:gd name="connsiteX136" fmla="*/ 22860 w 207644"/>
                                <a:gd name="connsiteY136" fmla="*/ 56198 h 150494"/>
                                <a:gd name="connsiteX137" fmla="*/ 15240 w 207644"/>
                                <a:gd name="connsiteY137" fmla="*/ 60007 h 150494"/>
                                <a:gd name="connsiteX138" fmla="*/ 11430 w 207644"/>
                                <a:gd name="connsiteY138" fmla="*/ 61913 h 150494"/>
                                <a:gd name="connsiteX139" fmla="*/ 7620 w 207644"/>
                                <a:gd name="connsiteY139" fmla="*/ 64770 h 150494"/>
                                <a:gd name="connsiteX140" fmla="*/ 953 w 207644"/>
                                <a:gd name="connsiteY140" fmla="*/ 70485 h 150494"/>
                                <a:gd name="connsiteX141" fmla="*/ 0 w 207644"/>
                                <a:gd name="connsiteY141" fmla="*/ 71438 h 150494"/>
                                <a:gd name="connsiteX142" fmla="*/ 0 w 207644"/>
                                <a:gd name="connsiteY142" fmla="*/ 70485 h 150494"/>
                                <a:gd name="connsiteX143" fmla="*/ 953 w 207644"/>
                                <a:gd name="connsiteY143" fmla="*/ 69532 h 150494"/>
                                <a:gd name="connsiteX144" fmla="*/ 16192 w 207644"/>
                                <a:gd name="connsiteY144" fmla="*/ 59055 h 150494"/>
                                <a:gd name="connsiteX145" fmla="*/ 32385 w 207644"/>
                                <a:gd name="connsiteY145" fmla="*/ 51435 h 150494"/>
                                <a:gd name="connsiteX146" fmla="*/ 49530 w 207644"/>
                                <a:gd name="connsiteY146" fmla="*/ 47625 h 150494"/>
                                <a:gd name="connsiteX147" fmla="*/ 65722 w 207644"/>
                                <a:gd name="connsiteY147" fmla="*/ 46673 h 150494"/>
                                <a:gd name="connsiteX148" fmla="*/ 80963 w 207644"/>
                                <a:gd name="connsiteY148" fmla="*/ 48577 h 150494"/>
                                <a:gd name="connsiteX149" fmla="*/ 95250 w 207644"/>
                                <a:gd name="connsiteY149" fmla="*/ 52388 h 150494"/>
                                <a:gd name="connsiteX150" fmla="*/ 119063 w 207644"/>
                                <a:gd name="connsiteY150" fmla="*/ 59055 h 150494"/>
                                <a:gd name="connsiteX151" fmla="*/ 128588 w 207644"/>
                                <a:gd name="connsiteY151" fmla="*/ 60960 h 150494"/>
                                <a:gd name="connsiteX152" fmla="*/ 136207 w 207644"/>
                                <a:gd name="connsiteY152" fmla="*/ 60960 h 150494"/>
                                <a:gd name="connsiteX153" fmla="*/ 140017 w 207644"/>
                                <a:gd name="connsiteY153" fmla="*/ 60960 h 150494"/>
                                <a:gd name="connsiteX154" fmla="*/ 151447 w 207644"/>
                                <a:gd name="connsiteY154" fmla="*/ 56198 h 150494"/>
                                <a:gd name="connsiteX155" fmla="*/ 159067 w 207644"/>
                                <a:gd name="connsiteY155" fmla="*/ 53340 h 150494"/>
                                <a:gd name="connsiteX156" fmla="*/ 165735 w 207644"/>
                                <a:gd name="connsiteY156" fmla="*/ 50482 h 150494"/>
                                <a:gd name="connsiteX157" fmla="*/ 179070 w 207644"/>
                                <a:gd name="connsiteY157" fmla="*/ 44767 h 150494"/>
                                <a:gd name="connsiteX158" fmla="*/ 180022 w 207644"/>
                                <a:gd name="connsiteY158" fmla="*/ 43815 h 150494"/>
                                <a:gd name="connsiteX159" fmla="*/ 179070 w 207644"/>
                                <a:gd name="connsiteY159" fmla="*/ 42863 h 150494"/>
                                <a:gd name="connsiteX160" fmla="*/ 171450 w 207644"/>
                                <a:gd name="connsiteY160" fmla="*/ 39052 h 150494"/>
                                <a:gd name="connsiteX161" fmla="*/ 166688 w 207644"/>
                                <a:gd name="connsiteY161" fmla="*/ 36195 h 150494"/>
                                <a:gd name="connsiteX162" fmla="*/ 160972 w 207644"/>
                                <a:gd name="connsiteY162" fmla="*/ 33338 h 150494"/>
                                <a:gd name="connsiteX163" fmla="*/ 148590 w 207644"/>
                                <a:gd name="connsiteY163" fmla="*/ 26670 h 150494"/>
                                <a:gd name="connsiteX164" fmla="*/ 134303 w 207644"/>
                                <a:gd name="connsiteY164" fmla="*/ 20002 h 150494"/>
                                <a:gd name="connsiteX165" fmla="*/ 119063 w 207644"/>
                                <a:gd name="connsiteY165" fmla="*/ 13335 h 150494"/>
                                <a:gd name="connsiteX166" fmla="*/ 102870 w 207644"/>
                                <a:gd name="connsiteY166" fmla="*/ 6667 h 150494"/>
                                <a:gd name="connsiteX167" fmla="*/ 84772 w 207644"/>
                                <a:gd name="connsiteY167" fmla="*/ 2857 h 150494"/>
                                <a:gd name="connsiteX168" fmla="*/ 66675 w 207644"/>
                                <a:gd name="connsiteY168" fmla="*/ 952 h 150494"/>
                                <a:gd name="connsiteX169" fmla="*/ 57150 w 207644"/>
                                <a:gd name="connsiteY169" fmla="*/ 952 h 150494"/>
                                <a:gd name="connsiteX170" fmla="*/ 47625 w 207644"/>
                                <a:gd name="connsiteY170" fmla="*/ 1905 h 150494"/>
                                <a:gd name="connsiteX171" fmla="*/ 39053 w 207644"/>
                                <a:gd name="connsiteY171" fmla="*/ 3810 h 150494"/>
                                <a:gd name="connsiteX172" fmla="*/ 30480 w 207644"/>
                                <a:gd name="connsiteY172" fmla="*/ 6667 h 150494"/>
                                <a:gd name="connsiteX173" fmla="*/ 22860 w 207644"/>
                                <a:gd name="connsiteY173" fmla="*/ 10477 h 150494"/>
                                <a:gd name="connsiteX174" fmla="*/ 18097 w 207644"/>
                                <a:gd name="connsiteY174" fmla="*/ 13335 h 150494"/>
                                <a:gd name="connsiteX175" fmla="*/ 19050 w 207644"/>
                                <a:gd name="connsiteY175" fmla="*/ 12382 h 150494"/>
                                <a:gd name="connsiteX176" fmla="*/ 22860 w 207644"/>
                                <a:gd name="connsiteY176" fmla="*/ 10477 h 150494"/>
                                <a:gd name="connsiteX177" fmla="*/ 31432 w 207644"/>
                                <a:gd name="connsiteY177" fmla="*/ 6667 h 150494"/>
                                <a:gd name="connsiteX178" fmla="*/ 40005 w 207644"/>
                                <a:gd name="connsiteY178" fmla="*/ 3810 h 150494"/>
                                <a:gd name="connsiteX179" fmla="*/ 48578 w 207644"/>
                                <a:gd name="connsiteY179" fmla="*/ 1905 h 150494"/>
                                <a:gd name="connsiteX180" fmla="*/ 58103 w 207644"/>
                                <a:gd name="connsiteY180" fmla="*/ 952 h 150494"/>
                                <a:gd name="connsiteX181" fmla="*/ 67628 w 207644"/>
                                <a:gd name="connsiteY181" fmla="*/ 0 h 150494"/>
                                <a:gd name="connsiteX182" fmla="*/ 86678 w 207644"/>
                                <a:gd name="connsiteY182" fmla="*/ 1905 h 150494"/>
                                <a:gd name="connsiteX183" fmla="*/ 104775 w 207644"/>
                                <a:gd name="connsiteY183" fmla="*/ 5715 h 150494"/>
                                <a:gd name="connsiteX184" fmla="*/ 121920 w 207644"/>
                                <a:gd name="connsiteY184" fmla="*/ 11430 h 150494"/>
                                <a:gd name="connsiteX185" fmla="*/ 137160 w 207644"/>
                                <a:gd name="connsiteY185" fmla="*/ 18098 h 150494"/>
                                <a:gd name="connsiteX186" fmla="*/ 151447 w 207644"/>
                                <a:gd name="connsiteY186" fmla="*/ 24765 h 150494"/>
                                <a:gd name="connsiteX187" fmla="*/ 163830 w 207644"/>
                                <a:gd name="connsiteY187" fmla="*/ 31432 h 150494"/>
                                <a:gd name="connsiteX188" fmla="*/ 169545 w 207644"/>
                                <a:gd name="connsiteY188" fmla="*/ 34290 h 150494"/>
                                <a:gd name="connsiteX189" fmla="*/ 174307 w 207644"/>
                                <a:gd name="connsiteY189" fmla="*/ 36195 h 150494"/>
                                <a:gd name="connsiteX190" fmla="*/ 181928 w 207644"/>
                                <a:gd name="connsiteY190" fmla="*/ 40005 h 150494"/>
                                <a:gd name="connsiteX191" fmla="*/ 185738 w 207644"/>
                                <a:gd name="connsiteY191" fmla="*/ 41910 h 150494"/>
                                <a:gd name="connsiteX192" fmla="*/ 185738 w 207644"/>
                                <a:gd name="connsiteY192" fmla="*/ 41910 h 150494"/>
                                <a:gd name="connsiteX193" fmla="*/ 190500 w 207644"/>
                                <a:gd name="connsiteY193" fmla="*/ 39052 h 150494"/>
                                <a:gd name="connsiteX194" fmla="*/ 199072 w 207644"/>
                                <a:gd name="connsiteY194" fmla="*/ 35242 h 150494"/>
                                <a:gd name="connsiteX195" fmla="*/ 205740 w 207644"/>
                                <a:gd name="connsiteY195" fmla="*/ 32385 h 150494"/>
                                <a:gd name="connsiteX196" fmla="*/ 207645 w 207644"/>
                                <a:gd name="connsiteY196" fmla="*/ 40005 h 150494"/>
                                <a:gd name="connsiteX197" fmla="*/ 198120 w 207644"/>
                                <a:gd name="connsiteY197" fmla="*/ 37148 h 150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207644" h="150494">
                                  <a:moveTo>
                                    <a:pt x="198120" y="37148"/>
                                  </a:moveTo>
                                  <a:cubicBezTo>
                                    <a:pt x="197167" y="37148"/>
                                    <a:pt x="197167" y="38100"/>
                                    <a:pt x="197167" y="38100"/>
                                  </a:cubicBezTo>
                                  <a:cubicBezTo>
                                    <a:pt x="197167" y="38100"/>
                                    <a:pt x="196215" y="40005"/>
                                    <a:pt x="195263" y="44767"/>
                                  </a:cubicBezTo>
                                  <a:cubicBezTo>
                                    <a:pt x="194310" y="48577"/>
                                    <a:pt x="192405" y="54292"/>
                                    <a:pt x="191453" y="61913"/>
                                  </a:cubicBezTo>
                                  <a:cubicBezTo>
                                    <a:pt x="189547" y="68580"/>
                                    <a:pt x="188595" y="77152"/>
                                    <a:pt x="186690" y="85725"/>
                                  </a:cubicBezTo>
                                  <a:cubicBezTo>
                                    <a:pt x="186690" y="87630"/>
                                    <a:pt x="185738" y="90488"/>
                                    <a:pt x="185738" y="92392"/>
                                  </a:cubicBezTo>
                                  <a:cubicBezTo>
                                    <a:pt x="185738" y="93345"/>
                                    <a:pt x="185738" y="94298"/>
                                    <a:pt x="184785" y="96202"/>
                                  </a:cubicBezTo>
                                  <a:lnTo>
                                    <a:pt x="184785" y="97155"/>
                                  </a:lnTo>
                                  <a:lnTo>
                                    <a:pt x="184785" y="98107"/>
                                  </a:lnTo>
                                  <a:lnTo>
                                    <a:pt x="184785" y="100013"/>
                                  </a:lnTo>
                                  <a:cubicBezTo>
                                    <a:pt x="183832" y="103823"/>
                                    <a:pt x="182880" y="108585"/>
                                    <a:pt x="180975" y="112395"/>
                                  </a:cubicBezTo>
                                  <a:cubicBezTo>
                                    <a:pt x="180022" y="114300"/>
                                    <a:pt x="180022" y="116205"/>
                                    <a:pt x="179070" y="118110"/>
                                  </a:cubicBezTo>
                                  <a:cubicBezTo>
                                    <a:pt x="178117" y="120015"/>
                                    <a:pt x="177165" y="121920"/>
                                    <a:pt x="177165" y="123825"/>
                                  </a:cubicBezTo>
                                  <a:cubicBezTo>
                                    <a:pt x="177165" y="124777"/>
                                    <a:pt x="176213" y="125730"/>
                                    <a:pt x="176213" y="126682"/>
                                  </a:cubicBezTo>
                                  <a:cubicBezTo>
                                    <a:pt x="176213" y="127635"/>
                                    <a:pt x="175260" y="128588"/>
                                    <a:pt x="175260" y="128588"/>
                                  </a:cubicBezTo>
                                  <a:cubicBezTo>
                                    <a:pt x="174307" y="130492"/>
                                    <a:pt x="173355" y="131445"/>
                                    <a:pt x="173355" y="133350"/>
                                  </a:cubicBezTo>
                                  <a:cubicBezTo>
                                    <a:pt x="171450" y="136207"/>
                                    <a:pt x="170497" y="138113"/>
                                    <a:pt x="169545" y="140970"/>
                                  </a:cubicBezTo>
                                  <a:cubicBezTo>
                                    <a:pt x="168592" y="142875"/>
                                    <a:pt x="166688" y="144780"/>
                                    <a:pt x="165735" y="145732"/>
                                  </a:cubicBezTo>
                                  <a:cubicBezTo>
                                    <a:pt x="164782" y="146685"/>
                                    <a:pt x="163830" y="147638"/>
                                    <a:pt x="162878" y="148590"/>
                                  </a:cubicBezTo>
                                  <a:cubicBezTo>
                                    <a:pt x="162878" y="149542"/>
                                    <a:pt x="161925" y="149542"/>
                                    <a:pt x="160972" y="150495"/>
                                  </a:cubicBezTo>
                                  <a:cubicBezTo>
                                    <a:pt x="160972" y="150495"/>
                                    <a:pt x="160972" y="150495"/>
                                    <a:pt x="160972" y="150495"/>
                                  </a:cubicBezTo>
                                  <a:lnTo>
                                    <a:pt x="160972" y="150495"/>
                                  </a:lnTo>
                                  <a:cubicBezTo>
                                    <a:pt x="160972" y="150495"/>
                                    <a:pt x="160972" y="150495"/>
                                    <a:pt x="160972" y="149542"/>
                                  </a:cubicBezTo>
                                  <a:cubicBezTo>
                                    <a:pt x="160972" y="149542"/>
                                    <a:pt x="161925" y="148590"/>
                                    <a:pt x="161925" y="147638"/>
                                  </a:cubicBezTo>
                                  <a:cubicBezTo>
                                    <a:pt x="162878" y="146685"/>
                                    <a:pt x="162878" y="145732"/>
                                    <a:pt x="163830" y="143827"/>
                                  </a:cubicBezTo>
                                  <a:cubicBezTo>
                                    <a:pt x="164782" y="141923"/>
                                    <a:pt x="165735" y="140970"/>
                                    <a:pt x="166688" y="138113"/>
                                  </a:cubicBezTo>
                                  <a:cubicBezTo>
                                    <a:pt x="167640" y="136207"/>
                                    <a:pt x="169545" y="133350"/>
                                    <a:pt x="170497" y="130492"/>
                                  </a:cubicBezTo>
                                  <a:cubicBezTo>
                                    <a:pt x="171450" y="128588"/>
                                    <a:pt x="171450" y="127635"/>
                                    <a:pt x="172403" y="125730"/>
                                  </a:cubicBezTo>
                                  <a:cubicBezTo>
                                    <a:pt x="172403" y="124777"/>
                                    <a:pt x="173355" y="123825"/>
                                    <a:pt x="173355" y="123825"/>
                                  </a:cubicBezTo>
                                  <a:cubicBezTo>
                                    <a:pt x="173355" y="122873"/>
                                    <a:pt x="174307" y="121920"/>
                                    <a:pt x="174307" y="120967"/>
                                  </a:cubicBezTo>
                                  <a:cubicBezTo>
                                    <a:pt x="175260" y="119063"/>
                                    <a:pt x="176213" y="117157"/>
                                    <a:pt x="176213" y="115252"/>
                                  </a:cubicBezTo>
                                  <a:cubicBezTo>
                                    <a:pt x="177165" y="113348"/>
                                    <a:pt x="177165" y="111442"/>
                                    <a:pt x="178117" y="109538"/>
                                  </a:cubicBezTo>
                                  <a:cubicBezTo>
                                    <a:pt x="180022" y="105727"/>
                                    <a:pt x="180022" y="100965"/>
                                    <a:pt x="181928" y="97155"/>
                                  </a:cubicBezTo>
                                  <a:lnTo>
                                    <a:pt x="181928" y="95250"/>
                                  </a:lnTo>
                                  <a:lnTo>
                                    <a:pt x="181928" y="94298"/>
                                  </a:lnTo>
                                  <a:lnTo>
                                    <a:pt x="181928" y="93345"/>
                                  </a:lnTo>
                                  <a:cubicBezTo>
                                    <a:pt x="181928" y="92392"/>
                                    <a:pt x="181928" y="91440"/>
                                    <a:pt x="182880" y="89535"/>
                                  </a:cubicBezTo>
                                  <a:cubicBezTo>
                                    <a:pt x="182880" y="87630"/>
                                    <a:pt x="183832" y="85725"/>
                                    <a:pt x="183832" y="82867"/>
                                  </a:cubicBezTo>
                                  <a:cubicBezTo>
                                    <a:pt x="184785" y="74295"/>
                                    <a:pt x="186690" y="65723"/>
                                    <a:pt x="187642" y="59055"/>
                                  </a:cubicBezTo>
                                  <a:cubicBezTo>
                                    <a:pt x="189547" y="48577"/>
                                    <a:pt x="191453" y="40957"/>
                                    <a:pt x="192405" y="38100"/>
                                  </a:cubicBezTo>
                                  <a:cubicBezTo>
                                    <a:pt x="191453" y="38100"/>
                                    <a:pt x="190500" y="39052"/>
                                    <a:pt x="189547" y="39052"/>
                                  </a:cubicBezTo>
                                  <a:cubicBezTo>
                                    <a:pt x="187642" y="40005"/>
                                    <a:pt x="186690" y="40957"/>
                                    <a:pt x="184785" y="41910"/>
                                  </a:cubicBezTo>
                                  <a:cubicBezTo>
                                    <a:pt x="182880" y="42863"/>
                                    <a:pt x="180975" y="43815"/>
                                    <a:pt x="179070" y="43815"/>
                                  </a:cubicBezTo>
                                  <a:cubicBezTo>
                                    <a:pt x="175260" y="45720"/>
                                    <a:pt x="170497" y="47625"/>
                                    <a:pt x="165735" y="49530"/>
                                  </a:cubicBezTo>
                                  <a:cubicBezTo>
                                    <a:pt x="164782" y="49530"/>
                                    <a:pt x="163830" y="50482"/>
                                    <a:pt x="162878" y="50482"/>
                                  </a:cubicBezTo>
                                  <a:cubicBezTo>
                                    <a:pt x="162878" y="50482"/>
                                    <a:pt x="162878" y="50482"/>
                                    <a:pt x="162878" y="50482"/>
                                  </a:cubicBezTo>
                                  <a:cubicBezTo>
                                    <a:pt x="160972" y="51435"/>
                                    <a:pt x="159067" y="53340"/>
                                    <a:pt x="157163" y="56198"/>
                                  </a:cubicBezTo>
                                  <a:cubicBezTo>
                                    <a:pt x="155257" y="58102"/>
                                    <a:pt x="153353" y="60960"/>
                                    <a:pt x="151447" y="64770"/>
                                  </a:cubicBezTo>
                                  <a:cubicBezTo>
                                    <a:pt x="147638" y="71438"/>
                                    <a:pt x="144780" y="79057"/>
                                    <a:pt x="141922" y="87630"/>
                                  </a:cubicBezTo>
                                  <a:cubicBezTo>
                                    <a:pt x="140017" y="91440"/>
                                    <a:pt x="139065" y="96202"/>
                                    <a:pt x="137160" y="100013"/>
                                  </a:cubicBezTo>
                                  <a:cubicBezTo>
                                    <a:pt x="136207" y="101917"/>
                                    <a:pt x="135255" y="103823"/>
                                    <a:pt x="134303" y="105727"/>
                                  </a:cubicBezTo>
                                  <a:cubicBezTo>
                                    <a:pt x="133350" y="107632"/>
                                    <a:pt x="132397" y="109538"/>
                                    <a:pt x="131445" y="111442"/>
                                  </a:cubicBezTo>
                                  <a:cubicBezTo>
                                    <a:pt x="129540" y="115252"/>
                                    <a:pt x="127635" y="118110"/>
                                    <a:pt x="126682" y="120967"/>
                                  </a:cubicBezTo>
                                  <a:cubicBezTo>
                                    <a:pt x="125730" y="121920"/>
                                    <a:pt x="124778" y="123825"/>
                                    <a:pt x="124778" y="124777"/>
                                  </a:cubicBezTo>
                                  <a:cubicBezTo>
                                    <a:pt x="123825" y="125730"/>
                                    <a:pt x="123825" y="126682"/>
                                    <a:pt x="122872" y="127635"/>
                                  </a:cubicBezTo>
                                  <a:cubicBezTo>
                                    <a:pt x="120015" y="131445"/>
                                    <a:pt x="118110" y="133350"/>
                                    <a:pt x="116205" y="134302"/>
                                  </a:cubicBezTo>
                                  <a:cubicBezTo>
                                    <a:pt x="116205" y="134302"/>
                                    <a:pt x="115253" y="134302"/>
                                    <a:pt x="115253" y="134302"/>
                                  </a:cubicBezTo>
                                  <a:cubicBezTo>
                                    <a:pt x="115253" y="134302"/>
                                    <a:pt x="114300" y="134302"/>
                                    <a:pt x="114300" y="134302"/>
                                  </a:cubicBezTo>
                                  <a:cubicBezTo>
                                    <a:pt x="114300" y="134302"/>
                                    <a:pt x="113347" y="134302"/>
                                    <a:pt x="113347" y="134302"/>
                                  </a:cubicBezTo>
                                  <a:cubicBezTo>
                                    <a:pt x="113347" y="134302"/>
                                    <a:pt x="112395" y="134302"/>
                                    <a:pt x="112395" y="134302"/>
                                  </a:cubicBezTo>
                                  <a:cubicBezTo>
                                    <a:pt x="112395" y="134302"/>
                                    <a:pt x="111442" y="134302"/>
                                    <a:pt x="111442" y="134302"/>
                                  </a:cubicBezTo>
                                  <a:cubicBezTo>
                                    <a:pt x="110490" y="134302"/>
                                    <a:pt x="109538" y="134302"/>
                                    <a:pt x="108585" y="134302"/>
                                  </a:cubicBezTo>
                                  <a:cubicBezTo>
                                    <a:pt x="109538" y="134302"/>
                                    <a:pt x="109538" y="134302"/>
                                    <a:pt x="110490" y="134302"/>
                                  </a:cubicBezTo>
                                  <a:cubicBezTo>
                                    <a:pt x="110490" y="134302"/>
                                    <a:pt x="111442" y="134302"/>
                                    <a:pt x="111442" y="134302"/>
                                  </a:cubicBezTo>
                                  <a:cubicBezTo>
                                    <a:pt x="111442" y="134302"/>
                                    <a:pt x="112395" y="134302"/>
                                    <a:pt x="112395" y="134302"/>
                                  </a:cubicBezTo>
                                  <a:cubicBezTo>
                                    <a:pt x="112395" y="134302"/>
                                    <a:pt x="113347" y="134302"/>
                                    <a:pt x="113347" y="134302"/>
                                  </a:cubicBezTo>
                                  <a:cubicBezTo>
                                    <a:pt x="113347" y="134302"/>
                                    <a:pt x="114300" y="134302"/>
                                    <a:pt x="114300" y="134302"/>
                                  </a:cubicBezTo>
                                  <a:cubicBezTo>
                                    <a:pt x="114300" y="134302"/>
                                    <a:pt x="115253" y="134302"/>
                                    <a:pt x="115253" y="134302"/>
                                  </a:cubicBezTo>
                                  <a:cubicBezTo>
                                    <a:pt x="117157" y="133350"/>
                                    <a:pt x="119063" y="131445"/>
                                    <a:pt x="121920" y="127635"/>
                                  </a:cubicBezTo>
                                  <a:cubicBezTo>
                                    <a:pt x="122872" y="126682"/>
                                    <a:pt x="122872" y="125730"/>
                                    <a:pt x="123825" y="124777"/>
                                  </a:cubicBezTo>
                                  <a:cubicBezTo>
                                    <a:pt x="124778" y="123825"/>
                                    <a:pt x="124778" y="121920"/>
                                    <a:pt x="125730" y="120967"/>
                                  </a:cubicBezTo>
                                  <a:cubicBezTo>
                                    <a:pt x="126682" y="118110"/>
                                    <a:pt x="128588" y="115252"/>
                                    <a:pt x="130492" y="111442"/>
                                  </a:cubicBezTo>
                                  <a:cubicBezTo>
                                    <a:pt x="131445" y="109538"/>
                                    <a:pt x="132397" y="107632"/>
                                    <a:pt x="132397" y="105727"/>
                                  </a:cubicBezTo>
                                  <a:cubicBezTo>
                                    <a:pt x="133350" y="103823"/>
                                    <a:pt x="134303" y="101917"/>
                                    <a:pt x="134303" y="100013"/>
                                  </a:cubicBezTo>
                                  <a:cubicBezTo>
                                    <a:pt x="136207" y="96202"/>
                                    <a:pt x="137160" y="91440"/>
                                    <a:pt x="139065" y="87630"/>
                                  </a:cubicBezTo>
                                  <a:cubicBezTo>
                                    <a:pt x="141922" y="79057"/>
                                    <a:pt x="144780" y="71438"/>
                                    <a:pt x="148590" y="64770"/>
                                  </a:cubicBezTo>
                                  <a:cubicBezTo>
                                    <a:pt x="150495" y="61913"/>
                                    <a:pt x="152400" y="58102"/>
                                    <a:pt x="154305" y="56198"/>
                                  </a:cubicBezTo>
                                  <a:cubicBezTo>
                                    <a:pt x="154305" y="56198"/>
                                    <a:pt x="154305" y="56198"/>
                                    <a:pt x="155257" y="55245"/>
                                  </a:cubicBezTo>
                                  <a:cubicBezTo>
                                    <a:pt x="153353" y="56198"/>
                                    <a:pt x="152400" y="56198"/>
                                    <a:pt x="150495" y="57150"/>
                                  </a:cubicBezTo>
                                  <a:cubicBezTo>
                                    <a:pt x="145732" y="59055"/>
                                    <a:pt x="140017" y="60960"/>
                                    <a:pt x="134303" y="62865"/>
                                  </a:cubicBezTo>
                                  <a:cubicBezTo>
                                    <a:pt x="129540" y="64770"/>
                                    <a:pt x="124778" y="66675"/>
                                    <a:pt x="120015" y="68580"/>
                                  </a:cubicBezTo>
                                  <a:cubicBezTo>
                                    <a:pt x="120015" y="68580"/>
                                    <a:pt x="120015" y="68580"/>
                                    <a:pt x="119063" y="69532"/>
                                  </a:cubicBezTo>
                                  <a:cubicBezTo>
                                    <a:pt x="118110" y="69532"/>
                                    <a:pt x="117157" y="70485"/>
                                    <a:pt x="116205" y="71438"/>
                                  </a:cubicBezTo>
                                  <a:cubicBezTo>
                                    <a:pt x="114300" y="73342"/>
                                    <a:pt x="111442" y="76200"/>
                                    <a:pt x="109538" y="80010"/>
                                  </a:cubicBezTo>
                                  <a:cubicBezTo>
                                    <a:pt x="108585" y="81915"/>
                                    <a:pt x="106680" y="84773"/>
                                    <a:pt x="105728" y="86677"/>
                                  </a:cubicBezTo>
                                  <a:cubicBezTo>
                                    <a:pt x="104775" y="88582"/>
                                    <a:pt x="102870" y="91440"/>
                                    <a:pt x="100965" y="94298"/>
                                  </a:cubicBezTo>
                                  <a:cubicBezTo>
                                    <a:pt x="100013" y="95250"/>
                                    <a:pt x="99060" y="97155"/>
                                    <a:pt x="98107" y="98107"/>
                                  </a:cubicBezTo>
                                  <a:cubicBezTo>
                                    <a:pt x="97155" y="99060"/>
                                    <a:pt x="96203" y="100013"/>
                                    <a:pt x="95250" y="101917"/>
                                  </a:cubicBezTo>
                                  <a:cubicBezTo>
                                    <a:pt x="94297" y="102870"/>
                                    <a:pt x="93345" y="103823"/>
                                    <a:pt x="92392" y="105727"/>
                                  </a:cubicBezTo>
                                  <a:cubicBezTo>
                                    <a:pt x="91440" y="106680"/>
                                    <a:pt x="90488" y="107632"/>
                                    <a:pt x="89535" y="109538"/>
                                  </a:cubicBezTo>
                                  <a:cubicBezTo>
                                    <a:pt x="87630" y="111442"/>
                                    <a:pt x="85725" y="114300"/>
                                    <a:pt x="83820" y="116205"/>
                                  </a:cubicBezTo>
                                  <a:cubicBezTo>
                                    <a:pt x="81915" y="118110"/>
                                    <a:pt x="80010" y="120967"/>
                                    <a:pt x="78105" y="122873"/>
                                  </a:cubicBezTo>
                                  <a:cubicBezTo>
                                    <a:pt x="77153" y="123825"/>
                                    <a:pt x="76200" y="124777"/>
                                    <a:pt x="75247" y="125730"/>
                                  </a:cubicBezTo>
                                  <a:cubicBezTo>
                                    <a:pt x="74295" y="126682"/>
                                    <a:pt x="73342" y="127635"/>
                                    <a:pt x="72390" y="128588"/>
                                  </a:cubicBezTo>
                                  <a:cubicBezTo>
                                    <a:pt x="72390" y="129540"/>
                                    <a:pt x="71438" y="129540"/>
                                    <a:pt x="71438" y="130492"/>
                                  </a:cubicBezTo>
                                  <a:cubicBezTo>
                                    <a:pt x="70485" y="131445"/>
                                    <a:pt x="70485" y="131445"/>
                                    <a:pt x="70485" y="132398"/>
                                  </a:cubicBezTo>
                                  <a:cubicBezTo>
                                    <a:pt x="70485" y="132398"/>
                                    <a:pt x="70485" y="132398"/>
                                    <a:pt x="69532" y="132398"/>
                                  </a:cubicBezTo>
                                  <a:cubicBezTo>
                                    <a:pt x="70485" y="131445"/>
                                    <a:pt x="71438" y="130492"/>
                                    <a:pt x="72390" y="128588"/>
                                  </a:cubicBezTo>
                                  <a:cubicBezTo>
                                    <a:pt x="73342" y="127635"/>
                                    <a:pt x="74295" y="126682"/>
                                    <a:pt x="75247" y="125730"/>
                                  </a:cubicBezTo>
                                  <a:cubicBezTo>
                                    <a:pt x="76200" y="124777"/>
                                    <a:pt x="77153" y="123825"/>
                                    <a:pt x="78105" y="122873"/>
                                  </a:cubicBezTo>
                                  <a:cubicBezTo>
                                    <a:pt x="80010" y="120967"/>
                                    <a:pt x="81915" y="118110"/>
                                    <a:pt x="83820" y="116205"/>
                                  </a:cubicBezTo>
                                  <a:cubicBezTo>
                                    <a:pt x="85725" y="114300"/>
                                    <a:pt x="87630" y="111442"/>
                                    <a:pt x="89535" y="109538"/>
                                  </a:cubicBezTo>
                                  <a:lnTo>
                                    <a:pt x="90488" y="107632"/>
                                  </a:lnTo>
                                  <a:lnTo>
                                    <a:pt x="91440" y="105727"/>
                                  </a:lnTo>
                                  <a:cubicBezTo>
                                    <a:pt x="92392" y="104775"/>
                                    <a:pt x="93345" y="102870"/>
                                    <a:pt x="94297" y="101917"/>
                                  </a:cubicBezTo>
                                  <a:cubicBezTo>
                                    <a:pt x="95250" y="100965"/>
                                    <a:pt x="96203" y="99060"/>
                                    <a:pt x="97155" y="98107"/>
                                  </a:cubicBezTo>
                                  <a:cubicBezTo>
                                    <a:pt x="98107" y="97155"/>
                                    <a:pt x="99060" y="95250"/>
                                    <a:pt x="99060" y="94298"/>
                                  </a:cubicBezTo>
                                  <a:cubicBezTo>
                                    <a:pt x="100965" y="91440"/>
                                    <a:pt x="101917" y="89535"/>
                                    <a:pt x="102870" y="86677"/>
                                  </a:cubicBezTo>
                                  <a:cubicBezTo>
                                    <a:pt x="104775" y="83820"/>
                                    <a:pt x="105728" y="81915"/>
                                    <a:pt x="106680" y="80010"/>
                                  </a:cubicBezTo>
                                  <a:cubicBezTo>
                                    <a:pt x="107632" y="78105"/>
                                    <a:pt x="109538" y="75248"/>
                                    <a:pt x="110490" y="73342"/>
                                  </a:cubicBezTo>
                                  <a:cubicBezTo>
                                    <a:pt x="107632" y="74295"/>
                                    <a:pt x="103822" y="75248"/>
                                    <a:pt x="100965" y="77152"/>
                                  </a:cubicBezTo>
                                  <a:cubicBezTo>
                                    <a:pt x="95250" y="80010"/>
                                    <a:pt x="89535" y="81915"/>
                                    <a:pt x="84772" y="83820"/>
                                  </a:cubicBezTo>
                                  <a:cubicBezTo>
                                    <a:pt x="81915" y="84773"/>
                                    <a:pt x="79057" y="86677"/>
                                    <a:pt x="77153" y="87630"/>
                                  </a:cubicBezTo>
                                  <a:cubicBezTo>
                                    <a:pt x="74295" y="89535"/>
                                    <a:pt x="72390" y="90488"/>
                                    <a:pt x="69532" y="91440"/>
                                  </a:cubicBezTo>
                                  <a:cubicBezTo>
                                    <a:pt x="64770" y="94298"/>
                                    <a:pt x="60007" y="97155"/>
                                    <a:pt x="55245" y="100965"/>
                                  </a:cubicBezTo>
                                  <a:cubicBezTo>
                                    <a:pt x="53340" y="102870"/>
                                    <a:pt x="51435" y="104775"/>
                                    <a:pt x="49530" y="105727"/>
                                  </a:cubicBezTo>
                                  <a:cubicBezTo>
                                    <a:pt x="47625" y="107632"/>
                                    <a:pt x="45720" y="108585"/>
                                    <a:pt x="44767" y="110490"/>
                                  </a:cubicBezTo>
                                  <a:cubicBezTo>
                                    <a:pt x="44767" y="110490"/>
                                    <a:pt x="43815" y="110490"/>
                                    <a:pt x="43815" y="110490"/>
                                  </a:cubicBezTo>
                                  <a:lnTo>
                                    <a:pt x="43815" y="110490"/>
                                  </a:lnTo>
                                  <a:cubicBezTo>
                                    <a:pt x="45720" y="108585"/>
                                    <a:pt x="47625" y="106680"/>
                                    <a:pt x="49530" y="105727"/>
                                  </a:cubicBezTo>
                                  <a:cubicBezTo>
                                    <a:pt x="51435" y="103823"/>
                                    <a:pt x="53340" y="101917"/>
                                    <a:pt x="55245" y="100013"/>
                                  </a:cubicBezTo>
                                  <a:cubicBezTo>
                                    <a:pt x="59055" y="96202"/>
                                    <a:pt x="63817" y="93345"/>
                                    <a:pt x="69532" y="90488"/>
                                  </a:cubicBezTo>
                                  <a:cubicBezTo>
                                    <a:pt x="70485" y="89535"/>
                                    <a:pt x="72390" y="89535"/>
                                    <a:pt x="73342" y="88582"/>
                                  </a:cubicBezTo>
                                  <a:cubicBezTo>
                                    <a:pt x="74295" y="87630"/>
                                    <a:pt x="76200" y="86677"/>
                                    <a:pt x="77153" y="86677"/>
                                  </a:cubicBezTo>
                                  <a:cubicBezTo>
                                    <a:pt x="78105" y="85725"/>
                                    <a:pt x="80010" y="84773"/>
                                    <a:pt x="80963" y="84773"/>
                                  </a:cubicBezTo>
                                  <a:cubicBezTo>
                                    <a:pt x="81915" y="83820"/>
                                    <a:pt x="83820" y="83820"/>
                                    <a:pt x="84772" y="82867"/>
                                  </a:cubicBezTo>
                                  <a:cubicBezTo>
                                    <a:pt x="90488" y="80010"/>
                                    <a:pt x="96203" y="78105"/>
                                    <a:pt x="100965" y="75248"/>
                                  </a:cubicBezTo>
                                  <a:cubicBezTo>
                                    <a:pt x="106680" y="72390"/>
                                    <a:pt x="112395" y="70485"/>
                                    <a:pt x="118110" y="68580"/>
                                  </a:cubicBezTo>
                                  <a:cubicBezTo>
                                    <a:pt x="121920" y="66675"/>
                                    <a:pt x="125730" y="64770"/>
                                    <a:pt x="130492" y="63817"/>
                                  </a:cubicBezTo>
                                  <a:cubicBezTo>
                                    <a:pt x="129540" y="63817"/>
                                    <a:pt x="128588" y="63817"/>
                                    <a:pt x="127635" y="63817"/>
                                  </a:cubicBezTo>
                                  <a:cubicBezTo>
                                    <a:pt x="124778" y="63817"/>
                                    <a:pt x="120967" y="62865"/>
                                    <a:pt x="118110" y="61913"/>
                                  </a:cubicBezTo>
                                  <a:cubicBezTo>
                                    <a:pt x="110490" y="60007"/>
                                    <a:pt x="102870" y="57150"/>
                                    <a:pt x="93345" y="55245"/>
                                  </a:cubicBezTo>
                                  <a:cubicBezTo>
                                    <a:pt x="88582" y="54292"/>
                                    <a:pt x="83820" y="52388"/>
                                    <a:pt x="79057" y="51435"/>
                                  </a:cubicBezTo>
                                  <a:cubicBezTo>
                                    <a:pt x="74295" y="50482"/>
                                    <a:pt x="69532" y="49530"/>
                                    <a:pt x="63817" y="49530"/>
                                  </a:cubicBezTo>
                                  <a:cubicBezTo>
                                    <a:pt x="59055" y="48577"/>
                                    <a:pt x="53340" y="49530"/>
                                    <a:pt x="47625" y="49530"/>
                                  </a:cubicBezTo>
                                  <a:cubicBezTo>
                                    <a:pt x="41910" y="50482"/>
                                    <a:pt x="36195" y="51435"/>
                                    <a:pt x="31432" y="53340"/>
                                  </a:cubicBezTo>
                                  <a:cubicBezTo>
                                    <a:pt x="28575" y="54292"/>
                                    <a:pt x="25717" y="55245"/>
                                    <a:pt x="22860" y="56198"/>
                                  </a:cubicBezTo>
                                  <a:cubicBezTo>
                                    <a:pt x="20003" y="57150"/>
                                    <a:pt x="17145" y="59055"/>
                                    <a:pt x="15240" y="60007"/>
                                  </a:cubicBezTo>
                                  <a:cubicBezTo>
                                    <a:pt x="14288" y="60960"/>
                                    <a:pt x="12382" y="61913"/>
                                    <a:pt x="11430" y="61913"/>
                                  </a:cubicBezTo>
                                  <a:cubicBezTo>
                                    <a:pt x="10478" y="62865"/>
                                    <a:pt x="8572" y="63817"/>
                                    <a:pt x="7620" y="64770"/>
                                  </a:cubicBezTo>
                                  <a:cubicBezTo>
                                    <a:pt x="4763" y="66675"/>
                                    <a:pt x="2857" y="68580"/>
                                    <a:pt x="953" y="70485"/>
                                  </a:cubicBezTo>
                                  <a:cubicBezTo>
                                    <a:pt x="953" y="70485"/>
                                    <a:pt x="0" y="71438"/>
                                    <a:pt x="0" y="71438"/>
                                  </a:cubicBezTo>
                                  <a:cubicBezTo>
                                    <a:pt x="0" y="71438"/>
                                    <a:pt x="0" y="70485"/>
                                    <a:pt x="0" y="70485"/>
                                  </a:cubicBezTo>
                                  <a:lnTo>
                                    <a:pt x="953" y="69532"/>
                                  </a:lnTo>
                                  <a:cubicBezTo>
                                    <a:pt x="5715" y="65723"/>
                                    <a:pt x="10478" y="61913"/>
                                    <a:pt x="16192" y="59055"/>
                                  </a:cubicBezTo>
                                  <a:cubicBezTo>
                                    <a:pt x="21907" y="56198"/>
                                    <a:pt x="26670" y="53340"/>
                                    <a:pt x="32385" y="51435"/>
                                  </a:cubicBezTo>
                                  <a:cubicBezTo>
                                    <a:pt x="38100" y="49530"/>
                                    <a:pt x="43815" y="48577"/>
                                    <a:pt x="49530" y="47625"/>
                                  </a:cubicBezTo>
                                  <a:cubicBezTo>
                                    <a:pt x="55245" y="46673"/>
                                    <a:pt x="60960" y="46673"/>
                                    <a:pt x="65722" y="46673"/>
                                  </a:cubicBezTo>
                                  <a:cubicBezTo>
                                    <a:pt x="71438" y="46673"/>
                                    <a:pt x="76200" y="47625"/>
                                    <a:pt x="80963" y="48577"/>
                                  </a:cubicBezTo>
                                  <a:cubicBezTo>
                                    <a:pt x="85725" y="49530"/>
                                    <a:pt x="90488" y="50482"/>
                                    <a:pt x="95250" y="52388"/>
                                  </a:cubicBezTo>
                                  <a:cubicBezTo>
                                    <a:pt x="103822" y="55245"/>
                                    <a:pt x="112395" y="57150"/>
                                    <a:pt x="119063" y="59055"/>
                                  </a:cubicBezTo>
                                  <a:cubicBezTo>
                                    <a:pt x="122872" y="60007"/>
                                    <a:pt x="125730" y="60007"/>
                                    <a:pt x="128588" y="60960"/>
                                  </a:cubicBezTo>
                                  <a:cubicBezTo>
                                    <a:pt x="131445" y="60960"/>
                                    <a:pt x="134303" y="61913"/>
                                    <a:pt x="136207" y="60960"/>
                                  </a:cubicBezTo>
                                  <a:cubicBezTo>
                                    <a:pt x="138113" y="60960"/>
                                    <a:pt x="139065" y="60960"/>
                                    <a:pt x="140017" y="60960"/>
                                  </a:cubicBezTo>
                                  <a:cubicBezTo>
                                    <a:pt x="143828" y="59055"/>
                                    <a:pt x="147638" y="58102"/>
                                    <a:pt x="151447" y="56198"/>
                                  </a:cubicBezTo>
                                  <a:cubicBezTo>
                                    <a:pt x="154305" y="55245"/>
                                    <a:pt x="156210" y="54292"/>
                                    <a:pt x="159067" y="53340"/>
                                  </a:cubicBezTo>
                                  <a:cubicBezTo>
                                    <a:pt x="161925" y="52388"/>
                                    <a:pt x="163830" y="51435"/>
                                    <a:pt x="165735" y="50482"/>
                                  </a:cubicBezTo>
                                  <a:cubicBezTo>
                                    <a:pt x="170497" y="48577"/>
                                    <a:pt x="174307" y="46673"/>
                                    <a:pt x="179070" y="44767"/>
                                  </a:cubicBezTo>
                                  <a:cubicBezTo>
                                    <a:pt x="179070" y="44767"/>
                                    <a:pt x="180022" y="44767"/>
                                    <a:pt x="180022" y="43815"/>
                                  </a:cubicBezTo>
                                  <a:cubicBezTo>
                                    <a:pt x="180022" y="43815"/>
                                    <a:pt x="179070" y="43815"/>
                                    <a:pt x="179070" y="42863"/>
                                  </a:cubicBezTo>
                                  <a:cubicBezTo>
                                    <a:pt x="177165" y="41910"/>
                                    <a:pt x="174307" y="40005"/>
                                    <a:pt x="171450" y="39052"/>
                                  </a:cubicBezTo>
                                  <a:cubicBezTo>
                                    <a:pt x="169545" y="38100"/>
                                    <a:pt x="168592" y="37148"/>
                                    <a:pt x="166688" y="36195"/>
                                  </a:cubicBezTo>
                                  <a:cubicBezTo>
                                    <a:pt x="164782" y="35242"/>
                                    <a:pt x="162878" y="34290"/>
                                    <a:pt x="160972" y="33338"/>
                                  </a:cubicBezTo>
                                  <a:cubicBezTo>
                                    <a:pt x="157163" y="31432"/>
                                    <a:pt x="153353" y="29527"/>
                                    <a:pt x="148590" y="26670"/>
                                  </a:cubicBezTo>
                                  <a:cubicBezTo>
                                    <a:pt x="143828" y="24765"/>
                                    <a:pt x="140017" y="21907"/>
                                    <a:pt x="134303" y="20002"/>
                                  </a:cubicBezTo>
                                  <a:cubicBezTo>
                                    <a:pt x="129540" y="17145"/>
                                    <a:pt x="124778" y="15240"/>
                                    <a:pt x="119063" y="13335"/>
                                  </a:cubicBezTo>
                                  <a:cubicBezTo>
                                    <a:pt x="113347" y="11430"/>
                                    <a:pt x="108585" y="9525"/>
                                    <a:pt x="102870" y="6667"/>
                                  </a:cubicBezTo>
                                  <a:cubicBezTo>
                                    <a:pt x="97155" y="4763"/>
                                    <a:pt x="91440" y="2857"/>
                                    <a:pt x="84772" y="2857"/>
                                  </a:cubicBezTo>
                                  <a:cubicBezTo>
                                    <a:pt x="79057" y="1905"/>
                                    <a:pt x="72390" y="952"/>
                                    <a:pt x="66675" y="952"/>
                                  </a:cubicBezTo>
                                  <a:cubicBezTo>
                                    <a:pt x="63817" y="952"/>
                                    <a:pt x="60960" y="952"/>
                                    <a:pt x="57150" y="952"/>
                                  </a:cubicBezTo>
                                  <a:cubicBezTo>
                                    <a:pt x="54292" y="952"/>
                                    <a:pt x="51435" y="1905"/>
                                    <a:pt x="47625" y="1905"/>
                                  </a:cubicBezTo>
                                  <a:cubicBezTo>
                                    <a:pt x="44767" y="2857"/>
                                    <a:pt x="41910" y="2857"/>
                                    <a:pt x="39053" y="3810"/>
                                  </a:cubicBezTo>
                                  <a:cubicBezTo>
                                    <a:pt x="36195" y="4763"/>
                                    <a:pt x="33338" y="5715"/>
                                    <a:pt x="30480" y="6667"/>
                                  </a:cubicBezTo>
                                  <a:cubicBezTo>
                                    <a:pt x="27622" y="7620"/>
                                    <a:pt x="24765" y="8573"/>
                                    <a:pt x="22860" y="10477"/>
                                  </a:cubicBezTo>
                                  <a:cubicBezTo>
                                    <a:pt x="20955" y="11430"/>
                                    <a:pt x="20003" y="12382"/>
                                    <a:pt x="18097" y="13335"/>
                                  </a:cubicBezTo>
                                  <a:cubicBezTo>
                                    <a:pt x="18097" y="13335"/>
                                    <a:pt x="19050" y="12382"/>
                                    <a:pt x="19050" y="12382"/>
                                  </a:cubicBezTo>
                                  <a:cubicBezTo>
                                    <a:pt x="20003" y="11430"/>
                                    <a:pt x="20955" y="11430"/>
                                    <a:pt x="22860" y="10477"/>
                                  </a:cubicBezTo>
                                  <a:cubicBezTo>
                                    <a:pt x="25717" y="9525"/>
                                    <a:pt x="28575" y="8573"/>
                                    <a:pt x="31432" y="6667"/>
                                  </a:cubicBezTo>
                                  <a:cubicBezTo>
                                    <a:pt x="34290" y="5715"/>
                                    <a:pt x="37147" y="3810"/>
                                    <a:pt x="40005" y="3810"/>
                                  </a:cubicBezTo>
                                  <a:cubicBezTo>
                                    <a:pt x="42863" y="2857"/>
                                    <a:pt x="45720" y="2857"/>
                                    <a:pt x="48578" y="1905"/>
                                  </a:cubicBezTo>
                                  <a:cubicBezTo>
                                    <a:pt x="51435" y="952"/>
                                    <a:pt x="54292" y="952"/>
                                    <a:pt x="58103" y="952"/>
                                  </a:cubicBezTo>
                                  <a:cubicBezTo>
                                    <a:pt x="60960" y="952"/>
                                    <a:pt x="64770" y="0"/>
                                    <a:pt x="67628" y="0"/>
                                  </a:cubicBezTo>
                                  <a:cubicBezTo>
                                    <a:pt x="74295" y="0"/>
                                    <a:pt x="80010" y="0"/>
                                    <a:pt x="86678" y="1905"/>
                                  </a:cubicBezTo>
                                  <a:cubicBezTo>
                                    <a:pt x="93345" y="2857"/>
                                    <a:pt x="99060" y="3810"/>
                                    <a:pt x="104775" y="5715"/>
                                  </a:cubicBezTo>
                                  <a:cubicBezTo>
                                    <a:pt x="110490" y="7620"/>
                                    <a:pt x="116205" y="9525"/>
                                    <a:pt x="121920" y="11430"/>
                                  </a:cubicBezTo>
                                  <a:cubicBezTo>
                                    <a:pt x="127635" y="13335"/>
                                    <a:pt x="132397" y="16192"/>
                                    <a:pt x="137160" y="18098"/>
                                  </a:cubicBezTo>
                                  <a:cubicBezTo>
                                    <a:pt x="141922" y="20002"/>
                                    <a:pt x="146685" y="22860"/>
                                    <a:pt x="151447" y="24765"/>
                                  </a:cubicBezTo>
                                  <a:cubicBezTo>
                                    <a:pt x="156210" y="26670"/>
                                    <a:pt x="160020" y="29527"/>
                                    <a:pt x="163830" y="31432"/>
                                  </a:cubicBezTo>
                                  <a:cubicBezTo>
                                    <a:pt x="165735" y="32385"/>
                                    <a:pt x="167640" y="33338"/>
                                    <a:pt x="169545" y="34290"/>
                                  </a:cubicBezTo>
                                  <a:cubicBezTo>
                                    <a:pt x="171450" y="35242"/>
                                    <a:pt x="173355" y="36195"/>
                                    <a:pt x="174307" y="36195"/>
                                  </a:cubicBezTo>
                                  <a:cubicBezTo>
                                    <a:pt x="177165" y="38100"/>
                                    <a:pt x="180022" y="39052"/>
                                    <a:pt x="181928" y="40005"/>
                                  </a:cubicBezTo>
                                  <a:cubicBezTo>
                                    <a:pt x="183832" y="40957"/>
                                    <a:pt x="184785" y="41910"/>
                                    <a:pt x="185738" y="41910"/>
                                  </a:cubicBezTo>
                                  <a:lnTo>
                                    <a:pt x="185738" y="41910"/>
                                  </a:lnTo>
                                  <a:cubicBezTo>
                                    <a:pt x="187642" y="40957"/>
                                    <a:pt x="189547" y="40005"/>
                                    <a:pt x="190500" y="39052"/>
                                  </a:cubicBezTo>
                                  <a:cubicBezTo>
                                    <a:pt x="193357" y="37148"/>
                                    <a:pt x="196215" y="36195"/>
                                    <a:pt x="199072" y="35242"/>
                                  </a:cubicBezTo>
                                  <a:cubicBezTo>
                                    <a:pt x="203835" y="33338"/>
                                    <a:pt x="205740" y="32385"/>
                                    <a:pt x="205740" y="32385"/>
                                  </a:cubicBezTo>
                                  <a:cubicBezTo>
                                    <a:pt x="205740" y="34290"/>
                                    <a:pt x="207645" y="40005"/>
                                    <a:pt x="207645" y="40005"/>
                                  </a:cubicBezTo>
                                  <a:cubicBezTo>
                                    <a:pt x="202882" y="35242"/>
                                    <a:pt x="200978" y="36195"/>
                                    <a:pt x="198120" y="37148"/>
                                  </a:cubicBezTo>
                                  <a:close/>
                                </a:path>
                              </a:pathLst>
                            </a:custGeom>
                            <a:grpFill/>
                            <a:ln w="9525" cap="flat">
                              <a:noFill/>
                              <a:prstDash val="solid"/>
                              <a:miter/>
                            </a:ln>
                          </p:spPr>
                          <p:txBody>
                            <a:bodyPr rtlCol="0" anchor="ctr"/>
                            <a:lstStyle/>
                            <a:p>
                              <a:endParaRPr lang="en-US"/>
                            </a:p>
                          </p:txBody>
                        </p:sp>
                      </p:grpSp>
                      <p:grpSp>
                        <p:nvGrpSpPr>
                          <p:cNvPr id="216" name="Graphic 2">
                            <a:extLst>
                              <a:ext uri="{FF2B5EF4-FFF2-40B4-BE49-F238E27FC236}">
                                <a16:creationId xmlns:a16="http://schemas.microsoft.com/office/drawing/2014/main" id="{AE736AF3-0337-429B-AEF1-DA4B52809559}"/>
                              </a:ext>
                            </a:extLst>
                          </p:cNvPr>
                          <p:cNvGrpSpPr/>
                          <p:nvPr/>
                        </p:nvGrpSpPr>
                        <p:grpSpPr>
                          <a:xfrm>
                            <a:off x="3061516" y="2122994"/>
                            <a:ext cx="150748" cy="116204"/>
                            <a:chOff x="3061516" y="2122994"/>
                            <a:chExt cx="150748" cy="116204"/>
                          </a:xfrm>
                          <a:grpFill/>
                        </p:grpSpPr>
                        <p:sp>
                          <p:nvSpPr>
                            <p:cNvPr id="217" name="Freeform: Shape 216">
                              <a:extLst>
                                <a:ext uri="{FF2B5EF4-FFF2-40B4-BE49-F238E27FC236}">
                                  <a16:creationId xmlns:a16="http://schemas.microsoft.com/office/drawing/2014/main" id="{0112CE3E-3104-4D2E-8D28-F4904E85FCC0}"/>
                                </a:ext>
                              </a:extLst>
                            </p:cNvPr>
                            <p:cNvSpPr/>
                            <p:nvPr/>
                          </p:nvSpPr>
                          <p:spPr>
                            <a:xfrm>
                              <a:off x="3066278" y="2122994"/>
                              <a:ext cx="145985" cy="116204"/>
                            </a:xfrm>
                            <a:custGeom>
                              <a:avLst/>
                              <a:gdLst>
                                <a:gd name="connsiteX0" fmla="*/ 136208 w 145985"/>
                                <a:gd name="connsiteY0" fmla="*/ 26670 h 116204"/>
                                <a:gd name="connsiteX1" fmla="*/ 133350 w 145985"/>
                                <a:gd name="connsiteY1" fmla="*/ 20955 h 116204"/>
                                <a:gd name="connsiteX2" fmla="*/ 130493 w 145985"/>
                                <a:gd name="connsiteY2" fmla="*/ 15240 h 116204"/>
                                <a:gd name="connsiteX3" fmla="*/ 128588 w 145985"/>
                                <a:gd name="connsiteY3" fmla="*/ 12382 h 116204"/>
                                <a:gd name="connsiteX4" fmla="*/ 124778 w 145985"/>
                                <a:gd name="connsiteY4" fmla="*/ 8572 h 116204"/>
                                <a:gd name="connsiteX5" fmla="*/ 124778 w 145985"/>
                                <a:gd name="connsiteY5" fmla="*/ 8572 h 116204"/>
                                <a:gd name="connsiteX6" fmla="*/ 124778 w 145985"/>
                                <a:gd name="connsiteY6" fmla="*/ 8572 h 116204"/>
                                <a:gd name="connsiteX7" fmla="*/ 123825 w 145985"/>
                                <a:gd name="connsiteY7" fmla="*/ 8572 h 116204"/>
                                <a:gd name="connsiteX8" fmla="*/ 120968 w 145985"/>
                                <a:gd name="connsiteY8" fmla="*/ 7620 h 116204"/>
                                <a:gd name="connsiteX9" fmla="*/ 111443 w 145985"/>
                                <a:gd name="connsiteY9" fmla="*/ 4763 h 116204"/>
                                <a:gd name="connsiteX10" fmla="*/ 79058 w 145985"/>
                                <a:gd name="connsiteY10" fmla="*/ 0 h 116204"/>
                                <a:gd name="connsiteX11" fmla="*/ 37147 w 145985"/>
                                <a:gd name="connsiteY11" fmla="*/ 10477 h 116204"/>
                                <a:gd name="connsiteX12" fmla="*/ 17145 w 145985"/>
                                <a:gd name="connsiteY12" fmla="*/ 27622 h 116204"/>
                                <a:gd name="connsiteX13" fmla="*/ 953 w 145985"/>
                                <a:gd name="connsiteY13" fmla="*/ 56197 h 116204"/>
                                <a:gd name="connsiteX14" fmla="*/ 953 w 145985"/>
                                <a:gd name="connsiteY14" fmla="*/ 57150 h 116204"/>
                                <a:gd name="connsiteX15" fmla="*/ 953 w 145985"/>
                                <a:gd name="connsiteY15" fmla="*/ 57150 h 116204"/>
                                <a:gd name="connsiteX16" fmla="*/ 0 w 145985"/>
                                <a:gd name="connsiteY16" fmla="*/ 65722 h 116204"/>
                                <a:gd name="connsiteX17" fmla="*/ 1905 w 145985"/>
                                <a:gd name="connsiteY17" fmla="*/ 84772 h 116204"/>
                                <a:gd name="connsiteX18" fmla="*/ 3810 w 145985"/>
                                <a:gd name="connsiteY18" fmla="*/ 91440 h 116204"/>
                                <a:gd name="connsiteX19" fmla="*/ 6668 w 145985"/>
                                <a:gd name="connsiteY19" fmla="*/ 97155 h 116204"/>
                                <a:gd name="connsiteX20" fmla="*/ 7620 w 145985"/>
                                <a:gd name="connsiteY20" fmla="*/ 99060 h 116204"/>
                                <a:gd name="connsiteX21" fmla="*/ 7620 w 145985"/>
                                <a:gd name="connsiteY21" fmla="*/ 100013 h 116204"/>
                                <a:gd name="connsiteX22" fmla="*/ 19050 w 145985"/>
                                <a:gd name="connsiteY22" fmla="*/ 109538 h 116204"/>
                                <a:gd name="connsiteX23" fmla="*/ 24765 w 145985"/>
                                <a:gd name="connsiteY23" fmla="*/ 111442 h 116204"/>
                                <a:gd name="connsiteX24" fmla="*/ 30480 w 145985"/>
                                <a:gd name="connsiteY24" fmla="*/ 112395 h 116204"/>
                                <a:gd name="connsiteX25" fmla="*/ 48578 w 145985"/>
                                <a:gd name="connsiteY25" fmla="*/ 110490 h 116204"/>
                                <a:gd name="connsiteX26" fmla="*/ 49530 w 145985"/>
                                <a:gd name="connsiteY26" fmla="*/ 110490 h 116204"/>
                                <a:gd name="connsiteX27" fmla="*/ 53340 w 145985"/>
                                <a:gd name="connsiteY27" fmla="*/ 108585 h 116204"/>
                                <a:gd name="connsiteX28" fmla="*/ 59055 w 145985"/>
                                <a:gd name="connsiteY28" fmla="*/ 111442 h 116204"/>
                                <a:gd name="connsiteX29" fmla="*/ 72390 w 145985"/>
                                <a:gd name="connsiteY29" fmla="*/ 116205 h 116204"/>
                                <a:gd name="connsiteX30" fmla="*/ 74295 w 145985"/>
                                <a:gd name="connsiteY30" fmla="*/ 116205 h 116204"/>
                                <a:gd name="connsiteX31" fmla="*/ 75247 w 145985"/>
                                <a:gd name="connsiteY31" fmla="*/ 116205 h 116204"/>
                                <a:gd name="connsiteX32" fmla="*/ 87630 w 145985"/>
                                <a:gd name="connsiteY32" fmla="*/ 114300 h 116204"/>
                                <a:gd name="connsiteX33" fmla="*/ 99060 w 145985"/>
                                <a:gd name="connsiteY33" fmla="*/ 108585 h 116204"/>
                                <a:gd name="connsiteX34" fmla="*/ 100965 w 145985"/>
                                <a:gd name="connsiteY34" fmla="*/ 107633 h 116204"/>
                                <a:gd name="connsiteX35" fmla="*/ 102870 w 145985"/>
                                <a:gd name="connsiteY35" fmla="*/ 106680 h 116204"/>
                                <a:gd name="connsiteX36" fmla="*/ 107633 w 145985"/>
                                <a:gd name="connsiteY36" fmla="*/ 103822 h 116204"/>
                                <a:gd name="connsiteX37" fmla="*/ 108585 w 145985"/>
                                <a:gd name="connsiteY37" fmla="*/ 102870 h 116204"/>
                                <a:gd name="connsiteX38" fmla="*/ 109538 w 145985"/>
                                <a:gd name="connsiteY38" fmla="*/ 102870 h 116204"/>
                                <a:gd name="connsiteX39" fmla="*/ 110490 w 145985"/>
                                <a:gd name="connsiteY39" fmla="*/ 102870 h 116204"/>
                                <a:gd name="connsiteX40" fmla="*/ 115253 w 145985"/>
                                <a:gd name="connsiteY40" fmla="*/ 101917 h 116204"/>
                                <a:gd name="connsiteX41" fmla="*/ 125730 w 145985"/>
                                <a:gd name="connsiteY41" fmla="*/ 100965 h 116204"/>
                                <a:gd name="connsiteX42" fmla="*/ 129540 w 145985"/>
                                <a:gd name="connsiteY42" fmla="*/ 100965 h 116204"/>
                                <a:gd name="connsiteX43" fmla="*/ 131445 w 145985"/>
                                <a:gd name="connsiteY43" fmla="*/ 100965 h 116204"/>
                                <a:gd name="connsiteX44" fmla="*/ 132397 w 145985"/>
                                <a:gd name="connsiteY44" fmla="*/ 100965 h 116204"/>
                                <a:gd name="connsiteX45" fmla="*/ 132397 w 145985"/>
                                <a:gd name="connsiteY45" fmla="*/ 100965 h 116204"/>
                                <a:gd name="connsiteX46" fmla="*/ 132397 w 145985"/>
                                <a:gd name="connsiteY46" fmla="*/ 100965 h 116204"/>
                                <a:gd name="connsiteX47" fmla="*/ 134303 w 145985"/>
                                <a:gd name="connsiteY47" fmla="*/ 100965 h 116204"/>
                                <a:gd name="connsiteX48" fmla="*/ 135255 w 145985"/>
                                <a:gd name="connsiteY48" fmla="*/ 100965 h 116204"/>
                                <a:gd name="connsiteX49" fmla="*/ 135255 w 145985"/>
                                <a:gd name="connsiteY49" fmla="*/ 100965 h 116204"/>
                                <a:gd name="connsiteX50" fmla="*/ 137160 w 145985"/>
                                <a:gd name="connsiteY50" fmla="*/ 100013 h 116204"/>
                                <a:gd name="connsiteX51" fmla="*/ 139065 w 145985"/>
                                <a:gd name="connsiteY51" fmla="*/ 98108 h 116204"/>
                                <a:gd name="connsiteX52" fmla="*/ 142875 w 145985"/>
                                <a:gd name="connsiteY52" fmla="*/ 92392 h 116204"/>
                                <a:gd name="connsiteX53" fmla="*/ 145733 w 145985"/>
                                <a:gd name="connsiteY53" fmla="*/ 75247 h 116204"/>
                                <a:gd name="connsiteX54" fmla="*/ 143828 w 145985"/>
                                <a:gd name="connsiteY54" fmla="*/ 57150 h 116204"/>
                                <a:gd name="connsiteX55" fmla="*/ 140018 w 145985"/>
                                <a:gd name="connsiteY55" fmla="*/ 40958 h 116204"/>
                                <a:gd name="connsiteX56" fmla="*/ 136208 w 145985"/>
                                <a:gd name="connsiteY56" fmla="*/ 26670 h 116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45985" h="116204">
                                  <a:moveTo>
                                    <a:pt x="136208" y="26670"/>
                                  </a:moveTo>
                                  <a:cubicBezTo>
                                    <a:pt x="135255" y="24765"/>
                                    <a:pt x="134303" y="22860"/>
                                    <a:pt x="133350" y="20955"/>
                                  </a:cubicBezTo>
                                  <a:cubicBezTo>
                                    <a:pt x="132397" y="19050"/>
                                    <a:pt x="131445" y="17145"/>
                                    <a:pt x="130493" y="15240"/>
                                  </a:cubicBezTo>
                                  <a:cubicBezTo>
                                    <a:pt x="129540" y="14288"/>
                                    <a:pt x="129540" y="13335"/>
                                    <a:pt x="128588" y="12382"/>
                                  </a:cubicBezTo>
                                  <a:cubicBezTo>
                                    <a:pt x="128588" y="12382"/>
                                    <a:pt x="125730" y="8572"/>
                                    <a:pt x="124778" y="8572"/>
                                  </a:cubicBezTo>
                                  <a:cubicBezTo>
                                    <a:pt x="124778" y="8572"/>
                                    <a:pt x="124778" y="8572"/>
                                    <a:pt x="124778" y="8572"/>
                                  </a:cubicBezTo>
                                  <a:cubicBezTo>
                                    <a:pt x="124778" y="8572"/>
                                    <a:pt x="124778" y="8572"/>
                                    <a:pt x="124778" y="8572"/>
                                  </a:cubicBezTo>
                                  <a:cubicBezTo>
                                    <a:pt x="124778" y="8572"/>
                                    <a:pt x="124778" y="8572"/>
                                    <a:pt x="123825" y="8572"/>
                                  </a:cubicBezTo>
                                  <a:cubicBezTo>
                                    <a:pt x="122872" y="8572"/>
                                    <a:pt x="122872" y="7620"/>
                                    <a:pt x="120968" y="7620"/>
                                  </a:cubicBezTo>
                                  <a:cubicBezTo>
                                    <a:pt x="119063" y="6667"/>
                                    <a:pt x="115253" y="5715"/>
                                    <a:pt x="111443" y="4763"/>
                                  </a:cubicBezTo>
                                  <a:cubicBezTo>
                                    <a:pt x="102870" y="2857"/>
                                    <a:pt x="91440" y="0"/>
                                    <a:pt x="79058" y="0"/>
                                  </a:cubicBezTo>
                                  <a:cubicBezTo>
                                    <a:pt x="65722" y="0"/>
                                    <a:pt x="51435" y="2857"/>
                                    <a:pt x="37147" y="10477"/>
                                  </a:cubicBezTo>
                                  <a:cubicBezTo>
                                    <a:pt x="30480" y="14288"/>
                                    <a:pt x="22860" y="20002"/>
                                    <a:pt x="17145" y="27622"/>
                                  </a:cubicBezTo>
                                  <a:cubicBezTo>
                                    <a:pt x="11430" y="34290"/>
                                    <a:pt x="5715" y="44767"/>
                                    <a:pt x="953" y="56197"/>
                                  </a:cubicBezTo>
                                  <a:cubicBezTo>
                                    <a:pt x="953" y="56197"/>
                                    <a:pt x="953" y="57150"/>
                                    <a:pt x="953" y="57150"/>
                                  </a:cubicBezTo>
                                  <a:cubicBezTo>
                                    <a:pt x="953" y="57150"/>
                                    <a:pt x="953" y="57150"/>
                                    <a:pt x="953" y="57150"/>
                                  </a:cubicBezTo>
                                  <a:cubicBezTo>
                                    <a:pt x="953" y="60008"/>
                                    <a:pt x="0" y="62865"/>
                                    <a:pt x="0" y="65722"/>
                                  </a:cubicBezTo>
                                  <a:cubicBezTo>
                                    <a:pt x="0" y="72390"/>
                                    <a:pt x="0" y="79058"/>
                                    <a:pt x="1905" y="84772"/>
                                  </a:cubicBezTo>
                                  <a:cubicBezTo>
                                    <a:pt x="2858" y="86677"/>
                                    <a:pt x="2858" y="89535"/>
                                    <a:pt x="3810" y="91440"/>
                                  </a:cubicBezTo>
                                  <a:cubicBezTo>
                                    <a:pt x="4763" y="93345"/>
                                    <a:pt x="5715" y="95250"/>
                                    <a:pt x="6668" y="97155"/>
                                  </a:cubicBezTo>
                                  <a:cubicBezTo>
                                    <a:pt x="6668" y="98108"/>
                                    <a:pt x="7620" y="98108"/>
                                    <a:pt x="7620" y="99060"/>
                                  </a:cubicBezTo>
                                  <a:cubicBezTo>
                                    <a:pt x="7620" y="99060"/>
                                    <a:pt x="7620" y="99060"/>
                                    <a:pt x="7620" y="100013"/>
                                  </a:cubicBezTo>
                                  <a:cubicBezTo>
                                    <a:pt x="10478" y="104775"/>
                                    <a:pt x="15240" y="107633"/>
                                    <a:pt x="19050" y="109538"/>
                                  </a:cubicBezTo>
                                  <a:cubicBezTo>
                                    <a:pt x="20955" y="110490"/>
                                    <a:pt x="22860" y="111442"/>
                                    <a:pt x="24765" y="111442"/>
                                  </a:cubicBezTo>
                                  <a:cubicBezTo>
                                    <a:pt x="26670" y="112395"/>
                                    <a:pt x="28575" y="112395"/>
                                    <a:pt x="30480" y="112395"/>
                                  </a:cubicBezTo>
                                  <a:cubicBezTo>
                                    <a:pt x="38100" y="113347"/>
                                    <a:pt x="44768" y="111442"/>
                                    <a:pt x="48578" y="110490"/>
                                  </a:cubicBezTo>
                                  <a:cubicBezTo>
                                    <a:pt x="48578" y="110490"/>
                                    <a:pt x="49530" y="110490"/>
                                    <a:pt x="49530" y="110490"/>
                                  </a:cubicBezTo>
                                  <a:cubicBezTo>
                                    <a:pt x="52388" y="109538"/>
                                    <a:pt x="53340" y="108585"/>
                                    <a:pt x="53340" y="108585"/>
                                  </a:cubicBezTo>
                                  <a:cubicBezTo>
                                    <a:pt x="55245" y="109538"/>
                                    <a:pt x="57150" y="110490"/>
                                    <a:pt x="59055" y="111442"/>
                                  </a:cubicBezTo>
                                  <a:cubicBezTo>
                                    <a:pt x="63818" y="113347"/>
                                    <a:pt x="67628" y="115252"/>
                                    <a:pt x="72390" y="116205"/>
                                  </a:cubicBezTo>
                                  <a:cubicBezTo>
                                    <a:pt x="73343" y="116205"/>
                                    <a:pt x="73343" y="116205"/>
                                    <a:pt x="74295" y="116205"/>
                                  </a:cubicBezTo>
                                  <a:cubicBezTo>
                                    <a:pt x="74295" y="116205"/>
                                    <a:pt x="74295" y="116205"/>
                                    <a:pt x="75247" y="116205"/>
                                  </a:cubicBezTo>
                                  <a:cubicBezTo>
                                    <a:pt x="79058" y="116205"/>
                                    <a:pt x="83820" y="116205"/>
                                    <a:pt x="87630" y="114300"/>
                                  </a:cubicBezTo>
                                  <a:cubicBezTo>
                                    <a:pt x="91440" y="113347"/>
                                    <a:pt x="95250" y="110490"/>
                                    <a:pt x="99060" y="108585"/>
                                  </a:cubicBezTo>
                                  <a:cubicBezTo>
                                    <a:pt x="100013" y="108585"/>
                                    <a:pt x="100013" y="107633"/>
                                    <a:pt x="100965" y="107633"/>
                                  </a:cubicBezTo>
                                  <a:cubicBezTo>
                                    <a:pt x="101918" y="107633"/>
                                    <a:pt x="101918" y="106680"/>
                                    <a:pt x="102870" y="106680"/>
                                  </a:cubicBezTo>
                                  <a:cubicBezTo>
                                    <a:pt x="104775" y="105727"/>
                                    <a:pt x="106680" y="104775"/>
                                    <a:pt x="107633" y="103822"/>
                                  </a:cubicBezTo>
                                  <a:cubicBezTo>
                                    <a:pt x="107633" y="103822"/>
                                    <a:pt x="108585" y="103822"/>
                                    <a:pt x="108585" y="102870"/>
                                  </a:cubicBezTo>
                                  <a:cubicBezTo>
                                    <a:pt x="108585" y="102870"/>
                                    <a:pt x="109538" y="102870"/>
                                    <a:pt x="109538" y="102870"/>
                                  </a:cubicBezTo>
                                  <a:lnTo>
                                    <a:pt x="110490" y="102870"/>
                                  </a:lnTo>
                                  <a:cubicBezTo>
                                    <a:pt x="111443" y="102870"/>
                                    <a:pt x="112395" y="101917"/>
                                    <a:pt x="115253" y="101917"/>
                                  </a:cubicBezTo>
                                  <a:cubicBezTo>
                                    <a:pt x="118110" y="101917"/>
                                    <a:pt x="120968" y="100965"/>
                                    <a:pt x="125730" y="100965"/>
                                  </a:cubicBezTo>
                                  <a:cubicBezTo>
                                    <a:pt x="126683" y="100965"/>
                                    <a:pt x="128588" y="100965"/>
                                    <a:pt x="129540" y="100965"/>
                                  </a:cubicBezTo>
                                  <a:cubicBezTo>
                                    <a:pt x="130493" y="100965"/>
                                    <a:pt x="130493" y="100965"/>
                                    <a:pt x="131445" y="100965"/>
                                  </a:cubicBezTo>
                                  <a:lnTo>
                                    <a:pt x="132397" y="100965"/>
                                  </a:lnTo>
                                  <a:lnTo>
                                    <a:pt x="132397" y="100965"/>
                                  </a:lnTo>
                                  <a:cubicBezTo>
                                    <a:pt x="132397" y="100965"/>
                                    <a:pt x="132397" y="100965"/>
                                    <a:pt x="132397" y="100965"/>
                                  </a:cubicBezTo>
                                  <a:cubicBezTo>
                                    <a:pt x="133350" y="100965"/>
                                    <a:pt x="134303" y="100965"/>
                                    <a:pt x="134303" y="100965"/>
                                  </a:cubicBezTo>
                                  <a:cubicBezTo>
                                    <a:pt x="134303" y="100965"/>
                                    <a:pt x="135255" y="100965"/>
                                    <a:pt x="135255" y="100965"/>
                                  </a:cubicBezTo>
                                  <a:lnTo>
                                    <a:pt x="135255" y="100965"/>
                                  </a:lnTo>
                                  <a:cubicBezTo>
                                    <a:pt x="136208" y="100965"/>
                                    <a:pt x="137160" y="100013"/>
                                    <a:pt x="137160" y="100013"/>
                                  </a:cubicBezTo>
                                  <a:cubicBezTo>
                                    <a:pt x="138113" y="99060"/>
                                    <a:pt x="138113" y="99060"/>
                                    <a:pt x="139065" y="98108"/>
                                  </a:cubicBezTo>
                                  <a:cubicBezTo>
                                    <a:pt x="140018" y="97155"/>
                                    <a:pt x="141922" y="95250"/>
                                    <a:pt x="142875" y="92392"/>
                                  </a:cubicBezTo>
                                  <a:cubicBezTo>
                                    <a:pt x="144780" y="87630"/>
                                    <a:pt x="146685" y="81915"/>
                                    <a:pt x="145733" y="75247"/>
                                  </a:cubicBezTo>
                                  <a:cubicBezTo>
                                    <a:pt x="144780" y="68580"/>
                                    <a:pt x="144780" y="62865"/>
                                    <a:pt x="143828" y="57150"/>
                                  </a:cubicBezTo>
                                  <a:cubicBezTo>
                                    <a:pt x="142875" y="51435"/>
                                    <a:pt x="141922" y="45720"/>
                                    <a:pt x="140018" y="40958"/>
                                  </a:cubicBezTo>
                                  <a:cubicBezTo>
                                    <a:pt x="140018" y="35242"/>
                                    <a:pt x="138113" y="31433"/>
                                    <a:pt x="136208" y="26670"/>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D1EFB78B-CFE7-4AD6-8FC7-F68C2C7D2DF7}"/>
                                </a:ext>
                              </a:extLst>
                            </p:cNvPr>
                            <p:cNvSpPr/>
                            <p:nvPr/>
                          </p:nvSpPr>
                          <p:spPr>
                            <a:xfrm>
                              <a:off x="3061516" y="2133472"/>
                              <a:ext cx="143827" cy="103822"/>
                            </a:xfrm>
                            <a:custGeom>
                              <a:avLst/>
                              <a:gdLst>
                                <a:gd name="connsiteX0" fmla="*/ 130493 w 143827"/>
                                <a:gd name="connsiteY0" fmla="*/ 5715 h 103822"/>
                                <a:gd name="connsiteX1" fmla="*/ 130493 w 143827"/>
                                <a:gd name="connsiteY1" fmla="*/ 6667 h 103822"/>
                                <a:gd name="connsiteX2" fmla="*/ 131445 w 143827"/>
                                <a:gd name="connsiteY2" fmla="*/ 11430 h 103822"/>
                                <a:gd name="connsiteX3" fmla="*/ 134303 w 143827"/>
                                <a:gd name="connsiteY3" fmla="*/ 23812 h 103822"/>
                                <a:gd name="connsiteX4" fmla="*/ 139065 w 143827"/>
                                <a:gd name="connsiteY4" fmla="*/ 40005 h 103822"/>
                                <a:gd name="connsiteX5" fmla="*/ 140018 w 143827"/>
                                <a:gd name="connsiteY5" fmla="*/ 44768 h 103822"/>
                                <a:gd name="connsiteX6" fmla="*/ 140970 w 143827"/>
                                <a:gd name="connsiteY6" fmla="*/ 46673 h 103822"/>
                                <a:gd name="connsiteX7" fmla="*/ 140970 w 143827"/>
                                <a:gd name="connsiteY7" fmla="*/ 47625 h 103822"/>
                                <a:gd name="connsiteX8" fmla="*/ 140970 w 143827"/>
                                <a:gd name="connsiteY8" fmla="*/ 48577 h 103822"/>
                                <a:gd name="connsiteX9" fmla="*/ 140970 w 143827"/>
                                <a:gd name="connsiteY9" fmla="*/ 49530 h 103822"/>
                                <a:gd name="connsiteX10" fmla="*/ 142875 w 143827"/>
                                <a:gd name="connsiteY10" fmla="*/ 58102 h 103822"/>
                                <a:gd name="connsiteX11" fmla="*/ 143828 w 143827"/>
                                <a:gd name="connsiteY11" fmla="*/ 62865 h 103822"/>
                                <a:gd name="connsiteX12" fmla="*/ 143828 w 143827"/>
                                <a:gd name="connsiteY12" fmla="*/ 66675 h 103822"/>
                                <a:gd name="connsiteX13" fmla="*/ 143828 w 143827"/>
                                <a:gd name="connsiteY13" fmla="*/ 68580 h 103822"/>
                                <a:gd name="connsiteX14" fmla="*/ 143828 w 143827"/>
                                <a:gd name="connsiteY14" fmla="*/ 70485 h 103822"/>
                                <a:gd name="connsiteX15" fmla="*/ 143828 w 143827"/>
                                <a:gd name="connsiteY15" fmla="*/ 74295 h 103822"/>
                                <a:gd name="connsiteX16" fmla="*/ 143828 w 143827"/>
                                <a:gd name="connsiteY16" fmla="*/ 80010 h 103822"/>
                                <a:gd name="connsiteX17" fmla="*/ 142875 w 143827"/>
                                <a:gd name="connsiteY17" fmla="*/ 84773 h 103822"/>
                                <a:gd name="connsiteX18" fmla="*/ 141922 w 143827"/>
                                <a:gd name="connsiteY18" fmla="*/ 87630 h 103822"/>
                                <a:gd name="connsiteX19" fmla="*/ 141922 w 143827"/>
                                <a:gd name="connsiteY19" fmla="*/ 89535 h 103822"/>
                                <a:gd name="connsiteX20" fmla="*/ 141922 w 143827"/>
                                <a:gd name="connsiteY20" fmla="*/ 89535 h 103822"/>
                                <a:gd name="connsiteX21" fmla="*/ 141922 w 143827"/>
                                <a:gd name="connsiteY21" fmla="*/ 89535 h 103822"/>
                                <a:gd name="connsiteX22" fmla="*/ 141922 w 143827"/>
                                <a:gd name="connsiteY22" fmla="*/ 89535 h 103822"/>
                                <a:gd name="connsiteX23" fmla="*/ 141922 w 143827"/>
                                <a:gd name="connsiteY23" fmla="*/ 87630 h 103822"/>
                                <a:gd name="connsiteX24" fmla="*/ 141922 w 143827"/>
                                <a:gd name="connsiteY24" fmla="*/ 84773 h 103822"/>
                                <a:gd name="connsiteX25" fmla="*/ 141922 w 143827"/>
                                <a:gd name="connsiteY25" fmla="*/ 80010 h 103822"/>
                                <a:gd name="connsiteX26" fmla="*/ 141922 w 143827"/>
                                <a:gd name="connsiteY26" fmla="*/ 74295 h 103822"/>
                                <a:gd name="connsiteX27" fmla="*/ 141922 w 143827"/>
                                <a:gd name="connsiteY27" fmla="*/ 70485 h 103822"/>
                                <a:gd name="connsiteX28" fmla="*/ 141922 w 143827"/>
                                <a:gd name="connsiteY28" fmla="*/ 68580 h 103822"/>
                                <a:gd name="connsiteX29" fmla="*/ 141922 w 143827"/>
                                <a:gd name="connsiteY29" fmla="*/ 66675 h 103822"/>
                                <a:gd name="connsiteX30" fmla="*/ 141922 w 143827"/>
                                <a:gd name="connsiteY30" fmla="*/ 62865 h 103822"/>
                                <a:gd name="connsiteX31" fmla="*/ 140970 w 143827"/>
                                <a:gd name="connsiteY31" fmla="*/ 59055 h 103822"/>
                                <a:gd name="connsiteX32" fmla="*/ 139065 w 143827"/>
                                <a:gd name="connsiteY32" fmla="*/ 50482 h 103822"/>
                                <a:gd name="connsiteX33" fmla="*/ 139065 w 143827"/>
                                <a:gd name="connsiteY33" fmla="*/ 49530 h 103822"/>
                                <a:gd name="connsiteX34" fmla="*/ 139065 w 143827"/>
                                <a:gd name="connsiteY34" fmla="*/ 48577 h 103822"/>
                                <a:gd name="connsiteX35" fmla="*/ 139065 w 143827"/>
                                <a:gd name="connsiteY35" fmla="*/ 47625 h 103822"/>
                                <a:gd name="connsiteX36" fmla="*/ 138113 w 143827"/>
                                <a:gd name="connsiteY36" fmla="*/ 45720 h 103822"/>
                                <a:gd name="connsiteX37" fmla="*/ 137160 w 143827"/>
                                <a:gd name="connsiteY37" fmla="*/ 40957 h 103822"/>
                                <a:gd name="connsiteX38" fmla="*/ 132397 w 143827"/>
                                <a:gd name="connsiteY38" fmla="*/ 24765 h 103822"/>
                                <a:gd name="connsiteX39" fmla="*/ 128588 w 143827"/>
                                <a:gd name="connsiteY39" fmla="*/ 9525 h 103822"/>
                                <a:gd name="connsiteX40" fmla="*/ 126683 w 143827"/>
                                <a:gd name="connsiteY40" fmla="*/ 11430 h 103822"/>
                                <a:gd name="connsiteX41" fmla="*/ 123825 w 143827"/>
                                <a:gd name="connsiteY41" fmla="*/ 14288 h 103822"/>
                                <a:gd name="connsiteX42" fmla="*/ 120968 w 143827"/>
                                <a:gd name="connsiteY42" fmla="*/ 17145 h 103822"/>
                                <a:gd name="connsiteX43" fmla="*/ 114300 w 143827"/>
                                <a:gd name="connsiteY43" fmla="*/ 24765 h 103822"/>
                                <a:gd name="connsiteX44" fmla="*/ 113347 w 143827"/>
                                <a:gd name="connsiteY44" fmla="*/ 26670 h 103822"/>
                                <a:gd name="connsiteX45" fmla="*/ 113347 w 143827"/>
                                <a:gd name="connsiteY45" fmla="*/ 26670 h 103822"/>
                                <a:gd name="connsiteX46" fmla="*/ 111443 w 143827"/>
                                <a:gd name="connsiteY46" fmla="*/ 31432 h 103822"/>
                                <a:gd name="connsiteX47" fmla="*/ 110490 w 143827"/>
                                <a:gd name="connsiteY47" fmla="*/ 38100 h 103822"/>
                                <a:gd name="connsiteX48" fmla="*/ 111443 w 143827"/>
                                <a:gd name="connsiteY48" fmla="*/ 55245 h 103822"/>
                                <a:gd name="connsiteX49" fmla="*/ 112395 w 143827"/>
                                <a:gd name="connsiteY49" fmla="*/ 64770 h 103822"/>
                                <a:gd name="connsiteX50" fmla="*/ 112395 w 143827"/>
                                <a:gd name="connsiteY50" fmla="*/ 69532 h 103822"/>
                                <a:gd name="connsiteX51" fmla="*/ 112395 w 143827"/>
                                <a:gd name="connsiteY51" fmla="*/ 73343 h 103822"/>
                                <a:gd name="connsiteX52" fmla="*/ 112395 w 143827"/>
                                <a:gd name="connsiteY52" fmla="*/ 80962 h 103822"/>
                                <a:gd name="connsiteX53" fmla="*/ 112395 w 143827"/>
                                <a:gd name="connsiteY53" fmla="*/ 83820 h 103822"/>
                                <a:gd name="connsiteX54" fmla="*/ 112395 w 143827"/>
                                <a:gd name="connsiteY54" fmla="*/ 86677 h 103822"/>
                                <a:gd name="connsiteX55" fmla="*/ 109538 w 143827"/>
                                <a:gd name="connsiteY55" fmla="*/ 93345 h 103822"/>
                                <a:gd name="connsiteX56" fmla="*/ 108585 w 143827"/>
                                <a:gd name="connsiteY56" fmla="*/ 94298 h 103822"/>
                                <a:gd name="connsiteX57" fmla="*/ 108585 w 143827"/>
                                <a:gd name="connsiteY57" fmla="*/ 95250 h 103822"/>
                                <a:gd name="connsiteX58" fmla="*/ 107633 w 143827"/>
                                <a:gd name="connsiteY58" fmla="*/ 96202 h 103822"/>
                                <a:gd name="connsiteX59" fmla="*/ 107633 w 143827"/>
                                <a:gd name="connsiteY59" fmla="*/ 96202 h 103822"/>
                                <a:gd name="connsiteX60" fmla="*/ 107633 w 143827"/>
                                <a:gd name="connsiteY60" fmla="*/ 97155 h 103822"/>
                                <a:gd name="connsiteX61" fmla="*/ 105728 w 143827"/>
                                <a:gd name="connsiteY61" fmla="*/ 98107 h 103822"/>
                                <a:gd name="connsiteX62" fmla="*/ 106680 w 143827"/>
                                <a:gd name="connsiteY62" fmla="*/ 97155 h 103822"/>
                                <a:gd name="connsiteX63" fmla="*/ 106680 w 143827"/>
                                <a:gd name="connsiteY63" fmla="*/ 96202 h 103822"/>
                                <a:gd name="connsiteX64" fmla="*/ 106680 w 143827"/>
                                <a:gd name="connsiteY64" fmla="*/ 96202 h 103822"/>
                                <a:gd name="connsiteX65" fmla="*/ 106680 w 143827"/>
                                <a:gd name="connsiteY65" fmla="*/ 95250 h 103822"/>
                                <a:gd name="connsiteX66" fmla="*/ 106680 w 143827"/>
                                <a:gd name="connsiteY66" fmla="*/ 95250 h 103822"/>
                                <a:gd name="connsiteX67" fmla="*/ 106680 w 143827"/>
                                <a:gd name="connsiteY67" fmla="*/ 94298 h 103822"/>
                                <a:gd name="connsiteX68" fmla="*/ 108585 w 143827"/>
                                <a:gd name="connsiteY68" fmla="*/ 87630 h 103822"/>
                                <a:gd name="connsiteX69" fmla="*/ 108585 w 143827"/>
                                <a:gd name="connsiteY69" fmla="*/ 84773 h 103822"/>
                                <a:gd name="connsiteX70" fmla="*/ 108585 w 143827"/>
                                <a:gd name="connsiteY70" fmla="*/ 81915 h 103822"/>
                                <a:gd name="connsiteX71" fmla="*/ 108585 w 143827"/>
                                <a:gd name="connsiteY71" fmla="*/ 74295 h 103822"/>
                                <a:gd name="connsiteX72" fmla="*/ 108585 w 143827"/>
                                <a:gd name="connsiteY72" fmla="*/ 70485 h 103822"/>
                                <a:gd name="connsiteX73" fmla="*/ 108585 w 143827"/>
                                <a:gd name="connsiteY73" fmla="*/ 65723 h 103822"/>
                                <a:gd name="connsiteX74" fmla="*/ 107633 w 143827"/>
                                <a:gd name="connsiteY74" fmla="*/ 56198 h 103822"/>
                                <a:gd name="connsiteX75" fmla="*/ 105728 w 143827"/>
                                <a:gd name="connsiteY75" fmla="*/ 39052 h 103822"/>
                                <a:gd name="connsiteX76" fmla="*/ 106680 w 143827"/>
                                <a:gd name="connsiteY76" fmla="*/ 31432 h 103822"/>
                                <a:gd name="connsiteX77" fmla="*/ 106680 w 143827"/>
                                <a:gd name="connsiteY77" fmla="*/ 30480 h 103822"/>
                                <a:gd name="connsiteX78" fmla="*/ 103822 w 143827"/>
                                <a:gd name="connsiteY78" fmla="*/ 33337 h 103822"/>
                                <a:gd name="connsiteX79" fmla="*/ 95250 w 143827"/>
                                <a:gd name="connsiteY79" fmla="*/ 41910 h 103822"/>
                                <a:gd name="connsiteX80" fmla="*/ 87630 w 143827"/>
                                <a:gd name="connsiteY80" fmla="*/ 49530 h 103822"/>
                                <a:gd name="connsiteX81" fmla="*/ 86678 w 143827"/>
                                <a:gd name="connsiteY81" fmla="*/ 50482 h 103822"/>
                                <a:gd name="connsiteX82" fmla="*/ 85725 w 143827"/>
                                <a:gd name="connsiteY82" fmla="*/ 52387 h 103822"/>
                                <a:gd name="connsiteX83" fmla="*/ 83820 w 143827"/>
                                <a:gd name="connsiteY83" fmla="*/ 60007 h 103822"/>
                                <a:gd name="connsiteX84" fmla="*/ 83820 w 143827"/>
                                <a:gd name="connsiteY84" fmla="*/ 65723 h 103822"/>
                                <a:gd name="connsiteX85" fmla="*/ 82868 w 143827"/>
                                <a:gd name="connsiteY85" fmla="*/ 71437 h 103822"/>
                                <a:gd name="connsiteX86" fmla="*/ 82868 w 143827"/>
                                <a:gd name="connsiteY86" fmla="*/ 74295 h 103822"/>
                                <a:gd name="connsiteX87" fmla="*/ 81915 w 143827"/>
                                <a:gd name="connsiteY87" fmla="*/ 77152 h 103822"/>
                                <a:gd name="connsiteX88" fmla="*/ 80963 w 143827"/>
                                <a:gd name="connsiteY88" fmla="*/ 80010 h 103822"/>
                                <a:gd name="connsiteX89" fmla="*/ 80010 w 143827"/>
                                <a:gd name="connsiteY89" fmla="*/ 82868 h 103822"/>
                                <a:gd name="connsiteX90" fmla="*/ 79058 w 143827"/>
                                <a:gd name="connsiteY90" fmla="*/ 88582 h 103822"/>
                                <a:gd name="connsiteX91" fmla="*/ 77153 w 143827"/>
                                <a:gd name="connsiteY91" fmla="*/ 94298 h 103822"/>
                                <a:gd name="connsiteX92" fmla="*/ 76200 w 143827"/>
                                <a:gd name="connsiteY92" fmla="*/ 97155 h 103822"/>
                                <a:gd name="connsiteX93" fmla="*/ 75247 w 143827"/>
                                <a:gd name="connsiteY93" fmla="*/ 100012 h 103822"/>
                                <a:gd name="connsiteX94" fmla="*/ 75247 w 143827"/>
                                <a:gd name="connsiteY94" fmla="*/ 101918 h 103822"/>
                                <a:gd name="connsiteX95" fmla="*/ 75247 w 143827"/>
                                <a:gd name="connsiteY95" fmla="*/ 103823 h 103822"/>
                                <a:gd name="connsiteX96" fmla="*/ 74295 w 143827"/>
                                <a:gd name="connsiteY96" fmla="*/ 103823 h 103822"/>
                                <a:gd name="connsiteX97" fmla="*/ 74295 w 143827"/>
                                <a:gd name="connsiteY97" fmla="*/ 100965 h 103822"/>
                                <a:gd name="connsiteX98" fmla="*/ 75247 w 143827"/>
                                <a:gd name="connsiteY98" fmla="*/ 98107 h 103822"/>
                                <a:gd name="connsiteX99" fmla="*/ 76200 w 143827"/>
                                <a:gd name="connsiteY99" fmla="*/ 95250 h 103822"/>
                                <a:gd name="connsiteX100" fmla="*/ 77153 w 143827"/>
                                <a:gd name="connsiteY100" fmla="*/ 89535 h 103822"/>
                                <a:gd name="connsiteX101" fmla="*/ 78105 w 143827"/>
                                <a:gd name="connsiteY101" fmla="*/ 83820 h 103822"/>
                                <a:gd name="connsiteX102" fmla="*/ 78105 w 143827"/>
                                <a:gd name="connsiteY102" fmla="*/ 81915 h 103822"/>
                                <a:gd name="connsiteX103" fmla="*/ 78105 w 143827"/>
                                <a:gd name="connsiteY103" fmla="*/ 80010 h 103822"/>
                                <a:gd name="connsiteX104" fmla="*/ 79058 w 143827"/>
                                <a:gd name="connsiteY104" fmla="*/ 77152 h 103822"/>
                                <a:gd name="connsiteX105" fmla="*/ 79058 w 143827"/>
                                <a:gd name="connsiteY105" fmla="*/ 74295 h 103822"/>
                                <a:gd name="connsiteX106" fmla="*/ 79058 w 143827"/>
                                <a:gd name="connsiteY106" fmla="*/ 71437 h 103822"/>
                                <a:gd name="connsiteX107" fmla="*/ 79058 w 143827"/>
                                <a:gd name="connsiteY107" fmla="*/ 65723 h 103822"/>
                                <a:gd name="connsiteX108" fmla="*/ 79058 w 143827"/>
                                <a:gd name="connsiteY108" fmla="*/ 60007 h 103822"/>
                                <a:gd name="connsiteX109" fmla="*/ 79058 w 143827"/>
                                <a:gd name="connsiteY109" fmla="*/ 55245 h 103822"/>
                                <a:gd name="connsiteX110" fmla="*/ 74295 w 143827"/>
                                <a:gd name="connsiteY110" fmla="*/ 60960 h 103822"/>
                                <a:gd name="connsiteX111" fmla="*/ 65722 w 143827"/>
                                <a:gd name="connsiteY111" fmla="*/ 70485 h 103822"/>
                                <a:gd name="connsiteX112" fmla="*/ 61913 w 143827"/>
                                <a:gd name="connsiteY112" fmla="*/ 75248 h 103822"/>
                                <a:gd name="connsiteX113" fmla="*/ 58103 w 143827"/>
                                <a:gd name="connsiteY113" fmla="*/ 80010 h 103822"/>
                                <a:gd name="connsiteX114" fmla="*/ 52388 w 143827"/>
                                <a:gd name="connsiteY114" fmla="*/ 90487 h 103822"/>
                                <a:gd name="connsiteX115" fmla="*/ 50483 w 143827"/>
                                <a:gd name="connsiteY115" fmla="*/ 95250 h 103822"/>
                                <a:gd name="connsiteX116" fmla="*/ 48578 w 143827"/>
                                <a:gd name="connsiteY116" fmla="*/ 100012 h 103822"/>
                                <a:gd name="connsiteX117" fmla="*/ 47625 w 143827"/>
                                <a:gd name="connsiteY117" fmla="*/ 100012 h 103822"/>
                                <a:gd name="connsiteX118" fmla="*/ 47625 w 143827"/>
                                <a:gd name="connsiteY118" fmla="*/ 100012 h 103822"/>
                                <a:gd name="connsiteX119" fmla="*/ 49530 w 143827"/>
                                <a:gd name="connsiteY119" fmla="*/ 95250 h 103822"/>
                                <a:gd name="connsiteX120" fmla="*/ 51435 w 143827"/>
                                <a:gd name="connsiteY120" fmla="*/ 89535 h 103822"/>
                                <a:gd name="connsiteX121" fmla="*/ 57150 w 143827"/>
                                <a:gd name="connsiteY121" fmla="*/ 79057 h 103822"/>
                                <a:gd name="connsiteX122" fmla="*/ 59055 w 143827"/>
                                <a:gd name="connsiteY122" fmla="*/ 76200 h 103822"/>
                                <a:gd name="connsiteX123" fmla="*/ 60960 w 143827"/>
                                <a:gd name="connsiteY123" fmla="*/ 73343 h 103822"/>
                                <a:gd name="connsiteX124" fmla="*/ 62865 w 143827"/>
                                <a:gd name="connsiteY124" fmla="*/ 70485 h 103822"/>
                                <a:gd name="connsiteX125" fmla="*/ 64770 w 143827"/>
                                <a:gd name="connsiteY125" fmla="*/ 67627 h 103822"/>
                                <a:gd name="connsiteX126" fmla="*/ 72390 w 143827"/>
                                <a:gd name="connsiteY126" fmla="*/ 58102 h 103822"/>
                                <a:gd name="connsiteX127" fmla="*/ 80963 w 143827"/>
                                <a:gd name="connsiteY127" fmla="*/ 48577 h 103822"/>
                                <a:gd name="connsiteX128" fmla="*/ 86678 w 143827"/>
                                <a:gd name="connsiteY128" fmla="*/ 41910 h 103822"/>
                                <a:gd name="connsiteX129" fmla="*/ 84772 w 143827"/>
                                <a:gd name="connsiteY129" fmla="*/ 42862 h 103822"/>
                                <a:gd name="connsiteX130" fmla="*/ 78105 w 143827"/>
                                <a:gd name="connsiteY130" fmla="*/ 44768 h 103822"/>
                                <a:gd name="connsiteX131" fmla="*/ 60960 w 143827"/>
                                <a:gd name="connsiteY131" fmla="*/ 47625 h 103822"/>
                                <a:gd name="connsiteX132" fmla="*/ 50483 w 143827"/>
                                <a:gd name="connsiteY132" fmla="*/ 49530 h 103822"/>
                                <a:gd name="connsiteX133" fmla="*/ 40005 w 143827"/>
                                <a:gd name="connsiteY133" fmla="*/ 53340 h 103822"/>
                                <a:gd name="connsiteX134" fmla="*/ 29528 w 143827"/>
                                <a:gd name="connsiteY134" fmla="*/ 59055 h 103822"/>
                                <a:gd name="connsiteX135" fmla="*/ 20003 w 143827"/>
                                <a:gd name="connsiteY135" fmla="*/ 66675 h 103822"/>
                                <a:gd name="connsiteX136" fmla="*/ 16193 w 143827"/>
                                <a:gd name="connsiteY136" fmla="*/ 71437 h 103822"/>
                                <a:gd name="connsiteX137" fmla="*/ 12383 w 143827"/>
                                <a:gd name="connsiteY137" fmla="*/ 76200 h 103822"/>
                                <a:gd name="connsiteX138" fmla="*/ 10478 w 143827"/>
                                <a:gd name="connsiteY138" fmla="*/ 79057 h 103822"/>
                                <a:gd name="connsiteX139" fmla="*/ 8572 w 143827"/>
                                <a:gd name="connsiteY139" fmla="*/ 81915 h 103822"/>
                                <a:gd name="connsiteX140" fmla="*/ 5715 w 143827"/>
                                <a:gd name="connsiteY140" fmla="*/ 87630 h 103822"/>
                                <a:gd name="connsiteX141" fmla="*/ 5715 w 143827"/>
                                <a:gd name="connsiteY141" fmla="*/ 88582 h 103822"/>
                                <a:gd name="connsiteX142" fmla="*/ 5715 w 143827"/>
                                <a:gd name="connsiteY142" fmla="*/ 87630 h 103822"/>
                                <a:gd name="connsiteX143" fmla="*/ 5715 w 143827"/>
                                <a:gd name="connsiteY143" fmla="*/ 86677 h 103822"/>
                                <a:gd name="connsiteX144" fmla="*/ 11430 w 143827"/>
                                <a:gd name="connsiteY144" fmla="*/ 75248 h 103822"/>
                                <a:gd name="connsiteX145" fmla="*/ 19050 w 143827"/>
                                <a:gd name="connsiteY145" fmla="*/ 64770 h 103822"/>
                                <a:gd name="connsiteX146" fmla="*/ 28575 w 143827"/>
                                <a:gd name="connsiteY146" fmla="*/ 57150 h 103822"/>
                                <a:gd name="connsiteX147" fmla="*/ 39053 w 143827"/>
                                <a:gd name="connsiteY147" fmla="*/ 51435 h 103822"/>
                                <a:gd name="connsiteX148" fmla="*/ 49530 w 143827"/>
                                <a:gd name="connsiteY148" fmla="*/ 47625 h 103822"/>
                                <a:gd name="connsiteX149" fmla="*/ 60008 w 143827"/>
                                <a:gd name="connsiteY149" fmla="*/ 45720 h 103822"/>
                                <a:gd name="connsiteX150" fmla="*/ 77153 w 143827"/>
                                <a:gd name="connsiteY150" fmla="*/ 41910 h 103822"/>
                                <a:gd name="connsiteX151" fmla="*/ 83820 w 143827"/>
                                <a:gd name="connsiteY151" fmla="*/ 40005 h 103822"/>
                                <a:gd name="connsiteX152" fmla="*/ 88583 w 143827"/>
                                <a:gd name="connsiteY152" fmla="*/ 38100 h 103822"/>
                                <a:gd name="connsiteX153" fmla="*/ 91440 w 143827"/>
                                <a:gd name="connsiteY153" fmla="*/ 37148 h 103822"/>
                                <a:gd name="connsiteX154" fmla="*/ 97155 w 143827"/>
                                <a:gd name="connsiteY154" fmla="*/ 30480 h 103822"/>
                                <a:gd name="connsiteX155" fmla="*/ 100965 w 143827"/>
                                <a:gd name="connsiteY155" fmla="*/ 26670 h 103822"/>
                                <a:gd name="connsiteX156" fmla="*/ 104775 w 143827"/>
                                <a:gd name="connsiteY156" fmla="*/ 22860 h 103822"/>
                                <a:gd name="connsiteX157" fmla="*/ 111443 w 143827"/>
                                <a:gd name="connsiteY157" fmla="*/ 15240 h 103822"/>
                                <a:gd name="connsiteX158" fmla="*/ 112395 w 143827"/>
                                <a:gd name="connsiteY158" fmla="*/ 14288 h 103822"/>
                                <a:gd name="connsiteX159" fmla="*/ 111443 w 143827"/>
                                <a:gd name="connsiteY159" fmla="*/ 14288 h 103822"/>
                                <a:gd name="connsiteX160" fmla="*/ 104775 w 143827"/>
                                <a:gd name="connsiteY160" fmla="*/ 14288 h 103822"/>
                                <a:gd name="connsiteX161" fmla="*/ 100965 w 143827"/>
                                <a:gd name="connsiteY161" fmla="*/ 14288 h 103822"/>
                                <a:gd name="connsiteX162" fmla="*/ 96203 w 143827"/>
                                <a:gd name="connsiteY162" fmla="*/ 14288 h 103822"/>
                                <a:gd name="connsiteX163" fmla="*/ 86678 w 143827"/>
                                <a:gd name="connsiteY163" fmla="*/ 14288 h 103822"/>
                                <a:gd name="connsiteX164" fmla="*/ 75247 w 143827"/>
                                <a:gd name="connsiteY164" fmla="*/ 14288 h 103822"/>
                                <a:gd name="connsiteX165" fmla="*/ 63818 w 143827"/>
                                <a:gd name="connsiteY165" fmla="*/ 14288 h 103822"/>
                                <a:gd name="connsiteX166" fmla="*/ 51435 w 143827"/>
                                <a:gd name="connsiteY166" fmla="*/ 15240 h 103822"/>
                                <a:gd name="connsiteX167" fmla="*/ 39053 w 143827"/>
                                <a:gd name="connsiteY167" fmla="*/ 18098 h 103822"/>
                                <a:gd name="connsiteX168" fmla="*/ 26670 w 143827"/>
                                <a:gd name="connsiteY168" fmla="*/ 22860 h 103822"/>
                                <a:gd name="connsiteX169" fmla="*/ 20955 w 143827"/>
                                <a:gd name="connsiteY169" fmla="*/ 25718 h 103822"/>
                                <a:gd name="connsiteX170" fmla="*/ 15240 w 143827"/>
                                <a:gd name="connsiteY170" fmla="*/ 29527 h 103822"/>
                                <a:gd name="connsiteX171" fmla="*/ 10478 w 143827"/>
                                <a:gd name="connsiteY171" fmla="*/ 33337 h 103822"/>
                                <a:gd name="connsiteX172" fmla="*/ 5715 w 143827"/>
                                <a:gd name="connsiteY172" fmla="*/ 38100 h 103822"/>
                                <a:gd name="connsiteX173" fmla="*/ 1905 w 143827"/>
                                <a:gd name="connsiteY173" fmla="*/ 42862 h 103822"/>
                                <a:gd name="connsiteX174" fmla="*/ 0 w 143827"/>
                                <a:gd name="connsiteY174" fmla="*/ 45720 h 103822"/>
                                <a:gd name="connsiteX175" fmla="*/ 0 w 143827"/>
                                <a:gd name="connsiteY175" fmla="*/ 44768 h 103822"/>
                                <a:gd name="connsiteX176" fmla="*/ 1905 w 143827"/>
                                <a:gd name="connsiteY176" fmla="*/ 42862 h 103822"/>
                                <a:gd name="connsiteX177" fmla="*/ 5715 w 143827"/>
                                <a:gd name="connsiteY177" fmla="*/ 38100 h 103822"/>
                                <a:gd name="connsiteX178" fmla="*/ 10478 w 143827"/>
                                <a:gd name="connsiteY178" fmla="*/ 33337 h 103822"/>
                                <a:gd name="connsiteX179" fmla="*/ 15240 w 143827"/>
                                <a:gd name="connsiteY179" fmla="*/ 29527 h 103822"/>
                                <a:gd name="connsiteX180" fmla="*/ 20955 w 143827"/>
                                <a:gd name="connsiteY180" fmla="*/ 25718 h 103822"/>
                                <a:gd name="connsiteX181" fmla="*/ 26670 w 143827"/>
                                <a:gd name="connsiteY181" fmla="*/ 21907 h 103822"/>
                                <a:gd name="connsiteX182" fmla="*/ 39053 w 143827"/>
                                <a:gd name="connsiteY182" fmla="*/ 17145 h 103822"/>
                                <a:gd name="connsiteX183" fmla="*/ 51435 w 143827"/>
                                <a:gd name="connsiteY183" fmla="*/ 14288 h 103822"/>
                                <a:gd name="connsiteX184" fmla="*/ 63818 w 143827"/>
                                <a:gd name="connsiteY184" fmla="*/ 12382 h 103822"/>
                                <a:gd name="connsiteX185" fmla="*/ 76200 w 143827"/>
                                <a:gd name="connsiteY185" fmla="*/ 11430 h 103822"/>
                                <a:gd name="connsiteX186" fmla="*/ 87630 w 143827"/>
                                <a:gd name="connsiteY186" fmla="*/ 11430 h 103822"/>
                                <a:gd name="connsiteX187" fmla="*/ 97155 w 143827"/>
                                <a:gd name="connsiteY187" fmla="*/ 11430 h 103822"/>
                                <a:gd name="connsiteX188" fmla="*/ 100965 w 143827"/>
                                <a:gd name="connsiteY188" fmla="*/ 11430 h 103822"/>
                                <a:gd name="connsiteX189" fmla="*/ 104775 w 143827"/>
                                <a:gd name="connsiteY189" fmla="*/ 11430 h 103822"/>
                                <a:gd name="connsiteX190" fmla="*/ 111443 w 143827"/>
                                <a:gd name="connsiteY190" fmla="*/ 11430 h 103822"/>
                                <a:gd name="connsiteX191" fmla="*/ 114300 w 143827"/>
                                <a:gd name="connsiteY191" fmla="*/ 11430 h 103822"/>
                                <a:gd name="connsiteX192" fmla="*/ 114300 w 143827"/>
                                <a:gd name="connsiteY192" fmla="*/ 11430 h 103822"/>
                                <a:gd name="connsiteX193" fmla="*/ 117158 w 143827"/>
                                <a:gd name="connsiteY193" fmla="*/ 8573 h 103822"/>
                                <a:gd name="connsiteX194" fmla="*/ 120968 w 143827"/>
                                <a:gd name="connsiteY194" fmla="*/ 3810 h 103822"/>
                                <a:gd name="connsiteX195" fmla="*/ 124778 w 143827"/>
                                <a:gd name="connsiteY195" fmla="*/ 0 h 103822"/>
                                <a:gd name="connsiteX196" fmla="*/ 128588 w 143827"/>
                                <a:gd name="connsiteY196" fmla="*/ 3810 h 103822"/>
                                <a:gd name="connsiteX197" fmla="*/ 130493 w 143827"/>
                                <a:gd name="connsiteY197" fmla="*/ 5715 h 103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43827" h="103822">
                                  <a:moveTo>
                                    <a:pt x="130493" y="5715"/>
                                  </a:moveTo>
                                  <a:cubicBezTo>
                                    <a:pt x="130493" y="5715"/>
                                    <a:pt x="130493" y="6667"/>
                                    <a:pt x="130493" y="6667"/>
                                  </a:cubicBezTo>
                                  <a:cubicBezTo>
                                    <a:pt x="130493" y="6667"/>
                                    <a:pt x="130493" y="8573"/>
                                    <a:pt x="131445" y="11430"/>
                                  </a:cubicBezTo>
                                  <a:cubicBezTo>
                                    <a:pt x="132397" y="14288"/>
                                    <a:pt x="133350" y="18098"/>
                                    <a:pt x="134303" y="23812"/>
                                  </a:cubicBezTo>
                                  <a:cubicBezTo>
                                    <a:pt x="135255" y="28575"/>
                                    <a:pt x="137160" y="34290"/>
                                    <a:pt x="139065" y="40005"/>
                                  </a:cubicBezTo>
                                  <a:cubicBezTo>
                                    <a:pt x="140018" y="41910"/>
                                    <a:pt x="140018" y="42862"/>
                                    <a:pt x="140018" y="44768"/>
                                  </a:cubicBezTo>
                                  <a:cubicBezTo>
                                    <a:pt x="140018" y="45720"/>
                                    <a:pt x="140018" y="46673"/>
                                    <a:pt x="140970" y="46673"/>
                                  </a:cubicBezTo>
                                  <a:lnTo>
                                    <a:pt x="140970" y="47625"/>
                                  </a:lnTo>
                                  <a:lnTo>
                                    <a:pt x="140970" y="48577"/>
                                  </a:lnTo>
                                  <a:lnTo>
                                    <a:pt x="140970" y="49530"/>
                                  </a:lnTo>
                                  <a:cubicBezTo>
                                    <a:pt x="141922" y="52387"/>
                                    <a:pt x="141922" y="55245"/>
                                    <a:pt x="142875" y="58102"/>
                                  </a:cubicBezTo>
                                  <a:cubicBezTo>
                                    <a:pt x="142875" y="60007"/>
                                    <a:pt x="142875" y="60960"/>
                                    <a:pt x="143828" y="62865"/>
                                  </a:cubicBezTo>
                                  <a:cubicBezTo>
                                    <a:pt x="143828" y="63818"/>
                                    <a:pt x="143828" y="65723"/>
                                    <a:pt x="143828" y="66675"/>
                                  </a:cubicBezTo>
                                  <a:cubicBezTo>
                                    <a:pt x="143828" y="67627"/>
                                    <a:pt x="143828" y="67627"/>
                                    <a:pt x="143828" y="68580"/>
                                  </a:cubicBezTo>
                                  <a:cubicBezTo>
                                    <a:pt x="143828" y="69532"/>
                                    <a:pt x="143828" y="69532"/>
                                    <a:pt x="143828" y="70485"/>
                                  </a:cubicBezTo>
                                  <a:cubicBezTo>
                                    <a:pt x="143828" y="71437"/>
                                    <a:pt x="143828" y="72390"/>
                                    <a:pt x="143828" y="74295"/>
                                  </a:cubicBezTo>
                                  <a:cubicBezTo>
                                    <a:pt x="143828" y="76200"/>
                                    <a:pt x="143828" y="78105"/>
                                    <a:pt x="143828" y="80010"/>
                                  </a:cubicBezTo>
                                  <a:cubicBezTo>
                                    <a:pt x="143828" y="81915"/>
                                    <a:pt x="143828" y="82868"/>
                                    <a:pt x="142875" y="84773"/>
                                  </a:cubicBezTo>
                                  <a:cubicBezTo>
                                    <a:pt x="142875" y="85725"/>
                                    <a:pt x="142875" y="86677"/>
                                    <a:pt x="141922" y="87630"/>
                                  </a:cubicBezTo>
                                  <a:cubicBezTo>
                                    <a:pt x="141922" y="88582"/>
                                    <a:pt x="141922" y="88582"/>
                                    <a:pt x="141922" y="89535"/>
                                  </a:cubicBezTo>
                                  <a:cubicBezTo>
                                    <a:pt x="141922" y="89535"/>
                                    <a:pt x="141922" y="89535"/>
                                    <a:pt x="141922" y="89535"/>
                                  </a:cubicBezTo>
                                  <a:lnTo>
                                    <a:pt x="141922" y="89535"/>
                                  </a:lnTo>
                                  <a:cubicBezTo>
                                    <a:pt x="141922" y="89535"/>
                                    <a:pt x="141922" y="89535"/>
                                    <a:pt x="141922" y="89535"/>
                                  </a:cubicBezTo>
                                  <a:cubicBezTo>
                                    <a:pt x="141922" y="89535"/>
                                    <a:pt x="141922" y="88582"/>
                                    <a:pt x="141922" y="87630"/>
                                  </a:cubicBezTo>
                                  <a:cubicBezTo>
                                    <a:pt x="141922" y="86677"/>
                                    <a:pt x="141922" y="85725"/>
                                    <a:pt x="141922" y="84773"/>
                                  </a:cubicBezTo>
                                  <a:cubicBezTo>
                                    <a:pt x="141922" y="83820"/>
                                    <a:pt x="141922" y="81915"/>
                                    <a:pt x="141922" y="80010"/>
                                  </a:cubicBezTo>
                                  <a:cubicBezTo>
                                    <a:pt x="141922" y="78105"/>
                                    <a:pt x="141922" y="76200"/>
                                    <a:pt x="141922" y="74295"/>
                                  </a:cubicBezTo>
                                  <a:cubicBezTo>
                                    <a:pt x="141922" y="73343"/>
                                    <a:pt x="141922" y="72390"/>
                                    <a:pt x="141922" y="70485"/>
                                  </a:cubicBezTo>
                                  <a:cubicBezTo>
                                    <a:pt x="141922" y="69532"/>
                                    <a:pt x="141922" y="69532"/>
                                    <a:pt x="141922" y="68580"/>
                                  </a:cubicBezTo>
                                  <a:cubicBezTo>
                                    <a:pt x="141922" y="67627"/>
                                    <a:pt x="141922" y="67627"/>
                                    <a:pt x="141922" y="66675"/>
                                  </a:cubicBezTo>
                                  <a:cubicBezTo>
                                    <a:pt x="141922" y="65723"/>
                                    <a:pt x="141922" y="63818"/>
                                    <a:pt x="141922" y="62865"/>
                                  </a:cubicBezTo>
                                  <a:cubicBezTo>
                                    <a:pt x="141922" y="61912"/>
                                    <a:pt x="141922" y="60007"/>
                                    <a:pt x="140970" y="59055"/>
                                  </a:cubicBezTo>
                                  <a:cubicBezTo>
                                    <a:pt x="140970" y="56198"/>
                                    <a:pt x="140018" y="53340"/>
                                    <a:pt x="139065" y="50482"/>
                                  </a:cubicBezTo>
                                  <a:lnTo>
                                    <a:pt x="139065" y="49530"/>
                                  </a:lnTo>
                                  <a:lnTo>
                                    <a:pt x="139065" y="48577"/>
                                  </a:lnTo>
                                  <a:lnTo>
                                    <a:pt x="139065" y="47625"/>
                                  </a:lnTo>
                                  <a:cubicBezTo>
                                    <a:pt x="139065" y="46673"/>
                                    <a:pt x="138113" y="45720"/>
                                    <a:pt x="138113" y="45720"/>
                                  </a:cubicBezTo>
                                  <a:cubicBezTo>
                                    <a:pt x="138113" y="43815"/>
                                    <a:pt x="137160" y="42862"/>
                                    <a:pt x="137160" y="40957"/>
                                  </a:cubicBezTo>
                                  <a:cubicBezTo>
                                    <a:pt x="135255" y="35243"/>
                                    <a:pt x="133350" y="29527"/>
                                    <a:pt x="132397" y="24765"/>
                                  </a:cubicBezTo>
                                  <a:cubicBezTo>
                                    <a:pt x="130493" y="18098"/>
                                    <a:pt x="129540" y="12382"/>
                                    <a:pt x="128588" y="9525"/>
                                  </a:cubicBezTo>
                                  <a:cubicBezTo>
                                    <a:pt x="127635" y="10477"/>
                                    <a:pt x="127635" y="10477"/>
                                    <a:pt x="126683" y="11430"/>
                                  </a:cubicBezTo>
                                  <a:cubicBezTo>
                                    <a:pt x="125730" y="12382"/>
                                    <a:pt x="124778" y="13335"/>
                                    <a:pt x="123825" y="14288"/>
                                  </a:cubicBezTo>
                                  <a:cubicBezTo>
                                    <a:pt x="122872" y="15240"/>
                                    <a:pt x="121920" y="16193"/>
                                    <a:pt x="120968" y="17145"/>
                                  </a:cubicBezTo>
                                  <a:cubicBezTo>
                                    <a:pt x="119063" y="19050"/>
                                    <a:pt x="116205" y="21907"/>
                                    <a:pt x="114300" y="24765"/>
                                  </a:cubicBezTo>
                                  <a:cubicBezTo>
                                    <a:pt x="114300" y="25718"/>
                                    <a:pt x="113347" y="25718"/>
                                    <a:pt x="113347" y="26670"/>
                                  </a:cubicBezTo>
                                  <a:cubicBezTo>
                                    <a:pt x="113347" y="26670"/>
                                    <a:pt x="113347" y="26670"/>
                                    <a:pt x="113347" y="26670"/>
                                  </a:cubicBezTo>
                                  <a:cubicBezTo>
                                    <a:pt x="112395" y="27623"/>
                                    <a:pt x="112395" y="29527"/>
                                    <a:pt x="111443" y="31432"/>
                                  </a:cubicBezTo>
                                  <a:cubicBezTo>
                                    <a:pt x="110490" y="33337"/>
                                    <a:pt x="110490" y="36195"/>
                                    <a:pt x="110490" y="38100"/>
                                  </a:cubicBezTo>
                                  <a:cubicBezTo>
                                    <a:pt x="110490" y="42862"/>
                                    <a:pt x="110490" y="49530"/>
                                    <a:pt x="111443" y="55245"/>
                                  </a:cubicBezTo>
                                  <a:cubicBezTo>
                                    <a:pt x="111443" y="58102"/>
                                    <a:pt x="112395" y="60960"/>
                                    <a:pt x="112395" y="64770"/>
                                  </a:cubicBezTo>
                                  <a:cubicBezTo>
                                    <a:pt x="112395" y="66675"/>
                                    <a:pt x="112395" y="67627"/>
                                    <a:pt x="112395" y="69532"/>
                                  </a:cubicBezTo>
                                  <a:cubicBezTo>
                                    <a:pt x="112395" y="71437"/>
                                    <a:pt x="112395" y="72390"/>
                                    <a:pt x="112395" y="73343"/>
                                  </a:cubicBezTo>
                                  <a:cubicBezTo>
                                    <a:pt x="112395" y="76200"/>
                                    <a:pt x="112395" y="78105"/>
                                    <a:pt x="112395" y="80962"/>
                                  </a:cubicBezTo>
                                  <a:cubicBezTo>
                                    <a:pt x="112395" y="81915"/>
                                    <a:pt x="112395" y="82868"/>
                                    <a:pt x="112395" y="83820"/>
                                  </a:cubicBezTo>
                                  <a:cubicBezTo>
                                    <a:pt x="112395" y="84773"/>
                                    <a:pt x="112395" y="85725"/>
                                    <a:pt x="112395" y="86677"/>
                                  </a:cubicBezTo>
                                  <a:cubicBezTo>
                                    <a:pt x="112395" y="89535"/>
                                    <a:pt x="111443" y="91440"/>
                                    <a:pt x="109538" y="93345"/>
                                  </a:cubicBezTo>
                                  <a:cubicBezTo>
                                    <a:pt x="109538" y="93345"/>
                                    <a:pt x="109538" y="93345"/>
                                    <a:pt x="108585" y="94298"/>
                                  </a:cubicBezTo>
                                  <a:cubicBezTo>
                                    <a:pt x="108585" y="94298"/>
                                    <a:pt x="108585" y="94298"/>
                                    <a:pt x="108585" y="95250"/>
                                  </a:cubicBezTo>
                                  <a:cubicBezTo>
                                    <a:pt x="108585" y="95250"/>
                                    <a:pt x="108585" y="95250"/>
                                    <a:pt x="107633" y="96202"/>
                                  </a:cubicBezTo>
                                  <a:cubicBezTo>
                                    <a:pt x="107633" y="96202"/>
                                    <a:pt x="107633" y="96202"/>
                                    <a:pt x="107633" y="96202"/>
                                  </a:cubicBezTo>
                                  <a:cubicBezTo>
                                    <a:pt x="107633" y="96202"/>
                                    <a:pt x="107633" y="96202"/>
                                    <a:pt x="107633" y="97155"/>
                                  </a:cubicBezTo>
                                  <a:cubicBezTo>
                                    <a:pt x="106680" y="97155"/>
                                    <a:pt x="106680" y="98107"/>
                                    <a:pt x="105728" y="98107"/>
                                  </a:cubicBezTo>
                                  <a:cubicBezTo>
                                    <a:pt x="105728" y="98107"/>
                                    <a:pt x="106680" y="97155"/>
                                    <a:pt x="106680" y="97155"/>
                                  </a:cubicBezTo>
                                  <a:cubicBezTo>
                                    <a:pt x="106680" y="97155"/>
                                    <a:pt x="106680" y="97155"/>
                                    <a:pt x="106680" y="96202"/>
                                  </a:cubicBezTo>
                                  <a:cubicBezTo>
                                    <a:pt x="106680" y="96202"/>
                                    <a:pt x="106680" y="96202"/>
                                    <a:pt x="106680" y="96202"/>
                                  </a:cubicBezTo>
                                  <a:cubicBezTo>
                                    <a:pt x="106680" y="96202"/>
                                    <a:pt x="106680" y="96202"/>
                                    <a:pt x="106680" y="95250"/>
                                  </a:cubicBezTo>
                                  <a:cubicBezTo>
                                    <a:pt x="106680" y="95250"/>
                                    <a:pt x="106680" y="95250"/>
                                    <a:pt x="106680" y="95250"/>
                                  </a:cubicBezTo>
                                  <a:cubicBezTo>
                                    <a:pt x="106680" y="95250"/>
                                    <a:pt x="106680" y="95250"/>
                                    <a:pt x="106680" y="94298"/>
                                  </a:cubicBezTo>
                                  <a:cubicBezTo>
                                    <a:pt x="107633" y="93345"/>
                                    <a:pt x="108585" y="91440"/>
                                    <a:pt x="108585" y="87630"/>
                                  </a:cubicBezTo>
                                  <a:cubicBezTo>
                                    <a:pt x="108585" y="86677"/>
                                    <a:pt x="108585" y="85725"/>
                                    <a:pt x="108585" y="84773"/>
                                  </a:cubicBezTo>
                                  <a:cubicBezTo>
                                    <a:pt x="108585" y="83820"/>
                                    <a:pt x="108585" y="82868"/>
                                    <a:pt x="108585" y="81915"/>
                                  </a:cubicBezTo>
                                  <a:cubicBezTo>
                                    <a:pt x="108585" y="80010"/>
                                    <a:pt x="108585" y="77152"/>
                                    <a:pt x="108585" y="74295"/>
                                  </a:cubicBezTo>
                                  <a:cubicBezTo>
                                    <a:pt x="108585" y="73343"/>
                                    <a:pt x="108585" y="71437"/>
                                    <a:pt x="108585" y="70485"/>
                                  </a:cubicBezTo>
                                  <a:cubicBezTo>
                                    <a:pt x="108585" y="68580"/>
                                    <a:pt x="108585" y="67627"/>
                                    <a:pt x="108585" y="65723"/>
                                  </a:cubicBezTo>
                                  <a:cubicBezTo>
                                    <a:pt x="108585" y="62865"/>
                                    <a:pt x="107633" y="60007"/>
                                    <a:pt x="107633" y="56198"/>
                                  </a:cubicBezTo>
                                  <a:cubicBezTo>
                                    <a:pt x="106680" y="50482"/>
                                    <a:pt x="105728" y="43815"/>
                                    <a:pt x="105728" y="39052"/>
                                  </a:cubicBezTo>
                                  <a:cubicBezTo>
                                    <a:pt x="105728" y="36195"/>
                                    <a:pt x="105728" y="34290"/>
                                    <a:pt x="106680" y="31432"/>
                                  </a:cubicBezTo>
                                  <a:cubicBezTo>
                                    <a:pt x="106680" y="31432"/>
                                    <a:pt x="106680" y="31432"/>
                                    <a:pt x="106680" y="30480"/>
                                  </a:cubicBezTo>
                                  <a:cubicBezTo>
                                    <a:pt x="105728" y="31432"/>
                                    <a:pt x="104775" y="32385"/>
                                    <a:pt x="103822" y="33337"/>
                                  </a:cubicBezTo>
                                  <a:cubicBezTo>
                                    <a:pt x="100965" y="36195"/>
                                    <a:pt x="98108" y="39052"/>
                                    <a:pt x="95250" y="41910"/>
                                  </a:cubicBezTo>
                                  <a:cubicBezTo>
                                    <a:pt x="92393" y="44768"/>
                                    <a:pt x="90488" y="46673"/>
                                    <a:pt x="87630" y="49530"/>
                                  </a:cubicBezTo>
                                  <a:cubicBezTo>
                                    <a:pt x="87630" y="49530"/>
                                    <a:pt x="87630" y="49530"/>
                                    <a:pt x="86678" y="50482"/>
                                  </a:cubicBezTo>
                                  <a:cubicBezTo>
                                    <a:pt x="86678" y="50482"/>
                                    <a:pt x="85725" y="51435"/>
                                    <a:pt x="85725" y="52387"/>
                                  </a:cubicBezTo>
                                  <a:cubicBezTo>
                                    <a:pt x="84772" y="54293"/>
                                    <a:pt x="83820" y="57150"/>
                                    <a:pt x="83820" y="60007"/>
                                  </a:cubicBezTo>
                                  <a:cubicBezTo>
                                    <a:pt x="83820" y="61912"/>
                                    <a:pt x="83820" y="63818"/>
                                    <a:pt x="83820" y="65723"/>
                                  </a:cubicBezTo>
                                  <a:cubicBezTo>
                                    <a:pt x="83820" y="67627"/>
                                    <a:pt x="83820" y="69532"/>
                                    <a:pt x="82868" y="71437"/>
                                  </a:cubicBezTo>
                                  <a:cubicBezTo>
                                    <a:pt x="82868" y="72390"/>
                                    <a:pt x="82868" y="73343"/>
                                    <a:pt x="82868" y="74295"/>
                                  </a:cubicBezTo>
                                  <a:cubicBezTo>
                                    <a:pt x="82868" y="75248"/>
                                    <a:pt x="82868" y="76200"/>
                                    <a:pt x="81915" y="77152"/>
                                  </a:cubicBezTo>
                                  <a:cubicBezTo>
                                    <a:pt x="81915" y="78105"/>
                                    <a:pt x="81915" y="79057"/>
                                    <a:pt x="80963" y="80010"/>
                                  </a:cubicBezTo>
                                  <a:cubicBezTo>
                                    <a:pt x="80963" y="80962"/>
                                    <a:pt x="80010" y="81915"/>
                                    <a:pt x="80010" y="82868"/>
                                  </a:cubicBezTo>
                                  <a:cubicBezTo>
                                    <a:pt x="80010" y="84773"/>
                                    <a:pt x="79058" y="86677"/>
                                    <a:pt x="79058" y="88582"/>
                                  </a:cubicBezTo>
                                  <a:cubicBezTo>
                                    <a:pt x="78105" y="90487"/>
                                    <a:pt x="78105" y="92393"/>
                                    <a:pt x="77153" y="94298"/>
                                  </a:cubicBezTo>
                                  <a:cubicBezTo>
                                    <a:pt x="77153" y="95250"/>
                                    <a:pt x="77153" y="96202"/>
                                    <a:pt x="76200" y="97155"/>
                                  </a:cubicBezTo>
                                  <a:cubicBezTo>
                                    <a:pt x="76200" y="98107"/>
                                    <a:pt x="76200" y="99060"/>
                                    <a:pt x="75247" y="100012"/>
                                  </a:cubicBezTo>
                                  <a:cubicBezTo>
                                    <a:pt x="75247" y="100965"/>
                                    <a:pt x="75247" y="100965"/>
                                    <a:pt x="75247" y="101918"/>
                                  </a:cubicBezTo>
                                  <a:cubicBezTo>
                                    <a:pt x="75247" y="102870"/>
                                    <a:pt x="75247" y="102870"/>
                                    <a:pt x="75247" y="103823"/>
                                  </a:cubicBezTo>
                                  <a:cubicBezTo>
                                    <a:pt x="75247" y="103823"/>
                                    <a:pt x="75247" y="103823"/>
                                    <a:pt x="74295" y="103823"/>
                                  </a:cubicBezTo>
                                  <a:cubicBezTo>
                                    <a:pt x="74295" y="102870"/>
                                    <a:pt x="74295" y="101918"/>
                                    <a:pt x="74295" y="100965"/>
                                  </a:cubicBezTo>
                                  <a:cubicBezTo>
                                    <a:pt x="74295" y="100012"/>
                                    <a:pt x="74295" y="99060"/>
                                    <a:pt x="75247" y="98107"/>
                                  </a:cubicBezTo>
                                  <a:cubicBezTo>
                                    <a:pt x="75247" y="97155"/>
                                    <a:pt x="75247" y="96202"/>
                                    <a:pt x="76200" y="95250"/>
                                  </a:cubicBezTo>
                                  <a:cubicBezTo>
                                    <a:pt x="76200" y="93345"/>
                                    <a:pt x="77153" y="91440"/>
                                    <a:pt x="77153" y="89535"/>
                                  </a:cubicBezTo>
                                  <a:cubicBezTo>
                                    <a:pt x="77153" y="87630"/>
                                    <a:pt x="78105" y="85725"/>
                                    <a:pt x="78105" y="83820"/>
                                  </a:cubicBezTo>
                                  <a:lnTo>
                                    <a:pt x="78105" y="81915"/>
                                  </a:lnTo>
                                  <a:lnTo>
                                    <a:pt x="78105" y="80010"/>
                                  </a:lnTo>
                                  <a:cubicBezTo>
                                    <a:pt x="78105" y="79057"/>
                                    <a:pt x="78105" y="78105"/>
                                    <a:pt x="79058" y="77152"/>
                                  </a:cubicBezTo>
                                  <a:cubicBezTo>
                                    <a:pt x="79058" y="76200"/>
                                    <a:pt x="79058" y="75248"/>
                                    <a:pt x="79058" y="74295"/>
                                  </a:cubicBezTo>
                                  <a:cubicBezTo>
                                    <a:pt x="79058" y="73343"/>
                                    <a:pt x="79058" y="72390"/>
                                    <a:pt x="79058" y="71437"/>
                                  </a:cubicBezTo>
                                  <a:cubicBezTo>
                                    <a:pt x="79058" y="69532"/>
                                    <a:pt x="79058" y="67627"/>
                                    <a:pt x="79058" y="65723"/>
                                  </a:cubicBezTo>
                                  <a:cubicBezTo>
                                    <a:pt x="79058" y="63818"/>
                                    <a:pt x="79058" y="61912"/>
                                    <a:pt x="79058" y="60007"/>
                                  </a:cubicBezTo>
                                  <a:cubicBezTo>
                                    <a:pt x="79058" y="58102"/>
                                    <a:pt x="79058" y="56198"/>
                                    <a:pt x="79058" y="55245"/>
                                  </a:cubicBezTo>
                                  <a:cubicBezTo>
                                    <a:pt x="77153" y="57150"/>
                                    <a:pt x="76200" y="59055"/>
                                    <a:pt x="74295" y="60960"/>
                                  </a:cubicBezTo>
                                  <a:cubicBezTo>
                                    <a:pt x="71438" y="63818"/>
                                    <a:pt x="68580" y="67627"/>
                                    <a:pt x="65722" y="70485"/>
                                  </a:cubicBezTo>
                                  <a:cubicBezTo>
                                    <a:pt x="64770" y="72390"/>
                                    <a:pt x="62865" y="73343"/>
                                    <a:pt x="61913" y="75248"/>
                                  </a:cubicBezTo>
                                  <a:cubicBezTo>
                                    <a:pt x="60960" y="77152"/>
                                    <a:pt x="60008" y="79057"/>
                                    <a:pt x="58103" y="80010"/>
                                  </a:cubicBezTo>
                                  <a:cubicBezTo>
                                    <a:pt x="56197" y="82868"/>
                                    <a:pt x="53340" y="86677"/>
                                    <a:pt x="52388" y="90487"/>
                                  </a:cubicBezTo>
                                  <a:cubicBezTo>
                                    <a:pt x="51435" y="92393"/>
                                    <a:pt x="50483" y="94298"/>
                                    <a:pt x="50483" y="95250"/>
                                  </a:cubicBezTo>
                                  <a:cubicBezTo>
                                    <a:pt x="49530" y="97155"/>
                                    <a:pt x="49530" y="98107"/>
                                    <a:pt x="48578" y="100012"/>
                                  </a:cubicBezTo>
                                  <a:cubicBezTo>
                                    <a:pt x="48578" y="100012"/>
                                    <a:pt x="47625" y="100012"/>
                                    <a:pt x="47625" y="100012"/>
                                  </a:cubicBezTo>
                                  <a:lnTo>
                                    <a:pt x="47625" y="100012"/>
                                  </a:lnTo>
                                  <a:cubicBezTo>
                                    <a:pt x="47625" y="98107"/>
                                    <a:pt x="48578" y="97155"/>
                                    <a:pt x="49530" y="95250"/>
                                  </a:cubicBezTo>
                                  <a:cubicBezTo>
                                    <a:pt x="50483" y="93345"/>
                                    <a:pt x="50483" y="91440"/>
                                    <a:pt x="51435" y="89535"/>
                                  </a:cubicBezTo>
                                  <a:cubicBezTo>
                                    <a:pt x="53340" y="85725"/>
                                    <a:pt x="55245" y="82868"/>
                                    <a:pt x="57150" y="79057"/>
                                  </a:cubicBezTo>
                                  <a:cubicBezTo>
                                    <a:pt x="58103" y="78105"/>
                                    <a:pt x="58103" y="77152"/>
                                    <a:pt x="59055" y="76200"/>
                                  </a:cubicBezTo>
                                  <a:cubicBezTo>
                                    <a:pt x="60008" y="75248"/>
                                    <a:pt x="60008" y="74295"/>
                                    <a:pt x="60960" y="73343"/>
                                  </a:cubicBezTo>
                                  <a:cubicBezTo>
                                    <a:pt x="61913" y="72390"/>
                                    <a:pt x="61913" y="71437"/>
                                    <a:pt x="62865" y="70485"/>
                                  </a:cubicBezTo>
                                  <a:cubicBezTo>
                                    <a:pt x="63818" y="69532"/>
                                    <a:pt x="63818" y="68580"/>
                                    <a:pt x="64770" y="67627"/>
                                  </a:cubicBezTo>
                                  <a:cubicBezTo>
                                    <a:pt x="67628" y="63818"/>
                                    <a:pt x="70485" y="60960"/>
                                    <a:pt x="72390" y="58102"/>
                                  </a:cubicBezTo>
                                  <a:cubicBezTo>
                                    <a:pt x="75247" y="55245"/>
                                    <a:pt x="78105" y="51435"/>
                                    <a:pt x="80963" y="48577"/>
                                  </a:cubicBezTo>
                                  <a:cubicBezTo>
                                    <a:pt x="82868" y="45720"/>
                                    <a:pt x="84772" y="43815"/>
                                    <a:pt x="86678" y="41910"/>
                                  </a:cubicBezTo>
                                  <a:cubicBezTo>
                                    <a:pt x="85725" y="41910"/>
                                    <a:pt x="85725" y="41910"/>
                                    <a:pt x="84772" y="42862"/>
                                  </a:cubicBezTo>
                                  <a:cubicBezTo>
                                    <a:pt x="82868" y="43815"/>
                                    <a:pt x="80010" y="43815"/>
                                    <a:pt x="78105" y="44768"/>
                                  </a:cubicBezTo>
                                  <a:cubicBezTo>
                                    <a:pt x="73343" y="45720"/>
                                    <a:pt x="66675" y="46673"/>
                                    <a:pt x="60960" y="47625"/>
                                  </a:cubicBezTo>
                                  <a:cubicBezTo>
                                    <a:pt x="58103" y="48577"/>
                                    <a:pt x="54293" y="48577"/>
                                    <a:pt x="50483" y="49530"/>
                                  </a:cubicBezTo>
                                  <a:cubicBezTo>
                                    <a:pt x="46672" y="50482"/>
                                    <a:pt x="43815" y="51435"/>
                                    <a:pt x="40005" y="53340"/>
                                  </a:cubicBezTo>
                                  <a:cubicBezTo>
                                    <a:pt x="36195" y="54293"/>
                                    <a:pt x="33338" y="56198"/>
                                    <a:pt x="29528" y="59055"/>
                                  </a:cubicBezTo>
                                  <a:cubicBezTo>
                                    <a:pt x="26670" y="60960"/>
                                    <a:pt x="22860" y="63818"/>
                                    <a:pt x="20003" y="66675"/>
                                  </a:cubicBezTo>
                                  <a:cubicBezTo>
                                    <a:pt x="19050" y="68580"/>
                                    <a:pt x="17145" y="69532"/>
                                    <a:pt x="16193" y="71437"/>
                                  </a:cubicBezTo>
                                  <a:cubicBezTo>
                                    <a:pt x="15240" y="73343"/>
                                    <a:pt x="13335" y="74295"/>
                                    <a:pt x="12383" y="76200"/>
                                  </a:cubicBezTo>
                                  <a:cubicBezTo>
                                    <a:pt x="11430" y="77152"/>
                                    <a:pt x="11430" y="78105"/>
                                    <a:pt x="10478" y="79057"/>
                                  </a:cubicBezTo>
                                  <a:cubicBezTo>
                                    <a:pt x="9525" y="80010"/>
                                    <a:pt x="9525" y="80962"/>
                                    <a:pt x="8572" y="81915"/>
                                  </a:cubicBezTo>
                                  <a:cubicBezTo>
                                    <a:pt x="7620" y="83820"/>
                                    <a:pt x="6668" y="85725"/>
                                    <a:pt x="5715" y="87630"/>
                                  </a:cubicBezTo>
                                  <a:cubicBezTo>
                                    <a:pt x="5715" y="87630"/>
                                    <a:pt x="5715" y="88582"/>
                                    <a:pt x="5715" y="88582"/>
                                  </a:cubicBezTo>
                                  <a:cubicBezTo>
                                    <a:pt x="5715" y="88582"/>
                                    <a:pt x="5715" y="88582"/>
                                    <a:pt x="5715" y="87630"/>
                                  </a:cubicBezTo>
                                  <a:lnTo>
                                    <a:pt x="5715" y="86677"/>
                                  </a:lnTo>
                                  <a:cubicBezTo>
                                    <a:pt x="7620" y="82868"/>
                                    <a:pt x="9525" y="79057"/>
                                    <a:pt x="11430" y="75248"/>
                                  </a:cubicBezTo>
                                  <a:cubicBezTo>
                                    <a:pt x="13335" y="71437"/>
                                    <a:pt x="16193" y="68580"/>
                                    <a:pt x="19050" y="64770"/>
                                  </a:cubicBezTo>
                                  <a:cubicBezTo>
                                    <a:pt x="21908" y="61912"/>
                                    <a:pt x="24765" y="59055"/>
                                    <a:pt x="28575" y="57150"/>
                                  </a:cubicBezTo>
                                  <a:cubicBezTo>
                                    <a:pt x="31433" y="55245"/>
                                    <a:pt x="35243" y="53340"/>
                                    <a:pt x="39053" y="51435"/>
                                  </a:cubicBezTo>
                                  <a:cubicBezTo>
                                    <a:pt x="42863" y="49530"/>
                                    <a:pt x="45720" y="48577"/>
                                    <a:pt x="49530" y="47625"/>
                                  </a:cubicBezTo>
                                  <a:cubicBezTo>
                                    <a:pt x="53340" y="46673"/>
                                    <a:pt x="56197" y="45720"/>
                                    <a:pt x="60008" y="45720"/>
                                  </a:cubicBezTo>
                                  <a:cubicBezTo>
                                    <a:pt x="66675" y="44768"/>
                                    <a:pt x="72390" y="43815"/>
                                    <a:pt x="77153" y="41910"/>
                                  </a:cubicBezTo>
                                  <a:cubicBezTo>
                                    <a:pt x="80010" y="40957"/>
                                    <a:pt x="81915" y="40957"/>
                                    <a:pt x="83820" y="40005"/>
                                  </a:cubicBezTo>
                                  <a:cubicBezTo>
                                    <a:pt x="85725" y="39052"/>
                                    <a:pt x="87630" y="39052"/>
                                    <a:pt x="88583" y="38100"/>
                                  </a:cubicBezTo>
                                  <a:cubicBezTo>
                                    <a:pt x="89535" y="37148"/>
                                    <a:pt x="90488" y="37148"/>
                                    <a:pt x="91440" y="37148"/>
                                  </a:cubicBezTo>
                                  <a:cubicBezTo>
                                    <a:pt x="93345" y="35243"/>
                                    <a:pt x="95250" y="32385"/>
                                    <a:pt x="97155" y="30480"/>
                                  </a:cubicBezTo>
                                  <a:cubicBezTo>
                                    <a:pt x="98108" y="28575"/>
                                    <a:pt x="100013" y="27623"/>
                                    <a:pt x="100965" y="26670"/>
                                  </a:cubicBezTo>
                                  <a:cubicBezTo>
                                    <a:pt x="101918" y="25718"/>
                                    <a:pt x="103822" y="23812"/>
                                    <a:pt x="104775" y="22860"/>
                                  </a:cubicBezTo>
                                  <a:cubicBezTo>
                                    <a:pt x="106680" y="20002"/>
                                    <a:pt x="109538" y="17145"/>
                                    <a:pt x="111443" y="15240"/>
                                  </a:cubicBezTo>
                                  <a:cubicBezTo>
                                    <a:pt x="111443" y="15240"/>
                                    <a:pt x="111443" y="15240"/>
                                    <a:pt x="112395" y="14288"/>
                                  </a:cubicBezTo>
                                  <a:cubicBezTo>
                                    <a:pt x="112395" y="14288"/>
                                    <a:pt x="111443" y="14288"/>
                                    <a:pt x="111443" y="14288"/>
                                  </a:cubicBezTo>
                                  <a:cubicBezTo>
                                    <a:pt x="109538" y="14288"/>
                                    <a:pt x="107633" y="14288"/>
                                    <a:pt x="104775" y="14288"/>
                                  </a:cubicBezTo>
                                  <a:cubicBezTo>
                                    <a:pt x="103822" y="14288"/>
                                    <a:pt x="101918" y="14288"/>
                                    <a:pt x="100965" y="14288"/>
                                  </a:cubicBezTo>
                                  <a:cubicBezTo>
                                    <a:pt x="100013" y="14288"/>
                                    <a:pt x="98108" y="14288"/>
                                    <a:pt x="96203" y="14288"/>
                                  </a:cubicBezTo>
                                  <a:cubicBezTo>
                                    <a:pt x="93345" y="14288"/>
                                    <a:pt x="89535" y="14288"/>
                                    <a:pt x="86678" y="14288"/>
                                  </a:cubicBezTo>
                                  <a:cubicBezTo>
                                    <a:pt x="82868" y="14288"/>
                                    <a:pt x="80010" y="14288"/>
                                    <a:pt x="75247" y="14288"/>
                                  </a:cubicBezTo>
                                  <a:cubicBezTo>
                                    <a:pt x="71438" y="14288"/>
                                    <a:pt x="67628" y="14288"/>
                                    <a:pt x="63818" y="14288"/>
                                  </a:cubicBezTo>
                                  <a:cubicBezTo>
                                    <a:pt x="60008" y="14288"/>
                                    <a:pt x="55245" y="15240"/>
                                    <a:pt x="51435" y="15240"/>
                                  </a:cubicBezTo>
                                  <a:cubicBezTo>
                                    <a:pt x="47625" y="16193"/>
                                    <a:pt x="42863" y="17145"/>
                                    <a:pt x="39053" y="18098"/>
                                  </a:cubicBezTo>
                                  <a:cubicBezTo>
                                    <a:pt x="35243" y="19050"/>
                                    <a:pt x="30480" y="20955"/>
                                    <a:pt x="26670" y="22860"/>
                                  </a:cubicBezTo>
                                  <a:cubicBezTo>
                                    <a:pt x="24765" y="23812"/>
                                    <a:pt x="22860" y="24765"/>
                                    <a:pt x="20955" y="25718"/>
                                  </a:cubicBezTo>
                                  <a:cubicBezTo>
                                    <a:pt x="19050" y="26670"/>
                                    <a:pt x="17145" y="27623"/>
                                    <a:pt x="15240" y="29527"/>
                                  </a:cubicBezTo>
                                  <a:cubicBezTo>
                                    <a:pt x="13335" y="30480"/>
                                    <a:pt x="11430" y="32385"/>
                                    <a:pt x="10478" y="33337"/>
                                  </a:cubicBezTo>
                                  <a:cubicBezTo>
                                    <a:pt x="8572" y="34290"/>
                                    <a:pt x="7620" y="36195"/>
                                    <a:pt x="5715" y="38100"/>
                                  </a:cubicBezTo>
                                  <a:cubicBezTo>
                                    <a:pt x="4763" y="40005"/>
                                    <a:pt x="2858" y="40957"/>
                                    <a:pt x="1905" y="42862"/>
                                  </a:cubicBezTo>
                                  <a:cubicBezTo>
                                    <a:pt x="953" y="43815"/>
                                    <a:pt x="0" y="44768"/>
                                    <a:pt x="0" y="45720"/>
                                  </a:cubicBezTo>
                                  <a:cubicBezTo>
                                    <a:pt x="0" y="45720"/>
                                    <a:pt x="0" y="44768"/>
                                    <a:pt x="0" y="44768"/>
                                  </a:cubicBezTo>
                                  <a:cubicBezTo>
                                    <a:pt x="953" y="43815"/>
                                    <a:pt x="953" y="42862"/>
                                    <a:pt x="1905" y="42862"/>
                                  </a:cubicBezTo>
                                  <a:cubicBezTo>
                                    <a:pt x="2858" y="40957"/>
                                    <a:pt x="4763" y="40005"/>
                                    <a:pt x="5715" y="38100"/>
                                  </a:cubicBezTo>
                                  <a:cubicBezTo>
                                    <a:pt x="7620" y="36195"/>
                                    <a:pt x="8572" y="35243"/>
                                    <a:pt x="10478" y="33337"/>
                                  </a:cubicBezTo>
                                  <a:cubicBezTo>
                                    <a:pt x="12383" y="32385"/>
                                    <a:pt x="13335" y="30480"/>
                                    <a:pt x="15240" y="29527"/>
                                  </a:cubicBezTo>
                                  <a:cubicBezTo>
                                    <a:pt x="17145" y="28575"/>
                                    <a:pt x="19050" y="26670"/>
                                    <a:pt x="20955" y="25718"/>
                                  </a:cubicBezTo>
                                  <a:cubicBezTo>
                                    <a:pt x="22860" y="24765"/>
                                    <a:pt x="24765" y="23812"/>
                                    <a:pt x="26670" y="21907"/>
                                  </a:cubicBezTo>
                                  <a:cubicBezTo>
                                    <a:pt x="30480" y="20002"/>
                                    <a:pt x="34290" y="18098"/>
                                    <a:pt x="39053" y="17145"/>
                                  </a:cubicBezTo>
                                  <a:cubicBezTo>
                                    <a:pt x="42863" y="15240"/>
                                    <a:pt x="47625" y="15240"/>
                                    <a:pt x="51435" y="14288"/>
                                  </a:cubicBezTo>
                                  <a:cubicBezTo>
                                    <a:pt x="55245" y="13335"/>
                                    <a:pt x="60008" y="13335"/>
                                    <a:pt x="63818" y="12382"/>
                                  </a:cubicBezTo>
                                  <a:cubicBezTo>
                                    <a:pt x="67628" y="12382"/>
                                    <a:pt x="71438" y="11430"/>
                                    <a:pt x="76200" y="11430"/>
                                  </a:cubicBezTo>
                                  <a:cubicBezTo>
                                    <a:pt x="80010" y="11430"/>
                                    <a:pt x="83820" y="11430"/>
                                    <a:pt x="87630" y="11430"/>
                                  </a:cubicBezTo>
                                  <a:cubicBezTo>
                                    <a:pt x="91440" y="11430"/>
                                    <a:pt x="94297" y="11430"/>
                                    <a:pt x="97155" y="11430"/>
                                  </a:cubicBezTo>
                                  <a:cubicBezTo>
                                    <a:pt x="99060" y="11430"/>
                                    <a:pt x="100013" y="11430"/>
                                    <a:pt x="100965" y="11430"/>
                                  </a:cubicBezTo>
                                  <a:cubicBezTo>
                                    <a:pt x="101918" y="11430"/>
                                    <a:pt x="103822" y="11430"/>
                                    <a:pt x="104775" y="11430"/>
                                  </a:cubicBezTo>
                                  <a:cubicBezTo>
                                    <a:pt x="107633" y="11430"/>
                                    <a:pt x="109538" y="11430"/>
                                    <a:pt x="111443" y="11430"/>
                                  </a:cubicBezTo>
                                  <a:cubicBezTo>
                                    <a:pt x="112395" y="11430"/>
                                    <a:pt x="113347" y="11430"/>
                                    <a:pt x="114300" y="11430"/>
                                  </a:cubicBezTo>
                                  <a:lnTo>
                                    <a:pt x="114300" y="11430"/>
                                  </a:lnTo>
                                  <a:cubicBezTo>
                                    <a:pt x="115253" y="10477"/>
                                    <a:pt x="116205" y="9525"/>
                                    <a:pt x="117158" y="8573"/>
                                  </a:cubicBezTo>
                                  <a:cubicBezTo>
                                    <a:pt x="119063" y="6667"/>
                                    <a:pt x="120015" y="4763"/>
                                    <a:pt x="120968" y="3810"/>
                                  </a:cubicBezTo>
                                  <a:cubicBezTo>
                                    <a:pt x="122872" y="952"/>
                                    <a:pt x="124778" y="0"/>
                                    <a:pt x="124778" y="0"/>
                                  </a:cubicBezTo>
                                  <a:cubicBezTo>
                                    <a:pt x="125730" y="952"/>
                                    <a:pt x="128588" y="3810"/>
                                    <a:pt x="128588" y="3810"/>
                                  </a:cubicBezTo>
                                  <a:cubicBezTo>
                                    <a:pt x="133350" y="2857"/>
                                    <a:pt x="131445" y="3810"/>
                                    <a:pt x="130493" y="5715"/>
                                  </a:cubicBezTo>
                                  <a:close/>
                                </a:path>
                              </a:pathLst>
                            </a:custGeom>
                            <a:grpFill/>
                            <a:ln w="9525" cap="flat">
                              <a:noFill/>
                              <a:prstDash val="solid"/>
                              <a:miter/>
                            </a:ln>
                          </p:spPr>
                          <p:txBody>
                            <a:bodyPr rtlCol="0" anchor="ctr"/>
                            <a:lstStyle/>
                            <a:p>
                              <a:endParaRPr lang="en-US"/>
                            </a:p>
                          </p:txBody>
                        </p:sp>
                      </p:grpSp>
                      <p:grpSp>
                        <p:nvGrpSpPr>
                          <p:cNvPr id="219" name="Graphic 2">
                            <a:extLst>
                              <a:ext uri="{FF2B5EF4-FFF2-40B4-BE49-F238E27FC236}">
                                <a16:creationId xmlns:a16="http://schemas.microsoft.com/office/drawing/2014/main" id="{AE736AF3-0337-429B-AEF1-DA4B52809559}"/>
                              </a:ext>
                            </a:extLst>
                          </p:cNvPr>
                          <p:cNvGrpSpPr/>
                          <p:nvPr/>
                        </p:nvGrpSpPr>
                        <p:grpSpPr>
                          <a:xfrm>
                            <a:off x="3086281" y="2272537"/>
                            <a:ext cx="83819" cy="70484"/>
                            <a:chOff x="3086281" y="2272537"/>
                            <a:chExt cx="83819" cy="70484"/>
                          </a:xfrm>
                          <a:grpFill/>
                        </p:grpSpPr>
                        <p:sp>
                          <p:nvSpPr>
                            <p:cNvPr id="220" name="Freeform: Shape 219">
                              <a:extLst>
                                <a:ext uri="{FF2B5EF4-FFF2-40B4-BE49-F238E27FC236}">
                                  <a16:creationId xmlns:a16="http://schemas.microsoft.com/office/drawing/2014/main" id="{0C8513E3-8E19-42B9-912F-311F0CD0DB15}"/>
                                </a:ext>
                              </a:extLst>
                            </p:cNvPr>
                            <p:cNvSpPr/>
                            <p:nvPr/>
                          </p:nvSpPr>
                          <p:spPr>
                            <a:xfrm>
                              <a:off x="3086281" y="2272537"/>
                              <a:ext cx="83819" cy="67627"/>
                            </a:xfrm>
                            <a:custGeom>
                              <a:avLst/>
                              <a:gdLst>
                                <a:gd name="connsiteX0" fmla="*/ 80963 w 83819"/>
                                <a:gd name="connsiteY0" fmla="*/ 17145 h 67627"/>
                                <a:gd name="connsiteX1" fmla="*/ 79057 w 83819"/>
                                <a:gd name="connsiteY1" fmla="*/ 13335 h 67627"/>
                                <a:gd name="connsiteX2" fmla="*/ 77153 w 83819"/>
                                <a:gd name="connsiteY2" fmla="*/ 10478 h 67627"/>
                                <a:gd name="connsiteX3" fmla="*/ 76200 w 83819"/>
                                <a:gd name="connsiteY3" fmla="*/ 8572 h 67627"/>
                                <a:gd name="connsiteX4" fmla="*/ 74295 w 83819"/>
                                <a:gd name="connsiteY4" fmla="*/ 5715 h 67627"/>
                                <a:gd name="connsiteX5" fmla="*/ 74295 w 83819"/>
                                <a:gd name="connsiteY5" fmla="*/ 5715 h 67627"/>
                                <a:gd name="connsiteX6" fmla="*/ 74295 w 83819"/>
                                <a:gd name="connsiteY6" fmla="*/ 5715 h 67627"/>
                                <a:gd name="connsiteX7" fmla="*/ 74295 w 83819"/>
                                <a:gd name="connsiteY7" fmla="*/ 5715 h 67627"/>
                                <a:gd name="connsiteX8" fmla="*/ 72390 w 83819"/>
                                <a:gd name="connsiteY8" fmla="*/ 4763 h 67627"/>
                                <a:gd name="connsiteX9" fmla="*/ 66675 w 83819"/>
                                <a:gd name="connsiteY9" fmla="*/ 2858 h 67627"/>
                                <a:gd name="connsiteX10" fmla="*/ 47625 w 83819"/>
                                <a:gd name="connsiteY10" fmla="*/ 0 h 67627"/>
                                <a:gd name="connsiteX11" fmla="*/ 22860 w 83819"/>
                                <a:gd name="connsiteY11" fmla="*/ 5715 h 67627"/>
                                <a:gd name="connsiteX12" fmla="*/ 10478 w 83819"/>
                                <a:gd name="connsiteY12" fmla="*/ 15240 h 67627"/>
                                <a:gd name="connsiteX13" fmla="*/ 953 w 83819"/>
                                <a:gd name="connsiteY13" fmla="*/ 32385 h 67627"/>
                                <a:gd name="connsiteX14" fmla="*/ 953 w 83819"/>
                                <a:gd name="connsiteY14" fmla="*/ 33338 h 67627"/>
                                <a:gd name="connsiteX15" fmla="*/ 953 w 83819"/>
                                <a:gd name="connsiteY15" fmla="*/ 33338 h 67627"/>
                                <a:gd name="connsiteX16" fmla="*/ 0 w 83819"/>
                                <a:gd name="connsiteY16" fmla="*/ 38100 h 67627"/>
                                <a:gd name="connsiteX17" fmla="*/ 953 w 83819"/>
                                <a:gd name="connsiteY17" fmla="*/ 49530 h 67627"/>
                                <a:gd name="connsiteX18" fmla="*/ 1905 w 83819"/>
                                <a:gd name="connsiteY18" fmla="*/ 53340 h 67627"/>
                                <a:gd name="connsiteX19" fmla="*/ 3810 w 83819"/>
                                <a:gd name="connsiteY19" fmla="*/ 56197 h 67627"/>
                                <a:gd name="connsiteX20" fmla="*/ 4763 w 83819"/>
                                <a:gd name="connsiteY20" fmla="*/ 57150 h 67627"/>
                                <a:gd name="connsiteX21" fmla="*/ 4763 w 83819"/>
                                <a:gd name="connsiteY21" fmla="*/ 57150 h 67627"/>
                                <a:gd name="connsiteX22" fmla="*/ 11430 w 83819"/>
                                <a:gd name="connsiteY22" fmla="*/ 62865 h 67627"/>
                                <a:gd name="connsiteX23" fmla="*/ 15240 w 83819"/>
                                <a:gd name="connsiteY23" fmla="*/ 63817 h 67627"/>
                                <a:gd name="connsiteX24" fmla="*/ 19050 w 83819"/>
                                <a:gd name="connsiteY24" fmla="*/ 64770 h 67627"/>
                                <a:gd name="connsiteX25" fmla="*/ 29528 w 83819"/>
                                <a:gd name="connsiteY25" fmla="*/ 63817 h 67627"/>
                                <a:gd name="connsiteX26" fmla="*/ 29528 w 83819"/>
                                <a:gd name="connsiteY26" fmla="*/ 63817 h 67627"/>
                                <a:gd name="connsiteX27" fmla="*/ 31432 w 83819"/>
                                <a:gd name="connsiteY27" fmla="*/ 62865 h 67627"/>
                                <a:gd name="connsiteX28" fmla="*/ 34290 w 83819"/>
                                <a:gd name="connsiteY28" fmla="*/ 64770 h 67627"/>
                                <a:gd name="connsiteX29" fmla="*/ 41910 w 83819"/>
                                <a:gd name="connsiteY29" fmla="*/ 67628 h 67627"/>
                                <a:gd name="connsiteX30" fmla="*/ 42863 w 83819"/>
                                <a:gd name="connsiteY30" fmla="*/ 67628 h 67627"/>
                                <a:gd name="connsiteX31" fmla="*/ 42863 w 83819"/>
                                <a:gd name="connsiteY31" fmla="*/ 67628 h 67627"/>
                                <a:gd name="connsiteX32" fmla="*/ 50482 w 83819"/>
                                <a:gd name="connsiteY32" fmla="*/ 66675 h 67627"/>
                                <a:gd name="connsiteX33" fmla="*/ 57150 w 83819"/>
                                <a:gd name="connsiteY33" fmla="*/ 62865 h 67627"/>
                                <a:gd name="connsiteX34" fmla="*/ 58103 w 83819"/>
                                <a:gd name="connsiteY34" fmla="*/ 61913 h 67627"/>
                                <a:gd name="connsiteX35" fmla="*/ 59055 w 83819"/>
                                <a:gd name="connsiteY35" fmla="*/ 60960 h 67627"/>
                                <a:gd name="connsiteX36" fmla="*/ 61913 w 83819"/>
                                <a:gd name="connsiteY36" fmla="*/ 59055 h 67627"/>
                                <a:gd name="connsiteX37" fmla="*/ 62865 w 83819"/>
                                <a:gd name="connsiteY37" fmla="*/ 59055 h 67627"/>
                                <a:gd name="connsiteX38" fmla="*/ 63818 w 83819"/>
                                <a:gd name="connsiteY38" fmla="*/ 59055 h 67627"/>
                                <a:gd name="connsiteX39" fmla="*/ 63818 w 83819"/>
                                <a:gd name="connsiteY39" fmla="*/ 59055 h 67627"/>
                                <a:gd name="connsiteX40" fmla="*/ 66675 w 83819"/>
                                <a:gd name="connsiteY40" fmla="*/ 58103 h 67627"/>
                                <a:gd name="connsiteX41" fmla="*/ 73343 w 83819"/>
                                <a:gd name="connsiteY41" fmla="*/ 57150 h 67627"/>
                                <a:gd name="connsiteX42" fmla="*/ 75247 w 83819"/>
                                <a:gd name="connsiteY42" fmla="*/ 57150 h 67627"/>
                                <a:gd name="connsiteX43" fmla="*/ 76200 w 83819"/>
                                <a:gd name="connsiteY43" fmla="*/ 57150 h 67627"/>
                                <a:gd name="connsiteX44" fmla="*/ 76200 w 83819"/>
                                <a:gd name="connsiteY44" fmla="*/ 57150 h 67627"/>
                                <a:gd name="connsiteX45" fmla="*/ 76200 w 83819"/>
                                <a:gd name="connsiteY45" fmla="*/ 57150 h 67627"/>
                                <a:gd name="connsiteX46" fmla="*/ 76200 w 83819"/>
                                <a:gd name="connsiteY46" fmla="*/ 57150 h 67627"/>
                                <a:gd name="connsiteX47" fmla="*/ 77153 w 83819"/>
                                <a:gd name="connsiteY47" fmla="*/ 57150 h 67627"/>
                                <a:gd name="connsiteX48" fmla="*/ 78105 w 83819"/>
                                <a:gd name="connsiteY48" fmla="*/ 57150 h 67627"/>
                                <a:gd name="connsiteX49" fmla="*/ 78105 w 83819"/>
                                <a:gd name="connsiteY49" fmla="*/ 57150 h 67627"/>
                                <a:gd name="connsiteX50" fmla="*/ 79057 w 83819"/>
                                <a:gd name="connsiteY50" fmla="*/ 56197 h 67627"/>
                                <a:gd name="connsiteX51" fmla="*/ 80010 w 83819"/>
                                <a:gd name="connsiteY51" fmla="*/ 55245 h 67627"/>
                                <a:gd name="connsiteX52" fmla="*/ 81915 w 83819"/>
                                <a:gd name="connsiteY52" fmla="*/ 52388 h 67627"/>
                                <a:gd name="connsiteX53" fmla="*/ 83820 w 83819"/>
                                <a:gd name="connsiteY53" fmla="*/ 42863 h 67627"/>
                                <a:gd name="connsiteX54" fmla="*/ 82868 w 83819"/>
                                <a:gd name="connsiteY54" fmla="*/ 32385 h 67627"/>
                                <a:gd name="connsiteX55" fmla="*/ 80963 w 83819"/>
                                <a:gd name="connsiteY55" fmla="*/ 22860 h 67627"/>
                                <a:gd name="connsiteX56" fmla="*/ 80963 w 83819"/>
                                <a:gd name="connsiteY56" fmla="*/ 17145 h 67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83819" h="67627">
                                  <a:moveTo>
                                    <a:pt x="80963" y="17145"/>
                                  </a:moveTo>
                                  <a:cubicBezTo>
                                    <a:pt x="80010" y="16192"/>
                                    <a:pt x="80010" y="15240"/>
                                    <a:pt x="79057" y="13335"/>
                                  </a:cubicBezTo>
                                  <a:cubicBezTo>
                                    <a:pt x="78105" y="12383"/>
                                    <a:pt x="78105" y="11430"/>
                                    <a:pt x="77153" y="10478"/>
                                  </a:cubicBezTo>
                                  <a:cubicBezTo>
                                    <a:pt x="77153" y="9525"/>
                                    <a:pt x="76200" y="9525"/>
                                    <a:pt x="76200" y="8572"/>
                                  </a:cubicBezTo>
                                  <a:cubicBezTo>
                                    <a:pt x="76200" y="8572"/>
                                    <a:pt x="74295" y="6667"/>
                                    <a:pt x="74295" y="5715"/>
                                  </a:cubicBezTo>
                                  <a:cubicBezTo>
                                    <a:pt x="74295" y="5715"/>
                                    <a:pt x="74295" y="5715"/>
                                    <a:pt x="74295" y="5715"/>
                                  </a:cubicBezTo>
                                  <a:cubicBezTo>
                                    <a:pt x="74295" y="5715"/>
                                    <a:pt x="74295" y="5715"/>
                                    <a:pt x="74295" y="5715"/>
                                  </a:cubicBezTo>
                                  <a:cubicBezTo>
                                    <a:pt x="74295" y="5715"/>
                                    <a:pt x="74295" y="5715"/>
                                    <a:pt x="74295" y="5715"/>
                                  </a:cubicBezTo>
                                  <a:cubicBezTo>
                                    <a:pt x="74295" y="5715"/>
                                    <a:pt x="73343" y="5715"/>
                                    <a:pt x="72390" y="4763"/>
                                  </a:cubicBezTo>
                                  <a:cubicBezTo>
                                    <a:pt x="71438" y="3810"/>
                                    <a:pt x="69532" y="3810"/>
                                    <a:pt x="66675" y="2858"/>
                                  </a:cubicBezTo>
                                  <a:cubicBezTo>
                                    <a:pt x="61913" y="1905"/>
                                    <a:pt x="55245" y="0"/>
                                    <a:pt x="47625" y="0"/>
                                  </a:cubicBezTo>
                                  <a:cubicBezTo>
                                    <a:pt x="40005" y="0"/>
                                    <a:pt x="31432" y="1905"/>
                                    <a:pt x="22860" y="5715"/>
                                  </a:cubicBezTo>
                                  <a:cubicBezTo>
                                    <a:pt x="19050" y="7620"/>
                                    <a:pt x="14288" y="11430"/>
                                    <a:pt x="10478" y="15240"/>
                                  </a:cubicBezTo>
                                  <a:cubicBezTo>
                                    <a:pt x="6668" y="19050"/>
                                    <a:pt x="3810" y="24765"/>
                                    <a:pt x="953" y="32385"/>
                                  </a:cubicBezTo>
                                  <a:cubicBezTo>
                                    <a:pt x="953" y="32385"/>
                                    <a:pt x="953" y="33338"/>
                                    <a:pt x="953" y="33338"/>
                                  </a:cubicBezTo>
                                  <a:cubicBezTo>
                                    <a:pt x="953" y="33338"/>
                                    <a:pt x="953" y="33338"/>
                                    <a:pt x="953" y="33338"/>
                                  </a:cubicBezTo>
                                  <a:cubicBezTo>
                                    <a:pt x="953" y="35242"/>
                                    <a:pt x="953" y="36195"/>
                                    <a:pt x="0" y="38100"/>
                                  </a:cubicBezTo>
                                  <a:cubicBezTo>
                                    <a:pt x="0" y="41910"/>
                                    <a:pt x="0" y="45720"/>
                                    <a:pt x="953" y="49530"/>
                                  </a:cubicBezTo>
                                  <a:cubicBezTo>
                                    <a:pt x="953" y="50483"/>
                                    <a:pt x="1905" y="52388"/>
                                    <a:pt x="1905" y="53340"/>
                                  </a:cubicBezTo>
                                  <a:cubicBezTo>
                                    <a:pt x="2857" y="54292"/>
                                    <a:pt x="2857" y="55245"/>
                                    <a:pt x="3810" y="56197"/>
                                  </a:cubicBezTo>
                                  <a:cubicBezTo>
                                    <a:pt x="3810" y="56197"/>
                                    <a:pt x="4763" y="57150"/>
                                    <a:pt x="4763" y="57150"/>
                                  </a:cubicBezTo>
                                  <a:cubicBezTo>
                                    <a:pt x="4763" y="57150"/>
                                    <a:pt x="4763" y="57150"/>
                                    <a:pt x="4763" y="57150"/>
                                  </a:cubicBezTo>
                                  <a:cubicBezTo>
                                    <a:pt x="6668" y="60008"/>
                                    <a:pt x="8572" y="61913"/>
                                    <a:pt x="11430" y="62865"/>
                                  </a:cubicBezTo>
                                  <a:cubicBezTo>
                                    <a:pt x="12382" y="63817"/>
                                    <a:pt x="13335" y="63817"/>
                                    <a:pt x="15240" y="63817"/>
                                  </a:cubicBezTo>
                                  <a:cubicBezTo>
                                    <a:pt x="16193" y="63817"/>
                                    <a:pt x="17145" y="64770"/>
                                    <a:pt x="19050" y="64770"/>
                                  </a:cubicBezTo>
                                  <a:cubicBezTo>
                                    <a:pt x="23813" y="64770"/>
                                    <a:pt x="27622" y="63817"/>
                                    <a:pt x="29528" y="63817"/>
                                  </a:cubicBezTo>
                                  <a:cubicBezTo>
                                    <a:pt x="29528" y="63817"/>
                                    <a:pt x="29528" y="63817"/>
                                    <a:pt x="29528" y="63817"/>
                                  </a:cubicBezTo>
                                  <a:cubicBezTo>
                                    <a:pt x="31432" y="62865"/>
                                    <a:pt x="31432" y="62865"/>
                                    <a:pt x="31432" y="62865"/>
                                  </a:cubicBezTo>
                                  <a:cubicBezTo>
                                    <a:pt x="32385" y="63817"/>
                                    <a:pt x="33338" y="63817"/>
                                    <a:pt x="34290" y="64770"/>
                                  </a:cubicBezTo>
                                  <a:cubicBezTo>
                                    <a:pt x="37147" y="65722"/>
                                    <a:pt x="39053" y="66675"/>
                                    <a:pt x="41910" y="67628"/>
                                  </a:cubicBezTo>
                                  <a:cubicBezTo>
                                    <a:pt x="41910" y="67628"/>
                                    <a:pt x="42863" y="67628"/>
                                    <a:pt x="42863" y="67628"/>
                                  </a:cubicBezTo>
                                  <a:cubicBezTo>
                                    <a:pt x="42863" y="67628"/>
                                    <a:pt x="42863" y="67628"/>
                                    <a:pt x="42863" y="67628"/>
                                  </a:cubicBezTo>
                                  <a:cubicBezTo>
                                    <a:pt x="45720" y="67628"/>
                                    <a:pt x="47625" y="67628"/>
                                    <a:pt x="50482" y="66675"/>
                                  </a:cubicBezTo>
                                  <a:cubicBezTo>
                                    <a:pt x="52388" y="65722"/>
                                    <a:pt x="55245" y="64770"/>
                                    <a:pt x="57150" y="62865"/>
                                  </a:cubicBezTo>
                                  <a:cubicBezTo>
                                    <a:pt x="57150" y="62865"/>
                                    <a:pt x="58103" y="62865"/>
                                    <a:pt x="58103" y="61913"/>
                                  </a:cubicBezTo>
                                  <a:cubicBezTo>
                                    <a:pt x="58103" y="61913"/>
                                    <a:pt x="59055" y="61913"/>
                                    <a:pt x="59055" y="60960"/>
                                  </a:cubicBezTo>
                                  <a:cubicBezTo>
                                    <a:pt x="60007" y="60008"/>
                                    <a:pt x="60960" y="60008"/>
                                    <a:pt x="61913" y="59055"/>
                                  </a:cubicBezTo>
                                  <a:cubicBezTo>
                                    <a:pt x="61913" y="59055"/>
                                    <a:pt x="62865" y="59055"/>
                                    <a:pt x="62865" y="59055"/>
                                  </a:cubicBezTo>
                                  <a:cubicBezTo>
                                    <a:pt x="62865" y="59055"/>
                                    <a:pt x="62865" y="59055"/>
                                    <a:pt x="63818" y="59055"/>
                                  </a:cubicBezTo>
                                  <a:lnTo>
                                    <a:pt x="63818" y="59055"/>
                                  </a:lnTo>
                                  <a:cubicBezTo>
                                    <a:pt x="63818" y="59055"/>
                                    <a:pt x="64770" y="58103"/>
                                    <a:pt x="66675" y="58103"/>
                                  </a:cubicBezTo>
                                  <a:cubicBezTo>
                                    <a:pt x="68580" y="58103"/>
                                    <a:pt x="70485" y="57150"/>
                                    <a:pt x="73343" y="57150"/>
                                  </a:cubicBezTo>
                                  <a:cubicBezTo>
                                    <a:pt x="74295" y="57150"/>
                                    <a:pt x="75247" y="57150"/>
                                    <a:pt x="75247" y="57150"/>
                                  </a:cubicBezTo>
                                  <a:cubicBezTo>
                                    <a:pt x="75247" y="57150"/>
                                    <a:pt x="76200" y="57150"/>
                                    <a:pt x="76200" y="57150"/>
                                  </a:cubicBezTo>
                                  <a:lnTo>
                                    <a:pt x="76200" y="57150"/>
                                  </a:lnTo>
                                  <a:lnTo>
                                    <a:pt x="76200" y="57150"/>
                                  </a:lnTo>
                                  <a:cubicBezTo>
                                    <a:pt x="76200" y="57150"/>
                                    <a:pt x="76200" y="57150"/>
                                    <a:pt x="76200" y="57150"/>
                                  </a:cubicBezTo>
                                  <a:cubicBezTo>
                                    <a:pt x="77153" y="57150"/>
                                    <a:pt x="77153" y="57150"/>
                                    <a:pt x="77153" y="57150"/>
                                  </a:cubicBezTo>
                                  <a:cubicBezTo>
                                    <a:pt x="77153" y="57150"/>
                                    <a:pt x="77153" y="57150"/>
                                    <a:pt x="78105" y="57150"/>
                                  </a:cubicBezTo>
                                  <a:lnTo>
                                    <a:pt x="78105" y="57150"/>
                                  </a:lnTo>
                                  <a:cubicBezTo>
                                    <a:pt x="78105" y="57150"/>
                                    <a:pt x="79057" y="57150"/>
                                    <a:pt x="79057" y="56197"/>
                                  </a:cubicBezTo>
                                  <a:cubicBezTo>
                                    <a:pt x="79057" y="56197"/>
                                    <a:pt x="80010" y="55245"/>
                                    <a:pt x="80010" y="55245"/>
                                  </a:cubicBezTo>
                                  <a:cubicBezTo>
                                    <a:pt x="80963" y="54292"/>
                                    <a:pt x="81915" y="53340"/>
                                    <a:pt x="81915" y="52388"/>
                                  </a:cubicBezTo>
                                  <a:cubicBezTo>
                                    <a:pt x="82868" y="49530"/>
                                    <a:pt x="83820" y="46672"/>
                                    <a:pt x="83820" y="42863"/>
                                  </a:cubicBezTo>
                                  <a:cubicBezTo>
                                    <a:pt x="83820" y="39053"/>
                                    <a:pt x="82868" y="35242"/>
                                    <a:pt x="82868" y="32385"/>
                                  </a:cubicBezTo>
                                  <a:cubicBezTo>
                                    <a:pt x="81915" y="28575"/>
                                    <a:pt x="81915" y="25717"/>
                                    <a:pt x="80963" y="22860"/>
                                  </a:cubicBezTo>
                                  <a:cubicBezTo>
                                    <a:pt x="83820" y="21908"/>
                                    <a:pt x="82868" y="19050"/>
                                    <a:pt x="80963" y="17145"/>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4B489C64-02C0-41E6-9478-3BC16E37D4B3}"/>
                                </a:ext>
                              </a:extLst>
                            </p:cNvPr>
                            <p:cNvSpPr/>
                            <p:nvPr/>
                          </p:nvSpPr>
                          <p:spPr>
                            <a:xfrm>
                              <a:off x="3089138" y="2281109"/>
                              <a:ext cx="79057" cy="61912"/>
                            </a:xfrm>
                            <a:custGeom>
                              <a:avLst/>
                              <a:gdLst>
                                <a:gd name="connsiteX0" fmla="*/ 72390 w 79057"/>
                                <a:gd name="connsiteY0" fmla="*/ 1905 h 61912"/>
                                <a:gd name="connsiteX1" fmla="*/ 72390 w 79057"/>
                                <a:gd name="connsiteY1" fmla="*/ 1905 h 61912"/>
                                <a:gd name="connsiteX2" fmla="*/ 72390 w 79057"/>
                                <a:gd name="connsiteY2" fmla="*/ 5715 h 61912"/>
                                <a:gd name="connsiteX3" fmla="*/ 74295 w 79057"/>
                                <a:gd name="connsiteY3" fmla="*/ 12383 h 61912"/>
                                <a:gd name="connsiteX4" fmla="*/ 77153 w 79057"/>
                                <a:gd name="connsiteY4" fmla="*/ 21908 h 61912"/>
                                <a:gd name="connsiteX5" fmla="*/ 78105 w 79057"/>
                                <a:gd name="connsiteY5" fmla="*/ 24765 h 61912"/>
                                <a:gd name="connsiteX6" fmla="*/ 78105 w 79057"/>
                                <a:gd name="connsiteY6" fmla="*/ 25718 h 61912"/>
                                <a:gd name="connsiteX7" fmla="*/ 78105 w 79057"/>
                                <a:gd name="connsiteY7" fmla="*/ 25718 h 61912"/>
                                <a:gd name="connsiteX8" fmla="*/ 78105 w 79057"/>
                                <a:gd name="connsiteY8" fmla="*/ 25718 h 61912"/>
                                <a:gd name="connsiteX9" fmla="*/ 78105 w 79057"/>
                                <a:gd name="connsiteY9" fmla="*/ 26670 h 61912"/>
                                <a:gd name="connsiteX10" fmla="*/ 79058 w 79057"/>
                                <a:gd name="connsiteY10" fmla="*/ 32385 h 61912"/>
                                <a:gd name="connsiteX11" fmla="*/ 79058 w 79057"/>
                                <a:gd name="connsiteY11" fmla="*/ 35243 h 61912"/>
                                <a:gd name="connsiteX12" fmla="*/ 79058 w 79057"/>
                                <a:gd name="connsiteY12" fmla="*/ 38100 h 61912"/>
                                <a:gd name="connsiteX13" fmla="*/ 79058 w 79057"/>
                                <a:gd name="connsiteY13" fmla="*/ 39053 h 61912"/>
                                <a:gd name="connsiteX14" fmla="*/ 79058 w 79057"/>
                                <a:gd name="connsiteY14" fmla="*/ 40005 h 61912"/>
                                <a:gd name="connsiteX15" fmla="*/ 79058 w 79057"/>
                                <a:gd name="connsiteY15" fmla="*/ 41910 h 61912"/>
                                <a:gd name="connsiteX16" fmla="*/ 79058 w 79057"/>
                                <a:gd name="connsiteY16" fmla="*/ 45720 h 61912"/>
                                <a:gd name="connsiteX17" fmla="*/ 79058 w 79057"/>
                                <a:gd name="connsiteY17" fmla="*/ 48578 h 61912"/>
                                <a:gd name="connsiteX18" fmla="*/ 79058 w 79057"/>
                                <a:gd name="connsiteY18" fmla="*/ 50483 h 61912"/>
                                <a:gd name="connsiteX19" fmla="*/ 79058 w 79057"/>
                                <a:gd name="connsiteY19" fmla="*/ 51435 h 61912"/>
                                <a:gd name="connsiteX20" fmla="*/ 79058 w 79057"/>
                                <a:gd name="connsiteY20" fmla="*/ 51435 h 61912"/>
                                <a:gd name="connsiteX21" fmla="*/ 79058 w 79057"/>
                                <a:gd name="connsiteY21" fmla="*/ 51435 h 61912"/>
                                <a:gd name="connsiteX22" fmla="*/ 79058 w 79057"/>
                                <a:gd name="connsiteY22" fmla="*/ 51435 h 61912"/>
                                <a:gd name="connsiteX23" fmla="*/ 79058 w 79057"/>
                                <a:gd name="connsiteY23" fmla="*/ 50483 h 61912"/>
                                <a:gd name="connsiteX24" fmla="*/ 79058 w 79057"/>
                                <a:gd name="connsiteY24" fmla="*/ 48578 h 61912"/>
                                <a:gd name="connsiteX25" fmla="*/ 79058 w 79057"/>
                                <a:gd name="connsiteY25" fmla="*/ 45720 h 61912"/>
                                <a:gd name="connsiteX26" fmla="*/ 79058 w 79057"/>
                                <a:gd name="connsiteY26" fmla="*/ 41910 h 61912"/>
                                <a:gd name="connsiteX27" fmla="*/ 79058 w 79057"/>
                                <a:gd name="connsiteY27" fmla="*/ 40005 h 61912"/>
                                <a:gd name="connsiteX28" fmla="*/ 79058 w 79057"/>
                                <a:gd name="connsiteY28" fmla="*/ 39053 h 61912"/>
                                <a:gd name="connsiteX29" fmla="*/ 79058 w 79057"/>
                                <a:gd name="connsiteY29" fmla="*/ 38100 h 61912"/>
                                <a:gd name="connsiteX30" fmla="*/ 79058 w 79057"/>
                                <a:gd name="connsiteY30" fmla="*/ 35243 h 61912"/>
                                <a:gd name="connsiteX31" fmla="*/ 79058 w 79057"/>
                                <a:gd name="connsiteY31" fmla="*/ 32385 h 61912"/>
                                <a:gd name="connsiteX32" fmla="*/ 78105 w 79057"/>
                                <a:gd name="connsiteY32" fmla="*/ 26670 h 61912"/>
                                <a:gd name="connsiteX33" fmla="*/ 78105 w 79057"/>
                                <a:gd name="connsiteY33" fmla="*/ 25718 h 61912"/>
                                <a:gd name="connsiteX34" fmla="*/ 78105 w 79057"/>
                                <a:gd name="connsiteY34" fmla="*/ 25718 h 61912"/>
                                <a:gd name="connsiteX35" fmla="*/ 78105 w 79057"/>
                                <a:gd name="connsiteY35" fmla="*/ 25718 h 61912"/>
                                <a:gd name="connsiteX36" fmla="*/ 78105 w 79057"/>
                                <a:gd name="connsiteY36" fmla="*/ 24765 h 61912"/>
                                <a:gd name="connsiteX37" fmla="*/ 77153 w 79057"/>
                                <a:gd name="connsiteY37" fmla="*/ 21908 h 61912"/>
                                <a:gd name="connsiteX38" fmla="*/ 74295 w 79057"/>
                                <a:gd name="connsiteY38" fmla="*/ 12383 h 61912"/>
                                <a:gd name="connsiteX39" fmla="*/ 72390 w 79057"/>
                                <a:gd name="connsiteY39" fmla="*/ 3810 h 61912"/>
                                <a:gd name="connsiteX40" fmla="*/ 71438 w 79057"/>
                                <a:gd name="connsiteY40" fmla="*/ 4763 h 61912"/>
                                <a:gd name="connsiteX41" fmla="*/ 69533 w 79057"/>
                                <a:gd name="connsiteY41" fmla="*/ 6668 h 61912"/>
                                <a:gd name="connsiteX42" fmla="*/ 67628 w 79057"/>
                                <a:gd name="connsiteY42" fmla="*/ 8573 h 61912"/>
                                <a:gd name="connsiteX43" fmla="*/ 63818 w 79057"/>
                                <a:gd name="connsiteY43" fmla="*/ 13335 h 61912"/>
                                <a:gd name="connsiteX44" fmla="*/ 62865 w 79057"/>
                                <a:gd name="connsiteY44" fmla="*/ 14288 h 61912"/>
                                <a:gd name="connsiteX45" fmla="*/ 62865 w 79057"/>
                                <a:gd name="connsiteY45" fmla="*/ 14288 h 61912"/>
                                <a:gd name="connsiteX46" fmla="*/ 61913 w 79057"/>
                                <a:gd name="connsiteY46" fmla="*/ 17145 h 61912"/>
                                <a:gd name="connsiteX47" fmla="*/ 60960 w 79057"/>
                                <a:gd name="connsiteY47" fmla="*/ 20955 h 61912"/>
                                <a:gd name="connsiteX48" fmla="*/ 61913 w 79057"/>
                                <a:gd name="connsiteY48" fmla="*/ 31433 h 61912"/>
                                <a:gd name="connsiteX49" fmla="*/ 62865 w 79057"/>
                                <a:gd name="connsiteY49" fmla="*/ 37148 h 61912"/>
                                <a:gd name="connsiteX50" fmla="*/ 62865 w 79057"/>
                                <a:gd name="connsiteY50" fmla="*/ 40005 h 61912"/>
                                <a:gd name="connsiteX51" fmla="*/ 62865 w 79057"/>
                                <a:gd name="connsiteY51" fmla="*/ 42863 h 61912"/>
                                <a:gd name="connsiteX52" fmla="*/ 62865 w 79057"/>
                                <a:gd name="connsiteY52" fmla="*/ 47625 h 61912"/>
                                <a:gd name="connsiteX53" fmla="*/ 62865 w 79057"/>
                                <a:gd name="connsiteY53" fmla="*/ 49530 h 61912"/>
                                <a:gd name="connsiteX54" fmla="*/ 62865 w 79057"/>
                                <a:gd name="connsiteY54" fmla="*/ 51435 h 61912"/>
                                <a:gd name="connsiteX55" fmla="*/ 60960 w 79057"/>
                                <a:gd name="connsiteY55" fmla="*/ 55245 h 61912"/>
                                <a:gd name="connsiteX56" fmla="*/ 60960 w 79057"/>
                                <a:gd name="connsiteY56" fmla="*/ 55245 h 61912"/>
                                <a:gd name="connsiteX57" fmla="*/ 60960 w 79057"/>
                                <a:gd name="connsiteY57" fmla="*/ 55245 h 61912"/>
                                <a:gd name="connsiteX58" fmla="*/ 60960 w 79057"/>
                                <a:gd name="connsiteY58" fmla="*/ 55245 h 61912"/>
                                <a:gd name="connsiteX59" fmla="*/ 60960 w 79057"/>
                                <a:gd name="connsiteY59" fmla="*/ 55245 h 61912"/>
                                <a:gd name="connsiteX60" fmla="*/ 60960 w 79057"/>
                                <a:gd name="connsiteY60" fmla="*/ 55245 h 61912"/>
                                <a:gd name="connsiteX61" fmla="*/ 60008 w 79057"/>
                                <a:gd name="connsiteY61" fmla="*/ 56198 h 61912"/>
                                <a:gd name="connsiteX62" fmla="*/ 60960 w 79057"/>
                                <a:gd name="connsiteY62" fmla="*/ 56198 h 61912"/>
                                <a:gd name="connsiteX63" fmla="*/ 60960 w 79057"/>
                                <a:gd name="connsiteY63" fmla="*/ 56198 h 61912"/>
                                <a:gd name="connsiteX64" fmla="*/ 60960 w 79057"/>
                                <a:gd name="connsiteY64" fmla="*/ 56198 h 61912"/>
                                <a:gd name="connsiteX65" fmla="*/ 60960 w 79057"/>
                                <a:gd name="connsiteY65" fmla="*/ 56198 h 61912"/>
                                <a:gd name="connsiteX66" fmla="*/ 60960 w 79057"/>
                                <a:gd name="connsiteY66" fmla="*/ 56198 h 61912"/>
                                <a:gd name="connsiteX67" fmla="*/ 60960 w 79057"/>
                                <a:gd name="connsiteY67" fmla="*/ 56198 h 61912"/>
                                <a:gd name="connsiteX68" fmla="*/ 61913 w 79057"/>
                                <a:gd name="connsiteY68" fmla="*/ 52388 h 61912"/>
                                <a:gd name="connsiteX69" fmla="*/ 61913 w 79057"/>
                                <a:gd name="connsiteY69" fmla="*/ 50483 h 61912"/>
                                <a:gd name="connsiteX70" fmla="*/ 61913 w 79057"/>
                                <a:gd name="connsiteY70" fmla="*/ 48578 h 61912"/>
                                <a:gd name="connsiteX71" fmla="*/ 61913 w 79057"/>
                                <a:gd name="connsiteY71" fmla="*/ 43815 h 61912"/>
                                <a:gd name="connsiteX72" fmla="*/ 61913 w 79057"/>
                                <a:gd name="connsiteY72" fmla="*/ 40958 h 61912"/>
                                <a:gd name="connsiteX73" fmla="*/ 61913 w 79057"/>
                                <a:gd name="connsiteY73" fmla="*/ 38100 h 61912"/>
                                <a:gd name="connsiteX74" fmla="*/ 60960 w 79057"/>
                                <a:gd name="connsiteY74" fmla="*/ 32385 h 61912"/>
                                <a:gd name="connsiteX75" fmla="*/ 60008 w 79057"/>
                                <a:gd name="connsiteY75" fmla="*/ 21908 h 61912"/>
                                <a:gd name="connsiteX76" fmla="*/ 60008 w 79057"/>
                                <a:gd name="connsiteY76" fmla="*/ 17145 h 61912"/>
                                <a:gd name="connsiteX77" fmla="*/ 60008 w 79057"/>
                                <a:gd name="connsiteY77" fmla="*/ 17145 h 61912"/>
                                <a:gd name="connsiteX78" fmla="*/ 58103 w 79057"/>
                                <a:gd name="connsiteY78" fmla="*/ 19050 h 61912"/>
                                <a:gd name="connsiteX79" fmla="*/ 53340 w 79057"/>
                                <a:gd name="connsiteY79" fmla="*/ 23813 h 61912"/>
                                <a:gd name="connsiteX80" fmla="*/ 48578 w 79057"/>
                                <a:gd name="connsiteY80" fmla="*/ 28575 h 61912"/>
                                <a:gd name="connsiteX81" fmla="*/ 48578 w 79057"/>
                                <a:gd name="connsiteY81" fmla="*/ 28575 h 61912"/>
                                <a:gd name="connsiteX82" fmla="*/ 47625 w 79057"/>
                                <a:gd name="connsiteY82" fmla="*/ 29528 h 61912"/>
                                <a:gd name="connsiteX83" fmla="*/ 46673 w 79057"/>
                                <a:gd name="connsiteY83" fmla="*/ 34290 h 61912"/>
                                <a:gd name="connsiteX84" fmla="*/ 46673 w 79057"/>
                                <a:gd name="connsiteY84" fmla="*/ 37148 h 61912"/>
                                <a:gd name="connsiteX85" fmla="*/ 46673 w 79057"/>
                                <a:gd name="connsiteY85" fmla="*/ 40958 h 61912"/>
                                <a:gd name="connsiteX86" fmla="*/ 46673 w 79057"/>
                                <a:gd name="connsiteY86" fmla="*/ 42863 h 61912"/>
                                <a:gd name="connsiteX87" fmla="*/ 46673 w 79057"/>
                                <a:gd name="connsiteY87" fmla="*/ 44768 h 61912"/>
                                <a:gd name="connsiteX88" fmla="*/ 46673 w 79057"/>
                                <a:gd name="connsiteY88" fmla="*/ 46673 h 61912"/>
                                <a:gd name="connsiteX89" fmla="*/ 46673 w 79057"/>
                                <a:gd name="connsiteY89" fmla="*/ 48578 h 61912"/>
                                <a:gd name="connsiteX90" fmla="*/ 45720 w 79057"/>
                                <a:gd name="connsiteY90" fmla="*/ 52388 h 61912"/>
                                <a:gd name="connsiteX91" fmla="*/ 44768 w 79057"/>
                                <a:gd name="connsiteY91" fmla="*/ 56198 h 61912"/>
                                <a:gd name="connsiteX92" fmla="*/ 44768 w 79057"/>
                                <a:gd name="connsiteY92" fmla="*/ 58103 h 61912"/>
                                <a:gd name="connsiteX93" fmla="*/ 44768 w 79057"/>
                                <a:gd name="connsiteY93" fmla="*/ 60008 h 61912"/>
                                <a:gd name="connsiteX94" fmla="*/ 44768 w 79057"/>
                                <a:gd name="connsiteY94" fmla="*/ 60960 h 61912"/>
                                <a:gd name="connsiteX95" fmla="*/ 44768 w 79057"/>
                                <a:gd name="connsiteY95" fmla="*/ 61913 h 61912"/>
                                <a:gd name="connsiteX96" fmla="*/ 44768 w 79057"/>
                                <a:gd name="connsiteY96" fmla="*/ 61913 h 61912"/>
                                <a:gd name="connsiteX97" fmla="*/ 44768 w 79057"/>
                                <a:gd name="connsiteY97" fmla="*/ 60008 h 61912"/>
                                <a:gd name="connsiteX98" fmla="*/ 44768 w 79057"/>
                                <a:gd name="connsiteY98" fmla="*/ 58103 h 61912"/>
                                <a:gd name="connsiteX99" fmla="*/ 44768 w 79057"/>
                                <a:gd name="connsiteY99" fmla="*/ 56198 h 61912"/>
                                <a:gd name="connsiteX100" fmla="*/ 45720 w 79057"/>
                                <a:gd name="connsiteY100" fmla="*/ 52388 h 61912"/>
                                <a:gd name="connsiteX101" fmla="*/ 46673 w 79057"/>
                                <a:gd name="connsiteY101" fmla="*/ 48578 h 61912"/>
                                <a:gd name="connsiteX102" fmla="*/ 46673 w 79057"/>
                                <a:gd name="connsiteY102" fmla="*/ 47625 h 61912"/>
                                <a:gd name="connsiteX103" fmla="*/ 46673 w 79057"/>
                                <a:gd name="connsiteY103" fmla="*/ 46673 h 61912"/>
                                <a:gd name="connsiteX104" fmla="*/ 46673 w 79057"/>
                                <a:gd name="connsiteY104" fmla="*/ 44768 h 61912"/>
                                <a:gd name="connsiteX105" fmla="*/ 46673 w 79057"/>
                                <a:gd name="connsiteY105" fmla="*/ 42863 h 61912"/>
                                <a:gd name="connsiteX106" fmla="*/ 46673 w 79057"/>
                                <a:gd name="connsiteY106" fmla="*/ 40958 h 61912"/>
                                <a:gd name="connsiteX107" fmla="*/ 46673 w 79057"/>
                                <a:gd name="connsiteY107" fmla="*/ 37148 h 61912"/>
                                <a:gd name="connsiteX108" fmla="*/ 46673 w 79057"/>
                                <a:gd name="connsiteY108" fmla="*/ 34290 h 61912"/>
                                <a:gd name="connsiteX109" fmla="*/ 46673 w 79057"/>
                                <a:gd name="connsiteY109" fmla="*/ 31433 h 61912"/>
                                <a:gd name="connsiteX110" fmla="*/ 43815 w 79057"/>
                                <a:gd name="connsiteY110" fmla="*/ 34290 h 61912"/>
                                <a:gd name="connsiteX111" fmla="*/ 39053 w 79057"/>
                                <a:gd name="connsiteY111" fmla="*/ 40005 h 61912"/>
                                <a:gd name="connsiteX112" fmla="*/ 37148 w 79057"/>
                                <a:gd name="connsiteY112" fmla="*/ 42863 h 61912"/>
                                <a:gd name="connsiteX113" fmla="*/ 35243 w 79057"/>
                                <a:gd name="connsiteY113" fmla="*/ 45720 h 61912"/>
                                <a:gd name="connsiteX114" fmla="*/ 31433 w 79057"/>
                                <a:gd name="connsiteY114" fmla="*/ 51435 h 61912"/>
                                <a:gd name="connsiteX115" fmla="*/ 30480 w 79057"/>
                                <a:gd name="connsiteY115" fmla="*/ 54293 h 61912"/>
                                <a:gd name="connsiteX116" fmla="*/ 29528 w 79057"/>
                                <a:gd name="connsiteY116" fmla="*/ 57150 h 61912"/>
                                <a:gd name="connsiteX117" fmla="*/ 29528 w 79057"/>
                                <a:gd name="connsiteY117" fmla="*/ 57150 h 61912"/>
                                <a:gd name="connsiteX118" fmla="*/ 29528 w 79057"/>
                                <a:gd name="connsiteY118" fmla="*/ 57150 h 61912"/>
                                <a:gd name="connsiteX119" fmla="*/ 30480 w 79057"/>
                                <a:gd name="connsiteY119" fmla="*/ 54293 h 61912"/>
                                <a:gd name="connsiteX120" fmla="*/ 31433 w 79057"/>
                                <a:gd name="connsiteY120" fmla="*/ 51435 h 61912"/>
                                <a:gd name="connsiteX121" fmla="*/ 35243 w 79057"/>
                                <a:gd name="connsiteY121" fmla="*/ 45720 h 61912"/>
                                <a:gd name="connsiteX122" fmla="*/ 36195 w 79057"/>
                                <a:gd name="connsiteY122" fmla="*/ 43815 h 61912"/>
                                <a:gd name="connsiteX123" fmla="*/ 37148 w 79057"/>
                                <a:gd name="connsiteY123" fmla="*/ 41910 h 61912"/>
                                <a:gd name="connsiteX124" fmla="*/ 38100 w 79057"/>
                                <a:gd name="connsiteY124" fmla="*/ 40005 h 61912"/>
                                <a:gd name="connsiteX125" fmla="*/ 39053 w 79057"/>
                                <a:gd name="connsiteY125" fmla="*/ 38100 h 61912"/>
                                <a:gd name="connsiteX126" fmla="*/ 43815 w 79057"/>
                                <a:gd name="connsiteY126" fmla="*/ 32385 h 61912"/>
                                <a:gd name="connsiteX127" fmla="*/ 48578 w 79057"/>
                                <a:gd name="connsiteY127" fmla="*/ 26670 h 61912"/>
                                <a:gd name="connsiteX128" fmla="*/ 52388 w 79057"/>
                                <a:gd name="connsiteY128" fmla="*/ 22860 h 61912"/>
                                <a:gd name="connsiteX129" fmla="*/ 51435 w 79057"/>
                                <a:gd name="connsiteY129" fmla="*/ 22860 h 61912"/>
                                <a:gd name="connsiteX130" fmla="*/ 47625 w 79057"/>
                                <a:gd name="connsiteY130" fmla="*/ 23813 h 61912"/>
                                <a:gd name="connsiteX131" fmla="*/ 37148 w 79057"/>
                                <a:gd name="connsiteY131" fmla="*/ 25718 h 61912"/>
                                <a:gd name="connsiteX132" fmla="*/ 31433 w 79057"/>
                                <a:gd name="connsiteY132" fmla="*/ 26670 h 61912"/>
                                <a:gd name="connsiteX133" fmla="*/ 25718 w 79057"/>
                                <a:gd name="connsiteY133" fmla="*/ 28575 h 61912"/>
                                <a:gd name="connsiteX134" fmla="*/ 20003 w 79057"/>
                                <a:gd name="connsiteY134" fmla="*/ 31433 h 61912"/>
                                <a:gd name="connsiteX135" fmla="*/ 14288 w 79057"/>
                                <a:gd name="connsiteY135" fmla="*/ 36195 h 61912"/>
                                <a:gd name="connsiteX136" fmla="*/ 11430 w 79057"/>
                                <a:gd name="connsiteY136" fmla="*/ 39053 h 61912"/>
                                <a:gd name="connsiteX137" fmla="*/ 9525 w 79057"/>
                                <a:gd name="connsiteY137" fmla="*/ 41910 h 61912"/>
                                <a:gd name="connsiteX138" fmla="*/ 8573 w 79057"/>
                                <a:gd name="connsiteY138" fmla="*/ 43815 h 61912"/>
                                <a:gd name="connsiteX139" fmla="*/ 7620 w 79057"/>
                                <a:gd name="connsiteY139" fmla="*/ 45720 h 61912"/>
                                <a:gd name="connsiteX140" fmla="*/ 5715 w 79057"/>
                                <a:gd name="connsiteY140" fmla="*/ 49530 h 61912"/>
                                <a:gd name="connsiteX141" fmla="*/ 5715 w 79057"/>
                                <a:gd name="connsiteY141" fmla="*/ 50483 h 61912"/>
                                <a:gd name="connsiteX142" fmla="*/ 5715 w 79057"/>
                                <a:gd name="connsiteY142" fmla="*/ 50483 h 61912"/>
                                <a:gd name="connsiteX143" fmla="*/ 5715 w 79057"/>
                                <a:gd name="connsiteY143" fmla="*/ 49530 h 61912"/>
                                <a:gd name="connsiteX144" fmla="*/ 9525 w 79057"/>
                                <a:gd name="connsiteY144" fmla="*/ 42863 h 61912"/>
                                <a:gd name="connsiteX145" fmla="*/ 14288 w 79057"/>
                                <a:gd name="connsiteY145" fmla="*/ 37148 h 61912"/>
                                <a:gd name="connsiteX146" fmla="*/ 20003 w 79057"/>
                                <a:gd name="connsiteY146" fmla="*/ 32385 h 61912"/>
                                <a:gd name="connsiteX147" fmla="*/ 25718 w 79057"/>
                                <a:gd name="connsiteY147" fmla="*/ 29528 h 61912"/>
                                <a:gd name="connsiteX148" fmla="*/ 31433 w 79057"/>
                                <a:gd name="connsiteY148" fmla="*/ 27623 h 61912"/>
                                <a:gd name="connsiteX149" fmla="*/ 37148 w 79057"/>
                                <a:gd name="connsiteY149" fmla="*/ 26670 h 61912"/>
                                <a:gd name="connsiteX150" fmla="*/ 47625 w 79057"/>
                                <a:gd name="connsiteY150" fmla="*/ 24765 h 61912"/>
                                <a:gd name="connsiteX151" fmla="*/ 51435 w 79057"/>
                                <a:gd name="connsiteY151" fmla="*/ 23813 h 61912"/>
                                <a:gd name="connsiteX152" fmla="*/ 54293 w 79057"/>
                                <a:gd name="connsiteY152" fmla="*/ 22860 h 61912"/>
                                <a:gd name="connsiteX153" fmla="*/ 56198 w 79057"/>
                                <a:gd name="connsiteY153" fmla="*/ 21908 h 61912"/>
                                <a:gd name="connsiteX154" fmla="*/ 59055 w 79057"/>
                                <a:gd name="connsiteY154" fmla="*/ 18098 h 61912"/>
                                <a:gd name="connsiteX155" fmla="*/ 60960 w 79057"/>
                                <a:gd name="connsiteY155" fmla="*/ 15240 h 61912"/>
                                <a:gd name="connsiteX156" fmla="*/ 62865 w 79057"/>
                                <a:gd name="connsiteY156" fmla="*/ 12383 h 61912"/>
                                <a:gd name="connsiteX157" fmla="*/ 66675 w 79057"/>
                                <a:gd name="connsiteY157" fmla="*/ 7620 h 61912"/>
                                <a:gd name="connsiteX158" fmla="*/ 66675 w 79057"/>
                                <a:gd name="connsiteY158" fmla="*/ 7620 h 61912"/>
                                <a:gd name="connsiteX159" fmla="*/ 65723 w 79057"/>
                                <a:gd name="connsiteY159" fmla="*/ 7620 h 61912"/>
                                <a:gd name="connsiteX160" fmla="*/ 61913 w 79057"/>
                                <a:gd name="connsiteY160" fmla="*/ 7620 h 61912"/>
                                <a:gd name="connsiteX161" fmla="*/ 60008 w 79057"/>
                                <a:gd name="connsiteY161" fmla="*/ 7620 h 61912"/>
                                <a:gd name="connsiteX162" fmla="*/ 57150 w 79057"/>
                                <a:gd name="connsiteY162" fmla="*/ 7620 h 61912"/>
                                <a:gd name="connsiteX163" fmla="*/ 51435 w 79057"/>
                                <a:gd name="connsiteY163" fmla="*/ 7620 h 61912"/>
                                <a:gd name="connsiteX164" fmla="*/ 44768 w 79057"/>
                                <a:gd name="connsiteY164" fmla="*/ 7620 h 61912"/>
                                <a:gd name="connsiteX165" fmla="*/ 38100 w 79057"/>
                                <a:gd name="connsiteY165" fmla="*/ 7620 h 61912"/>
                                <a:gd name="connsiteX166" fmla="*/ 30480 w 79057"/>
                                <a:gd name="connsiteY166" fmla="*/ 8573 h 61912"/>
                                <a:gd name="connsiteX167" fmla="*/ 22860 w 79057"/>
                                <a:gd name="connsiteY167" fmla="*/ 10478 h 61912"/>
                                <a:gd name="connsiteX168" fmla="*/ 15240 w 79057"/>
                                <a:gd name="connsiteY168" fmla="*/ 13335 h 61912"/>
                                <a:gd name="connsiteX169" fmla="*/ 11430 w 79057"/>
                                <a:gd name="connsiteY169" fmla="*/ 15240 h 61912"/>
                                <a:gd name="connsiteX170" fmla="*/ 8573 w 79057"/>
                                <a:gd name="connsiteY170" fmla="*/ 17145 h 61912"/>
                                <a:gd name="connsiteX171" fmla="*/ 5715 w 79057"/>
                                <a:gd name="connsiteY171" fmla="*/ 20003 h 61912"/>
                                <a:gd name="connsiteX172" fmla="*/ 2858 w 79057"/>
                                <a:gd name="connsiteY172" fmla="*/ 22860 h 61912"/>
                                <a:gd name="connsiteX173" fmla="*/ 953 w 79057"/>
                                <a:gd name="connsiteY173" fmla="*/ 25718 h 61912"/>
                                <a:gd name="connsiteX174" fmla="*/ 0 w 79057"/>
                                <a:gd name="connsiteY174" fmla="*/ 27623 h 61912"/>
                                <a:gd name="connsiteX175" fmla="*/ 0 w 79057"/>
                                <a:gd name="connsiteY175" fmla="*/ 26670 h 61912"/>
                                <a:gd name="connsiteX176" fmla="*/ 953 w 79057"/>
                                <a:gd name="connsiteY176" fmla="*/ 25718 h 61912"/>
                                <a:gd name="connsiteX177" fmla="*/ 3810 w 79057"/>
                                <a:gd name="connsiteY177" fmla="*/ 22860 h 61912"/>
                                <a:gd name="connsiteX178" fmla="*/ 6668 w 79057"/>
                                <a:gd name="connsiteY178" fmla="*/ 20003 h 61912"/>
                                <a:gd name="connsiteX179" fmla="*/ 9525 w 79057"/>
                                <a:gd name="connsiteY179" fmla="*/ 17145 h 61912"/>
                                <a:gd name="connsiteX180" fmla="*/ 12383 w 79057"/>
                                <a:gd name="connsiteY180" fmla="*/ 15240 h 61912"/>
                                <a:gd name="connsiteX181" fmla="*/ 16193 w 79057"/>
                                <a:gd name="connsiteY181" fmla="*/ 13335 h 61912"/>
                                <a:gd name="connsiteX182" fmla="*/ 23813 w 79057"/>
                                <a:gd name="connsiteY182" fmla="*/ 10478 h 61912"/>
                                <a:gd name="connsiteX183" fmla="*/ 31433 w 79057"/>
                                <a:gd name="connsiteY183" fmla="*/ 8573 h 61912"/>
                                <a:gd name="connsiteX184" fmla="*/ 39053 w 79057"/>
                                <a:gd name="connsiteY184" fmla="*/ 7620 h 61912"/>
                                <a:gd name="connsiteX185" fmla="*/ 45720 w 79057"/>
                                <a:gd name="connsiteY185" fmla="*/ 7620 h 61912"/>
                                <a:gd name="connsiteX186" fmla="*/ 52388 w 79057"/>
                                <a:gd name="connsiteY186" fmla="*/ 7620 h 61912"/>
                                <a:gd name="connsiteX187" fmla="*/ 58103 w 79057"/>
                                <a:gd name="connsiteY187" fmla="*/ 7620 h 61912"/>
                                <a:gd name="connsiteX188" fmla="*/ 60960 w 79057"/>
                                <a:gd name="connsiteY188" fmla="*/ 7620 h 61912"/>
                                <a:gd name="connsiteX189" fmla="*/ 62865 w 79057"/>
                                <a:gd name="connsiteY189" fmla="*/ 7620 h 61912"/>
                                <a:gd name="connsiteX190" fmla="*/ 66675 w 79057"/>
                                <a:gd name="connsiteY190" fmla="*/ 7620 h 61912"/>
                                <a:gd name="connsiteX191" fmla="*/ 68580 w 79057"/>
                                <a:gd name="connsiteY191" fmla="*/ 7620 h 61912"/>
                                <a:gd name="connsiteX192" fmla="*/ 68580 w 79057"/>
                                <a:gd name="connsiteY192" fmla="*/ 7620 h 61912"/>
                                <a:gd name="connsiteX193" fmla="*/ 69533 w 79057"/>
                                <a:gd name="connsiteY193" fmla="*/ 5715 h 61912"/>
                                <a:gd name="connsiteX194" fmla="*/ 71438 w 79057"/>
                                <a:gd name="connsiteY194" fmla="*/ 2858 h 61912"/>
                                <a:gd name="connsiteX195" fmla="*/ 73343 w 79057"/>
                                <a:gd name="connsiteY195" fmla="*/ 0 h 61912"/>
                                <a:gd name="connsiteX196" fmla="*/ 75248 w 79057"/>
                                <a:gd name="connsiteY196" fmla="*/ 2858 h 61912"/>
                                <a:gd name="connsiteX197" fmla="*/ 72390 w 79057"/>
                                <a:gd name="connsiteY197" fmla="*/ 1905 h 6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79057" h="61912">
                                  <a:moveTo>
                                    <a:pt x="72390" y="1905"/>
                                  </a:moveTo>
                                  <a:cubicBezTo>
                                    <a:pt x="72390" y="1905"/>
                                    <a:pt x="72390" y="1905"/>
                                    <a:pt x="72390" y="1905"/>
                                  </a:cubicBezTo>
                                  <a:cubicBezTo>
                                    <a:pt x="72390" y="2858"/>
                                    <a:pt x="72390" y="3810"/>
                                    <a:pt x="72390" y="5715"/>
                                  </a:cubicBezTo>
                                  <a:cubicBezTo>
                                    <a:pt x="72390" y="7620"/>
                                    <a:pt x="73343" y="9525"/>
                                    <a:pt x="74295" y="12383"/>
                                  </a:cubicBezTo>
                                  <a:cubicBezTo>
                                    <a:pt x="75248" y="15240"/>
                                    <a:pt x="76200" y="19050"/>
                                    <a:pt x="77153" y="21908"/>
                                  </a:cubicBezTo>
                                  <a:cubicBezTo>
                                    <a:pt x="77153" y="22860"/>
                                    <a:pt x="78105" y="23813"/>
                                    <a:pt x="78105" y="24765"/>
                                  </a:cubicBezTo>
                                  <a:cubicBezTo>
                                    <a:pt x="78105" y="24765"/>
                                    <a:pt x="78105" y="25718"/>
                                    <a:pt x="78105" y="25718"/>
                                  </a:cubicBezTo>
                                  <a:lnTo>
                                    <a:pt x="78105" y="25718"/>
                                  </a:lnTo>
                                  <a:lnTo>
                                    <a:pt x="78105" y="25718"/>
                                  </a:lnTo>
                                  <a:lnTo>
                                    <a:pt x="78105" y="26670"/>
                                  </a:lnTo>
                                  <a:cubicBezTo>
                                    <a:pt x="78105" y="28575"/>
                                    <a:pt x="79058" y="30480"/>
                                    <a:pt x="79058" y="32385"/>
                                  </a:cubicBezTo>
                                  <a:cubicBezTo>
                                    <a:pt x="79058" y="33338"/>
                                    <a:pt x="79058" y="34290"/>
                                    <a:pt x="79058" y="35243"/>
                                  </a:cubicBezTo>
                                  <a:cubicBezTo>
                                    <a:pt x="79058" y="36195"/>
                                    <a:pt x="79058" y="37148"/>
                                    <a:pt x="79058" y="38100"/>
                                  </a:cubicBezTo>
                                  <a:cubicBezTo>
                                    <a:pt x="79058" y="38100"/>
                                    <a:pt x="79058" y="39053"/>
                                    <a:pt x="79058" y="39053"/>
                                  </a:cubicBezTo>
                                  <a:cubicBezTo>
                                    <a:pt x="79058" y="39053"/>
                                    <a:pt x="79058" y="40005"/>
                                    <a:pt x="79058" y="40005"/>
                                  </a:cubicBezTo>
                                  <a:cubicBezTo>
                                    <a:pt x="79058" y="40958"/>
                                    <a:pt x="79058" y="40958"/>
                                    <a:pt x="79058" y="41910"/>
                                  </a:cubicBezTo>
                                  <a:cubicBezTo>
                                    <a:pt x="79058" y="42863"/>
                                    <a:pt x="79058" y="44768"/>
                                    <a:pt x="79058" y="45720"/>
                                  </a:cubicBezTo>
                                  <a:cubicBezTo>
                                    <a:pt x="79058" y="46673"/>
                                    <a:pt x="79058" y="47625"/>
                                    <a:pt x="79058" y="48578"/>
                                  </a:cubicBezTo>
                                  <a:cubicBezTo>
                                    <a:pt x="79058" y="49530"/>
                                    <a:pt x="79058" y="49530"/>
                                    <a:pt x="79058" y="50483"/>
                                  </a:cubicBezTo>
                                  <a:cubicBezTo>
                                    <a:pt x="79058" y="50483"/>
                                    <a:pt x="79058" y="51435"/>
                                    <a:pt x="79058" y="51435"/>
                                  </a:cubicBezTo>
                                  <a:cubicBezTo>
                                    <a:pt x="79058" y="51435"/>
                                    <a:pt x="79058" y="51435"/>
                                    <a:pt x="79058" y="51435"/>
                                  </a:cubicBezTo>
                                  <a:lnTo>
                                    <a:pt x="79058" y="51435"/>
                                  </a:lnTo>
                                  <a:cubicBezTo>
                                    <a:pt x="79058" y="51435"/>
                                    <a:pt x="79058" y="51435"/>
                                    <a:pt x="79058" y="51435"/>
                                  </a:cubicBezTo>
                                  <a:cubicBezTo>
                                    <a:pt x="79058" y="51435"/>
                                    <a:pt x="79058" y="51435"/>
                                    <a:pt x="79058" y="50483"/>
                                  </a:cubicBezTo>
                                  <a:cubicBezTo>
                                    <a:pt x="79058" y="50483"/>
                                    <a:pt x="79058" y="49530"/>
                                    <a:pt x="79058" y="48578"/>
                                  </a:cubicBezTo>
                                  <a:cubicBezTo>
                                    <a:pt x="79058" y="47625"/>
                                    <a:pt x="79058" y="46673"/>
                                    <a:pt x="79058" y="45720"/>
                                  </a:cubicBezTo>
                                  <a:cubicBezTo>
                                    <a:pt x="79058" y="44768"/>
                                    <a:pt x="79058" y="43815"/>
                                    <a:pt x="79058" y="41910"/>
                                  </a:cubicBezTo>
                                  <a:cubicBezTo>
                                    <a:pt x="79058" y="40958"/>
                                    <a:pt x="79058" y="40958"/>
                                    <a:pt x="79058" y="40005"/>
                                  </a:cubicBezTo>
                                  <a:cubicBezTo>
                                    <a:pt x="79058" y="40005"/>
                                    <a:pt x="79058" y="39053"/>
                                    <a:pt x="79058" y="39053"/>
                                  </a:cubicBezTo>
                                  <a:cubicBezTo>
                                    <a:pt x="79058" y="39053"/>
                                    <a:pt x="79058" y="38100"/>
                                    <a:pt x="79058" y="38100"/>
                                  </a:cubicBezTo>
                                  <a:cubicBezTo>
                                    <a:pt x="79058" y="37148"/>
                                    <a:pt x="79058" y="36195"/>
                                    <a:pt x="79058" y="35243"/>
                                  </a:cubicBezTo>
                                  <a:cubicBezTo>
                                    <a:pt x="79058" y="34290"/>
                                    <a:pt x="79058" y="33338"/>
                                    <a:pt x="79058" y="32385"/>
                                  </a:cubicBezTo>
                                  <a:cubicBezTo>
                                    <a:pt x="79058" y="30480"/>
                                    <a:pt x="78105" y="28575"/>
                                    <a:pt x="78105" y="26670"/>
                                  </a:cubicBezTo>
                                  <a:lnTo>
                                    <a:pt x="78105" y="25718"/>
                                  </a:lnTo>
                                  <a:lnTo>
                                    <a:pt x="78105" y="25718"/>
                                  </a:lnTo>
                                  <a:lnTo>
                                    <a:pt x="78105" y="25718"/>
                                  </a:lnTo>
                                  <a:cubicBezTo>
                                    <a:pt x="78105" y="25718"/>
                                    <a:pt x="78105" y="24765"/>
                                    <a:pt x="78105" y="24765"/>
                                  </a:cubicBezTo>
                                  <a:cubicBezTo>
                                    <a:pt x="78105" y="23813"/>
                                    <a:pt x="77153" y="22860"/>
                                    <a:pt x="77153" y="21908"/>
                                  </a:cubicBezTo>
                                  <a:cubicBezTo>
                                    <a:pt x="76200" y="18098"/>
                                    <a:pt x="75248" y="15240"/>
                                    <a:pt x="74295" y="12383"/>
                                  </a:cubicBezTo>
                                  <a:cubicBezTo>
                                    <a:pt x="73343" y="8573"/>
                                    <a:pt x="72390" y="4763"/>
                                    <a:pt x="72390" y="3810"/>
                                  </a:cubicBezTo>
                                  <a:cubicBezTo>
                                    <a:pt x="72390" y="3810"/>
                                    <a:pt x="71438" y="4763"/>
                                    <a:pt x="71438" y="4763"/>
                                  </a:cubicBezTo>
                                  <a:cubicBezTo>
                                    <a:pt x="71438" y="5715"/>
                                    <a:pt x="70485" y="5715"/>
                                    <a:pt x="69533" y="6668"/>
                                  </a:cubicBezTo>
                                  <a:cubicBezTo>
                                    <a:pt x="68580" y="7620"/>
                                    <a:pt x="68580" y="7620"/>
                                    <a:pt x="67628" y="8573"/>
                                  </a:cubicBezTo>
                                  <a:cubicBezTo>
                                    <a:pt x="66675" y="9525"/>
                                    <a:pt x="64770" y="11430"/>
                                    <a:pt x="63818" y="13335"/>
                                  </a:cubicBezTo>
                                  <a:cubicBezTo>
                                    <a:pt x="63818" y="13335"/>
                                    <a:pt x="62865" y="14288"/>
                                    <a:pt x="62865" y="14288"/>
                                  </a:cubicBezTo>
                                  <a:cubicBezTo>
                                    <a:pt x="62865" y="14288"/>
                                    <a:pt x="62865" y="14288"/>
                                    <a:pt x="62865" y="14288"/>
                                  </a:cubicBezTo>
                                  <a:cubicBezTo>
                                    <a:pt x="62865" y="15240"/>
                                    <a:pt x="61913" y="16193"/>
                                    <a:pt x="61913" y="17145"/>
                                  </a:cubicBezTo>
                                  <a:cubicBezTo>
                                    <a:pt x="61913" y="18098"/>
                                    <a:pt x="61913" y="20003"/>
                                    <a:pt x="60960" y="20955"/>
                                  </a:cubicBezTo>
                                  <a:cubicBezTo>
                                    <a:pt x="60960" y="23813"/>
                                    <a:pt x="60960" y="27623"/>
                                    <a:pt x="61913" y="31433"/>
                                  </a:cubicBezTo>
                                  <a:cubicBezTo>
                                    <a:pt x="61913" y="33338"/>
                                    <a:pt x="61913" y="35243"/>
                                    <a:pt x="62865" y="37148"/>
                                  </a:cubicBezTo>
                                  <a:cubicBezTo>
                                    <a:pt x="62865" y="38100"/>
                                    <a:pt x="62865" y="39053"/>
                                    <a:pt x="62865" y="40005"/>
                                  </a:cubicBezTo>
                                  <a:cubicBezTo>
                                    <a:pt x="62865" y="40958"/>
                                    <a:pt x="62865" y="41910"/>
                                    <a:pt x="62865" y="42863"/>
                                  </a:cubicBezTo>
                                  <a:cubicBezTo>
                                    <a:pt x="62865" y="44768"/>
                                    <a:pt x="62865" y="45720"/>
                                    <a:pt x="62865" y="47625"/>
                                  </a:cubicBezTo>
                                  <a:cubicBezTo>
                                    <a:pt x="62865" y="48578"/>
                                    <a:pt x="62865" y="48578"/>
                                    <a:pt x="62865" y="49530"/>
                                  </a:cubicBezTo>
                                  <a:cubicBezTo>
                                    <a:pt x="62865" y="50483"/>
                                    <a:pt x="62865" y="50483"/>
                                    <a:pt x="62865" y="51435"/>
                                  </a:cubicBezTo>
                                  <a:cubicBezTo>
                                    <a:pt x="62865" y="53340"/>
                                    <a:pt x="61913" y="54293"/>
                                    <a:pt x="60960" y="55245"/>
                                  </a:cubicBezTo>
                                  <a:cubicBezTo>
                                    <a:pt x="60960" y="55245"/>
                                    <a:pt x="60960" y="55245"/>
                                    <a:pt x="60960" y="55245"/>
                                  </a:cubicBezTo>
                                  <a:cubicBezTo>
                                    <a:pt x="60960" y="55245"/>
                                    <a:pt x="60960" y="55245"/>
                                    <a:pt x="60960" y="55245"/>
                                  </a:cubicBezTo>
                                  <a:cubicBezTo>
                                    <a:pt x="60960" y="55245"/>
                                    <a:pt x="60960" y="55245"/>
                                    <a:pt x="60960" y="55245"/>
                                  </a:cubicBezTo>
                                  <a:cubicBezTo>
                                    <a:pt x="60960" y="55245"/>
                                    <a:pt x="60960" y="55245"/>
                                    <a:pt x="60960" y="55245"/>
                                  </a:cubicBezTo>
                                  <a:cubicBezTo>
                                    <a:pt x="60960" y="55245"/>
                                    <a:pt x="60960" y="55245"/>
                                    <a:pt x="60960" y="55245"/>
                                  </a:cubicBezTo>
                                  <a:cubicBezTo>
                                    <a:pt x="60960" y="55245"/>
                                    <a:pt x="60008" y="55245"/>
                                    <a:pt x="60008" y="56198"/>
                                  </a:cubicBezTo>
                                  <a:cubicBezTo>
                                    <a:pt x="60008" y="56198"/>
                                    <a:pt x="60960" y="56198"/>
                                    <a:pt x="60960" y="56198"/>
                                  </a:cubicBezTo>
                                  <a:cubicBezTo>
                                    <a:pt x="60960" y="56198"/>
                                    <a:pt x="60960" y="56198"/>
                                    <a:pt x="60960" y="56198"/>
                                  </a:cubicBezTo>
                                  <a:cubicBezTo>
                                    <a:pt x="60960" y="56198"/>
                                    <a:pt x="60960" y="56198"/>
                                    <a:pt x="60960" y="56198"/>
                                  </a:cubicBezTo>
                                  <a:cubicBezTo>
                                    <a:pt x="60960" y="56198"/>
                                    <a:pt x="60960" y="56198"/>
                                    <a:pt x="60960" y="56198"/>
                                  </a:cubicBezTo>
                                  <a:cubicBezTo>
                                    <a:pt x="60960" y="56198"/>
                                    <a:pt x="60960" y="56198"/>
                                    <a:pt x="60960" y="56198"/>
                                  </a:cubicBezTo>
                                  <a:cubicBezTo>
                                    <a:pt x="60960" y="56198"/>
                                    <a:pt x="60960" y="56198"/>
                                    <a:pt x="60960" y="56198"/>
                                  </a:cubicBezTo>
                                  <a:cubicBezTo>
                                    <a:pt x="61913" y="55245"/>
                                    <a:pt x="61913" y="54293"/>
                                    <a:pt x="61913" y="52388"/>
                                  </a:cubicBezTo>
                                  <a:cubicBezTo>
                                    <a:pt x="61913" y="51435"/>
                                    <a:pt x="61913" y="51435"/>
                                    <a:pt x="61913" y="50483"/>
                                  </a:cubicBezTo>
                                  <a:cubicBezTo>
                                    <a:pt x="61913" y="49530"/>
                                    <a:pt x="61913" y="49530"/>
                                    <a:pt x="61913" y="48578"/>
                                  </a:cubicBezTo>
                                  <a:cubicBezTo>
                                    <a:pt x="61913" y="47625"/>
                                    <a:pt x="61913" y="45720"/>
                                    <a:pt x="61913" y="43815"/>
                                  </a:cubicBezTo>
                                  <a:cubicBezTo>
                                    <a:pt x="61913" y="42863"/>
                                    <a:pt x="61913" y="41910"/>
                                    <a:pt x="61913" y="40958"/>
                                  </a:cubicBezTo>
                                  <a:cubicBezTo>
                                    <a:pt x="61913" y="40005"/>
                                    <a:pt x="61913" y="39053"/>
                                    <a:pt x="61913" y="38100"/>
                                  </a:cubicBezTo>
                                  <a:cubicBezTo>
                                    <a:pt x="61913" y="36195"/>
                                    <a:pt x="61913" y="34290"/>
                                    <a:pt x="60960" y="32385"/>
                                  </a:cubicBezTo>
                                  <a:cubicBezTo>
                                    <a:pt x="60008" y="28575"/>
                                    <a:pt x="60008" y="24765"/>
                                    <a:pt x="60008" y="21908"/>
                                  </a:cubicBezTo>
                                  <a:cubicBezTo>
                                    <a:pt x="60008" y="20003"/>
                                    <a:pt x="60008" y="19050"/>
                                    <a:pt x="60008" y="17145"/>
                                  </a:cubicBezTo>
                                  <a:cubicBezTo>
                                    <a:pt x="60008" y="17145"/>
                                    <a:pt x="60008" y="17145"/>
                                    <a:pt x="60008" y="17145"/>
                                  </a:cubicBezTo>
                                  <a:cubicBezTo>
                                    <a:pt x="60008" y="18098"/>
                                    <a:pt x="59055" y="18098"/>
                                    <a:pt x="58103" y="19050"/>
                                  </a:cubicBezTo>
                                  <a:cubicBezTo>
                                    <a:pt x="56198" y="20955"/>
                                    <a:pt x="55245" y="22860"/>
                                    <a:pt x="53340" y="23813"/>
                                  </a:cubicBezTo>
                                  <a:cubicBezTo>
                                    <a:pt x="51435" y="25718"/>
                                    <a:pt x="50483" y="26670"/>
                                    <a:pt x="48578" y="28575"/>
                                  </a:cubicBezTo>
                                  <a:cubicBezTo>
                                    <a:pt x="48578" y="28575"/>
                                    <a:pt x="48578" y="28575"/>
                                    <a:pt x="48578" y="28575"/>
                                  </a:cubicBezTo>
                                  <a:cubicBezTo>
                                    <a:pt x="48578" y="28575"/>
                                    <a:pt x="48578" y="29528"/>
                                    <a:pt x="47625" y="29528"/>
                                  </a:cubicBezTo>
                                  <a:cubicBezTo>
                                    <a:pt x="46673" y="30480"/>
                                    <a:pt x="46673" y="32385"/>
                                    <a:pt x="46673" y="34290"/>
                                  </a:cubicBezTo>
                                  <a:cubicBezTo>
                                    <a:pt x="46673" y="35243"/>
                                    <a:pt x="46673" y="36195"/>
                                    <a:pt x="46673" y="37148"/>
                                  </a:cubicBezTo>
                                  <a:cubicBezTo>
                                    <a:pt x="46673" y="38100"/>
                                    <a:pt x="46673" y="39053"/>
                                    <a:pt x="46673" y="40958"/>
                                  </a:cubicBezTo>
                                  <a:cubicBezTo>
                                    <a:pt x="46673" y="41910"/>
                                    <a:pt x="46673" y="41910"/>
                                    <a:pt x="46673" y="42863"/>
                                  </a:cubicBezTo>
                                  <a:cubicBezTo>
                                    <a:pt x="46673" y="43815"/>
                                    <a:pt x="46673" y="43815"/>
                                    <a:pt x="46673" y="44768"/>
                                  </a:cubicBezTo>
                                  <a:cubicBezTo>
                                    <a:pt x="46673" y="45720"/>
                                    <a:pt x="46673" y="45720"/>
                                    <a:pt x="46673" y="46673"/>
                                  </a:cubicBezTo>
                                  <a:cubicBezTo>
                                    <a:pt x="46673" y="47625"/>
                                    <a:pt x="46673" y="47625"/>
                                    <a:pt x="46673" y="48578"/>
                                  </a:cubicBezTo>
                                  <a:cubicBezTo>
                                    <a:pt x="46673" y="49530"/>
                                    <a:pt x="45720" y="50483"/>
                                    <a:pt x="45720" y="52388"/>
                                  </a:cubicBezTo>
                                  <a:cubicBezTo>
                                    <a:pt x="45720" y="53340"/>
                                    <a:pt x="44768" y="54293"/>
                                    <a:pt x="44768" y="56198"/>
                                  </a:cubicBezTo>
                                  <a:cubicBezTo>
                                    <a:pt x="44768" y="57150"/>
                                    <a:pt x="44768" y="57150"/>
                                    <a:pt x="44768" y="58103"/>
                                  </a:cubicBezTo>
                                  <a:cubicBezTo>
                                    <a:pt x="44768" y="59055"/>
                                    <a:pt x="44768" y="59055"/>
                                    <a:pt x="44768" y="60008"/>
                                  </a:cubicBezTo>
                                  <a:cubicBezTo>
                                    <a:pt x="44768" y="60008"/>
                                    <a:pt x="44768" y="60960"/>
                                    <a:pt x="44768" y="60960"/>
                                  </a:cubicBezTo>
                                  <a:cubicBezTo>
                                    <a:pt x="44768" y="60960"/>
                                    <a:pt x="44768" y="61913"/>
                                    <a:pt x="44768" y="61913"/>
                                  </a:cubicBezTo>
                                  <a:cubicBezTo>
                                    <a:pt x="44768" y="61913"/>
                                    <a:pt x="44768" y="61913"/>
                                    <a:pt x="44768" y="61913"/>
                                  </a:cubicBezTo>
                                  <a:cubicBezTo>
                                    <a:pt x="44768" y="60960"/>
                                    <a:pt x="44768" y="60960"/>
                                    <a:pt x="44768" y="60008"/>
                                  </a:cubicBezTo>
                                  <a:cubicBezTo>
                                    <a:pt x="44768" y="59055"/>
                                    <a:pt x="44768" y="59055"/>
                                    <a:pt x="44768" y="58103"/>
                                  </a:cubicBezTo>
                                  <a:cubicBezTo>
                                    <a:pt x="44768" y="57150"/>
                                    <a:pt x="44768" y="57150"/>
                                    <a:pt x="44768" y="56198"/>
                                  </a:cubicBezTo>
                                  <a:cubicBezTo>
                                    <a:pt x="44768" y="55245"/>
                                    <a:pt x="44768" y="54293"/>
                                    <a:pt x="45720" y="52388"/>
                                  </a:cubicBezTo>
                                  <a:cubicBezTo>
                                    <a:pt x="45720" y="51435"/>
                                    <a:pt x="45720" y="50483"/>
                                    <a:pt x="46673" y="48578"/>
                                  </a:cubicBezTo>
                                  <a:lnTo>
                                    <a:pt x="46673" y="47625"/>
                                  </a:lnTo>
                                  <a:lnTo>
                                    <a:pt x="46673" y="46673"/>
                                  </a:lnTo>
                                  <a:cubicBezTo>
                                    <a:pt x="46673" y="45720"/>
                                    <a:pt x="46673" y="45720"/>
                                    <a:pt x="46673" y="44768"/>
                                  </a:cubicBezTo>
                                  <a:cubicBezTo>
                                    <a:pt x="46673" y="43815"/>
                                    <a:pt x="46673" y="43815"/>
                                    <a:pt x="46673" y="42863"/>
                                  </a:cubicBezTo>
                                  <a:cubicBezTo>
                                    <a:pt x="46673" y="41910"/>
                                    <a:pt x="46673" y="41910"/>
                                    <a:pt x="46673" y="40958"/>
                                  </a:cubicBezTo>
                                  <a:cubicBezTo>
                                    <a:pt x="46673" y="40005"/>
                                    <a:pt x="46673" y="39053"/>
                                    <a:pt x="46673" y="37148"/>
                                  </a:cubicBezTo>
                                  <a:cubicBezTo>
                                    <a:pt x="46673" y="36195"/>
                                    <a:pt x="46673" y="35243"/>
                                    <a:pt x="46673" y="34290"/>
                                  </a:cubicBezTo>
                                  <a:cubicBezTo>
                                    <a:pt x="46673" y="33338"/>
                                    <a:pt x="46673" y="32385"/>
                                    <a:pt x="46673" y="31433"/>
                                  </a:cubicBezTo>
                                  <a:cubicBezTo>
                                    <a:pt x="45720" y="32385"/>
                                    <a:pt x="44768" y="33338"/>
                                    <a:pt x="43815" y="34290"/>
                                  </a:cubicBezTo>
                                  <a:cubicBezTo>
                                    <a:pt x="41910" y="36195"/>
                                    <a:pt x="40005" y="38100"/>
                                    <a:pt x="39053" y="40005"/>
                                  </a:cubicBezTo>
                                  <a:cubicBezTo>
                                    <a:pt x="38100" y="40958"/>
                                    <a:pt x="37148" y="41910"/>
                                    <a:pt x="37148" y="42863"/>
                                  </a:cubicBezTo>
                                  <a:cubicBezTo>
                                    <a:pt x="36195" y="43815"/>
                                    <a:pt x="36195" y="44768"/>
                                    <a:pt x="35243" y="45720"/>
                                  </a:cubicBezTo>
                                  <a:cubicBezTo>
                                    <a:pt x="34290" y="47625"/>
                                    <a:pt x="32385" y="49530"/>
                                    <a:pt x="31433" y="51435"/>
                                  </a:cubicBezTo>
                                  <a:cubicBezTo>
                                    <a:pt x="30480" y="52388"/>
                                    <a:pt x="30480" y="53340"/>
                                    <a:pt x="30480" y="54293"/>
                                  </a:cubicBezTo>
                                  <a:cubicBezTo>
                                    <a:pt x="30480" y="55245"/>
                                    <a:pt x="29528" y="56198"/>
                                    <a:pt x="29528" y="57150"/>
                                  </a:cubicBezTo>
                                  <a:cubicBezTo>
                                    <a:pt x="29528" y="57150"/>
                                    <a:pt x="29528" y="57150"/>
                                    <a:pt x="29528" y="57150"/>
                                  </a:cubicBezTo>
                                  <a:lnTo>
                                    <a:pt x="29528" y="57150"/>
                                  </a:lnTo>
                                  <a:cubicBezTo>
                                    <a:pt x="29528" y="56198"/>
                                    <a:pt x="30480" y="55245"/>
                                    <a:pt x="30480" y="54293"/>
                                  </a:cubicBezTo>
                                  <a:cubicBezTo>
                                    <a:pt x="30480" y="53340"/>
                                    <a:pt x="31433" y="52388"/>
                                    <a:pt x="31433" y="51435"/>
                                  </a:cubicBezTo>
                                  <a:cubicBezTo>
                                    <a:pt x="32385" y="49530"/>
                                    <a:pt x="33338" y="47625"/>
                                    <a:pt x="35243" y="45720"/>
                                  </a:cubicBezTo>
                                  <a:cubicBezTo>
                                    <a:pt x="35243" y="44768"/>
                                    <a:pt x="36195" y="44768"/>
                                    <a:pt x="36195" y="43815"/>
                                  </a:cubicBezTo>
                                  <a:cubicBezTo>
                                    <a:pt x="36195" y="42863"/>
                                    <a:pt x="37148" y="42863"/>
                                    <a:pt x="37148" y="41910"/>
                                  </a:cubicBezTo>
                                  <a:cubicBezTo>
                                    <a:pt x="37148" y="40958"/>
                                    <a:pt x="38100" y="40958"/>
                                    <a:pt x="38100" y="40005"/>
                                  </a:cubicBezTo>
                                  <a:cubicBezTo>
                                    <a:pt x="38100" y="39053"/>
                                    <a:pt x="39053" y="39053"/>
                                    <a:pt x="39053" y="38100"/>
                                  </a:cubicBezTo>
                                  <a:cubicBezTo>
                                    <a:pt x="40958" y="36195"/>
                                    <a:pt x="41910" y="34290"/>
                                    <a:pt x="43815" y="32385"/>
                                  </a:cubicBezTo>
                                  <a:cubicBezTo>
                                    <a:pt x="45720" y="30480"/>
                                    <a:pt x="46673" y="28575"/>
                                    <a:pt x="48578" y="26670"/>
                                  </a:cubicBezTo>
                                  <a:cubicBezTo>
                                    <a:pt x="49530" y="24765"/>
                                    <a:pt x="50483" y="23813"/>
                                    <a:pt x="52388" y="22860"/>
                                  </a:cubicBezTo>
                                  <a:cubicBezTo>
                                    <a:pt x="52388" y="22860"/>
                                    <a:pt x="51435" y="22860"/>
                                    <a:pt x="51435" y="22860"/>
                                  </a:cubicBezTo>
                                  <a:cubicBezTo>
                                    <a:pt x="50483" y="22860"/>
                                    <a:pt x="48578" y="23813"/>
                                    <a:pt x="47625" y="23813"/>
                                  </a:cubicBezTo>
                                  <a:cubicBezTo>
                                    <a:pt x="44768" y="24765"/>
                                    <a:pt x="40958" y="24765"/>
                                    <a:pt x="37148" y="25718"/>
                                  </a:cubicBezTo>
                                  <a:cubicBezTo>
                                    <a:pt x="35243" y="25718"/>
                                    <a:pt x="33338" y="26670"/>
                                    <a:pt x="31433" y="26670"/>
                                  </a:cubicBezTo>
                                  <a:cubicBezTo>
                                    <a:pt x="29528" y="27623"/>
                                    <a:pt x="27623" y="27623"/>
                                    <a:pt x="25718" y="28575"/>
                                  </a:cubicBezTo>
                                  <a:cubicBezTo>
                                    <a:pt x="23813" y="29528"/>
                                    <a:pt x="21908" y="30480"/>
                                    <a:pt x="20003" y="31433"/>
                                  </a:cubicBezTo>
                                  <a:cubicBezTo>
                                    <a:pt x="18098" y="32385"/>
                                    <a:pt x="16193" y="34290"/>
                                    <a:pt x="14288" y="36195"/>
                                  </a:cubicBezTo>
                                  <a:cubicBezTo>
                                    <a:pt x="13335" y="37148"/>
                                    <a:pt x="12383" y="38100"/>
                                    <a:pt x="11430" y="39053"/>
                                  </a:cubicBezTo>
                                  <a:cubicBezTo>
                                    <a:pt x="10478" y="40005"/>
                                    <a:pt x="9525" y="40958"/>
                                    <a:pt x="9525" y="41910"/>
                                  </a:cubicBezTo>
                                  <a:cubicBezTo>
                                    <a:pt x="9525" y="42863"/>
                                    <a:pt x="8573" y="42863"/>
                                    <a:pt x="8573" y="43815"/>
                                  </a:cubicBezTo>
                                  <a:cubicBezTo>
                                    <a:pt x="8573" y="44768"/>
                                    <a:pt x="7620" y="44768"/>
                                    <a:pt x="7620" y="45720"/>
                                  </a:cubicBezTo>
                                  <a:cubicBezTo>
                                    <a:pt x="6668" y="46673"/>
                                    <a:pt x="6668" y="47625"/>
                                    <a:pt x="5715" y="49530"/>
                                  </a:cubicBezTo>
                                  <a:cubicBezTo>
                                    <a:pt x="5715" y="49530"/>
                                    <a:pt x="5715" y="49530"/>
                                    <a:pt x="5715" y="50483"/>
                                  </a:cubicBezTo>
                                  <a:cubicBezTo>
                                    <a:pt x="5715" y="50483"/>
                                    <a:pt x="5715" y="50483"/>
                                    <a:pt x="5715" y="50483"/>
                                  </a:cubicBezTo>
                                  <a:lnTo>
                                    <a:pt x="5715" y="49530"/>
                                  </a:lnTo>
                                  <a:cubicBezTo>
                                    <a:pt x="6668" y="47625"/>
                                    <a:pt x="7620" y="44768"/>
                                    <a:pt x="9525" y="42863"/>
                                  </a:cubicBezTo>
                                  <a:cubicBezTo>
                                    <a:pt x="10478" y="40958"/>
                                    <a:pt x="12383" y="39053"/>
                                    <a:pt x="14288" y="37148"/>
                                  </a:cubicBezTo>
                                  <a:cubicBezTo>
                                    <a:pt x="16193" y="35243"/>
                                    <a:pt x="18098" y="34290"/>
                                    <a:pt x="20003" y="32385"/>
                                  </a:cubicBezTo>
                                  <a:cubicBezTo>
                                    <a:pt x="21908" y="31433"/>
                                    <a:pt x="23813" y="29528"/>
                                    <a:pt x="25718" y="29528"/>
                                  </a:cubicBezTo>
                                  <a:cubicBezTo>
                                    <a:pt x="27623" y="28575"/>
                                    <a:pt x="29528" y="27623"/>
                                    <a:pt x="31433" y="27623"/>
                                  </a:cubicBezTo>
                                  <a:cubicBezTo>
                                    <a:pt x="33338" y="26670"/>
                                    <a:pt x="35243" y="26670"/>
                                    <a:pt x="37148" y="26670"/>
                                  </a:cubicBezTo>
                                  <a:cubicBezTo>
                                    <a:pt x="40958" y="25718"/>
                                    <a:pt x="44768" y="25718"/>
                                    <a:pt x="47625" y="24765"/>
                                  </a:cubicBezTo>
                                  <a:cubicBezTo>
                                    <a:pt x="49530" y="24765"/>
                                    <a:pt x="50483" y="23813"/>
                                    <a:pt x="51435" y="23813"/>
                                  </a:cubicBezTo>
                                  <a:cubicBezTo>
                                    <a:pt x="52388" y="23813"/>
                                    <a:pt x="53340" y="22860"/>
                                    <a:pt x="54293" y="22860"/>
                                  </a:cubicBezTo>
                                  <a:cubicBezTo>
                                    <a:pt x="55245" y="22860"/>
                                    <a:pt x="55245" y="21908"/>
                                    <a:pt x="56198" y="21908"/>
                                  </a:cubicBezTo>
                                  <a:cubicBezTo>
                                    <a:pt x="57150" y="20955"/>
                                    <a:pt x="58103" y="19050"/>
                                    <a:pt x="59055" y="18098"/>
                                  </a:cubicBezTo>
                                  <a:cubicBezTo>
                                    <a:pt x="60008" y="17145"/>
                                    <a:pt x="60960" y="16193"/>
                                    <a:pt x="60960" y="15240"/>
                                  </a:cubicBezTo>
                                  <a:cubicBezTo>
                                    <a:pt x="61913" y="14288"/>
                                    <a:pt x="62865" y="13335"/>
                                    <a:pt x="62865" y="12383"/>
                                  </a:cubicBezTo>
                                  <a:cubicBezTo>
                                    <a:pt x="63818" y="10478"/>
                                    <a:pt x="65723" y="9525"/>
                                    <a:pt x="66675" y="7620"/>
                                  </a:cubicBezTo>
                                  <a:cubicBezTo>
                                    <a:pt x="66675" y="7620"/>
                                    <a:pt x="66675" y="7620"/>
                                    <a:pt x="66675" y="7620"/>
                                  </a:cubicBezTo>
                                  <a:cubicBezTo>
                                    <a:pt x="66675" y="7620"/>
                                    <a:pt x="66675" y="7620"/>
                                    <a:pt x="65723" y="7620"/>
                                  </a:cubicBezTo>
                                  <a:cubicBezTo>
                                    <a:pt x="64770" y="7620"/>
                                    <a:pt x="63818" y="7620"/>
                                    <a:pt x="61913" y="7620"/>
                                  </a:cubicBezTo>
                                  <a:cubicBezTo>
                                    <a:pt x="60960" y="7620"/>
                                    <a:pt x="60008" y="7620"/>
                                    <a:pt x="60008" y="7620"/>
                                  </a:cubicBezTo>
                                  <a:cubicBezTo>
                                    <a:pt x="59055" y="7620"/>
                                    <a:pt x="58103" y="7620"/>
                                    <a:pt x="57150" y="7620"/>
                                  </a:cubicBezTo>
                                  <a:cubicBezTo>
                                    <a:pt x="55245" y="7620"/>
                                    <a:pt x="53340" y="7620"/>
                                    <a:pt x="51435" y="7620"/>
                                  </a:cubicBezTo>
                                  <a:cubicBezTo>
                                    <a:pt x="49530" y="7620"/>
                                    <a:pt x="47625" y="7620"/>
                                    <a:pt x="44768" y="7620"/>
                                  </a:cubicBezTo>
                                  <a:cubicBezTo>
                                    <a:pt x="42863" y="7620"/>
                                    <a:pt x="40005" y="7620"/>
                                    <a:pt x="38100" y="7620"/>
                                  </a:cubicBezTo>
                                  <a:cubicBezTo>
                                    <a:pt x="35243" y="7620"/>
                                    <a:pt x="33338" y="7620"/>
                                    <a:pt x="30480" y="8573"/>
                                  </a:cubicBezTo>
                                  <a:cubicBezTo>
                                    <a:pt x="27623" y="9525"/>
                                    <a:pt x="25718" y="9525"/>
                                    <a:pt x="22860" y="10478"/>
                                  </a:cubicBezTo>
                                  <a:cubicBezTo>
                                    <a:pt x="20003" y="11430"/>
                                    <a:pt x="18098" y="12383"/>
                                    <a:pt x="15240" y="13335"/>
                                  </a:cubicBezTo>
                                  <a:cubicBezTo>
                                    <a:pt x="14288" y="14288"/>
                                    <a:pt x="13335" y="14288"/>
                                    <a:pt x="11430" y="15240"/>
                                  </a:cubicBezTo>
                                  <a:cubicBezTo>
                                    <a:pt x="10478" y="16193"/>
                                    <a:pt x="9525" y="16193"/>
                                    <a:pt x="8573" y="17145"/>
                                  </a:cubicBezTo>
                                  <a:cubicBezTo>
                                    <a:pt x="7620" y="18098"/>
                                    <a:pt x="6668" y="19050"/>
                                    <a:pt x="5715" y="20003"/>
                                  </a:cubicBezTo>
                                  <a:cubicBezTo>
                                    <a:pt x="4763" y="20955"/>
                                    <a:pt x="3810" y="21908"/>
                                    <a:pt x="2858" y="22860"/>
                                  </a:cubicBezTo>
                                  <a:cubicBezTo>
                                    <a:pt x="1905" y="23813"/>
                                    <a:pt x="953" y="24765"/>
                                    <a:pt x="953" y="25718"/>
                                  </a:cubicBezTo>
                                  <a:cubicBezTo>
                                    <a:pt x="953" y="26670"/>
                                    <a:pt x="0" y="26670"/>
                                    <a:pt x="0" y="27623"/>
                                  </a:cubicBezTo>
                                  <a:cubicBezTo>
                                    <a:pt x="0" y="27623"/>
                                    <a:pt x="0" y="26670"/>
                                    <a:pt x="0" y="26670"/>
                                  </a:cubicBezTo>
                                  <a:cubicBezTo>
                                    <a:pt x="0" y="26670"/>
                                    <a:pt x="953" y="25718"/>
                                    <a:pt x="953" y="25718"/>
                                  </a:cubicBezTo>
                                  <a:cubicBezTo>
                                    <a:pt x="1905" y="24765"/>
                                    <a:pt x="2858" y="23813"/>
                                    <a:pt x="3810" y="22860"/>
                                  </a:cubicBezTo>
                                  <a:cubicBezTo>
                                    <a:pt x="4763" y="21908"/>
                                    <a:pt x="5715" y="20955"/>
                                    <a:pt x="6668" y="20003"/>
                                  </a:cubicBezTo>
                                  <a:cubicBezTo>
                                    <a:pt x="7620" y="19050"/>
                                    <a:pt x="8573" y="18098"/>
                                    <a:pt x="9525" y="17145"/>
                                  </a:cubicBezTo>
                                  <a:cubicBezTo>
                                    <a:pt x="10478" y="16193"/>
                                    <a:pt x="11430" y="15240"/>
                                    <a:pt x="12383" y="15240"/>
                                  </a:cubicBezTo>
                                  <a:cubicBezTo>
                                    <a:pt x="13335" y="14288"/>
                                    <a:pt x="14288" y="14288"/>
                                    <a:pt x="16193" y="13335"/>
                                  </a:cubicBezTo>
                                  <a:cubicBezTo>
                                    <a:pt x="18098" y="12383"/>
                                    <a:pt x="20955" y="11430"/>
                                    <a:pt x="23813" y="10478"/>
                                  </a:cubicBezTo>
                                  <a:cubicBezTo>
                                    <a:pt x="26670" y="9525"/>
                                    <a:pt x="28575" y="9525"/>
                                    <a:pt x="31433" y="8573"/>
                                  </a:cubicBezTo>
                                  <a:cubicBezTo>
                                    <a:pt x="34290" y="8573"/>
                                    <a:pt x="36195" y="7620"/>
                                    <a:pt x="39053" y="7620"/>
                                  </a:cubicBezTo>
                                  <a:cubicBezTo>
                                    <a:pt x="41910" y="7620"/>
                                    <a:pt x="43815" y="7620"/>
                                    <a:pt x="45720" y="7620"/>
                                  </a:cubicBezTo>
                                  <a:cubicBezTo>
                                    <a:pt x="47625" y="7620"/>
                                    <a:pt x="50483" y="7620"/>
                                    <a:pt x="52388" y="7620"/>
                                  </a:cubicBezTo>
                                  <a:cubicBezTo>
                                    <a:pt x="54293" y="7620"/>
                                    <a:pt x="56198" y="7620"/>
                                    <a:pt x="58103" y="7620"/>
                                  </a:cubicBezTo>
                                  <a:cubicBezTo>
                                    <a:pt x="59055" y="7620"/>
                                    <a:pt x="60008" y="7620"/>
                                    <a:pt x="60960" y="7620"/>
                                  </a:cubicBezTo>
                                  <a:cubicBezTo>
                                    <a:pt x="61913" y="7620"/>
                                    <a:pt x="62865" y="7620"/>
                                    <a:pt x="62865" y="7620"/>
                                  </a:cubicBezTo>
                                  <a:cubicBezTo>
                                    <a:pt x="63818" y="7620"/>
                                    <a:pt x="65723" y="7620"/>
                                    <a:pt x="66675" y="7620"/>
                                  </a:cubicBezTo>
                                  <a:cubicBezTo>
                                    <a:pt x="67628" y="7620"/>
                                    <a:pt x="67628" y="7620"/>
                                    <a:pt x="68580" y="7620"/>
                                  </a:cubicBezTo>
                                  <a:lnTo>
                                    <a:pt x="68580" y="7620"/>
                                  </a:lnTo>
                                  <a:cubicBezTo>
                                    <a:pt x="69533" y="6668"/>
                                    <a:pt x="69533" y="6668"/>
                                    <a:pt x="69533" y="5715"/>
                                  </a:cubicBezTo>
                                  <a:cubicBezTo>
                                    <a:pt x="70485" y="4763"/>
                                    <a:pt x="71438" y="3810"/>
                                    <a:pt x="71438" y="2858"/>
                                  </a:cubicBezTo>
                                  <a:cubicBezTo>
                                    <a:pt x="72390" y="953"/>
                                    <a:pt x="73343" y="0"/>
                                    <a:pt x="73343" y="0"/>
                                  </a:cubicBezTo>
                                  <a:cubicBezTo>
                                    <a:pt x="73343" y="953"/>
                                    <a:pt x="75248" y="2858"/>
                                    <a:pt x="75248" y="2858"/>
                                  </a:cubicBezTo>
                                  <a:cubicBezTo>
                                    <a:pt x="73343" y="0"/>
                                    <a:pt x="73343" y="953"/>
                                    <a:pt x="72390" y="1905"/>
                                  </a:cubicBezTo>
                                  <a:close/>
                                </a:path>
                              </a:pathLst>
                            </a:custGeom>
                            <a:grpFill/>
                            <a:ln w="9525" cap="flat">
                              <a:noFill/>
                              <a:prstDash val="solid"/>
                              <a:miter/>
                            </a:ln>
                          </p:spPr>
                          <p:txBody>
                            <a:bodyPr rtlCol="0" anchor="ctr"/>
                            <a:lstStyle/>
                            <a:p>
                              <a:endParaRPr lang="en-US"/>
                            </a:p>
                          </p:txBody>
                        </p:sp>
                      </p:grpSp>
                      <p:grpSp>
                        <p:nvGrpSpPr>
                          <p:cNvPr id="222" name="Graphic 2">
                            <a:extLst>
                              <a:ext uri="{FF2B5EF4-FFF2-40B4-BE49-F238E27FC236}">
                                <a16:creationId xmlns:a16="http://schemas.microsoft.com/office/drawing/2014/main" id="{AE736AF3-0337-429B-AEF1-DA4B52809559}"/>
                              </a:ext>
                            </a:extLst>
                          </p:cNvPr>
                          <p:cNvGrpSpPr/>
                          <p:nvPr/>
                        </p:nvGrpSpPr>
                        <p:grpSpPr>
                          <a:xfrm>
                            <a:off x="3212011" y="2310963"/>
                            <a:ext cx="149689" cy="118735"/>
                            <a:chOff x="3212011" y="2310963"/>
                            <a:chExt cx="149689" cy="118735"/>
                          </a:xfrm>
                          <a:grpFill/>
                        </p:grpSpPr>
                        <p:sp>
                          <p:nvSpPr>
                            <p:cNvPr id="223" name="Freeform: Shape 222">
                              <a:extLst>
                                <a:ext uri="{FF2B5EF4-FFF2-40B4-BE49-F238E27FC236}">
                                  <a16:creationId xmlns:a16="http://schemas.microsoft.com/office/drawing/2014/main" id="{33C19CC1-D931-4D77-9784-DD1402151F93}"/>
                                </a:ext>
                              </a:extLst>
                            </p:cNvPr>
                            <p:cNvSpPr/>
                            <p:nvPr/>
                          </p:nvSpPr>
                          <p:spPr>
                            <a:xfrm>
                              <a:off x="3212011" y="2310963"/>
                              <a:ext cx="149689" cy="118735"/>
                            </a:xfrm>
                            <a:custGeom>
                              <a:avLst/>
                              <a:gdLst>
                                <a:gd name="connsiteX0" fmla="*/ 127635 w 149689"/>
                                <a:gd name="connsiteY0" fmla="*/ 20628 h 118735"/>
                                <a:gd name="connsiteX1" fmla="*/ 123825 w 149689"/>
                                <a:gd name="connsiteY1" fmla="*/ 14913 h 118735"/>
                                <a:gd name="connsiteX2" fmla="*/ 120015 w 149689"/>
                                <a:gd name="connsiteY2" fmla="*/ 10151 h 118735"/>
                                <a:gd name="connsiteX3" fmla="*/ 118110 w 149689"/>
                                <a:gd name="connsiteY3" fmla="*/ 7293 h 118735"/>
                                <a:gd name="connsiteX4" fmla="*/ 114300 w 149689"/>
                                <a:gd name="connsiteY4" fmla="*/ 3483 h 118735"/>
                                <a:gd name="connsiteX5" fmla="*/ 114300 w 149689"/>
                                <a:gd name="connsiteY5" fmla="*/ 3483 h 118735"/>
                                <a:gd name="connsiteX6" fmla="*/ 114300 w 149689"/>
                                <a:gd name="connsiteY6" fmla="*/ 3483 h 118735"/>
                                <a:gd name="connsiteX7" fmla="*/ 113347 w 149689"/>
                                <a:gd name="connsiteY7" fmla="*/ 3483 h 118735"/>
                                <a:gd name="connsiteX8" fmla="*/ 110490 w 149689"/>
                                <a:gd name="connsiteY8" fmla="*/ 2531 h 118735"/>
                                <a:gd name="connsiteX9" fmla="*/ 100965 w 149689"/>
                                <a:gd name="connsiteY9" fmla="*/ 626 h 118735"/>
                                <a:gd name="connsiteX10" fmla="*/ 67627 w 149689"/>
                                <a:gd name="connsiteY10" fmla="*/ 1578 h 118735"/>
                                <a:gd name="connsiteX11" fmla="*/ 27622 w 149689"/>
                                <a:gd name="connsiteY11" fmla="*/ 18723 h 118735"/>
                                <a:gd name="connsiteX12" fmla="*/ 10477 w 149689"/>
                                <a:gd name="connsiteY12" fmla="*/ 38726 h 118735"/>
                                <a:gd name="connsiteX13" fmla="*/ 0 w 149689"/>
                                <a:gd name="connsiteY13" fmla="*/ 70158 h 118735"/>
                                <a:gd name="connsiteX14" fmla="*/ 0 w 149689"/>
                                <a:gd name="connsiteY14" fmla="*/ 71111 h 118735"/>
                                <a:gd name="connsiteX15" fmla="*/ 0 w 149689"/>
                                <a:gd name="connsiteY15" fmla="*/ 71111 h 118735"/>
                                <a:gd name="connsiteX16" fmla="*/ 952 w 149689"/>
                                <a:gd name="connsiteY16" fmla="*/ 79683 h 118735"/>
                                <a:gd name="connsiteX17" fmla="*/ 5715 w 149689"/>
                                <a:gd name="connsiteY17" fmla="*/ 97781 h 118735"/>
                                <a:gd name="connsiteX18" fmla="*/ 9525 w 149689"/>
                                <a:gd name="connsiteY18" fmla="*/ 103496 h 118735"/>
                                <a:gd name="connsiteX19" fmla="*/ 13335 w 149689"/>
                                <a:gd name="connsiteY19" fmla="*/ 108258 h 118735"/>
                                <a:gd name="connsiteX20" fmla="*/ 15240 w 149689"/>
                                <a:gd name="connsiteY20" fmla="*/ 110163 h 118735"/>
                                <a:gd name="connsiteX21" fmla="*/ 15240 w 149689"/>
                                <a:gd name="connsiteY21" fmla="*/ 110163 h 118735"/>
                                <a:gd name="connsiteX22" fmla="*/ 27622 w 149689"/>
                                <a:gd name="connsiteY22" fmla="*/ 117783 h 118735"/>
                                <a:gd name="connsiteX23" fmla="*/ 34290 w 149689"/>
                                <a:gd name="connsiteY23" fmla="*/ 118736 h 118735"/>
                                <a:gd name="connsiteX24" fmla="*/ 40005 w 149689"/>
                                <a:gd name="connsiteY24" fmla="*/ 118736 h 118735"/>
                                <a:gd name="connsiteX25" fmla="*/ 57150 w 149689"/>
                                <a:gd name="connsiteY25" fmla="*/ 113021 h 118735"/>
                                <a:gd name="connsiteX26" fmla="*/ 58102 w 149689"/>
                                <a:gd name="connsiteY26" fmla="*/ 113021 h 118735"/>
                                <a:gd name="connsiteX27" fmla="*/ 61913 w 149689"/>
                                <a:gd name="connsiteY27" fmla="*/ 110163 h 118735"/>
                                <a:gd name="connsiteX28" fmla="*/ 67627 w 149689"/>
                                <a:gd name="connsiteY28" fmla="*/ 112068 h 118735"/>
                                <a:gd name="connsiteX29" fmla="*/ 80963 w 149689"/>
                                <a:gd name="connsiteY29" fmla="*/ 113973 h 118735"/>
                                <a:gd name="connsiteX30" fmla="*/ 82867 w 149689"/>
                                <a:gd name="connsiteY30" fmla="*/ 113973 h 118735"/>
                                <a:gd name="connsiteX31" fmla="*/ 83820 w 149689"/>
                                <a:gd name="connsiteY31" fmla="*/ 113973 h 118735"/>
                                <a:gd name="connsiteX32" fmla="*/ 96202 w 149689"/>
                                <a:gd name="connsiteY32" fmla="*/ 110163 h 118735"/>
                                <a:gd name="connsiteX33" fmla="*/ 106680 w 149689"/>
                                <a:gd name="connsiteY33" fmla="*/ 102543 h 118735"/>
                                <a:gd name="connsiteX34" fmla="*/ 108585 w 149689"/>
                                <a:gd name="connsiteY34" fmla="*/ 101591 h 118735"/>
                                <a:gd name="connsiteX35" fmla="*/ 109538 w 149689"/>
                                <a:gd name="connsiteY35" fmla="*/ 100638 h 118735"/>
                                <a:gd name="connsiteX36" fmla="*/ 114300 w 149689"/>
                                <a:gd name="connsiteY36" fmla="*/ 96828 h 118735"/>
                                <a:gd name="connsiteX37" fmla="*/ 115252 w 149689"/>
                                <a:gd name="connsiteY37" fmla="*/ 95876 h 118735"/>
                                <a:gd name="connsiteX38" fmla="*/ 116205 w 149689"/>
                                <a:gd name="connsiteY38" fmla="*/ 94923 h 118735"/>
                                <a:gd name="connsiteX39" fmla="*/ 117157 w 149689"/>
                                <a:gd name="connsiteY39" fmla="*/ 94923 h 118735"/>
                                <a:gd name="connsiteX40" fmla="*/ 121920 w 149689"/>
                                <a:gd name="connsiteY40" fmla="*/ 93018 h 118735"/>
                                <a:gd name="connsiteX41" fmla="*/ 132397 w 149689"/>
                                <a:gd name="connsiteY41" fmla="*/ 90161 h 118735"/>
                                <a:gd name="connsiteX42" fmla="*/ 136207 w 149689"/>
                                <a:gd name="connsiteY42" fmla="*/ 89208 h 118735"/>
                                <a:gd name="connsiteX43" fmla="*/ 138113 w 149689"/>
                                <a:gd name="connsiteY43" fmla="*/ 89208 h 118735"/>
                                <a:gd name="connsiteX44" fmla="*/ 139065 w 149689"/>
                                <a:gd name="connsiteY44" fmla="*/ 89208 h 118735"/>
                                <a:gd name="connsiteX45" fmla="*/ 139065 w 149689"/>
                                <a:gd name="connsiteY45" fmla="*/ 89208 h 118735"/>
                                <a:gd name="connsiteX46" fmla="*/ 139065 w 149689"/>
                                <a:gd name="connsiteY46" fmla="*/ 89208 h 118735"/>
                                <a:gd name="connsiteX47" fmla="*/ 140970 w 149689"/>
                                <a:gd name="connsiteY47" fmla="*/ 88256 h 118735"/>
                                <a:gd name="connsiteX48" fmla="*/ 141922 w 149689"/>
                                <a:gd name="connsiteY48" fmla="*/ 88256 h 118735"/>
                                <a:gd name="connsiteX49" fmla="*/ 141922 w 149689"/>
                                <a:gd name="connsiteY49" fmla="*/ 88256 h 118735"/>
                                <a:gd name="connsiteX50" fmla="*/ 143827 w 149689"/>
                                <a:gd name="connsiteY50" fmla="*/ 86351 h 118735"/>
                                <a:gd name="connsiteX51" fmla="*/ 145732 w 149689"/>
                                <a:gd name="connsiteY51" fmla="*/ 84446 h 118735"/>
                                <a:gd name="connsiteX52" fmla="*/ 148590 w 149689"/>
                                <a:gd name="connsiteY52" fmla="*/ 78731 h 118735"/>
                                <a:gd name="connsiteX53" fmla="*/ 148590 w 149689"/>
                                <a:gd name="connsiteY53" fmla="*/ 61586 h 118735"/>
                                <a:gd name="connsiteX54" fmla="*/ 142875 w 149689"/>
                                <a:gd name="connsiteY54" fmla="*/ 44441 h 118735"/>
                                <a:gd name="connsiteX55" fmla="*/ 136207 w 149689"/>
                                <a:gd name="connsiteY55" fmla="*/ 29201 h 118735"/>
                                <a:gd name="connsiteX56" fmla="*/ 127635 w 149689"/>
                                <a:gd name="connsiteY56" fmla="*/ 20628 h 11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49689" h="118735">
                                  <a:moveTo>
                                    <a:pt x="127635" y="20628"/>
                                  </a:moveTo>
                                  <a:cubicBezTo>
                                    <a:pt x="126682" y="18723"/>
                                    <a:pt x="124777" y="16818"/>
                                    <a:pt x="123825" y="14913"/>
                                  </a:cubicBezTo>
                                  <a:cubicBezTo>
                                    <a:pt x="122872" y="13008"/>
                                    <a:pt x="120967" y="11103"/>
                                    <a:pt x="120015" y="10151"/>
                                  </a:cubicBezTo>
                                  <a:cubicBezTo>
                                    <a:pt x="119063" y="9198"/>
                                    <a:pt x="119063" y="8246"/>
                                    <a:pt x="118110" y="7293"/>
                                  </a:cubicBezTo>
                                  <a:cubicBezTo>
                                    <a:pt x="118110" y="7293"/>
                                    <a:pt x="115252" y="4436"/>
                                    <a:pt x="114300" y="3483"/>
                                  </a:cubicBezTo>
                                  <a:cubicBezTo>
                                    <a:pt x="114300" y="3483"/>
                                    <a:pt x="114300" y="3483"/>
                                    <a:pt x="114300" y="3483"/>
                                  </a:cubicBezTo>
                                  <a:cubicBezTo>
                                    <a:pt x="114300" y="3483"/>
                                    <a:pt x="114300" y="3483"/>
                                    <a:pt x="114300" y="3483"/>
                                  </a:cubicBezTo>
                                  <a:cubicBezTo>
                                    <a:pt x="114300" y="3483"/>
                                    <a:pt x="114300" y="3483"/>
                                    <a:pt x="113347" y="3483"/>
                                  </a:cubicBezTo>
                                  <a:cubicBezTo>
                                    <a:pt x="112395" y="3483"/>
                                    <a:pt x="111442" y="3483"/>
                                    <a:pt x="110490" y="2531"/>
                                  </a:cubicBezTo>
                                  <a:cubicBezTo>
                                    <a:pt x="108585" y="1578"/>
                                    <a:pt x="104775" y="1578"/>
                                    <a:pt x="100965" y="626"/>
                                  </a:cubicBezTo>
                                  <a:cubicBezTo>
                                    <a:pt x="92392" y="-327"/>
                                    <a:pt x="80963" y="-327"/>
                                    <a:pt x="67627" y="1578"/>
                                  </a:cubicBezTo>
                                  <a:cubicBezTo>
                                    <a:pt x="55245" y="3483"/>
                                    <a:pt x="40957" y="9198"/>
                                    <a:pt x="27622" y="18723"/>
                                  </a:cubicBezTo>
                                  <a:cubicBezTo>
                                    <a:pt x="20955" y="23486"/>
                                    <a:pt x="15240" y="30153"/>
                                    <a:pt x="10477" y="38726"/>
                                  </a:cubicBezTo>
                                  <a:cubicBezTo>
                                    <a:pt x="5715" y="46346"/>
                                    <a:pt x="1905" y="56823"/>
                                    <a:pt x="0" y="70158"/>
                                  </a:cubicBezTo>
                                  <a:cubicBezTo>
                                    <a:pt x="0" y="70158"/>
                                    <a:pt x="0" y="71111"/>
                                    <a:pt x="0" y="71111"/>
                                  </a:cubicBezTo>
                                  <a:cubicBezTo>
                                    <a:pt x="0" y="71111"/>
                                    <a:pt x="0" y="71111"/>
                                    <a:pt x="0" y="71111"/>
                                  </a:cubicBezTo>
                                  <a:cubicBezTo>
                                    <a:pt x="0" y="73968"/>
                                    <a:pt x="0" y="76826"/>
                                    <a:pt x="952" y="79683"/>
                                  </a:cubicBezTo>
                                  <a:cubicBezTo>
                                    <a:pt x="1905" y="86351"/>
                                    <a:pt x="3810" y="93018"/>
                                    <a:pt x="5715" y="97781"/>
                                  </a:cubicBezTo>
                                  <a:cubicBezTo>
                                    <a:pt x="6667" y="99686"/>
                                    <a:pt x="7620" y="101591"/>
                                    <a:pt x="9525" y="103496"/>
                                  </a:cubicBezTo>
                                  <a:cubicBezTo>
                                    <a:pt x="10477" y="105401"/>
                                    <a:pt x="12382" y="107306"/>
                                    <a:pt x="13335" y="108258"/>
                                  </a:cubicBezTo>
                                  <a:cubicBezTo>
                                    <a:pt x="14288" y="109211"/>
                                    <a:pt x="14288" y="109211"/>
                                    <a:pt x="15240" y="110163"/>
                                  </a:cubicBezTo>
                                  <a:cubicBezTo>
                                    <a:pt x="15240" y="110163"/>
                                    <a:pt x="15240" y="110163"/>
                                    <a:pt x="15240" y="110163"/>
                                  </a:cubicBezTo>
                                  <a:cubicBezTo>
                                    <a:pt x="19050" y="113973"/>
                                    <a:pt x="23813" y="116831"/>
                                    <a:pt x="27622" y="117783"/>
                                  </a:cubicBezTo>
                                  <a:cubicBezTo>
                                    <a:pt x="29527" y="118736"/>
                                    <a:pt x="31432" y="118736"/>
                                    <a:pt x="34290" y="118736"/>
                                  </a:cubicBezTo>
                                  <a:cubicBezTo>
                                    <a:pt x="36195" y="118736"/>
                                    <a:pt x="38100" y="118736"/>
                                    <a:pt x="40005" y="118736"/>
                                  </a:cubicBezTo>
                                  <a:cubicBezTo>
                                    <a:pt x="47625" y="117783"/>
                                    <a:pt x="53340" y="115878"/>
                                    <a:pt x="57150" y="113021"/>
                                  </a:cubicBezTo>
                                  <a:cubicBezTo>
                                    <a:pt x="57150" y="113021"/>
                                    <a:pt x="58102" y="113021"/>
                                    <a:pt x="58102" y="113021"/>
                                  </a:cubicBezTo>
                                  <a:cubicBezTo>
                                    <a:pt x="60007" y="112068"/>
                                    <a:pt x="61913" y="111116"/>
                                    <a:pt x="61913" y="110163"/>
                                  </a:cubicBezTo>
                                  <a:cubicBezTo>
                                    <a:pt x="63817" y="111116"/>
                                    <a:pt x="65722" y="111116"/>
                                    <a:pt x="67627" y="112068"/>
                                  </a:cubicBezTo>
                                  <a:cubicBezTo>
                                    <a:pt x="72390" y="113021"/>
                                    <a:pt x="77152" y="113973"/>
                                    <a:pt x="80963" y="113973"/>
                                  </a:cubicBezTo>
                                  <a:cubicBezTo>
                                    <a:pt x="81915" y="113973"/>
                                    <a:pt x="81915" y="113973"/>
                                    <a:pt x="82867" y="113973"/>
                                  </a:cubicBezTo>
                                  <a:cubicBezTo>
                                    <a:pt x="82867" y="113973"/>
                                    <a:pt x="82867" y="113973"/>
                                    <a:pt x="83820" y="113973"/>
                                  </a:cubicBezTo>
                                  <a:cubicBezTo>
                                    <a:pt x="87630" y="113973"/>
                                    <a:pt x="92392" y="112068"/>
                                    <a:pt x="96202" y="110163"/>
                                  </a:cubicBezTo>
                                  <a:cubicBezTo>
                                    <a:pt x="100013" y="108258"/>
                                    <a:pt x="102870" y="105401"/>
                                    <a:pt x="106680" y="102543"/>
                                  </a:cubicBezTo>
                                  <a:cubicBezTo>
                                    <a:pt x="107632" y="102543"/>
                                    <a:pt x="107632" y="101591"/>
                                    <a:pt x="108585" y="101591"/>
                                  </a:cubicBezTo>
                                  <a:cubicBezTo>
                                    <a:pt x="109538" y="101591"/>
                                    <a:pt x="109538" y="100638"/>
                                    <a:pt x="109538" y="100638"/>
                                  </a:cubicBezTo>
                                  <a:cubicBezTo>
                                    <a:pt x="111442" y="99686"/>
                                    <a:pt x="112395" y="98733"/>
                                    <a:pt x="114300" y="96828"/>
                                  </a:cubicBezTo>
                                  <a:cubicBezTo>
                                    <a:pt x="114300" y="96828"/>
                                    <a:pt x="115252" y="95876"/>
                                    <a:pt x="115252" y="95876"/>
                                  </a:cubicBezTo>
                                  <a:cubicBezTo>
                                    <a:pt x="115252" y="95876"/>
                                    <a:pt x="116205" y="95876"/>
                                    <a:pt x="116205" y="94923"/>
                                  </a:cubicBezTo>
                                  <a:lnTo>
                                    <a:pt x="117157" y="94923"/>
                                  </a:lnTo>
                                  <a:cubicBezTo>
                                    <a:pt x="118110" y="94923"/>
                                    <a:pt x="119063" y="93971"/>
                                    <a:pt x="121920" y="93018"/>
                                  </a:cubicBezTo>
                                  <a:cubicBezTo>
                                    <a:pt x="123825" y="92066"/>
                                    <a:pt x="127635" y="91113"/>
                                    <a:pt x="132397" y="90161"/>
                                  </a:cubicBezTo>
                                  <a:cubicBezTo>
                                    <a:pt x="133350" y="90161"/>
                                    <a:pt x="135255" y="89208"/>
                                    <a:pt x="136207" y="89208"/>
                                  </a:cubicBezTo>
                                  <a:cubicBezTo>
                                    <a:pt x="137160" y="89208"/>
                                    <a:pt x="137160" y="89208"/>
                                    <a:pt x="138113" y="89208"/>
                                  </a:cubicBezTo>
                                  <a:lnTo>
                                    <a:pt x="139065" y="89208"/>
                                  </a:lnTo>
                                  <a:lnTo>
                                    <a:pt x="139065" y="89208"/>
                                  </a:lnTo>
                                  <a:cubicBezTo>
                                    <a:pt x="139065" y="89208"/>
                                    <a:pt x="139065" y="89208"/>
                                    <a:pt x="139065" y="89208"/>
                                  </a:cubicBezTo>
                                  <a:cubicBezTo>
                                    <a:pt x="140017" y="89208"/>
                                    <a:pt x="140970" y="89208"/>
                                    <a:pt x="140970" y="88256"/>
                                  </a:cubicBezTo>
                                  <a:cubicBezTo>
                                    <a:pt x="140970" y="88256"/>
                                    <a:pt x="141922" y="88256"/>
                                    <a:pt x="141922" y="88256"/>
                                  </a:cubicBezTo>
                                  <a:lnTo>
                                    <a:pt x="141922" y="88256"/>
                                  </a:lnTo>
                                  <a:cubicBezTo>
                                    <a:pt x="142875" y="88256"/>
                                    <a:pt x="142875" y="87303"/>
                                    <a:pt x="143827" y="86351"/>
                                  </a:cubicBezTo>
                                  <a:cubicBezTo>
                                    <a:pt x="144780" y="85398"/>
                                    <a:pt x="144780" y="85398"/>
                                    <a:pt x="145732" y="84446"/>
                                  </a:cubicBezTo>
                                  <a:cubicBezTo>
                                    <a:pt x="146685" y="82541"/>
                                    <a:pt x="147638" y="80636"/>
                                    <a:pt x="148590" y="78731"/>
                                  </a:cubicBezTo>
                                  <a:cubicBezTo>
                                    <a:pt x="149542" y="73968"/>
                                    <a:pt x="150495" y="68253"/>
                                    <a:pt x="148590" y="61586"/>
                                  </a:cubicBezTo>
                                  <a:cubicBezTo>
                                    <a:pt x="146685" y="55871"/>
                                    <a:pt x="144780" y="50156"/>
                                    <a:pt x="142875" y="44441"/>
                                  </a:cubicBezTo>
                                  <a:cubicBezTo>
                                    <a:pt x="140970" y="38726"/>
                                    <a:pt x="139065" y="33963"/>
                                    <a:pt x="136207" y="29201"/>
                                  </a:cubicBezTo>
                                  <a:cubicBezTo>
                                    <a:pt x="132397" y="28248"/>
                                    <a:pt x="129540" y="24438"/>
                                    <a:pt x="127635" y="2062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09B4A4A9-D141-4816-BE2D-632F240AC0AB}"/>
                                </a:ext>
                              </a:extLst>
                            </p:cNvPr>
                            <p:cNvSpPr/>
                            <p:nvPr/>
                          </p:nvSpPr>
                          <p:spPr>
                            <a:xfrm>
                              <a:off x="3212011" y="2314446"/>
                              <a:ext cx="140017" cy="113347"/>
                            </a:xfrm>
                            <a:custGeom>
                              <a:avLst/>
                              <a:gdLst>
                                <a:gd name="connsiteX0" fmla="*/ 115252 w 140017"/>
                                <a:gd name="connsiteY0" fmla="*/ 8573 h 113347"/>
                                <a:gd name="connsiteX1" fmla="*/ 115252 w 140017"/>
                                <a:gd name="connsiteY1" fmla="*/ 9525 h 113347"/>
                                <a:gd name="connsiteX2" fmla="*/ 117157 w 140017"/>
                                <a:gd name="connsiteY2" fmla="*/ 14288 h 113347"/>
                                <a:gd name="connsiteX3" fmla="*/ 121920 w 140017"/>
                                <a:gd name="connsiteY3" fmla="*/ 25718 h 113347"/>
                                <a:gd name="connsiteX4" fmla="*/ 129540 w 140017"/>
                                <a:gd name="connsiteY4" fmla="*/ 40958 h 113347"/>
                                <a:gd name="connsiteX5" fmla="*/ 131445 w 140017"/>
                                <a:gd name="connsiteY5" fmla="*/ 44768 h 113347"/>
                                <a:gd name="connsiteX6" fmla="*/ 132397 w 140017"/>
                                <a:gd name="connsiteY6" fmla="*/ 46673 h 113347"/>
                                <a:gd name="connsiteX7" fmla="*/ 132397 w 140017"/>
                                <a:gd name="connsiteY7" fmla="*/ 47625 h 113347"/>
                                <a:gd name="connsiteX8" fmla="*/ 132397 w 140017"/>
                                <a:gd name="connsiteY8" fmla="*/ 48578 h 113347"/>
                                <a:gd name="connsiteX9" fmla="*/ 132397 w 140017"/>
                                <a:gd name="connsiteY9" fmla="*/ 49530 h 113347"/>
                                <a:gd name="connsiteX10" fmla="*/ 135255 w 140017"/>
                                <a:gd name="connsiteY10" fmla="*/ 58103 h 113347"/>
                                <a:gd name="connsiteX11" fmla="*/ 136207 w 140017"/>
                                <a:gd name="connsiteY11" fmla="*/ 61913 h 113347"/>
                                <a:gd name="connsiteX12" fmla="*/ 137160 w 140017"/>
                                <a:gd name="connsiteY12" fmla="*/ 65723 h 113347"/>
                                <a:gd name="connsiteX13" fmla="*/ 138113 w 140017"/>
                                <a:gd name="connsiteY13" fmla="*/ 67628 h 113347"/>
                                <a:gd name="connsiteX14" fmla="*/ 138113 w 140017"/>
                                <a:gd name="connsiteY14" fmla="*/ 69533 h 113347"/>
                                <a:gd name="connsiteX15" fmla="*/ 139065 w 140017"/>
                                <a:gd name="connsiteY15" fmla="*/ 73343 h 113347"/>
                                <a:gd name="connsiteX16" fmla="*/ 140017 w 140017"/>
                                <a:gd name="connsiteY16" fmla="*/ 79058 h 113347"/>
                                <a:gd name="connsiteX17" fmla="*/ 140017 w 140017"/>
                                <a:gd name="connsiteY17" fmla="*/ 83820 h 113347"/>
                                <a:gd name="connsiteX18" fmla="*/ 140017 w 140017"/>
                                <a:gd name="connsiteY18" fmla="*/ 86678 h 113347"/>
                                <a:gd name="connsiteX19" fmla="*/ 140017 w 140017"/>
                                <a:gd name="connsiteY19" fmla="*/ 88583 h 113347"/>
                                <a:gd name="connsiteX20" fmla="*/ 140017 w 140017"/>
                                <a:gd name="connsiteY20" fmla="*/ 88583 h 113347"/>
                                <a:gd name="connsiteX21" fmla="*/ 140017 w 140017"/>
                                <a:gd name="connsiteY21" fmla="*/ 88583 h 113347"/>
                                <a:gd name="connsiteX22" fmla="*/ 140017 w 140017"/>
                                <a:gd name="connsiteY22" fmla="*/ 88583 h 113347"/>
                                <a:gd name="connsiteX23" fmla="*/ 140017 w 140017"/>
                                <a:gd name="connsiteY23" fmla="*/ 86678 h 113347"/>
                                <a:gd name="connsiteX24" fmla="*/ 140017 w 140017"/>
                                <a:gd name="connsiteY24" fmla="*/ 83820 h 113347"/>
                                <a:gd name="connsiteX25" fmla="*/ 140017 w 140017"/>
                                <a:gd name="connsiteY25" fmla="*/ 79058 h 113347"/>
                                <a:gd name="connsiteX26" fmla="*/ 139065 w 140017"/>
                                <a:gd name="connsiteY26" fmla="*/ 73343 h 113347"/>
                                <a:gd name="connsiteX27" fmla="*/ 138113 w 140017"/>
                                <a:gd name="connsiteY27" fmla="*/ 69533 h 113347"/>
                                <a:gd name="connsiteX28" fmla="*/ 138113 w 140017"/>
                                <a:gd name="connsiteY28" fmla="*/ 67628 h 113347"/>
                                <a:gd name="connsiteX29" fmla="*/ 137160 w 140017"/>
                                <a:gd name="connsiteY29" fmla="*/ 65723 h 113347"/>
                                <a:gd name="connsiteX30" fmla="*/ 136207 w 140017"/>
                                <a:gd name="connsiteY30" fmla="*/ 61913 h 113347"/>
                                <a:gd name="connsiteX31" fmla="*/ 135255 w 140017"/>
                                <a:gd name="connsiteY31" fmla="*/ 58103 h 113347"/>
                                <a:gd name="connsiteX32" fmla="*/ 132397 w 140017"/>
                                <a:gd name="connsiteY32" fmla="*/ 49530 h 113347"/>
                                <a:gd name="connsiteX33" fmla="*/ 132397 w 140017"/>
                                <a:gd name="connsiteY33" fmla="*/ 48578 h 113347"/>
                                <a:gd name="connsiteX34" fmla="*/ 132397 w 140017"/>
                                <a:gd name="connsiteY34" fmla="*/ 47625 h 113347"/>
                                <a:gd name="connsiteX35" fmla="*/ 132397 w 140017"/>
                                <a:gd name="connsiteY35" fmla="*/ 46673 h 113347"/>
                                <a:gd name="connsiteX36" fmla="*/ 131445 w 140017"/>
                                <a:gd name="connsiteY36" fmla="*/ 44768 h 113347"/>
                                <a:gd name="connsiteX37" fmla="*/ 129540 w 140017"/>
                                <a:gd name="connsiteY37" fmla="*/ 40958 h 113347"/>
                                <a:gd name="connsiteX38" fmla="*/ 121920 w 140017"/>
                                <a:gd name="connsiteY38" fmla="*/ 25718 h 113347"/>
                                <a:gd name="connsiteX39" fmla="*/ 115252 w 140017"/>
                                <a:gd name="connsiteY39" fmla="*/ 11430 h 113347"/>
                                <a:gd name="connsiteX40" fmla="*/ 114300 w 140017"/>
                                <a:gd name="connsiteY40" fmla="*/ 13335 h 113347"/>
                                <a:gd name="connsiteX41" fmla="*/ 112395 w 140017"/>
                                <a:gd name="connsiteY41" fmla="*/ 17145 h 113347"/>
                                <a:gd name="connsiteX42" fmla="*/ 109538 w 140017"/>
                                <a:gd name="connsiteY42" fmla="*/ 20955 h 113347"/>
                                <a:gd name="connsiteX43" fmla="*/ 103822 w 140017"/>
                                <a:gd name="connsiteY43" fmla="*/ 29528 h 113347"/>
                                <a:gd name="connsiteX44" fmla="*/ 102870 w 140017"/>
                                <a:gd name="connsiteY44" fmla="*/ 31433 h 113347"/>
                                <a:gd name="connsiteX45" fmla="*/ 102870 w 140017"/>
                                <a:gd name="connsiteY45" fmla="*/ 31433 h 113347"/>
                                <a:gd name="connsiteX46" fmla="*/ 101917 w 140017"/>
                                <a:gd name="connsiteY46" fmla="*/ 37148 h 113347"/>
                                <a:gd name="connsiteX47" fmla="*/ 101917 w 140017"/>
                                <a:gd name="connsiteY47" fmla="*/ 43815 h 113347"/>
                                <a:gd name="connsiteX48" fmla="*/ 105727 w 140017"/>
                                <a:gd name="connsiteY48" fmla="*/ 60960 h 113347"/>
                                <a:gd name="connsiteX49" fmla="*/ 108585 w 140017"/>
                                <a:gd name="connsiteY49" fmla="*/ 69533 h 113347"/>
                                <a:gd name="connsiteX50" fmla="*/ 109538 w 140017"/>
                                <a:gd name="connsiteY50" fmla="*/ 74295 h 113347"/>
                                <a:gd name="connsiteX51" fmla="*/ 110490 w 140017"/>
                                <a:gd name="connsiteY51" fmla="*/ 78105 h 113347"/>
                                <a:gd name="connsiteX52" fmla="*/ 111442 w 140017"/>
                                <a:gd name="connsiteY52" fmla="*/ 85725 h 113347"/>
                                <a:gd name="connsiteX53" fmla="*/ 111442 w 140017"/>
                                <a:gd name="connsiteY53" fmla="*/ 88583 h 113347"/>
                                <a:gd name="connsiteX54" fmla="*/ 111442 w 140017"/>
                                <a:gd name="connsiteY54" fmla="*/ 91440 h 113347"/>
                                <a:gd name="connsiteX55" fmla="*/ 110490 w 140017"/>
                                <a:gd name="connsiteY55" fmla="*/ 98108 h 113347"/>
                                <a:gd name="connsiteX56" fmla="*/ 110490 w 140017"/>
                                <a:gd name="connsiteY56" fmla="*/ 99060 h 113347"/>
                                <a:gd name="connsiteX57" fmla="*/ 110490 w 140017"/>
                                <a:gd name="connsiteY57" fmla="*/ 100013 h 113347"/>
                                <a:gd name="connsiteX58" fmla="*/ 110490 w 140017"/>
                                <a:gd name="connsiteY58" fmla="*/ 100965 h 113347"/>
                                <a:gd name="connsiteX59" fmla="*/ 110490 w 140017"/>
                                <a:gd name="connsiteY59" fmla="*/ 101918 h 113347"/>
                                <a:gd name="connsiteX60" fmla="*/ 110490 w 140017"/>
                                <a:gd name="connsiteY60" fmla="*/ 102870 h 113347"/>
                                <a:gd name="connsiteX61" fmla="*/ 109538 w 140017"/>
                                <a:gd name="connsiteY61" fmla="*/ 103823 h 113347"/>
                                <a:gd name="connsiteX62" fmla="*/ 110490 w 140017"/>
                                <a:gd name="connsiteY62" fmla="*/ 102870 h 113347"/>
                                <a:gd name="connsiteX63" fmla="*/ 110490 w 140017"/>
                                <a:gd name="connsiteY63" fmla="*/ 101918 h 113347"/>
                                <a:gd name="connsiteX64" fmla="*/ 110490 w 140017"/>
                                <a:gd name="connsiteY64" fmla="*/ 100965 h 113347"/>
                                <a:gd name="connsiteX65" fmla="*/ 110490 w 140017"/>
                                <a:gd name="connsiteY65" fmla="*/ 100013 h 113347"/>
                                <a:gd name="connsiteX66" fmla="*/ 110490 w 140017"/>
                                <a:gd name="connsiteY66" fmla="*/ 99060 h 113347"/>
                                <a:gd name="connsiteX67" fmla="*/ 110490 w 140017"/>
                                <a:gd name="connsiteY67" fmla="*/ 98108 h 113347"/>
                                <a:gd name="connsiteX68" fmla="*/ 111442 w 140017"/>
                                <a:gd name="connsiteY68" fmla="*/ 91440 h 113347"/>
                                <a:gd name="connsiteX69" fmla="*/ 111442 w 140017"/>
                                <a:gd name="connsiteY69" fmla="*/ 88583 h 113347"/>
                                <a:gd name="connsiteX70" fmla="*/ 111442 w 140017"/>
                                <a:gd name="connsiteY70" fmla="*/ 85725 h 113347"/>
                                <a:gd name="connsiteX71" fmla="*/ 110490 w 140017"/>
                                <a:gd name="connsiteY71" fmla="*/ 78105 h 113347"/>
                                <a:gd name="connsiteX72" fmla="*/ 109538 w 140017"/>
                                <a:gd name="connsiteY72" fmla="*/ 74295 h 113347"/>
                                <a:gd name="connsiteX73" fmla="*/ 108585 w 140017"/>
                                <a:gd name="connsiteY73" fmla="*/ 70485 h 113347"/>
                                <a:gd name="connsiteX74" fmla="*/ 105727 w 140017"/>
                                <a:gd name="connsiteY74" fmla="*/ 61913 h 113347"/>
                                <a:gd name="connsiteX75" fmla="*/ 100965 w 140017"/>
                                <a:gd name="connsiteY75" fmla="*/ 44768 h 113347"/>
                                <a:gd name="connsiteX76" fmla="*/ 100965 w 140017"/>
                                <a:gd name="connsiteY76" fmla="*/ 37148 h 113347"/>
                                <a:gd name="connsiteX77" fmla="*/ 100965 w 140017"/>
                                <a:gd name="connsiteY77" fmla="*/ 36195 h 113347"/>
                                <a:gd name="connsiteX78" fmla="*/ 99060 w 140017"/>
                                <a:gd name="connsiteY78" fmla="*/ 39053 h 113347"/>
                                <a:gd name="connsiteX79" fmla="*/ 92392 w 140017"/>
                                <a:gd name="connsiteY79" fmla="*/ 48578 h 113347"/>
                                <a:gd name="connsiteX80" fmla="*/ 86677 w 140017"/>
                                <a:gd name="connsiteY80" fmla="*/ 58103 h 113347"/>
                                <a:gd name="connsiteX81" fmla="*/ 86677 w 140017"/>
                                <a:gd name="connsiteY81" fmla="*/ 59055 h 113347"/>
                                <a:gd name="connsiteX82" fmla="*/ 85725 w 140017"/>
                                <a:gd name="connsiteY82" fmla="*/ 60960 h 113347"/>
                                <a:gd name="connsiteX83" fmla="*/ 85725 w 140017"/>
                                <a:gd name="connsiteY83" fmla="*/ 68580 h 113347"/>
                                <a:gd name="connsiteX84" fmla="*/ 86677 w 140017"/>
                                <a:gd name="connsiteY84" fmla="*/ 74295 h 113347"/>
                                <a:gd name="connsiteX85" fmla="*/ 87630 w 140017"/>
                                <a:gd name="connsiteY85" fmla="*/ 80010 h 113347"/>
                                <a:gd name="connsiteX86" fmla="*/ 87630 w 140017"/>
                                <a:gd name="connsiteY86" fmla="*/ 82868 h 113347"/>
                                <a:gd name="connsiteX87" fmla="*/ 87630 w 140017"/>
                                <a:gd name="connsiteY87" fmla="*/ 85725 h 113347"/>
                                <a:gd name="connsiteX88" fmla="*/ 87630 w 140017"/>
                                <a:gd name="connsiteY88" fmla="*/ 88583 h 113347"/>
                                <a:gd name="connsiteX89" fmla="*/ 87630 w 140017"/>
                                <a:gd name="connsiteY89" fmla="*/ 91440 h 113347"/>
                                <a:gd name="connsiteX90" fmla="*/ 87630 w 140017"/>
                                <a:gd name="connsiteY90" fmla="*/ 97155 h 113347"/>
                                <a:gd name="connsiteX91" fmla="*/ 87630 w 140017"/>
                                <a:gd name="connsiteY91" fmla="*/ 102870 h 113347"/>
                                <a:gd name="connsiteX92" fmla="*/ 87630 w 140017"/>
                                <a:gd name="connsiteY92" fmla="*/ 105728 h 113347"/>
                                <a:gd name="connsiteX93" fmla="*/ 87630 w 140017"/>
                                <a:gd name="connsiteY93" fmla="*/ 108585 h 113347"/>
                                <a:gd name="connsiteX94" fmla="*/ 87630 w 140017"/>
                                <a:gd name="connsiteY94" fmla="*/ 110490 h 113347"/>
                                <a:gd name="connsiteX95" fmla="*/ 87630 w 140017"/>
                                <a:gd name="connsiteY95" fmla="*/ 112395 h 113347"/>
                                <a:gd name="connsiteX96" fmla="*/ 86677 w 140017"/>
                                <a:gd name="connsiteY96" fmla="*/ 112395 h 113347"/>
                                <a:gd name="connsiteX97" fmla="*/ 86677 w 140017"/>
                                <a:gd name="connsiteY97" fmla="*/ 109538 h 113347"/>
                                <a:gd name="connsiteX98" fmla="*/ 86677 w 140017"/>
                                <a:gd name="connsiteY98" fmla="*/ 106680 h 113347"/>
                                <a:gd name="connsiteX99" fmla="*/ 86677 w 140017"/>
                                <a:gd name="connsiteY99" fmla="*/ 103823 h 113347"/>
                                <a:gd name="connsiteX100" fmla="*/ 86677 w 140017"/>
                                <a:gd name="connsiteY100" fmla="*/ 98108 h 113347"/>
                                <a:gd name="connsiteX101" fmla="*/ 86677 w 140017"/>
                                <a:gd name="connsiteY101" fmla="*/ 92393 h 113347"/>
                                <a:gd name="connsiteX102" fmla="*/ 86677 w 140017"/>
                                <a:gd name="connsiteY102" fmla="*/ 90488 h 113347"/>
                                <a:gd name="connsiteX103" fmla="*/ 86677 w 140017"/>
                                <a:gd name="connsiteY103" fmla="*/ 88583 h 113347"/>
                                <a:gd name="connsiteX104" fmla="*/ 86677 w 140017"/>
                                <a:gd name="connsiteY104" fmla="*/ 85725 h 113347"/>
                                <a:gd name="connsiteX105" fmla="*/ 86677 w 140017"/>
                                <a:gd name="connsiteY105" fmla="*/ 82868 h 113347"/>
                                <a:gd name="connsiteX106" fmla="*/ 86677 w 140017"/>
                                <a:gd name="connsiteY106" fmla="*/ 80010 h 113347"/>
                                <a:gd name="connsiteX107" fmla="*/ 85725 w 140017"/>
                                <a:gd name="connsiteY107" fmla="*/ 74295 h 113347"/>
                                <a:gd name="connsiteX108" fmla="*/ 84772 w 140017"/>
                                <a:gd name="connsiteY108" fmla="*/ 68580 h 113347"/>
                                <a:gd name="connsiteX109" fmla="*/ 83820 w 140017"/>
                                <a:gd name="connsiteY109" fmla="*/ 63818 h 113347"/>
                                <a:gd name="connsiteX110" fmla="*/ 80010 w 140017"/>
                                <a:gd name="connsiteY110" fmla="*/ 69533 h 113347"/>
                                <a:gd name="connsiteX111" fmla="*/ 73342 w 140017"/>
                                <a:gd name="connsiteY111" fmla="*/ 80010 h 113347"/>
                                <a:gd name="connsiteX112" fmla="*/ 70485 w 140017"/>
                                <a:gd name="connsiteY112" fmla="*/ 85725 h 113347"/>
                                <a:gd name="connsiteX113" fmla="*/ 67627 w 140017"/>
                                <a:gd name="connsiteY113" fmla="*/ 91440 h 113347"/>
                                <a:gd name="connsiteX114" fmla="*/ 63817 w 140017"/>
                                <a:gd name="connsiteY114" fmla="*/ 102870 h 113347"/>
                                <a:gd name="connsiteX115" fmla="*/ 62865 w 140017"/>
                                <a:gd name="connsiteY115" fmla="*/ 108585 h 113347"/>
                                <a:gd name="connsiteX116" fmla="*/ 61913 w 140017"/>
                                <a:gd name="connsiteY116" fmla="*/ 113348 h 113347"/>
                                <a:gd name="connsiteX117" fmla="*/ 60960 w 140017"/>
                                <a:gd name="connsiteY117" fmla="*/ 113348 h 113347"/>
                                <a:gd name="connsiteX118" fmla="*/ 60960 w 140017"/>
                                <a:gd name="connsiteY118" fmla="*/ 113348 h 113347"/>
                                <a:gd name="connsiteX119" fmla="*/ 61913 w 140017"/>
                                <a:gd name="connsiteY119" fmla="*/ 108585 h 113347"/>
                                <a:gd name="connsiteX120" fmla="*/ 62865 w 140017"/>
                                <a:gd name="connsiteY120" fmla="*/ 102870 h 113347"/>
                                <a:gd name="connsiteX121" fmla="*/ 66675 w 140017"/>
                                <a:gd name="connsiteY121" fmla="*/ 91440 h 113347"/>
                                <a:gd name="connsiteX122" fmla="*/ 67627 w 140017"/>
                                <a:gd name="connsiteY122" fmla="*/ 88583 h 113347"/>
                                <a:gd name="connsiteX123" fmla="*/ 68580 w 140017"/>
                                <a:gd name="connsiteY123" fmla="*/ 85725 h 113347"/>
                                <a:gd name="connsiteX124" fmla="*/ 69532 w 140017"/>
                                <a:gd name="connsiteY124" fmla="*/ 82868 h 113347"/>
                                <a:gd name="connsiteX125" fmla="*/ 70485 w 140017"/>
                                <a:gd name="connsiteY125" fmla="*/ 80010 h 113347"/>
                                <a:gd name="connsiteX126" fmla="*/ 76200 w 140017"/>
                                <a:gd name="connsiteY126" fmla="*/ 68580 h 113347"/>
                                <a:gd name="connsiteX127" fmla="*/ 82867 w 140017"/>
                                <a:gd name="connsiteY127" fmla="*/ 58103 h 113347"/>
                                <a:gd name="connsiteX128" fmla="*/ 87630 w 140017"/>
                                <a:gd name="connsiteY128" fmla="*/ 50483 h 113347"/>
                                <a:gd name="connsiteX129" fmla="*/ 85725 w 140017"/>
                                <a:gd name="connsiteY129" fmla="*/ 51435 h 113347"/>
                                <a:gd name="connsiteX130" fmla="*/ 79057 w 140017"/>
                                <a:gd name="connsiteY130" fmla="*/ 54293 h 113347"/>
                                <a:gd name="connsiteX131" fmla="*/ 61913 w 140017"/>
                                <a:gd name="connsiteY131" fmla="*/ 60008 h 113347"/>
                                <a:gd name="connsiteX132" fmla="*/ 52388 w 140017"/>
                                <a:gd name="connsiteY132" fmla="*/ 63818 h 113347"/>
                                <a:gd name="connsiteX133" fmla="*/ 42863 w 140017"/>
                                <a:gd name="connsiteY133" fmla="*/ 68580 h 113347"/>
                                <a:gd name="connsiteX134" fmla="*/ 34290 w 140017"/>
                                <a:gd name="connsiteY134" fmla="*/ 75248 h 113347"/>
                                <a:gd name="connsiteX135" fmla="*/ 26670 w 140017"/>
                                <a:gd name="connsiteY135" fmla="*/ 84773 h 113347"/>
                                <a:gd name="connsiteX136" fmla="*/ 23813 w 140017"/>
                                <a:gd name="connsiteY136" fmla="*/ 89535 h 113347"/>
                                <a:gd name="connsiteX137" fmla="*/ 20955 w 140017"/>
                                <a:gd name="connsiteY137" fmla="*/ 95250 h 113347"/>
                                <a:gd name="connsiteX138" fmla="*/ 20002 w 140017"/>
                                <a:gd name="connsiteY138" fmla="*/ 98108 h 113347"/>
                                <a:gd name="connsiteX139" fmla="*/ 19050 w 140017"/>
                                <a:gd name="connsiteY139" fmla="*/ 100965 h 113347"/>
                                <a:gd name="connsiteX140" fmla="*/ 17145 w 140017"/>
                                <a:gd name="connsiteY140" fmla="*/ 107633 h 113347"/>
                                <a:gd name="connsiteX141" fmla="*/ 17145 w 140017"/>
                                <a:gd name="connsiteY141" fmla="*/ 108585 h 113347"/>
                                <a:gd name="connsiteX142" fmla="*/ 17145 w 140017"/>
                                <a:gd name="connsiteY142" fmla="*/ 108585 h 113347"/>
                                <a:gd name="connsiteX143" fmla="*/ 17145 w 140017"/>
                                <a:gd name="connsiteY143" fmla="*/ 107633 h 113347"/>
                                <a:gd name="connsiteX144" fmla="*/ 20955 w 140017"/>
                                <a:gd name="connsiteY144" fmla="*/ 95250 h 113347"/>
                                <a:gd name="connsiteX145" fmla="*/ 26670 w 140017"/>
                                <a:gd name="connsiteY145" fmla="*/ 83820 h 113347"/>
                                <a:gd name="connsiteX146" fmla="*/ 34290 w 140017"/>
                                <a:gd name="connsiteY146" fmla="*/ 74295 h 113347"/>
                                <a:gd name="connsiteX147" fmla="*/ 42863 w 140017"/>
                                <a:gd name="connsiteY147" fmla="*/ 66675 h 113347"/>
                                <a:gd name="connsiteX148" fmla="*/ 52388 w 140017"/>
                                <a:gd name="connsiteY148" fmla="*/ 60960 h 113347"/>
                                <a:gd name="connsiteX149" fmla="*/ 61913 w 140017"/>
                                <a:gd name="connsiteY149" fmla="*/ 57150 h 113347"/>
                                <a:gd name="connsiteX150" fmla="*/ 78105 w 140017"/>
                                <a:gd name="connsiteY150" fmla="*/ 50483 h 113347"/>
                                <a:gd name="connsiteX151" fmla="*/ 83820 w 140017"/>
                                <a:gd name="connsiteY151" fmla="*/ 47625 h 113347"/>
                                <a:gd name="connsiteX152" fmla="*/ 87630 w 140017"/>
                                <a:gd name="connsiteY152" fmla="*/ 44768 h 113347"/>
                                <a:gd name="connsiteX153" fmla="*/ 89535 w 140017"/>
                                <a:gd name="connsiteY153" fmla="*/ 42863 h 113347"/>
                                <a:gd name="connsiteX154" fmla="*/ 93345 w 140017"/>
                                <a:gd name="connsiteY154" fmla="*/ 35243 h 113347"/>
                                <a:gd name="connsiteX155" fmla="*/ 96202 w 140017"/>
                                <a:gd name="connsiteY155" fmla="*/ 30480 h 113347"/>
                                <a:gd name="connsiteX156" fmla="*/ 99060 w 140017"/>
                                <a:gd name="connsiteY156" fmla="*/ 25718 h 113347"/>
                                <a:gd name="connsiteX157" fmla="*/ 103822 w 140017"/>
                                <a:gd name="connsiteY157" fmla="*/ 17145 h 113347"/>
                                <a:gd name="connsiteX158" fmla="*/ 103822 w 140017"/>
                                <a:gd name="connsiteY158" fmla="*/ 16193 h 113347"/>
                                <a:gd name="connsiteX159" fmla="*/ 102870 w 140017"/>
                                <a:gd name="connsiteY159" fmla="*/ 16193 h 113347"/>
                                <a:gd name="connsiteX160" fmla="*/ 97155 w 140017"/>
                                <a:gd name="connsiteY160" fmla="*/ 17145 h 113347"/>
                                <a:gd name="connsiteX161" fmla="*/ 93345 w 140017"/>
                                <a:gd name="connsiteY161" fmla="*/ 18098 h 113347"/>
                                <a:gd name="connsiteX162" fmla="*/ 88582 w 140017"/>
                                <a:gd name="connsiteY162" fmla="*/ 19050 h 113347"/>
                                <a:gd name="connsiteX163" fmla="*/ 79057 w 140017"/>
                                <a:gd name="connsiteY163" fmla="*/ 20955 h 113347"/>
                                <a:gd name="connsiteX164" fmla="*/ 68580 w 140017"/>
                                <a:gd name="connsiteY164" fmla="*/ 22860 h 113347"/>
                                <a:gd name="connsiteX165" fmla="*/ 57150 w 140017"/>
                                <a:gd name="connsiteY165" fmla="*/ 25718 h 113347"/>
                                <a:gd name="connsiteX166" fmla="*/ 44767 w 140017"/>
                                <a:gd name="connsiteY166" fmla="*/ 29528 h 113347"/>
                                <a:gd name="connsiteX167" fmla="*/ 33338 w 140017"/>
                                <a:gd name="connsiteY167" fmla="*/ 34290 h 113347"/>
                                <a:gd name="connsiteX168" fmla="*/ 21907 w 140017"/>
                                <a:gd name="connsiteY168" fmla="*/ 40958 h 113347"/>
                                <a:gd name="connsiteX169" fmla="*/ 17145 w 140017"/>
                                <a:gd name="connsiteY169" fmla="*/ 44768 h 113347"/>
                                <a:gd name="connsiteX170" fmla="*/ 12382 w 140017"/>
                                <a:gd name="connsiteY170" fmla="*/ 49530 h 113347"/>
                                <a:gd name="connsiteX171" fmla="*/ 8572 w 140017"/>
                                <a:gd name="connsiteY171" fmla="*/ 54293 h 113347"/>
                                <a:gd name="connsiteX172" fmla="*/ 4763 w 140017"/>
                                <a:gd name="connsiteY172" fmla="*/ 60008 h 113347"/>
                                <a:gd name="connsiteX173" fmla="*/ 1905 w 140017"/>
                                <a:gd name="connsiteY173" fmla="*/ 65723 h 113347"/>
                                <a:gd name="connsiteX174" fmla="*/ 0 w 140017"/>
                                <a:gd name="connsiteY174" fmla="*/ 69533 h 113347"/>
                                <a:gd name="connsiteX175" fmla="*/ 0 w 140017"/>
                                <a:gd name="connsiteY175" fmla="*/ 68580 h 113347"/>
                                <a:gd name="connsiteX176" fmla="*/ 952 w 140017"/>
                                <a:gd name="connsiteY176" fmla="*/ 65723 h 113347"/>
                                <a:gd name="connsiteX177" fmla="*/ 3810 w 140017"/>
                                <a:gd name="connsiteY177" fmla="*/ 60008 h 113347"/>
                                <a:gd name="connsiteX178" fmla="*/ 7620 w 140017"/>
                                <a:gd name="connsiteY178" fmla="*/ 54293 h 113347"/>
                                <a:gd name="connsiteX179" fmla="*/ 11430 w 140017"/>
                                <a:gd name="connsiteY179" fmla="*/ 49530 h 113347"/>
                                <a:gd name="connsiteX180" fmla="*/ 16192 w 140017"/>
                                <a:gd name="connsiteY180" fmla="*/ 44768 h 113347"/>
                                <a:gd name="connsiteX181" fmla="*/ 20955 w 140017"/>
                                <a:gd name="connsiteY181" fmla="*/ 40958 h 113347"/>
                                <a:gd name="connsiteX182" fmla="*/ 32385 w 140017"/>
                                <a:gd name="connsiteY182" fmla="*/ 34290 h 113347"/>
                                <a:gd name="connsiteX183" fmla="*/ 43815 w 140017"/>
                                <a:gd name="connsiteY183" fmla="*/ 28575 h 113347"/>
                                <a:gd name="connsiteX184" fmla="*/ 56197 w 140017"/>
                                <a:gd name="connsiteY184" fmla="*/ 24765 h 113347"/>
                                <a:gd name="connsiteX185" fmla="*/ 67627 w 140017"/>
                                <a:gd name="connsiteY185" fmla="*/ 21908 h 113347"/>
                                <a:gd name="connsiteX186" fmla="*/ 78105 w 140017"/>
                                <a:gd name="connsiteY186" fmla="*/ 20003 h 113347"/>
                                <a:gd name="connsiteX187" fmla="*/ 87630 w 140017"/>
                                <a:gd name="connsiteY187" fmla="*/ 18098 h 113347"/>
                                <a:gd name="connsiteX188" fmla="*/ 91440 w 140017"/>
                                <a:gd name="connsiteY188" fmla="*/ 17145 h 113347"/>
                                <a:gd name="connsiteX189" fmla="*/ 95250 w 140017"/>
                                <a:gd name="connsiteY189" fmla="*/ 16193 h 113347"/>
                                <a:gd name="connsiteX190" fmla="*/ 100965 w 140017"/>
                                <a:gd name="connsiteY190" fmla="*/ 15240 h 113347"/>
                                <a:gd name="connsiteX191" fmla="*/ 103822 w 140017"/>
                                <a:gd name="connsiteY191" fmla="*/ 14288 h 113347"/>
                                <a:gd name="connsiteX192" fmla="*/ 103822 w 140017"/>
                                <a:gd name="connsiteY192" fmla="*/ 14288 h 113347"/>
                                <a:gd name="connsiteX193" fmla="*/ 105727 w 140017"/>
                                <a:gd name="connsiteY193" fmla="*/ 10478 h 113347"/>
                                <a:gd name="connsiteX194" fmla="*/ 108585 w 140017"/>
                                <a:gd name="connsiteY194" fmla="*/ 4763 h 113347"/>
                                <a:gd name="connsiteX195" fmla="*/ 111442 w 140017"/>
                                <a:gd name="connsiteY195" fmla="*/ 0 h 113347"/>
                                <a:gd name="connsiteX196" fmla="*/ 115252 w 140017"/>
                                <a:gd name="connsiteY196" fmla="*/ 3810 h 113347"/>
                                <a:gd name="connsiteX197" fmla="*/ 115252 w 140017"/>
                                <a:gd name="connsiteY197" fmla="*/ 8573 h 1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40017" h="113347">
                                  <a:moveTo>
                                    <a:pt x="115252" y="8573"/>
                                  </a:moveTo>
                                  <a:cubicBezTo>
                                    <a:pt x="115252" y="8573"/>
                                    <a:pt x="115252" y="9525"/>
                                    <a:pt x="115252" y="9525"/>
                                  </a:cubicBezTo>
                                  <a:cubicBezTo>
                                    <a:pt x="115252" y="9525"/>
                                    <a:pt x="116205" y="11430"/>
                                    <a:pt x="117157" y="14288"/>
                                  </a:cubicBezTo>
                                  <a:cubicBezTo>
                                    <a:pt x="118110" y="17145"/>
                                    <a:pt x="120015" y="20955"/>
                                    <a:pt x="121920" y="25718"/>
                                  </a:cubicBezTo>
                                  <a:cubicBezTo>
                                    <a:pt x="123825" y="30480"/>
                                    <a:pt x="126682" y="35243"/>
                                    <a:pt x="129540" y="40958"/>
                                  </a:cubicBezTo>
                                  <a:cubicBezTo>
                                    <a:pt x="130492" y="41910"/>
                                    <a:pt x="130492" y="43815"/>
                                    <a:pt x="131445" y="44768"/>
                                  </a:cubicBezTo>
                                  <a:cubicBezTo>
                                    <a:pt x="131445" y="45720"/>
                                    <a:pt x="132397" y="46673"/>
                                    <a:pt x="132397" y="46673"/>
                                  </a:cubicBezTo>
                                  <a:lnTo>
                                    <a:pt x="132397" y="47625"/>
                                  </a:lnTo>
                                  <a:lnTo>
                                    <a:pt x="132397" y="48578"/>
                                  </a:lnTo>
                                  <a:lnTo>
                                    <a:pt x="132397" y="49530"/>
                                  </a:lnTo>
                                  <a:cubicBezTo>
                                    <a:pt x="133350" y="52388"/>
                                    <a:pt x="135255" y="55245"/>
                                    <a:pt x="135255" y="58103"/>
                                  </a:cubicBezTo>
                                  <a:cubicBezTo>
                                    <a:pt x="135255" y="60008"/>
                                    <a:pt x="136207" y="60960"/>
                                    <a:pt x="136207" y="61913"/>
                                  </a:cubicBezTo>
                                  <a:cubicBezTo>
                                    <a:pt x="136207" y="62865"/>
                                    <a:pt x="137160" y="64770"/>
                                    <a:pt x="137160" y="65723"/>
                                  </a:cubicBezTo>
                                  <a:cubicBezTo>
                                    <a:pt x="137160" y="66675"/>
                                    <a:pt x="137160" y="66675"/>
                                    <a:pt x="138113" y="67628"/>
                                  </a:cubicBezTo>
                                  <a:cubicBezTo>
                                    <a:pt x="138113" y="68580"/>
                                    <a:pt x="138113" y="68580"/>
                                    <a:pt x="138113" y="69533"/>
                                  </a:cubicBezTo>
                                  <a:cubicBezTo>
                                    <a:pt x="138113" y="70485"/>
                                    <a:pt x="138113" y="71438"/>
                                    <a:pt x="139065" y="73343"/>
                                  </a:cubicBezTo>
                                  <a:cubicBezTo>
                                    <a:pt x="139065" y="75248"/>
                                    <a:pt x="139065" y="77153"/>
                                    <a:pt x="140017" y="79058"/>
                                  </a:cubicBezTo>
                                  <a:cubicBezTo>
                                    <a:pt x="140017" y="80963"/>
                                    <a:pt x="140017" y="81915"/>
                                    <a:pt x="140017" y="83820"/>
                                  </a:cubicBezTo>
                                  <a:cubicBezTo>
                                    <a:pt x="140017" y="84773"/>
                                    <a:pt x="140017" y="85725"/>
                                    <a:pt x="140017" y="86678"/>
                                  </a:cubicBezTo>
                                  <a:cubicBezTo>
                                    <a:pt x="140017" y="87630"/>
                                    <a:pt x="140017" y="87630"/>
                                    <a:pt x="140017" y="88583"/>
                                  </a:cubicBezTo>
                                  <a:cubicBezTo>
                                    <a:pt x="140017" y="88583"/>
                                    <a:pt x="140017" y="88583"/>
                                    <a:pt x="140017" y="88583"/>
                                  </a:cubicBezTo>
                                  <a:lnTo>
                                    <a:pt x="140017" y="88583"/>
                                  </a:lnTo>
                                  <a:cubicBezTo>
                                    <a:pt x="140017" y="88583"/>
                                    <a:pt x="140017" y="88583"/>
                                    <a:pt x="140017" y="88583"/>
                                  </a:cubicBezTo>
                                  <a:cubicBezTo>
                                    <a:pt x="140017" y="88583"/>
                                    <a:pt x="140017" y="87630"/>
                                    <a:pt x="140017" y="86678"/>
                                  </a:cubicBezTo>
                                  <a:cubicBezTo>
                                    <a:pt x="140017" y="85725"/>
                                    <a:pt x="140017" y="84773"/>
                                    <a:pt x="140017" y="83820"/>
                                  </a:cubicBezTo>
                                  <a:cubicBezTo>
                                    <a:pt x="140017" y="82868"/>
                                    <a:pt x="140017" y="80963"/>
                                    <a:pt x="140017" y="79058"/>
                                  </a:cubicBezTo>
                                  <a:cubicBezTo>
                                    <a:pt x="140017" y="77153"/>
                                    <a:pt x="139065" y="75248"/>
                                    <a:pt x="139065" y="73343"/>
                                  </a:cubicBezTo>
                                  <a:cubicBezTo>
                                    <a:pt x="139065" y="72390"/>
                                    <a:pt x="139065" y="71438"/>
                                    <a:pt x="138113" y="69533"/>
                                  </a:cubicBezTo>
                                  <a:cubicBezTo>
                                    <a:pt x="138113" y="68580"/>
                                    <a:pt x="138113" y="68580"/>
                                    <a:pt x="138113" y="67628"/>
                                  </a:cubicBezTo>
                                  <a:cubicBezTo>
                                    <a:pt x="138113" y="66675"/>
                                    <a:pt x="138113" y="66675"/>
                                    <a:pt x="137160" y="65723"/>
                                  </a:cubicBezTo>
                                  <a:cubicBezTo>
                                    <a:pt x="137160" y="64770"/>
                                    <a:pt x="136207" y="62865"/>
                                    <a:pt x="136207" y="61913"/>
                                  </a:cubicBezTo>
                                  <a:cubicBezTo>
                                    <a:pt x="136207" y="60960"/>
                                    <a:pt x="135255" y="59055"/>
                                    <a:pt x="135255" y="58103"/>
                                  </a:cubicBezTo>
                                  <a:cubicBezTo>
                                    <a:pt x="134302" y="55245"/>
                                    <a:pt x="133350" y="52388"/>
                                    <a:pt x="132397" y="49530"/>
                                  </a:cubicBezTo>
                                  <a:lnTo>
                                    <a:pt x="132397" y="48578"/>
                                  </a:lnTo>
                                  <a:lnTo>
                                    <a:pt x="132397" y="47625"/>
                                  </a:lnTo>
                                  <a:lnTo>
                                    <a:pt x="132397" y="46673"/>
                                  </a:lnTo>
                                  <a:cubicBezTo>
                                    <a:pt x="132397" y="45720"/>
                                    <a:pt x="131445" y="45720"/>
                                    <a:pt x="131445" y="44768"/>
                                  </a:cubicBezTo>
                                  <a:cubicBezTo>
                                    <a:pt x="130492" y="43815"/>
                                    <a:pt x="130492" y="41910"/>
                                    <a:pt x="129540" y="40958"/>
                                  </a:cubicBezTo>
                                  <a:cubicBezTo>
                                    <a:pt x="126682" y="35243"/>
                                    <a:pt x="123825" y="30480"/>
                                    <a:pt x="121920" y="25718"/>
                                  </a:cubicBezTo>
                                  <a:cubicBezTo>
                                    <a:pt x="119063" y="19050"/>
                                    <a:pt x="116205" y="14288"/>
                                    <a:pt x="115252" y="11430"/>
                                  </a:cubicBezTo>
                                  <a:cubicBezTo>
                                    <a:pt x="115252" y="12383"/>
                                    <a:pt x="114300" y="12383"/>
                                    <a:pt x="114300" y="13335"/>
                                  </a:cubicBezTo>
                                  <a:cubicBezTo>
                                    <a:pt x="113347" y="14288"/>
                                    <a:pt x="113347" y="15240"/>
                                    <a:pt x="112395" y="17145"/>
                                  </a:cubicBezTo>
                                  <a:cubicBezTo>
                                    <a:pt x="111442" y="18098"/>
                                    <a:pt x="110490" y="20003"/>
                                    <a:pt x="109538" y="20955"/>
                                  </a:cubicBezTo>
                                  <a:cubicBezTo>
                                    <a:pt x="107632" y="23813"/>
                                    <a:pt x="105727" y="26670"/>
                                    <a:pt x="103822" y="29528"/>
                                  </a:cubicBezTo>
                                  <a:cubicBezTo>
                                    <a:pt x="103822" y="30480"/>
                                    <a:pt x="102870" y="30480"/>
                                    <a:pt x="102870" y="31433"/>
                                  </a:cubicBezTo>
                                  <a:cubicBezTo>
                                    <a:pt x="102870" y="31433"/>
                                    <a:pt x="102870" y="31433"/>
                                    <a:pt x="102870" y="31433"/>
                                  </a:cubicBezTo>
                                  <a:cubicBezTo>
                                    <a:pt x="102870" y="33338"/>
                                    <a:pt x="101917" y="34290"/>
                                    <a:pt x="101917" y="37148"/>
                                  </a:cubicBezTo>
                                  <a:cubicBezTo>
                                    <a:pt x="101917" y="39053"/>
                                    <a:pt x="101917" y="41910"/>
                                    <a:pt x="101917" y="43815"/>
                                  </a:cubicBezTo>
                                  <a:cubicBezTo>
                                    <a:pt x="102870" y="48578"/>
                                    <a:pt x="103822" y="54293"/>
                                    <a:pt x="105727" y="60960"/>
                                  </a:cubicBezTo>
                                  <a:cubicBezTo>
                                    <a:pt x="106680" y="63818"/>
                                    <a:pt x="107632" y="66675"/>
                                    <a:pt x="108585" y="69533"/>
                                  </a:cubicBezTo>
                                  <a:cubicBezTo>
                                    <a:pt x="108585" y="71438"/>
                                    <a:pt x="109538" y="72390"/>
                                    <a:pt x="109538" y="74295"/>
                                  </a:cubicBezTo>
                                  <a:cubicBezTo>
                                    <a:pt x="109538" y="75248"/>
                                    <a:pt x="110490" y="77153"/>
                                    <a:pt x="110490" y="78105"/>
                                  </a:cubicBezTo>
                                  <a:cubicBezTo>
                                    <a:pt x="111442" y="80963"/>
                                    <a:pt x="111442" y="82868"/>
                                    <a:pt x="111442" y="85725"/>
                                  </a:cubicBezTo>
                                  <a:cubicBezTo>
                                    <a:pt x="111442" y="86678"/>
                                    <a:pt x="111442" y="87630"/>
                                    <a:pt x="111442" y="88583"/>
                                  </a:cubicBezTo>
                                  <a:cubicBezTo>
                                    <a:pt x="111442" y="89535"/>
                                    <a:pt x="111442" y="90488"/>
                                    <a:pt x="111442" y="91440"/>
                                  </a:cubicBezTo>
                                  <a:cubicBezTo>
                                    <a:pt x="111442" y="94298"/>
                                    <a:pt x="111442" y="96203"/>
                                    <a:pt x="110490" y="98108"/>
                                  </a:cubicBezTo>
                                  <a:cubicBezTo>
                                    <a:pt x="110490" y="98108"/>
                                    <a:pt x="110490" y="98108"/>
                                    <a:pt x="110490" y="99060"/>
                                  </a:cubicBezTo>
                                  <a:cubicBezTo>
                                    <a:pt x="110490" y="99060"/>
                                    <a:pt x="110490" y="99060"/>
                                    <a:pt x="110490" y="100013"/>
                                  </a:cubicBezTo>
                                  <a:cubicBezTo>
                                    <a:pt x="110490" y="100013"/>
                                    <a:pt x="110490" y="100013"/>
                                    <a:pt x="110490" y="100965"/>
                                  </a:cubicBezTo>
                                  <a:cubicBezTo>
                                    <a:pt x="110490" y="100965"/>
                                    <a:pt x="110490" y="100965"/>
                                    <a:pt x="110490" y="101918"/>
                                  </a:cubicBezTo>
                                  <a:cubicBezTo>
                                    <a:pt x="110490" y="101918"/>
                                    <a:pt x="110490" y="101918"/>
                                    <a:pt x="110490" y="102870"/>
                                  </a:cubicBezTo>
                                  <a:cubicBezTo>
                                    <a:pt x="110490" y="102870"/>
                                    <a:pt x="109538" y="103823"/>
                                    <a:pt x="109538" y="103823"/>
                                  </a:cubicBezTo>
                                  <a:cubicBezTo>
                                    <a:pt x="109538" y="103823"/>
                                    <a:pt x="110490" y="102870"/>
                                    <a:pt x="110490" y="102870"/>
                                  </a:cubicBezTo>
                                  <a:cubicBezTo>
                                    <a:pt x="110490" y="102870"/>
                                    <a:pt x="110490" y="102870"/>
                                    <a:pt x="110490" y="101918"/>
                                  </a:cubicBezTo>
                                  <a:cubicBezTo>
                                    <a:pt x="110490" y="101918"/>
                                    <a:pt x="110490" y="101918"/>
                                    <a:pt x="110490" y="100965"/>
                                  </a:cubicBezTo>
                                  <a:cubicBezTo>
                                    <a:pt x="110490" y="100965"/>
                                    <a:pt x="110490" y="100965"/>
                                    <a:pt x="110490" y="100013"/>
                                  </a:cubicBezTo>
                                  <a:cubicBezTo>
                                    <a:pt x="110490" y="100013"/>
                                    <a:pt x="110490" y="100013"/>
                                    <a:pt x="110490" y="99060"/>
                                  </a:cubicBezTo>
                                  <a:cubicBezTo>
                                    <a:pt x="110490" y="99060"/>
                                    <a:pt x="110490" y="99060"/>
                                    <a:pt x="110490" y="98108"/>
                                  </a:cubicBezTo>
                                  <a:cubicBezTo>
                                    <a:pt x="111442" y="96203"/>
                                    <a:pt x="111442" y="94298"/>
                                    <a:pt x="111442" y="91440"/>
                                  </a:cubicBezTo>
                                  <a:cubicBezTo>
                                    <a:pt x="111442" y="90488"/>
                                    <a:pt x="111442" y="89535"/>
                                    <a:pt x="111442" y="88583"/>
                                  </a:cubicBezTo>
                                  <a:cubicBezTo>
                                    <a:pt x="111442" y="87630"/>
                                    <a:pt x="111442" y="86678"/>
                                    <a:pt x="111442" y="85725"/>
                                  </a:cubicBezTo>
                                  <a:cubicBezTo>
                                    <a:pt x="111442" y="83820"/>
                                    <a:pt x="110490" y="80963"/>
                                    <a:pt x="110490" y="78105"/>
                                  </a:cubicBezTo>
                                  <a:cubicBezTo>
                                    <a:pt x="110490" y="77153"/>
                                    <a:pt x="109538" y="75248"/>
                                    <a:pt x="109538" y="74295"/>
                                  </a:cubicBezTo>
                                  <a:cubicBezTo>
                                    <a:pt x="109538" y="73343"/>
                                    <a:pt x="108585" y="71438"/>
                                    <a:pt x="108585" y="70485"/>
                                  </a:cubicBezTo>
                                  <a:cubicBezTo>
                                    <a:pt x="107632" y="67628"/>
                                    <a:pt x="106680" y="64770"/>
                                    <a:pt x="105727" y="61913"/>
                                  </a:cubicBezTo>
                                  <a:cubicBezTo>
                                    <a:pt x="103822" y="56198"/>
                                    <a:pt x="101917" y="50483"/>
                                    <a:pt x="100965" y="44768"/>
                                  </a:cubicBezTo>
                                  <a:cubicBezTo>
                                    <a:pt x="100965" y="41910"/>
                                    <a:pt x="100013" y="40005"/>
                                    <a:pt x="100965" y="37148"/>
                                  </a:cubicBezTo>
                                  <a:cubicBezTo>
                                    <a:pt x="100965" y="37148"/>
                                    <a:pt x="100965" y="37148"/>
                                    <a:pt x="100965" y="36195"/>
                                  </a:cubicBezTo>
                                  <a:cubicBezTo>
                                    <a:pt x="100013" y="37148"/>
                                    <a:pt x="100013" y="38100"/>
                                    <a:pt x="99060" y="39053"/>
                                  </a:cubicBezTo>
                                  <a:cubicBezTo>
                                    <a:pt x="97155" y="41910"/>
                                    <a:pt x="95250" y="45720"/>
                                    <a:pt x="92392" y="48578"/>
                                  </a:cubicBezTo>
                                  <a:cubicBezTo>
                                    <a:pt x="90488" y="51435"/>
                                    <a:pt x="88582" y="54293"/>
                                    <a:pt x="86677" y="58103"/>
                                  </a:cubicBezTo>
                                  <a:cubicBezTo>
                                    <a:pt x="86677" y="58103"/>
                                    <a:pt x="86677" y="58103"/>
                                    <a:pt x="86677" y="59055"/>
                                  </a:cubicBezTo>
                                  <a:cubicBezTo>
                                    <a:pt x="86677" y="59055"/>
                                    <a:pt x="85725" y="60008"/>
                                    <a:pt x="85725" y="60960"/>
                                  </a:cubicBezTo>
                                  <a:cubicBezTo>
                                    <a:pt x="84772" y="62865"/>
                                    <a:pt x="84772" y="65723"/>
                                    <a:pt x="85725" y="68580"/>
                                  </a:cubicBezTo>
                                  <a:cubicBezTo>
                                    <a:pt x="85725" y="70485"/>
                                    <a:pt x="86677" y="72390"/>
                                    <a:pt x="86677" y="74295"/>
                                  </a:cubicBezTo>
                                  <a:cubicBezTo>
                                    <a:pt x="86677" y="76200"/>
                                    <a:pt x="86677" y="78105"/>
                                    <a:pt x="87630" y="80010"/>
                                  </a:cubicBezTo>
                                  <a:cubicBezTo>
                                    <a:pt x="87630" y="80963"/>
                                    <a:pt x="87630" y="81915"/>
                                    <a:pt x="87630" y="82868"/>
                                  </a:cubicBezTo>
                                  <a:cubicBezTo>
                                    <a:pt x="87630" y="83820"/>
                                    <a:pt x="87630" y="84773"/>
                                    <a:pt x="87630" y="85725"/>
                                  </a:cubicBezTo>
                                  <a:cubicBezTo>
                                    <a:pt x="87630" y="86678"/>
                                    <a:pt x="87630" y="87630"/>
                                    <a:pt x="87630" y="88583"/>
                                  </a:cubicBezTo>
                                  <a:cubicBezTo>
                                    <a:pt x="87630" y="89535"/>
                                    <a:pt x="87630" y="90488"/>
                                    <a:pt x="87630" y="91440"/>
                                  </a:cubicBezTo>
                                  <a:cubicBezTo>
                                    <a:pt x="87630" y="93345"/>
                                    <a:pt x="87630" y="95250"/>
                                    <a:pt x="87630" y="97155"/>
                                  </a:cubicBezTo>
                                  <a:cubicBezTo>
                                    <a:pt x="87630" y="99060"/>
                                    <a:pt x="87630" y="100965"/>
                                    <a:pt x="87630" y="102870"/>
                                  </a:cubicBezTo>
                                  <a:cubicBezTo>
                                    <a:pt x="87630" y="103823"/>
                                    <a:pt x="87630" y="104775"/>
                                    <a:pt x="87630" y="105728"/>
                                  </a:cubicBezTo>
                                  <a:cubicBezTo>
                                    <a:pt x="87630" y="106680"/>
                                    <a:pt x="87630" y="107633"/>
                                    <a:pt x="87630" y="108585"/>
                                  </a:cubicBezTo>
                                  <a:cubicBezTo>
                                    <a:pt x="87630" y="109538"/>
                                    <a:pt x="87630" y="109538"/>
                                    <a:pt x="87630" y="110490"/>
                                  </a:cubicBezTo>
                                  <a:cubicBezTo>
                                    <a:pt x="87630" y="111443"/>
                                    <a:pt x="87630" y="111443"/>
                                    <a:pt x="87630" y="112395"/>
                                  </a:cubicBezTo>
                                  <a:cubicBezTo>
                                    <a:pt x="87630" y="112395"/>
                                    <a:pt x="87630" y="112395"/>
                                    <a:pt x="86677" y="112395"/>
                                  </a:cubicBezTo>
                                  <a:cubicBezTo>
                                    <a:pt x="86677" y="111443"/>
                                    <a:pt x="86677" y="110490"/>
                                    <a:pt x="86677" y="109538"/>
                                  </a:cubicBezTo>
                                  <a:cubicBezTo>
                                    <a:pt x="86677" y="108585"/>
                                    <a:pt x="86677" y="107633"/>
                                    <a:pt x="86677" y="106680"/>
                                  </a:cubicBezTo>
                                  <a:cubicBezTo>
                                    <a:pt x="86677" y="105728"/>
                                    <a:pt x="86677" y="104775"/>
                                    <a:pt x="86677" y="103823"/>
                                  </a:cubicBezTo>
                                  <a:cubicBezTo>
                                    <a:pt x="86677" y="101918"/>
                                    <a:pt x="86677" y="100013"/>
                                    <a:pt x="86677" y="98108"/>
                                  </a:cubicBezTo>
                                  <a:cubicBezTo>
                                    <a:pt x="86677" y="96203"/>
                                    <a:pt x="86677" y="94298"/>
                                    <a:pt x="86677" y="92393"/>
                                  </a:cubicBezTo>
                                  <a:lnTo>
                                    <a:pt x="86677" y="90488"/>
                                  </a:lnTo>
                                  <a:lnTo>
                                    <a:pt x="86677" y="88583"/>
                                  </a:lnTo>
                                  <a:cubicBezTo>
                                    <a:pt x="86677" y="87630"/>
                                    <a:pt x="86677" y="86678"/>
                                    <a:pt x="86677" y="85725"/>
                                  </a:cubicBezTo>
                                  <a:cubicBezTo>
                                    <a:pt x="86677" y="84773"/>
                                    <a:pt x="86677" y="83820"/>
                                    <a:pt x="86677" y="82868"/>
                                  </a:cubicBezTo>
                                  <a:cubicBezTo>
                                    <a:pt x="86677" y="81915"/>
                                    <a:pt x="86677" y="80963"/>
                                    <a:pt x="86677" y="80010"/>
                                  </a:cubicBezTo>
                                  <a:cubicBezTo>
                                    <a:pt x="86677" y="78105"/>
                                    <a:pt x="86677" y="76200"/>
                                    <a:pt x="85725" y="74295"/>
                                  </a:cubicBezTo>
                                  <a:cubicBezTo>
                                    <a:pt x="85725" y="72390"/>
                                    <a:pt x="84772" y="70485"/>
                                    <a:pt x="84772" y="68580"/>
                                  </a:cubicBezTo>
                                  <a:cubicBezTo>
                                    <a:pt x="84772" y="66675"/>
                                    <a:pt x="84772" y="64770"/>
                                    <a:pt x="83820" y="63818"/>
                                  </a:cubicBezTo>
                                  <a:cubicBezTo>
                                    <a:pt x="82867" y="65723"/>
                                    <a:pt x="80963" y="67628"/>
                                    <a:pt x="80010" y="69533"/>
                                  </a:cubicBezTo>
                                  <a:cubicBezTo>
                                    <a:pt x="78105" y="73343"/>
                                    <a:pt x="75247" y="77153"/>
                                    <a:pt x="73342" y="80010"/>
                                  </a:cubicBezTo>
                                  <a:cubicBezTo>
                                    <a:pt x="72390" y="81915"/>
                                    <a:pt x="71438" y="83820"/>
                                    <a:pt x="70485" y="85725"/>
                                  </a:cubicBezTo>
                                  <a:cubicBezTo>
                                    <a:pt x="69532" y="87630"/>
                                    <a:pt x="68580" y="89535"/>
                                    <a:pt x="67627" y="91440"/>
                                  </a:cubicBezTo>
                                  <a:cubicBezTo>
                                    <a:pt x="65722" y="95250"/>
                                    <a:pt x="64770" y="99060"/>
                                    <a:pt x="63817" y="102870"/>
                                  </a:cubicBezTo>
                                  <a:cubicBezTo>
                                    <a:pt x="62865" y="104775"/>
                                    <a:pt x="62865" y="106680"/>
                                    <a:pt x="62865" y="108585"/>
                                  </a:cubicBezTo>
                                  <a:cubicBezTo>
                                    <a:pt x="62865" y="110490"/>
                                    <a:pt x="61913" y="111443"/>
                                    <a:pt x="61913" y="113348"/>
                                  </a:cubicBezTo>
                                  <a:cubicBezTo>
                                    <a:pt x="61913" y="113348"/>
                                    <a:pt x="60960" y="113348"/>
                                    <a:pt x="60960" y="113348"/>
                                  </a:cubicBezTo>
                                  <a:lnTo>
                                    <a:pt x="60960" y="113348"/>
                                  </a:lnTo>
                                  <a:cubicBezTo>
                                    <a:pt x="60960" y="111443"/>
                                    <a:pt x="61913" y="109538"/>
                                    <a:pt x="61913" y="108585"/>
                                  </a:cubicBezTo>
                                  <a:cubicBezTo>
                                    <a:pt x="61913" y="106680"/>
                                    <a:pt x="62865" y="104775"/>
                                    <a:pt x="62865" y="102870"/>
                                  </a:cubicBezTo>
                                  <a:cubicBezTo>
                                    <a:pt x="63817" y="99060"/>
                                    <a:pt x="64770" y="95250"/>
                                    <a:pt x="66675" y="91440"/>
                                  </a:cubicBezTo>
                                  <a:cubicBezTo>
                                    <a:pt x="66675" y="90488"/>
                                    <a:pt x="67627" y="89535"/>
                                    <a:pt x="67627" y="88583"/>
                                  </a:cubicBezTo>
                                  <a:cubicBezTo>
                                    <a:pt x="67627" y="87630"/>
                                    <a:pt x="68580" y="86678"/>
                                    <a:pt x="68580" y="85725"/>
                                  </a:cubicBezTo>
                                  <a:cubicBezTo>
                                    <a:pt x="68580" y="84773"/>
                                    <a:pt x="69532" y="83820"/>
                                    <a:pt x="69532" y="82868"/>
                                  </a:cubicBezTo>
                                  <a:cubicBezTo>
                                    <a:pt x="69532" y="81915"/>
                                    <a:pt x="70485" y="80963"/>
                                    <a:pt x="70485" y="80010"/>
                                  </a:cubicBezTo>
                                  <a:cubicBezTo>
                                    <a:pt x="72390" y="76200"/>
                                    <a:pt x="74295" y="72390"/>
                                    <a:pt x="76200" y="68580"/>
                                  </a:cubicBezTo>
                                  <a:cubicBezTo>
                                    <a:pt x="78105" y="64770"/>
                                    <a:pt x="80963" y="60960"/>
                                    <a:pt x="82867" y="58103"/>
                                  </a:cubicBezTo>
                                  <a:cubicBezTo>
                                    <a:pt x="84772" y="55245"/>
                                    <a:pt x="85725" y="52388"/>
                                    <a:pt x="87630" y="50483"/>
                                  </a:cubicBezTo>
                                  <a:cubicBezTo>
                                    <a:pt x="87630" y="50483"/>
                                    <a:pt x="86677" y="51435"/>
                                    <a:pt x="85725" y="51435"/>
                                  </a:cubicBezTo>
                                  <a:cubicBezTo>
                                    <a:pt x="83820" y="52388"/>
                                    <a:pt x="81915" y="53340"/>
                                    <a:pt x="79057" y="54293"/>
                                  </a:cubicBezTo>
                                  <a:cubicBezTo>
                                    <a:pt x="74295" y="56198"/>
                                    <a:pt x="68580" y="58103"/>
                                    <a:pt x="61913" y="60008"/>
                                  </a:cubicBezTo>
                                  <a:cubicBezTo>
                                    <a:pt x="59055" y="60960"/>
                                    <a:pt x="55245" y="61913"/>
                                    <a:pt x="52388" y="63818"/>
                                  </a:cubicBezTo>
                                  <a:cubicBezTo>
                                    <a:pt x="49530" y="64770"/>
                                    <a:pt x="45720" y="66675"/>
                                    <a:pt x="42863" y="68580"/>
                                  </a:cubicBezTo>
                                  <a:cubicBezTo>
                                    <a:pt x="40005" y="70485"/>
                                    <a:pt x="37147" y="73343"/>
                                    <a:pt x="34290" y="75248"/>
                                  </a:cubicBezTo>
                                  <a:cubicBezTo>
                                    <a:pt x="31432" y="78105"/>
                                    <a:pt x="28575" y="80963"/>
                                    <a:pt x="26670" y="84773"/>
                                  </a:cubicBezTo>
                                  <a:cubicBezTo>
                                    <a:pt x="25717" y="86678"/>
                                    <a:pt x="24765" y="88583"/>
                                    <a:pt x="23813" y="89535"/>
                                  </a:cubicBezTo>
                                  <a:cubicBezTo>
                                    <a:pt x="22860" y="91440"/>
                                    <a:pt x="21907" y="93345"/>
                                    <a:pt x="20955" y="95250"/>
                                  </a:cubicBezTo>
                                  <a:cubicBezTo>
                                    <a:pt x="20955" y="96203"/>
                                    <a:pt x="20002" y="97155"/>
                                    <a:pt x="20002" y="98108"/>
                                  </a:cubicBezTo>
                                  <a:cubicBezTo>
                                    <a:pt x="20002" y="99060"/>
                                    <a:pt x="19050" y="100013"/>
                                    <a:pt x="19050" y="100965"/>
                                  </a:cubicBezTo>
                                  <a:cubicBezTo>
                                    <a:pt x="18097" y="102870"/>
                                    <a:pt x="18097" y="104775"/>
                                    <a:pt x="17145" y="107633"/>
                                  </a:cubicBezTo>
                                  <a:cubicBezTo>
                                    <a:pt x="17145" y="107633"/>
                                    <a:pt x="17145" y="108585"/>
                                    <a:pt x="17145" y="108585"/>
                                  </a:cubicBezTo>
                                  <a:cubicBezTo>
                                    <a:pt x="17145" y="108585"/>
                                    <a:pt x="17145" y="108585"/>
                                    <a:pt x="17145" y="108585"/>
                                  </a:cubicBezTo>
                                  <a:lnTo>
                                    <a:pt x="17145" y="107633"/>
                                  </a:lnTo>
                                  <a:cubicBezTo>
                                    <a:pt x="18097" y="103823"/>
                                    <a:pt x="19050" y="99060"/>
                                    <a:pt x="20955" y="95250"/>
                                  </a:cubicBezTo>
                                  <a:cubicBezTo>
                                    <a:pt x="22860" y="91440"/>
                                    <a:pt x="24765" y="87630"/>
                                    <a:pt x="26670" y="83820"/>
                                  </a:cubicBezTo>
                                  <a:cubicBezTo>
                                    <a:pt x="28575" y="80010"/>
                                    <a:pt x="31432" y="77153"/>
                                    <a:pt x="34290" y="74295"/>
                                  </a:cubicBezTo>
                                  <a:cubicBezTo>
                                    <a:pt x="37147" y="71438"/>
                                    <a:pt x="40005" y="68580"/>
                                    <a:pt x="42863" y="66675"/>
                                  </a:cubicBezTo>
                                  <a:cubicBezTo>
                                    <a:pt x="45720" y="64770"/>
                                    <a:pt x="49530" y="62865"/>
                                    <a:pt x="52388" y="60960"/>
                                  </a:cubicBezTo>
                                  <a:cubicBezTo>
                                    <a:pt x="55245" y="59055"/>
                                    <a:pt x="59055" y="58103"/>
                                    <a:pt x="61913" y="57150"/>
                                  </a:cubicBezTo>
                                  <a:cubicBezTo>
                                    <a:pt x="67627" y="55245"/>
                                    <a:pt x="73342" y="52388"/>
                                    <a:pt x="78105" y="50483"/>
                                  </a:cubicBezTo>
                                  <a:cubicBezTo>
                                    <a:pt x="80010" y="49530"/>
                                    <a:pt x="82867" y="48578"/>
                                    <a:pt x="83820" y="47625"/>
                                  </a:cubicBezTo>
                                  <a:cubicBezTo>
                                    <a:pt x="85725" y="46673"/>
                                    <a:pt x="86677" y="45720"/>
                                    <a:pt x="87630" y="44768"/>
                                  </a:cubicBezTo>
                                  <a:cubicBezTo>
                                    <a:pt x="88582" y="43815"/>
                                    <a:pt x="89535" y="43815"/>
                                    <a:pt x="89535" y="42863"/>
                                  </a:cubicBezTo>
                                  <a:cubicBezTo>
                                    <a:pt x="91440" y="40005"/>
                                    <a:pt x="92392" y="38100"/>
                                    <a:pt x="93345" y="35243"/>
                                  </a:cubicBezTo>
                                  <a:cubicBezTo>
                                    <a:pt x="94297" y="33338"/>
                                    <a:pt x="95250" y="32385"/>
                                    <a:pt x="96202" y="30480"/>
                                  </a:cubicBezTo>
                                  <a:cubicBezTo>
                                    <a:pt x="97155" y="28575"/>
                                    <a:pt x="98107" y="27623"/>
                                    <a:pt x="99060" y="25718"/>
                                  </a:cubicBezTo>
                                  <a:cubicBezTo>
                                    <a:pt x="100965" y="22860"/>
                                    <a:pt x="102870" y="20003"/>
                                    <a:pt x="103822" y="17145"/>
                                  </a:cubicBezTo>
                                  <a:cubicBezTo>
                                    <a:pt x="103822" y="17145"/>
                                    <a:pt x="103822" y="16193"/>
                                    <a:pt x="103822" y="16193"/>
                                  </a:cubicBezTo>
                                  <a:cubicBezTo>
                                    <a:pt x="103822" y="16193"/>
                                    <a:pt x="102870" y="16193"/>
                                    <a:pt x="102870" y="16193"/>
                                  </a:cubicBezTo>
                                  <a:cubicBezTo>
                                    <a:pt x="100965" y="16193"/>
                                    <a:pt x="99060" y="17145"/>
                                    <a:pt x="97155" y="17145"/>
                                  </a:cubicBezTo>
                                  <a:cubicBezTo>
                                    <a:pt x="96202" y="17145"/>
                                    <a:pt x="94297" y="18098"/>
                                    <a:pt x="93345" y="18098"/>
                                  </a:cubicBezTo>
                                  <a:cubicBezTo>
                                    <a:pt x="92392" y="18098"/>
                                    <a:pt x="90488" y="18098"/>
                                    <a:pt x="88582" y="19050"/>
                                  </a:cubicBezTo>
                                  <a:cubicBezTo>
                                    <a:pt x="85725" y="19050"/>
                                    <a:pt x="81915" y="20003"/>
                                    <a:pt x="79057" y="20955"/>
                                  </a:cubicBezTo>
                                  <a:cubicBezTo>
                                    <a:pt x="75247" y="21908"/>
                                    <a:pt x="72390" y="21908"/>
                                    <a:pt x="68580" y="22860"/>
                                  </a:cubicBezTo>
                                  <a:cubicBezTo>
                                    <a:pt x="64770" y="23813"/>
                                    <a:pt x="60960" y="24765"/>
                                    <a:pt x="57150" y="25718"/>
                                  </a:cubicBezTo>
                                  <a:cubicBezTo>
                                    <a:pt x="53340" y="26670"/>
                                    <a:pt x="49530" y="27623"/>
                                    <a:pt x="44767" y="29528"/>
                                  </a:cubicBezTo>
                                  <a:cubicBezTo>
                                    <a:pt x="40957" y="31433"/>
                                    <a:pt x="37147" y="32385"/>
                                    <a:pt x="33338" y="34290"/>
                                  </a:cubicBezTo>
                                  <a:cubicBezTo>
                                    <a:pt x="29527" y="36195"/>
                                    <a:pt x="25717" y="39053"/>
                                    <a:pt x="21907" y="40958"/>
                                  </a:cubicBezTo>
                                  <a:cubicBezTo>
                                    <a:pt x="20002" y="41910"/>
                                    <a:pt x="18097" y="43815"/>
                                    <a:pt x="17145" y="44768"/>
                                  </a:cubicBezTo>
                                  <a:cubicBezTo>
                                    <a:pt x="15240" y="45720"/>
                                    <a:pt x="14288" y="47625"/>
                                    <a:pt x="12382" y="49530"/>
                                  </a:cubicBezTo>
                                  <a:cubicBezTo>
                                    <a:pt x="10477" y="51435"/>
                                    <a:pt x="9525" y="52388"/>
                                    <a:pt x="8572" y="54293"/>
                                  </a:cubicBezTo>
                                  <a:cubicBezTo>
                                    <a:pt x="7620" y="56198"/>
                                    <a:pt x="5715" y="58103"/>
                                    <a:pt x="4763" y="60008"/>
                                  </a:cubicBezTo>
                                  <a:cubicBezTo>
                                    <a:pt x="3810" y="61913"/>
                                    <a:pt x="2857" y="63818"/>
                                    <a:pt x="1905" y="65723"/>
                                  </a:cubicBezTo>
                                  <a:cubicBezTo>
                                    <a:pt x="952" y="66675"/>
                                    <a:pt x="952" y="67628"/>
                                    <a:pt x="0" y="69533"/>
                                  </a:cubicBezTo>
                                  <a:cubicBezTo>
                                    <a:pt x="0" y="69533"/>
                                    <a:pt x="0" y="68580"/>
                                    <a:pt x="0" y="68580"/>
                                  </a:cubicBezTo>
                                  <a:cubicBezTo>
                                    <a:pt x="0" y="67628"/>
                                    <a:pt x="952" y="66675"/>
                                    <a:pt x="952" y="65723"/>
                                  </a:cubicBezTo>
                                  <a:cubicBezTo>
                                    <a:pt x="1905" y="63818"/>
                                    <a:pt x="2857" y="61913"/>
                                    <a:pt x="3810" y="60008"/>
                                  </a:cubicBezTo>
                                  <a:cubicBezTo>
                                    <a:pt x="4763" y="58103"/>
                                    <a:pt x="5715" y="56198"/>
                                    <a:pt x="7620" y="54293"/>
                                  </a:cubicBezTo>
                                  <a:cubicBezTo>
                                    <a:pt x="8572" y="52388"/>
                                    <a:pt x="10477" y="51435"/>
                                    <a:pt x="11430" y="49530"/>
                                  </a:cubicBezTo>
                                  <a:cubicBezTo>
                                    <a:pt x="12382" y="47625"/>
                                    <a:pt x="14288" y="46673"/>
                                    <a:pt x="16192" y="44768"/>
                                  </a:cubicBezTo>
                                  <a:cubicBezTo>
                                    <a:pt x="18097" y="42863"/>
                                    <a:pt x="20002" y="41910"/>
                                    <a:pt x="20955" y="40958"/>
                                  </a:cubicBezTo>
                                  <a:cubicBezTo>
                                    <a:pt x="24765" y="38100"/>
                                    <a:pt x="28575" y="36195"/>
                                    <a:pt x="32385" y="34290"/>
                                  </a:cubicBezTo>
                                  <a:cubicBezTo>
                                    <a:pt x="36195" y="32385"/>
                                    <a:pt x="40005" y="30480"/>
                                    <a:pt x="43815" y="28575"/>
                                  </a:cubicBezTo>
                                  <a:cubicBezTo>
                                    <a:pt x="47625" y="27623"/>
                                    <a:pt x="51435" y="25718"/>
                                    <a:pt x="56197" y="24765"/>
                                  </a:cubicBezTo>
                                  <a:cubicBezTo>
                                    <a:pt x="60007" y="23813"/>
                                    <a:pt x="63817" y="22860"/>
                                    <a:pt x="67627" y="21908"/>
                                  </a:cubicBezTo>
                                  <a:cubicBezTo>
                                    <a:pt x="71438" y="20955"/>
                                    <a:pt x="75247" y="20955"/>
                                    <a:pt x="78105" y="20003"/>
                                  </a:cubicBezTo>
                                  <a:cubicBezTo>
                                    <a:pt x="81915" y="19050"/>
                                    <a:pt x="84772" y="19050"/>
                                    <a:pt x="87630" y="18098"/>
                                  </a:cubicBezTo>
                                  <a:cubicBezTo>
                                    <a:pt x="89535" y="18098"/>
                                    <a:pt x="90488" y="18098"/>
                                    <a:pt x="91440" y="17145"/>
                                  </a:cubicBezTo>
                                  <a:cubicBezTo>
                                    <a:pt x="92392" y="17145"/>
                                    <a:pt x="94297" y="16193"/>
                                    <a:pt x="95250" y="16193"/>
                                  </a:cubicBezTo>
                                  <a:cubicBezTo>
                                    <a:pt x="97155" y="16193"/>
                                    <a:pt x="100013" y="15240"/>
                                    <a:pt x="100965" y="15240"/>
                                  </a:cubicBezTo>
                                  <a:cubicBezTo>
                                    <a:pt x="101917" y="15240"/>
                                    <a:pt x="102870" y="15240"/>
                                    <a:pt x="103822" y="14288"/>
                                  </a:cubicBezTo>
                                  <a:lnTo>
                                    <a:pt x="103822" y="14288"/>
                                  </a:lnTo>
                                  <a:cubicBezTo>
                                    <a:pt x="104775" y="13335"/>
                                    <a:pt x="104775" y="11430"/>
                                    <a:pt x="105727" y="10478"/>
                                  </a:cubicBezTo>
                                  <a:cubicBezTo>
                                    <a:pt x="106680" y="8573"/>
                                    <a:pt x="107632" y="6668"/>
                                    <a:pt x="108585" y="4763"/>
                                  </a:cubicBezTo>
                                  <a:cubicBezTo>
                                    <a:pt x="110490" y="1905"/>
                                    <a:pt x="111442" y="0"/>
                                    <a:pt x="111442" y="0"/>
                                  </a:cubicBezTo>
                                  <a:cubicBezTo>
                                    <a:pt x="112395" y="953"/>
                                    <a:pt x="115252" y="3810"/>
                                    <a:pt x="115252" y="3810"/>
                                  </a:cubicBezTo>
                                  <a:cubicBezTo>
                                    <a:pt x="117157" y="5715"/>
                                    <a:pt x="116205" y="6668"/>
                                    <a:pt x="115252" y="8573"/>
                                  </a:cubicBezTo>
                                  <a:close/>
                                </a:path>
                              </a:pathLst>
                            </a:custGeom>
                            <a:grpFill/>
                            <a:ln w="9525" cap="flat">
                              <a:noFill/>
                              <a:prstDash val="solid"/>
                              <a:miter/>
                            </a:ln>
                          </p:spPr>
                          <p:txBody>
                            <a:bodyPr rtlCol="0" anchor="ctr"/>
                            <a:lstStyle/>
                            <a:p>
                              <a:endParaRPr lang="en-US"/>
                            </a:p>
                          </p:txBody>
                        </p:sp>
                      </p:grpSp>
                      <p:grpSp>
                        <p:nvGrpSpPr>
                          <p:cNvPr id="225" name="Graphic 2">
                            <a:extLst>
                              <a:ext uri="{FF2B5EF4-FFF2-40B4-BE49-F238E27FC236}">
                                <a16:creationId xmlns:a16="http://schemas.microsoft.com/office/drawing/2014/main" id="{AE736AF3-0337-429B-AEF1-DA4B52809559}"/>
                              </a:ext>
                            </a:extLst>
                          </p:cNvPr>
                          <p:cNvGrpSpPr/>
                          <p:nvPr/>
                        </p:nvGrpSpPr>
                        <p:grpSpPr>
                          <a:xfrm>
                            <a:off x="3534514" y="2558763"/>
                            <a:ext cx="144222" cy="116681"/>
                            <a:chOff x="3534514" y="2558763"/>
                            <a:chExt cx="144222" cy="116681"/>
                          </a:xfrm>
                          <a:grpFill/>
                        </p:grpSpPr>
                        <p:sp>
                          <p:nvSpPr>
                            <p:cNvPr id="226" name="Freeform: Shape 225">
                              <a:extLst>
                                <a:ext uri="{FF2B5EF4-FFF2-40B4-BE49-F238E27FC236}">
                                  <a16:creationId xmlns:a16="http://schemas.microsoft.com/office/drawing/2014/main" id="{90F04338-5BEA-4E37-B95A-95286021D700}"/>
                                </a:ext>
                              </a:extLst>
                            </p:cNvPr>
                            <p:cNvSpPr/>
                            <p:nvPr/>
                          </p:nvSpPr>
                          <p:spPr>
                            <a:xfrm>
                              <a:off x="3534514" y="2558763"/>
                              <a:ext cx="144222" cy="115170"/>
                            </a:xfrm>
                            <a:custGeom>
                              <a:avLst/>
                              <a:gdLst>
                                <a:gd name="connsiteX0" fmla="*/ 1347 w 144222"/>
                                <a:gd name="connsiteY0" fmla="*/ 40481 h 115170"/>
                                <a:gd name="connsiteX1" fmla="*/ 3252 w 144222"/>
                                <a:gd name="connsiteY1" fmla="*/ 33814 h 115170"/>
                                <a:gd name="connsiteX2" fmla="*/ 5157 w 144222"/>
                                <a:gd name="connsiteY2" fmla="*/ 28099 h 115170"/>
                                <a:gd name="connsiteX3" fmla="*/ 6110 w 144222"/>
                                <a:gd name="connsiteY3" fmla="*/ 25241 h 115170"/>
                                <a:gd name="connsiteX4" fmla="*/ 8967 w 144222"/>
                                <a:gd name="connsiteY4" fmla="*/ 20479 h 115170"/>
                                <a:gd name="connsiteX5" fmla="*/ 8967 w 144222"/>
                                <a:gd name="connsiteY5" fmla="*/ 20479 h 115170"/>
                                <a:gd name="connsiteX6" fmla="*/ 8967 w 144222"/>
                                <a:gd name="connsiteY6" fmla="*/ 20479 h 115170"/>
                                <a:gd name="connsiteX7" fmla="*/ 9920 w 144222"/>
                                <a:gd name="connsiteY7" fmla="*/ 20479 h 115170"/>
                                <a:gd name="connsiteX8" fmla="*/ 11824 w 144222"/>
                                <a:gd name="connsiteY8" fmla="*/ 18574 h 115170"/>
                                <a:gd name="connsiteX9" fmla="*/ 20397 w 144222"/>
                                <a:gd name="connsiteY9" fmla="*/ 13811 h 115170"/>
                                <a:gd name="connsiteX10" fmla="*/ 50877 w 144222"/>
                                <a:gd name="connsiteY10" fmla="*/ 2381 h 115170"/>
                                <a:gd name="connsiteX11" fmla="*/ 93740 w 144222"/>
                                <a:gd name="connsiteY11" fmla="*/ 3334 h 115170"/>
                                <a:gd name="connsiteX12" fmla="*/ 117552 w 144222"/>
                                <a:gd name="connsiteY12" fmla="*/ 15716 h 115170"/>
                                <a:gd name="connsiteX13" fmla="*/ 138507 w 144222"/>
                                <a:gd name="connsiteY13" fmla="*/ 40481 h 115170"/>
                                <a:gd name="connsiteX14" fmla="*/ 139460 w 144222"/>
                                <a:gd name="connsiteY14" fmla="*/ 41434 h 115170"/>
                                <a:gd name="connsiteX15" fmla="*/ 139460 w 144222"/>
                                <a:gd name="connsiteY15" fmla="*/ 41434 h 115170"/>
                                <a:gd name="connsiteX16" fmla="*/ 142317 w 144222"/>
                                <a:gd name="connsiteY16" fmla="*/ 49054 h 115170"/>
                                <a:gd name="connsiteX17" fmla="*/ 144222 w 144222"/>
                                <a:gd name="connsiteY17" fmla="*/ 68104 h 115170"/>
                                <a:gd name="connsiteX18" fmla="*/ 143269 w 144222"/>
                                <a:gd name="connsiteY18" fmla="*/ 74771 h 115170"/>
                                <a:gd name="connsiteX19" fmla="*/ 141365 w 144222"/>
                                <a:gd name="connsiteY19" fmla="*/ 80486 h 115170"/>
                                <a:gd name="connsiteX20" fmla="*/ 140412 w 144222"/>
                                <a:gd name="connsiteY20" fmla="*/ 82391 h 115170"/>
                                <a:gd name="connsiteX21" fmla="*/ 140412 w 144222"/>
                                <a:gd name="connsiteY21" fmla="*/ 83344 h 115170"/>
                                <a:gd name="connsiteX22" fmla="*/ 131840 w 144222"/>
                                <a:gd name="connsiteY22" fmla="*/ 95726 h 115170"/>
                                <a:gd name="connsiteX23" fmla="*/ 127077 w 144222"/>
                                <a:gd name="connsiteY23" fmla="*/ 99536 h 115170"/>
                                <a:gd name="connsiteX24" fmla="*/ 121362 w 144222"/>
                                <a:gd name="connsiteY24" fmla="*/ 101441 h 115170"/>
                                <a:gd name="connsiteX25" fmla="*/ 103265 w 144222"/>
                                <a:gd name="connsiteY25" fmla="*/ 103346 h 115170"/>
                                <a:gd name="connsiteX26" fmla="*/ 102312 w 144222"/>
                                <a:gd name="connsiteY26" fmla="*/ 103346 h 115170"/>
                                <a:gd name="connsiteX27" fmla="*/ 98502 w 144222"/>
                                <a:gd name="connsiteY27" fmla="*/ 102394 h 115170"/>
                                <a:gd name="connsiteX28" fmla="*/ 93740 w 144222"/>
                                <a:gd name="connsiteY28" fmla="*/ 106204 h 115170"/>
                                <a:gd name="connsiteX29" fmla="*/ 82310 w 144222"/>
                                <a:gd name="connsiteY29" fmla="*/ 112871 h 115170"/>
                                <a:gd name="connsiteX30" fmla="*/ 80405 w 144222"/>
                                <a:gd name="connsiteY30" fmla="*/ 113824 h 115170"/>
                                <a:gd name="connsiteX31" fmla="*/ 79452 w 144222"/>
                                <a:gd name="connsiteY31" fmla="*/ 113824 h 115170"/>
                                <a:gd name="connsiteX32" fmla="*/ 67069 w 144222"/>
                                <a:gd name="connsiteY32" fmla="*/ 114776 h 115170"/>
                                <a:gd name="connsiteX33" fmla="*/ 54687 w 144222"/>
                                <a:gd name="connsiteY33" fmla="*/ 110966 h 115170"/>
                                <a:gd name="connsiteX34" fmla="*/ 52782 w 144222"/>
                                <a:gd name="connsiteY34" fmla="*/ 110014 h 115170"/>
                                <a:gd name="connsiteX35" fmla="*/ 50877 w 144222"/>
                                <a:gd name="connsiteY35" fmla="*/ 109061 h 115170"/>
                                <a:gd name="connsiteX36" fmla="*/ 45162 w 144222"/>
                                <a:gd name="connsiteY36" fmla="*/ 107156 h 115170"/>
                                <a:gd name="connsiteX37" fmla="*/ 44210 w 144222"/>
                                <a:gd name="connsiteY37" fmla="*/ 107156 h 115170"/>
                                <a:gd name="connsiteX38" fmla="*/ 43257 w 144222"/>
                                <a:gd name="connsiteY38" fmla="*/ 107156 h 115170"/>
                                <a:gd name="connsiteX39" fmla="*/ 42305 w 144222"/>
                                <a:gd name="connsiteY39" fmla="*/ 107156 h 115170"/>
                                <a:gd name="connsiteX40" fmla="*/ 37542 w 144222"/>
                                <a:gd name="connsiteY40" fmla="*/ 107156 h 115170"/>
                                <a:gd name="connsiteX41" fmla="*/ 27065 w 144222"/>
                                <a:gd name="connsiteY41" fmla="*/ 108109 h 115170"/>
                                <a:gd name="connsiteX42" fmla="*/ 23255 w 144222"/>
                                <a:gd name="connsiteY42" fmla="*/ 109061 h 115170"/>
                                <a:gd name="connsiteX43" fmla="*/ 21349 w 144222"/>
                                <a:gd name="connsiteY43" fmla="*/ 110014 h 115170"/>
                                <a:gd name="connsiteX44" fmla="*/ 20397 w 144222"/>
                                <a:gd name="connsiteY44" fmla="*/ 110014 h 115170"/>
                                <a:gd name="connsiteX45" fmla="*/ 20397 w 144222"/>
                                <a:gd name="connsiteY45" fmla="*/ 110014 h 115170"/>
                                <a:gd name="connsiteX46" fmla="*/ 20397 w 144222"/>
                                <a:gd name="connsiteY46" fmla="*/ 110014 h 115170"/>
                                <a:gd name="connsiteX47" fmla="*/ 18492 w 144222"/>
                                <a:gd name="connsiteY47" fmla="*/ 110014 h 115170"/>
                                <a:gd name="connsiteX48" fmla="*/ 17540 w 144222"/>
                                <a:gd name="connsiteY48" fmla="*/ 110014 h 115170"/>
                                <a:gd name="connsiteX49" fmla="*/ 17540 w 144222"/>
                                <a:gd name="connsiteY49" fmla="*/ 110014 h 115170"/>
                                <a:gd name="connsiteX50" fmla="*/ 15635 w 144222"/>
                                <a:gd name="connsiteY50" fmla="*/ 109061 h 115170"/>
                                <a:gd name="connsiteX51" fmla="*/ 13730 w 144222"/>
                                <a:gd name="connsiteY51" fmla="*/ 108109 h 115170"/>
                                <a:gd name="connsiteX52" fmla="*/ 8967 w 144222"/>
                                <a:gd name="connsiteY52" fmla="*/ 103346 h 115170"/>
                                <a:gd name="connsiteX53" fmla="*/ 2299 w 144222"/>
                                <a:gd name="connsiteY53" fmla="*/ 87154 h 115170"/>
                                <a:gd name="connsiteX54" fmla="*/ 395 w 144222"/>
                                <a:gd name="connsiteY54" fmla="*/ 69056 h 115170"/>
                                <a:gd name="connsiteX55" fmla="*/ 395 w 144222"/>
                                <a:gd name="connsiteY55" fmla="*/ 52864 h 115170"/>
                                <a:gd name="connsiteX56" fmla="*/ 1347 w 144222"/>
                                <a:gd name="connsiteY56" fmla="*/ 40481 h 115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44222" h="115170">
                                  <a:moveTo>
                                    <a:pt x="1347" y="40481"/>
                                  </a:moveTo>
                                  <a:cubicBezTo>
                                    <a:pt x="2299" y="38576"/>
                                    <a:pt x="2299" y="36671"/>
                                    <a:pt x="3252" y="33814"/>
                                  </a:cubicBezTo>
                                  <a:cubicBezTo>
                                    <a:pt x="4205" y="31909"/>
                                    <a:pt x="4205" y="30004"/>
                                    <a:pt x="5157" y="28099"/>
                                  </a:cubicBezTo>
                                  <a:cubicBezTo>
                                    <a:pt x="5157" y="27146"/>
                                    <a:pt x="6110" y="26194"/>
                                    <a:pt x="6110" y="25241"/>
                                  </a:cubicBezTo>
                                  <a:cubicBezTo>
                                    <a:pt x="6110" y="25241"/>
                                    <a:pt x="8014" y="21431"/>
                                    <a:pt x="8967" y="20479"/>
                                  </a:cubicBezTo>
                                  <a:cubicBezTo>
                                    <a:pt x="8967" y="20479"/>
                                    <a:pt x="8967" y="20479"/>
                                    <a:pt x="8967" y="20479"/>
                                  </a:cubicBezTo>
                                  <a:cubicBezTo>
                                    <a:pt x="8967" y="20479"/>
                                    <a:pt x="8967" y="20479"/>
                                    <a:pt x="8967" y="20479"/>
                                  </a:cubicBezTo>
                                  <a:cubicBezTo>
                                    <a:pt x="8967" y="20479"/>
                                    <a:pt x="8967" y="20479"/>
                                    <a:pt x="9920" y="20479"/>
                                  </a:cubicBezTo>
                                  <a:cubicBezTo>
                                    <a:pt x="9920" y="20479"/>
                                    <a:pt x="10872" y="19526"/>
                                    <a:pt x="11824" y="18574"/>
                                  </a:cubicBezTo>
                                  <a:cubicBezTo>
                                    <a:pt x="13730" y="17621"/>
                                    <a:pt x="16587" y="15716"/>
                                    <a:pt x="20397" y="13811"/>
                                  </a:cubicBezTo>
                                  <a:cubicBezTo>
                                    <a:pt x="28017" y="10001"/>
                                    <a:pt x="38494" y="5239"/>
                                    <a:pt x="50877" y="2381"/>
                                  </a:cubicBezTo>
                                  <a:cubicBezTo>
                                    <a:pt x="63260" y="-476"/>
                                    <a:pt x="78499" y="-1429"/>
                                    <a:pt x="93740" y="3334"/>
                                  </a:cubicBezTo>
                                  <a:cubicBezTo>
                                    <a:pt x="101360" y="6191"/>
                                    <a:pt x="108980" y="9049"/>
                                    <a:pt x="117552" y="15716"/>
                                  </a:cubicBezTo>
                                  <a:cubicBezTo>
                                    <a:pt x="125172" y="21431"/>
                                    <a:pt x="132792" y="30004"/>
                                    <a:pt x="138507" y="40481"/>
                                  </a:cubicBezTo>
                                  <a:cubicBezTo>
                                    <a:pt x="138507" y="40481"/>
                                    <a:pt x="139460" y="41434"/>
                                    <a:pt x="139460" y="41434"/>
                                  </a:cubicBezTo>
                                  <a:cubicBezTo>
                                    <a:pt x="139460" y="41434"/>
                                    <a:pt x="139460" y="41434"/>
                                    <a:pt x="139460" y="41434"/>
                                  </a:cubicBezTo>
                                  <a:cubicBezTo>
                                    <a:pt x="140412" y="44291"/>
                                    <a:pt x="141365" y="46196"/>
                                    <a:pt x="142317" y="49054"/>
                                  </a:cubicBezTo>
                                  <a:cubicBezTo>
                                    <a:pt x="144222" y="55721"/>
                                    <a:pt x="144222" y="62389"/>
                                    <a:pt x="144222" y="68104"/>
                                  </a:cubicBezTo>
                                  <a:cubicBezTo>
                                    <a:pt x="144222" y="70961"/>
                                    <a:pt x="144222" y="72866"/>
                                    <a:pt x="143269" y="74771"/>
                                  </a:cubicBezTo>
                                  <a:cubicBezTo>
                                    <a:pt x="143269" y="76676"/>
                                    <a:pt x="142317" y="78581"/>
                                    <a:pt x="141365" y="80486"/>
                                  </a:cubicBezTo>
                                  <a:cubicBezTo>
                                    <a:pt x="141365" y="81439"/>
                                    <a:pt x="140412" y="82391"/>
                                    <a:pt x="140412" y="82391"/>
                                  </a:cubicBezTo>
                                  <a:cubicBezTo>
                                    <a:pt x="140412" y="82391"/>
                                    <a:pt x="140412" y="82391"/>
                                    <a:pt x="140412" y="83344"/>
                                  </a:cubicBezTo>
                                  <a:cubicBezTo>
                                    <a:pt x="138507" y="88106"/>
                                    <a:pt x="134697" y="92869"/>
                                    <a:pt x="131840" y="95726"/>
                                  </a:cubicBezTo>
                                  <a:cubicBezTo>
                                    <a:pt x="129935" y="97631"/>
                                    <a:pt x="128030" y="98584"/>
                                    <a:pt x="127077" y="99536"/>
                                  </a:cubicBezTo>
                                  <a:cubicBezTo>
                                    <a:pt x="125172" y="100489"/>
                                    <a:pt x="123267" y="101441"/>
                                    <a:pt x="121362" y="101441"/>
                                  </a:cubicBezTo>
                                  <a:cubicBezTo>
                                    <a:pt x="114694" y="103346"/>
                                    <a:pt x="107074" y="103346"/>
                                    <a:pt x="103265" y="103346"/>
                                  </a:cubicBezTo>
                                  <a:cubicBezTo>
                                    <a:pt x="103265" y="103346"/>
                                    <a:pt x="102312" y="103346"/>
                                    <a:pt x="102312" y="103346"/>
                                  </a:cubicBezTo>
                                  <a:cubicBezTo>
                                    <a:pt x="99455" y="103346"/>
                                    <a:pt x="98502" y="102394"/>
                                    <a:pt x="98502" y="102394"/>
                                  </a:cubicBezTo>
                                  <a:cubicBezTo>
                                    <a:pt x="96597" y="103346"/>
                                    <a:pt x="95644" y="105251"/>
                                    <a:pt x="93740" y="106204"/>
                                  </a:cubicBezTo>
                                  <a:cubicBezTo>
                                    <a:pt x="89930" y="109061"/>
                                    <a:pt x="86119" y="111919"/>
                                    <a:pt x="82310" y="112871"/>
                                  </a:cubicBezTo>
                                  <a:cubicBezTo>
                                    <a:pt x="81357" y="112871"/>
                                    <a:pt x="81357" y="113824"/>
                                    <a:pt x="80405" y="113824"/>
                                  </a:cubicBezTo>
                                  <a:cubicBezTo>
                                    <a:pt x="80405" y="113824"/>
                                    <a:pt x="80405" y="113824"/>
                                    <a:pt x="79452" y="113824"/>
                                  </a:cubicBezTo>
                                  <a:cubicBezTo>
                                    <a:pt x="75642" y="114776"/>
                                    <a:pt x="70880" y="115729"/>
                                    <a:pt x="67069" y="114776"/>
                                  </a:cubicBezTo>
                                  <a:cubicBezTo>
                                    <a:pt x="63260" y="114776"/>
                                    <a:pt x="58497" y="112871"/>
                                    <a:pt x="54687" y="110966"/>
                                  </a:cubicBezTo>
                                  <a:cubicBezTo>
                                    <a:pt x="53735" y="110966"/>
                                    <a:pt x="53735" y="110966"/>
                                    <a:pt x="52782" y="110014"/>
                                  </a:cubicBezTo>
                                  <a:cubicBezTo>
                                    <a:pt x="51830" y="110014"/>
                                    <a:pt x="51830" y="110014"/>
                                    <a:pt x="50877" y="109061"/>
                                  </a:cubicBezTo>
                                  <a:cubicBezTo>
                                    <a:pt x="48972" y="108109"/>
                                    <a:pt x="47067" y="108109"/>
                                    <a:pt x="45162" y="107156"/>
                                  </a:cubicBezTo>
                                  <a:cubicBezTo>
                                    <a:pt x="45162" y="107156"/>
                                    <a:pt x="44210" y="107156"/>
                                    <a:pt x="44210" y="107156"/>
                                  </a:cubicBezTo>
                                  <a:cubicBezTo>
                                    <a:pt x="44210" y="107156"/>
                                    <a:pt x="43257" y="107156"/>
                                    <a:pt x="43257" y="107156"/>
                                  </a:cubicBezTo>
                                  <a:lnTo>
                                    <a:pt x="42305" y="107156"/>
                                  </a:lnTo>
                                  <a:cubicBezTo>
                                    <a:pt x="41352" y="107156"/>
                                    <a:pt x="39447" y="107156"/>
                                    <a:pt x="37542" y="107156"/>
                                  </a:cubicBezTo>
                                  <a:cubicBezTo>
                                    <a:pt x="34685" y="107156"/>
                                    <a:pt x="31827" y="107156"/>
                                    <a:pt x="27065" y="108109"/>
                                  </a:cubicBezTo>
                                  <a:cubicBezTo>
                                    <a:pt x="26112" y="108109"/>
                                    <a:pt x="24207" y="108109"/>
                                    <a:pt x="23255" y="109061"/>
                                  </a:cubicBezTo>
                                  <a:cubicBezTo>
                                    <a:pt x="22302" y="109061"/>
                                    <a:pt x="22302" y="109061"/>
                                    <a:pt x="21349" y="110014"/>
                                  </a:cubicBezTo>
                                  <a:lnTo>
                                    <a:pt x="20397" y="110014"/>
                                  </a:lnTo>
                                  <a:lnTo>
                                    <a:pt x="20397" y="110014"/>
                                  </a:lnTo>
                                  <a:cubicBezTo>
                                    <a:pt x="20397" y="110014"/>
                                    <a:pt x="20397" y="110014"/>
                                    <a:pt x="20397" y="110014"/>
                                  </a:cubicBezTo>
                                  <a:cubicBezTo>
                                    <a:pt x="19444" y="110014"/>
                                    <a:pt x="18492" y="110014"/>
                                    <a:pt x="18492" y="110014"/>
                                  </a:cubicBezTo>
                                  <a:cubicBezTo>
                                    <a:pt x="18492" y="110014"/>
                                    <a:pt x="17540" y="110014"/>
                                    <a:pt x="17540" y="110014"/>
                                  </a:cubicBezTo>
                                  <a:lnTo>
                                    <a:pt x="17540" y="110014"/>
                                  </a:lnTo>
                                  <a:cubicBezTo>
                                    <a:pt x="16587" y="110014"/>
                                    <a:pt x="15635" y="110014"/>
                                    <a:pt x="15635" y="109061"/>
                                  </a:cubicBezTo>
                                  <a:cubicBezTo>
                                    <a:pt x="14682" y="109061"/>
                                    <a:pt x="13730" y="108109"/>
                                    <a:pt x="13730" y="108109"/>
                                  </a:cubicBezTo>
                                  <a:cubicBezTo>
                                    <a:pt x="11824" y="107156"/>
                                    <a:pt x="10872" y="105251"/>
                                    <a:pt x="8967" y="103346"/>
                                  </a:cubicBezTo>
                                  <a:cubicBezTo>
                                    <a:pt x="6110" y="99536"/>
                                    <a:pt x="3252" y="94774"/>
                                    <a:pt x="2299" y="87154"/>
                                  </a:cubicBezTo>
                                  <a:cubicBezTo>
                                    <a:pt x="1347" y="81439"/>
                                    <a:pt x="1347" y="74771"/>
                                    <a:pt x="395" y="69056"/>
                                  </a:cubicBezTo>
                                  <a:cubicBezTo>
                                    <a:pt x="395" y="63341"/>
                                    <a:pt x="395" y="57626"/>
                                    <a:pt x="395" y="52864"/>
                                  </a:cubicBezTo>
                                  <a:cubicBezTo>
                                    <a:pt x="-558" y="50006"/>
                                    <a:pt x="395" y="45244"/>
                                    <a:pt x="1347" y="40481"/>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ADBFE7CB-F019-4464-B24B-D2A0557D7543}"/>
                                </a:ext>
                              </a:extLst>
                            </p:cNvPr>
                            <p:cNvSpPr/>
                            <p:nvPr/>
                          </p:nvSpPr>
                          <p:spPr>
                            <a:xfrm>
                              <a:off x="3540624" y="2583290"/>
                              <a:ext cx="136207" cy="92154"/>
                            </a:xfrm>
                            <a:custGeom>
                              <a:avLst/>
                              <a:gdLst>
                                <a:gd name="connsiteX0" fmla="*/ 2857 w 136207"/>
                                <a:gd name="connsiteY0" fmla="*/ 3572 h 92154"/>
                                <a:gd name="connsiteX1" fmla="*/ 2857 w 136207"/>
                                <a:gd name="connsiteY1" fmla="*/ 3572 h 92154"/>
                                <a:gd name="connsiteX2" fmla="*/ 3810 w 136207"/>
                                <a:gd name="connsiteY2" fmla="*/ 9287 h 92154"/>
                                <a:gd name="connsiteX3" fmla="*/ 3810 w 136207"/>
                                <a:gd name="connsiteY3" fmla="*/ 21669 h 92154"/>
                                <a:gd name="connsiteX4" fmla="*/ 2857 w 136207"/>
                                <a:gd name="connsiteY4" fmla="*/ 38814 h 92154"/>
                                <a:gd name="connsiteX5" fmla="*/ 2857 w 136207"/>
                                <a:gd name="connsiteY5" fmla="*/ 43577 h 92154"/>
                                <a:gd name="connsiteX6" fmla="*/ 2857 w 136207"/>
                                <a:gd name="connsiteY6" fmla="*/ 45482 h 92154"/>
                                <a:gd name="connsiteX7" fmla="*/ 2857 w 136207"/>
                                <a:gd name="connsiteY7" fmla="*/ 46434 h 92154"/>
                                <a:gd name="connsiteX8" fmla="*/ 2857 w 136207"/>
                                <a:gd name="connsiteY8" fmla="*/ 47387 h 92154"/>
                                <a:gd name="connsiteX9" fmla="*/ 2857 w 136207"/>
                                <a:gd name="connsiteY9" fmla="*/ 48339 h 92154"/>
                                <a:gd name="connsiteX10" fmla="*/ 2857 w 136207"/>
                                <a:gd name="connsiteY10" fmla="*/ 57864 h 92154"/>
                                <a:gd name="connsiteX11" fmla="*/ 2857 w 136207"/>
                                <a:gd name="connsiteY11" fmla="*/ 62627 h 92154"/>
                                <a:gd name="connsiteX12" fmla="*/ 3810 w 136207"/>
                                <a:gd name="connsiteY12" fmla="*/ 66437 h 92154"/>
                                <a:gd name="connsiteX13" fmla="*/ 3810 w 136207"/>
                                <a:gd name="connsiteY13" fmla="*/ 68342 h 92154"/>
                                <a:gd name="connsiteX14" fmla="*/ 4763 w 136207"/>
                                <a:gd name="connsiteY14" fmla="*/ 70247 h 92154"/>
                                <a:gd name="connsiteX15" fmla="*/ 5715 w 136207"/>
                                <a:gd name="connsiteY15" fmla="*/ 74057 h 92154"/>
                                <a:gd name="connsiteX16" fmla="*/ 7620 w 136207"/>
                                <a:gd name="connsiteY16" fmla="*/ 79772 h 92154"/>
                                <a:gd name="connsiteX17" fmla="*/ 8572 w 136207"/>
                                <a:gd name="connsiteY17" fmla="*/ 83582 h 92154"/>
                                <a:gd name="connsiteX18" fmla="*/ 9525 w 136207"/>
                                <a:gd name="connsiteY18" fmla="*/ 86439 h 92154"/>
                                <a:gd name="connsiteX19" fmla="*/ 10477 w 136207"/>
                                <a:gd name="connsiteY19" fmla="*/ 87392 h 92154"/>
                                <a:gd name="connsiteX20" fmla="*/ 10477 w 136207"/>
                                <a:gd name="connsiteY20" fmla="*/ 87392 h 92154"/>
                                <a:gd name="connsiteX21" fmla="*/ 10477 w 136207"/>
                                <a:gd name="connsiteY21" fmla="*/ 87392 h 92154"/>
                                <a:gd name="connsiteX22" fmla="*/ 10477 w 136207"/>
                                <a:gd name="connsiteY22" fmla="*/ 87392 h 92154"/>
                                <a:gd name="connsiteX23" fmla="*/ 9525 w 136207"/>
                                <a:gd name="connsiteY23" fmla="*/ 86439 h 92154"/>
                                <a:gd name="connsiteX24" fmla="*/ 8572 w 136207"/>
                                <a:gd name="connsiteY24" fmla="*/ 83582 h 92154"/>
                                <a:gd name="connsiteX25" fmla="*/ 7620 w 136207"/>
                                <a:gd name="connsiteY25" fmla="*/ 79772 h 92154"/>
                                <a:gd name="connsiteX26" fmla="*/ 6667 w 136207"/>
                                <a:gd name="connsiteY26" fmla="*/ 74057 h 92154"/>
                                <a:gd name="connsiteX27" fmla="*/ 5715 w 136207"/>
                                <a:gd name="connsiteY27" fmla="*/ 70247 h 92154"/>
                                <a:gd name="connsiteX28" fmla="*/ 5715 w 136207"/>
                                <a:gd name="connsiteY28" fmla="*/ 68342 h 92154"/>
                                <a:gd name="connsiteX29" fmla="*/ 5715 w 136207"/>
                                <a:gd name="connsiteY29" fmla="*/ 66437 h 92154"/>
                                <a:gd name="connsiteX30" fmla="*/ 4763 w 136207"/>
                                <a:gd name="connsiteY30" fmla="*/ 62627 h 92154"/>
                                <a:gd name="connsiteX31" fmla="*/ 4763 w 136207"/>
                                <a:gd name="connsiteY31" fmla="*/ 58817 h 92154"/>
                                <a:gd name="connsiteX32" fmla="*/ 4763 w 136207"/>
                                <a:gd name="connsiteY32" fmla="*/ 49292 h 92154"/>
                                <a:gd name="connsiteX33" fmla="*/ 4763 w 136207"/>
                                <a:gd name="connsiteY33" fmla="*/ 48339 h 92154"/>
                                <a:gd name="connsiteX34" fmla="*/ 4763 w 136207"/>
                                <a:gd name="connsiteY34" fmla="*/ 47387 h 92154"/>
                                <a:gd name="connsiteX35" fmla="*/ 4763 w 136207"/>
                                <a:gd name="connsiteY35" fmla="*/ 46434 h 92154"/>
                                <a:gd name="connsiteX36" fmla="*/ 4763 w 136207"/>
                                <a:gd name="connsiteY36" fmla="*/ 44529 h 92154"/>
                                <a:gd name="connsiteX37" fmla="*/ 4763 w 136207"/>
                                <a:gd name="connsiteY37" fmla="*/ 39767 h 92154"/>
                                <a:gd name="connsiteX38" fmla="*/ 6667 w 136207"/>
                                <a:gd name="connsiteY38" fmla="*/ 22622 h 92154"/>
                                <a:gd name="connsiteX39" fmla="*/ 7620 w 136207"/>
                                <a:gd name="connsiteY39" fmla="*/ 7382 h 92154"/>
                                <a:gd name="connsiteX40" fmla="*/ 9525 w 136207"/>
                                <a:gd name="connsiteY40" fmla="*/ 9287 h 92154"/>
                                <a:gd name="connsiteX41" fmla="*/ 12382 w 136207"/>
                                <a:gd name="connsiteY41" fmla="*/ 12144 h 92154"/>
                                <a:gd name="connsiteX42" fmla="*/ 16193 w 136207"/>
                                <a:gd name="connsiteY42" fmla="*/ 15002 h 92154"/>
                                <a:gd name="connsiteX43" fmla="*/ 24765 w 136207"/>
                                <a:gd name="connsiteY43" fmla="*/ 20717 h 92154"/>
                                <a:gd name="connsiteX44" fmla="*/ 26670 w 136207"/>
                                <a:gd name="connsiteY44" fmla="*/ 21669 h 92154"/>
                                <a:gd name="connsiteX45" fmla="*/ 26670 w 136207"/>
                                <a:gd name="connsiteY45" fmla="*/ 21669 h 92154"/>
                                <a:gd name="connsiteX46" fmla="*/ 29527 w 136207"/>
                                <a:gd name="connsiteY46" fmla="*/ 26432 h 92154"/>
                                <a:gd name="connsiteX47" fmla="*/ 31432 w 136207"/>
                                <a:gd name="connsiteY47" fmla="*/ 33099 h 92154"/>
                                <a:gd name="connsiteX48" fmla="*/ 34290 w 136207"/>
                                <a:gd name="connsiteY48" fmla="*/ 50244 h 92154"/>
                                <a:gd name="connsiteX49" fmla="*/ 35243 w 136207"/>
                                <a:gd name="connsiteY49" fmla="*/ 59769 h 92154"/>
                                <a:gd name="connsiteX50" fmla="*/ 36195 w 136207"/>
                                <a:gd name="connsiteY50" fmla="*/ 64532 h 92154"/>
                                <a:gd name="connsiteX51" fmla="*/ 37147 w 136207"/>
                                <a:gd name="connsiteY51" fmla="*/ 68342 h 92154"/>
                                <a:gd name="connsiteX52" fmla="*/ 39052 w 136207"/>
                                <a:gd name="connsiteY52" fmla="*/ 75962 h 92154"/>
                                <a:gd name="connsiteX53" fmla="*/ 40005 w 136207"/>
                                <a:gd name="connsiteY53" fmla="*/ 78819 h 92154"/>
                                <a:gd name="connsiteX54" fmla="*/ 40957 w 136207"/>
                                <a:gd name="connsiteY54" fmla="*/ 81677 h 92154"/>
                                <a:gd name="connsiteX55" fmla="*/ 44768 w 136207"/>
                                <a:gd name="connsiteY55" fmla="*/ 87392 h 92154"/>
                                <a:gd name="connsiteX56" fmla="*/ 45720 w 136207"/>
                                <a:gd name="connsiteY56" fmla="*/ 87392 h 92154"/>
                                <a:gd name="connsiteX57" fmla="*/ 45720 w 136207"/>
                                <a:gd name="connsiteY57" fmla="*/ 87392 h 92154"/>
                                <a:gd name="connsiteX58" fmla="*/ 46672 w 136207"/>
                                <a:gd name="connsiteY58" fmla="*/ 87392 h 92154"/>
                                <a:gd name="connsiteX59" fmla="*/ 46672 w 136207"/>
                                <a:gd name="connsiteY59" fmla="*/ 87392 h 92154"/>
                                <a:gd name="connsiteX60" fmla="*/ 47625 w 136207"/>
                                <a:gd name="connsiteY60" fmla="*/ 87392 h 92154"/>
                                <a:gd name="connsiteX61" fmla="*/ 49530 w 136207"/>
                                <a:gd name="connsiteY61" fmla="*/ 88344 h 92154"/>
                                <a:gd name="connsiteX62" fmla="*/ 47625 w 136207"/>
                                <a:gd name="connsiteY62" fmla="*/ 87392 h 92154"/>
                                <a:gd name="connsiteX63" fmla="*/ 46672 w 136207"/>
                                <a:gd name="connsiteY63" fmla="*/ 87392 h 92154"/>
                                <a:gd name="connsiteX64" fmla="*/ 46672 w 136207"/>
                                <a:gd name="connsiteY64" fmla="*/ 87392 h 92154"/>
                                <a:gd name="connsiteX65" fmla="*/ 45720 w 136207"/>
                                <a:gd name="connsiteY65" fmla="*/ 87392 h 92154"/>
                                <a:gd name="connsiteX66" fmla="*/ 45720 w 136207"/>
                                <a:gd name="connsiteY66" fmla="*/ 87392 h 92154"/>
                                <a:gd name="connsiteX67" fmla="*/ 44768 w 136207"/>
                                <a:gd name="connsiteY67" fmla="*/ 87392 h 92154"/>
                                <a:gd name="connsiteX68" fmla="*/ 41910 w 136207"/>
                                <a:gd name="connsiteY68" fmla="*/ 81677 h 92154"/>
                                <a:gd name="connsiteX69" fmla="*/ 40957 w 136207"/>
                                <a:gd name="connsiteY69" fmla="*/ 78819 h 92154"/>
                                <a:gd name="connsiteX70" fmla="*/ 40005 w 136207"/>
                                <a:gd name="connsiteY70" fmla="*/ 75962 h 92154"/>
                                <a:gd name="connsiteX71" fmla="*/ 38100 w 136207"/>
                                <a:gd name="connsiteY71" fmla="*/ 68342 h 92154"/>
                                <a:gd name="connsiteX72" fmla="*/ 37147 w 136207"/>
                                <a:gd name="connsiteY72" fmla="*/ 64532 h 92154"/>
                                <a:gd name="connsiteX73" fmla="*/ 36195 w 136207"/>
                                <a:gd name="connsiteY73" fmla="*/ 59769 h 92154"/>
                                <a:gd name="connsiteX74" fmla="*/ 35243 w 136207"/>
                                <a:gd name="connsiteY74" fmla="*/ 50244 h 92154"/>
                                <a:gd name="connsiteX75" fmla="*/ 33338 w 136207"/>
                                <a:gd name="connsiteY75" fmla="*/ 33099 h 92154"/>
                                <a:gd name="connsiteX76" fmla="*/ 31432 w 136207"/>
                                <a:gd name="connsiteY76" fmla="*/ 26432 h 92154"/>
                                <a:gd name="connsiteX77" fmla="*/ 31432 w 136207"/>
                                <a:gd name="connsiteY77" fmla="*/ 25479 h 92154"/>
                                <a:gd name="connsiteX78" fmla="*/ 34290 w 136207"/>
                                <a:gd name="connsiteY78" fmla="*/ 27384 h 92154"/>
                                <a:gd name="connsiteX79" fmla="*/ 43815 w 136207"/>
                                <a:gd name="connsiteY79" fmla="*/ 34052 h 92154"/>
                                <a:gd name="connsiteX80" fmla="*/ 52388 w 136207"/>
                                <a:gd name="connsiteY80" fmla="*/ 39767 h 92154"/>
                                <a:gd name="connsiteX81" fmla="*/ 53340 w 136207"/>
                                <a:gd name="connsiteY81" fmla="*/ 40719 h 92154"/>
                                <a:gd name="connsiteX82" fmla="*/ 55245 w 136207"/>
                                <a:gd name="connsiteY82" fmla="*/ 42624 h 92154"/>
                                <a:gd name="connsiteX83" fmla="*/ 58102 w 136207"/>
                                <a:gd name="connsiteY83" fmla="*/ 50244 h 92154"/>
                                <a:gd name="connsiteX84" fmla="*/ 60007 w 136207"/>
                                <a:gd name="connsiteY84" fmla="*/ 55959 h 92154"/>
                                <a:gd name="connsiteX85" fmla="*/ 61913 w 136207"/>
                                <a:gd name="connsiteY85" fmla="*/ 61674 h 92154"/>
                                <a:gd name="connsiteX86" fmla="*/ 62865 w 136207"/>
                                <a:gd name="connsiteY86" fmla="*/ 64532 h 92154"/>
                                <a:gd name="connsiteX87" fmla="*/ 63818 w 136207"/>
                                <a:gd name="connsiteY87" fmla="*/ 67389 h 92154"/>
                                <a:gd name="connsiteX88" fmla="*/ 64770 w 136207"/>
                                <a:gd name="connsiteY88" fmla="*/ 70247 h 92154"/>
                                <a:gd name="connsiteX89" fmla="*/ 65722 w 136207"/>
                                <a:gd name="connsiteY89" fmla="*/ 73104 h 92154"/>
                                <a:gd name="connsiteX90" fmla="*/ 68580 w 136207"/>
                                <a:gd name="connsiteY90" fmla="*/ 78819 h 92154"/>
                                <a:gd name="connsiteX91" fmla="*/ 71438 w 136207"/>
                                <a:gd name="connsiteY91" fmla="*/ 84534 h 92154"/>
                                <a:gd name="connsiteX92" fmla="*/ 72390 w 136207"/>
                                <a:gd name="connsiteY92" fmla="*/ 87392 h 92154"/>
                                <a:gd name="connsiteX93" fmla="*/ 73343 w 136207"/>
                                <a:gd name="connsiteY93" fmla="*/ 90249 h 92154"/>
                                <a:gd name="connsiteX94" fmla="*/ 74295 w 136207"/>
                                <a:gd name="connsiteY94" fmla="*/ 91202 h 92154"/>
                                <a:gd name="connsiteX95" fmla="*/ 75247 w 136207"/>
                                <a:gd name="connsiteY95" fmla="*/ 92154 h 92154"/>
                                <a:gd name="connsiteX96" fmla="*/ 76200 w 136207"/>
                                <a:gd name="connsiteY96" fmla="*/ 92154 h 92154"/>
                                <a:gd name="connsiteX97" fmla="*/ 75247 w 136207"/>
                                <a:gd name="connsiteY97" fmla="*/ 89297 h 92154"/>
                                <a:gd name="connsiteX98" fmla="*/ 74295 w 136207"/>
                                <a:gd name="connsiteY98" fmla="*/ 86439 h 92154"/>
                                <a:gd name="connsiteX99" fmla="*/ 73343 w 136207"/>
                                <a:gd name="connsiteY99" fmla="*/ 83582 h 92154"/>
                                <a:gd name="connsiteX100" fmla="*/ 70485 w 136207"/>
                                <a:gd name="connsiteY100" fmla="*/ 77867 h 92154"/>
                                <a:gd name="connsiteX101" fmla="*/ 67627 w 136207"/>
                                <a:gd name="connsiteY101" fmla="*/ 72152 h 92154"/>
                                <a:gd name="connsiteX102" fmla="*/ 66675 w 136207"/>
                                <a:gd name="connsiteY102" fmla="*/ 70247 h 92154"/>
                                <a:gd name="connsiteX103" fmla="*/ 65722 w 136207"/>
                                <a:gd name="connsiteY103" fmla="*/ 69294 h 92154"/>
                                <a:gd name="connsiteX104" fmla="*/ 64770 w 136207"/>
                                <a:gd name="connsiteY104" fmla="*/ 66437 h 92154"/>
                                <a:gd name="connsiteX105" fmla="*/ 63818 w 136207"/>
                                <a:gd name="connsiteY105" fmla="*/ 63579 h 92154"/>
                                <a:gd name="connsiteX106" fmla="*/ 62865 w 136207"/>
                                <a:gd name="connsiteY106" fmla="*/ 60722 h 92154"/>
                                <a:gd name="connsiteX107" fmla="*/ 60960 w 136207"/>
                                <a:gd name="connsiteY107" fmla="*/ 55007 h 92154"/>
                                <a:gd name="connsiteX108" fmla="*/ 60007 w 136207"/>
                                <a:gd name="connsiteY108" fmla="*/ 49292 h 92154"/>
                                <a:gd name="connsiteX109" fmla="*/ 58102 w 136207"/>
                                <a:gd name="connsiteY109" fmla="*/ 44529 h 92154"/>
                                <a:gd name="connsiteX110" fmla="*/ 63818 w 136207"/>
                                <a:gd name="connsiteY110" fmla="*/ 48339 h 92154"/>
                                <a:gd name="connsiteX111" fmla="*/ 74295 w 136207"/>
                                <a:gd name="connsiteY111" fmla="*/ 55959 h 92154"/>
                                <a:gd name="connsiteX112" fmla="*/ 79057 w 136207"/>
                                <a:gd name="connsiteY112" fmla="*/ 59769 h 92154"/>
                                <a:gd name="connsiteX113" fmla="*/ 83820 w 136207"/>
                                <a:gd name="connsiteY113" fmla="*/ 63579 h 92154"/>
                                <a:gd name="connsiteX114" fmla="*/ 91440 w 136207"/>
                                <a:gd name="connsiteY114" fmla="*/ 72152 h 92154"/>
                                <a:gd name="connsiteX115" fmla="*/ 94297 w 136207"/>
                                <a:gd name="connsiteY115" fmla="*/ 76914 h 92154"/>
                                <a:gd name="connsiteX116" fmla="*/ 97155 w 136207"/>
                                <a:gd name="connsiteY116" fmla="*/ 80724 h 92154"/>
                                <a:gd name="connsiteX117" fmla="*/ 98107 w 136207"/>
                                <a:gd name="connsiteY117" fmla="*/ 80724 h 92154"/>
                                <a:gd name="connsiteX118" fmla="*/ 98107 w 136207"/>
                                <a:gd name="connsiteY118" fmla="*/ 80724 h 92154"/>
                                <a:gd name="connsiteX119" fmla="*/ 95250 w 136207"/>
                                <a:gd name="connsiteY119" fmla="*/ 75962 h 92154"/>
                                <a:gd name="connsiteX120" fmla="*/ 92393 w 136207"/>
                                <a:gd name="connsiteY120" fmla="*/ 71199 h 92154"/>
                                <a:gd name="connsiteX121" fmla="*/ 84772 w 136207"/>
                                <a:gd name="connsiteY121" fmla="*/ 62627 h 92154"/>
                                <a:gd name="connsiteX122" fmla="*/ 82868 w 136207"/>
                                <a:gd name="connsiteY122" fmla="*/ 60722 h 92154"/>
                                <a:gd name="connsiteX123" fmla="*/ 80963 w 136207"/>
                                <a:gd name="connsiteY123" fmla="*/ 58817 h 92154"/>
                                <a:gd name="connsiteX124" fmla="*/ 79057 w 136207"/>
                                <a:gd name="connsiteY124" fmla="*/ 56912 h 92154"/>
                                <a:gd name="connsiteX125" fmla="*/ 77152 w 136207"/>
                                <a:gd name="connsiteY125" fmla="*/ 55007 h 92154"/>
                                <a:gd name="connsiteX126" fmla="*/ 67627 w 136207"/>
                                <a:gd name="connsiteY126" fmla="*/ 47387 h 92154"/>
                                <a:gd name="connsiteX127" fmla="*/ 57150 w 136207"/>
                                <a:gd name="connsiteY127" fmla="*/ 39767 h 92154"/>
                                <a:gd name="connsiteX128" fmla="*/ 49530 w 136207"/>
                                <a:gd name="connsiteY128" fmla="*/ 34052 h 92154"/>
                                <a:gd name="connsiteX129" fmla="*/ 51435 w 136207"/>
                                <a:gd name="connsiteY129" fmla="*/ 34052 h 92154"/>
                                <a:gd name="connsiteX130" fmla="*/ 58102 w 136207"/>
                                <a:gd name="connsiteY130" fmla="*/ 34052 h 92154"/>
                                <a:gd name="connsiteX131" fmla="*/ 76200 w 136207"/>
                                <a:gd name="connsiteY131" fmla="*/ 33099 h 92154"/>
                                <a:gd name="connsiteX132" fmla="*/ 86677 w 136207"/>
                                <a:gd name="connsiteY132" fmla="*/ 33099 h 92154"/>
                                <a:gd name="connsiteX133" fmla="*/ 97155 w 136207"/>
                                <a:gd name="connsiteY133" fmla="*/ 34052 h 92154"/>
                                <a:gd name="connsiteX134" fmla="*/ 107632 w 136207"/>
                                <a:gd name="connsiteY134" fmla="*/ 36909 h 92154"/>
                                <a:gd name="connsiteX135" fmla="*/ 118110 w 136207"/>
                                <a:gd name="connsiteY135" fmla="*/ 42624 h 92154"/>
                                <a:gd name="connsiteX136" fmla="*/ 122872 w 136207"/>
                                <a:gd name="connsiteY136" fmla="*/ 46434 h 92154"/>
                                <a:gd name="connsiteX137" fmla="*/ 127635 w 136207"/>
                                <a:gd name="connsiteY137" fmla="*/ 50244 h 92154"/>
                                <a:gd name="connsiteX138" fmla="*/ 129540 w 136207"/>
                                <a:gd name="connsiteY138" fmla="*/ 52149 h 92154"/>
                                <a:gd name="connsiteX139" fmla="*/ 131445 w 136207"/>
                                <a:gd name="connsiteY139" fmla="*/ 55007 h 92154"/>
                                <a:gd name="connsiteX140" fmla="*/ 135255 w 136207"/>
                                <a:gd name="connsiteY140" fmla="*/ 59769 h 92154"/>
                                <a:gd name="connsiteX141" fmla="*/ 136207 w 136207"/>
                                <a:gd name="connsiteY141" fmla="*/ 60722 h 92154"/>
                                <a:gd name="connsiteX142" fmla="*/ 136207 w 136207"/>
                                <a:gd name="connsiteY142" fmla="*/ 59769 h 92154"/>
                                <a:gd name="connsiteX143" fmla="*/ 135255 w 136207"/>
                                <a:gd name="connsiteY143" fmla="*/ 58817 h 92154"/>
                                <a:gd name="connsiteX144" fmla="*/ 126682 w 136207"/>
                                <a:gd name="connsiteY144" fmla="*/ 49292 h 92154"/>
                                <a:gd name="connsiteX145" fmla="*/ 117157 w 136207"/>
                                <a:gd name="connsiteY145" fmla="*/ 40719 h 92154"/>
                                <a:gd name="connsiteX146" fmla="*/ 106680 w 136207"/>
                                <a:gd name="connsiteY146" fmla="*/ 35004 h 92154"/>
                                <a:gd name="connsiteX147" fmla="*/ 95250 w 136207"/>
                                <a:gd name="connsiteY147" fmla="*/ 32147 h 92154"/>
                                <a:gd name="connsiteX148" fmla="*/ 84772 w 136207"/>
                                <a:gd name="connsiteY148" fmla="*/ 31194 h 92154"/>
                                <a:gd name="connsiteX149" fmla="*/ 74295 w 136207"/>
                                <a:gd name="connsiteY149" fmla="*/ 31194 h 92154"/>
                                <a:gd name="connsiteX150" fmla="*/ 57150 w 136207"/>
                                <a:gd name="connsiteY150" fmla="*/ 31194 h 92154"/>
                                <a:gd name="connsiteX151" fmla="*/ 50482 w 136207"/>
                                <a:gd name="connsiteY151" fmla="*/ 30242 h 92154"/>
                                <a:gd name="connsiteX152" fmla="*/ 45720 w 136207"/>
                                <a:gd name="connsiteY152" fmla="*/ 29289 h 92154"/>
                                <a:gd name="connsiteX153" fmla="*/ 42863 w 136207"/>
                                <a:gd name="connsiteY153" fmla="*/ 28337 h 92154"/>
                                <a:gd name="connsiteX154" fmla="*/ 36195 w 136207"/>
                                <a:gd name="connsiteY154" fmla="*/ 23574 h 92154"/>
                                <a:gd name="connsiteX155" fmla="*/ 31432 w 136207"/>
                                <a:gd name="connsiteY155" fmla="*/ 19764 h 92154"/>
                                <a:gd name="connsiteX156" fmla="*/ 26670 w 136207"/>
                                <a:gd name="connsiteY156" fmla="*/ 16907 h 92154"/>
                                <a:gd name="connsiteX157" fmla="*/ 19050 w 136207"/>
                                <a:gd name="connsiteY157" fmla="*/ 11192 h 92154"/>
                                <a:gd name="connsiteX158" fmla="*/ 18097 w 136207"/>
                                <a:gd name="connsiteY158" fmla="*/ 10239 h 92154"/>
                                <a:gd name="connsiteX159" fmla="*/ 19050 w 136207"/>
                                <a:gd name="connsiteY159" fmla="*/ 10239 h 92154"/>
                                <a:gd name="connsiteX160" fmla="*/ 24765 w 136207"/>
                                <a:gd name="connsiteY160" fmla="*/ 9287 h 92154"/>
                                <a:gd name="connsiteX161" fmla="*/ 28575 w 136207"/>
                                <a:gd name="connsiteY161" fmla="*/ 8334 h 92154"/>
                                <a:gd name="connsiteX162" fmla="*/ 32385 w 136207"/>
                                <a:gd name="connsiteY162" fmla="*/ 7382 h 92154"/>
                                <a:gd name="connsiteX163" fmla="*/ 41910 w 136207"/>
                                <a:gd name="connsiteY163" fmla="*/ 5477 h 92154"/>
                                <a:gd name="connsiteX164" fmla="*/ 52388 w 136207"/>
                                <a:gd name="connsiteY164" fmla="*/ 3572 h 92154"/>
                                <a:gd name="connsiteX165" fmla="*/ 63818 w 136207"/>
                                <a:gd name="connsiteY165" fmla="*/ 1667 h 92154"/>
                                <a:gd name="connsiteX166" fmla="*/ 76200 w 136207"/>
                                <a:gd name="connsiteY166" fmla="*/ 714 h 92154"/>
                                <a:gd name="connsiteX167" fmla="*/ 88582 w 136207"/>
                                <a:gd name="connsiteY167" fmla="*/ 714 h 92154"/>
                                <a:gd name="connsiteX168" fmla="*/ 100965 w 136207"/>
                                <a:gd name="connsiteY168" fmla="*/ 2619 h 92154"/>
                                <a:gd name="connsiteX169" fmla="*/ 107632 w 136207"/>
                                <a:gd name="connsiteY169" fmla="*/ 4524 h 92154"/>
                                <a:gd name="connsiteX170" fmla="*/ 113347 w 136207"/>
                                <a:gd name="connsiteY170" fmla="*/ 7382 h 92154"/>
                                <a:gd name="connsiteX171" fmla="*/ 119063 w 136207"/>
                                <a:gd name="connsiteY171" fmla="*/ 10239 h 92154"/>
                                <a:gd name="connsiteX172" fmla="*/ 124777 w 136207"/>
                                <a:gd name="connsiteY172" fmla="*/ 14049 h 92154"/>
                                <a:gd name="connsiteX173" fmla="*/ 129540 w 136207"/>
                                <a:gd name="connsiteY173" fmla="*/ 17859 h 92154"/>
                                <a:gd name="connsiteX174" fmla="*/ 132397 w 136207"/>
                                <a:gd name="connsiteY174" fmla="*/ 20717 h 92154"/>
                                <a:gd name="connsiteX175" fmla="*/ 131445 w 136207"/>
                                <a:gd name="connsiteY175" fmla="*/ 19764 h 92154"/>
                                <a:gd name="connsiteX176" fmla="*/ 129540 w 136207"/>
                                <a:gd name="connsiteY176" fmla="*/ 17859 h 92154"/>
                                <a:gd name="connsiteX177" fmla="*/ 124777 w 136207"/>
                                <a:gd name="connsiteY177" fmla="*/ 14049 h 92154"/>
                                <a:gd name="connsiteX178" fmla="*/ 119063 w 136207"/>
                                <a:gd name="connsiteY178" fmla="*/ 10239 h 92154"/>
                                <a:gd name="connsiteX179" fmla="*/ 113347 w 136207"/>
                                <a:gd name="connsiteY179" fmla="*/ 7382 h 92154"/>
                                <a:gd name="connsiteX180" fmla="*/ 107632 w 136207"/>
                                <a:gd name="connsiteY180" fmla="*/ 4524 h 92154"/>
                                <a:gd name="connsiteX181" fmla="*/ 100965 w 136207"/>
                                <a:gd name="connsiteY181" fmla="*/ 2619 h 92154"/>
                                <a:gd name="connsiteX182" fmla="*/ 87630 w 136207"/>
                                <a:gd name="connsiteY182" fmla="*/ 714 h 92154"/>
                                <a:gd name="connsiteX183" fmla="*/ 74295 w 136207"/>
                                <a:gd name="connsiteY183" fmla="*/ 714 h 92154"/>
                                <a:gd name="connsiteX184" fmla="*/ 61913 w 136207"/>
                                <a:gd name="connsiteY184" fmla="*/ 1667 h 92154"/>
                                <a:gd name="connsiteX185" fmla="*/ 50482 w 136207"/>
                                <a:gd name="connsiteY185" fmla="*/ 3572 h 92154"/>
                                <a:gd name="connsiteX186" fmla="*/ 40005 w 136207"/>
                                <a:gd name="connsiteY186" fmla="*/ 5477 h 92154"/>
                                <a:gd name="connsiteX187" fmla="*/ 30480 w 136207"/>
                                <a:gd name="connsiteY187" fmla="*/ 7382 h 92154"/>
                                <a:gd name="connsiteX188" fmla="*/ 26670 w 136207"/>
                                <a:gd name="connsiteY188" fmla="*/ 8334 h 92154"/>
                                <a:gd name="connsiteX189" fmla="*/ 22860 w 136207"/>
                                <a:gd name="connsiteY189" fmla="*/ 9287 h 92154"/>
                                <a:gd name="connsiteX190" fmla="*/ 17145 w 136207"/>
                                <a:gd name="connsiteY190" fmla="*/ 10239 h 92154"/>
                                <a:gd name="connsiteX191" fmla="*/ 14288 w 136207"/>
                                <a:gd name="connsiteY191" fmla="*/ 11192 h 92154"/>
                                <a:gd name="connsiteX192" fmla="*/ 14288 w 136207"/>
                                <a:gd name="connsiteY192" fmla="*/ 11192 h 92154"/>
                                <a:gd name="connsiteX193" fmla="*/ 11430 w 136207"/>
                                <a:gd name="connsiteY193" fmla="*/ 8334 h 92154"/>
                                <a:gd name="connsiteX194" fmla="*/ 6667 w 136207"/>
                                <a:gd name="connsiteY194" fmla="*/ 4524 h 92154"/>
                                <a:gd name="connsiteX195" fmla="*/ 2857 w 136207"/>
                                <a:gd name="connsiteY195" fmla="*/ 714 h 92154"/>
                                <a:gd name="connsiteX196" fmla="*/ 0 w 136207"/>
                                <a:gd name="connsiteY196" fmla="*/ 5477 h 92154"/>
                                <a:gd name="connsiteX197" fmla="*/ 2857 w 136207"/>
                                <a:gd name="connsiteY197" fmla="*/ 3572 h 92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36207" h="92154">
                                  <a:moveTo>
                                    <a:pt x="2857" y="3572"/>
                                  </a:moveTo>
                                  <a:cubicBezTo>
                                    <a:pt x="3810" y="3572"/>
                                    <a:pt x="3810" y="4524"/>
                                    <a:pt x="2857" y="3572"/>
                                  </a:cubicBezTo>
                                  <a:cubicBezTo>
                                    <a:pt x="3810" y="4524"/>
                                    <a:pt x="3810" y="6429"/>
                                    <a:pt x="3810" y="9287"/>
                                  </a:cubicBezTo>
                                  <a:cubicBezTo>
                                    <a:pt x="3810" y="12144"/>
                                    <a:pt x="3810" y="16907"/>
                                    <a:pt x="3810" y="21669"/>
                                  </a:cubicBezTo>
                                  <a:cubicBezTo>
                                    <a:pt x="3810" y="26432"/>
                                    <a:pt x="2857" y="32147"/>
                                    <a:pt x="2857" y="38814"/>
                                  </a:cubicBezTo>
                                  <a:cubicBezTo>
                                    <a:pt x="2857" y="40719"/>
                                    <a:pt x="2857" y="41672"/>
                                    <a:pt x="2857" y="43577"/>
                                  </a:cubicBezTo>
                                  <a:cubicBezTo>
                                    <a:pt x="2857" y="44529"/>
                                    <a:pt x="2857" y="45482"/>
                                    <a:pt x="2857" y="45482"/>
                                  </a:cubicBezTo>
                                  <a:lnTo>
                                    <a:pt x="2857" y="46434"/>
                                  </a:lnTo>
                                  <a:lnTo>
                                    <a:pt x="2857" y="47387"/>
                                  </a:lnTo>
                                  <a:lnTo>
                                    <a:pt x="2857" y="48339"/>
                                  </a:lnTo>
                                  <a:cubicBezTo>
                                    <a:pt x="2857" y="51197"/>
                                    <a:pt x="2857" y="54054"/>
                                    <a:pt x="2857" y="57864"/>
                                  </a:cubicBezTo>
                                  <a:cubicBezTo>
                                    <a:pt x="2857" y="59769"/>
                                    <a:pt x="2857" y="60722"/>
                                    <a:pt x="2857" y="62627"/>
                                  </a:cubicBezTo>
                                  <a:cubicBezTo>
                                    <a:pt x="2857" y="63579"/>
                                    <a:pt x="3810" y="65484"/>
                                    <a:pt x="3810" y="66437"/>
                                  </a:cubicBezTo>
                                  <a:cubicBezTo>
                                    <a:pt x="3810" y="67389"/>
                                    <a:pt x="3810" y="67389"/>
                                    <a:pt x="3810" y="68342"/>
                                  </a:cubicBezTo>
                                  <a:cubicBezTo>
                                    <a:pt x="3810" y="69294"/>
                                    <a:pt x="3810" y="69294"/>
                                    <a:pt x="4763" y="70247"/>
                                  </a:cubicBezTo>
                                  <a:cubicBezTo>
                                    <a:pt x="4763" y="71199"/>
                                    <a:pt x="5715" y="72152"/>
                                    <a:pt x="5715" y="74057"/>
                                  </a:cubicBezTo>
                                  <a:cubicBezTo>
                                    <a:pt x="6667" y="75962"/>
                                    <a:pt x="6667" y="77867"/>
                                    <a:pt x="7620" y="79772"/>
                                  </a:cubicBezTo>
                                  <a:cubicBezTo>
                                    <a:pt x="8572" y="81677"/>
                                    <a:pt x="8572" y="82629"/>
                                    <a:pt x="8572" y="83582"/>
                                  </a:cubicBezTo>
                                  <a:cubicBezTo>
                                    <a:pt x="8572" y="84534"/>
                                    <a:pt x="9525" y="85487"/>
                                    <a:pt x="9525" y="86439"/>
                                  </a:cubicBezTo>
                                  <a:cubicBezTo>
                                    <a:pt x="9525" y="87392"/>
                                    <a:pt x="10477" y="87392"/>
                                    <a:pt x="10477" y="87392"/>
                                  </a:cubicBezTo>
                                  <a:cubicBezTo>
                                    <a:pt x="10477" y="87392"/>
                                    <a:pt x="10477" y="87392"/>
                                    <a:pt x="10477" y="87392"/>
                                  </a:cubicBezTo>
                                  <a:lnTo>
                                    <a:pt x="10477" y="87392"/>
                                  </a:lnTo>
                                  <a:cubicBezTo>
                                    <a:pt x="10477" y="87392"/>
                                    <a:pt x="10477" y="87392"/>
                                    <a:pt x="10477" y="87392"/>
                                  </a:cubicBezTo>
                                  <a:cubicBezTo>
                                    <a:pt x="10477" y="87392"/>
                                    <a:pt x="9525" y="86439"/>
                                    <a:pt x="9525" y="86439"/>
                                  </a:cubicBezTo>
                                  <a:cubicBezTo>
                                    <a:pt x="9525" y="85487"/>
                                    <a:pt x="8572" y="84534"/>
                                    <a:pt x="8572" y="83582"/>
                                  </a:cubicBezTo>
                                  <a:cubicBezTo>
                                    <a:pt x="8572" y="82629"/>
                                    <a:pt x="7620" y="80724"/>
                                    <a:pt x="7620" y="79772"/>
                                  </a:cubicBezTo>
                                  <a:cubicBezTo>
                                    <a:pt x="7620" y="77867"/>
                                    <a:pt x="6667" y="75962"/>
                                    <a:pt x="6667" y="74057"/>
                                  </a:cubicBezTo>
                                  <a:cubicBezTo>
                                    <a:pt x="6667" y="73104"/>
                                    <a:pt x="6667" y="72152"/>
                                    <a:pt x="5715" y="70247"/>
                                  </a:cubicBezTo>
                                  <a:cubicBezTo>
                                    <a:pt x="5715" y="69294"/>
                                    <a:pt x="5715" y="69294"/>
                                    <a:pt x="5715" y="68342"/>
                                  </a:cubicBezTo>
                                  <a:cubicBezTo>
                                    <a:pt x="5715" y="67389"/>
                                    <a:pt x="5715" y="67389"/>
                                    <a:pt x="5715" y="66437"/>
                                  </a:cubicBezTo>
                                  <a:cubicBezTo>
                                    <a:pt x="5715" y="65484"/>
                                    <a:pt x="5715" y="63579"/>
                                    <a:pt x="4763" y="62627"/>
                                  </a:cubicBezTo>
                                  <a:cubicBezTo>
                                    <a:pt x="4763" y="61674"/>
                                    <a:pt x="4763" y="59769"/>
                                    <a:pt x="4763" y="58817"/>
                                  </a:cubicBezTo>
                                  <a:cubicBezTo>
                                    <a:pt x="4763" y="55959"/>
                                    <a:pt x="4763" y="53102"/>
                                    <a:pt x="4763" y="49292"/>
                                  </a:cubicBezTo>
                                  <a:lnTo>
                                    <a:pt x="4763" y="48339"/>
                                  </a:lnTo>
                                  <a:lnTo>
                                    <a:pt x="4763" y="47387"/>
                                  </a:lnTo>
                                  <a:lnTo>
                                    <a:pt x="4763" y="46434"/>
                                  </a:lnTo>
                                  <a:cubicBezTo>
                                    <a:pt x="4763" y="45482"/>
                                    <a:pt x="4763" y="44529"/>
                                    <a:pt x="4763" y="44529"/>
                                  </a:cubicBezTo>
                                  <a:cubicBezTo>
                                    <a:pt x="4763" y="42624"/>
                                    <a:pt x="4763" y="41672"/>
                                    <a:pt x="4763" y="39767"/>
                                  </a:cubicBezTo>
                                  <a:cubicBezTo>
                                    <a:pt x="5715" y="34052"/>
                                    <a:pt x="5715" y="27384"/>
                                    <a:pt x="6667" y="22622"/>
                                  </a:cubicBezTo>
                                  <a:cubicBezTo>
                                    <a:pt x="6667" y="15002"/>
                                    <a:pt x="7620" y="10239"/>
                                    <a:pt x="7620" y="7382"/>
                                  </a:cubicBezTo>
                                  <a:cubicBezTo>
                                    <a:pt x="8572" y="8334"/>
                                    <a:pt x="8572" y="8334"/>
                                    <a:pt x="9525" y="9287"/>
                                  </a:cubicBezTo>
                                  <a:cubicBezTo>
                                    <a:pt x="10477" y="10239"/>
                                    <a:pt x="11430" y="11192"/>
                                    <a:pt x="12382" y="12144"/>
                                  </a:cubicBezTo>
                                  <a:cubicBezTo>
                                    <a:pt x="13335" y="13097"/>
                                    <a:pt x="15240" y="14049"/>
                                    <a:pt x="16193" y="15002"/>
                                  </a:cubicBezTo>
                                  <a:cubicBezTo>
                                    <a:pt x="19050" y="16907"/>
                                    <a:pt x="21907" y="18812"/>
                                    <a:pt x="24765" y="20717"/>
                                  </a:cubicBezTo>
                                  <a:cubicBezTo>
                                    <a:pt x="25718" y="20717"/>
                                    <a:pt x="25718" y="21669"/>
                                    <a:pt x="26670" y="21669"/>
                                  </a:cubicBezTo>
                                  <a:cubicBezTo>
                                    <a:pt x="26670" y="21669"/>
                                    <a:pt x="26670" y="21669"/>
                                    <a:pt x="26670" y="21669"/>
                                  </a:cubicBezTo>
                                  <a:cubicBezTo>
                                    <a:pt x="27622" y="22622"/>
                                    <a:pt x="28575" y="24527"/>
                                    <a:pt x="29527" y="26432"/>
                                  </a:cubicBezTo>
                                  <a:cubicBezTo>
                                    <a:pt x="30480" y="28337"/>
                                    <a:pt x="31432" y="30242"/>
                                    <a:pt x="31432" y="33099"/>
                                  </a:cubicBezTo>
                                  <a:cubicBezTo>
                                    <a:pt x="32385" y="37862"/>
                                    <a:pt x="33338" y="43577"/>
                                    <a:pt x="34290" y="50244"/>
                                  </a:cubicBezTo>
                                  <a:cubicBezTo>
                                    <a:pt x="34290" y="53102"/>
                                    <a:pt x="35243" y="55959"/>
                                    <a:pt x="35243" y="59769"/>
                                  </a:cubicBezTo>
                                  <a:cubicBezTo>
                                    <a:pt x="35243" y="61674"/>
                                    <a:pt x="35243" y="62627"/>
                                    <a:pt x="36195" y="64532"/>
                                  </a:cubicBezTo>
                                  <a:cubicBezTo>
                                    <a:pt x="36195" y="65484"/>
                                    <a:pt x="37147" y="67389"/>
                                    <a:pt x="37147" y="68342"/>
                                  </a:cubicBezTo>
                                  <a:cubicBezTo>
                                    <a:pt x="38100" y="71199"/>
                                    <a:pt x="38100" y="73104"/>
                                    <a:pt x="39052" y="75962"/>
                                  </a:cubicBezTo>
                                  <a:cubicBezTo>
                                    <a:pt x="39052" y="76914"/>
                                    <a:pt x="40005" y="77867"/>
                                    <a:pt x="40005" y="78819"/>
                                  </a:cubicBezTo>
                                  <a:cubicBezTo>
                                    <a:pt x="40005" y="79772"/>
                                    <a:pt x="40957" y="80724"/>
                                    <a:pt x="40957" y="81677"/>
                                  </a:cubicBezTo>
                                  <a:cubicBezTo>
                                    <a:pt x="41910" y="84534"/>
                                    <a:pt x="42863" y="86439"/>
                                    <a:pt x="44768" y="87392"/>
                                  </a:cubicBezTo>
                                  <a:cubicBezTo>
                                    <a:pt x="44768" y="87392"/>
                                    <a:pt x="44768" y="87392"/>
                                    <a:pt x="45720" y="87392"/>
                                  </a:cubicBezTo>
                                  <a:cubicBezTo>
                                    <a:pt x="45720" y="87392"/>
                                    <a:pt x="45720" y="87392"/>
                                    <a:pt x="45720" y="87392"/>
                                  </a:cubicBezTo>
                                  <a:cubicBezTo>
                                    <a:pt x="45720" y="87392"/>
                                    <a:pt x="45720" y="87392"/>
                                    <a:pt x="46672" y="87392"/>
                                  </a:cubicBezTo>
                                  <a:cubicBezTo>
                                    <a:pt x="46672" y="87392"/>
                                    <a:pt x="46672" y="87392"/>
                                    <a:pt x="46672" y="87392"/>
                                  </a:cubicBezTo>
                                  <a:cubicBezTo>
                                    <a:pt x="46672" y="87392"/>
                                    <a:pt x="46672" y="87392"/>
                                    <a:pt x="47625" y="87392"/>
                                  </a:cubicBezTo>
                                  <a:cubicBezTo>
                                    <a:pt x="48577" y="87392"/>
                                    <a:pt x="48577" y="87392"/>
                                    <a:pt x="49530" y="88344"/>
                                  </a:cubicBezTo>
                                  <a:cubicBezTo>
                                    <a:pt x="48577" y="88344"/>
                                    <a:pt x="48577" y="88344"/>
                                    <a:pt x="47625" y="87392"/>
                                  </a:cubicBezTo>
                                  <a:cubicBezTo>
                                    <a:pt x="47625" y="87392"/>
                                    <a:pt x="47625" y="87392"/>
                                    <a:pt x="46672" y="87392"/>
                                  </a:cubicBezTo>
                                  <a:cubicBezTo>
                                    <a:pt x="46672" y="87392"/>
                                    <a:pt x="46672" y="87392"/>
                                    <a:pt x="46672" y="87392"/>
                                  </a:cubicBezTo>
                                  <a:cubicBezTo>
                                    <a:pt x="46672" y="87392"/>
                                    <a:pt x="46672" y="87392"/>
                                    <a:pt x="45720" y="87392"/>
                                  </a:cubicBezTo>
                                  <a:cubicBezTo>
                                    <a:pt x="45720" y="87392"/>
                                    <a:pt x="45720" y="87392"/>
                                    <a:pt x="45720" y="87392"/>
                                  </a:cubicBezTo>
                                  <a:cubicBezTo>
                                    <a:pt x="45720" y="87392"/>
                                    <a:pt x="45720" y="87392"/>
                                    <a:pt x="44768" y="87392"/>
                                  </a:cubicBezTo>
                                  <a:cubicBezTo>
                                    <a:pt x="43815" y="86439"/>
                                    <a:pt x="42863" y="84534"/>
                                    <a:pt x="41910" y="81677"/>
                                  </a:cubicBezTo>
                                  <a:cubicBezTo>
                                    <a:pt x="41910" y="80724"/>
                                    <a:pt x="41910" y="79772"/>
                                    <a:pt x="40957" y="78819"/>
                                  </a:cubicBezTo>
                                  <a:cubicBezTo>
                                    <a:pt x="40957" y="77867"/>
                                    <a:pt x="40005" y="76914"/>
                                    <a:pt x="40005" y="75962"/>
                                  </a:cubicBezTo>
                                  <a:cubicBezTo>
                                    <a:pt x="40005" y="74057"/>
                                    <a:pt x="39052" y="71199"/>
                                    <a:pt x="38100" y="68342"/>
                                  </a:cubicBezTo>
                                  <a:cubicBezTo>
                                    <a:pt x="38100" y="67389"/>
                                    <a:pt x="38100" y="65484"/>
                                    <a:pt x="37147" y="64532"/>
                                  </a:cubicBezTo>
                                  <a:cubicBezTo>
                                    <a:pt x="37147" y="62627"/>
                                    <a:pt x="37147" y="61674"/>
                                    <a:pt x="36195" y="59769"/>
                                  </a:cubicBezTo>
                                  <a:cubicBezTo>
                                    <a:pt x="36195" y="56912"/>
                                    <a:pt x="35243" y="54054"/>
                                    <a:pt x="35243" y="50244"/>
                                  </a:cubicBezTo>
                                  <a:cubicBezTo>
                                    <a:pt x="35243" y="44529"/>
                                    <a:pt x="34290" y="37862"/>
                                    <a:pt x="33338" y="33099"/>
                                  </a:cubicBezTo>
                                  <a:cubicBezTo>
                                    <a:pt x="32385" y="30242"/>
                                    <a:pt x="32385" y="28337"/>
                                    <a:pt x="31432" y="26432"/>
                                  </a:cubicBezTo>
                                  <a:cubicBezTo>
                                    <a:pt x="31432" y="26432"/>
                                    <a:pt x="31432" y="26432"/>
                                    <a:pt x="31432" y="25479"/>
                                  </a:cubicBezTo>
                                  <a:cubicBezTo>
                                    <a:pt x="32385" y="26432"/>
                                    <a:pt x="33338" y="26432"/>
                                    <a:pt x="34290" y="27384"/>
                                  </a:cubicBezTo>
                                  <a:cubicBezTo>
                                    <a:pt x="37147" y="29289"/>
                                    <a:pt x="40957" y="32147"/>
                                    <a:pt x="43815" y="34052"/>
                                  </a:cubicBezTo>
                                  <a:cubicBezTo>
                                    <a:pt x="46672" y="35957"/>
                                    <a:pt x="49530" y="37862"/>
                                    <a:pt x="52388" y="39767"/>
                                  </a:cubicBezTo>
                                  <a:cubicBezTo>
                                    <a:pt x="52388" y="39767"/>
                                    <a:pt x="52388" y="39767"/>
                                    <a:pt x="53340" y="40719"/>
                                  </a:cubicBezTo>
                                  <a:cubicBezTo>
                                    <a:pt x="53340" y="40719"/>
                                    <a:pt x="54293" y="41672"/>
                                    <a:pt x="55245" y="42624"/>
                                  </a:cubicBezTo>
                                  <a:cubicBezTo>
                                    <a:pt x="56197" y="44529"/>
                                    <a:pt x="57150" y="46434"/>
                                    <a:pt x="58102" y="50244"/>
                                  </a:cubicBezTo>
                                  <a:cubicBezTo>
                                    <a:pt x="58102" y="52149"/>
                                    <a:pt x="59055" y="54054"/>
                                    <a:pt x="60007" y="55959"/>
                                  </a:cubicBezTo>
                                  <a:cubicBezTo>
                                    <a:pt x="60960" y="57864"/>
                                    <a:pt x="60960" y="59769"/>
                                    <a:pt x="61913" y="61674"/>
                                  </a:cubicBezTo>
                                  <a:cubicBezTo>
                                    <a:pt x="61913" y="62627"/>
                                    <a:pt x="62865" y="63579"/>
                                    <a:pt x="62865" y="64532"/>
                                  </a:cubicBezTo>
                                  <a:cubicBezTo>
                                    <a:pt x="62865" y="65484"/>
                                    <a:pt x="63818" y="66437"/>
                                    <a:pt x="63818" y="67389"/>
                                  </a:cubicBezTo>
                                  <a:cubicBezTo>
                                    <a:pt x="63818" y="68342"/>
                                    <a:pt x="64770" y="69294"/>
                                    <a:pt x="64770" y="70247"/>
                                  </a:cubicBezTo>
                                  <a:cubicBezTo>
                                    <a:pt x="64770" y="71199"/>
                                    <a:pt x="65722" y="72152"/>
                                    <a:pt x="65722" y="73104"/>
                                  </a:cubicBezTo>
                                  <a:cubicBezTo>
                                    <a:pt x="66675" y="75009"/>
                                    <a:pt x="67627" y="76914"/>
                                    <a:pt x="68580" y="78819"/>
                                  </a:cubicBezTo>
                                  <a:cubicBezTo>
                                    <a:pt x="69532" y="80724"/>
                                    <a:pt x="70485" y="82629"/>
                                    <a:pt x="71438" y="84534"/>
                                  </a:cubicBezTo>
                                  <a:cubicBezTo>
                                    <a:pt x="71438" y="85487"/>
                                    <a:pt x="72390" y="86439"/>
                                    <a:pt x="72390" y="87392"/>
                                  </a:cubicBezTo>
                                  <a:cubicBezTo>
                                    <a:pt x="72390" y="88344"/>
                                    <a:pt x="73343" y="89297"/>
                                    <a:pt x="73343" y="90249"/>
                                  </a:cubicBezTo>
                                  <a:cubicBezTo>
                                    <a:pt x="73343" y="91202"/>
                                    <a:pt x="73343" y="91202"/>
                                    <a:pt x="74295" y="91202"/>
                                  </a:cubicBezTo>
                                  <a:cubicBezTo>
                                    <a:pt x="74295" y="92154"/>
                                    <a:pt x="74295" y="92154"/>
                                    <a:pt x="75247" y="92154"/>
                                  </a:cubicBezTo>
                                  <a:cubicBezTo>
                                    <a:pt x="75247" y="92154"/>
                                    <a:pt x="75247" y="92154"/>
                                    <a:pt x="76200" y="92154"/>
                                  </a:cubicBezTo>
                                  <a:cubicBezTo>
                                    <a:pt x="76200" y="91202"/>
                                    <a:pt x="75247" y="90249"/>
                                    <a:pt x="75247" y="89297"/>
                                  </a:cubicBezTo>
                                  <a:cubicBezTo>
                                    <a:pt x="75247" y="88344"/>
                                    <a:pt x="74295" y="87392"/>
                                    <a:pt x="74295" y="86439"/>
                                  </a:cubicBezTo>
                                  <a:cubicBezTo>
                                    <a:pt x="74295" y="85487"/>
                                    <a:pt x="73343" y="84534"/>
                                    <a:pt x="73343" y="83582"/>
                                  </a:cubicBezTo>
                                  <a:cubicBezTo>
                                    <a:pt x="72390" y="81677"/>
                                    <a:pt x="71438" y="79772"/>
                                    <a:pt x="70485" y="77867"/>
                                  </a:cubicBezTo>
                                  <a:cubicBezTo>
                                    <a:pt x="69532" y="75962"/>
                                    <a:pt x="68580" y="74057"/>
                                    <a:pt x="67627" y="72152"/>
                                  </a:cubicBezTo>
                                  <a:lnTo>
                                    <a:pt x="66675" y="70247"/>
                                  </a:lnTo>
                                  <a:lnTo>
                                    <a:pt x="65722" y="69294"/>
                                  </a:lnTo>
                                  <a:cubicBezTo>
                                    <a:pt x="65722" y="68342"/>
                                    <a:pt x="64770" y="67389"/>
                                    <a:pt x="64770" y="66437"/>
                                  </a:cubicBezTo>
                                  <a:cubicBezTo>
                                    <a:pt x="64770" y="65484"/>
                                    <a:pt x="63818" y="64532"/>
                                    <a:pt x="63818" y="63579"/>
                                  </a:cubicBezTo>
                                  <a:cubicBezTo>
                                    <a:pt x="63818" y="62627"/>
                                    <a:pt x="62865" y="61674"/>
                                    <a:pt x="62865" y="60722"/>
                                  </a:cubicBezTo>
                                  <a:cubicBezTo>
                                    <a:pt x="61913" y="58817"/>
                                    <a:pt x="61913" y="56912"/>
                                    <a:pt x="60960" y="55007"/>
                                  </a:cubicBezTo>
                                  <a:cubicBezTo>
                                    <a:pt x="60007" y="53102"/>
                                    <a:pt x="60007" y="51197"/>
                                    <a:pt x="60007" y="49292"/>
                                  </a:cubicBezTo>
                                  <a:cubicBezTo>
                                    <a:pt x="60007" y="47387"/>
                                    <a:pt x="59055" y="45482"/>
                                    <a:pt x="58102" y="44529"/>
                                  </a:cubicBezTo>
                                  <a:cubicBezTo>
                                    <a:pt x="60007" y="45482"/>
                                    <a:pt x="61913" y="47387"/>
                                    <a:pt x="63818" y="48339"/>
                                  </a:cubicBezTo>
                                  <a:cubicBezTo>
                                    <a:pt x="66675" y="51197"/>
                                    <a:pt x="70485" y="53102"/>
                                    <a:pt x="74295" y="55959"/>
                                  </a:cubicBezTo>
                                  <a:cubicBezTo>
                                    <a:pt x="76200" y="56912"/>
                                    <a:pt x="77152" y="58817"/>
                                    <a:pt x="79057" y="59769"/>
                                  </a:cubicBezTo>
                                  <a:cubicBezTo>
                                    <a:pt x="80963" y="61674"/>
                                    <a:pt x="81915" y="62627"/>
                                    <a:pt x="83820" y="63579"/>
                                  </a:cubicBezTo>
                                  <a:cubicBezTo>
                                    <a:pt x="86677" y="66437"/>
                                    <a:pt x="89535" y="69294"/>
                                    <a:pt x="91440" y="72152"/>
                                  </a:cubicBezTo>
                                  <a:cubicBezTo>
                                    <a:pt x="92393" y="74057"/>
                                    <a:pt x="93345" y="75009"/>
                                    <a:pt x="94297" y="76914"/>
                                  </a:cubicBezTo>
                                  <a:cubicBezTo>
                                    <a:pt x="95250" y="77867"/>
                                    <a:pt x="96202" y="79772"/>
                                    <a:pt x="97155" y="80724"/>
                                  </a:cubicBezTo>
                                  <a:cubicBezTo>
                                    <a:pt x="97155" y="80724"/>
                                    <a:pt x="98107" y="80724"/>
                                    <a:pt x="98107" y="80724"/>
                                  </a:cubicBezTo>
                                  <a:lnTo>
                                    <a:pt x="98107" y="80724"/>
                                  </a:lnTo>
                                  <a:cubicBezTo>
                                    <a:pt x="97155" y="78819"/>
                                    <a:pt x="96202" y="77867"/>
                                    <a:pt x="95250" y="75962"/>
                                  </a:cubicBezTo>
                                  <a:cubicBezTo>
                                    <a:pt x="94297" y="74057"/>
                                    <a:pt x="93345" y="73104"/>
                                    <a:pt x="92393" y="71199"/>
                                  </a:cubicBezTo>
                                  <a:cubicBezTo>
                                    <a:pt x="90488" y="68342"/>
                                    <a:pt x="87630" y="65484"/>
                                    <a:pt x="84772" y="62627"/>
                                  </a:cubicBezTo>
                                  <a:cubicBezTo>
                                    <a:pt x="83820" y="61674"/>
                                    <a:pt x="82868" y="61674"/>
                                    <a:pt x="82868" y="60722"/>
                                  </a:cubicBezTo>
                                  <a:cubicBezTo>
                                    <a:pt x="81915" y="59769"/>
                                    <a:pt x="81915" y="58817"/>
                                    <a:pt x="80963" y="58817"/>
                                  </a:cubicBezTo>
                                  <a:cubicBezTo>
                                    <a:pt x="80010" y="57864"/>
                                    <a:pt x="79057" y="56912"/>
                                    <a:pt x="79057" y="56912"/>
                                  </a:cubicBezTo>
                                  <a:cubicBezTo>
                                    <a:pt x="78105" y="55959"/>
                                    <a:pt x="77152" y="55959"/>
                                    <a:pt x="77152" y="55007"/>
                                  </a:cubicBezTo>
                                  <a:cubicBezTo>
                                    <a:pt x="74295" y="52149"/>
                                    <a:pt x="70485" y="50244"/>
                                    <a:pt x="67627" y="47387"/>
                                  </a:cubicBezTo>
                                  <a:cubicBezTo>
                                    <a:pt x="64770" y="44529"/>
                                    <a:pt x="60960" y="42624"/>
                                    <a:pt x="57150" y="39767"/>
                                  </a:cubicBezTo>
                                  <a:cubicBezTo>
                                    <a:pt x="54293" y="37862"/>
                                    <a:pt x="52388" y="35957"/>
                                    <a:pt x="49530" y="34052"/>
                                  </a:cubicBezTo>
                                  <a:cubicBezTo>
                                    <a:pt x="50482" y="34052"/>
                                    <a:pt x="50482" y="34052"/>
                                    <a:pt x="51435" y="34052"/>
                                  </a:cubicBezTo>
                                  <a:cubicBezTo>
                                    <a:pt x="53340" y="34052"/>
                                    <a:pt x="56197" y="34052"/>
                                    <a:pt x="58102" y="34052"/>
                                  </a:cubicBezTo>
                                  <a:cubicBezTo>
                                    <a:pt x="62865" y="34052"/>
                                    <a:pt x="69532" y="34052"/>
                                    <a:pt x="76200" y="33099"/>
                                  </a:cubicBezTo>
                                  <a:cubicBezTo>
                                    <a:pt x="79057" y="33099"/>
                                    <a:pt x="82868" y="33099"/>
                                    <a:pt x="86677" y="33099"/>
                                  </a:cubicBezTo>
                                  <a:cubicBezTo>
                                    <a:pt x="90488" y="33099"/>
                                    <a:pt x="93345" y="33099"/>
                                    <a:pt x="97155" y="34052"/>
                                  </a:cubicBezTo>
                                  <a:cubicBezTo>
                                    <a:pt x="100965" y="35004"/>
                                    <a:pt x="104775" y="35957"/>
                                    <a:pt x="107632" y="36909"/>
                                  </a:cubicBezTo>
                                  <a:cubicBezTo>
                                    <a:pt x="111443" y="38814"/>
                                    <a:pt x="115252" y="39767"/>
                                    <a:pt x="118110" y="42624"/>
                                  </a:cubicBezTo>
                                  <a:cubicBezTo>
                                    <a:pt x="120015" y="43577"/>
                                    <a:pt x="121920" y="44529"/>
                                    <a:pt x="122872" y="46434"/>
                                  </a:cubicBezTo>
                                  <a:cubicBezTo>
                                    <a:pt x="124777" y="47387"/>
                                    <a:pt x="125730" y="49292"/>
                                    <a:pt x="127635" y="50244"/>
                                  </a:cubicBezTo>
                                  <a:cubicBezTo>
                                    <a:pt x="128588" y="51197"/>
                                    <a:pt x="129540" y="52149"/>
                                    <a:pt x="129540" y="52149"/>
                                  </a:cubicBezTo>
                                  <a:cubicBezTo>
                                    <a:pt x="130493" y="53102"/>
                                    <a:pt x="130493" y="54054"/>
                                    <a:pt x="131445" y="55007"/>
                                  </a:cubicBezTo>
                                  <a:cubicBezTo>
                                    <a:pt x="132397" y="56912"/>
                                    <a:pt x="134302" y="58817"/>
                                    <a:pt x="135255" y="59769"/>
                                  </a:cubicBezTo>
                                  <a:cubicBezTo>
                                    <a:pt x="135255" y="59769"/>
                                    <a:pt x="135255" y="60722"/>
                                    <a:pt x="136207" y="60722"/>
                                  </a:cubicBezTo>
                                  <a:cubicBezTo>
                                    <a:pt x="136207" y="60722"/>
                                    <a:pt x="136207" y="60722"/>
                                    <a:pt x="136207" y="59769"/>
                                  </a:cubicBezTo>
                                  <a:lnTo>
                                    <a:pt x="135255" y="58817"/>
                                  </a:lnTo>
                                  <a:cubicBezTo>
                                    <a:pt x="132397" y="55007"/>
                                    <a:pt x="130493" y="52149"/>
                                    <a:pt x="126682" y="49292"/>
                                  </a:cubicBezTo>
                                  <a:cubicBezTo>
                                    <a:pt x="123825" y="46434"/>
                                    <a:pt x="120015" y="43577"/>
                                    <a:pt x="117157" y="40719"/>
                                  </a:cubicBezTo>
                                  <a:cubicBezTo>
                                    <a:pt x="113347" y="38814"/>
                                    <a:pt x="110490" y="36909"/>
                                    <a:pt x="106680" y="35004"/>
                                  </a:cubicBezTo>
                                  <a:cubicBezTo>
                                    <a:pt x="102870" y="34052"/>
                                    <a:pt x="99060" y="32147"/>
                                    <a:pt x="95250" y="32147"/>
                                  </a:cubicBezTo>
                                  <a:cubicBezTo>
                                    <a:pt x="91440" y="31194"/>
                                    <a:pt x="87630" y="31194"/>
                                    <a:pt x="84772" y="31194"/>
                                  </a:cubicBezTo>
                                  <a:cubicBezTo>
                                    <a:pt x="80963" y="31194"/>
                                    <a:pt x="78105" y="31194"/>
                                    <a:pt x="74295" y="31194"/>
                                  </a:cubicBezTo>
                                  <a:cubicBezTo>
                                    <a:pt x="67627" y="31194"/>
                                    <a:pt x="61913" y="31194"/>
                                    <a:pt x="57150" y="31194"/>
                                  </a:cubicBezTo>
                                  <a:cubicBezTo>
                                    <a:pt x="54293" y="31194"/>
                                    <a:pt x="52388" y="31194"/>
                                    <a:pt x="50482" y="30242"/>
                                  </a:cubicBezTo>
                                  <a:cubicBezTo>
                                    <a:pt x="48577" y="30242"/>
                                    <a:pt x="46672" y="29289"/>
                                    <a:pt x="45720" y="29289"/>
                                  </a:cubicBezTo>
                                  <a:cubicBezTo>
                                    <a:pt x="44768" y="29289"/>
                                    <a:pt x="43815" y="28337"/>
                                    <a:pt x="42863" y="28337"/>
                                  </a:cubicBezTo>
                                  <a:cubicBezTo>
                                    <a:pt x="40957" y="26432"/>
                                    <a:pt x="38100" y="24527"/>
                                    <a:pt x="36195" y="23574"/>
                                  </a:cubicBezTo>
                                  <a:cubicBezTo>
                                    <a:pt x="34290" y="22622"/>
                                    <a:pt x="33338" y="21669"/>
                                    <a:pt x="31432" y="19764"/>
                                  </a:cubicBezTo>
                                  <a:cubicBezTo>
                                    <a:pt x="29527" y="18812"/>
                                    <a:pt x="28575" y="17859"/>
                                    <a:pt x="26670" y="16907"/>
                                  </a:cubicBezTo>
                                  <a:cubicBezTo>
                                    <a:pt x="23813" y="15002"/>
                                    <a:pt x="20955" y="13097"/>
                                    <a:pt x="19050" y="11192"/>
                                  </a:cubicBezTo>
                                  <a:cubicBezTo>
                                    <a:pt x="19050" y="11192"/>
                                    <a:pt x="19050" y="11192"/>
                                    <a:pt x="18097" y="10239"/>
                                  </a:cubicBezTo>
                                  <a:cubicBezTo>
                                    <a:pt x="18097" y="10239"/>
                                    <a:pt x="19050" y="10239"/>
                                    <a:pt x="19050" y="10239"/>
                                  </a:cubicBezTo>
                                  <a:cubicBezTo>
                                    <a:pt x="20955" y="10239"/>
                                    <a:pt x="22860" y="9287"/>
                                    <a:pt x="24765" y="9287"/>
                                  </a:cubicBezTo>
                                  <a:cubicBezTo>
                                    <a:pt x="25718" y="9287"/>
                                    <a:pt x="27622" y="9287"/>
                                    <a:pt x="28575" y="8334"/>
                                  </a:cubicBezTo>
                                  <a:cubicBezTo>
                                    <a:pt x="29527" y="8334"/>
                                    <a:pt x="31432" y="7382"/>
                                    <a:pt x="32385" y="7382"/>
                                  </a:cubicBezTo>
                                  <a:cubicBezTo>
                                    <a:pt x="35243" y="6429"/>
                                    <a:pt x="38100" y="5477"/>
                                    <a:pt x="41910" y="5477"/>
                                  </a:cubicBezTo>
                                  <a:cubicBezTo>
                                    <a:pt x="45720" y="4524"/>
                                    <a:pt x="48577" y="3572"/>
                                    <a:pt x="52388" y="3572"/>
                                  </a:cubicBezTo>
                                  <a:cubicBezTo>
                                    <a:pt x="56197" y="2619"/>
                                    <a:pt x="60007" y="1667"/>
                                    <a:pt x="63818" y="1667"/>
                                  </a:cubicBezTo>
                                  <a:cubicBezTo>
                                    <a:pt x="67627" y="714"/>
                                    <a:pt x="72390" y="714"/>
                                    <a:pt x="76200" y="714"/>
                                  </a:cubicBezTo>
                                  <a:cubicBezTo>
                                    <a:pt x="80010" y="714"/>
                                    <a:pt x="84772" y="714"/>
                                    <a:pt x="88582" y="714"/>
                                  </a:cubicBezTo>
                                  <a:cubicBezTo>
                                    <a:pt x="92393" y="714"/>
                                    <a:pt x="97155" y="1667"/>
                                    <a:pt x="100965" y="2619"/>
                                  </a:cubicBezTo>
                                  <a:cubicBezTo>
                                    <a:pt x="102870" y="3572"/>
                                    <a:pt x="104775" y="3572"/>
                                    <a:pt x="107632" y="4524"/>
                                  </a:cubicBezTo>
                                  <a:cubicBezTo>
                                    <a:pt x="109538" y="5477"/>
                                    <a:pt x="111443" y="5477"/>
                                    <a:pt x="113347" y="7382"/>
                                  </a:cubicBezTo>
                                  <a:cubicBezTo>
                                    <a:pt x="115252" y="8334"/>
                                    <a:pt x="117157" y="9287"/>
                                    <a:pt x="119063" y="10239"/>
                                  </a:cubicBezTo>
                                  <a:cubicBezTo>
                                    <a:pt x="120968" y="11192"/>
                                    <a:pt x="122872" y="13097"/>
                                    <a:pt x="124777" y="14049"/>
                                  </a:cubicBezTo>
                                  <a:cubicBezTo>
                                    <a:pt x="126682" y="15002"/>
                                    <a:pt x="127635" y="16907"/>
                                    <a:pt x="129540" y="17859"/>
                                  </a:cubicBezTo>
                                  <a:cubicBezTo>
                                    <a:pt x="130493" y="18812"/>
                                    <a:pt x="131445" y="19764"/>
                                    <a:pt x="132397" y="20717"/>
                                  </a:cubicBezTo>
                                  <a:cubicBezTo>
                                    <a:pt x="132397" y="20717"/>
                                    <a:pt x="132397" y="19764"/>
                                    <a:pt x="131445" y="19764"/>
                                  </a:cubicBezTo>
                                  <a:cubicBezTo>
                                    <a:pt x="130493" y="18812"/>
                                    <a:pt x="130493" y="18812"/>
                                    <a:pt x="129540" y="17859"/>
                                  </a:cubicBezTo>
                                  <a:cubicBezTo>
                                    <a:pt x="127635" y="16907"/>
                                    <a:pt x="126682" y="15002"/>
                                    <a:pt x="124777" y="14049"/>
                                  </a:cubicBezTo>
                                  <a:cubicBezTo>
                                    <a:pt x="122872" y="13097"/>
                                    <a:pt x="120968" y="11192"/>
                                    <a:pt x="119063" y="10239"/>
                                  </a:cubicBezTo>
                                  <a:cubicBezTo>
                                    <a:pt x="117157" y="9287"/>
                                    <a:pt x="115252" y="8334"/>
                                    <a:pt x="113347" y="7382"/>
                                  </a:cubicBezTo>
                                  <a:cubicBezTo>
                                    <a:pt x="111443" y="6429"/>
                                    <a:pt x="109538" y="5477"/>
                                    <a:pt x="107632" y="4524"/>
                                  </a:cubicBezTo>
                                  <a:cubicBezTo>
                                    <a:pt x="105727" y="3572"/>
                                    <a:pt x="103822" y="2619"/>
                                    <a:pt x="100965" y="2619"/>
                                  </a:cubicBezTo>
                                  <a:cubicBezTo>
                                    <a:pt x="97155" y="1667"/>
                                    <a:pt x="92393" y="714"/>
                                    <a:pt x="87630" y="714"/>
                                  </a:cubicBezTo>
                                  <a:cubicBezTo>
                                    <a:pt x="82868" y="-238"/>
                                    <a:pt x="79057" y="-238"/>
                                    <a:pt x="74295" y="714"/>
                                  </a:cubicBezTo>
                                  <a:cubicBezTo>
                                    <a:pt x="70485" y="714"/>
                                    <a:pt x="65722" y="1667"/>
                                    <a:pt x="61913" y="1667"/>
                                  </a:cubicBezTo>
                                  <a:cubicBezTo>
                                    <a:pt x="58102" y="1667"/>
                                    <a:pt x="54293" y="2619"/>
                                    <a:pt x="50482" y="3572"/>
                                  </a:cubicBezTo>
                                  <a:cubicBezTo>
                                    <a:pt x="46672" y="4524"/>
                                    <a:pt x="42863" y="5477"/>
                                    <a:pt x="40005" y="5477"/>
                                  </a:cubicBezTo>
                                  <a:cubicBezTo>
                                    <a:pt x="36195" y="6429"/>
                                    <a:pt x="33338" y="6429"/>
                                    <a:pt x="30480" y="7382"/>
                                  </a:cubicBezTo>
                                  <a:cubicBezTo>
                                    <a:pt x="28575" y="7382"/>
                                    <a:pt x="27622" y="8334"/>
                                    <a:pt x="26670" y="8334"/>
                                  </a:cubicBezTo>
                                  <a:cubicBezTo>
                                    <a:pt x="25718" y="8334"/>
                                    <a:pt x="23813" y="8334"/>
                                    <a:pt x="22860" y="9287"/>
                                  </a:cubicBezTo>
                                  <a:cubicBezTo>
                                    <a:pt x="20955" y="10239"/>
                                    <a:pt x="18097" y="10239"/>
                                    <a:pt x="17145" y="10239"/>
                                  </a:cubicBezTo>
                                  <a:cubicBezTo>
                                    <a:pt x="16193" y="10239"/>
                                    <a:pt x="15240" y="11192"/>
                                    <a:pt x="14288" y="11192"/>
                                  </a:cubicBezTo>
                                  <a:lnTo>
                                    <a:pt x="14288" y="11192"/>
                                  </a:lnTo>
                                  <a:cubicBezTo>
                                    <a:pt x="13335" y="10239"/>
                                    <a:pt x="12382" y="9287"/>
                                    <a:pt x="11430" y="8334"/>
                                  </a:cubicBezTo>
                                  <a:cubicBezTo>
                                    <a:pt x="9525" y="6429"/>
                                    <a:pt x="7620" y="5477"/>
                                    <a:pt x="6667" y="4524"/>
                                  </a:cubicBezTo>
                                  <a:cubicBezTo>
                                    <a:pt x="3810" y="2619"/>
                                    <a:pt x="2857" y="714"/>
                                    <a:pt x="2857" y="714"/>
                                  </a:cubicBezTo>
                                  <a:cubicBezTo>
                                    <a:pt x="1905" y="1667"/>
                                    <a:pt x="0" y="5477"/>
                                    <a:pt x="0" y="5477"/>
                                  </a:cubicBezTo>
                                  <a:cubicBezTo>
                                    <a:pt x="0" y="1667"/>
                                    <a:pt x="952" y="2619"/>
                                    <a:pt x="2857" y="3572"/>
                                  </a:cubicBezTo>
                                  <a:close/>
                                </a:path>
                              </a:pathLst>
                            </a:custGeom>
                            <a:grpFill/>
                            <a:ln w="9525" cap="flat">
                              <a:noFill/>
                              <a:prstDash val="solid"/>
                              <a:miter/>
                            </a:ln>
                          </p:spPr>
                          <p:txBody>
                            <a:bodyPr rtlCol="0" anchor="ctr"/>
                            <a:lstStyle/>
                            <a:p>
                              <a:endParaRPr lang="en-US"/>
                            </a:p>
                          </p:txBody>
                        </p:sp>
                      </p:grpSp>
                      <p:grpSp>
                        <p:nvGrpSpPr>
                          <p:cNvPr id="228" name="Graphic 2">
                            <a:extLst>
                              <a:ext uri="{FF2B5EF4-FFF2-40B4-BE49-F238E27FC236}">
                                <a16:creationId xmlns:a16="http://schemas.microsoft.com/office/drawing/2014/main" id="{AE736AF3-0337-429B-AEF1-DA4B52809559}"/>
                              </a:ext>
                            </a:extLst>
                          </p:cNvPr>
                          <p:cNvGrpSpPr/>
                          <p:nvPr/>
                        </p:nvGrpSpPr>
                        <p:grpSpPr>
                          <a:xfrm>
                            <a:off x="3552380" y="2716402"/>
                            <a:ext cx="103495" cy="86677"/>
                            <a:chOff x="3552380" y="2716402"/>
                            <a:chExt cx="103495" cy="86677"/>
                          </a:xfrm>
                          <a:grpFill/>
                        </p:grpSpPr>
                        <p:sp>
                          <p:nvSpPr>
                            <p:cNvPr id="229" name="Freeform: Shape 228">
                              <a:extLst>
                                <a:ext uri="{FF2B5EF4-FFF2-40B4-BE49-F238E27FC236}">
                                  <a16:creationId xmlns:a16="http://schemas.microsoft.com/office/drawing/2014/main" id="{045B347E-A651-4040-A222-BFD59F419D26}"/>
                                </a:ext>
                              </a:extLst>
                            </p:cNvPr>
                            <p:cNvSpPr/>
                            <p:nvPr/>
                          </p:nvSpPr>
                          <p:spPr>
                            <a:xfrm>
                              <a:off x="3552380" y="2716402"/>
                              <a:ext cx="103495" cy="86677"/>
                            </a:xfrm>
                            <a:custGeom>
                              <a:avLst/>
                              <a:gdLst>
                                <a:gd name="connsiteX0" fmla="*/ 17770 w 103495"/>
                                <a:gd name="connsiteY0" fmla="*/ 11430 h 86677"/>
                                <a:gd name="connsiteX1" fmla="*/ 20628 w 103495"/>
                                <a:gd name="connsiteY1" fmla="*/ 7620 h 86677"/>
                                <a:gd name="connsiteX2" fmla="*/ 23486 w 103495"/>
                                <a:gd name="connsiteY2" fmla="*/ 4763 h 86677"/>
                                <a:gd name="connsiteX3" fmla="*/ 25390 w 103495"/>
                                <a:gd name="connsiteY3" fmla="*/ 2857 h 86677"/>
                                <a:gd name="connsiteX4" fmla="*/ 28248 w 103495"/>
                                <a:gd name="connsiteY4" fmla="*/ 952 h 86677"/>
                                <a:gd name="connsiteX5" fmla="*/ 28248 w 103495"/>
                                <a:gd name="connsiteY5" fmla="*/ 952 h 86677"/>
                                <a:gd name="connsiteX6" fmla="*/ 28248 w 103495"/>
                                <a:gd name="connsiteY6" fmla="*/ 952 h 86677"/>
                                <a:gd name="connsiteX7" fmla="*/ 29201 w 103495"/>
                                <a:gd name="connsiteY7" fmla="*/ 952 h 86677"/>
                                <a:gd name="connsiteX8" fmla="*/ 31106 w 103495"/>
                                <a:gd name="connsiteY8" fmla="*/ 952 h 86677"/>
                                <a:gd name="connsiteX9" fmla="*/ 37773 w 103495"/>
                                <a:gd name="connsiteY9" fmla="*/ 0 h 86677"/>
                                <a:gd name="connsiteX10" fmla="*/ 60633 w 103495"/>
                                <a:gd name="connsiteY10" fmla="*/ 2857 h 86677"/>
                                <a:gd name="connsiteX11" fmla="*/ 87303 w 103495"/>
                                <a:gd name="connsiteY11" fmla="*/ 17145 h 86677"/>
                                <a:gd name="connsiteX12" fmla="*/ 97781 w 103495"/>
                                <a:gd name="connsiteY12" fmla="*/ 32385 h 86677"/>
                                <a:gd name="connsiteX13" fmla="*/ 103495 w 103495"/>
                                <a:gd name="connsiteY13" fmla="*/ 54292 h 86677"/>
                                <a:gd name="connsiteX14" fmla="*/ 103495 w 103495"/>
                                <a:gd name="connsiteY14" fmla="*/ 55245 h 86677"/>
                                <a:gd name="connsiteX15" fmla="*/ 103495 w 103495"/>
                                <a:gd name="connsiteY15" fmla="*/ 55245 h 86677"/>
                                <a:gd name="connsiteX16" fmla="*/ 102543 w 103495"/>
                                <a:gd name="connsiteY16" fmla="*/ 60960 h 86677"/>
                                <a:gd name="connsiteX17" fmla="*/ 97781 w 103495"/>
                                <a:gd name="connsiteY17" fmla="*/ 73342 h 86677"/>
                                <a:gd name="connsiteX18" fmla="*/ 94923 w 103495"/>
                                <a:gd name="connsiteY18" fmla="*/ 77152 h 86677"/>
                                <a:gd name="connsiteX19" fmla="*/ 92065 w 103495"/>
                                <a:gd name="connsiteY19" fmla="*/ 80010 h 86677"/>
                                <a:gd name="connsiteX20" fmla="*/ 91113 w 103495"/>
                                <a:gd name="connsiteY20" fmla="*/ 80963 h 86677"/>
                                <a:gd name="connsiteX21" fmla="*/ 91113 w 103495"/>
                                <a:gd name="connsiteY21" fmla="*/ 80963 h 86677"/>
                                <a:gd name="connsiteX22" fmla="*/ 81588 w 103495"/>
                                <a:gd name="connsiteY22" fmla="*/ 85725 h 86677"/>
                                <a:gd name="connsiteX23" fmla="*/ 76826 w 103495"/>
                                <a:gd name="connsiteY23" fmla="*/ 86677 h 86677"/>
                                <a:gd name="connsiteX24" fmla="*/ 73015 w 103495"/>
                                <a:gd name="connsiteY24" fmla="*/ 86677 h 86677"/>
                                <a:gd name="connsiteX25" fmla="*/ 60633 w 103495"/>
                                <a:gd name="connsiteY25" fmla="*/ 81915 h 86677"/>
                                <a:gd name="connsiteX26" fmla="*/ 60633 w 103495"/>
                                <a:gd name="connsiteY26" fmla="*/ 81915 h 86677"/>
                                <a:gd name="connsiteX27" fmla="*/ 58728 w 103495"/>
                                <a:gd name="connsiteY27" fmla="*/ 80010 h 86677"/>
                                <a:gd name="connsiteX28" fmla="*/ 54918 w 103495"/>
                                <a:gd name="connsiteY28" fmla="*/ 80963 h 86677"/>
                                <a:gd name="connsiteX29" fmla="*/ 45393 w 103495"/>
                                <a:gd name="connsiteY29" fmla="*/ 81915 h 86677"/>
                                <a:gd name="connsiteX30" fmla="*/ 44440 w 103495"/>
                                <a:gd name="connsiteY30" fmla="*/ 81915 h 86677"/>
                                <a:gd name="connsiteX31" fmla="*/ 44440 w 103495"/>
                                <a:gd name="connsiteY31" fmla="*/ 81915 h 86677"/>
                                <a:gd name="connsiteX32" fmla="*/ 35868 w 103495"/>
                                <a:gd name="connsiteY32" fmla="*/ 79057 h 86677"/>
                                <a:gd name="connsiteX33" fmla="*/ 29201 w 103495"/>
                                <a:gd name="connsiteY33" fmla="*/ 73342 h 86677"/>
                                <a:gd name="connsiteX34" fmla="*/ 28248 w 103495"/>
                                <a:gd name="connsiteY34" fmla="*/ 72390 h 86677"/>
                                <a:gd name="connsiteX35" fmla="*/ 27295 w 103495"/>
                                <a:gd name="connsiteY35" fmla="*/ 71438 h 86677"/>
                                <a:gd name="connsiteX36" fmla="*/ 24438 w 103495"/>
                                <a:gd name="connsiteY36" fmla="*/ 68580 h 86677"/>
                                <a:gd name="connsiteX37" fmla="*/ 23486 w 103495"/>
                                <a:gd name="connsiteY37" fmla="*/ 67627 h 86677"/>
                                <a:gd name="connsiteX38" fmla="*/ 22533 w 103495"/>
                                <a:gd name="connsiteY38" fmla="*/ 66675 h 86677"/>
                                <a:gd name="connsiteX39" fmla="*/ 22533 w 103495"/>
                                <a:gd name="connsiteY39" fmla="*/ 66675 h 86677"/>
                                <a:gd name="connsiteX40" fmla="*/ 19676 w 103495"/>
                                <a:gd name="connsiteY40" fmla="*/ 64770 h 86677"/>
                                <a:gd name="connsiteX41" fmla="*/ 12056 w 103495"/>
                                <a:gd name="connsiteY41" fmla="*/ 61913 h 86677"/>
                                <a:gd name="connsiteX42" fmla="*/ 9198 w 103495"/>
                                <a:gd name="connsiteY42" fmla="*/ 60960 h 86677"/>
                                <a:gd name="connsiteX43" fmla="*/ 7293 w 103495"/>
                                <a:gd name="connsiteY43" fmla="*/ 60960 h 86677"/>
                                <a:gd name="connsiteX44" fmla="*/ 7293 w 103495"/>
                                <a:gd name="connsiteY44" fmla="*/ 60960 h 86677"/>
                                <a:gd name="connsiteX45" fmla="*/ 7293 w 103495"/>
                                <a:gd name="connsiteY45" fmla="*/ 60960 h 86677"/>
                                <a:gd name="connsiteX46" fmla="*/ 7293 w 103495"/>
                                <a:gd name="connsiteY46" fmla="*/ 60960 h 86677"/>
                                <a:gd name="connsiteX47" fmla="*/ 5388 w 103495"/>
                                <a:gd name="connsiteY47" fmla="*/ 60007 h 86677"/>
                                <a:gd name="connsiteX48" fmla="*/ 4436 w 103495"/>
                                <a:gd name="connsiteY48" fmla="*/ 60007 h 86677"/>
                                <a:gd name="connsiteX49" fmla="*/ 4436 w 103495"/>
                                <a:gd name="connsiteY49" fmla="*/ 60007 h 86677"/>
                                <a:gd name="connsiteX50" fmla="*/ 3483 w 103495"/>
                                <a:gd name="connsiteY50" fmla="*/ 59055 h 86677"/>
                                <a:gd name="connsiteX51" fmla="*/ 2531 w 103495"/>
                                <a:gd name="connsiteY51" fmla="*/ 57150 h 86677"/>
                                <a:gd name="connsiteX52" fmla="*/ 626 w 103495"/>
                                <a:gd name="connsiteY52" fmla="*/ 53340 h 86677"/>
                                <a:gd name="connsiteX53" fmla="*/ 1578 w 103495"/>
                                <a:gd name="connsiteY53" fmla="*/ 40957 h 86677"/>
                                <a:gd name="connsiteX54" fmla="*/ 6340 w 103495"/>
                                <a:gd name="connsiteY54" fmla="*/ 29527 h 86677"/>
                                <a:gd name="connsiteX55" fmla="*/ 12056 w 103495"/>
                                <a:gd name="connsiteY55" fmla="*/ 19050 h 86677"/>
                                <a:gd name="connsiteX56" fmla="*/ 17770 w 103495"/>
                                <a:gd name="connsiteY56" fmla="*/ 11430 h 86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03495" h="86677">
                                  <a:moveTo>
                                    <a:pt x="17770" y="11430"/>
                                  </a:moveTo>
                                  <a:cubicBezTo>
                                    <a:pt x="18723" y="10477"/>
                                    <a:pt x="19676" y="9525"/>
                                    <a:pt x="20628" y="7620"/>
                                  </a:cubicBezTo>
                                  <a:cubicBezTo>
                                    <a:pt x="21581" y="6667"/>
                                    <a:pt x="22533" y="5715"/>
                                    <a:pt x="23486" y="4763"/>
                                  </a:cubicBezTo>
                                  <a:cubicBezTo>
                                    <a:pt x="24438" y="3810"/>
                                    <a:pt x="24438" y="3810"/>
                                    <a:pt x="25390" y="2857"/>
                                  </a:cubicBezTo>
                                  <a:cubicBezTo>
                                    <a:pt x="25390" y="2857"/>
                                    <a:pt x="28248" y="952"/>
                                    <a:pt x="28248" y="952"/>
                                  </a:cubicBezTo>
                                  <a:cubicBezTo>
                                    <a:pt x="28248" y="952"/>
                                    <a:pt x="28248" y="952"/>
                                    <a:pt x="28248" y="952"/>
                                  </a:cubicBezTo>
                                  <a:cubicBezTo>
                                    <a:pt x="28248" y="952"/>
                                    <a:pt x="28248" y="952"/>
                                    <a:pt x="28248" y="952"/>
                                  </a:cubicBezTo>
                                  <a:cubicBezTo>
                                    <a:pt x="28248" y="952"/>
                                    <a:pt x="28248" y="952"/>
                                    <a:pt x="29201" y="952"/>
                                  </a:cubicBezTo>
                                  <a:cubicBezTo>
                                    <a:pt x="29201" y="952"/>
                                    <a:pt x="30153" y="952"/>
                                    <a:pt x="31106" y="952"/>
                                  </a:cubicBezTo>
                                  <a:cubicBezTo>
                                    <a:pt x="33011" y="952"/>
                                    <a:pt x="34915" y="952"/>
                                    <a:pt x="37773" y="0"/>
                                  </a:cubicBezTo>
                                  <a:cubicBezTo>
                                    <a:pt x="43488" y="0"/>
                                    <a:pt x="52061" y="0"/>
                                    <a:pt x="60633" y="2857"/>
                                  </a:cubicBezTo>
                                  <a:cubicBezTo>
                                    <a:pt x="69206" y="4763"/>
                                    <a:pt x="78731" y="9525"/>
                                    <a:pt x="87303" y="17145"/>
                                  </a:cubicBezTo>
                                  <a:cubicBezTo>
                                    <a:pt x="91113" y="20955"/>
                                    <a:pt x="94923" y="25717"/>
                                    <a:pt x="97781" y="32385"/>
                                  </a:cubicBezTo>
                                  <a:cubicBezTo>
                                    <a:pt x="100638" y="38100"/>
                                    <a:pt x="102543" y="45720"/>
                                    <a:pt x="103495" y="54292"/>
                                  </a:cubicBezTo>
                                  <a:cubicBezTo>
                                    <a:pt x="103495" y="54292"/>
                                    <a:pt x="103495" y="55245"/>
                                    <a:pt x="103495" y="55245"/>
                                  </a:cubicBezTo>
                                  <a:cubicBezTo>
                                    <a:pt x="103495" y="55245"/>
                                    <a:pt x="103495" y="55245"/>
                                    <a:pt x="103495" y="55245"/>
                                  </a:cubicBezTo>
                                  <a:cubicBezTo>
                                    <a:pt x="103495" y="57150"/>
                                    <a:pt x="103495" y="59055"/>
                                    <a:pt x="102543" y="60960"/>
                                  </a:cubicBezTo>
                                  <a:cubicBezTo>
                                    <a:pt x="101590" y="65722"/>
                                    <a:pt x="99686" y="69532"/>
                                    <a:pt x="97781" y="73342"/>
                                  </a:cubicBezTo>
                                  <a:cubicBezTo>
                                    <a:pt x="96828" y="75247"/>
                                    <a:pt x="95876" y="76200"/>
                                    <a:pt x="94923" y="77152"/>
                                  </a:cubicBezTo>
                                  <a:cubicBezTo>
                                    <a:pt x="93970" y="78105"/>
                                    <a:pt x="93018" y="79057"/>
                                    <a:pt x="92065" y="80010"/>
                                  </a:cubicBezTo>
                                  <a:cubicBezTo>
                                    <a:pt x="92065" y="80010"/>
                                    <a:pt x="91113" y="80963"/>
                                    <a:pt x="91113" y="80963"/>
                                  </a:cubicBezTo>
                                  <a:cubicBezTo>
                                    <a:pt x="91113" y="80963"/>
                                    <a:pt x="91113" y="80963"/>
                                    <a:pt x="91113" y="80963"/>
                                  </a:cubicBezTo>
                                  <a:cubicBezTo>
                                    <a:pt x="88256" y="83820"/>
                                    <a:pt x="84445" y="84772"/>
                                    <a:pt x="81588" y="85725"/>
                                  </a:cubicBezTo>
                                  <a:cubicBezTo>
                                    <a:pt x="79683" y="85725"/>
                                    <a:pt x="78731" y="86677"/>
                                    <a:pt x="76826" y="86677"/>
                                  </a:cubicBezTo>
                                  <a:cubicBezTo>
                                    <a:pt x="74920" y="86677"/>
                                    <a:pt x="73968" y="86677"/>
                                    <a:pt x="73015" y="86677"/>
                                  </a:cubicBezTo>
                                  <a:cubicBezTo>
                                    <a:pt x="68253" y="85725"/>
                                    <a:pt x="63490" y="83820"/>
                                    <a:pt x="60633" y="81915"/>
                                  </a:cubicBezTo>
                                  <a:cubicBezTo>
                                    <a:pt x="60633" y="81915"/>
                                    <a:pt x="60633" y="81915"/>
                                    <a:pt x="60633" y="81915"/>
                                  </a:cubicBezTo>
                                  <a:cubicBezTo>
                                    <a:pt x="58728" y="80963"/>
                                    <a:pt x="58728" y="80010"/>
                                    <a:pt x="58728" y="80010"/>
                                  </a:cubicBezTo>
                                  <a:cubicBezTo>
                                    <a:pt x="57776" y="80010"/>
                                    <a:pt x="55870" y="80963"/>
                                    <a:pt x="54918" y="80963"/>
                                  </a:cubicBezTo>
                                  <a:cubicBezTo>
                                    <a:pt x="51108" y="81915"/>
                                    <a:pt x="48251" y="81915"/>
                                    <a:pt x="45393" y="81915"/>
                                  </a:cubicBezTo>
                                  <a:cubicBezTo>
                                    <a:pt x="45393" y="81915"/>
                                    <a:pt x="44440" y="81915"/>
                                    <a:pt x="44440" y="81915"/>
                                  </a:cubicBezTo>
                                  <a:cubicBezTo>
                                    <a:pt x="44440" y="81915"/>
                                    <a:pt x="44440" y="81915"/>
                                    <a:pt x="44440" y="81915"/>
                                  </a:cubicBezTo>
                                  <a:cubicBezTo>
                                    <a:pt x="41583" y="81915"/>
                                    <a:pt x="38726" y="80010"/>
                                    <a:pt x="35868" y="79057"/>
                                  </a:cubicBezTo>
                                  <a:cubicBezTo>
                                    <a:pt x="33011" y="77152"/>
                                    <a:pt x="31106" y="75247"/>
                                    <a:pt x="29201" y="73342"/>
                                  </a:cubicBezTo>
                                  <a:cubicBezTo>
                                    <a:pt x="29201" y="73342"/>
                                    <a:pt x="28248" y="72390"/>
                                    <a:pt x="28248" y="72390"/>
                                  </a:cubicBezTo>
                                  <a:cubicBezTo>
                                    <a:pt x="28248" y="72390"/>
                                    <a:pt x="27295" y="71438"/>
                                    <a:pt x="27295" y="71438"/>
                                  </a:cubicBezTo>
                                  <a:cubicBezTo>
                                    <a:pt x="26343" y="70485"/>
                                    <a:pt x="25390" y="69532"/>
                                    <a:pt x="24438" y="68580"/>
                                  </a:cubicBezTo>
                                  <a:cubicBezTo>
                                    <a:pt x="24438" y="68580"/>
                                    <a:pt x="23486" y="68580"/>
                                    <a:pt x="23486" y="67627"/>
                                  </a:cubicBezTo>
                                  <a:cubicBezTo>
                                    <a:pt x="23486" y="67627"/>
                                    <a:pt x="23486" y="67627"/>
                                    <a:pt x="22533" y="66675"/>
                                  </a:cubicBezTo>
                                  <a:lnTo>
                                    <a:pt x="22533" y="66675"/>
                                  </a:lnTo>
                                  <a:cubicBezTo>
                                    <a:pt x="21581" y="66675"/>
                                    <a:pt x="21581" y="65722"/>
                                    <a:pt x="19676" y="64770"/>
                                  </a:cubicBezTo>
                                  <a:cubicBezTo>
                                    <a:pt x="17770" y="63817"/>
                                    <a:pt x="15865" y="62865"/>
                                    <a:pt x="12056" y="61913"/>
                                  </a:cubicBezTo>
                                  <a:cubicBezTo>
                                    <a:pt x="11103" y="61913"/>
                                    <a:pt x="10151" y="60960"/>
                                    <a:pt x="9198" y="60960"/>
                                  </a:cubicBezTo>
                                  <a:cubicBezTo>
                                    <a:pt x="9198" y="60960"/>
                                    <a:pt x="8245" y="60960"/>
                                    <a:pt x="7293" y="60960"/>
                                  </a:cubicBezTo>
                                  <a:lnTo>
                                    <a:pt x="7293" y="60960"/>
                                  </a:lnTo>
                                  <a:lnTo>
                                    <a:pt x="7293" y="60960"/>
                                  </a:lnTo>
                                  <a:cubicBezTo>
                                    <a:pt x="7293" y="60960"/>
                                    <a:pt x="7293" y="60960"/>
                                    <a:pt x="7293" y="60960"/>
                                  </a:cubicBezTo>
                                  <a:cubicBezTo>
                                    <a:pt x="6340" y="60960"/>
                                    <a:pt x="6340" y="60960"/>
                                    <a:pt x="5388" y="60007"/>
                                  </a:cubicBezTo>
                                  <a:cubicBezTo>
                                    <a:pt x="5388" y="60007"/>
                                    <a:pt x="5388" y="60007"/>
                                    <a:pt x="4436" y="60007"/>
                                  </a:cubicBezTo>
                                  <a:lnTo>
                                    <a:pt x="4436" y="60007"/>
                                  </a:lnTo>
                                  <a:cubicBezTo>
                                    <a:pt x="4436" y="60007"/>
                                    <a:pt x="3483" y="59055"/>
                                    <a:pt x="3483" y="59055"/>
                                  </a:cubicBezTo>
                                  <a:cubicBezTo>
                                    <a:pt x="3483" y="58102"/>
                                    <a:pt x="2531" y="58102"/>
                                    <a:pt x="2531" y="57150"/>
                                  </a:cubicBezTo>
                                  <a:cubicBezTo>
                                    <a:pt x="1578" y="56197"/>
                                    <a:pt x="1578" y="54292"/>
                                    <a:pt x="626" y="53340"/>
                                  </a:cubicBezTo>
                                  <a:cubicBezTo>
                                    <a:pt x="-327" y="50482"/>
                                    <a:pt x="-327" y="45720"/>
                                    <a:pt x="1578" y="40957"/>
                                  </a:cubicBezTo>
                                  <a:cubicBezTo>
                                    <a:pt x="3483" y="37147"/>
                                    <a:pt x="4436" y="33338"/>
                                    <a:pt x="6340" y="29527"/>
                                  </a:cubicBezTo>
                                  <a:cubicBezTo>
                                    <a:pt x="8245" y="25717"/>
                                    <a:pt x="10151" y="22860"/>
                                    <a:pt x="12056" y="19050"/>
                                  </a:cubicBezTo>
                                  <a:cubicBezTo>
                                    <a:pt x="13961" y="16192"/>
                                    <a:pt x="15865" y="14288"/>
                                    <a:pt x="17770" y="11430"/>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66783F71-FF3D-4F4D-BCCA-3184292E3146}"/>
                                </a:ext>
                              </a:extLst>
                            </p:cNvPr>
                            <p:cNvSpPr/>
                            <p:nvPr/>
                          </p:nvSpPr>
                          <p:spPr>
                            <a:xfrm>
                              <a:off x="3558721" y="2718307"/>
                              <a:ext cx="97155" cy="81914"/>
                            </a:xfrm>
                            <a:custGeom>
                              <a:avLst/>
                              <a:gdLst>
                                <a:gd name="connsiteX0" fmla="*/ 20003 w 97155"/>
                                <a:gd name="connsiteY0" fmla="*/ 3810 h 81914"/>
                                <a:gd name="connsiteX1" fmla="*/ 20003 w 97155"/>
                                <a:gd name="connsiteY1" fmla="*/ 3810 h 81914"/>
                                <a:gd name="connsiteX2" fmla="*/ 19050 w 97155"/>
                                <a:gd name="connsiteY2" fmla="*/ 7620 h 81914"/>
                                <a:gd name="connsiteX3" fmla="*/ 15240 w 97155"/>
                                <a:gd name="connsiteY3" fmla="*/ 15240 h 81914"/>
                                <a:gd name="connsiteX4" fmla="*/ 9525 w 97155"/>
                                <a:gd name="connsiteY4" fmla="*/ 25717 h 81914"/>
                                <a:gd name="connsiteX5" fmla="*/ 7620 w 97155"/>
                                <a:gd name="connsiteY5" fmla="*/ 28575 h 81914"/>
                                <a:gd name="connsiteX6" fmla="*/ 6668 w 97155"/>
                                <a:gd name="connsiteY6" fmla="*/ 29527 h 81914"/>
                                <a:gd name="connsiteX7" fmla="*/ 6668 w 97155"/>
                                <a:gd name="connsiteY7" fmla="*/ 29527 h 81914"/>
                                <a:gd name="connsiteX8" fmla="*/ 6668 w 97155"/>
                                <a:gd name="connsiteY8" fmla="*/ 29527 h 81914"/>
                                <a:gd name="connsiteX9" fmla="*/ 6668 w 97155"/>
                                <a:gd name="connsiteY9" fmla="*/ 30480 h 81914"/>
                                <a:gd name="connsiteX10" fmla="*/ 3810 w 97155"/>
                                <a:gd name="connsiteY10" fmla="*/ 36195 h 81914"/>
                                <a:gd name="connsiteX11" fmla="*/ 2858 w 97155"/>
                                <a:gd name="connsiteY11" fmla="*/ 39052 h 81914"/>
                                <a:gd name="connsiteX12" fmla="*/ 1905 w 97155"/>
                                <a:gd name="connsiteY12" fmla="*/ 41910 h 81914"/>
                                <a:gd name="connsiteX13" fmla="*/ 1905 w 97155"/>
                                <a:gd name="connsiteY13" fmla="*/ 42863 h 81914"/>
                                <a:gd name="connsiteX14" fmla="*/ 1905 w 97155"/>
                                <a:gd name="connsiteY14" fmla="*/ 43815 h 81914"/>
                                <a:gd name="connsiteX15" fmla="*/ 953 w 97155"/>
                                <a:gd name="connsiteY15" fmla="*/ 46672 h 81914"/>
                                <a:gd name="connsiteX16" fmla="*/ 0 w 97155"/>
                                <a:gd name="connsiteY16" fmla="*/ 50483 h 81914"/>
                                <a:gd name="connsiteX17" fmla="*/ 0 w 97155"/>
                                <a:gd name="connsiteY17" fmla="*/ 53340 h 81914"/>
                                <a:gd name="connsiteX18" fmla="*/ 0 w 97155"/>
                                <a:gd name="connsiteY18" fmla="*/ 55245 h 81914"/>
                                <a:gd name="connsiteX19" fmla="*/ 0 w 97155"/>
                                <a:gd name="connsiteY19" fmla="*/ 56197 h 81914"/>
                                <a:gd name="connsiteX20" fmla="*/ 0 w 97155"/>
                                <a:gd name="connsiteY20" fmla="*/ 56197 h 81914"/>
                                <a:gd name="connsiteX21" fmla="*/ 0 w 97155"/>
                                <a:gd name="connsiteY21" fmla="*/ 56197 h 81914"/>
                                <a:gd name="connsiteX22" fmla="*/ 0 w 97155"/>
                                <a:gd name="connsiteY22" fmla="*/ 56197 h 81914"/>
                                <a:gd name="connsiteX23" fmla="*/ 0 w 97155"/>
                                <a:gd name="connsiteY23" fmla="*/ 55245 h 81914"/>
                                <a:gd name="connsiteX24" fmla="*/ 0 w 97155"/>
                                <a:gd name="connsiteY24" fmla="*/ 53340 h 81914"/>
                                <a:gd name="connsiteX25" fmla="*/ 953 w 97155"/>
                                <a:gd name="connsiteY25" fmla="*/ 50483 h 81914"/>
                                <a:gd name="connsiteX26" fmla="*/ 1905 w 97155"/>
                                <a:gd name="connsiteY26" fmla="*/ 46672 h 81914"/>
                                <a:gd name="connsiteX27" fmla="*/ 2858 w 97155"/>
                                <a:gd name="connsiteY27" fmla="*/ 44767 h 81914"/>
                                <a:gd name="connsiteX28" fmla="*/ 2858 w 97155"/>
                                <a:gd name="connsiteY28" fmla="*/ 43815 h 81914"/>
                                <a:gd name="connsiteX29" fmla="*/ 3810 w 97155"/>
                                <a:gd name="connsiteY29" fmla="*/ 42863 h 81914"/>
                                <a:gd name="connsiteX30" fmla="*/ 4763 w 97155"/>
                                <a:gd name="connsiteY30" fmla="*/ 40005 h 81914"/>
                                <a:gd name="connsiteX31" fmla="*/ 5715 w 97155"/>
                                <a:gd name="connsiteY31" fmla="*/ 37147 h 81914"/>
                                <a:gd name="connsiteX32" fmla="*/ 8573 w 97155"/>
                                <a:gd name="connsiteY32" fmla="*/ 31433 h 81914"/>
                                <a:gd name="connsiteX33" fmla="*/ 8573 w 97155"/>
                                <a:gd name="connsiteY33" fmla="*/ 30480 h 81914"/>
                                <a:gd name="connsiteX34" fmla="*/ 8573 w 97155"/>
                                <a:gd name="connsiteY34" fmla="*/ 30480 h 81914"/>
                                <a:gd name="connsiteX35" fmla="*/ 8573 w 97155"/>
                                <a:gd name="connsiteY35" fmla="*/ 30480 h 81914"/>
                                <a:gd name="connsiteX36" fmla="*/ 9525 w 97155"/>
                                <a:gd name="connsiteY36" fmla="*/ 29527 h 81914"/>
                                <a:gd name="connsiteX37" fmla="*/ 11430 w 97155"/>
                                <a:gd name="connsiteY37" fmla="*/ 26670 h 81914"/>
                                <a:gd name="connsiteX38" fmla="*/ 18098 w 97155"/>
                                <a:gd name="connsiteY38" fmla="*/ 16192 h 81914"/>
                                <a:gd name="connsiteX39" fmla="*/ 22860 w 97155"/>
                                <a:gd name="connsiteY39" fmla="*/ 6667 h 81914"/>
                                <a:gd name="connsiteX40" fmla="*/ 23813 w 97155"/>
                                <a:gd name="connsiteY40" fmla="*/ 8572 h 81914"/>
                                <a:gd name="connsiteX41" fmla="*/ 24765 w 97155"/>
                                <a:gd name="connsiteY41" fmla="*/ 11430 h 81914"/>
                                <a:gd name="connsiteX42" fmla="*/ 26670 w 97155"/>
                                <a:gd name="connsiteY42" fmla="*/ 14288 h 81914"/>
                                <a:gd name="connsiteX43" fmla="*/ 29528 w 97155"/>
                                <a:gd name="connsiteY43" fmla="*/ 20955 h 81914"/>
                                <a:gd name="connsiteX44" fmla="*/ 30480 w 97155"/>
                                <a:gd name="connsiteY44" fmla="*/ 21908 h 81914"/>
                                <a:gd name="connsiteX45" fmla="*/ 30480 w 97155"/>
                                <a:gd name="connsiteY45" fmla="*/ 21908 h 81914"/>
                                <a:gd name="connsiteX46" fmla="*/ 30480 w 97155"/>
                                <a:gd name="connsiteY46" fmla="*/ 25717 h 81914"/>
                                <a:gd name="connsiteX47" fmla="*/ 29528 w 97155"/>
                                <a:gd name="connsiteY47" fmla="*/ 30480 h 81914"/>
                                <a:gd name="connsiteX48" fmla="*/ 25718 w 97155"/>
                                <a:gd name="connsiteY48" fmla="*/ 41910 h 81914"/>
                                <a:gd name="connsiteX49" fmla="*/ 23813 w 97155"/>
                                <a:gd name="connsiteY49" fmla="*/ 47625 h 81914"/>
                                <a:gd name="connsiteX50" fmla="*/ 22860 w 97155"/>
                                <a:gd name="connsiteY50" fmla="*/ 50483 h 81914"/>
                                <a:gd name="connsiteX51" fmla="*/ 21908 w 97155"/>
                                <a:gd name="connsiteY51" fmla="*/ 53340 h 81914"/>
                                <a:gd name="connsiteX52" fmla="*/ 20955 w 97155"/>
                                <a:gd name="connsiteY52" fmla="*/ 58102 h 81914"/>
                                <a:gd name="connsiteX53" fmla="*/ 20955 w 97155"/>
                                <a:gd name="connsiteY53" fmla="*/ 60008 h 81914"/>
                                <a:gd name="connsiteX54" fmla="*/ 20955 w 97155"/>
                                <a:gd name="connsiteY54" fmla="*/ 61913 h 81914"/>
                                <a:gd name="connsiteX55" fmla="*/ 21908 w 97155"/>
                                <a:gd name="connsiteY55" fmla="*/ 66675 h 81914"/>
                                <a:gd name="connsiteX56" fmla="*/ 21908 w 97155"/>
                                <a:gd name="connsiteY56" fmla="*/ 66675 h 81914"/>
                                <a:gd name="connsiteX57" fmla="*/ 21908 w 97155"/>
                                <a:gd name="connsiteY57" fmla="*/ 66675 h 81914"/>
                                <a:gd name="connsiteX58" fmla="*/ 21908 w 97155"/>
                                <a:gd name="connsiteY58" fmla="*/ 66675 h 81914"/>
                                <a:gd name="connsiteX59" fmla="*/ 21908 w 97155"/>
                                <a:gd name="connsiteY59" fmla="*/ 66675 h 81914"/>
                                <a:gd name="connsiteX60" fmla="*/ 21908 w 97155"/>
                                <a:gd name="connsiteY60" fmla="*/ 66675 h 81914"/>
                                <a:gd name="connsiteX61" fmla="*/ 22860 w 97155"/>
                                <a:gd name="connsiteY61" fmla="*/ 67627 h 81914"/>
                                <a:gd name="connsiteX62" fmla="*/ 21908 w 97155"/>
                                <a:gd name="connsiteY62" fmla="*/ 66675 h 81914"/>
                                <a:gd name="connsiteX63" fmla="*/ 21908 w 97155"/>
                                <a:gd name="connsiteY63" fmla="*/ 66675 h 81914"/>
                                <a:gd name="connsiteX64" fmla="*/ 21908 w 97155"/>
                                <a:gd name="connsiteY64" fmla="*/ 66675 h 81914"/>
                                <a:gd name="connsiteX65" fmla="*/ 21908 w 97155"/>
                                <a:gd name="connsiteY65" fmla="*/ 66675 h 81914"/>
                                <a:gd name="connsiteX66" fmla="*/ 21908 w 97155"/>
                                <a:gd name="connsiteY66" fmla="*/ 66675 h 81914"/>
                                <a:gd name="connsiteX67" fmla="*/ 21908 w 97155"/>
                                <a:gd name="connsiteY67" fmla="*/ 66675 h 81914"/>
                                <a:gd name="connsiteX68" fmla="*/ 21908 w 97155"/>
                                <a:gd name="connsiteY68" fmla="*/ 61913 h 81914"/>
                                <a:gd name="connsiteX69" fmla="*/ 21908 w 97155"/>
                                <a:gd name="connsiteY69" fmla="*/ 60008 h 81914"/>
                                <a:gd name="connsiteX70" fmla="*/ 21908 w 97155"/>
                                <a:gd name="connsiteY70" fmla="*/ 58102 h 81914"/>
                                <a:gd name="connsiteX71" fmla="*/ 22860 w 97155"/>
                                <a:gd name="connsiteY71" fmla="*/ 53340 h 81914"/>
                                <a:gd name="connsiteX72" fmla="*/ 23813 w 97155"/>
                                <a:gd name="connsiteY72" fmla="*/ 50483 h 81914"/>
                                <a:gd name="connsiteX73" fmla="*/ 24765 w 97155"/>
                                <a:gd name="connsiteY73" fmla="*/ 47625 h 81914"/>
                                <a:gd name="connsiteX74" fmla="*/ 27623 w 97155"/>
                                <a:gd name="connsiteY74" fmla="*/ 41910 h 81914"/>
                                <a:gd name="connsiteX75" fmla="*/ 31433 w 97155"/>
                                <a:gd name="connsiteY75" fmla="*/ 30480 h 81914"/>
                                <a:gd name="connsiteX76" fmla="*/ 32385 w 97155"/>
                                <a:gd name="connsiteY76" fmla="*/ 25717 h 81914"/>
                                <a:gd name="connsiteX77" fmla="*/ 32385 w 97155"/>
                                <a:gd name="connsiteY77" fmla="*/ 25717 h 81914"/>
                                <a:gd name="connsiteX78" fmla="*/ 33338 w 97155"/>
                                <a:gd name="connsiteY78" fmla="*/ 27622 h 81914"/>
                                <a:gd name="connsiteX79" fmla="*/ 37148 w 97155"/>
                                <a:gd name="connsiteY79" fmla="*/ 35242 h 81914"/>
                                <a:gd name="connsiteX80" fmla="*/ 40958 w 97155"/>
                                <a:gd name="connsiteY80" fmla="*/ 41910 h 81914"/>
                                <a:gd name="connsiteX81" fmla="*/ 40958 w 97155"/>
                                <a:gd name="connsiteY81" fmla="*/ 42863 h 81914"/>
                                <a:gd name="connsiteX82" fmla="*/ 40958 w 97155"/>
                                <a:gd name="connsiteY82" fmla="*/ 44767 h 81914"/>
                                <a:gd name="connsiteX83" fmla="*/ 40958 w 97155"/>
                                <a:gd name="connsiteY83" fmla="*/ 50483 h 81914"/>
                                <a:gd name="connsiteX84" fmla="*/ 40005 w 97155"/>
                                <a:gd name="connsiteY84" fmla="*/ 54292 h 81914"/>
                                <a:gd name="connsiteX85" fmla="*/ 39053 w 97155"/>
                                <a:gd name="connsiteY85" fmla="*/ 58102 h 81914"/>
                                <a:gd name="connsiteX86" fmla="*/ 39053 w 97155"/>
                                <a:gd name="connsiteY86" fmla="*/ 60008 h 81914"/>
                                <a:gd name="connsiteX87" fmla="*/ 39053 w 97155"/>
                                <a:gd name="connsiteY87" fmla="*/ 61913 h 81914"/>
                                <a:gd name="connsiteX88" fmla="*/ 39053 w 97155"/>
                                <a:gd name="connsiteY88" fmla="*/ 63817 h 81914"/>
                                <a:gd name="connsiteX89" fmla="*/ 39053 w 97155"/>
                                <a:gd name="connsiteY89" fmla="*/ 65722 h 81914"/>
                                <a:gd name="connsiteX90" fmla="*/ 39053 w 97155"/>
                                <a:gd name="connsiteY90" fmla="*/ 70485 h 81914"/>
                                <a:gd name="connsiteX91" fmla="*/ 39053 w 97155"/>
                                <a:gd name="connsiteY91" fmla="*/ 74295 h 81914"/>
                                <a:gd name="connsiteX92" fmla="*/ 39053 w 97155"/>
                                <a:gd name="connsiteY92" fmla="*/ 76200 h 81914"/>
                                <a:gd name="connsiteX93" fmla="*/ 39053 w 97155"/>
                                <a:gd name="connsiteY93" fmla="*/ 78105 h 81914"/>
                                <a:gd name="connsiteX94" fmla="*/ 39053 w 97155"/>
                                <a:gd name="connsiteY94" fmla="*/ 79058 h 81914"/>
                                <a:gd name="connsiteX95" fmla="*/ 39053 w 97155"/>
                                <a:gd name="connsiteY95" fmla="*/ 80010 h 81914"/>
                                <a:gd name="connsiteX96" fmla="*/ 39053 w 97155"/>
                                <a:gd name="connsiteY96" fmla="*/ 80010 h 81914"/>
                                <a:gd name="connsiteX97" fmla="*/ 39053 w 97155"/>
                                <a:gd name="connsiteY97" fmla="*/ 78105 h 81914"/>
                                <a:gd name="connsiteX98" fmla="*/ 39053 w 97155"/>
                                <a:gd name="connsiteY98" fmla="*/ 76200 h 81914"/>
                                <a:gd name="connsiteX99" fmla="*/ 39053 w 97155"/>
                                <a:gd name="connsiteY99" fmla="*/ 74295 h 81914"/>
                                <a:gd name="connsiteX100" fmla="*/ 39053 w 97155"/>
                                <a:gd name="connsiteY100" fmla="*/ 70485 h 81914"/>
                                <a:gd name="connsiteX101" fmla="*/ 39053 w 97155"/>
                                <a:gd name="connsiteY101" fmla="*/ 65722 h 81914"/>
                                <a:gd name="connsiteX102" fmla="*/ 39053 w 97155"/>
                                <a:gd name="connsiteY102" fmla="*/ 64770 h 81914"/>
                                <a:gd name="connsiteX103" fmla="*/ 39053 w 97155"/>
                                <a:gd name="connsiteY103" fmla="*/ 63817 h 81914"/>
                                <a:gd name="connsiteX104" fmla="*/ 39053 w 97155"/>
                                <a:gd name="connsiteY104" fmla="*/ 61913 h 81914"/>
                                <a:gd name="connsiteX105" fmla="*/ 39053 w 97155"/>
                                <a:gd name="connsiteY105" fmla="*/ 60008 h 81914"/>
                                <a:gd name="connsiteX106" fmla="*/ 39053 w 97155"/>
                                <a:gd name="connsiteY106" fmla="*/ 58102 h 81914"/>
                                <a:gd name="connsiteX107" fmla="*/ 40005 w 97155"/>
                                <a:gd name="connsiteY107" fmla="*/ 54292 h 81914"/>
                                <a:gd name="connsiteX108" fmla="*/ 40958 w 97155"/>
                                <a:gd name="connsiteY108" fmla="*/ 50483 h 81914"/>
                                <a:gd name="connsiteX109" fmla="*/ 41910 w 97155"/>
                                <a:gd name="connsiteY109" fmla="*/ 46672 h 81914"/>
                                <a:gd name="connsiteX110" fmla="*/ 44768 w 97155"/>
                                <a:gd name="connsiteY110" fmla="*/ 51435 h 81914"/>
                                <a:gd name="connsiteX111" fmla="*/ 48578 w 97155"/>
                                <a:gd name="connsiteY111" fmla="*/ 59055 h 81914"/>
                                <a:gd name="connsiteX112" fmla="*/ 50483 w 97155"/>
                                <a:gd name="connsiteY112" fmla="*/ 62865 h 81914"/>
                                <a:gd name="connsiteX113" fmla="*/ 52388 w 97155"/>
                                <a:gd name="connsiteY113" fmla="*/ 66675 h 81914"/>
                                <a:gd name="connsiteX114" fmla="*/ 54293 w 97155"/>
                                <a:gd name="connsiteY114" fmla="*/ 74295 h 81914"/>
                                <a:gd name="connsiteX115" fmla="*/ 55245 w 97155"/>
                                <a:gd name="connsiteY115" fmla="*/ 78105 h 81914"/>
                                <a:gd name="connsiteX116" fmla="*/ 55245 w 97155"/>
                                <a:gd name="connsiteY116" fmla="*/ 80963 h 81914"/>
                                <a:gd name="connsiteX117" fmla="*/ 55245 w 97155"/>
                                <a:gd name="connsiteY117" fmla="*/ 80963 h 81914"/>
                                <a:gd name="connsiteX118" fmla="*/ 55245 w 97155"/>
                                <a:gd name="connsiteY118" fmla="*/ 80963 h 81914"/>
                                <a:gd name="connsiteX119" fmla="*/ 55245 w 97155"/>
                                <a:gd name="connsiteY119" fmla="*/ 77152 h 81914"/>
                                <a:gd name="connsiteX120" fmla="*/ 55245 w 97155"/>
                                <a:gd name="connsiteY120" fmla="*/ 73342 h 81914"/>
                                <a:gd name="connsiteX121" fmla="*/ 53340 w 97155"/>
                                <a:gd name="connsiteY121" fmla="*/ 64770 h 81914"/>
                                <a:gd name="connsiteX122" fmla="*/ 52388 w 97155"/>
                                <a:gd name="connsiteY122" fmla="*/ 62865 h 81914"/>
                                <a:gd name="connsiteX123" fmla="*/ 51435 w 97155"/>
                                <a:gd name="connsiteY123" fmla="*/ 60960 h 81914"/>
                                <a:gd name="connsiteX124" fmla="*/ 50483 w 97155"/>
                                <a:gd name="connsiteY124" fmla="*/ 59055 h 81914"/>
                                <a:gd name="connsiteX125" fmla="*/ 49530 w 97155"/>
                                <a:gd name="connsiteY125" fmla="*/ 57150 h 81914"/>
                                <a:gd name="connsiteX126" fmla="*/ 45720 w 97155"/>
                                <a:gd name="connsiteY126" fmla="*/ 49530 h 81914"/>
                                <a:gd name="connsiteX127" fmla="*/ 41910 w 97155"/>
                                <a:gd name="connsiteY127" fmla="*/ 41910 h 81914"/>
                                <a:gd name="connsiteX128" fmla="*/ 39053 w 97155"/>
                                <a:gd name="connsiteY128" fmla="*/ 36195 h 81914"/>
                                <a:gd name="connsiteX129" fmla="*/ 40005 w 97155"/>
                                <a:gd name="connsiteY129" fmla="*/ 37147 h 81914"/>
                                <a:gd name="connsiteX130" fmla="*/ 44768 w 97155"/>
                                <a:gd name="connsiteY130" fmla="*/ 40005 h 81914"/>
                                <a:gd name="connsiteX131" fmla="*/ 56198 w 97155"/>
                                <a:gd name="connsiteY131" fmla="*/ 45720 h 81914"/>
                                <a:gd name="connsiteX132" fmla="*/ 62865 w 97155"/>
                                <a:gd name="connsiteY132" fmla="*/ 48577 h 81914"/>
                                <a:gd name="connsiteX133" fmla="*/ 69533 w 97155"/>
                                <a:gd name="connsiteY133" fmla="*/ 52388 h 81914"/>
                                <a:gd name="connsiteX134" fmla="*/ 75248 w 97155"/>
                                <a:gd name="connsiteY134" fmla="*/ 58102 h 81914"/>
                                <a:gd name="connsiteX135" fmla="*/ 80010 w 97155"/>
                                <a:gd name="connsiteY135" fmla="*/ 64770 h 81914"/>
                                <a:gd name="connsiteX136" fmla="*/ 81915 w 97155"/>
                                <a:gd name="connsiteY136" fmla="*/ 68580 h 81914"/>
                                <a:gd name="connsiteX137" fmla="*/ 83820 w 97155"/>
                                <a:gd name="connsiteY137" fmla="*/ 72390 h 81914"/>
                                <a:gd name="connsiteX138" fmla="*/ 84773 w 97155"/>
                                <a:gd name="connsiteY138" fmla="*/ 74295 h 81914"/>
                                <a:gd name="connsiteX139" fmla="*/ 85725 w 97155"/>
                                <a:gd name="connsiteY139" fmla="*/ 76200 h 81914"/>
                                <a:gd name="connsiteX140" fmla="*/ 86678 w 97155"/>
                                <a:gd name="connsiteY140" fmla="*/ 80963 h 81914"/>
                                <a:gd name="connsiteX141" fmla="*/ 86678 w 97155"/>
                                <a:gd name="connsiteY141" fmla="*/ 81915 h 81914"/>
                                <a:gd name="connsiteX142" fmla="*/ 86678 w 97155"/>
                                <a:gd name="connsiteY142" fmla="*/ 81915 h 81914"/>
                                <a:gd name="connsiteX143" fmla="*/ 86678 w 97155"/>
                                <a:gd name="connsiteY143" fmla="*/ 80963 h 81914"/>
                                <a:gd name="connsiteX144" fmla="*/ 84773 w 97155"/>
                                <a:gd name="connsiteY144" fmla="*/ 72390 h 81914"/>
                                <a:gd name="connsiteX145" fmla="*/ 80963 w 97155"/>
                                <a:gd name="connsiteY145" fmla="*/ 63817 h 81914"/>
                                <a:gd name="connsiteX146" fmla="*/ 76200 w 97155"/>
                                <a:gd name="connsiteY146" fmla="*/ 57150 h 81914"/>
                                <a:gd name="connsiteX147" fmla="*/ 70485 w 97155"/>
                                <a:gd name="connsiteY147" fmla="*/ 51435 h 81914"/>
                                <a:gd name="connsiteX148" fmla="*/ 63818 w 97155"/>
                                <a:gd name="connsiteY148" fmla="*/ 47625 h 81914"/>
                                <a:gd name="connsiteX149" fmla="*/ 57150 w 97155"/>
                                <a:gd name="connsiteY149" fmla="*/ 44767 h 81914"/>
                                <a:gd name="connsiteX150" fmla="*/ 45720 w 97155"/>
                                <a:gd name="connsiteY150" fmla="*/ 39052 h 81914"/>
                                <a:gd name="connsiteX151" fmla="*/ 41910 w 97155"/>
                                <a:gd name="connsiteY151" fmla="*/ 36195 h 81914"/>
                                <a:gd name="connsiteX152" fmla="*/ 39053 w 97155"/>
                                <a:gd name="connsiteY152" fmla="*/ 34290 h 81914"/>
                                <a:gd name="connsiteX153" fmla="*/ 37148 w 97155"/>
                                <a:gd name="connsiteY153" fmla="*/ 33338 h 81914"/>
                                <a:gd name="connsiteX154" fmla="*/ 34290 w 97155"/>
                                <a:gd name="connsiteY154" fmla="*/ 27622 h 81914"/>
                                <a:gd name="connsiteX155" fmla="*/ 32385 w 97155"/>
                                <a:gd name="connsiteY155" fmla="*/ 23813 h 81914"/>
                                <a:gd name="connsiteX156" fmla="*/ 30480 w 97155"/>
                                <a:gd name="connsiteY156" fmla="*/ 20002 h 81914"/>
                                <a:gd name="connsiteX157" fmla="*/ 27623 w 97155"/>
                                <a:gd name="connsiteY157" fmla="*/ 13335 h 81914"/>
                                <a:gd name="connsiteX158" fmla="*/ 27623 w 97155"/>
                                <a:gd name="connsiteY158" fmla="*/ 12383 h 81914"/>
                                <a:gd name="connsiteX159" fmla="*/ 28575 w 97155"/>
                                <a:gd name="connsiteY159" fmla="*/ 12383 h 81914"/>
                                <a:gd name="connsiteX160" fmla="*/ 32385 w 97155"/>
                                <a:gd name="connsiteY160" fmla="*/ 13335 h 81914"/>
                                <a:gd name="connsiteX161" fmla="*/ 35243 w 97155"/>
                                <a:gd name="connsiteY161" fmla="*/ 14288 h 81914"/>
                                <a:gd name="connsiteX162" fmla="*/ 38100 w 97155"/>
                                <a:gd name="connsiteY162" fmla="*/ 15240 h 81914"/>
                                <a:gd name="connsiteX163" fmla="*/ 44768 w 97155"/>
                                <a:gd name="connsiteY163" fmla="*/ 17145 h 81914"/>
                                <a:gd name="connsiteX164" fmla="*/ 52388 w 97155"/>
                                <a:gd name="connsiteY164" fmla="*/ 19050 h 81914"/>
                                <a:gd name="connsiteX165" fmla="*/ 60008 w 97155"/>
                                <a:gd name="connsiteY165" fmla="*/ 21908 h 81914"/>
                                <a:gd name="connsiteX166" fmla="*/ 68580 w 97155"/>
                                <a:gd name="connsiteY166" fmla="*/ 24765 h 81914"/>
                                <a:gd name="connsiteX167" fmla="*/ 76200 w 97155"/>
                                <a:gd name="connsiteY167" fmla="*/ 28575 h 81914"/>
                                <a:gd name="connsiteX168" fmla="*/ 83820 w 97155"/>
                                <a:gd name="connsiteY168" fmla="*/ 34290 h 81914"/>
                                <a:gd name="connsiteX169" fmla="*/ 86678 w 97155"/>
                                <a:gd name="connsiteY169" fmla="*/ 37147 h 81914"/>
                                <a:gd name="connsiteX170" fmla="*/ 89535 w 97155"/>
                                <a:gd name="connsiteY170" fmla="*/ 40958 h 81914"/>
                                <a:gd name="connsiteX171" fmla="*/ 92393 w 97155"/>
                                <a:gd name="connsiteY171" fmla="*/ 44767 h 81914"/>
                                <a:gd name="connsiteX172" fmla="*/ 94298 w 97155"/>
                                <a:gd name="connsiteY172" fmla="*/ 48577 h 81914"/>
                                <a:gd name="connsiteX173" fmla="*/ 96203 w 97155"/>
                                <a:gd name="connsiteY173" fmla="*/ 52388 h 81914"/>
                                <a:gd name="connsiteX174" fmla="*/ 97155 w 97155"/>
                                <a:gd name="connsiteY174" fmla="*/ 55245 h 81914"/>
                                <a:gd name="connsiteX175" fmla="*/ 97155 w 97155"/>
                                <a:gd name="connsiteY175" fmla="*/ 54292 h 81914"/>
                                <a:gd name="connsiteX176" fmla="*/ 96203 w 97155"/>
                                <a:gd name="connsiteY176" fmla="*/ 52388 h 81914"/>
                                <a:gd name="connsiteX177" fmla="*/ 94298 w 97155"/>
                                <a:gd name="connsiteY177" fmla="*/ 48577 h 81914"/>
                                <a:gd name="connsiteX178" fmla="*/ 92393 w 97155"/>
                                <a:gd name="connsiteY178" fmla="*/ 44767 h 81914"/>
                                <a:gd name="connsiteX179" fmla="*/ 89535 w 97155"/>
                                <a:gd name="connsiteY179" fmla="*/ 40958 h 81914"/>
                                <a:gd name="connsiteX180" fmla="*/ 86678 w 97155"/>
                                <a:gd name="connsiteY180" fmla="*/ 37147 h 81914"/>
                                <a:gd name="connsiteX181" fmla="*/ 83820 w 97155"/>
                                <a:gd name="connsiteY181" fmla="*/ 34290 h 81914"/>
                                <a:gd name="connsiteX182" fmla="*/ 76200 w 97155"/>
                                <a:gd name="connsiteY182" fmla="*/ 28575 h 81914"/>
                                <a:gd name="connsiteX183" fmla="*/ 68580 w 97155"/>
                                <a:gd name="connsiteY183" fmla="*/ 23813 h 81914"/>
                                <a:gd name="connsiteX184" fmla="*/ 60008 w 97155"/>
                                <a:gd name="connsiteY184" fmla="*/ 20955 h 81914"/>
                                <a:gd name="connsiteX185" fmla="*/ 52388 w 97155"/>
                                <a:gd name="connsiteY185" fmla="*/ 18097 h 81914"/>
                                <a:gd name="connsiteX186" fmla="*/ 44768 w 97155"/>
                                <a:gd name="connsiteY186" fmla="*/ 16192 h 81914"/>
                                <a:gd name="connsiteX187" fmla="*/ 38100 w 97155"/>
                                <a:gd name="connsiteY187" fmla="*/ 14288 h 81914"/>
                                <a:gd name="connsiteX188" fmla="*/ 35243 w 97155"/>
                                <a:gd name="connsiteY188" fmla="*/ 13335 h 81914"/>
                                <a:gd name="connsiteX189" fmla="*/ 32385 w 97155"/>
                                <a:gd name="connsiteY189" fmla="*/ 12383 h 81914"/>
                                <a:gd name="connsiteX190" fmla="*/ 28575 w 97155"/>
                                <a:gd name="connsiteY190" fmla="*/ 11430 h 81914"/>
                                <a:gd name="connsiteX191" fmla="*/ 26670 w 97155"/>
                                <a:gd name="connsiteY191" fmla="*/ 10477 h 81914"/>
                                <a:gd name="connsiteX192" fmla="*/ 26670 w 97155"/>
                                <a:gd name="connsiteY192" fmla="*/ 10477 h 81914"/>
                                <a:gd name="connsiteX193" fmla="*/ 25718 w 97155"/>
                                <a:gd name="connsiteY193" fmla="*/ 7620 h 81914"/>
                                <a:gd name="connsiteX194" fmla="*/ 23813 w 97155"/>
                                <a:gd name="connsiteY194" fmla="*/ 3810 h 81914"/>
                                <a:gd name="connsiteX195" fmla="*/ 21908 w 97155"/>
                                <a:gd name="connsiteY195" fmla="*/ 0 h 81914"/>
                                <a:gd name="connsiteX196" fmla="*/ 19050 w 97155"/>
                                <a:gd name="connsiteY196" fmla="*/ 1905 h 81914"/>
                                <a:gd name="connsiteX197" fmla="*/ 20003 w 97155"/>
                                <a:gd name="connsiteY197" fmla="*/ 3810 h 81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97155" h="81914">
                                  <a:moveTo>
                                    <a:pt x="20003" y="3810"/>
                                  </a:moveTo>
                                  <a:cubicBezTo>
                                    <a:pt x="20003" y="4763"/>
                                    <a:pt x="20003" y="4763"/>
                                    <a:pt x="20003" y="3810"/>
                                  </a:cubicBezTo>
                                  <a:cubicBezTo>
                                    <a:pt x="20003" y="4763"/>
                                    <a:pt x="20003" y="5715"/>
                                    <a:pt x="19050" y="7620"/>
                                  </a:cubicBezTo>
                                  <a:cubicBezTo>
                                    <a:pt x="18098" y="9525"/>
                                    <a:pt x="17145" y="12383"/>
                                    <a:pt x="15240" y="15240"/>
                                  </a:cubicBezTo>
                                  <a:cubicBezTo>
                                    <a:pt x="13335" y="18097"/>
                                    <a:pt x="11430" y="21908"/>
                                    <a:pt x="9525" y="25717"/>
                                  </a:cubicBezTo>
                                  <a:cubicBezTo>
                                    <a:pt x="8573" y="26670"/>
                                    <a:pt x="8573" y="27622"/>
                                    <a:pt x="7620" y="28575"/>
                                  </a:cubicBezTo>
                                  <a:cubicBezTo>
                                    <a:pt x="7620" y="29527"/>
                                    <a:pt x="6668" y="29527"/>
                                    <a:pt x="6668" y="29527"/>
                                  </a:cubicBezTo>
                                  <a:lnTo>
                                    <a:pt x="6668" y="29527"/>
                                  </a:lnTo>
                                  <a:lnTo>
                                    <a:pt x="6668" y="29527"/>
                                  </a:lnTo>
                                  <a:lnTo>
                                    <a:pt x="6668" y="30480"/>
                                  </a:lnTo>
                                  <a:cubicBezTo>
                                    <a:pt x="5715" y="32385"/>
                                    <a:pt x="4763" y="34290"/>
                                    <a:pt x="3810" y="36195"/>
                                  </a:cubicBezTo>
                                  <a:cubicBezTo>
                                    <a:pt x="3810" y="37147"/>
                                    <a:pt x="2858" y="38100"/>
                                    <a:pt x="2858" y="39052"/>
                                  </a:cubicBezTo>
                                  <a:cubicBezTo>
                                    <a:pt x="2858" y="40005"/>
                                    <a:pt x="1905" y="40958"/>
                                    <a:pt x="1905" y="41910"/>
                                  </a:cubicBezTo>
                                  <a:cubicBezTo>
                                    <a:pt x="1905" y="41910"/>
                                    <a:pt x="1905" y="42863"/>
                                    <a:pt x="1905" y="42863"/>
                                  </a:cubicBezTo>
                                  <a:cubicBezTo>
                                    <a:pt x="1905" y="42863"/>
                                    <a:pt x="1905" y="43815"/>
                                    <a:pt x="1905" y="43815"/>
                                  </a:cubicBezTo>
                                  <a:cubicBezTo>
                                    <a:pt x="1905" y="44767"/>
                                    <a:pt x="1905" y="45720"/>
                                    <a:pt x="953" y="46672"/>
                                  </a:cubicBezTo>
                                  <a:cubicBezTo>
                                    <a:pt x="953" y="48577"/>
                                    <a:pt x="0" y="49530"/>
                                    <a:pt x="0" y="50483"/>
                                  </a:cubicBezTo>
                                  <a:cubicBezTo>
                                    <a:pt x="0" y="51435"/>
                                    <a:pt x="0" y="52388"/>
                                    <a:pt x="0" y="53340"/>
                                  </a:cubicBezTo>
                                  <a:cubicBezTo>
                                    <a:pt x="0" y="54292"/>
                                    <a:pt x="0" y="55245"/>
                                    <a:pt x="0" y="55245"/>
                                  </a:cubicBezTo>
                                  <a:cubicBezTo>
                                    <a:pt x="0" y="55245"/>
                                    <a:pt x="0" y="56197"/>
                                    <a:pt x="0" y="56197"/>
                                  </a:cubicBezTo>
                                  <a:cubicBezTo>
                                    <a:pt x="0" y="56197"/>
                                    <a:pt x="0" y="56197"/>
                                    <a:pt x="0" y="56197"/>
                                  </a:cubicBezTo>
                                  <a:lnTo>
                                    <a:pt x="0" y="56197"/>
                                  </a:lnTo>
                                  <a:cubicBezTo>
                                    <a:pt x="0" y="56197"/>
                                    <a:pt x="0" y="56197"/>
                                    <a:pt x="0" y="56197"/>
                                  </a:cubicBezTo>
                                  <a:cubicBezTo>
                                    <a:pt x="0" y="56197"/>
                                    <a:pt x="0" y="55245"/>
                                    <a:pt x="0" y="55245"/>
                                  </a:cubicBezTo>
                                  <a:cubicBezTo>
                                    <a:pt x="0" y="55245"/>
                                    <a:pt x="0" y="54292"/>
                                    <a:pt x="0" y="53340"/>
                                  </a:cubicBezTo>
                                  <a:cubicBezTo>
                                    <a:pt x="0" y="52388"/>
                                    <a:pt x="0" y="51435"/>
                                    <a:pt x="953" y="50483"/>
                                  </a:cubicBezTo>
                                  <a:cubicBezTo>
                                    <a:pt x="953" y="49530"/>
                                    <a:pt x="1905" y="47625"/>
                                    <a:pt x="1905" y="46672"/>
                                  </a:cubicBezTo>
                                  <a:cubicBezTo>
                                    <a:pt x="1905" y="45720"/>
                                    <a:pt x="1905" y="44767"/>
                                    <a:pt x="2858" y="44767"/>
                                  </a:cubicBezTo>
                                  <a:cubicBezTo>
                                    <a:pt x="2858" y="44767"/>
                                    <a:pt x="2858" y="43815"/>
                                    <a:pt x="2858" y="43815"/>
                                  </a:cubicBezTo>
                                  <a:cubicBezTo>
                                    <a:pt x="2858" y="43815"/>
                                    <a:pt x="2858" y="42863"/>
                                    <a:pt x="3810" y="42863"/>
                                  </a:cubicBezTo>
                                  <a:cubicBezTo>
                                    <a:pt x="3810" y="41910"/>
                                    <a:pt x="4763" y="40958"/>
                                    <a:pt x="4763" y="40005"/>
                                  </a:cubicBezTo>
                                  <a:cubicBezTo>
                                    <a:pt x="4763" y="39052"/>
                                    <a:pt x="5715" y="38100"/>
                                    <a:pt x="5715" y="37147"/>
                                  </a:cubicBezTo>
                                  <a:cubicBezTo>
                                    <a:pt x="6668" y="35242"/>
                                    <a:pt x="7620" y="33338"/>
                                    <a:pt x="8573" y="31433"/>
                                  </a:cubicBezTo>
                                  <a:lnTo>
                                    <a:pt x="8573" y="30480"/>
                                  </a:lnTo>
                                  <a:lnTo>
                                    <a:pt x="8573" y="30480"/>
                                  </a:lnTo>
                                  <a:lnTo>
                                    <a:pt x="8573" y="30480"/>
                                  </a:lnTo>
                                  <a:cubicBezTo>
                                    <a:pt x="8573" y="29527"/>
                                    <a:pt x="9525" y="29527"/>
                                    <a:pt x="9525" y="29527"/>
                                  </a:cubicBezTo>
                                  <a:cubicBezTo>
                                    <a:pt x="10478" y="28575"/>
                                    <a:pt x="10478" y="27622"/>
                                    <a:pt x="11430" y="26670"/>
                                  </a:cubicBezTo>
                                  <a:cubicBezTo>
                                    <a:pt x="14288" y="22860"/>
                                    <a:pt x="16193" y="20002"/>
                                    <a:pt x="18098" y="16192"/>
                                  </a:cubicBezTo>
                                  <a:cubicBezTo>
                                    <a:pt x="20955" y="11430"/>
                                    <a:pt x="22860" y="8572"/>
                                    <a:pt x="22860" y="6667"/>
                                  </a:cubicBezTo>
                                  <a:cubicBezTo>
                                    <a:pt x="22860" y="7620"/>
                                    <a:pt x="22860" y="7620"/>
                                    <a:pt x="23813" y="8572"/>
                                  </a:cubicBezTo>
                                  <a:cubicBezTo>
                                    <a:pt x="23813" y="9525"/>
                                    <a:pt x="24765" y="10477"/>
                                    <a:pt x="24765" y="11430"/>
                                  </a:cubicBezTo>
                                  <a:cubicBezTo>
                                    <a:pt x="24765" y="12383"/>
                                    <a:pt x="25718" y="13335"/>
                                    <a:pt x="26670" y="14288"/>
                                  </a:cubicBezTo>
                                  <a:cubicBezTo>
                                    <a:pt x="27623" y="16192"/>
                                    <a:pt x="28575" y="18097"/>
                                    <a:pt x="29528" y="20955"/>
                                  </a:cubicBezTo>
                                  <a:cubicBezTo>
                                    <a:pt x="29528" y="20955"/>
                                    <a:pt x="29528" y="21908"/>
                                    <a:pt x="30480" y="21908"/>
                                  </a:cubicBezTo>
                                  <a:cubicBezTo>
                                    <a:pt x="30480" y="21908"/>
                                    <a:pt x="30480" y="21908"/>
                                    <a:pt x="30480" y="21908"/>
                                  </a:cubicBezTo>
                                  <a:cubicBezTo>
                                    <a:pt x="30480" y="22860"/>
                                    <a:pt x="30480" y="23813"/>
                                    <a:pt x="30480" y="25717"/>
                                  </a:cubicBezTo>
                                  <a:cubicBezTo>
                                    <a:pt x="30480" y="27622"/>
                                    <a:pt x="30480" y="28575"/>
                                    <a:pt x="29528" y="30480"/>
                                  </a:cubicBezTo>
                                  <a:cubicBezTo>
                                    <a:pt x="28575" y="34290"/>
                                    <a:pt x="27623" y="38100"/>
                                    <a:pt x="25718" y="41910"/>
                                  </a:cubicBezTo>
                                  <a:cubicBezTo>
                                    <a:pt x="24765" y="43815"/>
                                    <a:pt x="23813" y="45720"/>
                                    <a:pt x="23813" y="47625"/>
                                  </a:cubicBezTo>
                                  <a:cubicBezTo>
                                    <a:pt x="23813" y="48577"/>
                                    <a:pt x="22860" y="49530"/>
                                    <a:pt x="22860" y="50483"/>
                                  </a:cubicBezTo>
                                  <a:cubicBezTo>
                                    <a:pt x="22860" y="51435"/>
                                    <a:pt x="21908" y="52388"/>
                                    <a:pt x="21908" y="53340"/>
                                  </a:cubicBezTo>
                                  <a:cubicBezTo>
                                    <a:pt x="20955" y="55245"/>
                                    <a:pt x="20955" y="57150"/>
                                    <a:pt x="20955" y="58102"/>
                                  </a:cubicBezTo>
                                  <a:cubicBezTo>
                                    <a:pt x="20955" y="59055"/>
                                    <a:pt x="20955" y="60008"/>
                                    <a:pt x="20955" y="60008"/>
                                  </a:cubicBezTo>
                                  <a:cubicBezTo>
                                    <a:pt x="20955" y="60960"/>
                                    <a:pt x="20955" y="60960"/>
                                    <a:pt x="20955" y="61913"/>
                                  </a:cubicBezTo>
                                  <a:cubicBezTo>
                                    <a:pt x="20955" y="63817"/>
                                    <a:pt x="20955" y="65722"/>
                                    <a:pt x="21908" y="66675"/>
                                  </a:cubicBezTo>
                                  <a:cubicBezTo>
                                    <a:pt x="21908" y="66675"/>
                                    <a:pt x="21908" y="66675"/>
                                    <a:pt x="21908" y="66675"/>
                                  </a:cubicBezTo>
                                  <a:cubicBezTo>
                                    <a:pt x="21908" y="66675"/>
                                    <a:pt x="21908" y="66675"/>
                                    <a:pt x="21908" y="66675"/>
                                  </a:cubicBezTo>
                                  <a:cubicBezTo>
                                    <a:pt x="21908" y="66675"/>
                                    <a:pt x="21908" y="66675"/>
                                    <a:pt x="21908" y="66675"/>
                                  </a:cubicBezTo>
                                  <a:cubicBezTo>
                                    <a:pt x="21908" y="66675"/>
                                    <a:pt x="21908" y="66675"/>
                                    <a:pt x="21908" y="66675"/>
                                  </a:cubicBezTo>
                                  <a:cubicBezTo>
                                    <a:pt x="21908" y="66675"/>
                                    <a:pt x="21908" y="66675"/>
                                    <a:pt x="21908" y="66675"/>
                                  </a:cubicBezTo>
                                  <a:cubicBezTo>
                                    <a:pt x="21908" y="66675"/>
                                    <a:pt x="22860" y="67627"/>
                                    <a:pt x="22860" y="67627"/>
                                  </a:cubicBezTo>
                                  <a:cubicBezTo>
                                    <a:pt x="22860" y="67627"/>
                                    <a:pt x="21908" y="66675"/>
                                    <a:pt x="21908" y="66675"/>
                                  </a:cubicBezTo>
                                  <a:cubicBezTo>
                                    <a:pt x="21908" y="66675"/>
                                    <a:pt x="21908" y="66675"/>
                                    <a:pt x="21908" y="66675"/>
                                  </a:cubicBezTo>
                                  <a:cubicBezTo>
                                    <a:pt x="21908" y="66675"/>
                                    <a:pt x="21908" y="66675"/>
                                    <a:pt x="21908" y="66675"/>
                                  </a:cubicBezTo>
                                  <a:cubicBezTo>
                                    <a:pt x="21908" y="66675"/>
                                    <a:pt x="21908" y="66675"/>
                                    <a:pt x="21908" y="66675"/>
                                  </a:cubicBezTo>
                                  <a:cubicBezTo>
                                    <a:pt x="21908" y="66675"/>
                                    <a:pt x="21908" y="66675"/>
                                    <a:pt x="21908" y="66675"/>
                                  </a:cubicBezTo>
                                  <a:cubicBezTo>
                                    <a:pt x="21908" y="66675"/>
                                    <a:pt x="21908" y="66675"/>
                                    <a:pt x="21908" y="66675"/>
                                  </a:cubicBezTo>
                                  <a:cubicBezTo>
                                    <a:pt x="21908" y="65722"/>
                                    <a:pt x="20955" y="63817"/>
                                    <a:pt x="21908" y="61913"/>
                                  </a:cubicBezTo>
                                  <a:cubicBezTo>
                                    <a:pt x="21908" y="60960"/>
                                    <a:pt x="21908" y="60960"/>
                                    <a:pt x="21908" y="60008"/>
                                  </a:cubicBezTo>
                                  <a:cubicBezTo>
                                    <a:pt x="21908" y="59055"/>
                                    <a:pt x="21908" y="59055"/>
                                    <a:pt x="21908" y="58102"/>
                                  </a:cubicBezTo>
                                  <a:cubicBezTo>
                                    <a:pt x="21908" y="56197"/>
                                    <a:pt x="22860" y="55245"/>
                                    <a:pt x="22860" y="53340"/>
                                  </a:cubicBezTo>
                                  <a:cubicBezTo>
                                    <a:pt x="22860" y="52388"/>
                                    <a:pt x="23813" y="51435"/>
                                    <a:pt x="23813" y="50483"/>
                                  </a:cubicBezTo>
                                  <a:cubicBezTo>
                                    <a:pt x="23813" y="49530"/>
                                    <a:pt x="24765" y="48577"/>
                                    <a:pt x="24765" y="47625"/>
                                  </a:cubicBezTo>
                                  <a:cubicBezTo>
                                    <a:pt x="25718" y="45720"/>
                                    <a:pt x="26670" y="43815"/>
                                    <a:pt x="27623" y="41910"/>
                                  </a:cubicBezTo>
                                  <a:cubicBezTo>
                                    <a:pt x="29528" y="38100"/>
                                    <a:pt x="30480" y="34290"/>
                                    <a:pt x="31433" y="30480"/>
                                  </a:cubicBezTo>
                                  <a:cubicBezTo>
                                    <a:pt x="31433" y="28575"/>
                                    <a:pt x="32385" y="26670"/>
                                    <a:pt x="32385" y="25717"/>
                                  </a:cubicBezTo>
                                  <a:cubicBezTo>
                                    <a:pt x="32385" y="25717"/>
                                    <a:pt x="32385" y="25717"/>
                                    <a:pt x="32385" y="25717"/>
                                  </a:cubicBezTo>
                                  <a:cubicBezTo>
                                    <a:pt x="32385" y="26670"/>
                                    <a:pt x="33338" y="27622"/>
                                    <a:pt x="33338" y="27622"/>
                                  </a:cubicBezTo>
                                  <a:cubicBezTo>
                                    <a:pt x="34290" y="30480"/>
                                    <a:pt x="36195" y="32385"/>
                                    <a:pt x="37148" y="35242"/>
                                  </a:cubicBezTo>
                                  <a:cubicBezTo>
                                    <a:pt x="38100" y="37147"/>
                                    <a:pt x="40005" y="40005"/>
                                    <a:pt x="40958" y="41910"/>
                                  </a:cubicBezTo>
                                  <a:cubicBezTo>
                                    <a:pt x="40958" y="41910"/>
                                    <a:pt x="40958" y="41910"/>
                                    <a:pt x="40958" y="42863"/>
                                  </a:cubicBezTo>
                                  <a:cubicBezTo>
                                    <a:pt x="40958" y="42863"/>
                                    <a:pt x="40958" y="43815"/>
                                    <a:pt x="40958" y="44767"/>
                                  </a:cubicBezTo>
                                  <a:cubicBezTo>
                                    <a:pt x="40958" y="45720"/>
                                    <a:pt x="40958" y="47625"/>
                                    <a:pt x="40958" y="50483"/>
                                  </a:cubicBezTo>
                                  <a:cubicBezTo>
                                    <a:pt x="40958" y="51435"/>
                                    <a:pt x="40005" y="53340"/>
                                    <a:pt x="40005" y="54292"/>
                                  </a:cubicBezTo>
                                  <a:cubicBezTo>
                                    <a:pt x="40005" y="55245"/>
                                    <a:pt x="39053" y="57150"/>
                                    <a:pt x="39053" y="58102"/>
                                  </a:cubicBezTo>
                                  <a:cubicBezTo>
                                    <a:pt x="39053" y="59055"/>
                                    <a:pt x="39053" y="60008"/>
                                    <a:pt x="39053" y="60008"/>
                                  </a:cubicBezTo>
                                  <a:cubicBezTo>
                                    <a:pt x="39053" y="60960"/>
                                    <a:pt x="39053" y="61913"/>
                                    <a:pt x="39053" y="61913"/>
                                  </a:cubicBezTo>
                                  <a:cubicBezTo>
                                    <a:pt x="39053" y="62865"/>
                                    <a:pt x="39053" y="63817"/>
                                    <a:pt x="39053" y="63817"/>
                                  </a:cubicBezTo>
                                  <a:cubicBezTo>
                                    <a:pt x="39053" y="64770"/>
                                    <a:pt x="39053" y="65722"/>
                                    <a:pt x="39053" y="65722"/>
                                  </a:cubicBezTo>
                                  <a:cubicBezTo>
                                    <a:pt x="39053" y="67627"/>
                                    <a:pt x="39053" y="68580"/>
                                    <a:pt x="39053" y="70485"/>
                                  </a:cubicBezTo>
                                  <a:cubicBezTo>
                                    <a:pt x="39053" y="72390"/>
                                    <a:pt x="39053" y="73342"/>
                                    <a:pt x="39053" y="74295"/>
                                  </a:cubicBezTo>
                                  <a:cubicBezTo>
                                    <a:pt x="39053" y="75247"/>
                                    <a:pt x="39053" y="75247"/>
                                    <a:pt x="39053" y="76200"/>
                                  </a:cubicBezTo>
                                  <a:cubicBezTo>
                                    <a:pt x="39053" y="77152"/>
                                    <a:pt x="39053" y="77152"/>
                                    <a:pt x="39053" y="78105"/>
                                  </a:cubicBezTo>
                                  <a:cubicBezTo>
                                    <a:pt x="39053" y="78105"/>
                                    <a:pt x="39053" y="79058"/>
                                    <a:pt x="39053" y="79058"/>
                                  </a:cubicBezTo>
                                  <a:cubicBezTo>
                                    <a:pt x="39053" y="79058"/>
                                    <a:pt x="39053" y="80010"/>
                                    <a:pt x="39053" y="80010"/>
                                  </a:cubicBezTo>
                                  <a:cubicBezTo>
                                    <a:pt x="39053" y="80010"/>
                                    <a:pt x="39053" y="80010"/>
                                    <a:pt x="39053" y="80010"/>
                                  </a:cubicBezTo>
                                  <a:cubicBezTo>
                                    <a:pt x="39053" y="79058"/>
                                    <a:pt x="39053" y="78105"/>
                                    <a:pt x="39053" y="78105"/>
                                  </a:cubicBezTo>
                                  <a:cubicBezTo>
                                    <a:pt x="39053" y="77152"/>
                                    <a:pt x="39053" y="77152"/>
                                    <a:pt x="39053" y="76200"/>
                                  </a:cubicBezTo>
                                  <a:cubicBezTo>
                                    <a:pt x="39053" y="75247"/>
                                    <a:pt x="39053" y="75247"/>
                                    <a:pt x="39053" y="74295"/>
                                  </a:cubicBezTo>
                                  <a:cubicBezTo>
                                    <a:pt x="39053" y="73342"/>
                                    <a:pt x="39053" y="71438"/>
                                    <a:pt x="39053" y="70485"/>
                                  </a:cubicBezTo>
                                  <a:cubicBezTo>
                                    <a:pt x="39053" y="69533"/>
                                    <a:pt x="39053" y="67627"/>
                                    <a:pt x="39053" y="65722"/>
                                  </a:cubicBezTo>
                                  <a:lnTo>
                                    <a:pt x="39053" y="64770"/>
                                  </a:lnTo>
                                  <a:lnTo>
                                    <a:pt x="39053" y="63817"/>
                                  </a:lnTo>
                                  <a:cubicBezTo>
                                    <a:pt x="39053" y="62865"/>
                                    <a:pt x="39053" y="61913"/>
                                    <a:pt x="39053" y="61913"/>
                                  </a:cubicBezTo>
                                  <a:cubicBezTo>
                                    <a:pt x="39053" y="60960"/>
                                    <a:pt x="39053" y="60960"/>
                                    <a:pt x="39053" y="60008"/>
                                  </a:cubicBezTo>
                                  <a:cubicBezTo>
                                    <a:pt x="39053" y="59055"/>
                                    <a:pt x="39053" y="58102"/>
                                    <a:pt x="39053" y="58102"/>
                                  </a:cubicBezTo>
                                  <a:cubicBezTo>
                                    <a:pt x="39053" y="57150"/>
                                    <a:pt x="40005" y="55245"/>
                                    <a:pt x="40005" y="54292"/>
                                  </a:cubicBezTo>
                                  <a:cubicBezTo>
                                    <a:pt x="40005" y="53340"/>
                                    <a:pt x="40958" y="51435"/>
                                    <a:pt x="40958" y="50483"/>
                                  </a:cubicBezTo>
                                  <a:cubicBezTo>
                                    <a:pt x="40958" y="49530"/>
                                    <a:pt x="41910" y="47625"/>
                                    <a:pt x="41910" y="46672"/>
                                  </a:cubicBezTo>
                                  <a:cubicBezTo>
                                    <a:pt x="42863" y="48577"/>
                                    <a:pt x="43815" y="49530"/>
                                    <a:pt x="44768" y="51435"/>
                                  </a:cubicBezTo>
                                  <a:cubicBezTo>
                                    <a:pt x="45720" y="54292"/>
                                    <a:pt x="47625" y="57150"/>
                                    <a:pt x="48578" y="59055"/>
                                  </a:cubicBezTo>
                                  <a:cubicBezTo>
                                    <a:pt x="49530" y="60008"/>
                                    <a:pt x="49530" y="61913"/>
                                    <a:pt x="50483" y="62865"/>
                                  </a:cubicBezTo>
                                  <a:cubicBezTo>
                                    <a:pt x="51435" y="63817"/>
                                    <a:pt x="51435" y="65722"/>
                                    <a:pt x="52388" y="66675"/>
                                  </a:cubicBezTo>
                                  <a:cubicBezTo>
                                    <a:pt x="53340" y="69533"/>
                                    <a:pt x="54293" y="72390"/>
                                    <a:pt x="54293" y="74295"/>
                                  </a:cubicBezTo>
                                  <a:cubicBezTo>
                                    <a:pt x="54293" y="75247"/>
                                    <a:pt x="54293" y="77152"/>
                                    <a:pt x="55245" y="78105"/>
                                  </a:cubicBezTo>
                                  <a:cubicBezTo>
                                    <a:pt x="55245" y="79058"/>
                                    <a:pt x="55245" y="80010"/>
                                    <a:pt x="55245" y="80963"/>
                                  </a:cubicBezTo>
                                  <a:cubicBezTo>
                                    <a:pt x="55245" y="80963"/>
                                    <a:pt x="55245" y="80963"/>
                                    <a:pt x="55245" y="80963"/>
                                  </a:cubicBezTo>
                                  <a:lnTo>
                                    <a:pt x="55245" y="80963"/>
                                  </a:lnTo>
                                  <a:cubicBezTo>
                                    <a:pt x="55245" y="80010"/>
                                    <a:pt x="55245" y="78105"/>
                                    <a:pt x="55245" y="77152"/>
                                  </a:cubicBezTo>
                                  <a:cubicBezTo>
                                    <a:pt x="55245" y="76200"/>
                                    <a:pt x="55245" y="74295"/>
                                    <a:pt x="55245" y="73342"/>
                                  </a:cubicBezTo>
                                  <a:cubicBezTo>
                                    <a:pt x="55245" y="70485"/>
                                    <a:pt x="54293" y="67627"/>
                                    <a:pt x="53340" y="64770"/>
                                  </a:cubicBezTo>
                                  <a:cubicBezTo>
                                    <a:pt x="53340" y="63817"/>
                                    <a:pt x="52388" y="63817"/>
                                    <a:pt x="52388" y="62865"/>
                                  </a:cubicBezTo>
                                  <a:cubicBezTo>
                                    <a:pt x="52388" y="61913"/>
                                    <a:pt x="52388" y="61913"/>
                                    <a:pt x="51435" y="60960"/>
                                  </a:cubicBezTo>
                                  <a:cubicBezTo>
                                    <a:pt x="51435" y="60008"/>
                                    <a:pt x="50483" y="60008"/>
                                    <a:pt x="50483" y="59055"/>
                                  </a:cubicBezTo>
                                  <a:cubicBezTo>
                                    <a:pt x="50483" y="58102"/>
                                    <a:pt x="49530" y="58102"/>
                                    <a:pt x="49530" y="57150"/>
                                  </a:cubicBezTo>
                                  <a:cubicBezTo>
                                    <a:pt x="48578" y="54292"/>
                                    <a:pt x="46673" y="51435"/>
                                    <a:pt x="45720" y="49530"/>
                                  </a:cubicBezTo>
                                  <a:cubicBezTo>
                                    <a:pt x="44768" y="46672"/>
                                    <a:pt x="42863" y="43815"/>
                                    <a:pt x="41910" y="41910"/>
                                  </a:cubicBezTo>
                                  <a:cubicBezTo>
                                    <a:pt x="40958" y="40005"/>
                                    <a:pt x="40005" y="38100"/>
                                    <a:pt x="39053" y="36195"/>
                                  </a:cubicBezTo>
                                  <a:cubicBezTo>
                                    <a:pt x="39053" y="36195"/>
                                    <a:pt x="40005" y="36195"/>
                                    <a:pt x="40005" y="37147"/>
                                  </a:cubicBezTo>
                                  <a:cubicBezTo>
                                    <a:pt x="40958" y="38100"/>
                                    <a:pt x="42863" y="39052"/>
                                    <a:pt x="44768" y="40005"/>
                                  </a:cubicBezTo>
                                  <a:cubicBezTo>
                                    <a:pt x="47625" y="41910"/>
                                    <a:pt x="51435" y="43815"/>
                                    <a:pt x="56198" y="45720"/>
                                  </a:cubicBezTo>
                                  <a:cubicBezTo>
                                    <a:pt x="58103" y="46672"/>
                                    <a:pt x="60008" y="47625"/>
                                    <a:pt x="62865" y="48577"/>
                                  </a:cubicBezTo>
                                  <a:cubicBezTo>
                                    <a:pt x="64770" y="49530"/>
                                    <a:pt x="66675" y="51435"/>
                                    <a:pt x="69533" y="52388"/>
                                  </a:cubicBezTo>
                                  <a:cubicBezTo>
                                    <a:pt x="71438" y="54292"/>
                                    <a:pt x="73343" y="56197"/>
                                    <a:pt x="75248" y="58102"/>
                                  </a:cubicBezTo>
                                  <a:cubicBezTo>
                                    <a:pt x="77153" y="60008"/>
                                    <a:pt x="79058" y="62865"/>
                                    <a:pt x="80010" y="64770"/>
                                  </a:cubicBezTo>
                                  <a:cubicBezTo>
                                    <a:pt x="80963" y="65722"/>
                                    <a:pt x="80963" y="67627"/>
                                    <a:pt x="81915" y="68580"/>
                                  </a:cubicBezTo>
                                  <a:cubicBezTo>
                                    <a:pt x="82868" y="69533"/>
                                    <a:pt x="82868" y="71438"/>
                                    <a:pt x="83820" y="72390"/>
                                  </a:cubicBezTo>
                                  <a:cubicBezTo>
                                    <a:pt x="83820" y="73342"/>
                                    <a:pt x="83820" y="73342"/>
                                    <a:pt x="84773" y="74295"/>
                                  </a:cubicBezTo>
                                  <a:cubicBezTo>
                                    <a:pt x="84773" y="75247"/>
                                    <a:pt x="84773" y="76200"/>
                                    <a:pt x="85725" y="76200"/>
                                  </a:cubicBezTo>
                                  <a:cubicBezTo>
                                    <a:pt x="85725" y="78105"/>
                                    <a:pt x="86678" y="79058"/>
                                    <a:pt x="86678" y="80963"/>
                                  </a:cubicBezTo>
                                  <a:cubicBezTo>
                                    <a:pt x="86678" y="80963"/>
                                    <a:pt x="86678" y="81915"/>
                                    <a:pt x="86678" y="81915"/>
                                  </a:cubicBezTo>
                                  <a:cubicBezTo>
                                    <a:pt x="86678" y="81915"/>
                                    <a:pt x="86678" y="81915"/>
                                    <a:pt x="86678" y="81915"/>
                                  </a:cubicBezTo>
                                  <a:lnTo>
                                    <a:pt x="86678" y="80963"/>
                                  </a:lnTo>
                                  <a:cubicBezTo>
                                    <a:pt x="86678" y="78105"/>
                                    <a:pt x="85725" y="75247"/>
                                    <a:pt x="84773" y="72390"/>
                                  </a:cubicBezTo>
                                  <a:cubicBezTo>
                                    <a:pt x="83820" y="69533"/>
                                    <a:pt x="82868" y="66675"/>
                                    <a:pt x="80963" y="63817"/>
                                  </a:cubicBezTo>
                                  <a:cubicBezTo>
                                    <a:pt x="80010" y="60960"/>
                                    <a:pt x="78105" y="59055"/>
                                    <a:pt x="76200" y="57150"/>
                                  </a:cubicBezTo>
                                  <a:cubicBezTo>
                                    <a:pt x="74295" y="55245"/>
                                    <a:pt x="72390" y="53340"/>
                                    <a:pt x="70485" y="51435"/>
                                  </a:cubicBezTo>
                                  <a:cubicBezTo>
                                    <a:pt x="68580" y="49530"/>
                                    <a:pt x="66675" y="48577"/>
                                    <a:pt x="63818" y="47625"/>
                                  </a:cubicBezTo>
                                  <a:cubicBezTo>
                                    <a:pt x="61913" y="46672"/>
                                    <a:pt x="59055" y="45720"/>
                                    <a:pt x="57150" y="44767"/>
                                  </a:cubicBezTo>
                                  <a:cubicBezTo>
                                    <a:pt x="53340" y="42863"/>
                                    <a:pt x="49530" y="40958"/>
                                    <a:pt x="45720" y="39052"/>
                                  </a:cubicBezTo>
                                  <a:cubicBezTo>
                                    <a:pt x="43815" y="38100"/>
                                    <a:pt x="42863" y="37147"/>
                                    <a:pt x="41910" y="36195"/>
                                  </a:cubicBezTo>
                                  <a:cubicBezTo>
                                    <a:pt x="40958" y="35242"/>
                                    <a:pt x="40005" y="34290"/>
                                    <a:pt x="39053" y="34290"/>
                                  </a:cubicBezTo>
                                  <a:cubicBezTo>
                                    <a:pt x="38100" y="33338"/>
                                    <a:pt x="38100" y="33338"/>
                                    <a:pt x="37148" y="33338"/>
                                  </a:cubicBezTo>
                                  <a:cubicBezTo>
                                    <a:pt x="36195" y="31433"/>
                                    <a:pt x="35243" y="29527"/>
                                    <a:pt x="34290" y="27622"/>
                                  </a:cubicBezTo>
                                  <a:cubicBezTo>
                                    <a:pt x="33338" y="26670"/>
                                    <a:pt x="33338" y="24765"/>
                                    <a:pt x="32385" y="23813"/>
                                  </a:cubicBezTo>
                                  <a:cubicBezTo>
                                    <a:pt x="31433" y="22860"/>
                                    <a:pt x="31433" y="21908"/>
                                    <a:pt x="30480" y="20002"/>
                                  </a:cubicBezTo>
                                  <a:cubicBezTo>
                                    <a:pt x="29528" y="18097"/>
                                    <a:pt x="28575" y="15240"/>
                                    <a:pt x="27623" y="13335"/>
                                  </a:cubicBezTo>
                                  <a:cubicBezTo>
                                    <a:pt x="27623" y="13335"/>
                                    <a:pt x="27623" y="13335"/>
                                    <a:pt x="27623" y="12383"/>
                                  </a:cubicBezTo>
                                  <a:cubicBezTo>
                                    <a:pt x="27623" y="12383"/>
                                    <a:pt x="27623" y="12383"/>
                                    <a:pt x="28575" y="12383"/>
                                  </a:cubicBezTo>
                                  <a:cubicBezTo>
                                    <a:pt x="29528" y="12383"/>
                                    <a:pt x="31433" y="13335"/>
                                    <a:pt x="32385" y="13335"/>
                                  </a:cubicBezTo>
                                  <a:cubicBezTo>
                                    <a:pt x="33338" y="13335"/>
                                    <a:pt x="34290" y="14288"/>
                                    <a:pt x="35243" y="14288"/>
                                  </a:cubicBezTo>
                                  <a:cubicBezTo>
                                    <a:pt x="36195" y="14288"/>
                                    <a:pt x="37148" y="14288"/>
                                    <a:pt x="38100" y="15240"/>
                                  </a:cubicBezTo>
                                  <a:cubicBezTo>
                                    <a:pt x="40005" y="15240"/>
                                    <a:pt x="42863" y="16192"/>
                                    <a:pt x="44768" y="17145"/>
                                  </a:cubicBezTo>
                                  <a:cubicBezTo>
                                    <a:pt x="46673" y="18097"/>
                                    <a:pt x="49530" y="18097"/>
                                    <a:pt x="52388" y="19050"/>
                                  </a:cubicBezTo>
                                  <a:cubicBezTo>
                                    <a:pt x="55245" y="20002"/>
                                    <a:pt x="58103" y="20955"/>
                                    <a:pt x="60008" y="21908"/>
                                  </a:cubicBezTo>
                                  <a:cubicBezTo>
                                    <a:pt x="62865" y="22860"/>
                                    <a:pt x="65723" y="23813"/>
                                    <a:pt x="68580" y="24765"/>
                                  </a:cubicBezTo>
                                  <a:cubicBezTo>
                                    <a:pt x="71438" y="25717"/>
                                    <a:pt x="74295" y="27622"/>
                                    <a:pt x="76200" y="28575"/>
                                  </a:cubicBezTo>
                                  <a:cubicBezTo>
                                    <a:pt x="79058" y="30480"/>
                                    <a:pt x="80963" y="32385"/>
                                    <a:pt x="83820" y="34290"/>
                                  </a:cubicBezTo>
                                  <a:cubicBezTo>
                                    <a:pt x="84773" y="35242"/>
                                    <a:pt x="85725" y="36195"/>
                                    <a:pt x="86678" y="37147"/>
                                  </a:cubicBezTo>
                                  <a:cubicBezTo>
                                    <a:pt x="87630" y="38100"/>
                                    <a:pt x="88583" y="39052"/>
                                    <a:pt x="89535" y="40958"/>
                                  </a:cubicBezTo>
                                  <a:cubicBezTo>
                                    <a:pt x="90488" y="41910"/>
                                    <a:pt x="91440" y="43815"/>
                                    <a:pt x="92393" y="44767"/>
                                  </a:cubicBezTo>
                                  <a:cubicBezTo>
                                    <a:pt x="93345" y="45720"/>
                                    <a:pt x="94298" y="47625"/>
                                    <a:pt x="94298" y="48577"/>
                                  </a:cubicBezTo>
                                  <a:cubicBezTo>
                                    <a:pt x="95250" y="49530"/>
                                    <a:pt x="95250" y="51435"/>
                                    <a:pt x="96203" y="52388"/>
                                  </a:cubicBezTo>
                                  <a:cubicBezTo>
                                    <a:pt x="96203" y="53340"/>
                                    <a:pt x="97155" y="54292"/>
                                    <a:pt x="97155" y="55245"/>
                                  </a:cubicBezTo>
                                  <a:cubicBezTo>
                                    <a:pt x="97155" y="55245"/>
                                    <a:pt x="97155" y="54292"/>
                                    <a:pt x="97155" y="54292"/>
                                  </a:cubicBezTo>
                                  <a:cubicBezTo>
                                    <a:pt x="97155" y="53340"/>
                                    <a:pt x="97155" y="53340"/>
                                    <a:pt x="96203" y="52388"/>
                                  </a:cubicBezTo>
                                  <a:cubicBezTo>
                                    <a:pt x="95250" y="51435"/>
                                    <a:pt x="95250" y="49530"/>
                                    <a:pt x="94298" y="48577"/>
                                  </a:cubicBezTo>
                                  <a:cubicBezTo>
                                    <a:pt x="93345" y="47625"/>
                                    <a:pt x="93345" y="45720"/>
                                    <a:pt x="92393" y="44767"/>
                                  </a:cubicBezTo>
                                  <a:cubicBezTo>
                                    <a:pt x="91440" y="43815"/>
                                    <a:pt x="90488" y="41910"/>
                                    <a:pt x="89535" y="40958"/>
                                  </a:cubicBezTo>
                                  <a:cubicBezTo>
                                    <a:pt x="88583" y="40005"/>
                                    <a:pt x="87630" y="38100"/>
                                    <a:pt x="86678" y="37147"/>
                                  </a:cubicBezTo>
                                  <a:cubicBezTo>
                                    <a:pt x="85725" y="36195"/>
                                    <a:pt x="84773" y="35242"/>
                                    <a:pt x="83820" y="34290"/>
                                  </a:cubicBezTo>
                                  <a:cubicBezTo>
                                    <a:pt x="81915" y="32385"/>
                                    <a:pt x="79058" y="30480"/>
                                    <a:pt x="76200" y="28575"/>
                                  </a:cubicBezTo>
                                  <a:cubicBezTo>
                                    <a:pt x="73343" y="26670"/>
                                    <a:pt x="71438" y="25717"/>
                                    <a:pt x="68580" y="23813"/>
                                  </a:cubicBezTo>
                                  <a:cubicBezTo>
                                    <a:pt x="65723" y="22860"/>
                                    <a:pt x="62865" y="21908"/>
                                    <a:pt x="60008" y="20955"/>
                                  </a:cubicBezTo>
                                  <a:cubicBezTo>
                                    <a:pt x="57150" y="20002"/>
                                    <a:pt x="54293" y="19050"/>
                                    <a:pt x="52388" y="18097"/>
                                  </a:cubicBezTo>
                                  <a:cubicBezTo>
                                    <a:pt x="49530" y="17145"/>
                                    <a:pt x="47625" y="17145"/>
                                    <a:pt x="44768" y="16192"/>
                                  </a:cubicBezTo>
                                  <a:cubicBezTo>
                                    <a:pt x="42863" y="15240"/>
                                    <a:pt x="40005" y="15240"/>
                                    <a:pt x="38100" y="14288"/>
                                  </a:cubicBezTo>
                                  <a:cubicBezTo>
                                    <a:pt x="37148" y="14288"/>
                                    <a:pt x="36195" y="13335"/>
                                    <a:pt x="35243" y="13335"/>
                                  </a:cubicBezTo>
                                  <a:cubicBezTo>
                                    <a:pt x="34290" y="13335"/>
                                    <a:pt x="33338" y="12383"/>
                                    <a:pt x="32385" y="12383"/>
                                  </a:cubicBezTo>
                                  <a:cubicBezTo>
                                    <a:pt x="30480" y="12383"/>
                                    <a:pt x="29528" y="11430"/>
                                    <a:pt x="28575" y="11430"/>
                                  </a:cubicBezTo>
                                  <a:cubicBezTo>
                                    <a:pt x="27623" y="11430"/>
                                    <a:pt x="26670" y="11430"/>
                                    <a:pt x="26670" y="10477"/>
                                  </a:cubicBezTo>
                                  <a:lnTo>
                                    <a:pt x="26670" y="10477"/>
                                  </a:lnTo>
                                  <a:cubicBezTo>
                                    <a:pt x="26670" y="9525"/>
                                    <a:pt x="25718" y="8572"/>
                                    <a:pt x="25718" y="7620"/>
                                  </a:cubicBezTo>
                                  <a:cubicBezTo>
                                    <a:pt x="24765" y="5715"/>
                                    <a:pt x="24765" y="4763"/>
                                    <a:pt x="23813" y="3810"/>
                                  </a:cubicBezTo>
                                  <a:cubicBezTo>
                                    <a:pt x="22860" y="1905"/>
                                    <a:pt x="21908" y="0"/>
                                    <a:pt x="21908" y="0"/>
                                  </a:cubicBezTo>
                                  <a:cubicBezTo>
                                    <a:pt x="20955" y="0"/>
                                    <a:pt x="19050" y="1905"/>
                                    <a:pt x="19050" y="1905"/>
                                  </a:cubicBezTo>
                                  <a:cubicBezTo>
                                    <a:pt x="19050" y="1905"/>
                                    <a:pt x="19050" y="2858"/>
                                    <a:pt x="20003" y="3810"/>
                                  </a:cubicBezTo>
                                  <a:close/>
                                </a:path>
                              </a:pathLst>
                            </a:custGeom>
                            <a:grpFill/>
                            <a:ln w="9525" cap="flat">
                              <a:noFill/>
                              <a:prstDash val="solid"/>
                              <a:miter/>
                            </a:ln>
                          </p:spPr>
                          <p:txBody>
                            <a:bodyPr rtlCol="0" anchor="ctr"/>
                            <a:lstStyle/>
                            <a:p>
                              <a:endParaRPr lang="en-US"/>
                            </a:p>
                          </p:txBody>
                        </p:sp>
                      </p:grpSp>
                      <p:grpSp>
                        <p:nvGrpSpPr>
                          <p:cNvPr id="231" name="Graphic 2">
                            <a:extLst>
                              <a:ext uri="{FF2B5EF4-FFF2-40B4-BE49-F238E27FC236}">
                                <a16:creationId xmlns:a16="http://schemas.microsoft.com/office/drawing/2014/main" id="{AE736AF3-0337-429B-AEF1-DA4B52809559}"/>
                              </a:ext>
                            </a:extLst>
                          </p:cNvPr>
                          <p:cNvGrpSpPr/>
                          <p:nvPr/>
                        </p:nvGrpSpPr>
                        <p:grpSpPr>
                          <a:xfrm>
                            <a:off x="3521900" y="2823082"/>
                            <a:ext cx="104449" cy="86677"/>
                            <a:chOff x="3521900" y="2823082"/>
                            <a:chExt cx="104449" cy="86677"/>
                          </a:xfrm>
                          <a:grpFill/>
                        </p:grpSpPr>
                        <p:sp>
                          <p:nvSpPr>
                            <p:cNvPr id="232" name="Freeform: Shape 231">
                              <a:extLst>
                                <a:ext uri="{FF2B5EF4-FFF2-40B4-BE49-F238E27FC236}">
                                  <a16:creationId xmlns:a16="http://schemas.microsoft.com/office/drawing/2014/main" id="{6A439B43-90C3-484D-932F-4D0C80E3CF59}"/>
                                </a:ext>
                              </a:extLst>
                            </p:cNvPr>
                            <p:cNvSpPr/>
                            <p:nvPr/>
                          </p:nvSpPr>
                          <p:spPr>
                            <a:xfrm>
                              <a:off x="3521900" y="2823082"/>
                              <a:ext cx="103495" cy="86677"/>
                            </a:xfrm>
                            <a:custGeom>
                              <a:avLst/>
                              <a:gdLst>
                                <a:gd name="connsiteX0" fmla="*/ 17771 w 103495"/>
                                <a:gd name="connsiteY0" fmla="*/ 11430 h 86677"/>
                                <a:gd name="connsiteX1" fmla="*/ 20628 w 103495"/>
                                <a:gd name="connsiteY1" fmla="*/ 7620 h 86677"/>
                                <a:gd name="connsiteX2" fmla="*/ 23486 w 103495"/>
                                <a:gd name="connsiteY2" fmla="*/ 4763 h 86677"/>
                                <a:gd name="connsiteX3" fmla="*/ 25391 w 103495"/>
                                <a:gd name="connsiteY3" fmla="*/ 2858 h 86677"/>
                                <a:gd name="connsiteX4" fmla="*/ 28248 w 103495"/>
                                <a:gd name="connsiteY4" fmla="*/ 952 h 86677"/>
                                <a:gd name="connsiteX5" fmla="*/ 28248 w 103495"/>
                                <a:gd name="connsiteY5" fmla="*/ 952 h 86677"/>
                                <a:gd name="connsiteX6" fmla="*/ 28248 w 103495"/>
                                <a:gd name="connsiteY6" fmla="*/ 952 h 86677"/>
                                <a:gd name="connsiteX7" fmla="*/ 29200 w 103495"/>
                                <a:gd name="connsiteY7" fmla="*/ 952 h 86677"/>
                                <a:gd name="connsiteX8" fmla="*/ 31106 w 103495"/>
                                <a:gd name="connsiteY8" fmla="*/ 952 h 86677"/>
                                <a:gd name="connsiteX9" fmla="*/ 37773 w 103495"/>
                                <a:gd name="connsiteY9" fmla="*/ 0 h 86677"/>
                                <a:gd name="connsiteX10" fmla="*/ 60633 w 103495"/>
                                <a:gd name="connsiteY10" fmla="*/ 2858 h 86677"/>
                                <a:gd name="connsiteX11" fmla="*/ 87303 w 103495"/>
                                <a:gd name="connsiteY11" fmla="*/ 17145 h 86677"/>
                                <a:gd name="connsiteX12" fmla="*/ 97781 w 103495"/>
                                <a:gd name="connsiteY12" fmla="*/ 32385 h 86677"/>
                                <a:gd name="connsiteX13" fmla="*/ 103495 w 103495"/>
                                <a:gd name="connsiteY13" fmla="*/ 54292 h 86677"/>
                                <a:gd name="connsiteX14" fmla="*/ 103495 w 103495"/>
                                <a:gd name="connsiteY14" fmla="*/ 55245 h 86677"/>
                                <a:gd name="connsiteX15" fmla="*/ 103495 w 103495"/>
                                <a:gd name="connsiteY15" fmla="*/ 55245 h 86677"/>
                                <a:gd name="connsiteX16" fmla="*/ 102543 w 103495"/>
                                <a:gd name="connsiteY16" fmla="*/ 60960 h 86677"/>
                                <a:gd name="connsiteX17" fmla="*/ 97781 w 103495"/>
                                <a:gd name="connsiteY17" fmla="*/ 73342 h 86677"/>
                                <a:gd name="connsiteX18" fmla="*/ 94923 w 103495"/>
                                <a:gd name="connsiteY18" fmla="*/ 77152 h 86677"/>
                                <a:gd name="connsiteX19" fmla="*/ 92066 w 103495"/>
                                <a:gd name="connsiteY19" fmla="*/ 80010 h 86677"/>
                                <a:gd name="connsiteX20" fmla="*/ 91113 w 103495"/>
                                <a:gd name="connsiteY20" fmla="*/ 80963 h 86677"/>
                                <a:gd name="connsiteX21" fmla="*/ 91113 w 103495"/>
                                <a:gd name="connsiteY21" fmla="*/ 80963 h 86677"/>
                                <a:gd name="connsiteX22" fmla="*/ 81588 w 103495"/>
                                <a:gd name="connsiteY22" fmla="*/ 85725 h 86677"/>
                                <a:gd name="connsiteX23" fmla="*/ 76825 w 103495"/>
                                <a:gd name="connsiteY23" fmla="*/ 86677 h 86677"/>
                                <a:gd name="connsiteX24" fmla="*/ 73016 w 103495"/>
                                <a:gd name="connsiteY24" fmla="*/ 86677 h 86677"/>
                                <a:gd name="connsiteX25" fmla="*/ 60633 w 103495"/>
                                <a:gd name="connsiteY25" fmla="*/ 81915 h 86677"/>
                                <a:gd name="connsiteX26" fmla="*/ 60633 w 103495"/>
                                <a:gd name="connsiteY26" fmla="*/ 81915 h 86677"/>
                                <a:gd name="connsiteX27" fmla="*/ 58728 w 103495"/>
                                <a:gd name="connsiteY27" fmla="*/ 80010 h 86677"/>
                                <a:gd name="connsiteX28" fmla="*/ 54918 w 103495"/>
                                <a:gd name="connsiteY28" fmla="*/ 80963 h 86677"/>
                                <a:gd name="connsiteX29" fmla="*/ 45393 w 103495"/>
                                <a:gd name="connsiteY29" fmla="*/ 81915 h 86677"/>
                                <a:gd name="connsiteX30" fmla="*/ 44441 w 103495"/>
                                <a:gd name="connsiteY30" fmla="*/ 81915 h 86677"/>
                                <a:gd name="connsiteX31" fmla="*/ 44441 w 103495"/>
                                <a:gd name="connsiteY31" fmla="*/ 81915 h 86677"/>
                                <a:gd name="connsiteX32" fmla="*/ 35868 w 103495"/>
                                <a:gd name="connsiteY32" fmla="*/ 79058 h 86677"/>
                                <a:gd name="connsiteX33" fmla="*/ 29200 w 103495"/>
                                <a:gd name="connsiteY33" fmla="*/ 73342 h 86677"/>
                                <a:gd name="connsiteX34" fmla="*/ 28248 w 103495"/>
                                <a:gd name="connsiteY34" fmla="*/ 72390 h 86677"/>
                                <a:gd name="connsiteX35" fmla="*/ 27295 w 103495"/>
                                <a:gd name="connsiteY35" fmla="*/ 71438 h 86677"/>
                                <a:gd name="connsiteX36" fmla="*/ 24438 w 103495"/>
                                <a:gd name="connsiteY36" fmla="*/ 68580 h 86677"/>
                                <a:gd name="connsiteX37" fmla="*/ 23486 w 103495"/>
                                <a:gd name="connsiteY37" fmla="*/ 67627 h 86677"/>
                                <a:gd name="connsiteX38" fmla="*/ 22533 w 103495"/>
                                <a:gd name="connsiteY38" fmla="*/ 66675 h 86677"/>
                                <a:gd name="connsiteX39" fmla="*/ 22533 w 103495"/>
                                <a:gd name="connsiteY39" fmla="*/ 66675 h 86677"/>
                                <a:gd name="connsiteX40" fmla="*/ 19675 w 103495"/>
                                <a:gd name="connsiteY40" fmla="*/ 64770 h 86677"/>
                                <a:gd name="connsiteX41" fmla="*/ 12056 w 103495"/>
                                <a:gd name="connsiteY41" fmla="*/ 61913 h 86677"/>
                                <a:gd name="connsiteX42" fmla="*/ 9198 w 103495"/>
                                <a:gd name="connsiteY42" fmla="*/ 60960 h 86677"/>
                                <a:gd name="connsiteX43" fmla="*/ 7293 w 103495"/>
                                <a:gd name="connsiteY43" fmla="*/ 60960 h 86677"/>
                                <a:gd name="connsiteX44" fmla="*/ 7293 w 103495"/>
                                <a:gd name="connsiteY44" fmla="*/ 60960 h 86677"/>
                                <a:gd name="connsiteX45" fmla="*/ 7293 w 103495"/>
                                <a:gd name="connsiteY45" fmla="*/ 60960 h 86677"/>
                                <a:gd name="connsiteX46" fmla="*/ 7293 w 103495"/>
                                <a:gd name="connsiteY46" fmla="*/ 60960 h 86677"/>
                                <a:gd name="connsiteX47" fmla="*/ 5388 w 103495"/>
                                <a:gd name="connsiteY47" fmla="*/ 60008 h 86677"/>
                                <a:gd name="connsiteX48" fmla="*/ 4436 w 103495"/>
                                <a:gd name="connsiteY48" fmla="*/ 60008 h 86677"/>
                                <a:gd name="connsiteX49" fmla="*/ 4436 w 103495"/>
                                <a:gd name="connsiteY49" fmla="*/ 60008 h 86677"/>
                                <a:gd name="connsiteX50" fmla="*/ 3483 w 103495"/>
                                <a:gd name="connsiteY50" fmla="*/ 59055 h 86677"/>
                                <a:gd name="connsiteX51" fmla="*/ 2531 w 103495"/>
                                <a:gd name="connsiteY51" fmla="*/ 57150 h 86677"/>
                                <a:gd name="connsiteX52" fmla="*/ 625 w 103495"/>
                                <a:gd name="connsiteY52" fmla="*/ 53340 h 86677"/>
                                <a:gd name="connsiteX53" fmla="*/ 1578 w 103495"/>
                                <a:gd name="connsiteY53" fmla="*/ 40958 h 86677"/>
                                <a:gd name="connsiteX54" fmla="*/ 6341 w 103495"/>
                                <a:gd name="connsiteY54" fmla="*/ 29527 h 86677"/>
                                <a:gd name="connsiteX55" fmla="*/ 12056 w 103495"/>
                                <a:gd name="connsiteY55" fmla="*/ 19050 h 86677"/>
                                <a:gd name="connsiteX56" fmla="*/ 17771 w 103495"/>
                                <a:gd name="connsiteY56" fmla="*/ 11430 h 86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03495" h="86677">
                                  <a:moveTo>
                                    <a:pt x="17771" y="11430"/>
                                  </a:moveTo>
                                  <a:cubicBezTo>
                                    <a:pt x="18723" y="10477"/>
                                    <a:pt x="19675" y="9525"/>
                                    <a:pt x="20628" y="7620"/>
                                  </a:cubicBezTo>
                                  <a:cubicBezTo>
                                    <a:pt x="21581" y="6667"/>
                                    <a:pt x="22533" y="5715"/>
                                    <a:pt x="23486" y="4763"/>
                                  </a:cubicBezTo>
                                  <a:cubicBezTo>
                                    <a:pt x="24438" y="3810"/>
                                    <a:pt x="24438" y="3810"/>
                                    <a:pt x="25391" y="2858"/>
                                  </a:cubicBezTo>
                                  <a:cubicBezTo>
                                    <a:pt x="25391" y="2858"/>
                                    <a:pt x="28248" y="952"/>
                                    <a:pt x="28248" y="952"/>
                                  </a:cubicBezTo>
                                  <a:cubicBezTo>
                                    <a:pt x="28248" y="952"/>
                                    <a:pt x="28248" y="952"/>
                                    <a:pt x="28248" y="952"/>
                                  </a:cubicBezTo>
                                  <a:cubicBezTo>
                                    <a:pt x="28248" y="952"/>
                                    <a:pt x="28248" y="952"/>
                                    <a:pt x="28248" y="952"/>
                                  </a:cubicBezTo>
                                  <a:cubicBezTo>
                                    <a:pt x="28248" y="952"/>
                                    <a:pt x="28248" y="952"/>
                                    <a:pt x="29200" y="952"/>
                                  </a:cubicBezTo>
                                  <a:cubicBezTo>
                                    <a:pt x="29200" y="952"/>
                                    <a:pt x="30153" y="952"/>
                                    <a:pt x="31106" y="952"/>
                                  </a:cubicBezTo>
                                  <a:cubicBezTo>
                                    <a:pt x="33011" y="952"/>
                                    <a:pt x="34916" y="952"/>
                                    <a:pt x="37773" y="0"/>
                                  </a:cubicBezTo>
                                  <a:cubicBezTo>
                                    <a:pt x="43488" y="0"/>
                                    <a:pt x="52061" y="0"/>
                                    <a:pt x="60633" y="2858"/>
                                  </a:cubicBezTo>
                                  <a:cubicBezTo>
                                    <a:pt x="69206" y="4763"/>
                                    <a:pt x="78731" y="9525"/>
                                    <a:pt x="87303" y="17145"/>
                                  </a:cubicBezTo>
                                  <a:cubicBezTo>
                                    <a:pt x="91113" y="20955"/>
                                    <a:pt x="94923" y="25717"/>
                                    <a:pt x="97781" y="32385"/>
                                  </a:cubicBezTo>
                                  <a:cubicBezTo>
                                    <a:pt x="100638" y="38100"/>
                                    <a:pt x="102543" y="45720"/>
                                    <a:pt x="103495" y="54292"/>
                                  </a:cubicBezTo>
                                  <a:cubicBezTo>
                                    <a:pt x="103495" y="54292"/>
                                    <a:pt x="103495" y="55245"/>
                                    <a:pt x="103495" y="55245"/>
                                  </a:cubicBezTo>
                                  <a:cubicBezTo>
                                    <a:pt x="103495" y="55245"/>
                                    <a:pt x="103495" y="55245"/>
                                    <a:pt x="103495" y="55245"/>
                                  </a:cubicBezTo>
                                  <a:cubicBezTo>
                                    <a:pt x="103495" y="57150"/>
                                    <a:pt x="103495" y="59055"/>
                                    <a:pt x="102543" y="60960"/>
                                  </a:cubicBezTo>
                                  <a:cubicBezTo>
                                    <a:pt x="101591" y="65722"/>
                                    <a:pt x="99686" y="69533"/>
                                    <a:pt x="97781" y="73342"/>
                                  </a:cubicBezTo>
                                  <a:cubicBezTo>
                                    <a:pt x="96828" y="75247"/>
                                    <a:pt x="95875" y="76200"/>
                                    <a:pt x="94923" y="77152"/>
                                  </a:cubicBezTo>
                                  <a:cubicBezTo>
                                    <a:pt x="93970" y="78105"/>
                                    <a:pt x="93018" y="79058"/>
                                    <a:pt x="92066" y="80010"/>
                                  </a:cubicBezTo>
                                  <a:cubicBezTo>
                                    <a:pt x="92066" y="80010"/>
                                    <a:pt x="91113" y="80963"/>
                                    <a:pt x="91113" y="80963"/>
                                  </a:cubicBezTo>
                                  <a:cubicBezTo>
                                    <a:pt x="91113" y="80963"/>
                                    <a:pt x="91113" y="80963"/>
                                    <a:pt x="91113" y="80963"/>
                                  </a:cubicBezTo>
                                  <a:cubicBezTo>
                                    <a:pt x="88256" y="83820"/>
                                    <a:pt x="84445" y="84772"/>
                                    <a:pt x="81588" y="85725"/>
                                  </a:cubicBezTo>
                                  <a:cubicBezTo>
                                    <a:pt x="79683" y="85725"/>
                                    <a:pt x="78731" y="86677"/>
                                    <a:pt x="76825" y="86677"/>
                                  </a:cubicBezTo>
                                  <a:cubicBezTo>
                                    <a:pt x="74920" y="86677"/>
                                    <a:pt x="73968" y="86677"/>
                                    <a:pt x="73016" y="86677"/>
                                  </a:cubicBezTo>
                                  <a:cubicBezTo>
                                    <a:pt x="68253" y="85725"/>
                                    <a:pt x="63491" y="83820"/>
                                    <a:pt x="60633" y="81915"/>
                                  </a:cubicBezTo>
                                  <a:cubicBezTo>
                                    <a:pt x="60633" y="81915"/>
                                    <a:pt x="60633" y="81915"/>
                                    <a:pt x="60633" y="81915"/>
                                  </a:cubicBezTo>
                                  <a:cubicBezTo>
                                    <a:pt x="58728" y="80963"/>
                                    <a:pt x="58728" y="80010"/>
                                    <a:pt x="58728" y="80010"/>
                                  </a:cubicBezTo>
                                  <a:cubicBezTo>
                                    <a:pt x="57775" y="80010"/>
                                    <a:pt x="55870" y="80963"/>
                                    <a:pt x="54918" y="80963"/>
                                  </a:cubicBezTo>
                                  <a:cubicBezTo>
                                    <a:pt x="51108" y="81915"/>
                                    <a:pt x="48250" y="81915"/>
                                    <a:pt x="45393" y="81915"/>
                                  </a:cubicBezTo>
                                  <a:cubicBezTo>
                                    <a:pt x="45393" y="81915"/>
                                    <a:pt x="44441" y="81915"/>
                                    <a:pt x="44441" y="81915"/>
                                  </a:cubicBezTo>
                                  <a:cubicBezTo>
                                    <a:pt x="44441" y="81915"/>
                                    <a:pt x="44441" y="81915"/>
                                    <a:pt x="44441" y="81915"/>
                                  </a:cubicBezTo>
                                  <a:cubicBezTo>
                                    <a:pt x="41583" y="81915"/>
                                    <a:pt x="38725" y="80010"/>
                                    <a:pt x="35868" y="79058"/>
                                  </a:cubicBezTo>
                                  <a:cubicBezTo>
                                    <a:pt x="33011" y="77152"/>
                                    <a:pt x="31106" y="75247"/>
                                    <a:pt x="29200" y="73342"/>
                                  </a:cubicBezTo>
                                  <a:cubicBezTo>
                                    <a:pt x="29200" y="73342"/>
                                    <a:pt x="28248" y="72390"/>
                                    <a:pt x="28248" y="72390"/>
                                  </a:cubicBezTo>
                                  <a:cubicBezTo>
                                    <a:pt x="28248" y="72390"/>
                                    <a:pt x="27295" y="71438"/>
                                    <a:pt x="27295" y="71438"/>
                                  </a:cubicBezTo>
                                  <a:cubicBezTo>
                                    <a:pt x="26343" y="70485"/>
                                    <a:pt x="25391" y="69533"/>
                                    <a:pt x="24438" y="68580"/>
                                  </a:cubicBezTo>
                                  <a:cubicBezTo>
                                    <a:pt x="24438" y="68580"/>
                                    <a:pt x="23486" y="68580"/>
                                    <a:pt x="23486" y="67627"/>
                                  </a:cubicBezTo>
                                  <a:cubicBezTo>
                                    <a:pt x="23486" y="67627"/>
                                    <a:pt x="23486" y="67627"/>
                                    <a:pt x="22533" y="66675"/>
                                  </a:cubicBezTo>
                                  <a:lnTo>
                                    <a:pt x="22533" y="66675"/>
                                  </a:lnTo>
                                  <a:cubicBezTo>
                                    <a:pt x="21581" y="66675"/>
                                    <a:pt x="21581" y="65722"/>
                                    <a:pt x="19675" y="64770"/>
                                  </a:cubicBezTo>
                                  <a:cubicBezTo>
                                    <a:pt x="17771" y="63817"/>
                                    <a:pt x="15866" y="62865"/>
                                    <a:pt x="12056" y="61913"/>
                                  </a:cubicBezTo>
                                  <a:cubicBezTo>
                                    <a:pt x="11103" y="61913"/>
                                    <a:pt x="10150" y="60960"/>
                                    <a:pt x="9198" y="60960"/>
                                  </a:cubicBezTo>
                                  <a:cubicBezTo>
                                    <a:pt x="9198" y="60960"/>
                                    <a:pt x="8246" y="60960"/>
                                    <a:pt x="7293" y="60960"/>
                                  </a:cubicBezTo>
                                  <a:lnTo>
                                    <a:pt x="7293" y="60960"/>
                                  </a:lnTo>
                                  <a:lnTo>
                                    <a:pt x="7293" y="60960"/>
                                  </a:lnTo>
                                  <a:cubicBezTo>
                                    <a:pt x="7293" y="60960"/>
                                    <a:pt x="7293" y="60960"/>
                                    <a:pt x="7293" y="60960"/>
                                  </a:cubicBezTo>
                                  <a:cubicBezTo>
                                    <a:pt x="6341" y="60960"/>
                                    <a:pt x="6341" y="60960"/>
                                    <a:pt x="5388" y="60008"/>
                                  </a:cubicBezTo>
                                  <a:cubicBezTo>
                                    <a:pt x="5388" y="60008"/>
                                    <a:pt x="5388" y="60008"/>
                                    <a:pt x="4436" y="60008"/>
                                  </a:cubicBezTo>
                                  <a:lnTo>
                                    <a:pt x="4436" y="60008"/>
                                  </a:lnTo>
                                  <a:cubicBezTo>
                                    <a:pt x="4436" y="60008"/>
                                    <a:pt x="3483" y="59055"/>
                                    <a:pt x="3483" y="59055"/>
                                  </a:cubicBezTo>
                                  <a:cubicBezTo>
                                    <a:pt x="3483" y="59055"/>
                                    <a:pt x="2531" y="58102"/>
                                    <a:pt x="2531" y="57150"/>
                                  </a:cubicBezTo>
                                  <a:cubicBezTo>
                                    <a:pt x="1578" y="56197"/>
                                    <a:pt x="1578" y="54292"/>
                                    <a:pt x="625" y="53340"/>
                                  </a:cubicBezTo>
                                  <a:cubicBezTo>
                                    <a:pt x="-327" y="50483"/>
                                    <a:pt x="-327" y="45720"/>
                                    <a:pt x="1578" y="40958"/>
                                  </a:cubicBezTo>
                                  <a:cubicBezTo>
                                    <a:pt x="3483" y="37147"/>
                                    <a:pt x="4436" y="33338"/>
                                    <a:pt x="6341" y="29527"/>
                                  </a:cubicBezTo>
                                  <a:cubicBezTo>
                                    <a:pt x="8246" y="25717"/>
                                    <a:pt x="10150" y="22860"/>
                                    <a:pt x="12056" y="19050"/>
                                  </a:cubicBezTo>
                                  <a:cubicBezTo>
                                    <a:pt x="13961" y="16192"/>
                                    <a:pt x="15866" y="13335"/>
                                    <a:pt x="17771" y="11430"/>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E9C75458-B032-4848-9516-968B6F10E915}"/>
                                </a:ext>
                              </a:extLst>
                            </p:cNvPr>
                            <p:cNvSpPr/>
                            <p:nvPr/>
                          </p:nvSpPr>
                          <p:spPr>
                            <a:xfrm>
                              <a:off x="3529194" y="2824987"/>
                              <a:ext cx="97155" cy="81915"/>
                            </a:xfrm>
                            <a:custGeom>
                              <a:avLst/>
                              <a:gdLst>
                                <a:gd name="connsiteX0" fmla="*/ 20002 w 97155"/>
                                <a:gd name="connsiteY0" fmla="*/ 3810 h 81915"/>
                                <a:gd name="connsiteX1" fmla="*/ 20002 w 97155"/>
                                <a:gd name="connsiteY1" fmla="*/ 3810 h 81915"/>
                                <a:gd name="connsiteX2" fmla="*/ 19050 w 97155"/>
                                <a:gd name="connsiteY2" fmla="*/ 7620 h 81915"/>
                                <a:gd name="connsiteX3" fmla="*/ 15240 w 97155"/>
                                <a:gd name="connsiteY3" fmla="*/ 15240 h 81915"/>
                                <a:gd name="connsiteX4" fmla="*/ 9525 w 97155"/>
                                <a:gd name="connsiteY4" fmla="*/ 25717 h 81915"/>
                                <a:gd name="connsiteX5" fmla="*/ 7620 w 97155"/>
                                <a:gd name="connsiteY5" fmla="*/ 28575 h 81915"/>
                                <a:gd name="connsiteX6" fmla="*/ 6668 w 97155"/>
                                <a:gd name="connsiteY6" fmla="*/ 29528 h 81915"/>
                                <a:gd name="connsiteX7" fmla="*/ 6668 w 97155"/>
                                <a:gd name="connsiteY7" fmla="*/ 29528 h 81915"/>
                                <a:gd name="connsiteX8" fmla="*/ 6668 w 97155"/>
                                <a:gd name="connsiteY8" fmla="*/ 29528 h 81915"/>
                                <a:gd name="connsiteX9" fmla="*/ 6668 w 97155"/>
                                <a:gd name="connsiteY9" fmla="*/ 30480 h 81915"/>
                                <a:gd name="connsiteX10" fmla="*/ 3810 w 97155"/>
                                <a:gd name="connsiteY10" fmla="*/ 36195 h 81915"/>
                                <a:gd name="connsiteX11" fmla="*/ 2857 w 97155"/>
                                <a:gd name="connsiteY11" fmla="*/ 39053 h 81915"/>
                                <a:gd name="connsiteX12" fmla="*/ 1905 w 97155"/>
                                <a:gd name="connsiteY12" fmla="*/ 41910 h 81915"/>
                                <a:gd name="connsiteX13" fmla="*/ 1905 w 97155"/>
                                <a:gd name="connsiteY13" fmla="*/ 42863 h 81915"/>
                                <a:gd name="connsiteX14" fmla="*/ 1905 w 97155"/>
                                <a:gd name="connsiteY14" fmla="*/ 43815 h 81915"/>
                                <a:gd name="connsiteX15" fmla="*/ 953 w 97155"/>
                                <a:gd name="connsiteY15" fmla="*/ 46672 h 81915"/>
                                <a:gd name="connsiteX16" fmla="*/ 0 w 97155"/>
                                <a:gd name="connsiteY16" fmla="*/ 50483 h 81915"/>
                                <a:gd name="connsiteX17" fmla="*/ 0 w 97155"/>
                                <a:gd name="connsiteY17" fmla="*/ 53340 h 81915"/>
                                <a:gd name="connsiteX18" fmla="*/ 0 w 97155"/>
                                <a:gd name="connsiteY18" fmla="*/ 55245 h 81915"/>
                                <a:gd name="connsiteX19" fmla="*/ 0 w 97155"/>
                                <a:gd name="connsiteY19" fmla="*/ 56197 h 81915"/>
                                <a:gd name="connsiteX20" fmla="*/ 0 w 97155"/>
                                <a:gd name="connsiteY20" fmla="*/ 56197 h 81915"/>
                                <a:gd name="connsiteX21" fmla="*/ 0 w 97155"/>
                                <a:gd name="connsiteY21" fmla="*/ 56197 h 81915"/>
                                <a:gd name="connsiteX22" fmla="*/ 0 w 97155"/>
                                <a:gd name="connsiteY22" fmla="*/ 56197 h 81915"/>
                                <a:gd name="connsiteX23" fmla="*/ 0 w 97155"/>
                                <a:gd name="connsiteY23" fmla="*/ 55245 h 81915"/>
                                <a:gd name="connsiteX24" fmla="*/ 0 w 97155"/>
                                <a:gd name="connsiteY24" fmla="*/ 53340 h 81915"/>
                                <a:gd name="connsiteX25" fmla="*/ 953 w 97155"/>
                                <a:gd name="connsiteY25" fmla="*/ 50483 h 81915"/>
                                <a:gd name="connsiteX26" fmla="*/ 1905 w 97155"/>
                                <a:gd name="connsiteY26" fmla="*/ 46672 h 81915"/>
                                <a:gd name="connsiteX27" fmla="*/ 2857 w 97155"/>
                                <a:gd name="connsiteY27" fmla="*/ 44767 h 81915"/>
                                <a:gd name="connsiteX28" fmla="*/ 2857 w 97155"/>
                                <a:gd name="connsiteY28" fmla="*/ 43815 h 81915"/>
                                <a:gd name="connsiteX29" fmla="*/ 3810 w 97155"/>
                                <a:gd name="connsiteY29" fmla="*/ 42863 h 81915"/>
                                <a:gd name="connsiteX30" fmla="*/ 4763 w 97155"/>
                                <a:gd name="connsiteY30" fmla="*/ 40005 h 81915"/>
                                <a:gd name="connsiteX31" fmla="*/ 5715 w 97155"/>
                                <a:gd name="connsiteY31" fmla="*/ 37147 h 81915"/>
                                <a:gd name="connsiteX32" fmla="*/ 8572 w 97155"/>
                                <a:gd name="connsiteY32" fmla="*/ 31433 h 81915"/>
                                <a:gd name="connsiteX33" fmla="*/ 8572 w 97155"/>
                                <a:gd name="connsiteY33" fmla="*/ 30480 h 81915"/>
                                <a:gd name="connsiteX34" fmla="*/ 8572 w 97155"/>
                                <a:gd name="connsiteY34" fmla="*/ 30480 h 81915"/>
                                <a:gd name="connsiteX35" fmla="*/ 8572 w 97155"/>
                                <a:gd name="connsiteY35" fmla="*/ 30480 h 81915"/>
                                <a:gd name="connsiteX36" fmla="*/ 9525 w 97155"/>
                                <a:gd name="connsiteY36" fmla="*/ 29528 h 81915"/>
                                <a:gd name="connsiteX37" fmla="*/ 11430 w 97155"/>
                                <a:gd name="connsiteY37" fmla="*/ 26670 h 81915"/>
                                <a:gd name="connsiteX38" fmla="*/ 18097 w 97155"/>
                                <a:gd name="connsiteY38" fmla="*/ 16192 h 81915"/>
                                <a:gd name="connsiteX39" fmla="*/ 22860 w 97155"/>
                                <a:gd name="connsiteY39" fmla="*/ 6667 h 81915"/>
                                <a:gd name="connsiteX40" fmla="*/ 23813 w 97155"/>
                                <a:gd name="connsiteY40" fmla="*/ 8572 h 81915"/>
                                <a:gd name="connsiteX41" fmla="*/ 24765 w 97155"/>
                                <a:gd name="connsiteY41" fmla="*/ 11430 h 81915"/>
                                <a:gd name="connsiteX42" fmla="*/ 26670 w 97155"/>
                                <a:gd name="connsiteY42" fmla="*/ 14288 h 81915"/>
                                <a:gd name="connsiteX43" fmla="*/ 29527 w 97155"/>
                                <a:gd name="connsiteY43" fmla="*/ 20955 h 81915"/>
                                <a:gd name="connsiteX44" fmla="*/ 30480 w 97155"/>
                                <a:gd name="connsiteY44" fmla="*/ 21908 h 81915"/>
                                <a:gd name="connsiteX45" fmla="*/ 30480 w 97155"/>
                                <a:gd name="connsiteY45" fmla="*/ 21908 h 81915"/>
                                <a:gd name="connsiteX46" fmla="*/ 30480 w 97155"/>
                                <a:gd name="connsiteY46" fmla="*/ 25717 h 81915"/>
                                <a:gd name="connsiteX47" fmla="*/ 29527 w 97155"/>
                                <a:gd name="connsiteY47" fmla="*/ 30480 h 81915"/>
                                <a:gd name="connsiteX48" fmla="*/ 25718 w 97155"/>
                                <a:gd name="connsiteY48" fmla="*/ 41910 h 81915"/>
                                <a:gd name="connsiteX49" fmla="*/ 23813 w 97155"/>
                                <a:gd name="connsiteY49" fmla="*/ 47625 h 81915"/>
                                <a:gd name="connsiteX50" fmla="*/ 22860 w 97155"/>
                                <a:gd name="connsiteY50" fmla="*/ 50483 h 81915"/>
                                <a:gd name="connsiteX51" fmla="*/ 21907 w 97155"/>
                                <a:gd name="connsiteY51" fmla="*/ 53340 h 81915"/>
                                <a:gd name="connsiteX52" fmla="*/ 20955 w 97155"/>
                                <a:gd name="connsiteY52" fmla="*/ 58103 h 81915"/>
                                <a:gd name="connsiteX53" fmla="*/ 20955 w 97155"/>
                                <a:gd name="connsiteY53" fmla="*/ 60008 h 81915"/>
                                <a:gd name="connsiteX54" fmla="*/ 20955 w 97155"/>
                                <a:gd name="connsiteY54" fmla="*/ 61913 h 81915"/>
                                <a:gd name="connsiteX55" fmla="*/ 21907 w 97155"/>
                                <a:gd name="connsiteY55" fmla="*/ 66675 h 81915"/>
                                <a:gd name="connsiteX56" fmla="*/ 21907 w 97155"/>
                                <a:gd name="connsiteY56" fmla="*/ 66675 h 81915"/>
                                <a:gd name="connsiteX57" fmla="*/ 21907 w 97155"/>
                                <a:gd name="connsiteY57" fmla="*/ 66675 h 81915"/>
                                <a:gd name="connsiteX58" fmla="*/ 21907 w 97155"/>
                                <a:gd name="connsiteY58" fmla="*/ 66675 h 81915"/>
                                <a:gd name="connsiteX59" fmla="*/ 21907 w 97155"/>
                                <a:gd name="connsiteY59" fmla="*/ 66675 h 81915"/>
                                <a:gd name="connsiteX60" fmla="*/ 21907 w 97155"/>
                                <a:gd name="connsiteY60" fmla="*/ 66675 h 81915"/>
                                <a:gd name="connsiteX61" fmla="*/ 22860 w 97155"/>
                                <a:gd name="connsiteY61" fmla="*/ 67628 h 81915"/>
                                <a:gd name="connsiteX62" fmla="*/ 21907 w 97155"/>
                                <a:gd name="connsiteY62" fmla="*/ 66675 h 81915"/>
                                <a:gd name="connsiteX63" fmla="*/ 21907 w 97155"/>
                                <a:gd name="connsiteY63" fmla="*/ 66675 h 81915"/>
                                <a:gd name="connsiteX64" fmla="*/ 21907 w 97155"/>
                                <a:gd name="connsiteY64" fmla="*/ 66675 h 81915"/>
                                <a:gd name="connsiteX65" fmla="*/ 21907 w 97155"/>
                                <a:gd name="connsiteY65" fmla="*/ 66675 h 81915"/>
                                <a:gd name="connsiteX66" fmla="*/ 21907 w 97155"/>
                                <a:gd name="connsiteY66" fmla="*/ 66675 h 81915"/>
                                <a:gd name="connsiteX67" fmla="*/ 21907 w 97155"/>
                                <a:gd name="connsiteY67" fmla="*/ 66675 h 81915"/>
                                <a:gd name="connsiteX68" fmla="*/ 21907 w 97155"/>
                                <a:gd name="connsiteY68" fmla="*/ 61913 h 81915"/>
                                <a:gd name="connsiteX69" fmla="*/ 21907 w 97155"/>
                                <a:gd name="connsiteY69" fmla="*/ 60008 h 81915"/>
                                <a:gd name="connsiteX70" fmla="*/ 21907 w 97155"/>
                                <a:gd name="connsiteY70" fmla="*/ 58103 h 81915"/>
                                <a:gd name="connsiteX71" fmla="*/ 22860 w 97155"/>
                                <a:gd name="connsiteY71" fmla="*/ 53340 h 81915"/>
                                <a:gd name="connsiteX72" fmla="*/ 23813 w 97155"/>
                                <a:gd name="connsiteY72" fmla="*/ 50483 h 81915"/>
                                <a:gd name="connsiteX73" fmla="*/ 24765 w 97155"/>
                                <a:gd name="connsiteY73" fmla="*/ 47625 h 81915"/>
                                <a:gd name="connsiteX74" fmla="*/ 27623 w 97155"/>
                                <a:gd name="connsiteY74" fmla="*/ 41910 h 81915"/>
                                <a:gd name="connsiteX75" fmla="*/ 31432 w 97155"/>
                                <a:gd name="connsiteY75" fmla="*/ 30480 h 81915"/>
                                <a:gd name="connsiteX76" fmla="*/ 32385 w 97155"/>
                                <a:gd name="connsiteY76" fmla="*/ 25717 h 81915"/>
                                <a:gd name="connsiteX77" fmla="*/ 32385 w 97155"/>
                                <a:gd name="connsiteY77" fmla="*/ 25717 h 81915"/>
                                <a:gd name="connsiteX78" fmla="*/ 33338 w 97155"/>
                                <a:gd name="connsiteY78" fmla="*/ 27622 h 81915"/>
                                <a:gd name="connsiteX79" fmla="*/ 37148 w 97155"/>
                                <a:gd name="connsiteY79" fmla="*/ 35242 h 81915"/>
                                <a:gd name="connsiteX80" fmla="*/ 40957 w 97155"/>
                                <a:gd name="connsiteY80" fmla="*/ 41910 h 81915"/>
                                <a:gd name="connsiteX81" fmla="*/ 40957 w 97155"/>
                                <a:gd name="connsiteY81" fmla="*/ 42863 h 81915"/>
                                <a:gd name="connsiteX82" fmla="*/ 40957 w 97155"/>
                                <a:gd name="connsiteY82" fmla="*/ 44767 h 81915"/>
                                <a:gd name="connsiteX83" fmla="*/ 40957 w 97155"/>
                                <a:gd name="connsiteY83" fmla="*/ 50483 h 81915"/>
                                <a:gd name="connsiteX84" fmla="*/ 40005 w 97155"/>
                                <a:gd name="connsiteY84" fmla="*/ 54292 h 81915"/>
                                <a:gd name="connsiteX85" fmla="*/ 39052 w 97155"/>
                                <a:gd name="connsiteY85" fmla="*/ 58103 h 81915"/>
                                <a:gd name="connsiteX86" fmla="*/ 39052 w 97155"/>
                                <a:gd name="connsiteY86" fmla="*/ 60008 h 81915"/>
                                <a:gd name="connsiteX87" fmla="*/ 39052 w 97155"/>
                                <a:gd name="connsiteY87" fmla="*/ 61913 h 81915"/>
                                <a:gd name="connsiteX88" fmla="*/ 39052 w 97155"/>
                                <a:gd name="connsiteY88" fmla="*/ 63817 h 81915"/>
                                <a:gd name="connsiteX89" fmla="*/ 39052 w 97155"/>
                                <a:gd name="connsiteY89" fmla="*/ 65722 h 81915"/>
                                <a:gd name="connsiteX90" fmla="*/ 39052 w 97155"/>
                                <a:gd name="connsiteY90" fmla="*/ 70485 h 81915"/>
                                <a:gd name="connsiteX91" fmla="*/ 39052 w 97155"/>
                                <a:gd name="connsiteY91" fmla="*/ 74295 h 81915"/>
                                <a:gd name="connsiteX92" fmla="*/ 39052 w 97155"/>
                                <a:gd name="connsiteY92" fmla="*/ 76200 h 81915"/>
                                <a:gd name="connsiteX93" fmla="*/ 39052 w 97155"/>
                                <a:gd name="connsiteY93" fmla="*/ 78105 h 81915"/>
                                <a:gd name="connsiteX94" fmla="*/ 39052 w 97155"/>
                                <a:gd name="connsiteY94" fmla="*/ 79058 h 81915"/>
                                <a:gd name="connsiteX95" fmla="*/ 39052 w 97155"/>
                                <a:gd name="connsiteY95" fmla="*/ 80010 h 81915"/>
                                <a:gd name="connsiteX96" fmla="*/ 39052 w 97155"/>
                                <a:gd name="connsiteY96" fmla="*/ 80010 h 81915"/>
                                <a:gd name="connsiteX97" fmla="*/ 39052 w 97155"/>
                                <a:gd name="connsiteY97" fmla="*/ 78105 h 81915"/>
                                <a:gd name="connsiteX98" fmla="*/ 39052 w 97155"/>
                                <a:gd name="connsiteY98" fmla="*/ 76200 h 81915"/>
                                <a:gd name="connsiteX99" fmla="*/ 39052 w 97155"/>
                                <a:gd name="connsiteY99" fmla="*/ 74295 h 81915"/>
                                <a:gd name="connsiteX100" fmla="*/ 39052 w 97155"/>
                                <a:gd name="connsiteY100" fmla="*/ 70485 h 81915"/>
                                <a:gd name="connsiteX101" fmla="*/ 39052 w 97155"/>
                                <a:gd name="connsiteY101" fmla="*/ 65722 h 81915"/>
                                <a:gd name="connsiteX102" fmla="*/ 39052 w 97155"/>
                                <a:gd name="connsiteY102" fmla="*/ 64770 h 81915"/>
                                <a:gd name="connsiteX103" fmla="*/ 39052 w 97155"/>
                                <a:gd name="connsiteY103" fmla="*/ 63817 h 81915"/>
                                <a:gd name="connsiteX104" fmla="*/ 39052 w 97155"/>
                                <a:gd name="connsiteY104" fmla="*/ 61913 h 81915"/>
                                <a:gd name="connsiteX105" fmla="*/ 39052 w 97155"/>
                                <a:gd name="connsiteY105" fmla="*/ 60008 h 81915"/>
                                <a:gd name="connsiteX106" fmla="*/ 39052 w 97155"/>
                                <a:gd name="connsiteY106" fmla="*/ 58103 h 81915"/>
                                <a:gd name="connsiteX107" fmla="*/ 40005 w 97155"/>
                                <a:gd name="connsiteY107" fmla="*/ 54292 h 81915"/>
                                <a:gd name="connsiteX108" fmla="*/ 40957 w 97155"/>
                                <a:gd name="connsiteY108" fmla="*/ 50483 h 81915"/>
                                <a:gd name="connsiteX109" fmla="*/ 41910 w 97155"/>
                                <a:gd name="connsiteY109" fmla="*/ 46672 h 81915"/>
                                <a:gd name="connsiteX110" fmla="*/ 44768 w 97155"/>
                                <a:gd name="connsiteY110" fmla="*/ 51435 h 81915"/>
                                <a:gd name="connsiteX111" fmla="*/ 48577 w 97155"/>
                                <a:gd name="connsiteY111" fmla="*/ 59055 h 81915"/>
                                <a:gd name="connsiteX112" fmla="*/ 50482 w 97155"/>
                                <a:gd name="connsiteY112" fmla="*/ 62865 h 81915"/>
                                <a:gd name="connsiteX113" fmla="*/ 52388 w 97155"/>
                                <a:gd name="connsiteY113" fmla="*/ 66675 h 81915"/>
                                <a:gd name="connsiteX114" fmla="*/ 54293 w 97155"/>
                                <a:gd name="connsiteY114" fmla="*/ 74295 h 81915"/>
                                <a:gd name="connsiteX115" fmla="*/ 55245 w 97155"/>
                                <a:gd name="connsiteY115" fmla="*/ 78105 h 81915"/>
                                <a:gd name="connsiteX116" fmla="*/ 55245 w 97155"/>
                                <a:gd name="connsiteY116" fmla="*/ 80963 h 81915"/>
                                <a:gd name="connsiteX117" fmla="*/ 55245 w 97155"/>
                                <a:gd name="connsiteY117" fmla="*/ 80963 h 81915"/>
                                <a:gd name="connsiteX118" fmla="*/ 55245 w 97155"/>
                                <a:gd name="connsiteY118" fmla="*/ 80963 h 81915"/>
                                <a:gd name="connsiteX119" fmla="*/ 55245 w 97155"/>
                                <a:gd name="connsiteY119" fmla="*/ 77153 h 81915"/>
                                <a:gd name="connsiteX120" fmla="*/ 55245 w 97155"/>
                                <a:gd name="connsiteY120" fmla="*/ 73342 h 81915"/>
                                <a:gd name="connsiteX121" fmla="*/ 53340 w 97155"/>
                                <a:gd name="connsiteY121" fmla="*/ 64770 h 81915"/>
                                <a:gd name="connsiteX122" fmla="*/ 52388 w 97155"/>
                                <a:gd name="connsiteY122" fmla="*/ 62865 h 81915"/>
                                <a:gd name="connsiteX123" fmla="*/ 51435 w 97155"/>
                                <a:gd name="connsiteY123" fmla="*/ 60960 h 81915"/>
                                <a:gd name="connsiteX124" fmla="*/ 50482 w 97155"/>
                                <a:gd name="connsiteY124" fmla="*/ 59055 h 81915"/>
                                <a:gd name="connsiteX125" fmla="*/ 49530 w 97155"/>
                                <a:gd name="connsiteY125" fmla="*/ 57150 h 81915"/>
                                <a:gd name="connsiteX126" fmla="*/ 45720 w 97155"/>
                                <a:gd name="connsiteY126" fmla="*/ 49530 h 81915"/>
                                <a:gd name="connsiteX127" fmla="*/ 41910 w 97155"/>
                                <a:gd name="connsiteY127" fmla="*/ 41910 h 81915"/>
                                <a:gd name="connsiteX128" fmla="*/ 39052 w 97155"/>
                                <a:gd name="connsiteY128" fmla="*/ 36195 h 81915"/>
                                <a:gd name="connsiteX129" fmla="*/ 40005 w 97155"/>
                                <a:gd name="connsiteY129" fmla="*/ 37147 h 81915"/>
                                <a:gd name="connsiteX130" fmla="*/ 44768 w 97155"/>
                                <a:gd name="connsiteY130" fmla="*/ 40005 h 81915"/>
                                <a:gd name="connsiteX131" fmla="*/ 56198 w 97155"/>
                                <a:gd name="connsiteY131" fmla="*/ 45720 h 81915"/>
                                <a:gd name="connsiteX132" fmla="*/ 62865 w 97155"/>
                                <a:gd name="connsiteY132" fmla="*/ 48578 h 81915"/>
                                <a:gd name="connsiteX133" fmla="*/ 69532 w 97155"/>
                                <a:gd name="connsiteY133" fmla="*/ 52388 h 81915"/>
                                <a:gd name="connsiteX134" fmla="*/ 75248 w 97155"/>
                                <a:gd name="connsiteY134" fmla="*/ 58103 h 81915"/>
                                <a:gd name="connsiteX135" fmla="*/ 80010 w 97155"/>
                                <a:gd name="connsiteY135" fmla="*/ 64770 h 81915"/>
                                <a:gd name="connsiteX136" fmla="*/ 81915 w 97155"/>
                                <a:gd name="connsiteY136" fmla="*/ 68580 h 81915"/>
                                <a:gd name="connsiteX137" fmla="*/ 83820 w 97155"/>
                                <a:gd name="connsiteY137" fmla="*/ 72390 h 81915"/>
                                <a:gd name="connsiteX138" fmla="*/ 84773 w 97155"/>
                                <a:gd name="connsiteY138" fmla="*/ 74295 h 81915"/>
                                <a:gd name="connsiteX139" fmla="*/ 85725 w 97155"/>
                                <a:gd name="connsiteY139" fmla="*/ 76200 h 81915"/>
                                <a:gd name="connsiteX140" fmla="*/ 86677 w 97155"/>
                                <a:gd name="connsiteY140" fmla="*/ 80963 h 81915"/>
                                <a:gd name="connsiteX141" fmla="*/ 86677 w 97155"/>
                                <a:gd name="connsiteY141" fmla="*/ 81915 h 81915"/>
                                <a:gd name="connsiteX142" fmla="*/ 86677 w 97155"/>
                                <a:gd name="connsiteY142" fmla="*/ 81915 h 81915"/>
                                <a:gd name="connsiteX143" fmla="*/ 86677 w 97155"/>
                                <a:gd name="connsiteY143" fmla="*/ 80963 h 81915"/>
                                <a:gd name="connsiteX144" fmla="*/ 84773 w 97155"/>
                                <a:gd name="connsiteY144" fmla="*/ 72390 h 81915"/>
                                <a:gd name="connsiteX145" fmla="*/ 80963 w 97155"/>
                                <a:gd name="connsiteY145" fmla="*/ 63817 h 81915"/>
                                <a:gd name="connsiteX146" fmla="*/ 76200 w 97155"/>
                                <a:gd name="connsiteY146" fmla="*/ 57150 h 81915"/>
                                <a:gd name="connsiteX147" fmla="*/ 70485 w 97155"/>
                                <a:gd name="connsiteY147" fmla="*/ 51435 h 81915"/>
                                <a:gd name="connsiteX148" fmla="*/ 63818 w 97155"/>
                                <a:gd name="connsiteY148" fmla="*/ 47625 h 81915"/>
                                <a:gd name="connsiteX149" fmla="*/ 57150 w 97155"/>
                                <a:gd name="connsiteY149" fmla="*/ 44767 h 81915"/>
                                <a:gd name="connsiteX150" fmla="*/ 45720 w 97155"/>
                                <a:gd name="connsiteY150" fmla="*/ 39053 h 81915"/>
                                <a:gd name="connsiteX151" fmla="*/ 41910 w 97155"/>
                                <a:gd name="connsiteY151" fmla="*/ 36195 h 81915"/>
                                <a:gd name="connsiteX152" fmla="*/ 39052 w 97155"/>
                                <a:gd name="connsiteY152" fmla="*/ 34290 h 81915"/>
                                <a:gd name="connsiteX153" fmla="*/ 37148 w 97155"/>
                                <a:gd name="connsiteY153" fmla="*/ 33338 h 81915"/>
                                <a:gd name="connsiteX154" fmla="*/ 34290 w 97155"/>
                                <a:gd name="connsiteY154" fmla="*/ 27622 h 81915"/>
                                <a:gd name="connsiteX155" fmla="*/ 32385 w 97155"/>
                                <a:gd name="connsiteY155" fmla="*/ 23813 h 81915"/>
                                <a:gd name="connsiteX156" fmla="*/ 30480 w 97155"/>
                                <a:gd name="connsiteY156" fmla="*/ 20003 h 81915"/>
                                <a:gd name="connsiteX157" fmla="*/ 27623 w 97155"/>
                                <a:gd name="connsiteY157" fmla="*/ 13335 h 81915"/>
                                <a:gd name="connsiteX158" fmla="*/ 27623 w 97155"/>
                                <a:gd name="connsiteY158" fmla="*/ 12383 h 81915"/>
                                <a:gd name="connsiteX159" fmla="*/ 28575 w 97155"/>
                                <a:gd name="connsiteY159" fmla="*/ 12383 h 81915"/>
                                <a:gd name="connsiteX160" fmla="*/ 32385 w 97155"/>
                                <a:gd name="connsiteY160" fmla="*/ 13335 h 81915"/>
                                <a:gd name="connsiteX161" fmla="*/ 35243 w 97155"/>
                                <a:gd name="connsiteY161" fmla="*/ 14288 h 81915"/>
                                <a:gd name="connsiteX162" fmla="*/ 38100 w 97155"/>
                                <a:gd name="connsiteY162" fmla="*/ 15240 h 81915"/>
                                <a:gd name="connsiteX163" fmla="*/ 44768 w 97155"/>
                                <a:gd name="connsiteY163" fmla="*/ 17145 h 81915"/>
                                <a:gd name="connsiteX164" fmla="*/ 52388 w 97155"/>
                                <a:gd name="connsiteY164" fmla="*/ 19050 h 81915"/>
                                <a:gd name="connsiteX165" fmla="*/ 60007 w 97155"/>
                                <a:gd name="connsiteY165" fmla="*/ 21908 h 81915"/>
                                <a:gd name="connsiteX166" fmla="*/ 68580 w 97155"/>
                                <a:gd name="connsiteY166" fmla="*/ 24765 h 81915"/>
                                <a:gd name="connsiteX167" fmla="*/ 76200 w 97155"/>
                                <a:gd name="connsiteY167" fmla="*/ 28575 h 81915"/>
                                <a:gd name="connsiteX168" fmla="*/ 83820 w 97155"/>
                                <a:gd name="connsiteY168" fmla="*/ 34290 h 81915"/>
                                <a:gd name="connsiteX169" fmla="*/ 86677 w 97155"/>
                                <a:gd name="connsiteY169" fmla="*/ 37147 h 81915"/>
                                <a:gd name="connsiteX170" fmla="*/ 89535 w 97155"/>
                                <a:gd name="connsiteY170" fmla="*/ 40958 h 81915"/>
                                <a:gd name="connsiteX171" fmla="*/ 92393 w 97155"/>
                                <a:gd name="connsiteY171" fmla="*/ 44767 h 81915"/>
                                <a:gd name="connsiteX172" fmla="*/ 94298 w 97155"/>
                                <a:gd name="connsiteY172" fmla="*/ 48578 h 81915"/>
                                <a:gd name="connsiteX173" fmla="*/ 96202 w 97155"/>
                                <a:gd name="connsiteY173" fmla="*/ 52388 h 81915"/>
                                <a:gd name="connsiteX174" fmla="*/ 97155 w 97155"/>
                                <a:gd name="connsiteY174" fmla="*/ 55245 h 81915"/>
                                <a:gd name="connsiteX175" fmla="*/ 97155 w 97155"/>
                                <a:gd name="connsiteY175" fmla="*/ 54292 h 81915"/>
                                <a:gd name="connsiteX176" fmla="*/ 96202 w 97155"/>
                                <a:gd name="connsiteY176" fmla="*/ 52388 h 81915"/>
                                <a:gd name="connsiteX177" fmla="*/ 94298 w 97155"/>
                                <a:gd name="connsiteY177" fmla="*/ 48578 h 81915"/>
                                <a:gd name="connsiteX178" fmla="*/ 92393 w 97155"/>
                                <a:gd name="connsiteY178" fmla="*/ 44767 h 81915"/>
                                <a:gd name="connsiteX179" fmla="*/ 89535 w 97155"/>
                                <a:gd name="connsiteY179" fmla="*/ 40958 h 81915"/>
                                <a:gd name="connsiteX180" fmla="*/ 86677 w 97155"/>
                                <a:gd name="connsiteY180" fmla="*/ 37147 h 81915"/>
                                <a:gd name="connsiteX181" fmla="*/ 83820 w 97155"/>
                                <a:gd name="connsiteY181" fmla="*/ 34290 h 81915"/>
                                <a:gd name="connsiteX182" fmla="*/ 76200 w 97155"/>
                                <a:gd name="connsiteY182" fmla="*/ 28575 h 81915"/>
                                <a:gd name="connsiteX183" fmla="*/ 68580 w 97155"/>
                                <a:gd name="connsiteY183" fmla="*/ 23813 h 81915"/>
                                <a:gd name="connsiteX184" fmla="*/ 60007 w 97155"/>
                                <a:gd name="connsiteY184" fmla="*/ 20955 h 81915"/>
                                <a:gd name="connsiteX185" fmla="*/ 52388 w 97155"/>
                                <a:gd name="connsiteY185" fmla="*/ 18097 h 81915"/>
                                <a:gd name="connsiteX186" fmla="*/ 44768 w 97155"/>
                                <a:gd name="connsiteY186" fmla="*/ 16192 h 81915"/>
                                <a:gd name="connsiteX187" fmla="*/ 38100 w 97155"/>
                                <a:gd name="connsiteY187" fmla="*/ 14288 h 81915"/>
                                <a:gd name="connsiteX188" fmla="*/ 35243 w 97155"/>
                                <a:gd name="connsiteY188" fmla="*/ 13335 h 81915"/>
                                <a:gd name="connsiteX189" fmla="*/ 32385 w 97155"/>
                                <a:gd name="connsiteY189" fmla="*/ 12383 h 81915"/>
                                <a:gd name="connsiteX190" fmla="*/ 28575 w 97155"/>
                                <a:gd name="connsiteY190" fmla="*/ 11430 h 81915"/>
                                <a:gd name="connsiteX191" fmla="*/ 26670 w 97155"/>
                                <a:gd name="connsiteY191" fmla="*/ 10478 h 81915"/>
                                <a:gd name="connsiteX192" fmla="*/ 26670 w 97155"/>
                                <a:gd name="connsiteY192" fmla="*/ 10478 h 81915"/>
                                <a:gd name="connsiteX193" fmla="*/ 25718 w 97155"/>
                                <a:gd name="connsiteY193" fmla="*/ 7620 h 81915"/>
                                <a:gd name="connsiteX194" fmla="*/ 23813 w 97155"/>
                                <a:gd name="connsiteY194" fmla="*/ 3810 h 81915"/>
                                <a:gd name="connsiteX195" fmla="*/ 21907 w 97155"/>
                                <a:gd name="connsiteY195" fmla="*/ 0 h 81915"/>
                                <a:gd name="connsiteX196" fmla="*/ 19050 w 97155"/>
                                <a:gd name="connsiteY196" fmla="*/ 1905 h 81915"/>
                                <a:gd name="connsiteX197" fmla="*/ 20002 w 97155"/>
                                <a:gd name="connsiteY197" fmla="*/ 3810 h 81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97155" h="81915">
                                  <a:moveTo>
                                    <a:pt x="20002" y="3810"/>
                                  </a:moveTo>
                                  <a:cubicBezTo>
                                    <a:pt x="20002" y="3810"/>
                                    <a:pt x="20002" y="4763"/>
                                    <a:pt x="20002" y="3810"/>
                                  </a:cubicBezTo>
                                  <a:cubicBezTo>
                                    <a:pt x="20002" y="4763"/>
                                    <a:pt x="20002" y="5715"/>
                                    <a:pt x="19050" y="7620"/>
                                  </a:cubicBezTo>
                                  <a:cubicBezTo>
                                    <a:pt x="18097" y="9525"/>
                                    <a:pt x="17145" y="12383"/>
                                    <a:pt x="15240" y="15240"/>
                                  </a:cubicBezTo>
                                  <a:cubicBezTo>
                                    <a:pt x="13335" y="18097"/>
                                    <a:pt x="11430" y="21908"/>
                                    <a:pt x="9525" y="25717"/>
                                  </a:cubicBezTo>
                                  <a:cubicBezTo>
                                    <a:pt x="8572" y="26670"/>
                                    <a:pt x="8572" y="27622"/>
                                    <a:pt x="7620" y="28575"/>
                                  </a:cubicBezTo>
                                  <a:cubicBezTo>
                                    <a:pt x="7620" y="29528"/>
                                    <a:pt x="6668" y="29528"/>
                                    <a:pt x="6668" y="29528"/>
                                  </a:cubicBezTo>
                                  <a:lnTo>
                                    <a:pt x="6668" y="29528"/>
                                  </a:lnTo>
                                  <a:lnTo>
                                    <a:pt x="6668" y="29528"/>
                                  </a:lnTo>
                                  <a:lnTo>
                                    <a:pt x="6668" y="30480"/>
                                  </a:lnTo>
                                  <a:cubicBezTo>
                                    <a:pt x="5715" y="32385"/>
                                    <a:pt x="4763" y="34290"/>
                                    <a:pt x="3810" y="36195"/>
                                  </a:cubicBezTo>
                                  <a:cubicBezTo>
                                    <a:pt x="3810" y="37147"/>
                                    <a:pt x="2857" y="38100"/>
                                    <a:pt x="2857" y="39053"/>
                                  </a:cubicBezTo>
                                  <a:cubicBezTo>
                                    <a:pt x="2857" y="40005"/>
                                    <a:pt x="1905" y="40958"/>
                                    <a:pt x="1905" y="41910"/>
                                  </a:cubicBezTo>
                                  <a:cubicBezTo>
                                    <a:pt x="1905" y="41910"/>
                                    <a:pt x="1905" y="42863"/>
                                    <a:pt x="1905" y="42863"/>
                                  </a:cubicBezTo>
                                  <a:cubicBezTo>
                                    <a:pt x="1905" y="42863"/>
                                    <a:pt x="1905" y="43815"/>
                                    <a:pt x="1905" y="43815"/>
                                  </a:cubicBezTo>
                                  <a:cubicBezTo>
                                    <a:pt x="1905" y="44767"/>
                                    <a:pt x="1905" y="45720"/>
                                    <a:pt x="953" y="46672"/>
                                  </a:cubicBezTo>
                                  <a:cubicBezTo>
                                    <a:pt x="953" y="48578"/>
                                    <a:pt x="0" y="49530"/>
                                    <a:pt x="0" y="50483"/>
                                  </a:cubicBezTo>
                                  <a:cubicBezTo>
                                    <a:pt x="0" y="51435"/>
                                    <a:pt x="0" y="52388"/>
                                    <a:pt x="0" y="53340"/>
                                  </a:cubicBezTo>
                                  <a:cubicBezTo>
                                    <a:pt x="0" y="54292"/>
                                    <a:pt x="0" y="55245"/>
                                    <a:pt x="0" y="55245"/>
                                  </a:cubicBezTo>
                                  <a:cubicBezTo>
                                    <a:pt x="0" y="55245"/>
                                    <a:pt x="0" y="56197"/>
                                    <a:pt x="0" y="56197"/>
                                  </a:cubicBezTo>
                                  <a:cubicBezTo>
                                    <a:pt x="0" y="56197"/>
                                    <a:pt x="0" y="56197"/>
                                    <a:pt x="0" y="56197"/>
                                  </a:cubicBezTo>
                                  <a:lnTo>
                                    <a:pt x="0" y="56197"/>
                                  </a:lnTo>
                                  <a:cubicBezTo>
                                    <a:pt x="0" y="56197"/>
                                    <a:pt x="0" y="56197"/>
                                    <a:pt x="0" y="56197"/>
                                  </a:cubicBezTo>
                                  <a:cubicBezTo>
                                    <a:pt x="0" y="56197"/>
                                    <a:pt x="0" y="55245"/>
                                    <a:pt x="0" y="55245"/>
                                  </a:cubicBezTo>
                                  <a:cubicBezTo>
                                    <a:pt x="0" y="55245"/>
                                    <a:pt x="0" y="54292"/>
                                    <a:pt x="0" y="53340"/>
                                  </a:cubicBezTo>
                                  <a:cubicBezTo>
                                    <a:pt x="0" y="52388"/>
                                    <a:pt x="0" y="51435"/>
                                    <a:pt x="953" y="50483"/>
                                  </a:cubicBezTo>
                                  <a:cubicBezTo>
                                    <a:pt x="953" y="49530"/>
                                    <a:pt x="1905" y="47625"/>
                                    <a:pt x="1905" y="46672"/>
                                  </a:cubicBezTo>
                                  <a:cubicBezTo>
                                    <a:pt x="1905" y="45720"/>
                                    <a:pt x="1905" y="44767"/>
                                    <a:pt x="2857" y="44767"/>
                                  </a:cubicBezTo>
                                  <a:cubicBezTo>
                                    <a:pt x="2857" y="44767"/>
                                    <a:pt x="2857" y="43815"/>
                                    <a:pt x="2857" y="43815"/>
                                  </a:cubicBezTo>
                                  <a:cubicBezTo>
                                    <a:pt x="2857" y="43815"/>
                                    <a:pt x="2857" y="42863"/>
                                    <a:pt x="3810" y="42863"/>
                                  </a:cubicBezTo>
                                  <a:cubicBezTo>
                                    <a:pt x="3810" y="41910"/>
                                    <a:pt x="4763" y="40958"/>
                                    <a:pt x="4763" y="40005"/>
                                  </a:cubicBezTo>
                                  <a:cubicBezTo>
                                    <a:pt x="4763" y="39053"/>
                                    <a:pt x="5715" y="38100"/>
                                    <a:pt x="5715" y="37147"/>
                                  </a:cubicBezTo>
                                  <a:cubicBezTo>
                                    <a:pt x="6668" y="35242"/>
                                    <a:pt x="7620" y="33338"/>
                                    <a:pt x="8572" y="31433"/>
                                  </a:cubicBezTo>
                                  <a:lnTo>
                                    <a:pt x="8572" y="30480"/>
                                  </a:lnTo>
                                  <a:lnTo>
                                    <a:pt x="8572" y="30480"/>
                                  </a:lnTo>
                                  <a:lnTo>
                                    <a:pt x="8572" y="30480"/>
                                  </a:lnTo>
                                  <a:cubicBezTo>
                                    <a:pt x="8572" y="29528"/>
                                    <a:pt x="9525" y="29528"/>
                                    <a:pt x="9525" y="29528"/>
                                  </a:cubicBezTo>
                                  <a:cubicBezTo>
                                    <a:pt x="10478" y="28575"/>
                                    <a:pt x="10478" y="27622"/>
                                    <a:pt x="11430" y="26670"/>
                                  </a:cubicBezTo>
                                  <a:cubicBezTo>
                                    <a:pt x="14288" y="22860"/>
                                    <a:pt x="16193" y="20003"/>
                                    <a:pt x="18097" y="16192"/>
                                  </a:cubicBezTo>
                                  <a:cubicBezTo>
                                    <a:pt x="20955" y="11430"/>
                                    <a:pt x="22860" y="8572"/>
                                    <a:pt x="22860" y="6667"/>
                                  </a:cubicBezTo>
                                  <a:cubicBezTo>
                                    <a:pt x="22860" y="7620"/>
                                    <a:pt x="22860" y="7620"/>
                                    <a:pt x="23813" y="8572"/>
                                  </a:cubicBezTo>
                                  <a:cubicBezTo>
                                    <a:pt x="23813" y="9525"/>
                                    <a:pt x="24765" y="10478"/>
                                    <a:pt x="24765" y="11430"/>
                                  </a:cubicBezTo>
                                  <a:cubicBezTo>
                                    <a:pt x="24765" y="12383"/>
                                    <a:pt x="25718" y="13335"/>
                                    <a:pt x="26670" y="14288"/>
                                  </a:cubicBezTo>
                                  <a:cubicBezTo>
                                    <a:pt x="27623" y="16192"/>
                                    <a:pt x="28575" y="18097"/>
                                    <a:pt x="29527" y="20955"/>
                                  </a:cubicBezTo>
                                  <a:cubicBezTo>
                                    <a:pt x="29527" y="20955"/>
                                    <a:pt x="29527" y="21908"/>
                                    <a:pt x="30480" y="21908"/>
                                  </a:cubicBezTo>
                                  <a:cubicBezTo>
                                    <a:pt x="30480" y="21908"/>
                                    <a:pt x="30480" y="21908"/>
                                    <a:pt x="30480" y="21908"/>
                                  </a:cubicBezTo>
                                  <a:cubicBezTo>
                                    <a:pt x="30480" y="22860"/>
                                    <a:pt x="30480" y="23813"/>
                                    <a:pt x="30480" y="25717"/>
                                  </a:cubicBezTo>
                                  <a:cubicBezTo>
                                    <a:pt x="30480" y="27622"/>
                                    <a:pt x="30480" y="28575"/>
                                    <a:pt x="29527" y="30480"/>
                                  </a:cubicBezTo>
                                  <a:cubicBezTo>
                                    <a:pt x="28575" y="34290"/>
                                    <a:pt x="27623" y="38100"/>
                                    <a:pt x="25718" y="41910"/>
                                  </a:cubicBezTo>
                                  <a:cubicBezTo>
                                    <a:pt x="24765" y="43815"/>
                                    <a:pt x="23813" y="45720"/>
                                    <a:pt x="23813" y="47625"/>
                                  </a:cubicBezTo>
                                  <a:cubicBezTo>
                                    <a:pt x="23813" y="48578"/>
                                    <a:pt x="22860" y="49530"/>
                                    <a:pt x="22860" y="50483"/>
                                  </a:cubicBezTo>
                                  <a:cubicBezTo>
                                    <a:pt x="22860" y="51435"/>
                                    <a:pt x="21907" y="52388"/>
                                    <a:pt x="21907" y="53340"/>
                                  </a:cubicBezTo>
                                  <a:cubicBezTo>
                                    <a:pt x="20955" y="55245"/>
                                    <a:pt x="20955" y="57150"/>
                                    <a:pt x="20955" y="58103"/>
                                  </a:cubicBezTo>
                                  <a:cubicBezTo>
                                    <a:pt x="20955" y="59055"/>
                                    <a:pt x="20955" y="60008"/>
                                    <a:pt x="20955" y="60008"/>
                                  </a:cubicBezTo>
                                  <a:cubicBezTo>
                                    <a:pt x="20955" y="60960"/>
                                    <a:pt x="20955" y="60960"/>
                                    <a:pt x="20955" y="61913"/>
                                  </a:cubicBezTo>
                                  <a:cubicBezTo>
                                    <a:pt x="20955" y="63817"/>
                                    <a:pt x="20955" y="65722"/>
                                    <a:pt x="21907" y="66675"/>
                                  </a:cubicBezTo>
                                  <a:cubicBezTo>
                                    <a:pt x="21907" y="66675"/>
                                    <a:pt x="21907" y="66675"/>
                                    <a:pt x="21907" y="66675"/>
                                  </a:cubicBezTo>
                                  <a:cubicBezTo>
                                    <a:pt x="21907" y="66675"/>
                                    <a:pt x="21907" y="66675"/>
                                    <a:pt x="21907" y="66675"/>
                                  </a:cubicBezTo>
                                  <a:cubicBezTo>
                                    <a:pt x="21907" y="66675"/>
                                    <a:pt x="21907" y="66675"/>
                                    <a:pt x="21907" y="66675"/>
                                  </a:cubicBezTo>
                                  <a:cubicBezTo>
                                    <a:pt x="21907" y="66675"/>
                                    <a:pt x="21907" y="66675"/>
                                    <a:pt x="21907" y="66675"/>
                                  </a:cubicBezTo>
                                  <a:cubicBezTo>
                                    <a:pt x="21907" y="66675"/>
                                    <a:pt x="21907" y="66675"/>
                                    <a:pt x="21907" y="66675"/>
                                  </a:cubicBezTo>
                                  <a:cubicBezTo>
                                    <a:pt x="21907" y="66675"/>
                                    <a:pt x="22860" y="67628"/>
                                    <a:pt x="22860" y="67628"/>
                                  </a:cubicBezTo>
                                  <a:cubicBezTo>
                                    <a:pt x="22860" y="67628"/>
                                    <a:pt x="21907" y="66675"/>
                                    <a:pt x="21907" y="66675"/>
                                  </a:cubicBezTo>
                                  <a:cubicBezTo>
                                    <a:pt x="21907" y="66675"/>
                                    <a:pt x="21907" y="66675"/>
                                    <a:pt x="21907" y="66675"/>
                                  </a:cubicBezTo>
                                  <a:cubicBezTo>
                                    <a:pt x="21907" y="66675"/>
                                    <a:pt x="21907" y="66675"/>
                                    <a:pt x="21907" y="66675"/>
                                  </a:cubicBezTo>
                                  <a:cubicBezTo>
                                    <a:pt x="21907" y="66675"/>
                                    <a:pt x="21907" y="66675"/>
                                    <a:pt x="21907" y="66675"/>
                                  </a:cubicBezTo>
                                  <a:cubicBezTo>
                                    <a:pt x="21907" y="66675"/>
                                    <a:pt x="21907" y="66675"/>
                                    <a:pt x="21907" y="66675"/>
                                  </a:cubicBezTo>
                                  <a:cubicBezTo>
                                    <a:pt x="21907" y="66675"/>
                                    <a:pt x="21907" y="66675"/>
                                    <a:pt x="21907" y="66675"/>
                                  </a:cubicBezTo>
                                  <a:cubicBezTo>
                                    <a:pt x="21907" y="65722"/>
                                    <a:pt x="20955" y="63817"/>
                                    <a:pt x="21907" y="61913"/>
                                  </a:cubicBezTo>
                                  <a:cubicBezTo>
                                    <a:pt x="21907" y="60960"/>
                                    <a:pt x="21907" y="60960"/>
                                    <a:pt x="21907" y="60008"/>
                                  </a:cubicBezTo>
                                  <a:cubicBezTo>
                                    <a:pt x="21907" y="59055"/>
                                    <a:pt x="21907" y="59055"/>
                                    <a:pt x="21907" y="58103"/>
                                  </a:cubicBezTo>
                                  <a:cubicBezTo>
                                    <a:pt x="21907" y="56197"/>
                                    <a:pt x="22860" y="55245"/>
                                    <a:pt x="22860" y="53340"/>
                                  </a:cubicBezTo>
                                  <a:cubicBezTo>
                                    <a:pt x="22860" y="52388"/>
                                    <a:pt x="23813" y="51435"/>
                                    <a:pt x="23813" y="50483"/>
                                  </a:cubicBezTo>
                                  <a:cubicBezTo>
                                    <a:pt x="23813" y="49530"/>
                                    <a:pt x="24765" y="48578"/>
                                    <a:pt x="24765" y="47625"/>
                                  </a:cubicBezTo>
                                  <a:cubicBezTo>
                                    <a:pt x="25718" y="45720"/>
                                    <a:pt x="26670" y="43815"/>
                                    <a:pt x="27623" y="41910"/>
                                  </a:cubicBezTo>
                                  <a:cubicBezTo>
                                    <a:pt x="29527" y="38100"/>
                                    <a:pt x="30480" y="34290"/>
                                    <a:pt x="31432" y="30480"/>
                                  </a:cubicBezTo>
                                  <a:cubicBezTo>
                                    <a:pt x="31432" y="28575"/>
                                    <a:pt x="32385" y="26670"/>
                                    <a:pt x="32385" y="25717"/>
                                  </a:cubicBezTo>
                                  <a:cubicBezTo>
                                    <a:pt x="32385" y="25717"/>
                                    <a:pt x="32385" y="25717"/>
                                    <a:pt x="32385" y="25717"/>
                                  </a:cubicBezTo>
                                  <a:cubicBezTo>
                                    <a:pt x="32385" y="26670"/>
                                    <a:pt x="33338" y="27622"/>
                                    <a:pt x="33338" y="27622"/>
                                  </a:cubicBezTo>
                                  <a:cubicBezTo>
                                    <a:pt x="34290" y="30480"/>
                                    <a:pt x="36195" y="32385"/>
                                    <a:pt x="37148" y="35242"/>
                                  </a:cubicBezTo>
                                  <a:cubicBezTo>
                                    <a:pt x="38100" y="37147"/>
                                    <a:pt x="40005" y="40005"/>
                                    <a:pt x="40957" y="41910"/>
                                  </a:cubicBezTo>
                                  <a:cubicBezTo>
                                    <a:pt x="40957" y="41910"/>
                                    <a:pt x="40957" y="41910"/>
                                    <a:pt x="40957" y="42863"/>
                                  </a:cubicBezTo>
                                  <a:cubicBezTo>
                                    <a:pt x="40957" y="42863"/>
                                    <a:pt x="40957" y="43815"/>
                                    <a:pt x="40957" y="44767"/>
                                  </a:cubicBezTo>
                                  <a:cubicBezTo>
                                    <a:pt x="40957" y="45720"/>
                                    <a:pt x="40957" y="47625"/>
                                    <a:pt x="40957" y="50483"/>
                                  </a:cubicBezTo>
                                  <a:cubicBezTo>
                                    <a:pt x="40957" y="51435"/>
                                    <a:pt x="40005" y="53340"/>
                                    <a:pt x="40005" y="54292"/>
                                  </a:cubicBezTo>
                                  <a:cubicBezTo>
                                    <a:pt x="40005" y="55245"/>
                                    <a:pt x="39052" y="57150"/>
                                    <a:pt x="39052" y="58103"/>
                                  </a:cubicBezTo>
                                  <a:cubicBezTo>
                                    <a:pt x="39052" y="59055"/>
                                    <a:pt x="39052" y="60008"/>
                                    <a:pt x="39052" y="60008"/>
                                  </a:cubicBezTo>
                                  <a:cubicBezTo>
                                    <a:pt x="39052" y="60960"/>
                                    <a:pt x="39052" y="61913"/>
                                    <a:pt x="39052" y="61913"/>
                                  </a:cubicBezTo>
                                  <a:cubicBezTo>
                                    <a:pt x="39052" y="62865"/>
                                    <a:pt x="39052" y="63817"/>
                                    <a:pt x="39052" y="63817"/>
                                  </a:cubicBezTo>
                                  <a:cubicBezTo>
                                    <a:pt x="39052" y="64770"/>
                                    <a:pt x="39052" y="65722"/>
                                    <a:pt x="39052" y="65722"/>
                                  </a:cubicBezTo>
                                  <a:cubicBezTo>
                                    <a:pt x="39052" y="67628"/>
                                    <a:pt x="39052" y="68580"/>
                                    <a:pt x="39052" y="70485"/>
                                  </a:cubicBezTo>
                                  <a:cubicBezTo>
                                    <a:pt x="39052" y="72390"/>
                                    <a:pt x="39052" y="73342"/>
                                    <a:pt x="39052" y="74295"/>
                                  </a:cubicBezTo>
                                  <a:cubicBezTo>
                                    <a:pt x="39052" y="75247"/>
                                    <a:pt x="39052" y="75247"/>
                                    <a:pt x="39052" y="76200"/>
                                  </a:cubicBezTo>
                                  <a:cubicBezTo>
                                    <a:pt x="39052" y="77153"/>
                                    <a:pt x="39052" y="77153"/>
                                    <a:pt x="39052" y="78105"/>
                                  </a:cubicBezTo>
                                  <a:cubicBezTo>
                                    <a:pt x="39052" y="78105"/>
                                    <a:pt x="39052" y="79058"/>
                                    <a:pt x="39052" y="79058"/>
                                  </a:cubicBezTo>
                                  <a:cubicBezTo>
                                    <a:pt x="39052" y="79058"/>
                                    <a:pt x="39052" y="80010"/>
                                    <a:pt x="39052" y="80010"/>
                                  </a:cubicBezTo>
                                  <a:cubicBezTo>
                                    <a:pt x="39052" y="80010"/>
                                    <a:pt x="39052" y="80010"/>
                                    <a:pt x="39052" y="80010"/>
                                  </a:cubicBezTo>
                                  <a:cubicBezTo>
                                    <a:pt x="39052" y="79058"/>
                                    <a:pt x="39052" y="78105"/>
                                    <a:pt x="39052" y="78105"/>
                                  </a:cubicBezTo>
                                  <a:cubicBezTo>
                                    <a:pt x="39052" y="77153"/>
                                    <a:pt x="39052" y="77153"/>
                                    <a:pt x="39052" y="76200"/>
                                  </a:cubicBezTo>
                                  <a:cubicBezTo>
                                    <a:pt x="39052" y="75247"/>
                                    <a:pt x="39052" y="75247"/>
                                    <a:pt x="39052" y="74295"/>
                                  </a:cubicBezTo>
                                  <a:cubicBezTo>
                                    <a:pt x="39052" y="73342"/>
                                    <a:pt x="39052" y="71438"/>
                                    <a:pt x="39052" y="70485"/>
                                  </a:cubicBezTo>
                                  <a:cubicBezTo>
                                    <a:pt x="39052" y="69533"/>
                                    <a:pt x="39052" y="67628"/>
                                    <a:pt x="39052" y="65722"/>
                                  </a:cubicBezTo>
                                  <a:lnTo>
                                    <a:pt x="39052" y="64770"/>
                                  </a:lnTo>
                                  <a:lnTo>
                                    <a:pt x="39052" y="63817"/>
                                  </a:lnTo>
                                  <a:cubicBezTo>
                                    <a:pt x="39052" y="62865"/>
                                    <a:pt x="39052" y="61913"/>
                                    <a:pt x="39052" y="61913"/>
                                  </a:cubicBezTo>
                                  <a:cubicBezTo>
                                    <a:pt x="39052" y="60960"/>
                                    <a:pt x="39052" y="60008"/>
                                    <a:pt x="39052" y="60008"/>
                                  </a:cubicBezTo>
                                  <a:cubicBezTo>
                                    <a:pt x="39052" y="59055"/>
                                    <a:pt x="39052" y="58103"/>
                                    <a:pt x="39052" y="58103"/>
                                  </a:cubicBezTo>
                                  <a:cubicBezTo>
                                    <a:pt x="39052" y="57150"/>
                                    <a:pt x="40005" y="55245"/>
                                    <a:pt x="40005" y="54292"/>
                                  </a:cubicBezTo>
                                  <a:cubicBezTo>
                                    <a:pt x="40005" y="53340"/>
                                    <a:pt x="40957" y="51435"/>
                                    <a:pt x="40957" y="50483"/>
                                  </a:cubicBezTo>
                                  <a:cubicBezTo>
                                    <a:pt x="40957" y="49530"/>
                                    <a:pt x="41910" y="47625"/>
                                    <a:pt x="41910" y="46672"/>
                                  </a:cubicBezTo>
                                  <a:cubicBezTo>
                                    <a:pt x="42863" y="48578"/>
                                    <a:pt x="43815" y="49530"/>
                                    <a:pt x="44768" y="51435"/>
                                  </a:cubicBezTo>
                                  <a:cubicBezTo>
                                    <a:pt x="45720" y="54292"/>
                                    <a:pt x="47625" y="57150"/>
                                    <a:pt x="48577" y="59055"/>
                                  </a:cubicBezTo>
                                  <a:cubicBezTo>
                                    <a:pt x="49530" y="60008"/>
                                    <a:pt x="49530" y="61913"/>
                                    <a:pt x="50482" y="62865"/>
                                  </a:cubicBezTo>
                                  <a:cubicBezTo>
                                    <a:pt x="51435" y="63817"/>
                                    <a:pt x="51435" y="65722"/>
                                    <a:pt x="52388" y="66675"/>
                                  </a:cubicBezTo>
                                  <a:cubicBezTo>
                                    <a:pt x="53340" y="69533"/>
                                    <a:pt x="54293" y="72390"/>
                                    <a:pt x="54293" y="74295"/>
                                  </a:cubicBezTo>
                                  <a:cubicBezTo>
                                    <a:pt x="54293" y="75247"/>
                                    <a:pt x="54293" y="77153"/>
                                    <a:pt x="55245" y="78105"/>
                                  </a:cubicBezTo>
                                  <a:cubicBezTo>
                                    <a:pt x="55245" y="79058"/>
                                    <a:pt x="55245" y="80010"/>
                                    <a:pt x="55245" y="80963"/>
                                  </a:cubicBezTo>
                                  <a:cubicBezTo>
                                    <a:pt x="55245" y="80963"/>
                                    <a:pt x="55245" y="80963"/>
                                    <a:pt x="55245" y="80963"/>
                                  </a:cubicBezTo>
                                  <a:lnTo>
                                    <a:pt x="55245" y="80963"/>
                                  </a:lnTo>
                                  <a:cubicBezTo>
                                    <a:pt x="55245" y="80010"/>
                                    <a:pt x="55245" y="78105"/>
                                    <a:pt x="55245" y="77153"/>
                                  </a:cubicBezTo>
                                  <a:cubicBezTo>
                                    <a:pt x="55245" y="76200"/>
                                    <a:pt x="55245" y="74295"/>
                                    <a:pt x="55245" y="73342"/>
                                  </a:cubicBezTo>
                                  <a:cubicBezTo>
                                    <a:pt x="55245" y="70485"/>
                                    <a:pt x="54293" y="67628"/>
                                    <a:pt x="53340" y="64770"/>
                                  </a:cubicBezTo>
                                  <a:cubicBezTo>
                                    <a:pt x="53340" y="63817"/>
                                    <a:pt x="52388" y="63817"/>
                                    <a:pt x="52388" y="62865"/>
                                  </a:cubicBezTo>
                                  <a:cubicBezTo>
                                    <a:pt x="52388" y="61913"/>
                                    <a:pt x="52388" y="61913"/>
                                    <a:pt x="51435" y="60960"/>
                                  </a:cubicBezTo>
                                  <a:cubicBezTo>
                                    <a:pt x="51435" y="60008"/>
                                    <a:pt x="51435" y="60008"/>
                                    <a:pt x="50482" y="59055"/>
                                  </a:cubicBezTo>
                                  <a:cubicBezTo>
                                    <a:pt x="50482" y="58103"/>
                                    <a:pt x="49530" y="58103"/>
                                    <a:pt x="49530" y="57150"/>
                                  </a:cubicBezTo>
                                  <a:cubicBezTo>
                                    <a:pt x="48577" y="54292"/>
                                    <a:pt x="46673" y="51435"/>
                                    <a:pt x="45720" y="49530"/>
                                  </a:cubicBezTo>
                                  <a:cubicBezTo>
                                    <a:pt x="44768" y="46672"/>
                                    <a:pt x="42863" y="43815"/>
                                    <a:pt x="41910" y="41910"/>
                                  </a:cubicBezTo>
                                  <a:cubicBezTo>
                                    <a:pt x="40957" y="40005"/>
                                    <a:pt x="40005" y="38100"/>
                                    <a:pt x="39052" y="36195"/>
                                  </a:cubicBezTo>
                                  <a:cubicBezTo>
                                    <a:pt x="39052" y="36195"/>
                                    <a:pt x="40005" y="36195"/>
                                    <a:pt x="40005" y="37147"/>
                                  </a:cubicBezTo>
                                  <a:cubicBezTo>
                                    <a:pt x="40957" y="38100"/>
                                    <a:pt x="42863" y="39053"/>
                                    <a:pt x="44768" y="40005"/>
                                  </a:cubicBezTo>
                                  <a:cubicBezTo>
                                    <a:pt x="47625" y="41910"/>
                                    <a:pt x="51435" y="43815"/>
                                    <a:pt x="56198" y="45720"/>
                                  </a:cubicBezTo>
                                  <a:cubicBezTo>
                                    <a:pt x="58102" y="46672"/>
                                    <a:pt x="60007" y="47625"/>
                                    <a:pt x="62865" y="48578"/>
                                  </a:cubicBezTo>
                                  <a:cubicBezTo>
                                    <a:pt x="64770" y="49530"/>
                                    <a:pt x="66675" y="51435"/>
                                    <a:pt x="69532" y="52388"/>
                                  </a:cubicBezTo>
                                  <a:cubicBezTo>
                                    <a:pt x="71438" y="54292"/>
                                    <a:pt x="73343" y="56197"/>
                                    <a:pt x="75248" y="58103"/>
                                  </a:cubicBezTo>
                                  <a:cubicBezTo>
                                    <a:pt x="77152" y="60008"/>
                                    <a:pt x="79057" y="62865"/>
                                    <a:pt x="80010" y="64770"/>
                                  </a:cubicBezTo>
                                  <a:cubicBezTo>
                                    <a:pt x="80963" y="65722"/>
                                    <a:pt x="80963" y="67628"/>
                                    <a:pt x="81915" y="68580"/>
                                  </a:cubicBezTo>
                                  <a:cubicBezTo>
                                    <a:pt x="82868" y="69533"/>
                                    <a:pt x="82868" y="71438"/>
                                    <a:pt x="83820" y="72390"/>
                                  </a:cubicBezTo>
                                  <a:cubicBezTo>
                                    <a:pt x="83820" y="73342"/>
                                    <a:pt x="83820" y="73342"/>
                                    <a:pt x="84773" y="74295"/>
                                  </a:cubicBezTo>
                                  <a:cubicBezTo>
                                    <a:pt x="84773" y="75247"/>
                                    <a:pt x="84773" y="76200"/>
                                    <a:pt x="85725" y="76200"/>
                                  </a:cubicBezTo>
                                  <a:cubicBezTo>
                                    <a:pt x="85725" y="78105"/>
                                    <a:pt x="86677" y="79058"/>
                                    <a:pt x="86677" y="80963"/>
                                  </a:cubicBezTo>
                                  <a:cubicBezTo>
                                    <a:pt x="86677" y="80963"/>
                                    <a:pt x="86677" y="81915"/>
                                    <a:pt x="86677" y="81915"/>
                                  </a:cubicBezTo>
                                  <a:cubicBezTo>
                                    <a:pt x="86677" y="81915"/>
                                    <a:pt x="86677" y="81915"/>
                                    <a:pt x="86677" y="81915"/>
                                  </a:cubicBezTo>
                                  <a:lnTo>
                                    <a:pt x="86677" y="80963"/>
                                  </a:lnTo>
                                  <a:cubicBezTo>
                                    <a:pt x="86677" y="78105"/>
                                    <a:pt x="85725" y="75247"/>
                                    <a:pt x="84773" y="72390"/>
                                  </a:cubicBezTo>
                                  <a:cubicBezTo>
                                    <a:pt x="83820" y="69533"/>
                                    <a:pt x="82868" y="66675"/>
                                    <a:pt x="80963" y="63817"/>
                                  </a:cubicBezTo>
                                  <a:cubicBezTo>
                                    <a:pt x="80010" y="60960"/>
                                    <a:pt x="78105" y="59055"/>
                                    <a:pt x="76200" y="57150"/>
                                  </a:cubicBezTo>
                                  <a:cubicBezTo>
                                    <a:pt x="74295" y="55245"/>
                                    <a:pt x="72390" y="53340"/>
                                    <a:pt x="70485" y="51435"/>
                                  </a:cubicBezTo>
                                  <a:cubicBezTo>
                                    <a:pt x="68580" y="49530"/>
                                    <a:pt x="66675" y="48578"/>
                                    <a:pt x="63818" y="47625"/>
                                  </a:cubicBezTo>
                                  <a:cubicBezTo>
                                    <a:pt x="61913" y="46672"/>
                                    <a:pt x="59055" y="45720"/>
                                    <a:pt x="57150" y="44767"/>
                                  </a:cubicBezTo>
                                  <a:cubicBezTo>
                                    <a:pt x="53340" y="42863"/>
                                    <a:pt x="49530" y="40958"/>
                                    <a:pt x="45720" y="39053"/>
                                  </a:cubicBezTo>
                                  <a:cubicBezTo>
                                    <a:pt x="43815" y="38100"/>
                                    <a:pt x="42863" y="37147"/>
                                    <a:pt x="41910" y="36195"/>
                                  </a:cubicBezTo>
                                  <a:cubicBezTo>
                                    <a:pt x="40957" y="35242"/>
                                    <a:pt x="40005" y="34290"/>
                                    <a:pt x="39052" y="34290"/>
                                  </a:cubicBezTo>
                                  <a:cubicBezTo>
                                    <a:pt x="38100" y="33338"/>
                                    <a:pt x="38100" y="33338"/>
                                    <a:pt x="37148" y="33338"/>
                                  </a:cubicBezTo>
                                  <a:cubicBezTo>
                                    <a:pt x="36195" y="31433"/>
                                    <a:pt x="35243" y="29528"/>
                                    <a:pt x="34290" y="27622"/>
                                  </a:cubicBezTo>
                                  <a:cubicBezTo>
                                    <a:pt x="33338" y="26670"/>
                                    <a:pt x="33338" y="24765"/>
                                    <a:pt x="32385" y="23813"/>
                                  </a:cubicBezTo>
                                  <a:cubicBezTo>
                                    <a:pt x="31432" y="22860"/>
                                    <a:pt x="31432" y="21908"/>
                                    <a:pt x="30480" y="20003"/>
                                  </a:cubicBezTo>
                                  <a:cubicBezTo>
                                    <a:pt x="29527" y="18097"/>
                                    <a:pt x="28575" y="15240"/>
                                    <a:pt x="27623" y="13335"/>
                                  </a:cubicBezTo>
                                  <a:cubicBezTo>
                                    <a:pt x="27623" y="13335"/>
                                    <a:pt x="27623" y="13335"/>
                                    <a:pt x="27623" y="12383"/>
                                  </a:cubicBezTo>
                                  <a:cubicBezTo>
                                    <a:pt x="27623" y="12383"/>
                                    <a:pt x="27623" y="12383"/>
                                    <a:pt x="28575" y="12383"/>
                                  </a:cubicBezTo>
                                  <a:cubicBezTo>
                                    <a:pt x="29527" y="12383"/>
                                    <a:pt x="31432" y="13335"/>
                                    <a:pt x="32385" y="13335"/>
                                  </a:cubicBezTo>
                                  <a:cubicBezTo>
                                    <a:pt x="33338" y="13335"/>
                                    <a:pt x="34290" y="14288"/>
                                    <a:pt x="35243" y="14288"/>
                                  </a:cubicBezTo>
                                  <a:cubicBezTo>
                                    <a:pt x="36195" y="14288"/>
                                    <a:pt x="37148" y="14288"/>
                                    <a:pt x="38100" y="15240"/>
                                  </a:cubicBezTo>
                                  <a:cubicBezTo>
                                    <a:pt x="40005" y="15240"/>
                                    <a:pt x="42863" y="16192"/>
                                    <a:pt x="44768" y="17145"/>
                                  </a:cubicBezTo>
                                  <a:cubicBezTo>
                                    <a:pt x="46673" y="18097"/>
                                    <a:pt x="49530" y="18097"/>
                                    <a:pt x="52388" y="19050"/>
                                  </a:cubicBezTo>
                                  <a:cubicBezTo>
                                    <a:pt x="55245" y="20003"/>
                                    <a:pt x="58102" y="20955"/>
                                    <a:pt x="60007" y="21908"/>
                                  </a:cubicBezTo>
                                  <a:cubicBezTo>
                                    <a:pt x="62865" y="22860"/>
                                    <a:pt x="65723" y="23813"/>
                                    <a:pt x="68580" y="24765"/>
                                  </a:cubicBezTo>
                                  <a:cubicBezTo>
                                    <a:pt x="71438" y="25717"/>
                                    <a:pt x="74295" y="27622"/>
                                    <a:pt x="76200" y="28575"/>
                                  </a:cubicBezTo>
                                  <a:cubicBezTo>
                                    <a:pt x="79057" y="30480"/>
                                    <a:pt x="80963" y="32385"/>
                                    <a:pt x="83820" y="34290"/>
                                  </a:cubicBezTo>
                                  <a:cubicBezTo>
                                    <a:pt x="84773" y="35242"/>
                                    <a:pt x="85725" y="36195"/>
                                    <a:pt x="86677" y="37147"/>
                                  </a:cubicBezTo>
                                  <a:cubicBezTo>
                                    <a:pt x="87630" y="38100"/>
                                    <a:pt x="88582" y="39053"/>
                                    <a:pt x="89535" y="40958"/>
                                  </a:cubicBezTo>
                                  <a:cubicBezTo>
                                    <a:pt x="90488" y="41910"/>
                                    <a:pt x="91440" y="43815"/>
                                    <a:pt x="92393" y="44767"/>
                                  </a:cubicBezTo>
                                  <a:cubicBezTo>
                                    <a:pt x="93345" y="45720"/>
                                    <a:pt x="94298" y="47625"/>
                                    <a:pt x="94298" y="48578"/>
                                  </a:cubicBezTo>
                                  <a:cubicBezTo>
                                    <a:pt x="95250" y="49530"/>
                                    <a:pt x="95250" y="51435"/>
                                    <a:pt x="96202" y="52388"/>
                                  </a:cubicBezTo>
                                  <a:cubicBezTo>
                                    <a:pt x="96202" y="53340"/>
                                    <a:pt x="97155" y="54292"/>
                                    <a:pt x="97155" y="55245"/>
                                  </a:cubicBezTo>
                                  <a:cubicBezTo>
                                    <a:pt x="97155" y="55245"/>
                                    <a:pt x="97155" y="54292"/>
                                    <a:pt x="97155" y="54292"/>
                                  </a:cubicBezTo>
                                  <a:cubicBezTo>
                                    <a:pt x="97155" y="53340"/>
                                    <a:pt x="97155" y="53340"/>
                                    <a:pt x="96202" y="52388"/>
                                  </a:cubicBezTo>
                                  <a:cubicBezTo>
                                    <a:pt x="95250" y="51435"/>
                                    <a:pt x="95250" y="49530"/>
                                    <a:pt x="94298" y="48578"/>
                                  </a:cubicBezTo>
                                  <a:cubicBezTo>
                                    <a:pt x="93345" y="47625"/>
                                    <a:pt x="93345" y="45720"/>
                                    <a:pt x="92393" y="44767"/>
                                  </a:cubicBezTo>
                                  <a:cubicBezTo>
                                    <a:pt x="91440" y="43815"/>
                                    <a:pt x="90488" y="41910"/>
                                    <a:pt x="89535" y="40958"/>
                                  </a:cubicBezTo>
                                  <a:cubicBezTo>
                                    <a:pt x="88582" y="40005"/>
                                    <a:pt x="87630" y="38100"/>
                                    <a:pt x="86677" y="37147"/>
                                  </a:cubicBezTo>
                                  <a:cubicBezTo>
                                    <a:pt x="85725" y="36195"/>
                                    <a:pt x="84773" y="35242"/>
                                    <a:pt x="83820" y="34290"/>
                                  </a:cubicBezTo>
                                  <a:cubicBezTo>
                                    <a:pt x="81915" y="32385"/>
                                    <a:pt x="79057" y="30480"/>
                                    <a:pt x="76200" y="28575"/>
                                  </a:cubicBezTo>
                                  <a:cubicBezTo>
                                    <a:pt x="73343" y="26670"/>
                                    <a:pt x="71438" y="25717"/>
                                    <a:pt x="68580" y="23813"/>
                                  </a:cubicBezTo>
                                  <a:cubicBezTo>
                                    <a:pt x="65723" y="22860"/>
                                    <a:pt x="62865" y="21908"/>
                                    <a:pt x="60007" y="20955"/>
                                  </a:cubicBezTo>
                                  <a:cubicBezTo>
                                    <a:pt x="57150" y="20003"/>
                                    <a:pt x="54293" y="19050"/>
                                    <a:pt x="52388" y="18097"/>
                                  </a:cubicBezTo>
                                  <a:cubicBezTo>
                                    <a:pt x="49530" y="17145"/>
                                    <a:pt x="47625" y="17145"/>
                                    <a:pt x="44768" y="16192"/>
                                  </a:cubicBezTo>
                                  <a:cubicBezTo>
                                    <a:pt x="42863" y="15240"/>
                                    <a:pt x="40005" y="15240"/>
                                    <a:pt x="38100" y="14288"/>
                                  </a:cubicBezTo>
                                  <a:cubicBezTo>
                                    <a:pt x="37148" y="14288"/>
                                    <a:pt x="36195" y="13335"/>
                                    <a:pt x="35243" y="13335"/>
                                  </a:cubicBezTo>
                                  <a:cubicBezTo>
                                    <a:pt x="34290" y="13335"/>
                                    <a:pt x="33338" y="12383"/>
                                    <a:pt x="32385" y="12383"/>
                                  </a:cubicBezTo>
                                  <a:cubicBezTo>
                                    <a:pt x="30480" y="12383"/>
                                    <a:pt x="29527" y="11430"/>
                                    <a:pt x="28575" y="11430"/>
                                  </a:cubicBezTo>
                                  <a:cubicBezTo>
                                    <a:pt x="27623" y="11430"/>
                                    <a:pt x="26670" y="11430"/>
                                    <a:pt x="26670" y="10478"/>
                                  </a:cubicBezTo>
                                  <a:lnTo>
                                    <a:pt x="26670" y="10478"/>
                                  </a:lnTo>
                                  <a:cubicBezTo>
                                    <a:pt x="26670" y="9525"/>
                                    <a:pt x="25718" y="8572"/>
                                    <a:pt x="25718" y="7620"/>
                                  </a:cubicBezTo>
                                  <a:cubicBezTo>
                                    <a:pt x="24765" y="5715"/>
                                    <a:pt x="24765" y="4763"/>
                                    <a:pt x="23813" y="3810"/>
                                  </a:cubicBezTo>
                                  <a:cubicBezTo>
                                    <a:pt x="22860" y="1905"/>
                                    <a:pt x="21907" y="0"/>
                                    <a:pt x="21907" y="0"/>
                                  </a:cubicBezTo>
                                  <a:cubicBezTo>
                                    <a:pt x="20955" y="0"/>
                                    <a:pt x="19050" y="1905"/>
                                    <a:pt x="19050" y="1905"/>
                                  </a:cubicBezTo>
                                  <a:cubicBezTo>
                                    <a:pt x="19050" y="953"/>
                                    <a:pt x="19050" y="1905"/>
                                    <a:pt x="20002" y="3810"/>
                                  </a:cubicBezTo>
                                  <a:close/>
                                </a:path>
                              </a:pathLst>
                            </a:custGeom>
                            <a:grpFill/>
                            <a:ln w="9525" cap="flat">
                              <a:noFill/>
                              <a:prstDash val="solid"/>
                              <a:miter/>
                            </a:ln>
                          </p:spPr>
                          <p:txBody>
                            <a:bodyPr rtlCol="0" anchor="ctr"/>
                            <a:lstStyle/>
                            <a:p>
                              <a:endParaRPr lang="en-US"/>
                            </a:p>
                          </p:txBody>
                        </p:sp>
                      </p:grpSp>
                      <p:grpSp>
                        <p:nvGrpSpPr>
                          <p:cNvPr id="234" name="Graphic 2">
                            <a:extLst>
                              <a:ext uri="{FF2B5EF4-FFF2-40B4-BE49-F238E27FC236}">
                                <a16:creationId xmlns:a16="http://schemas.microsoft.com/office/drawing/2014/main" id="{AE736AF3-0337-429B-AEF1-DA4B52809559}"/>
                              </a:ext>
                            </a:extLst>
                          </p:cNvPr>
                          <p:cNvGrpSpPr/>
                          <p:nvPr/>
                        </p:nvGrpSpPr>
                        <p:grpSpPr>
                          <a:xfrm>
                            <a:off x="3425371" y="2786887"/>
                            <a:ext cx="91440" cy="72390"/>
                            <a:chOff x="3425371" y="2786887"/>
                            <a:chExt cx="91440" cy="72390"/>
                          </a:xfrm>
                          <a:grpFill/>
                        </p:grpSpPr>
                        <p:sp>
                          <p:nvSpPr>
                            <p:cNvPr id="235" name="Freeform: Shape 234">
                              <a:extLst>
                                <a:ext uri="{FF2B5EF4-FFF2-40B4-BE49-F238E27FC236}">
                                  <a16:creationId xmlns:a16="http://schemas.microsoft.com/office/drawing/2014/main" id="{17F3C061-3157-4940-97CB-AD026535E83A}"/>
                                </a:ext>
                              </a:extLst>
                            </p:cNvPr>
                            <p:cNvSpPr/>
                            <p:nvPr/>
                          </p:nvSpPr>
                          <p:spPr>
                            <a:xfrm>
                              <a:off x="3425371" y="2786887"/>
                              <a:ext cx="84772" cy="72390"/>
                            </a:xfrm>
                            <a:custGeom>
                              <a:avLst/>
                              <a:gdLst>
                                <a:gd name="connsiteX0" fmla="*/ 84772 w 84772"/>
                                <a:gd name="connsiteY0" fmla="*/ 33338 h 72390"/>
                                <a:gd name="connsiteX1" fmla="*/ 84772 w 84772"/>
                                <a:gd name="connsiteY1" fmla="*/ 29528 h 72390"/>
                                <a:gd name="connsiteX2" fmla="*/ 84772 w 84772"/>
                                <a:gd name="connsiteY2" fmla="*/ 25717 h 72390"/>
                                <a:gd name="connsiteX3" fmla="*/ 84772 w 84772"/>
                                <a:gd name="connsiteY3" fmla="*/ 23813 h 72390"/>
                                <a:gd name="connsiteX4" fmla="*/ 83820 w 84772"/>
                                <a:gd name="connsiteY4" fmla="*/ 20955 h 72390"/>
                                <a:gd name="connsiteX5" fmla="*/ 83820 w 84772"/>
                                <a:gd name="connsiteY5" fmla="*/ 20955 h 72390"/>
                                <a:gd name="connsiteX6" fmla="*/ 83820 w 84772"/>
                                <a:gd name="connsiteY6" fmla="*/ 20955 h 72390"/>
                                <a:gd name="connsiteX7" fmla="*/ 83820 w 84772"/>
                                <a:gd name="connsiteY7" fmla="*/ 20955 h 72390"/>
                                <a:gd name="connsiteX8" fmla="*/ 82867 w 84772"/>
                                <a:gd name="connsiteY8" fmla="*/ 20003 h 72390"/>
                                <a:gd name="connsiteX9" fmla="*/ 79057 w 84772"/>
                                <a:gd name="connsiteY9" fmla="*/ 16192 h 72390"/>
                                <a:gd name="connsiteX10" fmla="*/ 63817 w 84772"/>
                                <a:gd name="connsiteY10" fmla="*/ 5715 h 72390"/>
                                <a:gd name="connsiteX11" fmla="*/ 39053 w 84772"/>
                                <a:gd name="connsiteY11" fmla="*/ 0 h 72390"/>
                                <a:gd name="connsiteX12" fmla="*/ 23813 w 84772"/>
                                <a:gd name="connsiteY12" fmla="*/ 3810 h 72390"/>
                                <a:gd name="connsiteX13" fmla="*/ 8572 w 84772"/>
                                <a:gd name="connsiteY13" fmla="*/ 14288 h 72390"/>
                                <a:gd name="connsiteX14" fmla="*/ 7620 w 84772"/>
                                <a:gd name="connsiteY14" fmla="*/ 15240 h 72390"/>
                                <a:gd name="connsiteX15" fmla="*/ 7620 w 84772"/>
                                <a:gd name="connsiteY15" fmla="*/ 15240 h 72390"/>
                                <a:gd name="connsiteX16" fmla="*/ 4763 w 84772"/>
                                <a:gd name="connsiteY16" fmla="*/ 19050 h 72390"/>
                                <a:gd name="connsiteX17" fmla="*/ 953 w 84772"/>
                                <a:gd name="connsiteY17" fmla="*/ 29528 h 72390"/>
                                <a:gd name="connsiteX18" fmla="*/ 0 w 84772"/>
                                <a:gd name="connsiteY18" fmla="*/ 33338 h 72390"/>
                                <a:gd name="connsiteX19" fmla="*/ 0 w 84772"/>
                                <a:gd name="connsiteY19" fmla="*/ 37147 h 72390"/>
                                <a:gd name="connsiteX20" fmla="*/ 0 w 84772"/>
                                <a:gd name="connsiteY20" fmla="*/ 38100 h 72390"/>
                                <a:gd name="connsiteX21" fmla="*/ 0 w 84772"/>
                                <a:gd name="connsiteY21" fmla="*/ 38100 h 72390"/>
                                <a:gd name="connsiteX22" fmla="*/ 2857 w 84772"/>
                                <a:gd name="connsiteY22" fmla="*/ 45720 h 72390"/>
                                <a:gd name="connsiteX23" fmla="*/ 5715 w 84772"/>
                                <a:gd name="connsiteY23" fmla="*/ 48578 h 72390"/>
                                <a:gd name="connsiteX24" fmla="*/ 8572 w 84772"/>
                                <a:gd name="connsiteY24" fmla="*/ 50483 h 72390"/>
                                <a:gd name="connsiteX25" fmla="*/ 18097 w 84772"/>
                                <a:gd name="connsiteY25" fmla="*/ 54292 h 72390"/>
                                <a:gd name="connsiteX26" fmla="*/ 18097 w 84772"/>
                                <a:gd name="connsiteY26" fmla="*/ 54292 h 72390"/>
                                <a:gd name="connsiteX27" fmla="*/ 20955 w 84772"/>
                                <a:gd name="connsiteY27" fmla="*/ 54292 h 72390"/>
                                <a:gd name="connsiteX28" fmla="*/ 22860 w 84772"/>
                                <a:gd name="connsiteY28" fmla="*/ 57150 h 72390"/>
                                <a:gd name="connsiteX29" fmla="*/ 28575 w 84772"/>
                                <a:gd name="connsiteY29" fmla="*/ 62865 h 72390"/>
                                <a:gd name="connsiteX30" fmla="*/ 29528 w 84772"/>
                                <a:gd name="connsiteY30" fmla="*/ 63817 h 72390"/>
                                <a:gd name="connsiteX31" fmla="*/ 29528 w 84772"/>
                                <a:gd name="connsiteY31" fmla="*/ 63817 h 72390"/>
                                <a:gd name="connsiteX32" fmla="*/ 36195 w 84772"/>
                                <a:gd name="connsiteY32" fmla="*/ 66675 h 72390"/>
                                <a:gd name="connsiteX33" fmla="*/ 43815 w 84772"/>
                                <a:gd name="connsiteY33" fmla="*/ 66675 h 72390"/>
                                <a:gd name="connsiteX34" fmla="*/ 44767 w 84772"/>
                                <a:gd name="connsiteY34" fmla="*/ 66675 h 72390"/>
                                <a:gd name="connsiteX35" fmla="*/ 45720 w 84772"/>
                                <a:gd name="connsiteY35" fmla="*/ 66675 h 72390"/>
                                <a:gd name="connsiteX36" fmla="*/ 48578 w 84772"/>
                                <a:gd name="connsiteY36" fmla="*/ 66675 h 72390"/>
                                <a:gd name="connsiteX37" fmla="*/ 49530 w 84772"/>
                                <a:gd name="connsiteY37" fmla="*/ 66675 h 72390"/>
                                <a:gd name="connsiteX38" fmla="*/ 50482 w 84772"/>
                                <a:gd name="connsiteY38" fmla="*/ 66675 h 72390"/>
                                <a:gd name="connsiteX39" fmla="*/ 50482 w 84772"/>
                                <a:gd name="connsiteY39" fmla="*/ 66675 h 72390"/>
                                <a:gd name="connsiteX40" fmla="*/ 53340 w 84772"/>
                                <a:gd name="connsiteY40" fmla="*/ 67628 h 72390"/>
                                <a:gd name="connsiteX41" fmla="*/ 59055 w 84772"/>
                                <a:gd name="connsiteY41" fmla="*/ 69533 h 72390"/>
                                <a:gd name="connsiteX42" fmla="*/ 60960 w 84772"/>
                                <a:gd name="connsiteY42" fmla="*/ 70485 h 72390"/>
                                <a:gd name="connsiteX43" fmla="*/ 61913 w 84772"/>
                                <a:gd name="connsiteY43" fmla="*/ 71438 h 72390"/>
                                <a:gd name="connsiteX44" fmla="*/ 61913 w 84772"/>
                                <a:gd name="connsiteY44" fmla="*/ 71438 h 72390"/>
                                <a:gd name="connsiteX45" fmla="*/ 61913 w 84772"/>
                                <a:gd name="connsiteY45" fmla="*/ 71438 h 72390"/>
                                <a:gd name="connsiteX46" fmla="*/ 61913 w 84772"/>
                                <a:gd name="connsiteY46" fmla="*/ 71438 h 72390"/>
                                <a:gd name="connsiteX47" fmla="*/ 62865 w 84772"/>
                                <a:gd name="connsiteY47" fmla="*/ 72390 h 72390"/>
                                <a:gd name="connsiteX48" fmla="*/ 63817 w 84772"/>
                                <a:gd name="connsiteY48" fmla="*/ 72390 h 72390"/>
                                <a:gd name="connsiteX49" fmla="*/ 63817 w 84772"/>
                                <a:gd name="connsiteY49" fmla="*/ 72390 h 72390"/>
                                <a:gd name="connsiteX50" fmla="*/ 64770 w 84772"/>
                                <a:gd name="connsiteY50" fmla="*/ 72390 h 72390"/>
                                <a:gd name="connsiteX51" fmla="*/ 66675 w 84772"/>
                                <a:gd name="connsiteY51" fmla="*/ 72390 h 72390"/>
                                <a:gd name="connsiteX52" fmla="*/ 69532 w 84772"/>
                                <a:gd name="connsiteY52" fmla="*/ 70485 h 72390"/>
                                <a:gd name="connsiteX53" fmla="*/ 75247 w 84772"/>
                                <a:gd name="connsiteY53" fmla="*/ 62865 h 72390"/>
                                <a:gd name="connsiteX54" fmla="*/ 79057 w 84772"/>
                                <a:gd name="connsiteY54" fmla="*/ 53340 h 72390"/>
                                <a:gd name="connsiteX55" fmla="*/ 80963 w 84772"/>
                                <a:gd name="connsiteY55" fmla="*/ 43815 h 72390"/>
                                <a:gd name="connsiteX56" fmla="*/ 84772 w 84772"/>
                                <a:gd name="connsiteY56" fmla="*/ 33338 h 7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84772" h="72390">
                                  <a:moveTo>
                                    <a:pt x="84772" y="33338"/>
                                  </a:moveTo>
                                  <a:cubicBezTo>
                                    <a:pt x="84772" y="32385"/>
                                    <a:pt x="84772" y="30480"/>
                                    <a:pt x="84772" y="29528"/>
                                  </a:cubicBezTo>
                                  <a:cubicBezTo>
                                    <a:pt x="84772" y="28575"/>
                                    <a:pt x="84772" y="26670"/>
                                    <a:pt x="84772" y="25717"/>
                                  </a:cubicBezTo>
                                  <a:cubicBezTo>
                                    <a:pt x="84772" y="24765"/>
                                    <a:pt x="84772" y="24765"/>
                                    <a:pt x="84772" y="23813"/>
                                  </a:cubicBezTo>
                                  <a:cubicBezTo>
                                    <a:pt x="84772" y="23813"/>
                                    <a:pt x="83820" y="20955"/>
                                    <a:pt x="83820" y="20955"/>
                                  </a:cubicBezTo>
                                  <a:cubicBezTo>
                                    <a:pt x="83820" y="20955"/>
                                    <a:pt x="83820" y="20955"/>
                                    <a:pt x="83820" y="20955"/>
                                  </a:cubicBezTo>
                                  <a:cubicBezTo>
                                    <a:pt x="83820" y="20955"/>
                                    <a:pt x="83820" y="20955"/>
                                    <a:pt x="83820" y="20955"/>
                                  </a:cubicBezTo>
                                  <a:cubicBezTo>
                                    <a:pt x="83820" y="20955"/>
                                    <a:pt x="83820" y="20955"/>
                                    <a:pt x="83820" y="20955"/>
                                  </a:cubicBezTo>
                                  <a:cubicBezTo>
                                    <a:pt x="83820" y="20955"/>
                                    <a:pt x="82867" y="20003"/>
                                    <a:pt x="82867" y="20003"/>
                                  </a:cubicBezTo>
                                  <a:cubicBezTo>
                                    <a:pt x="81915" y="19050"/>
                                    <a:pt x="80963" y="17145"/>
                                    <a:pt x="79057" y="16192"/>
                                  </a:cubicBezTo>
                                  <a:cubicBezTo>
                                    <a:pt x="75247" y="13335"/>
                                    <a:pt x="70485" y="8572"/>
                                    <a:pt x="63817" y="5715"/>
                                  </a:cubicBezTo>
                                  <a:cubicBezTo>
                                    <a:pt x="57150" y="1905"/>
                                    <a:pt x="48578" y="0"/>
                                    <a:pt x="39053" y="0"/>
                                  </a:cubicBezTo>
                                  <a:cubicBezTo>
                                    <a:pt x="34290" y="0"/>
                                    <a:pt x="29528" y="953"/>
                                    <a:pt x="23813" y="3810"/>
                                  </a:cubicBezTo>
                                  <a:cubicBezTo>
                                    <a:pt x="19050" y="5715"/>
                                    <a:pt x="13335" y="9525"/>
                                    <a:pt x="8572" y="14288"/>
                                  </a:cubicBezTo>
                                  <a:cubicBezTo>
                                    <a:pt x="8572" y="14288"/>
                                    <a:pt x="8572" y="14288"/>
                                    <a:pt x="7620" y="15240"/>
                                  </a:cubicBezTo>
                                  <a:cubicBezTo>
                                    <a:pt x="7620" y="15240"/>
                                    <a:pt x="7620" y="15240"/>
                                    <a:pt x="7620" y="15240"/>
                                  </a:cubicBezTo>
                                  <a:cubicBezTo>
                                    <a:pt x="6667" y="16192"/>
                                    <a:pt x="5715" y="18097"/>
                                    <a:pt x="4763" y="19050"/>
                                  </a:cubicBezTo>
                                  <a:cubicBezTo>
                                    <a:pt x="2857" y="22860"/>
                                    <a:pt x="1905" y="25717"/>
                                    <a:pt x="953" y="29528"/>
                                  </a:cubicBezTo>
                                  <a:cubicBezTo>
                                    <a:pt x="953" y="30480"/>
                                    <a:pt x="953" y="32385"/>
                                    <a:pt x="0" y="33338"/>
                                  </a:cubicBezTo>
                                  <a:cubicBezTo>
                                    <a:pt x="0" y="34290"/>
                                    <a:pt x="0" y="36195"/>
                                    <a:pt x="0" y="37147"/>
                                  </a:cubicBezTo>
                                  <a:cubicBezTo>
                                    <a:pt x="0" y="37147"/>
                                    <a:pt x="0" y="38100"/>
                                    <a:pt x="0" y="38100"/>
                                  </a:cubicBezTo>
                                  <a:cubicBezTo>
                                    <a:pt x="0" y="38100"/>
                                    <a:pt x="0" y="38100"/>
                                    <a:pt x="0" y="38100"/>
                                  </a:cubicBezTo>
                                  <a:cubicBezTo>
                                    <a:pt x="953" y="40958"/>
                                    <a:pt x="1905" y="43815"/>
                                    <a:pt x="2857" y="45720"/>
                                  </a:cubicBezTo>
                                  <a:cubicBezTo>
                                    <a:pt x="3810" y="46672"/>
                                    <a:pt x="4763" y="47625"/>
                                    <a:pt x="5715" y="48578"/>
                                  </a:cubicBezTo>
                                  <a:cubicBezTo>
                                    <a:pt x="6667" y="49530"/>
                                    <a:pt x="7620" y="50483"/>
                                    <a:pt x="8572" y="50483"/>
                                  </a:cubicBezTo>
                                  <a:cubicBezTo>
                                    <a:pt x="12382" y="52388"/>
                                    <a:pt x="16192" y="53340"/>
                                    <a:pt x="18097" y="54292"/>
                                  </a:cubicBezTo>
                                  <a:cubicBezTo>
                                    <a:pt x="18097" y="54292"/>
                                    <a:pt x="18097" y="54292"/>
                                    <a:pt x="18097" y="54292"/>
                                  </a:cubicBezTo>
                                  <a:cubicBezTo>
                                    <a:pt x="20003" y="54292"/>
                                    <a:pt x="20955" y="54292"/>
                                    <a:pt x="20955" y="54292"/>
                                  </a:cubicBezTo>
                                  <a:cubicBezTo>
                                    <a:pt x="21907" y="55245"/>
                                    <a:pt x="21907" y="56197"/>
                                    <a:pt x="22860" y="57150"/>
                                  </a:cubicBezTo>
                                  <a:cubicBezTo>
                                    <a:pt x="24765" y="59055"/>
                                    <a:pt x="26670" y="60960"/>
                                    <a:pt x="28575" y="62865"/>
                                  </a:cubicBezTo>
                                  <a:cubicBezTo>
                                    <a:pt x="28575" y="62865"/>
                                    <a:pt x="29528" y="62865"/>
                                    <a:pt x="29528" y="63817"/>
                                  </a:cubicBezTo>
                                  <a:cubicBezTo>
                                    <a:pt x="29528" y="63817"/>
                                    <a:pt x="29528" y="63817"/>
                                    <a:pt x="29528" y="63817"/>
                                  </a:cubicBezTo>
                                  <a:cubicBezTo>
                                    <a:pt x="31432" y="64770"/>
                                    <a:pt x="34290" y="65722"/>
                                    <a:pt x="36195" y="66675"/>
                                  </a:cubicBezTo>
                                  <a:cubicBezTo>
                                    <a:pt x="38100" y="66675"/>
                                    <a:pt x="40957" y="66675"/>
                                    <a:pt x="43815" y="66675"/>
                                  </a:cubicBezTo>
                                  <a:cubicBezTo>
                                    <a:pt x="43815" y="66675"/>
                                    <a:pt x="44767" y="66675"/>
                                    <a:pt x="44767" y="66675"/>
                                  </a:cubicBezTo>
                                  <a:cubicBezTo>
                                    <a:pt x="44767" y="66675"/>
                                    <a:pt x="45720" y="66675"/>
                                    <a:pt x="45720" y="66675"/>
                                  </a:cubicBezTo>
                                  <a:cubicBezTo>
                                    <a:pt x="46672" y="66675"/>
                                    <a:pt x="47625" y="66675"/>
                                    <a:pt x="48578" y="66675"/>
                                  </a:cubicBezTo>
                                  <a:cubicBezTo>
                                    <a:pt x="48578" y="66675"/>
                                    <a:pt x="49530" y="66675"/>
                                    <a:pt x="49530" y="66675"/>
                                  </a:cubicBezTo>
                                  <a:cubicBezTo>
                                    <a:pt x="49530" y="66675"/>
                                    <a:pt x="49530" y="66675"/>
                                    <a:pt x="50482" y="66675"/>
                                  </a:cubicBezTo>
                                  <a:lnTo>
                                    <a:pt x="50482" y="66675"/>
                                  </a:lnTo>
                                  <a:cubicBezTo>
                                    <a:pt x="50482" y="66675"/>
                                    <a:pt x="51435" y="66675"/>
                                    <a:pt x="53340" y="67628"/>
                                  </a:cubicBezTo>
                                  <a:cubicBezTo>
                                    <a:pt x="54292" y="67628"/>
                                    <a:pt x="56197" y="68580"/>
                                    <a:pt x="59055" y="69533"/>
                                  </a:cubicBezTo>
                                  <a:cubicBezTo>
                                    <a:pt x="60007" y="69533"/>
                                    <a:pt x="60007" y="70485"/>
                                    <a:pt x="60960" y="70485"/>
                                  </a:cubicBezTo>
                                  <a:cubicBezTo>
                                    <a:pt x="60960" y="70485"/>
                                    <a:pt x="61913" y="70485"/>
                                    <a:pt x="61913" y="71438"/>
                                  </a:cubicBezTo>
                                  <a:lnTo>
                                    <a:pt x="61913" y="71438"/>
                                  </a:lnTo>
                                  <a:lnTo>
                                    <a:pt x="61913" y="71438"/>
                                  </a:lnTo>
                                  <a:cubicBezTo>
                                    <a:pt x="61913" y="71438"/>
                                    <a:pt x="61913" y="71438"/>
                                    <a:pt x="61913" y="71438"/>
                                  </a:cubicBezTo>
                                  <a:cubicBezTo>
                                    <a:pt x="61913" y="71438"/>
                                    <a:pt x="62865" y="71438"/>
                                    <a:pt x="62865" y="72390"/>
                                  </a:cubicBezTo>
                                  <a:cubicBezTo>
                                    <a:pt x="62865" y="72390"/>
                                    <a:pt x="62865" y="72390"/>
                                    <a:pt x="63817" y="72390"/>
                                  </a:cubicBezTo>
                                  <a:lnTo>
                                    <a:pt x="63817" y="72390"/>
                                  </a:lnTo>
                                  <a:cubicBezTo>
                                    <a:pt x="63817" y="72390"/>
                                    <a:pt x="64770" y="72390"/>
                                    <a:pt x="64770" y="72390"/>
                                  </a:cubicBezTo>
                                  <a:cubicBezTo>
                                    <a:pt x="65722" y="72390"/>
                                    <a:pt x="65722" y="72390"/>
                                    <a:pt x="66675" y="72390"/>
                                  </a:cubicBezTo>
                                  <a:cubicBezTo>
                                    <a:pt x="67628" y="72390"/>
                                    <a:pt x="68580" y="71438"/>
                                    <a:pt x="69532" y="70485"/>
                                  </a:cubicBezTo>
                                  <a:cubicBezTo>
                                    <a:pt x="71438" y="68580"/>
                                    <a:pt x="74295" y="66675"/>
                                    <a:pt x="75247" y="62865"/>
                                  </a:cubicBezTo>
                                  <a:cubicBezTo>
                                    <a:pt x="76200" y="59055"/>
                                    <a:pt x="78105" y="56197"/>
                                    <a:pt x="79057" y="53340"/>
                                  </a:cubicBezTo>
                                  <a:cubicBezTo>
                                    <a:pt x="80010" y="50483"/>
                                    <a:pt x="80963" y="46672"/>
                                    <a:pt x="80963" y="43815"/>
                                  </a:cubicBezTo>
                                  <a:cubicBezTo>
                                    <a:pt x="84772" y="38100"/>
                                    <a:pt x="84772" y="36195"/>
                                    <a:pt x="84772" y="3333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4F6698B3-669C-4581-B968-C2543A584371}"/>
                                </a:ext>
                              </a:extLst>
                            </p:cNvPr>
                            <p:cNvSpPr/>
                            <p:nvPr/>
                          </p:nvSpPr>
                          <p:spPr>
                            <a:xfrm>
                              <a:off x="3432038" y="2795459"/>
                              <a:ext cx="84772" cy="60007"/>
                            </a:xfrm>
                            <a:custGeom>
                              <a:avLst/>
                              <a:gdLst>
                                <a:gd name="connsiteX0" fmla="*/ 76200 w 84772"/>
                                <a:gd name="connsiteY0" fmla="*/ 16193 h 60007"/>
                                <a:gd name="connsiteX1" fmla="*/ 76200 w 84772"/>
                                <a:gd name="connsiteY1" fmla="*/ 16193 h 60007"/>
                                <a:gd name="connsiteX2" fmla="*/ 75248 w 84772"/>
                                <a:gd name="connsiteY2" fmla="*/ 19050 h 60007"/>
                                <a:gd name="connsiteX3" fmla="*/ 73343 w 84772"/>
                                <a:gd name="connsiteY3" fmla="*/ 25718 h 60007"/>
                                <a:gd name="connsiteX4" fmla="*/ 71438 w 84772"/>
                                <a:gd name="connsiteY4" fmla="*/ 35243 h 60007"/>
                                <a:gd name="connsiteX5" fmla="*/ 70485 w 84772"/>
                                <a:gd name="connsiteY5" fmla="*/ 38100 h 60007"/>
                                <a:gd name="connsiteX6" fmla="*/ 70485 w 84772"/>
                                <a:gd name="connsiteY6" fmla="*/ 39053 h 60007"/>
                                <a:gd name="connsiteX7" fmla="*/ 70485 w 84772"/>
                                <a:gd name="connsiteY7" fmla="*/ 39053 h 60007"/>
                                <a:gd name="connsiteX8" fmla="*/ 70485 w 84772"/>
                                <a:gd name="connsiteY8" fmla="*/ 39053 h 60007"/>
                                <a:gd name="connsiteX9" fmla="*/ 70485 w 84772"/>
                                <a:gd name="connsiteY9" fmla="*/ 40005 h 60007"/>
                                <a:gd name="connsiteX10" fmla="*/ 68580 w 84772"/>
                                <a:gd name="connsiteY10" fmla="*/ 44768 h 60007"/>
                                <a:gd name="connsiteX11" fmla="*/ 67628 w 84772"/>
                                <a:gd name="connsiteY11" fmla="*/ 47625 h 60007"/>
                                <a:gd name="connsiteX12" fmla="*/ 66675 w 84772"/>
                                <a:gd name="connsiteY12" fmla="*/ 49530 h 60007"/>
                                <a:gd name="connsiteX13" fmla="*/ 66675 w 84772"/>
                                <a:gd name="connsiteY13" fmla="*/ 50483 h 60007"/>
                                <a:gd name="connsiteX14" fmla="*/ 65723 w 84772"/>
                                <a:gd name="connsiteY14" fmla="*/ 51435 h 60007"/>
                                <a:gd name="connsiteX15" fmla="*/ 64770 w 84772"/>
                                <a:gd name="connsiteY15" fmla="*/ 53340 h 60007"/>
                                <a:gd name="connsiteX16" fmla="*/ 62865 w 84772"/>
                                <a:gd name="connsiteY16" fmla="*/ 56198 h 60007"/>
                                <a:gd name="connsiteX17" fmla="*/ 61913 w 84772"/>
                                <a:gd name="connsiteY17" fmla="*/ 58103 h 60007"/>
                                <a:gd name="connsiteX18" fmla="*/ 60960 w 84772"/>
                                <a:gd name="connsiteY18" fmla="*/ 59055 h 60007"/>
                                <a:gd name="connsiteX19" fmla="*/ 60008 w 84772"/>
                                <a:gd name="connsiteY19" fmla="*/ 60008 h 60007"/>
                                <a:gd name="connsiteX20" fmla="*/ 60008 w 84772"/>
                                <a:gd name="connsiteY20" fmla="*/ 60008 h 60007"/>
                                <a:gd name="connsiteX21" fmla="*/ 60008 w 84772"/>
                                <a:gd name="connsiteY21" fmla="*/ 60008 h 60007"/>
                                <a:gd name="connsiteX22" fmla="*/ 60008 w 84772"/>
                                <a:gd name="connsiteY22" fmla="*/ 60008 h 60007"/>
                                <a:gd name="connsiteX23" fmla="*/ 60960 w 84772"/>
                                <a:gd name="connsiteY23" fmla="*/ 59055 h 60007"/>
                                <a:gd name="connsiteX24" fmla="*/ 61913 w 84772"/>
                                <a:gd name="connsiteY24" fmla="*/ 58103 h 60007"/>
                                <a:gd name="connsiteX25" fmla="*/ 62865 w 84772"/>
                                <a:gd name="connsiteY25" fmla="*/ 56198 h 60007"/>
                                <a:gd name="connsiteX26" fmla="*/ 64770 w 84772"/>
                                <a:gd name="connsiteY26" fmla="*/ 53340 h 60007"/>
                                <a:gd name="connsiteX27" fmla="*/ 65723 w 84772"/>
                                <a:gd name="connsiteY27" fmla="*/ 51435 h 60007"/>
                                <a:gd name="connsiteX28" fmla="*/ 66675 w 84772"/>
                                <a:gd name="connsiteY28" fmla="*/ 50483 h 60007"/>
                                <a:gd name="connsiteX29" fmla="*/ 66675 w 84772"/>
                                <a:gd name="connsiteY29" fmla="*/ 49530 h 60007"/>
                                <a:gd name="connsiteX30" fmla="*/ 67628 w 84772"/>
                                <a:gd name="connsiteY30" fmla="*/ 47625 h 60007"/>
                                <a:gd name="connsiteX31" fmla="*/ 68580 w 84772"/>
                                <a:gd name="connsiteY31" fmla="*/ 45720 h 60007"/>
                                <a:gd name="connsiteX32" fmla="*/ 69533 w 84772"/>
                                <a:gd name="connsiteY32" fmla="*/ 40958 h 60007"/>
                                <a:gd name="connsiteX33" fmla="*/ 69533 w 84772"/>
                                <a:gd name="connsiteY33" fmla="*/ 40005 h 60007"/>
                                <a:gd name="connsiteX34" fmla="*/ 69533 w 84772"/>
                                <a:gd name="connsiteY34" fmla="*/ 40005 h 60007"/>
                                <a:gd name="connsiteX35" fmla="*/ 69533 w 84772"/>
                                <a:gd name="connsiteY35" fmla="*/ 40005 h 60007"/>
                                <a:gd name="connsiteX36" fmla="*/ 69533 w 84772"/>
                                <a:gd name="connsiteY36" fmla="*/ 39053 h 60007"/>
                                <a:gd name="connsiteX37" fmla="*/ 69533 w 84772"/>
                                <a:gd name="connsiteY37" fmla="*/ 36195 h 60007"/>
                                <a:gd name="connsiteX38" fmla="*/ 71438 w 84772"/>
                                <a:gd name="connsiteY38" fmla="*/ 26670 h 60007"/>
                                <a:gd name="connsiteX39" fmla="*/ 73343 w 84772"/>
                                <a:gd name="connsiteY39" fmla="*/ 18098 h 60007"/>
                                <a:gd name="connsiteX40" fmla="*/ 72390 w 84772"/>
                                <a:gd name="connsiteY40" fmla="*/ 19050 h 60007"/>
                                <a:gd name="connsiteX41" fmla="*/ 70485 w 84772"/>
                                <a:gd name="connsiteY41" fmla="*/ 20003 h 60007"/>
                                <a:gd name="connsiteX42" fmla="*/ 67628 w 84772"/>
                                <a:gd name="connsiteY42" fmla="*/ 20955 h 60007"/>
                                <a:gd name="connsiteX43" fmla="*/ 61913 w 84772"/>
                                <a:gd name="connsiteY43" fmla="*/ 22860 h 60007"/>
                                <a:gd name="connsiteX44" fmla="*/ 60960 w 84772"/>
                                <a:gd name="connsiteY44" fmla="*/ 23813 h 60007"/>
                                <a:gd name="connsiteX45" fmla="*/ 60960 w 84772"/>
                                <a:gd name="connsiteY45" fmla="*/ 23813 h 60007"/>
                                <a:gd name="connsiteX46" fmla="*/ 59055 w 84772"/>
                                <a:gd name="connsiteY46" fmla="*/ 25718 h 60007"/>
                                <a:gd name="connsiteX47" fmla="*/ 57150 w 84772"/>
                                <a:gd name="connsiteY47" fmla="*/ 28575 h 60007"/>
                                <a:gd name="connsiteX48" fmla="*/ 53340 w 84772"/>
                                <a:gd name="connsiteY48" fmla="*/ 38100 h 60007"/>
                                <a:gd name="connsiteX49" fmla="*/ 51435 w 84772"/>
                                <a:gd name="connsiteY49" fmla="*/ 42863 h 60007"/>
                                <a:gd name="connsiteX50" fmla="*/ 50483 w 84772"/>
                                <a:gd name="connsiteY50" fmla="*/ 44768 h 60007"/>
                                <a:gd name="connsiteX51" fmla="*/ 49530 w 84772"/>
                                <a:gd name="connsiteY51" fmla="*/ 46673 h 60007"/>
                                <a:gd name="connsiteX52" fmla="*/ 47625 w 84772"/>
                                <a:gd name="connsiteY52" fmla="*/ 50483 h 60007"/>
                                <a:gd name="connsiteX53" fmla="*/ 46673 w 84772"/>
                                <a:gd name="connsiteY53" fmla="*/ 52388 h 60007"/>
                                <a:gd name="connsiteX54" fmla="*/ 45720 w 84772"/>
                                <a:gd name="connsiteY54" fmla="*/ 53340 h 60007"/>
                                <a:gd name="connsiteX55" fmla="*/ 42863 w 84772"/>
                                <a:gd name="connsiteY55" fmla="*/ 56198 h 60007"/>
                                <a:gd name="connsiteX56" fmla="*/ 42863 w 84772"/>
                                <a:gd name="connsiteY56" fmla="*/ 56198 h 60007"/>
                                <a:gd name="connsiteX57" fmla="*/ 42863 w 84772"/>
                                <a:gd name="connsiteY57" fmla="*/ 56198 h 60007"/>
                                <a:gd name="connsiteX58" fmla="*/ 42863 w 84772"/>
                                <a:gd name="connsiteY58" fmla="*/ 56198 h 60007"/>
                                <a:gd name="connsiteX59" fmla="*/ 42863 w 84772"/>
                                <a:gd name="connsiteY59" fmla="*/ 56198 h 60007"/>
                                <a:gd name="connsiteX60" fmla="*/ 42863 w 84772"/>
                                <a:gd name="connsiteY60" fmla="*/ 56198 h 60007"/>
                                <a:gd name="connsiteX61" fmla="*/ 41910 w 84772"/>
                                <a:gd name="connsiteY61" fmla="*/ 56198 h 60007"/>
                                <a:gd name="connsiteX62" fmla="*/ 42863 w 84772"/>
                                <a:gd name="connsiteY62" fmla="*/ 56198 h 60007"/>
                                <a:gd name="connsiteX63" fmla="*/ 42863 w 84772"/>
                                <a:gd name="connsiteY63" fmla="*/ 56198 h 60007"/>
                                <a:gd name="connsiteX64" fmla="*/ 42863 w 84772"/>
                                <a:gd name="connsiteY64" fmla="*/ 56198 h 60007"/>
                                <a:gd name="connsiteX65" fmla="*/ 42863 w 84772"/>
                                <a:gd name="connsiteY65" fmla="*/ 56198 h 60007"/>
                                <a:gd name="connsiteX66" fmla="*/ 42863 w 84772"/>
                                <a:gd name="connsiteY66" fmla="*/ 56198 h 60007"/>
                                <a:gd name="connsiteX67" fmla="*/ 42863 w 84772"/>
                                <a:gd name="connsiteY67" fmla="*/ 56198 h 60007"/>
                                <a:gd name="connsiteX68" fmla="*/ 45720 w 84772"/>
                                <a:gd name="connsiteY68" fmla="*/ 53340 h 60007"/>
                                <a:gd name="connsiteX69" fmla="*/ 46673 w 84772"/>
                                <a:gd name="connsiteY69" fmla="*/ 52388 h 60007"/>
                                <a:gd name="connsiteX70" fmla="*/ 47625 w 84772"/>
                                <a:gd name="connsiteY70" fmla="*/ 50483 h 60007"/>
                                <a:gd name="connsiteX71" fmla="*/ 49530 w 84772"/>
                                <a:gd name="connsiteY71" fmla="*/ 46673 h 60007"/>
                                <a:gd name="connsiteX72" fmla="*/ 50483 w 84772"/>
                                <a:gd name="connsiteY72" fmla="*/ 44768 h 60007"/>
                                <a:gd name="connsiteX73" fmla="*/ 51435 w 84772"/>
                                <a:gd name="connsiteY73" fmla="*/ 42863 h 60007"/>
                                <a:gd name="connsiteX74" fmla="*/ 53340 w 84772"/>
                                <a:gd name="connsiteY74" fmla="*/ 38100 h 60007"/>
                                <a:gd name="connsiteX75" fmla="*/ 57150 w 84772"/>
                                <a:gd name="connsiteY75" fmla="*/ 28575 h 60007"/>
                                <a:gd name="connsiteX76" fmla="*/ 59055 w 84772"/>
                                <a:gd name="connsiteY76" fmla="*/ 24765 h 60007"/>
                                <a:gd name="connsiteX77" fmla="*/ 59055 w 84772"/>
                                <a:gd name="connsiteY77" fmla="*/ 24765 h 60007"/>
                                <a:gd name="connsiteX78" fmla="*/ 57150 w 84772"/>
                                <a:gd name="connsiteY78" fmla="*/ 25718 h 60007"/>
                                <a:gd name="connsiteX79" fmla="*/ 50483 w 84772"/>
                                <a:gd name="connsiteY79" fmla="*/ 27623 h 60007"/>
                                <a:gd name="connsiteX80" fmla="*/ 44768 w 84772"/>
                                <a:gd name="connsiteY80" fmla="*/ 29528 h 60007"/>
                                <a:gd name="connsiteX81" fmla="*/ 44768 w 84772"/>
                                <a:gd name="connsiteY81" fmla="*/ 29528 h 60007"/>
                                <a:gd name="connsiteX82" fmla="*/ 43815 w 84772"/>
                                <a:gd name="connsiteY82" fmla="*/ 30480 h 60007"/>
                                <a:gd name="connsiteX83" fmla="*/ 40958 w 84772"/>
                                <a:gd name="connsiteY83" fmla="*/ 34290 h 60007"/>
                                <a:gd name="connsiteX84" fmla="*/ 39053 w 84772"/>
                                <a:gd name="connsiteY84" fmla="*/ 37148 h 60007"/>
                                <a:gd name="connsiteX85" fmla="*/ 37148 w 84772"/>
                                <a:gd name="connsiteY85" fmla="*/ 40005 h 60007"/>
                                <a:gd name="connsiteX86" fmla="*/ 36195 w 84772"/>
                                <a:gd name="connsiteY86" fmla="*/ 41910 h 60007"/>
                                <a:gd name="connsiteX87" fmla="*/ 35243 w 84772"/>
                                <a:gd name="connsiteY87" fmla="*/ 43815 h 60007"/>
                                <a:gd name="connsiteX88" fmla="*/ 34290 w 84772"/>
                                <a:gd name="connsiteY88" fmla="*/ 45720 h 60007"/>
                                <a:gd name="connsiteX89" fmla="*/ 33338 w 84772"/>
                                <a:gd name="connsiteY89" fmla="*/ 46673 h 60007"/>
                                <a:gd name="connsiteX90" fmla="*/ 31433 w 84772"/>
                                <a:gd name="connsiteY90" fmla="*/ 49530 h 60007"/>
                                <a:gd name="connsiteX91" fmla="*/ 29528 w 84772"/>
                                <a:gd name="connsiteY91" fmla="*/ 52388 h 60007"/>
                                <a:gd name="connsiteX92" fmla="*/ 28575 w 84772"/>
                                <a:gd name="connsiteY92" fmla="*/ 53340 h 60007"/>
                                <a:gd name="connsiteX93" fmla="*/ 27623 w 84772"/>
                                <a:gd name="connsiteY93" fmla="*/ 54293 h 60007"/>
                                <a:gd name="connsiteX94" fmla="*/ 26670 w 84772"/>
                                <a:gd name="connsiteY94" fmla="*/ 55245 h 60007"/>
                                <a:gd name="connsiteX95" fmla="*/ 25718 w 84772"/>
                                <a:gd name="connsiteY95" fmla="*/ 56198 h 60007"/>
                                <a:gd name="connsiteX96" fmla="*/ 25718 w 84772"/>
                                <a:gd name="connsiteY96" fmla="*/ 56198 h 60007"/>
                                <a:gd name="connsiteX97" fmla="*/ 26670 w 84772"/>
                                <a:gd name="connsiteY97" fmla="*/ 54293 h 60007"/>
                                <a:gd name="connsiteX98" fmla="*/ 27623 w 84772"/>
                                <a:gd name="connsiteY98" fmla="*/ 53340 h 60007"/>
                                <a:gd name="connsiteX99" fmla="*/ 28575 w 84772"/>
                                <a:gd name="connsiteY99" fmla="*/ 52388 h 60007"/>
                                <a:gd name="connsiteX100" fmla="*/ 30480 w 84772"/>
                                <a:gd name="connsiteY100" fmla="*/ 49530 h 60007"/>
                                <a:gd name="connsiteX101" fmla="*/ 32385 w 84772"/>
                                <a:gd name="connsiteY101" fmla="*/ 46673 h 60007"/>
                                <a:gd name="connsiteX102" fmla="*/ 33338 w 84772"/>
                                <a:gd name="connsiteY102" fmla="*/ 45720 h 60007"/>
                                <a:gd name="connsiteX103" fmla="*/ 34290 w 84772"/>
                                <a:gd name="connsiteY103" fmla="*/ 44768 h 60007"/>
                                <a:gd name="connsiteX104" fmla="*/ 35243 w 84772"/>
                                <a:gd name="connsiteY104" fmla="*/ 42863 h 60007"/>
                                <a:gd name="connsiteX105" fmla="*/ 36195 w 84772"/>
                                <a:gd name="connsiteY105" fmla="*/ 40958 h 60007"/>
                                <a:gd name="connsiteX106" fmla="*/ 37148 w 84772"/>
                                <a:gd name="connsiteY106" fmla="*/ 39053 h 60007"/>
                                <a:gd name="connsiteX107" fmla="*/ 39053 w 84772"/>
                                <a:gd name="connsiteY107" fmla="*/ 36195 h 60007"/>
                                <a:gd name="connsiteX108" fmla="*/ 40958 w 84772"/>
                                <a:gd name="connsiteY108" fmla="*/ 33338 h 60007"/>
                                <a:gd name="connsiteX109" fmla="*/ 42863 w 84772"/>
                                <a:gd name="connsiteY109" fmla="*/ 30480 h 60007"/>
                                <a:gd name="connsiteX110" fmla="*/ 39053 w 84772"/>
                                <a:gd name="connsiteY110" fmla="*/ 32385 h 60007"/>
                                <a:gd name="connsiteX111" fmla="*/ 32385 w 84772"/>
                                <a:gd name="connsiteY111" fmla="*/ 35243 h 60007"/>
                                <a:gd name="connsiteX112" fmla="*/ 29528 w 84772"/>
                                <a:gd name="connsiteY112" fmla="*/ 37148 h 60007"/>
                                <a:gd name="connsiteX113" fmla="*/ 26670 w 84772"/>
                                <a:gd name="connsiteY113" fmla="*/ 39053 h 60007"/>
                                <a:gd name="connsiteX114" fmla="*/ 20955 w 84772"/>
                                <a:gd name="connsiteY114" fmla="*/ 42863 h 60007"/>
                                <a:gd name="connsiteX115" fmla="*/ 18098 w 84772"/>
                                <a:gd name="connsiteY115" fmla="*/ 44768 h 60007"/>
                                <a:gd name="connsiteX116" fmla="*/ 16193 w 84772"/>
                                <a:gd name="connsiteY116" fmla="*/ 46673 h 60007"/>
                                <a:gd name="connsiteX117" fmla="*/ 16193 w 84772"/>
                                <a:gd name="connsiteY117" fmla="*/ 46673 h 60007"/>
                                <a:gd name="connsiteX118" fmla="*/ 16193 w 84772"/>
                                <a:gd name="connsiteY118" fmla="*/ 46673 h 60007"/>
                                <a:gd name="connsiteX119" fmla="*/ 18098 w 84772"/>
                                <a:gd name="connsiteY119" fmla="*/ 44768 h 60007"/>
                                <a:gd name="connsiteX120" fmla="*/ 20955 w 84772"/>
                                <a:gd name="connsiteY120" fmla="*/ 42863 h 60007"/>
                                <a:gd name="connsiteX121" fmla="*/ 26670 w 84772"/>
                                <a:gd name="connsiteY121" fmla="*/ 39053 h 60007"/>
                                <a:gd name="connsiteX122" fmla="*/ 28575 w 84772"/>
                                <a:gd name="connsiteY122" fmla="*/ 38100 h 60007"/>
                                <a:gd name="connsiteX123" fmla="*/ 30480 w 84772"/>
                                <a:gd name="connsiteY123" fmla="*/ 37148 h 60007"/>
                                <a:gd name="connsiteX124" fmla="*/ 32385 w 84772"/>
                                <a:gd name="connsiteY124" fmla="*/ 36195 h 60007"/>
                                <a:gd name="connsiteX125" fmla="*/ 34290 w 84772"/>
                                <a:gd name="connsiteY125" fmla="*/ 35243 h 60007"/>
                                <a:gd name="connsiteX126" fmla="*/ 40958 w 84772"/>
                                <a:gd name="connsiteY126" fmla="*/ 32385 h 60007"/>
                                <a:gd name="connsiteX127" fmla="*/ 47625 w 84772"/>
                                <a:gd name="connsiteY127" fmla="*/ 29528 h 60007"/>
                                <a:gd name="connsiteX128" fmla="*/ 52388 w 84772"/>
                                <a:gd name="connsiteY128" fmla="*/ 27623 h 60007"/>
                                <a:gd name="connsiteX129" fmla="*/ 51435 w 84772"/>
                                <a:gd name="connsiteY129" fmla="*/ 27623 h 60007"/>
                                <a:gd name="connsiteX130" fmla="*/ 47625 w 84772"/>
                                <a:gd name="connsiteY130" fmla="*/ 26670 h 60007"/>
                                <a:gd name="connsiteX131" fmla="*/ 38100 w 84772"/>
                                <a:gd name="connsiteY131" fmla="*/ 23813 h 60007"/>
                                <a:gd name="connsiteX132" fmla="*/ 32385 w 84772"/>
                                <a:gd name="connsiteY132" fmla="*/ 21908 h 60007"/>
                                <a:gd name="connsiteX133" fmla="*/ 26670 w 84772"/>
                                <a:gd name="connsiteY133" fmla="*/ 20955 h 60007"/>
                                <a:gd name="connsiteX134" fmla="*/ 20003 w 84772"/>
                                <a:gd name="connsiteY134" fmla="*/ 20955 h 60007"/>
                                <a:gd name="connsiteX135" fmla="*/ 13335 w 84772"/>
                                <a:gd name="connsiteY135" fmla="*/ 22860 h 60007"/>
                                <a:gd name="connsiteX136" fmla="*/ 10478 w 84772"/>
                                <a:gd name="connsiteY136" fmla="*/ 23813 h 60007"/>
                                <a:gd name="connsiteX137" fmla="*/ 7620 w 84772"/>
                                <a:gd name="connsiteY137" fmla="*/ 25718 h 60007"/>
                                <a:gd name="connsiteX138" fmla="*/ 5715 w 84772"/>
                                <a:gd name="connsiteY138" fmla="*/ 26670 h 60007"/>
                                <a:gd name="connsiteX139" fmla="*/ 3810 w 84772"/>
                                <a:gd name="connsiteY139" fmla="*/ 27623 h 60007"/>
                                <a:gd name="connsiteX140" fmla="*/ 953 w 84772"/>
                                <a:gd name="connsiteY140" fmla="*/ 29528 h 60007"/>
                                <a:gd name="connsiteX141" fmla="*/ 0 w 84772"/>
                                <a:gd name="connsiteY141" fmla="*/ 29528 h 60007"/>
                                <a:gd name="connsiteX142" fmla="*/ 0 w 84772"/>
                                <a:gd name="connsiteY142" fmla="*/ 29528 h 60007"/>
                                <a:gd name="connsiteX143" fmla="*/ 953 w 84772"/>
                                <a:gd name="connsiteY143" fmla="*/ 28575 h 60007"/>
                                <a:gd name="connsiteX144" fmla="*/ 6668 w 84772"/>
                                <a:gd name="connsiteY144" fmla="*/ 23813 h 60007"/>
                                <a:gd name="connsiteX145" fmla="*/ 13335 w 84772"/>
                                <a:gd name="connsiteY145" fmla="*/ 20955 h 60007"/>
                                <a:gd name="connsiteX146" fmla="*/ 20003 w 84772"/>
                                <a:gd name="connsiteY146" fmla="*/ 19050 h 60007"/>
                                <a:gd name="connsiteX147" fmla="*/ 26670 w 84772"/>
                                <a:gd name="connsiteY147" fmla="*/ 19050 h 60007"/>
                                <a:gd name="connsiteX148" fmla="*/ 33338 w 84772"/>
                                <a:gd name="connsiteY148" fmla="*/ 20003 h 60007"/>
                                <a:gd name="connsiteX149" fmla="*/ 39053 w 84772"/>
                                <a:gd name="connsiteY149" fmla="*/ 21908 h 60007"/>
                                <a:gd name="connsiteX150" fmla="*/ 48578 w 84772"/>
                                <a:gd name="connsiteY150" fmla="*/ 24765 h 60007"/>
                                <a:gd name="connsiteX151" fmla="*/ 52388 w 84772"/>
                                <a:gd name="connsiteY151" fmla="*/ 25718 h 60007"/>
                                <a:gd name="connsiteX152" fmla="*/ 55245 w 84772"/>
                                <a:gd name="connsiteY152" fmla="*/ 25718 h 60007"/>
                                <a:gd name="connsiteX153" fmla="*/ 57150 w 84772"/>
                                <a:gd name="connsiteY153" fmla="*/ 25718 h 60007"/>
                                <a:gd name="connsiteX154" fmla="*/ 61913 w 84772"/>
                                <a:gd name="connsiteY154" fmla="*/ 23813 h 60007"/>
                                <a:gd name="connsiteX155" fmla="*/ 64770 w 84772"/>
                                <a:gd name="connsiteY155" fmla="*/ 22860 h 60007"/>
                                <a:gd name="connsiteX156" fmla="*/ 67628 w 84772"/>
                                <a:gd name="connsiteY156" fmla="*/ 21908 h 60007"/>
                                <a:gd name="connsiteX157" fmla="*/ 73343 w 84772"/>
                                <a:gd name="connsiteY157" fmla="*/ 20003 h 60007"/>
                                <a:gd name="connsiteX158" fmla="*/ 74295 w 84772"/>
                                <a:gd name="connsiteY158" fmla="*/ 20003 h 60007"/>
                                <a:gd name="connsiteX159" fmla="*/ 73343 w 84772"/>
                                <a:gd name="connsiteY159" fmla="*/ 20003 h 60007"/>
                                <a:gd name="connsiteX160" fmla="*/ 70485 w 84772"/>
                                <a:gd name="connsiteY160" fmla="*/ 18098 h 60007"/>
                                <a:gd name="connsiteX161" fmla="*/ 68580 w 84772"/>
                                <a:gd name="connsiteY161" fmla="*/ 17145 h 60007"/>
                                <a:gd name="connsiteX162" fmla="*/ 66675 w 84772"/>
                                <a:gd name="connsiteY162" fmla="*/ 16193 h 60007"/>
                                <a:gd name="connsiteX163" fmla="*/ 61913 w 84772"/>
                                <a:gd name="connsiteY163" fmla="*/ 13335 h 60007"/>
                                <a:gd name="connsiteX164" fmla="*/ 56198 w 84772"/>
                                <a:gd name="connsiteY164" fmla="*/ 10478 h 60007"/>
                                <a:gd name="connsiteX165" fmla="*/ 49530 w 84772"/>
                                <a:gd name="connsiteY165" fmla="*/ 7620 h 60007"/>
                                <a:gd name="connsiteX166" fmla="*/ 42863 w 84772"/>
                                <a:gd name="connsiteY166" fmla="*/ 4763 h 60007"/>
                                <a:gd name="connsiteX167" fmla="*/ 35243 w 84772"/>
                                <a:gd name="connsiteY167" fmla="*/ 2858 h 60007"/>
                                <a:gd name="connsiteX168" fmla="*/ 27623 w 84772"/>
                                <a:gd name="connsiteY168" fmla="*/ 1905 h 60007"/>
                                <a:gd name="connsiteX169" fmla="*/ 23813 w 84772"/>
                                <a:gd name="connsiteY169" fmla="*/ 1905 h 60007"/>
                                <a:gd name="connsiteX170" fmla="*/ 20003 w 84772"/>
                                <a:gd name="connsiteY170" fmla="*/ 1905 h 60007"/>
                                <a:gd name="connsiteX171" fmla="*/ 16193 w 84772"/>
                                <a:gd name="connsiteY171" fmla="*/ 2858 h 60007"/>
                                <a:gd name="connsiteX172" fmla="*/ 12383 w 84772"/>
                                <a:gd name="connsiteY172" fmla="*/ 3810 h 60007"/>
                                <a:gd name="connsiteX173" fmla="*/ 9525 w 84772"/>
                                <a:gd name="connsiteY173" fmla="*/ 4763 h 60007"/>
                                <a:gd name="connsiteX174" fmla="*/ 7620 w 84772"/>
                                <a:gd name="connsiteY174" fmla="*/ 5715 h 60007"/>
                                <a:gd name="connsiteX175" fmla="*/ 8573 w 84772"/>
                                <a:gd name="connsiteY175" fmla="*/ 4763 h 60007"/>
                                <a:gd name="connsiteX176" fmla="*/ 9525 w 84772"/>
                                <a:gd name="connsiteY176" fmla="*/ 3810 h 60007"/>
                                <a:gd name="connsiteX177" fmla="*/ 12383 w 84772"/>
                                <a:gd name="connsiteY177" fmla="*/ 2858 h 60007"/>
                                <a:gd name="connsiteX178" fmla="*/ 16193 w 84772"/>
                                <a:gd name="connsiteY178" fmla="*/ 1905 h 60007"/>
                                <a:gd name="connsiteX179" fmla="*/ 20003 w 84772"/>
                                <a:gd name="connsiteY179" fmla="*/ 953 h 60007"/>
                                <a:gd name="connsiteX180" fmla="*/ 23813 w 84772"/>
                                <a:gd name="connsiteY180" fmla="*/ 0 h 60007"/>
                                <a:gd name="connsiteX181" fmla="*/ 27623 w 84772"/>
                                <a:gd name="connsiteY181" fmla="*/ 0 h 60007"/>
                                <a:gd name="connsiteX182" fmla="*/ 35243 w 84772"/>
                                <a:gd name="connsiteY182" fmla="*/ 953 h 60007"/>
                                <a:gd name="connsiteX183" fmla="*/ 42863 w 84772"/>
                                <a:gd name="connsiteY183" fmla="*/ 2858 h 60007"/>
                                <a:gd name="connsiteX184" fmla="*/ 49530 w 84772"/>
                                <a:gd name="connsiteY184" fmla="*/ 5715 h 60007"/>
                                <a:gd name="connsiteX185" fmla="*/ 56198 w 84772"/>
                                <a:gd name="connsiteY185" fmla="*/ 8573 h 60007"/>
                                <a:gd name="connsiteX186" fmla="*/ 61913 w 84772"/>
                                <a:gd name="connsiteY186" fmla="*/ 11430 h 60007"/>
                                <a:gd name="connsiteX187" fmla="*/ 66675 w 84772"/>
                                <a:gd name="connsiteY187" fmla="*/ 14288 h 60007"/>
                                <a:gd name="connsiteX188" fmla="*/ 68580 w 84772"/>
                                <a:gd name="connsiteY188" fmla="*/ 15240 h 60007"/>
                                <a:gd name="connsiteX189" fmla="*/ 70485 w 84772"/>
                                <a:gd name="connsiteY189" fmla="*/ 16193 h 60007"/>
                                <a:gd name="connsiteX190" fmla="*/ 73343 w 84772"/>
                                <a:gd name="connsiteY190" fmla="*/ 18098 h 60007"/>
                                <a:gd name="connsiteX191" fmla="*/ 75248 w 84772"/>
                                <a:gd name="connsiteY191" fmla="*/ 19050 h 60007"/>
                                <a:gd name="connsiteX192" fmla="*/ 75248 w 84772"/>
                                <a:gd name="connsiteY192" fmla="*/ 19050 h 60007"/>
                                <a:gd name="connsiteX193" fmla="*/ 77153 w 84772"/>
                                <a:gd name="connsiteY193" fmla="*/ 18098 h 60007"/>
                                <a:gd name="connsiteX194" fmla="*/ 80963 w 84772"/>
                                <a:gd name="connsiteY194" fmla="*/ 16193 h 60007"/>
                                <a:gd name="connsiteX195" fmla="*/ 83820 w 84772"/>
                                <a:gd name="connsiteY195" fmla="*/ 15240 h 60007"/>
                                <a:gd name="connsiteX196" fmla="*/ 84773 w 84772"/>
                                <a:gd name="connsiteY196" fmla="*/ 18098 h 60007"/>
                                <a:gd name="connsiteX197" fmla="*/ 76200 w 84772"/>
                                <a:gd name="connsiteY197" fmla="*/ 16193 h 60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84772" h="60007">
                                  <a:moveTo>
                                    <a:pt x="76200" y="16193"/>
                                  </a:moveTo>
                                  <a:cubicBezTo>
                                    <a:pt x="75248" y="16193"/>
                                    <a:pt x="75248" y="16193"/>
                                    <a:pt x="76200" y="16193"/>
                                  </a:cubicBezTo>
                                  <a:cubicBezTo>
                                    <a:pt x="76200" y="16193"/>
                                    <a:pt x="75248" y="17145"/>
                                    <a:pt x="75248" y="19050"/>
                                  </a:cubicBezTo>
                                  <a:cubicBezTo>
                                    <a:pt x="75248" y="20955"/>
                                    <a:pt x="74295" y="22860"/>
                                    <a:pt x="73343" y="25718"/>
                                  </a:cubicBezTo>
                                  <a:cubicBezTo>
                                    <a:pt x="72390" y="28575"/>
                                    <a:pt x="72390" y="32385"/>
                                    <a:pt x="71438" y="35243"/>
                                  </a:cubicBezTo>
                                  <a:cubicBezTo>
                                    <a:pt x="71438" y="36195"/>
                                    <a:pt x="71438" y="37148"/>
                                    <a:pt x="70485" y="38100"/>
                                  </a:cubicBezTo>
                                  <a:cubicBezTo>
                                    <a:pt x="70485" y="38100"/>
                                    <a:pt x="70485" y="39053"/>
                                    <a:pt x="70485" y="39053"/>
                                  </a:cubicBezTo>
                                  <a:lnTo>
                                    <a:pt x="70485" y="39053"/>
                                  </a:lnTo>
                                  <a:lnTo>
                                    <a:pt x="70485" y="39053"/>
                                  </a:lnTo>
                                  <a:lnTo>
                                    <a:pt x="70485" y="40005"/>
                                  </a:lnTo>
                                  <a:cubicBezTo>
                                    <a:pt x="69533" y="41910"/>
                                    <a:pt x="69533" y="43815"/>
                                    <a:pt x="68580" y="44768"/>
                                  </a:cubicBezTo>
                                  <a:cubicBezTo>
                                    <a:pt x="68580" y="45720"/>
                                    <a:pt x="67628" y="46673"/>
                                    <a:pt x="67628" y="47625"/>
                                  </a:cubicBezTo>
                                  <a:cubicBezTo>
                                    <a:pt x="67628" y="48578"/>
                                    <a:pt x="66675" y="49530"/>
                                    <a:pt x="66675" y="49530"/>
                                  </a:cubicBezTo>
                                  <a:cubicBezTo>
                                    <a:pt x="66675" y="49530"/>
                                    <a:pt x="66675" y="50483"/>
                                    <a:pt x="66675" y="50483"/>
                                  </a:cubicBezTo>
                                  <a:cubicBezTo>
                                    <a:pt x="66675" y="50483"/>
                                    <a:pt x="66675" y="51435"/>
                                    <a:pt x="65723" y="51435"/>
                                  </a:cubicBezTo>
                                  <a:cubicBezTo>
                                    <a:pt x="65723" y="52388"/>
                                    <a:pt x="64770" y="52388"/>
                                    <a:pt x="64770" y="53340"/>
                                  </a:cubicBezTo>
                                  <a:cubicBezTo>
                                    <a:pt x="63818" y="54293"/>
                                    <a:pt x="63818" y="55245"/>
                                    <a:pt x="62865" y="56198"/>
                                  </a:cubicBezTo>
                                  <a:cubicBezTo>
                                    <a:pt x="61913" y="57150"/>
                                    <a:pt x="61913" y="58103"/>
                                    <a:pt x="61913" y="58103"/>
                                  </a:cubicBezTo>
                                  <a:cubicBezTo>
                                    <a:pt x="61913" y="59055"/>
                                    <a:pt x="60960" y="59055"/>
                                    <a:pt x="60960" y="59055"/>
                                  </a:cubicBezTo>
                                  <a:cubicBezTo>
                                    <a:pt x="60960" y="59055"/>
                                    <a:pt x="60960" y="60008"/>
                                    <a:pt x="60008" y="60008"/>
                                  </a:cubicBezTo>
                                  <a:cubicBezTo>
                                    <a:pt x="60008" y="60008"/>
                                    <a:pt x="60008" y="60008"/>
                                    <a:pt x="60008" y="60008"/>
                                  </a:cubicBezTo>
                                  <a:lnTo>
                                    <a:pt x="60008" y="60008"/>
                                  </a:lnTo>
                                  <a:cubicBezTo>
                                    <a:pt x="60008" y="60008"/>
                                    <a:pt x="60008" y="60008"/>
                                    <a:pt x="60008" y="60008"/>
                                  </a:cubicBezTo>
                                  <a:cubicBezTo>
                                    <a:pt x="60008" y="60008"/>
                                    <a:pt x="60008" y="60008"/>
                                    <a:pt x="60960" y="59055"/>
                                  </a:cubicBezTo>
                                  <a:cubicBezTo>
                                    <a:pt x="60960" y="59055"/>
                                    <a:pt x="61913" y="58103"/>
                                    <a:pt x="61913" y="58103"/>
                                  </a:cubicBezTo>
                                  <a:cubicBezTo>
                                    <a:pt x="61913" y="57150"/>
                                    <a:pt x="62865" y="57150"/>
                                    <a:pt x="62865" y="56198"/>
                                  </a:cubicBezTo>
                                  <a:cubicBezTo>
                                    <a:pt x="62865" y="55245"/>
                                    <a:pt x="63818" y="54293"/>
                                    <a:pt x="64770" y="53340"/>
                                  </a:cubicBezTo>
                                  <a:cubicBezTo>
                                    <a:pt x="64770" y="52388"/>
                                    <a:pt x="65723" y="52388"/>
                                    <a:pt x="65723" y="51435"/>
                                  </a:cubicBezTo>
                                  <a:cubicBezTo>
                                    <a:pt x="65723" y="51435"/>
                                    <a:pt x="65723" y="50483"/>
                                    <a:pt x="66675" y="50483"/>
                                  </a:cubicBezTo>
                                  <a:cubicBezTo>
                                    <a:pt x="66675" y="50483"/>
                                    <a:pt x="66675" y="49530"/>
                                    <a:pt x="66675" y="49530"/>
                                  </a:cubicBezTo>
                                  <a:cubicBezTo>
                                    <a:pt x="66675" y="48578"/>
                                    <a:pt x="67628" y="47625"/>
                                    <a:pt x="67628" y="47625"/>
                                  </a:cubicBezTo>
                                  <a:cubicBezTo>
                                    <a:pt x="67628" y="46673"/>
                                    <a:pt x="68580" y="45720"/>
                                    <a:pt x="68580" y="45720"/>
                                  </a:cubicBezTo>
                                  <a:cubicBezTo>
                                    <a:pt x="69533" y="43815"/>
                                    <a:pt x="69533" y="41910"/>
                                    <a:pt x="69533" y="40958"/>
                                  </a:cubicBezTo>
                                  <a:lnTo>
                                    <a:pt x="69533" y="40005"/>
                                  </a:lnTo>
                                  <a:lnTo>
                                    <a:pt x="69533" y="40005"/>
                                  </a:lnTo>
                                  <a:lnTo>
                                    <a:pt x="69533" y="40005"/>
                                  </a:lnTo>
                                  <a:cubicBezTo>
                                    <a:pt x="69533" y="40005"/>
                                    <a:pt x="69533" y="39053"/>
                                    <a:pt x="69533" y="39053"/>
                                  </a:cubicBezTo>
                                  <a:cubicBezTo>
                                    <a:pt x="69533" y="38100"/>
                                    <a:pt x="69533" y="37148"/>
                                    <a:pt x="69533" y="36195"/>
                                  </a:cubicBezTo>
                                  <a:cubicBezTo>
                                    <a:pt x="70485" y="32385"/>
                                    <a:pt x="70485" y="29528"/>
                                    <a:pt x="71438" y="26670"/>
                                  </a:cubicBezTo>
                                  <a:cubicBezTo>
                                    <a:pt x="72390" y="22860"/>
                                    <a:pt x="73343" y="19050"/>
                                    <a:pt x="73343" y="18098"/>
                                  </a:cubicBezTo>
                                  <a:cubicBezTo>
                                    <a:pt x="73343" y="18098"/>
                                    <a:pt x="72390" y="18098"/>
                                    <a:pt x="72390" y="19050"/>
                                  </a:cubicBezTo>
                                  <a:cubicBezTo>
                                    <a:pt x="71438" y="19050"/>
                                    <a:pt x="71438" y="20003"/>
                                    <a:pt x="70485" y="20003"/>
                                  </a:cubicBezTo>
                                  <a:cubicBezTo>
                                    <a:pt x="69533" y="20003"/>
                                    <a:pt x="68580" y="20955"/>
                                    <a:pt x="67628" y="20955"/>
                                  </a:cubicBezTo>
                                  <a:cubicBezTo>
                                    <a:pt x="65723" y="21908"/>
                                    <a:pt x="63818" y="21908"/>
                                    <a:pt x="61913" y="22860"/>
                                  </a:cubicBezTo>
                                  <a:cubicBezTo>
                                    <a:pt x="61913" y="22860"/>
                                    <a:pt x="60960" y="22860"/>
                                    <a:pt x="60960" y="23813"/>
                                  </a:cubicBezTo>
                                  <a:cubicBezTo>
                                    <a:pt x="60960" y="23813"/>
                                    <a:pt x="60960" y="23813"/>
                                    <a:pt x="60960" y="23813"/>
                                  </a:cubicBezTo>
                                  <a:cubicBezTo>
                                    <a:pt x="60008" y="24765"/>
                                    <a:pt x="60008" y="24765"/>
                                    <a:pt x="59055" y="25718"/>
                                  </a:cubicBezTo>
                                  <a:cubicBezTo>
                                    <a:pt x="58103" y="26670"/>
                                    <a:pt x="57150" y="27623"/>
                                    <a:pt x="57150" y="28575"/>
                                  </a:cubicBezTo>
                                  <a:cubicBezTo>
                                    <a:pt x="55245" y="31433"/>
                                    <a:pt x="54293" y="34290"/>
                                    <a:pt x="53340" y="38100"/>
                                  </a:cubicBezTo>
                                  <a:cubicBezTo>
                                    <a:pt x="52388" y="40005"/>
                                    <a:pt x="52388" y="41910"/>
                                    <a:pt x="51435" y="42863"/>
                                  </a:cubicBezTo>
                                  <a:cubicBezTo>
                                    <a:pt x="51435" y="43815"/>
                                    <a:pt x="50483" y="44768"/>
                                    <a:pt x="50483" y="44768"/>
                                  </a:cubicBezTo>
                                  <a:cubicBezTo>
                                    <a:pt x="50483" y="45720"/>
                                    <a:pt x="49530" y="46673"/>
                                    <a:pt x="49530" y="46673"/>
                                  </a:cubicBezTo>
                                  <a:cubicBezTo>
                                    <a:pt x="48578" y="47625"/>
                                    <a:pt x="48578" y="49530"/>
                                    <a:pt x="47625" y="50483"/>
                                  </a:cubicBezTo>
                                  <a:cubicBezTo>
                                    <a:pt x="47625" y="51435"/>
                                    <a:pt x="46673" y="51435"/>
                                    <a:pt x="46673" y="52388"/>
                                  </a:cubicBezTo>
                                  <a:cubicBezTo>
                                    <a:pt x="46673" y="52388"/>
                                    <a:pt x="45720" y="53340"/>
                                    <a:pt x="45720" y="53340"/>
                                  </a:cubicBezTo>
                                  <a:cubicBezTo>
                                    <a:pt x="44768" y="55245"/>
                                    <a:pt x="43815" y="55245"/>
                                    <a:pt x="42863" y="56198"/>
                                  </a:cubicBezTo>
                                  <a:cubicBezTo>
                                    <a:pt x="42863" y="56198"/>
                                    <a:pt x="42863" y="56198"/>
                                    <a:pt x="42863" y="56198"/>
                                  </a:cubicBezTo>
                                  <a:cubicBezTo>
                                    <a:pt x="42863" y="56198"/>
                                    <a:pt x="42863" y="56198"/>
                                    <a:pt x="42863" y="56198"/>
                                  </a:cubicBezTo>
                                  <a:cubicBezTo>
                                    <a:pt x="42863" y="56198"/>
                                    <a:pt x="42863" y="56198"/>
                                    <a:pt x="42863" y="56198"/>
                                  </a:cubicBezTo>
                                  <a:cubicBezTo>
                                    <a:pt x="42863" y="56198"/>
                                    <a:pt x="42863" y="56198"/>
                                    <a:pt x="42863" y="56198"/>
                                  </a:cubicBezTo>
                                  <a:cubicBezTo>
                                    <a:pt x="42863" y="56198"/>
                                    <a:pt x="42863" y="56198"/>
                                    <a:pt x="42863" y="56198"/>
                                  </a:cubicBezTo>
                                  <a:cubicBezTo>
                                    <a:pt x="42863" y="56198"/>
                                    <a:pt x="41910" y="56198"/>
                                    <a:pt x="41910" y="56198"/>
                                  </a:cubicBezTo>
                                  <a:cubicBezTo>
                                    <a:pt x="41910" y="56198"/>
                                    <a:pt x="42863" y="56198"/>
                                    <a:pt x="42863" y="56198"/>
                                  </a:cubicBezTo>
                                  <a:cubicBezTo>
                                    <a:pt x="42863" y="56198"/>
                                    <a:pt x="42863" y="56198"/>
                                    <a:pt x="42863" y="56198"/>
                                  </a:cubicBezTo>
                                  <a:cubicBezTo>
                                    <a:pt x="42863" y="56198"/>
                                    <a:pt x="42863" y="56198"/>
                                    <a:pt x="42863" y="56198"/>
                                  </a:cubicBezTo>
                                  <a:cubicBezTo>
                                    <a:pt x="42863" y="56198"/>
                                    <a:pt x="42863" y="56198"/>
                                    <a:pt x="42863" y="56198"/>
                                  </a:cubicBezTo>
                                  <a:cubicBezTo>
                                    <a:pt x="42863" y="56198"/>
                                    <a:pt x="42863" y="56198"/>
                                    <a:pt x="42863" y="56198"/>
                                  </a:cubicBezTo>
                                  <a:cubicBezTo>
                                    <a:pt x="42863" y="56198"/>
                                    <a:pt x="42863" y="56198"/>
                                    <a:pt x="42863" y="56198"/>
                                  </a:cubicBezTo>
                                  <a:cubicBezTo>
                                    <a:pt x="43815" y="56198"/>
                                    <a:pt x="44768" y="55245"/>
                                    <a:pt x="45720" y="53340"/>
                                  </a:cubicBezTo>
                                  <a:cubicBezTo>
                                    <a:pt x="45720" y="53340"/>
                                    <a:pt x="46673" y="52388"/>
                                    <a:pt x="46673" y="52388"/>
                                  </a:cubicBezTo>
                                  <a:cubicBezTo>
                                    <a:pt x="46673" y="51435"/>
                                    <a:pt x="47625" y="51435"/>
                                    <a:pt x="47625" y="50483"/>
                                  </a:cubicBezTo>
                                  <a:cubicBezTo>
                                    <a:pt x="48578" y="49530"/>
                                    <a:pt x="48578" y="47625"/>
                                    <a:pt x="49530" y="46673"/>
                                  </a:cubicBezTo>
                                  <a:cubicBezTo>
                                    <a:pt x="49530" y="45720"/>
                                    <a:pt x="50483" y="45720"/>
                                    <a:pt x="50483" y="44768"/>
                                  </a:cubicBezTo>
                                  <a:cubicBezTo>
                                    <a:pt x="50483" y="43815"/>
                                    <a:pt x="51435" y="42863"/>
                                    <a:pt x="51435" y="42863"/>
                                  </a:cubicBezTo>
                                  <a:cubicBezTo>
                                    <a:pt x="52388" y="40958"/>
                                    <a:pt x="52388" y="40005"/>
                                    <a:pt x="53340" y="38100"/>
                                  </a:cubicBezTo>
                                  <a:cubicBezTo>
                                    <a:pt x="54293" y="34290"/>
                                    <a:pt x="55245" y="31433"/>
                                    <a:pt x="57150" y="28575"/>
                                  </a:cubicBezTo>
                                  <a:cubicBezTo>
                                    <a:pt x="58103" y="27623"/>
                                    <a:pt x="59055" y="25718"/>
                                    <a:pt x="59055" y="24765"/>
                                  </a:cubicBezTo>
                                  <a:cubicBezTo>
                                    <a:pt x="59055" y="24765"/>
                                    <a:pt x="59055" y="24765"/>
                                    <a:pt x="59055" y="24765"/>
                                  </a:cubicBezTo>
                                  <a:cubicBezTo>
                                    <a:pt x="58103" y="24765"/>
                                    <a:pt x="58103" y="24765"/>
                                    <a:pt x="57150" y="25718"/>
                                  </a:cubicBezTo>
                                  <a:cubicBezTo>
                                    <a:pt x="55245" y="26670"/>
                                    <a:pt x="53340" y="27623"/>
                                    <a:pt x="50483" y="27623"/>
                                  </a:cubicBezTo>
                                  <a:cubicBezTo>
                                    <a:pt x="48578" y="28575"/>
                                    <a:pt x="46673" y="28575"/>
                                    <a:pt x="44768" y="29528"/>
                                  </a:cubicBezTo>
                                  <a:cubicBezTo>
                                    <a:pt x="44768" y="29528"/>
                                    <a:pt x="44768" y="29528"/>
                                    <a:pt x="44768" y="29528"/>
                                  </a:cubicBezTo>
                                  <a:cubicBezTo>
                                    <a:pt x="44768" y="29528"/>
                                    <a:pt x="43815" y="29528"/>
                                    <a:pt x="43815" y="30480"/>
                                  </a:cubicBezTo>
                                  <a:cubicBezTo>
                                    <a:pt x="42863" y="31433"/>
                                    <a:pt x="41910" y="32385"/>
                                    <a:pt x="40958" y="34290"/>
                                  </a:cubicBezTo>
                                  <a:cubicBezTo>
                                    <a:pt x="40958" y="35243"/>
                                    <a:pt x="40005" y="36195"/>
                                    <a:pt x="39053" y="37148"/>
                                  </a:cubicBezTo>
                                  <a:cubicBezTo>
                                    <a:pt x="38100" y="38100"/>
                                    <a:pt x="38100" y="39053"/>
                                    <a:pt x="37148" y="40005"/>
                                  </a:cubicBezTo>
                                  <a:cubicBezTo>
                                    <a:pt x="37148" y="40958"/>
                                    <a:pt x="36195" y="40958"/>
                                    <a:pt x="36195" y="41910"/>
                                  </a:cubicBezTo>
                                  <a:cubicBezTo>
                                    <a:pt x="36195" y="41910"/>
                                    <a:pt x="35243" y="42863"/>
                                    <a:pt x="35243" y="43815"/>
                                  </a:cubicBezTo>
                                  <a:cubicBezTo>
                                    <a:pt x="35243" y="44768"/>
                                    <a:pt x="34290" y="44768"/>
                                    <a:pt x="34290" y="45720"/>
                                  </a:cubicBezTo>
                                  <a:cubicBezTo>
                                    <a:pt x="34290" y="45720"/>
                                    <a:pt x="33338" y="46673"/>
                                    <a:pt x="33338" y="46673"/>
                                  </a:cubicBezTo>
                                  <a:cubicBezTo>
                                    <a:pt x="32385" y="47625"/>
                                    <a:pt x="31433" y="48578"/>
                                    <a:pt x="31433" y="49530"/>
                                  </a:cubicBezTo>
                                  <a:cubicBezTo>
                                    <a:pt x="30480" y="50483"/>
                                    <a:pt x="29528" y="51435"/>
                                    <a:pt x="29528" y="52388"/>
                                  </a:cubicBezTo>
                                  <a:cubicBezTo>
                                    <a:pt x="29528" y="52388"/>
                                    <a:pt x="28575" y="53340"/>
                                    <a:pt x="28575" y="53340"/>
                                  </a:cubicBezTo>
                                  <a:cubicBezTo>
                                    <a:pt x="28575" y="53340"/>
                                    <a:pt x="27623" y="54293"/>
                                    <a:pt x="27623" y="54293"/>
                                  </a:cubicBezTo>
                                  <a:cubicBezTo>
                                    <a:pt x="27623" y="54293"/>
                                    <a:pt x="27623" y="55245"/>
                                    <a:pt x="26670" y="55245"/>
                                  </a:cubicBezTo>
                                  <a:cubicBezTo>
                                    <a:pt x="26670" y="55245"/>
                                    <a:pt x="26670" y="56198"/>
                                    <a:pt x="25718" y="56198"/>
                                  </a:cubicBezTo>
                                  <a:cubicBezTo>
                                    <a:pt x="25718" y="56198"/>
                                    <a:pt x="25718" y="56198"/>
                                    <a:pt x="25718" y="56198"/>
                                  </a:cubicBezTo>
                                  <a:cubicBezTo>
                                    <a:pt x="25718" y="56198"/>
                                    <a:pt x="26670" y="55245"/>
                                    <a:pt x="26670" y="54293"/>
                                  </a:cubicBezTo>
                                  <a:cubicBezTo>
                                    <a:pt x="26670" y="54293"/>
                                    <a:pt x="27623" y="53340"/>
                                    <a:pt x="27623" y="53340"/>
                                  </a:cubicBezTo>
                                  <a:cubicBezTo>
                                    <a:pt x="27623" y="53340"/>
                                    <a:pt x="28575" y="52388"/>
                                    <a:pt x="28575" y="52388"/>
                                  </a:cubicBezTo>
                                  <a:cubicBezTo>
                                    <a:pt x="29528" y="51435"/>
                                    <a:pt x="29528" y="50483"/>
                                    <a:pt x="30480" y="49530"/>
                                  </a:cubicBezTo>
                                  <a:cubicBezTo>
                                    <a:pt x="31433" y="48578"/>
                                    <a:pt x="32385" y="47625"/>
                                    <a:pt x="32385" y="46673"/>
                                  </a:cubicBezTo>
                                  <a:lnTo>
                                    <a:pt x="33338" y="45720"/>
                                  </a:lnTo>
                                  <a:lnTo>
                                    <a:pt x="34290" y="44768"/>
                                  </a:lnTo>
                                  <a:cubicBezTo>
                                    <a:pt x="34290" y="43815"/>
                                    <a:pt x="35243" y="43815"/>
                                    <a:pt x="35243" y="42863"/>
                                  </a:cubicBezTo>
                                  <a:cubicBezTo>
                                    <a:pt x="35243" y="41910"/>
                                    <a:pt x="36195" y="41910"/>
                                    <a:pt x="36195" y="40958"/>
                                  </a:cubicBezTo>
                                  <a:cubicBezTo>
                                    <a:pt x="36195" y="40005"/>
                                    <a:pt x="37148" y="40005"/>
                                    <a:pt x="37148" y="39053"/>
                                  </a:cubicBezTo>
                                  <a:cubicBezTo>
                                    <a:pt x="38100" y="38100"/>
                                    <a:pt x="38100" y="37148"/>
                                    <a:pt x="39053" y="36195"/>
                                  </a:cubicBezTo>
                                  <a:cubicBezTo>
                                    <a:pt x="40005" y="35243"/>
                                    <a:pt x="40005" y="34290"/>
                                    <a:pt x="40958" y="33338"/>
                                  </a:cubicBezTo>
                                  <a:cubicBezTo>
                                    <a:pt x="40958" y="32385"/>
                                    <a:pt x="41910" y="31433"/>
                                    <a:pt x="42863" y="30480"/>
                                  </a:cubicBezTo>
                                  <a:cubicBezTo>
                                    <a:pt x="41910" y="30480"/>
                                    <a:pt x="40005" y="31433"/>
                                    <a:pt x="39053" y="32385"/>
                                  </a:cubicBezTo>
                                  <a:cubicBezTo>
                                    <a:pt x="37148" y="33338"/>
                                    <a:pt x="34290" y="34290"/>
                                    <a:pt x="32385" y="35243"/>
                                  </a:cubicBezTo>
                                  <a:cubicBezTo>
                                    <a:pt x="31433" y="36195"/>
                                    <a:pt x="30480" y="36195"/>
                                    <a:pt x="29528" y="37148"/>
                                  </a:cubicBezTo>
                                  <a:cubicBezTo>
                                    <a:pt x="28575" y="38100"/>
                                    <a:pt x="27623" y="38100"/>
                                    <a:pt x="26670" y="39053"/>
                                  </a:cubicBezTo>
                                  <a:cubicBezTo>
                                    <a:pt x="24765" y="40005"/>
                                    <a:pt x="22860" y="40958"/>
                                    <a:pt x="20955" y="42863"/>
                                  </a:cubicBezTo>
                                  <a:cubicBezTo>
                                    <a:pt x="20003" y="43815"/>
                                    <a:pt x="19050" y="43815"/>
                                    <a:pt x="18098" y="44768"/>
                                  </a:cubicBezTo>
                                  <a:cubicBezTo>
                                    <a:pt x="17145" y="45720"/>
                                    <a:pt x="17145" y="45720"/>
                                    <a:pt x="16193" y="46673"/>
                                  </a:cubicBezTo>
                                  <a:cubicBezTo>
                                    <a:pt x="16193" y="46673"/>
                                    <a:pt x="16193" y="46673"/>
                                    <a:pt x="16193" y="46673"/>
                                  </a:cubicBezTo>
                                  <a:lnTo>
                                    <a:pt x="16193" y="46673"/>
                                  </a:lnTo>
                                  <a:cubicBezTo>
                                    <a:pt x="17145" y="45720"/>
                                    <a:pt x="17145" y="45720"/>
                                    <a:pt x="18098" y="44768"/>
                                  </a:cubicBezTo>
                                  <a:cubicBezTo>
                                    <a:pt x="19050" y="43815"/>
                                    <a:pt x="20003" y="42863"/>
                                    <a:pt x="20955" y="42863"/>
                                  </a:cubicBezTo>
                                  <a:cubicBezTo>
                                    <a:pt x="22860" y="41910"/>
                                    <a:pt x="24765" y="40005"/>
                                    <a:pt x="26670" y="39053"/>
                                  </a:cubicBezTo>
                                  <a:cubicBezTo>
                                    <a:pt x="27623" y="39053"/>
                                    <a:pt x="27623" y="38100"/>
                                    <a:pt x="28575" y="38100"/>
                                  </a:cubicBezTo>
                                  <a:cubicBezTo>
                                    <a:pt x="29528" y="38100"/>
                                    <a:pt x="29528" y="37148"/>
                                    <a:pt x="30480" y="37148"/>
                                  </a:cubicBezTo>
                                  <a:cubicBezTo>
                                    <a:pt x="31433" y="37148"/>
                                    <a:pt x="31433" y="36195"/>
                                    <a:pt x="32385" y="36195"/>
                                  </a:cubicBezTo>
                                  <a:cubicBezTo>
                                    <a:pt x="33338" y="36195"/>
                                    <a:pt x="33338" y="35243"/>
                                    <a:pt x="34290" y="35243"/>
                                  </a:cubicBezTo>
                                  <a:cubicBezTo>
                                    <a:pt x="36195" y="34290"/>
                                    <a:pt x="39053" y="33338"/>
                                    <a:pt x="40958" y="32385"/>
                                  </a:cubicBezTo>
                                  <a:cubicBezTo>
                                    <a:pt x="42863" y="31433"/>
                                    <a:pt x="45720" y="30480"/>
                                    <a:pt x="47625" y="29528"/>
                                  </a:cubicBezTo>
                                  <a:cubicBezTo>
                                    <a:pt x="49530" y="28575"/>
                                    <a:pt x="50483" y="28575"/>
                                    <a:pt x="52388" y="27623"/>
                                  </a:cubicBezTo>
                                  <a:cubicBezTo>
                                    <a:pt x="52388" y="27623"/>
                                    <a:pt x="51435" y="27623"/>
                                    <a:pt x="51435" y="27623"/>
                                  </a:cubicBezTo>
                                  <a:cubicBezTo>
                                    <a:pt x="50483" y="27623"/>
                                    <a:pt x="48578" y="27623"/>
                                    <a:pt x="47625" y="26670"/>
                                  </a:cubicBezTo>
                                  <a:cubicBezTo>
                                    <a:pt x="44768" y="25718"/>
                                    <a:pt x="40958" y="24765"/>
                                    <a:pt x="38100" y="23813"/>
                                  </a:cubicBezTo>
                                  <a:cubicBezTo>
                                    <a:pt x="36195" y="22860"/>
                                    <a:pt x="34290" y="22860"/>
                                    <a:pt x="32385" y="21908"/>
                                  </a:cubicBezTo>
                                  <a:cubicBezTo>
                                    <a:pt x="30480" y="21908"/>
                                    <a:pt x="28575" y="20955"/>
                                    <a:pt x="26670" y="20955"/>
                                  </a:cubicBezTo>
                                  <a:cubicBezTo>
                                    <a:pt x="24765" y="20955"/>
                                    <a:pt x="21908" y="20955"/>
                                    <a:pt x="20003" y="20955"/>
                                  </a:cubicBezTo>
                                  <a:cubicBezTo>
                                    <a:pt x="18098" y="20955"/>
                                    <a:pt x="15240" y="21908"/>
                                    <a:pt x="13335" y="22860"/>
                                  </a:cubicBezTo>
                                  <a:cubicBezTo>
                                    <a:pt x="12383" y="22860"/>
                                    <a:pt x="11430" y="23813"/>
                                    <a:pt x="10478" y="23813"/>
                                  </a:cubicBezTo>
                                  <a:cubicBezTo>
                                    <a:pt x="9525" y="24765"/>
                                    <a:pt x="8573" y="24765"/>
                                    <a:pt x="7620" y="25718"/>
                                  </a:cubicBezTo>
                                  <a:cubicBezTo>
                                    <a:pt x="6668" y="25718"/>
                                    <a:pt x="6668" y="26670"/>
                                    <a:pt x="5715" y="26670"/>
                                  </a:cubicBezTo>
                                  <a:cubicBezTo>
                                    <a:pt x="4763" y="26670"/>
                                    <a:pt x="4763" y="27623"/>
                                    <a:pt x="3810" y="27623"/>
                                  </a:cubicBezTo>
                                  <a:cubicBezTo>
                                    <a:pt x="2858" y="28575"/>
                                    <a:pt x="1905" y="29528"/>
                                    <a:pt x="953" y="29528"/>
                                  </a:cubicBezTo>
                                  <a:cubicBezTo>
                                    <a:pt x="953" y="29528"/>
                                    <a:pt x="953" y="29528"/>
                                    <a:pt x="0" y="29528"/>
                                  </a:cubicBezTo>
                                  <a:cubicBezTo>
                                    <a:pt x="0" y="29528"/>
                                    <a:pt x="0" y="29528"/>
                                    <a:pt x="0" y="29528"/>
                                  </a:cubicBezTo>
                                  <a:lnTo>
                                    <a:pt x="953" y="28575"/>
                                  </a:lnTo>
                                  <a:cubicBezTo>
                                    <a:pt x="2858" y="26670"/>
                                    <a:pt x="4763" y="25718"/>
                                    <a:pt x="6668" y="23813"/>
                                  </a:cubicBezTo>
                                  <a:cubicBezTo>
                                    <a:pt x="8573" y="22860"/>
                                    <a:pt x="11430" y="21908"/>
                                    <a:pt x="13335" y="20955"/>
                                  </a:cubicBezTo>
                                  <a:cubicBezTo>
                                    <a:pt x="15240" y="20003"/>
                                    <a:pt x="18098" y="20003"/>
                                    <a:pt x="20003" y="19050"/>
                                  </a:cubicBezTo>
                                  <a:cubicBezTo>
                                    <a:pt x="21908" y="19050"/>
                                    <a:pt x="24765" y="19050"/>
                                    <a:pt x="26670" y="19050"/>
                                  </a:cubicBezTo>
                                  <a:cubicBezTo>
                                    <a:pt x="28575" y="19050"/>
                                    <a:pt x="31433" y="19050"/>
                                    <a:pt x="33338" y="20003"/>
                                  </a:cubicBezTo>
                                  <a:cubicBezTo>
                                    <a:pt x="35243" y="20003"/>
                                    <a:pt x="37148" y="20955"/>
                                    <a:pt x="39053" y="21908"/>
                                  </a:cubicBezTo>
                                  <a:cubicBezTo>
                                    <a:pt x="42863" y="22860"/>
                                    <a:pt x="45720" y="23813"/>
                                    <a:pt x="48578" y="24765"/>
                                  </a:cubicBezTo>
                                  <a:cubicBezTo>
                                    <a:pt x="49530" y="24765"/>
                                    <a:pt x="51435" y="25718"/>
                                    <a:pt x="52388" y="25718"/>
                                  </a:cubicBezTo>
                                  <a:cubicBezTo>
                                    <a:pt x="53340" y="25718"/>
                                    <a:pt x="54293" y="25718"/>
                                    <a:pt x="55245" y="25718"/>
                                  </a:cubicBezTo>
                                  <a:cubicBezTo>
                                    <a:pt x="56198" y="25718"/>
                                    <a:pt x="56198" y="25718"/>
                                    <a:pt x="57150" y="25718"/>
                                  </a:cubicBezTo>
                                  <a:cubicBezTo>
                                    <a:pt x="59055" y="24765"/>
                                    <a:pt x="60008" y="24765"/>
                                    <a:pt x="61913" y="23813"/>
                                  </a:cubicBezTo>
                                  <a:cubicBezTo>
                                    <a:pt x="62865" y="23813"/>
                                    <a:pt x="63818" y="22860"/>
                                    <a:pt x="64770" y="22860"/>
                                  </a:cubicBezTo>
                                  <a:cubicBezTo>
                                    <a:pt x="65723" y="22860"/>
                                    <a:pt x="66675" y="21908"/>
                                    <a:pt x="67628" y="21908"/>
                                  </a:cubicBezTo>
                                  <a:cubicBezTo>
                                    <a:pt x="69533" y="20955"/>
                                    <a:pt x="71438" y="20003"/>
                                    <a:pt x="73343" y="20003"/>
                                  </a:cubicBezTo>
                                  <a:cubicBezTo>
                                    <a:pt x="73343" y="20003"/>
                                    <a:pt x="73343" y="20003"/>
                                    <a:pt x="74295" y="20003"/>
                                  </a:cubicBezTo>
                                  <a:cubicBezTo>
                                    <a:pt x="74295" y="20003"/>
                                    <a:pt x="74295" y="20003"/>
                                    <a:pt x="73343" y="20003"/>
                                  </a:cubicBezTo>
                                  <a:cubicBezTo>
                                    <a:pt x="72390" y="20003"/>
                                    <a:pt x="71438" y="19050"/>
                                    <a:pt x="70485" y="18098"/>
                                  </a:cubicBezTo>
                                  <a:cubicBezTo>
                                    <a:pt x="69533" y="18098"/>
                                    <a:pt x="69533" y="17145"/>
                                    <a:pt x="68580" y="17145"/>
                                  </a:cubicBezTo>
                                  <a:cubicBezTo>
                                    <a:pt x="67628" y="17145"/>
                                    <a:pt x="66675" y="16193"/>
                                    <a:pt x="66675" y="16193"/>
                                  </a:cubicBezTo>
                                  <a:cubicBezTo>
                                    <a:pt x="64770" y="15240"/>
                                    <a:pt x="63818" y="14288"/>
                                    <a:pt x="61913" y="13335"/>
                                  </a:cubicBezTo>
                                  <a:cubicBezTo>
                                    <a:pt x="60008" y="12383"/>
                                    <a:pt x="58103" y="11430"/>
                                    <a:pt x="56198" y="10478"/>
                                  </a:cubicBezTo>
                                  <a:cubicBezTo>
                                    <a:pt x="54293" y="9525"/>
                                    <a:pt x="52388" y="8573"/>
                                    <a:pt x="49530" y="7620"/>
                                  </a:cubicBezTo>
                                  <a:cubicBezTo>
                                    <a:pt x="47625" y="6668"/>
                                    <a:pt x="44768" y="5715"/>
                                    <a:pt x="42863" y="4763"/>
                                  </a:cubicBezTo>
                                  <a:cubicBezTo>
                                    <a:pt x="40958" y="3810"/>
                                    <a:pt x="38100" y="3810"/>
                                    <a:pt x="35243" y="2858"/>
                                  </a:cubicBezTo>
                                  <a:cubicBezTo>
                                    <a:pt x="32385" y="1905"/>
                                    <a:pt x="30480" y="1905"/>
                                    <a:pt x="27623" y="1905"/>
                                  </a:cubicBezTo>
                                  <a:cubicBezTo>
                                    <a:pt x="26670" y="1905"/>
                                    <a:pt x="24765" y="1905"/>
                                    <a:pt x="23813" y="1905"/>
                                  </a:cubicBezTo>
                                  <a:cubicBezTo>
                                    <a:pt x="22860" y="1905"/>
                                    <a:pt x="20955" y="1905"/>
                                    <a:pt x="20003" y="1905"/>
                                  </a:cubicBezTo>
                                  <a:cubicBezTo>
                                    <a:pt x="19050" y="1905"/>
                                    <a:pt x="17145" y="2858"/>
                                    <a:pt x="16193" y="2858"/>
                                  </a:cubicBezTo>
                                  <a:cubicBezTo>
                                    <a:pt x="15240" y="2858"/>
                                    <a:pt x="14288" y="3810"/>
                                    <a:pt x="12383" y="3810"/>
                                  </a:cubicBezTo>
                                  <a:cubicBezTo>
                                    <a:pt x="11430" y="3810"/>
                                    <a:pt x="10478" y="4763"/>
                                    <a:pt x="9525" y="4763"/>
                                  </a:cubicBezTo>
                                  <a:cubicBezTo>
                                    <a:pt x="8573" y="4763"/>
                                    <a:pt x="8573" y="5715"/>
                                    <a:pt x="7620" y="5715"/>
                                  </a:cubicBezTo>
                                  <a:cubicBezTo>
                                    <a:pt x="7620" y="5715"/>
                                    <a:pt x="7620" y="5715"/>
                                    <a:pt x="8573" y="4763"/>
                                  </a:cubicBezTo>
                                  <a:cubicBezTo>
                                    <a:pt x="8573" y="4763"/>
                                    <a:pt x="9525" y="3810"/>
                                    <a:pt x="9525" y="3810"/>
                                  </a:cubicBezTo>
                                  <a:cubicBezTo>
                                    <a:pt x="10478" y="2858"/>
                                    <a:pt x="11430" y="2858"/>
                                    <a:pt x="12383" y="2858"/>
                                  </a:cubicBezTo>
                                  <a:cubicBezTo>
                                    <a:pt x="13335" y="2858"/>
                                    <a:pt x="14288" y="1905"/>
                                    <a:pt x="16193" y="1905"/>
                                  </a:cubicBezTo>
                                  <a:cubicBezTo>
                                    <a:pt x="17145" y="1905"/>
                                    <a:pt x="19050" y="953"/>
                                    <a:pt x="20003" y="953"/>
                                  </a:cubicBezTo>
                                  <a:cubicBezTo>
                                    <a:pt x="20955" y="953"/>
                                    <a:pt x="22860" y="953"/>
                                    <a:pt x="23813" y="0"/>
                                  </a:cubicBezTo>
                                  <a:cubicBezTo>
                                    <a:pt x="24765" y="0"/>
                                    <a:pt x="26670" y="0"/>
                                    <a:pt x="27623" y="0"/>
                                  </a:cubicBezTo>
                                  <a:cubicBezTo>
                                    <a:pt x="30480" y="0"/>
                                    <a:pt x="32385" y="0"/>
                                    <a:pt x="35243" y="953"/>
                                  </a:cubicBezTo>
                                  <a:cubicBezTo>
                                    <a:pt x="38100" y="953"/>
                                    <a:pt x="40005" y="1905"/>
                                    <a:pt x="42863" y="2858"/>
                                  </a:cubicBezTo>
                                  <a:cubicBezTo>
                                    <a:pt x="44768" y="3810"/>
                                    <a:pt x="47625" y="4763"/>
                                    <a:pt x="49530" y="5715"/>
                                  </a:cubicBezTo>
                                  <a:cubicBezTo>
                                    <a:pt x="51435" y="6668"/>
                                    <a:pt x="54293" y="7620"/>
                                    <a:pt x="56198" y="8573"/>
                                  </a:cubicBezTo>
                                  <a:cubicBezTo>
                                    <a:pt x="58103" y="9525"/>
                                    <a:pt x="60008" y="10478"/>
                                    <a:pt x="61913" y="11430"/>
                                  </a:cubicBezTo>
                                  <a:cubicBezTo>
                                    <a:pt x="63818" y="12383"/>
                                    <a:pt x="65723" y="13335"/>
                                    <a:pt x="66675" y="14288"/>
                                  </a:cubicBezTo>
                                  <a:cubicBezTo>
                                    <a:pt x="67628" y="14288"/>
                                    <a:pt x="68580" y="15240"/>
                                    <a:pt x="68580" y="15240"/>
                                  </a:cubicBezTo>
                                  <a:cubicBezTo>
                                    <a:pt x="69533" y="15240"/>
                                    <a:pt x="69533" y="16193"/>
                                    <a:pt x="70485" y="16193"/>
                                  </a:cubicBezTo>
                                  <a:cubicBezTo>
                                    <a:pt x="71438" y="17145"/>
                                    <a:pt x="72390" y="17145"/>
                                    <a:pt x="73343" y="18098"/>
                                  </a:cubicBezTo>
                                  <a:cubicBezTo>
                                    <a:pt x="74295" y="18098"/>
                                    <a:pt x="74295" y="19050"/>
                                    <a:pt x="75248" y="19050"/>
                                  </a:cubicBezTo>
                                  <a:lnTo>
                                    <a:pt x="75248" y="19050"/>
                                  </a:lnTo>
                                  <a:cubicBezTo>
                                    <a:pt x="76200" y="19050"/>
                                    <a:pt x="76200" y="18098"/>
                                    <a:pt x="77153" y="18098"/>
                                  </a:cubicBezTo>
                                  <a:cubicBezTo>
                                    <a:pt x="78105" y="17145"/>
                                    <a:pt x="80010" y="17145"/>
                                    <a:pt x="80963" y="16193"/>
                                  </a:cubicBezTo>
                                  <a:cubicBezTo>
                                    <a:pt x="82868" y="15240"/>
                                    <a:pt x="83820" y="15240"/>
                                    <a:pt x="83820" y="15240"/>
                                  </a:cubicBezTo>
                                  <a:cubicBezTo>
                                    <a:pt x="83820" y="16193"/>
                                    <a:pt x="84773" y="18098"/>
                                    <a:pt x="84773" y="18098"/>
                                  </a:cubicBezTo>
                                  <a:cubicBezTo>
                                    <a:pt x="78105" y="15240"/>
                                    <a:pt x="77153" y="16193"/>
                                    <a:pt x="76200" y="16193"/>
                                  </a:cubicBezTo>
                                  <a:close/>
                                </a:path>
                              </a:pathLst>
                            </a:custGeom>
                            <a:grpFill/>
                            <a:ln w="9525" cap="flat">
                              <a:noFill/>
                              <a:prstDash val="solid"/>
                              <a:miter/>
                            </a:ln>
                          </p:spPr>
                          <p:txBody>
                            <a:bodyPr rtlCol="0" anchor="ctr"/>
                            <a:lstStyle/>
                            <a:p>
                              <a:endParaRPr lang="en-US"/>
                            </a:p>
                          </p:txBody>
                        </p:sp>
                      </p:grpSp>
                      <p:grpSp>
                        <p:nvGrpSpPr>
                          <p:cNvPr id="237" name="Graphic 2">
                            <a:extLst>
                              <a:ext uri="{FF2B5EF4-FFF2-40B4-BE49-F238E27FC236}">
                                <a16:creationId xmlns:a16="http://schemas.microsoft.com/office/drawing/2014/main" id="{AE736AF3-0337-429B-AEF1-DA4B52809559}"/>
                              </a:ext>
                            </a:extLst>
                          </p:cNvPr>
                          <p:cNvGrpSpPr/>
                          <p:nvPr/>
                        </p:nvGrpSpPr>
                        <p:grpSpPr>
                          <a:xfrm>
                            <a:off x="3460613" y="2824987"/>
                            <a:ext cx="84445" cy="72390"/>
                            <a:chOff x="3460613" y="2824987"/>
                            <a:chExt cx="84445" cy="72390"/>
                          </a:xfrm>
                          <a:grpFill/>
                        </p:grpSpPr>
                        <p:sp>
                          <p:nvSpPr>
                            <p:cNvPr id="238" name="Freeform: Shape 237">
                              <a:extLst>
                                <a:ext uri="{FF2B5EF4-FFF2-40B4-BE49-F238E27FC236}">
                                  <a16:creationId xmlns:a16="http://schemas.microsoft.com/office/drawing/2014/main" id="{E8AABDD4-7E47-48B0-90B2-B1E510CE6467}"/>
                                </a:ext>
                              </a:extLst>
                            </p:cNvPr>
                            <p:cNvSpPr/>
                            <p:nvPr/>
                          </p:nvSpPr>
                          <p:spPr>
                            <a:xfrm>
                              <a:off x="3460613" y="2824987"/>
                              <a:ext cx="84445" cy="72390"/>
                            </a:xfrm>
                            <a:custGeom>
                              <a:avLst/>
                              <a:gdLst>
                                <a:gd name="connsiteX0" fmla="*/ 71438 w 84445"/>
                                <a:gd name="connsiteY0" fmla="*/ 8572 h 72390"/>
                                <a:gd name="connsiteX1" fmla="*/ 68580 w 84445"/>
                                <a:gd name="connsiteY1" fmla="*/ 5715 h 72390"/>
                                <a:gd name="connsiteX2" fmla="*/ 65723 w 84445"/>
                                <a:gd name="connsiteY2" fmla="*/ 2858 h 72390"/>
                                <a:gd name="connsiteX3" fmla="*/ 64770 w 84445"/>
                                <a:gd name="connsiteY3" fmla="*/ 1905 h 72390"/>
                                <a:gd name="connsiteX4" fmla="*/ 61913 w 84445"/>
                                <a:gd name="connsiteY4" fmla="*/ 0 h 72390"/>
                                <a:gd name="connsiteX5" fmla="*/ 61913 w 84445"/>
                                <a:gd name="connsiteY5" fmla="*/ 0 h 72390"/>
                                <a:gd name="connsiteX6" fmla="*/ 61913 w 84445"/>
                                <a:gd name="connsiteY6" fmla="*/ 0 h 72390"/>
                                <a:gd name="connsiteX7" fmla="*/ 61913 w 84445"/>
                                <a:gd name="connsiteY7" fmla="*/ 0 h 72390"/>
                                <a:gd name="connsiteX8" fmla="*/ 60008 w 84445"/>
                                <a:gd name="connsiteY8" fmla="*/ 0 h 72390"/>
                                <a:gd name="connsiteX9" fmla="*/ 54293 w 84445"/>
                                <a:gd name="connsiteY9" fmla="*/ 0 h 72390"/>
                                <a:gd name="connsiteX10" fmla="*/ 35243 w 84445"/>
                                <a:gd name="connsiteY10" fmla="*/ 1905 h 72390"/>
                                <a:gd name="connsiteX11" fmla="*/ 13335 w 84445"/>
                                <a:gd name="connsiteY11" fmla="*/ 14288 h 72390"/>
                                <a:gd name="connsiteX12" fmla="*/ 4763 w 84445"/>
                                <a:gd name="connsiteY12" fmla="*/ 26670 h 72390"/>
                                <a:gd name="connsiteX13" fmla="*/ 0 w 84445"/>
                                <a:gd name="connsiteY13" fmla="*/ 44767 h 72390"/>
                                <a:gd name="connsiteX14" fmla="*/ 0 w 84445"/>
                                <a:gd name="connsiteY14" fmla="*/ 45720 h 72390"/>
                                <a:gd name="connsiteX15" fmla="*/ 0 w 84445"/>
                                <a:gd name="connsiteY15" fmla="*/ 45720 h 72390"/>
                                <a:gd name="connsiteX16" fmla="*/ 953 w 84445"/>
                                <a:gd name="connsiteY16" fmla="*/ 50483 h 72390"/>
                                <a:gd name="connsiteX17" fmla="*/ 4763 w 84445"/>
                                <a:gd name="connsiteY17" fmla="*/ 60960 h 72390"/>
                                <a:gd name="connsiteX18" fmla="*/ 6668 w 84445"/>
                                <a:gd name="connsiteY18" fmla="*/ 64770 h 72390"/>
                                <a:gd name="connsiteX19" fmla="*/ 9525 w 84445"/>
                                <a:gd name="connsiteY19" fmla="*/ 67628 h 72390"/>
                                <a:gd name="connsiteX20" fmla="*/ 10478 w 84445"/>
                                <a:gd name="connsiteY20" fmla="*/ 68580 h 72390"/>
                                <a:gd name="connsiteX21" fmla="*/ 10478 w 84445"/>
                                <a:gd name="connsiteY21" fmla="*/ 68580 h 72390"/>
                                <a:gd name="connsiteX22" fmla="*/ 18098 w 84445"/>
                                <a:gd name="connsiteY22" fmla="*/ 72390 h 72390"/>
                                <a:gd name="connsiteX23" fmla="*/ 21908 w 84445"/>
                                <a:gd name="connsiteY23" fmla="*/ 72390 h 72390"/>
                                <a:gd name="connsiteX24" fmla="*/ 25718 w 84445"/>
                                <a:gd name="connsiteY24" fmla="*/ 72390 h 72390"/>
                                <a:gd name="connsiteX25" fmla="*/ 35243 w 84445"/>
                                <a:gd name="connsiteY25" fmla="*/ 68580 h 72390"/>
                                <a:gd name="connsiteX26" fmla="*/ 35243 w 84445"/>
                                <a:gd name="connsiteY26" fmla="*/ 68580 h 72390"/>
                                <a:gd name="connsiteX27" fmla="*/ 37148 w 84445"/>
                                <a:gd name="connsiteY27" fmla="*/ 66675 h 72390"/>
                                <a:gd name="connsiteX28" fmla="*/ 40005 w 84445"/>
                                <a:gd name="connsiteY28" fmla="*/ 67628 h 72390"/>
                                <a:gd name="connsiteX29" fmla="*/ 47625 w 84445"/>
                                <a:gd name="connsiteY29" fmla="*/ 68580 h 72390"/>
                                <a:gd name="connsiteX30" fmla="*/ 48578 w 84445"/>
                                <a:gd name="connsiteY30" fmla="*/ 68580 h 72390"/>
                                <a:gd name="connsiteX31" fmla="*/ 48578 w 84445"/>
                                <a:gd name="connsiteY31" fmla="*/ 68580 h 72390"/>
                                <a:gd name="connsiteX32" fmla="*/ 55245 w 84445"/>
                                <a:gd name="connsiteY32" fmla="*/ 65722 h 72390"/>
                                <a:gd name="connsiteX33" fmla="*/ 60960 w 84445"/>
                                <a:gd name="connsiteY33" fmla="*/ 60960 h 72390"/>
                                <a:gd name="connsiteX34" fmla="*/ 61913 w 84445"/>
                                <a:gd name="connsiteY34" fmla="*/ 60008 h 72390"/>
                                <a:gd name="connsiteX35" fmla="*/ 62865 w 84445"/>
                                <a:gd name="connsiteY35" fmla="*/ 59055 h 72390"/>
                                <a:gd name="connsiteX36" fmla="*/ 65723 w 84445"/>
                                <a:gd name="connsiteY36" fmla="*/ 57150 h 72390"/>
                                <a:gd name="connsiteX37" fmla="*/ 66675 w 84445"/>
                                <a:gd name="connsiteY37" fmla="*/ 56197 h 72390"/>
                                <a:gd name="connsiteX38" fmla="*/ 67628 w 84445"/>
                                <a:gd name="connsiteY38" fmla="*/ 56197 h 72390"/>
                                <a:gd name="connsiteX39" fmla="*/ 67628 w 84445"/>
                                <a:gd name="connsiteY39" fmla="*/ 56197 h 72390"/>
                                <a:gd name="connsiteX40" fmla="*/ 70485 w 84445"/>
                                <a:gd name="connsiteY40" fmla="*/ 55245 h 72390"/>
                                <a:gd name="connsiteX41" fmla="*/ 76200 w 84445"/>
                                <a:gd name="connsiteY41" fmla="*/ 53340 h 72390"/>
                                <a:gd name="connsiteX42" fmla="*/ 78105 w 84445"/>
                                <a:gd name="connsiteY42" fmla="*/ 52388 h 72390"/>
                                <a:gd name="connsiteX43" fmla="*/ 79058 w 84445"/>
                                <a:gd name="connsiteY43" fmla="*/ 52388 h 72390"/>
                                <a:gd name="connsiteX44" fmla="*/ 79058 w 84445"/>
                                <a:gd name="connsiteY44" fmla="*/ 52388 h 72390"/>
                                <a:gd name="connsiteX45" fmla="*/ 79058 w 84445"/>
                                <a:gd name="connsiteY45" fmla="*/ 52388 h 72390"/>
                                <a:gd name="connsiteX46" fmla="*/ 79058 w 84445"/>
                                <a:gd name="connsiteY46" fmla="*/ 52388 h 72390"/>
                                <a:gd name="connsiteX47" fmla="*/ 80010 w 84445"/>
                                <a:gd name="connsiteY47" fmla="*/ 52388 h 72390"/>
                                <a:gd name="connsiteX48" fmla="*/ 80963 w 84445"/>
                                <a:gd name="connsiteY48" fmla="*/ 52388 h 72390"/>
                                <a:gd name="connsiteX49" fmla="*/ 80963 w 84445"/>
                                <a:gd name="connsiteY49" fmla="*/ 52388 h 72390"/>
                                <a:gd name="connsiteX50" fmla="*/ 81915 w 84445"/>
                                <a:gd name="connsiteY50" fmla="*/ 51435 h 72390"/>
                                <a:gd name="connsiteX51" fmla="*/ 82868 w 84445"/>
                                <a:gd name="connsiteY51" fmla="*/ 50483 h 72390"/>
                                <a:gd name="connsiteX52" fmla="*/ 83820 w 84445"/>
                                <a:gd name="connsiteY52" fmla="*/ 46672 h 72390"/>
                                <a:gd name="connsiteX53" fmla="*/ 82868 w 84445"/>
                                <a:gd name="connsiteY53" fmla="*/ 37147 h 72390"/>
                                <a:gd name="connsiteX54" fmla="*/ 79058 w 84445"/>
                                <a:gd name="connsiteY54" fmla="*/ 27622 h 72390"/>
                                <a:gd name="connsiteX55" fmla="*/ 74295 w 84445"/>
                                <a:gd name="connsiteY55" fmla="*/ 19050 h 72390"/>
                                <a:gd name="connsiteX56" fmla="*/ 71438 w 84445"/>
                                <a:gd name="connsiteY56" fmla="*/ 8572 h 7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84445" h="72390">
                                  <a:moveTo>
                                    <a:pt x="71438" y="8572"/>
                                  </a:moveTo>
                                  <a:cubicBezTo>
                                    <a:pt x="70485" y="7620"/>
                                    <a:pt x="69533" y="6667"/>
                                    <a:pt x="68580" y="5715"/>
                                  </a:cubicBezTo>
                                  <a:cubicBezTo>
                                    <a:pt x="67628" y="4763"/>
                                    <a:pt x="66675" y="3810"/>
                                    <a:pt x="65723" y="2858"/>
                                  </a:cubicBezTo>
                                  <a:cubicBezTo>
                                    <a:pt x="65723" y="2858"/>
                                    <a:pt x="64770" y="1905"/>
                                    <a:pt x="64770" y="1905"/>
                                  </a:cubicBezTo>
                                  <a:cubicBezTo>
                                    <a:pt x="64770" y="1905"/>
                                    <a:pt x="62865" y="0"/>
                                    <a:pt x="61913" y="0"/>
                                  </a:cubicBezTo>
                                  <a:cubicBezTo>
                                    <a:pt x="61913" y="0"/>
                                    <a:pt x="61913" y="0"/>
                                    <a:pt x="61913" y="0"/>
                                  </a:cubicBezTo>
                                  <a:cubicBezTo>
                                    <a:pt x="61913" y="0"/>
                                    <a:pt x="61913" y="0"/>
                                    <a:pt x="61913" y="0"/>
                                  </a:cubicBezTo>
                                  <a:cubicBezTo>
                                    <a:pt x="61913" y="0"/>
                                    <a:pt x="61913" y="0"/>
                                    <a:pt x="61913" y="0"/>
                                  </a:cubicBezTo>
                                  <a:cubicBezTo>
                                    <a:pt x="61913" y="0"/>
                                    <a:pt x="60960" y="0"/>
                                    <a:pt x="60008" y="0"/>
                                  </a:cubicBezTo>
                                  <a:cubicBezTo>
                                    <a:pt x="59055" y="0"/>
                                    <a:pt x="57150" y="0"/>
                                    <a:pt x="54293" y="0"/>
                                  </a:cubicBezTo>
                                  <a:cubicBezTo>
                                    <a:pt x="49530" y="0"/>
                                    <a:pt x="42863" y="0"/>
                                    <a:pt x="35243" y="1905"/>
                                  </a:cubicBezTo>
                                  <a:cubicBezTo>
                                    <a:pt x="27623" y="3810"/>
                                    <a:pt x="20003" y="7620"/>
                                    <a:pt x="13335" y="14288"/>
                                  </a:cubicBezTo>
                                  <a:cubicBezTo>
                                    <a:pt x="9525" y="17145"/>
                                    <a:pt x="6668" y="21908"/>
                                    <a:pt x="4763" y="26670"/>
                                  </a:cubicBezTo>
                                  <a:cubicBezTo>
                                    <a:pt x="2858" y="31433"/>
                                    <a:pt x="953" y="38100"/>
                                    <a:pt x="0" y="44767"/>
                                  </a:cubicBezTo>
                                  <a:cubicBezTo>
                                    <a:pt x="0" y="44767"/>
                                    <a:pt x="0" y="45720"/>
                                    <a:pt x="0" y="45720"/>
                                  </a:cubicBezTo>
                                  <a:cubicBezTo>
                                    <a:pt x="0" y="45720"/>
                                    <a:pt x="0" y="45720"/>
                                    <a:pt x="0" y="45720"/>
                                  </a:cubicBezTo>
                                  <a:cubicBezTo>
                                    <a:pt x="0" y="47625"/>
                                    <a:pt x="0" y="48578"/>
                                    <a:pt x="953" y="50483"/>
                                  </a:cubicBezTo>
                                  <a:cubicBezTo>
                                    <a:pt x="1905" y="54292"/>
                                    <a:pt x="2858" y="58103"/>
                                    <a:pt x="4763" y="60960"/>
                                  </a:cubicBezTo>
                                  <a:cubicBezTo>
                                    <a:pt x="5715" y="61913"/>
                                    <a:pt x="6668" y="62865"/>
                                    <a:pt x="6668" y="64770"/>
                                  </a:cubicBezTo>
                                  <a:cubicBezTo>
                                    <a:pt x="7620" y="65722"/>
                                    <a:pt x="8573" y="66675"/>
                                    <a:pt x="9525" y="67628"/>
                                  </a:cubicBezTo>
                                  <a:cubicBezTo>
                                    <a:pt x="9525" y="67628"/>
                                    <a:pt x="10478" y="68580"/>
                                    <a:pt x="10478" y="68580"/>
                                  </a:cubicBezTo>
                                  <a:cubicBezTo>
                                    <a:pt x="10478" y="68580"/>
                                    <a:pt x="10478" y="68580"/>
                                    <a:pt x="10478" y="68580"/>
                                  </a:cubicBezTo>
                                  <a:cubicBezTo>
                                    <a:pt x="13335" y="70485"/>
                                    <a:pt x="15240" y="71438"/>
                                    <a:pt x="18098" y="72390"/>
                                  </a:cubicBezTo>
                                  <a:cubicBezTo>
                                    <a:pt x="19050" y="72390"/>
                                    <a:pt x="20955" y="72390"/>
                                    <a:pt x="21908" y="72390"/>
                                  </a:cubicBezTo>
                                  <a:cubicBezTo>
                                    <a:pt x="22860" y="72390"/>
                                    <a:pt x="23813" y="72390"/>
                                    <a:pt x="25718" y="72390"/>
                                  </a:cubicBezTo>
                                  <a:cubicBezTo>
                                    <a:pt x="29528" y="71438"/>
                                    <a:pt x="33338" y="69533"/>
                                    <a:pt x="35243" y="68580"/>
                                  </a:cubicBezTo>
                                  <a:cubicBezTo>
                                    <a:pt x="35243" y="68580"/>
                                    <a:pt x="35243" y="68580"/>
                                    <a:pt x="35243" y="68580"/>
                                  </a:cubicBezTo>
                                  <a:cubicBezTo>
                                    <a:pt x="36195" y="67628"/>
                                    <a:pt x="37148" y="66675"/>
                                    <a:pt x="37148" y="66675"/>
                                  </a:cubicBezTo>
                                  <a:cubicBezTo>
                                    <a:pt x="38100" y="66675"/>
                                    <a:pt x="39053" y="67628"/>
                                    <a:pt x="40005" y="67628"/>
                                  </a:cubicBezTo>
                                  <a:cubicBezTo>
                                    <a:pt x="42863" y="68580"/>
                                    <a:pt x="45720" y="68580"/>
                                    <a:pt x="47625" y="68580"/>
                                  </a:cubicBezTo>
                                  <a:cubicBezTo>
                                    <a:pt x="47625" y="68580"/>
                                    <a:pt x="48578" y="68580"/>
                                    <a:pt x="48578" y="68580"/>
                                  </a:cubicBezTo>
                                  <a:cubicBezTo>
                                    <a:pt x="48578" y="68580"/>
                                    <a:pt x="48578" y="68580"/>
                                    <a:pt x="48578" y="68580"/>
                                  </a:cubicBezTo>
                                  <a:cubicBezTo>
                                    <a:pt x="51435" y="68580"/>
                                    <a:pt x="53340" y="67628"/>
                                    <a:pt x="55245" y="65722"/>
                                  </a:cubicBezTo>
                                  <a:cubicBezTo>
                                    <a:pt x="57150" y="64770"/>
                                    <a:pt x="59055" y="62865"/>
                                    <a:pt x="60960" y="60960"/>
                                  </a:cubicBezTo>
                                  <a:cubicBezTo>
                                    <a:pt x="60960" y="60960"/>
                                    <a:pt x="61913" y="60008"/>
                                    <a:pt x="61913" y="60008"/>
                                  </a:cubicBezTo>
                                  <a:cubicBezTo>
                                    <a:pt x="61913" y="60008"/>
                                    <a:pt x="62865" y="59055"/>
                                    <a:pt x="62865" y="59055"/>
                                  </a:cubicBezTo>
                                  <a:cubicBezTo>
                                    <a:pt x="63818" y="58103"/>
                                    <a:pt x="64770" y="57150"/>
                                    <a:pt x="65723" y="57150"/>
                                  </a:cubicBezTo>
                                  <a:cubicBezTo>
                                    <a:pt x="65723" y="57150"/>
                                    <a:pt x="65723" y="57150"/>
                                    <a:pt x="66675" y="56197"/>
                                  </a:cubicBezTo>
                                  <a:cubicBezTo>
                                    <a:pt x="66675" y="56197"/>
                                    <a:pt x="66675" y="56197"/>
                                    <a:pt x="67628" y="56197"/>
                                  </a:cubicBezTo>
                                  <a:lnTo>
                                    <a:pt x="67628" y="56197"/>
                                  </a:lnTo>
                                  <a:cubicBezTo>
                                    <a:pt x="67628" y="56197"/>
                                    <a:pt x="68580" y="55245"/>
                                    <a:pt x="70485" y="55245"/>
                                  </a:cubicBezTo>
                                  <a:cubicBezTo>
                                    <a:pt x="71438" y="54292"/>
                                    <a:pt x="73343" y="54292"/>
                                    <a:pt x="76200" y="53340"/>
                                  </a:cubicBezTo>
                                  <a:cubicBezTo>
                                    <a:pt x="77153" y="53340"/>
                                    <a:pt x="77153" y="53340"/>
                                    <a:pt x="78105" y="52388"/>
                                  </a:cubicBezTo>
                                  <a:cubicBezTo>
                                    <a:pt x="78105" y="52388"/>
                                    <a:pt x="79058" y="52388"/>
                                    <a:pt x="79058" y="52388"/>
                                  </a:cubicBezTo>
                                  <a:lnTo>
                                    <a:pt x="79058" y="52388"/>
                                  </a:lnTo>
                                  <a:lnTo>
                                    <a:pt x="79058" y="52388"/>
                                  </a:lnTo>
                                  <a:cubicBezTo>
                                    <a:pt x="79058" y="52388"/>
                                    <a:pt x="79058" y="52388"/>
                                    <a:pt x="79058" y="52388"/>
                                  </a:cubicBezTo>
                                  <a:cubicBezTo>
                                    <a:pt x="80010" y="52388"/>
                                    <a:pt x="80010" y="52388"/>
                                    <a:pt x="80010" y="52388"/>
                                  </a:cubicBezTo>
                                  <a:cubicBezTo>
                                    <a:pt x="80010" y="52388"/>
                                    <a:pt x="80010" y="52388"/>
                                    <a:pt x="80963" y="52388"/>
                                  </a:cubicBezTo>
                                  <a:lnTo>
                                    <a:pt x="80963" y="52388"/>
                                  </a:lnTo>
                                  <a:cubicBezTo>
                                    <a:pt x="80963" y="52388"/>
                                    <a:pt x="81915" y="51435"/>
                                    <a:pt x="81915" y="51435"/>
                                  </a:cubicBezTo>
                                  <a:cubicBezTo>
                                    <a:pt x="81915" y="51435"/>
                                    <a:pt x="82868" y="50483"/>
                                    <a:pt x="82868" y="50483"/>
                                  </a:cubicBezTo>
                                  <a:cubicBezTo>
                                    <a:pt x="83820" y="49530"/>
                                    <a:pt x="83820" y="48578"/>
                                    <a:pt x="83820" y="46672"/>
                                  </a:cubicBezTo>
                                  <a:cubicBezTo>
                                    <a:pt x="84773" y="43815"/>
                                    <a:pt x="84773" y="40958"/>
                                    <a:pt x="82868" y="37147"/>
                                  </a:cubicBezTo>
                                  <a:cubicBezTo>
                                    <a:pt x="81915" y="33338"/>
                                    <a:pt x="80010" y="30480"/>
                                    <a:pt x="79058" y="27622"/>
                                  </a:cubicBezTo>
                                  <a:cubicBezTo>
                                    <a:pt x="78105" y="24765"/>
                                    <a:pt x="76200" y="21908"/>
                                    <a:pt x="74295" y="19050"/>
                                  </a:cubicBezTo>
                                  <a:cubicBezTo>
                                    <a:pt x="75248" y="13335"/>
                                    <a:pt x="73343" y="10478"/>
                                    <a:pt x="71438" y="8572"/>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4C6685B5-0583-4213-A456-A9DB8274BD16}"/>
                                </a:ext>
                              </a:extLst>
                            </p:cNvPr>
                            <p:cNvSpPr/>
                            <p:nvPr/>
                          </p:nvSpPr>
                          <p:spPr>
                            <a:xfrm>
                              <a:off x="3460613" y="2824987"/>
                              <a:ext cx="80962" cy="66675"/>
                            </a:xfrm>
                            <a:custGeom>
                              <a:avLst/>
                              <a:gdLst>
                                <a:gd name="connsiteX0" fmla="*/ 64770 w 80962"/>
                                <a:gd name="connsiteY0" fmla="*/ 4763 h 66675"/>
                                <a:gd name="connsiteX1" fmla="*/ 64770 w 80962"/>
                                <a:gd name="connsiteY1" fmla="*/ 4763 h 66675"/>
                                <a:gd name="connsiteX2" fmla="*/ 65723 w 80962"/>
                                <a:gd name="connsiteY2" fmla="*/ 7620 h 66675"/>
                                <a:gd name="connsiteX3" fmla="*/ 68580 w 80962"/>
                                <a:gd name="connsiteY3" fmla="*/ 14288 h 66675"/>
                                <a:gd name="connsiteX4" fmla="*/ 73343 w 80962"/>
                                <a:gd name="connsiteY4" fmla="*/ 22860 h 66675"/>
                                <a:gd name="connsiteX5" fmla="*/ 74295 w 80962"/>
                                <a:gd name="connsiteY5" fmla="*/ 24765 h 66675"/>
                                <a:gd name="connsiteX6" fmla="*/ 75248 w 80962"/>
                                <a:gd name="connsiteY6" fmla="*/ 25717 h 66675"/>
                                <a:gd name="connsiteX7" fmla="*/ 75248 w 80962"/>
                                <a:gd name="connsiteY7" fmla="*/ 25717 h 66675"/>
                                <a:gd name="connsiteX8" fmla="*/ 75248 w 80962"/>
                                <a:gd name="connsiteY8" fmla="*/ 25717 h 66675"/>
                                <a:gd name="connsiteX9" fmla="*/ 75248 w 80962"/>
                                <a:gd name="connsiteY9" fmla="*/ 26670 h 66675"/>
                                <a:gd name="connsiteX10" fmla="*/ 77153 w 80962"/>
                                <a:gd name="connsiteY10" fmla="*/ 31433 h 66675"/>
                                <a:gd name="connsiteX11" fmla="*/ 78105 w 80962"/>
                                <a:gd name="connsiteY11" fmla="*/ 33338 h 66675"/>
                                <a:gd name="connsiteX12" fmla="*/ 79058 w 80962"/>
                                <a:gd name="connsiteY12" fmla="*/ 35242 h 66675"/>
                                <a:gd name="connsiteX13" fmla="*/ 79058 w 80962"/>
                                <a:gd name="connsiteY13" fmla="*/ 36195 h 66675"/>
                                <a:gd name="connsiteX14" fmla="*/ 79058 w 80962"/>
                                <a:gd name="connsiteY14" fmla="*/ 37147 h 66675"/>
                                <a:gd name="connsiteX15" fmla="*/ 80010 w 80962"/>
                                <a:gd name="connsiteY15" fmla="*/ 39053 h 66675"/>
                                <a:gd name="connsiteX16" fmla="*/ 80963 w 80962"/>
                                <a:gd name="connsiteY16" fmla="*/ 42863 h 66675"/>
                                <a:gd name="connsiteX17" fmla="*/ 80963 w 80962"/>
                                <a:gd name="connsiteY17" fmla="*/ 45720 h 66675"/>
                                <a:gd name="connsiteX18" fmla="*/ 80963 w 80962"/>
                                <a:gd name="connsiteY18" fmla="*/ 47625 h 66675"/>
                                <a:gd name="connsiteX19" fmla="*/ 80963 w 80962"/>
                                <a:gd name="connsiteY19" fmla="*/ 48578 h 66675"/>
                                <a:gd name="connsiteX20" fmla="*/ 80963 w 80962"/>
                                <a:gd name="connsiteY20" fmla="*/ 48578 h 66675"/>
                                <a:gd name="connsiteX21" fmla="*/ 80963 w 80962"/>
                                <a:gd name="connsiteY21" fmla="*/ 48578 h 66675"/>
                                <a:gd name="connsiteX22" fmla="*/ 80963 w 80962"/>
                                <a:gd name="connsiteY22" fmla="*/ 48578 h 66675"/>
                                <a:gd name="connsiteX23" fmla="*/ 80963 w 80962"/>
                                <a:gd name="connsiteY23" fmla="*/ 47625 h 66675"/>
                                <a:gd name="connsiteX24" fmla="*/ 80963 w 80962"/>
                                <a:gd name="connsiteY24" fmla="*/ 45720 h 66675"/>
                                <a:gd name="connsiteX25" fmla="*/ 80963 w 80962"/>
                                <a:gd name="connsiteY25" fmla="*/ 42863 h 66675"/>
                                <a:gd name="connsiteX26" fmla="*/ 80010 w 80962"/>
                                <a:gd name="connsiteY26" fmla="*/ 39053 h 66675"/>
                                <a:gd name="connsiteX27" fmla="*/ 79058 w 80962"/>
                                <a:gd name="connsiteY27" fmla="*/ 37147 h 66675"/>
                                <a:gd name="connsiteX28" fmla="*/ 79058 w 80962"/>
                                <a:gd name="connsiteY28" fmla="*/ 36195 h 66675"/>
                                <a:gd name="connsiteX29" fmla="*/ 79058 w 80962"/>
                                <a:gd name="connsiteY29" fmla="*/ 35242 h 66675"/>
                                <a:gd name="connsiteX30" fmla="*/ 78105 w 80962"/>
                                <a:gd name="connsiteY30" fmla="*/ 33338 h 66675"/>
                                <a:gd name="connsiteX31" fmla="*/ 77153 w 80962"/>
                                <a:gd name="connsiteY31" fmla="*/ 31433 h 66675"/>
                                <a:gd name="connsiteX32" fmla="*/ 75248 w 80962"/>
                                <a:gd name="connsiteY32" fmla="*/ 26670 h 66675"/>
                                <a:gd name="connsiteX33" fmla="*/ 75248 w 80962"/>
                                <a:gd name="connsiteY33" fmla="*/ 25717 h 66675"/>
                                <a:gd name="connsiteX34" fmla="*/ 75248 w 80962"/>
                                <a:gd name="connsiteY34" fmla="*/ 25717 h 66675"/>
                                <a:gd name="connsiteX35" fmla="*/ 75248 w 80962"/>
                                <a:gd name="connsiteY35" fmla="*/ 25717 h 66675"/>
                                <a:gd name="connsiteX36" fmla="*/ 74295 w 80962"/>
                                <a:gd name="connsiteY36" fmla="*/ 24765 h 66675"/>
                                <a:gd name="connsiteX37" fmla="*/ 73343 w 80962"/>
                                <a:gd name="connsiteY37" fmla="*/ 22860 h 66675"/>
                                <a:gd name="connsiteX38" fmla="*/ 67628 w 80962"/>
                                <a:gd name="connsiteY38" fmla="*/ 14288 h 66675"/>
                                <a:gd name="connsiteX39" fmla="*/ 62865 w 80962"/>
                                <a:gd name="connsiteY39" fmla="*/ 6667 h 66675"/>
                                <a:gd name="connsiteX40" fmla="*/ 61913 w 80962"/>
                                <a:gd name="connsiteY40" fmla="*/ 7620 h 66675"/>
                                <a:gd name="connsiteX41" fmla="*/ 60960 w 80962"/>
                                <a:gd name="connsiteY41" fmla="*/ 9525 h 66675"/>
                                <a:gd name="connsiteX42" fmla="*/ 60008 w 80962"/>
                                <a:gd name="connsiteY42" fmla="*/ 11430 h 66675"/>
                                <a:gd name="connsiteX43" fmla="*/ 57150 w 80962"/>
                                <a:gd name="connsiteY43" fmla="*/ 16192 h 66675"/>
                                <a:gd name="connsiteX44" fmla="*/ 56198 w 80962"/>
                                <a:gd name="connsiteY44" fmla="*/ 17145 h 66675"/>
                                <a:gd name="connsiteX45" fmla="*/ 56198 w 80962"/>
                                <a:gd name="connsiteY45" fmla="*/ 17145 h 66675"/>
                                <a:gd name="connsiteX46" fmla="*/ 56198 w 80962"/>
                                <a:gd name="connsiteY46" fmla="*/ 20003 h 66675"/>
                                <a:gd name="connsiteX47" fmla="*/ 57150 w 80962"/>
                                <a:gd name="connsiteY47" fmla="*/ 23813 h 66675"/>
                                <a:gd name="connsiteX48" fmla="*/ 60008 w 80962"/>
                                <a:gd name="connsiteY48" fmla="*/ 33338 h 66675"/>
                                <a:gd name="connsiteX49" fmla="*/ 61913 w 80962"/>
                                <a:gd name="connsiteY49" fmla="*/ 38100 h 66675"/>
                                <a:gd name="connsiteX50" fmla="*/ 62865 w 80962"/>
                                <a:gd name="connsiteY50" fmla="*/ 40958 h 66675"/>
                                <a:gd name="connsiteX51" fmla="*/ 63818 w 80962"/>
                                <a:gd name="connsiteY51" fmla="*/ 42863 h 66675"/>
                                <a:gd name="connsiteX52" fmla="*/ 64770 w 80962"/>
                                <a:gd name="connsiteY52" fmla="*/ 46672 h 66675"/>
                                <a:gd name="connsiteX53" fmla="*/ 64770 w 80962"/>
                                <a:gd name="connsiteY53" fmla="*/ 48578 h 66675"/>
                                <a:gd name="connsiteX54" fmla="*/ 64770 w 80962"/>
                                <a:gd name="connsiteY54" fmla="*/ 50483 h 66675"/>
                                <a:gd name="connsiteX55" fmla="*/ 64770 w 80962"/>
                                <a:gd name="connsiteY55" fmla="*/ 54292 h 66675"/>
                                <a:gd name="connsiteX56" fmla="*/ 64770 w 80962"/>
                                <a:gd name="connsiteY56" fmla="*/ 54292 h 66675"/>
                                <a:gd name="connsiteX57" fmla="*/ 64770 w 80962"/>
                                <a:gd name="connsiteY57" fmla="*/ 54292 h 66675"/>
                                <a:gd name="connsiteX58" fmla="*/ 64770 w 80962"/>
                                <a:gd name="connsiteY58" fmla="*/ 54292 h 66675"/>
                                <a:gd name="connsiteX59" fmla="*/ 64770 w 80962"/>
                                <a:gd name="connsiteY59" fmla="*/ 54292 h 66675"/>
                                <a:gd name="connsiteX60" fmla="*/ 64770 w 80962"/>
                                <a:gd name="connsiteY60" fmla="*/ 54292 h 66675"/>
                                <a:gd name="connsiteX61" fmla="*/ 63818 w 80962"/>
                                <a:gd name="connsiteY61" fmla="*/ 55245 h 66675"/>
                                <a:gd name="connsiteX62" fmla="*/ 64770 w 80962"/>
                                <a:gd name="connsiteY62" fmla="*/ 54292 h 66675"/>
                                <a:gd name="connsiteX63" fmla="*/ 64770 w 80962"/>
                                <a:gd name="connsiteY63" fmla="*/ 54292 h 66675"/>
                                <a:gd name="connsiteX64" fmla="*/ 64770 w 80962"/>
                                <a:gd name="connsiteY64" fmla="*/ 54292 h 66675"/>
                                <a:gd name="connsiteX65" fmla="*/ 64770 w 80962"/>
                                <a:gd name="connsiteY65" fmla="*/ 54292 h 66675"/>
                                <a:gd name="connsiteX66" fmla="*/ 64770 w 80962"/>
                                <a:gd name="connsiteY66" fmla="*/ 54292 h 66675"/>
                                <a:gd name="connsiteX67" fmla="*/ 64770 w 80962"/>
                                <a:gd name="connsiteY67" fmla="*/ 54292 h 66675"/>
                                <a:gd name="connsiteX68" fmla="*/ 64770 w 80962"/>
                                <a:gd name="connsiteY68" fmla="*/ 50483 h 66675"/>
                                <a:gd name="connsiteX69" fmla="*/ 64770 w 80962"/>
                                <a:gd name="connsiteY69" fmla="*/ 48578 h 66675"/>
                                <a:gd name="connsiteX70" fmla="*/ 64770 w 80962"/>
                                <a:gd name="connsiteY70" fmla="*/ 46672 h 66675"/>
                                <a:gd name="connsiteX71" fmla="*/ 63818 w 80962"/>
                                <a:gd name="connsiteY71" fmla="*/ 42863 h 66675"/>
                                <a:gd name="connsiteX72" fmla="*/ 62865 w 80962"/>
                                <a:gd name="connsiteY72" fmla="*/ 40958 h 66675"/>
                                <a:gd name="connsiteX73" fmla="*/ 61913 w 80962"/>
                                <a:gd name="connsiteY73" fmla="*/ 38100 h 66675"/>
                                <a:gd name="connsiteX74" fmla="*/ 60008 w 80962"/>
                                <a:gd name="connsiteY74" fmla="*/ 33338 h 66675"/>
                                <a:gd name="connsiteX75" fmla="*/ 56198 w 80962"/>
                                <a:gd name="connsiteY75" fmla="*/ 23813 h 66675"/>
                                <a:gd name="connsiteX76" fmla="*/ 55245 w 80962"/>
                                <a:gd name="connsiteY76" fmla="*/ 20003 h 66675"/>
                                <a:gd name="connsiteX77" fmla="*/ 55245 w 80962"/>
                                <a:gd name="connsiteY77" fmla="*/ 20003 h 66675"/>
                                <a:gd name="connsiteX78" fmla="*/ 54293 w 80962"/>
                                <a:gd name="connsiteY78" fmla="*/ 21908 h 66675"/>
                                <a:gd name="connsiteX79" fmla="*/ 50483 w 80962"/>
                                <a:gd name="connsiteY79" fmla="*/ 27622 h 66675"/>
                                <a:gd name="connsiteX80" fmla="*/ 47625 w 80962"/>
                                <a:gd name="connsiteY80" fmla="*/ 33338 h 66675"/>
                                <a:gd name="connsiteX81" fmla="*/ 47625 w 80962"/>
                                <a:gd name="connsiteY81" fmla="*/ 33338 h 66675"/>
                                <a:gd name="connsiteX82" fmla="*/ 47625 w 80962"/>
                                <a:gd name="connsiteY82" fmla="*/ 34290 h 66675"/>
                                <a:gd name="connsiteX83" fmla="*/ 47625 w 80962"/>
                                <a:gd name="connsiteY83" fmla="*/ 39053 h 66675"/>
                                <a:gd name="connsiteX84" fmla="*/ 48578 w 80962"/>
                                <a:gd name="connsiteY84" fmla="*/ 41910 h 66675"/>
                                <a:gd name="connsiteX85" fmla="*/ 49530 w 80962"/>
                                <a:gd name="connsiteY85" fmla="*/ 45720 h 66675"/>
                                <a:gd name="connsiteX86" fmla="*/ 49530 w 80962"/>
                                <a:gd name="connsiteY86" fmla="*/ 47625 h 66675"/>
                                <a:gd name="connsiteX87" fmla="*/ 49530 w 80962"/>
                                <a:gd name="connsiteY87" fmla="*/ 49530 h 66675"/>
                                <a:gd name="connsiteX88" fmla="*/ 49530 w 80962"/>
                                <a:gd name="connsiteY88" fmla="*/ 51435 h 66675"/>
                                <a:gd name="connsiteX89" fmla="*/ 49530 w 80962"/>
                                <a:gd name="connsiteY89" fmla="*/ 53340 h 66675"/>
                                <a:gd name="connsiteX90" fmla="*/ 49530 w 80962"/>
                                <a:gd name="connsiteY90" fmla="*/ 57150 h 66675"/>
                                <a:gd name="connsiteX91" fmla="*/ 49530 w 80962"/>
                                <a:gd name="connsiteY91" fmla="*/ 60960 h 66675"/>
                                <a:gd name="connsiteX92" fmla="*/ 49530 w 80962"/>
                                <a:gd name="connsiteY92" fmla="*/ 62865 h 66675"/>
                                <a:gd name="connsiteX93" fmla="*/ 49530 w 80962"/>
                                <a:gd name="connsiteY93" fmla="*/ 64770 h 66675"/>
                                <a:gd name="connsiteX94" fmla="*/ 49530 w 80962"/>
                                <a:gd name="connsiteY94" fmla="*/ 65722 h 66675"/>
                                <a:gd name="connsiteX95" fmla="*/ 49530 w 80962"/>
                                <a:gd name="connsiteY95" fmla="*/ 66675 h 66675"/>
                                <a:gd name="connsiteX96" fmla="*/ 49530 w 80962"/>
                                <a:gd name="connsiteY96" fmla="*/ 66675 h 66675"/>
                                <a:gd name="connsiteX97" fmla="*/ 49530 w 80962"/>
                                <a:gd name="connsiteY97" fmla="*/ 64770 h 66675"/>
                                <a:gd name="connsiteX98" fmla="*/ 49530 w 80962"/>
                                <a:gd name="connsiteY98" fmla="*/ 62865 h 66675"/>
                                <a:gd name="connsiteX99" fmla="*/ 49530 w 80962"/>
                                <a:gd name="connsiteY99" fmla="*/ 60960 h 66675"/>
                                <a:gd name="connsiteX100" fmla="*/ 49530 w 80962"/>
                                <a:gd name="connsiteY100" fmla="*/ 57150 h 66675"/>
                                <a:gd name="connsiteX101" fmla="*/ 49530 w 80962"/>
                                <a:gd name="connsiteY101" fmla="*/ 53340 h 66675"/>
                                <a:gd name="connsiteX102" fmla="*/ 49530 w 80962"/>
                                <a:gd name="connsiteY102" fmla="*/ 52388 h 66675"/>
                                <a:gd name="connsiteX103" fmla="*/ 49530 w 80962"/>
                                <a:gd name="connsiteY103" fmla="*/ 51435 h 66675"/>
                                <a:gd name="connsiteX104" fmla="*/ 49530 w 80962"/>
                                <a:gd name="connsiteY104" fmla="*/ 49530 h 66675"/>
                                <a:gd name="connsiteX105" fmla="*/ 49530 w 80962"/>
                                <a:gd name="connsiteY105" fmla="*/ 47625 h 66675"/>
                                <a:gd name="connsiteX106" fmla="*/ 49530 w 80962"/>
                                <a:gd name="connsiteY106" fmla="*/ 45720 h 66675"/>
                                <a:gd name="connsiteX107" fmla="*/ 48578 w 80962"/>
                                <a:gd name="connsiteY107" fmla="*/ 41910 h 66675"/>
                                <a:gd name="connsiteX108" fmla="*/ 47625 w 80962"/>
                                <a:gd name="connsiteY108" fmla="*/ 39053 h 66675"/>
                                <a:gd name="connsiteX109" fmla="*/ 46673 w 80962"/>
                                <a:gd name="connsiteY109" fmla="*/ 36195 h 66675"/>
                                <a:gd name="connsiteX110" fmla="*/ 44768 w 80962"/>
                                <a:gd name="connsiteY110" fmla="*/ 40005 h 66675"/>
                                <a:gd name="connsiteX111" fmla="*/ 41910 w 80962"/>
                                <a:gd name="connsiteY111" fmla="*/ 46672 h 66675"/>
                                <a:gd name="connsiteX112" fmla="*/ 40958 w 80962"/>
                                <a:gd name="connsiteY112" fmla="*/ 49530 h 66675"/>
                                <a:gd name="connsiteX113" fmla="*/ 40005 w 80962"/>
                                <a:gd name="connsiteY113" fmla="*/ 52388 h 66675"/>
                                <a:gd name="connsiteX114" fmla="*/ 38100 w 80962"/>
                                <a:gd name="connsiteY114" fmla="*/ 59055 h 66675"/>
                                <a:gd name="connsiteX115" fmla="*/ 37148 w 80962"/>
                                <a:gd name="connsiteY115" fmla="*/ 61913 h 66675"/>
                                <a:gd name="connsiteX116" fmla="*/ 37148 w 80962"/>
                                <a:gd name="connsiteY116" fmla="*/ 64770 h 66675"/>
                                <a:gd name="connsiteX117" fmla="*/ 37148 w 80962"/>
                                <a:gd name="connsiteY117" fmla="*/ 64770 h 66675"/>
                                <a:gd name="connsiteX118" fmla="*/ 37148 w 80962"/>
                                <a:gd name="connsiteY118" fmla="*/ 64770 h 66675"/>
                                <a:gd name="connsiteX119" fmla="*/ 37148 w 80962"/>
                                <a:gd name="connsiteY119" fmla="*/ 61913 h 66675"/>
                                <a:gd name="connsiteX120" fmla="*/ 37148 w 80962"/>
                                <a:gd name="connsiteY120" fmla="*/ 59055 h 66675"/>
                                <a:gd name="connsiteX121" fmla="*/ 39053 w 80962"/>
                                <a:gd name="connsiteY121" fmla="*/ 52388 h 66675"/>
                                <a:gd name="connsiteX122" fmla="*/ 40005 w 80962"/>
                                <a:gd name="connsiteY122" fmla="*/ 50483 h 66675"/>
                                <a:gd name="connsiteX123" fmla="*/ 40958 w 80962"/>
                                <a:gd name="connsiteY123" fmla="*/ 48578 h 66675"/>
                                <a:gd name="connsiteX124" fmla="*/ 41910 w 80962"/>
                                <a:gd name="connsiteY124" fmla="*/ 46672 h 66675"/>
                                <a:gd name="connsiteX125" fmla="*/ 42863 w 80962"/>
                                <a:gd name="connsiteY125" fmla="*/ 44767 h 66675"/>
                                <a:gd name="connsiteX126" fmla="*/ 45720 w 80962"/>
                                <a:gd name="connsiteY126" fmla="*/ 38100 h 66675"/>
                                <a:gd name="connsiteX127" fmla="*/ 49530 w 80962"/>
                                <a:gd name="connsiteY127" fmla="*/ 31433 h 66675"/>
                                <a:gd name="connsiteX128" fmla="*/ 51435 w 80962"/>
                                <a:gd name="connsiteY128" fmla="*/ 26670 h 66675"/>
                                <a:gd name="connsiteX129" fmla="*/ 50483 w 80962"/>
                                <a:gd name="connsiteY129" fmla="*/ 27622 h 66675"/>
                                <a:gd name="connsiteX130" fmla="*/ 46673 w 80962"/>
                                <a:gd name="connsiteY130" fmla="*/ 29528 h 66675"/>
                                <a:gd name="connsiteX131" fmla="*/ 37148 w 80962"/>
                                <a:gd name="connsiteY131" fmla="*/ 34290 h 66675"/>
                                <a:gd name="connsiteX132" fmla="*/ 31433 w 80962"/>
                                <a:gd name="connsiteY132" fmla="*/ 37147 h 66675"/>
                                <a:gd name="connsiteX133" fmla="*/ 26670 w 80962"/>
                                <a:gd name="connsiteY133" fmla="*/ 40958 h 66675"/>
                                <a:gd name="connsiteX134" fmla="*/ 21908 w 80962"/>
                                <a:gd name="connsiteY134" fmla="*/ 45720 h 66675"/>
                                <a:gd name="connsiteX135" fmla="*/ 18098 w 80962"/>
                                <a:gd name="connsiteY135" fmla="*/ 51435 h 66675"/>
                                <a:gd name="connsiteX136" fmla="*/ 16193 w 80962"/>
                                <a:gd name="connsiteY136" fmla="*/ 54292 h 66675"/>
                                <a:gd name="connsiteX137" fmla="*/ 15240 w 80962"/>
                                <a:gd name="connsiteY137" fmla="*/ 58103 h 66675"/>
                                <a:gd name="connsiteX138" fmla="*/ 14288 w 80962"/>
                                <a:gd name="connsiteY138" fmla="*/ 60008 h 66675"/>
                                <a:gd name="connsiteX139" fmla="*/ 13335 w 80962"/>
                                <a:gd name="connsiteY139" fmla="*/ 61913 h 66675"/>
                                <a:gd name="connsiteX140" fmla="*/ 12383 w 80962"/>
                                <a:gd name="connsiteY140" fmla="*/ 65722 h 66675"/>
                                <a:gd name="connsiteX141" fmla="*/ 12383 w 80962"/>
                                <a:gd name="connsiteY141" fmla="*/ 66675 h 66675"/>
                                <a:gd name="connsiteX142" fmla="*/ 12383 w 80962"/>
                                <a:gd name="connsiteY142" fmla="*/ 66675 h 66675"/>
                                <a:gd name="connsiteX143" fmla="*/ 12383 w 80962"/>
                                <a:gd name="connsiteY143" fmla="*/ 65722 h 66675"/>
                                <a:gd name="connsiteX144" fmla="*/ 14288 w 80962"/>
                                <a:gd name="connsiteY144" fmla="*/ 58103 h 66675"/>
                                <a:gd name="connsiteX145" fmla="*/ 17145 w 80962"/>
                                <a:gd name="connsiteY145" fmla="*/ 51435 h 66675"/>
                                <a:gd name="connsiteX146" fmla="*/ 20955 w 80962"/>
                                <a:gd name="connsiteY146" fmla="*/ 45720 h 66675"/>
                                <a:gd name="connsiteX147" fmla="*/ 25718 w 80962"/>
                                <a:gd name="connsiteY147" fmla="*/ 40958 h 66675"/>
                                <a:gd name="connsiteX148" fmla="*/ 30480 w 80962"/>
                                <a:gd name="connsiteY148" fmla="*/ 37147 h 66675"/>
                                <a:gd name="connsiteX149" fmla="*/ 36195 w 80962"/>
                                <a:gd name="connsiteY149" fmla="*/ 34290 h 66675"/>
                                <a:gd name="connsiteX150" fmla="*/ 45720 w 80962"/>
                                <a:gd name="connsiteY150" fmla="*/ 29528 h 66675"/>
                                <a:gd name="connsiteX151" fmla="*/ 48578 w 80962"/>
                                <a:gd name="connsiteY151" fmla="*/ 27622 h 66675"/>
                                <a:gd name="connsiteX152" fmla="*/ 50483 w 80962"/>
                                <a:gd name="connsiteY152" fmla="*/ 25717 h 66675"/>
                                <a:gd name="connsiteX153" fmla="*/ 51435 w 80962"/>
                                <a:gd name="connsiteY153" fmla="*/ 24765 h 66675"/>
                                <a:gd name="connsiteX154" fmla="*/ 53340 w 80962"/>
                                <a:gd name="connsiteY154" fmla="*/ 20003 h 66675"/>
                                <a:gd name="connsiteX155" fmla="*/ 55245 w 80962"/>
                                <a:gd name="connsiteY155" fmla="*/ 17145 h 66675"/>
                                <a:gd name="connsiteX156" fmla="*/ 56198 w 80962"/>
                                <a:gd name="connsiteY156" fmla="*/ 14288 h 66675"/>
                                <a:gd name="connsiteX157" fmla="*/ 59055 w 80962"/>
                                <a:gd name="connsiteY157" fmla="*/ 9525 h 66675"/>
                                <a:gd name="connsiteX158" fmla="*/ 59055 w 80962"/>
                                <a:gd name="connsiteY158" fmla="*/ 9525 h 66675"/>
                                <a:gd name="connsiteX159" fmla="*/ 58103 w 80962"/>
                                <a:gd name="connsiteY159" fmla="*/ 9525 h 66675"/>
                                <a:gd name="connsiteX160" fmla="*/ 54293 w 80962"/>
                                <a:gd name="connsiteY160" fmla="*/ 10478 h 66675"/>
                                <a:gd name="connsiteX161" fmla="*/ 52388 w 80962"/>
                                <a:gd name="connsiteY161" fmla="*/ 11430 h 66675"/>
                                <a:gd name="connsiteX162" fmla="*/ 49530 w 80962"/>
                                <a:gd name="connsiteY162" fmla="*/ 12383 h 66675"/>
                                <a:gd name="connsiteX163" fmla="*/ 43815 w 80962"/>
                                <a:gd name="connsiteY163" fmla="*/ 13335 h 66675"/>
                                <a:gd name="connsiteX164" fmla="*/ 38100 w 80962"/>
                                <a:gd name="connsiteY164" fmla="*/ 15240 h 66675"/>
                                <a:gd name="connsiteX165" fmla="*/ 31433 w 80962"/>
                                <a:gd name="connsiteY165" fmla="*/ 17145 h 66675"/>
                                <a:gd name="connsiteX166" fmla="*/ 24765 w 80962"/>
                                <a:gd name="connsiteY166" fmla="*/ 20003 h 66675"/>
                                <a:gd name="connsiteX167" fmla="*/ 18098 w 80962"/>
                                <a:gd name="connsiteY167" fmla="*/ 23813 h 66675"/>
                                <a:gd name="connsiteX168" fmla="*/ 12383 w 80962"/>
                                <a:gd name="connsiteY168" fmla="*/ 28575 h 66675"/>
                                <a:gd name="connsiteX169" fmla="*/ 9525 w 80962"/>
                                <a:gd name="connsiteY169" fmla="*/ 31433 h 66675"/>
                                <a:gd name="connsiteX170" fmla="*/ 6668 w 80962"/>
                                <a:gd name="connsiteY170" fmla="*/ 34290 h 66675"/>
                                <a:gd name="connsiteX171" fmla="*/ 4763 w 80962"/>
                                <a:gd name="connsiteY171" fmla="*/ 37147 h 66675"/>
                                <a:gd name="connsiteX172" fmla="*/ 2858 w 80962"/>
                                <a:gd name="connsiteY172" fmla="*/ 40005 h 66675"/>
                                <a:gd name="connsiteX173" fmla="*/ 953 w 80962"/>
                                <a:gd name="connsiteY173" fmla="*/ 42863 h 66675"/>
                                <a:gd name="connsiteX174" fmla="*/ 0 w 80962"/>
                                <a:gd name="connsiteY174" fmla="*/ 44767 h 66675"/>
                                <a:gd name="connsiteX175" fmla="*/ 0 w 80962"/>
                                <a:gd name="connsiteY175" fmla="*/ 43815 h 66675"/>
                                <a:gd name="connsiteX176" fmla="*/ 953 w 80962"/>
                                <a:gd name="connsiteY176" fmla="*/ 41910 h 66675"/>
                                <a:gd name="connsiteX177" fmla="*/ 2858 w 80962"/>
                                <a:gd name="connsiteY177" fmla="*/ 39053 h 66675"/>
                                <a:gd name="connsiteX178" fmla="*/ 4763 w 80962"/>
                                <a:gd name="connsiteY178" fmla="*/ 36195 h 66675"/>
                                <a:gd name="connsiteX179" fmla="*/ 6668 w 80962"/>
                                <a:gd name="connsiteY179" fmla="*/ 33338 h 66675"/>
                                <a:gd name="connsiteX180" fmla="*/ 9525 w 80962"/>
                                <a:gd name="connsiteY180" fmla="*/ 30480 h 66675"/>
                                <a:gd name="connsiteX181" fmla="*/ 12383 w 80962"/>
                                <a:gd name="connsiteY181" fmla="*/ 27622 h 66675"/>
                                <a:gd name="connsiteX182" fmla="*/ 18098 w 80962"/>
                                <a:gd name="connsiteY182" fmla="*/ 22860 h 66675"/>
                                <a:gd name="connsiteX183" fmla="*/ 24765 w 80962"/>
                                <a:gd name="connsiteY183" fmla="*/ 19050 h 66675"/>
                                <a:gd name="connsiteX184" fmla="*/ 31433 w 80962"/>
                                <a:gd name="connsiteY184" fmla="*/ 16192 h 66675"/>
                                <a:gd name="connsiteX185" fmla="*/ 38100 w 80962"/>
                                <a:gd name="connsiteY185" fmla="*/ 14288 h 66675"/>
                                <a:gd name="connsiteX186" fmla="*/ 43815 w 80962"/>
                                <a:gd name="connsiteY186" fmla="*/ 12383 h 66675"/>
                                <a:gd name="connsiteX187" fmla="*/ 49530 w 80962"/>
                                <a:gd name="connsiteY187" fmla="*/ 11430 h 66675"/>
                                <a:gd name="connsiteX188" fmla="*/ 52388 w 80962"/>
                                <a:gd name="connsiteY188" fmla="*/ 10478 h 66675"/>
                                <a:gd name="connsiteX189" fmla="*/ 54293 w 80962"/>
                                <a:gd name="connsiteY189" fmla="*/ 9525 h 66675"/>
                                <a:gd name="connsiteX190" fmla="*/ 58103 w 80962"/>
                                <a:gd name="connsiteY190" fmla="*/ 8572 h 66675"/>
                                <a:gd name="connsiteX191" fmla="*/ 60008 w 80962"/>
                                <a:gd name="connsiteY191" fmla="*/ 8572 h 66675"/>
                                <a:gd name="connsiteX192" fmla="*/ 60008 w 80962"/>
                                <a:gd name="connsiteY192" fmla="*/ 8572 h 66675"/>
                                <a:gd name="connsiteX193" fmla="*/ 60960 w 80962"/>
                                <a:gd name="connsiteY193" fmla="*/ 6667 h 66675"/>
                                <a:gd name="connsiteX194" fmla="*/ 62865 w 80962"/>
                                <a:gd name="connsiteY194" fmla="*/ 2858 h 66675"/>
                                <a:gd name="connsiteX195" fmla="*/ 63818 w 80962"/>
                                <a:gd name="connsiteY195" fmla="*/ 0 h 66675"/>
                                <a:gd name="connsiteX196" fmla="*/ 66675 w 80962"/>
                                <a:gd name="connsiteY196" fmla="*/ 1905 h 66675"/>
                                <a:gd name="connsiteX197" fmla="*/ 64770 w 80962"/>
                                <a:gd name="connsiteY197" fmla="*/ 4763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80962" h="66675">
                                  <a:moveTo>
                                    <a:pt x="64770" y="4763"/>
                                  </a:moveTo>
                                  <a:cubicBezTo>
                                    <a:pt x="63818" y="4763"/>
                                    <a:pt x="63818" y="4763"/>
                                    <a:pt x="64770" y="4763"/>
                                  </a:cubicBezTo>
                                  <a:cubicBezTo>
                                    <a:pt x="64770" y="5715"/>
                                    <a:pt x="64770" y="6667"/>
                                    <a:pt x="65723" y="7620"/>
                                  </a:cubicBezTo>
                                  <a:cubicBezTo>
                                    <a:pt x="66675" y="9525"/>
                                    <a:pt x="67628" y="11430"/>
                                    <a:pt x="68580" y="14288"/>
                                  </a:cubicBezTo>
                                  <a:cubicBezTo>
                                    <a:pt x="69533" y="17145"/>
                                    <a:pt x="71438" y="20003"/>
                                    <a:pt x="73343" y="22860"/>
                                  </a:cubicBezTo>
                                  <a:cubicBezTo>
                                    <a:pt x="74295" y="23813"/>
                                    <a:pt x="74295" y="24765"/>
                                    <a:pt x="74295" y="24765"/>
                                  </a:cubicBezTo>
                                  <a:cubicBezTo>
                                    <a:pt x="74295" y="24765"/>
                                    <a:pt x="74295" y="25717"/>
                                    <a:pt x="75248" y="25717"/>
                                  </a:cubicBezTo>
                                  <a:lnTo>
                                    <a:pt x="75248" y="25717"/>
                                  </a:lnTo>
                                  <a:lnTo>
                                    <a:pt x="75248" y="25717"/>
                                  </a:lnTo>
                                  <a:lnTo>
                                    <a:pt x="75248" y="26670"/>
                                  </a:lnTo>
                                  <a:cubicBezTo>
                                    <a:pt x="76200" y="28575"/>
                                    <a:pt x="77153" y="29528"/>
                                    <a:pt x="77153" y="31433"/>
                                  </a:cubicBezTo>
                                  <a:cubicBezTo>
                                    <a:pt x="77153" y="32385"/>
                                    <a:pt x="78105" y="33338"/>
                                    <a:pt x="78105" y="33338"/>
                                  </a:cubicBezTo>
                                  <a:cubicBezTo>
                                    <a:pt x="78105" y="34290"/>
                                    <a:pt x="78105" y="35242"/>
                                    <a:pt x="79058" y="35242"/>
                                  </a:cubicBezTo>
                                  <a:cubicBezTo>
                                    <a:pt x="79058" y="35242"/>
                                    <a:pt x="79058" y="36195"/>
                                    <a:pt x="79058" y="36195"/>
                                  </a:cubicBezTo>
                                  <a:cubicBezTo>
                                    <a:pt x="79058" y="36195"/>
                                    <a:pt x="79058" y="37147"/>
                                    <a:pt x="79058" y="37147"/>
                                  </a:cubicBezTo>
                                  <a:cubicBezTo>
                                    <a:pt x="79058" y="38100"/>
                                    <a:pt x="79058" y="38100"/>
                                    <a:pt x="80010" y="39053"/>
                                  </a:cubicBezTo>
                                  <a:cubicBezTo>
                                    <a:pt x="80010" y="40005"/>
                                    <a:pt x="80010" y="40958"/>
                                    <a:pt x="80963" y="42863"/>
                                  </a:cubicBezTo>
                                  <a:cubicBezTo>
                                    <a:pt x="80963" y="43815"/>
                                    <a:pt x="80963" y="44767"/>
                                    <a:pt x="80963" y="45720"/>
                                  </a:cubicBezTo>
                                  <a:cubicBezTo>
                                    <a:pt x="80963" y="46672"/>
                                    <a:pt x="80963" y="46672"/>
                                    <a:pt x="80963" y="47625"/>
                                  </a:cubicBezTo>
                                  <a:cubicBezTo>
                                    <a:pt x="80963" y="47625"/>
                                    <a:pt x="80963" y="48578"/>
                                    <a:pt x="80963" y="48578"/>
                                  </a:cubicBezTo>
                                  <a:cubicBezTo>
                                    <a:pt x="80963" y="48578"/>
                                    <a:pt x="80963" y="48578"/>
                                    <a:pt x="80963" y="48578"/>
                                  </a:cubicBezTo>
                                  <a:lnTo>
                                    <a:pt x="80963" y="48578"/>
                                  </a:lnTo>
                                  <a:cubicBezTo>
                                    <a:pt x="80963" y="48578"/>
                                    <a:pt x="80963" y="48578"/>
                                    <a:pt x="80963" y="48578"/>
                                  </a:cubicBezTo>
                                  <a:cubicBezTo>
                                    <a:pt x="80963" y="48578"/>
                                    <a:pt x="80963" y="47625"/>
                                    <a:pt x="80963" y="47625"/>
                                  </a:cubicBezTo>
                                  <a:cubicBezTo>
                                    <a:pt x="80963" y="47625"/>
                                    <a:pt x="80963" y="46672"/>
                                    <a:pt x="80963" y="45720"/>
                                  </a:cubicBezTo>
                                  <a:cubicBezTo>
                                    <a:pt x="80963" y="44767"/>
                                    <a:pt x="80963" y="43815"/>
                                    <a:pt x="80963" y="42863"/>
                                  </a:cubicBezTo>
                                  <a:cubicBezTo>
                                    <a:pt x="80963" y="41910"/>
                                    <a:pt x="80963" y="40958"/>
                                    <a:pt x="80010" y="39053"/>
                                  </a:cubicBezTo>
                                  <a:cubicBezTo>
                                    <a:pt x="80010" y="38100"/>
                                    <a:pt x="80010" y="38100"/>
                                    <a:pt x="79058" y="37147"/>
                                  </a:cubicBezTo>
                                  <a:cubicBezTo>
                                    <a:pt x="79058" y="37147"/>
                                    <a:pt x="79058" y="36195"/>
                                    <a:pt x="79058" y="36195"/>
                                  </a:cubicBezTo>
                                  <a:cubicBezTo>
                                    <a:pt x="79058" y="36195"/>
                                    <a:pt x="79058" y="35242"/>
                                    <a:pt x="79058" y="35242"/>
                                  </a:cubicBezTo>
                                  <a:cubicBezTo>
                                    <a:pt x="79058" y="34290"/>
                                    <a:pt x="78105" y="33338"/>
                                    <a:pt x="78105" y="33338"/>
                                  </a:cubicBezTo>
                                  <a:cubicBezTo>
                                    <a:pt x="78105" y="32385"/>
                                    <a:pt x="77153" y="31433"/>
                                    <a:pt x="77153" y="31433"/>
                                  </a:cubicBezTo>
                                  <a:cubicBezTo>
                                    <a:pt x="76200" y="29528"/>
                                    <a:pt x="75248" y="28575"/>
                                    <a:pt x="75248" y="26670"/>
                                  </a:cubicBezTo>
                                  <a:lnTo>
                                    <a:pt x="75248" y="25717"/>
                                  </a:lnTo>
                                  <a:lnTo>
                                    <a:pt x="75248" y="25717"/>
                                  </a:lnTo>
                                  <a:lnTo>
                                    <a:pt x="75248" y="25717"/>
                                  </a:lnTo>
                                  <a:cubicBezTo>
                                    <a:pt x="75248" y="25717"/>
                                    <a:pt x="74295" y="24765"/>
                                    <a:pt x="74295" y="24765"/>
                                  </a:cubicBezTo>
                                  <a:cubicBezTo>
                                    <a:pt x="73343" y="23813"/>
                                    <a:pt x="73343" y="22860"/>
                                    <a:pt x="73343" y="22860"/>
                                  </a:cubicBezTo>
                                  <a:cubicBezTo>
                                    <a:pt x="71438" y="20003"/>
                                    <a:pt x="69533" y="17145"/>
                                    <a:pt x="67628" y="14288"/>
                                  </a:cubicBezTo>
                                  <a:cubicBezTo>
                                    <a:pt x="65723" y="10478"/>
                                    <a:pt x="63818" y="7620"/>
                                    <a:pt x="62865" y="6667"/>
                                  </a:cubicBezTo>
                                  <a:cubicBezTo>
                                    <a:pt x="62865" y="6667"/>
                                    <a:pt x="62865" y="7620"/>
                                    <a:pt x="61913" y="7620"/>
                                  </a:cubicBezTo>
                                  <a:cubicBezTo>
                                    <a:pt x="61913" y="8572"/>
                                    <a:pt x="60960" y="8572"/>
                                    <a:pt x="60960" y="9525"/>
                                  </a:cubicBezTo>
                                  <a:cubicBezTo>
                                    <a:pt x="60960" y="10478"/>
                                    <a:pt x="60008" y="11430"/>
                                    <a:pt x="60008" y="11430"/>
                                  </a:cubicBezTo>
                                  <a:cubicBezTo>
                                    <a:pt x="59055" y="13335"/>
                                    <a:pt x="58103" y="15240"/>
                                    <a:pt x="57150" y="16192"/>
                                  </a:cubicBezTo>
                                  <a:cubicBezTo>
                                    <a:pt x="57150" y="16192"/>
                                    <a:pt x="57150" y="17145"/>
                                    <a:pt x="56198" y="17145"/>
                                  </a:cubicBezTo>
                                  <a:cubicBezTo>
                                    <a:pt x="56198" y="17145"/>
                                    <a:pt x="56198" y="17145"/>
                                    <a:pt x="56198" y="17145"/>
                                  </a:cubicBezTo>
                                  <a:cubicBezTo>
                                    <a:pt x="56198" y="18097"/>
                                    <a:pt x="56198" y="19050"/>
                                    <a:pt x="56198" y="20003"/>
                                  </a:cubicBezTo>
                                  <a:cubicBezTo>
                                    <a:pt x="56198" y="20955"/>
                                    <a:pt x="56198" y="22860"/>
                                    <a:pt x="57150" y="23813"/>
                                  </a:cubicBezTo>
                                  <a:cubicBezTo>
                                    <a:pt x="58103" y="26670"/>
                                    <a:pt x="59055" y="29528"/>
                                    <a:pt x="60008" y="33338"/>
                                  </a:cubicBezTo>
                                  <a:cubicBezTo>
                                    <a:pt x="60960" y="35242"/>
                                    <a:pt x="60960" y="37147"/>
                                    <a:pt x="61913" y="38100"/>
                                  </a:cubicBezTo>
                                  <a:cubicBezTo>
                                    <a:pt x="61913" y="39053"/>
                                    <a:pt x="62865" y="40005"/>
                                    <a:pt x="62865" y="40958"/>
                                  </a:cubicBezTo>
                                  <a:cubicBezTo>
                                    <a:pt x="62865" y="41910"/>
                                    <a:pt x="62865" y="42863"/>
                                    <a:pt x="63818" y="42863"/>
                                  </a:cubicBezTo>
                                  <a:cubicBezTo>
                                    <a:pt x="63818" y="44767"/>
                                    <a:pt x="64770" y="45720"/>
                                    <a:pt x="64770" y="46672"/>
                                  </a:cubicBezTo>
                                  <a:cubicBezTo>
                                    <a:pt x="64770" y="47625"/>
                                    <a:pt x="64770" y="47625"/>
                                    <a:pt x="64770" y="48578"/>
                                  </a:cubicBezTo>
                                  <a:cubicBezTo>
                                    <a:pt x="64770" y="49530"/>
                                    <a:pt x="64770" y="49530"/>
                                    <a:pt x="64770" y="50483"/>
                                  </a:cubicBezTo>
                                  <a:cubicBezTo>
                                    <a:pt x="64770" y="52388"/>
                                    <a:pt x="64770" y="53340"/>
                                    <a:pt x="64770" y="54292"/>
                                  </a:cubicBezTo>
                                  <a:cubicBezTo>
                                    <a:pt x="64770" y="54292"/>
                                    <a:pt x="64770" y="54292"/>
                                    <a:pt x="64770" y="54292"/>
                                  </a:cubicBezTo>
                                  <a:cubicBezTo>
                                    <a:pt x="64770" y="54292"/>
                                    <a:pt x="64770" y="54292"/>
                                    <a:pt x="64770" y="54292"/>
                                  </a:cubicBezTo>
                                  <a:cubicBezTo>
                                    <a:pt x="64770" y="54292"/>
                                    <a:pt x="64770" y="54292"/>
                                    <a:pt x="64770" y="54292"/>
                                  </a:cubicBezTo>
                                  <a:cubicBezTo>
                                    <a:pt x="64770" y="54292"/>
                                    <a:pt x="64770" y="54292"/>
                                    <a:pt x="64770" y="54292"/>
                                  </a:cubicBezTo>
                                  <a:cubicBezTo>
                                    <a:pt x="64770" y="54292"/>
                                    <a:pt x="64770" y="54292"/>
                                    <a:pt x="64770" y="54292"/>
                                  </a:cubicBezTo>
                                  <a:cubicBezTo>
                                    <a:pt x="64770" y="54292"/>
                                    <a:pt x="63818" y="54292"/>
                                    <a:pt x="63818" y="55245"/>
                                  </a:cubicBezTo>
                                  <a:cubicBezTo>
                                    <a:pt x="63818" y="55245"/>
                                    <a:pt x="63818" y="55245"/>
                                    <a:pt x="64770" y="54292"/>
                                  </a:cubicBezTo>
                                  <a:cubicBezTo>
                                    <a:pt x="64770" y="54292"/>
                                    <a:pt x="64770" y="54292"/>
                                    <a:pt x="64770" y="54292"/>
                                  </a:cubicBezTo>
                                  <a:cubicBezTo>
                                    <a:pt x="64770" y="54292"/>
                                    <a:pt x="64770" y="54292"/>
                                    <a:pt x="64770" y="54292"/>
                                  </a:cubicBezTo>
                                  <a:cubicBezTo>
                                    <a:pt x="64770" y="54292"/>
                                    <a:pt x="64770" y="54292"/>
                                    <a:pt x="64770" y="54292"/>
                                  </a:cubicBezTo>
                                  <a:cubicBezTo>
                                    <a:pt x="64770" y="54292"/>
                                    <a:pt x="64770" y="54292"/>
                                    <a:pt x="64770" y="54292"/>
                                  </a:cubicBezTo>
                                  <a:cubicBezTo>
                                    <a:pt x="64770" y="54292"/>
                                    <a:pt x="64770" y="54292"/>
                                    <a:pt x="64770" y="54292"/>
                                  </a:cubicBezTo>
                                  <a:cubicBezTo>
                                    <a:pt x="64770" y="53340"/>
                                    <a:pt x="64770" y="52388"/>
                                    <a:pt x="64770" y="50483"/>
                                  </a:cubicBezTo>
                                  <a:cubicBezTo>
                                    <a:pt x="64770" y="49530"/>
                                    <a:pt x="64770" y="49530"/>
                                    <a:pt x="64770" y="48578"/>
                                  </a:cubicBezTo>
                                  <a:cubicBezTo>
                                    <a:pt x="64770" y="47625"/>
                                    <a:pt x="64770" y="47625"/>
                                    <a:pt x="64770" y="46672"/>
                                  </a:cubicBezTo>
                                  <a:cubicBezTo>
                                    <a:pt x="64770" y="45720"/>
                                    <a:pt x="63818" y="43815"/>
                                    <a:pt x="63818" y="42863"/>
                                  </a:cubicBezTo>
                                  <a:cubicBezTo>
                                    <a:pt x="63818" y="41910"/>
                                    <a:pt x="63818" y="40958"/>
                                    <a:pt x="62865" y="40958"/>
                                  </a:cubicBezTo>
                                  <a:cubicBezTo>
                                    <a:pt x="62865" y="40005"/>
                                    <a:pt x="61913" y="39053"/>
                                    <a:pt x="61913" y="38100"/>
                                  </a:cubicBezTo>
                                  <a:cubicBezTo>
                                    <a:pt x="60960" y="36195"/>
                                    <a:pt x="60960" y="35242"/>
                                    <a:pt x="60008" y="33338"/>
                                  </a:cubicBezTo>
                                  <a:cubicBezTo>
                                    <a:pt x="59055" y="30480"/>
                                    <a:pt x="57150" y="26670"/>
                                    <a:pt x="56198" y="23813"/>
                                  </a:cubicBezTo>
                                  <a:cubicBezTo>
                                    <a:pt x="56198" y="21908"/>
                                    <a:pt x="55245" y="20955"/>
                                    <a:pt x="55245" y="20003"/>
                                  </a:cubicBezTo>
                                  <a:cubicBezTo>
                                    <a:pt x="55245" y="20003"/>
                                    <a:pt x="55245" y="20003"/>
                                    <a:pt x="55245" y="20003"/>
                                  </a:cubicBezTo>
                                  <a:cubicBezTo>
                                    <a:pt x="55245" y="20955"/>
                                    <a:pt x="54293" y="20955"/>
                                    <a:pt x="54293" y="21908"/>
                                  </a:cubicBezTo>
                                  <a:cubicBezTo>
                                    <a:pt x="53340" y="23813"/>
                                    <a:pt x="52388" y="25717"/>
                                    <a:pt x="50483" y="27622"/>
                                  </a:cubicBezTo>
                                  <a:cubicBezTo>
                                    <a:pt x="49530" y="29528"/>
                                    <a:pt x="48578" y="31433"/>
                                    <a:pt x="47625" y="33338"/>
                                  </a:cubicBezTo>
                                  <a:cubicBezTo>
                                    <a:pt x="47625" y="33338"/>
                                    <a:pt x="47625" y="33338"/>
                                    <a:pt x="47625" y="33338"/>
                                  </a:cubicBezTo>
                                  <a:cubicBezTo>
                                    <a:pt x="47625" y="33338"/>
                                    <a:pt x="47625" y="34290"/>
                                    <a:pt x="47625" y="34290"/>
                                  </a:cubicBezTo>
                                  <a:cubicBezTo>
                                    <a:pt x="47625" y="35242"/>
                                    <a:pt x="47625" y="37147"/>
                                    <a:pt x="47625" y="39053"/>
                                  </a:cubicBezTo>
                                  <a:cubicBezTo>
                                    <a:pt x="47625" y="40005"/>
                                    <a:pt x="48578" y="40958"/>
                                    <a:pt x="48578" y="41910"/>
                                  </a:cubicBezTo>
                                  <a:cubicBezTo>
                                    <a:pt x="48578" y="42863"/>
                                    <a:pt x="48578" y="43815"/>
                                    <a:pt x="49530" y="45720"/>
                                  </a:cubicBezTo>
                                  <a:cubicBezTo>
                                    <a:pt x="49530" y="46672"/>
                                    <a:pt x="49530" y="46672"/>
                                    <a:pt x="49530" y="47625"/>
                                  </a:cubicBezTo>
                                  <a:cubicBezTo>
                                    <a:pt x="49530" y="48578"/>
                                    <a:pt x="49530" y="48578"/>
                                    <a:pt x="49530" y="49530"/>
                                  </a:cubicBezTo>
                                  <a:cubicBezTo>
                                    <a:pt x="49530" y="50483"/>
                                    <a:pt x="49530" y="50483"/>
                                    <a:pt x="49530" y="51435"/>
                                  </a:cubicBezTo>
                                  <a:cubicBezTo>
                                    <a:pt x="49530" y="52388"/>
                                    <a:pt x="49530" y="52388"/>
                                    <a:pt x="49530" y="53340"/>
                                  </a:cubicBezTo>
                                  <a:cubicBezTo>
                                    <a:pt x="49530" y="54292"/>
                                    <a:pt x="49530" y="56197"/>
                                    <a:pt x="49530" y="57150"/>
                                  </a:cubicBezTo>
                                  <a:cubicBezTo>
                                    <a:pt x="49530" y="58103"/>
                                    <a:pt x="49530" y="59055"/>
                                    <a:pt x="49530" y="60960"/>
                                  </a:cubicBezTo>
                                  <a:cubicBezTo>
                                    <a:pt x="49530" y="61913"/>
                                    <a:pt x="49530" y="61913"/>
                                    <a:pt x="49530" y="62865"/>
                                  </a:cubicBezTo>
                                  <a:cubicBezTo>
                                    <a:pt x="49530" y="63817"/>
                                    <a:pt x="49530" y="63817"/>
                                    <a:pt x="49530" y="64770"/>
                                  </a:cubicBezTo>
                                  <a:cubicBezTo>
                                    <a:pt x="49530" y="64770"/>
                                    <a:pt x="49530" y="65722"/>
                                    <a:pt x="49530" y="65722"/>
                                  </a:cubicBezTo>
                                  <a:cubicBezTo>
                                    <a:pt x="49530" y="65722"/>
                                    <a:pt x="49530" y="66675"/>
                                    <a:pt x="49530" y="66675"/>
                                  </a:cubicBezTo>
                                  <a:cubicBezTo>
                                    <a:pt x="49530" y="66675"/>
                                    <a:pt x="49530" y="66675"/>
                                    <a:pt x="49530" y="66675"/>
                                  </a:cubicBezTo>
                                  <a:cubicBezTo>
                                    <a:pt x="49530" y="65722"/>
                                    <a:pt x="49530" y="65722"/>
                                    <a:pt x="49530" y="64770"/>
                                  </a:cubicBezTo>
                                  <a:cubicBezTo>
                                    <a:pt x="49530" y="63817"/>
                                    <a:pt x="49530" y="63817"/>
                                    <a:pt x="49530" y="62865"/>
                                  </a:cubicBezTo>
                                  <a:cubicBezTo>
                                    <a:pt x="49530" y="61913"/>
                                    <a:pt x="49530" y="61913"/>
                                    <a:pt x="49530" y="60960"/>
                                  </a:cubicBezTo>
                                  <a:cubicBezTo>
                                    <a:pt x="49530" y="60008"/>
                                    <a:pt x="49530" y="59055"/>
                                    <a:pt x="49530" y="57150"/>
                                  </a:cubicBezTo>
                                  <a:cubicBezTo>
                                    <a:pt x="49530" y="56197"/>
                                    <a:pt x="49530" y="55245"/>
                                    <a:pt x="49530" y="53340"/>
                                  </a:cubicBezTo>
                                  <a:lnTo>
                                    <a:pt x="49530" y="52388"/>
                                  </a:lnTo>
                                  <a:lnTo>
                                    <a:pt x="49530" y="51435"/>
                                  </a:lnTo>
                                  <a:cubicBezTo>
                                    <a:pt x="49530" y="50483"/>
                                    <a:pt x="49530" y="50483"/>
                                    <a:pt x="49530" y="49530"/>
                                  </a:cubicBezTo>
                                  <a:cubicBezTo>
                                    <a:pt x="49530" y="48578"/>
                                    <a:pt x="49530" y="48578"/>
                                    <a:pt x="49530" y="47625"/>
                                  </a:cubicBezTo>
                                  <a:cubicBezTo>
                                    <a:pt x="49530" y="46672"/>
                                    <a:pt x="49530" y="46672"/>
                                    <a:pt x="49530" y="45720"/>
                                  </a:cubicBezTo>
                                  <a:cubicBezTo>
                                    <a:pt x="49530" y="44767"/>
                                    <a:pt x="49530" y="43815"/>
                                    <a:pt x="48578" y="41910"/>
                                  </a:cubicBezTo>
                                  <a:cubicBezTo>
                                    <a:pt x="48578" y="40958"/>
                                    <a:pt x="47625" y="40005"/>
                                    <a:pt x="47625" y="39053"/>
                                  </a:cubicBezTo>
                                  <a:cubicBezTo>
                                    <a:pt x="47625" y="38100"/>
                                    <a:pt x="47625" y="37147"/>
                                    <a:pt x="46673" y="36195"/>
                                  </a:cubicBezTo>
                                  <a:cubicBezTo>
                                    <a:pt x="45720" y="37147"/>
                                    <a:pt x="45720" y="39053"/>
                                    <a:pt x="44768" y="40005"/>
                                  </a:cubicBezTo>
                                  <a:cubicBezTo>
                                    <a:pt x="43815" y="41910"/>
                                    <a:pt x="42863" y="44767"/>
                                    <a:pt x="41910" y="46672"/>
                                  </a:cubicBezTo>
                                  <a:cubicBezTo>
                                    <a:pt x="40958" y="47625"/>
                                    <a:pt x="40958" y="48578"/>
                                    <a:pt x="40958" y="49530"/>
                                  </a:cubicBezTo>
                                  <a:cubicBezTo>
                                    <a:pt x="40958" y="50483"/>
                                    <a:pt x="40005" y="51435"/>
                                    <a:pt x="40005" y="52388"/>
                                  </a:cubicBezTo>
                                  <a:cubicBezTo>
                                    <a:pt x="39053" y="54292"/>
                                    <a:pt x="38100" y="57150"/>
                                    <a:pt x="38100" y="59055"/>
                                  </a:cubicBezTo>
                                  <a:cubicBezTo>
                                    <a:pt x="38100" y="60008"/>
                                    <a:pt x="38100" y="60960"/>
                                    <a:pt x="37148" y="61913"/>
                                  </a:cubicBezTo>
                                  <a:cubicBezTo>
                                    <a:pt x="37148" y="62865"/>
                                    <a:pt x="37148" y="63817"/>
                                    <a:pt x="37148" y="64770"/>
                                  </a:cubicBezTo>
                                  <a:cubicBezTo>
                                    <a:pt x="37148" y="64770"/>
                                    <a:pt x="37148" y="64770"/>
                                    <a:pt x="37148" y="64770"/>
                                  </a:cubicBezTo>
                                  <a:lnTo>
                                    <a:pt x="37148" y="64770"/>
                                  </a:lnTo>
                                  <a:cubicBezTo>
                                    <a:pt x="37148" y="63817"/>
                                    <a:pt x="37148" y="62865"/>
                                    <a:pt x="37148" y="61913"/>
                                  </a:cubicBezTo>
                                  <a:cubicBezTo>
                                    <a:pt x="37148" y="60960"/>
                                    <a:pt x="37148" y="60008"/>
                                    <a:pt x="37148" y="59055"/>
                                  </a:cubicBezTo>
                                  <a:cubicBezTo>
                                    <a:pt x="37148" y="57150"/>
                                    <a:pt x="38100" y="54292"/>
                                    <a:pt x="39053" y="52388"/>
                                  </a:cubicBezTo>
                                  <a:cubicBezTo>
                                    <a:pt x="39053" y="51435"/>
                                    <a:pt x="39053" y="51435"/>
                                    <a:pt x="40005" y="50483"/>
                                  </a:cubicBezTo>
                                  <a:cubicBezTo>
                                    <a:pt x="40005" y="49530"/>
                                    <a:pt x="40005" y="49530"/>
                                    <a:pt x="40958" y="48578"/>
                                  </a:cubicBezTo>
                                  <a:cubicBezTo>
                                    <a:pt x="40958" y="47625"/>
                                    <a:pt x="40958" y="47625"/>
                                    <a:pt x="41910" y="46672"/>
                                  </a:cubicBezTo>
                                  <a:cubicBezTo>
                                    <a:pt x="41910" y="45720"/>
                                    <a:pt x="41910" y="45720"/>
                                    <a:pt x="42863" y="44767"/>
                                  </a:cubicBezTo>
                                  <a:cubicBezTo>
                                    <a:pt x="43815" y="42863"/>
                                    <a:pt x="44768" y="40005"/>
                                    <a:pt x="45720" y="38100"/>
                                  </a:cubicBezTo>
                                  <a:cubicBezTo>
                                    <a:pt x="46673" y="36195"/>
                                    <a:pt x="47625" y="33338"/>
                                    <a:pt x="49530" y="31433"/>
                                  </a:cubicBezTo>
                                  <a:cubicBezTo>
                                    <a:pt x="50483" y="29528"/>
                                    <a:pt x="51435" y="28575"/>
                                    <a:pt x="51435" y="26670"/>
                                  </a:cubicBezTo>
                                  <a:cubicBezTo>
                                    <a:pt x="51435" y="26670"/>
                                    <a:pt x="50483" y="26670"/>
                                    <a:pt x="50483" y="27622"/>
                                  </a:cubicBezTo>
                                  <a:cubicBezTo>
                                    <a:pt x="49530" y="28575"/>
                                    <a:pt x="48578" y="28575"/>
                                    <a:pt x="46673" y="29528"/>
                                  </a:cubicBezTo>
                                  <a:cubicBezTo>
                                    <a:pt x="43815" y="30480"/>
                                    <a:pt x="40958" y="32385"/>
                                    <a:pt x="37148" y="34290"/>
                                  </a:cubicBezTo>
                                  <a:cubicBezTo>
                                    <a:pt x="35243" y="35242"/>
                                    <a:pt x="33338" y="36195"/>
                                    <a:pt x="31433" y="37147"/>
                                  </a:cubicBezTo>
                                  <a:cubicBezTo>
                                    <a:pt x="29528" y="38100"/>
                                    <a:pt x="27623" y="39053"/>
                                    <a:pt x="26670" y="40958"/>
                                  </a:cubicBezTo>
                                  <a:cubicBezTo>
                                    <a:pt x="24765" y="41910"/>
                                    <a:pt x="23813" y="43815"/>
                                    <a:pt x="21908" y="45720"/>
                                  </a:cubicBezTo>
                                  <a:cubicBezTo>
                                    <a:pt x="20003" y="47625"/>
                                    <a:pt x="19050" y="49530"/>
                                    <a:pt x="18098" y="51435"/>
                                  </a:cubicBezTo>
                                  <a:cubicBezTo>
                                    <a:pt x="17145" y="52388"/>
                                    <a:pt x="17145" y="53340"/>
                                    <a:pt x="16193" y="54292"/>
                                  </a:cubicBezTo>
                                  <a:cubicBezTo>
                                    <a:pt x="15240" y="55245"/>
                                    <a:pt x="15240" y="56197"/>
                                    <a:pt x="15240" y="58103"/>
                                  </a:cubicBezTo>
                                  <a:cubicBezTo>
                                    <a:pt x="15240" y="59055"/>
                                    <a:pt x="15240" y="59055"/>
                                    <a:pt x="14288" y="60008"/>
                                  </a:cubicBezTo>
                                  <a:cubicBezTo>
                                    <a:pt x="14288" y="60960"/>
                                    <a:pt x="14288" y="60960"/>
                                    <a:pt x="13335" y="61913"/>
                                  </a:cubicBezTo>
                                  <a:cubicBezTo>
                                    <a:pt x="13335" y="62865"/>
                                    <a:pt x="12383" y="64770"/>
                                    <a:pt x="12383" y="65722"/>
                                  </a:cubicBezTo>
                                  <a:cubicBezTo>
                                    <a:pt x="12383" y="65722"/>
                                    <a:pt x="12383" y="65722"/>
                                    <a:pt x="12383" y="66675"/>
                                  </a:cubicBezTo>
                                  <a:cubicBezTo>
                                    <a:pt x="12383" y="66675"/>
                                    <a:pt x="12383" y="66675"/>
                                    <a:pt x="12383" y="66675"/>
                                  </a:cubicBezTo>
                                  <a:lnTo>
                                    <a:pt x="12383" y="65722"/>
                                  </a:lnTo>
                                  <a:cubicBezTo>
                                    <a:pt x="12383" y="62865"/>
                                    <a:pt x="13335" y="60960"/>
                                    <a:pt x="14288" y="58103"/>
                                  </a:cubicBezTo>
                                  <a:cubicBezTo>
                                    <a:pt x="15240" y="55245"/>
                                    <a:pt x="16193" y="53340"/>
                                    <a:pt x="17145" y="51435"/>
                                  </a:cubicBezTo>
                                  <a:cubicBezTo>
                                    <a:pt x="18098" y="49530"/>
                                    <a:pt x="20003" y="47625"/>
                                    <a:pt x="20955" y="45720"/>
                                  </a:cubicBezTo>
                                  <a:cubicBezTo>
                                    <a:pt x="22860" y="43815"/>
                                    <a:pt x="23813" y="42863"/>
                                    <a:pt x="25718" y="40958"/>
                                  </a:cubicBezTo>
                                  <a:cubicBezTo>
                                    <a:pt x="27623" y="40005"/>
                                    <a:pt x="29528" y="38100"/>
                                    <a:pt x="30480" y="37147"/>
                                  </a:cubicBezTo>
                                  <a:cubicBezTo>
                                    <a:pt x="32385" y="36195"/>
                                    <a:pt x="34290" y="35242"/>
                                    <a:pt x="36195" y="34290"/>
                                  </a:cubicBezTo>
                                  <a:cubicBezTo>
                                    <a:pt x="40005" y="32385"/>
                                    <a:pt x="42863" y="31433"/>
                                    <a:pt x="45720" y="29528"/>
                                  </a:cubicBezTo>
                                  <a:cubicBezTo>
                                    <a:pt x="46673" y="28575"/>
                                    <a:pt x="48578" y="28575"/>
                                    <a:pt x="48578" y="27622"/>
                                  </a:cubicBezTo>
                                  <a:cubicBezTo>
                                    <a:pt x="49530" y="26670"/>
                                    <a:pt x="50483" y="26670"/>
                                    <a:pt x="50483" y="25717"/>
                                  </a:cubicBezTo>
                                  <a:cubicBezTo>
                                    <a:pt x="51435" y="25717"/>
                                    <a:pt x="51435" y="24765"/>
                                    <a:pt x="51435" y="24765"/>
                                  </a:cubicBezTo>
                                  <a:cubicBezTo>
                                    <a:pt x="52388" y="22860"/>
                                    <a:pt x="52388" y="21908"/>
                                    <a:pt x="53340" y="20003"/>
                                  </a:cubicBezTo>
                                  <a:cubicBezTo>
                                    <a:pt x="54293" y="19050"/>
                                    <a:pt x="54293" y="18097"/>
                                    <a:pt x="55245" y="17145"/>
                                  </a:cubicBezTo>
                                  <a:cubicBezTo>
                                    <a:pt x="56198" y="16192"/>
                                    <a:pt x="56198" y="15240"/>
                                    <a:pt x="56198" y="14288"/>
                                  </a:cubicBezTo>
                                  <a:cubicBezTo>
                                    <a:pt x="57150" y="12383"/>
                                    <a:pt x="58103" y="10478"/>
                                    <a:pt x="59055" y="9525"/>
                                  </a:cubicBezTo>
                                  <a:cubicBezTo>
                                    <a:pt x="59055" y="9525"/>
                                    <a:pt x="59055" y="9525"/>
                                    <a:pt x="59055" y="9525"/>
                                  </a:cubicBezTo>
                                  <a:cubicBezTo>
                                    <a:pt x="59055" y="9525"/>
                                    <a:pt x="59055" y="9525"/>
                                    <a:pt x="58103" y="9525"/>
                                  </a:cubicBezTo>
                                  <a:cubicBezTo>
                                    <a:pt x="57150" y="9525"/>
                                    <a:pt x="56198" y="10478"/>
                                    <a:pt x="54293" y="10478"/>
                                  </a:cubicBezTo>
                                  <a:cubicBezTo>
                                    <a:pt x="53340" y="10478"/>
                                    <a:pt x="53340" y="10478"/>
                                    <a:pt x="52388" y="11430"/>
                                  </a:cubicBezTo>
                                  <a:cubicBezTo>
                                    <a:pt x="51435" y="11430"/>
                                    <a:pt x="50483" y="11430"/>
                                    <a:pt x="49530" y="12383"/>
                                  </a:cubicBezTo>
                                  <a:cubicBezTo>
                                    <a:pt x="47625" y="12383"/>
                                    <a:pt x="45720" y="13335"/>
                                    <a:pt x="43815" y="13335"/>
                                  </a:cubicBezTo>
                                  <a:cubicBezTo>
                                    <a:pt x="41910" y="14288"/>
                                    <a:pt x="40005" y="14288"/>
                                    <a:pt x="38100" y="15240"/>
                                  </a:cubicBezTo>
                                  <a:cubicBezTo>
                                    <a:pt x="36195" y="16192"/>
                                    <a:pt x="33338" y="16192"/>
                                    <a:pt x="31433" y="17145"/>
                                  </a:cubicBezTo>
                                  <a:cubicBezTo>
                                    <a:pt x="29528" y="18097"/>
                                    <a:pt x="26670" y="19050"/>
                                    <a:pt x="24765" y="20003"/>
                                  </a:cubicBezTo>
                                  <a:cubicBezTo>
                                    <a:pt x="22860" y="20955"/>
                                    <a:pt x="20003" y="21908"/>
                                    <a:pt x="18098" y="23813"/>
                                  </a:cubicBezTo>
                                  <a:cubicBezTo>
                                    <a:pt x="16193" y="24765"/>
                                    <a:pt x="14288" y="26670"/>
                                    <a:pt x="12383" y="28575"/>
                                  </a:cubicBezTo>
                                  <a:cubicBezTo>
                                    <a:pt x="11430" y="29528"/>
                                    <a:pt x="10478" y="30480"/>
                                    <a:pt x="9525" y="31433"/>
                                  </a:cubicBezTo>
                                  <a:cubicBezTo>
                                    <a:pt x="8573" y="32385"/>
                                    <a:pt x="7620" y="33338"/>
                                    <a:pt x="6668" y="34290"/>
                                  </a:cubicBezTo>
                                  <a:cubicBezTo>
                                    <a:pt x="5715" y="35242"/>
                                    <a:pt x="4763" y="36195"/>
                                    <a:pt x="4763" y="37147"/>
                                  </a:cubicBezTo>
                                  <a:cubicBezTo>
                                    <a:pt x="3810" y="38100"/>
                                    <a:pt x="3810" y="39053"/>
                                    <a:pt x="2858" y="40005"/>
                                  </a:cubicBezTo>
                                  <a:cubicBezTo>
                                    <a:pt x="1905" y="40958"/>
                                    <a:pt x="1905" y="41910"/>
                                    <a:pt x="953" y="42863"/>
                                  </a:cubicBezTo>
                                  <a:cubicBezTo>
                                    <a:pt x="953" y="43815"/>
                                    <a:pt x="0" y="43815"/>
                                    <a:pt x="0" y="44767"/>
                                  </a:cubicBezTo>
                                  <a:cubicBezTo>
                                    <a:pt x="0" y="44767"/>
                                    <a:pt x="0" y="43815"/>
                                    <a:pt x="0" y="43815"/>
                                  </a:cubicBezTo>
                                  <a:cubicBezTo>
                                    <a:pt x="0" y="42863"/>
                                    <a:pt x="0" y="42863"/>
                                    <a:pt x="953" y="41910"/>
                                  </a:cubicBezTo>
                                  <a:cubicBezTo>
                                    <a:pt x="953" y="40958"/>
                                    <a:pt x="1905" y="40005"/>
                                    <a:pt x="2858" y="39053"/>
                                  </a:cubicBezTo>
                                  <a:cubicBezTo>
                                    <a:pt x="3810" y="38100"/>
                                    <a:pt x="3810" y="37147"/>
                                    <a:pt x="4763" y="36195"/>
                                  </a:cubicBezTo>
                                  <a:cubicBezTo>
                                    <a:pt x="5715" y="35242"/>
                                    <a:pt x="5715" y="34290"/>
                                    <a:pt x="6668" y="33338"/>
                                  </a:cubicBezTo>
                                  <a:cubicBezTo>
                                    <a:pt x="7620" y="32385"/>
                                    <a:pt x="8573" y="31433"/>
                                    <a:pt x="9525" y="30480"/>
                                  </a:cubicBezTo>
                                  <a:cubicBezTo>
                                    <a:pt x="10478" y="29528"/>
                                    <a:pt x="11430" y="28575"/>
                                    <a:pt x="12383" y="27622"/>
                                  </a:cubicBezTo>
                                  <a:cubicBezTo>
                                    <a:pt x="14288" y="25717"/>
                                    <a:pt x="16193" y="24765"/>
                                    <a:pt x="18098" y="22860"/>
                                  </a:cubicBezTo>
                                  <a:cubicBezTo>
                                    <a:pt x="20003" y="21908"/>
                                    <a:pt x="22860" y="20003"/>
                                    <a:pt x="24765" y="19050"/>
                                  </a:cubicBezTo>
                                  <a:cubicBezTo>
                                    <a:pt x="26670" y="18097"/>
                                    <a:pt x="29528" y="17145"/>
                                    <a:pt x="31433" y="16192"/>
                                  </a:cubicBezTo>
                                  <a:cubicBezTo>
                                    <a:pt x="33338" y="15240"/>
                                    <a:pt x="36195" y="14288"/>
                                    <a:pt x="38100" y="14288"/>
                                  </a:cubicBezTo>
                                  <a:cubicBezTo>
                                    <a:pt x="40005" y="13335"/>
                                    <a:pt x="41910" y="13335"/>
                                    <a:pt x="43815" y="12383"/>
                                  </a:cubicBezTo>
                                  <a:cubicBezTo>
                                    <a:pt x="45720" y="11430"/>
                                    <a:pt x="47625" y="11430"/>
                                    <a:pt x="49530" y="11430"/>
                                  </a:cubicBezTo>
                                  <a:cubicBezTo>
                                    <a:pt x="50483" y="11430"/>
                                    <a:pt x="51435" y="11430"/>
                                    <a:pt x="52388" y="10478"/>
                                  </a:cubicBezTo>
                                  <a:cubicBezTo>
                                    <a:pt x="53340" y="10478"/>
                                    <a:pt x="54293" y="10478"/>
                                    <a:pt x="54293" y="9525"/>
                                  </a:cubicBezTo>
                                  <a:cubicBezTo>
                                    <a:pt x="55245" y="9525"/>
                                    <a:pt x="57150" y="8572"/>
                                    <a:pt x="58103" y="8572"/>
                                  </a:cubicBezTo>
                                  <a:cubicBezTo>
                                    <a:pt x="59055" y="8572"/>
                                    <a:pt x="59055" y="8572"/>
                                    <a:pt x="60008" y="8572"/>
                                  </a:cubicBezTo>
                                  <a:lnTo>
                                    <a:pt x="60008" y="8572"/>
                                  </a:lnTo>
                                  <a:cubicBezTo>
                                    <a:pt x="60008" y="7620"/>
                                    <a:pt x="60960" y="6667"/>
                                    <a:pt x="60960" y="6667"/>
                                  </a:cubicBezTo>
                                  <a:cubicBezTo>
                                    <a:pt x="61913" y="5715"/>
                                    <a:pt x="61913" y="3810"/>
                                    <a:pt x="62865" y="2858"/>
                                  </a:cubicBezTo>
                                  <a:cubicBezTo>
                                    <a:pt x="63818" y="953"/>
                                    <a:pt x="63818" y="0"/>
                                    <a:pt x="63818" y="0"/>
                                  </a:cubicBezTo>
                                  <a:cubicBezTo>
                                    <a:pt x="64770" y="0"/>
                                    <a:pt x="66675" y="1905"/>
                                    <a:pt x="66675" y="1905"/>
                                  </a:cubicBezTo>
                                  <a:cubicBezTo>
                                    <a:pt x="64770" y="2858"/>
                                    <a:pt x="64770" y="2858"/>
                                    <a:pt x="64770" y="4763"/>
                                  </a:cubicBezTo>
                                  <a:close/>
                                </a:path>
                              </a:pathLst>
                            </a:custGeom>
                            <a:grpFill/>
                            <a:ln w="9525" cap="flat">
                              <a:noFill/>
                              <a:prstDash val="solid"/>
                              <a:miter/>
                            </a:ln>
                          </p:spPr>
                          <p:txBody>
                            <a:bodyPr rtlCol="0" anchor="ctr"/>
                            <a:lstStyle/>
                            <a:p>
                              <a:endParaRPr lang="en-US"/>
                            </a:p>
                          </p:txBody>
                        </p:sp>
                      </p:grpSp>
                      <p:grpSp>
                        <p:nvGrpSpPr>
                          <p:cNvPr id="240" name="Graphic 2">
                            <a:extLst>
                              <a:ext uri="{FF2B5EF4-FFF2-40B4-BE49-F238E27FC236}">
                                <a16:creationId xmlns:a16="http://schemas.microsoft.com/office/drawing/2014/main" id="{AE736AF3-0337-429B-AEF1-DA4B52809559}"/>
                              </a:ext>
                            </a:extLst>
                          </p:cNvPr>
                          <p:cNvGrpSpPr/>
                          <p:nvPr/>
                        </p:nvGrpSpPr>
                        <p:grpSpPr>
                          <a:xfrm>
                            <a:off x="3417751" y="2877374"/>
                            <a:ext cx="61354" cy="45720"/>
                            <a:chOff x="3417751" y="2877374"/>
                            <a:chExt cx="61354" cy="45720"/>
                          </a:xfrm>
                          <a:grpFill/>
                        </p:grpSpPr>
                        <p:sp>
                          <p:nvSpPr>
                            <p:cNvPr id="241" name="Freeform: Shape 240">
                              <a:extLst>
                                <a:ext uri="{FF2B5EF4-FFF2-40B4-BE49-F238E27FC236}">
                                  <a16:creationId xmlns:a16="http://schemas.microsoft.com/office/drawing/2014/main" id="{5508BD74-C572-4ABC-8CA4-123146AEB0EE}"/>
                                </a:ext>
                              </a:extLst>
                            </p:cNvPr>
                            <p:cNvSpPr/>
                            <p:nvPr/>
                          </p:nvSpPr>
                          <p:spPr>
                            <a:xfrm>
                              <a:off x="3417751" y="2877374"/>
                              <a:ext cx="61354" cy="45720"/>
                            </a:xfrm>
                            <a:custGeom>
                              <a:avLst/>
                              <a:gdLst>
                                <a:gd name="connsiteX0" fmla="*/ 54293 w 61354"/>
                                <a:gd name="connsiteY0" fmla="*/ 9525 h 45720"/>
                                <a:gd name="connsiteX1" fmla="*/ 53340 w 61354"/>
                                <a:gd name="connsiteY1" fmla="*/ 7620 h 45720"/>
                                <a:gd name="connsiteX2" fmla="*/ 52388 w 61354"/>
                                <a:gd name="connsiteY2" fmla="*/ 5715 h 45720"/>
                                <a:gd name="connsiteX3" fmla="*/ 51435 w 61354"/>
                                <a:gd name="connsiteY3" fmla="*/ 4763 h 45720"/>
                                <a:gd name="connsiteX4" fmla="*/ 50483 w 61354"/>
                                <a:gd name="connsiteY4" fmla="*/ 2858 h 45720"/>
                                <a:gd name="connsiteX5" fmla="*/ 50483 w 61354"/>
                                <a:gd name="connsiteY5" fmla="*/ 2858 h 45720"/>
                                <a:gd name="connsiteX6" fmla="*/ 50483 w 61354"/>
                                <a:gd name="connsiteY6" fmla="*/ 2858 h 45720"/>
                                <a:gd name="connsiteX7" fmla="*/ 50483 w 61354"/>
                                <a:gd name="connsiteY7" fmla="*/ 2858 h 45720"/>
                                <a:gd name="connsiteX8" fmla="*/ 49530 w 61354"/>
                                <a:gd name="connsiteY8" fmla="*/ 2858 h 45720"/>
                                <a:gd name="connsiteX9" fmla="*/ 45720 w 61354"/>
                                <a:gd name="connsiteY9" fmla="*/ 1905 h 45720"/>
                                <a:gd name="connsiteX10" fmla="*/ 32385 w 61354"/>
                                <a:gd name="connsiteY10" fmla="*/ 0 h 45720"/>
                                <a:gd name="connsiteX11" fmla="*/ 15240 w 61354"/>
                                <a:gd name="connsiteY11" fmla="*/ 3810 h 45720"/>
                                <a:gd name="connsiteX12" fmla="*/ 6668 w 61354"/>
                                <a:gd name="connsiteY12" fmla="*/ 10478 h 45720"/>
                                <a:gd name="connsiteX13" fmla="*/ 0 w 61354"/>
                                <a:gd name="connsiteY13" fmla="*/ 21908 h 45720"/>
                                <a:gd name="connsiteX14" fmla="*/ 0 w 61354"/>
                                <a:gd name="connsiteY14" fmla="*/ 22860 h 45720"/>
                                <a:gd name="connsiteX15" fmla="*/ 0 w 61354"/>
                                <a:gd name="connsiteY15" fmla="*/ 22860 h 45720"/>
                                <a:gd name="connsiteX16" fmla="*/ 0 w 61354"/>
                                <a:gd name="connsiteY16" fmla="*/ 26670 h 45720"/>
                                <a:gd name="connsiteX17" fmla="*/ 953 w 61354"/>
                                <a:gd name="connsiteY17" fmla="*/ 34290 h 45720"/>
                                <a:gd name="connsiteX18" fmla="*/ 1905 w 61354"/>
                                <a:gd name="connsiteY18" fmla="*/ 37147 h 45720"/>
                                <a:gd name="connsiteX19" fmla="*/ 2858 w 61354"/>
                                <a:gd name="connsiteY19" fmla="*/ 39053 h 45720"/>
                                <a:gd name="connsiteX20" fmla="*/ 3810 w 61354"/>
                                <a:gd name="connsiteY20" fmla="*/ 40005 h 45720"/>
                                <a:gd name="connsiteX21" fmla="*/ 3810 w 61354"/>
                                <a:gd name="connsiteY21" fmla="*/ 40005 h 45720"/>
                                <a:gd name="connsiteX22" fmla="*/ 8573 w 61354"/>
                                <a:gd name="connsiteY22" fmla="*/ 43815 h 45720"/>
                                <a:gd name="connsiteX23" fmla="*/ 11430 w 61354"/>
                                <a:gd name="connsiteY23" fmla="*/ 44767 h 45720"/>
                                <a:gd name="connsiteX24" fmla="*/ 13335 w 61354"/>
                                <a:gd name="connsiteY24" fmla="*/ 44767 h 45720"/>
                                <a:gd name="connsiteX25" fmla="*/ 20955 w 61354"/>
                                <a:gd name="connsiteY25" fmla="*/ 43815 h 45720"/>
                                <a:gd name="connsiteX26" fmla="*/ 20955 w 61354"/>
                                <a:gd name="connsiteY26" fmla="*/ 43815 h 45720"/>
                                <a:gd name="connsiteX27" fmla="*/ 22860 w 61354"/>
                                <a:gd name="connsiteY27" fmla="*/ 42863 h 45720"/>
                                <a:gd name="connsiteX28" fmla="*/ 24765 w 61354"/>
                                <a:gd name="connsiteY28" fmla="*/ 43815 h 45720"/>
                                <a:gd name="connsiteX29" fmla="*/ 30480 w 61354"/>
                                <a:gd name="connsiteY29" fmla="*/ 45720 h 45720"/>
                                <a:gd name="connsiteX30" fmla="*/ 31433 w 61354"/>
                                <a:gd name="connsiteY30" fmla="*/ 45720 h 45720"/>
                                <a:gd name="connsiteX31" fmla="*/ 31433 w 61354"/>
                                <a:gd name="connsiteY31" fmla="*/ 45720 h 45720"/>
                                <a:gd name="connsiteX32" fmla="*/ 36195 w 61354"/>
                                <a:gd name="connsiteY32" fmla="*/ 44767 h 45720"/>
                                <a:gd name="connsiteX33" fmla="*/ 40958 w 61354"/>
                                <a:gd name="connsiteY33" fmla="*/ 41910 h 45720"/>
                                <a:gd name="connsiteX34" fmla="*/ 41910 w 61354"/>
                                <a:gd name="connsiteY34" fmla="*/ 41910 h 45720"/>
                                <a:gd name="connsiteX35" fmla="*/ 42863 w 61354"/>
                                <a:gd name="connsiteY35" fmla="*/ 41910 h 45720"/>
                                <a:gd name="connsiteX36" fmla="*/ 44768 w 61354"/>
                                <a:gd name="connsiteY36" fmla="*/ 40958 h 45720"/>
                                <a:gd name="connsiteX37" fmla="*/ 45720 w 61354"/>
                                <a:gd name="connsiteY37" fmla="*/ 40958 h 45720"/>
                                <a:gd name="connsiteX38" fmla="*/ 45720 w 61354"/>
                                <a:gd name="connsiteY38" fmla="*/ 40958 h 45720"/>
                                <a:gd name="connsiteX39" fmla="*/ 45720 w 61354"/>
                                <a:gd name="connsiteY39" fmla="*/ 40958 h 45720"/>
                                <a:gd name="connsiteX40" fmla="*/ 47625 w 61354"/>
                                <a:gd name="connsiteY40" fmla="*/ 40005 h 45720"/>
                                <a:gd name="connsiteX41" fmla="*/ 52388 w 61354"/>
                                <a:gd name="connsiteY41" fmla="*/ 40005 h 45720"/>
                                <a:gd name="connsiteX42" fmla="*/ 54293 w 61354"/>
                                <a:gd name="connsiteY42" fmla="*/ 40005 h 45720"/>
                                <a:gd name="connsiteX43" fmla="*/ 55245 w 61354"/>
                                <a:gd name="connsiteY43" fmla="*/ 40005 h 45720"/>
                                <a:gd name="connsiteX44" fmla="*/ 55245 w 61354"/>
                                <a:gd name="connsiteY44" fmla="*/ 40005 h 45720"/>
                                <a:gd name="connsiteX45" fmla="*/ 55245 w 61354"/>
                                <a:gd name="connsiteY45" fmla="*/ 40005 h 45720"/>
                                <a:gd name="connsiteX46" fmla="*/ 55245 w 61354"/>
                                <a:gd name="connsiteY46" fmla="*/ 40005 h 45720"/>
                                <a:gd name="connsiteX47" fmla="*/ 56198 w 61354"/>
                                <a:gd name="connsiteY47" fmla="*/ 40005 h 45720"/>
                                <a:gd name="connsiteX48" fmla="*/ 56198 w 61354"/>
                                <a:gd name="connsiteY48" fmla="*/ 40005 h 45720"/>
                                <a:gd name="connsiteX49" fmla="*/ 56198 w 61354"/>
                                <a:gd name="connsiteY49" fmla="*/ 40005 h 45720"/>
                                <a:gd name="connsiteX50" fmla="*/ 57150 w 61354"/>
                                <a:gd name="connsiteY50" fmla="*/ 40005 h 45720"/>
                                <a:gd name="connsiteX51" fmla="*/ 58103 w 61354"/>
                                <a:gd name="connsiteY51" fmla="*/ 39053 h 45720"/>
                                <a:gd name="connsiteX52" fmla="*/ 60008 w 61354"/>
                                <a:gd name="connsiteY52" fmla="*/ 37147 h 45720"/>
                                <a:gd name="connsiteX53" fmla="*/ 60960 w 61354"/>
                                <a:gd name="connsiteY53" fmla="*/ 30480 h 45720"/>
                                <a:gd name="connsiteX54" fmla="*/ 60008 w 61354"/>
                                <a:gd name="connsiteY54" fmla="*/ 22860 h 45720"/>
                                <a:gd name="connsiteX55" fmla="*/ 58103 w 61354"/>
                                <a:gd name="connsiteY55" fmla="*/ 16192 h 45720"/>
                                <a:gd name="connsiteX56" fmla="*/ 54293 w 61354"/>
                                <a:gd name="connsiteY56" fmla="*/ 9525 h 45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61354" h="45720">
                                  <a:moveTo>
                                    <a:pt x="54293" y="9525"/>
                                  </a:moveTo>
                                  <a:cubicBezTo>
                                    <a:pt x="54293" y="8572"/>
                                    <a:pt x="53340" y="7620"/>
                                    <a:pt x="53340" y="7620"/>
                                  </a:cubicBezTo>
                                  <a:cubicBezTo>
                                    <a:pt x="53340" y="6667"/>
                                    <a:pt x="52388" y="5715"/>
                                    <a:pt x="52388" y="5715"/>
                                  </a:cubicBezTo>
                                  <a:cubicBezTo>
                                    <a:pt x="52388" y="5715"/>
                                    <a:pt x="52388" y="4763"/>
                                    <a:pt x="51435" y="4763"/>
                                  </a:cubicBezTo>
                                  <a:cubicBezTo>
                                    <a:pt x="51435" y="4763"/>
                                    <a:pt x="50483" y="3810"/>
                                    <a:pt x="50483" y="2858"/>
                                  </a:cubicBezTo>
                                  <a:cubicBezTo>
                                    <a:pt x="50483" y="2858"/>
                                    <a:pt x="50483" y="2858"/>
                                    <a:pt x="50483" y="2858"/>
                                  </a:cubicBezTo>
                                  <a:cubicBezTo>
                                    <a:pt x="50483" y="2858"/>
                                    <a:pt x="50483" y="2858"/>
                                    <a:pt x="50483" y="2858"/>
                                  </a:cubicBezTo>
                                  <a:cubicBezTo>
                                    <a:pt x="50483" y="2858"/>
                                    <a:pt x="50483" y="2858"/>
                                    <a:pt x="50483" y="2858"/>
                                  </a:cubicBezTo>
                                  <a:cubicBezTo>
                                    <a:pt x="50483" y="2858"/>
                                    <a:pt x="49530" y="2858"/>
                                    <a:pt x="49530" y="2858"/>
                                  </a:cubicBezTo>
                                  <a:cubicBezTo>
                                    <a:pt x="48578" y="2858"/>
                                    <a:pt x="47625" y="1905"/>
                                    <a:pt x="45720" y="1905"/>
                                  </a:cubicBezTo>
                                  <a:cubicBezTo>
                                    <a:pt x="42863" y="953"/>
                                    <a:pt x="38100" y="0"/>
                                    <a:pt x="32385" y="0"/>
                                  </a:cubicBezTo>
                                  <a:cubicBezTo>
                                    <a:pt x="26670" y="0"/>
                                    <a:pt x="20955" y="953"/>
                                    <a:pt x="15240" y="3810"/>
                                  </a:cubicBezTo>
                                  <a:cubicBezTo>
                                    <a:pt x="12383" y="5715"/>
                                    <a:pt x="9525" y="7620"/>
                                    <a:pt x="6668" y="10478"/>
                                  </a:cubicBezTo>
                                  <a:cubicBezTo>
                                    <a:pt x="3810" y="13335"/>
                                    <a:pt x="1905" y="17145"/>
                                    <a:pt x="0" y="21908"/>
                                  </a:cubicBezTo>
                                  <a:cubicBezTo>
                                    <a:pt x="0" y="21908"/>
                                    <a:pt x="0" y="21908"/>
                                    <a:pt x="0" y="22860"/>
                                  </a:cubicBezTo>
                                  <a:cubicBezTo>
                                    <a:pt x="0" y="22860"/>
                                    <a:pt x="0" y="22860"/>
                                    <a:pt x="0" y="22860"/>
                                  </a:cubicBezTo>
                                  <a:cubicBezTo>
                                    <a:pt x="0" y="23813"/>
                                    <a:pt x="0" y="24765"/>
                                    <a:pt x="0" y="26670"/>
                                  </a:cubicBezTo>
                                  <a:cubicBezTo>
                                    <a:pt x="0" y="29528"/>
                                    <a:pt x="0" y="32385"/>
                                    <a:pt x="953" y="34290"/>
                                  </a:cubicBezTo>
                                  <a:cubicBezTo>
                                    <a:pt x="953" y="35242"/>
                                    <a:pt x="1905" y="36195"/>
                                    <a:pt x="1905" y="37147"/>
                                  </a:cubicBezTo>
                                  <a:cubicBezTo>
                                    <a:pt x="1905" y="38100"/>
                                    <a:pt x="2858" y="39053"/>
                                    <a:pt x="2858" y="39053"/>
                                  </a:cubicBezTo>
                                  <a:cubicBezTo>
                                    <a:pt x="2858" y="39053"/>
                                    <a:pt x="2858" y="40005"/>
                                    <a:pt x="3810" y="40005"/>
                                  </a:cubicBezTo>
                                  <a:cubicBezTo>
                                    <a:pt x="3810" y="40005"/>
                                    <a:pt x="3810" y="40005"/>
                                    <a:pt x="3810" y="40005"/>
                                  </a:cubicBezTo>
                                  <a:cubicBezTo>
                                    <a:pt x="4763" y="41910"/>
                                    <a:pt x="6668" y="42863"/>
                                    <a:pt x="8573" y="43815"/>
                                  </a:cubicBezTo>
                                  <a:cubicBezTo>
                                    <a:pt x="9525" y="43815"/>
                                    <a:pt x="10478" y="44767"/>
                                    <a:pt x="11430" y="44767"/>
                                  </a:cubicBezTo>
                                  <a:cubicBezTo>
                                    <a:pt x="12383" y="44767"/>
                                    <a:pt x="13335" y="44767"/>
                                    <a:pt x="13335" y="44767"/>
                                  </a:cubicBezTo>
                                  <a:cubicBezTo>
                                    <a:pt x="16193" y="44767"/>
                                    <a:pt x="19050" y="44767"/>
                                    <a:pt x="20955" y="43815"/>
                                  </a:cubicBezTo>
                                  <a:cubicBezTo>
                                    <a:pt x="20955" y="43815"/>
                                    <a:pt x="20955" y="43815"/>
                                    <a:pt x="20955" y="43815"/>
                                  </a:cubicBezTo>
                                  <a:cubicBezTo>
                                    <a:pt x="21908" y="43815"/>
                                    <a:pt x="22860" y="42863"/>
                                    <a:pt x="22860" y="42863"/>
                                  </a:cubicBezTo>
                                  <a:cubicBezTo>
                                    <a:pt x="23813" y="42863"/>
                                    <a:pt x="24765" y="43815"/>
                                    <a:pt x="24765" y="43815"/>
                                  </a:cubicBezTo>
                                  <a:cubicBezTo>
                                    <a:pt x="26670" y="44767"/>
                                    <a:pt x="28575" y="45720"/>
                                    <a:pt x="30480" y="45720"/>
                                  </a:cubicBezTo>
                                  <a:cubicBezTo>
                                    <a:pt x="30480" y="45720"/>
                                    <a:pt x="31433" y="45720"/>
                                    <a:pt x="31433" y="45720"/>
                                  </a:cubicBezTo>
                                  <a:cubicBezTo>
                                    <a:pt x="31433" y="45720"/>
                                    <a:pt x="31433" y="45720"/>
                                    <a:pt x="31433" y="45720"/>
                                  </a:cubicBezTo>
                                  <a:cubicBezTo>
                                    <a:pt x="33338" y="45720"/>
                                    <a:pt x="35243" y="45720"/>
                                    <a:pt x="36195" y="44767"/>
                                  </a:cubicBezTo>
                                  <a:cubicBezTo>
                                    <a:pt x="38100" y="43815"/>
                                    <a:pt x="39053" y="42863"/>
                                    <a:pt x="40958" y="41910"/>
                                  </a:cubicBezTo>
                                  <a:cubicBezTo>
                                    <a:pt x="40958" y="41910"/>
                                    <a:pt x="40958" y="41910"/>
                                    <a:pt x="41910" y="41910"/>
                                  </a:cubicBezTo>
                                  <a:cubicBezTo>
                                    <a:pt x="41910" y="41910"/>
                                    <a:pt x="41910" y="41910"/>
                                    <a:pt x="42863" y="41910"/>
                                  </a:cubicBezTo>
                                  <a:cubicBezTo>
                                    <a:pt x="43815" y="41910"/>
                                    <a:pt x="43815" y="40958"/>
                                    <a:pt x="44768" y="40958"/>
                                  </a:cubicBezTo>
                                  <a:cubicBezTo>
                                    <a:pt x="44768" y="40958"/>
                                    <a:pt x="44768" y="40958"/>
                                    <a:pt x="45720" y="40958"/>
                                  </a:cubicBezTo>
                                  <a:cubicBezTo>
                                    <a:pt x="45720" y="40958"/>
                                    <a:pt x="45720" y="40958"/>
                                    <a:pt x="45720" y="40958"/>
                                  </a:cubicBezTo>
                                  <a:lnTo>
                                    <a:pt x="45720" y="40958"/>
                                  </a:lnTo>
                                  <a:cubicBezTo>
                                    <a:pt x="45720" y="40958"/>
                                    <a:pt x="46673" y="40958"/>
                                    <a:pt x="47625" y="40005"/>
                                  </a:cubicBezTo>
                                  <a:cubicBezTo>
                                    <a:pt x="48578" y="40005"/>
                                    <a:pt x="50483" y="40005"/>
                                    <a:pt x="52388" y="40005"/>
                                  </a:cubicBezTo>
                                  <a:cubicBezTo>
                                    <a:pt x="53340" y="40005"/>
                                    <a:pt x="53340" y="40005"/>
                                    <a:pt x="54293" y="40005"/>
                                  </a:cubicBezTo>
                                  <a:cubicBezTo>
                                    <a:pt x="54293" y="40005"/>
                                    <a:pt x="55245" y="40005"/>
                                    <a:pt x="55245" y="40005"/>
                                  </a:cubicBezTo>
                                  <a:lnTo>
                                    <a:pt x="55245" y="40005"/>
                                  </a:lnTo>
                                  <a:lnTo>
                                    <a:pt x="55245" y="40005"/>
                                  </a:lnTo>
                                  <a:cubicBezTo>
                                    <a:pt x="55245" y="40005"/>
                                    <a:pt x="55245" y="40005"/>
                                    <a:pt x="55245" y="40005"/>
                                  </a:cubicBezTo>
                                  <a:cubicBezTo>
                                    <a:pt x="55245" y="40005"/>
                                    <a:pt x="56198" y="40005"/>
                                    <a:pt x="56198" y="40005"/>
                                  </a:cubicBezTo>
                                  <a:cubicBezTo>
                                    <a:pt x="56198" y="40005"/>
                                    <a:pt x="56198" y="40005"/>
                                    <a:pt x="56198" y="40005"/>
                                  </a:cubicBezTo>
                                  <a:lnTo>
                                    <a:pt x="56198" y="40005"/>
                                  </a:lnTo>
                                  <a:cubicBezTo>
                                    <a:pt x="56198" y="40005"/>
                                    <a:pt x="57150" y="40005"/>
                                    <a:pt x="57150" y="40005"/>
                                  </a:cubicBezTo>
                                  <a:cubicBezTo>
                                    <a:pt x="57150" y="40005"/>
                                    <a:pt x="58103" y="40005"/>
                                    <a:pt x="58103" y="39053"/>
                                  </a:cubicBezTo>
                                  <a:cubicBezTo>
                                    <a:pt x="59055" y="38100"/>
                                    <a:pt x="59055" y="38100"/>
                                    <a:pt x="60008" y="37147"/>
                                  </a:cubicBezTo>
                                  <a:cubicBezTo>
                                    <a:pt x="60960" y="35242"/>
                                    <a:pt x="61913" y="33338"/>
                                    <a:pt x="60960" y="30480"/>
                                  </a:cubicBezTo>
                                  <a:cubicBezTo>
                                    <a:pt x="60960" y="27622"/>
                                    <a:pt x="60008" y="25717"/>
                                    <a:pt x="60008" y="22860"/>
                                  </a:cubicBezTo>
                                  <a:cubicBezTo>
                                    <a:pt x="60008" y="20955"/>
                                    <a:pt x="59055" y="18097"/>
                                    <a:pt x="58103" y="16192"/>
                                  </a:cubicBezTo>
                                  <a:cubicBezTo>
                                    <a:pt x="56198" y="13335"/>
                                    <a:pt x="55245" y="11430"/>
                                    <a:pt x="54293" y="9525"/>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CE0C1842-DFCC-4115-8458-501633A9E40C}"/>
                                </a:ext>
                              </a:extLst>
                            </p:cNvPr>
                            <p:cNvSpPr/>
                            <p:nvPr/>
                          </p:nvSpPr>
                          <p:spPr>
                            <a:xfrm>
                              <a:off x="3417751" y="2878327"/>
                              <a:ext cx="55245" cy="43814"/>
                            </a:xfrm>
                            <a:custGeom>
                              <a:avLst/>
                              <a:gdLst>
                                <a:gd name="connsiteX0" fmla="*/ 50483 w 55245"/>
                                <a:gd name="connsiteY0" fmla="*/ 4763 h 43814"/>
                                <a:gd name="connsiteX1" fmla="*/ 50483 w 55245"/>
                                <a:gd name="connsiteY1" fmla="*/ 4763 h 43814"/>
                                <a:gd name="connsiteX2" fmla="*/ 50483 w 55245"/>
                                <a:gd name="connsiteY2" fmla="*/ 6667 h 43814"/>
                                <a:gd name="connsiteX3" fmla="*/ 51435 w 55245"/>
                                <a:gd name="connsiteY3" fmla="*/ 11430 h 43814"/>
                                <a:gd name="connsiteX4" fmla="*/ 53340 w 55245"/>
                                <a:gd name="connsiteY4" fmla="*/ 18097 h 43814"/>
                                <a:gd name="connsiteX5" fmla="*/ 54293 w 55245"/>
                                <a:gd name="connsiteY5" fmla="*/ 20002 h 43814"/>
                                <a:gd name="connsiteX6" fmla="*/ 54293 w 55245"/>
                                <a:gd name="connsiteY6" fmla="*/ 20955 h 43814"/>
                                <a:gd name="connsiteX7" fmla="*/ 54293 w 55245"/>
                                <a:gd name="connsiteY7" fmla="*/ 20955 h 43814"/>
                                <a:gd name="connsiteX8" fmla="*/ 54293 w 55245"/>
                                <a:gd name="connsiteY8" fmla="*/ 20955 h 43814"/>
                                <a:gd name="connsiteX9" fmla="*/ 54293 w 55245"/>
                                <a:gd name="connsiteY9" fmla="*/ 20955 h 43814"/>
                                <a:gd name="connsiteX10" fmla="*/ 55245 w 55245"/>
                                <a:gd name="connsiteY10" fmla="*/ 24765 h 43814"/>
                                <a:gd name="connsiteX11" fmla="*/ 55245 w 55245"/>
                                <a:gd name="connsiteY11" fmla="*/ 26670 h 43814"/>
                                <a:gd name="connsiteX12" fmla="*/ 55245 w 55245"/>
                                <a:gd name="connsiteY12" fmla="*/ 28575 h 43814"/>
                                <a:gd name="connsiteX13" fmla="*/ 55245 w 55245"/>
                                <a:gd name="connsiteY13" fmla="*/ 29527 h 43814"/>
                                <a:gd name="connsiteX14" fmla="*/ 55245 w 55245"/>
                                <a:gd name="connsiteY14" fmla="*/ 30480 h 43814"/>
                                <a:gd name="connsiteX15" fmla="*/ 55245 w 55245"/>
                                <a:gd name="connsiteY15" fmla="*/ 32385 h 43814"/>
                                <a:gd name="connsiteX16" fmla="*/ 55245 w 55245"/>
                                <a:gd name="connsiteY16" fmla="*/ 35242 h 43814"/>
                                <a:gd name="connsiteX17" fmla="*/ 55245 w 55245"/>
                                <a:gd name="connsiteY17" fmla="*/ 37147 h 43814"/>
                                <a:gd name="connsiteX18" fmla="*/ 55245 w 55245"/>
                                <a:gd name="connsiteY18" fmla="*/ 38100 h 43814"/>
                                <a:gd name="connsiteX19" fmla="*/ 55245 w 55245"/>
                                <a:gd name="connsiteY19" fmla="*/ 39052 h 43814"/>
                                <a:gd name="connsiteX20" fmla="*/ 55245 w 55245"/>
                                <a:gd name="connsiteY20" fmla="*/ 39052 h 43814"/>
                                <a:gd name="connsiteX21" fmla="*/ 55245 w 55245"/>
                                <a:gd name="connsiteY21" fmla="*/ 39052 h 43814"/>
                                <a:gd name="connsiteX22" fmla="*/ 55245 w 55245"/>
                                <a:gd name="connsiteY22" fmla="*/ 39052 h 43814"/>
                                <a:gd name="connsiteX23" fmla="*/ 55245 w 55245"/>
                                <a:gd name="connsiteY23" fmla="*/ 38100 h 43814"/>
                                <a:gd name="connsiteX24" fmla="*/ 55245 w 55245"/>
                                <a:gd name="connsiteY24" fmla="*/ 37147 h 43814"/>
                                <a:gd name="connsiteX25" fmla="*/ 55245 w 55245"/>
                                <a:gd name="connsiteY25" fmla="*/ 35242 h 43814"/>
                                <a:gd name="connsiteX26" fmla="*/ 55245 w 55245"/>
                                <a:gd name="connsiteY26" fmla="*/ 32385 h 43814"/>
                                <a:gd name="connsiteX27" fmla="*/ 55245 w 55245"/>
                                <a:gd name="connsiteY27" fmla="*/ 31432 h 43814"/>
                                <a:gd name="connsiteX28" fmla="*/ 55245 w 55245"/>
                                <a:gd name="connsiteY28" fmla="*/ 30480 h 43814"/>
                                <a:gd name="connsiteX29" fmla="*/ 55245 w 55245"/>
                                <a:gd name="connsiteY29" fmla="*/ 29527 h 43814"/>
                                <a:gd name="connsiteX30" fmla="*/ 55245 w 55245"/>
                                <a:gd name="connsiteY30" fmla="*/ 27622 h 43814"/>
                                <a:gd name="connsiteX31" fmla="*/ 55245 w 55245"/>
                                <a:gd name="connsiteY31" fmla="*/ 25717 h 43814"/>
                                <a:gd name="connsiteX32" fmla="*/ 54293 w 55245"/>
                                <a:gd name="connsiteY32" fmla="*/ 21907 h 43814"/>
                                <a:gd name="connsiteX33" fmla="*/ 54293 w 55245"/>
                                <a:gd name="connsiteY33" fmla="*/ 21907 h 43814"/>
                                <a:gd name="connsiteX34" fmla="*/ 54293 w 55245"/>
                                <a:gd name="connsiteY34" fmla="*/ 21907 h 43814"/>
                                <a:gd name="connsiteX35" fmla="*/ 54293 w 55245"/>
                                <a:gd name="connsiteY35" fmla="*/ 21907 h 43814"/>
                                <a:gd name="connsiteX36" fmla="*/ 54293 w 55245"/>
                                <a:gd name="connsiteY36" fmla="*/ 20955 h 43814"/>
                                <a:gd name="connsiteX37" fmla="*/ 53340 w 55245"/>
                                <a:gd name="connsiteY37" fmla="*/ 19050 h 43814"/>
                                <a:gd name="connsiteX38" fmla="*/ 51435 w 55245"/>
                                <a:gd name="connsiteY38" fmla="*/ 12382 h 43814"/>
                                <a:gd name="connsiteX39" fmla="*/ 49530 w 55245"/>
                                <a:gd name="connsiteY39" fmla="*/ 6667 h 43814"/>
                                <a:gd name="connsiteX40" fmla="*/ 48578 w 55245"/>
                                <a:gd name="connsiteY40" fmla="*/ 7620 h 43814"/>
                                <a:gd name="connsiteX41" fmla="*/ 47625 w 55245"/>
                                <a:gd name="connsiteY41" fmla="*/ 8572 h 43814"/>
                                <a:gd name="connsiteX42" fmla="*/ 46673 w 55245"/>
                                <a:gd name="connsiteY42" fmla="*/ 9525 h 43814"/>
                                <a:gd name="connsiteX43" fmla="*/ 43815 w 55245"/>
                                <a:gd name="connsiteY43" fmla="*/ 12382 h 43814"/>
                                <a:gd name="connsiteX44" fmla="*/ 42863 w 55245"/>
                                <a:gd name="connsiteY44" fmla="*/ 13335 h 43814"/>
                                <a:gd name="connsiteX45" fmla="*/ 42863 w 55245"/>
                                <a:gd name="connsiteY45" fmla="*/ 13335 h 43814"/>
                                <a:gd name="connsiteX46" fmla="*/ 41910 w 55245"/>
                                <a:gd name="connsiteY46" fmla="*/ 15240 h 43814"/>
                                <a:gd name="connsiteX47" fmla="*/ 41910 w 55245"/>
                                <a:gd name="connsiteY47" fmla="*/ 18097 h 43814"/>
                                <a:gd name="connsiteX48" fmla="*/ 41910 w 55245"/>
                                <a:gd name="connsiteY48" fmla="*/ 24765 h 43814"/>
                                <a:gd name="connsiteX49" fmla="*/ 41910 w 55245"/>
                                <a:gd name="connsiteY49" fmla="*/ 28575 h 43814"/>
                                <a:gd name="connsiteX50" fmla="*/ 41910 w 55245"/>
                                <a:gd name="connsiteY50" fmla="*/ 30480 h 43814"/>
                                <a:gd name="connsiteX51" fmla="*/ 41910 w 55245"/>
                                <a:gd name="connsiteY51" fmla="*/ 32385 h 43814"/>
                                <a:gd name="connsiteX52" fmla="*/ 41910 w 55245"/>
                                <a:gd name="connsiteY52" fmla="*/ 35242 h 43814"/>
                                <a:gd name="connsiteX53" fmla="*/ 41910 w 55245"/>
                                <a:gd name="connsiteY53" fmla="*/ 36195 h 43814"/>
                                <a:gd name="connsiteX54" fmla="*/ 41910 w 55245"/>
                                <a:gd name="connsiteY54" fmla="*/ 37147 h 43814"/>
                                <a:gd name="connsiteX55" fmla="*/ 40958 w 55245"/>
                                <a:gd name="connsiteY55" fmla="*/ 40005 h 43814"/>
                                <a:gd name="connsiteX56" fmla="*/ 40958 w 55245"/>
                                <a:gd name="connsiteY56" fmla="*/ 40005 h 43814"/>
                                <a:gd name="connsiteX57" fmla="*/ 40958 w 55245"/>
                                <a:gd name="connsiteY57" fmla="*/ 40005 h 43814"/>
                                <a:gd name="connsiteX58" fmla="*/ 40958 w 55245"/>
                                <a:gd name="connsiteY58" fmla="*/ 40005 h 43814"/>
                                <a:gd name="connsiteX59" fmla="*/ 40958 w 55245"/>
                                <a:gd name="connsiteY59" fmla="*/ 40005 h 43814"/>
                                <a:gd name="connsiteX60" fmla="*/ 40958 w 55245"/>
                                <a:gd name="connsiteY60" fmla="*/ 40005 h 43814"/>
                                <a:gd name="connsiteX61" fmla="*/ 40005 w 55245"/>
                                <a:gd name="connsiteY61" fmla="*/ 40005 h 43814"/>
                                <a:gd name="connsiteX62" fmla="*/ 40958 w 55245"/>
                                <a:gd name="connsiteY62" fmla="*/ 40005 h 43814"/>
                                <a:gd name="connsiteX63" fmla="*/ 40958 w 55245"/>
                                <a:gd name="connsiteY63" fmla="*/ 40005 h 43814"/>
                                <a:gd name="connsiteX64" fmla="*/ 40958 w 55245"/>
                                <a:gd name="connsiteY64" fmla="*/ 40005 h 43814"/>
                                <a:gd name="connsiteX65" fmla="*/ 40958 w 55245"/>
                                <a:gd name="connsiteY65" fmla="*/ 40005 h 43814"/>
                                <a:gd name="connsiteX66" fmla="*/ 40958 w 55245"/>
                                <a:gd name="connsiteY66" fmla="*/ 40005 h 43814"/>
                                <a:gd name="connsiteX67" fmla="*/ 40958 w 55245"/>
                                <a:gd name="connsiteY67" fmla="*/ 40005 h 43814"/>
                                <a:gd name="connsiteX68" fmla="*/ 41910 w 55245"/>
                                <a:gd name="connsiteY68" fmla="*/ 37147 h 43814"/>
                                <a:gd name="connsiteX69" fmla="*/ 41910 w 55245"/>
                                <a:gd name="connsiteY69" fmla="*/ 36195 h 43814"/>
                                <a:gd name="connsiteX70" fmla="*/ 41910 w 55245"/>
                                <a:gd name="connsiteY70" fmla="*/ 35242 h 43814"/>
                                <a:gd name="connsiteX71" fmla="*/ 41910 w 55245"/>
                                <a:gd name="connsiteY71" fmla="*/ 32385 h 43814"/>
                                <a:gd name="connsiteX72" fmla="*/ 41910 w 55245"/>
                                <a:gd name="connsiteY72" fmla="*/ 30480 h 43814"/>
                                <a:gd name="connsiteX73" fmla="*/ 41910 w 55245"/>
                                <a:gd name="connsiteY73" fmla="*/ 28575 h 43814"/>
                                <a:gd name="connsiteX74" fmla="*/ 41910 w 55245"/>
                                <a:gd name="connsiteY74" fmla="*/ 24765 h 43814"/>
                                <a:gd name="connsiteX75" fmla="*/ 40958 w 55245"/>
                                <a:gd name="connsiteY75" fmla="*/ 18097 h 43814"/>
                                <a:gd name="connsiteX76" fmla="*/ 40958 w 55245"/>
                                <a:gd name="connsiteY76" fmla="*/ 15240 h 43814"/>
                                <a:gd name="connsiteX77" fmla="*/ 40958 w 55245"/>
                                <a:gd name="connsiteY77" fmla="*/ 15240 h 43814"/>
                                <a:gd name="connsiteX78" fmla="*/ 40005 w 55245"/>
                                <a:gd name="connsiteY78" fmla="*/ 16192 h 43814"/>
                                <a:gd name="connsiteX79" fmla="*/ 36195 w 55245"/>
                                <a:gd name="connsiteY79" fmla="*/ 20002 h 43814"/>
                                <a:gd name="connsiteX80" fmla="*/ 33338 w 55245"/>
                                <a:gd name="connsiteY80" fmla="*/ 22860 h 43814"/>
                                <a:gd name="connsiteX81" fmla="*/ 33338 w 55245"/>
                                <a:gd name="connsiteY81" fmla="*/ 22860 h 43814"/>
                                <a:gd name="connsiteX82" fmla="*/ 33338 w 55245"/>
                                <a:gd name="connsiteY82" fmla="*/ 23813 h 43814"/>
                                <a:gd name="connsiteX83" fmla="*/ 32385 w 55245"/>
                                <a:gd name="connsiteY83" fmla="*/ 26670 h 43814"/>
                                <a:gd name="connsiteX84" fmla="*/ 32385 w 55245"/>
                                <a:gd name="connsiteY84" fmla="*/ 28575 h 43814"/>
                                <a:gd name="connsiteX85" fmla="*/ 32385 w 55245"/>
                                <a:gd name="connsiteY85" fmla="*/ 31432 h 43814"/>
                                <a:gd name="connsiteX86" fmla="*/ 32385 w 55245"/>
                                <a:gd name="connsiteY86" fmla="*/ 32385 h 43814"/>
                                <a:gd name="connsiteX87" fmla="*/ 32385 w 55245"/>
                                <a:gd name="connsiteY87" fmla="*/ 33338 h 43814"/>
                                <a:gd name="connsiteX88" fmla="*/ 32385 w 55245"/>
                                <a:gd name="connsiteY88" fmla="*/ 34290 h 43814"/>
                                <a:gd name="connsiteX89" fmla="*/ 32385 w 55245"/>
                                <a:gd name="connsiteY89" fmla="*/ 35242 h 43814"/>
                                <a:gd name="connsiteX90" fmla="*/ 31433 w 55245"/>
                                <a:gd name="connsiteY90" fmla="*/ 38100 h 43814"/>
                                <a:gd name="connsiteX91" fmla="*/ 30480 w 55245"/>
                                <a:gd name="connsiteY91" fmla="*/ 40005 h 43814"/>
                                <a:gd name="connsiteX92" fmla="*/ 30480 w 55245"/>
                                <a:gd name="connsiteY92" fmla="*/ 40957 h 43814"/>
                                <a:gd name="connsiteX93" fmla="*/ 30480 w 55245"/>
                                <a:gd name="connsiteY93" fmla="*/ 41910 h 43814"/>
                                <a:gd name="connsiteX94" fmla="*/ 30480 w 55245"/>
                                <a:gd name="connsiteY94" fmla="*/ 42863 h 43814"/>
                                <a:gd name="connsiteX95" fmla="*/ 30480 w 55245"/>
                                <a:gd name="connsiteY95" fmla="*/ 43815 h 43814"/>
                                <a:gd name="connsiteX96" fmla="*/ 30480 w 55245"/>
                                <a:gd name="connsiteY96" fmla="*/ 43815 h 43814"/>
                                <a:gd name="connsiteX97" fmla="*/ 30480 w 55245"/>
                                <a:gd name="connsiteY97" fmla="*/ 42863 h 43814"/>
                                <a:gd name="connsiteX98" fmla="*/ 30480 w 55245"/>
                                <a:gd name="connsiteY98" fmla="*/ 41910 h 43814"/>
                                <a:gd name="connsiteX99" fmla="*/ 30480 w 55245"/>
                                <a:gd name="connsiteY99" fmla="*/ 40957 h 43814"/>
                                <a:gd name="connsiteX100" fmla="*/ 31433 w 55245"/>
                                <a:gd name="connsiteY100" fmla="*/ 38100 h 43814"/>
                                <a:gd name="connsiteX101" fmla="*/ 31433 w 55245"/>
                                <a:gd name="connsiteY101" fmla="*/ 35242 h 43814"/>
                                <a:gd name="connsiteX102" fmla="*/ 31433 w 55245"/>
                                <a:gd name="connsiteY102" fmla="*/ 34290 h 43814"/>
                                <a:gd name="connsiteX103" fmla="*/ 31433 w 55245"/>
                                <a:gd name="connsiteY103" fmla="*/ 33338 h 43814"/>
                                <a:gd name="connsiteX104" fmla="*/ 31433 w 55245"/>
                                <a:gd name="connsiteY104" fmla="*/ 32385 h 43814"/>
                                <a:gd name="connsiteX105" fmla="*/ 31433 w 55245"/>
                                <a:gd name="connsiteY105" fmla="*/ 31432 h 43814"/>
                                <a:gd name="connsiteX106" fmla="*/ 31433 w 55245"/>
                                <a:gd name="connsiteY106" fmla="*/ 30480 h 43814"/>
                                <a:gd name="connsiteX107" fmla="*/ 31433 w 55245"/>
                                <a:gd name="connsiteY107" fmla="*/ 27622 h 43814"/>
                                <a:gd name="connsiteX108" fmla="*/ 31433 w 55245"/>
                                <a:gd name="connsiteY108" fmla="*/ 25717 h 43814"/>
                                <a:gd name="connsiteX109" fmla="*/ 31433 w 55245"/>
                                <a:gd name="connsiteY109" fmla="*/ 23813 h 43814"/>
                                <a:gd name="connsiteX110" fmla="*/ 29528 w 55245"/>
                                <a:gd name="connsiteY110" fmla="*/ 25717 h 43814"/>
                                <a:gd name="connsiteX111" fmla="*/ 25718 w 55245"/>
                                <a:gd name="connsiteY111" fmla="*/ 29527 h 43814"/>
                                <a:gd name="connsiteX112" fmla="*/ 23813 w 55245"/>
                                <a:gd name="connsiteY112" fmla="*/ 31432 h 43814"/>
                                <a:gd name="connsiteX113" fmla="*/ 22860 w 55245"/>
                                <a:gd name="connsiteY113" fmla="*/ 33338 h 43814"/>
                                <a:gd name="connsiteX114" fmla="*/ 20003 w 55245"/>
                                <a:gd name="connsiteY114" fmla="*/ 37147 h 43814"/>
                                <a:gd name="connsiteX115" fmla="*/ 19050 w 55245"/>
                                <a:gd name="connsiteY115" fmla="*/ 39052 h 43814"/>
                                <a:gd name="connsiteX116" fmla="*/ 18098 w 55245"/>
                                <a:gd name="connsiteY116" fmla="*/ 40957 h 43814"/>
                                <a:gd name="connsiteX117" fmla="*/ 18098 w 55245"/>
                                <a:gd name="connsiteY117" fmla="*/ 40957 h 43814"/>
                                <a:gd name="connsiteX118" fmla="*/ 18098 w 55245"/>
                                <a:gd name="connsiteY118" fmla="*/ 40957 h 43814"/>
                                <a:gd name="connsiteX119" fmla="*/ 19050 w 55245"/>
                                <a:gd name="connsiteY119" fmla="*/ 39052 h 43814"/>
                                <a:gd name="connsiteX120" fmla="*/ 20003 w 55245"/>
                                <a:gd name="connsiteY120" fmla="*/ 37147 h 43814"/>
                                <a:gd name="connsiteX121" fmla="*/ 21908 w 55245"/>
                                <a:gd name="connsiteY121" fmla="*/ 33338 h 43814"/>
                                <a:gd name="connsiteX122" fmla="*/ 22860 w 55245"/>
                                <a:gd name="connsiteY122" fmla="*/ 32385 h 43814"/>
                                <a:gd name="connsiteX123" fmla="*/ 23813 w 55245"/>
                                <a:gd name="connsiteY123" fmla="*/ 31432 h 43814"/>
                                <a:gd name="connsiteX124" fmla="*/ 24765 w 55245"/>
                                <a:gd name="connsiteY124" fmla="*/ 30480 h 43814"/>
                                <a:gd name="connsiteX125" fmla="*/ 25718 w 55245"/>
                                <a:gd name="connsiteY125" fmla="*/ 29527 h 43814"/>
                                <a:gd name="connsiteX126" fmla="*/ 28575 w 55245"/>
                                <a:gd name="connsiteY126" fmla="*/ 25717 h 43814"/>
                                <a:gd name="connsiteX127" fmla="*/ 32385 w 55245"/>
                                <a:gd name="connsiteY127" fmla="*/ 21907 h 43814"/>
                                <a:gd name="connsiteX128" fmla="*/ 35243 w 55245"/>
                                <a:gd name="connsiteY128" fmla="*/ 19050 h 43814"/>
                                <a:gd name="connsiteX129" fmla="*/ 34290 w 55245"/>
                                <a:gd name="connsiteY129" fmla="*/ 19050 h 43814"/>
                                <a:gd name="connsiteX130" fmla="*/ 31433 w 55245"/>
                                <a:gd name="connsiteY130" fmla="*/ 20002 h 43814"/>
                                <a:gd name="connsiteX131" fmla="*/ 24765 w 55245"/>
                                <a:gd name="connsiteY131" fmla="*/ 20955 h 43814"/>
                                <a:gd name="connsiteX132" fmla="*/ 20955 w 55245"/>
                                <a:gd name="connsiteY132" fmla="*/ 21907 h 43814"/>
                                <a:gd name="connsiteX133" fmla="*/ 17145 w 55245"/>
                                <a:gd name="connsiteY133" fmla="*/ 22860 h 43814"/>
                                <a:gd name="connsiteX134" fmla="*/ 13335 w 55245"/>
                                <a:gd name="connsiteY134" fmla="*/ 24765 h 43814"/>
                                <a:gd name="connsiteX135" fmla="*/ 9525 w 55245"/>
                                <a:gd name="connsiteY135" fmla="*/ 27622 h 43814"/>
                                <a:gd name="connsiteX136" fmla="*/ 7620 w 55245"/>
                                <a:gd name="connsiteY136" fmla="*/ 29527 h 43814"/>
                                <a:gd name="connsiteX137" fmla="*/ 5715 w 55245"/>
                                <a:gd name="connsiteY137" fmla="*/ 31432 h 43814"/>
                                <a:gd name="connsiteX138" fmla="*/ 4763 w 55245"/>
                                <a:gd name="connsiteY138" fmla="*/ 32385 h 43814"/>
                                <a:gd name="connsiteX139" fmla="*/ 3810 w 55245"/>
                                <a:gd name="connsiteY139" fmla="*/ 33338 h 43814"/>
                                <a:gd name="connsiteX140" fmla="*/ 2858 w 55245"/>
                                <a:gd name="connsiteY140" fmla="*/ 35242 h 43814"/>
                                <a:gd name="connsiteX141" fmla="*/ 2858 w 55245"/>
                                <a:gd name="connsiteY141" fmla="*/ 35242 h 43814"/>
                                <a:gd name="connsiteX142" fmla="*/ 2858 w 55245"/>
                                <a:gd name="connsiteY142" fmla="*/ 35242 h 43814"/>
                                <a:gd name="connsiteX143" fmla="*/ 2858 w 55245"/>
                                <a:gd name="connsiteY143" fmla="*/ 35242 h 43814"/>
                                <a:gd name="connsiteX144" fmla="*/ 5715 w 55245"/>
                                <a:gd name="connsiteY144" fmla="*/ 30480 h 43814"/>
                                <a:gd name="connsiteX145" fmla="*/ 8573 w 55245"/>
                                <a:gd name="connsiteY145" fmla="*/ 26670 h 43814"/>
                                <a:gd name="connsiteX146" fmla="*/ 12383 w 55245"/>
                                <a:gd name="connsiteY146" fmla="*/ 23813 h 43814"/>
                                <a:gd name="connsiteX147" fmla="*/ 16193 w 55245"/>
                                <a:gd name="connsiteY147" fmla="*/ 21907 h 43814"/>
                                <a:gd name="connsiteX148" fmla="*/ 20003 w 55245"/>
                                <a:gd name="connsiteY148" fmla="*/ 20002 h 43814"/>
                                <a:gd name="connsiteX149" fmla="*/ 23813 w 55245"/>
                                <a:gd name="connsiteY149" fmla="*/ 19050 h 43814"/>
                                <a:gd name="connsiteX150" fmla="*/ 30480 w 55245"/>
                                <a:gd name="connsiteY150" fmla="*/ 18097 h 43814"/>
                                <a:gd name="connsiteX151" fmla="*/ 33338 w 55245"/>
                                <a:gd name="connsiteY151" fmla="*/ 17145 h 43814"/>
                                <a:gd name="connsiteX152" fmla="*/ 35243 w 55245"/>
                                <a:gd name="connsiteY152" fmla="*/ 16192 h 43814"/>
                                <a:gd name="connsiteX153" fmla="*/ 36195 w 55245"/>
                                <a:gd name="connsiteY153" fmla="*/ 15240 h 43814"/>
                                <a:gd name="connsiteX154" fmla="*/ 38100 w 55245"/>
                                <a:gd name="connsiteY154" fmla="*/ 12382 h 43814"/>
                                <a:gd name="connsiteX155" fmla="*/ 40005 w 55245"/>
                                <a:gd name="connsiteY155" fmla="*/ 10477 h 43814"/>
                                <a:gd name="connsiteX156" fmla="*/ 41910 w 55245"/>
                                <a:gd name="connsiteY156" fmla="*/ 8572 h 43814"/>
                                <a:gd name="connsiteX157" fmla="*/ 44768 w 55245"/>
                                <a:gd name="connsiteY157" fmla="*/ 5715 h 43814"/>
                                <a:gd name="connsiteX158" fmla="*/ 44768 w 55245"/>
                                <a:gd name="connsiteY158" fmla="*/ 5715 h 43814"/>
                                <a:gd name="connsiteX159" fmla="*/ 44768 w 55245"/>
                                <a:gd name="connsiteY159" fmla="*/ 5715 h 43814"/>
                                <a:gd name="connsiteX160" fmla="*/ 41910 w 55245"/>
                                <a:gd name="connsiteY160" fmla="*/ 5715 h 43814"/>
                                <a:gd name="connsiteX161" fmla="*/ 40005 w 55245"/>
                                <a:gd name="connsiteY161" fmla="*/ 5715 h 43814"/>
                                <a:gd name="connsiteX162" fmla="*/ 38100 w 55245"/>
                                <a:gd name="connsiteY162" fmla="*/ 5715 h 43814"/>
                                <a:gd name="connsiteX163" fmla="*/ 34290 w 55245"/>
                                <a:gd name="connsiteY163" fmla="*/ 5715 h 43814"/>
                                <a:gd name="connsiteX164" fmla="*/ 29528 w 55245"/>
                                <a:gd name="connsiteY164" fmla="*/ 5715 h 43814"/>
                                <a:gd name="connsiteX165" fmla="*/ 24765 w 55245"/>
                                <a:gd name="connsiteY165" fmla="*/ 5715 h 43814"/>
                                <a:gd name="connsiteX166" fmla="*/ 20003 w 55245"/>
                                <a:gd name="connsiteY166" fmla="*/ 6667 h 43814"/>
                                <a:gd name="connsiteX167" fmla="*/ 15240 w 55245"/>
                                <a:gd name="connsiteY167" fmla="*/ 7620 h 43814"/>
                                <a:gd name="connsiteX168" fmla="*/ 10478 w 55245"/>
                                <a:gd name="connsiteY168" fmla="*/ 9525 h 43814"/>
                                <a:gd name="connsiteX169" fmla="*/ 8573 w 55245"/>
                                <a:gd name="connsiteY169" fmla="*/ 10477 h 43814"/>
                                <a:gd name="connsiteX170" fmla="*/ 6668 w 55245"/>
                                <a:gd name="connsiteY170" fmla="*/ 12382 h 43814"/>
                                <a:gd name="connsiteX171" fmla="*/ 4763 w 55245"/>
                                <a:gd name="connsiteY171" fmla="*/ 14288 h 43814"/>
                                <a:gd name="connsiteX172" fmla="*/ 2858 w 55245"/>
                                <a:gd name="connsiteY172" fmla="*/ 16192 h 43814"/>
                                <a:gd name="connsiteX173" fmla="*/ 953 w 55245"/>
                                <a:gd name="connsiteY173" fmla="*/ 18097 h 43814"/>
                                <a:gd name="connsiteX174" fmla="*/ 0 w 55245"/>
                                <a:gd name="connsiteY174" fmla="*/ 19050 h 43814"/>
                                <a:gd name="connsiteX175" fmla="*/ 0 w 55245"/>
                                <a:gd name="connsiteY175" fmla="*/ 18097 h 43814"/>
                                <a:gd name="connsiteX176" fmla="*/ 953 w 55245"/>
                                <a:gd name="connsiteY176" fmla="*/ 17145 h 43814"/>
                                <a:gd name="connsiteX177" fmla="*/ 2858 w 55245"/>
                                <a:gd name="connsiteY177" fmla="*/ 15240 h 43814"/>
                                <a:gd name="connsiteX178" fmla="*/ 4763 w 55245"/>
                                <a:gd name="connsiteY178" fmla="*/ 13335 h 43814"/>
                                <a:gd name="connsiteX179" fmla="*/ 6668 w 55245"/>
                                <a:gd name="connsiteY179" fmla="*/ 11430 h 43814"/>
                                <a:gd name="connsiteX180" fmla="*/ 8573 w 55245"/>
                                <a:gd name="connsiteY180" fmla="*/ 9525 h 43814"/>
                                <a:gd name="connsiteX181" fmla="*/ 10478 w 55245"/>
                                <a:gd name="connsiteY181" fmla="*/ 8572 h 43814"/>
                                <a:gd name="connsiteX182" fmla="*/ 15240 w 55245"/>
                                <a:gd name="connsiteY182" fmla="*/ 6667 h 43814"/>
                                <a:gd name="connsiteX183" fmla="*/ 20003 w 55245"/>
                                <a:gd name="connsiteY183" fmla="*/ 5715 h 43814"/>
                                <a:gd name="connsiteX184" fmla="*/ 24765 w 55245"/>
                                <a:gd name="connsiteY184" fmla="*/ 4763 h 43814"/>
                                <a:gd name="connsiteX185" fmla="*/ 29528 w 55245"/>
                                <a:gd name="connsiteY185" fmla="*/ 4763 h 43814"/>
                                <a:gd name="connsiteX186" fmla="*/ 34290 w 55245"/>
                                <a:gd name="connsiteY186" fmla="*/ 4763 h 43814"/>
                                <a:gd name="connsiteX187" fmla="*/ 38100 w 55245"/>
                                <a:gd name="connsiteY187" fmla="*/ 4763 h 43814"/>
                                <a:gd name="connsiteX188" fmla="*/ 40005 w 55245"/>
                                <a:gd name="connsiteY188" fmla="*/ 4763 h 43814"/>
                                <a:gd name="connsiteX189" fmla="*/ 41910 w 55245"/>
                                <a:gd name="connsiteY189" fmla="*/ 4763 h 43814"/>
                                <a:gd name="connsiteX190" fmla="*/ 44768 w 55245"/>
                                <a:gd name="connsiteY190" fmla="*/ 4763 h 43814"/>
                                <a:gd name="connsiteX191" fmla="*/ 45720 w 55245"/>
                                <a:gd name="connsiteY191" fmla="*/ 4763 h 43814"/>
                                <a:gd name="connsiteX192" fmla="*/ 45720 w 55245"/>
                                <a:gd name="connsiteY192" fmla="*/ 4763 h 43814"/>
                                <a:gd name="connsiteX193" fmla="*/ 46673 w 55245"/>
                                <a:gd name="connsiteY193" fmla="*/ 3810 h 43814"/>
                                <a:gd name="connsiteX194" fmla="*/ 48578 w 55245"/>
                                <a:gd name="connsiteY194" fmla="*/ 1905 h 43814"/>
                                <a:gd name="connsiteX195" fmla="*/ 49530 w 55245"/>
                                <a:gd name="connsiteY195" fmla="*/ 0 h 43814"/>
                                <a:gd name="connsiteX196" fmla="*/ 50483 w 55245"/>
                                <a:gd name="connsiteY196" fmla="*/ 1905 h 43814"/>
                                <a:gd name="connsiteX197" fmla="*/ 50483 w 55245"/>
                                <a:gd name="connsiteY197" fmla="*/ 4763 h 4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55245" h="43814">
                                  <a:moveTo>
                                    <a:pt x="50483" y="4763"/>
                                  </a:moveTo>
                                  <a:cubicBezTo>
                                    <a:pt x="50483" y="4763"/>
                                    <a:pt x="50483" y="4763"/>
                                    <a:pt x="50483" y="4763"/>
                                  </a:cubicBezTo>
                                  <a:cubicBezTo>
                                    <a:pt x="50483" y="4763"/>
                                    <a:pt x="50483" y="5715"/>
                                    <a:pt x="50483" y="6667"/>
                                  </a:cubicBezTo>
                                  <a:cubicBezTo>
                                    <a:pt x="50483" y="7620"/>
                                    <a:pt x="51435" y="9525"/>
                                    <a:pt x="51435" y="11430"/>
                                  </a:cubicBezTo>
                                  <a:cubicBezTo>
                                    <a:pt x="52388" y="13335"/>
                                    <a:pt x="52388" y="16192"/>
                                    <a:pt x="53340" y="18097"/>
                                  </a:cubicBezTo>
                                  <a:cubicBezTo>
                                    <a:pt x="53340" y="19050"/>
                                    <a:pt x="53340" y="19050"/>
                                    <a:pt x="54293" y="20002"/>
                                  </a:cubicBezTo>
                                  <a:cubicBezTo>
                                    <a:pt x="54293" y="20002"/>
                                    <a:pt x="54293" y="20955"/>
                                    <a:pt x="54293" y="20955"/>
                                  </a:cubicBezTo>
                                  <a:lnTo>
                                    <a:pt x="54293" y="20955"/>
                                  </a:lnTo>
                                  <a:lnTo>
                                    <a:pt x="54293" y="20955"/>
                                  </a:lnTo>
                                  <a:lnTo>
                                    <a:pt x="54293" y="20955"/>
                                  </a:lnTo>
                                  <a:cubicBezTo>
                                    <a:pt x="54293" y="21907"/>
                                    <a:pt x="55245" y="23813"/>
                                    <a:pt x="55245" y="24765"/>
                                  </a:cubicBezTo>
                                  <a:cubicBezTo>
                                    <a:pt x="55245" y="25717"/>
                                    <a:pt x="55245" y="25717"/>
                                    <a:pt x="55245" y="26670"/>
                                  </a:cubicBezTo>
                                  <a:cubicBezTo>
                                    <a:pt x="55245" y="27622"/>
                                    <a:pt x="55245" y="27622"/>
                                    <a:pt x="55245" y="28575"/>
                                  </a:cubicBezTo>
                                  <a:cubicBezTo>
                                    <a:pt x="55245" y="28575"/>
                                    <a:pt x="55245" y="29527"/>
                                    <a:pt x="55245" y="29527"/>
                                  </a:cubicBezTo>
                                  <a:cubicBezTo>
                                    <a:pt x="55245" y="29527"/>
                                    <a:pt x="55245" y="30480"/>
                                    <a:pt x="55245" y="30480"/>
                                  </a:cubicBezTo>
                                  <a:cubicBezTo>
                                    <a:pt x="55245" y="31432"/>
                                    <a:pt x="55245" y="31432"/>
                                    <a:pt x="55245" y="32385"/>
                                  </a:cubicBezTo>
                                  <a:cubicBezTo>
                                    <a:pt x="55245" y="33338"/>
                                    <a:pt x="55245" y="34290"/>
                                    <a:pt x="55245" y="35242"/>
                                  </a:cubicBezTo>
                                  <a:cubicBezTo>
                                    <a:pt x="55245" y="36195"/>
                                    <a:pt x="55245" y="36195"/>
                                    <a:pt x="55245" y="37147"/>
                                  </a:cubicBezTo>
                                  <a:cubicBezTo>
                                    <a:pt x="55245" y="37147"/>
                                    <a:pt x="55245" y="38100"/>
                                    <a:pt x="55245" y="38100"/>
                                  </a:cubicBezTo>
                                  <a:cubicBezTo>
                                    <a:pt x="55245" y="38100"/>
                                    <a:pt x="55245" y="38100"/>
                                    <a:pt x="55245" y="39052"/>
                                  </a:cubicBezTo>
                                  <a:cubicBezTo>
                                    <a:pt x="55245" y="39052"/>
                                    <a:pt x="55245" y="39052"/>
                                    <a:pt x="55245" y="39052"/>
                                  </a:cubicBezTo>
                                  <a:lnTo>
                                    <a:pt x="55245" y="39052"/>
                                  </a:lnTo>
                                  <a:cubicBezTo>
                                    <a:pt x="55245" y="39052"/>
                                    <a:pt x="55245" y="39052"/>
                                    <a:pt x="55245" y="39052"/>
                                  </a:cubicBezTo>
                                  <a:cubicBezTo>
                                    <a:pt x="55245" y="39052"/>
                                    <a:pt x="55245" y="39052"/>
                                    <a:pt x="55245" y="38100"/>
                                  </a:cubicBezTo>
                                  <a:cubicBezTo>
                                    <a:pt x="55245" y="38100"/>
                                    <a:pt x="55245" y="37147"/>
                                    <a:pt x="55245" y="37147"/>
                                  </a:cubicBezTo>
                                  <a:cubicBezTo>
                                    <a:pt x="55245" y="36195"/>
                                    <a:pt x="55245" y="36195"/>
                                    <a:pt x="55245" y="35242"/>
                                  </a:cubicBezTo>
                                  <a:cubicBezTo>
                                    <a:pt x="55245" y="34290"/>
                                    <a:pt x="55245" y="33338"/>
                                    <a:pt x="55245" y="32385"/>
                                  </a:cubicBezTo>
                                  <a:cubicBezTo>
                                    <a:pt x="55245" y="32385"/>
                                    <a:pt x="55245" y="31432"/>
                                    <a:pt x="55245" y="31432"/>
                                  </a:cubicBezTo>
                                  <a:cubicBezTo>
                                    <a:pt x="55245" y="31432"/>
                                    <a:pt x="55245" y="30480"/>
                                    <a:pt x="55245" y="30480"/>
                                  </a:cubicBezTo>
                                  <a:cubicBezTo>
                                    <a:pt x="55245" y="30480"/>
                                    <a:pt x="55245" y="29527"/>
                                    <a:pt x="55245" y="29527"/>
                                  </a:cubicBezTo>
                                  <a:cubicBezTo>
                                    <a:pt x="55245" y="28575"/>
                                    <a:pt x="55245" y="28575"/>
                                    <a:pt x="55245" y="27622"/>
                                  </a:cubicBezTo>
                                  <a:cubicBezTo>
                                    <a:pt x="55245" y="26670"/>
                                    <a:pt x="55245" y="26670"/>
                                    <a:pt x="55245" y="25717"/>
                                  </a:cubicBezTo>
                                  <a:cubicBezTo>
                                    <a:pt x="55245" y="24765"/>
                                    <a:pt x="55245" y="22860"/>
                                    <a:pt x="54293" y="21907"/>
                                  </a:cubicBezTo>
                                  <a:lnTo>
                                    <a:pt x="54293" y="21907"/>
                                  </a:lnTo>
                                  <a:lnTo>
                                    <a:pt x="54293" y="21907"/>
                                  </a:lnTo>
                                  <a:lnTo>
                                    <a:pt x="54293" y="21907"/>
                                  </a:lnTo>
                                  <a:cubicBezTo>
                                    <a:pt x="54293" y="21907"/>
                                    <a:pt x="54293" y="20955"/>
                                    <a:pt x="54293" y="20955"/>
                                  </a:cubicBezTo>
                                  <a:cubicBezTo>
                                    <a:pt x="54293" y="20002"/>
                                    <a:pt x="54293" y="20002"/>
                                    <a:pt x="53340" y="19050"/>
                                  </a:cubicBezTo>
                                  <a:cubicBezTo>
                                    <a:pt x="52388" y="16192"/>
                                    <a:pt x="51435" y="14288"/>
                                    <a:pt x="51435" y="12382"/>
                                  </a:cubicBezTo>
                                  <a:cubicBezTo>
                                    <a:pt x="50483" y="9525"/>
                                    <a:pt x="50483" y="7620"/>
                                    <a:pt x="49530" y="6667"/>
                                  </a:cubicBezTo>
                                  <a:cubicBezTo>
                                    <a:pt x="49530" y="6667"/>
                                    <a:pt x="49530" y="7620"/>
                                    <a:pt x="48578" y="7620"/>
                                  </a:cubicBezTo>
                                  <a:cubicBezTo>
                                    <a:pt x="48578" y="7620"/>
                                    <a:pt x="47625" y="8572"/>
                                    <a:pt x="47625" y="8572"/>
                                  </a:cubicBezTo>
                                  <a:cubicBezTo>
                                    <a:pt x="47625" y="8572"/>
                                    <a:pt x="46673" y="9525"/>
                                    <a:pt x="46673" y="9525"/>
                                  </a:cubicBezTo>
                                  <a:cubicBezTo>
                                    <a:pt x="45720" y="10477"/>
                                    <a:pt x="44768" y="11430"/>
                                    <a:pt x="43815" y="12382"/>
                                  </a:cubicBezTo>
                                  <a:cubicBezTo>
                                    <a:pt x="43815" y="12382"/>
                                    <a:pt x="43815" y="12382"/>
                                    <a:pt x="42863" y="13335"/>
                                  </a:cubicBezTo>
                                  <a:cubicBezTo>
                                    <a:pt x="42863" y="13335"/>
                                    <a:pt x="42863" y="13335"/>
                                    <a:pt x="42863" y="13335"/>
                                  </a:cubicBezTo>
                                  <a:cubicBezTo>
                                    <a:pt x="42863" y="14288"/>
                                    <a:pt x="41910" y="14288"/>
                                    <a:pt x="41910" y="15240"/>
                                  </a:cubicBezTo>
                                  <a:cubicBezTo>
                                    <a:pt x="41910" y="16192"/>
                                    <a:pt x="41910" y="17145"/>
                                    <a:pt x="41910" y="18097"/>
                                  </a:cubicBezTo>
                                  <a:cubicBezTo>
                                    <a:pt x="41910" y="20002"/>
                                    <a:pt x="41910" y="22860"/>
                                    <a:pt x="41910" y="24765"/>
                                  </a:cubicBezTo>
                                  <a:cubicBezTo>
                                    <a:pt x="41910" y="25717"/>
                                    <a:pt x="41910" y="27622"/>
                                    <a:pt x="41910" y="28575"/>
                                  </a:cubicBezTo>
                                  <a:cubicBezTo>
                                    <a:pt x="41910" y="29527"/>
                                    <a:pt x="41910" y="29527"/>
                                    <a:pt x="41910" y="30480"/>
                                  </a:cubicBezTo>
                                  <a:cubicBezTo>
                                    <a:pt x="41910" y="31432"/>
                                    <a:pt x="41910" y="31432"/>
                                    <a:pt x="41910" y="32385"/>
                                  </a:cubicBezTo>
                                  <a:cubicBezTo>
                                    <a:pt x="41910" y="33338"/>
                                    <a:pt x="41910" y="34290"/>
                                    <a:pt x="41910" y="35242"/>
                                  </a:cubicBezTo>
                                  <a:cubicBezTo>
                                    <a:pt x="41910" y="35242"/>
                                    <a:pt x="41910" y="36195"/>
                                    <a:pt x="41910" y="36195"/>
                                  </a:cubicBezTo>
                                  <a:cubicBezTo>
                                    <a:pt x="41910" y="36195"/>
                                    <a:pt x="41910" y="37147"/>
                                    <a:pt x="41910" y="37147"/>
                                  </a:cubicBezTo>
                                  <a:cubicBezTo>
                                    <a:pt x="41910" y="38100"/>
                                    <a:pt x="40958" y="39052"/>
                                    <a:pt x="40958" y="40005"/>
                                  </a:cubicBezTo>
                                  <a:cubicBezTo>
                                    <a:pt x="40958" y="40005"/>
                                    <a:pt x="40958" y="40005"/>
                                    <a:pt x="40958" y="40005"/>
                                  </a:cubicBezTo>
                                  <a:cubicBezTo>
                                    <a:pt x="40958" y="40005"/>
                                    <a:pt x="40958" y="40005"/>
                                    <a:pt x="40958" y="40005"/>
                                  </a:cubicBezTo>
                                  <a:cubicBezTo>
                                    <a:pt x="40958" y="40005"/>
                                    <a:pt x="40958" y="40005"/>
                                    <a:pt x="40958" y="40005"/>
                                  </a:cubicBezTo>
                                  <a:cubicBezTo>
                                    <a:pt x="40958" y="40005"/>
                                    <a:pt x="40958" y="40005"/>
                                    <a:pt x="40958" y="40005"/>
                                  </a:cubicBezTo>
                                  <a:cubicBezTo>
                                    <a:pt x="40958" y="40005"/>
                                    <a:pt x="40958" y="40005"/>
                                    <a:pt x="40958" y="40005"/>
                                  </a:cubicBezTo>
                                  <a:cubicBezTo>
                                    <a:pt x="40958" y="40005"/>
                                    <a:pt x="40958" y="40005"/>
                                    <a:pt x="40005" y="40005"/>
                                  </a:cubicBezTo>
                                  <a:cubicBezTo>
                                    <a:pt x="40005" y="40005"/>
                                    <a:pt x="40005" y="40005"/>
                                    <a:pt x="40958" y="40005"/>
                                  </a:cubicBezTo>
                                  <a:cubicBezTo>
                                    <a:pt x="40958" y="40005"/>
                                    <a:pt x="40958" y="40005"/>
                                    <a:pt x="40958" y="40005"/>
                                  </a:cubicBezTo>
                                  <a:cubicBezTo>
                                    <a:pt x="40958" y="40005"/>
                                    <a:pt x="40958" y="40005"/>
                                    <a:pt x="40958" y="40005"/>
                                  </a:cubicBezTo>
                                  <a:cubicBezTo>
                                    <a:pt x="40958" y="40005"/>
                                    <a:pt x="40958" y="40005"/>
                                    <a:pt x="40958" y="40005"/>
                                  </a:cubicBezTo>
                                  <a:cubicBezTo>
                                    <a:pt x="40958" y="40005"/>
                                    <a:pt x="40958" y="40005"/>
                                    <a:pt x="40958" y="40005"/>
                                  </a:cubicBezTo>
                                  <a:cubicBezTo>
                                    <a:pt x="40958" y="40005"/>
                                    <a:pt x="40958" y="40005"/>
                                    <a:pt x="40958" y="40005"/>
                                  </a:cubicBezTo>
                                  <a:cubicBezTo>
                                    <a:pt x="40958" y="39052"/>
                                    <a:pt x="41910" y="39052"/>
                                    <a:pt x="41910" y="37147"/>
                                  </a:cubicBezTo>
                                  <a:cubicBezTo>
                                    <a:pt x="41910" y="37147"/>
                                    <a:pt x="41910" y="36195"/>
                                    <a:pt x="41910" y="36195"/>
                                  </a:cubicBezTo>
                                  <a:cubicBezTo>
                                    <a:pt x="41910" y="36195"/>
                                    <a:pt x="41910" y="35242"/>
                                    <a:pt x="41910" y="35242"/>
                                  </a:cubicBezTo>
                                  <a:cubicBezTo>
                                    <a:pt x="41910" y="34290"/>
                                    <a:pt x="41910" y="33338"/>
                                    <a:pt x="41910" y="32385"/>
                                  </a:cubicBezTo>
                                  <a:cubicBezTo>
                                    <a:pt x="41910" y="31432"/>
                                    <a:pt x="41910" y="31432"/>
                                    <a:pt x="41910" y="30480"/>
                                  </a:cubicBezTo>
                                  <a:cubicBezTo>
                                    <a:pt x="41910" y="29527"/>
                                    <a:pt x="41910" y="29527"/>
                                    <a:pt x="41910" y="28575"/>
                                  </a:cubicBezTo>
                                  <a:cubicBezTo>
                                    <a:pt x="41910" y="27622"/>
                                    <a:pt x="41910" y="25717"/>
                                    <a:pt x="41910" y="24765"/>
                                  </a:cubicBezTo>
                                  <a:cubicBezTo>
                                    <a:pt x="41910" y="21907"/>
                                    <a:pt x="40958" y="20002"/>
                                    <a:pt x="40958" y="18097"/>
                                  </a:cubicBezTo>
                                  <a:cubicBezTo>
                                    <a:pt x="40958" y="17145"/>
                                    <a:pt x="40958" y="16192"/>
                                    <a:pt x="40958" y="15240"/>
                                  </a:cubicBezTo>
                                  <a:cubicBezTo>
                                    <a:pt x="40958" y="15240"/>
                                    <a:pt x="40958" y="15240"/>
                                    <a:pt x="40958" y="15240"/>
                                  </a:cubicBezTo>
                                  <a:cubicBezTo>
                                    <a:pt x="40958" y="15240"/>
                                    <a:pt x="40005" y="16192"/>
                                    <a:pt x="40005" y="16192"/>
                                  </a:cubicBezTo>
                                  <a:cubicBezTo>
                                    <a:pt x="39053" y="17145"/>
                                    <a:pt x="38100" y="19050"/>
                                    <a:pt x="36195" y="20002"/>
                                  </a:cubicBezTo>
                                  <a:cubicBezTo>
                                    <a:pt x="35243" y="20955"/>
                                    <a:pt x="34290" y="21907"/>
                                    <a:pt x="33338" y="22860"/>
                                  </a:cubicBezTo>
                                  <a:cubicBezTo>
                                    <a:pt x="33338" y="22860"/>
                                    <a:pt x="33338" y="22860"/>
                                    <a:pt x="33338" y="22860"/>
                                  </a:cubicBezTo>
                                  <a:cubicBezTo>
                                    <a:pt x="33338" y="22860"/>
                                    <a:pt x="33338" y="22860"/>
                                    <a:pt x="33338" y="23813"/>
                                  </a:cubicBezTo>
                                  <a:cubicBezTo>
                                    <a:pt x="33338" y="24765"/>
                                    <a:pt x="32385" y="25717"/>
                                    <a:pt x="32385" y="26670"/>
                                  </a:cubicBezTo>
                                  <a:cubicBezTo>
                                    <a:pt x="32385" y="27622"/>
                                    <a:pt x="32385" y="28575"/>
                                    <a:pt x="32385" y="28575"/>
                                  </a:cubicBezTo>
                                  <a:cubicBezTo>
                                    <a:pt x="32385" y="29527"/>
                                    <a:pt x="32385" y="30480"/>
                                    <a:pt x="32385" y="31432"/>
                                  </a:cubicBezTo>
                                  <a:cubicBezTo>
                                    <a:pt x="32385" y="31432"/>
                                    <a:pt x="32385" y="32385"/>
                                    <a:pt x="32385" y="32385"/>
                                  </a:cubicBezTo>
                                  <a:cubicBezTo>
                                    <a:pt x="32385" y="32385"/>
                                    <a:pt x="32385" y="33338"/>
                                    <a:pt x="32385" y="33338"/>
                                  </a:cubicBezTo>
                                  <a:cubicBezTo>
                                    <a:pt x="32385" y="33338"/>
                                    <a:pt x="32385" y="34290"/>
                                    <a:pt x="32385" y="34290"/>
                                  </a:cubicBezTo>
                                  <a:cubicBezTo>
                                    <a:pt x="32385" y="34290"/>
                                    <a:pt x="32385" y="35242"/>
                                    <a:pt x="32385" y="35242"/>
                                  </a:cubicBezTo>
                                  <a:cubicBezTo>
                                    <a:pt x="32385" y="36195"/>
                                    <a:pt x="32385" y="37147"/>
                                    <a:pt x="31433" y="38100"/>
                                  </a:cubicBezTo>
                                  <a:cubicBezTo>
                                    <a:pt x="31433" y="39052"/>
                                    <a:pt x="31433" y="40005"/>
                                    <a:pt x="30480" y="40005"/>
                                  </a:cubicBezTo>
                                  <a:cubicBezTo>
                                    <a:pt x="30480" y="40005"/>
                                    <a:pt x="30480" y="40957"/>
                                    <a:pt x="30480" y="40957"/>
                                  </a:cubicBezTo>
                                  <a:cubicBezTo>
                                    <a:pt x="30480" y="40957"/>
                                    <a:pt x="30480" y="41910"/>
                                    <a:pt x="30480" y="41910"/>
                                  </a:cubicBezTo>
                                  <a:cubicBezTo>
                                    <a:pt x="30480" y="41910"/>
                                    <a:pt x="30480" y="41910"/>
                                    <a:pt x="30480" y="42863"/>
                                  </a:cubicBezTo>
                                  <a:cubicBezTo>
                                    <a:pt x="30480" y="42863"/>
                                    <a:pt x="30480" y="42863"/>
                                    <a:pt x="30480" y="43815"/>
                                  </a:cubicBezTo>
                                  <a:cubicBezTo>
                                    <a:pt x="30480" y="43815"/>
                                    <a:pt x="30480" y="43815"/>
                                    <a:pt x="30480" y="43815"/>
                                  </a:cubicBezTo>
                                  <a:cubicBezTo>
                                    <a:pt x="30480" y="43815"/>
                                    <a:pt x="30480" y="42863"/>
                                    <a:pt x="30480" y="42863"/>
                                  </a:cubicBezTo>
                                  <a:cubicBezTo>
                                    <a:pt x="30480" y="42863"/>
                                    <a:pt x="30480" y="41910"/>
                                    <a:pt x="30480" y="41910"/>
                                  </a:cubicBezTo>
                                  <a:cubicBezTo>
                                    <a:pt x="30480" y="41910"/>
                                    <a:pt x="30480" y="40957"/>
                                    <a:pt x="30480" y="40957"/>
                                  </a:cubicBezTo>
                                  <a:cubicBezTo>
                                    <a:pt x="30480" y="40005"/>
                                    <a:pt x="30480" y="39052"/>
                                    <a:pt x="31433" y="38100"/>
                                  </a:cubicBezTo>
                                  <a:cubicBezTo>
                                    <a:pt x="31433" y="37147"/>
                                    <a:pt x="31433" y="36195"/>
                                    <a:pt x="31433" y="35242"/>
                                  </a:cubicBezTo>
                                  <a:lnTo>
                                    <a:pt x="31433" y="34290"/>
                                  </a:lnTo>
                                  <a:lnTo>
                                    <a:pt x="31433" y="33338"/>
                                  </a:lnTo>
                                  <a:cubicBezTo>
                                    <a:pt x="31433" y="33338"/>
                                    <a:pt x="31433" y="32385"/>
                                    <a:pt x="31433" y="32385"/>
                                  </a:cubicBezTo>
                                  <a:cubicBezTo>
                                    <a:pt x="31433" y="32385"/>
                                    <a:pt x="31433" y="31432"/>
                                    <a:pt x="31433" y="31432"/>
                                  </a:cubicBezTo>
                                  <a:cubicBezTo>
                                    <a:pt x="31433" y="31432"/>
                                    <a:pt x="31433" y="30480"/>
                                    <a:pt x="31433" y="30480"/>
                                  </a:cubicBezTo>
                                  <a:cubicBezTo>
                                    <a:pt x="31433" y="29527"/>
                                    <a:pt x="31433" y="28575"/>
                                    <a:pt x="31433" y="27622"/>
                                  </a:cubicBezTo>
                                  <a:cubicBezTo>
                                    <a:pt x="31433" y="26670"/>
                                    <a:pt x="31433" y="25717"/>
                                    <a:pt x="31433" y="25717"/>
                                  </a:cubicBezTo>
                                  <a:cubicBezTo>
                                    <a:pt x="31433" y="24765"/>
                                    <a:pt x="31433" y="23813"/>
                                    <a:pt x="31433" y="23813"/>
                                  </a:cubicBezTo>
                                  <a:cubicBezTo>
                                    <a:pt x="30480" y="24765"/>
                                    <a:pt x="30480" y="25717"/>
                                    <a:pt x="29528" y="25717"/>
                                  </a:cubicBezTo>
                                  <a:cubicBezTo>
                                    <a:pt x="28575" y="26670"/>
                                    <a:pt x="27623" y="28575"/>
                                    <a:pt x="25718" y="29527"/>
                                  </a:cubicBezTo>
                                  <a:cubicBezTo>
                                    <a:pt x="24765" y="30480"/>
                                    <a:pt x="24765" y="30480"/>
                                    <a:pt x="23813" y="31432"/>
                                  </a:cubicBezTo>
                                  <a:cubicBezTo>
                                    <a:pt x="23813" y="32385"/>
                                    <a:pt x="22860" y="32385"/>
                                    <a:pt x="22860" y="33338"/>
                                  </a:cubicBezTo>
                                  <a:cubicBezTo>
                                    <a:pt x="21908" y="34290"/>
                                    <a:pt x="20955" y="36195"/>
                                    <a:pt x="20003" y="37147"/>
                                  </a:cubicBezTo>
                                  <a:cubicBezTo>
                                    <a:pt x="20003" y="38100"/>
                                    <a:pt x="19050" y="38100"/>
                                    <a:pt x="19050" y="39052"/>
                                  </a:cubicBezTo>
                                  <a:cubicBezTo>
                                    <a:pt x="19050" y="40005"/>
                                    <a:pt x="18098" y="40005"/>
                                    <a:pt x="18098" y="40957"/>
                                  </a:cubicBezTo>
                                  <a:cubicBezTo>
                                    <a:pt x="18098" y="40957"/>
                                    <a:pt x="18098" y="40957"/>
                                    <a:pt x="18098" y="40957"/>
                                  </a:cubicBezTo>
                                  <a:lnTo>
                                    <a:pt x="18098" y="40957"/>
                                  </a:lnTo>
                                  <a:cubicBezTo>
                                    <a:pt x="18098" y="40005"/>
                                    <a:pt x="18098" y="40005"/>
                                    <a:pt x="19050" y="39052"/>
                                  </a:cubicBezTo>
                                  <a:cubicBezTo>
                                    <a:pt x="19050" y="38100"/>
                                    <a:pt x="20003" y="37147"/>
                                    <a:pt x="20003" y="37147"/>
                                  </a:cubicBezTo>
                                  <a:cubicBezTo>
                                    <a:pt x="20955" y="35242"/>
                                    <a:pt x="20955" y="34290"/>
                                    <a:pt x="21908" y="33338"/>
                                  </a:cubicBezTo>
                                  <a:cubicBezTo>
                                    <a:pt x="21908" y="33338"/>
                                    <a:pt x="21908" y="32385"/>
                                    <a:pt x="22860" y="32385"/>
                                  </a:cubicBezTo>
                                  <a:cubicBezTo>
                                    <a:pt x="22860" y="32385"/>
                                    <a:pt x="22860" y="31432"/>
                                    <a:pt x="23813" y="31432"/>
                                  </a:cubicBezTo>
                                  <a:cubicBezTo>
                                    <a:pt x="23813" y="31432"/>
                                    <a:pt x="23813" y="30480"/>
                                    <a:pt x="24765" y="30480"/>
                                  </a:cubicBezTo>
                                  <a:cubicBezTo>
                                    <a:pt x="24765" y="30480"/>
                                    <a:pt x="25718" y="29527"/>
                                    <a:pt x="25718" y="29527"/>
                                  </a:cubicBezTo>
                                  <a:cubicBezTo>
                                    <a:pt x="26670" y="28575"/>
                                    <a:pt x="27623" y="26670"/>
                                    <a:pt x="28575" y="25717"/>
                                  </a:cubicBezTo>
                                  <a:cubicBezTo>
                                    <a:pt x="29528" y="24765"/>
                                    <a:pt x="30480" y="22860"/>
                                    <a:pt x="32385" y="21907"/>
                                  </a:cubicBezTo>
                                  <a:cubicBezTo>
                                    <a:pt x="33338" y="20955"/>
                                    <a:pt x="34290" y="20002"/>
                                    <a:pt x="35243" y="19050"/>
                                  </a:cubicBezTo>
                                  <a:cubicBezTo>
                                    <a:pt x="35243" y="19050"/>
                                    <a:pt x="35243" y="19050"/>
                                    <a:pt x="34290" y="19050"/>
                                  </a:cubicBezTo>
                                  <a:cubicBezTo>
                                    <a:pt x="33338" y="19050"/>
                                    <a:pt x="32385" y="20002"/>
                                    <a:pt x="31433" y="20002"/>
                                  </a:cubicBezTo>
                                  <a:cubicBezTo>
                                    <a:pt x="29528" y="20955"/>
                                    <a:pt x="26670" y="20955"/>
                                    <a:pt x="24765" y="20955"/>
                                  </a:cubicBezTo>
                                  <a:cubicBezTo>
                                    <a:pt x="23813" y="20955"/>
                                    <a:pt x="21908" y="20955"/>
                                    <a:pt x="20955" y="21907"/>
                                  </a:cubicBezTo>
                                  <a:cubicBezTo>
                                    <a:pt x="20003" y="21907"/>
                                    <a:pt x="18098" y="22860"/>
                                    <a:pt x="17145" y="22860"/>
                                  </a:cubicBezTo>
                                  <a:cubicBezTo>
                                    <a:pt x="16193" y="23813"/>
                                    <a:pt x="14288" y="23813"/>
                                    <a:pt x="13335" y="24765"/>
                                  </a:cubicBezTo>
                                  <a:cubicBezTo>
                                    <a:pt x="12383" y="25717"/>
                                    <a:pt x="10478" y="26670"/>
                                    <a:pt x="9525" y="27622"/>
                                  </a:cubicBezTo>
                                  <a:cubicBezTo>
                                    <a:pt x="8573" y="28575"/>
                                    <a:pt x="8573" y="28575"/>
                                    <a:pt x="7620" y="29527"/>
                                  </a:cubicBezTo>
                                  <a:cubicBezTo>
                                    <a:pt x="6668" y="30480"/>
                                    <a:pt x="6668" y="30480"/>
                                    <a:pt x="5715" y="31432"/>
                                  </a:cubicBezTo>
                                  <a:cubicBezTo>
                                    <a:pt x="5715" y="31432"/>
                                    <a:pt x="5715" y="32385"/>
                                    <a:pt x="4763" y="32385"/>
                                  </a:cubicBezTo>
                                  <a:cubicBezTo>
                                    <a:pt x="4763" y="32385"/>
                                    <a:pt x="4763" y="33338"/>
                                    <a:pt x="3810" y="33338"/>
                                  </a:cubicBezTo>
                                  <a:cubicBezTo>
                                    <a:pt x="3810" y="34290"/>
                                    <a:pt x="2858" y="35242"/>
                                    <a:pt x="2858" y="35242"/>
                                  </a:cubicBezTo>
                                  <a:cubicBezTo>
                                    <a:pt x="2858" y="35242"/>
                                    <a:pt x="2858" y="35242"/>
                                    <a:pt x="2858" y="35242"/>
                                  </a:cubicBezTo>
                                  <a:cubicBezTo>
                                    <a:pt x="2858" y="35242"/>
                                    <a:pt x="2858" y="35242"/>
                                    <a:pt x="2858" y="35242"/>
                                  </a:cubicBezTo>
                                  <a:lnTo>
                                    <a:pt x="2858" y="35242"/>
                                  </a:lnTo>
                                  <a:cubicBezTo>
                                    <a:pt x="3810" y="33338"/>
                                    <a:pt x="4763" y="32385"/>
                                    <a:pt x="5715" y="30480"/>
                                  </a:cubicBezTo>
                                  <a:cubicBezTo>
                                    <a:pt x="6668" y="28575"/>
                                    <a:pt x="7620" y="27622"/>
                                    <a:pt x="8573" y="26670"/>
                                  </a:cubicBezTo>
                                  <a:cubicBezTo>
                                    <a:pt x="9525" y="25717"/>
                                    <a:pt x="11430" y="24765"/>
                                    <a:pt x="12383" y="23813"/>
                                  </a:cubicBezTo>
                                  <a:cubicBezTo>
                                    <a:pt x="13335" y="22860"/>
                                    <a:pt x="15240" y="21907"/>
                                    <a:pt x="16193" y="21907"/>
                                  </a:cubicBezTo>
                                  <a:cubicBezTo>
                                    <a:pt x="17145" y="20955"/>
                                    <a:pt x="19050" y="20955"/>
                                    <a:pt x="20003" y="20002"/>
                                  </a:cubicBezTo>
                                  <a:cubicBezTo>
                                    <a:pt x="20955" y="20002"/>
                                    <a:pt x="22860" y="19050"/>
                                    <a:pt x="23813" y="19050"/>
                                  </a:cubicBezTo>
                                  <a:cubicBezTo>
                                    <a:pt x="26670" y="18097"/>
                                    <a:pt x="28575" y="18097"/>
                                    <a:pt x="30480" y="18097"/>
                                  </a:cubicBezTo>
                                  <a:cubicBezTo>
                                    <a:pt x="31433" y="18097"/>
                                    <a:pt x="32385" y="17145"/>
                                    <a:pt x="33338" y="17145"/>
                                  </a:cubicBezTo>
                                  <a:cubicBezTo>
                                    <a:pt x="34290" y="17145"/>
                                    <a:pt x="34290" y="16192"/>
                                    <a:pt x="35243" y="16192"/>
                                  </a:cubicBezTo>
                                  <a:cubicBezTo>
                                    <a:pt x="35243" y="16192"/>
                                    <a:pt x="36195" y="16192"/>
                                    <a:pt x="36195" y="15240"/>
                                  </a:cubicBezTo>
                                  <a:cubicBezTo>
                                    <a:pt x="37148" y="14288"/>
                                    <a:pt x="38100" y="13335"/>
                                    <a:pt x="38100" y="12382"/>
                                  </a:cubicBezTo>
                                  <a:cubicBezTo>
                                    <a:pt x="39053" y="11430"/>
                                    <a:pt x="39053" y="11430"/>
                                    <a:pt x="40005" y="10477"/>
                                  </a:cubicBezTo>
                                  <a:cubicBezTo>
                                    <a:pt x="40958" y="9525"/>
                                    <a:pt x="40958" y="9525"/>
                                    <a:pt x="41910" y="8572"/>
                                  </a:cubicBezTo>
                                  <a:cubicBezTo>
                                    <a:pt x="42863" y="7620"/>
                                    <a:pt x="43815" y="6667"/>
                                    <a:pt x="44768" y="5715"/>
                                  </a:cubicBezTo>
                                  <a:cubicBezTo>
                                    <a:pt x="44768" y="5715"/>
                                    <a:pt x="44768" y="5715"/>
                                    <a:pt x="44768" y="5715"/>
                                  </a:cubicBezTo>
                                  <a:cubicBezTo>
                                    <a:pt x="44768" y="5715"/>
                                    <a:pt x="44768" y="5715"/>
                                    <a:pt x="44768" y="5715"/>
                                  </a:cubicBezTo>
                                  <a:cubicBezTo>
                                    <a:pt x="43815" y="5715"/>
                                    <a:pt x="42863" y="5715"/>
                                    <a:pt x="41910" y="5715"/>
                                  </a:cubicBezTo>
                                  <a:cubicBezTo>
                                    <a:pt x="40958" y="5715"/>
                                    <a:pt x="40958" y="5715"/>
                                    <a:pt x="40005" y="5715"/>
                                  </a:cubicBezTo>
                                  <a:cubicBezTo>
                                    <a:pt x="39053" y="5715"/>
                                    <a:pt x="39053" y="5715"/>
                                    <a:pt x="38100" y="5715"/>
                                  </a:cubicBezTo>
                                  <a:cubicBezTo>
                                    <a:pt x="37148" y="5715"/>
                                    <a:pt x="35243" y="5715"/>
                                    <a:pt x="34290" y="5715"/>
                                  </a:cubicBezTo>
                                  <a:cubicBezTo>
                                    <a:pt x="33338" y="5715"/>
                                    <a:pt x="31433" y="5715"/>
                                    <a:pt x="29528" y="5715"/>
                                  </a:cubicBezTo>
                                  <a:cubicBezTo>
                                    <a:pt x="27623" y="5715"/>
                                    <a:pt x="26670" y="5715"/>
                                    <a:pt x="24765" y="5715"/>
                                  </a:cubicBezTo>
                                  <a:cubicBezTo>
                                    <a:pt x="22860" y="5715"/>
                                    <a:pt x="21908" y="5715"/>
                                    <a:pt x="20003" y="6667"/>
                                  </a:cubicBezTo>
                                  <a:cubicBezTo>
                                    <a:pt x="18098" y="6667"/>
                                    <a:pt x="16193" y="7620"/>
                                    <a:pt x="15240" y="7620"/>
                                  </a:cubicBezTo>
                                  <a:cubicBezTo>
                                    <a:pt x="13335" y="7620"/>
                                    <a:pt x="12383" y="8572"/>
                                    <a:pt x="10478" y="9525"/>
                                  </a:cubicBezTo>
                                  <a:cubicBezTo>
                                    <a:pt x="9525" y="9525"/>
                                    <a:pt x="8573" y="10477"/>
                                    <a:pt x="8573" y="10477"/>
                                  </a:cubicBezTo>
                                  <a:cubicBezTo>
                                    <a:pt x="7620" y="10477"/>
                                    <a:pt x="6668" y="11430"/>
                                    <a:pt x="6668" y="12382"/>
                                  </a:cubicBezTo>
                                  <a:cubicBezTo>
                                    <a:pt x="5715" y="13335"/>
                                    <a:pt x="5715" y="13335"/>
                                    <a:pt x="4763" y="14288"/>
                                  </a:cubicBezTo>
                                  <a:cubicBezTo>
                                    <a:pt x="3810" y="15240"/>
                                    <a:pt x="3810" y="15240"/>
                                    <a:pt x="2858" y="16192"/>
                                  </a:cubicBezTo>
                                  <a:cubicBezTo>
                                    <a:pt x="1905" y="17145"/>
                                    <a:pt x="1905" y="17145"/>
                                    <a:pt x="953" y="18097"/>
                                  </a:cubicBezTo>
                                  <a:cubicBezTo>
                                    <a:pt x="953" y="18097"/>
                                    <a:pt x="0" y="19050"/>
                                    <a:pt x="0" y="19050"/>
                                  </a:cubicBezTo>
                                  <a:cubicBezTo>
                                    <a:pt x="0" y="19050"/>
                                    <a:pt x="0" y="19050"/>
                                    <a:pt x="0" y="18097"/>
                                  </a:cubicBezTo>
                                  <a:cubicBezTo>
                                    <a:pt x="0" y="18097"/>
                                    <a:pt x="0" y="17145"/>
                                    <a:pt x="953" y="17145"/>
                                  </a:cubicBezTo>
                                  <a:cubicBezTo>
                                    <a:pt x="1905" y="16192"/>
                                    <a:pt x="1905" y="16192"/>
                                    <a:pt x="2858" y="15240"/>
                                  </a:cubicBezTo>
                                  <a:cubicBezTo>
                                    <a:pt x="3810" y="14288"/>
                                    <a:pt x="3810" y="14288"/>
                                    <a:pt x="4763" y="13335"/>
                                  </a:cubicBezTo>
                                  <a:cubicBezTo>
                                    <a:pt x="5715" y="12382"/>
                                    <a:pt x="5715" y="12382"/>
                                    <a:pt x="6668" y="11430"/>
                                  </a:cubicBezTo>
                                  <a:cubicBezTo>
                                    <a:pt x="7620" y="10477"/>
                                    <a:pt x="8573" y="10477"/>
                                    <a:pt x="8573" y="9525"/>
                                  </a:cubicBezTo>
                                  <a:cubicBezTo>
                                    <a:pt x="9525" y="9525"/>
                                    <a:pt x="10478" y="8572"/>
                                    <a:pt x="10478" y="8572"/>
                                  </a:cubicBezTo>
                                  <a:cubicBezTo>
                                    <a:pt x="12383" y="7620"/>
                                    <a:pt x="13335" y="6667"/>
                                    <a:pt x="15240" y="6667"/>
                                  </a:cubicBezTo>
                                  <a:cubicBezTo>
                                    <a:pt x="17145" y="5715"/>
                                    <a:pt x="19050" y="5715"/>
                                    <a:pt x="20003" y="5715"/>
                                  </a:cubicBezTo>
                                  <a:cubicBezTo>
                                    <a:pt x="21908" y="5715"/>
                                    <a:pt x="23813" y="5715"/>
                                    <a:pt x="24765" y="4763"/>
                                  </a:cubicBezTo>
                                  <a:cubicBezTo>
                                    <a:pt x="26670" y="4763"/>
                                    <a:pt x="27623" y="4763"/>
                                    <a:pt x="29528" y="4763"/>
                                  </a:cubicBezTo>
                                  <a:cubicBezTo>
                                    <a:pt x="31433" y="4763"/>
                                    <a:pt x="32385" y="4763"/>
                                    <a:pt x="34290" y="4763"/>
                                  </a:cubicBezTo>
                                  <a:cubicBezTo>
                                    <a:pt x="35243" y="4763"/>
                                    <a:pt x="37148" y="4763"/>
                                    <a:pt x="38100" y="4763"/>
                                  </a:cubicBezTo>
                                  <a:cubicBezTo>
                                    <a:pt x="39053" y="4763"/>
                                    <a:pt x="39053" y="4763"/>
                                    <a:pt x="40005" y="4763"/>
                                  </a:cubicBezTo>
                                  <a:cubicBezTo>
                                    <a:pt x="40958" y="4763"/>
                                    <a:pt x="40958" y="4763"/>
                                    <a:pt x="41910" y="4763"/>
                                  </a:cubicBezTo>
                                  <a:cubicBezTo>
                                    <a:pt x="42863" y="4763"/>
                                    <a:pt x="43815" y="4763"/>
                                    <a:pt x="44768" y="4763"/>
                                  </a:cubicBezTo>
                                  <a:cubicBezTo>
                                    <a:pt x="45720" y="4763"/>
                                    <a:pt x="45720" y="4763"/>
                                    <a:pt x="45720" y="4763"/>
                                  </a:cubicBezTo>
                                  <a:lnTo>
                                    <a:pt x="45720" y="4763"/>
                                  </a:lnTo>
                                  <a:cubicBezTo>
                                    <a:pt x="45720" y="4763"/>
                                    <a:pt x="46673" y="3810"/>
                                    <a:pt x="46673" y="3810"/>
                                  </a:cubicBezTo>
                                  <a:cubicBezTo>
                                    <a:pt x="47625" y="2857"/>
                                    <a:pt x="47625" y="1905"/>
                                    <a:pt x="48578" y="1905"/>
                                  </a:cubicBezTo>
                                  <a:cubicBezTo>
                                    <a:pt x="49530" y="952"/>
                                    <a:pt x="49530" y="0"/>
                                    <a:pt x="49530" y="0"/>
                                  </a:cubicBezTo>
                                  <a:cubicBezTo>
                                    <a:pt x="49530" y="0"/>
                                    <a:pt x="50483" y="1905"/>
                                    <a:pt x="50483" y="1905"/>
                                  </a:cubicBezTo>
                                  <a:cubicBezTo>
                                    <a:pt x="51435" y="3810"/>
                                    <a:pt x="51435" y="3810"/>
                                    <a:pt x="50483" y="4763"/>
                                  </a:cubicBezTo>
                                  <a:close/>
                                </a:path>
                              </a:pathLst>
                            </a:custGeom>
                            <a:grpFill/>
                            <a:ln w="9525" cap="flat">
                              <a:noFill/>
                              <a:prstDash val="solid"/>
                              <a:miter/>
                            </a:ln>
                          </p:spPr>
                          <p:txBody>
                            <a:bodyPr rtlCol="0" anchor="ctr"/>
                            <a:lstStyle/>
                            <a:p>
                              <a:endParaRPr lang="en-US"/>
                            </a:p>
                          </p:txBody>
                        </p:sp>
                      </p:grpSp>
                      <p:grpSp>
                        <p:nvGrpSpPr>
                          <p:cNvPr id="243" name="Graphic 2">
                            <a:extLst>
                              <a:ext uri="{FF2B5EF4-FFF2-40B4-BE49-F238E27FC236}">
                                <a16:creationId xmlns:a16="http://schemas.microsoft.com/office/drawing/2014/main" id="{AE736AF3-0337-429B-AEF1-DA4B52809559}"/>
                              </a:ext>
                            </a:extLst>
                          </p:cNvPr>
                          <p:cNvGrpSpPr/>
                          <p:nvPr/>
                        </p:nvGrpSpPr>
                        <p:grpSpPr>
                          <a:xfrm>
                            <a:off x="3418703" y="2942144"/>
                            <a:ext cx="62307" cy="45720"/>
                            <a:chOff x="3418703" y="2942144"/>
                            <a:chExt cx="62307" cy="45720"/>
                          </a:xfrm>
                          <a:grpFill/>
                        </p:grpSpPr>
                        <p:sp>
                          <p:nvSpPr>
                            <p:cNvPr id="244" name="Freeform: Shape 243">
                              <a:extLst>
                                <a:ext uri="{FF2B5EF4-FFF2-40B4-BE49-F238E27FC236}">
                                  <a16:creationId xmlns:a16="http://schemas.microsoft.com/office/drawing/2014/main" id="{0BB77847-89F7-41C5-BB73-F02D7B75732D}"/>
                                </a:ext>
                              </a:extLst>
                            </p:cNvPr>
                            <p:cNvSpPr/>
                            <p:nvPr/>
                          </p:nvSpPr>
                          <p:spPr>
                            <a:xfrm>
                              <a:off x="3419656" y="2942144"/>
                              <a:ext cx="61354" cy="45720"/>
                            </a:xfrm>
                            <a:custGeom>
                              <a:avLst/>
                              <a:gdLst>
                                <a:gd name="connsiteX0" fmla="*/ 54293 w 61354"/>
                                <a:gd name="connsiteY0" fmla="*/ 9525 h 45720"/>
                                <a:gd name="connsiteX1" fmla="*/ 53340 w 61354"/>
                                <a:gd name="connsiteY1" fmla="*/ 7620 h 45720"/>
                                <a:gd name="connsiteX2" fmla="*/ 52388 w 61354"/>
                                <a:gd name="connsiteY2" fmla="*/ 5715 h 45720"/>
                                <a:gd name="connsiteX3" fmla="*/ 51435 w 61354"/>
                                <a:gd name="connsiteY3" fmla="*/ 4763 h 45720"/>
                                <a:gd name="connsiteX4" fmla="*/ 50482 w 61354"/>
                                <a:gd name="connsiteY4" fmla="*/ 2858 h 45720"/>
                                <a:gd name="connsiteX5" fmla="*/ 50482 w 61354"/>
                                <a:gd name="connsiteY5" fmla="*/ 2858 h 45720"/>
                                <a:gd name="connsiteX6" fmla="*/ 50482 w 61354"/>
                                <a:gd name="connsiteY6" fmla="*/ 2858 h 45720"/>
                                <a:gd name="connsiteX7" fmla="*/ 50482 w 61354"/>
                                <a:gd name="connsiteY7" fmla="*/ 2858 h 45720"/>
                                <a:gd name="connsiteX8" fmla="*/ 49530 w 61354"/>
                                <a:gd name="connsiteY8" fmla="*/ 2858 h 45720"/>
                                <a:gd name="connsiteX9" fmla="*/ 45720 w 61354"/>
                                <a:gd name="connsiteY9" fmla="*/ 1905 h 45720"/>
                                <a:gd name="connsiteX10" fmla="*/ 32385 w 61354"/>
                                <a:gd name="connsiteY10" fmla="*/ 0 h 45720"/>
                                <a:gd name="connsiteX11" fmla="*/ 15240 w 61354"/>
                                <a:gd name="connsiteY11" fmla="*/ 3810 h 45720"/>
                                <a:gd name="connsiteX12" fmla="*/ 6668 w 61354"/>
                                <a:gd name="connsiteY12" fmla="*/ 10477 h 45720"/>
                                <a:gd name="connsiteX13" fmla="*/ 0 w 61354"/>
                                <a:gd name="connsiteY13" fmla="*/ 21908 h 45720"/>
                                <a:gd name="connsiteX14" fmla="*/ 0 w 61354"/>
                                <a:gd name="connsiteY14" fmla="*/ 22860 h 45720"/>
                                <a:gd name="connsiteX15" fmla="*/ 0 w 61354"/>
                                <a:gd name="connsiteY15" fmla="*/ 22860 h 45720"/>
                                <a:gd name="connsiteX16" fmla="*/ 0 w 61354"/>
                                <a:gd name="connsiteY16" fmla="*/ 26670 h 45720"/>
                                <a:gd name="connsiteX17" fmla="*/ 953 w 61354"/>
                                <a:gd name="connsiteY17" fmla="*/ 34290 h 45720"/>
                                <a:gd name="connsiteX18" fmla="*/ 1905 w 61354"/>
                                <a:gd name="connsiteY18" fmla="*/ 37147 h 45720"/>
                                <a:gd name="connsiteX19" fmla="*/ 2857 w 61354"/>
                                <a:gd name="connsiteY19" fmla="*/ 39052 h 45720"/>
                                <a:gd name="connsiteX20" fmla="*/ 3810 w 61354"/>
                                <a:gd name="connsiteY20" fmla="*/ 40005 h 45720"/>
                                <a:gd name="connsiteX21" fmla="*/ 3810 w 61354"/>
                                <a:gd name="connsiteY21" fmla="*/ 40005 h 45720"/>
                                <a:gd name="connsiteX22" fmla="*/ 8572 w 61354"/>
                                <a:gd name="connsiteY22" fmla="*/ 43815 h 45720"/>
                                <a:gd name="connsiteX23" fmla="*/ 11430 w 61354"/>
                                <a:gd name="connsiteY23" fmla="*/ 44767 h 45720"/>
                                <a:gd name="connsiteX24" fmla="*/ 13335 w 61354"/>
                                <a:gd name="connsiteY24" fmla="*/ 44767 h 45720"/>
                                <a:gd name="connsiteX25" fmla="*/ 20955 w 61354"/>
                                <a:gd name="connsiteY25" fmla="*/ 43815 h 45720"/>
                                <a:gd name="connsiteX26" fmla="*/ 20955 w 61354"/>
                                <a:gd name="connsiteY26" fmla="*/ 43815 h 45720"/>
                                <a:gd name="connsiteX27" fmla="*/ 22860 w 61354"/>
                                <a:gd name="connsiteY27" fmla="*/ 42863 h 45720"/>
                                <a:gd name="connsiteX28" fmla="*/ 24765 w 61354"/>
                                <a:gd name="connsiteY28" fmla="*/ 43815 h 45720"/>
                                <a:gd name="connsiteX29" fmla="*/ 30480 w 61354"/>
                                <a:gd name="connsiteY29" fmla="*/ 45720 h 45720"/>
                                <a:gd name="connsiteX30" fmla="*/ 31432 w 61354"/>
                                <a:gd name="connsiteY30" fmla="*/ 45720 h 45720"/>
                                <a:gd name="connsiteX31" fmla="*/ 31432 w 61354"/>
                                <a:gd name="connsiteY31" fmla="*/ 45720 h 45720"/>
                                <a:gd name="connsiteX32" fmla="*/ 36195 w 61354"/>
                                <a:gd name="connsiteY32" fmla="*/ 44767 h 45720"/>
                                <a:gd name="connsiteX33" fmla="*/ 40957 w 61354"/>
                                <a:gd name="connsiteY33" fmla="*/ 41910 h 45720"/>
                                <a:gd name="connsiteX34" fmla="*/ 41910 w 61354"/>
                                <a:gd name="connsiteY34" fmla="*/ 41910 h 45720"/>
                                <a:gd name="connsiteX35" fmla="*/ 42863 w 61354"/>
                                <a:gd name="connsiteY35" fmla="*/ 41910 h 45720"/>
                                <a:gd name="connsiteX36" fmla="*/ 44768 w 61354"/>
                                <a:gd name="connsiteY36" fmla="*/ 40958 h 45720"/>
                                <a:gd name="connsiteX37" fmla="*/ 45720 w 61354"/>
                                <a:gd name="connsiteY37" fmla="*/ 40958 h 45720"/>
                                <a:gd name="connsiteX38" fmla="*/ 45720 w 61354"/>
                                <a:gd name="connsiteY38" fmla="*/ 40958 h 45720"/>
                                <a:gd name="connsiteX39" fmla="*/ 45720 w 61354"/>
                                <a:gd name="connsiteY39" fmla="*/ 40958 h 45720"/>
                                <a:gd name="connsiteX40" fmla="*/ 47625 w 61354"/>
                                <a:gd name="connsiteY40" fmla="*/ 40005 h 45720"/>
                                <a:gd name="connsiteX41" fmla="*/ 52388 w 61354"/>
                                <a:gd name="connsiteY41" fmla="*/ 40005 h 45720"/>
                                <a:gd name="connsiteX42" fmla="*/ 54293 w 61354"/>
                                <a:gd name="connsiteY42" fmla="*/ 40005 h 45720"/>
                                <a:gd name="connsiteX43" fmla="*/ 55245 w 61354"/>
                                <a:gd name="connsiteY43" fmla="*/ 40005 h 45720"/>
                                <a:gd name="connsiteX44" fmla="*/ 55245 w 61354"/>
                                <a:gd name="connsiteY44" fmla="*/ 40005 h 45720"/>
                                <a:gd name="connsiteX45" fmla="*/ 55245 w 61354"/>
                                <a:gd name="connsiteY45" fmla="*/ 40005 h 45720"/>
                                <a:gd name="connsiteX46" fmla="*/ 55245 w 61354"/>
                                <a:gd name="connsiteY46" fmla="*/ 40005 h 45720"/>
                                <a:gd name="connsiteX47" fmla="*/ 56197 w 61354"/>
                                <a:gd name="connsiteY47" fmla="*/ 40005 h 45720"/>
                                <a:gd name="connsiteX48" fmla="*/ 56197 w 61354"/>
                                <a:gd name="connsiteY48" fmla="*/ 40005 h 45720"/>
                                <a:gd name="connsiteX49" fmla="*/ 56197 w 61354"/>
                                <a:gd name="connsiteY49" fmla="*/ 40005 h 45720"/>
                                <a:gd name="connsiteX50" fmla="*/ 57150 w 61354"/>
                                <a:gd name="connsiteY50" fmla="*/ 40005 h 45720"/>
                                <a:gd name="connsiteX51" fmla="*/ 58103 w 61354"/>
                                <a:gd name="connsiteY51" fmla="*/ 39052 h 45720"/>
                                <a:gd name="connsiteX52" fmla="*/ 60007 w 61354"/>
                                <a:gd name="connsiteY52" fmla="*/ 37147 h 45720"/>
                                <a:gd name="connsiteX53" fmla="*/ 60960 w 61354"/>
                                <a:gd name="connsiteY53" fmla="*/ 30480 h 45720"/>
                                <a:gd name="connsiteX54" fmla="*/ 60007 w 61354"/>
                                <a:gd name="connsiteY54" fmla="*/ 22860 h 45720"/>
                                <a:gd name="connsiteX55" fmla="*/ 58103 w 61354"/>
                                <a:gd name="connsiteY55" fmla="*/ 16192 h 45720"/>
                                <a:gd name="connsiteX56" fmla="*/ 54293 w 61354"/>
                                <a:gd name="connsiteY56" fmla="*/ 9525 h 45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61354" h="45720">
                                  <a:moveTo>
                                    <a:pt x="54293" y="9525"/>
                                  </a:moveTo>
                                  <a:cubicBezTo>
                                    <a:pt x="54293" y="8572"/>
                                    <a:pt x="53340" y="7620"/>
                                    <a:pt x="53340" y="7620"/>
                                  </a:cubicBezTo>
                                  <a:cubicBezTo>
                                    <a:pt x="53340" y="6667"/>
                                    <a:pt x="52388" y="5715"/>
                                    <a:pt x="52388" y="5715"/>
                                  </a:cubicBezTo>
                                  <a:cubicBezTo>
                                    <a:pt x="52388" y="5715"/>
                                    <a:pt x="52388" y="4763"/>
                                    <a:pt x="51435" y="4763"/>
                                  </a:cubicBezTo>
                                  <a:cubicBezTo>
                                    <a:pt x="51435" y="4763"/>
                                    <a:pt x="50482" y="3810"/>
                                    <a:pt x="50482" y="2858"/>
                                  </a:cubicBezTo>
                                  <a:cubicBezTo>
                                    <a:pt x="50482" y="2858"/>
                                    <a:pt x="50482" y="2858"/>
                                    <a:pt x="50482" y="2858"/>
                                  </a:cubicBezTo>
                                  <a:cubicBezTo>
                                    <a:pt x="50482" y="2858"/>
                                    <a:pt x="50482" y="2858"/>
                                    <a:pt x="50482" y="2858"/>
                                  </a:cubicBezTo>
                                  <a:cubicBezTo>
                                    <a:pt x="50482" y="2858"/>
                                    <a:pt x="50482" y="2858"/>
                                    <a:pt x="50482" y="2858"/>
                                  </a:cubicBezTo>
                                  <a:cubicBezTo>
                                    <a:pt x="50482" y="2858"/>
                                    <a:pt x="49530" y="2858"/>
                                    <a:pt x="49530" y="2858"/>
                                  </a:cubicBezTo>
                                  <a:cubicBezTo>
                                    <a:pt x="48578" y="2858"/>
                                    <a:pt x="47625" y="1905"/>
                                    <a:pt x="45720" y="1905"/>
                                  </a:cubicBezTo>
                                  <a:cubicBezTo>
                                    <a:pt x="42863" y="952"/>
                                    <a:pt x="38100" y="0"/>
                                    <a:pt x="32385" y="0"/>
                                  </a:cubicBezTo>
                                  <a:cubicBezTo>
                                    <a:pt x="26670" y="0"/>
                                    <a:pt x="20955" y="952"/>
                                    <a:pt x="15240" y="3810"/>
                                  </a:cubicBezTo>
                                  <a:cubicBezTo>
                                    <a:pt x="12382" y="5715"/>
                                    <a:pt x="9525" y="7620"/>
                                    <a:pt x="6668" y="10477"/>
                                  </a:cubicBezTo>
                                  <a:cubicBezTo>
                                    <a:pt x="3810" y="13335"/>
                                    <a:pt x="1905" y="17145"/>
                                    <a:pt x="0" y="21908"/>
                                  </a:cubicBezTo>
                                  <a:cubicBezTo>
                                    <a:pt x="0" y="21908"/>
                                    <a:pt x="0" y="21908"/>
                                    <a:pt x="0" y="22860"/>
                                  </a:cubicBezTo>
                                  <a:cubicBezTo>
                                    <a:pt x="0" y="22860"/>
                                    <a:pt x="0" y="22860"/>
                                    <a:pt x="0" y="22860"/>
                                  </a:cubicBezTo>
                                  <a:cubicBezTo>
                                    <a:pt x="0" y="23813"/>
                                    <a:pt x="0" y="24765"/>
                                    <a:pt x="0" y="26670"/>
                                  </a:cubicBezTo>
                                  <a:cubicBezTo>
                                    <a:pt x="0" y="29527"/>
                                    <a:pt x="0" y="32385"/>
                                    <a:pt x="953" y="34290"/>
                                  </a:cubicBezTo>
                                  <a:cubicBezTo>
                                    <a:pt x="953" y="35242"/>
                                    <a:pt x="1905" y="36195"/>
                                    <a:pt x="1905" y="37147"/>
                                  </a:cubicBezTo>
                                  <a:cubicBezTo>
                                    <a:pt x="1905" y="38100"/>
                                    <a:pt x="2857" y="39052"/>
                                    <a:pt x="2857" y="39052"/>
                                  </a:cubicBezTo>
                                  <a:cubicBezTo>
                                    <a:pt x="2857" y="39052"/>
                                    <a:pt x="2857" y="40005"/>
                                    <a:pt x="3810" y="40005"/>
                                  </a:cubicBezTo>
                                  <a:cubicBezTo>
                                    <a:pt x="3810" y="40005"/>
                                    <a:pt x="3810" y="40005"/>
                                    <a:pt x="3810" y="40005"/>
                                  </a:cubicBezTo>
                                  <a:cubicBezTo>
                                    <a:pt x="4763" y="41910"/>
                                    <a:pt x="6668" y="42863"/>
                                    <a:pt x="8572" y="43815"/>
                                  </a:cubicBezTo>
                                  <a:cubicBezTo>
                                    <a:pt x="9525" y="43815"/>
                                    <a:pt x="10478" y="44767"/>
                                    <a:pt x="11430" y="44767"/>
                                  </a:cubicBezTo>
                                  <a:cubicBezTo>
                                    <a:pt x="12382" y="44767"/>
                                    <a:pt x="13335" y="44767"/>
                                    <a:pt x="13335" y="44767"/>
                                  </a:cubicBezTo>
                                  <a:cubicBezTo>
                                    <a:pt x="16193" y="44767"/>
                                    <a:pt x="19050" y="44767"/>
                                    <a:pt x="20955" y="43815"/>
                                  </a:cubicBezTo>
                                  <a:cubicBezTo>
                                    <a:pt x="20955" y="43815"/>
                                    <a:pt x="20955" y="43815"/>
                                    <a:pt x="20955" y="43815"/>
                                  </a:cubicBezTo>
                                  <a:cubicBezTo>
                                    <a:pt x="21907" y="43815"/>
                                    <a:pt x="22860" y="42863"/>
                                    <a:pt x="22860" y="42863"/>
                                  </a:cubicBezTo>
                                  <a:cubicBezTo>
                                    <a:pt x="23813" y="42863"/>
                                    <a:pt x="24765" y="43815"/>
                                    <a:pt x="24765" y="43815"/>
                                  </a:cubicBezTo>
                                  <a:cubicBezTo>
                                    <a:pt x="26670" y="44767"/>
                                    <a:pt x="28575" y="45720"/>
                                    <a:pt x="30480" y="45720"/>
                                  </a:cubicBezTo>
                                  <a:cubicBezTo>
                                    <a:pt x="30480" y="45720"/>
                                    <a:pt x="31432" y="45720"/>
                                    <a:pt x="31432" y="45720"/>
                                  </a:cubicBezTo>
                                  <a:cubicBezTo>
                                    <a:pt x="31432" y="45720"/>
                                    <a:pt x="31432" y="45720"/>
                                    <a:pt x="31432" y="45720"/>
                                  </a:cubicBezTo>
                                  <a:cubicBezTo>
                                    <a:pt x="33338" y="45720"/>
                                    <a:pt x="35243" y="45720"/>
                                    <a:pt x="36195" y="44767"/>
                                  </a:cubicBezTo>
                                  <a:cubicBezTo>
                                    <a:pt x="38100" y="43815"/>
                                    <a:pt x="39053" y="42863"/>
                                    <a:pt x="40957" y="41910"/>
                                  </a:cubicBezTo>
                                  <a:cubicBezTo>
                                    <a:pt x="40957" y="41910"/>
                                    <a:pt x="40957" y="41910"/>
                                    <a:pt x="41910" y="41910"/>
                                  </a:cubicBezTo>
                                  <a:cubicBezTo>
                                    <a:pt x="41910" y="41910"/>
                                    <a:pt x="41910" y="41910"/>
                                    <a:pt x="42863" y="41910"/>
                                  </a:cubicBezTo>
                                  <a:cubicBezTo>
                                    <a:pt x="43815" y="41910"/>
                                    <a:pt x="43815" y="40958"/>
                                    <a:pt x="44768" y="40958"/>
                                  </a:cubicBezTo>
                                  <a:cubicBezTo>
                                    <a:pt x="44768" y="40958"/>
                                    <a:pt x="44768" y="40958"/>
                                    <a:pt x="45720" y="40958"/>
                                  </a:cubicBezTo>
                                  <a:cubicBezTo>
                                    <a:pt x="45720" y="40958"/>
                                    <a:pt x="45720" y="40958"/>
                                    <a:pt x="45720" y="40958"/>
                                  </a:cubicBezTo>
                                  <a:lnTo>
                                    <a:pt x="45720" y="40958"/>
                                  </a:lnTo>
                                  <a:cubicBezTo>
                                    <a:pt x="45720" y="40958"/>
                                    <a:pt x="46672" y="40958"/>
                                    <a:pt x="47625" y="40005"/>
                                  </a:cubicBezTo>
                                  <a:cubicBezTo>
                                    <a:pt x="48578" y="40005"/>
                                    <a:pt x="50482" y="40005"/>
                                    <a:pt x="52388" y="40005"/>
                                  </a:cubicBezTo>
                                  <a:cubicBezTo>
                                    <a:pt x="53340" y="40005"/>
                                    <a:pt x="53340" y="40005"/>
                                    <a:pt x="54293" y="40005"/>
                                  </a:cubicBezTo>
                                  <a:cubicBezTo>
                                    <a:pt x="54293" y="40005"/>
                                    <a:pt x="55245" y="40005"/>
                                    <a:pt x="55245" y="40005"/>
                                  </a:cubicBezTo>
                                  <a:lnTo>
                                    <a:pt x="55245" y="40005"/>
                                  </a:lnTo>
                                  <a:lnTo>
                                    <a:pt x="55245" y="40005"/>
                                  </a:lnTo>
                                  <a:cubicBezTo>
                                    <a:pt x="55245" y="40005"/>
                                    <a:pt x="55245" y="40005"/>
                                    <a:pt x="55245" y="40005"/>
                                  </a:cubicBezTo>
                                  <a:cubicBezTo>
                                    <a:pt x="55245" y="40005"/>
                                    <a:pt x="56197" y="40005"/>
                                    <a:pt x="56197" y="40005"/>
                                  </a:cubicBezTo>
                                  <a:cubicBezTo>
                                    <a:pt x="56197" y="40005"/>
                                    <a:pt x="56197" y="40005"/>
                                    <a:pt x="56197" y="40005"/>
                                  </a:cubicBezTo>
                                  <a:lnTo>
                                    <a:pt x="56197" y="40005"/>
                                  </a:lnTo>
                                  <a:cubicBezTo>
                                    <a:pt x="56197" y="40005"/>
                                    <a:pt x="57150" y="40005"/>
                                    <a:pt x="57150" y="40005"/>
                                  </a:cubicBezTo>
                                  <a:cubicBezTo>
                                    <a:pt x="57150" y="40005"/>
                                    <a:pt x="58103" y="40005"/>
                                    <a:pt x="58103" y="39052"/>
                                  </a:cubicBezTo>
                                  <a:cubicBezTo>
                                    <a:pt x="59055" y="38100"/>
                                    <a:pt x="59055" y="38100"/>
                                    <a:pt x="60007" y="37147"/>
                                  </a:cubicBezTo>
                                  <a:cubicBezTo>
                                    <a:pt x="60960" y="35242"/>
                                    <a:pt x="61913" y="33338"/>
                                    <a:pt x="60960" y="30480"/>
                                  </a:cubicBezTo>
                                  <a:cubicBezTo>
                                    <a:pt x="60960" y="27622"/>
                                    <a:pt x="60007" y="25717"/>
                                    <a:pt x="60007" y="22860"/>
                                  </a:cubicBezTo>
                                  <a:cubicBezTo>
                                    <a:pt x="60007" y="20955"/>
                                    <a:pt x="59055" y="18097"/>
                                    <a:pt x="58103" y="16192"/>
                                  </a:cubicBezTo>
                                  <a:cubicBezTo>
                                    <a:pt x="55245" y="12383"/>
                                    <a:pt x="55245" y="10477"/>
                                    <a:pt x="54293" y="9525"/>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3D2DC66A-5FA0-412F-815A-45C5FE1B31A8}"/>
                                </a:ext>
                              </a:extLst>
                            </p:cNvPr>
                            <p:cNvSpPr/>
                            <p:nvPr/>
                          </p:nvSpPr>
                          <p:spPr>
                            <a:xfrm>
                              <a:off x="3418703" y="2942144"/>
                              <a:ext cx="55245" cy="43814"/>
                            </a:xfrm>
                            <a:custGeom>
                              <a:avLst/>
                              <a:gdLst>
                                <a:gd name="connsiteX0" fmla="*/ 50483 w 55245"/>
                                <a:gd name="connsiteY0" fmla="*/ 4763 h 43814"/>
                                <a:gd name="connsiteX1" fmla="*/ 50483 w 55245"/>
                                <a:gd name="connsiteY1" fmla="*/ 4763 h 43814"/>
                                <a:gd name="connsiteX2" fmla="*/ 50483 w 55245"/>
                                <a:gd name="connsiteY2" fmla="*/ 6667 h 43814"/>
                                <a:gd name="connsiteX3" fmla="*/ 51435 w 55245"/>
                                <a:gd name="connsiteY3" fmla="*/ 11430 h 43814"/>
                                <a:gd name="connsiteX4" fmla="*/ 53340 w 55245"/>
                                <a:gd name="connsiteY4" fmla="*/ 18097 h 43814"/>
                                <a:gd name="connsiteX5" fmla="*/ 54293 w 55245"/>
                                <a:gd name="connsiteY5" fmla="*/ 20002 h 43814"/>
                                <a:gd name="connsiteX6" fmla="*/ 54293 w 55245"/>
                                <a:gd name="connsiteY6" fmla="*/ 20955 h 43814"/>
                                <a:gd name="connsiteX7" fmla="*/ 54293 w 55245"/>
                                <a:gd name="connsiteY7" fmla="*/ 20955 h 43814"/>
                                <a:gd name="connsiteX8" fmla="*/ 54293 w 55245"/>
                                <a:gd name="connsiteY8" fmla="*/ 20955 h 43814"/>
                                <a:gd name="connsiteX9" fmla="*/ 54293 w 55245"/>
                                <a:gd name="connsiteY9" fmla="*/ 20955 h 43814"/>
                                <a:gd name="connsiteX10" fmla="*/ 55245 w 55245"/>
                                <a:gd name="connsiteY10" fmla="*/ 24765 h 43814"/>
                                <a:gd name="connsiteX11" fmla="*/ 55245 w 55245"/>
                                <a:gd name="connsiteY11" fmla="*/ 26670 h 43814"/>
                                <a:gd name="connsiteX12" fmla="*/ 55245 w 55245"/>
                                <a:gd name="connsiteY12" fmla="*/ 28575 h 43814"/>
                                <a:gd name="connsiteX13" fmla="*/ 55245 w 55245"/>
                                <a:gd name="connsiteY13" fmla="*/ 29527 h 43814"/>
                                <a:gd name="connsiteX14" fmla="*/ 55245 w 55245"/>
                                <a:gd name="connsiteY14" fmla="*/ 30480 h 43814"/>
                                <a:gd name="connsiteX15" fmla="*/ 55245 w 55245"/>
                                <a:gd name="connsiteY15" fmla="*/ 32385 h 43814"/>
                                <a:gd name="connsiteX16" fmla="*/ 55245 w 55245"/>
                                <a:gd name="connsiteY16" fmla="*/ 35242 h 43814"/>
                                <a:gd name="connsiteX17" fmla="*/ 55245 w 55245"/>
                                <a:gd name="connsiteY17" fmla="*/ 37147 h 43814"/>
                                <a:gd name="connsiteX18" fmla="*/ 55245 w 55245"/>
                                <a:gd name="connsiteY18" fmla="*/ 38100 h 43814"/>
                                <a:gd name="connsiteX19" fmla="*/ 55245 w 55245"/>
                                <a:gd name="connsiteY19" fmla="*/ 39052 h 43814"/>
                                <a:gd name="connsiteX20" fmla="*/ 55245 w 55245"/>
                                <a:gd name="connsiteY20" fmla="*/ 39052 h 43814"/>
                                <a:gd name="connsiteX21" fmla="*/ 55245 w 55245"/>
                                <a:gd name="connsiteY21" fmla="*/ 39052 h 43814"/>
                                <a:gd name="connsiteX22" fmla="*/ 55245 w 55245"/>
                                <a:gd name="connsiteY22" fmla="*/ 39052 h 43814"/>
                                <a:gd name="connsiteX23" fmla="*/ 55245 w 55245"/>
                                <a:gd name="connsiteY23" fmla="*/ 38100 h 43814"/>
                                <a:gd name="connsiteX24" fmla="*/ 55245 w 55245"/>
                                <a:gd name="connsiteY24" fmla="*/ 37147 h 43814"/>
                                <a:gd name="connsiteX25" fmla="*/ 55245 w 55245"/>
                                <a:gd name="connsiteY25" fmla="*/ 35242 h 43814"/>
                                <a:gd name="connsiteX26" fmla="*/ 55245 w 55245"/>
                                <a:gd name="connsiteY26" fmla="*/ 32385 h 43814"/>
                                <a:gd name="connsiteX27" fmla="*/ 55245 w 55245"/>
                                <a:gd name="connsiteY27" fmla="*/ 31433 h 43814"/>
                                <a:gd name="connsiteX28" fmla="*/ 55245 w 55245"/>
                                <a:gd name="connsiteY28" fmla="*/ 30480 h 43814"/>
                                <a:gd name="connsiteX29" fmla="*/ 55245 w 55245"/>
                                <a:gd name="connsiteY29" fmla="*/ 29527 h 43814"/>
                                <a:gd name="connsiteX30" fmla="*/ 55245 w 55245"/>
                                <a:gd name="connsiteY30" fmla="*/ 27622 h 43814"/>
                                <a:gd name="connsiteX31" fmla="*/ 55245 w 55245"/>
                                <a:gd name="connsiteY31" fmla="*/ 25717 h 43814"/>
                                <a:gd name="connsiteX32" fmla="*/ 54293 w 55245"/>
                                <a:gd name="connsiteY32" fmla="*/ 21908 h 43814"/>
                                <a:gd name="connsiteX33" fmla="*/ 54293 w 55245"/>
                                <a:gd name="connsiteY33" fmla="*/ 21908 h 43814"/>
                                <a:gd name="connsiteX34" fmla="*/ 54293 w 55245"/>
                                <a:gd name="connsiteY34" fmla="*/ 21908 h 43814"/>
                                <a:gd name="connsiteX35" fmla="*/ 54293 w 55245"/>
                                <a:gd name="connsiteY35" fmla="*/ 21908 h 43814"/>
                                <a:gd name="connsiteX36" fmla="*/ 54293 w 55245"/>
                                <a:gd name="connsiteY36" fmla="*/ 20955 h 43814"/>
                                <a:gd name="connsiteX37" fmla="*/ 53340 w 55245"/>
                                <a:gd name="connsiteY37" fmla="*/ 19050 h 43814"/>
                                <a:gd name="connsiteX38" fmla="*/ 51435 w 55245"/>
                                <a:gd name="connsiteY38" fmla="*/ 12383 h 43814"/>
                                <a:gd name="connsiteX39" fmla="*/ 49530 w 55245"/>
                                <a:gd name="connsiteY39" fmla="*/ 6667 h 43814"/>
                                <a:gd name="connsiteX40" fmla="*/ 48578 w 55245"/>
                                <a:gd name="connsiteY40" fmla="*/ 7620 h 43814"/>
                                <a:gd name="connsiteX41" fmla="*/ 47625 w 55245"/>
                                <a:gd name="connsiteY41" fmla="*/ 8572 h 43814"/>
                                <a:gd name="connsiteX42" fmla="*/ 46672 w 55245"/>
                                <a:gd name="connsiteY42" fmla="*/ 9525 h 43814"/>
                                <a:gd name="connsiteX43" fmla="*/ 43815 w 55245"/>
                                <a:gd name="connsiteY43" fmla="*/ 12383 h 43814"/>
                                <a:gd name="connsiteX44" fmla="*/ 42863 w 55245"/>
                                <a:gd name="connsiteY44" fmla="*/ 13335 h 43814"/>
                                <a:gd name="connsiteX45" fmla="*/ 42863 w 55245"/>
                                <a:gd name="connsiteY45" fmla="*/ 13335 h 43814"/>
                                <a:gd name="connsiteX46" fmla="*/ 41910 w 55245"/>
                                <a:gd name="connsiteY46" fmla="*/ 15240 h 43814"/>
                                <a:gd name="connsiteX47" fmla="*/ 41910 w 55245"/>
                                <a:gd name="connsiteY47" fmla="*/ 18097 h 43814"/>
                                <a:gd name="connsiteX48" fmla="*/ 41910 w 55245"/>
                                <a:gd name="connsiteY48" fmla="*/ 24765 h 43814"/>
                                <a:gd name="connsiteX49" fmla="*/ 41910 w 55245"/>
                                <a:gd name="connsiteY49" fmla="*/ 28575 h 43814"/>
                                <a:gd name="connsiteX50" fmla="*/ 41910 w 55245"/>
                                <a:gd name="connsiteY50" fmla="*/ 30480 h 43814"/>
                                <a:gd name="connsiteX51" fmla="*/ 41910 w 55245"/>
                                <a:gd name="connsiteY51" fmla="*/ 32385 h 43814"/>
                                <a:gd name="connsiteX52" fmla="*/ 41910 w 55245"/>
                                <a:gd name="connsiteY52" fmla="*/ 35242 h 43814"/>
                                <a:gd name="connsiteX53" fmla="*/ 41910 w 55245"/>
                                <a:gd name="connsiteY53" fmla="*/ 36195 h 43814"/>
                                <a:gd name="connsiteX54" fmla="*/ 41910 w 55245"/>
                                <a:gd name="connsiteY54" fmla="*/ 37147 h 43814"/>
                                <a:gd name="connsiteX55" fmla="*/ 40958 w 55245"/>
                                <a:gd name="connsiteY55" fmla="*/ 40005 h 43814"/>
                                <a:gd name="connsiteX56" fmla="*/ 40958 w 55245"/>
                                <a:gd name="connsiteY56" fmla="*/ 40005 h 43814"/>
                                <a:gd name="connsiteX57" fmla="*/ 40958 w 55245"/>
                                <a:gd name="connsiteY57" fmla="*/ 40005 h 43814"/>
                                <a:gd name="connsiteX58" fmla="*/ 40958 w 55245"/>
                                <a:gd name="connsiteY58" fmla="*/ 40005 h 43814"/>
                                <a:gd name="connsiteX59" fmla="*/ 40958 w 55245"/>
                                <a:gd name="connsiteY59" fmla="*/ 40005 h 43814"/>
                                <a:gd name="connsiteX60" fmla="*/ 40958 w 55245"/>
                                <a:gd name="connsiteY60" fmla="*/ 40005 h 43814"/>
                                <a:gd name="connsiteX61" fmla="*/ 40005 w 55245"/>
                                <a:gd name="connsiteY61" fmla="*/ 40005 h 43814"/>
                                <a:gd name="connsiteX62" fmla="*/ 40958 w 55245"/>
                                <a:gd name="connsiteY62" fmla="*/ 40005 h 43814"/>
                                <a:gd name="connsiteX63" fmla="*/ 40958 w 55245"/>
                                <a:gd name="connsiteY63" fmla="*/ 40005 h 43814"/>
                                <a:gd name="connsiteX64" fmla="*/ 40958 w 55245"/>
                                <a:gd name="connsiteY64" fmla="*/ 40005 h 43814"/>
                                <a:gd name="connsiteX65" fmla="*/ 40958 w 55245"/>
                                <a:gd name="connsiteY65" fmla="*/ 40005 h 43814"/>
                                <a:gd name="connsiteX66" fmla="*/ 40958 w 55245"/>
                                <a:gd name="connsiteY66" fmla="*/ 40005 h 43814"/>
                                <a:gd name="connsiteX67" fmla="*/ 40958 w 55245"/>
                                <a:gd name="connsiteY67" fmla="*/ 40005 h 43814"/>
                                <a:gd name="connsiteX68" fmla="*/ 41910 w 55245"/>
                                <a:gd name="connsiteY68" fmla="*/ 37147 h 43814"/>
                                <a:gd name="connsiteX69" fmla="*/ 41910 w 55245"/>
                                <a:gd name="connsiteY69" fmla="*/ 36195 h 43814"/>
                                <a:gd name="connsiteX70" fmla="*/ 41910 w 55245"/>
                                <a:gd name="connsiteY70" fmla="*/ 35242 h 43814"/>
                                <a:gd name="connsiteX71" fmla="*/ 41910 w 55245"/>
                                <a:gd name="connsiteY71" fmla="*/ 32385 h 43814"/>
                                <a:gd name="connsiteX72" fmla="*/ 41910 w 55245"/>
                                <a:gd name="connsiteY72" fmla="*/ 30480 h 43814"/>
                                <a:gd name="connsiteX73" fmla="*/ 41910 w 55245"/>
                                <a:gd name="connsiteY73" fmla="*/ 28575 h 43814"/>
                                <a:gd name="connsiteX74" fmla="*/ 41910 w 55245"/>
                                <a:gd name="connsiteY74" fmla="*/ 24765 h 43814"/>
                                <a:gd name="connsiteX75" fmla="*/ 40958 w 55245"/>
                                <a:gd name="connsiteY75" fmla="*/ 18097 h 43814"/>
                                <a:gd name="connsiteX76" fmla="*/ 40958 w 55245"/>
                                <a:gd name="connsiteY76" fmla="*/ 15240 h 43814"/>
                                <a:gd name="connsiteX77" fmla="*/ 40958 w 55245"/>
                                <a:gd name="connsiteY77" fmla="*/ 15240 h 43814"/>
                                <a:gd name="connsiteX78" fmla="*/ 40005 w 55245"/>
                                <a:gd name="connsiteY78" fmla="*/ 16192 h 43814"/>
                                <a:gd name="connsiteX79" fmla="*/ 36195 w 55245"/>
                                <a:gd name="connsiteY79" fmla="*/ 20002 h 43814"/>
                                <a:gd name="connsiteX80" fmla="*/ 33338 w 55245"/>
                                <a:gd name="connsiteY80" fmla="*/ 22860 h 43814"/>
                                <a:gd name="connsiteX81" fmla="*/ 33338 w 55245"/>
                                <a:gd name="connsiteY81" fmla="*/ 22860 h 43814"/>
                                <a:gd name="connsiteX82" fmla="*/ 33338 w 55245"/>
                                <a:gd name="connsiteY82" fmla="*/ 23813 h 43814"/>
                                <a:gd name="connsiteX83" fmla="*/ 32385 w 55245"/>
                                <a:gd name="connsiteY83" fmla="*/ 26670 h 43814"/>
                                <a:gd name="connsiteX84" fmla="*/ 32385 w 55245"/>
                                <a:gd name="connsiteY84" fmla="*/ 28575 h 43814"/>
                                <a:gd name="connsiteX85" fmla="*/ 32385 w 55245"/>
                                <a:gd name="connsiteY85" fmla="*/ 31433 h 43814"/>
                                <a:gd name="connsiteX86" fmla="*/ 32385 w 55245"/>
                                <a:gd name="connsiteY86" fmla="*/ 32385 h 43814"/>
                                <a:gd name="connsiteX87" fmla="*/ 32385 w 55245"/>
                                <a:gd name="connsiteY87" fmla="*/ 33338 h 43814"/>
                                <a:gd name="connsiteX88" fmla="*/ 32385 w 55245"/>
                                <a:gd name="connsiteY88" fmla="*/ 34290 h 43814"/>
                                <a:gd name="connsiteX89" fmla="*/ 32385 w 55245"/>
                                <a:gd name="connsiteY89" fmla="*/ 35242 h 43814"/>
                                <a:gd name="connsiteX90" fmla="*/ 31433 w 55245"/>
                                <a:gd name="connsiteY90" fmla="*/ 38100 h 43814"/>
                                <a:gd name="connsiteX91" fmla="*/ 30480 w 55245"/>
                                <a:gd name="connsiteY91" fmla="*/ 40005 h 43814"/>
                                <a:gd name="connsiteX92" fmla="*/ 30480 w 55245"/>
                                <a:gd name="connsiteY92" fmla="*/ 40958 h 43814"/>
                                <a:gd name="connsiteX93" fmla="*/ 30480 w 55245"/>
                                <a:gd name="connsiteY93" fmla="*/ 41910 h 43814"/>
                                <a:gd name="connsiteX94" fmla="*/ 30480 w 55245"/>
                                <a:gd name="connsiteY94" fmla="*/ 42863 h 43814"/>
                                <a:gd name="connsiteX95" fmla="*/ 30480 w 55245"/>
                                <a:gd name="connsiteY95" fmla="*/ 43815 h 43814"/>
                                <a:gd name="connsiteX96" fmla="*/ 30480 w 55245"/>
                                <a:gd name="connsiteY96" fmla="*/ 43815 h 43814"/>
                                <a:gd name="connsiteX97" fmla="*/ 30480 w 55245"/>
                                <a:gd name="connsiteY97" fmla="*/ 42863 h 43814"/>
                                <a:gd name="connsiteX98" fmla="*/ 30480 w 55245"/>
                                <a:gd name="connsiteY98" fmla="*/ 41910 h 43814"/>
                                <a:gd name="connsiteX99" fmla="*/ 30480 w 55245"/>
                                <a:gd name="connsiteY99" fmla="*/ 40958 h 43814"/>
                                <a:gd name="connsiteX100" fmla="*/ 31433 w 55245"/>
                                <a:gd name="connsiteY100" fmla="*/ 38100 h 43814"/>
                                <a:gd name="connsiteX101" fmla="*/ 31433 w 55245"/>
                                <a:gd name="connsiteY101" fmla="*/ 35242 h 43814"/>
                                <a:gd name="connsiteX102" fmla="*/ 31433 w 55245"/>
                                <a:gd name="connsiteY102" fmla="*/ 34290 h 43814"/>
                                <a:gd name="connsiteX103" fmla="*/ 31433 w 55245"/>
                                <a:gd name="connsiteY103" fmla="*/ 33338 h 43814"/>
                                <a:gd name="connsiteX104" fmla="*/ 31433 w 55245"/>
                                <a:gd name="connsiteY104" fmla="*/ 32385 h 43814"/>
                                <a:gd name="connsiteX105" fmla="*/ 31433 w 55245"/>
                                <a:gd name="connsiteY105" fmla="*/ 31433 h 43814"/>
                                <a:gd name="connsiteX106" fmla="*/ 31433 w 55245"/>
                                <a:gd name="connsiteY106" fmla="*/ 30480 h 43814"/>
                                <a:gd name="connsiteX107" fmla="*/ 31433 w 55245"/>
                                <a:gd name="connsiteY107" fmla="*/ 27622 h 43814"/>
                                <a:gd name="connsiteX108" fmla="*/ 31433 w 55245"/>
                                <a:gd name="connsiteY108" fmla="*/ 25717 h 43814"/>
                                <a:gd name="connsiteX109" fmla="*/ 31433 w 55245"/>
                                <a:gd name="connsiteY109" fmla="*/ 23813 h 43814"/>
                                <a:gd name="connsiteX110" fmla="*/ 29528 w 55245"/>
                                <a:gd name="connsiteY110" fmla="*/ 25717 h 43814"/>
                                <a:gd name="connsiteX111" fmla="*/ 25718 w 55245"/>
                                <a:gd name="connsiteY111" fmla="*/ 29527 h 43814"/>
                                <a:gd name="connsiteX112" fmla="*/ 23813 w 55245"/>
                                <a:gd name="connsiteY112" fmla="*/ 31433 h 43814"/>
                                <a:gd name="connsiteX113" fmla="*/ 22860 w 55245"/>
                                <a:gd name="connsiteY113" fmla="*/ 33338 h 43814"/>
                                <a:gd name="connsiteX114" fmla="*/ 20003 w 55245"/>
                                <a:gd name="connsiteY114" fmla="*/ 37147 h 43814"/>
                                <a:gd name="connsiteX115" fmla="*/ 19050 w 55245"/>
                                <a:gd name="connsiteY115" fmla="*/ 39052 h 43814"/>
                                <a:gd name="connsiteX116" fmla="*/ 18097 w 55245"/>
                                <a:gd name="connsiteY116" fmla="*/ 40958 h 43814"/>
                                <a:gd name="connsiteX117" fmla="*/ 18097 w 55245"/>
                                <a:gd name="connsiteY117" fmla="*/ 40958 h 43814"/>
                                <a:gd name="connsiteX118" fmla="*/ 18097 w 55245"/>
                                <a:gd name="connsiteY118" fmla="*/ 40958 h 43814"/>
                                <a:gd name="connsiteX119" fmla="*/ 19050 w 55245"/>
                                <a:gd name="connsiteY119" fmla="*/ 39052 h 43814"/>
                                <a:gd name="connsiteX120" fmla="*/ 20003 w 55245"/>
                                <a:gd name="connsiteY120" fmla="*/ 37147 h 43814"/>
                                <a:gd name="connsiteX121" fmla="*/ 21908 w 55245"/>
                                <a:gd name="connsiteY121" fmla="*/ 33338 h 43814"/>
                                <a:gd name="connsiteX122" fmla="*/ 22860 w 55245"/>
                                <a:gd name="connsiteY122" fmla="*/ 32385 h 43814"/>
                                <a:gd name="connsiteX123" fmla="*/ 23813 w 55245"/>
                                <a:gd name="connsiteY123" fmla="*/ 31433 h 43814"/>
                                <a:gd name="connsiteX124" fmla="*/ 24765 w 55245"/>
                                <a:gd name="connsiteY124" fmla="*/ 30480 h 43814"/>
                                <a:gd name="connsiteX125" fmla="*/ 25718 w 55245"/>
                                <a:gd name="connsiteY125" fmla="*/ 29527 h 43814"/>
                                <a:gd name="connsiteX126" fmla="*/ 28575 w 55245"/>
                                <a:gd name="connsiteY126" fmla="*/ 25717 h 43814"/>
                                <a:gd name="connsiteX127" fmla="*/ 32385 w 55245"/>
                                <a:gd name="connsiteY127" fmla="*/ 21908 h 43814"/>
                                <a:gd name="connsiteX128" fmla="*/ 35243 w 55245"/>
                                <a:gd name="connsiteY128" fmla="*/ 19050 h 43814"/>
                                <a:gd name="connsiteX129" fmla="*/ 34290 w 55245"/>
                                <a:gd name="connsiteY129" fmla="*/ 19050 h 43814"/>
                                <a:gd name="connsiteX130" fmla="*/ 31433 w 55245"/>
                                <a:gd name="connsiteY130" fmla="*/ 20002 h 43814"/>
                                <a:gd name="connsiteX131" fmla="*/ 24765 w 55245"/>
                                <a:gd name="connsiteY131" fmla="*/ 20955 h 43814"/>
                                <a:gd name="connsiteX132" fmla="*/ 20955 w 55245"/>
                                <a:gd name="connsiteY132" fmla="*/ 21908 h 43814"/>
                                <a:gd name="connsiteX133" fmla="*/ 17145 w 55245"/>
                                <a:gd name="connsiteY133" fmla="*/ 22860 h 43814"/>
                                <a:gd name="connsiteX134" fmla="*/ 13335 w 55245"/>
                                <a:gd name="connsiteY134" fmla="*/ 24765 h 43814"/>
                                <a:gd name="connsiteX135" fmla="*/ 9525 w 55245"/>
                                <a:gd name="connsiteY135" fmla="*/ 27622 h 43814"/>
                                <a:gd name="connsiteX136" fmla="*/ 7620 w 55245"/>
                                <a:gd name="connsiteY136" fmla="*/ 29527 h 43814"/>
                                <a:gd name="connsiteX137" fmla="*/ 5715 w 55245"/>
                                <a:gd name="connsiteY137" fmla="*/ 31433 h 43814"/>
                                <a:gd name="connsiteX138" fmla="*/ 4763 w 55245"/>
                                <a:gd name="connsiteY138" fmla="*/ 32385 h 43814"/>
                                <a:gd name="connsiteX139" fmla="*/ 3810 w 55245"/>
                                <a:gd name="connsiteY139" fmla="*/ 33338 h 43814"/>
                                <a:gd name="connsiteX140" fmla="*/ 2858 w 55245"/>
                                <a:gd name="connsiteY140" fmla="*/ 35242 h 43814"/>
                                <a:gd name="connsiteX141" fmla="*/ 2858 w 55245"/>
                                <a:gd name="connsiteY141" fmla="*/ 35242 h 43814"/>
                                <a:gd name="connsiteX142" fmla="*/ 2858 w 55245"/>
                                <a:gd name="connsiteY142" fmla="*/ 35242 h 43814"/>
                                <a:gd name="connsiteX143" fmla="*/ 2858 w 55245"/>
                                <a:gd name="connsiteY143" fmla="*/ 35242 h 43814"/>
                                <a:gd name="connsiteX144" fmla="*/ 5715 w 55245"/>
                                <a:gd name="connsiteY144" fmla="*/ 30480 h 43814"/>
                                <a:gd name="connsiteX145" fmla="*/ 8572 w 55245"/>
                                <a:gd name="connsiteY145" fmla="*/ 26670 h 43814"/>
                                <a:gd name="connsiteX146" fmla="*/ 12383 w 55245"/>
                                <a:gd name="connsiteY146" fmla="*/ 23813 h 43814"/>
                                <a:gd name="connsiteX147" fmla="*/ 16193 w 55245"/>
                                <a:gd name="connsiteY147" fmla="*/ 21908 h 43814"/>
                                <a:gd name="connsiteX148" fmla="*/ 20003 w 55245"/>
                                <a:gd name="connsiteY148" fmla="*/ 20002 h 43814"/>
                                <a:gd name="connsiteX149" fmla="*/ 23813 w 55245"/>
                                <a:gd name="connsiteY149" fmla="*/ 19050 h 43814"/>
                                <a:gd name="connsiteX150" fmla="*/ 30480 w 55245"/>
                                <a:gd name="connsiteY150" fmla="*/ 18097 h 43814"/>
                                <a:gd name="connsiteX151" fmla="*/ 33338 w 55245"/>
                                <a:gd name="connsiteY151" fmla="*/ 17145 h 43814"/>
                                <a:gd name="connsiteX152" fmla="*/ 35243 w 55245"/>
                                <a:gd name="connsiteY152" fmla="*/ 16192 h 43814"/>
                                <a:gd name="connsiteX153" fmla="*/ 36195 w 55245"/>
                                <a:gd name="connsiteY153" fmla="*/ 15240 h 43814"/>
                                <a:gd name="connsiteX154" fmla="*/ 38100 w 55245"/>
                                <a:gd name="connsiteY154" fmla="*/ 12383 h 43814"/>
                                <a:gd name="connsiteX155" fmla="*/ 40005 w 55245"/>
                                <a:gd name="connsiteY155" fmla="*/ 10477 h 43814"/>
                                <a:gd name="connsiteX156" fmla="*/ 41910 w 55245"/>
                                <a:gd name="connsiteY156" fmla="*/ 8572 h 43814"/>
                                <a:gd name="connsiteX157" fmla="*/ 44768 w 55245"/>
                                <a:gd name="connsiteY157" fmla="*/ 5715 h 43814"/>
                                <a:gd name="connsiteX158" fmla="*/ 44768 w 55245"/>
                                <a:gd name="connsiteY158" fmla="*/ 5715 h 43814"/>
                                <a:gd name="connsiteX159" fmla="*/ 44768 w 55245"/>
                                <a:gd name="connsiteY159" fmla="*/ 5715 h 43814"/>
                                <a:gd name="connsiteX160" fmla="*/ 41910 w 55245"/>
                                <a:gd name="connsiteY160" fmla="*/ 5715 h 43814"/>
                                <a:gd name="connsiteX161" fmla="*/ 40005 w 55245"/>
                                <a:gd name="connsiteY161" fmla="*/ 5715 h 43814"/>
                                <a:gd name="connsiteX162" fmla="*/ 38100 w 55245"/>
                                <a:gd name="connsiteY162" fmla="*/ 5715 h 43814"/>
                                <a:gd name="connsiteX163" fmla="*/ 34290 w 55245"/>
                                <a:gd name="connsiteY163" fmla="*/ 5715 h 43814"/>
                                <a:gd name="connsiteX164" fmla="*/ 29528 w 55245"/>
                                <a:gd name="connsiteY164" fmla="*/ 5715 h 43814"/>
                                <a:gd name="connsiteX165" fmla="*/ 24765 w 55245"/>
                                <a:gd name="connsiteY165" fmla="*/ 5715 h 43814"/>
                                <a:gd name="connsiteX166" fmla="*/ 20003 w 55245"/>
                                <a:gd name="connsiteY166" fmla="*/ 6667 h 43814"/>
                                <a:gd name="connsiteX167" fmla="*/ 15240 w 55245"/>
                                <a:gd name="connsiteY167" fmla="*/ 7620 h 43814"/>
                                <a:gd name="connsiteX168" fmla="*/ 10478 w 55245"/>
                                <a:gd name="connsiteY168" fmla="*/ 9525 h 43814"/>
                                <a:gd name="connsiteX169" fmla="*/ 8572 w 55245"/>
                                <a:gd name="connsiteY169" fmla="*/ 10477 h 43814"/>
                                <a:gd name="connsiteX170" fmla="*/ 6668 w 55245"/>
                                <a:gd name="connsiteY170" fmla="*/ 12383 h 43814"/>
                                <a:gd name="connsiteX171" fmla="*/ 4763 w 55245"/>
                                <a:gd name="connsiteY171" fmla="*/ 14288 h 43814"/>
                                <a:gd name="connsiteX172" fmla="*/ 2858 w 55245"/>
                                <a:gd name="connsiteY172" fmla="*/ 16192 h 43814"/>
                                <a:gd name="connsiteX173" fmla="*/ 953 w 55245"/>
                                <a:gd name="connsiteY173" fmla="*/ 18097 h 43814"/>
                                <a:gd name="connsiteX174" fmla="*/ 0 w 55245"/>
                                <a:gd name="connsiteY174" fmla="*/ 19050 h 43814"/>
                                <a:gd name="connsiteX175" fmla="*/ 0 w 55245"/>
                                <a:gd name="connsiteY175" fmla="*/ 18097 h 43814"/>
                                <a:gd name="connsiteX176" fmla="*/ 953 w 55245"/>
                                <a:gd name="connsiteY176" fmla="*/ 17145 h 43814"/>
                                <a:gd name="connsiteX177" fmla="*/ 2858 w 55245"/>
                                <a:gd name="connsiteY177" fmla="*/ 15240 h 43814"/>
                                <a:gd name="connsiteX178" fmla="*/ 4763 w 55245"/>
                                <a:gd name="connsiteY178" fmla="*/ 13335 h 43814"/>
                                <a:gd name="connsiteX179" fmla="*/ 6668 w 55245"/>
                                <a:gd name="connsiteY179" fmla="*/ 11430 h 43814"/>
                                <a:gd name="connsiteX180" fmla="*/ 8572 w 55245"/>
                                <a:gd name="connsiteY180" fmla="*/ 9525 h 43814"/>
                                <a:gd name="connsiteX181" fmla="*/ 10478 w 55245"/>
                                <a:gd name="connsiteY181" fmla="*/ 8572 h 43814"/>
                                <a:gd name="connsiteX182" fmla="*/ 15240 w 55245"/>
                                <a:gd name="connsiteY182" fmla="*/ 6667 h 43814"/>
                                <a:gd name="connsiteX183" fmla="*/ 20003 w 55245"/>
                                <a:gd name="connsiteY183" fmla="*/ 5715 h 43814"/>
                                <a:gd name="connsiteX184" fmla="*/ 24765 w 55245"/>
                                <a:gd name="connsiteY184" fmla="*/ 4763 h 43814"/>
                                <a:gd name="connsiteX185" fmla="*/ 29528 w 55245"/>
                                <a:gd name="connsiteY185" fmla="*/ 4763 h 43814"/>
                                <a:gd name="connsiteX186" fmla="*/ 34290 w 55245"/>
                                <a:gd name="connsiteY186" fmla="*/ 4763 h 43814"/>
                                <a:gd name="connsiteX187" fmla="*/ 38100 w 55245"/>
                                <a:gd name="connsiteY187" fmla="*/ 4763 h 43814"/>
                                <a:gd name="connsiteX188" fmla="*/ 40005 w 55245"/>
                                <a:gd name="connsiteY188" fmla="*/ 4763 h 43814"/>
                                <a:gd name="connsiteX189" fmla="*/ 41910 w 55245"/>
                                <a:gd name="connsiteY189" fmla="*/ 4763 h 43814"/>
                                <a:gd name="connsiteX190" fmla="*/ 44768 w 55245"/>
                                <a:gd name="connsiteY190" fmla="*/ 4763 h 43814"/>
                                <a:gd name="connsiteX191" fmla="*/ 45720 w 55245"/>
                                <a:gd name="connsiteY191" fmla="*/ 4763 h 43814"/>
                                <a:gd name="connsiteX192" fmla="*/ 45720 w 55245"/>
                                <a:gd name="connsiteY192" fmla="*/ 4763 h 43814"/>
                                <a:gd name="connsiteX193" fmla="*/ 46672 w 55245"/>
                                <a:gd name="connsiteY193" fmla="*/ 3810 h 43814"/>
                                <a:gd name="connsiteX194" fmla="*/ 48578 w 55245"/>
                                <a:gd name="connsiteY194" fmla="*/ 1905 h 43814"/>
                                <a:gd name="connsiteX195" fmla="*/ 49530 w 55245"/>
                                <a:gd name="connsiteY195" fmla="*/ 0 h 43814"/>
                                <a:gd name="connsiteX196" fmla="*/ 50483 w 55245"/>
                                <a:gd name="connsiteY196" fmla="*/ 1905 h 43814"/>
                                <a:gd name="connsiteX197" fmla="*/ 50483 w 55245"/>
                                <a:gd name="connsiteY197" fmla="*/ 4763 h 4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55245" h="43814">
                                  <a:moveTo>
                                    <a:pt x="50483" y="4763"/>
                                  </a:moveTo>
                                  <a:cubicBezTo>
                                    <a:pt x="50483" y="4763"/>
                                    <a:pt x="50483" y="4763"/>
                                    <a:pt x="50483" y="4763"/>
                                  </a:cubicBezTo>
                                  <a:cubicBezTo>
                                    <a:pt x="50483" y="4763"/>
                                    <a:pt x="50483" y="5715"/>
                                    <a:pt x="50483" y="6667"/>
                                  </a:cubicBezTo>
                                  <a:cubicBezTo>
                                    <a:pt x="50483" y="7620"/>
                                    <a:pt x="51435" y="9525"/>
                                    <a:pt x="51435" y="11430"/>
                                  </a:cubicBezTo>
                                  <a:cubicBezTo>
                                    <a:pt x="52388" y="13335"/>
                                    <a:pt x="52388" y="16192"/>
                                    <a:pt x="53340" y="18097"/>
                                  </a:cubicBezTo>
                                  <a:cubicBezTo>
                                    <a:pt x="53340" y="19050"/>
                                    <a:pt x="53340" y="19050"/>
                                    <a:pt x="54293" y="20002"/>
                                  </a:cubicBezTo>
                                  <a:cubicBezTo>
                                    <a:pt x="54293" y="20002"/>
                                    <a:pt x="54293" y="20955"/>
                                    <a:pt x="54293" y="20955"/>
                                  </a:cubicBezTo>
                                  <a:lnTo>
                                    <a:pt x="54293" y="20955"/>
                                  </a:lnTo>
                                  <a:lnTo>
                                    <a:pt x="54293" y="20955"/>
                                  </a:lnTo>
                                  <a:lnTo>
                                    <a:pt x="54293" y="20955"/>
                                  </a:lnTo>
                                  <a:cubicBezTo>
                                    <a:pt x="54293" y="21908"/>
                                    <a:pt x="55245" y="23813"/>
                                    <a:pt x="55245" y="24765"/>
                                  </a:cubicBezTo>
                                  <a:cubicBezTo>
                                    <a:pt x="55245" y="25717"/>
                                    <a:pt x="55245" y="25717"/>
                                    <a:pt x="55245" y="26670"/>
                                  </a:cubicBezTo>
                                  <a:cubicBezTo>
                                    <a:pt x="55245" y="27622"/>
                                    <a:pt x="55245" y="27622"/>
                                    <a:pt x="55245" y="28575"/>
                                  </a:cubicBezTo>
                                  <a:cubicBezTo>
                                    <a:pt x="55245" y="28575"/>
                                    <a:pt x="55245" y="29527"/>
                                    <a:pt x="55245" y="29527"/>
                                  </a:cubicBezTo>
                                  <a:cubicBezTo>
                                    <a:pt x="55245" y="29527"/>
                                    <a:pt x="55245" y="30480"/>
                                    <a:pt x="55245" y="30480"/>
                                  </a:cubicBezTo>
                                  <a:cubicBezTo>
                                    <a:pt x="55245" y="31433"/>
                                    <a:pt x="55245" y="31433"/>
                                    <a:pt x="55245" y="32385"/>
                                  </a:cubicBezTo>
                                  <a:cubicBezTo>
                                    <a:pt x="55245" y="33338"/>
                                    <a:pt x="55245" y="34290"/>
                                    <a:pt x="55245" y="35242"/>
                                  </a:cubicBezTo>
                                  <a:cubicBezTo>
                                    <a:pt x="55245" y="36195"/>
                                    <a:pt x="55245" y="36195"/>
                                    <a:pt x="55245" y="37147"/>
                                  </a:cubicBezTo>
                                  <a:cubicBezTo>
                                    <a:pt x="55245" y="37147"/>
                                    <a:pt x="55245" y="38100"/>
                                    <a:pt x="55245" y="38100"/>
                                  </a:cubicBezTo>
                                  <a:cubicBezTo>
                                    <a:pt x="55245" y="38100"/>
                                    <a:pt x="55245" y="38100"/>
                                    <a:pt x="55245" y="39052"/>
                                  </a:cubicBezTo>
                                  <a:cubicBezTo>
                                    <a:pt x="55245" y="39052"/>
                                    <a:pt x="55245" y="39052"/>
                                    <a:pt x="55245" y="39052"/>
                                  </a:cubicBezTo>
                                  <a:lnTo>
                                    <a:pt x="55245" y="39052"/>
                                  </a:lnTo>
                                  <a:cubicBezTo>
                                    <a:pt x="55245" y="39052"/>
                                    <a:pt x="55245" y="39052"/>
                                    <a:pt x="55245" y="39052"/>
                                  </a:cubicBezTo>
                                  <a:cubicBezTo>
                                    <a:pt x="55245" y="39052"/>
                                    <a:pt x="55245" y="39052"/>
                                    <a:pt x="55245" y="38100"/>
                                  </a:cubicBezTo>
                                  <a:cubicBezTo>
                                    <a:pt x="55245" y="38100"/>
                                    <a:pt x="55245" y="37147"/>
                                    <a:pt x="55245" y="37147"/>
                                  </a:cubicBezTo>
                                  <a:cubicBezTo>
                                    <a:pt x="55245" y="36195"/>
                                    <a:pt x="55245" y="36195"/>
                                    <a:pt x="55245" y="35242"/>
                                  </a:cubicBezTo>
                                  <a:cubicBezTo>
                                    <a:pt x="55245" y="34290"/>
                                    <a:pt x="55245" y="33338"/>
                                    <a:pt x="55245" y="32385"/>
                                  </a:cubicBezTo>
                                  <a:cubicBezTo>
                                    <a:pt x="55245" y="32385"/>
                                    <a:pt x="55245" y="31433"/>
                                    <a:pt x="55245" y="31433"/>
                                  </a:cubicBezTo>
                                  <a:cubicBezTo>
                                    <a:pt x="55245" y="31433"/>
                                    <a:pt x="55245" y="30480"/>
                                    <a:pt x="55245" y="30480"/>
                                  </a:cubicBezTo>
                                  <a:cubicBezTo>
                                    <a:pt x="55245" y="30480"/>
                                    <a:pt x="55245" y="29527"/>
                                    <a:pt x="55245" y="29527"/>
                                  </a:cubicBezTo>
                                  <a:cubicBezTo>
                                    <a:pt x="55245" y="28575"/>
                                    <a:pt x="55245" y="28575"/>
                                    <a:pt x="55245" y="27622"/>
                                  </a:cubicBezTo>
                                  <a:cubicBezTo>
                                    <a:pt x="55245" y="26670"/>
                                    <a:pt x="55245" y="26670"/>
                                    <a:pt x="55245" y="25717"/>
                                  </a:cubicBezTo>
                                  <a:cubicBezTo>
                                    <a:pt x="55245" y="24765"/>
                                    <a:pt x="55245" y="22860"/>
                                    <a:pt x="54293" y="21908"/>
                                  </a:cubicBezTo>
                                  <a:lnTo>
                                    <a:pt x="54293" y="21908"/>
                                  </a:lnTo>
                                  <a:lnTo>
                                    <a:pt x="54293" y="21908"/>
                                  </a:lnTo>
                                  <a:lnTo>
                                    <a:pt x="54293" y="21908"/>
                                  </a:lnTo>
                                  <a:cubicBezTo>
                                    <a:pt x="54293" y="21908"/>
                                    <a:pt x="54293" y="20955"/>
                                    <a:pt x="54293" y="20955"/>
                                  </a:cubicBezTo>
                                  <a:cubicBezTo>
                                    <a:pt x="54293" y="20002"/>
                                    <a:pt x="54293" y="20002"/>
                                    <a:pt x="53340" y="19050"/>
                                  </a:cubicBezTo>
                                  <a:cubicBezTo>
                                    <a:pt x="52388" y="16192"/>
                                    <a:pt x="51435" y="14288"/>
                                    <a:pt x="51435" y="12383"/>
                                  </a:cubicBezTo>
                                  <a:cubicBezTo>
                                    <a:pt x="50483" y="9525"/>
                                    <a:pt x="50483" y="7620"/>
                                    <a:pt x="49530" y="6667"/>
                                  </a:cubicBezTo>
                                  <a:cubicBezTo>
                                    <a:pt x="49530" y="6667"/>
                                    <a:pt x="49530" y="7620"/>
                                    <a:pt x="48578" y="7620"/>
                                  </a:cubicBezTo>
                                  <a:cubicBezTo>
                                    <a:pt x="48578" y="7620"/>
                                    <a:pt x="47625" y="8572"/>
                                    <a:pt x="47625" y="8572"/>
                                  </a:cubicBezTo>
                                  <a:cubicBezTo>
                                    <a:pt x="47625" y="8572"/>
                                    <a:pt x="46672" y="9525"/>
                                    <a:pt x="46672" y="9525"/>
                                  </a:cubicBezTo>
                                  <a:cubicBezTo>
                                    <a:pt x="45720" y="10477"/>
                                    <a:pt x="44768" y="11430"/>
                                    <a:pt x="43815" y="12383"/>
                                  </a:cubicBezTo>
                                  <a:cubicBezTo>
                                    <a:pt x="43815" y="12383"/>
                                    <a:pt x="43815" y="12383"/>
                                    <a:pt x="42863" y="13335"/>
                                  </a:cubicBezTo>
                                  <a:cubicBezTo>
                                    <a:pt x="42863" y="13335"/>
                                    <a:pt x="42863" y="13335"/>
                                    <a:pt x="42863" y="13335"/>
                                  </a:cubicBezTo>
                                  <a:cubicBezTo>
                                    <a:pt x="42863" y="14288"/>
                                    <a:pt x="41910" y="14288"/>
                                    <a:pt x="41910" y="15240"/>
                                  </a:cubicBezTo>
                                  <a:cubicBezTo>
                                    <a:pt x="41910" y="16192"/>
                                    <a:pt x="41910" y="17145"/>
                                    <a:pt x="41910" y="18097"/>
                                  </a:cubicBezTo>
                                  <a:cubicBezTo>
                                    <a:pt x="41910" y="20002"/>
                                    <a:pt x="41910" y="22860"/>
                                    <a:pt x="41910" y="24765"/>
                                  </a:cubicBezTo>
                                  <a:cubicBezTo>
                                    <a:pt x="41910" y="25717"/>
                                    <a:pt x="41910" y="27622"/>
                                    <a:pt x="41910" y="28575"/>
                                  </a:cubicBezTo>
                                  <a:cubicBezTo>
                                    <a:pt x="41910" y="29527"/>
                                    <a:pt x="41910" y="29527"/>
                                    <a:pt x="41910" y="30480"/>
                                  </a:cubicBezTo>
                                  <a:cubicBezTo>
                                    <a:pt x="41910" y="31433"/>
                                    <a:pt x="41910" y="31433"/>
                                    <a:pt x="41910" y="32385"/>
                                  </a:cubicBezTo>
                                  <a:cubicBezTo>
                                    <a:pt x="41910" y="33338"/>
                                    <a:pt x="41910" y="34290"/>
                                    <a:pt x="41910" y="35242"/>
                                  </a:cubicBezTo>
                                  <a:cubicBezTo>
                                    <a:pt x="41910" y="35242"/>
                                    <a:pt x="41910" y="36195"/>
                                    <a:pt x="41910" y="36195"/>
                                  </a:cubicBezTo>
                                  <a:cubicBezTo>
                                    <a:pt x="41910" y="36195"/>
                                    <a:pt x="41910" y="37147"/>
                                    <a:pt x="41910" y="37147"/>
                                  </a:cubicBezTo>
                                  <a:cubicBezTo>
                                    <a:pt x="41910" y="38100"/>
                                    <a:pt x="40958" y="39052"/>
                                    <a:pt x="40958" y="40005"/>
                                  </a:cubicBezTo>
                                  <a:cubicBezTo>
                                    <a:pt x="40958" y="40005"/>
                                    <a:pt x="40958" y="40005"/>
                                    <a:pt x="40958" y="40005"/>
                                  </a:cubicBezTo>
                                  <a:cubicBezTo>
                                    <a:pt x="40958" y="40005"/>
                                    <a:pt x="40958" y="40005"/>
                                    <a:pt x="40958" y="40005"/>
                                  </a:cubicBezTo>
                                  <a:cubicBezTo>
                                    <a:pt x="40958" y="40005"/>
                                    <a:pt x="40958" y="40005"/>
                                    <a:pt x="40958" y="40005"/>
                                  </a:cubicBezTo>
                                  <a:cubicBezTo>
                                    <a:pt x="40958" y="40005"/>
                                    <a:pt x="40958" y="40005"/>
                                    <a:pt x="40958" y="40005"/>
                                  </a:cubicBezTo>
                                  <a:cubicBezTo>
                                    <a:pt x="40958" y="40005"/>
                                    <a:pt x="40958" y="40005"/>
                                    <a:pt x="40958" y="40005"/>
                                  </a:cubicBezTo>
                                  <a:cubicBezTo>
                                    <a:pt x="40958" y="40005"/>
                                    <a:pt x="40958" y="40005"/>
                                    <a:pt x="40005" y="40005"/>
                                  </a:cubicBezTo>
                                  <a:cubicBezTo>
                                    <a:pt x="40005" y="40005"/>
                                    <a:pt x="40005" y="40005"/>
                                    <a:pt x="40958" y="40005"/>
                                  </a:cubicBezTo>
                                  <a:cubicBezTo>
                                    <a:pt x="40958" y="40005"/>
                                    <a:pt x="40958" y="40005"/>
                                    <a:pt x="40958" y="40005"/>
                                  </a:cubicBezTo>
                                  <a:cubicBezTo>
                                    <a:pt x="40958" y="40005"/>
                                    <a:pt x="40958" y="40005"/>
                                    <a:pt x="40958" y="40005"/>
                                  </a:cubicBezTo>
                                  <a:cubicBezTo>
                                    <a:pt x="40958" y="40005"/>
                                    <a:pt x="40958" y="40005"/>
                                    <a:pt x="40958" y="40005"/>
                                  </a:cubicBezTo>
                                  <a:cubicBezTo>
                                    <a:pt x="40958" y="40005"/>
                                    <a:pt x="40958" y="40005"/>
                                    <a:pt x="40958" y="40005"/>
                                  </a:cubicBezTo>
                                  <a:cubicBezTo>
                                    <a:pt x="40958" y="40005"/>
                                    <a:pt x="40958" y="40005"/>
                                    <a:pt x="40958" y="40005"/>
                                  </a:cubicBezTo>
                                  <a:cubicBezTo>
                                    <a:pt x="40958" y="39052"/>
                                    <a:pt x="41910" y="39052"/>
                                    <a:pt x="41910" y="37147"/>
                                  </a:cubicBezTo>
                                  <a:cubicBezTo>
                                    <a:pt x="41910" y="37147"/>
                                    <a:pt x="41910" y="36195"/>
                                    <a:pt x="41910" y="36195"/>
                                  </a:cubicBezTo>
                                  <a:cubicBezTo>
                                    <a:pt x="41910" y="36195"/>
                                    <a:pt x="41910" y="35242"/>
                                    <a:pt x="41910" y="35242"/>
                                  </a:cubicBezTo>
                                  <a:cubicBezTo>
                                    <a:pt x="41910" y="34290"/>
                                    <a:pt x="41910" y="33338"/>
                                    <a:pt x="41910" y="32385"/>
                                  </a:cubicBezTo>
                                  <a:cubicBezTo>
                                    <a:pt x="41910" y="31433"/>
                                    <a:pt x="41910" y="31433"/>
                                    <a:pt x="41910" y="30480"/>
                                  </a:cubicBezTo>
                                  <a:cubicBezTo>
                                    <a:pt x="41910" y="29527"/>
                                    <a:pt x="41910" y="29527"/>
                                    <a:pt x="41910" y="28575"/>
                                  </a:cubicBezTo>
                                  <a:cubicBezTo>
                                    <a:pt x="41910" y="27622"/>
                                    <a:pt x="41910" y="25717"/>
                                    <a:pt x="41910" y="24765"/>
                                  </a:cubicBezTo>
                                  <a:cubicBezTo>
                                    <a:pt x="41910" y="21908"/>
                                    <a:pt x="40958" y="20002"/>
                                    <a:pt x="40958" y="18097"/>
                                  </a:cubicBezTo>
                                  <a:cubicBezTo>
                                    <a:pt x="40958" y="17145"/>
                                    <a:pt x="40958" y="16192"/>
                                    <a:pt x="40958" y="15240"/>
                                  </a:cubicBezTo>
                                  <a:cubicBezTo>
                                    <a:pt x="40958" y="15240"/>
                                    <a:pt x="40958" y="15240"/>
                                    <a:pt x="40958" y="15240"/>
                                  </a:cubicBezTo>
                                  <a:cubicBezTo>
                                    <a:pt x="40958" y="15240"/>
                                    <a:pt x="40005" y="16192"/>
                                    <a:pt x="40005" y="16192"/>
                                  </a:cubicBezTo>
                                  <a:cubicBezTo>
                                    <a:pt x="39053" y="17145"/>
                                    <a:pt x="38100" y="19050"/>
                                    <a:pt x="36195" y="20002"/>
                                  </a:cubicBezTo>
                                  <a:cubicBezTo>
                                    <a:pt x="35243" y="20955"/>
                                    <a:pt x="34290" y="21908"/>
                                    <a:pt x="33338" y="22860"/>
                                  </a:cubicBezTo>
                                  <a:cubicBezTo>
                                    <a:pt x="33338" y="22860"/>
                                    <a:pt x="33338" y="22860"/>
                                    <a:pt x="33338" y="22860"/>
                                  </a:cubicBezTo>
                                  <a:cubicBezTo>
                                    <a:pt x="33338" y="22860"/>
                                    <a:pt x="33338" y="22860"/>
                                    <a:pt x="33338" y="23813"/>
                                  </a:cubicBezTo>
                                  <a:cubicBezTo>
                                    <a:pt x="33338" y="24765"/>
                                    <a:pt x="32385" y="25717"/>
                                    <a:pt x="32385" y="26670"/>
                                  </a:cubicBezTo>
                                  <a:cubicBezTo>
                                    <a:pt x="32385" y="27622"/>
                                    <a:pt x="32385" y="28575"/>
                                    <a:pt x="32385" y="28575"/>
                                  </a:cubicBezTo>
                                  <a:cubicBezTo>
                                    <a:pt x="32385" y="29527"/>
                                    <a:pt x="32385" y="30480"/>
                                    <a:pt x="32385" y="31433"/>
                                  </a:cubicBezTo>
                                  <a:cubicBezTo>
                                    <a:pt x="32385" y="31433"/>
                                    <a:pt x="32385" y="32385"/>
                                    <a:pt x="32385" y="32385"/>
                                  </a:cubicBezTo>
                                  <a:cubicBezTo>
                                    <a:pt x="32385" y="32385"/>
                                    <a:pt x="32385" y="33338"/>
                                    <a:pt x="32385" y="33338"/>
                                  </a:cubicBezTo>
                                  <a:cubicBezTo>
                                    <a:pt x="32385" y="33338"/>
                                    <a:pt x="32385" y="34290"/>
                                    <a:pt x="32385" y="34290"/>
                                  </a:cubicBezTo>
                                  <a:cubicBezTo>
                                    <a:pt x="32385" y="34290"/>
                                    <a:pt x="32385" y="35242"/>
                                    <a:pt x="32385" y="35242"/>
                                  </a:cubicBezTo>
                                  <a:cubicBezTo>
                                    <a:pt x="32385" y="36195"/>
                                    <a:pt x="32385" y="37147"/>
                                    <a:pt x="31433" y="38100"/>
                                  </a:cubicBezTo>
                                  <a:cubicBezTo>
                                    <a:pt x="31433" y="39052"/>
                                    <a:pt x="31433" y="40005"/>
                                    <a:pt x="30480" y="40005"/>
                                  </a:cubicBezTo>
                                  <a:cubicBezTo>
                                    <a:pt x="30480" y="40005"/>
                                    <a:pt x="30480" y="40958"/>
                                    <a:pt x="30480" y="40958"/>
                                  </a:cubicBezTo>
                                  <a:cubicBezTo>
                                    <a:pt x="30480" y="40958"/>
                                    <a:pt x="30480" y="41910"/>
                                    <a:pt x="30480" y="41910"/>
                                  </a:cubicBezTo>
                                  <a:cubicBezTo>
                                    <a:pt x="30480" y="41910"/>
                                    <a:pt x="30480" y="41910"/>
                                    <a:pt x="30480" y="42863"/>
                                  </a:cubicBezTo>
                                  <a:cubicBezTo>
                                    <a:pt x="30480" y="42863"/>
                                    <a:pt x="30480" y="42863"/>
                                    <a:pt x="30480" y="43815"/>
                                  </a:cubicBezTo>
                                  <a:cubicBezTo>
                                    <a:pt x="30480" y="43815"/>
                                    <a:pt x="30480" y="43815"/>
                                    <a:pt x="30480" y="43815"/>
                                  </a:cubicBezTo>
                                  <a:cubicBezTo>
                                    <a:pt x="30480" y="43815"/>
                                    <a:pt x="30480" y="42863"/>
                                    <a:pt x="30480" y="42863"/>
                                  </a:cubicBezTo>
                                  <a:cubicBezTo>
                                    <a:pt x="30480" y="42863"/>
                                    <a:pt x="30480" y="41910"/>
                                    <a:pt x="30480" y="41910"/>
                                  </a:cubicBezTo>
                                  <a:cubicBezTo>
                                    <a:pt x="30480" y="41910"/>
                                    <a:pt x="30480" y="40958"/>
                                    <a:pt x="30480" y="40958"/>
                                  </a:cubicBezTo>
                                  <a:cubicBezTo>
                                    <a:pt x="30480" y="40005"/>
                                    <a:pt x="30480" y="39052"/>
                                    <a:pt x="31433" y="38100"/>
                                  </a:cubicBezTo>
                                  <a:cubicBezTo>
                                    <a:pt x="31433" y="37147"/>
                                    <a:pt x="31433" y="36195"/>
                                    <a:pt x="31433" y="35242"/>
                                  </a:cubicBezTo>
                                  <a:lnTo>
                                    <a:pt x="31433" y="34290"/>
                                  </a:lnTo>
                                  <a:lnTo>
                                    <a:pt x="31433" y="33338"/>
                                  </a:lnTo>
                                  <a:cubicBezTo>
                                    <a:pt x="31433" y="33338"/>
                                    <a:pt x="31433" y="32385"/>
                                    <a:pt x="31433" y="32385"/>
                                  </a:cubicBezTo>
                                  <a:cubicBezTo>
                                    <a:pt x="31433" y="32385"/>
                                    <a:pt x="31433" y="31433"/>
                                    <a:pt x="31433" y="31433"/>
                                  </a:cubicBezTo>
                                  <a:cubicBezTo>
                                    <a:pt x="31433" y="31433"/>
                                    <a:pt x="31433" y="30480"/>
                                    <a:pt x="31433" y="30480"/>
                                  </a:cubicBezTo>
                                  <a:cubicBezTo>
                                    <a:pt x="31433" y="29527"/>
                                    <a:pt x="31433" y="28575"/>
                                    <a:pt x="31433" y="27622"/>
                                  </a:cubicBezTo>
                                  <a:cubicBezTo>
                                    <a:pt x="31433" y="26670"/>
                                    <a:pt x="31433" y="25717"/>
                                    <a:pt x="31433" y="25717"/>
                                  </a:cubicBezTo>
                                  <a:cubicBezTo>
                                    <a:pt x="31433" y="24765"/>
                                    <a:pt x="31433" y="23813"/>
                                    <a:pt x="31433" y="23813"/>
                                  </a:cubicBezTo>
                                  <a:cubicBezTo>
                                    <a:pt x="30480" y="24765"/>
                                    <a:pt x="30480" y="25717"/>
                                    <a:pt x="29528" y="25717"/>
                                  </a:cubicBezTo>
                                  <a:cubicBezTo>
                                    <a:pt x="28575" y="26670"/>
                                    <a:pt x="27622" y="28575"/>
                                    <a:pt x="25718" y="29527"/>
                                  </a:cubicBezTo>
                                  <a:cubicBezTo>
                                    <a:pt x="24765" y="30480"/>
                                    <a:pt x="24765" y="30480"/>
                                    <a:pt x="23813" y="31433"/>
                                  </a:cubicBezTo>
                                  <a:cubicBezTo>
                                    <a:pt x="23813" y="32385"/>
                                    <a:pt x="22860" y="32385"/>
                                    <a:pt x="22860" y="33338"/>
                                  </a:cubicBezTo>
                                  <a:cubicBezTo>
                                    <a:pt x="21908" y="34290"/>
                                    <a:pt x="20955" y="36195"/>
                                    <a:pt x="20003" y="37147"/>
                                  </a:cubicBezTo>
                                  <a:cubicBezTo>
                                    <a:pt x="20003" y="38100"/>
                                    <a:pt x="19050" y="38100"/>
                                    <a:pt x="19050" y="39052"/>
                                  </a:cubicBezTo>
                                  <a:cubicBezTo>
                                    <a:pt x="19050" y="40005"/>
                                    <a:pt x="18097" y="40005"/>
                                    <a:pt x="18097" y="40958"/>
                                  </a:cubicBezTo>
                                  <a:cubicBezTo>
                                    <a:pt x="18097" y="40958"/>
                                    <a:pt x="18097" y="40958"/>
                                    <a:pt x="18097" y="40958"/>
                                  </a:cubicBezTo>
                                  <a:lnTo>
                                    <a:pt x="18097" y="40958"/>
                                  </a:lnTo>
                                  <a:cubicBezTo>
                                    <a:pt x="18097" y="40005"/>
                                    <a:pt x="18097" y="40005"/>
                                    <a:pt x="19050" y="39052"/>
                                  </a:cubicBezTo>
                                  <a:cubicBezTo>
                                    <a:pt x="19050" y="38100"/>
                                    <a:pt x="20003" y="37147"/>
                                    <a:pt x="20003" y="37147"/>
                                  </a:cubicBezTo>
                                  <a:cubicBezTo>
                                    <a:pt x="20955" y="35242"/>
                                    <a:pt x="20955" y="34290"/>
                                    <a:pt x="21908" y="33338"/>
                                  </a:cubicBezTo>
                                  <a:cubicBezTo>
                                    <a:pt x="21908" y="33338"/>
                                    <a:pt x="21908" y="32385"/>
                                    <a:pt x="22860" y="32385"/>
                                  </a:cubicBezTo>
                                  <a:cubicBezTo>
                                    <a:pt x="22860" y="32385"/>
                                    <a:pt x="22860" y="31433"/>
                                    <a:pt x="23813" y="31433"/>
                                  </a:cubicBezTo>
                                  <a:cubicBezTo>
                                    <a:pt x="23813" y="31433"/>
                                    <a:pt x="23813" y="30480"/>
                                    <a:pt x="24765" y="30480"/>
                                  </a:cubicBezTo>
                                  <a:cubicBezTo>
                                    <a:pt x="24765" y="30480"/>
                                    <a:pt x="25718" y="29527"/>
                                    <a:pt x="25718" y="29527"/>
                                  </a:cubicBezTo>
                                  <a:cubicBezTo>
                                    <a:pt x="26670" y="28575"/>
                                    <a:pt x="27622" y="26670"/>
                                    <a:pt x="28575" y="25717"/>
                                  </a:cubicBezTo>
                                  <a:cubicBezTo>
                                    <a:pt x="29528" y="24765"/>
                                    <a:pt x="30480" y="22860"/>
                                    <a:pt x="32385" y="21908"/>
                                  </a:cubicBezTo>
                                  <a:cubicBezTo>
                                    <a:pt x="33338" y="20955"/>
                                    <a:pt x="34290" y="20002"/>
                                    <a:pt x="35243" y="19050"/>
                                  </a:cubicBezTo>
                                  <a:cubicBezTo>
                                    <a:pt x="35243" y="19050"/>
                                    <a:pt x="35243" y="19050"/>
                                    <a:pt x="34290" y="19050"/>
                                  </a:cubicBezTo>
                                  <a:cubicBezTo>
                                    <a:pt x="33338" y="19050"/>
                                    <a:pt x="32385" y="20002"/>
                                    <a:pt x="31433" y="20002"/>
                                  </a:cubicBezTo>
                                  <a:cubicBezTo>
                                    <a:pt x="29528" y="20955"/>
                                    <a:pt x="26670" y="20955"/>
                                    <a:pt x="24765" y="20955"/>
                                  </a:cubicBezTo>
                                  <a:cubicBezTo>
                                    <a:pt x="23813" y="20955"/>
                                    <a:pt x="21908" y="20955"/>
                                    <a:pt x="20955" y="21908"/>
                                  </a:cubicBezTo>
                                  <a:cubicBezTo>
                                    <a:pt x="20003" y="21908"/>
                                    <a:pt x="18097" y="22860"/>
                                    <a:pt x="17145" y="22860"/>
                                  </a:cubicBezTo>
                                  <a:cubicBezTo>
                                    <a:pt x="16193" y="23813"/>
                                    <a:pt x="14288" y="23813"/>
                                    <a:pt x="13335" y="24765"/>
                                  </a:cubicBezTo>
                                  <a:cubicBezTo>
                                    <a:pt x="12383" y="25717"/>
                                    <a:pt x="10478" y="26670"/>
                                    <a:pt x="9525" y="27622"/>
                                  </a:cubicBezTo>
                                  <a:cubicBezTo>
                                    <a:pt x="8572" y="28575"/>
                                    <a:pt x="8572" y="28575"/>
                                    <a:pt x="7620" y="29527"/>
                                  </a:cubicBezTo>
                                  <a:cubicBezTo>
                                    <a:pt x="6668" y="30480"/>
                                    <a:pt x="6668" y="30480"/>
                                    <a:pt x="5715" y="31433"/>
                                  </a:cubicBezTo>
                                  <a:cubicBezTo>
                                    <a:pt x="5715" y="31433"/>
                                    <a:pt x="5715" y="32385"/>
                                    <a:pt x="4763" y="32385"/>
                                  </a:cubicBezTo>
                                  <a:cubicBezTo>
                                    <a:pt x="4763" y="32385"/>
                                    <a:pt x="4763" y="33338"/>
                                    <a:pt x="3810" y="33338"/>
                                  </a:cubicBezTo>
                                  <a:cubicBezTo>
                                    <a:pt x="3810" y="34290"/>
                                    <a:pt x="2858" y="35242"/>
                                    <a:pt x="2858" y="35242"/>
                                  </a:cubicBezTo>
                                  <a:cubicBezTo>
                                    <a:pt x="2858" y="35242"/>
                                    <a:pt x="2858" y="35242"/>
                                    <a:pt x="2858" y="35242"/>
                                  </a:cubicBezTo>
                                  <a:cubicBezTo>
                                    <a:pt x="2858" y="35242"/>
                                    <a:pt x="2858" y="35242"/>
                                    <a:pt x="2858" y="35242"/>
                                  </a:cubicBezTo>
                                  <a:lnTo>
                                    <a:pt x="2858" y="35242"/>
                                  </a:lnTo>
                                  <a:cubicBezTo>
                                    <a:pt x="3810" y="33338"/>
                                    <a:pt x="4763" y="32385"/>
                                    <a:pt x="5715" y="30480"/>
                                  </a:cubicBezTo>
                                  <a:cubicBezTo>
                                    <a:pt x="6668" y="28575"/>
                                    <a:pt x="7620" y="27622"/>
                                    <a:pt x="8572" y="26670"/>
                                  </a:cubicBezTo>
                                  <a:cubicBezTo>
                                    <a:pt x="9525" y="25717"/>
                                    <a:pt x="11430" y="24765"/>
                                    <a:pt x="12383" y="23813"/>
                                  </a:cubicBezTo>
                                  <a:cubicBezTo>
                                    <a:pt x="13335" y="22860"/>
                                    <a:pt x="15240" y="21908"/>
                                    <a:pt x="16193" y="21908"/>
                                  </a:cubicBezTo>
                                  <a:cubicBezTo>
                                    <a:pt x="17145" y="20955"/>
                                    <a:pt x="19050" y="20955"/>
                                    <a:pt x="20003" y="20002"/>
                                  </a:cubicBezTo>
                                  <a:cubicBezTo>
                                    <a:pt x="20955" y="20002"/>
                                    <a:pt x="22860" y="19050"/>
                                    <a:pt x="23813" y="19050"/>
                                  </a:cubicBezTo>
                                  <a:cubicBezTo>
                                    <a:pt x="26670" y="18097"/>
                                    <a:pt x="28575" y="18097"/>
                                    <a:pt x="30480" y="18097"/>
                                  </a:cubicBezTo>
                                  <a:cubicBezTo>
                                    <a:pt x="31433" y="18097"/>
                                    <a:pt x="32385" y="17145"/>
                                    <a:pt x="33338" y="17145"/>
                                  </a:cubicBezTo>
                                  <a:cubicBezTo>
                                    <a:pt x="34290" y="17145"/>
                                    <a:pt x="34290" y="16192"/>
                                    <a:pt x="35243" y="16192"/>
                                  </a:cubicBezTo>
                                  <a:cubicBezTo>
                                    <a:pt x="35243" y="16192"/>
                                    <a:pt x="36195" y="16192"/>
                                    <a:pt x="36195" y="15240"/>
                                  </a:cubicBezTo>
                                  <a:cubicBezTo>
                                    <a:pt x="37147" y="14288"/>
                                    <a:pt x="38100" y="13335"/>
                                    <a:pt x="38100" y="12383"/>
                                  </a:cubicBezTo>
                                  <a:cubicBezTo>
                                    <a:pt x="39053" y="11430"/>
                                    <a:pt x="39053" y="11430"/>
                                    <a:pt x="40005" y="10477"/>
                                  </a:cubicBezTo>
                                  <a:cubicBezTo>
                                    <a:pt x="40958" y="9525"/>
                                    <a:pt x="40958" y="9525"/>
                                    <a:pt x="41910" y="8572"/>
                                  </a:cubicBezTo>
                                  <a:cubicBezTo>
                                    <a:pt x="42863" y="7620"/>
                                    <a:pt x="43815" y="6667"/>
                                    <a:pt x="44768" y="5715"/>
                                  </a:cubicBezTo>
                                  <a:cubicBezTo>
                                    <a:pt x="44768" y="5715"/>
                                    <a:pt x="44768" y="5715"/>
                                    <a:pt x="44768" y="5715"/>
                                  </a:cubicBezTo>
                                  <a:cubicBezTo>
                                    <a:pt x="44768" y="5715"/>
                                    <a:pt x="44768" y="5715"/>
                                    <a:pt x="44768" y="5715"/>
                                  </a:cubicBezTo>
                                  <a:cubicBezTo>
                                    <a:pt x="43815" y="5715"/>
                                    <a:pt x="42863" y="5715"/>
                                    <a:pt x="41910" y="5715"/>
                                  </a:cubicBezTo>
                                  <a:cubicBezTo>
                                    <a:pt x="40958" y="5715"/>
                                    <a:pt x="40958" y="5715"/>
                                    <a:pt x="40005" y="5715"/>
                                  </a:cubicBezTo>
                                  <a:cubicBezTo>
                                    <a:pt x="39053" y="5715"/>
                                    <a:pt x="39053" y="5715"/>
                                    <a:pt x="38100" y="5715"/>
                                  </a:cubicBezTo>
                                  <a:cubicBezTo>
                                    <a:pt x="37147" y="5715"/>
                                    <a:pt x="35243" y="5715"/>
                                    <a:pt x="34290" y="5715"/>
                                  </a:cubicBezTo>
                                  <a:cubicBezTo>
                                    <a:pt x="33338" y="5715"/>
                                    <a:pt x="31433" y="5715"/>
                                    <a:pt x="29528" y="5715"/>
                                  </a:cubicBezTo>
                                  <a:cubicBezTo>
                                    <a:pt x="27622" y="5715"/>
                                    <a:pt x="26670" y="5715"/>
                                    <a:pt x="24765" y="5715"/>
                                  </a:cubicBezTo>
                                  <a:cubicBezTo>
                                    <a:pt x="22860" y="5715"/>
                                    <a:pt x="21908" y="5715"/>
                                    <a:pt x="20003" y="6667"/>
                                  </a:cubicBezTo>
                                  <a:cubicBezTo>
                                    <a:pt x="18097" y="6667"/>
                                    <a:pt x="16193" y="7620"/>
                                    <a:pt x="15240" y="7620"/>
                                  </a:cubicBezTo>
                                  <a:cubicBezTo>
                                    <a:pt x="13335" y="7620"/>
                                    <a:pt x="12383" y="8572"/>
                                    <a:pt x="10478" y="9525"/>
                                  </a:cubicBezTo>
                                  <a:cubicBezTo>
                                    <a:pt x="9525" y="9525"/>
                                    <a:pt x="8572" y="10477"/>
                                    <a:pt x="8572" y="10477"/>
                                  </a:cubicBezTo>
                                  <a:cubicBezTo>
                                    <a:pt x="7620" y="10477"/>
                                    <a:pt x="6668" y="11430"/>
                                    <a:pt x="6668" y="12383"/>
                                  </a:cubicBezTo>
                                  <a:cubicBezTo>
                                    <a:pt x="5715" y="13335"/>
                                    <a:pt x="5715" y="13335"/>
                                    <a:pt x="4763" y="14288"/>
                                  </a:cubicBezTo>
                                  <a:cubicBezTo>
                                    <a:pt x="3810" y="15240"/>
                                    <a:pt x="3810" y="15240"/>
                                    <a:pt x="2858" y="16192"/>
                                  </a:cubicBezTo>
                                  <a:cubicBezTo>
                                    <a:pt x="1905" y="17145"/>
                                    <a:pt x="1905" y="17145"/>
                                    <a:pt x="953" y="18097"/>
                                  </a:cubicBezTo>
                                  <a:cubicBezTo>
                                    <a:pt x="953" y="18097"/>
                                    <a:pt x="0" y="19050"/>
                                    <a:pt x="0" y="19050"/>
                                  </a:cubicBezTo>
                                  <a:cubicBezTo>
                                    <a:pt x="0" y="19050"/>
                                    <a:pt x="0" y="19050"/>
                                    <a:pt x="0" y="18097"/>
                                  </a:cubicBezTo>
                                  <a:cubicBezTo>
                                    <a:pt x="0" y="18097"/>
                                    <a:pt x="0" y="17145"/>
                                    <a:pt x="953" y="17145"/>
                                  </a:cubicBezTo>
                                  <a:cubicBezTo>
                                    <a:pt x="1905" y="16192"/>
                                    <a:pt x="1905" y="16192"/>
                                    <a:pt x="2858" y="15240"/>
                                  </a:cubicBezTo>
                                  <a:cubicBezTo>
                                    <a:pt x="3810" y="14288"/>
                                    <a:pt x="3810" y="14288"/>
                                    <a:pt x="4763" y="13335"/>
                                  </a:cubicBezTo>
                                  <a:cubicBezTo>
                                    <a:pt x="5715" y="12383"/>
                                    <a:pt x="5715" y="12383"/>
                                    <a:pt x="6668" y="11430"/>
                                  </a:cubicBezTo>
                                  <a:cubicBezTo>
                                    <a:pt x="7620" y="10477"/>
                                    <a:pt x="8572" y="10477"/>
                                    <a:pt x="8572" y="9525"/>
                                  </a:cubicBezTo>
                                  <a:cubicBezTo>
                                    <a:pt x="9525" y="9525"/>
                                    <a:pt x="10478" y="8572"/>
                                    <a:pt x="10478" y="8572"/>
                                  </a:cubicBezTo>
                                  <a:cubicBezTo>
                                    <a:pt x="12383" y="7620"/>
                                    <a:pt x="13335" y="6667"/>
                                    <a:pt x="15240" y="6667"/>
                                  </a:cubicBezTo>
                                  <a:cubicBezTo>
                                    <a:pt x="17145" y="5715"/>
                                    <a:pt x="19050" y="5715"/>
                                    <a:pt x="20003" y="5715"/>
                                  </a:cubicBezTo>
                                  <a:cubicBezTo>
                                    <a:pt x="21908" y="5715"/>
                                    <a:pt x="23813" y="5715"/>
                                    <a:pt x="24765" y="4763"/>
                                  </a:cubicBezTo>
                                  <a:cubicBezTo>
                                    <a:pt x="26670" y="4763"/>
                                    <a:pt x="27622" y="4763"/>
                                    <a:pt x="29528" y="4763"/>
                                  </a:cubicBezTo>
                                  <a:cubicBezTo>
                                    <a:pt x="31433" y="4763"/>
                                    <a:pt x="32385" y="4763"/>
                                    <a:pt x="34290" y="4763"/>
                                  </a:cubicBezTo>
                                  <a:cubicBezTo>
                                    <a:pt x="35243" y="4763"/>
                                    <a:pt x="37147" y="4763"/>
                                    <a:pt x="38100" y="4763"/>
                                  </a:cubicBezTo>
                                  <a:cubicBezTo>
                                    <a:pt x="39053" y="4763"/>
                                    <a:pt x="39053" y="4763"/>
                                    <a:pt x="40005" y="4763"/>
                                  </a:cubicBezTo>
                                  <a:cubicBezTo>
                                    <a:pt x="40958" y="4763"/>
                                    <a:pt x="40958" y="4763"/>
                                    <a:pt x="41910" y="4763"/>
                                  </a:cubicBezTo>
                                  <a:cubicBezTo>
                                    <a:pt x="42863" y="4763"/>
                                    <a:pt x="43815" y="4763"/>
                                    <a:pt x="44768" y="4763"/>
                                  </a:cubicBezTo>
                                  <a:cubicBezTo>
                                    <a:pt x="45720" y="4763"/>
                                    <a:pt x="45720" y="4763"/>
                                    <a:pt x="45720" y="4763"/>
                                  </a:cubicBezTo>
                                  <a:lnTo>
                                    <a:pt x="45720" y="4763"/>
                                  </a:lnTo>
                                  <a:cubicBezTo>
                                    <a:pt x="45720" y="4763"/>
                                    <a:pt x="46672" y="3810"/>
                                    <a:pt x="46672" y="3810"/>
                                  </a:cubicBezTo>
                                  <a:cubicBezTo>
                                    <a:pt x="47625" y="2858"/>
                                    <a:pt x="47625" y="1905"/>
                                    <a:pt x="48578" y="1905"/>
                                  </a:cubicBezTo>
                                  <a:cubicBezTo>
                                    <a:pt x="49530" y="952"/>
                                    <a:pt x="49530" y="0"/>
                                    <a:pt x="49530" y="0"/>
                                  </a:cubicBezTo>
                                  <a:cubicBezTo>
                                    <a:pt x="49530" y="0"/>
                                    <a:pt x="50483" y="1905"/>
                                    <a:pt x="50483" y="1905"/>
                                  </a:cubicBezTo>
                                  <a:cubicBezTo>
                                    <a:pt x="51435" y="3810"/>
                                    <a:pt x="51435" y="3810"/>
                                    <a:pt x="50483" y="4763"/>
                                  </a:cubicBezTo>
                                  <a:close/>
                                </a:path>
                              </a:pathLst>
                            </a:custGeom>
                            <a:grpFill/>
                            <a:ln w="9525" cap="flat">
                              <a:noFill/>
                              <a:prstDash val="solid"/>
                              <a:miter/>
                            </a:ln>
                          </p:spPr>
                          <p:txBody>
                            <a:bodyPr rtlCol="0" anchor="ctr"/>
                            <a:lstStyle/>
                            <a:p>
                              <a:endParaRPr lang="en-US" dirty="0"/>
                            </a:p>
                          </p:txBody>
                        </p:sp>
                      </p:grpSp>
                      <p:grpSp>
                        <p:nvGrpSpPr>
                          <p:cNvPr id="246" name="Graphic 2">
                            <a:extLst>
                              <a:ext uri="{FF2B5EF4-FFF2-40B4-BE49-F238E27FC236}">
                                <a16:creationId xmlns:a16="http://schemas.microsoft.com/office/drawing/2014/main" id="{AE736AF3-0337-429B-AEF1-DA4B52809559}"/>
                              </a:ext>
                            </a:extLst>
                          </p:cNvPr>
                          <p:cNvGrpSpPr/>
                          <p:nvPr/>
                        </p:nvGrpSpPr>
                        <p:grpSpPr>
                          <a:xfrm>
                            <a:off x="3318605" y="2229674"/>
                            <a:ext cx="227733" cy="169660"/>
                            <a:chOff x="3318605" y="2229674"/>
                            <a:chExt cx="227733" cy="169660"/>
                          </a:xfrm>
                          <a:grpFill/>
                        </p:grpSpPr>
                        <p:sp>
                          <p:nvSpPr>
                            <p:cNvPr id="247" name="Freeform: Shape 246">
                              <a:extLst>
                                <a:ext uri="{FF2B5EF4-FFF2-40B4-BE49-F238E27FC236}">
                                  <a16:creationId xmlns:a16="http://schemas.microsoft.com/office/drawing/2014/main" id="{D331499D-56C2-4032-8152-68C7B4C67687}"/>
                                </a:ext>
                              </a:extLst>
                            </p:cNvPr>
                            <p:cNvSpPr/>
                            <p:nvPr/>
                          </p:nvSpPr>
                          <p:spPr>
                            <a:xfrm>
                              <a:off x="3318605" y="2231266"/>
                              <a:ext cx="226781" cy="168067"/>
                            </a:xfrm>
                            <a:custGeom>
                              <a:avLst/>
                              <a:gdLst>
                                <a:gd name="connsiteX0" fmla="*/ 64856 w 226781"/>
                                <a:gd name="connsiteY0" fmla="*/ 313 h 168067"/>
                                <a:gd name="connsiteX1" fmla="*/ 72476 w 226781"/>
                                <a:gd name="connsiteY1" fmla="*/ 7933 h 168067"/>
                                <a:gd name="connsiteX2" fmla="*/ 72476 w 226781"/>
                                <a:gd name="connsiteY2" fmla="*/ 7933 h 168067"/>
                                <a:gd name="connsiteX3" fmla="*/ 74381 w 226781"/>
                                <a:gd name="connsiteY3" fmla="*/ 8885 h 168067"/>
                                <a:gd name="connsiteX4" fmla="*/ 101051 w 226781"/>
                                <a:gd name="connsiteY4" fmla="*/ 6028 h 168067"/>
                                <a:gd name="connsiteX5" fmla="*/ 120101 w 226781"/>
                                <a:gd name="connsiteY5" fmla="*/ 20315 h 168067"/>
                                <a:gd name="connsiteX6" fmla="*/ 115338 w 226781"/>
                                <a:gd name="connsiteY6" fmla="*/ 33650 h 168067"/>
                                <a:gd name="connsiteX7" fmla="*/ 102956 w 226781"/>
                                <a:gd name="connsiteY7" fmla="*/ 53653 h 168067"/>
                                <a:gd name="connsiteX8" fmla="*/ 111529 w 226781"/>
                                <a:gd name="connsiteY8" fmla="*/ 53653 h 168067"/>
                                <a:gd name="connsiteX9" fmla="*/ 121054 w 226781"/>
                                <a:gd name="connsiteY9" fmla="*/ 53653 h 168067"/>
                                <a:gd name="connsiteX10" fmla="*/ 144866 w 226781"/>
                                <a:gd name="connsiteY10" fmla="*/ 54605 h 168067"/>
                                <a:gd name="connsiteX11" fmla="*/ 171536 w 226781"/>
                                <a:gd name="connsiteY11" fmla="*/ 60320 h 168067"/>
                                <a:gd name="connsiteX12" fmla="*/ 171536 w 226781"/>
                                <a:gd name="connsiteY12" fmla="*/ 60320 h 168067"/>
                                <a:gd name="connsiteX13" fmla="*/ 171536 w 226781"/>
                                <a:gd name="connsiteY13" fmla="*/ 60320 h 168067"/>
                                <a:gd name="connsiteX14" fmla="*/ 221066 w 226781"/>
                                <a:gd name="connsiteY14" fmla="*/ 104135 h 168067"/>
                                <a:gd name="connsiteX15" fmla="*/ 226781 w 226781"/>
                                <a:gd name="connsiteY15" fmla="*/ 128900 h 168067"/>
                                <a:gd name="connsiteX16" fmla="*/ 226781 w 226781"/>
                                <a:gd name="connsiteY16" fmla="*/ 133663 h 168067"/>
                                <a:gd name="connsiteX17" fmla="*/ 226781 w 226781"/>
                                <a:gd name="connsiteY17" fmla="*/ 134615 h 168067"/>
                                <a:gd name="connsiteX18" fmla="*/ 222971 w 226781"/>
                                <a:gd name="connsiteY18" fmla="*/ 145093 h 168067"/>
                                <a:gd name="connsiteX19" fmla="*/ 219161 w 226781"/>
                                <a:gd name="connsiteY19" fmla="*/ 159380 h 168067"/>
                                <a:gd name="connsiteX20" fmla="*/ 211541 w 226781"/>
                                <a:gd name="connsiteY20" fmla="*/ 164143 h 168067"/>
                                <a:gd name="connsiteX21" fmla="*/ 211541 w 226781"/>
                                <a:gd name="connsiteY21" fmla="*/ 164143 h 168067"/>
                                <a:gd name="connsiteX22" fmla="*/ 164869 w 226781"/>
                                <a:gd name="connsiteY22" fmla="*/ 163190 h 168067"/>
                                <a:gd name="connsiteX23" fmla="*/ 163916 w 226781"/>
                                <a:gd name="connsiteY23" fmla="*/ 163190 h 168067"/>
                                <a:gd name="connsiteX24" fmla="*/ 154391 w 226781"/>
                                <a:gd name="connsiteY24" fmla="*/ 160333 h 168067"/>
                                <a:gd name="connsiteX25" fmla="*/ 143913 w 226781"/>
                                <a:gd name="connsiteY25" fmla="*/ 158428 h 168067"/>
                                <a:gd name="connsiteX26" fmla="*/ 126769 w 226781"/>
                                <a:gd name="connsiteY26" fmla="*/ 154618 h 168067"/>
                                <a:gd name="connsiteX27" fmla="*/ 45806 w 226781"/>
                                <a:gd name="connsiteY27" fmla="*/ 117470 h 168067"/>
                                <a:gd name="connsiteX28" fmla="*/ 29613 w 226781"/>
                                <a:gd name="connsiteY28" fmla="*/ 99373 h 168067"/>
                                <a:gd name="connsiteX29" fmla="*/ 15326 w 226781"/>
                                <a:gd name="connsiteY29" fmla="*/ 87943 h 168067"/>
                                <a:gd name="connsiteX30" fmla="*/ 15326 w 226781"/>
                                <a:gd name="connsiteY30" fmla="*/ 87943 h 168067"/>
                                <a:gd name="connsiteX31" fmla="*/ 15326 w 226781"/>
                                <a:gd name="connsiteY31" fmla="*/ 87943 h 168067"/>
                                <a:gd name="connsiteX32" fmla="*/ 15326 w 226781"/>
                                <a:gd name="connsiteY32" fmla="*/ 87943 h 168067"/>
                                <a:gd name="connsiteX33" fmla="*/ 10563 w 226781"/>
                                <a:gd name="connsiteY33" fmla="*/ 82228 h 168067"/>
                                <a:gd name="connsiteX34" fmla="*/ 10563 w 226781"/>
                                <a:gd name="connsiteY34" fmla="*/ 82228 h 168067"/>
                                <a:gd name="connsiteX35" fmla="*/ 10563 w 226781"/>
                                <a:gd name="connsiteY35" fmla="*/ 81275 h 168067"/>
                                <a:gd name="connsiteX36" fmla="*/ 1991 w 226781"/>
                                <a:gd name="connsiteY36" fmla="*/ 64130 h 168067"/>
                                <a:gd name="connsiteX37" fmla="*/ 1038 w 226781"/>
                                <a:gd name="connsiteY37" fmla="*/ 39365 h 168067"/>
                                <a:gd name="connsiteX38" fmla="*/ 11516 w 226781"/>
                                <a:gd name="connsiteY38" fmla="*/ 18410 h 168067"/>
                                <a:gd name="connsiteX39" fmla="*/ 12469 w 226781"/>
                                <a:gd name="connsiteY39" fmla="*/ 17458 h 168067"/>
                                <a:gd name="connsiteX40" fmla="*/ 12469 w 226781"/>
                                <a:gd name="connsiteY40" fmla="*/ 17458 h 168067"/>
                                <a:gd name="connsiteX41" fmla="*/ 25804 w 226781"/>
                                <a:gd name="connsiteY41" fmla="*/ 6980 h 168067"/>
                                <a:gd name="connsiteX42" fmla="*/ 64856 w 226781"/>
                                <a:gd name="connsiteY42" fmla="*/ 313 h 168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26781" h="168067">
                                  <a:moveTo>
                                    <a:pt x="64856" y="313"/>
                                  </a:moveTo>
                                  <a:cubicBezTo>
                                    <a:pt x="72476" y="1265"/>
                                    <a:pt x="69619" y="4123"/>
                                    <a:pt x="72476" y="7933"/>
                                  </a:cubicBezTo>
                                  <a:lnTo>
                                    <a:pt x="72476" y="7933"/>
                                  </a:lnTo>
                                  <a:cubicBezTo>
                                    <a:pt x="72476" y="7933"/>
                                    <a:pt x="73429" y="8885"/>
                                    <a:pt x="74381" y="8885"/>
                                  </a:cubicBezTo>
                                  <a:cubicBezTo>
                                    <a:pt x="77238" y="6028"/>
                                    <a:pt x="96288" y="5075"/>
                                    <a:pt x="101051" y="6028"/>
                                  </a:cubicBezTo>
                                  <a:cubicBezTo>
                                    <a:pt x="109623" y="7933"/>
                                    <a:pt x="119148" y="11743"/>
                                    <a:pt x="120101" y="20315"/>
                                  </a:cubicBezTo>
                                  <a:cubicBezTo>
                                    <a:pt x="121054" y="25078"/>
                                    <a:pt x="118196" y="29840"/>
                                    <a:pt x="115338" y="33650"/>
                                  </a:cubicBezTo>
                                  <a:cubicBezTo>
                                    <a:pt x="110576" y="41270"/>
                                    <a:pt x="106766" y="47938"/>
                                    <a:pt x="102956" y="53653"/>
                                  </a:cubicBezTo>
                                  <a:cubicBezTo>
                                    <a:pt x="105813" y="53653"/>
                                    <a:pt x="109623" y="53653"/>
                                    <a:pt x="111529" y="53653"/>
                                  </a:cubicBezTo>
                                  <a:cubicBezTo>
                                    <a:pt x="115338" y="53653"/>
                                    <a:pt x="118196" y="53653"/>
                                    <a:pt x="121054" y="53653"/>
                                  </a:cubicBezTo>
                                  <a:cubicBezTo>
                                    <a:pt x="128673" y="53653"/>
                                    <a:pt x="137246" y="53653"/>
                                    <a:pt x="144866" y="54605"/>
                                  </a:cubicBezTo>
                                  <a:cubicBezTo>
                                    <a:pt x="152486" y="55558"/>
                                    <a:pt x="163916" y="58415"/>
                                    <a:pt x="171536" y="60320"/>
                                  </a:cubicBezTo>
                                  <a:lnTo>
                                    <a:pt x="171536" y="60320"/>
                                  </a:lnTo>
                                  <a:cubicBezTo>
                                    <a:pt x="171536" y="60320"/>
                                    <a:pt x="171536" y="60320"/>
                                    <a:pt x="171536" y="60320"/>
                                  </a:cubicBezTo>
                                  <a:cubicBezTo>
                                    <a:pt x="191538" y="66988"/>
                                    <a:pt x="210588" y="81275"/>
                                    <a:pt x="221066" y="104135"/>
                                  </a:cubicBezTo>
                                  <a:cubicBezTo>
                                    <a:pt x="223923" y="109850"/>
                                    <a:pt x="225829" y="120328"/>
                                    <a:pt x="226781" y="128900"/>
                                  </a:cubicBezTo>
                                  <a:cubicBezTo>
                                    <a:pt x="226781" y="130805"/>
                                    <a:pt x="226781" y="131758"/>
                                    <a:pt x="226781" y="133663"/>
                                  </a:cubicBezTo>
                                  <a:cubicBezTo>
                                    <a:pt x="226781" y="133663"/>
                                    <a:pt x="226781" y="133663"/>
                                    <a:pt x="226781" y="134615"/>
                                  </a:cubicBezTo>
                                  <a:cubicBezTo>
                                    <a:pt x="226781" y="138425"/>
                                    <a:pt x="224876" y="142235"/>
                                    <a:pt x="222971" y="145093"/>
                                  </a:cubicBezTo>
                                  <a:cubicBezTo>
                                    <a:pt x="223923" y="150808"/>
                                    <a:pt x="222971" y="156523"/>
                                    <a:pt x="219161" y="159380"/>
                                  </a:cubicBezTo>
                                  <a:cubicBezTo>
                                    <a:pt x="217256" y="161285"/>
                                    <a:pt x="213446" y="163190"/>
                                    <a:pt x="211541" y="164143"/>
                                  </a:cubicBezTo>
                                  <a:lnTo>
                                    <a:pt x="211541" y="164143"/>
                                  </a:lnTo>
                                  <a:cubicBezTo>
                                    <a:pt x="199158" y="170810"/>
                                    <a:pt x="182966" y="167953"/>
                                    <a:pt x="164869" y="163190"/>
                                  </a:cubicBezTo>
                                  <a:cubicBezTo>
                                    <a:pt x="164869" y="163190"/>
                                    <a:pt x="164869" y="163190"/>
                                    <a:pt x="163916" y="163190"/>
                                  </a:cubicBezTo>
                                  <a:cubicBezTo>
                                    <a:pt x="161058" y="162238"/>
                                    <a:pt x="157248" y="161285"/>
                                    <a:pt x="154391" y="160333"/>
                                  </a:cubicBezTo>
                                  <a:cubicBezTo>
                                    <a:pt x="150581" y="159380"/>
                                    <a:pt x="147723" y="158428"/>
                                    <a:pt x="143913" y="158428"/>
                                  </a:cubicBezTo>
                                  <a:cubicBezTo>
                                    <a:pt x="137246" y="156523"/>
                                    <a:pt x="131531" y="155570"/>
                                    <a:pt x="126769" y="154618"/>
                                  </a:cubicBezTo>
                                  <a:cubicBezTo>
                                    <a:pt x="95336" y="150808"/>
                                    <a:pt x="68666" y="147950"/>
                                    <a:pt x="45806" y="117470"/>
                                  </a:cubicBezTo>
                                  <a:cubicBezTo>
                                    <a:pt x="40091" y="112708"/>
                                    <a:pt x="33423" y="106040"/>
                                    <a:pt x="29613" y="99373"/>
                                  </a:cubicBezTo>
                                  <a:cubicBezTo>
                                    <a:pt x="25804" y="97468"/>
                                    <a:pt x="18183" y="90800"/>
                                    <a:pt x="15326" y="87943"/>
                                  </a:cubicBezTo>
                                  <a:lnTo>
                                    <a:pt x="15326" y="87943"/>
                                  </a:lnTo>
                                  <a:lnTo>
                                    <a:pt x="15326" y="87943"/>
                                  </a:lnTo>
                                  <a:cubicBezTo>
                                    <a:pt x="15326" y="87943"/>
                                    <a:pt x="15326" y="87943"/>
                                    <a:pt x="15326" y="87943"/>
                                  </a:cubicBezTo>
                                  <a:lnTo>
                                    <a:pt x="10563" y="82228"/>
                                  </a:lnTo>
                                  <a:lnTo>
                                    <a:pt x="10563" y="82228"/>
                                  </a:lnTo>
                                  <a:cubicBezTo>
                                    <a:pt x="10563" y="82228"/>
                                    <a:pt x="10563" y="82228"/>
                                    <a:pt x="10563" y="81275"/>
                                  </a:cubicBezTo>
                                  <a:cubicBezTo>
                                    <a:pt x="6754" y="76513"/>
                                    <a:pt x="3896" y="69845"/>
                                    <a:pt x="1991" y="64130"/>
                                  </a:cubicBezTo>
                                  <a:cubicBezTo>
                                    <a:pt x="86" y="56510"/>
                                    <a:pt x="-867" y="47938"/>
                                    <a:pt x="1038" y="39365"/>
                                  </a:cubicBezTo>
                                  <a:cubicBezTo>
                                    <a:pt x="2944" y="31745"/>
                                    <a:pt x="6754" y="24125"/>
                                    <a:pt x="11516" y="18410"/>
                                  </a:cubicBezTo>
                                  <a:cubicBezTo>
                                    <a:pt x="11516" y="18410"/>
                                    <a:pt x="11516" y="17458"/>
                                    <a:pt x="12469" y="17458"/>
                                  </a:cubicBezTo>
                                  <a:lnTo>
                                    <a:pt x="12469" y="17458"/>
                                  </a:lnTo>
                                  <a:cubicBezTo>
                                    <a:pt x="16279" y="13648"/>
                                    <a:pt x="21041" y="8885"/>
                                    <a:pt x="25804" y="6980"/>
                                  </a:cubicBezTo>
                                  <a:cubicBezTo>
                                    <a:pt x="39138" y="313"/>
                                    <a:pt x="52473" y="-640"/>
                                    <a:pt x="64856" y="313"/>
                                  </a:cubicBezTo>
                                  <a:close/>
                                </a:path>
                              </a:pathLst>
                            </a:custGeom>
                            <a:grpFill/>
                            <a:ln w="9525" cap="flat">
                              <a:noFill/>
                              <a:prstDash val="solid"/>
                              <a:miter/>
                            </a:ln>
                          </p:spPr>
                          <p:txBody>
                            <a:bodyPr rtlCol="0" anchor="ctr"/>
                            <a:lstStyle/>
                            <a:p>
                              <a:endParaRPr lang="en-US"/>
                            </a:p>
                          </p:txBody>
                        </p:sp>
                        <p:grpSp>
                          <p:nvGrpSpPr>
                            <p:cNvPr id="248" name="Graphic 2">
                              <a:extLst>
                                <a:ext uri="{FF2B5EF4-FFF2-40B4-BE49-F238E27FC236}">
                                  <a16:creationId xmlns:a16="http://schemas.microsoft.com/office/drawing/2014/main" id="{AE736AF3-0337-429B-AEF1-DA4B52809559}"/>
                                </a:ext>
                              </a:extLst>
                            </p:cNvPr>
                            <p:cNvGrpSpPr/>
                            <p:nvPr/>
                          </p:nvGrpSpPr>
                          <p:grpSpPr>
                            <a:xfrm>
                              <a:off x="3331074" y="2229674"/>
                              <a:ext cx="215264" cy="168592"/>
                              <a:chOff x="3331074" y="2229674"/>
                              <a:chExt cx="215264" cy="168592"/>
                            </a:xfrm>
                            <a:grpFill/>
                          </p:grpSpPr>
                          <p:sp>
                            <p:nvSpPr>
                              <p:cNvPr id="249" name="Freeform: Shape 248">
                                <a:extLst>
                                  <a:ext uri="{FF2B5EF4-FFF2-40B4-BE49-F238E27FC236}">
                                    <a16:creationId xmlns:a16="http://schemas.microsoft.com/office/drawing/2014/main" id="{0CB77C4C-0006-4310-B9F8-6484AA8CDCCB}"/>
                                  </a:ext>
                                </a:extLst>
                              </p:cNvPr>
                              <p:cNvSpPr/>
                              <p:nvPr/>
                            </p:nvSpPr>
                            <p:spPr>
                              <a:xfrm>
                                <a:off x="3337741" y="2289682"/>
                                <a:ext cx="208597" cy="108584"/>
                              </a:xfrm>
                              <a:custGeom>
                                <a:avLst/>
                                <a:gdLst>
                                  <a:gd name="connsiteX0" fmla="*/ 62865 w 208597"/>
                                  <a:gd name="connsiteY0" fmla="*/ 6667 h 108584"/>
                                  <a:gd name="connsiteX1" fmla="*/ 59055 w 208597"/>
                                  <a:gd name="connsiteY1" fmla="*/ 8572 h 108584"/>
                                  <a:gd name="connsiteX2" fmla="*/ 54293 w 208597"/>
                                  <a:gd name="connsiteY2" fmla="*/ 10477 h 108584"/>
                                  <a:gd name="connsiteX3" fmla="*/ 35243 w 208597"/>
                                  <a:gd name="connsiteY3" fmla="*/ 18097 h 108584"/>
                                  <a:gd name="connsiteX4" fmla="*/ 19050 w 208597"/>
                                  <a:gd name="connsiteY4" fmla="*/ 24765 h 108584"/>
                                  <a:gd name="connsiteX5" fmla="*/ 6668 w 208597"/>
                                  <a:gd name="connsiteY5" fmla="*/ 28575 h 108584"/>
                                  <a:gd name="connsiteX6" fmla="*/ 0 w 208597"/>
                                  <a:gd name="connsiteY6" fmla="*/ 29527 h 108584"/>
                                  <a:gd name="connsiteX7" fmla="*/ 4763 w 208597"/>
                                  <a:gd name="connsiteY7" fmla="*/ 33338 h 108584"/>
                                  <a:gd name="connsiteX8" fmla="*/ 7620 w 208597"/>
                                  <a:gd name="connsiteY8" fmla="*/ 32385 h 108584"/>
                                  <a:gd name="connsiteX9" fmla="*/ 36195 w 208597"/>
                                  <a:gd name="connsiteY9" fmla="*/ 20955 h 108584"/>
                                  <a:gd name="connsiteX10" fmla="*/ 37147 w 208597"/>
                                  <a:gd name="connsiteY10" fmla="*/ 20955 h 108584"/>
                                  <a:gd name="connsiteX11" fmla="*/ 42863 w 208597"/>
                                  <a:gd name="connsiteY11" fmla="*/ 21908 h 108584"/>
                                  <a:gd name="connsiteX12" fmla="*/ 61913 w 208597"/>
                                  <a:gd name="connsiteY12" fmla="*/ 26670 h 108584"/>
                                  <a:gd name="connsiteX13" fmla="*/ 73343 w 208597"/>
                                  <a:gd name="connsiteY13" fmla="*/ 32385 h 108584"/>
                                  <a:gd name="connsiteX14" fmla="*/ 84772 w 208597"/>
                                  <a:gd name="connsiteY14" fmla="*/ 41910 h 108584"/>
                                  <a:gd name="connsiteX15" fmla="*/ 106680 w 208597"/>
                                  <a:gd name="connsiteY15" fmla="*/ 64770 h 108584"/>
                                  <a:gd name="connsiteX16" fmla="*/ 112395 w 208597"/>
                                  <a:gd name="connsiteY16" fmla="*/ 70485 h 108584"/>
                                  <a:gd name="connsiteX17" fmla="*/ 115253 w 208597"/>
                                  <a:gd name="connsiteY17" fmla="*/ 73342 h 108584"/>
                                  <a:gd name="connsiteX18" fmla="*/ 118110 w 208597"/>
                                  <a:gd name="connsiteY18" fmla="*/ 76200 h 108584"/>
                                  <a:gd name="connsiteX19" fmla="*/ 123825 w 208597"/>
                                  <a:gd name="connsiteY19" fmla="*/ 81915 h 108584"/>
                                  <a:gd name="connsiteX20" fmla="*/ 128588 w 208597"/>
                                  <a:gd name="connsiteY20" fmla="*/ 86677 h 108584"/>
                                  <a:gd name="connsiteX21" fmla="*/ 133350 w 208597"/>
                                  <a:gd name="connsiteY21" fmla="*/ 91440 h 108584"/>
                                  <a:gd name="connsiteX22" fmla="*/ 138113 w 208597"/>
                                  <a:gd name="connsiteY22" fmla="*/ 96202 h 108584"/>
                                  <a:gd name="connsiteX23" fmla="*/ 146685 w 208597"/>
                                  <a:gd name="connsiteY23" fmla="*/ 103822 h 108584"/>
                                  <a:gd name="connsiteX24" fmla="*/ 148590 w 208597"/>
                                  <a:gd name="connsiteY24" fmla="*/ 105727 h 108584"/>
                                  <a:gd name="connsiteX25" fmla="*/ 149543 w 208597"/>
                                  <a:gd name="connsiteY25" fmla="*/ 105727 h 108584"/>
                                  <a:gd name="connsiteX26" fmla="*/ 146685 w 208597"/>
                                  <a:gd name="connsiteY26" fmla="*/ 103822 h 108584"/>
                                  <a:gd name="connsiteX27" fmla="*/ 138113 w 208597"/>
                                  <a:gd name="connsiteY27" fmla="*/ 96202 h 108584"/>
                                  <a:gd name="connsiteX28" fmla="*/ 133350 w 208597"/>
                                  <a:gd name="connsiteY28" fmla="*/ 91440 h 108584"/>
                                  <a:gd name="connsiteX29" fmla="*/ 128588 w 208597"/>
                                  <a:gd name="connsiteY29" fmla="*/ 86677 h 108584"/>
                                  <a:gd name="connsiteX30" fmla="*/ 123825 w 208597"/>
                                  <a:gd name="connsiteY30" fmla="*/ 81915 h 108584"/>
                                  <a:gd name="connsiteX31" fmla="*/ 118110 w 208597"/>
                                  <a:gd name="connsiteY31" fmla="*/ 76200 h 108584"/>
                                  <a:gd name="connsiteX32" fmla="*/ 115253 w 208597"/>
                                  <a:gd name="connsiteY32" fmla="*/ 73342 h 108584"/>
                                  <a:gd name="connsiteX33" fmla="*/ 112395 w 208597"/>
                                  <a:gd name="connsiteY33" fmla="*/ 70485 h 108584"/>
                                  <a:gd name="connsiteX34" fmla="*/ 106680 w 208597"/>
                                  <a:gd name="connsiteY34" fmla="*/ 64770 h 108584"/>
                                  <a:gd name="connsiteX35" fmla="*/ 84772 w 208597"/>
                                  <a:gd name="connsiteY35" fmla="*/ 41910 h 108584"/>
                                  <a:gd name="connsiteX36" fmla="*/ 73343 w 208597"/>
                                  <a:gd name="connsiteY36" fmla="*/ 32385 h 108584"/>
                                  <a:gd name="connsiteX37" fmla="*/ 61913 w 208597"/>
                                  <a:gd name="connsiteY37" fmla="*/ 25717 h 108584"/>
                                  <a:gd name="connsiteX38" fmla="*/ 42863 w 208597"/>
                                  <a:gd name="connsiteY38" fmla="*/ 20955 h 108584"/>
                                  <a:gd name="connsiteX39" fmla="*/ 41910 w 208597"/>
                                  <a:gd name="connsiteY39" fmla="*/ 20955 h 108584"/>
                                  <a:gd name="connsiteX40" fmla="*/ 55245 w 208597"/>
                                  <a:gd name="connsiteY40" fmla="*/ 16192 h 108584"/>
                                  <a:gd name="connsiteX41" fmla="*/ 77153 w 208597"/>
                                  <a:gd name="connsiteY41" fmla="*/ 10477 h 108584"/>
                                  <a:gd name="connsiteX42" fmla="*/ 101918 w 208597"/>
                                  <a:gd name="connsiteY42" fmla="*/ 8572 h 108584"/>
                                  <a:gd name="connsiteX43" fmla="*/ 103822 w 208597"/>
                                  <a:gd name="connsiteY43" fmla="*/ 8572 h 108584"/>
                                  <a:gd name="connsiteX44" fmla="*/ 106680 w 208597"/>
                                  <a:gd name="connsiteY44" fmla="*/ 9525 h 108584"/>
                                  <a:gd name="connsiteX45" fmla="*/ 113347 w 208597"/>
                                  <a:gd name="connsiteY45" fmla="*/ 14288 h 108584"/>
                                  <a:gd name="connsiteX46" fmla="*/ 120015 w 208597"/>
                                  <a:gd name="connsiteY46" fmla="*/ 22860 h 108584"/>
                                  <a:gd name="connsiteX47" fmla="*/ 122872 w 208597"/>
                                  <a:gd name="connsiteY47" fmla="*/ 28575 h 108584"/>
                                  <a:gd name="connsiteX48" fmla="*/ 124778 w 208597"/>
                                  <a:gd name="connsiteY48" fmla="*/ 31433 h 108584"/>
                                  <a:gd name="connsiteX49" fmla="*/ 126683 w 208597"/>
                                  <a:gd name="connsiteY49" fmla="*/ 34290 h 108584"/>
                                  <a:gd name="connsiteX50" fmla="*/ 136208 w 208597"/>
                                  <a:gd name="connsiteY50" fmla="*/ 44767 h 108584"/>
                                  <a:gd name="connsiteX51" fmla="*/ 156210 w 208597"/>
                                  <a:gd name="connsiteY51" fmla="*/ 66675 h 108584"/>
                                  <a:gd name="connsiteX52" fmla="*/ 165735 w 208597"/>
                                  <a:gd name="connsiteY52" fmla="*/ 77152 h 108584"/>
                                  <a:gd name="connsiteX53" fmla="*/ 174308 w 208597"/>
                                  <a:gd name="connsiteY53" fmla="*/ 87630 h 108584"/>
                                  <a:gd name="connsiteX54" fmla="*/ 179070 w 208597"/>
                                  <a:gd name="connsiteY54" fmla="*/ 92392 h 108584"/>
                                  <a:gd name="connsiteX55" fmla="*/ 182880 w 208597"/>
                                  <a:gd name="connsiteY55" fmla="*/ 96202 h 108584"/>
                                  <a:gd name="connsiteX56" fmla="*/ 189547 w 208597"/>
                                  <a:gd name="connsiteY56" fmla="*/ 102870 h 108584"/>
                                  <a:gd name="connsiteX57" fmla="*/ 194310 w 208597"/>
                                  <a:gd name="connsiteY57" fmla="*/ 108585 h 108584"/>
                                  <a:gd name="connsiteX58" fmla="*/ 194310 w 208597"/>
                                  <a:gd name="connsiteY58" fmla="*/ 108585 h 108584"/>
                                  <a:gd name="connsiteX59" fmla="*/ 194310 w 208597"/>
                                  <a:gd name="connsiteY59" fmla="*/ 108585 h 108584"/>
                                  <a:gd name="connsiteX60" fmla="*/ 194310 w 208597"/>
                                  <a:gd name="connsiteY60" fmla="*/ 108585 h 108584"/>
                                  <a:gd name="connsiteX61" fmla="*/ 189547 w 208597"/>
                                  <a:gd name="connsiteY61" fmla="*/ 102870 h 108584"/>
                                  <a:gd name="connsiteX62" fmla="*/ 182880 w 208597"/>
                                  <a:gd name="connsiteY62" fmla="*/ 95250 h 108584"/>
                                  <a:gd name="connsiteX63" fmla="*/ 179070 w 208597"/>
                                  <a:gd name="connsiteY63" fmla="*/ 90488 h 108584"/>
                                  <a:gd name="connsiteX64" fmla="*/ 175260 w 208597"/>
                                  <a:gd name="connsiteY64" fmla="*/ 85725 h 108584"/>
                                  <a:gd name="connsiteX65" fmla="*/ 166688 w 208597"/>
                                  <a:gd name="connsiteY65" fmla="*/ 75247 h 108584"/>
                                  <a:gd name="connsiteX66" fmla="*/ 157163 w 208597"/>
                                  <a:gd name="connsiteY66" fmla="*/ 64770 h 108584"/>
                                  <a:gd name="connsiteX67" fmla="*/ 137160 w 208597"/>
                                  <a:gd name="connsiteY67" fmla="*/ 42863 h 108584"/>
                                  <a:gd name="connsiteX68" fmla="*/ 127635 w 208597"/>
                                  <a:gd name="connsiteY68" fmla="*/ 32385 h 108584"/>
                                  <a:gd name="connsiteX69" fmla="*/ 125730 w 208597"/>
                                  <a:gd name="connsiteY69" fmla="*/ 29527 h 108584"/>
                                  <a:gd name="connsiteX70" fmla="*/ 123825 w 208597"/>
                                  <a:gd name="connsiteY70" fmla="*/ 26670 h 108584"/>
                                  <a:gd name="connsiteX71" fmla="*/ 120968 w 208597"/>
                                  <a:gd name="connsiteY71" fmla="*/ 20955 h 108584"/>
                                  <a:gd name="connsiteX72" fmla="*/ 114300 w 208597"/>
                                  <a:gd name="connsiteY72" fmla="*/ 12383 h 108584"/>
                                  <a:gd name="connsiteX73" fmla="*/ 109538 w 208597"/>
                                  <a:gd name="connsiteY73" fmla="*/ 8572 h 108584"/>
                                  <a:gd name="connsiteX74" fmla="*/ 127635 w 208597"/>
                                  <a:gd name="connsiteY74" fmla="*/ 10477 h 108584"/>
                                  <a:gd name="connsiteX75" fmla="*/ 153353 w 208597"/>
                                  <a:gd name="connsiteY75" fmla="*/ 16192 h 108584"/>
                                  <a:gd name="connsiteX76" fmla="*/ 165735 w 208597"/>
                                  <a:gd name="connsiteY76" fmla="*/ 20955 h 108584"/>
                                  <a:gd name="connsiteX77" fmla="*/ 177165 w 208597"/>
                                  <a:gd name="connsiteY77" fmla="*/ 26670 h 108584"/>
                                  <a:gd name="connsiteX78" fmla="*/ 186690 w 208597"/>
                                  <a:gd name="connsiteY78" fmla="*/ 34290 h 108584"/>
                                  <a:gd name="connsiteX79" fmla="*/ 195263 w 208597"/>
                                  <a:gd name="connsiteY79" fmla="*/ 42863 h 108584"/>
                                  <a:gd name="connsiteX80" fmla="*/ 205740 w 208597"/>
                                  <a:gd name="connsiteY80" fmla="*/ 60960 h 108584"/>
                                  <a:gd name="connsiteX81" fmla="*/ 208597 w 208597"/>
                                  <a:gd name="connsiteY81" fmla="*/ 72390 h 108584"/>
                                  <a:gd name="connsiteX82" fmla="*/ 207645 w 208597"/>
                                  <a:gd name="connsiteY82" fmla="*/ 64770 h 108584"/>
                                  <a:gd name="connsiteX83" fmla="*/ 207645 w 208597"/>
                                  <a:gd name="connsiteY83" fmla="*/ 64770 h 108584"/>
                                  <a:gd name="connsiteX84" fmla="*/ 206693 w 208597"/>
                                  <a:gd name="connsiteY84" fmla="*/ 61913 h 108584"/>
                                  <a:gd name="connsiteX85" fmla="*/ 196215 w 208597"/>
                                  <a:gd name="connsiteY85" fmla="*/ 42863 h 108584"/>
                                  <a:gd name="connsiteX86" fmla="*/ 178118 w 208597"/>
                                  <a:gd name="connsiteY86" fmla="*/ 26670 h 108584"/>
                                  <a:gd name="connsiteX87" fmla="*/ 166688 w 208597"/>
                                  <a:gd name="connsiteY87" fmla="*/ 20002 h 108584"/>
                                  <a:gd name="connsiteX88" fmla="*/ 154305 w 208597"/>
                                  <a:gd name="connsiteY88" fmla="*/ 15240 h 108584"/>
                                  <a:gd name="connsiteX89" fmla="*/ 128588 w 208597"/>
                                  <a:gd name="connsiteY89" fmla="*/ 8572 h 108584"/>
                                  <a:gd name="connsiteX90" fmla="*/ 117158 w 208597"/>
                                  <a:gd name="connsiteY90" fmla="*/ 7620 h 108584"/>
                                  <a:gd name="connsiteX91" fmla="*/ 120015 w 208597"/>
                                  <a:gd name="connsiteY91" fmla="*/ 6667 h 108584"/>
                                  <a:gd name="connsiteX92" fmla="*/ 124778 w 208597"/>
                                  <a:gd name="connsiteY92" fmla="*/ 5715 h 108584"/>
                                  <a:gd name="connsiteX93" fmla="*/ 130493 w 208597"/>
                                  <a:gd name="connsiteY93" fmla="*/ 4763 h 108584"/>
                                  <a:gd name="connsiteX94" fmla="*/ 136208 w 208597"/>
                                  <a:gd name="connsiteY94" fmla="*/ 3810 h 108584"/>
                                  <a:gd name="connsiteX95" fmla="*/ 141922 w 208597"/>
                                  <a:gd name="connsiteY95" fmla="*/ 3810 h 108584"/>
                                  <a:gd name="connsiteX96" fmla="*/ 147638 w 208597"/>
                                  <a:gd name="connsiteY96" fmla="*/ 3810 h 108584"/>
                                  <a:gd name="connsiteX97" fmla="*/ 152400 w 208597"/>
                                  <a:gd name="connsiteY97" fmla="*/ 4763 h 108584"/>
                                  <a:gd name="connsiteX98" fmla="*/ 153353 w 208597"/>
                                  <a:gd name="connsiteY98" fmla="*/ 4763 h 108584"/>
                                  <a:gd name="connsiteX99" fmla="*/ 148590 w 208597"/>
                                  <a:gd name="connsiteY99" fmla="*/ 3810 h 108584"/>
                                  <a:gd name="connsiteX100" fmla="*/ 147638 w 208597"/>
                                  <a:gd name="connsiteY100" fmla="*/ 3810 h 108584"/>
                                  <a:gd name="connsiteX101" fmla="*/ 141922 w 208597"/>
                                  <a:gd name="connsiteY101" fmla="*/ 3810 h 108584"/>
                                  <a:gd name="connsiteX102" fmla="*/ 136208 w 208597"/>
                                  <a:gd name="connsiteY102" fmla="*/ 3810 h 108584"/>
                                  <a:gd name="connsiteX103" fmla="*/ 130493 w 208597"/>
                                  <a:gd name="connsiteY103" fmla="*/ 3810 h 108584"/>
                                  <a:gd name="connsiteX104" fmla="*/ 124778 w 208597"/>
                                  <a:gd name="connsiteY104" fmla="*/ 4763 h 108584"/>
                                  <a:gd name="connsiteX105" fmla="*/ 120015 w 208597"/>
                                  <a:gd name="connsiteY105" fmla="*/ 5715 h 108584"/>
                                  <a:gd name="connsiteX106" fmla="*/ 115253 w 208597"/>
                                  <a:gd name="connsiteY106" fmla="*/ 6667 h 108584"/>
                                  <a:gd name="connsiteX107" fmla="*/ 110490 w 208597"/>
                                  <a:gd name="connsiteY107" fmla="*/ 7620 h 108584"/>
                                  <a:gd name="connsiteX108" fmla="*/ 101918 w 208597"/>
                                  <a:gd name="connsiteY108" fmla="*/ 7620 h 108584"/>
                                  <a:gd name="connsiteX109" fmla="*/ 77153 w 208597"/>
                                  <a:gd name="connsiteY109" fmla="*/ 9525 h 108584"/>
                                  <a:gd name="connsiteX110" fmla="*/ 68580 w 208597"/>
                                  <a:gd name="connsiteY110" fmla="*/ 11430 h 108584"/>
                                  <a:gd name="connsiteX111" fmla="*/ 74295 w 208597"/>
                                  <a:gd name="connsiteY111" fmla="*/ 8572 h 108584"/>
                                  <a:gd name="connsiteX112" fmla="*/ 83820 w 208597"/>
                                  <a:gd name="connsiteY112" fmla="*/ 3810 h 108584"/>
                                  <a:gd name="connsiteX113" fmla="*/ 88583 w 208597"/>
                                  <a:gd name="connsiteY113" fmla="*/ 1905 h 108584"/>
                                  <a:gd name="connsiteX114" fmla="*/ 93345 w 208597"/>
                                  <a:gd name="connsiteY114" fmla="*/ 0 h 108584"/>
                                  <a:gd name="connsiteX115" fmla="*/ 94297 w 208597"/>
                                  <a:gd name="connsiteY115" fmla="*/ 0 h 108584"/>
                                  <a:gd name="connsiteX116" fmla="*/ 92393 w 208597"/>
                                  <a:gd name="connsiteY116" fmla="*/ 0 h 108584"/>
                                  <a:gd name="connsiteX117" fmla="*/ 92393 w 208597"/>
                                  <a:gd name="connsiteY117" fmla="*/ 0 h 108584"/>
                                  <a:gd name="connsiteX118" fmla="*/ 88583 w 208597"/>
                                  <a:gd name="connsiteY118" fmla="*/ 952 h 108584"/>
                                  <a:gd name="connsiteX119" fmla="*/ 83820 w 208597"/>
                                  <a:gd name="connsiteY119" fmla="*/ 2858 h 108584"/>
                                  <a:gd name="connsiteX120" fmla="*/ 73343 w 208597"/>
                                  <a:gd name="connsiteY120" fmla="*/ 7620 h 108584"/>
                                  <a:gd name="connsiteX121" fmla="*/ 62865 w 208597"/>
                                  <a:gd name="connsiteY121" fmla="*/ 6667 h 108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208597" h="108584">
                                    <a:moveTo>
                                      <a:pt x="62865" y="6667"/>
                                    </a:moveTo>
                                    <a:cubicBezTo>
                                      <a:pt x="61913" y="7620"/>
                                      <a:pt x="60008" y="7620"/>
                                      <a:pt x="59055" y="8572"/>
                                    </a:cubicBezTo>
                                    <a:cubicBezTo>
                                      <a:pt x="57150" y="8572"/>
                                      <a:pt x="55245" y="9525"/>
                                      <a:pt x="54293" y="10477"/>
                                    </a:cubicBezTo>
                                    <a:cubicBezTo>
                                      <a:pt x="46672" y="12383"/>
                                      <a:pt x="40958" y="15240"/>
                                      <a:pt x="35243" y="18097"/>
                                    </a:cubicBezTo>
                                    <a:cubicBezTo>
                                      <a:pt x="29528" y="20955"/>
                                      <a:pt x="23813" y="22860"/>
                                      <a:pt x="19050" y="24765"/>
                                    </a:cubicBezTo>
                                    <a:cubicBezTo>
                                      <a:pt x="14288" y="26670"/>
                                      <a:pt x="10478" y="27622"/>
                                      <a:pt x="6668" y="28575"/>
                                    </a:cubicBezTo>
                                    <a:cubicBezTo>
                                      <a:pt x="3810" y="29527"/>
                                      <a:pt x="1905" y="29527"/>
                                      <a:pt x="0" y="29527"/>
                                    </a:cubicBezTo>
                                    <a:cubicBezTo>
                                      <a:pt x="953" y="30480"/>
                                      <a:pt x="2858" y="32385"/>
                                      <a:pt x="4763" y="33338"/>
                                    </a:cubicBezTo>
                                    <a:cubicBezTo>
                                      <a:pt x="5715" y="33338"/>
                                      <a:pt x="6668" y="33338"/>
                                      <a:pt x="7620" y="32385"/>
                                    </a:cubicBezTo>
                                    <a:cubicBezTo>
                                      <a:pt x="15240" y="30480"/>
                                      <a:pt x="24765" y="26670"/>
                                      <a:pt x="36195" y="20955"/>
                                    </a:cubicBezTo>
                                    <a:lnTo>
                                      <a:pt x="37147" y="20955"/>
                                    </a:lnTo>
                                    <a:cubicBezTo>
                                      <a:pt x="38100" y="20955"/>
                                      <a:pt x="40005" y="20955"/>
                                      <a:pt x="42863" y="21908"/>
                                    </a:cubicBezTo>
                                    <a:cubicBezTo>
                                      <a:pt x="47625" y="22860"/>
                                      <a:pt x="54293" y="23813"/>
                                      <a:pt x="61913" y="26670"/>
                                    </a:cubicBezTo>
                                    <a:cubicBezTo>
                                      <a:pt x="65722" y="28575"/>
                                      <a:pt x="69533" y="30480"/>
                                      <a:pt x="73343" y="32385"/>
                                    </a:cubicBezTo>
                                    <a:cubicBezTo>
                                      <a:pt x="77153" y="35242"/>
                                      <a:pt x="80963" y="38100"/>
                                      <a:pt x="84772" y="41910"/>
                                    </a:cubicBezTo>
                                    <a:cubicBezTo>
                                      <a:pt x="92393" y="48577"/>
                                      <a:pt x="99060" y="57150"/>
                                      <a:pt x="106680" y="64770"/>
                                    </a:cubicBezTo>
                                    <a:cubicBezTo>
                                      <a:pt x="108585" y="66675"/>
                                      <a:pt x="110490" y="68580"/>
                                      <a:pt x="112395" y="70485"/>
                                    </a:cubicBezTo>
                                    <a:lnTo>
                                      <a:pt x="115253" y="73342"/>
                                    </a:lnTo>
                                    <a:lnTo>
                                      <a:pt x="118110" y="76200"/>
                                    </a:lnTo>
                                    <a:cubicBezTo>
                                      <a:pt x="120015" y="78105"/>
                                      <a:pt x="121920" y="80010"/>
                                      <a:pt x="123825" y="81915"/>
                                    </a:cubicBezTo>
                                    <a:cubicBezTo>
                                      <a:pt x="125730" y="83820"/>
                                      <a:pt x="127635" y="84772"/>
                                      <a:pt x="128588" y="86677"/>
                                    </a:cubicBezTo>
                                    <a:cubicBezTo>
                                      <a:pt x="130493" y="88583"/>
                                      <a:pt x="132397" y="89535"/>
                                      <a:pt x="133350" y="91440"/>
                                    </a:cubicBezTo>
                                    <a:cubicBezTo>
                                      <a:pt x="135255" y="93345"/>
                                      <a:pt x="136208" y="94297"/>
                                      <a:pt x="138113" y="96202"/>
                                    </a:cubicBezTo>
                                    <a:cubicBezTo>
                                      <a:pt x="140970" y="99060"/>
                                      <a:pt x="143828" y="101917"/>
                                      <a:pt x="146685" y="103822"/>
                                    </a:cubicBezTo>
                                    <a:cubicBezTo>
                                      <a:pt x="147638" y="104775"/>
                                      <a:pt x="147638" y="104775"/>
                                      <a:pt x="148590" y="105727"/>
                                    </a:cubicBezTo>
                                    <a:cubicBezTo>
                                      <a:pt x="148590" y="105727"/>
                                      <a:pt x="148590" y="105727"/>
                                      <a:pt x="149543" y="105727"/>
                                    </a:cubicBezTo>
                                    <a:cubicBezTo>
                                      <a:pt x="148590" y="104775"/>
                                      <a:pt x="147638" y="104775"/>
                                      <a:pt x="146685" y="103822"/>
                                    </a:cubicBezTo>
                                    <a:cubicBezTo>
                                      <a:pt x="143828" y="101917"/>
                                      <a:pt x="141922" y="99060"/>
                                      <a:pt x="138113" y="96202"/>
                                    </a:cubicBezTo>
                                    <a:cubicBezTo>
                                      <a:pt x="136208" y="95250"/>
                                      <a:pt x="135255" y="93345"/>
                                      <a:pt x="133350" y="91440"/>
                                    </a:cubicBezTo>
                                    <a:cubicBezTo>
                                      <a:pt x="131445" y="89535"/>
                                      <a:pt x="129540" y="88583"/>
                                      <a:pt x="128588" y="86677"/>
                                    </a:cubicBezTo>
                                    <a:cubicBezTo>
                                      <a:pt x="126683" y="84772"/>
                                      <a:pt x="124778" y="82867"/>
                                      <a:pt x="123825" y="81915"/>
                                    </a:cubicBezTo>
                                    <a:cubicBezTo>
                                      <a:pt x="121920" y="80010"/>
                                      <a:pt x="120015" y="78105"/>
                                      <a:pt x="118110" y="76200"/>
                                    </a:cubicBezTo>
                                    <a:lnTo>
                                      <a:pt x="115253" y="73342"/>
                                    </a:lnTo>
                                    <a:lnTo>
                                      <a:pt x="112395" y="70485"/>
                                    </a:lnTo>
                                    <a:cubicBezTo>
                                      <a:pt x="110490" y="68580"/>
                                      <a:pt x="108585" y="66675"/>
                                      <a:pt x="106680" y="64770"/>
                                    </a:cubicBezTo>
                                    <a:cubicBezTo>
                                      <a:pt x="99060" y="57150"/>
                                      <a:pt x="92393" y="48577"/>
                                      <a:pt x="84772" y="41910"/>
                                    </a:cubicBezTo>
                                    <a:cubicBezTo>
                                      <a:pt x="80963" y="38100"/>
                                      <a:pt x="77153" y="35242"/>
                                      <a:pt x="73343" y="32385"/>
                                    </a:cubicBezTo>
                                    <a:cubicBezTo>
                                      <a:pt x="69533" y="29527"/>
                                      <a:pt x="65722" y="27622"/>
                                      <a:pt x="61913" y="25717"/>
                                    </a:cubicBezTo>
                                    <a:cubicBezTo>
                                      <a:pt x="54293" y="22860"/>
                                      <a:pt x="47625" y="20955"/>
                                      <a:pt x="42863" y="20955"/>
                                    </a:cubicBezTo>
                                    <a:cubicBezTo>
                                      <a:pt x="42863" y="20955"/>
                                      <a:pt x="41910" y="20955"/>
                                      <a:pt x="41910" y="20955"/>
                                    </a:cubicBezTo>
                                    <a:cubicBezTo>
                                      <a:pt x="45720" y="19050"/>
                                      <a:pt x="50483" y="17145"/>
                                      <a:pt x="55245" y="16192"/>
                                    </a:cubicBezTo>
                                    <a:cubicBezTo>
                                      <a:pt x="61913" y="14288"/>
                                      <a:pt x="69533" y="12383"/>
                                      <a:pt x="77153" y="10477"/>
                                    </a:cubicBezTo>
                                    <a:cubicBezTo>
                                      <a:pt x="84772" y="8572"/>
                                      <a:pt x="93345" y="8572"/>
                                      <a:pt x="101918" y="8572"/>
                                    </a:cubicBezTo>
                                    <a:lnTo>
                                      <a:pt x="103822" y="8572"/>
                                    </a:lnTo>
                                    <a:cubicBezTo>
                                      <a:pt x="104775" y="8572"/>
                                      <a:pt x="105728" y="9525"/>
                                      <a:pt x="106680" y="9525"/>
                                    </a:cubicBezTo>
                                    <a:cubicBezTo>
                                      <a:pt x="108585" y="10477"/>
                                      <a:pt x="111443" y="12383"/>
                                      <a:pt x="113347" y="14288"/>
                                    </a:cubicBezTo>
                                    <a:cubicBezTo>
                                      <a:pt x="115253" y="16192"/>
                                      <a:pt x="118110" y="19050"/>
                                      <a:pt x="120015" y="22860"/>
                                    </a:cubicBezTo>
                                    <a:cubicBezTo>
                                      <a:pt x="120968" y="24765"/>
                                      <a:pt x="121920" y="26670"/>
                                      <a:pt x="122872" y="28575"/>
                                    </a:cubicBezTo>
                                    <a:cubicBezTo>
                                      <a:pt x="123825" y="29527"/>
                                      <a:pt x="123825" y="30480"/>
                                      <a:pt x="124778" y="31433"/>
                                    </a:cubicBezTo>
                                    <a:cubicBezTo>
                                      <a:pt x="125730" y="32385"/>
                                      <a:pt x="125730" y="33338"/>
                                      <a:pt x="126683" y="34290"/>
                                    </a:cubicBezTo>
                                    <a:cubicBezTo>
                                      <a:pt x="129540" y="38100"/>
                                      <a:pt x="133350" y="40958"/>
                                      <a:pt x="136208" y="44767"/>
                                    </a:cubicBezTo>
                                    <a:cubicBezTo>
                                      <a:pt x="142875" y="51435"/>
                                      <a:pt x="149543" y="59055"/>
                                      <a:pt x="156210" y="66675"/>
                                    </a:cubicBezTo>
                                    <a:cubicBezTo>
                                      <a:pt x="159068" y="70485"/>
                                      <a:pt x="162878" y="74295"/>
                                      <a:pt x="165735" y="77152"/>
                                    </a:cubicBezTo>
                                    <a:cubicBezTo>
                                      <a:pt x="168593" y="80963"/>
                                      <a:pt x="171450" y="83820"/>
                                      <a:pt x="174308" y="87630"/>
                                    </a:cubicBezTo>
                                    <a:cubicBezTo>
                                      <a:pt x="176213" y="89535"/>
                                      <a:pt x="177165" y="90488"/>
                                      <a:pt x="179070" y="92392"/>
                                    </a:cubicBezTo>
                                    <a:cubicBezTo>
                                      <a:pt x="180022" y="94297"/>
                                      <a:pt x="181928" y="95250"/>
                                      <a:pt x="182880" y="96202"/>
                                    </a:cubicBezTo>
                                    <a:cubicBezTo>
                                      <a:pt x="184785" y="99060"/>
                                      <a:pt x="187643" y="100965"/>
                                      <a:pt x="189547" y="102870"/>
                                    </a:cubicBezTo>
                                    <a:cubicBezTo>
                                      <a:pt x="191453" y="104775"/>
                                      <a:pt x="192405" y="106680"/>
                                      <a:pt x="194310" y="108585"/>
                                    </a:cubicBezTo>
                                    <a:lnTo>
                                      <a:pt x="194310" y="108585"/>
                                    </a:lnTo>
                                    <a:lnTo>
                                      <a:pt x="194310" y="108585"/>
                                    </a:lnTo>
                                    <a:lnTo>
                                      <a:pt x="194310" y="108585"/>
                                    </a:lnTo>
                                    <a:cubicBezTo>
                                      <a:pt x="192405" y="106680"/>
                                      <a:pt x="191453" y="105727"/>
                                      <a:pt x="189547" y="102870"/>
                                    </a:cubicBezTo>
                                    <a:cubicBezTo>
                                      <a:pt x="187643" y="100965"/>
                                      <a:pt x="184785" y="98108"/>
                                      <a:pt x="182880" y="95250"/>
                                    </a:cubicBezTo>
                                    <a:cubicBezTo>
                                      <a:pt x="181928" y="94297"/>
                                      <a:pt x="180975" y="92392"/>
                                      <a:pt x="179070" y="90488"/>
                                    </a:cubicBezTo>
                                    <a:cubicBezTo>
                                      <a:pt x="178118" y="88583"/>
                                      <a:pt x="176213" y="87630"/>
                                      <a:pt x="175260" y="85725"/>
                                    </a:cubicBezTo>
                                    <a:cubicBezTo>
                                      <a:pt x="172403" y="82867"/>
                                      <a:pt x="169545" y="79058"/>
                                      <a:pt x="166688" y="75247"/>
                                    </a:cubicBezTo>
                                    <a:cubicBezTo>
                                      <a:pt x="163830" y="71438"/>
                                      <a:pt x="160020" y="68580"/>
                                      <a:pt x="157163" y="64770"/>
                                    </a:cubicBezTo>
                                    <a:cubicBezTo>
                                      <a:pt x="150495" y="57150"/>
                                      <a:pt x="143828" y="49530"/>
                                      <a:pt x="137160" y="42863"/>
                                    </a:cubicBezTo>
                                    <a:cubicBezTo>
                                      <a:pt x="134303" y="39052"/>
                                      <a:pt x="130493" y="36195"/>
                                      <a:pt x="127635" y="32385"/>
                                    </a:cubicBezTo>
                                    <a:cubicBezTo>
                                      <a:pt x="126683" y="31433"/>
                                      <a:pt x="126683" y="30480"/>
                                      <a:pt x="125730" y="29527"/>
                                    </a:cubicBezTo>
                                    <a:cubicBezTo>
                                      <a:pt x="124778" y="28575"/>
                                      <a:pt x="124778" y="27622"/>
                                      <a:pt x="123825" y="26670"/>
                                    </a:cubicBezTo>
                                    <a:cubicBezTo>
                                      <a:pt x="122872" y="24765"/>
                                      <a:pt x="121920" y="22860"/>
                                      <a:pt x="120968" y="20955"/>
                                    </a:cubicBezTo>
                                    <a:cubicBezTo>
                                      <a:pt x="119063" y="17145"/>
                                      <a:pt x="117158" y="14288"/>
                                      <a:pt x="114300" y="12383"/>
                                    </a:cubicBezTo>
                                    <a:cubicBezTo>
                                      <a:pt x="112395" y="10477"/>
                                      <a:pt x="111443" y="9525"/>
                                      <a:pt x="109538" y="8572"/>
                                    </a:cubicBezTo>
                                    <a:cubicBezTo>
                                      <a:pt x="115253" y="8572"/>
                                      <a:pt x="121920" y="9525"/>
                                      <a:pt x="127635" y="10477"/>
                                    </a:cubicBezTo>
                                    <a:cubicBezTo>
                                      <a:pt x="136208" y="12383"/>
                                      <a:pt x="144780" y="13335"/>
                                      <a:pt x="153353" y="16192"/>
                                    </a:cubicBezTo>
                                    <a:cubicBezTo>
                                      <a:pt x="157163" y="17145"/>
                                      <a:pt x="161925" y="19050"/>
                                      <a:pt x="165735" y="20955"/>
                                    </a:cubicBezTo>
                                    <a:cubicBezTo>
                                      <a:pt x="169545" y="22860"/>
                                      <a:pt x="173355" y="24765"/>
                                      <a:pt x="177165" y="26670"/>
                                    </a:cubicBezTo>
                                    <a:cubicBezTo>
                                      <a:pt x="180975" y="28575"/>
                                      <a:pt x="183833" y="31433"/>
                                      <a:pt x="186690" y="34290"/>
                                    </a:cubicBezTo>
                                    <a:cubicBezTo>
                                      <a:pt x="189547" y="37147"/>
                                      <a:pt x="192405" y="40005"/>
                                      <a:pt x="195263" y="42863"/>
                                    </a:cubicBezTo>
                                    <a:cubicBezTo>
                                      <a:pt x="200025" y="48577"/>
                                      <a:pt x="203835" y="55245"/>
                                      <a:pt x="205740" y="60960"/>
                                    </a:cubicBezTo>
                                    <a:cubicBezTo>
                                      <a:pt x="207645" y="64770"/>
                                      <a:pt x="208597" y="68580"/>
                                      <a:pt x="208597" y="72390"/>
                                    </a:cubicBezTo>
                                    <a:cubicBezTo>
                                      <a:pt x="208597" y="69533"/>
                                      <a:pt x="207645" y="67627"/>
                                      <a:pt x="207645" y="64770"/>
                                    </a:cubicBezTo>
                                    <a:lnTo>
                                      <a:pt x="207645" y="64770"/>
                                    </a:lnTo>
                                    <a:cubicBezTo>
                                      <a:pt x="207645" y="63817"/>
                                      <a:pt x="206693" y="62865"/>
                                      <a:pt x="206693" y="61913"/>
                                    </a:cubicBezTo>
                                    <a:cubicBezTo>
                                      <a:pt x="204788" y="56197"/>
                                      <a:pt x="200978" y="49530"/>
                                      <a:pt x="196215" y="42863"/>
                                    </a:cubicBezTo>
                                    <a:cubicBezTo>
                                      <a:pt x="191453" y="37147"/>
                                      <a:pt x="185738" y="30480"/>
                                      <a:pt x="178118" y="26670"/>
                                    </a:cubicBezTo>
                                    <a:cubicBezTo>
                                      <a:pt x="174308" y="24765"/>
                                      <a:pt x="170497" y="21908"/>
                                      <a:pt x="166688" y="20002"/>
                                    </a:cubicBezTo>
                                    <a:cubicBezTo>
                                      <a:pt x="162878" y="18097"/>
                                      <a:pt x="158115" y="16192"/>
                                      <a:pt x="154305" y="15240"/>
                                    </a:cubicBezTo>
                                    <a:cubicBezTo>
                                      <a:pt x="145733" y="12383"/>
                                      <a:pt x="137160" y="10477"/>
                                      <a:pt x="128588" y="8572"/>
                                    </a:cubicBezTo>
                                    <a:cubicBezTo>
                                      <a:pt x="124778" y="7620"/>
                                      <a:pt x="120968" y="7620"/>
                                      <a:pt x="117158" y="7620"/>
                                    </a:cubicBezTo>
                                    <a:cubicBezTo>
                                      <a:pt x="118110" y="7620"/>
                                      <a:pt x="119063" y="6667"/>
                                      <a:pt x="120015" y="6667"/>
                                    </a:cubicBezTo>
                                    <a:cubicBezTo>
                                      <a:pt x="121920" y="6667"/>
                                      <a:pt x="122872" y="5715"/>
                                      <a:pt x="124778" y="5715"/>
                                    </a:cubicBezTo>
                                    <a:cubicBezTo>
                                      <a:pt x="126683" y="5715"/>
                                      <a:pt x="128588" y="4763"/>
                                      <a:pt x="130493" y="4763"/>
                                    </a:cubicBezTo>
                                    <a:cubicBezTo>
                                      <a:pt x="132397" y="4763"/>
                                      <a:pt x="134303" y="4763"/>
                                      <a:pt x="136208" y="3810"/>
                                    </a:cubicBezTo>
                                    <a:cubicBezTo>
                                      <a:pt x="138113" y="3810"/>
                                      <a:pt x="140018" y="3810"/>
                                      <a:pt x="141922" y="3810"/>
                                    </a:cubicBezTo>
                                    <a:cubicBezTo>
                                      <a:pt x="143828" y="3810"/>
                                      <a:pt x="145733" y="3810"/>
                                      <a:pt x="147638" y="3810"/>
                                    </a:cubicBezTo>
                                    <a:cubicBezTo>
                                      <a:pt x="149543" y="3810"/>
                                      <a:pt x="151447" y="3810"/>
                                      <a:pt x="152400" y="4763"/>
                                    </a:cubicBezTo>
                                    <a:lnTo>
                                      <a:pt x="153353" y="4763"/>
                                    </a:lnTo>
                                    <a:cubicBezTo>
                                      <a:pt x="152400" y="4763"/>
                                      <a:pt x="150495" y="3810"/>
                                      <a:pt x="148590" y="3810"/>
                                    </a:cubicBezTo>
                                    <a:cubicBezTo>
                                      <a:pt x="148590" y="3810"/>
                                      <a:pt x="147638" y="3810"/>
                                      <a:pt x="147638" y="3810"/>
                                    </a:cubicBezTo>
                                    <a:cubicBezTo>
                                      <a:pt x="145733" y="3810"/>
                                      <a:pt x="143828" y="3810"/>
                                      <a:pt x="141922" y="3810"/>
                                    </a:cubicBezTo>
                                    <a:cubicBezTo>
                                      <a:pt x="140018" y="3810"/>
                                      <a:pt x="138113" y="3810"/>
                                      <a:pt x="136208" y="3810"/>
                                    </a:cubicBezTo>
                                    <a:cubicBezTo>
                                      <a:pt x="134303" y="3810"/>
                                      <a:pt x="132397" y="3810"/>
                                      <a:pt x="130493" y="3810"/>
                                    </a:cubicBezTo>
                                    <a:cubicBezTo>
                                      <a:pt x="128588" y="3810"/>
                                      <a:pt x="126683" y="3810"/>
                                      <a:pt x="124778" y="4763"/>
                                    </a:cubicBezTo>
                                    <a:cubicBezTo>
                                      <a:pt x="122872" y="4763"/>
                                      <a:pt x="120968" y="5715"/>
                                      <a:pt x="120015" y="5715"/>
                                    </a:cubicBezTo>
                                    <a:cubicBezTo>
                                      <a:pt x="118110" y="5715"/>
                                      <a:pt x="117158" y="6667"/>
                                      <a:pt x="115253" y="6667"/>
                                    </a:cubicBezTo>
                                    <a:cubicBezTo>
                                      <a:pt x="113347" y="6667"/>
                                      <a:pt x="111443" y="7620"/>
                                      <a:pt x="110490" y="7620"/>
                                    </a:cubicBezTo>
                                    <a:cubicBezTo>
                                      <a:pt x="107633" y="7620"/>
                                      <a:pt x="104775" y="7620"/>
                                      <a:pt x="101918" y="7620"/>
                                    </a:cubicBezTo>
                                    <a:cubicBezTo>
                                      <a:pt x="93345" y="7620"/>
                                      <a:pt x="84772" y="7620"/>
                                      <a:pt x="77153" y="9525"/>
                                    </a:cubicBezTo>
                                    <a:cubicBezTo>
                                      <a:pt x="74295" y="9525"/>
                                      <a:pt x="71438" y="10477"/>
                                      <a:pt x="68580" y="11430"/>
                                    </a:cubicBezTo>
                                    <a:cubicBezTo>
                                      <a:pt x="70485" y="10477"/>
                                      <a:pt x="72390" y="9525"/>
                                      <a:pt x="74295" y="8572"/>
                                    </a:cubicBezTo>
                                    <a:cubicBezTo>
                                      <a:pt x="78105" y="6667"/>
                                      <a:pt x="80963" y="4763"/>
                                      <a:pt x="83820" y="3810"/>
                                    </a:cubicBezTo>
                                    <a:cubicBezTo>
                                      <a:pt x="85725" y="2858"/>
                                      <a:pt x="86678" y="2858"/>
                                      <a:pt x="88583" y="1905"/>
                                    </a:cubicBezTo>
                                    <a:lnTo>
                                      <a:pt x="93345" y="0"/>
                                    </a:lnTo>
                                    <a:cubicBezTo>
                                      <a:pt x="93345" y="0"/>
                                      <a:pt x="94297" y="0"/>
                                      <a:pt x="94297" y="0"/>
                                    </a:cubicBezTo>
                                    <a:cubicBezTo>
                                      <a:pt x="94297" y="0"/>
                                      <a:pt x="93345" y="0"/>
                                      <a:pt x="92393" y="0"/>
                                    </a:cubicBezTo>
                                    <a:cubicBezTo>
                                      <a:pt x="92393" y="0"/>
                                      <a:pt x="92393" y="0"/>
                                      <a:pt x="92393" y="0"/>
                                    </a:cubicBezTo>
                                    <a:cubicBezTo>
                                      <a:pt x="91440" y="0"/>
                                      <a:pt x="89535" y="952"/>
                                      <a:pt x="88583" y="952"/>
                                    </a:cubicBezTo>
                                    <a:cubicBezTo>
                                      <a:pt x="86678" y="1905"/>
                                      <a:pt x="85725" y="1905"/>
                                      <a:pt x="83820" y="2858"/>
                                    </a:cubicBezTo>
                                    <a:cubicBezTo>
                                      <a:pt x="80963" y="3810"/>
                                      <a:pt x="77153" y="5715"/>
                                      <a:pt x="73343" y="7620"/>
                                    </a:cubicBezTo>
                                    <a:cubicBezTo>
                                      <a:pt x="69533" y="2858"/>
                                      <a:pt x="65722" y="4763"/>
                                      <a:pt x="62865" y="6667"/>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91249EB4-DCC3-4DC9-B678-87E31B5850B0}"/>
                                  </a:ext>
                                </a:extLst>
                              </p:cNvPr>
                              <p:cNvSpPr/>
                              <p:nvPr/>
                            </p:nvSpPr>
                            <p:spPr>
                              <a:xfrm>
                                <a:off x="3331074" y="2229674"/>
                                <a:ext cx="102869" cy="85725"/>
                              </a:xfrm>
                              <a:custGeom>
                                <a:avLst/>
                                <a:gdLst>
                                  <a:gd name="connsiteX0" fmla="*/ 36195 w 102869"/>
                                  <a:gd name="connsiteY0" fmla="*/ 2858 h 85725"/>
                                  <a:gd name="connsiteX1" fmla="*/ 35242 w 102869"/>
                                  <a:gd name="connsiteY1" fmla="*/ 3810 h 85725"/>
                                  <a:gd name="connsiteX2" fmla="*/ 33338 w 102869"/>
                                  <a:gd name="connsiteY2" fmla="*/ 4763 h 85725"/>
                                  <a:gd name="connsiteX3" fmla="*/ 31432 w 102869"/>
                                  <a:gd name="connsiteY3" fmla="*/ 6667 h 85725"/>
                                  <a:gd name="connsiteX4" fmla="*/ 28575 w 102869"/>
                                  <a:gd name="connsiteY4" fmla="*/ 12383 h 85725"/>
                                  <a:gd name="connsiteX5" fmla="*/ 26670 w 102869"/>
                                  <a:gd name="connsiteY5" fmla="*/ 20003 h 85725"/>
                                  <a:gd name="connsiteX6" fmla="*/ 23813 w 102869"/>
                                  <a:gd name="connsiteY6" fmla="*/ 33338 h 85725"/>
                                  <a:gd name="connsiteX7" fmla="*/ 22860 w 102869"/>
                                  <a:gd name="connsiteY7" fmla="*/ 39053 h 85725"/>
                                  <a:gd name="connsiteX8" fmla="*/ 20955 w 102869"/>
                                  <a:gd name="connsiteY8" fmla="*/ 40958 h 85725"/>
                                  <a:gd name="connsiteX9" fmla="*/ 14288 w 102869"/>
                                  <a:gd name="connsiteY9" fmla="*/ 49530 h 85725"/>
                                  <a:gd name="connsiteX10" fmla="*/ 9525 w 102869"/>
                                  <a:gd name="connsiteY10" fmla="*/ 56197 h 85725"/>
                                  <a:gd name="connsiteX11" fmla="*/ 8572 w 102869"/>
                                  <a:gd name="connsiteY11" fmla="*/ 52388 h 85725"/>
                                  <a:gd name="connsiteX12" fmla="*/ 6667 w 102869"/>
                                  <a:gd name="connsiteY12" fmla="*/ 43815 h 85725"/>
                                  <a:gd name="connsiteX13" fmla="*/ 3810 w 102869"/>
                                  <a:gd name="connsiteY13" fmla="*/ 34290 h 85725"/>
                                  <a:gd name="connsiteX14" fmla="*/ 1905 w 102869"/>
                                  <a:gd name="connsiteY14" fmla="*/ 24765 h 85725"/>
                                  <a:gd name="connsiteX15" fmla="*/ 1905 w 102869"/>
                                  <a:gd name="connsiteY15" fmla="*/ 20003 h 85725"/>
                                  <a:gd name="connsiteX16" fmla="*/ 2857 w 102869"/>
                                  <a:gd name="connsiteY16" fmla="*/ 16192 h 85725"/>
                                  <a:gd name="connsiteX17" fmla="*/ 2857 w 102869"/>
                                  <a:gd name="connsiteY17" fmla="*/ 15240 h 85725"/>
                                  <a:gd name="connsiteX18" fmla="*/ 1905 w 102869"/>
                                  <a:gd name="connsiteY18" fmla="*/ 16192 h 85725"/>
                                  <a:gd name="connsiteX19" fmla="*/ 952 w 102869"/>
                                  <a:gd name="connsiteY19" fmla="*/ 20003 h 85725"/>
                                  <a:gd name="connsiteX20" fmla="*/ 952 w 102869"/>
                                  <a:gd name="connsiteY20" fmla="*/ 24765 h 85725"/>
                                  <a:gd name="connsiteX21" fmla="*/ 1905 w 102869"/>
                                  <a:gd name="connsiteY21" fmla="*/ 34290 h 85725"/>
                                  <a:gd name="connsiteX22" fmla="*/ 3810 w 102869"/>
                                  <a:gd name="connsiteY22" fmla="*/ 43815 h 85725"/>
                                  <a:gd name="connsiteX23" fmla="*/ 5715 w 102869"/>
                                  <a:gd name="connsiteY23" fmla="*/ 52388 h 85725"/>
                                  <a:gd name="connsiteX24" fmla="*/ 5715 w 102869"/>
                                  <a:gd name="connsiteY24" fmla="*/ 58103 h 85725"/>
                                  <a:gd name="connsiteX25" fmla="*/ 5715 w 102869"/>
                                  <a:gd name="connsiteY25" fmla="*/ 60008 h 85725"/>
                                  <a:gd name="connsiteX26" fmla="*/ 2857 w 102869"/>
                                  <a:gd name="connsiteY26" fmla="*/ 65722 h 85725"/>
                                  <a:gd name="connsiteX27" fmla="*/ 952 w 102869"/>
                                  <a:gd name="connsiteY27" fmla="*/ 74295 h 85725"/>
                                  <a:gd name="connsiteX28" fmla="*/ 0 w 102869"/>
                                  <a:gd name="connsiteY28" fmla="*/ 80963 h 85725"/>
                                  <a:gd name="connsiteX29" fmla="*/ 0 w 102869"/>
                                  <a:gd name="connsiteY29" fmla="*/ 80963 h 85725"/>
                                  <a:gd name="connsiteX30" fmla="*/ 3810 w 102869"/>
                                  <a:gd name="connsiteY30" fmla="*/ 85725 h 85725"/>
                                  <a:gd name="connsiteX31" fmla="*/ 4763 w 102869"/>
                                  <a:gd name="connsiteY31" fmla="*/ 75247 h 85725"/>
                                  <a:gd name="connsiteX32" fmla="*/ 5715 w 102869"/>
                                  <a:gd name="connsiteY32" fmla="*/ 71438 h 85725"/>
                                  <a:gd name="connsiteX33" fmla="*/ 5715 w 102869"/>
                                  <a:gd name="connsiteY33" fmla="*/ 71438 h 85725"/>
                                  <a:gd name="connsiteX34" fmla="*/ 8572 w 102869"/>
                                  <a:gd name="connsiteY34" fmla="*/ 69533 h 85725"/>
                                  <a:gd name="connsiteX35" fmla="*/ 12382 w 102869"/>
                                  <a:gd name="connsiteY35" fmla="*/ 67628 h 85725"/>
                                  <a:gd name="connsiteX36" fmla="*/ 18097 w 102869"/>
                                  <a:gd name="connsiteY36" fmla="*/ 66675 h 85725"/>
                                  <a:gd name="connsiteX37" fmla="*/ 25717 w 102869"/>
                                  <a:gd name="connsiteY37" fmla="*/ 65722 h 85725"/>
                                  <a:gd name="connsiteX38" fmla="*/ 34290 w 102869"/>
                                  <a:gd name="connsiteY38" fmla="*/ 64770 h 85725"/>
                                  <a:gd name="connsiteX39" fmla="*/ 42863 w 102869"/>
                                  <a:gd name="connsiteY39" fmla="*/ 62865 h 85725"/>
                                  <a:gd name="connsiteX40" fmla="*/ 51435 w 102869"/>
                                  <a:gd name="connsiteY40" fmla="*/ 60008 h 85725"/>
                                  <a:gd name="connsiteX41" fmla="*/ 60007 w 102869"/>
                                  <a:gd name="connsiteY41" fmla="*/ 57150 h 85725"/>
                                  <a:gd name="connsiteX42" fmla="*/ 68580 w 102869"/>
                                  <a:gd name="connsiteY42" fmla="*/ 53340 h 85725"/>
                                  <a:gd name="connsiteX43" fmla="*/ 76200 w 102869"/>
                                  <a:gd name="connsiteY43" fmla="*/ 49530 h 85725"/>
                                  <a:gd name="connsiteX44" fmla="*/ 80010 w 102869"/>
                                  <a:gd name="connsiteY44" fmla="*/ 47625 h 85725"/>
                                  <a:gd name="connsiteX45" fmla="*/ 82867 w 102869"/>
                                  <a:gd name="connsiteY45" fmla="*/ 45720 h 85725"/>
                                  <a:gd name="connsiteX46" fmla="*/ 88582 w 102869"/>
                                  <a:gd name="connsiteY46" fmla="*/ 42863 h 85725"/>
                                  <a:gd name="connsiteX47" fmla="*/ 92392 w 102869"/>
                                  <a:gd name="connsiteY47" fmla="*/ 40005 h 85725"/>
                                  <a:gd name="connsiteX48" fmla="*/ 94297 w 102869"/>
                                  <a:gd name="connsiteY48" fmla="*/ 39053 h 85725"/>
                                  <a:gd name="connsiteX49" fmla="*/ 92392 w 102869"/>
                                  <a:gd name="connsiteY49" fmla="*/ 40005 h 85725"/>
                                  <a:gd name="connsiteX50" fmla="*/ 87630 w 102869"/>
                                  <a:gd name="connsiteY50" fmla="*/ 42863 h 85725"/>
                                  <a:gd name="connsiteX51" fmla="*/ 81915 w 102869"/>
                                  <a:gd name="connsiteY51" fmla="*/ 45720 h 85725"/>
                                  <a:gd name="connsiteX52" fmla="*/ 79057 w 102869"/>
                                  <a:gd name="connsiteY52" fmla="*/ 47625 h 85725"/>
                                  <a:gd name="connsiteX53" fmla="*/ 75247 w 102869"/>
                                  <a:gd name="connsiteY53" fmla="*/ 49530 h 85725"/>
                                  <a:gd name="connsiteX54" fmla="*/ 67627 w 102869"/>
                                  <a:gd name="connsiteY54" fmla="*/ 52388 h 85725"/>
                                  <a:gd name="connsiteX55" fmla="*/ 59055 w 102869"/>
                                  <a:gd name="connsiteY55" fmla="*/ 55245 h 85725"/>
                                  <a:gd name="connsiteX56" fmla="*/ 50482 w 102869"/>
                                  <a:gd name="connsiteY56" fmla="*/ 58103 h 85725"/>
                                  <a:gd name="connsiteX57" fmla="*/ 41910 w 102869"/>
                                  <a:gd name="connsiteY57" fmla="*/ 60008 h 85725"/>
                                  <a:gd name="connsiteX58" fmla="*/ 33338 w 102869"/>
                                  <a:gd name="connsiteY58" fmla="*/ 61913 h 85725"/>
                                  <a:gd name="connsiteX59" fmla="*/ 24765 w 102869"/>
                                  <a:gd name="connsiteY59" fmla="*/ 62865 h 85725"/>
                                  <a:gd name="connsiteX60" fmla="*/ 17145 w 102869"/>
                                  <a:gd name="connsiteY60" fmla="*/ 63817 h 85725"/>
                                  <a:gd name="connsiteX61" fmla="*/ 10477 w 102869"/>
                                  <a:gd name="connsiteY61" fmla="*/ 64770 h 85725"/>
                                  <a:gd name="connsiteX62" fmla="*/ 5715 w 102869"/>
                                  <a:gd name="connsiteY62" fmla="*/ 66675 h 85725"/>
                                  <a:gd name="connsiteX63" fmla="*/ 4763 w 102869"/>
                                  <a:gd name="connsiteY63" fmla="*/ 66675 h 85725"/>
                                  <a:gd name="connsiteX64" fmla="*/ 4763 w 102869"/>
                                  <a:gd name="connsiteY64" fmla="*/ 65722 h 85725"/>
                                  <a:gd name="connsiteX65" fmla="*/ 8572 w 102869"/>
                                  <a:gd name="connsiteY65" fmla="*/ 57150 h 85725"/>
                                  <a:gd name="connsiteX66" fmla="*/ 14288 w 102869"/>
                                  <a:gd name="connsiteY66" fmla="*/ 48578 h 85725"/>
                                  <a:gd name="connsiteX67" fmla="*/ 15240 w 102869"/>
                                  <a:gd name="connsiteY67" fmla="*/ 46672 h 85725"/>
                                  <a:gd name="connsiteX68" fmla="*/ 17145 w 102869"/>
                                  <a:gd name="connsiteY68" fmla="*/ 45720 h 85725"/>
                                  <a:gd name="connsiteX69" fmla="*/ 26670 w 102869"/>
                                  <a:gd name="connsiteY69" fmla="*/ 41910 h 85725"/>
                                  <a:gd name="connsiteX70" fmla="*/ 33338 w 102869"/>
                                  <a:gd name="connsiteY70" fmla="*/ 40005 h 85725"/>
                                  <a:gd name="connsiteX71" fmla="*/ 40957 w 102869"/>
                                  <a:gd name="connsiteY71" fmla="*/ 38100 h 85725"/>
                                  <a:gd name="connsiteX72" fmla="*/ 49530 w 102869"/>
                                  <a:gd name="connsiteY72" fmla="*/ 36195 h 85725"/>
                                  <a:gd name="connsiteX73" fmla="*/ 58102 w 102869"/>
                                  <a:gd name="connsiteY73" fmla="*/ 33338 h 85725"/>
                                  <a:gd name="connsiteX74" fmla="*/ 66675 w 102869"/>
                                  <a:gd name="connsiteY74" fmla="*/ 30480 h 85725"/>
                                  <a:gd name="connsiteX75" fmla="*/ 75247 w 102869"/>
                                  <a:gd name="connsiteY75" fmla="*/ 27622 h 85725"/>
                                  <a:gd name="connsiteX76" fmla="*/ 82867 w 102869"/>
                                  <a:gd name="connsiteY76" fmla="*/ 24765 h 85725"/>
                                  <a:gd name="connsiteX77" fmla="*/ 89535 w 102869"/>
                                  <a:gd name="connsiteY77" fmla="*/ 21908 h 85725"/>
                                  <a:gd name="connsiteX78" fmla="*/ 100013 w 102869"/>
                                  <a:gd name="connsiteY78" fmla="*/ 17145 h 85725"/>
                                  <a:gd name="connsiteX79" fmla="*/ 102870 w 102869"/>
                                  <a:gd name="connsiteY79" fmla="*/ 16192 h 85725"/>
                                  <a:gd name="connsiteX80" fmla="*/ 100013 w 102869"/>
                                  <a:gd name="connsiteY80" fmla="*/ 17145 h 85725"/>
                                  <a:gd name="connsiteX81" fmla="*/ 89535 w 102869"/>
                                  <a:gd name="connsiteY81" fmla="*/ 20955 h 85725"/>
                                  <a:gd name="connsiteX82" fmla="*/ 82867 w 102869"/>
                                  <a:gd name="connsiteY82" fmla="*/ 23813 h 85725"/>
                                  <a:gd name="connsiteX83" fmla="*/ 75247 w 102869"/>
                                  <a:gd name="connsiteY83" fmla="*/ 26670 h 85725"/>
                                  <a:gd name="connsiteX84" fmla="*/ 66675 w 102869"/>
                                  <a:gd name="connsiteY84" fmla="*/ 29528 h 85725"/>
                                  <a:gd name="connsiteX85" fmla="*/ 58102 w 102869"/>
                                  <a:gd name="connsiteY85" fmla="*/ 32385 h 85725"/>
                                  <a:gd name="connsiteX86" fmla="*/ 49530 w 102869"/>
                                  <a:gd name="connsiteY86" fmla="*/ 34290 h 85725"/>
                                  <a:gd name="connsiteX87" fmla="*/ 40957 w 102869"/>
                                  <a:gd name="connsiteY87" fmla="*/ 36195 h 85725"/>
                                  <a:gd name="connsiteX88" fmla="*/ 33338 w 102869"/>
                                  <a:gd name="connsiteY88" fmla="*/ 38100 h 85725"/>
                                  <a:gd name="connsiteX89" fmla="*/ 26670 w 102869"/>
                                  <a:gd name="connsiteY89" fmla="*/ 40005 h 85725"/>
                                  <a:gd name="connsiteX90" fmla="*/ 19050 w 102869"/>
                                  <a:gd name="connsiteY90" fmla="*/ 41910 h 85725"/>
                                  <a:gd name="connsiteX91" fmla="*/ 20955 w 102869"/>
                                  <a:gd name="connsiteY91" fmla="*/ 40005 h 85725"/>
                                  <a:gd name="connsiteX92" fmla="*/ 27622 w 102869"/>
                                  <a:gd name="connsiteY92" fmla="*/ 32385 h 85725"/>
                                  <a:gd name="connsiteX93" fmla="*/ 34290 w 102869"/>
                                  <a:gd name="connsiteY93" fmla="*/ 24765 h 85725"/>
                                  <a:gd name="connsiteX94" fmla="*/ 40957 w 102869"/>
                                  <a:gd name="connsiteY94" fmla="*/ 18097 h 85725"/>
                                  <a:gd name="connsiteX95" fmla="*/ 47625 w 102869"/>
                                  <a:gd name="connsiteY95" fmla="*/ 12383 h 85725"/>
                                  <a:gd name="connsiteX96" fmla="*/ 58102 w 102869"/>
                                  <a:gd name="connsiteY96" fmla="*/ 5715 h 85725"/>
                                  <a:gd name="connsiteX97" fmla="*/ 58102 w 102869"/>
                                  <a:gd name="connsiteY97" fmla="*/ 5715 h 85725"/>
                                  <a:gd name="connsiteX98" fmla="*/ 47625 w 102869"/>
                                  <a:gd name="connsiteY98" fmla="*/ 11430 h 85725"/>
                                  <a:gd name="connsiteX99" fmla="*/ 40957 w 102869"/>
                                  <a:gd name="connsiteY99" fmla="*/ 17145 h 85725"/>
                                  <a:gd name="connsiteX100" fmla="*/ 33338 w 102869"/>
                                  <a:gd name="connsiteY100" fmla="*/ 23813 h 85725"/>
                                  <a:gd name="connsiteX101" fmla="*/ 25717 w 102869"/>
                                  <a:gd name="connsiteY101" fmla="*/ 31433 h 85725"/>
                                  <a:gd name="connsiteX102" fmla="*/ 22860 w 102869"/>
                                  <a:gd name="connsiteY102" fmla="*/ 34290 h 85725"/>
                                  <a:gd name="connsiteX103" fmla="*/ 22860 w 102869"/>
                                  <a:gd name="connsiteY103" fmla="*/ 31433 h 85725"/>
                                  <a:gd name="connsiteX104" fmla="*/ 23813 w 102869"/>
                                  <a:gd name="connsiteY104" fmla="*/ 24765 h 85725"/>
                                  <a:gd name="connsiteX105" fmla="*/ 24765 w 102869"/>
                                  <a:gd name="connsiteY105" fmla="*/ 17145 h 85725"/>
                                  <a:gd name="connsiteX106" fmla="*/ 26670 w 102869"/>
                                  <a:gd name="connsiteY106" fmla="*/ 9525 h 85725"/>
                                  <a:gd name="connsiteX107" fmla="*/ 29527 w 102869"/>
                                  <a:gd name="connsiteY107" fmla="*/ 3810 h 85725"/>
                                  <a:gd name="connsiteX108" fmla="*/ 31432 w 102869"/>
                                  <a:gd name="connsiteY108" fmla="*/ 1905 h 85725"/>
                                  <a:gd name="connsiteX109" fmla="*/ 33338 w 102869"/>
                                  <a:gd name="connsiteY109" fmla="*/ 0 h 85725"/>
                                  <a:gd name="connsiteX110" fmla="*/ 36195 w 102869"/>
                                  <a:gd name="connsiteY110" fmla="*/ 2858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02869" h="85725">
                                    <a:moveTo>
                                      <a:pt x="36195" y="2858"/>
                                    </a:moveTo>
                                    <a:cubicBezTo>
                                      <a:pt x="36195" y="2858"/>
                                      <a:pt x="35242" y="2858"/>
                                      <a:pt x="35242" y="3810"/>
                                    </a:cubicBezTo>
                                    <a:cubicBezTo>
                                      <a:pt x="35242" y="3810"/>
                                      <a:pt x="34290" y="4763"/>
                                      <a:pt x="33338" y="4763"/>
                                    </a:cubicBezTo>
                                    <a:cubicBezTo>
                                      <a:pt x="32385" y="5715"/>
                                      <a:pt x="32385" y="5715"/>
                                      <a:pt x="31432" y="6667"/>
                                    </a:cubicBezTo>
                                    <a:cubicBezTo>
                                      <a:pt x="30480" y="8572"/>
                                      <a:pt x="29527" y="10478"/>
                                      <a:pt x="28575" y="12383"/>
                                    </a:cubicBezTo>
                                    <a:cubicBezTo>
                                      <a:pt x="27622" y="14288"/>
                                      <a:pt x="26670" y="17145"/>
                                      <a:pt x="26670" y="20003"/>
                                    </a:cubicBezTo>
                                    <a:cubicBezTo>
                                      <a:pt x="25717" y="24765"/>
                                      <a:pt x="24765" y="29528"/>
                                      <a:pt x="23813" y="33338"/>
                                    </a:cubicBezTo>
                                    <a:cubicBezTo>
                                      <a:pt x="22860" y="36195"/>
                                      <a:pt x="22860" y="38100"/>
                                      <a:pt x="22860" y="39053"/>
                                    </a:cubicBezTo>
                                    <a:lnTo>
                                      <a:pt x="20955" y="40958"/>
                                    </a:lnTo>
                                    <a:cubicBezTo>
                                      <a:pt x="19050" y="43815"/>
                                      <a:pt x="16192" y="46672"/>
                                      <a:pt x="14288" y="49530"/>
                                    </a:cubicBezTo>
                                    <a:cubicBezTo>
                                      <a:pt x="12382" y="51435"/>
                                      <a:pt x="10477" y="54292"/>
                                      <a:pt x="9525" y="56197"/>
                                    </a:cubicBezTo>
                                    <a:cubicBezTo>
                                      <a:pt x="9525" y="55245"/>
                                      <a:pt x="9525" y="53340"/>
                                      <a:pt x="8572" y="52388"/>
                                    </a:cubicBezTo>
                                    <a:cubicBezTo>
                                      <a:pt x="7620" y="49530"/>
                                      <a:pt x="6667" y="46672"/>
                                      <a:pt x="6667" y="43815"/>
                                    </a:cubicBezTo>
                                    <a:cubicBezTo>
                                      <a:pt x="5715" y="40958"/>
                                      <a:pt x="4763" y="38100"/>
                                      <a:pt x="3810" y="34290"/>
                                    </a:cubicBezTo>
                                    <a:cubicBezTo>
                                      <a:pt x="2857" y="31433"/>
                                      <a:pt x="1905" y="27622"/>
                                      <a:pt x="1905" y="24765"/>
                                    </a:cubicBezTo>
                                    <a:cubicBezTo>
                                      <a:pt x="1905" y="22860"/>
                                      <a:pt x="1905" y="21908"/>
                                      <a:pt x="1905" y="20003"/>
                                    </a:cubicBezTo>
                                    <a:cubicBezTo>
                                      <a:pt x="1905" y="19050"/>
                                      <a:pt x="1905" y="17145"/>
                                      <a:pt x="2857" y="16192"/>
                                    </a:cubicBezTo>
                                    <a:cubicBezTo>
                                      <a:pt x="2857" y="16192"/>
                                      <a:pt x="2857" y="15240"/>
                                      <a:pt x="2857" y="15240"/>
                                    </a:cubicBezTo>
                                    <a:cubicBezTo>
                                      <a:pt x="2857" y="15240"/>
                                      <a:pt x="2857" y="15240"/>
                                      <a:pt x="1905" y="16192"/>
                                    </a:cubicBezTo>
                                    <a:cubicBezTo>
                                      <a:pt x="1905" y="17145"/>
                                      <a:pt x="952" y="19050"/>
                                      <a:pt x="952" y="20003"/>
                                    </a:cubicBezTo>
                                    <a:cubicBezTo>
                                      <a:pt x="952" y="21908"/>
                                      <a:pt x="952" y="22860"/>
                                      <a:pt x="952" y="24765"/>
                                    </a:cubicBezTo>
                                    <a:cubicBezTo>
                                      <a:pt x="952" y="27622"/>
                                      <a:pt x="1905" y="31433"/>
                                      <a:pt x="1905" y="34290"/>
                                    </a:cubicBezTo>
                                    <a:cubicBezTo>
                                      <a:pt x="2857" y="37147"/>
                                      <a:pt x="3810" y="40958"/>
                                      <a:pt x="3810" y="43815"/>
                                    </a:cubicBezTo>
                                    <a:cubicBezTo>
                                      <a:pt x="4763" y="46672"/>
                                      <a:pt x="5715" y="49530"/>
                                      <a:pt x="5715" y="52388"/>
                                    </a:cubicBezTo>
                                    <a:cubicBezTo>
                                      <a:pt x="5715" y="55245"/>
                                      <a:pt x="6667" y="57150"/>
                                      <a:pt x="5715" y="58103"/>
                                    </a:cubicBezTo>
                                    <a:cubicBezTo>
                                      <a:pt x="5715" y="59055"/>
                                      <a:pt x="5715" y="60008"/>
                                      <a:pt x="5715" y="60008"/>
                                    </a:cubicBezTo>
                                    <a:cubicBezTo>
                                      <a:pt x="4763" y="61913"/>
                                      <a:pt x="3810" y="63817"/>
                                      <a:pt x="2857" y="65722"/>
                                    </a:cubicBezTo>
                                    <a:cubicBezTo>
                                      <a:pt x="1905" y="68580"/>
                                      <a:pt x="952" y="71438"/>
                                      <a:pt x="952" y="74295"/>
                                    </a:cubicBezTo>
                                    <a:cubicBezTo>
                                      <a:pt x="0" y="76200"/>
                                      <a:pt x="0" y="79058"/>
                                      <a:pt x="0" y="80963"/>
                                    </a:cubicBezTo>
                                    <a:lnTo>
                                      <a:pt x="0" y="80963"/>
                                    </a:lnTo>
                                    <a:lnTo>
                                      <a:pt x="3810" y="85725"/>
                                    </a:lnTo>
                                    <a:cubicBezTo>
                                      <a:pt x="3810" y="82867"/>
                                      <a:pt x="3810" y="79058"/>
                                      <a:pt x="4763" y="75247"/>
                                    </a:cubicBezTo>
                                    <a:cubicBezTo>
                                      <a:pt x="4763" y="74295"/>
                                      <a:pt x="5715" y="72390"/>
                                      <a:pt x="5715" y="71438"/>
                                    </a:cubicBezTo>
                                    <a:cubicBezTo>
                                      <a:pt x="5715" y="71438"/>
                                      <a:pt x="5715" y="71438"/>
                                      <a:pt x="5715" y="71438"/>
                                    </a:cubicBezTo>
                                    <a:cubicBezTo>
                                      <a:pt x="6667" y="71438"/>
                                      <a:pt x="6667" y="70485"/>
                                      <a:pt x="8572" y="69533"/>
                                    </a:cubicBezTo>
                                    <a:cubicBezTo>
                                      <a:pt x="9525" y="68580"/>
                                      <a:pt x="11430" y="68580"/>
                                      <a:pt x="12382" y="67628"/>
                                    </a:cubicBezTo>
                                    <a:cubicBezTo>
                                      <a:pt x="14288" y="66675"/>
                                      <a:pt x="16192" y="66675"/>
                                      <a:pt x="18097" y="66675"/>
                                    </a:cubicBezTo>
                                    <a:cubicBezTo>
                                      <a:pt x="20002" y="66675"/>
                                      <a:pt x="22860" y="65722"/>
                                      <a:pt x="25717" y="65722"/>
                                    </a:cubicBezTo>
                                    <a:cubicBezTo>
                                      <a:pt x="28575" y="65722"/>
                                      <a:pt x="31432" y="64770"/>
                                      <a:pt x="34290" y="64770"/>
                                    </a:cubicBezTo>
                                    <a:cubicBezTo>
                                      <a:pt x="37147" y="64770"/>
                                      <a:pt x="40005" y="63817"/>
                                      <a:pt x="42863" y="62865"/>
                                    </a:cubicBezTo>
                                    <a:cubicBezTo>
                                      <a:pt x="45720" y="61913"/>
                                      <a:pt x="48577" y="60960"/>
                                      <a:pt x="51435" y="60008"/>
                                    </a:cubicBezTo>
                                    <a:cubicBezTo>
                                      <a:pt x="54292" y="59055"/>
                                      <a:pt x="57150" y="58103"/>
                                      <a:pt x="60007" y="57150"/>
                                    </a:cubicBezTo>
                                    <a:cubicBezTo>
                                      <a:pt x="62865" y="56197"/>
                                      <a:pt x="65722" y="55245"/>
                                      <a:pt x="68580" y="53340"/>
                                    </a:cubicBezTo>
                                    <a:cubicBezTo>
                                      <a:pt x="71438" y="52388"/>
                                      <a:pt x="74295" y="51435"/>
                                      <a:pt x="76200" y="49530"/>
                                    </a:cubicBezTo>
                                    <a:cubicBezTo>
                                      <a:pt x="77152" y="48578"/>
                                      <a:pt x="78105" y="48578"/>
                                      <a:pt x="80010" y="47625"/>
                                    </a:cubicBezTo>
                                    <a:cubicBezTo>
                                      <a:pt x="80963" y="46672"/>
                                      <a:pt x="81915" y="46672"/>
                                      <a:pt x="82867" y="45720"/>
                                    </a:cubicBezTo>
                                    <a:cubicBezTo>
                                      <a:pt x="84772" y="44767"/>
                                      <a:pt x="86677" y="43815"/>
                                      <a:pt x="88582" y="42863"/>
                                    </a:cubicBezTo>
                                    <a:cubicBezTo>
                                      <a:pt x="90488" y="41910"/>
                                      <a:pt x="91440" y="40958"/>
                                      <a:pt x="92392" y="40005"/>
                                    </a:cubicBezTo>
                                    <a:cubicBezTo>
                                      <a:pt x="93345" y="39053"/>
                                      <a:pt x="94297" y="39053"/>
                                      <a:pt x="94297" y="39053"/>
                                    </a:cubicBezTo>
                                    <a:cubicBezTo>
                                      <a:pt x="93345" y="39053"/>
                                      <a:pt x="93345" y="40005"/>
                                      <a:pt x="92392" y="40005"/>
                                    </a:cubicBezTo>
                                    <a:cubicBezTo>
                                      <a:pt x="91440" y="40958"/>
                                      <a:pt x="89535" y="41910"/>
                                      <a:pt x="87630" y="42863"/>
                                    </a:cubicBezTo>
                                    <a:cubicBezTo>
                                      <a:pt x="85725" y="43815"/>
                                      <a:pt x="83820" y="44767"/>
                                      <a:pt x="81915" y="45720"/>
                                    </a:cubicBezTo>
                                    <a:cubicBezTo>
                                      <a:pt x="80963" y="46672"/>
                                      <a:pt x="80010" y="46672"/>
                                      <a:pt x="79057" y="47625"/>
                                    </a:cubicBezTo>
                                    <a:cubicBezTo>
                                      <a:pt x="78105" y="48578"/>
                                      <a:pt x="76200" y="48578"/>
                                      <a:pt x="75247" y="49530"/>
                                    </a:cubicBezTo>
                                    <a:cubicBezTo>
                                      <a:pt x="72390" y="50483"/>
                                      <a:pt x="70485" y="51435"/>
                                      <a:pt x="67627" y="52388"/>
                                    </a:cubicBezTo>
                                    <a:cubicBezTo>
                                      <a:pt x="64770" y="53340"/>
                                      <a:pt x="61913" y="54292"/>
                                      <a:pt x="59055" y="55245"/>
                                    </a:cubicBezTo>
                                    <a:cubicBezTo>
                                      <a:pt x="56197" y="56197"/>
                                      <a:pt x="53340" y="57150"/>
                                      <a:pt x="50482" y="58103"/>
                                    </a:cubicBezTo>
                                    <a:cubicBezTo>
                                      <a:pt x="47625" y="59055"/>
                                      <a:pt x="44767" y="60008"/>
                                      <a:pt x="41910" y="60008"/>
                                    </a:cubicBezTo>
                                    <a:cubicBezTo>
                                      <a:pt x="39052" y="60960"/>
                                      <a:pt x="36195" y="60960"/>
                                      <a:pt x="33338" y="61913"/>
                                    </a:cubicBezTo>
                                    <a:cubicBezTo>
                                      <a:pt x="30480" y="61913"/>
                                      <a:pt x="27622" y="62865"/>
                                      <a:pt x="24765" y="62865"/>
                                    </a:cubicBezTo>
                                    <a:cubicBezTo>
                                      <a:pt x="21907" y="62865"/>
                                      <a:pt x="20002" y="63817"/>
                                      <a:pt x="17145" y="63817"/>
                                    </a:cubicBezTo>
                                    <a:cubicBezTo>
                                      <a:pt x="15240" y="63817"/>
                                      <a:pt x="12382" y="64770"/>
                                      <a:pt x="10477" y="64770"/>
                                    </a:cubicBezTo>
                                    <a:cubicBezTo>
                                      <a:pt x="8572" y="65722"/>
                                      <a:pt x="6667" y="65722"/>
                                      <a:pt x="5715" y="66675"/>
                                    </a:cubicBezTo>
                                    <a:cubicBezTo>
                                      <a:pt x="5715" y="66675"/>
                                      <a:pt x="5715" y="66675"/>
                                      <a:pt x="4763" y="66675"/>
                                    </a:cubicBezTo>
                                    <a:lnTo>
                                      <a:pt x="4763" y="65722"/>
                                    </a:lnTo>
                                    <a:cubicBezTo>
                                      <a:pt x="5715" y="62865"/>
                                      <a:pt x="6667" y="60008"/>
                                      <a:pt x="8572" y="57150"/>
                                    </a:cubicBezTo>
                                    <a:cubicBezTo>
                                      <a:pt x="10477" y="54292"/>
                                      <a:pt x="12382" y="51435"/>
                                      <a:pt x="14288" y="48578"/>
                                    </a:cubicBezTo>
                                    <a:lnTo>
                                      <a:pt x="15240" y="46672"/>
                                    </a:lnTo>
                                    <a:cubicBezTo>
                                      <a:pt x="16192" y="46672"/>
                                      <a:pt x="16192" y="45720"/>
                                      <a:pt x="17145" y="45720"/>
                                    </a:cubicBezTo>
                                    <a:cubicBezTo>
                                      <a:pt x="19050" y="44767"/>
                                      <a:pt x="22860" y="42863"/>
                                      <a:pt x="26670" y="41910"/>
                                    </a:cubicBezTo>
                                    <a:cubicBezTo>
                                      <a:pt x="28575" y="40958"/>
                                      <a:pt x="31432" y="40958"/>
                                      <a:pt x="33338" y="40005"/>
                                    </a:cubicBezTo>
                                    <a:cubicBezTo>
                                      <a:pt x="36195" y="39053"/>
                                      <a:pt x="38100" y="39053"/>
                                      <a:pt x="40957" y="38100"/>
                                    </a:cubicBezTo>
                                    <a:cubicBezTo>
                                      <a:pt x="43815" y="37147"/>
                                      <a:pt x="46672" y="36195"/>
                                      <a:pt x="49530" y="36195"/>
                                    </a:cubicBezTo>
                                    <a:cubicBezTo>
                                      <a:pt x="52388" y="35242"/>
                                      <a:pt x="55245" y="34290"/>
                                      <a:pt x="58102" y="33338"/>
                                    </a:cubicBezTo>
                                    <a:cubicBezTo>
                                      <a:pt x="60960" y="32385"/>
                                      <a:pt x="63817" y="31433"/>
                                      <a:pt x="66675" y="30480"/>
                                    </a:cubicBezTo>
                                    <a:lnTo>
                                      <a:pt x="75247" y="27622"/>
                                    </a:lnTo>
                                    <a:cubicBezTo>
                                      <a:pt x="78105" y="26670"/>
                                      <a:pt x="80010" y="25717"/>
                                      <a:pt x="82867" y="24765"/>
                                    </a:cubicBezTo>
                                    <a:cubicBezTo>
                                      <a:pt x="85725" y="23813"/>
                                      <a:pt x="87630" y="22860"/>
                                      <a:pt x="89535" y="21908"/>
                                    </a:cubicBezTo>
                                    <a:cubicBezTo>
                                      <a:pt x="93345" y="20003"/>
                                      <a:pt x="97155" y="18097"/>
                                      <a:pt x="100013" y="17145"/>
                                    </a:cubicBezTo>
                                    <a:cubicBezTo>
                                      <a:pt x="100965" y="16192"/>
                                      <a:pt x="101917" y="16192"/>
                                      <a:pt x="102870" y="16192"/>
                                    </a:cubicBezTo>
                                    <a:cubicBezTo>
                                      <a:pt x="101917" y="16192"/>
                                      <a:pt x="100965" y="17145"/>
                                      <a:pt x="100013" y="17145"/>
                                    </a:cubicBezTo>
                                    <a:cubicBezTo>
                                      <a:pt x="97155" y="18097"/>
                                      <a:pt x="94297" y="20003"/>
                                      <a:pt x="89535" y="20955"/>
                                    </a:cubicBezTo>
                                    <a:cubicBezTo>
                                      <a:pt x="87630" y="21908"/>
                                      <a:pt x="84772" y="22860"/>
                                      <a:pt x="82867" y="23813"/>
                                    </a:cubicBezTo>
                                    <a:cubicBezTo>
                                      <a:pt x="80010" y="24765"/>
                                      <a:pt x="78105" y="25717"/>
                                      <a:pt x="75247" y="26670"/>
                                    </a:cubicBezTo>
                                    <a:cubicBezTo>
                                      <a:pt x="72390" y="27622"/>
                                      <a:pt x="69532" y="28575"/>
                                      <a:pt x="66675" y="29528"/>
                                    </a:cubicBezTo>
                                    <a:cubicBezTo>
                                      <a:pt x="63817" y="30480"/>
                                      <a:pt x="60960" y="31433"/>
                                      <a:pt x="58102" y="32385"/>
                                    </a:cubicBezTo>
                                    <a:cubicBezTo>
                                      <a:pt x="55245" y="33338"/>
                                      <a:pt x="52388" y="34290"/>
                                      <a:pt x="49530" y="34290"/>
                                    </a:cubicBezTo>
                                    <a:cubicBezTo>
                                      <a:pt x="46672" y="35242"/>
                                      <a:pt x="43815" y="36195"/>
                                      <a:pt x="40957" y="36195"/>
                                    </a:cubicBezTo>
                                    <a:cubicBezTo>
                                      <a:pt x="38100" y="37147"/>
                                      <a:pt x="35242" y="37147"/>
                                      <a:pt x="33338" y="38100"/>
                                    </a:cubicBezTo>
                                    <a:cubicBezTo>
                                      <a:pt x="30480" y="39053"/>
                                      <a:pt x="28575" y="39053"/>
                                      <a:pt x="26670" y="40005"/>
                                    </a:cubicBezTo>
                                    <a:cubicBezTo>
                                      <a:pt x="23813" y="40958"/>
                                      <a:pt x="20955" y="41910"/>
                                      <a:pt x="19050" y="41910"/>
                                    </a:cubicBezTo>
                                    <a:lnTo>
                                      <a:pt x="20955" y="40005"/>
                                    </a:lnTo>
                                    <a:cubicBezTo>
                                      <a:pt x="22860" y="37147"/>
                                      <a:pt x="25717" y="34290"/>
                                      <a:pt x="27622" y="32385"/>
                                    </a:cubicBezTo>
                                    <a:cubicBezTo>
                                      <a:pt x="29527" y="29528"/>
                                      <a:pt x="32385" y="27622"/>
                                      <a:pt x="34290" y="24765"/>
                                    </a:cubicBezTo>
                                    <a:cubicBezTo>
                                      <a:pt x="36195" y="21908"/>
                                      <a:pt x="39052" y="20003"/>
                                      <a:pt x="40957" y="18097"/>
                                    </a:cubicBezTo>
                                    <a:cubicBezTo>
                                      <a:pt x="42863" y="16192"/>
                                      <a:pt x="45720" y="14288"/>
                                      <a:pt x="47625" y="12383"/>
                                    </a:cubicBezTo>
                                    <a:cubicBezTo>
                                      <a:pt x="51435" y="9525"/>
                                      <a:pt x="55245" y="6667"/>
                                      <a:pt x="58102" y="5715"/>
                                    </a:cubicBezTo>
                                    <a:lnTo>
                                      <a:pt x="58102" y="5715"/>
                                    </a:lnTo>
                                    <a:cubicBezTo>
                                      <a:pt x="55245" y="5715"/>
                                      <a:pt x="51435" y="8572"/>
                                      <a:pt x="47625" y="11430"/>
                                    </a:cubicBezTo>
                                    <a:cubicBezTo>
                                      <a:pt x="45720" y="13335"/>
                                      <a:pt x="42863" y="15240"/>
                                      <a:pt x="40957" y="17145"/>
                                    </a:cubicBezTo>
                                    <a:cubicBezTo>
                                      <a:pt x="38100" y="19050"/>
                                      <a:pt x="36195" y="20955"/>
                                      <a:pt x="33338" y="23813"/>
                                    </a:cubicBezTo>
                                    <a:cubicBezTo>
                                      <a:pt x="30480" y="25717"/>
                                      <a:pt x="28575" y="28575"/>
                                      <a:pt x="25717" y="31433"/>
                                    </a:cubicBezTo>
                                    <a:lnTo>
                                      <a:pt x="22860" y="34290"/>
                                    </a:lnTo>
                                    <a:cubicBezTo>
                                      <a:pt x="22860" y="33338"/>
                                      <a:pt x="22860" y="32385"/>
                                      <a:pt x="22860" y="31433"/>
                                    </a:cubicBezTo>
                                    <a:cubicBezTo>
                                      <a:pt x="22860" y="29528"/>
                                      <a:pt x="22860" y="27622"/>
                                      <a:pt x="23813" y="24765"/>
                                    </a:cubicBezTo>
                                    <a:cubicBezTo>
                                      <a:pt x="23813" y="22860"/>
                                      <a:pt x="23813" y="20003"/>
                                      <a:pt x="24765" y="17145"/>
                                    </a:cubicBezTo>
                                    <a:cubicBezTo>
                                      <a:pt x="24765" y="14288"/>
                                      <a:pt x="25717" y="12383"/>
                                      <a:pt x="26670" y="9525"/>
                                    </a:cubicBezTo>
                                    <a:cubicBezTo>
                                      <a:pt x="27622" y="7620"/>
                                      <a:pt x="28575" y="5715"/>
                                      <a:pt x="29527" y="3810"/>
                                    </a:cubicBezTo>
                                    <a:cubicBezTo>
                                      <a:pt x="30480" y="2858"/>
                                      <a:pt x="30480" y="1905"/>
                                      <a:pt x="31432" y="1905"/>
                                    </a:cubicBezTo>
                                    <a:cubicBezTo>
                                      <a:pt x="32385" y="953"/>
                                      <a:pt x="32385" y="953"/>
                                      <a:pt x="33338" y="0"/>
                                    </a:cubicBezTo>
                                    <a:cubicBezTo>
                                      <a:pt x="35242" y="2858"/>
                                      <a:pt x="36195" y="2858"/>
                                      <a:pt x="36195" y="2858"/>
                                    </a:cubicBezTo>
                                    <a:close/>
                                  </a:path>
                                </a:pathLst>
                              </a:custGeom>
                              <a:grpFill/>
                              <a:ln w="9525" cap="flat">
                                <a:noFill/>
                                <a:prstDash val="solid"/>
                                <a:miter/>
                              </a:ln>
                            </p:spPr>
                            <p:txBody>
                              <a:bodyPr rtlCol="0" anchor="ctr"/>
                              <a:lstStyle/>
                              <a:p>
                                <a:endParaRPr lang="en-US"/>
                              </a:p>
                            </p:txBody>
                          </p:sp>
                        </p:grpSp>
                      </p:grpSp>
                      <p:grpSp>
                        <p:nvGrpSpPr>
                          <p:cNvPr id="251" name="Graphic 2">
                            <a:extLst>
                              <a:ext uri="{FF2B5EF4-FFF2-40B4-BE49-F238E27FC236}">
                                <a16:creationId xmlns:a16="http://schemas.microsoft.com/office/drawing/2014/main" id="{AE736AF3-0337-429B-AEF1-DA4B52809559}"/>
                              </a:ext>
                            </a:extLst>
                          </p:cNvPr>
                          <p:cNvGrpSpPr/>
                          <p:nvPr/>
                        </p:nvGrpSpPr>
                        <p:grpSpPr>
                          <a:xfrm>
                            <a:off x="3325656" y="1478460"/>
                            <a:ext cx="420707" cy="302411"/>
                            <a:chOff x="3325656" y="1478460"/>
                            <a:chExt cx="420707" cy="302411"/>
                          </a:xfrm>
                          <a:grpFill/>
                        </p:grpSpPr>
                        <p:sp>
                          <p:nvSpPr>
                            <p:cNvPr id="252" name="Freeform: Shape 251">
                              <a:extLst>
                                <a:ext uri="{FF2B5EF4-FFF2-40B4-BE49-F238E27FC236}">
                                  <a16:creationId xmlns:a16="http://schemas.microsoft.com/office/drawing/2014/main" id="{EC128940-F9A8-48EC-B356-8529A20A288A}"/>
                                </a:ext>
                              </a:extLst>
                            </p:cNvPr>
                            <p:cNvSpPr/>
                            <p:nvPr/>
                          </p:nvSpPr>
                          <p:spPr>
                            <a:xfrm>
                              <a:off x="3325656" y="1478460"/>
                              <a:ext cx="420707" cy="302411"/>
                            </a:xfrm>
                            <a:custGeom>
                              <a:avLst/>
                              <a:gdLst>
                                <a:gd name="connsiteX0" fmla="*/ 113050 w 420707"/>
                                <a:gd name="connsiteY0" fmla="*/ 644 h 302411"/>
                                <a:gd name="connsiteX1" fmla="*/ 128290 w 420707"/>
                                <a:gd name="connsiteY1" fmla="*/ 13979 h 302411"/>
                                <a:gd name="connsiteX2" fmla="*/ 128290 w 420707"/>
                                <a:gd name="connsiteY2" fmla="*/ 13979 h 302411"/>
                                <a:gd name="connsiteX3" fmla="*/ 132100 w 420707"/>
                                <a:gd name="connsiteY3" fmla="*/ 16836 h 302411"/>
                                <a:gd name="connsiteX4" fmla="*/ 180677 w 420707"/>
                                <a:gd name="connsiteY4" fmla="*/ 10169 h 302411"/>
                                <a:gd name="connsiteX5" fmla="*/ 216872 w 420707"/>
                                <a:gd name="connsiteY5" fmla="*/ 34934 h 302411"/>
                                <a:gd name="connsiteX6" fmla="*/ 208300 w 420707"/>
                                <a:gd name="connsiteY6" fmla="*/ 59699 h 302411"/>
                                <a:gd name="connsiteX7" fmla="*/ 186392 w 420707"/>
                                <a:gd name="connsiteY7" fmla="*/ 96846 h 302411"/>
                                <a:gd name="connsiteX8" fmla="*/ 202585 w 420707"/>
                                <a:gd name="connsiteY8" fmla="*/ 95894 h 302411"/>
                                <a:gd name="connsiteX9" fmla="*/ 219730 w 420707"/>
                                <a:gd name="connsiteY9" fmla="*/ 94941 h 302411"/>
                                <a:gd name="connsiteX10" fmla="*/ 263545 w 420707"/>
                                <a:gd name="connsiteY10" fmla="*/ 94941 h 302411"/>
                                <a:gd name="connsiteX11" fmla="*/ 312123 w 420707"/>
                                <a:gd name="connsiteY11" fmla="*/ 104466 h 302411"/>
                                <a:gd name="connsiteX12" fmla="*/ 313075 w 420707"/>
                                <a:gd name="connsiteY12" fmla="*/ 104466 h 302411"/>
                                <a:gd name="connsiteX13" fmla="*/ 314027 w 420707"/>
                                <a:gd name="connsiteY13" fmla="*/ 104466 h 302411"/>
                                <a:gd name="connsiteX14" fmla="*/ 407373 w 420707"/>
                                <a:gd name="connsiteY14" fmla="*/ 183524 h 302411"/>
                                <a:gd name="connsiteX15" fmla="*/ 419755 w 420707"/>
                                <a:gd name="connsiteY15" fmla="*/ 229244 h 302411"/>
                                <a:gd name="connsiteX16" fmla="*/ 420707 w 420707"/>
                                <a:gd name="connsiteY16" fmla="*/ 238769 h 302411"/>
                                <a:gd name="connsiteX17" fmla="*/ 420707 w 420707"/>
                                <a:gd name="connsiteY17" fmla="*/ 239721 h 302411"/>
                                <a:gd name="connsiteX18" fmla="*/ 414992 w 420707"/>
                                <a:gd name="connsiteY18" fmla="*/ 259724 h 302411"/>
                                <a:gd name="connsiteX19" fmla="*/ 409277 w 420707"/>
                                <a:gd name="connsiteY19" fmla="*/ 285441 h 302411"/>
                                <a:gd name="connsiteX20" fmla="*/ 394990 w 420707"/>
                                <a:gd name="connsiteY20" fmla="*/ 294014 h 302411"/>
                                <a:gd name="connsiteX21" fmla="*/ 394990 w 420707"/>
                                <a:gd name="connsiteY21" fmla="*/ 294014 h 302411"/>
                                <a:gd name="connsiteX22" fmla="*/ 308312 w 420707"/>
                                <a:gd name="connsiteY22" fmla="*/ 294966 h 302411"/>
                                <a:gd name="connsiteX23" fmla="*/ 307360 w 420707"/>
                                <a:gd name="connsiteY23" fmla="*/ 294966 h 302411"/>
                                <a:gd name="connsiteX24" fmla="*/ 290215 w 420707"/>
                                <a:gd name="connsiteY24" fmla="*/ 291156 h 302411"/>
                                <a:gd name="connsiteX25" fmla="*/ 271165 w 420707"/>
                                <a:gd name="connsiteY25" fmla="*/ 287346 h 302411"/>
                                <a:gd name="connsiteX26" fmla="*/ 238780 w 420707"/>
                                <a:gd name="connsiteY26" fmla="*/ 281631 h 302411"/>
                                <a:gd name="connsiteX27" fmla="*/ 88285 w 420707"/>
                                <a:gd name="connsiteY27" fmla="*/ 216861 h 302411"/>
                                <a:gd name="connsiteX28" fmla="*/ 58757 w 420707"/>
                                <a:gd name="connsiteY28" fmla="*/ 183524 h 302411"/>
                                <a:gd name="connsiteX29" fmla="*/ 31135 w 420707"/>
                                <a:gd name="connsiteY29" fmla="*/ 162569 h 302411"/>
                                <a:gd name="connsiteX30" fmla="*/ 31135 w 420707"/>
                                <a:gd name="connsiteY30" fmla="*/ 162569 h 302411"/>
                                <a:gd name="connsiteX31" fmla="*/ 31135 w 420707"/>
                                <a:gd name="connsiteY31" fmla="*/ 162569 h 302411"/>
                                <a:gd name="connsiteX32" fmla="*/ 31135 w 420707"/>
                                <a:gd name="connsiteY32" fmla="*/ 162569 h 302411"/>
                                <a:gd name="connsiteX33" fmla="*/ 21610 w 420707"/>
                                <a:gd name="connsiteY33" fmla="*/ 151139 h 302411"/>
                                <a:gd name="connsiteX34" fmla="*/ 21610 w 420707"/>
                                <a:gd name="connsiteY34" fmla="*/ 151139 h 302411"/>
                                <a:gd name="connsiteX35" fmla="*/ 20657 w 420707"/>
                                <a:gd name="connsiteY35" fmla="*/ 150186 h 302411"/>
                                <a:gd name="connsiteX36" fmla="*/ 4465 w 420707"/>
                                <a:gd name="connsiteY36" fmla="*/ 118754 h 302411"/>
                                <a:gd name="connsiteX37" fmla="*/ 1607 w 420707"/>
                                <a:gd name="connsiteY37" fmla="*/ 73034 h 302411"/>
                                <a:gd name="connsiteX38" fmla="*/ 20657 w 420707"/>
                                <a:gd name="connsiteY38" fmla="*/ 33029 h 302411"/>
                                <a:gd name="connsiteX39" fmla="*/ 21610 w 420707"/>
                                <a:gd name="connsiteY39" fmla="*/ 32076 h 302411"/>
                                <a:gd name="connsiteX40" fmla="*/ 21610 w 420707"/>
                                <a:gd name="connsiteY40" fmla="*/ 32076 h 302411"/>
                                <a:gd name="connsiteX41" fmla="*/ 46375 w 420707"/>
                                <a:gd name="connsiteY41" fmla="*/ 12074 h 302411"/>
                                <a:gd name="connsiteX42" fmla="*/ 113050 w 420707"/>
                                <a:gd name="connsiteY42" fmla="*/ 644 h 30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20707" h="302411">
                                  <a:moveTo>
                                    <a:pt x="113050" y="644"/>
                                  </a:moveTo>
                                  <a:cubicBezTo>
                                    <a:pt x="126385" y="1596"/>
                                    <a:pt x="120670" y="7311"/>
                                    <a:pt x="128290" y="13979"/>
                                  </a:cubicBezTo>
                                  <a:lnTo>
                                    <a:pt x="128290" y="13979"/>
                                  </a:lnTo>
                                  <a:cubicBezTo>
                                    <a:pt x="129242" y="14931"/>
                                    <a:pt x="130195" y="15884"/>
                                    <a:pt x="132100" y="16836"/>
                                  </a:cubicBezTo>
                                  <a:cubicBezTo>
                                    <a:pt x="137815" y="11121"/>
                                    <a:pt x="173057" y="8264"/>
                                    <a:pt x="180677" y="10169"/>
                                  </a:cubicBezTo>
                                  <a:cubicBezTo>
                                    <a:pt x="195917" y="13026"/>
                                    <a:pt x="214015" y="20646"/>
                                    <a:pt x="216872" y="34934"/>
                                  </a:cubicBezTo>
                                  <a:cubicBezTo>
                                    <a:pt x="218777" y="43506"/>
                                    <a:pt x="214015" y="52079"/>
                                    <a:pt x="208300" y="59699"/>
                                  </a:cubicBezTo>
                                  <a:cubicBezTo>
                                    <a:pt x="198775" y="73034"/>
                                    <a:pt x="193060" y="85416"/>
                                    <a:pt x="186392" y="96846"/>
                                  </a:cubicBezTo>
                                  <a:cubicBezTo>
                                    <a:pt x="191155" y="96846"/>
                                    <a:pt x="198775" y="95894"/>
                                    <a:pt x="202585" y="95894"/>
                                  </a:cubicBezTo>
                                  <a:cubicBezTo>
                                    <a:pt x="209252" y="95894"/>
                                    <a:pt x="214967" y="94941"/>
                                    <a:pt x="219730" y="94941"/>
                                  </a:cubicBezTo>
                                  <a:cubicBezTo>
                                    <a:pt x="234017" y="93989"/>
                                    <a:pt x="249257" y="93989"/>
                                    <a:pt x="263545" y="94941"/>
                                  </a:cubicBezTo>
                                  <a:cubicBezTo>
                                    <a:pt x="277832" y="95894"/>
                                    <a:pt x="297835" y="100656"/>
                                    <a:pt x="312123" y="104466"/>
                                  </a:cubicBezTo>
                                  <a:lnTo>
                                    <a:pt x="313075" y="104466"/>
                                  </a:lnTo>
                                  <a:cubicBezTo>
                                    <a:pt x="313075" y="104466"/>
                                    <a:pt x="313075" y="104466"/>
                                    <a:pt x="314027" y="104466"/>
                                  </a:cubicBezTo>
                                  <a:cubicBezTo>
                                    <a:pt x="351175" y="116849"/>
                                    <a:pt x="386417" y="142566"/>
                                    <a:pt x="407373" y="183524"/>
                                  </a:cubicBezTo>
                                  <a:cubicBezTo>
                                    <a:pt x="412135" y="194001"/>
                                    <a:pt x="417850" y="213051"/>
                                    <a:pt x="419755" y="229244"/>
                                  </a:cubicBezTo>
                                  <a:cubicBezTo>
                                    <a:pt x="420707" y="232101"/>
                                    <a:pt x="420707" y="234959"/>
                                    <a:pt x="420707" y="238769"/>
                                  </a:cubicBezTo>
                                  <a:cubicBezTo>
                                    <a:pt x="420707" y="238769"/>
                                    <a:pt x="420707" y="239721"/>
                                    <a:pt x="420707" y="239721"/>
                                  </a:cubicBezTo>
                                  <a:cubicBezTo>
                                    <a:pt x="419755" y="247341"/>
                                    <a:pt x="417850" y="254009"/>
                                    <a:pt x="414992" y="259724"/>
                                  </a:cubicBezTo>
                                  <a:cubicBezTo>
                                    <a:pt x="416898" y="270201"/>
                                    <a:pt x="414992" y="280679"/>
                                    <a:pt x="409277" y="285441"/>
                                  </a:cubicBezTo>
                                  <a:cubicBezTo>
                                    <a:pt x="405467" y="288299"/>
                                    <a:pt x="399752" y="292109"/>
                                    <a:pt x="394990" y="294014"/>
                                  </a:cubicBezTo>
                                  <a:lnTo>
                                    <a:pt x="394990" y="294014"/>
                                  </a:lnTo>
                                  <a:cubicBezTo>
                                    <a:pt x="371177" y="307349"/>
                                    <a:pt x="341650" y="302586"/>
                                    <a:pt x="308312" y="294966"/>
                                  </a:cubicBezTo>
                                  <a:cubicBezTo>
                                    <a:pt x="308312" y="294966"/>
                                    <a:pt x="307360" y="294966"/>
                                    <a:pt x="307360" y="294966"/>
                                  </a:cubicBezTo>
                                  <a:cubicBezTo>
                                    <a:pt x="301645" y="294014"/>
                                    <a:pt x="295930" y="292109"/>
                                    <a:pt x="290215" y="291156"/>
                                  </a:cubicBezTo>
                                  <a:cubicBezTo>
                                    <a:pt x="283548" y="290204"/>
                                    <a:pt x="277832" y="288299"/>
                                    <a:pt x="271165" y="287346"/>
                                  </a:cubicBezTo>
                                  <a:cubicBezTo>
                                    <a:pt x="259735" y="284489"/>
                                    <a:pt x="248305" y="282584"/>
                                    <a:pt x="238780" y="281631"/>
                                  </a:cubicBezTo>
                                  <a:cubicBezTo>
                                    <a:pt x="180677" y="275916"/>
                                    <a:pt x="131147" y="271154"/>
                                    <a:pt x="88285" y="216861"/>
                                  </a:cubicBezTo>
                                  <a:cubicBezTo>
                                    <a:pt x="77807" y="208289"/>
                                    <a:pt x="65425" y="195906"/>
                                    <a:pt x="58757" y="183524"/>
                                  </a:cubicBezTo>
                                  <a:cubicBezTo>
                                    <a:pt x="52090" y="179714"/>
                                    <a:pt x="37802" y="168284"/>
                                    <a:pt x="31135" y="162569"/>
                                  </a:cubicBezTo>
                                  <a:lnTo>
                                    <a:pt x="31135" y="162569"/>
                                  </a:lnTo>
                                  <a:lnTo>
                                    <a:pt x="31135" y="162569"/>
                                  </a:lnTo>
                                  <a:cubicBezTo>
                                    <a:pt x="31135" y="162569"/>
                                    <a:pt x="31135" y="162569"/>
                                    <a:pt x="31135" y="162569"/>
                                  </a:cubicBezTo>
                                  <a:lnTo>
                                    <a:pt x="21610" y="151139"/>
                                  </a:lnTo>
                                  <a:lnTo>
                                    <a:pt x="21610" y="151139"/>
                                  </a:lnTo>
                                  <a:cubicBezTo>
                                    <a:pt x="21610" y="151139"/>
                                    <a:pt x="20657" y="150186"/>
                                    <a:pt x="20657" y="150186"/>
                                  </a:cubicBezTo>
                                  <a:cubicBezTo>
                                    <a:pt x="13990" y="140661"/>
                                    <a:pt x="8275" y="130184"/>
                                    <a:pt x="4465" y="118754"/>
                                  </a:cubicBezTo>
                                  <a:cubicBezTo>
                                    <a:pt x="-298" y="104466"/>
                                    <a:pt x="-1250" y="88274"/>
                                    <a:pt x="1607" y="73034"/>
                                  </a:cubicBezTo>
                                  <a:cubicBezTo>
                                    <a:pt x="4465" y="58746"/>
                                    <a:pt x="11132" y="44459"/>
                                    <a:pt x="20657" y="33029"/>
                                  </a:cubicBezTo>
                                  <a:cubicBezTo>
                                    <a:pt x="20657" y="32076"/>
                                    <a:pt x="21610" y="32076"/>
                                    <a:pt x="21610" y="32076"/>
                                  </a:cubicBezTo>
                                  <a:lnTo>
                                    <a:pt x="21610" y="32076"/>
                                  </a:lnTo>
                                  <a:cubicBezTo>
                                    <a:pt x="28277" y="25409"/>
                                    <a:pt x="37802" y="16836"/>
                                    <a:pt x="46375" y="12074"/>
                                  </a:cubicBezTo>
                                  <a:cubicBezTo>
                                    <a:pt x="65425" y="644"/>
                                    <a:pt x="89237" y="-1261"/>
                                    <a:pt x="113050" y="644"/>
                                  </a:cubicBezTo>
                                  <a:close/>
                                </a:path>
                              </a:pathLst>
                            </a:custGeom>
                            <a:grpFill/>
                            <a:ln w="9525" cap="flat">
                              <a:noFill/>
                              <a:prstDash val="solid"/>
                              <a:miter/>
                            </a:ln>
                          </p:spPr>
                          <p:txBody>
                            <a:bodyPr rtlCol="0" anchor="ctr"/>
                            <a:lstStyle/>
                            <a:p>
                              <a:endParaRPr lang="en-US"/>
                            </a:p>
                          </p:txBody>
                        </p:sp>
                        <p:grpSp>
                          <p:nvGrpSpPr>
                            <p:cNvPr id="253" name="Graphic 2">
                              <a:extLst>
                                <a:ext uri="{FF2B5EF4-FFF2-40B4-BE49-F238E27FC236}">
                                  <a16:creationId xmlns:a16="http://schemas.microsoft.com/office/drawing/2014/main" id="{AE736AF3-0337-429B-AEF1-DA4B52809559}"/>
                                </a:ext>
                              </a:extLst>
                            </p:cNvPr>
                            <p:cNvGrpSpPr/>
                            <p:nvPr/>
                          </p:nvGrpSpPr>
                          <p:grpSpPr>
                            <a:xfrm>
                              <a:off x="3344787" y="1481009"/>
                              <a:ext cx="395861" cy="290512"/>
                              <a:chOff x="3344787" y="1481009"/>
                              <a:chExt cx="395861" cy="290512"/>
                            </a:xfrm>
                            <a:grpFill/>
                          </p:grpSpPr>
                          <p:sp>
                            <p:nvSpPr>
                              <p:cNvPr id="254" name="Freeform: Shape 253">
                                <a:extLst>
                                  <a:ext uri="{FF2B5EF4-FFF2-40B4-BE49-F238E27FC236}">
                                    <a16:creationId xmlns:a16="http://schemas.microsoft.com/office/drawing/2014/main" id="{658B7693-9653-4E5C-87C2-9F4D068D0156}"/>
                                  </a:ext>
                                </a:extLst>
                              </p:cNvPr>
                              <p:cNvSpPr/>
                              <p:nvPr/>
                            </p:nvSpPr>
                            <p:spPr>
                              <a:xfrm>
                                <a:off x="3344787" y="1573401"/>
                                <a:ext cx="395861" cy="198120"/>
                              </a:xfrm>
                              <a:custGeom>
                                <a:avLst/>
                                <a:gdLst>
                                  <a:gd name="connsiteX0" fmla="*/ 127256 w 395861"/>
                                  <a:gd name="connsiteY0" fmla="*/ 23813 h 198120"/>
                                  <a:gd name="connsiteX1" fmla="*/ 119636 w 395861"/>
                                  <a:gd name="connsiteY1" fmla="*/ 26670 h 198120"/>
                                  <a:gd name="connsiteX2" fmla="*/ 110111 w 395861"/>
                                  <a:gd name="connsiteY2" fmla="*/ 29527 h 198120"/>
                                  <a:gd name="connsiteX3" fmla="*/ 73916 w 395861"/>
                                  <a:gd name="connsiteY3" fmla="*/ 43815 h 198120"/>
                                  <a:gd name="connsiteX4" fmla="*/ 44389 w 395861"/>
                                  <a:gd name="connsiteY4" fmla="*/ 56198 h 198120"/>
                                  <a:gd name="connsiteX5" fmla="*/ 21529 w 395861"/>
                                  <a:gd name="connsiteY5" fmla="*/ 63818 h 198120"/>
                                  <a:gd name="connsiteX6" fmla="*/ 574 w 395861"/>
                                  <a:gd name="connsiteY6" fmla="*/ 67627 h 198120"/>
                                  <a:gd name="connsiteX7" fmla="*/ 1526 w 395861"/>
                                  <a:gd name="connsiteY7" fmla="*/ 75248 h 198120"/>
                                  <a:gd name="connsiteX8" fmla="*/ 23434 w 395861"/>
                                  <a:gd name="connsiteY8" fmla="*/ 71438 h 198120"/>
                                  <a:gd name="connsiteX9" fmla="*/ 76774 w 395861"/>
                                  <a:gd name="connsiteY9" fmla="*/ 50483 h 198120"/>
                                  <a:gd name="connsiteX10" fmla="*/ 78679 w 395861"/>
                                  <a:gd name="connsiteY10" fmla="*/ 49530 h 198120"/>
                                  <a:gd name="connsiteX11" fmla="*/ 88204 w 395861"/>
                                  <a:gd name="connsiteY11" fmla="*/ 50483 h 198120"/>
                                  <a:gd name="connsiteX12" fmla="*/ 123446 w 395861"/>
                                  <a:gd name="connsiteY12" fmla="*/ 58102 h 198120"/>
                                  <a:gd name="connsiteX13" fmla="*/ 145354 w 395861"/>
                                  <a:gd name="connsiteY13" fmla="*/ 68580 h 198120"/>
                                  <a:gd name="connsiteX14" fmla="*/ 166309 w 395861"/>
                                  <a:gd name="connsiteY14" fmla="*/ 85725 h 198120"/>
                                  <a:gd name="connsiteX15" fmla="*/ 207266 w 395861"/>
                                  <a:gd name="connsiteY15" fmla="*/ 126683 h 198120"/>
                                  <a:gd name="connsiteX16" fmla="*/ 217744 w 395861"/>
                                  <a:gd name="connsiteY16" fmla="*/ 137160 h 198120"/>
                                  <a:gd name="connsiteX17" fmla="*/ 222506 w 395861"/>
                                  <a:gd name="connsiteY17" fmla="*/ 141923 h 198120"/>
                                  <a:gd name="connsiteX18" fmla="*/ 227269 w 395861"/>
                                  <a:gd name="connsiteY18" fmla="*/ 146685 h 198120"/>
                                  <a:gd name="connsiteX19" fmla="*/ 237746 w 395861"/>
                                  <a:gd name="connsiteY19" fmla="*/ 156210 h 198120"/>
                                  <a:gd name="connsiteX20" fmla="*/ 247271 w 395861"/>
                                  <a:gd name="connsiteY20" fmla="*/ 164783 h 198120"/>
                                  <a:gd name="connsiteX21" fmla="*/ 256796 w 395861"/>
                                  <a:gd name="connsiteY21" fmla="*/ 173355 h 198120"/>
                                  <a:gd name="connsiteX22" fmla="*/ 266321 w 395861"/>
                                  <a:gd name="connsiteY22" fmla="*/ 180975 h 198120"/>
                                  <a:gd name="connsiteX23" fmla="*/ 282514 w 395861"/>
                                  <a:gd name="connsiteY23" fmla="*/ 194310 h 198120"/>
                                  <a:gd name="connsiteX24" fmla="*/ 286324 w 395861"/>
                                  <a:gd name="connsiteY24" fmla="*/ 197168 h 198120"/>
                                  <a:gd name="connsiteX25" fmla="*/ 287276 w 395861"/>
                                  <a:gd name="connsiteY25" fmla="*/ 197168 h 198120"/>
                                  <a:gd name="connsiteX26" fmla="*/ 282514 w 395861"/>
                                  <a:gd name="connsiteY26" fmla="*/ 193358 h 198120"/>
                                  <a:gd name="connsiteX27" fmla="*/ 266321 w 395861"/>
                                  <a:gd name="connsiteY27" fmla="*/ 179070 h 198120"/>
                                  <a:gd name="connsiteX28" fmla="*/ 257749 w 395861"/>
                                  <a:gd name="connsiteY28" fmla="*/ 171450 h 198120"/>
                                  <a:gd name="connsiteX29" fmla="*/ 248224 w 395861"/>
                                  <a:gd name="connsiteY29" fmla="*/ 162877 h 198120"/>
                                  <a:gd name="connsiteX30" fmla="*/ 238699 w 395861"/>
                                  <a:gd name="connsiteY30" fmla="*/ 153352 h 198120"/>
                                  <a:gd name="connsiteX31" fmla="*/ 228221 w 395861"/>
                                  <a:gd name="connsiteY31" fmla="*/ 143827 h 198120"/>
                                  <a:gd name="connsiteX32" fmla="*/ 223459 w 395861"/>
                                  <a:gd name="connsiteY32" fmla="*/ 139065 h 198120"/>
                                  <a:gd name="connsiteX33" fmla="*/ 218696 w 395861"/>
                                  <a:gd name="connsiteY33" fmla="*/ 134302 h 198120"/>
                                  <a:gd name="connsiteX34" fmla="*/ 208219 w 395861"/>
                                  <a:gd name="connsiteY34" fmla="*/ 123825 h 198120"/>
                                  <a:gd name="connsiteX35" fmla="*/ 167261 w 395861"/>
                                  <a:gd name="connsiteY35" fmla="*/ 81915 h 198120"/>
                                  <a:gd name="connsiteX36" fmla="*/ 146306 w 395861"/>
                                  <a:gd name="connsiteY36" fmla="*/ 64770 h 198120"/>
                                  <a:gd name="connsiteX37" fmla="*/ 124399 w 395861"/>
                                  <a:gd name="connsiteY37" fmla="*/ 53340 h 198120"/>
                                  <a:gd name="connsiteX38" fmla="*/ 88204 w 395861"/>
                                  <a:gd name="connsiteY38" fmla="*/ 44768 h 198120"/>
                                  <a:gd name="connsiteX39" fmla="*/ 86299 w 395861"/>
                                  <a:gd name="connsiteY39" fmla="*/ 44768 h 198120"/>
                                  <a:gd name="connsiteX40" fmla="*/ 111064 w 395861"/>
                                  <a:gd name="connsiteY40" fmla="*/ 35243 h 198120"/>
                                  <a:gd name="connsiteX41" fmla="*/ 152021 w 395861"/>
                                  <a:gd name="connsiteY41" fmla="*/ 24765 h 198120"/>
                                  <a:gd name="connsiteX42" fmla="*/ 197741 w 395861"/>
                                  <a:gd name="connsiteY42" fmla="*/ 20002 h 198120"/>
                                  <a:gd name="connsiteX43" fmla="*/ 201551 w 395861"/>
                                  <a:gd name="connsiteY43" fmla="*/ 20002 h 198120"/>
                                  <a:gd name="connsiteX44" fmla="*/ 206314 w 395861"/>
                                  <a:gd name="connsiteY44" fmla="*/ 21908 h 198120"/>
                                  <a:gd name="connsiteX45" fmla="*/ 218696 w 395861"/>
                                  <a:gd name="connsiteY45" fmla="*/ 29527 h 198120"/>
                                  <a:gd name="connsiteX46" fmla="*/ 231079 w 395861"/>
                                  <a:gd name="connsiteY46" fmla="*/ 44768 h 198120"/>
                                  <a:gd name="connsiteX47" fmla="*/ 236794 w 395861"/>
                                  <a:gd name="connsiteY47" fmla="*/ 54293 h 198120"/>
                                  <a:gd name="connsiteX48" fmla="*/ 240604 w 395861"/>
                                  <a:gd name="connsiteY48" fmla="*/ 59055 h 198120"/>
                                  <a:gd name="connsiteX49" fmla="*/ 244414 w 395861"/>
                                  <a:gd name="connsiteY49" fmla="*/ 63818 h 198120"/>
                                  <a:gd name="connsiteX50" fmla="*/ 262511 w 395861"/>
                                  <a:gd name="connsiteY50" fmla="*/ 81915 h 198120"/>
                                  <a:gd name="connsiteX51" fmla="*/ 299659 w 395861"/>
                                  <a:gd name="connsiteY51" fmla="*/ 121920 h 198120"/>
                                  <a:gd name="connsiteX52" fmla="*/ 317756 w 395861"/>
                                  <a:gd name="connsiteY52" fmla="*/ 141923 h 198120"/>
                                  <a:gd name="connsiteX53" fmla="*/ 333949 w 395861"/>
                                  <a:gd name="connsiteY53" fmla="*/ 160020 h 198120"/>
                                  <a:gd name="connsiteX54" fmla="*/ 342521 w 395861"/>
                                  <a:gd name="connsiteY54" fmla="*/ 168593 h 198120"/>
                                  <a:gd name="connsiteX55" fmla="*/ 349189 w 395861"/>
                                  <a:gd name="connsiteY55" fmla="*/ 176213 h 198120"/>
                                  <a:gd name="connsiteX56" fmla="*/ 361571 w 395861"/>
                                  <a:gd name="connsiteY56" fmla="*/ 188595 h 198120"/>
                                  <a:gd name="connsiteX57" fmla="*/ 370144 w 395861"/>
                                  <a:gd name="connsiteY57" fmla="*/ 198120 h 198120"/>
                                  <a:gd name="connsiteX58" fmla="*/ 371096 w 395861"/>
                                  <a:gd name="connsiteY58" fmla="*/ 198120 h 198120"/>
                                  <a:gd name="connsiteX59" fmla="*/ 371096 w 395861"/>
                                  <a:gd name="connsiteY59" fmla="*/ 198120 h 198120"/>
                                  <a:gd name="connsiteX60" fmla="*/ 370144 w 395861"/>
                                  <a:gd name="connsiteY60" fmla="*/ 197168 h 198120"/>
                                  <a:gd name="connsiteX61" fmla="*/ 361571 w 395861"/>
                                  <a:gd name="connsiteY61" fmla="*/ 187643 h 198120"/>
                                  <a:gd name="connsiteX62" fmla="*/ 349189 w 395861"/>
                                  <a:gd name="connsiteY62" fmla="*/ 174308 h 198120"/>
                                  <a:gd name="connsiteX63" fmla="*/ 342521 w 395861"/>
                                  <a:gd name="connsiteY63" fmla="*/ 166688 h 198120"/>
                                  <a:gd name="connsiteX64" fmla="*/ 334901 w 395861"/>
                                  <a:gd name="connsiteY64" fmla="*/ 158115 h 198120"/>
                                  <a:gd name="connsiteX65" fmla="*/ 318709 w 395861"/>
                                  <a:gd name="connsiteY65" fmla="*/ 139065 h 198120"/>
                                  <a:gd name="connsiteX66" fmla="*/ 300611 w 395861"/>
                                  <a:gd name="connsiteY66" fmla="*/ 119063 h 198120"/>
                                  <a:gd name="connsiteX67" fmla="*/ 263464 w 395861"/>
                                  <a:gd name="connsiteY67" fmla="*/ 79058 h 198120"/>
                                  <a:gd name="connsiteX68" fmla="*/ 245366 w 395861"/>
                                  <a:gd name="connsiteY68" fmla="*/ 60960 h 198120"/>
                                  <a:gd name="connsiteX69" fmla="*/ 241556 w 395861"/>
                                  <a:gd name="connsiteY69" fmla="*/ 56198 h 198120"/>
                                  <a:gd name="connsiteX70" fmla="*/ 238699 w 395861"/>
                                  <a:gd name="connsiteY70" fmla="*/ 51435 h 198120"/>
                                  <a:gd name="connsiteX71" fmla="*/ 232984 w 395861"/>
                                  <a:gd name="connsiteY71" fmla="*/ 41910 h 198120"/>
                                  <a:gd name="connsiteX72" fmla="*/ 220601 w 395861"/>
                                  <a:gd name="connsiteY72" fmla="*/ 25718 h 198120"/>
                                  <a:gd name="connsiteX73" fmla="*/ 211076 w 395861"/>
                                  <a:gd name="connsiteY73" fmla="*/ 19050 h 198120"/>
                                  <a:gd name="connsiteX74" fmla="*/ 244414 w 395861"/>
                                  <a:gd name="connsiteY74" fmla="*/ 20955 h 198120"/>
                                  <a:gd name="connsiteX75" fmla="*/ 292039 w 395861"/>
                                  <a:gd name="connsiteY75" fmla="*/ 31433 h 198120"/>
                                  <a:gd name="connsiteX76" fmla="*/ 314899 w 395861"/>
                                  <a:gd name="connsiteY76" fmla="*/ 39052 h 198120"/>
                                  <a:gd name="connsiteX77" fmla="*/ 335854 w 395861"/>
                                  <a:gd name="connsiteY77" fmla="*/ 49530 h 198120"/>
                                  <a:gd name="connsiteX78" fmla="*/ 354904 w 395861"/>
                                  <a:gd name="connsiteY78" fmla="*/ 62865 h 198120"/>
                                  <a:gd name="connsiteX79" fmla="*/ 370144 w 395861"/>
                                  <a:gd name="connsiteY79" fmla="*/ 78105 h 198120"/>
                                  <a:gd name="connsiteX80" fmla="*/ 390146 w 395861"/>
                                  <a:gd name="connsiteY80" fmla="*/ 111443 h 198120"/>
                                  <a:gd name="connsiteX81" fmla="*/ 395861 w 395861"/>
                                  <a:gd name="connsiteY81" fmla="*/ 131445 h 198120"/>
                                  <a:gd name="connsiteX82" fmla="*/ 393956 w 395861"/>
                                  <a:gd name="connsiteY82" fmla="*/ 117158 h 198120"/>
                                  <a:gd name="connsiteX83" fmla="*/ 393956 w 395861"/>
                                  <a:gd name="connsiteY83" fmla="*/ 117158 h 198120"/>
                                  <a:gd name="connsiteX84" fmla="*/ 392051 w 395861"/>
                                  <a:gd name="connsiteY84" fmla="*/ 111443 h 198120"/>
                                  <a:gd name="connsiteX85" fmla="*/ 372049 w 395861"/>
                                  <a:gd name="connsiteY85" fmla="*/ 77152 h 198120"/>
                                  <a:gd name="connsiteX86" fmla="*/ 337759 w 395861"/>
                                  <a:gd name="connsiteY86" fmla="*/ 47625 h 198120"/>
                                  <a:gd name="connsiteX87" fmla="*/ 316804 w 395861"/>
                                  <a:gd name="connsiteY87" fmla="*/ 36195 h 198120"/>
                                  <a:gd name="connsiteX88" fmla="*/ 293944 w 395861"/>
                                  <a:gd name="connsiteY88" fmla="*/ 27623 h 198120"/>
                                  <a:gd name="connsiteX89" fmla="*/ 245366 w 395861"/>
                                  <a:gd name="connsiteY89" fmla="*/ 16193 h 198120"/>
                                  <a:gd name="connsiteX90" fmla="*/ 225364 w 395861"/>
                                  <a:gd name="connsiteY90" fmla="*/ 14288 h 198120"/>
                                  <a:gd name="connsiteX91" fmla="*/ 230126 w 395861"/>
                                  <a:gd name="connsiteY91" fmla="*/ 12383 h 198120"/>
                                  <a:gd name="connsiteX92" fmla="*/ 238699 w 395861"/>
                                  <a:gd name="connsiteY92" fmla="*/ 10477 h 198120"/>
                                  <a:gd name="connsiteX93" fmla="*/ 248224 w 395861"/>
                                  <a:gd name="connsiteY93" fmla="*/ 8573 h 198120"/>
                                  <a:gd name="connsiteX94" fmla="*/ 258701 w 395861"/>
                                  <a:gd name="connsiteY94" fmla="*/ 7620 h 198120"/>
                                  <a:gd name="connsiteX95" fmla="*/ 269179 w 395861"/>
                                  <a:gd name="connsiteY95" fmla="*/ 6668 h 198120"/>
                                  <a:gd name="connsiteX96" fmla="*/ 279656 w 395861"/>
                                  <a:gd name="connsiteY96" fmla="*/ 6668 h 198120"/>
                                  <a:gd name="connsiteX97" fmla="*/ 289181 w 395861"/>
                                  <a:gd name="connsiteY97" fmla="*/ 7620 h 198120"/>
                                  <a:gd name="connsiteX98" fmla="*/ 290134 w 395861"/>
                                  <a:gd name="connsiteY98" fmla="*/ 7620 h 198120"/>
                                  <a:gd name="connsiteX99" fmla="*/ 281561 w 395861"/>
                                  <a:gd name="connsiteY99" fmla="*/ 5715 h 198120"/>
                                  <a:gd name="connsiteX100" fmla="*/ 279656 w 395861"/>
                                  <a:gd name="connsiteY100" fmla="*/ 5715 h 198120"/>
                                  <a:gd name="connsiteX101" fmla="*/ 269179 w 395861"/>
                                  <a:gd name="connsiteY101" fmla="*/ 5715 h 198120"/>
                                  <a:gd name="connsiteX102" fmla="*/ 258701 w 395861"/>
                                  <a:gd name="connsiteY102" fmla="*/ 5715 h 198120"/>
                                  <a:gd name="connsiteX103" fmla="*/ 248224 w 395861"/>
                                  <a:gd name="connsiteY103" fmla="*/ 6668 h 198120"/>
                                  <a:gd name="connsiteX104" fmla="*/ 238699 w 395861"/>
                                  <a:gd name="connsiteY104" fmla="*/ 8573 h 198120"/>
                                  <a:gd name="connsiteX105" fmla="*/ 229174 w 395861"/>
                                  <a:gd name="connsiteY105" fmla="*/ 10477 h 198120"/>
                                  <a:gd name="connsiteX106" fmla="*/ 220601 w 395861"/>
                                  <a:gd name="connsiteY106" fmla="*/ 12383 h 198120"/>
                                  <a:gd name="connsiteX107" fmla="*/ 212029 w 395861"/>
                                  <a:gd name="connsiteY107" fmla="*/ 14288 h 198120"/>
                                  <a:gd name="connsiteX108" fmla="*/ 196789 w 395861"/>
                                  <a:gd name="connsiteY108" fmla="*/ 14288 h 198120"/>
                                  <a:gd name="connsiteX109" fmla="*/ 150116 w 395861"/>
                                  <a:gd name="connsiteY109" fmla="*/ 19050 h 198120"/>
                                  <a:gd name="connsiteX110" fmla="*/ 133924 w 395861"/>
                                  <a:gd name="connsiteY110" fmla="*/ 21908 h 198120"/>
                                  <a:gd name="connsiteX111" fmla="*/ 144401 w 395861"/>
                                  <a:gd name="connsiteY111" fmla="*/ 16193 h 198120"/>
                                  <a:gd name="connsiteX112" fmla="*/ 162499 w 395861"/>
                                  <a:gd name="connsiteY112" fmla="*/ 6668 h 198120"/>
                                  <a:gd name="connsiteX113" fmla="*/ 171071 w 395861"/>
                                  <a:gd name="connsiteY113" fmla="*/ 2858 h 198120"/>
                                  <a:gd name="connsiteX114" fmla="*/ 178691 w 395861"/>
                                  <a:gd name="connsiteY114" fmla="*/ 0 h 198120"/>
                                  <a:gd name="connsiteX115" fmla="*/ 179644 w 395861"/>
                                  <a:gd name="connsiteY115" fmla="*/ 0 h 198120"/>
                                  <a:gd name="connsiteX116" fmla="*/ 176786 w 395861"/>
                                  <a:gd name="connsiteY116" fmla="*/ 0 h 198120"/>
                                  <a:gd name="connsiteX117" fmla="*/ 176786 w 395861"/>
                                  <a:gd name="connsiteY117" fmla="*/ 0 h 198120"/>
                                  <a:gd name="connsiteX118" fmla="*/ 170119 w 395861"/>
                                  <a:gd name="connsiteY118" fmla="*/ 1905 h 198120"/>
                                  <a:gd name="connsiteX119" fmla="*/ 161546 w 395861"/>
                                  <a:gd name="connsiteY119" fmla="*/ 5715 h 198120"/>
                                  <a:gd name="connsiteX120" fmla="*/ 142496 w 395861"/>
                                  <a:gd name="connsiteY120" fmla="*/ 14288 h 198120"/>
                                  <a:gd name="connsiteX121" fmla="*/ 127256 w 395861"/>
                                  <a:gd name="connsiteY121" fmla="*/ 23813 h 198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395861" h="198120">
                                    <a:moveTo>
                                      <a:pt x="127256" y="23813"/>
                                    </a:moveTo>
                                    <a:cubicBezTo>
                                      <a:pt x="124399" y="24765"/>
                                      <a:pt x="122494" y="25718"/>
                                      <a:pt x="119636" y="26670"/>
                                    </a:cubicBezTo>
                                    <a:cubicBezTo>
                                      <a:pt x="116779" y="27623"/>
                                      <a:pt x="112969" y="28575"/>
                                      <a:pt x="110111" y="29527"/>
                                    </a:cubicBezTo>
                                    <a:cubicBezTo>
                                      <a:pt x="96776" y="34290"/>
                                      <a:pt x="85346" y="38100"/>
                                      <a:pt x="73916" y="43815"/>
                                    </a:cubicBezTo>
                                    <a:cubicBezTo>
                                      <a:pt x="63439" y="48577"/>
                                      <a:pt x="53914" y="52388"/>
                                      <a:pt x="44389" y="56198"/>
                                    </a:cubicBezTo>
                                    <a:cubicBezTo>
                                      <a:pt x="35816" y="60008"/>
                                      <a:pt x="28196" y="61913"/>
                                      <a:pt x="21529" y="63818"/>
                                    </a:cubicBezTo>
                                    <a:cubicBezTo>
                                      <a:pt x="16766" y="65723"/>
                                      <a:pt x="3431" y="67627"/>
                                      <a:pt x="574" y="67627"/>
                                    </a:cubicBezTo>
                                    <a:cubicBezTo>
                                      <a:pt x="2479" y="69533"/>
                                      <a:pt x="-2284" y="72390"/>
                                      <a:pt x="1526" y="75248"/>
                                    </a:cubicBezTo>
                                    <a:cubicBezTo>
                                      <a:pt x="3431" y="75248"/>
                                      <a:pt x="21529" y="72390"/>
                                      <a:pt x="23434" y="71438"/>
                                    </a:cubicBezTo>
                                    <a:cubicBezTo>
                                      <a:pt x="36769" y="67627"/>
                                      <a:pt x="54866" y="60008"/>
                                      <a:pt x="76774" y="50483"/>
                                    </a:cubicBezTo>
                                    <a:lnTo>
                                      <a:pt x="78679" y="49530"/>
                                    </a:lnTo>
                                    <a:cubicBezTo>
                                      <a:pt x="80584" y="49530"/>
                                      <a:pt x="84394" y="49530"/>
                                      <a:pt x="88204" y="50483"/>
                                    </a:cubicBezTo>
                                    <a:cubicBezTo>
                                      <a:pt x="96776" y="51435"/>
                                      <a:pt x="109159" y="53340"/>
                                      <a:pt x="123446" y="58102"/>
                                    </a:cubicBezTo>
                                    <a:cubicBezTo>
                                      <a:pt x="130114" y="60960"/>
                                      <a:pt x="137734" y="63818"/>
                                      <a:pt x="145354" y="68580"/>
                                    </a:cubicBezTo>
                                    <a:cubicBezTo>
                                      <a:pt x="152021" y="73343"/>
                                      <a:pt x="159641" y="79058"/>
                                      <a:pt x="166309" y="85725"/>
                                    </a:cubicBezTo>
                                    <a:cubicBezTo>
                                      <a:pt x="180596" y="98108"/>
                                      <a:pt x="193931" y="113348"/>
                                      <a:pt x="207266" y="126683"/>
                                    </a:cubicBezTo>
                                    <a:cubicBezTo>
                                      <a:pt x="211076" y="130493"/>
                                      <a:pt x="213934" y="133350"/>
                                      <a:pt x="217744" y="137160"/>
                                    </a:cubicBezTo>
                                    <a:lnTo>
                                      <a:pt x="222506" y="141923"/>
                                    </a:lnTo>
                                    <a:lnTo>
                                      <a:pt x="227269" y="146685"/>
                                    </a:lnTo>
                                    <a:cubicBezTo>
                                      <a:pt x="231079" y="149543"/>
                                      <a:pt x="233936" y="153352"/>
                                      <a:pt x="237746" y="156210"/>
                                    </a:cubicBezTo>
                                    <a:cubicBezTo>
                                      <a:pt x="241556" y="159068"/>
                                      <a:pt x="244414" y="161925"/>
                                      <a:pt x="247271" y="164783"/>
                                    </a:cubicBezTo>
                                    <a:cubicBezTo>
                                      <a:pt x="250129" y="167640"/>
                                      <a:pt x="253939" y="170498"/>
                                      <a:pt x="256796" y="173355"/>
                                    </a:cubicBezTo>
                                    <a:cubicBezTo>
                                      <a:pt x="259654" y="176213"/>
                                      <a:pt x="262511" y="179070"/>
                                      <a:pt x="266321" y="180975"/>
                                    </a:cubicBezTo>
                                    <a:cubicBezTo>
                                      <a:pt x="272036" y="185738"/>
                                      <a:pt x="276799" y="190500"/>
                                      <a:pt x="282514" y="194310"/>
                                    </a:cubicBezTo>
                                    <a:cubicBezTo>
                                      <a:pt x="283466" y="195263"/>
                                      <a:pt x="285371" y="196215"/>
                                      <a:pt x="286324" y="197168"/>
                                    </a:cubicBezTo>
                                    <a:cubicBezTo>
                                      <a:pt x="286324" y="197168"/>
                                      <a:pt x="287276" y="197168"/>
                                      <a:pt x="287276" y="197168"/>
                                    </a:cubicBezTo>
                                    <a:cubicBezTo>
                                      <a:pt x="285371" y="196215"/>
                                      <a:pt x="284419" y="194310"/>
                                      <a:pt x="282514" y="193358"/>
                                    </a:cubicBezTo>
                                    <a:cubicBezTo>
                                      <a:pt x="277751" y="189548"/>
                                      <a:pt x="272989" y="183833"/>
                                      <a:pt x="266321" y="179070"/>
                                    </a:cubicBezTo>
                                    <a:cubicBezTo>
                                      <a:pt x="263464" y="176213"/>
                                      <a:pt x="260606" y="174308"/>
                                      <a:pt x="257749" y="171450"/>
                                    </a:cubicBezTo>
                                    <a:cubicBezTo>
                                      <a:pt x="254891" y="168593"/>
                                      <a:pt x="251081" y="165735"/>
                                      <a:pt x="248224" y="162877"/>
                                    </a:cubicBezTo>
                                    <a:cubicBezTo>
                                      <a:pt x="245366" y="160020"/>
                                      <a:pt x="241556" y="157163"/>
                                      <a:pt x="238699" y="153352"/>
                                    </a:cubicBezTo>
                                    <a:cubicBezTo>
                                      <a:pt x="234889" y="150495"/>
                                      <a:pt x="232031" y="146685"/>
                                      <a:pt x="228221" y="143827"/>
                                    </a:cubicBezTo>
                                    <a:lnTo>
                                      <a:pt x="223459" y="139065"/>
                                    </a:lnTo>
                                    <a:lnTo>
                                      <a:pt x="218696" y="134302"/>
                                    </a:lnTo>
                                    <a:cubicBezTo>
                                      <a:pt x="215839" y="130493"/>
                                      <a:pt x="212029" y="127635"/>
                                      <a:pt x="208219" y="123825"/>
                                    </a:cubicBezTo>
                                    <a:cubicBezTo>
                                      <a:pt x="194884" y="109538"/>
                                      <a:pt x="181549" y="94298"/>
                                      <a:pt x="167261" y="81915"/>
                                    </a:cubicBezTo>
                                    <a:cubicBezTo>
                                      <a:pt x="160594" y="75248"/>
                                      <a:pt x="153926" y="69533"/>
                                      <a:pt x="146306" y="64770"/>
                                    </a:cubicBezTo>
                                    <a:cubicBezTo>
                                      <a:pt x="138686" y="60008"/>
                                      <a:pt x="132019" y="56198"/>
                                      <a:pt x="124399" y="53340"/>
                                    </a:cubicBezTo>
                                    <a:cubicBezTo>
                                      <a:pt x="110111" y="47625"/>
                                      <a:pt x="96776" y="45720"/>
                                      <a:pt x="88204" y="44768"/>
                                    </a:cubicBezTo>
                                    <a:cubicBezTo>
                                      <a:pt x="87251" y="44768"/>
                                      <a:pt x="87251" y="44768"/>
                                      <a:pt x="86299" y="44768"/>
                                    </a:cubicBezTo>
                                    <a:cubicBezTo>
                                      <a:pt x="93919" y="40958"/>
                                      <a:pt x="102491" y="38100"/>
                                      <a:pt x="111064" y="35243"/>
                                    </a:cubicBezTo>
                                    <a:cubicBezTo>
                                      <a:pt x="123446" y="30480"/>
                                      <a:pt x="137734" y="27623"/>
                                      <a:pt x="152021" y="24765"/>
                                    </a:cubicBezTo>
                                    <a:cubicBezTo>
                                      <a:pt x="166309" y="21908"/>
                                      <a:pt x="181549" y="20002"/>
                                      <a:pt x="197741" y="20002"/>
                                    </a:cubicBezTo>
                                    <a:lnTo>
                                      <a:pt x="201551" y="20002"/>
                                    </a:lnTo>
                                    <a:cubicBezTo>
                                      <a:pt x="203456" y="20002"/>
                                      <a:pt x="204409" y="20955"/>
                                      <a:pt x="206314" y="21908"/>
                                    </a:cubicBezTo>
                                    <a:cubicBezTo>
                                      <a:pt x="210124" y="23813"/>
                                      <a:pt x="213934" y="26670"/>
                                      <a:pt x="218696" y="29527"/>
                                    </a:cubicBezTo>
                                    <a:cubicBezTo>
                                      <a:pt x="223459" y="33338"/>
                                      <a:pt x="227269" y="38100"/>
                                      <a:pt x="231079" y="44768"/>
                                    </a:cubicBezTo>
                                    <a:cubicBezTo>
                                      <a:pt x="232984" y="47625"/>
                                      <a:pt x="234889" y="51435"/>
                                      <a:pt x="236794" y="54293"/>
                                    </a:cubicBezTo>
                                    <a:cubicBezTo>
                                      <a:pt x="237746" y="56198"/>
                                      <a:pt x="238699" y="58102"/>
                                      <a:pt x="240604" y="59055"/>
                                    </a:cubicBezTo>
                                    <a:cubicBezTo>
                                      <a:pt x="241556" y="60960"/>
                                      <a:pt x="242509" y="61913"/>
                                      <a:pt x="244414" y="63818"/>
                                    </a:cubicBezTo>
                                    <a:cubicBezTo>
                                      <a:pt x="250129" y="70485"/>
                                      <a:pt x="255844" y="76200"/>
                                      <a:pt x="262511" y="81915"/>
                                    </a:cubicBezTo>
                                    <a:cubicBezTo>
                                      <a:pt x="274894" y="95250"/>
                                      <a:pt x="288229" y="108585"/>
                                      <a:pt x="299659" y="121920"/>
                                    </a:cubicBezTo>
                                    <a:cubicBezTo>
                                      <a:pt x="305374" y="128588"/>
                                      <a:pt x="312041" y="135255"/>
                                      <a:pt x="317756" y="141923"/>
                                    </a:cubicBezTo>
                                    <a:cubicBezTo>
                                      <a:pt x="323471" y="148590"/>
                                      <a:pt x="329186" y="154305"/>
                                      <a:pt x="333949" y="160020"/>
                                    </a:cubicBezTo>
                                    <a:cubicBezTo>
                                      <a:pt x="336806" y="162877"/>
                                      <a:pt x="339664" y="165735"/>
                                      <a:pt x="342521" y="168593"/>
                                    </a:cubicBezTo>
                                    <a:cubicBezTo>
                                      <a:pt x="344426" y="171450"/>
                                      <a:pt x="347284" y="173355"/>
                                      <a:pt x="349189" y="176213"/>
                                    </a:cubicBezTo>
                                    <a:cubicBezTo>
                                      <a:pt x="353951" y="180975"/>
                                      <a:pt x="357761" y="185738"/>
                                      <a:pt x="361571" y="188595"/>
                                    </a:cubicBezTo>
                                    <a:cubicBezTo>
                                      <a:pt x="364429" y="192405"/>
                                      <a:pt x="367286" y="195263"/>
                                      <a:pt x="370144" y="198120"/>
                                    </a:cubicBezTo>
                                    <a:lnTo>
                                      <a:pt x="371096" y="198120"/>
                                    </a:lnTo>
                                    <a:lnTo>
                                      <a:pt x="371096" y="198120"/>
                                    </a:lnTo>
                                    <a:lnTo>
                                      <a:pt x="370144" y="197168"/>
                                    </a:lnTo>
                                    <a:cubicBezTo>
                                      <a:pt x="367286" y="194310"/>
                                      <a:pt x="364429" y="191452"/>
                                      <a:pt x="361571" y="187643"/>
                                    </a:cubicBezTo>
                                    <a:cubicBezTo>
                                      <a:pt x="357761" y="183833"/>
                                      <a:pt x="352999" y="180023"/>
                                      <a:pt x="349189" y="174308"/>
                                    </a:cubicBezTo>
                                    <a:cubicBezTo>
                                      <a:pt x="347284" y="171450"/>
                                      <a:pt x="344426" y="169545"/>
                                      <a:pt x="342521" y="166688"/>
                                    </a:cubicBezTo>
                                    <a:cubicBezTo>
                                      <a:pt x="339664" y="163830"/>
                                      <a:pt x="336806" y="160973"/>
                                      <a:pt x="334901" y="158115"/>
                                    </a:cubicBezTo>
                                    <a:cubicBezTo>
                                      <a:pt x="329186" y="152400"/>
                                      <a:pt x="324424" y="145733"/>
                                      <a:pt x="318709" y="139065"/>
                                    </a:cubicBezTo>
                                    <a:cubicBezTo>
                                      <a:pt x="312994" y="132398"/>
                                      <a:pt x="307279" y="125730"/>
                                      <a:pt x="300611" y="119063"/>
                                    </a:cubicBezTo>
                                    <a:cubicBezTo>
                                      <a:pt x="288229" y="104775"/>
                                      <a:pt x="275846" y="91440"/>
                                      <a:pt x="263464" y="79058"/>
                                    </a:cubicBezTo>
                                    <a:cubicBezTo>
                                      <a:pt x="256796" y="72390"/>
                                      <a:pt x="251081" y="66675"/>
                                      <a:pt x="245366" y="60960"/>
                                    </a:cubicBezTo>
                                    <a:cubicBezTo>
                                      <a:pt x="244414" y="59055"/>
                                      <a:pt x="242509" y="58102"/>
                                      <a:pt x="241556" y="56198"/>
                                    </a:cubicBezTo>
                                    <a:cubicBezTo>
                                      <a:pt x="240604" y="54293"/>
                                      <a:pt x="239651" y="53340"/>
                                      <a:pt x="238699" y="51435"/>
                                    </a:cubicBezTo>
                                    <a:cubicBezTo>
                                      <a:pt x="236794" y="48577"/>
                                      <a:pt x="234889" y="44768"/>
                                      <a:pt x="232984" y="41910"/>
                                    </a:cubicBezTo>
                                    <a:cubicBezTo>
                                      <a:pt x="229174" y="35243"/>
                                      <a:pt x="225364" y="29527"/>
                                      <a:pt x="220601" y="25718"/>
                                    </a:cubicBezTo>
                                    <a:cubicBezTo>
                                      <a:pt x="217744" y="22860"/>
                                      <a:pt x="213934" y="20955"/>
                                      <a:pt x="211076" y="19050"/>
                                    </a:cubicBezTo>
                                    <a:cubicBezTo>
                                      <a:pt x="222506" y="19050"/>
                                      <a:pt x="232984" y="20002"/>
                                      <a:pt x="244414" y="20955"/>
                                    </a:cubicBezTo>
                                    <a:cubicBezTo>
                                      <a:pt x="260606" y="23813"/>
                                      <a:pt x="276799" y="25718"/>
                                      <a:pt x="292039" y="31433"/>
                                    </a:cubicBezTo>
                                    <a:cubicBezTo>
                                      <a:pt x="299659" y="33338"/>
                                      <a:pt x="307279" y="36195"/>
                                      <a:pt x="314899" y="39052"/>
                                    </a:cubicBezTo>
                                    <a:cubicBezTo>
                                      <a:pt x="322519" y="41910"/>
                                      <a:pt x="329186" y="45720"/>
                                      <a:pt x="335854" y="49530"/>
                                    </a:cubicBezTo>
                                    <a:cubicBezTo>
                                      <a:pt x="342521" y="53340"/>
                                      <a:pt x="349189" y="57150"/>
                                      <a:pt x="354904" y="62865"/>
                                    </a:cubicBezTo>
                                    <a:cubicBezTo>
                                      <a:pt x="360619" y="67627"/>
                                      <a:pt x="365381" y="73343"/>
                                      <a:pt x="370144" y="78105"/>
                                    </a:cubicBezTo>
                                    <a:cubicBezTo>
                                      <a:pt x="379669" y="88583"/>
                                      <a:pt x="386336" y="100013"/>
                                      <a:pt x="390146" y="111443"/>
                                    </a:cubicBezTo>
                                    <a:cubicBezTo>
                                      <a:pt x="393004" y="118110"/>
                                      <a:pt x="394909" y="124777"/>
                                      <a:pt x="395861" y="131445"/>
                                    </a:cubicBezTo>
                                    <a:cubicBezTo>
                                      <a:pt x="394909" y="126683"/>
                                      <a:pt x="394909" y="121920"/>
                                      <a:pt x="393956" y="117158"/>
                                    </a:cubicBezTo>
                                    <a:lnTo>
                                      <a:pt x="393956" y="117158"/>
                                    </a:lnTo>
                                    <a:cubicBezTo>
                                      <a:pt x="393004" y="115252"/>
                                      <a:pt x="393004" y="113348"/>
                                      <a:pt x="392051" y="111443"/>
                                    </a:cubicBezTo>
                                    <a:cubicBezTo>
                                      <a:pt x="388241" y="100013"/>
                                      <a:pt x="381574" y="87630"/>
                                      <a:pt x="372049" y="77152"/>
                                    </a:cubicBezTo>
                                    <a:cubicBezTo>
                                      <a:pt x="362524" y="66675"/>
                                      <a:pt x="351094" y="55245"/>
                                      <a:pt x="337759" y="47625"/>
                                    </a:cubicBezTo>
                                    <a:cubicBezTo>
                                      <a:pt x="331091" y="43815"/>
                                      <a:pt x="323471" y="40005"/>
                                      <a:pt x="316804" y="36195"/>
                                    </a:cubicBezTo>
                                    <a:cubicBezTo>
                                      <a:pt x="309184" y="33338"/>
                                      <a:pt x="301564" y="30480"/>
                                      <a:pt x="293944" y="27623"/>
                                    </a:cubicBezTo>
                                    <a:cubicBezTo>
                                      <a:pt x="278704" y="21908"/>
                                      <a:pt x="261559" y="19050"/>
                                      <a:pt x="245366" y="16193"/>
                                    </a:cubicBezTo>
                                    <a:cubicBezTo>
                                      <a:pt x="238699" y="15240"/>
                                      <a:pt x="232031" y="14288"/>
                                      <a:pt x="225364" y="14288"/>
                                    </a:cubicBezTo>
                                    <a:cubicBezTo>
                                      <a:pt x="227269" y="13335"/>
                                      <a:pt x="228221" y="13335"/>
                                      <a:pt x="230126" y="12383"/>
                                    </a:cubicBezTo>
                                    <a:cubicBezTo>
                                      <a:pt x="232984" y="11430"/>
                                      <a:pt x="235841" y="11430"/>
                                      <a:pt x="238699" y="10477"/>
                                    </a:cubicBezTo>
                                    <a:cubicBezTo>
                                      <a:pt x="241556" y="9525"/>
                                      <a:pt x="245366" y="9525"/>
                                      <a:pt x="248224" y="8573"/>
                                    </a:cubicBezTo>
                                    <a:cubicBezTo>
                                      <a:pt x="252034" y="8573"/>
                                      <a:pt x="254891" y="7620"/>
                                      <a:pt x="258701" y="7620"/>
                                    </a:cubicBezTo>
                                    <a:cubicBezTo>
                                      <a:pt x="262511" y="7620"/>
                                      <a:pt x="265369" y="7620"/>
                                      <a:pt x="269179" y="6668"/>
                                    </a:cubicBezTo>
                                    <a:cubicBezTo>
                                      <a:pt x="272989" y="6668"/>
                                      <a:pt x="275846" y="6668"/>
                                      <a:pt x="279656" y="6668"/>
                                    </a:cubicBezTo>
                                    <a:cubicBezTo>
                                      <a:pt x="282514" y="6668"/>
                                      <a:pt x="286324" y="6668"/>
                                      <a:pt x="289181" y="7620"/>
                                    </a:cubicBezTo>
                                    <a:lnTo>
                                      <a:pt x="290134" y="7620"/>
                                    </a:lnTo>
                                    <a:cubicBezTo>
                                      <a:pt x="287276" y="6668"/>
                                      <a:pt x="284419" y="6668"/>
                                      <a:pt x="281561" y="5715"/>
                                    </a:cubicBezTo>
                                    <a:cubicBezTo>
                                      <a:pt x="280609" y="5715"/>
                                      <a:pt x="279656" y="5715"/>
                                      <a:pt x="279656" y="5715"/>
                                    </a:cubicBezTo>
                                    <a:cubicBezTo>
                                      <a:pt x="276799" y="5715"/>
                                      <a:pt x="272989" y="4763"/>
                                      <a:pt x="269179" y="5715"/>
                                    </a:cubicBezTo>
                                    <a:cubicBezTo>
                                      <a:pt x="265369" y="5715"/>
                                      <a:pt x="262511" y="5715"/>
                                      <a:pt x="258701" y="5715"/>
                                    </a:cubicBezTo>
                                    <a:cubicBezTo>
                                      <a:pt x="254891" y="5715"/>
                                      <a:pt x="252034" y="6668"/>
                                      <a:pt x="248224" y="6668"/>
                                    </a:cubicBezTo>
                                    <a:cubicBezTo>
                                      <a:pt x="244414" y="6668"/>
                                      <a:pt x="241556" y="7620"/>
                                      <a:pt x="238699" y="8573"/>
                                    </a:cubicBezTo>
                                    <a:cubicBezTo>
                                      <a:pt x="235841" y="9525"/>
                                      <a:pt x="232031" y="9525"/>
                                      <a:pt x="229174" y="10477"/>
                                    </a:cubicBezTo>
                                    <a:cubicBezTo>
                                      <a:pt x="226316" y="11430"/>
                                      <a:pt x="223459" y="11430"/>
                                      <a:pt x="220601" y="12383"/>
                                    </a:cubicBezTo>
                                    <a:cubicBezTo>
                                      <a:pt x="216791" y="13335"/>
                                      <a:pt x="213934" y="14288"/>
                                      <a:pt x="212029" y="14288"/>
                                    </a:cubicBezTo>
                                    <a:cubicBezTo>
                                      <a:pt x="207266" y="14288"/>
                                      <a:pt x="201551" y="14288"/>
                                      <a:pt x="196789" y="14288"/>
                                    </a:cubicBezTo>
                                    <a:cubicBezTo>
                                      <a:pt x="180596" y="15240"/>
                                      <a:pt x="165356" y="16193"/>
                                      <a:pt x="150116" y="19050"/>
                                    </a:cubicBezTo>
                                    <a:cubicBezTo>
                                      <a:pt x="144401" y="20002"/>
                                      <a:pt x="138686" y="20955"/>
                                      <a:pt x="133924" y="21908"/>
                                    </a:cubicBezTo>
                                    <a:cubicBezTo>
                                      <a:pt x="137734" y="20002"/>
                                      <a:pt x="140591" y="18098"/>
                                      <a:pt x="144401" y="16193"/>
                                    </a:cubicBezTo>
                                    <a:cubicBezTo>
                                      <a:pt x="151069" y="13335"/>
                                      <a:pt x="156784" y="9525"/>
                                      <a:pt x="162499" y="6668"/>
                                    </a:cubicBezTo>
                                    <a:cubicBezTo>
                                      <a:pt x="165356" y="5715"/>
                                      <a:pt x="168214" y="3810"/>
                                      <a:pt x="171071" y="2858"/>
                                    </a:cubicBezTo>
                                    <a:lnTo>
                                      <a:pt x="178691" y="0"/>
                                    </a:lnTo>
                                    <a:cubicBezTo>
                                      <a:pt x="179644" y="0"/>
                                      <a:pt x="179644" y="0"/>
                                      <a:pt x="179644" y="0"/>
                                    </a:cubicBezTo>
                                    <a:cubicBezTo>
                                      <a:pt x="178691" y="0"/>
                                      <a:pt x="177739" y="0"/>
                                      <a:pt x="176786" y="0"/>
                                    </a:cubicBezTo>
                                    <a:cubicBezTo>
                                      <a:pt x="176786" y="0"/>
                                      <a:pt x="176786" y="0"/>
                                      <a:pt x="176786" y="0"/>
                                    </a:cubicBezTo>
                                    <a:cubicBezTo>
                                      <a:pt x="174881" y="952"/>
                                      <a:pt x="172024" y="1905"/>
                                      <a:pt x="170119" y="1905"/>
                                    </a:cubicBezTo>
                                    <a:cubicBezTo>
                                      <a:pt x="167261" y="2858"/>
                                      <a:pt x="164404" y="3810"/>
                                      <a:pt x="161546" y="5715"/>
                                    </a:cubicBezTo>
                                    <a:cubicBezTo>
                                      <a:pt x="155831" y="8573"/>
                                      <a:pt x="149164" y="11430"/>
                                      <a:pt x="142496" y="14288"/>
                                    </a:cubicBezTo>
                                    <a:cubicBezTo>
                                      <a:pt x="139639" y="18098"/>
                                      <a:pt x="133924" y="21908"/>
                                      <a:pt x="127256" y="23813"/>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158971AE-4B11-4607-8549-2354FB870D3B}"/>
                                  </a:ext>
                                </a:extLst>
                              </p:cNvPr>
                              <p:cNvSpPr/>
                              <p:nvPr/>
                            </p:nvSpPr>
                            <p:spPr>
                              <a:xfrm>
                                <a:off x="3344938" y="1481009"/>
                                <a:ext cx="194733" cy="160972"/>
                              </a:xfrm>
                              <a:custGeom>
                                <a:avLst/>
                                <a:gdLst>
                                  <a:gd name="connsiteX0" fmla="*/ 65193 w 194733"/>
                                  <a:gd name="connsiteY0" fmla="*/ 0 h 160972"/>
                                  <a:gd name="connsiteX1" fmla="*/ 63288 w 194733"/>
                                  <a:gd name="connsiteY1" fmla="*/ 952 h 160972"/>
                                  <a:gd name="connsiteX2" fmla="*/ 60431 w 194733"/>
                                  <a:gd name="connsiteY2" fmla="*/ 3810 h 160972"/>
                                  <a:gd name="connsiteX3" fmla="*/ 57573 w 194733"/>
                                  <a:gd name="connsiteY3" fmla="*/ 7620 h 160972"/>
                                  <a:gd name="connsiteX4" fmla="*/ 51858 w 194733"/>
                                  <a:gd name="connsiteY4" fmla="*/ 18097 h 160972"/>
                                  <a:gd name="connsiteX5" fmla="*/ 48048 w 194733"/>
                                  <a:gd name="connsiteY5" fmla="*/ 31432 h 160972"/>
                                  <a:gd name="connsiteX6" fmla="*/ 44238 w 194733"/>
                                  <a:gd name="connsiteY6" fmla="*/ 57150 h 160972"/>
                                  <a:gd name="connsiteX7" fmla="*/ 42333 w 194733"/>
                                  <a:gd name="connsiteY7" fmla="*/ 68580 h 160972"/>
                                  <a:gd name="connsiteX8" fmla="*/ 39476 w 194733"/>
                                  <a:gd name="connsiteY8" fmla="*/ 72390 h 160972"/>
                                  <a:gd name="connsiteX9" fmla="*/ 27093 w 194733"/>
                                  <a:gd name="connsiteY9" fmla="*/ 87630 h 160972"/>
                                  <a:gd name="connsiteX10" fmla="*/ 17568 w 194733"/>
                                  <a:gd name="connsiteY10" fmla="*/ 100965 h 160972"/>
                                  <a:gd name="connsiteX11" fmla="*/ 16616 w 194733"/>
                                  <a:gd name="connsiteY11" fmla="*/ 94298 h 160972"/>
                                  <a:gd name="connsiteX12" fmla="*/ 11853 w 194733"/>
                                  <a:gd name="connsiteY12" fmla="*/ 79057 h 160972"/>
                                  <a:gd name="connsiteX13" fmla="*/ 6138 w 194733"/>
                                  <a:gd name="connsiteY13" fmla="*/ 61913 h 160972"/>
                                  <a:gd name="connsiteX14" fmla="*/ 2328 w 194733"/>
                                  <a:gd name="connsiteY14" fmla="*/ 44767 h 160972"/>
                                  <a:gd name="connsiteX15" fmla="*/ 2328 w 194733"/>
                                  <a:gd name="connsiteY15" fmla="*/ 36195 h 160972"/>
                                  <a:gd name="connsiteX16" fmla="*/ 3281 w 194733"/>
                                  <a:gd name="connsiteY16" fmla="*/ 28575 h 160972"/>
                                  <a:gd name="connsiteX17" fmla="*/ 3281 w 194733"/>
                                  <a:gd name="connsiteY17" fmla="*/ 26670 h 160972"/>
                                  <a:gd name="connsiteX18" fmla="*/ 2328 w 194733"/>
                                  <a:gd name="connsiteY18" fmla="*/ 27622 h 160972"/>
                                  <a:gd name="connsiteX19" fmla="*/ 423 w 194733"/>
                                  <a:gd name="connsiteY19" fmla="*/ 35242 h 160972"/>
                                  <a:gd name="connsiteX20" fmla="*/ 423 w 194733"/>
                                  <a:gd name="connsiteY20" fmla="*/ 43815 h 160972"/>
                                  <a:gd name="connsiteX21" fmla="*/ 3281 w 194733"/>
                                  <a:gd name="connsiteY21" fmla="*/ 61913 h 160972"/>
                                  <a:gd name="connsiteX22" fmla="*/ 8043 w 194733"/>
                                  <a:gd name="connsiteY22" fmla="*/ 79057 h 160972"/>
                                  <a:gd name="connsiteX23" fmla="*/ 11853 w 194733"/>
                                  <a:gd name="connsiteY23" fmla="*/ 94298 h 160972"/>
                                  <a:gd name="connsiteX24" fmla="*/ 12806 w 194733"/>
                                  <a:gd name="connsiteY24" fmla="*/ 104775 h 160972"/>
                                  <a:gd name="connsiteX25" fmla="*/ 12806 w 194733"/>
                                  <a:gd name="connsiteY25" fmla="*/ 108585 h 160972"/>
                                  <a:gd name="connsiteX26" fmla="*/ 8043 w 194733"/>
                                  <a:gd name="connsiteY26" fmla="*/ 119063 h 160972"/>
                                  <a:gd name="connsiteX27" fmla="*/ 4233 w 194733"/>
                                  <a:gd name="connsiteY27" fmla="*/ 134302 h 160972"/>
                                  <a:gd name="connsiteX28" fmla="*/ 2328 w 194733"/>
                                  <a:gd name="connsiteY28" fmla="*/ 146685 h 160972"/>
                                  <a:gd name="connsiteX29" fmla="*/ 2328 w 194733"/>
                                  <a:gd name="connsiteY29" fmla="*/ 160973 h 160972"/>
                                  <a:gd name="connsiteX30" fmla="*/ 12806 w 194733"/>
                                  <a:gd name="connsiteY30" fmla="*/ 160020 h 160972"/>
                                  <a:gd name="connsiteX31" fmla="*/ 11853 w 194733"/>
                                  <a:gd name="connsiteY31" fmla="*/ 136207 h 160972"/>
                                  <a:gd name="connsiteX32" fmla="*/ 12806 w 194733"/>
                                  <a:gd name="connsiteY32" fmla="*/ 129540 h 160972"/>
                                  <a:gd name="connsiteX33" fmla="*/ 12806 w 194733"/>
                                  <a:gd name="connsiteY33" fmla="*/ 129540 h 160972"/>
                                  <a:gd name="connsiteX34" fmla="*/ 17568 w 194733"/>
                                  <a:gd name="connsiteY34" fmla="*/ 126682 h 160972"/>
                                  <a:gd name="connsiteX35" fmla="*/ 25188 w 194733"/>
                                  <a:gd name="connsiteY35" fmla="*/ 122873 h 160972"/>
                                  <a:gd name="connsiteX36" fmla="*/ 36618 w 194733"/>
                                  <a:gd name="connsiteY36" fmla="*/ 120015 h 160972"/>
                                  <a:gd name="connsiteX37" fmla="*/ 49953 w 194733"/>
                                  <a:gd name="connsiteY37" fmla="*/ 118110 h 160972"/>
                                  <a:gd name="connsiteX38" fmla="*/ 65193 w 194733"/>
                                  <a:gd name="connsiteY38" fmla="*/ 115252 h 160972"/>
                                  <a:gd name="connsiteX39" fmla="*/ 81386 w 194733"/>
                                  <a:gd name="connsiteY39" fmla="*/ 111442 h 160972"/>
                                  <a:gd name="connsiteX40" fmla="*/ 97578 w 194733"/>
                                  <a:gd name="connsiteY40" fmla="*/ 106680 h 160972"/>
                                  <a:gd name="connsiteX41" fmla="*/ 113771 w 194733"/>
                                  <a:gd name="connsiteY41" fmla="*/ 100965 h 160972"/>
                                  <a:gd name="connsiteX42" fmla="*/ 129011 w 194733"/>
                                  <a:gd name="connsiteY42" fmla="*/ 94298 h 160972"/>
                                  <a:gd name="connsiteX43" fmla="*/ 143298 w 194733"/>
                                  <a:gd name="connsiteY43" fmla="*/ 87630 h 160972"/>
                                  <a:gd name="connsiteX44" fmla="*/ 149966 w 194733"/>
                                  <a:gd name="connsiteY44" fmla="*/ 84773 h 160972"/>
                                  <a:gd name="connsiteX45" fmla="*/ 155681 w 194733"/>
                                  <a:gd name="connsiteY45" fmla="*/ 80963 h 160972"/>
                                  <a:gd name="connsiteX46" fmla="*/ 166158 w 194733"/>
                                  <a:gd name="connsiteY46" fmla="*/ 75248 h 160972"/>
                                  <a:gd name="connsiteX47" fmla="*/ 173778 w 194733"/>
                                  <a:gd name="connsiteY47" fmla="*/ 70485 h 160972"/>
                                  <a:gd name="connsiteX48" fmla="*/ 177588 w 194733"/>
                                  <a:gd name="connsiteY48" fmla="*/ 67627 h 160972"/>
                                  <a:gd name="connsiteX49" fmla="*/ 173778 w 194733"/>
                                  <a:gd name="connsiteY49" fmla="*/ 70485 h 160972"/>
                                  <a:gd name="connsiteX50" fmla="*/ 166158 w 194733"/>
                                  <a:gd name="connsiteY50" fmla="*/ 75248 h 160972"/>
                                  <a:gd name="connsiteX51" fmla="*/ 155681 w 194733"/>
                                  <a:gd name="connsiteY51" fmla="*/ 80963 h 160972"/>
                                  <a:gd name="connsiteX52" fmla="*/ 149966 w 194733"/>
                                  <a:gd name="connsiteY52" fmla="*/ 83820 h 160972"/>
                                  <a:gd name="connsiteX53" fmla="*/ 143298 w 194733"/>
                                  <a:gd name="connsiteY53" fmla="*/ 86677 h 160972"/>
                                  <a:gd name="connsiteX54" fmla="*/ 129011 w 194733"/>
                                  <a:gd name="connsiteY54" fmla="*/ 93345 h 160972"/>
                                  <a:gd name="connsiteX55" fmla="*/ 113771 w 194733"/>
                                  <a:gd name="connsiteY55" fmla="*/ 100013 h 160972"/>
                                  <a:gd name="connsiteX56" fmla="*/ 97578 w 194733"/>
                                  <a:gd name="connsiteY56" fmla="*/ 105727 h 160972"/>
                                  <a:gd name="connsiteX57" fmla="*/ 81386 w 194733"/>
                                  <a:gd name="connsiteY57" fmla="*/ 110490 h 160972"/>
                                  <a:gd name="connsiteX58" fmla="*/ 65193 w 194733"/>
                                  <a:gd name="connsiteY58" fmla="*/ 114300 h 160972"/>
                                  <a:gd name="connsiteX59" fmla="*/ 49953 w 194733"/>
                                  <a:gd name="connsiteY59" fmla="*/ 117157 h 160972"/>
                                  <a:gd name="connsiteX60" fmla="*/ 36618 w 194733"/>
                                  <a:gd name="connsiteY60" fmla="*/ 119063 h 160972"/>
                                  <a:gd name="connsiteX61" fmla="*/ 25188 w 194733"/>
                                  <a:gd name="connsiteY61" fmla="*/ 121920 h 160972"/>
                                  <a:gd name="connsiteX62" fmla="*/ 16616 w 194733"/>
                                  <a:gd name="connsiteY62" fmla="*/ 125730 h 160972"/>
                                  <a:gd name="connsiteX63" fmla="*/ 15663 w 194733"/>
                                  <a:gd name="connsiteY63" fmla="*/ 126682 h 160972"/>
                                  <a:gd name="connsiteX64" fmla="*/ 15663 w 194733"/>
                                  <a:gd name="connsiteY64" fmla="*/ 125730 h 160972"/>
                                  <a:gd name="connsiteX65" fmla="*/ 22331 w 194733"/>
                                  <a:gd name="connsiteY65" fmla="*/ 110490 h 160972"/>
                                  <a:gd name="connsiteX66" fmla="*/ 31856 w 194733"/>
                                  <a:gd name="connsiteY66" fmla="*/ 94298 h 160972"/>
                                  <a:gd name="connsiteX67" fmla="*/ 33761 w 194733"/>
                                  <a:gd name="connsiteY67" fmla="*/ 91440 h 160972"/>
                                  <a:gd name="connsiteX68" fmla="*/ 37571 w 194733"/>
                                  <a:gd name="connsiteY68" fmla="*/ 88582 h 160972"/>
                                  <a:gd name="connsiteX69" fmla="*/ 55668 w 194733"/>
                                  <a:gd name="connsiteY69" fmla="*/ 81915 h 160972"/>
                                  <a:gd name="connsiteX70" fmla="*/ 69003 w 194733"/>
                                  <a:gd name="connsiteY70" fmla="*/ 78105 h 160972"/>
                                  <a:gd name="connsiteX71" fmla="*/ 83291 w 194733"/>
                                  <a:gd name="connsiteY71" fmla="*/ 74295 h 160972"/>
                                  <a:gd name="connsiteX72" fmla="*/ 98531 w 194733"/>
                                  <a:gd name="connsiteY72" fmla="*/ 69532 h 160972"/>
                                  <a:gd name="connsiteX73" fmla="*/ 113771 w 194733"/>
                                  <a:gd name="connsiteY73" fmla="*/ 64770 h 160972"/>
                                  <a:gd name="connsiteX74" fmla="*/ 129011 w 194733"/>
                                  <a:gd name="connsiteY74" fmla="*/ 59055 h 160972"/>
                                  <a:gd name="connsiteX75" fmla="*/ 144251 w 194733"/>
                                  <a:gd name="connsiteY75" fmla="*/ 53340 h 160972"/>
                                  <a:gd name="connsiteX76" fmla="*/ 158538 w 194733"/>
                                  <a:gd name="connsiteY76" fmla="*/ 47625 h 160972"/>
                                  <a:gd name="connsiteX77" fmla="*/ 170921 w 194733"/>
                                  <a:gd name="connsiteY77" fmla="*/ 41910 h 160972"/>
                                  <a:gd name="connsiteX78" fmla="*/ 189971 w 194733"/>
                                  <a:gd name="connsiteY78" fmla="*/ 33338 h 160972"/>
                                  <a:gd name="connsiteX79" fmla="*/ 194733 w 194733"/>
                                  <a:gd name="connsiteY79" fmla="*/ 30480 h 160972"/>
                                  <a:gd name="connsiteX80" fmla="*/ 189018 w 194733"/>
                                  <a:gd name="connsiteY80" fmla="*/ 32385 h 160972"/>
                                  <a:gd name="connsiteX81" fmla="*/ 169968 w 194733"/>
                                  <a:gd name="connsiteY81" fmla="*/ 40005 h 160972"/>
                                  <a:gd name="connsiteX82" fmla="*/ 157586 w 194733"/>
                                  <a:gd name="connsiteY82" fmla="*/ 44767 h 160972"/>
                                  <a:gd name="connsiteX83" fmla="*/ 143298 w 194733"/>
                                  <a:gd name="connsiteY83" fmla="*/ 50482 h 160972"/>
                                  <a:gd name="connsiteX84" fmla="*/ 128058 w 194733"/>
                                  <a:gd name="connsiteY84" fmla="*/ 56197 h 160972"/>
                                  <a:gd name="connsiteX85" fmla="*/ 111866 w 194733"/>
                                  <a:gd name="connsiteY85" fmla="*/ 60960 h 160972"/>
                                  <a:gd name="connsiteX86" fmla="*/ 95673 w 194733"/>
                                  <a:gd name="connsiteY86" fmla="*/ 65723 h 160972"/>
                                  <a:gd name="connsiteX87" fmla="*/ 80433 w 194733"/>
                                  <a:gd name="connsiteY87" fmla="*/ 69532 h 160972"/>
                                  <a:gd name="connsiteX88" fmla="*/ 66146 w 194733"/>
                                  <a:gd name="connsiteY88" fmla="*/ 73342 h 160972"/>
                                  <a:gd name="connsiteX89" fmla="*/ 52811 w 194733"/>
                                  <a:gd name="connsiteY89" fmla="*/ 76200 h 160972"/>
                                  <a:gd name="connsiteX90" fmla="*/ 38523 w 194733"/>
                                  <a:gd name="connsiteY90" fmla="*/ 80963 h 160972"/>
                                  <a:gd name="connsiteX91" fmla="*/ 41381 w 194733"/>
                                  <a:gd name="connsiteY91" fmla="*/ 77152 h 160972"/>
                                  <a:gd name="connsiteX92" fmla="*/ 53763 w 194733"/>
                                  <a:gd name="connsiteY92" fmla="*/ 61913 h 160972"/>
                                  <a:gd name="connsiteX93" fmla="*/ 66146 w 194733"/>
                                  <a:gd name="connsiteY93" fmla="*/ 47625 h 160972"/>
                                  <a:gd name="connsiteX94" fmla="*/ 78528 w 194733"/>
                                  <a:gd name="connsiteY94" fmla="*/ 35242 h 160972"/>
                                  <a:gd name="connsiteX95" fmla="*/ 89958 w 194733"/>
                                  <a:gd name="connsiteY95" fmla="*/ 24765 h 160972"/>
                                  <a:gd name="connsiteX96" fmla="*/ 108056 w 194733"/>
                                  <a:gd name="connsiteY96" fmla="*/ 12382 h 160972"/>
                                  <a:gd name="connsiteX97" fmla="*/ 108056 w 194733"/>
                                  <a:gd name="connsiteY97" fmla="*/ 12382 h 160972"/>
                                  <a:gd name="connsiteX98" fmla="*/ 88053 w 194733"/>
                                  <a:gd name="connsiteY98" fmla="*/ 22860 h 160972"/>
                                  <a:gd name="connsiteX99" fmla="*/ 75671 w 194733"/>
                                  <a:gd name="connsiteY99" fmla="*/ 33338 h 160972"/>
                                  <a:gd name="connsiteX100" fmla="*/ 62336 w 194733"/>
                                  <a:gd name="connsiteY100" fmla="*/ 44767 h 160972"/>
                                  <a:gd name="connsiteX101" fmla="*/ 49001 w 194733"/>
                                  <a:gd name="connsiteY101" fmla="*/ 58102 h 160972"/>
                                  <a:gd name="connsiteX102" fmla="*/ 44238 w 194733"/>
                                  <a:gd name="connsiteY102" fmla="*/ 62865 h 160972"/>
                                  <a:gd name="connsiteX103" fmla="*/ 44238 w 194733"/>
                                  <a:gd name="connsiteY103" fmla="*/ 58102 h 160972"/>
                                  <a:gd name="connsiteX104" fmla="*/ 45191 w 194733"/>
                                  <a:gd name="connsiteY104" fmla="*/ 46672 h 160972"/>
                                  <a:gd name="connsiteX105" fmla="*/ 46143 w 194733"/>
                                  <a:gd name="connsiteY105" fmla="*/ 33338 h 160972"/>
                                  <a:gd name="connsiteX106" fmla="*/ 49001 w 194733"/>
                                  <a:gd name="connsiteY106" fmla="*/ 20002 h 160972"/>
                                  <a:gd name="connsiteX107" fmla="*/ 53763 w 194733"/>
                                  <a:gd name="connsiteY107" fmla="*/ 9525 h 160972"/>
                                  <a:gd name="connsiteX108" fmla="*/ 56621 w 194733"/>
                                  <a:gd name="connsiteY108" fmla="*/ 5715 h 160972"/>
                                  <a:gd name="connsiteX109" fmla="*/ 59478 w 194733"/>
                                  <a:gd name="connsiteY109" fmla="*/ 2857 h 160972"/>
                                  <a:gd name="connsiteX110" fmla="*/ 65193 w 194733"/>
                                  <a:gd name="connsiteY110" fmla="*/ 0 h 160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94733" h="160972">
                                    <a:moveTo>
                                      <a:pt x="65193" y="0"/>
                                    </a:moveTo>
                                    <a:cubicBezTo>
                                      <a:pt x="65193" y="0"/>
                                      <a:pt x="64241" y="952"/>
                                      <a:pt x="63288" y="952"/>
                                    </a:cubicBezTo>
                                    <a:cubicBezTo>
                                      <a:pt x="62336" y="1905"/>
                                      <a:pt x="61383" y="1905"/>
                                      <a:pt x="60431" y="3810"/>
                                    </a:cubicBezTo>
                                    <a:cubicBezTo>
                                      <a:pt x="59478" y="4763"/>
                                      <a:pt x="58526" y="5715"/>
                                      <a:pt x="57573" y="7620"/>
                                    </a:cubicBezTo>
                                    <a:cubicBezTo>
                                      <a:pt x="55668" y="10477"/>
                                      <a:pt x="53763" y="14288"/>
                                      <a:pt x="51858" y="18097"/>
                                    </a:cubicBezTo>
                                    <a:cubicBezTo>
                                      <a:pt x="49953" y="21907"/>
                                      <a:pt x="49001" y="26670"/>
                                      <a:pt x="48048" y="31432"/>
                                    </a:cubicBezTo>
                                    <a:cubicBezTo>
                                      <a:pt x="46143" y="40957"/>
                                      <a:pt x="45191" y="49530"/>
                                      <a:pt x="44238" y="57150"/>
                                    </a:cubicBezTo>
                                    <a:cubicBezTo>
                                      <a:pt x="43286" y="62865"/>
                                      <a:pt x="42333" y="66675"/>
                                      <a:pt x="42333" y="68580"/>
                                    </a:cubicBezTo>
                                    <a:lnTo>
                                      <a:pt x="39476" y="72390"/>
                                    </a:lnTo>
                                    <a:cubicBezTo>
                                      <a:pt x="35666" y="77152"/>
                                      <a:pt x="30903" y="81915"/>
                                      <a:pt x="27093" y="87630"/>
                                    </a:cubicBezTo>
                                    <a:cubicBezTo>
                                      <a:pt x="23283" y="92392"/>
                                      <a:pt x="20426" y="96202"/>
                                      <a:pt x="17568" y="100965"/>
                                    </a:cubicBezTo>
                                    <a:cubicBezTo>
                                      <a:pt x="17568" y="99060"/>
                                      <a:pt x="16616" y="96202"/>
                                      <a:pt x="16616" y="94298"/>
                                    </a:cubicBezTo>
                                    <a:cubicBezTo>
                                      <a:pt x="15663" y="89535"/>
                                      <a:pt x="13758" y="84773"/>
                                      <a:pt x="11853" y="79057"/>
                                    </a:cubicBezTo>
                                    <a:cubicBezTo>
                                      <a:pt x="9948" y="73342"/>
                                      <a:pt x="8043" y="67627"/>
                                      <a:pt x="6138" y="61913"/>
                                    </a:cubicBezTo>
                                    <a:cubicBezTo>
                                      <a:pt x="4233" y="56197"/>
                                      <a:pt x="3281" y="50482"/>
                                      <a:pt x="2328" y="44767"/>
                                    </a:cubicBezTo>
                                    <a:cubicBezTo>
                                      <a:pt x="2328" y="41910"/>
                                      <a:pt x="2328" y="39052"/>
                                      <a:pt x="2328" y="36195"/>
                                    </a:cubicBezTo>
                                    <a:cubicBezTo>
                                      <a:pt x="2328" y="33338"/>
                                      <a:pt x="3281" y="31432"/>
                                      <a:pt x="3281" y="28575"/>
                                    </a:cubicBezTo>
                                    <a:cubicBezTo>
                                      <a:pt x="3281" y="27622"/>
                                      <a:pt x="3281" y="27622"/>
                                      <a:pt x="3281" y="26670"/>
                                    </a:cubicBezTo>
                                    <a:cubicBezTo>
                                      <a:pt x="3281" y="26670"/>
                                      <a:pt x="2328" y="27622"/>
                                      <a:pt x="2328" y="27622"/>
                                    </a:cubicBezTo>
                                    <a:cubicBezTo>
                                      <a:pt x="1376" y="29527"/>
                                      <a:pt x="1376" y="32385"/>
                                      <a:pt x="423" y="35242"/>
                                    </a:cubicBezTo>
                                    <a:cubicBezTo>
                                      <a:pt x="423" y="38100"/>
                                      <a:pt x="-529" y="40957"/>
                                      <a:pt x="423" y="43815"/>
                                    </a:cubicBezTo>
                                    <a:cubicBezTo>
                                      <a:pt x="423" y="49530"/>
                                      <a:pt x="1376" y="56197"/>
                                      <a:pt x="3281" y="61913"/>
                                    </a:cubicBezTo>
                                    <a:cubicBezTo>
                                      <a:pt x="5186" y="67627"/>
                                      <a:pt x="6138" y="74295"/>
                                      <a:pt x="8043" y="79057"/>
                                    </a:cubicBezTo>
                                    <a:cubicBezTo>
                                      <a:pt x="9948" y="84773"/>
                                      <a:pt x="10901" y="89535"/>
                                      <a:pt x="11853" y="94298"/>
                                    </a:cubicBezTo>
                                    <a:cubicBezTo>
                                      <a:pt x="12806" y="99060"/>
                                      <a:pt x="12806" y="102870"/>
                                      <a:pt x="12806" y="104775"/>
                                    </a:cubicBezTo>
                                    <a:cubicBezTo>
                                      <a:pt x="12806" y="106680"/>
                                      <a:pt x="12806" y="107632"/>
                                      <a:pt x="12806" y="108585"/>
                                    </a:cubicBezTo>
                                    <a:cubicBezTo>
                                      <a:pt x="10901" y="112395"/>
                                      <a:pt x="8996" y="116205"/>
                                      <a:pt x="8043" y="119063"/>
                                    </a:cubicBezTo>
                                    <a:cubicBezTo>
                                      <a:pt x="6138" y="124777"/>
                                      <a:pt x="5186" y="129540"/>
                                      <a:pt x="4233" y="134302"/>
                                    </a:cubicBezTo>
                                    <a:cubicBezTo>
                                      <a:pt x="3281" y="139065"/>
                                      <a:pt x="2328" y="142875"/>
                                      <a:pt x="2328" y="146685"/>
                                    </a:cubicBezTo>
                                    <a:lnTo>
                                      <a:pt x="2328" y="160973"/>
                                    </a:lnTo>
                                    <a:lnTo>
                                      <a:pt x="12806" y="160020"/>
                                    </a:lnTo>
                                    <a:cubicBezTo>
                                      <a:pt x="12806" y="155257"/>
                                      <a:pt x="10901" y="143827"/>
                                      <a:pt x="11853" y="136207"/>
                                    </a:cubicBezTo>
                                    <a:cubicBezTo>
                                      <a:pt x="11853" y="134302"/>
                                      <a:pt x="12806" y="131445"/>
                                      <a:pt x="12806" y="129540"/>
                                    </a:cubicBezTo>
                                    <a:cubicBezTo>
                                      <a:pt x="12806" y="129540"/>
                                      <a:pt x="12806" y="129540"/>
                                      <a:pt x="12806" y="129540"/>
                                    </a:cubicBezTo>
                                    <a:cubicBezTo>
                                      <a:pt x="13758" y="128588"/>
                                      <a:pt x="15663" y="127635"/>
                                      <a:pt x="17568" y="126682"/>
                                    </a:cubicBezTo>
                                    <a:cubicBezTo>
                                      <a:pt x="19473" y="125730"/>
                                      <a:pt x="22331" y="124777"/>
                                      <a:pt x="25188" y="122873"/>
                                    </a:cubicBezTo>
                                    <a:cubicBezTo>
                                      <a:pt x="28046" y="121920"/>
                                      <a:pt x="31856" y="120967"/>
                                      <a:pt x="36618" y="120015"/>
                                    </a:cubicBezTo>
                                    <a:cubicBezTo>
                                      <a:pt x="40428" y="119063"/>
                                      <a:pt x="45191" y="118110"/>
                                      <a:pt x="49953" y="118110"/>
                                    </a:cubicBezTo>
                                    <a:cubicBezTo>
                                      <a:pt x="54716" y="117157"/>
                                      <a:pt x="59478" y="116205"/>
                                      <a:pt x="65193" y="115252"/>
                                    </a:cubicBezTo>
                                    <a:cubicBezTo>
                                      <a:pt x="69956" y="114300"/>
                                      <a:pt x="75671" y="112395"/>
                                      <a:pt x="81386" y="111442"/>
                                    </a:cubicBezTo>
                                    <a:cubicBezTo>
                                      <a:pt x="87101" y="110490"/>
                                      <a:pt x="92816" y="107632"/>
                                      <a:pt x="97578" y="106680"/>
                                    </a:cubicBezTo>
                                    <a:cubicBezTo>
                                      <a:pt x="103293" y="104775"/>
                                      <a:pt x="108056" y="102870"/>
                                      <a:pt x="113771" y="100965"/>
                                    </a:cubicBezTo>
                                    <a:cubicBezTo>
                                      <a:pt x="119486" y="99060"/>
                                      <a:pt x="124248" y="96202"/>
                                      <a:pt x="129011" y="94298"/>
                                    </a:cubicBezTo>
                                    <a:cubicBezTo>
                                      <a:pt x="133773" y="92392"/>
                                      <a:pt x="138536" y="89535"/>
                                      <a:pt x="143298" y="87630"/>
                                    </a:cubicBezTo>
                                    <a:cubicBezTo>
                                      <a:pt x="145203" y="86677"/>
                                      <a:pt x="148061" y="85725"/>
                                      <a:pt x="149966" y="84773"/>
                                    </a:cubicBezTo>
                                    <a:cubicBezTo>
                                      <a:pt x="151871" y="83820"/>
                                      <a:pt x="153776" y="82867"/>
                                      <a:pt x="155681" y="80963"/>
                                    </a:cubicBezTo>
                                    <a:cubicBezTo>
                                      <a:pt x="159491" y="79057"/>
                                      <a:pt x="163301" y="77152"/>
                                      <a:pt x="166158" y="75248"/>
                                    </a:cubicBezTo>
                                    <a:cubicBezTo>
                                      <a:pt x="169016" y="73342"/>
                                      <a:pt x="171873" y="71438"/>
                                      <a:pt x="173778" y="70485"/>
                                    </a:cubicBezTo>
                                    <a:cubicBezTo>
                                      <a:pt x="175683" y="69532"/>
                                      <a:pt x="176636" y="68580"/>
                                      <a:pt x="177588" y="67627"/>
                                    </a:cubicBezTo>
                                    <a:cubicBezTo>
                                      <a:pt x="176636" y="68580"/>
                                      <a:pt x="174731" y="69532"/>
                                      <a:pt x="173778" y="70485"/>
                                    </a:cubicBezTo>
                                    <a:cubicBezTo>
                                      <a:pt x="171873" y="71438"/>
                                      <a:pt x="169016" y="73342"/>
                                      <a:pt x="166158" y="75248"/>
                                    </a:cubicBezTo>
                                    <a:cubicBezTo>
                                      <a:pt x="163301" y="77152"/>
                                      <a:pt x="159491" y="79057"/>
                                      <a:pt x="155681" y="80963"/>
                                    </a:cubicBezTo>
                                    <a:cubicBezTo>
                                      <a:pt x="153776" y="81915"/>
                                      <a:pt x="151871" y="82867"/>
                                      <a:pt x="149966" y="83820"/>
                                    </a:cubicBezTo>
                                    <a:cubicBezTo>
                                      <a:pt x="148061" y="84773"/>
                                      <a:pt x="145203" y="85725"/>
                                      <a:pt x="143298" y="86677"/>
                                    </a:cubicBezTo>
                                    <a:cubicBezTo>
                                      <a:pt x="138536" y="88582"/>
                                      <a:pt x="133773" y="91440"/>
                                      <a:pt x="129011" y="93345"/>
                                    </a:cubicBezTo>
                                    <a:cubicBezTo>
                                      <a:pt x="124248" y="95250"/>
                                      <a:pt x="118533" y="98107"/>
                                      <a:pt x="113771" y="100013"/>
                                    </a:cubicBezTo>
                                    <a:cubicBezTo>
                                      <a:pt x="108056" y="101917"/>
                                      <a:pt x="103293" y="103823"/>
                                      <a:pt x="97578" y="105727"/>
                                    </a:cubicBezTo>
                                    <a:cubicBezTo>
                                      <a:pt x="91863" y="107632"/>
                                      <a:pt x="87101" y="109538"/>
                                      <a:pt x="81386" y="110490"/>
                                    </a:cubicBezTo>
                                    <a:cubicBezTo>
                                      <a:pt x="75671" y="111442"/>
                                      <a:pt x="70908" y="113348"/>
                                      <a:pt x="65193" y="114300"/>
                                    </a:cubicBezTo>
                                    <a:cubicBezTo>
                                      <a:pt x="59478" y="115252"/>
                                      <a:pt x="54716" y="116205"/>
                                      <a:pt x="49953" y="117157"/>
                                    </a:cubicBezTo>
                                    <a:cubicBezTo>
                                      <a:pt x="45191" y="118110"/>
                                      <a:pt x="40428" y="118110"/>
                                      <a:pt x="36618" y="119063"/>
                                    </a:cubicBezTo>
                                    <a:cubicBezTo>
                                      <a:pt x="31856" y="120015"/>
                                      <a:pt x="28046" y="120967"/>
                                      <a:pt x="25188" y="121920"/>
                                    </a:cubicBezTo>
                                    <a:cubicBezTo>
                                      <a:pt x="21378" y="122873"/>
                                      <a:pt x="18521" y="123825"/>
                                      <a:pt x="16616" y="125730"/>
                                    </a:cubicBezTo>
                                    <a:cubicBezTo>
                                      <a:pt x="16616" y="125730"/>
                                      <a:pt x="15663" y="125730"/>
                                      <a:pt x="15663" y="126682"/>
                                    </a:cubicBezTo>
                                    <a:lnTo>
                                      <a:pt x="15663" y="125730"/>
                                    </a:lnTo>
                                    <a:cubicBezTo>
                                      <a:pt x="17568" y="120967"/>
                                      <a:pt x="19473" y="115252"/>
                                      <a:pt x="22331" y="110490"/>
                                    </a:cubicBezTo>
                                    <a:cubicBezTo>
                                      <a:pt x="25188" y="104775"/>
                                      <a:pt x="28046" y="100013"/>
                                      <a:pt x="31856" y="94298"/>
                                    </a:cubicBezTo>
                                    <a:lnTo>
                                      <a:pt x="33761" y="91440"/>
                                    </a:lnTo>
                                    <a:cubicBezTo>
                                      <a:pt x="34713" y="90488"/>
                                      <a:pt x="35666" y="89535"/>
                                      <a:pt x="37571" y="88582"/>
                                    </a:cubicBezTo>
                                    <a:cubicBezTo>
                                      <a:pt x="41381" y="86677"/>
                                      <a:pt x="48048" y="83820"/>
                                      <a:pt x="55668" y="81915"/>
                                    </a:cubicBezTo>
                                    <a:cubicBezTo>
                                      <a:pt x="59478" y="80963"/>
                                      <a:pt x="64241" y="80010"/>
                                      <a:pt x="69003" y="78105"/>
                                    </a:cubicBezTo>
                                    <a:cubicBezTo>
                                      <a:pt x="73766" y="77152"/>
                                      <a:pt x="78528" y="76200"/>
                                      <a:pt x="83291" y="74295"/>
                                    </a:cubicBezTo>
                                    <a:cubicBezTo>
                                      <a:pt x="88053" y="72390"/>
                                      <a:pt x="93768" y="71438"/>
                                      <a:pt x="98531" y="69532"/>
                                    </a:cubicBezTo>
                                    <a:cubicBezTo>
                                      <a:pt x="103293" y="67627"/>
                                      <a:pt x="109008" y="65723"/>
                                      <a:pt x="113771" y="64770"/>
                                    </a:cubicBezTo>
                                    <a:cubicBezTo>
                                      <a:pt x="119486" y="62865"/>
                                      <a:pt x="124248" y="60960"/>
                                      <a:pt x="129011" y="59055"/>
                                    </a:cubicBezTo>
                                    <a:lnTo>
                                      <a:pt x="144251" y="53340"/>
                                    </a:lnTo>
                                    <a:cubicBezTo>
                                      <a:pt x="149013" y="51435"/>
                                      <a:pt x="153776" y="49530"/>
                                      <a:pt x="158538" y="47625"/>
                                    </a:cubicBezTo>
                                    <a:cubicBezTo>
                                      <a:pt x="163301" y="45720"/>
                                      <a:pt x="167111" y="43815"/>
                                      <a:pt x="170921" y="41910"/>
                                    </a:cubicBezTo>
                                    <a:cubicBezTo>
                                      <a:pt x="178541" y="38100"/>
                                      <a:pt x="185208" y="35242"/>
                                      <a:pt x="189971" y="33338"/>
                                    </a:cubicBezTo>
                                    <a:cubicBezTo>
                                      <a:pt x="191876" y="32385"/>
                                      <a:pt x="193781" y="31432"/>
                                      <a:pt x="194733" y="30480"/>
                                    </a:cubicBezTo>
                                    <a:cubicBezTo>
                                      <a:pt x="193781" y="31432"/>
                                      <a:pt x="191876" y="31432"/>
                                      <a:pt x="189018" y="32385"/>
                                    </a:cubicBezTo>
                                    <a:cubicBezTo>
                                      <a:pt x="184256" y="34290"/>
                                      <a:pt x="177588" y="37147"/>
                                      <a:pt x="169968" y="40005"/>
                                    </a:cubicBezTo>
                                    <a:cubicBezTo>
                                      <a:pt x="166158" y="41910"/>
                                      <a:pt x="162348" y="43815"/>
                                      <a:pt x="157586" y="44767"/>
                                    </a:cubicBezTo>
                                    <a:cubicBezTo>
                                      <a:pt x="152823" y="46672"/>
                                      <a:pt x="148061" y="48577"/>
                                      <a:pt x="143298" y="50482"/>
                                    </a:cubicBezTo>
                                    <a:cubicBezTo>
                                      <a:pt x="138536" y="52388"/>
                                      <a:pt x="133773" y="54292"/>
                                      <a:pt x="128058" y="56197"/>
                                    </a:cubicBezTo>
                                    <a:cubicBezTo>
                                      <a:pt x="123296" y="58102"/>
                                      <a:pt x="117581" y="60007"/>
                                      <a:pt x="111866" y="60960"/>
                                    </a:cubicBezTo>
                                    <a:cubicBezTo>
                                      <a:pt x="107103" y="62865"/>
                                      <a:pt x="101388" y="63817"/>
                                      <a:pt x="95673" y="65723"/>
                                    </a:cubicBezTo>
                                    <a:cubicBezTo>
                                      <a:pt x="89958" y="67627"/>
                                      <a:pt x="85196" y="68580"/>
                                      <a:pt x="80433" y="69532"/>
                                    </a:cubicBezTo>
                                    <a:cubicBezTo>
                                      <a:pt x="75671" y="71438"/>
                                      <a:pt x="70908" y="72390"/>
                                      <a:pt x="66146" y="73342"/>
                                    </a:cubicBezTo>
                                    <a:cubicBezTo>
                                      <a:pt x="61383" y="74295"/>
                                      <a:pt x="57573" y="75248"/>
                                      <a:pt x="52811" y="76200"/>
                                    </a:cubicBezTo>
                                    <a:cubicBezTo>
                                      <a:pt x="47096" y="77152"/>
                                      <a:pt x="42333" y="79057"/>
                                      <a:pt x="38523" y="80963"/>
                                    </a:cubicBezTo>
                                    <a:lnTo>
                                      <a:pt x="41381" y="77152"/>
                                    </a:lnTo>
                                    <a:cubicBezTo>
                                      <a:pt x="45191" y="71438"/>
                                      <a:pt x="49953" y="66675"/>
                                      <a:pt x="53763" y="61913"/>
                                    </a:cubicBezTo>
                                    <a:cubicBezTo>
                                      <a:pt x="57573" y="57150"/>
                                      <a:pt x="62336" y="52388"/>
                                      <a:pt x="66146" y="47625"/>
                                    </a:cubicBezTo>
                                    <a:cubicBezTo>
                                      <a:pt x="69956" y="42863"/>
                                      <a:pt x="74718" y="39052"/>
                                      <a:pt x="78528" y="35242"/>
                                    </a:cubicBezTo>
                                    <a:cubicBezTo>
                                      <a:pt x="82338" y="31432"/>
                                      <a:pt x="86148" y="27622"/>
                                      <a:pt x="89958" y="24765"/>
                                    </a:cubicBezTo>
                                    <a:cubicBezTo>
                                      <a:pt x="96626" y="19050"/>
                                      <a:pt x="103293" y="15240"/>
                                      <a:pt x="108056" y="12382"/>
                                    </a:cubicBezTo>
                                    <a:lnTo>
                                      <a:pt x="108056" y="12382"/>
                                    </a:lnTo>
                                    <a:cubicBezTo>
                                      <a:pt x="102341" y="13335"/>
                                      <a:pt x="95673" y="18097"/>
                                      <a:pt x="88053" y="22860"/>
                                    </a:cubicBezTo>
                                    <a:cubicBezTo>
                                      <a:pt x="84243" y="25717"/>
                                      <a:pt x="80433" y="29527"/>
                                      <a:pt x="75671" y="33338"/>
                                    </a:cubicBezTo>
                                    <a:cubicBezTo>
                                      <a:pt x="70908" y="37147"/>
                                      <a:pt x="67098" y="40957"/>
                                      <a:pt x="62336" y="44767"/>
                                    </a:cubicBezTo>
                                    <a:cubicBezTo>
                                      <a:pt x="57573" y="49530"/>
                                      <a:pt x="52811" y="53340"/>
                                      <a:pt x="49001" y="58102"/>
                                    </a:cubicBezTo>
                                    <a:lnTo>
                                      <a:pt x="44238" y="62865"/>
                                    </a:lnTo>
                                    <a:cubicBezTo>
                                      <a:pt x="44238" y="61913"/>
                                      <a:pt x="44238" y="60007"/>
                                      <a:pt x="44238" y="58102"/>
                                    </a:cubicBezTo>
                                    <a:cubicBezTo>
                                      <a:pt x="44238" y="54292"/>
                                      <a:pt x="45191" y="50482"/>
                                      <a:pt x="45191" y="46672"/>
                                    </a:cubicBezTo>
                                    <a:cubicBezTo>
                                      <a:pt x="45191" y="41910"/>
                                      <a:pt x="46143" y="38100"/>
                                      <a:pt x="46143" y="33338"/>
                                    </a:cubicBezTo>
                                    <a:cubicBezTo>
                                      <a:pt x="47096" y="28575"/>
                                      <a:pt x="48048" y="23813"/>
                                      <a:pt x="49001" y="20002"/>
                                    </a:cubicBezTo>
                                    <a:cubicBezTo>
                                      <a:pt x="49953" y="16192"/>
                                      <a:pt x="51858" y="12382"/>
                                      <a:pt x="53763" y="9525"/>
                                    </a:cubicBezTo>
                                    <a:cubicBezTo>
                                      <a:pt x="54716" y="7620"/>
                                      <a:pt x="55668" y="6667"/>
                                      <a:pt x="56621" y="5715"/>
                                    </a:cubicBezTo>
                                    <a:cubicBezTo>
                                      <a:pt x="57573" y="4763"/>
                                      <a:pt x="58526" y="3810"/>
                                      <a:pt x="59478" y="2857"/>
                                    </a:cubicBezTo>
                                    <a:cubicBezTo>
                                      <a:pt x="64241" y="952"/>
                                      <a:pt x="65193" y="952"/>
                                      <a:pt x="65193" y="0"/>
                                    </a:cubicBezTo>
                                    <a:close/>
                                  </a:path>
                                </a:pathLst>
                              </a:custGeom>
                              <a:grpFill/>
                              <a:ln w="9525" cap="flat">
                                <a:noFill/>
                                <a:prstDash val="solid"/>
                                <a:miter/>
                              </a:ln>
                            </p:spPr>
                            <p:txBody>
                              <a:bodyPr rtlCol="0" anchor="ctr"/>
                              <a:lstStyle/>
                              <a:p>
                                <a:endParaRPr lang="en-US"/>
                              </a:p>
                            </p:txBody>
                          </p:sp>
                        </p:grpSp>
                      </p:grpSp>
                      <p:grpSp>
                        <p:nvGrpSpPr>
                          <p:cNvPr id="256" name="Graphic 2">
                            <a:extLst>
                              <a:ext uri="{FF2B5EF4-FFF2-40B4-BE49-F238E27FC236}">
                                <a16:creationId xmlns:a16="http://schemas.microsoft.com/office/drawing/2014/main" id="{AE736AF3-0337-429B-AEF1-DA4B52809559}"/>
                              </a:ext>
                            </a:extLst>
                          </p:cNvPr>
                          <p:cNvGrpSpPr/>
                          <p:nvPr/>
                        </p:nvGrpSpPr>
                        <p:grpSpPr>
                          <a:xfrm>
                            <a:off x="3343456" y="2499232"/>
                            <a:ext cx="209635" cy="150684"/>
                            <a:chOff x="3343456" y="2499232"/>
                            <a:chExt cx="209635" cy="150684"/>
                          </a:xfrm>
                          <a:grpFill/>
                        </p:grpSpPr>
                        <p:sp>
                          <p:nvSpPr>
                            <p:cNvPr id="257" name="Freeform: Shape 256">
                              <a:extLst>
                                <a:ext uri="{FF2B5EF4-FFF2-40B4-BE49-F238E27FC236}">
                                  <a16:creationId xmlns:a16="http://schemas.microsoft.com/office/drawing/2014/main" id="{DCBF2235-E7F4-4754-A41C-AEA012A30DD5}"/>
                                </a:ext>
                              </a:extLst>
                            </p:cNvPr>
                            <p:cNvSpPr/>
                            <p:nvPr/>
                          </p:nvSpPr>
                          <p:spPr>
                            <a:xfrm>
                              <a:off x="3343456" y="2499232"/>
                              <a:ext cx="209635" cy="150684"/>
                            </a:xfrm>
                            <a:custGeom>
                              <a:avLst/>
                              <a:gdLst>
                                <a:gd name="connsiteX0" fmla="*/ 155257 w 209635"/>
                                <a:gd name="connsiteY0" fmla="*/ 0 h 150684"/>
                                <a:gd name="connsiteX1" fmla="*/ 147638 w 209635"/>
                                <a:gd name="connsiteY1" fmla="*/ 6667 h 150684"/>
                                <a:gd name="connsiteX2" fmla="*/ 147638 w 209635"/>
                                <a:gd name="connsiteY2" fmla="*/ 6667 h 150684"/>
                                <a:gd name="connsiteX3" fmla="*/ 145732 w 209635"/>
                                <a:gd name="connsiteY3" fmla="*/ 7620 h 150684"/>
                                <a:gd name="connsiteX4" fmla="*/ 120968 w 209635"/>
                                <a:gd name="connsiteY4" fmla="*/ 3810 h 150684"/>
                                <a:gd name="connsiteX5" fmla="*/ 102870 w 209635"/>
                                <a:gd name="connsiteY5" fmla="*/ 16192 h 150684"/>
                                <a:gd name="connsiteX6" fmla="*/ 106680 w 209635"/>
                                <a:gd name="connsiteY6" fmla="*/ 28575 h 150684"/>
                                <a:gd name="connsiteX7" fmla="*/ 117157 w 209635"/>
                                <a:gd name="connsiteY7" fmla="*/ 47625 h 150684"/>
                                <a:gd name="connsiteX8" fmla="*/ 108585 w 209635"/>
                                <a:gd name="connsiteY8" fmla="*/ 46672 h 150684"/>
                                <a:gd name="connsiteX9" fmla="*/ 100013 w 209635"/>
                                <a:gd name="connsiteY9" fmla="*/ 45720 h 150684"/>
                                <a:gd name="connsiteX10" fmla="*/ 78105 w 209635"/>
                                <a:gd name="connsiteY10" fmla="*/ 45720 h 150684"/>
                                <a:gd name="connsiteX11" fmla="*/ 53340 w 209635"/>
                                <a:gd name="connsiteY11" fmla="*/ 50483 h 150684"/>
                                <a:gd name="connsiteX12" fmla="*/ 53340 w 209635"/>
                                <a:gd name="connsiteY12" fmla="*/ 50483 h 150684"/>
                                <a:gd name="connsiteX13" fmla="*/ 53340 w 209635"/>
                                <a:gd name="connsiteY13" fmla="*/ 50483 h 150684"/>
                                <a:gd name="connsiteX14" fmla="*/ 6668 w 209635"/>
                                <a:gd name="connsiteY14" fmla="*/ 89535 h 150684"/>
                                <a:gd name="connsiteX15" fmla="*/ 953 w 209635"/>
                                <a:gd name="connsiteY15" fmla="*/ 112395 h 150684"/>
                                <a:gd name="connsiteX16" fmla="*/ 0 w 209635"/>
                                <a:gd name="connsiteY16" fmla="*/ 117158 h 150684"/>
                                <a:gd name="connsiteX17" fmla="*/ 0 w 209635"/>
                                <a:gd name="connsiteY17" fmla="*/ 118110 h 150684"/>
                                <a:gd name="connsiteX18" fmla="*/ 2857 w 209635"/>
                                <a:gd name="connsiteY18" fmla="*/ 128588 h 150684"/>
                                <a:gd name="connsiteX19" fmla="*/ 5715 w 209635"/>
                                <a:gd name="connsiteY19" fmla="*/ 141922 h 150684"/>
                                <a:gd name="connsiteX20" fmla="*/ 13335 w 209635"/>
                                <a:gd name="connsiteY20" fmla="*/ 146685 h 150684"/>
                                <a:gd name="connsiteX21" fmla="*/ 13335 w 209635"/>
                                <a:gd name="connsiteY21" fmla="*/ 146685 h 150684"/>
                                <a:gd name="connsiteX22" fmla="*/ 56197 w 209635"/>
                                <a:gd name="connsiteY22" fmla="*/ 146685 h 150684"/>
                                <a:gd name="connsiteX23" fmla="*/ 57150 w 209635"/>
                                <a:gd name="connsiteY23" fmla="*/ 146685 h 150684"/>
                                <a:gd name="connsiteX24" fmla="*/ 65722 w 209635"/>
                                <a:gd name="connsiteY24" fmla="*/ 144780 h 150684"/>
                                <a:gd name="connsiteX25" fmla="*/ 75247 w 209635"/>
                                <a:gd name="connsiteY25" fmla="*/ 142875 h 150684"/>
                                <a:gd name="connsiteX26" fmla="*/ 91440 w 209635"/>
                                <a:gd name="connsiteY26" fmla="*/ 140017 h 150684"/>
                                <a:gd name="connsiteX27" fmla="*/ 166688 w 209635"/>
                                <a:gd name="connsiteY27" fmla="*/ 107633 h 150684"/>
                                <a:gd name="connsiteX28" fmla="*/ 181928 w 209635"/>
                                <a:gd name="connsiteY28" fmla="*/ 91440 h 150684"/>
                                <a:gd name="connsiteX29" fmla="*/ 195263 w 209635"/>
                                <a:gd name="connsiteY29" fmla="*/ 80963 h 150684"/>
                                <a:gd name="connsiteX30" fmla="*/ 195263 w 209635"/>
                                <a:gd name="connsiteY30" fmla="*/ 80963 h 150684"/>
                                <a:gd name="connsiteX31" fmla="*/ 195263 w 209635"/>
                                <a:gd name="connsiteY31" fmla="*/ 80963 h 150684"/>
                                <a:gd name="connsiteX32" fmla="*/ 195263 w 209635"/>
                                <a:gd name="connsiteY32" fmla="*/ 80963 h 150684"/>
                                <a:gd name="connsiteX33" fmla="*/ 200025 w 209635"/>
                                <a:gd name="connsiteY33" fmla="*/ 75247 h 150684"/>
                                <a:gd name="connsiteX34" fmla="*/ 200025 w 209635"/>
                                <a:gd name="connsiteY34" fmla="*/ 75247 h 150684"/>
                                <a:gd name="connsiteX35" fmla="*/ 200025 w 209635"/>
                                <a:gd name="connsiteY35" fmla="*/ 75247 h 150684"/>
                                <a:gd name="connsiteX36" fmla="*/ 207645 w 209635"/>
                                <a:gd name="connsiteY36" fmla="*/ 59055 h 150684"/>
                                <a:gd name="connsiteX37" fmla="*/ 208598 w 209635"/>
                                <a:gd name="connsiteY37" fmla="*/ 36195 h 150684"/>
                                <a:gd name="connsiteX38" fmla="*/ 199072 w 209635"/>
                                <a:gd name="connsiteY38" fmla="*/ 16192 h 150684"/>
                                <a:gd name="connsiteX39" fmla="*/ 198120 w 209635"/>
                                <a:gd name="connsiteY39" fmla="*/ 15240 h 150684"/>
                                <a:gd name="connsiteX40" fmla="*/ 198120 w 209635"/>
                                <a:gd name="connsiteY40" fmla="*/ 15240 h 150684"/>
                                <a:gd name="connsiteX41" fmla="*/ 185738 w 209635"/>
                                <a:gd name="connsiteY41" fmla="*/ 5715 h 150684"/>
                                <a:gd name="connsiteX42" fmla="*/ 155257 w 209635"/>
                                <a:gd name="connsiteY42" fmla="*/ 0 h 150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09635" h="150684">
                                  <a:moveTo>
                                    <a:pt x="155257" y="0"/>
                                  </a:moveTo>
                                  <a:cubicBezTo>
                                    <a:pt x="148590" y="952"/>
                                    <a:pt x="151447" y="2858"/>
                                    <a:pt x="147638" y="6667"/>
                                  </a:cubicBezTo>
                                  <a:lnTo>
                                    <a:pt x="147638" y="6667"/>
                                  </a:lnTo>
                                  <a:cubicBezTo>
                                    <a:pt x="147638" y="6667"/>
                                    <a:pt x="146685" y="7620"/>
                                    <a:pt x="145732" y="7620"/>
                                  </a:cubicBezTo>
                                  <a:cubicBezTo>
                                    <a:pt x="142875" y="4763"/>
                                    <a:pt x="125730" y="2858"/>
                                    <a:pt x="120968" y="3810"/>
                                  </a:cubicBezTo>
                                  <a:cubicBezTo>
                                    <a:pt x="113347" y="4763"/>
                                    <a:pt x="103822" y="9525"/>
                                    <a:pt x="102870" y="16192"/>
                                  </a:cubicBezTo>
                                  <a:cubicBezTo>
                                    <a:pt x="101918" y="20955"/>
                                    <a:pt x="104775" y="24765"/>
                                    <a:pt x="106680" y="28575"/>
                                  </a:cubicBezTo>
                                  <a:cubicBezTo>
                                    <a:pt x="111443" y="35242"/>
                                    <a:pt x="114300" y="41910"/>
                                    <a:pt x="117157" y="47625"/>
                                  </a:cubicBezTo>
                                  <a:cubicBezTo>
                                    <a:pt x="115253" y="47625"/>
                                    <a:pt x="111443" y="47625"/>
                                    <a:pt x="108585" y="46672"/>
                                  </a:cubicBezTo>
                                  <a:cubicBezTo>
                                    <a:pt x="105728" y="46672"/>
                                    <a:pt x="102870" y="46672"/>
                                    <a:pt x="100013" y="45720"/>
                                  </a:cubicBezTo>
                                  <a:cubicBezTo>
                                    <a:pt x="92393" y="44767"/>
                                    <a:pt x="85725" y="45720"/>
                                    <a:pt x="78105" y="45720"/>
                                  </a:cubicBezTo>
                                  <a:cubicBezTo>
                                    <a:pt x="71438" y="46672"/>
                                    <a:pt x="60960" y="48577"/>
                                    <a:pt x="53340" y="50483"/>
                                  </a:cubicBezTo>
                                  <a:lnTo>
                                    <a:pt x="53340" y="50483"/>
                                  </a:lnTo>
                                  <a:cubicBezTo>
                                    <a:pt x="53340" y="50483"/>
                                    <a:pt x="53340" y="50483"/>
                                    <a:pt x="53340" y="50483"/>
                                  </a:cubicBezTo>
                                  <a:cubicBezTo>
                                    <a:pt x="34290" y="56197"/>
                                    <a:pt x="17145" y="69533"/>
                                    <a:pt x="6668" y="89535"/>
                                  </a:cubicBezTo>
                                  <a:cubicBezTo>
                                    <a:pt x="3810" y="94297"/>
                                    <a:pt x="1905" y="103822"/>
                                    <a:pt x="953" y="112395"/>
                                  </a:cubicBezTo>
                                  <a:cubicBezTo>
                                    <a:pt x="953" y="114300"/>
                                    <a:pt x="0" y="115252"/>
                                    <a:pt x="0" y="117158"/>
                                  </a:cubicBezTo>
                                  <a:cubicBezTo>
                                    <a:pt x="0" y="117158"/>
                                    <a:pt x="0" y="117158"/>
                                    <a:pt x="0" y="118110"/>
                                  </a:cubicBezTo>
                                  <a:cubicBezTo>
                                    <a:pt x="0" y="121920"/>
                                    <a:pt x="953" y="125730"/>
                                    <a:pt x="2857" y="128588"/>
                                  </a:cubicBezTo>
                                  <a:cubicBezTo>
                                    <a:pt x="1905" y="134302"/>
                                    <a:pt x="2857" y="139065"/>
                                    <a:pt x="5715" y="141922"/>
                                  </a:cubicBezTo>
                                  <a:cubicBezTo>
                                    <a:pt x="7620" y="143827"/>
                                    <a:pt x="10478" y="144780"/>
                                    <a:pt x="13335" y="146685"/>
                                  </a:cubicBezTo>
                                  <a:lnTo>
                                    <a:pt x="13335" y="146685"/>
                                  </a:lnTo>
                                  <a:cubicBezTo>
                                    <a:pt x="24765" y="153352"/>
                                    <a:pt x="40005" y="150495"/>
                                    <a:pt x="56197" y="146685"/>
                                  </a:cubicBezTo>
                                  <a:cubicBezTo>
                                    <a:pt x="56197" y="146685"/>
                                    <a:pt x="56197" y="146685"/>
                                    <a:pt x="57150" y="146685"/>
                                  </a:cubicBezTo>
                                  <a:cubicBezTo>
                                    <a:pt x="60007" y="145733"/>
                                    <a:pt x="62865" y="145733"/>
                                    <a:pt x="65722" y="144780"/>
                                  </a:cubicBezTo>
                                  <a:cubicBezTo>
                                    <a:pt x="68580" y="143827"/>
                                    <a:pt x="72390" y="143827"/>
                                    <a:pt x="75247" y="142875"/>
                                  </a:cubicBezTo>
                                  <a:cubicBezTo>
                                    <a:pt x="80963" y="141922"/>
                                    <a:pt x="86678" y="140970"/>
                                    <a:pt x="91440" y="140017"/>
                                  </a:cubicBezTo>
                                  <a:cubicBezTo>
                                    <a:pt x="120968" y="137160"/>
                                    <a:pt x="144780" y="135255"/>
                                    <a:pt x="166688" y="107633"/>
                                  </a:cubicBezTo>
                                  <a:cubicBezTo>
                                    <a:pt x="172403" y="103822"/>
                                    <a:pt x="178118" y="97155"/>
                                    <a:pt x="181928" y="91440"/>
                                  </a:cubicBezTo>
                                  <a:cubicBezTo>
                                    <a:pt x="184785" y="89535"/>
                                    <a:pt x="192405" y="83820"/>
                                    <a:pt x="195263" y="80963"/>
                                  </a:cubicBezTo>
                                  <a:lnTo>
                                    <a:pt x="195263" y="80963"/>
                                  </a:lnTo>
                                  <a:lnTo>
                                    <a:pt x="195263" y="80963"/>
                                  </a:lnTo>
                                  <a:cubicBezTo>
                                    <a:pt x="195263" y="80963"/>
                                    <a:pt x="195263" y="80963"/>
                                    <a:pt x="195263" y="80963"/>
                                  </a:cubicBezTo>
                                  <a:lnTo>
                                    <a:pt x="200025" y="75247"/>
                                  </a:lnTo>
                                  <a:lnTo>
                                    <a:pt x="200025" y="75247"/>
                                  </a:lnTo>
                                  <a:cubicBezTo>
                                    <a:pt x="200025" y="75247"/>
                                    <a:pt x="200025" y="75247"/>
                                    <a:pt x="200025" y="75247"/>
                                  </a:cubicBezTo>
                                  <a:cubicBezTo>
                                    <a:pt x="203835" y="70485"/>
                                    <a:pt x="206693" y="65722"/>
                                    <a:pt x="207645" y="59055"/>
                                  </a:cubicBezTo>
                                  <a:cubicBezTo>
                                    <a:pt x="209550" y="51435"/>
                                    <a:pt x="210502" y="43815"/>
                                    <a:pt x="208598" y="36195"/>
                                  </a:cubicBezTo>
                                  <a:cubicBezTo>
                                    <a:pt x="206693" y="28575"/>
                                    <a:pt x="203835" y="21908"/>
                                    <a:pt x="199072" y="16192"/>
                                  </a:cubicBezTo>
                                  <a:cubicBezTo>
                                    <a:pt x="199072" y="16192"/>
                                    <a:pt x="199072" y="15240"/>
                                    <a:pt x="198120" y="15240"/>
                                  </a:cubicBezTo>
                                  <a:lnTo>
                                    <a:pt x="198120" y="15240"/>
                                  </a:lnTo>
                                  <a:cubicBezTo>
                                    <a:pt x="195263" y="11430"/>
                                    <a:pt x="189547" y="7620"/>
                                    <a:pt x="185738" y="5715"/>
                                  </a:cubicBezTo>
                                  <a:cubicBezTo>
                                    <a:pt x="179070" y="952"/>
                                    <a:pt x="166688" y="0"/>
                                    <a:pt x="155257" y="0"/>
                                  </a:cubicBezTo>
                                  <a:close/>
                                </a:path>
                              </a:pathLst>
                            </a:custGeom>
                            <a:grpFill/>
                            <a:ln w="9525" cap="flat">
                              <a:noFill/>
                              <a:prstDash val="solid"/>
                              <a:miter/>
                            </a:ln>
                          </p:spPr>
                          <p:txBody>
                            <a:bodyPr rtlCol="0" anchor="ctr"/>
                            <a:lstStyle/>
                            <a:p>
                              <a:endParaRPr lang="en-US"/>
                            </a:p>
                          </p:txBody>
                        </p:sp>
                        <p:grpSp>
                          <p:nvGrpSpPr>
                            <p:cNvPr id="258" name="Graphic 2">
                              <a:extLst>
                                <a:ext uri="{FF2B5EF4-FFF2-40B4-BE49-F238E27FC236}">
                                  <a16:creationId xmlns:a16="http://schemas.microsoft.com/office/drawing/2014/main" id="{AE736AF3-0337-429B-AEF1-DA4B52809559}"/>
                                </a:ext>
                              </a:extLst>
                            </p:cNvPr>
                            <p:cNvGrpSpPr/>
                            <p:nvPr/>
                          </p:nvGrpSpPr>
                          <p:grpSpPr>
                            <a:xfrm>
                              <a:off x="3345361" y="2501137"/>
                              <a:ext cx="201929" cy="146684"/>
                              <a:chOff x="3345361" y="2501137"/>
                              <a:chExt cx="201929" cy="146684"/>
                            </a:xfrm>
                            <a:grpFill/>
                          </p:grpSpPr>
                          <p:sp>
                            <p:nvSpPr>
                              <p:cNvPr id="259" name="Freeform: Shape 258">
                                <a:extLst>
                                  <a:ext uri="{FF2B5EF4-FFF2-40B4-BE49-F238E27FC236}">
                                    <a16:creationId xmlns:a16="http://schemas.microsoft.com/office/drawing/2014/main" id="{4D2BDA2B-3503-4CAC-AED3-665172404731}"/>
                                  </a:ext>
                                </a:extLst>
                              </p:cNvPr>
                              <p:cNvSpPr/>
                              <p:nvPr/>
                            </p:nvSpPr>
                            <p:spPr>
                              <a:xfrm>
                                <a:off x="3345361" y="2548762"/>
                                <a:ext cx="195262" cy="99059"/>
                              </a:xfrm>
                              <a:custGeom>
                                <a:avLst/>
                                <a:gdLst>
                                  <a:gd name="connsiteX0" fmla="*/ 136207 w 195262"/>
                                  <a:gd name="connsiteY0" fmla="*/ 9525 h 99059"/>
                                  <a:gd name="connsiteX1" fmla="*/ 140017 w 195262"/>
                                  <a:gd name="connsiteY1" fmla="*/ 11430 h 99059"/>
                                  <a:gd name="connsiteX2" fmla="*/ 144780 w 195262"/>
                                  <a:gd name="connsiteY2" fmla="*/ 13335 h 99059"/>
                                  <a:gd name="connsiteX3" fmla="*/ 162877 w 195262"/>
                                  <a:gd name="connsiteY3" fmla="*/ 20003 h 99059"/>
                                  <a:gd name="connsiteX4" fmla="*/ 177165 w 195262"/>
                                  <a:gd name="connsiteY4" fmla="*/ 26670 h 99059"/>
                                  <a:gd name="connsiteX5" fmla="*/ 188595 w 195262"/>
                                  <a:gd name="connsiteY5" fmla="*/ 30480 h 99059"/>
                                  <a:gd name="connsiteX6" fmla="*/ 195263 w 195262"/>
                                  <a:gd name="connsiteY6" fmla="*/ 31433 h 99059"/>
                                  <a:gd name="connsiteX7" fmla="*/ 190500 w 195262"/>
                                  <a:gd name="connsiteY7" fmla="*/ 35242 h 99059"/>
                                  <a:gd name="connsiteX8" fmla="*/ 187642 w 195262"/>
                                  <a:gd name="connsiteY8" fmla="*/ 34290 h 99059"/>
                                  <a:gd name="connsiteX9" fmla="*/ 160972 w 195262"/>
                                  <a:gd name="connsiteY9" fmla="*/ 23813 h 99059"/>
                                  <a:gd name="connsiteX10" fmla="*/ 160020 w 195262"/>
                                  <a:gd name="connsiteY10" fmla="*/ 23813 h 99059"/>
                                  <a:gd name="connsiteX11" fmla="*/ 155257 w 195262"/>
                                  <a:gd name="connsiteY11" fmla="*/ 23813 h 99059"/>
                                  <a:gd name="connsiteX12" fmla="*/ 138113 w 195262"/>
                                  <a:gd name="connsiteY12" fmla="*/ 27622 h 99059"/>
                                  <a:gd name="connsiteX13" fmla="*/ 127635 w 195262"/>
                                  <a:gd name="connsiteY13" fmla="*/ 33338 h 99059"/>
                                  <a:gd name="connsiteX14" fmla="*/ 117157 w 195262"/>
                                  <a:gd name="connsiteY14" fmla="*/ 41910 h 99059"/>
                                  <a:gd name="connsiteX15" fmla="*/ 96202 w 195262"/>
                                  <a:gd name="connsiteY15" fmla="*/ 62865 h 99059"/>
                                  <a:gd name="connsiteX16" fmla="*/ 91440 w 195262"/>
                                  <a:gd name="connsiteY16" fmla="*/ 67628 h 99059"/>
                                  <a:gd name="connsiteX17" fmla="*/ 88582 w 195262"/>
                                  <a:gd name="connsiteY17" fmla="*/ 70485 h 99059"/>
                                  <a:gd name="connsiteX18" fmla="*/ 85725 w 195262"/>
                                  <a:gd name="connsiteY18" fmla="*/ 73342 h 99059"/>
                                  <a:gd name="connsiteX19" fmla="*/ 80963 w 195262"/>
                                  <a:gd name="connsiteY19" fmla="*/ 78105 h 99059"/>
                                  <a:gd name="connsiteX20" fmla="*/ 76200 w 195262"/>
                                  <a:gd name="connsiteY20" fmla="*/ 82867 h 99059"/>
                                  <a:gd name="connsiteX21" fmla="*/ 71438 w 195262"/>
                                  <a:gd name="connsiteY21" fmla="*/ 86678 h 99059"/>
                                  <a:gd name="connsiteX22" fmla="*/ 66675 w 195262"/>
                                  <a:gd name="connsiteY22" fmla="*/ 90488 h 99059"/>
                                  <a:gd name="connsiteX23" fmla="*/ 59055 w 195262"/>
                                  <a:gd name="connsiteY23" fmla="*/ 97155 h 99059"/>
                                  <a:gd name="connsiteX24" fmla="*/ 57150 w 195262"/>
                                  <a:gd name="connsiteY24" fmla="*/ 99060 h 99059"/>
                                  <a:gd name="connsiteX25" fmla="*/ 56197 w 195262"/>
                                  <a:gd name="connsiteY25" fmla="*/ 99060 h 99059"/>
                                  <a:gd name="connsiteX26" fmla="*/ 58102 w 195262"/>
                                  <a:gd name="connsiteY26" fmla="*/ 97155 h 99059"/>
                                  <a:gd name="connsiteX27" fmla="*/ 65722 w 195262"/>
                                  <a:gd name="connsiteY27" fmla="*/ 90488 h 99059"/>
                                  <a:gd name="connsiteX28" fmla="*/ 70485 w 195262"/>
                                  <a:gd name="connsiteY28" fmla="*/ 86678 h 99059"/>
                                  <a:gd name="connsiteX29" fmla="*/ 75247 w 195262"/>
                                  <a:gd name="connsiteY29" fmla="*/ 81915 h 99059"/>
                                  <a:gd name="connsiteX30" fmla="*/ 80010 w 195262"/>
                                  <a:gd name="connsiteY30" fmla="*/ 77153 h 99059"/>
                                  <a:gd name="connsiteX31" fmla="*/ 84772 w 195262"/>
                                  <a:gd name="connsiteY31" fmla="*/ 72390 h 99059"/>
                                  <a:gd name="connsiteX32" fmla="*/ 87630 w 195262"/>
                                  <a:gd name="connsiteY32" fmla="*/ 69533 h 99059"/>
                                  <a:gd name="connsiteX33" fmla="*/ 90488 w 195262"/>
                                  <a:gd name="connsiteY33" fmla="*/ 66675 h 99059"/>
                                  <a:gd name="connsiteX34" fmla="*/ 95250 w 195262"/>
                                  <a:gd name="connsiteY34" fmla="*/ 60960 h 99059"/>
                                  <a:gd name="connsiteX35" fmla="*/ 115252 w 195262"/>
                                  <a:gd name="connsiteY35" fmla="*/ 40005 h 99059"/>
                                  <a:gd name="connsiteX36" fmla="*/ 125730 w 195262"/>
                                  <a:gd name="connsiteY36" fmla="*/ 31433 h 99059"/>
                                  <a:gd name="connsiteX37" fmla="*/ 136207 w 195262"/>
                                  <a:gd name="connsiteY37" fmla="*/ 25717 h 99059"/>
                                  <a:gd name="connsiteX38" fmla="*/ 154305 w 195262"/>
                                  <a:gd name="connsiteY38" fmla="*/ 20955 h 99059"/>
                                  <a:gd name="connsiteX39" fmla="*/ 155257 w 195262"/>
                                  <a:gd name="connsiteY39" fmla="*/ 20955 h 99059"/>
                                  <a:gd name="connsiteX40" fmla="*/ 142875 w 195262"/>
                                  <a:gd name="connsiteY40" fmla="*/ 16192 h 99059"/>
                                  <a:gd name="connsiteX41" fmla="*/ 122872 w 195262"/>
                                  <a:gd name="connsiteY41" fmla="*/ 10478 h 99059"/>
                                  <a:gd name="connsiteX42" fmla="*/ 100013 w 195262"/>
                                  <a:gd name="connsiteY42" fmla="*/ 7620 h 99059"/>
                                  <a:gd name="connsiteX43" fmla="*/ 98107 w 195262"/>
                                  <a:gd name="connsiteY43" fmla="*/ 7620 h 99059"/>
                                  <a:gd name="connsiteX44" fmla="*/ 95250 w 195262"/>
                                  <a:gd name="connsiteY44" fmla="*/ 8572 h 99059"/>
                                  <a:gd name="connsiteX45" fmla="*/ 88582 w 195262"/>
                                  <a:gd name="connsiteY45" fmla="*/ 12383 h 99059"/>
                                  <a:gd name="connsiteX46" fmla="*/ 82867 w 195262"/>
                                  <a:gd name="connsiteY46" fmla="*/ 20003 h 99059"/>
                                  <a:gd name="connsiteX47" fmla="*/ 80010 w 195262"/>
                                  <a:gd name="connsiteY47" fmla="*/ 24765 h 99059"/>
                                  <a:gd name="connsiteX48" fmla="*/ 78105 w 195262"/>
                                  <a:gd name="connsiteY48" fmla="*/ 27622 h 99059"/>
                                  <a:gd name="connsiteX49" fmla="*/ 76200 w 195262"/>
                                  <a:gd name="connsiteY49" fmla="*/ 30480 h 99059"/>
                                  <a:gd name="connsiteX50" fmla="*/ 67627 w 195262"/>
                                  <a:gd name="connsiteY50" fmla="*/ 40005 h 99059"/>
                                  <a:gd name="connsiteX51" fmla="*/ 48577 w 195262"/>
                                  <a:gd name="connsiteY51" fmla="*/ 60008 h 99059"/>
                                  <a:gd name="connsiteX52" fmla="*/ 39052 w 195262"/>
                                  <a:gd name="connsiteY52" fmla="*/ 69533 h 99059"/>
                                  <a:gd name="connsiteX53" fmla="*/ 30480 w 195262"/>
                                  <a:gd name="connsiteY53" fmla="*/ 79058 h 99059"/>
                                  <a:gd name="connsiteX54" fmla="*/ 26670 w 195262"/>
                                  <a:gd name="connsiteY54" fmla="*/ 82867 h 99059"/>
                                  <a:gd name="connsiteX55" fmla="*/ 22860 w 195262"/>
                                  <a:gd name="connsiteY55" fmla="*/ 86678 h 99059"/>
                                  <a:gd name="connsiteX56" fmla="*/ 16192 w 195262"/>
                                  <a:gd name="connsiteY56" fmla="*/ 93345 h 99059"/>
                                  <a:gd name="connsiteX57" fmla="*/ 11430 w 195262"/>
                                  <a:gd name="connsiteY57" fmla="*/ 98108 h 99059"/>
                                  <a:gd name="connsiteX58" fmla="*/ 11430 w 195262"/>
                                  <a:gd name="connsiteY58" fmla="*/ 98108 h 99059"/>
                                  <a:gd name="connsiteX59" fmla="*/ 11430 w 195262"/>
                                  <a:gd name="connsiteY59" fmla="*/ 98108 h 99059"/>
                                  <a:gd name="connsiteX60" fmla="*/ 11430 w 195262"/>
                                  <a:gd name="connsiteY60" fmla="*/ 98108 h 99059"/>
                                  <a:gd name="connsiteX61" fmla="*/ 16192 w 195262"/>
                                  <a:gd name="connsiteY61" fmla="*/ 93345 h 99059"/>
                                  <a:gd name="connsiteX62" fmla="*/ 22860 w 195262"/>
                                  <a:gd name="connsiteY62" fmla="*/ 86678 h 99059"/>
                                  <a:gd name="connsiteX63" fmla="*/ 26670 w 195262"/>
                                  <a:gd name="connsiteY63" fmla="*/ 82867 h 99059"/>
                                  <a:gd name="connsiteX64" fmla="*/ 30480 w 195262"/>
                                  <a:gd name="connsiteY64" fmla="*/ 79058 h 99059"/>
                                  <a:gd name="connsiteX65" fmla="*/ 39052 w 195262"/>
                                  <a:gd name="connsiteY65" fmla="*/ 69533 h 99059"/>
                                  <a:gd name="connsiteX66" fmla="*/ 47625 w 195262"/>
                                  <a:gd name="connsiteY66" fmla="*/ 60008 h 99059"/>
                                  <a:gd name="connsiteX67" fmla="*/ 65722 w 195262"/>
                                  <a:gd name="connsiteY67" fmla="*/ 40005 h 99059"/>
                                  <a:gd name="connsiteX68" fmla="*/ 74295 w 195262"/>
                                  <a:gd name="connsiteY68" fmla="*/ 30480 h 99059"/>
                                  <a:gd name="connsiteX69" fmla="*/ 76200 w 195262"/>
                                  <a:gd name="connsiteY69" fmla="*/ 27622 h 99059"/>
                                  <a:gd name="connsiteX70" fmla="*/ 78105 w 195262"/>
                                  <a:gd name="connsiteY70" fmla="*/ 25717 h 99059"/>
                                  <a:gd name="connsiteX71" fmla="*/ 80963 w 195262"/>
                                  <a:gd name="connsiteY71" fmla="*/ 20955 h 99059"/>
                                  <a:gd name="connsiteX72" fmla="*/ 87630 w 195262"/>
                                  <a:gd name="connsiteY72" fmla="*/ 13335 h 99059"/>
                                  <a:gd name="connsiteX73" fmla="*/ 92392 w 195262"/>
                                  <a:gd name="connsiteY73" fmla="*/ 10478 h 99059"/>
                                  <a:gd name="connsiteX74" fmla="*/ 76200 w 195262"/>
                                  <a:gd name="connsiteY74" fmla="*/ 11430 h 99059"/>
                                  <a:gd name="connsiteX75" fmla="*/ 52388 w 195262"/>
                                  <a:gd name="connsiteY75" fmla="*/ 16192 h 99059"/>
                                  <a:gd name="connsiteX76" fmla="*/ 40957 w 195262"/>
                                  <a:gd name="connsiteY76" fmla="*/ 20003 h 99059"/>
                                  <a:gd name="connsiteX77" fmla="*/ 30480 w 195262"/>
                                  <a:gd name="connsiteY77" fmla="*/ 25717 h 99059"/>
                                  <a:gd name="connsiteX78" fmla="*/ 20955 w 195262"/>
                                  <a:gd name="connsiteY78" fmla="*/ 32385 h 99059"/>
                                  <a:gd name="connsiteX79" fmla="*/ 13335 w 195262"/>
                                  <a:gd name="connsiteY79" fmla="*/ 40005 h 99059"/>
                                  <a:gd name="connsiteX80" fmla="*/ 2857 w 195262"/>
                                  <a:gd name="connsiteY80" fmla="*/ 56197 h 99059"/>
                                  <a:gd name="connsiteX81" fmla="*/ 0 w 195262"/>
                                  <a:gd name="connsiteY81" fmla="*/ 66675 h 99059"/>
                                  <a:gd name="connsiteX82" fmla="*/ 952 w 195262"/>
                                  <a:gd name="connsiteY82" fmla="*/ 59055 h 99059"/>
                                  <a:gd name="connsiteX83" fmla="*/ 952 w 195262"/>
                                  <a:gd name="connsiteY83" fmla="*/ 59055 h 99059"/>
                                  <a:gd name="connsiteX84" fmla="*/ 1905 w 195262"/>
                                  <a:gd name="connsiteY84" fmla="*/ 56197 h 99059"/>
                                  <a:gd name="connsiteX85" fmla="*/ 11430 w 195262"/>
                                  <a:gd name="connsiteY85" fmla="*/ 39053 h 99059"/>
                                  <a:gd name="connsiteX86" fmla="*/ 28575 w 195262"/>
                                  <a:gd name="connsiteY86" fmla="*/ 24765 h 99059"/>
                                  <a:gd name="connsiteX87" fmla="*/ 39052 w 195262"/>
                                  <a:gd name="connsiteY87" fmla="*/ 19050 h 99059"/>
                                  <a:gd name="connsiteX88" fmla="*/ 50482 w 195262"/>
                                  <a:gd name="connsiteY88" fmla="*/ 15240 h 99059"/>
                                  <a:gd name="connsiteX89" fmla="*/ 74295 w 195262"/>
                                  <a:gd name="connsiteY89" fmla="*/ 9525 h 99059"/>
                                  <a:gd name="connsiteX90" fmla="*/ 84772 w 195262"/>
                                  <a:gd name="connsiteY90" fmla="*/ 8572 h 99059"/>
                                  <a:gd name="connsiteX91" fmla="*/ 81915 w 195262"/>
                                  <a:gd name="connsiteY91" fmla="*/ 7620 h 99059"/>
                                  <a:gd name="connsiteX92" fmla="*/ 77152 w 195262"/>
                                  <a:gd name="connsiteY92" fmla="*/ 6667 h 99059"/>
                                  <a:gd name="connsiteX93" fmla="*/ 72390 w 195262"/>
                                  <a:gd name="connsiteY93" fmla="*/ 5715 h 99059"/>
                                  <a:gd name="connsiteX94" fmla="*/ 67627 w 195262"/>
                                  <a:gd name="connsiteY94" fmla="*/ 4763 h 99059"/>
                                  <a:gd name="connsiteX95" fmla="*/ 62865 w 195262"/>
                                  <a:gd name="connsiteY95" fmla="*/ 4763 h 99059"/>
                                  <a:gd name="connsiteX96" fmla="*/ 58102 w 195262"/>
                                  <a:gd name="connsiteY96" fmla="*/ 4763 h 99059"/>
                                  <a:gd name="connsiteX97" fmla="*/ 53340 w 195262"/>
                                  <a:gd name="connsiteY97" fmla="*/ 4763 h 99059"/>
                                  <a:gd name="connsiteX98" fmla="*/ 52388 w 195262"/>
                                  <a:gd name="connsiteY98" fmla="*/ 4763 h 99059"/>
                                  <a:gd name="connsiteX99" fmla="*/ 56197 w 195262"/>
                                  <a:gd name="connsiteY99" fmla="*/ 3810 h 99059"/>
                                  <a:gd name="connsiteX100" fmla="*/ 57150 w 195262"/>
                                  <a:gd name="connsiteY100" fmla="*/ 3810 h 99059"/>
                                  <a:gd name="connsiteX101" fmla="*/ 61913 w 195262"/>
                                  <a:gd name="connsiteY101" fmla="*/ 3810 h 99059"/>
                                  <a:gd name="connsiteX102" fmla="*/ 66675 w 195262"/>
                                  <a:gd name="connsiteY102" fmla="*/ 3810 h 99059"/>
                                  <a:gd name="connsiteX103" fmla="*/ 71438 w 195262"/>
                                  <a:gd name="connsiteY103" fmla="*/ 3810 h 99059"/>
                                  <a:gd name="connsiteX104" fmla="*/ 76200 w 195262"/>
                                  <a:gd name="connsiteY104" fmla="*/ 4763 h 99059"/>
                                  <a:gd name="connsiteX105" fmla="*/ 80963 w 195262"/>
                                  <a:gd name="connsiteY105" fmla="*/ 5715 h 99059"/>
                                  <a:gd name="connsiteX106" fmla="*/ 84772 w 195262"/>
                                  <a:gd name="connsiteY106" fmla="*/ 6667 h 99059"/>
                                  <a:gd name="connsiteX107" fmla="*/ 89535 w 195262"/>
                                  <a:gd name="connsiteY107" fmla="*/ 7620 h 99059"/>
                                  <a:gd name="connsiteX108" fmla="*/ 97155 w 195262"/>
                                  <a:gd name="connsiteY108" fmla="*/ 7620 h 99059"/>
                                  <a:gd name="connsiteX109" fmla="*/ 120015 w 195262"/>
                                  <a:gd name="connsiteY109" fmla="*/ 9525 h 99059"/>
                                  <a:gd name="connsiteX110" fmla="*/ 128588 w 195262"/>
                                  <a:gd name="connsiteY110" fmla="*/ 11430 h 99059"/>
                                  <a:gd name="connsiteX111" fmla="*/ 122872 w 195262"/>
                                  <a:gd name="connsiteY111" fmla="*/ 8572 h 99059"/>
                                  <a:gd name="connsiteX112" fmla="*/ 113347 w 195262"/>
                                  <a:gd name="connsiteY112" fmla="*/ 3810 h 99059"/>
                                  <a:gd name="connsiteX113" fmla="*/ 108585 w 195262"/>
                                  <a:gd name="connsiteY113" fmla="*/ 1905 h 99059"/>
                                  <a:gd name="connsiteX114" fmla="*/ 104775 w 195262"/>
                                  <a:gd name="connsiteY114" fmla="*/ 0 h 99059"/>
                                  <a:gd name="connsiteX115" fmla="*/ 103822 w 195262"/>
                                  <a:gd name="connsiteY115" fmla="*/ 0 h 99059"/>
                                  <a:gd name="connsiteX116" fmla="*/ 104775 w 195262"/>
                                  <a:gd name="connsiteY116" fmla="*/ 0 h 99059"/>
                                  <a:gd name="connsiteX117" fmla="*/ 104775 w 195262"/>
                                  <a:gd name="connsiteY117" fmla="*/ 0 h 99059"/>
                                  <a:gd name="connsiteX118" fmla="*/ 108585 w 195262"/>
                                  <a:gd name="connsiteY118" fmla="*/ 953 h 99059"/>
                                  <a:gd name="connsiteX119" fmla="*/ 113347 w 195262"/>
                                  <a:gd name="connsiteY119" fmla="*/ 2858 h 99059"/>
                                  <a:gd name="connsiteX120" fmla="*/ 122872 w 195262"/>
                                  <a:gd name="connsiteY120" fmla="*/ 7620 h 99059"/>
                                  <a:gd name="connsiteX121" fmla="*/ 136207 w 195262"/>
                                  <a:gd name="connsiteY121" fmla="*/ 9525 h 99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95262" h="99059">
                                    <a:moveTo>
                                      <a:pt x="136207" y="9525"/>
                                    </a:moveTo>
                                    <a:cubicBezTo>
                                      <a:pt x="137160" y="10478"/>
                                      <a:pt x="139065" y="10478"/>
                                      <a:pt x="140017" y="11430"/>
                                    </a:cubicBezTo>
                                    <a:cubicBezTo>
                                      <a:pt x="141922" y="11430"/>
                                      <a:pt x="142875" y="12383"/>
                                      <a:pt x="144780" y="13335"/>
                                    </a:cubicBezTo>
                                    <a:cubicBezTo>
                                      <a:pt x="151447" y="15240"/>
                                      <a:pt x="157163" y="18097"/>
                                      <a:pt x="162877" y="20003"/>
                                    </a:cubicBezTo>
                                    <a:cubicBezTo>
                                      <a:pt x="168592" y="21908"/>
                                      <a:pt x="173355" y="24765"/>
                                      <a:pt x="177165" y="26670"/>
                                    </a:cubicBezTo>
                                    <a:cubicBezTo>
                                      <a:pt x="181927" y="28575"/>
                                      <a:pt x="185738" y="29528"/>
                                      <a:pt x="188595" y="30480"/>
                                    </a:cubicBezTo>
                                    <a:cubicBezTo>
                                      <a:pt x="191452" y="31433"/>
                                      <a:pt x="193357" y="31433"/>
                                      <a:pt x="195263" y="31433"/>
                                    </a:cubicBezTo>
                                    <a:cubicBezTo>
                                      <a:pt x="194310" y="32385"/>
                                      <a:pt x="192405" y="33338"/>
                                      <a:pt x="190500" y="35242"/>
                                    </a:cubicBezTo>
                                    <a:cubicBezTo>
                                      <a:pt x="189547" y="35242"/>
                                      <a:pt x="188595" y="35242"/>
                                      <a:pt x="187642" y="34290"/>
                                    </a:cubicBezTo>
                                    <a:cubicBezTo>
                                      <a:pt x="180975" y="32385"/>
                                      <a:pt x="171450" y="28575"/>
                                      <a:pt x="160972" y="23813"/>
                                    </a:cubicBezTo>
                                    <a:lnTo>
                                      <a:pt x="160020" y="23813"/>
                                    </a:lnTo>
                                    <a:cubicBezTo>
                                      <a:pt x="159067" y="23813"/>
                                      <a:pt x="157163" y="23813"/>
                                      <a:pt x="155257" y="23813"/>
                                    </a:cubicBezTo>
                                    <a:cubicBezTo>
                                      <a:pt x="150495" y="24765"/>
                                      <a:pt x="144780" y="24765"/>
                                      <a:pt x="138113" y="27622"/>
                                    </a:cubicBezTo>
                                    <a:cubicBezTo>
                                      <a:pt x="134302" y="28575"/>
                                      <a:pt x="130492" y="30480"/>
                                      <a:pt x="127635" y="33338"/>
                                    </a:cubicBezTo>
                                    <a:cubicBezTo>
                                      <a:pt x="123825" y="35242"/>
                                      <a:pt x="120967" y="39053"/>
                                      <a:pt x="117157" y="41910"/>
                                    </a:cubicBezTo>
                                    <a:cubicBezTo>
                                      <a:pt x="110490" y="48578"/>
                                      <a:pt x="103822" y="55245"/>
                                      <a:pt x="96202" y="62865"/>
                                    </a:cubicBezTo>
                                    <a:cubicBezTo>
                                      <a:pt x="94297" y="64770"/>
                                      <a:pt x="92392" y="65722"/>
                                      <a:pt x="91440" y="67628"/>
                                    </a:cubicBezTo>
                                    <a:lnTo>
                                      <a:pt x="88582" y="70485"/>
                                    </a:lnTo>
                                    <a:lnTo>
                                      <a:pt x="85725" y="73342"/>
                                    </a:lnTo>
                                    <a:cubicBezTo>
                                      <a:pt x="83820" y="75247"/>
                                      <a:pt x="81915" y="76200"/>
                                      <a:pt x="80963" y="78105"/>
                                    </a:cubicBezTo>
                                    <a:cubicBezTo>
                                      <a:pt x="79057" y="80010"/>
                                      <a:pt x="77152" y="80963"/>
                                      <a:pt x="76200" y="82867"/>
                                    </a:cubicBezTo>
                                    <a:cubicBezTo>
                                      <a:pt x="74295" y="84772"/>
                                      <a:pt x="73342" y="85725"/>
                                      <a:pt x="71438" y="86678"/>
                                    </a:cubicBezTo>
                                    <a:cubicBezTo>
                                      <a:pt x="69532" y="87630"/>
                                      <a:pt x="68580" y="89535"/>
                                      <a:pt x="66675" y="90488"/>
                                    </a:cubicBezTo>
                                    <a:cubicBezTo>
                                      <a:pt x="63817" y="92392"/>
                                      <a:pt x="60960" y="95250"/>
                                      <a:pt x="59055" y="97155"/>
                                    </a:cubicBezTo>
                                    <a:cubicBezTo>
                                      <a:pt x="58102" y="98108"/>
                                      <a:pt x="58102" y="98108"/>
                                      <a:pt x="57150" y="99060"/>
                                    </a:cubicBezTo>
                                    <a:cubicBezTo>
                                      <a:pt x="57150" y="99060"/>
                                      <a:pt x="57150" y="99060"/>
                                      <a:pt x="56197" y="99060"/>
                                    </a:cubicBezTo>
                                    <a:cubicBezTo>
                                      <a:pt x="57150" y="98108"/>
                                      <a:pt x="58102" y="98108"/>
                                      <a:pt x="58102" y="97155"/>
                                    </a:cubicBezTo>
                                    <a:cubicBezTo>
                                      <a:pt x="60960" y="95250"/>
                                      <a:pt x="62865" y="92392"/>
                                      <a:pt x="65722" y="90488"/>
                                    </a:cubicBezTo>
                                    <a:cubicBezTo>
                                      <a:pt x="67627" y="89535"/>
                                      <a:pt x="68580" y="87630"/>
                                      <a:pt x="70485" y="86678"/>
                                    </a:cubicBezTo>
                                    <a:cubicBezTo>
                                      <a:pt x="72390" y="85725"/>
                                      <a:pt x="73342" y="83820"/>
                                      <a:pt x="75247" y="81915"/>
                                    </a:cubicBezTo>
                                    <a:cubicBezTo>
                                      <a:pt x="77152" y="80010"/>
                                      <a:pt x="78105" y="79058"/>
                                      <a:pt x="80010" y="77153"/>
                                    </a:cubicBezTo>
                                    <a:cubicBezTo>
                                      <a:pt x="81915" y="75247"/>
                                      <a:pt x="82867" y="74295"/>
                                      <a:pt x="84772" y="72390"/>
                                    </a:cubicBezTo>
                                    <a:lnTo>
                                      <a:pt x="87630" y="69533"/>
                                    </a:lnTo>
                                    <a:lnTo>
                                      <a:pt x="90488" y="66675"/>
                                    </a:lnTo>
                                    <a:cubicBezTo>
                                      <a:pt x="92392" y="64770"/>
                                      <a:pt x="94297" y="62865"/>
                                      <a:pt x="95250" y="60960"/>
                                    </a:cubicBezTo>
                                    <a:cubicBezTo>
                                      <a:pt x="101917" y="54292"/>
                                      <a:pt x="108585" y="46672"/>
                                      <a:pt x="115252" y="40005"/>
                                    </a:cubicBezTo>
                                    <a:cubicBezTo>
                                      <a:pt x="119063" y="37147"/>
                                      <a:pt x="121920" y="33338"/>
                                      <a:pt x="125730" y="31433"/>
                                    </a:cubicBezTo>
                                    <a:cubicBezTo>
                                      <a:pt x="129540" y="28575"/>
                                      <a:pt x="133350" y="26670"/>
                                      <a:pt x="136207" y="25717"/>
                                    </a:cubicBezTo>
                                    <a:cubicBezTo>
                                      <a:pt x="143827" y="22860"/>
                                      <a:pt x="149542" y="21908"/>
                                      <a:pt x="154305" y="20955"/>
                                    </a:cubicBezTo>
                                    <a:cubicBezTo>
                                      <a:pt x="154305" y="20955"/>
                                      <a:pt x="155257" y="20955"/>
                                      <a:pt x="155257" y="20955"/>
                                    </a:cubicBezTo>
                                    <a:cubicBezTo>
                                      <a:pt x="151447" y="19050"/>
                                      <a:pt x="147638" y="17145"/>
                                      <a:pt x="142875" y="16192"/>
                                    </a:cubicBezTo>
                                    <a:cubicBezTo>
                                      <a:pt x="136207" y="14288"/>
                                      <a:pt x="129540" y="12383"/>
                                      <a:pt x="122872" y="10478"/>
                                    </a:cubicBezTo>
                                    <a:cubicBezTo>
                                      <a:pt x="115252" y="8572"/>
                                      <a:pt x="107632" y="8572"/>
                                      <a:pt x="100013" y="7620"/>
                                    </a:cubicBezTo>
                                    <a:lnTo>
                                      <a:pt x="98107" y="7620"/>
                                    </a:lnTo>
                                    <a:cubicBezTo>
                                      <a:pt x="97155" y="7620"/>
                                      <a:pt x="96202" y="7620"/>
                                      <a:pt x="95250" y="8572"/>
                                    </a:cubicBezTo>
                                    <a:cubicBezTo>
                                      <a:pt x="93345" y="9525"/>
                                      <a:pt x="91440" y="10478"/>
                                      <a:pt x="88582" y="12383"/>
                                    </a:cubicBezTo>
                                    <a:cubicBezTo>
                                      <a:pt x="86677" y="14288"/>
                                      <a:pt x="84772" y="17145"/>
                                      <a:pt x="82867" y="20003"/>
                                    </a:cubicBezTo>
                                    <a:cubicBezTo>
                                      <a:pt x="81915" y="21908"/>
                                      <a:pt x="80963" y="22860"/>
                                      <a:pt x="80010" y="24765"/>
                                    </a:cubicBezTo>
                                    <a:cubicBezTo>
                                      <a:pt x="79057" y="25717"/>
                                      <a:pt x="79057" y="26670"/>
                                      <a:pt x="78105" y="27622"/>
                                    </a:cubicBezTo>
                                    <a:cubicBezTo>
                                      <a:pt x="77152" y="28575"/>
                                      <a:pt x="77152" y="29528"/>
                                      <a:pt x="76200" y="30480"/>
                                    </a:cubicBezTo>
                                    <a:cubicBezTo>
                                      <a:pt x="73342" y="33338"/>
                                      <a:pt x="70485" y="36195"/>
                                      <a:pt x="67627" y="40005"/>
                                    </a:cubicBezTo>
                                    <a:cubicBezTo>
                                      <a:pt x="61913" y="46672"/>
                                      <a:pt x="55245" y="53340"/>
                                      <a:pt x="48577" y="60008"/>
                                    </a:cubicBezTo>
                                    <a:cubicBezTo>
                                      <a:pt x="45720" y="63817"/>
                                      <a:pt x="42863" y="66675"/>
                                      <a:pt x="39052" y="69533"/>
                                    </a:cubicBezTo>
                                    <a:cubicBezTo>
                                      <a:pt x="36195" y="72390"/>
                                      <a:pt x="33338" y="76200"/>
                                      <a:pt x="30480" y="79058"/>
                                    </a:cubicBezTo>
                                    <a:cubicBezTo>
                                      <a:pt x="29527" y="80963"/>
                                      <a:pt x="27622" y="81915"/>
                                      <a:pt x="26670" y="82867"/>
                                    </a:cubicBezTo>
                                    <a:cubicBezTo>
                                      <a:pt x="25717" y="83820"/>
                                      <a:pt x="24765" y="85725"/>
                                      <a:pt x="22860" y="86678"/>
                                    </a:cubicBezTo>
                                    <a:cubicBezTo>
                                      <a:pt x="20955" y="89535"/>
                                      <a:pt x="18097" y="91440"/>
                                      <a:pt x="16192" y="93345"/>
                                    </a:cubicBezTo>
                                    <a:cubicBezTo>
                                      <a:pt x="14288" y="95250"/>
                                      <a:pt x="13335" y="97155"/>
                                      <a:pt x="11430" y="98108"/>
                                    </a:cubicBezTo>
                                    <a:lnTo>
                                      <a:pt x="11430" y="98108"/>
                                    </a:lnTo>
                                    <a:lnTo>
                                      <a:pt x="11430" y="98108"/>
                                    </a:lnTo>
                                    <a:lnTo>
                                      <a:pt x="11430" y="98108"/>
                                    </a:lnTo>
                                    <a:cubicBezTo>
                                      <a:pt x="12382" y="97155"/>
                                      <a:pt x="14288" y="95250"/>
                                      <a:pt x="16192" y="93345"/>
                                    </a:cubicBezTo>
                                    <a:cubicBezTo>
                                      <a:pt x="18097" y="91440"/>
                                      <a:pt x="20002" y="89535"/>
                                      <a:pt x="22860" y="86678"/>
                                    </a:cubicBezTo>
                                    <a:cubicBezTo>
                                      <a:pt x="23813" y="85725"/>
                                      <a:pt x="24765" y="83820"/>
                                      <a:pt x="26670" y="82867"/>
                                    </a:cubicBezTo>
                                    <a:cubicBezTo>
                                      <a:pt x="27622" y="81915"/>
                                      <a:pt x="29527" y="80010"/>
                                      <a:pt x="30480" y="79058"/>
                                    </a:cubicBezTo>
                                    <a:cubicBezTo>
                                      <a:pt x="33338" y="76200"/>
                                      <a:pt x="36195" y="73342"/>
                                      <a:pt x="39052" y="69533"/>
                                    </a:cubicBezTo>
                                    <a:cubicBezTo>
                                      <a:pt x="41910" y="66675"/>
                                      <a:pt x="44767" y="62865"/>
                                      <a:pt x="47625" y="60008"/>
                                    </a:cubicBezTo>
                                    <a:cubicBezTo>
                                      <a:pt x="53340" y="53340"/>
                                      <a:pt x="60007" y="46672"/>
                                      <a:pt x="65722" y="40005"/>
                                    </a:cubicBezTo>
                                    <a:cubicBezTo>
                                      <a:pt x="68580" y="37147"/>
                                      <a:pt x="72390" y="34290"/>
                                      <a:pt x="74295" y="30480"/>
                                    </a:cubicBezTo>
                                    <a:cubicBezTo>
                                      <a:pt x="75247" y="29528"/>
                                      <a:pt x="75247" y="28575"/>
                                      <a:pt x="76200" y="27622"/>
                                    </a:cubicBezTo>
                                    <a:cubicBezTo>
                                      <a:pt x="77152" y="26670"/>
                                      <a:pt x="77152" y="25717"/>
                                      <a:pt x="78105" y="25717"/>
                                    </a:cubicBezTo>
                                    <a:cubicBezTo>
                                      <a:pt x="79057" y="23813"/>
                                      <a:pt x="80010" y="22860"/>
                                      <a:pt x="80963" y="20955"/>
                                    </a:cubicBezTo>
                                    <a:cubicBezTo>
                                      <a:pt x="82867" y="18097"/>
                                      <a:pt x="84772" y="15240"/>
                                      <a:pt x="87630" y="13335"/>
                                    </a:cubicBezTo>
                                    <a:cubicBezTo>
                                      <a:pt x="89535" y="12383"/>
                                      <a:pt x="90488" y="10478"/>
                                      <a:pt x="92392" y="10478"/>
                                    </a:cubicBezTo>
                                    <a:cubicBezTo>
                                      <a:pt x="86677" y="10478"/>
                                      <a:pt x="80963" y="10478"/>
                                      <a:pt x="76200" y="11430"/>
                                    </a:cubicBezTo>
                                    <a:cubicBezTo>
                                      <a:pt x="68580" y="12383"/>
                                      <a:pt x="60007" y="14288"/>
                                      <a:pt x="52388" y="16192"/>
                                    </a:cubicBezTo>
                                    <a:cubicBezTo>
                                      <a:pt x="48577" y="17145"/>
                                      <a:pt x="44767" y="19050"/>
                                      <a:pt x="40957" y="20003"/>
                                    </a:cubicBezTo>
                                    <a:cubicBezTo>
                                      <a:pt x="37147" y="21908"/>
                                      <a:pt x="33338" y="23813"/>
                                      <a:pt x="30480" y="25717"/>
                                    </a:cubicBezTo>
                                    <a:cubicBezTo>
                                      <a:pt x="27622" y="27622"/>
                                      <a:pt x="23813" y="29528"/>
                                      <a:pt x="20955" y="32385"/>
                                    </a:cubicBezTo>
                                    <a:cubicBezTo>
                                      <a:pt x="18097" y="35242"/>
                                      <a:pt x="15240" y="37147"/>
                                      <a:pt x="13335" y="40005"/>
                                    </a:cubicBezTo>
                                    <a:cubicBezTo>
                                      <a:pt x="8572" y="44767"/>
                                      <a:pt x="5715" y="51435"/>
                                      <a:pt x="2857" y="56197"/>
                                    </a:cubicBezTo>
                                    <a:cubicBezTo>
                                      <a:pt x="1905" y="60008"/>
                                      <a:pt x="952" y="62865"/>
                                      <a:pt x="0" y="66675"/>
                                    </a:cubicBezTo>
                                    <a:cubicBezTo>
                                      <a:pt x="0" y="64770"/>
                                      <a:pt x="952" y="61913"/>
                                      <a:pt x="952" y="59055"/>
                                    </a:cubicBezTo>
                                    <a:lnTo>
                                      <a:pt x="952" y="59055"/>
                                    </a:lnTo>
                                    <a:cubicBezTo>
                                      <a:pt x="952" y="58103"/>
                                      <a:pt x="1905" y="57150"/>
                                      <a:pt x="1905" y="56197"/>
                                    </a:cubicBezTo>
                                    <a:cubicBezTo>
                                      <a:pt x="3810" y="50483"/>
                                      <a:pt x="7620" y="44767"/>
                                      <a:pt x="11430" y="39053"/>
                                    </a:cubicBezTo>
                                    <a:cubicBezTo>
                                      <a:pt x="16192" y="33338"/>
                                      <a:pt x="21907" y="28575"/>
                                      <a:pt x="28575" y="24765"/>
                                    </a:cubicBezTo>
                                    <a:cubicBezTo>
                                      <a:pt x="32385" y="22860"/>
                                      <a:pt x="35242" y="20955"/>
                                      <a:pt x="39052" y="19050"/>
                                    </a:cubicBezTo>
                                    <a:cubicBezTo>
                                      <a:pt x="42863" y="17145"/>
                                      <a:pt x="46672" y="16192"/>
                                      <a:pt x="50482" y="15240"/>
                                    </a:cubicBezTo>
                                    <a:cubicBezTo>
                                      <a:pt x="58102" y="12383"/>
                                      <a:pt x="66675" y="11430"/>
                                      <a:pt x="74295" y="9525"/>
                                    </a:cubicBezTo>
                                    <a:cubicBezTo>
                                      <a:pt x="78105" y="8572"/>
                                      <a:pt x="80963" y="8572"/>
                                      <a:pt x="84772" y="8572"/>
                                    </a:cubicBezTo>
                                    <a:cubicBezTo>
                                      <a:pt x="83820" y="8572"/>
                                      <a:pt x="82867" y="7620"/>
                                      <a:pt x="81915" y="7620"/>
                                    </a:cubicBezTo>
                                    <a:cubicBezTo>
                                      <a:pt x="80963" y="7620"/>
                                      <a:pt x="79057" y="6667"/>
                                      <a:pt x="77152" y="6667"/>
                                    </a:cubicBezTo>
                                    <a:cubicBezTo>
                                      <a:pt x="75247" y="6667"/>
                                      <a:pt x="74295" y="5715"/>
                                      <a:pt x="72390" y="5715"/>
                                    </a:cubicBezTo>
                                    <a:cubicBezTo>
                                      <a:pt x="70485" y="5715"/>
                                      <a:pt x="68580" y="5715"/>
                                      <a:pt x="67627" y="4763"/>
                                    </a:cubicBezTo>
                                    <a:cubicBezTo>
                                      <a:pt x="65722" y="4763"/>
                                      <a:pt x="63817" y="4763"/>
                                      <a:pt x="62865" y="4763"/>
                                    </a:cubicBezTo>
                                    <a:cubicBezTo>
                                      <a:pt x="60960" y="4763"/>
                                      <a:pt x="59055" y="4763"/>
                                      <a:pt x="58102" y="4763"/>
                                    </a:cubicBezTo>
                                    <a:cubicBezTo>
                                      <a:pt x="56197" y="4763"/>
                                      <a:pt x="55245" y="4763"/>
                                      <a:pt x="53340" y="4763"/>
                                    </a:cubicBezTo>
                                    <a:lnTo>
                                      <a:pt x="52388" y="4763"/>
                                    </a:lnTo>
                                    <a:cubicBezTo>
                                      <a:pt x="53340" y="4763"/>
                                      <a:pt x="55245" y="3810"/>
                                      <a:pt x="56197" y="3810"/>
                                    </a:cubicBezTo>
                                    <a:cubicBezTo>
                                      <a:pt x="56197" y="3810"/>
                                      <a:pt x="57150" y="3810"/>
                                      <a:pt x="57150" y="3810"/>
                                    </a:cubicBezTo>
                                    <a:cubicBezTo>
                                      <a:pt x="59055" y="3810"/>
                                      <a:pt x="60960" y="3810"/>
                                      <a:pt x="61913" y="3810"/>
                                    </a:cubicBezTo>
                                    <a:cubicBezTo>
                                      <a:pt x="63817" y="3810"/>
                                      <a:pt x="65722" y="3810"/>
                                      <a:pt x="66675" y="3810"/>
                                    </a:cubicBezTo>
                                    <a:cubicBezTo>
                                      <a:pt x="68580" y="3810"/>
                                      <a:pt x="70485" y="3810"/>
                                      <a:pt x="71438" y="3810"/>
                                    </a:cubicBezTo>
                                    <a:cubicBezTo>
                                      <a:pt x="73342" y="3810"/>
                                      <a:pt x="75247" y="3810"/>
                                      <a:pt x="76200" y="4763"/>
                                    </a:cubicBezTo>
                                    <a:cubicBezTo>
                                      <a:pt x="78105" y="4763"/>
                                      <a:pt x="79057" y="5715"/>
                                      <a:pt x="80963" y="5715"/>
                                    </a:cubicBezTo>
                                    <a:cubicBezTo>
                                      <a:pt x="81915" y="5715"/>
                                      <a:pt x="83820" y="6667"/>
                                      <a:pt x="84772" y="6667"/>
                                    </a:cubicBezTo>
                                    <a:cubicBezTo>
                                      <a:pt x="86677" y="6667"/>
                                      <a:pt x="87630" y="7620"/>
                                      <a:pt x="89535" y="7620"/>
                                    </a:cubicBezTo>
                                    <a:cubicBezTo>
                                      <a:pt x="92392" y="7620"/>
                                      <a:pt x="94297" y="7620"/>
                                      <a:pt x="97155" y="7620"/>
                                    </a:cubicBezTo>
                                    <a:cubicBezTo>
                                      <a:pt x="104775" y="7620"/>
                                      <a:pt x="113347" y="8572"/>
                                      <a:pt x="120015" y="9525"/>
                                    </a:cubicBezTo>
                                    <a:cubicBezTo>
                                      <a:pt x="122872" y="9525"/>
                                      <a:pt x="125730" y="10478"/>
                                      <a:pt x="128588" y="11430"/>
                                    </a:cubicBezTo>
                                    <a:cubicBezTo>
                                      <a:pt x="126682" y="10478"/>
                                      <a:pt x="124777" y="9525"/>
                                      <a:pt x="122872" y="8572"/>
                                    </a:cubicBezTo>
                                    <a:cubicBezTo>
                                      <a:pt x="120015" y="6667"/>
                                      <a:pt x="117157" y="5715"/>
                                      <a:pt x="113347" y="3810"/>
                                    </a:cubicBezTo>
                                    <a:cubicBezTo>
                                      <a:pt x="111442" y="2858"/>
                                      <a:pt x="110490" y="2858"/>
                                      <a:pt x="108585" y="1905"/>
                                    </a:cubicBezTo>
                                    <a:lnTo>
                                      <a:pt x="104775" y="0"/>
                                    </a:lnTo>
                                    <a:cubicBezTo>
                                      <a:pt x="104775" y="0"/>
                                      <a:pt x="104775" y="0"/>
                                      <a:pt x="103822" y="0"/>
                                    </a:cubicBezTo>
                                    <a:cubicBezTo>
                                      <a:pt x="103822" y="0"/>
                                      <a:pt x="104775" y="0"/>
                                      <a:pt x="104775" y="0"/>
                                    </a:cubicBezTo>
                                    <a:cubicBezTo>
                                      <a:pt x="104775" y="0"/>
                                      <a:pt x="104775" y="0"/>
                                      <a:pt x="104775" y="0"/>
                                    </a:cubicBezTo>
                                    <a:cubicBezTo>
                                      <a:pt x="105727" y="0"/>
                                      <a:pt x="106680" y="953"/>
                                      <a:pt x="108585" y="953"/>
                                    </a:cubicBezTo>
                                    <a:cubicBezTo>
                                      <a:pt x="109538" y="1905"/>
                                      <a:pt x="111442" y="1905"/>
                                      <a:pt x="113347" y="2858"/>
                                    </a:cubicBezTo>
                                    <a:cubicBezTo>
                                      <a:pt x="116205" y="3810"/>
                                      <a:pt x="119063" y="5715"/>
                                      <a:pt x="122872" y="7620"/>
                                    </a:cubicBezTo>
                                    <a:cubicBezTo>
                                      <a:pt x="130492" y="6667"/>
                                      <a:pt x="133350" y="8572"/>
                                      <a:pt x="136207" y="9525"/>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9BE9DB22-48E5-4515-9101-4CFF5CF85E7A}"/>
                                  </a:ext>
                                </a:extLst>
                              </p:cNvPr>
                              <p:cNvSpPr/>
                              <p:nvPr/>
                            </p:nvSpPr>
                            <p:spPr>
                              <a:xfrm>
                                <a:off x="3452041" y="2501137"/>
                                <a:ext cx="95250" cy="78104"/>
                              </a:xfrm>
                              <a:custGeom>
                                <a:avLst/>
                                <a:gdLst>
                                  <a:gd name="connsiteX0" fmla="*/ 61913 w 95250"/>
                                  <a:gd name="connsiteY0" fmla="*/ 0 h 78104"/>
                                  <a:gd name="connsiteX1" fmla="*/ 61913 w 95250"/>
                                  <a:gd name="connsiteY1" fmla="*/ 0 h 78104"/>
                                  <a:gd name="connsiteX2" fmla="*/ 63818 w 95250"/>
                                  <a:gd name="connsiteY2" fmla="*/ 1905 h 78104"/>
                                  <a:gd name="connsiteX3" fmla="*/ 65722 w 95250"/>
                                  <a:gd name="connsiteY3" fmla="*/ 3810 h 78104"/>
                                  <a:gd name="connsiteX4" fmla="*/ 68580 w 95250"/>
                                  <a:gd name="connsiteY4" fmla="*/ 9525 h 78104"/>
                                  <a:gd name="connsiteX5" fmla="*/ 70485 w 95250"/>
                                  <a:gd name="connsiteY5" fmla="*/ 16192 h 78104"/>
                                  <a:gd name="connsiteX6" fmla="*/ 72390 w 95250"/>
                                  <a:gd name="connsiteY6" fmla="*/ 28575 h 78104"/>
                                  <a:gd name="connsiteX7" fmla="*/ 73343 w 95250"/>
                                  <a:gd name="connsiteY7" fmla="*/ 34290 h 78104"/>
                                  <a:gd name="connsiteX8" fmla="*/ 75247 w 95250"/>
                                  <a:gd name="connsiteY8" fmla="*/ 36195 h 78104"/>
                                  <a:gd name="connsiteX9" fmla="*/ 80963 w 95250"/>
                                  <a:gd name="connsiteY9" fmla="*/ 43815 h 78104"/>
                                  <a:gd name="connsiteX10" fmla="*/ 85725 w 95250"/>
                                  <a:gd name="connsiteY10" fmla="*/ 50483 h 78104"/>
                                  <a:gd name="connsiteX11" fmla="*/ 86678 w 95250"/>
                                  <a:gd name="connsiteY11" fmla="*/ 46672 h 78104"/>
                                  <a:gd name="connsiteX12" fmla="*/ 88583 w 95250"/>
                                  <a:gd name="connsiteY12" fmla="*/ 39053 h 78104"/>
                                  <a:gd name="connsiteX13" fmla="*/ 91440 w 95250"/>
                                  <a:gd name="connsiteY13" fmla="*/ 30480 h 78104"/>
                                  <a:gd name="connsiteX14" fmla="*/ 93345 w 95250"/>
                                  <a:gd name="connsiteY14" fmla="*/ 21908 h 78104"/>
                                  <a:gd name="connsiteX15" fmla="*/ 93345 w 95250"/>
                                  <a:gd name="connsiteY15" fmla="*/ 18097 h 78104"/>
                                  <a:gd name="connsiteX16" fmla="*/ 92393 w 95250"/>
                                  <a:gd name="connsiteY16" fmla="*/ 14288 h 78104"/>
                                  <a:gd name="connsiteX17" fmla="*/ 92393 w 95250"/>
                                  <a:gd name="connsiteY17" fmla="*/ 13335 h 78104"/>
                                  <a:gd name="connsiteX18" fmla="*/ 93345 w 95250"/>
                                  <a:gd name="connsiteY18" fmla="*/ 14288 h 78104"/>
                                  <a:gd name="connsiteX19" fmla="*/ 94297 w 95250"/>
                                  <a:gd name="connsiteY19" fmla="*/ 18097 h 78104"/>
                                  <a:gd name="connsiteX20" fmla="*/ 94297 w 95250"/>
                                  <a:gd name="connsiteY20" fmla="*/ 21908 h 78104"/>
                                  <a:gd name="connsiteX21" fmla="*/ 93345 w 95250"/>
                                  <a:gd name="connsiteY21" fmla="*/ 30480 h 78104"/>
                                  <a:gd name="connsiteX22" fmla="*/ 91440 w 95250"/>
                                  <a:gd name="connsiteY22" fmla="*/ 39053 h 78104"/>
                                  <a:gd name="connsiteX23" fmla="*/ 89535 w 95250"/>
                                  <a:gd name="connsiteY23" fmla="*/ 46672 h 78104"/>
                                  <a:gd name="connsiteX24" fmla="*/ 89535 w 95250"/>
                                  <a:gd name="connsiteY24" fmla="*/ 52388 h 78104"/>
                                  <a:gd name="connsiteX25" fmla="*/ 89535 w 95250"/>
                                  <a:gd name="connsiteY25" fmla="*/ 54292 h 78104"/>
                                  <a:gd name="connsiteX26" fmla="*/ 92393 w 95250"/>
                                  <a:gd name="connsiteY26" fmla="*/ 60008 h 78104"/>
                                  <a:gd name="connsiteX27" fmla="*/ 94297 w 95250"/>
                                  <a:gd name="connsiteY27" fmla="*/ 67628 h 78104"/>
                                  <a:gd name="connsiteX28" fmla="*/ 95250 w 95250"/>
                                  <a:gd name="connsiteY28" fmla="*/ 73342 h 78104"/>
                                  <a:gd name="connsiteX29" fmla="*/ 95250 w 95250"/>
                                  <a:gd name="connsiteY29" fmla="*/ 73342 h 78104"/>
                                  <a:gd name="connsiteX30" fmla="*/ 91440 w 95250"/>
                                  <a:gd name="connsiteY30" fmla="*/ 78105 h 78104"/>
                                  <a:gd name="connsiteX31" fmla="*/ 90488 w 95250"/>
                                  <a:gd name="connsiteY31" fmla="*/ 68580 h 78104"/>
                                  <a:gd name="connsiteX32" fmla="*/ 89535 w 95250"/>
                                  <a:gd name="connsiteY32" fmla="*/ 64770 h 78104"/>
                                  <a:gd name="connsiteX33" fmla="*/ 89535 w 95250"/>
                                  <a:gd name="connsiteY33" fmla="*/ 64770 h 78104"/>
                                  <a:gd name="connsiteX34" fmla="*/ 87630 w 95250"/>
                                  <a:gd name="connsiteY34" fmla="*/ 62865 h 78104"/>
                                  <a:gd name="connsiteX35" fmla="*/ 83820 w 95250"/>
                                  <a:gd name="connsiteY35" fmla="*/ 60960 h 78104"/>
                                  <a:gd name="connsiteX36" fmla="*/ 78105 w 95250"/>
                                  <a:gd name="connsiteY36" fmla="*/ 60008 h 78104"/>
                                  <a:gd name="connsiteX37" fmla="*/ 71438 w 95250"/>
                                  <a:gd name="connsiteY37" fmla="*/ 59055 h 78104"/>
                                  <a:gd name="connsiteX38" fmla="*/ 63818 w 95250"/>
                                  <a:gd name="connsiteY38" fmla="*/ 58103 h 78104"/>
                                  <a:gd name="connsiteX39" fmla="*/ 56197 w 95250"/>
                                  <a:gd name="connsiteY39" fmla="*/ 56197 h 78104"/>
                                  <a:gd name="connsiteX40" fmla="*/ 47625 w 95250"/>
                                  <a:gd name="connsiteY40" fmla="*/ 53340 h 78104"/>
                                  <a:gd name="connsiteX41" fmla="*/ 39053 w 95250"/>
                                  <a:gd name="connsiteY41" fmla="*/ 50483 h 78104"/>
                                  <a:gd name="connsiteX42" fmla="*/ 31433 w 95250"/>
                                  <a:gd name="connsiteY42" fmla="*/ 47625 h 78104"/>
                                  <a:gd name="connsiteX43" fmla="*/ 24765 w 95250"/>
                                  <a:gd name="connsiteY43" fmla="*/ 43815 h 78104"/>
                                  <a:gd name="connsiteX44" fmla="*/ 21908 w 95250"/>
                                  <a:gd name="connsiteY44" fmla="*/ 41910 h 78104"/>
                                  <a:gd name="connsiteX45" fmla="*/ 19050 w 95250"/>
                                  <a:gd name="connsiteY45" fmla="*/ 40005 h 78104"/>
                                  <a:gd name="connsiteX46" fmla="*/ 14288 w 95250"/>
                                  <a:gd name="connsiteY46" fmla="*/ 37147 h 78104"/>
                                  <a:gd name="connsiteX47" fmla="*/ 10478 w 95250"/>
                                  <a:gd name="connsiteY47" fmla="*/ 34290 h 78104"/>
                                  <a:gd name="connsiteX48" fmla="*/ 8572 w 95250"/>
                                  <a:gd name="connsiteY48" fmla="*/ 33338 h 78104"/>
                                  <a:gd name="connsiteX49" fmla="*/ 10478 w 95250"/>
                                  <a:gd name="connsiteY49" fmla="*/ 34290 h 78104"/>
                                  <a:gd name="connsiteX50" fmla="*/ 14288 w 95250"/>
                                  <a:gd name="connsiteY50" fmla="*/ 37147 h 78104"/>
                                  <a:gd name="connsiteX51" fmla="*/ 19050 w 95250"/>
                                  <a:gd name="connsiteY51" fmla="*/ 40005 h 78104"/>
                                  <a:gd name="connsiteX52" fmla="*/ 21908 w 95250"/>
                                  <a:gd name="connsiteY52" fmla="*/ 41910 h 78104"/>
                                  <a:gd name="connsiteX53" fmla="*/ 24765 w 95250"/>
                                  <a:gd name="connsiteY53" fmla="*/ 43815 h 78104"/>
                                  <a:gd name="connsiteX54" fmla="*/ 31433 w 95250"/>
                                  <a:gd name="connsiteY54" fmla="*/ 46672 h 78104"/>
                                  <a:gd name="connsiteX55" fmla="*/ 39053 w 95250"/>
                                  <a:gd name="connsiteY55" fmla="*/ 49530 h 78104"/>
                                  <a:gd name="connsiteX56" fmla="*/ 47625 w 95250"/>
                                  <a:gd name="connsiteY56" fmla="*/ 52388 h 78104"/>
                                  <a:gd name="connsiteX57" fmla="*/ 56197 w 95250"/>
                                  <a:gd name="connsiteY57" fmla="*/ 54292 h 78104"/>
                                  <a:gd name="connsiteX58" fmla="*/ 63818 w 95250"/>
                                  <a:gd name="connsiteY58" fmla="*/ 56197 h 78104"/>
                                  <a:gd name="connsiteX59" fmla="*/ 71438 w 95250"/>
                                  <a:gd name="connsiteY59" fmla="*/ 57150 h 78104"/>
                                  <a:gd name="connsiteX60" fmla="*/ 78105 w 95250"/>
                                  <a:gd name="connsiteY60" fmla="*/ 58103 h 78104"/>
                                  <a:gd name="connsiteX61" fmla="*/ 83820 w 95250"/>
                                  <a:gd name="connsiteY61" fmla="*/ 59055 h 78104"/>
                                  <a:gd name="connsiteX62" fmla="*/ 88583 w 95250"/>
                                  <a:gd name="connsiteY62" fmla="*/ 60960 h 78104"/>
                                  <a:gd name="connsiteX63" fmla="*/ 89535 w 95250"/>
                                  <a:gd name="connsiteY63" fmla="*/ 60960 h 78104"/>
                                  <a:gd name="connsiteX64" fmla="*/ 89535 w 95250"/>
                                  <a:gd name="connsiteY64" fmla="*/ 60008 h 78104"/>
                                  <a:gd name="connsiteX65" fmla="*/ 86678 w 95250"/>
                                  <a:gd name="connsiteY65" fmla="*/ 52388 h 78104"/>
                                  <a:gd name="connsiteX66" fmla="*/ 81915 w 95250"/>
                                  <a:gd name="connsiteY66" fmla="*/ 44767 h 78104"/>
                                  <a:gd name="connsiteX67" fmla="*/ 80963 w 95250"/>
                                  <a:gd name="connsiteY67" fmla="*/ 43815 h 78104"/>
                                  <a:gd name="connsiteX68" fmla="*/ 79058 w 95250"/>
                                  <a:gd name="connsiteY68" fmla="*/ 42863 h 78104"/>
                                  <a:gd name="connsiteX69" fmla="*/ 70485 w 95250"/>
                                  <a:gd name="connsiteY69" fmla="*/ 39053 h 78104"/>
                                  <a:gd name="connsiteX70" fmla="*/ 63818 w 95250"/>
                                  <a:gd name="connsiteY70" fmla="*/ 37147 h 78104"/>
                                  <a:gd name="connsiteX71" fmla="*/ 56197 w 95250"/>
                                  <a:gd name="connsiteY71" fmla="*/ 35242 h 78104"/>
                                  <a:gd name="connsiteX72" fmla="*/ 48578 w 95250"/>
                                  <a:gd name="connsiteY72" fmla="*/ 33338 h 78104"/>
                                  <a:gd name="connsiteX73" fmla="*/ 40958 w 95250"/>
                                  <a:gd name="connsiteY73" fmla="*/ 30480 h 78104"/>
                                  <a:gd name="connsiteX74" fmla="*/ 33338 w 95250"/>
                                  <a:gd name="connsiteY74" fmla="*/ 27622 h 78104"/>
                                  <a:gd name="connsiteX75" fmla="*/ 25718 w 95250"/>
                                  <a:gd name="connsiteY75" fmla="*/ 24765 h 78104"/>
                                  <a:gd name="connsiteX76" fmla="*/ 19050 w 95250"/>
                                  <a:gd name="connsiteY76" fmla="*/ 21908 h 78104"/>
                                  <a:gd name="connsiteX77" fmla="*/ 12383 w 95250"/>
                                  <a:gd name="connsiteY77" fmla="*/ 19050 h 78104"/>
                                  <a:gd name="connsiteX78" fmla="*/ 2858 w 95250"/>
                                  <a:gd name="connsiteY78" fmla="*/ 15240 h 78104"/>
                                  <a:gd name="connsiteX79" fmla="*/ 0 w 95250"/>
                                  <a:gd name="connsiteY79" fmla="*/ 14288 h 78104"/>
                                  <a:gd name="connsiteX80" fmla="*/ 2858 w 95250"/>
                                  <a:gd name="connsiteY80" fmla="*/ 15240 h 78104"/>
                                  <a:gd name="connsiteX81" fmla="*/ 12383 w 95250"/>
                                  <a:gd name="connsiteY81" fmla="*/ 19050 h 78104"/>
                                  <a:gd name="connsiteX82" fmla="*/ 19050 w 95250"/>
                                  <a:gd name="connsiteY82" fmla="*/ 21908 h 78104"/>
                                  <a:gd name="connsiteX83" fmla="*/ 25718 w 95250"/>
                                  <a:gd name="connsiteY83" fmla="*/ 24765 h 78104"/>
                                  <a:gd name="connsiteX84" fmla="*/ 33338 w 95250"/>
                                  <a:gd name="connsiteY84" fmla="*/ 27622 h 78104"/>
                                  <a:gd name="connsiteX85" fmla="*/ 40958 w 95250"/>
                                  <a:gd name="connsiteY85" fmla="*/ 30480 h 78104"/>
                                  <a:gd name="connsiteX86" fmla="*/ 48578 w 95250"/>
                                  <a:gd name="connsiteY86" fmla="*/ 32385 h 78104"/>
                                  <a:gd name="connsiteX87" fmla="*/ 56197 w 95250"/>
                                  <a:gd name="connsiteY87" fmla="*/ 34290 h 78104"/>
                                  <a:gd name="connsiteX88" fmla="*/ 63818 w 95250"/>
                                  <a:gd name="connsiteY88" fmla="*/ 36195 h 78104"/>
                                  <a:gd name="connsiteX89" fmla="*/ 70485 w 95250"/>
                                  <a:gd name="connsiteY89" fmla="*/ 38100 h 78104"/>
                                  <a:gd name="connsiteX90" fmla="*/ 78105 w 95250"/>
                                  <a:gd name="connsiteY90" fmla="*/ 40005 h 78104"/>
                                  <a:gd name="connsiteX91" fmla="*/ 76200 w 95250"/>
                                  <a:gd name="connsiteY91" fmla="*/ 38100 h 78104"/>
                                  <a:gd name="connsiteX92" fmla="*/ 70485 w 95250"/>
                                  <a:gd name="connsiteY92" fmla="*/ 30480 h 78104"/>
                                  <a:gd name="connsiteX93" fmla="*/ 63818 w 95250"/>
                                  <a:gd name="connsiteY93" fmla="*/ 23813 h 78104"/>
                                  <a:gd name="connsiteX94" fmla="*/ 57150 w 95250"/>
                                  <a:gd name="connsiteY94" fmla="*/ 17145 h 78104"/>
                                  <a:gd name="connsiteX95" fmla="*/ 51435 w 95250"/>
                                  <a:gd name="connsiteY95" fmla="*/ 11430 h 78104"/>
                                  <a:gd name="connsiteX96" fmla="*/ 41910 w 95250"/>
                                  <a:gd name="connsiteY96" fmla="*/ 5715 h 78104"/>
                                  <a:gd name="connsiteX97" fmla="*/ 41910 w 95250"/>
                                  <a:gd name="connsiteY97" fmla="*/ 5715 h 78104"/>
                                  <a:gd name="connsiteX98" fmla="*/ 51435 w 95250"/>
                                  <a:gd name="connsiteY98" fmla="*/ 11430 h 78104"/>
                                  <a:gd name="connsiteX99" fmla="*/ 57150 w 95250"/>
                                  <a:gd name="connsiteY99" fmla="*/ 16192 h 78104"/>
                                  <a:gd name="connsiteX100" fmla="*/ 63818 w 95250"/>
                                  <a:gd name="connsiteY100" fmla="*/ 21908 h 78104"/>
                                  <a:gd name="connsiteX101" fmla="*/ 70485 w 95250"/>
                                  <a:gd name="connsiteY101" fmla="*/ 28575 h 78104"/>
                                  <a:gd name="connsiteX102" fmla="*/ 72390 w 95250"/>
                                  <a:gd name="connsiteY102" fmla="*/ 31433 h 78104"/>
                                  <a:gd name="connsiteX103" fmla="*/ 72390 w 95250"/>
                                  <a:gd name="connsiteY103" fmla="*/ 28575 h 78104"/>
                                  <a:gd name="connsiteX104" fmla="*/ 71438 w 95250"/>
                                  <a:gd name="connsiteY104" fmla="*/ 22860 h 78104"/>
                                  <a:gd name="connsiteX105" fmla="*/ 70485 w 95250"/>
                                  <a:gd name="connsiteY105" fmla="*/ 16192 h 78104"/>
                                  <a:gd name="connsiteX106" fmla="*/ 69533 w 95250"/>
                                  <a:gd name="connsiteY106" fmla="*/ 9525 h 78104"/>
                                  <a:gd name="connsiteX107" fmla="*/ 66675 w 95250"/>
                                  <a:gd name="connsiteY107" fmla="*/ 3810 h 78104"/>
                                  <a:gd name="connsiteX108" fmla="*/ 64770 w 95250"/>
                                  <a:gd name="connsiteY108" fmla="*/ 1905 h 78104"/>
                                  <a:gd name="connsiteX109" fmla="*/ 61913 w 95250"/>
                                  <a:gd name="connsiteY109" fmla="*/ 0 h 78104"/>
                                  <a:gd name="connsiteX110" fmla="*/ 61913 w 95250"/>
                                  <a:gd name="connsiteY110" fmla="*/ 0 h 7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95250" h="78104">
                                    <a:moveTo>
                                      <a:pt x="61913" y="0"/>
                                    </a:moveTo>
                                    <a:cubicBezTo>
                                      <a:pt x="61913" y="0"/>
                                      <a:pt x="62865" y="0"/>
                                      <a:pt x="61913" y="0"/>
                                    </a:cubicBezTo>
                                    <a:cubicBezTo>
                                      <a:pt x="62865" y="953"/>
                                      <a:pt x="63818" y="953"/>
                                      <a:pt x="63818" y="1905"/>
                                    </a:cubicBezTo>
                                    <a:cubicBezTo>
                                      <a:pt x="64770" y="2858"/>
                                      <a:pt x="64770" y="2858"/>
                                      <a:pt x="65722" y="3810"/>
                                    </a:cubicBezTo>
                                    <a:cubicBezTo>
                                      <a:pt x="66675" y="4763"/>
                                      <a:pt x="67628" y="6667"/>
                                      <a:pt x="68580" y="9525"/>
                                    </a:cubicBezTo>
                                    <a:cubicBezTo>
                                      <a:pt x="69533" y="11430"/>
                                      <a:pt x="70485" y="14288"/>
                                      <a:pt x="70485" y="16192"/>
                                    </a:cubicBezTo>
                                    <a:cubicBezTo>
                                      <a:pt x="71438" y="20955"/>
                                      <a:pt x="71438" y="25717"/>
                                      <a:pt x="72390" y="28575"/>
                                    </a:cubicBezTo>
                                    <a:cubicBezTo>
                                      <a:pt x="72390" y="31433"/>
                                      <a:pt x="73343" y="33338"/>
                                      <a:pt x="73343" y="34290"/>
                                    </a:cubicBezTo>
                                    <a:lnTo>
                                      <a:pt x="75247" y="36195"/>
                                    </a:lnTo>
                                    <a:cubicBezTo>
                                      <a:pt x="77153" y="39053"/>
                                      <a:pt x="79058" y="40958"/>
                                      <a:pt x="80963" y="43815"/>
                                    </a:cubicBezTo>
                                    <a:cubicBezTo>
                                      <a:pt x="82868" y="45720"/>
                                      <a:pt x="83820" y="48578"/>
                                      <a:pt x="85725" y="50483"/>
                                    </a:cubicBezTo>
                                    <a:cubicBezTo>
                                      <a:pt x="85725" y="49530"/>
                                      <a:pt x="85725" y="48578"/>
                                      <a:pt x="86678" y="46672"/>
                                    </a:cubicBezTo>
                                    <a:cubicBezTo>
                                      <a:pt x="87630" y="44767"/>
                                      <a:pt x="88583" y="41910"/>
                                      <a:pt x="88583" y="39053"/>
                                    </a:cubicBezTo>
                                    <a:cubicBezTo>
                                      <a:pt x="89535" y="36195"/>
                                      <a:pt x="90488" y="33338"/>
                                      <a:pt x="91440" y="30480"/>
                                    </a:cubicBezTo>
                                    <a:cubicBezTo>
                                      <a:pt x="92393" y="27622"/>
                                      <a:pt x="93345" y="24765"/>
                                      <a:pt x="93345" y="21908"/>
                                    </a:cubicBezTo>
                                    <a:cubicBezTo>
                                      <a:pt x="93345" y="20955"/>
                                      <a:pt x="93345" y="19050"/>
                                      <a:pt x="93345" y="18097"/>
                                    </a:cubicBezTo>
                                    <a:cubicBezTo>
                                      <a:pt x="93345" y="17145"/>
                                      <a:pt x="93345" y="15240"/>
                                      <a:pt x="92393" y="14288"/>
                                    </a:cubicBezTo>
                                    <a:cubicBezTo>
                                      <a:pt x="92393" y="14288"/>
                                      <a:pt x="92393" y="13335"/>
                                      <a:pt x="92393" y="13335"/>
                                    </a:cubicBezTo>
                                    <a:cubicBezTo>
                                      <a:pt x="92393" y="13335"/>
                                      <a:pt x="92393" y="13335"/>
                                      <a:pt x="93345" y="14288"/>
                                    </a:cubicBezTo>
                                    <a:cubicBezTo>
                                      <a:pt x="93345" y="15240"/>
                                      <a:pt x="94297" y="16192"/>
                                      <a:pt x="94297" y="18097"/>
                                    </a:cubicBezTo>
                                    <a:cubicBezTo>
                                      <a:pt x="94297" y="19050"/>
                                      <a:pt x="94297" y="20955"/>
                                      <a:pt x="94297" y="21908"/>
                                    </a:cubicBezTo>
                                    <a:cubicBezTo>
                                      <a:pt x="94297" y="24765"/>
                                      <a:pt x="93345" y="27622"/>
                                      <a:pt x="93345" y="30480"/>
                                    </a:cubicBezTo>
                                    <a:cubicBezTo>
                                      <a:pt x="92393" y="33338"/>
                                      <a:pt x="91440" y="36195"/>
                                      <a:pt x="91440" y="39053"/>
                                    </a:cubicBezTo>
                                    <a:cubicBezTo>
                                      <a:pt x="90488" y="41910"/>
                                      <a:pt x="89535" y="44767"/>
                                      <a:pt x="89535" y="46672"/>
                                    </a:cubicBezTo>
                                    <a:cubicBezTo>
                                      <a:pt x="89535" y="48578"/>
                                      <a:pt x="88583" y="50483"/>
                                      <a:pt x="89535" y="52388"/>
                                    </a:cubicBezTo>
                                    <a:cubicBezTo>
                                      <a:pt x="89535" y="53340"/>
                                      <a:pt x="89535" y="54292"/>
                                      <a:pt x="89535" y="54292"/>
                                    </a:cubicBezTo>
                                    <a:cubicBezTo>
                                      <a:pt x="90488" y="56197"/>
                                      <a:pt x="91440" y="58103"/>
                                      <a:pt x="92393" y="60008"/>
                                    </a:cubicBezTo>
                                    <a:cubicBezTo>
                                      <a:pt x="93345" y="62865"/>
                                      <a:pt x="94297" y="65722"/>
                                      <a:pt x="94297" y="67628"/>
                                    </a:cubicBezTo>
                                    <a:cubicBezTo>
                                      <a:pt x="94297" y="69533"/>
                                      <a:pt x="95250" y="71438"/>
                                      <a:pt x="95250" y="73342"/>
                                    </a:cubicBezTo>
                                    <a:lnTo>
                                      <a:pt x="95250" y="73342"/>
                                    </a:lnTo>
                                    <a:lnTo>
                                      <a:pt x="91440" y="78105"/>
                                    </a:lnTo>
                                    <a:cubicBezTo>
                                      <a:pt x="91440" y="75247"/>
                                      <a:pt x="91440" y="72390"/>
                                      <a:pt x="90488" y="68580"/>
                                    </a:cubicBezTo>
                                    <a:cubicBezTo>
                                      <a:pt x="90488" y="67628"/>
                                      <a:pt x="90488" y="66675"/>
                                      <a:pt x="89535" y="64770"/>
                                    </a:cubicBezTo>
                                    <a:cubicBezTo>
                                      <a:pt x="89535" y="64770"/>
                                      <a:pt x="89535" y="64770"/>
                                      <a:pt x="89535" y="64770"/>
                                    </a:cubicBezTo>
                                    <a:cubicBezTo>
                                      <a:pt x="88583" y="64770"/>
                                      <a:pt x="88583" y="63817"/>
                                      <a:pt x="87630" y="62865"/>
                                    </a:cubicBezTo>
                                    <a:cubicBezTo>
                                      <a:pt x="86678" y="61913"/>
                                      <a:pt x="85725" y="61913"/>
                                      <a:pt x="83820" y="60960"/>
                                    </a:cubicBezTo>
                                    <a:cubicBezTo>
                                      <a:pt x="81915" y="60008"/>
                                      <a:pt x="80010" y="60008"/>
                                      <a:pt x="78105" y="60008"/>
                                    </a:cubicBezTo>
                                    <a:cubicBezTo>
                                      <a:pt x="76200" y="60008"/>
                                      <a:pt x="73343" y="59055"/>
                                      <a:pt x="71438" y="59055"/>
                                    </a:cubicBezTo>
                                    <a:cubicBezTo>
                                      <a:pt x="68580" y="59055"/>
                                      <a:pt x="66675" y="58103"/>
                                      <a:pt x="63818" y="58103"/>
                                    </a:cubicBezTo>
                                    <a:cubicBezTo>
                                      <a:pt x="60960" y="58103"/>
                                      <a:pt x="58103" y="57150"/>
                                      <a:pt x="56197" y="56197"/>
                                    </a:cubicBezTo>
                                    <a:cubicBezTo>
                                      <a:pt x="53340" y="55245"/>
                                      <a:pt x="50483" y="54292"/>
                                      <a:pt x="47625" y="53340"/>
                                    </a:cubicBezTo>
                                    <a:cubicBezTo>
                                      <a:pt x="44768" y="52388"/>
                                      <a:pt x="41910" y="51435"/>
                                      <a:pt x="39053" y="50483"/>
                                    </a:cubicBezTo>
                                    <a:cubicBezTo>
                                      <a:pt x="36195" y="49530"/>
                                      <a:pt x="33338" y="48578"/>
                                      <a:pt x="31433" y="47625"/>
                                    </a:cubicBezTo>
                                    <a:cubicBezTo>
                                      <a:pt x="28575" y="46672"/>
                                      <a:pt x="26670" y="45720"/>
                                      <a:pt x="24765" y="43815"/>
                                    </a:cubicBezTo>
                                    <a:cubicBezTo>
                                      <a:pt x="23813" y="42863"/>
                                      <a:pt x="22860" y="42863"/>
                                      <a:pt x="21908" y="41910"/>
                                    </a:cubicBezTo>
                                    <a:cubicBezTo>
                                      <a:pt x="20955" y="40958"/>
                                      <a:pt x="20003" y="40958"/>
                                      <a:pt x="19050" y="40005"/>
                                    </a:cubicBezTo>
                                    <a:cubicBezTo>
                                      <a:pt x="17145" y="39053"/>
                                      <a:pt x="15240" y="38100"/>
                                      <a:pt x="14288" y="37147"/>
                                    </a:cubicBezTo>
                                    <a:cubicBezTo>
                                      <a:pt x="12383" y="36195"/>
                                      <a:pt x="11430" y="35242"/>
                                      <a:pt x="10478" y="34290"/>
                                    </a:cubicBezTo>
                                    <a:cubicBezTo>
                                      <a:pt x="9525" y="33338"/>
                                      <a:pt x="8572" y="33338"/>
                                      <a:pt x="8572" y="33338"/>
                                    </a:cubicBezTo>
                                    <a:cubicBezTo>
                                      <a:pt x="9525" y="33338"/>
                                      <a:pt x="9525" y="34290"/>
                                      <a:pt x="10478" y="34290"/>
                                    </a:cubicBezTo>
                                    <a:cubicBezTo>
                                      <a:pt x="11430" y="35242"/>
                                      <a:pt x="13335" y="36195"/>
                                      <a:pt x="14288" y="37147"/>
                                    </a:cubicBezTo>
                                    <a:cubicBezTo>
                                      <a:pt x="16193" y="38100"/>
                                      <a:pt x="17145" y="39053"/>
                                      <a:pt x="19050" y="40005"/>
                                    </a:cubicBezTo>
                                    <a:cubicBezTo>
                                      <a:pt x="20003" y="40958"/>
                                      <a:pt x="20955" y="40958"/>
                                      <a:pt x="21908" y="41910"/>
                                    </a:cubicBezTo>
                                    <a:cubicBezTo>
                                      <a:pt x="22860" y="42863"/>
                                      <a:pt x="23813" y="42863"/>
                                      <a:pt x="24765" y="43815"/>
                                    </a:cubicBezTo>
                                    <a:cubicBezTo>
                                      <a:pt x="26670" y="44767"/>
                                      <a:pt x="29528" y="45720"/>
                                      <a:pt x="31433" y="46672"/>
                                    </a:cubicBezTo>
                                    <a:cubicBezTo>
                                      <a:pt x="34290" y="47625"/>
                                      <a:pt x="36195" y="48578"/>
                                      <a:pt x="39053" y="49530"/>
                                    </a:cubicBezTo>
                                    <a:cubicBezTo>
                                      <a:pt x="41910" y="50483"/>
                                      <a:pt x="44768" y="51435"/>
                                      <a:pt x="47625" y="52388"/>
                                    </a:cubicBezTo>
                                    <a:cubicBezTo>
                                      <a:pt x="50483" y="53340"/>
                                      <a:pt x="53340" y="54292"/>
                                      <a:pt x="56197" y="54292"/>
                                    </a:cubicBezTo>
                                    <a:cubicBezTo>
                                      <a:pt x="59055" y="55245"/>
                                      <a:pt x="61913" y="55245"/>
                                      <a:pt x="63818" y="56197"/>
                                    </a:cubicBezTo>
                                    <a:cubicBezTo>
                                      <a:pt x="66675" y="56197"/>
                                      <a:pt x="69533" y="57150"/>
                                      <a:pt x="71438" y="57150"/>
                                    </a:cubicBezTo>
                                    <a:cubicBezTo>
                                      <a:pt x="74295" y="57150"/>
                                      <a:pt x="76200" y="58103"/>
                                      <a:pt x="78105" y="58103"/>
                                    </a:cubicBezTo>
                                    <a:cubicBezTo>
                                      <a:pt x="80010" y="58103"/>
                                      <a:pt x="81915" y="59055"/>
                                      <a:pt x="83820" y="59055"/>
                                    </a:cubicBezTo>
                                    <a:cubicBezTo>
                                      <a:pt x="85725" y="60008"/>
                                      <a:pt x="86678" y="60008"/>
                                      <a:pt x="88583" y="60960"/>
                                    </a:cubicBezTo>
                                    <a:cubicBezTo>
                                      <a:pt x="88583" y="60960"/>
                                      <a:pt x="88583" y="60960"/>
                                      <a:pt x="89535" y="60960"/>
                                    </a:cubicBezTo>
                                    <a:lnTo>
                                      <a:pt x="89535" y="60008"/>
                                    </a:lnTo>
                                    <a:cubicBezTo>
                                      <a:pt x="88583" y="57150"/>
                                      <a:pt x="87630" y="55245"/>
                                      <a:pt x="86678" y="52388"/>
                                    </a:cubicBezTo>
                                    <a:cubicBezTo>
                                      <a:pt x="85725" y="49530"/>
                                      <a:pt x="83820" y="47625"/>
                                      <a:pt x="81915" y="44767"/>
                                    </a:cubicBezTo>
                                    <a:lnTo>
                                      <a:pt x="80963" y="43815"/>
                                    </a:lnTo>
                                    <a:cubicBezTo>
                                      <a:pt x="80010" y="43815"/>
                                      <a:pt x="80010" y="42863"/>
                                      <a:pt x="79058" y="42863"/>
                                    </a:cubicBezTo>
                                    <a:cubicBezTo>
                                      <a:pt x="77153" y="41910"/>
                                      <a:pt x="74295" y="40958"/>
                                      <a:pt x="70485" y="39053"/>
                                    </a:cubicBezTo>
                                    <a:cubicBezTo>
                                      <a:pt x="68580" y="38100"/>
                                      <a:pt x="66675" y="38100"/>
                                      <a:pt x="63818" y="37147"/>
                                    </a:cubicBezTo>
                                    <a:cubicBezTo>
                                      <a:pt x="61913" y="36195"/>
                                      <a:pt x="59055" y="36195"/>
                                      <a:pt x="56197" y="35242"/>
                                    </a:cubicBezTo>
                                    <a:cubicBezTo>
                                      <a:pt x="53340" y="34290"/>
                                      <a:pt x="51435" y="33338"/>
                                      <a:pt x="48578" y="33338"/>
                                    </a:cubicBezTo>
                                    <a:cubicBezTo>
                                      <a:pt x="45720" y="32385"/>
                                      <a:pt x="43815" y="31433"/>
                                      <a:pt x="40958" y="30480"/>
                                    </a:cubicBezTo>
                                    <a:cubicBezTo>
                                      <a:pt x="38100" y="29528"/>
                                      <a:pt x="35243" y="28575"/>
                                      <a:pt x="33338" y="27622"/>
                                    </a:cubicBezTo>
                                    <a:lnTo>
                                      <a:pt x="25718" y="24765"/>
                                    </a:lnTo>
                                    <a:cubicBezTo>
                                      <a:pt x="22860" y="23813"/>
                                      <a:pt x="20955" y="22860"/>
                                      <a:pt x="19050" y="21908"/>
                                    </a:cubicBezTo>
                                    <a:cubicBezTo>
                                      <a:pt x="17145" y="20955"/>
                                      <a:pt x="14288" y="20003"/>
                                      <a:pt x="12383" y="19050"/>
                                    </a:cubicBezTo>
                                    <a:cubicBezTo>
                                      <a:pt x="8572" y="17145"/>
                                      <a:pt x="5715" y="16192"/>
                                      <a:pt x="2858" y="15240"/>
                                    </a:cubicBezTo>
                                    <a:cubicBezTo>
                                      <a:pt x="1905" y="14288"/>
                                      <a:pt x="953" y="14288"/>
                                      <a:pt x="0" y="14288"/>
                                    </a:cubicBezTo>
                                    <a:cubicBezTo>
                                      <a:pt x="953" y="14288"/>
                                      <a:pt x="1905" y="15240"/>
                                      <a:pt x="2858" y="15240"/>
                                    </a:cubicBezTo>
                                    <a:cubicBezTo>
                                      <a:pt x="4763" y="16192"/>
                                      <a:pt x="8572" y="18097"/>
                                      <a:pt x="12383" y="19050"/>
                                    </a:cubicBezTo>
                                    <a:cubicBezTo>
                                      <a:pt x="14288" y="20003"/>
                                      <a:pt x="16193" y="20955"/>
                                      <a:pt x="19050" y="21908"/>
                                    </a:cubicBezTo>
                                    <a:cubicBezTo>
                                      <a:pt x="20955" y="22860"/>
                                      <a:pt x="23813" y="23813"/>
                                      <a:pt x="25718" y="24765"/>
                                    </a:cubicBezTo>
                                    <a:cubicBezTo>
                                      <a:pt x="28575" y="25717"/>
                                      <a:pt x="30480" y="26670"/>
                                      <a:pt x="33338" y="27622"/>
                                    </a:cubicBezTo>
                                    <a:cubicBezTo>
                                      <a:pt x="36195" y="28575"/>
                                      <a:pt x="38100" y="29528"/>
                                      <a:pt x="40958" y="30480"/>
                                    </a:cubicBezTo>
                                    <a:cubicBezTo>
                                      <a:pt x="43815" y="31433"/>
                                      <a:pt x="45720" y="32385"/>
                                      <a:pt x="48578" y="32385"/>
                                    </a:cubicBezTo>
                                    <a:cubicBezTo>
                                      <a:pt x="51435" y="33338"/>
                                      <a:pt x="53340" y="34290"/>
                                      <a:pt x="56197" y="34290"/>
                                    </a:cubicBezTo>
                                    <a:cubicBezTo>
                                      <a:pt x="59055" y="35242"/>
                                      <a:pt x="60960" y="35242"/>
                                      <a:pt x="63818" y="36195"/>
                                    </a:cubicBezTo>
                                    <a:cubicBezTo>
                                      <a:pt x="65722" y="37147"/>
                                      <a:pt x="68580" y="37147"/>
                                      <a:pt x="70485" y="38100"/>
                                    </a:cubicBezTo>
                                    <a:cubicBezTo>
                                      <a:pt x="73343" y="39053"/>
                                      <a:pt x="75247" y="40005"/>
                                      <a:pt x="78105" y="40005"/>
                                    </a:cubicBezTo>
                                    <a:lnTo>
                                      <a:pt x="76200" y="38100"/>
                                    </a:lnTo>
                                    <a:cubicBezTo>
                                      <a:pt x="74295" y="35242"/>
                                      <a:pt x="72390" y="33338"/>
                                      <a:pt x="70485" y="30480"/>
                                    </a:cubicBezTo>
                                    <a:cubicBezTo>
                                      <a:pt x="68580" y="27622"/>
                                      <a:pt x="66675" y="25717"/>
                                      <a:pt x="63818" y="23813"/>
                                    </a:cubicBezTo>
                                    <a:cubicBezTo>
                                      <a:pt x="61913" y="21908"/>
                                      <a:pt x="60008" y="20003"/>
                                      <a:pt x="57150" y="17145"/>
                                    </a:cubicBezTo>
                                    <a:cubicBezTo>
                                      <a:pt x="55245" y="15240"/>
                                      <a:pt x="53340" y="13335"/>
                                      <a:pt x="51435" y="11430"/>
                                    </a:cubicBezTo>
                                    <a:cubicBezTo>
                                      <a:pt x="47625" y="8572"/>
                                      <a:pt x="44768" y="6667"/>
                                      <a:pt x="41910" y="5715"/>
                                    </a:cubicBezTo>
                                    <a:lnTo>
                                      <a:pt x="41910" y="5715"/>
                                    </a:lnTo>
                                    <a:cubicBezTo>
                                      <a:pt x="44768" y="5715"/>
                                      <a:pt x="48578" y="8572"/>
                                      <a:pt x="51435" y="11430"/>
                                    </a:cubicBezTo>
                                    <a:cubicBezTo>
                                      <a:pt x="53340" y="13335"/>
                                      <a:pt x="55245" y="14288"/>
                                      <a:pt x="57150" y="16192"/>
                                    </a:cubicBezTo>
                                    <a:cubicBezTo>
                                      <a:pt x="59055" y="18097"/>
                                      <a:pt x="61913" y="20003"/>
                                      <a:pt x="63818" y="21908"/>
                                    </a:cubicBezTo>
                                    <a:cubicBezTo>
                                      <a:pt x="65722" y="23813"/>
                                      <a:pt x="68580" y="26670"/>
                                      <a:pt x="70485" y="28575"/>
                                    </a:cubicBezTo>
                                    <a:lnTo>
                                      <a:pt x="72390" y="31433"/>
                                    </a:lnTo>
                                    <a:cubicBezTo>
                                      <a:pt x="72390" y="30480"/>
                                      <a:pt x="72390" y="29528"/>
                                      <a:pt x="72390" y="28575"/>
                                    </a:cubicBezTo>
                                    <a:cubicBezTo>
                                      <a:pt x="72390" y="26670"/>
                                      <a:pt x="72390" y="24765"/>
                                      <a:pt x="71438" y="22860"/>
                                    </a:cubicBezTo>
                                    <a:cubicBezTo>
                                      <a:pt x="71438" y="20955"/>
                                      <a:pt x="71438" y="18097"/>
                                      <a:pt x="70485" y="16192"/>
                                    </a:cubicBezTo>
                                    <a:cubicBezTo>
                                      <a:pt x="70485" y="14288"/>
                                      <a:pt x="69533" y="11430"/>
                                      <a:pt x="69533" y="9525"/>
                                    </a:cubicBezTo>
                                    <a:cubicBezTo>
                                      <a:pt x="68580" y="7620"/>
                                      <a:pt x="67628" y="5715"/>
                                      <a:pt x="66675" y="3810"/>
                                    </a:cubicBezTo>
                                    <a:cubicBezTo>
                                      <a:pt x="66675" y="2858"/>
                                      <a:pt x="65722" y="2858"/>
                                      <a:pt x="64770" y="1905"/>
                                    </a:cubicBezTo>
                                    <a:cubicBezTo>
                                      <a:pt x="63818" y="953"/>
                                      <a:pt x="62865" y="953"/>
                                      <a:pt x="61913" y="0"/>
                                    </a:cubicBezTo>
                                    <a:cubicBezTo>
                                      <a:pt x="62865" y="0"/>
                                      <a:pt x="61913" y="0"/>
                                      <a:pt x="61913" y="0"/>
                                    </a:cubicBezTo>
                                    <a:close/>
                                  </a:path>
                                </a:pathLst>
                              </a:custGeom>
                              <a:grpFill/>
                              <a:ln w="9525" cap="flat">
                                <a:noFill/>
                                <a:prstDash val="solid"/>
                                <a:miter/>
                              </a:ln>
                            </p:spPr>
                            <p:txBody>
                              <a:bodyPr rtlCol="0" anchor="ctr"/>
                              <a:lstStyle/>
                              <a:p>
                                <a:endParaRPr lang="en-US"/>
                              </a:p>
                            </p:txBody>
                          </p:sp>
                        </p:grpSp>
                      </p:grpSp>
                    </p:grpSp>
                    <p:grpSp>
                      <p:nvGrpSpPr>
                        <p:cNvPr id="261" name="Graphic 2">
                          <a:extLst>
                            <a:ext uri="{FF2B5EF4-FFF2-40B4-BE49-F238E27FC236}">
                              <a16:creationId xmlns:a16="http://schemas.microsoft.com/office/drawing/2014/main" id="{AE736AF3-0337-429B-AEF1-DA4B52809559}"/>
                            </a:ext>
                          </a:extLst>
                        </p:cNvPr>
                        <p:cNvGrpSpPr/>
                        <p:nvPr/>
                      </p:nvGrpSpPr>
                      <p:grpSpPr>
                        <a:xfrm>
                          <a:off x="3514113" y="2976434"/>
                          <a:ext cx="561815" cy="902017"/>
                          <a:chOff x="3514113" y="2976434"/>
                          <a:chExt cx="561815" cy="902017"/>
                        </a:xfrm>
                        <a:grpFill/>
                      </p:grpSpPr>
                      <p:grpSp>
                        <p:nvGrpSpPr>
                          <p:cNvPr id="262" name="Graphic 2">
                            <a:extLst>
                              <a:ext uri="{FF2B5EF4-FFF2-40B4-BE49-F238E27FC236}">
                                <a16:creationId xmlns:a16="http://schemas.microsoft.com/office/drawing/2014/main" id="{AE736AF3-0337-429B-AEF1-DA4B52809559}"/>
                              </a:ext>
                            </a:extLst>
                          </p:cNvPr>
                          <p:cNvGrpSpPr/>
                          <p:nvPr/>
                        </p:nvGrpSpPr>
                        <p:grpSpPr>
                          <a:xfrm>
                            <a:off x="3607299" y="2976434"/>
                            <a:ext cx="149542" cy="139065"/>
                            <a:chOff x="3607299" y="2976434"/>
                            <a:chExt cx="149542" cy="139065"/>
                          </a:xfrm>
                          <a:grpFill/>
                        </p:grpSpPr>
                        <p:sp>
                          <p:nvSpPr>
                            <p:cNvPr id="263" name="Freeform: Shape 262">
                              <a:extLst>
                                <a:ext uri="{FF2B5EF4-FFF2-40B4-BE49-F238E27FC236}">
                                  <a16:creationId xmlns:a16="http://schemas.microsoft.com/office/drawing/2014/main" id="{786247A4-E01E-40EE-8BEF-2E06F27BF904}"/>
                                </a:ext>
                              </a:extLst>
                            </p:cNvPr>
                            <p:cNvSpPr/>
                            <p:nvPr/>
                          </p:nvSpPr>
                          <p:spPr>
                            <a:xfrm>
                              <a:off x="3607299" y="2976434"/>
                              <a:ext cx="144541" cy="139065"/>
                            </a:xfrm>
                            <a:custGeom>
                              <a:avLst/>
                              <a:gdLst>
                                <a:gd name="connsiteX0" fmla="*/ 5715 w 144541"/>
                                <a:gd name="connsiteY0" fmla="*/ 87630 h 139065"/>
                                <a:gd name="connsiteX1" fmla="*/ 3810 w 144541"/>
                                <a:gd name="connsiteY1" fmla="*/ 81915 h 139065"/>
                                <a:gd name="connsiteX2" fmla="*/ 1905 w 144541"/>
                                <a:gd name="connsiteY2" fmla="*/ 76200 h 139065"/>
                                <a:gd name="connsiteX3" fmla="*/ 952 w 144541"/>
                                <a:gd name="connsiteY3" fmla="*/ 73343 h 139065"/>
                                <a:gd name="connsiteX4" fmla="*/ 0 w 144541"/>
                                <a:gd name="connsiteY4" fmla="*/ 67628 h 139065"/>
                                <a:gd name="connsiteX5" fmla="*/ 0 w 144541"/>
                                <a:gd name="connsiteY5" fmla="*/ 67628 h 139065"/>
                                <a:gd name="connsiteX6" fmla="*/ 0 w 144541"/>
                                <a:gd name="connsiteY6" fmla="*/ 67628 h 139065"/>
                                <a:gd name="connsiteX7" fmla="*/ 0 w 144541"/>
                                <a:gd name="connsiteY7" fmla="*/ 66675 h 139065"/>
                                <a:gd name="connsiteX8" fmla="*/ 952 w 144541"/>
                                <a:gd name="connsiteY8" fmla="*/ 63818 h 139065"/>
                                <a:gd name="connsiteX9" fmla="*/ 4763 w 144541"/>
                                <a:gd name="connsiteY9" fmla="*/ 54293 h 139065"/>
                                <a:gd name="connsiteX10" fmla="*/ 23813 w 144541"/>
                                <a:gd name="connsiteY10" fmla="*/ 27623 h 139065"/>
                                <a:gd name="connsiteX11" fmla="*/ 60007 w 144541"/>
                                <a:gd name="connsiteY11" fmla="*/ 3810 h 139065"/>
                                <a:gd name="connsiteX12" fmla="*/ 85725 w 144541"/>
                                <a:gd name="connsiteY12" fmla="*/ 0 h 139065"/>
                                <a:gd name="connsiteX13" fmla="*/ 117157 w 144541"/>
                                <a:gd name="connsiteY13" fmla="*/ 7620 h 139065"/>
                                <a:gd name="connsiteX14" fmla="*/ 118110 w 144541"/>
                                <a:gd name="connsiteY14" fmla="*/ 8573 h 139065"/>
                                <a:gd name="connsiteX15" fmla="*/ 118110 w 144541"/>
                                <a:gd name="connsiteY15" fmla="*/ 8573 h 139065"/>
                                <a:gd name="connsiteX16" fmla="*/ 124777 w 144541"/>
                                <a:gd name="connsiteY16" fmla="*/ 13335 h 139065"/>
                                <a:gd name="connsiteX17" fmla="*/ 137160 w 144541"/>
                                <a:gd name="connsiteY17" fmla="*/ 27623 h 139065"/>
                                <a:gd name="connsiteX18" fmla="*/ 140970 w 144541"/>
                                <a:gd name="connsiteY18" fmla="*/ 34290 h 139065"/>
                                <a:gd name="connsiteX19" fmla="*/ 142875 w 144541"/>
                                <a:gd name="connsiteY19" fmla="*/ 40005 h 139065"/>
                                <a:gd name="connsiteX20" fmla="*/ 143827 w 144541"/>
                                <a:gd name="connsiteY20" fmla="*/ 41910 h 139065"/>
                                <a:gd name="connsiteX21" fmla="*/ 143827 w 144541"/>
                                <a:gd name="connsiteY21" fmla="*/ 42863 h 139065"/>
                                <a:gd name="connsiteX22" fmla="*/ 143827 w 144541"/>
                                <a:gd name="connsiteY22" fmla="*/ 58103 h 139065"/>
                                <a:gd name="connsiteX23" fmla="*/ 141922 w 144541"/>
                                <a:gd name="connsiteY23" fmla="*/ 63818 h 139065"/>
                                <a:gd name="connsiteX24" fmla="*/ 139065 w 144541"/>
                                <a:gd name="connsiteY24" fmla="*/ 68580 h 139065"/>
                                <a:gd name="connsiteX25" fmla="*/ 124777 w 144541"/>
                                <a:gd name="connsiteY25" fmla="*/ 80010 h 139065"/>
                                <a:gd name="connsiteX26" fmla="*/ 123825 w 144541"/>
                                <a:gd name="connsiteY26" fmla="*/ 80010 h 139065"/>
                                <a:gd name="connsiteX27" fmla="*/ 120015 w 144541"/>
                                <a:gd name="connsiteY27" fmla="*/ 81915 h 139065"/>
                                <a:gd name="connsiteX28" fmla="*/ 118110 w 144541"/>
                                <a:gd name="connsiteY28" fmla="*/ 87630 h 139065"/>
                                <a:gd name="connsiteX29" fmla="*/ 112395 w 144541"/>
                                <a:gd name="connsiteY29" fmla="*/ 100013 h 139065"/>
                                <a:gd name="connsiteX30" fmla="*/ 111443 w 144541"/>
                                <a:gd name="connsiteY30" fmla="*/ 101918 h 139065"/>
                                <a:gd name="connsiteX31" fmla="*/ 111443 w 144541"/>
                                <a:gd name="connsiteY31" fmla="*/ 101918 h 139065"/>
                                <a:gd name="connsiteX32" fmla="*/ 101918 w 144541"/>
                                <a:gd name="connsiteY32" fmla="*/ 109538 h 139065"/>
                                <a:gd name="connsiteX33" fmla="*/ 89535 w 144541"/>
                                <a:gd name="connsiteY33" fmla="*/ 114300 h 139065"/>
                                <a:gd name="connsiteX34" fmla="*/ 87630 w 144541"/>
                                <a:gd name="connsiteY34" fmla="*/ 115253 h 139065"/>
                                <a:gd name="connsiteX35" fmla="*/ 85725 w 144541"/>
                                <a:gd name="connsiteY35" fmla="*/ 116205 h 139065"/>
                                <a:gd name="connsiteX36" fmla="*/ 80010 w 144541"/>
                                <a:gd name="connsiteY36" fmla="*/ 118110 h 139065"/>
                                <a:gd name="connsiteX37" fmla="*/ 79057 w 144541"/>
                                <a:gd name="connsiteY37" fmla="*/ 119063 h 139065"/>
                                <a:gd name="connsiteX38" fmla="*/ 78105 w 144541"/>
                                <a:gd name="connsiteY38" fmla="*/ 120015 h 139065"/>
                                <a:gd name="connsiteX39" fmla="*/ 77152 w 144541"/>
                                <a:gd name="connsiteY39" fmla="*/ 120015 h 139065"/>
                                <a:gd name="connsiteX40" fmla="*/ 73343 w 144541"/>
                                <a:gd name="connsiteY40" fmla="*/ 122873 h 139065"/>
                                <a:gd name="connsiteX41" fmla="*/ 64770 w 144541"/>
                                <a:gd name="connsiteY41" fmla="*/ 130493 h 139065"/>
                                <a:gd name="connsiteX42" fmla="*/ 61913 w 144541"/>
                                <a:gd name="connsiteY42" fmla="*/ 133350 h 139065"/>
                                <a:gd name="connsiteX43" fmla="*/ 60007 w 144541"/>
                                <a:gd name="connsiteY43" fmla="*/ 135255 h 139065"/>
                                <a:gd name="connsiteX44" fmla="*/ 60007 w 144541"/>
                                <a:gd name="connsiteY44" fmla="*/ 135255 h 139065"/>
                                <a:gd name="connsiteX45" fmla="*/ 60007 w 144541"/>
                                <a:gd name="connsiteY45" fmla="*/ 135255 h 139065"/>
                                <a:gd name="connsiteX46" fmla="*/ 60007 w 144541"/>
                                <a:gd name="connsiteY46" fmla="*/ 135255 h 139065"/>
                                <a:gd name="connsiteX47" fmla="*/ 58102 w 144541"/>
                                <a:gd name="connsiteY47" fmla="*/ 137160 h 139065"/>
                                <a:gd name="connsiteX48" fmla="*/ 57150 w 144541"/>
                                <a:gd name="connsiteY48" fmla="*/ 138113 h 139065"/>
                                <a:gd name="connsiteX49" fmla="*/ 57150 w 144541"/>
                                <a:gd name="connsiteY49" fmla="*/ 138113 h 139065"/>
                                <a:gd name="connsiteX50" fmla="*/ 55245 w 144541"/>
                                <a:gd name="connsiteY50" fmla="*/ 139065 h 139065"/>
                                <a:gd name="connsiteX51" fmla="*/ 52388 w 144541"/>
                                <a:gd name="connsiteY51" fmla="*/ 139065 h 139065"/>
                                <a:gd name="connsiteX52" fmla="*/ 45720 w 144541"/>
                                <a:gd name="connsiteY52" fmla="*/ 138113 h 139065"/>
                                <a:gd name="connsiteX53" fmla="*/ 31432 w 144541"/>
                                <a:gd name="connsiteY53" fmla="*/ 128588 h 139065"/>
                                <a:gd name="connsiteX54" fmla="*/ 20002 w 144541"/>
                                <a:gd name="connsiteY54" fmla="*/ 114300 h 139065"/>
                                <a:gd name="connsiteX55" fmla="*/ 10477 w 144541"/>
                                <a:gd name="connsiteY55" fmla="*/ 100965 h 139065"/>
                                <a:gd name="connsiteX56" fmla="*/ 5715 w 144541"/>
                                <a:gd name="connsiteY56" fmla="*/ 87630 h 13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44541" h="139065">
                                  <a:moveTo>
                                    <a:pt x="5715" y="87630"/>
                                  </a:moveTo>
                                  <a:cubicBezTo>
                                    <a:pt x="4763" y="85725"/>
                                    <a:pt x="3810" y="83820"/>
                                    <a:pt x="3810" y="81915"/>
                                  </a:cubicBezTo>
                                  <a:cubicBezTo>
                                    <a:pt x="2857" y="80010"/>
                                    <a:pt x="2857" y="78105"/>
                                    <a:pt x="1905" y="76200"/>
                                  </a:cubicBezTo>
                                  <a:cubicBezTo>
                                    <a:pt x="1905" y="75248"/>
                                    <a:pt x="952" y="74295"/>
                                    <a:pt x="952" y="73343"/>
                                  </a:cubicBezTo>
                                  <a:cubicBezTo>
                                    <a:pt x="952" y="73343"/>
                                    <a:pt x="0" y="68580"/>
                                    <a:pt x="0" y="67628"/>
                                  </a:cubicBezTo>
                                  <a:cubicBezTo>
                                    <a:pt x="0" y="67628"/>
                                    <a:pt x="0" y="67628"/>
                                    <a:pt x="0" y="67628"/>
                                  </a:cubicBezTo>
                                  <a:cubicBezTo>
                                    <a:pt x="0" y="67628"/>
                                    <a:pt x="0" y="67628"/>
                                    <a:pt x="0" y="67628"/>
                                  </a:cubicBezTo>
                                  <a:cubicBezTo>
                                    <a:pt x="0" y="67628"/>
                                    <a:pt x="0" y="67628"/>
                                    <a:pt x="0" y="66675"/>
                                  </a:cubicBezTo>
                                  <a:cubicBezTo>
                                    <a:pt x="0" y="65723"/>
                                    <a:pt x="952" y="65723"/>
                                    <a:pt x="952" y="63818"/>
                                  </a:cubicBezTo>
                                  <a:cubicBezTo>
                                    <a:pt x="1905" y="61913"/>
                                    <a:pt x="2857" y="58103"/>
                                    <a:pt x="4763" y="54293"/>
                                  </a:cubicBezTo>
                                  <a:cubicBezTo>
                                    <a:pt x="8572" y="46673"/>
                                    <a:pt x="14288" y="37148"/>
                                    <a:pt x="23813" y="27623"/>
                                  </a:cubicBezTo>
                                  <a:cubicBezTo>
                                    <a:pt x="32385" y="18098"/>
                                    <a:pt x="44768" y="8573"/>
                                    <a:pt x="60007" y="3810"/>
                                  </a:cubicBezTo>
                                  <a:cubicBezTo>
                                    <a:pt x="67627" y="953"/>
                                    <a:pt x="76200" y="0"/>
                                    <a:pt x="85725" y="0"/>
                                  </a:cubicBezTo>
                                  <a:cubicBezTo>
                                    <a:pt x="95250" y="0"/>
                                    <a:pt x="105727" y="2858"/>
                                    <a:pt x="117157" y="7620"/>
                                  </a:cubicBezTo>
                                  <a:cubicBezTo>
                                    <a:pt x="117157" y="7620"/>
                                    <a:pt x="118110" y="7620"/>
                                    <a:pt x="118110" y="8573"/>
                                  </a:cubicBezTo>
                                  <a:cubicBezTo>
                                    <a:pt x="118110" y="8573"/>
                                    <a:pt x="118110" y="8573"/>
                                    <a:pt x="118110" y="8573"/>
                                  </a:cubicBezTo>
                                  <a:cubicBezTo>
                                    <a:pt x="120015" y="10478"/>
                                    <a:pt x="122872" y="11430"/>
                                    <a:pt x="124777" y="13335"/>
                                  </a:cubicBezTo>
                                  <a:cubicBezTo>
                                    <a:pt x="129540" y="18098"/>
                                    <a:pt x="134302" y="22860"/>
                                    <a:pt x="137160" y="27623"/>
                                  </a:cubicBezTo>
                                  <a:cubicBezTo>
                                    <a:pt x="138113" y="29528"/>
                                    <a:pt x="140018" y="31433"/>
                                    <a:pt x="140970" y="34290"/>
                                  </a:cubicBezTo>
                                  <a:cubicBezTo>
                                    <a:pt x="141922" y="36195"/>
                                    <a:pt x="142875" y="38100"/>
                                    <a:pt x="142875" y="40005"/>
                                  </a:cubicBezTo>
                                  <a:cubicBezTo>
                                    <a:pt x="142875" y="40958"/>
                                    <a:pt x="142875" y="41910"/>
                                    <a:pt x="143827" y="41910"/>
                                  </a:cubicBezTo>
                                  <a:cubicBezTo>
                                    <a:pt x="143827" y="41910"/>
                                    <a:pt x="143827" y="41910"/>
                                    <a:pt x="143827" y="42863"/>
                                  </a:cubicBezTo>
                                  <a:cubicBezTo>
                                    <a:pt x="144780" y="48578"/>
                                    <a:pt x="144780" y="53340"/>
                                    <a:pt x="143827" y="58103"/>
                                  </a:cubicBezTo>
                                  <a:cubicBezTo>
                                    <a:pt x="142875" y="60008"/>
                                    <a:pt x="142875" y="61913"/>
                                    <a:pt x="141922" y="63818"/>
                                  </a:cubicBezTo>
                                  <a:cubicBezTo>
                                    <a:pt x="140970" y="65723"/>
                                    <a:pt x="140018" y="67628"/>
                                    <a:pt x="139065" y="68580"/>
                                  </a:cubicBezTo>
                                  <a:cubicBezTo>
                                    <a:pt x="134302" y="74295"/>
                                    <a:pt x="128588" y="78105"/>
                                    <a:pt x="124777" y="80010"/>
                                  </a:cubicBezTo>
                                  <a:cubicBezTo>
                                    <a:pt x="124777" y="80010"/>
                                    <a:pt x="123825" y="80010"/>
                                    <a:pt x="123825" y="80010"/>
                                  </a:cubicBezTo>
                                  <a:cubicBezTo>
                                    <a:pt x="120968" y="80963"/>
                                    <a:pt x="120015" y="81915"/>
                                    <a:pt x="120015" y="81915"/>
                                  </a:cubicBezTo>
                                  <a:cubicBezTo>
                                    <a:pt x="119063" y="83820"/>
                                    <a:pt x="119063" y="85725"/>
                                    <a:pt x="118110" y="87630"/>
                                  </a:cubicBezTo>
                                  <a:cubicBezTo>
                                    <a:pt x="116205" y="92393"/>
                                    <a:pt x="115252" y="96203"/>
                                    <a:pt x="112395" y="100013"/>
                                  </a:cubicBezTo>
                                  <a:cubicBezTo>
                                    <a:pt x="112395" y="100965"/>
                                    <a:pt x="111443" y="100965"/>
                                    <a:pt x="111443" y="101918"/>
                                  </a:cubicBezTo>
                                  <a:cubicBezTo>
                                    <a:pt x="111443" y="101918"/>
                                    <a:pt x="111443" y="101918"/>
                                    <a:pt x="111443" y="101918"/>
                                  </a:cubicBezTo>
                                  <a:cubicBezTo>
                                    <a:pt x="108585" y="105728"/>
                                    <a:pt x="105727" y="107633"/>
                                    <a:pt x="101918" y="109538"/>
                                  </a:cubicBezTo>
                                  <a:cubicBezTo>
                                    <a:pt x="98107" y="111443"/>
                                    <a:pt x="94297" y="112395"/>
                                    <a:pt x="89535" y="114300"/>
                                  </a:cubicBezTo>
                                  <a:cubicBezTo>
                                    <a:pt x="88582" y="114300"/>
                                    <a:pt x="88582" y="114300"/>
                                    <a:pt x="87630" y="115253"/>
                                  </a:cubicBezTo>
                                  <a:cubicBezTo>
                                    <a:pt x="86677" y="115253"/>
                                    <a:pt x="86677" y="115253"/>
                                    <a:pt x="85725" y="116205"/>
                                  </a:cubicBezTo>
                                  <a:cubicBezTo>
                                    <a:pt x="83820" y="117158"/>
                                    <a:pt x="81915" y="117158"/>
                                    <a:pt x="80010" y="118110"/>
                                  </a:cubicBezTo>
                                  <a:cubicBezTo>
                                    <a:pt x="80010" y="118110"/>
                                    <a:pt x="79057" y="118110"/>
                                    <a:pt x="79057" y="119063"/>
                                  </a:cubicBezTo>
                                  <a:cubicBezTo>
                                    <a:pt x="79057" y="119063"/>
                                    <a:pt x="78105" y="119063"/>
                                    <a:pt x="78105" y="120015"/>
                                  </a:cubicBezTo>
                                  <a:lnTo>
                                    <a:pt x="77152" y="120015"/>
                                  </a:lnTo>
                                  <a:cubicBezTo>
                                    <a:pt x="76200" y="120015"/>
                                    <a:pt x="75247" y="120968"/>
                                    <a:pt x="73343" y="122873"/>
                                  </a:cubicBezTo>
                                  <a:cubicBezTo>
                                    <a:pt x="71438" y="124778"/>
                                    <a:pt x="68580" y="126683"/>
                                    <a:pt x="64770" y="130493"/>
                                  </a:cubicBezTo>
                                  <a:cubicBezTo>
                                    <a:pt x="63818" y="131445"/>
                                    <a:pt x="62865" y="132398"/>
                                    <a:pt x="61913" y="133350"/>
                                  </a:cubicBezTo>
                                  <a:cubicBezTo>
                                    <a:pt x="60960" y="134303"/>
                                    <a:pt x="60960" y="134303"/>
                                    <a:pt x="60007" y="135255"/>
                                  </a:cubicBezTo>
                                  <a:lnTo>
                                    <a:pt x="60007" y="135255"/>
                                  </a:lnTo>
                                  <a:lnTo>
                                    <a:pt x="60007" y="135255"/>
                                  </a:lnTo>
                                  <a:cubicBezTo>
                                    <a:pt x="60007" y="135255"/>
                                    <a:pt x="60007" y="135255"/>
                                    <a:pt x="60007" y="135255"/>
                                  </a:cubicBezTo>
                                  <a:cubicBezTo>
                                    <a:pt x="59055" y="136208"/>
                                    <a:pt x="59055" y="136208"/>
                                    <a:pt x="58102" y="137160"/>
                                  </a:cubicBezTo>
                                  <a:cubicBezTo>
                                    <a:pt x="58102" y="137160"/>
                                    <a:pt x="58102" y="137160"/>
                                    <a:pt x="57150" y="138113"/>
                                  </a:cubicBezTo>
                                  <a:lnTo>
                                    <a:pt x="57150" y="138113"/>
                                  </a:lnTo>
                                  <a:cubicBezTo>
                                    <a:pt x="56197" y="138113"/>
                                    <a:pt x="55245" y="139065"/>
                                    <a:pt x="55245" y="139065"/>
                                  </a:cubicBezTo>
                                  <a:cubicBezTo>
                                    <a:pt x="54293" y="139065"/>
                                    <a:pt x="53340" y="139065"/>
                                    <a:pt x="52388" y="139065"/>
                                  </a:cubicBezTo>
                                  <a:cubicBezTo>
                                    <a:pt x="50482" y="139065"/>
                                    <a:pt x="48577" y="139065"/>
                                    <a:pt x="45720" y="138113"/>
                                  </a:cubicBezTo>
                                  <a:cubicBezTo>
                                    <a:pt x="40957" y="137160"/>
                                    <a:pt x="36195" y="134303"/>
                                    <a:pt x="31432" y="128588"/>
                                  </a:cubicBezTo>
                                  <a:cubicBezTo>
                                    <a:pt x="27622" y="123825"/>
                                    <a:pt x="22860" y="119063"/>
                                    <a:pt x="20002" y="114300"/>
                                  </a:cubicBezTo>
                                  <a:cubicBezTo>
                                    <a:pt x="16193" y="109538"/>
                                    <a:pt x="13335" y="104775"/>
                                    <a:pt x="10477" y="100965"/>
                                  </a:cubicBezTo>
                                  <a:cubicBezTo>
                                    <a:pt x="9525" y="95250"/>
                                    <a:pt x="7620" y="91440"/>
                                    <a:pt x="5715" y="87630"/>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69A0233D-8966-4ABE-9AFE-6AE106B5AAC6}"/>
                                </a:ext>
                              </a:extLst>
                            </p:cNvPr>
                            <p:cNvSpPr/>
                            <p:nvPr/>
                          </p:nvSpPr>
                          <p:spPr>
                            <a:xfrm>
                              <a:off x="3609861" y="2987864"/>
                              <a:ext cx="146979" cy="126682"/>
                            </a:xfrm>
                            <a:custGeom>
                              <a:avLst/>
                              <a:gdLst>
                                <a:gd name="connsiteX0" fmla="*/ 2200 w 146979"/>
                                <a:gd name="connsiteY0" fmla="*/ 60960 h 126682"/>
                                <a:gd name="connsiteX1" fmla="*/ 3152 w 146979"/>
                                <a:gd name="connsiteY1" fmla="*/ 60960 h 126682"/>
                                <a:gd name="connsiteX2" fmla="*/ 6009 w 146979"/>
                                <a:gd name="connsiteY2" fmla="*/ 64770 h 126682"/>
                                <a:gd name="connsiteX3" fmla="*/ 12677 w 146979"/>
                                <a:gd name="connsiteY3" fmla="*/ 75247 h 126682"/>
                                <a:gd name="connsiteX4" fmla="*/ 21250 w 146979"/>
                                <a:gd name="connsiteY4" fmla="*/ 89535 h 126682"/>
                                <a:gd name="connsiteX5" fmla="*/ 24107 w 146979"/>
                                <a:gd name="connsiteY5" fmla="*/ 93345 h 126682"/>
                                <a:gd name="connsiteX6" fmla="*/ 25059 w 146979"/>
                                <a:gd name="connsiteY6" fmla="*/ 95250 h 126682"/>
                                <a:gd name="connsiteX7" fmla="*/ 25059 w 146979"/>
                                <a:gd name="connsiteY7" fmla="*/ 96202 h 126682"/>
                                <a:gd name="connsiteX8" fmla="*/ 25059 w 146979"/>
                                <a:gd name="connsiteY8" fmla="*/ 97155 h 126682"/>
                                <a:gd name="connsiteX9" fmla="*/ 26012 w 146979"/>
                                <a:gd name="connsiteY9" fmla="*/ 98107 h 126682"/>
                                <a:gd name="connsiteX10" fmla="*/ 31727 w 146979"/>
                                <a:gd name="connsiteY10" fmla="*/ 105727 h 126682"/>
                                <a:gd name="connsiteX11" fmla="*/ 34584 w 146979"/>
                                <a:gd name="connsiteY11" fmla="*/ 109538 h 126682"/>
                                <a:gd name="connsiteX12" fmla="*/ 37442 w 146979"/>
                                <a:gd name="connsiteY12" fmla="*/ 112395 h 126682"/>
                                <a:gd name="connsiteX13" fmla="*/ 38395 w 146979"/>
                                <a:gd name="connsiteY13" fmla="*/ 114300 h 126682"/>
                                <a:gd name="connsiteX14" fmla="*/ 40300 w 146979"/>
                                <a:gd name="connsiteY14" fmla="*/ 115252 h 126682"/>
                                <a:gd name="connsiteX15" fmla="*/ 43157 w 146979"/>
                                <a:gd name="connsiteY15" fmla="*/ 117157 h 126682"/>
                                <a:gd name="connsiteX16" fmla="*/ 47920 w 146979"/>
                                <a:gd name="connsiteY16" fmla="*/ 120967 h 126682"/>
                                <a:gd name="connsiteX17" fmla="*/ 51730 w 146979"/>
                                <a:gd name="connsiteY17" fmla="*/ 123825 h 126682"/>
                                <a:gd name="connsiteX18" fmla="*/ 53634 w 146979"/>
                                <a:gd name="connsiteY18" fmla="*/ 125730 h 126682"/>
                                <a:gd name="connsiteX19" fmla="*/ 54587 w 146979"/>
                                <a:gd name="connsiteY19" fmla="*/ 126682 h 126682"/>
                                <a:gd name="connsiteX20" fmla="*/ 54587 w 146979"/>
                                <a:gd name="connsiteY20" fmla="*/ 126682 h 126682"/>
                                <a:gd name="connsiteX21" fmla="*/ 54587 w 146979"/>
                                <a:gd name="connsiteY21" fmla="*/ 126682 h 126682"/>
                                <a:gd name="connsiteX22" fmla="*/ 54587 w 146979"/>
                                <a:gd name="connsiteY22" fmla="*/ 126682 h 126682"/>
                                <a:gd name="connsiteX23" fmla="*/ 53634 w 146979"/>
                                <a:gd name="connsiteY23" fmla="*/ 125730 h 126682"/>
                                <a:gd name="connsiteX24" fmla="*/ 51730 w 146979"/>
                                <a:gd name="connsiteY24" fmla="*/ 123825 h 126682"/>
                                <a:gd name="connsiteX25" fmla="*/ 47920 w 146979"/>
                                <a:gd name="connsiteY25" fmla="*/ 120967 h 126682"/>
                                <a:gd name="connsiteX26" fmla="*/ 43157 w 146979"/>
                                <a:gd name="connsiteY26" fmla="*/ 117157 h 126682"/>
                                <a:gd name="connsiteX27" fmla="*/ 40300 w 146979"/>
                                <a:gd name="connsiteY27" fmla="*/ 114300 h 126682"/>
                                <a:gd name="connsiteX28" fmla="*/ 39347 w 146979"/>
                                <a:gd name="connsiteY28" fmla="*/ 113347 h 126682"/>
                                <a:gd name="connsiteX29" fmla="*/ 38395 w 146979"/>
                                <a:gd name="connsiteY29" fmla="*/ 111442 h 126682"/>
                                <a:gd name="connsiteX30" fmla="*/ 35537 w 146979"/>
                                <a:gd name="connsiteY30" fmla="*/ 108585 h 126682"/>
                                <a:gd name="connsiteX31" fmla="*/ 32680 w 146979"/>
                                <a:gd name="connsiteY31" fmla="*/ 105727 h 126682"/>
                                <a:gd name="connsiteX32" fmla="*/ 26965 w 146979"/>
                                <a:gd name="connsiteY32" fmla="*/ 98107 h 126682"/>
                                <a:gd name="connsiteX33" fmla="*/ 26012 w 146979"/>
                                <a:gd name="connsiteY33" fmla="*/ 97155 h 126682"/>
                                <a:gd name="connsiteX34" fmla="*/ 26012 w 146979"/>
                                <a:gd name="connsiteY34" fmla="*/ 97155 h 126682"/>
                                <a:gd name="connsiteX35" fmla="*/ 26012 w 146979"/>
                                <a:gd name="connsiteY35" fmla="*/ 96202 h 126682"/>
                                <a:gd name="connsiteX36" fmla="*/ 25059 w 146979"/>
                                <a:gd name="connsiteY36" fmla="*/ 94297 h 126682"/>
                                <a:gd name="connsiteX37" fmla="*/ 23155 w 146979"/>
                                <a:gd name="connsiteY37" fmla="*/ 90488 h 126682"/>
                                <a:gd name="connsiteX38" fmla="*/ 14582 w 146979"/>
                                <a:gd name="connsiteY38" fmla="*/ 75247 h 126682"/>
                                <a:gd name="connsiteX39" fmla="*/ 6009 w 146979"/>
                                <a:gd name="connsiteY39" fmla="*/ 61913 h 126682"/>
                                <a:gd name="connsiteX40" fmla="*/ 8867 w 146979"/>
                                <a:gd name="connsiteY40" fmla="*/ 61913 h 126682"/>
                                <a:gd name="connsiteX41" fmla="*/ 12677 w 146979"/>
                                <a:gd name="connsiteY41" fmla="*/ 61913 h 126682"/>
                                <a:gd name="connsiteX42" fmla="*/ 17440 w 146979"/>
                                <a:gd name="connsiteY42" fmla="*/ 61913 h 126682"/>
                                <a:gd name="connsiteX43" fmla="*/ 27917 w 146979"/>
                                <a:gd name="connsiteY43" fmla="*/ 61913 h 126682"/>
                                <a:gd name="connsiteX44" fmla="*/ 29822 w 146979"/>
                                <a:gd name="connsiteY44" fmla="*/ 61913 h 126682"/>
                                <a:gd name="connsiteX45" fmla="*/ 29822 w 146979"/>
                                <a:gd name="connsiteY45" fmla="*/ 61913 h 126682"/>
                                <a:gd name="connsiteX46" fmla="*/ 34584 w 146979"/>
                                <a:gd name="connsiteY46" fmla="*/ 63817 h 126682"/>
                                <a:gd name="connsiteX47" fmla="*/ 40300 w 146979"/>
                                <a:gd name="connsiteY47" fmla="*/ 67627 h 126682"/>
                                <a:gd name="connsiteX48" fmla="*/ 52682 w 146979"/>
                                <a:gd name="connsiteY48" fmla="*/ 80010 h 126682"/>
                                <a:gd name="connsiteX49" fmla="*/ 58397 w 146979"/>
                                <a:gd name="connsiteY49" fmla="*/ 86677 h 126682"/>
                                <a:gd name="connsiteX50" fmla="*/ 61255 w 146979"/>
                                <a:gd name="connsiteY50" fmla="*/ 89535 h 126682"/>
                                <a:gd name="connsiteX51" fmla="*/ 64112 w 146979"/>
                                <a:gd name="connsiteY51" fmla="*/ 92392 h 126682"/>
                                <a:gd name="connsiteX52" fmla="*/ 69827 w 146979"/>
                                <a:gd name="connsiteY52" fmla="*/ 97155 h 126682"/>
                                <a:gd name="connsiteX53" fmla="*/ 72684 w 146979"/>
                                <a:gd name="connsiteY53" fmla="*/ 99060 h 126682"/>
                                <a:gd name="connsiteX54" fmla="*/ 74590 w 146979"/>
                                <a:gd name="connsiteY54" fmla="*/ 100965 h 126682"/>
                                <a:gd name="connsiteX55" fmla="*/ 81257 w 146979"/>
                                <a:gd name="connsiteY55" fmla="*/ 103822 h 126682"/>
                                <a:gd name="connsiteX56" fmla="*/ 82209 w 146979"/>
                                <a:gd name="connsiteY56" fmla="*/ 103822 h 126682"/>
                                <a:gd name="connsiteX57" fmla="*/ 83162 w 146979"/>
                                <a:gd name="connsiteY57" fmla="*/ 103822 h 126682"/>
                                <a:gd name="connsiteX58" fmla="*/ 84115 w 146979"/>
                                <a:gd name="connsiteY58" fmla="*/ 103822 h 126682"/>
                                <a:gd name="connsiteX59" fmla="*/ 85067 w 146979"/>
                                <a:gd name="connsiteY59" fmla="*/ 103822 h 126682"/>
                                <a:gd name="connsiteX60" fmla="*/ 86020 w 146979"/>
                                <a:gd name="connsiteY60" fmla="*/ 103822 h 126682"/>
                                <a:gd name="connsiteX61" fmla="*/ 87925 w 146979"/>
                                <a:gd name="connsiteY61" fmla="*/ 102870 h 126682"/>
                                <a:gd name="connsiteX62" fmla="*/ 86020 w 146979"/>
                                <a:gd name="connsiteY62" fmla="*/ 102870 h 126682"/>
                                <a:gd name="connsiteX63" fmla="*/ 85067 w 146979"/>
                                <a:gd name="connsiteY63" fmla="*/ 102870 h 126682"/>
                                <a:gd name="connsiteX64" fmla="*/ 84115 w 146979"/>
                                <a:gd name="connsiteY64" fmla="*/ 102870 h 126682"/>
                                <a:gd name="connsiteX65" fmla="*/ 83162 w 146979"/>
                                <a:gd name="connsiteY65" fmla="*/ 102870 h 126682"/>
                                <a:gd name="connsiteX66" fmla="*/ 82209 w 146979"/>
                                <a:gd name="connsiteY66" fmla="*/ 102870 h 126682"/>
                                <a:gd name="connsiteX67" fmla="*/ 81257 w 146979"/>
                                <a:gd name="connsiteY67" fmla="*/ 102870 h 126682"/>
                                <a:gd name="connsiteX68" fmla="*/ 75542 w 146979"/>
                                <a:gd name="connsiteY68" fmla="*/ 100013 h 126682"/>
                                <a:gd name="connsiteX69" fmla="*/ 73637 w 146979"/>
                                <a:gd name="connsiteY69" fmla="*/ 98107 h 126682"/>
                                <a:gd name="connsiteX70" fmla="*/ 71732 w 146979"/>
                                <a:gd name="connsiteY70" fmla="*/ 96202 h 126682"/>
                                <a:gd name="connsiteX71" fmla="*/ 66017 w 146979"/>
                                <a:gd name="connsiteY71" fmla="*/ 91440 h 126682"/>
                                <a:gd name="connsiteX72" fmla="*/ 63159 w 146979"/>
                                <a:gd name="connsiteY72" fmla="*/ 88582 h 126682"/>
                                <a:gd name="connsiteX73" fmla="*/ 60302 w 146979"/>
                                <a:gd name="connsiteY73" fmla="*/ 85725 h 126682"/>
                                <a:gd name="connsiteX74" fmla="*/ 54587 w 146979"/>
                                <a:gd name="connsiteY74" fmla="*/ 79057 h 126682"/>
                                <a:gd name="connsiteX75" fmla="*/ 43157 w 146979"/>
                                <a:gd name="connsiteY75" fmla="*/ 65722 h 126682"/>
                                <a:gd name="connsiteX76" fmla="*/ 37442 w 146979"/>
                                <a:gd name="connsiteY76" fmla="*/ 60960 h 126682"/>
                                <a:gd name="connsiteX77" fmla="*/ 36490 w 146979"/>
                                <a:gd name="connsiteY77" fmla="*/ 60960 h 126682"/>
                                <a:gd name="connsiteX78" fmla="*/ 40300 w 146979"/>
                                <a:gd name="connsiteY78" fmla="*/ 60960 h 126682"/>
                                <a:gd name="connsiteX79" fmla="*/ 52682 w 146979"/>
                                <a:gd name="connsiteY79" fmla="*/ 60960 h 126682"/>
                                <a:gd name="connsiteX80" fmla="*/ 63159 w 146979"/>
                                <a:gd name="connsiteY80" fmla="*/ 60960 h 126682"/>
                                <a:gd name="connsiteX81" fmla="*/ 64112 w 146979"/>
                                <a:gd name="connsiteY81" fmla="*/ 60960 h 126682"/>
                                <a:gd name="connsiteX82" fmla="*/ 66017 w 146979"/>
                                <a:gd name="connsiteY82" fmla="*/ 60960 h 126682"/>
                                <a:gd name="connsiteX83" fmla="*/ 72684 w 146979"/>
                                <a:gd name="connsiteY83" fmla="*/ 64770 h 126682"/>
                                <a:gd name="connsiteX84" fmla="*/ 77447 w 146979"/>
                                <a:gd name="connsiteY84" fmla="*/ 68580 h 126682"/>
                                <a:gd name="connsiteX85" fmla="*/ 82209 w 146979"/>
                                <a:gd name="connsiteY85" fmla="*/ 72390 h 126682"/>
                                <a:gd name="connsiteX86" fmla="*/ 85067 w 146979"/>
                                <a:gd name="connsiteY86" fmla="*/ 74295 h 126682"/>
                                <a:gd name="connsiteX87" fmla="*/ 87925 w 146979"/>
                                <a:gd name="connsiteY87" fmla="*/ 76200 h 126682"/>
                                <a:gd name="connsiteX88" fmla="*/ 90782 w 146979"/>
                                <a:gd name="connsiteY88" fmla="*/ 78105 h 126682"/>
                                <a:gd name="connsiteX89" fmla="*/ 93640 w 146979"/>
                                <a:gd name="connsiteY89" fmla="*/ 80010 h 126682"/>
                                <a:gd name="connsiteX90" fmla="*/ 99355 w 146979"/>
                                <a:gd name="connsiteY90" fmla="*/ 82867 h 126682"/>
                                <a:gd name="connsiteX91" fmla="*/ 105070 w 146979"/>
                                <a:gd name="connsiteY91" fmla="*/ 85725 h 126682"/>
                                <a:gd name="connsiteX92" fmla="*/ 107927 w 146979"/>
                                <a:gd name="connsiteY92" fmla="*/ 87630 h 126682"/>
                                <a:gd name="connsiteX93" fmla="*/ 110784 w 146979"/>
                                <a:gd name="connsiteY93" fmla="*/ 89535 h 126682"/>
                                <a:gd name="connsiteX94" fmla="*/ 111737 w 146979"/>
                                <a:gd name="connsiteY94" fmla="*/ 90488 h 126682"/>
                                <a:gd name="connsiteX95" fmla="*/ 112690 w 146979"/>
                                <a:gd name="connsiteY95" fmla="*/ 91440 h 126682"/>
                                <a:gd name="connsiteX96" fmla="*/ 112690 w 146979"/>
                                <a:gd name="connsiteY96" fmla="*/ 91440 h 126682"/>
                                <a:gd name="connsiteX97" fmla="*/ 109832 w 146979"/>
                                <a:gd name="connsiteY97" fmla="*/ 89535 h 126682"/>
                                <a:gd name="connsiteX98" fmla="*/ 106975 w 146979"/>
                                <a:gd name="connsiteY98" fmla="*/ 87630 h 126682"/>
                                <a:gd name="connsiteX99" fmla="*/ 104117 w 146979"/>
                                <a:gd name="connsiteY99" fmla="*/ 85725 h 126682"/>
                                <a:gd name="connsiteX100" fmla="*/ 99355 w 146979"/>
                                <a:gd name="connsiteY100" fmla="*/ 82867 h 126682"/>
                                <a:gd name="connsiteX101" fmla="*/ 93640 w 146979"/>
                                <a:gd name="connsiteY101" fmla="*/ 80010 h 126682"/>
                                <a:gd name="connsiteX102" fmla="*/ 92687 w 146979"/>
                                <a:gd name="connsiteY102" fmla="*/ 79057 h 126682"/>
                                <a:gd name="connsiteX103" fmla="*/ 91734 w 146979"/>
                                <a:gd name="connsiteY103" fmla="*/ 78105 h 126682"/>
                                <a:gd name="connsiteX104" fmla="*/ 88877 w 146979"/>
                                <a:gd name="connsiteY104" fmla="*/ 76200 h 126682"/>
                                <a:gd name="connsiteX105" fmla="*/ 86020 w 146979"/>
                                <a:gd name="connsiteY105" fmla="*/ 74295 h 126682"/>
                                <a:gd name="connsiteX106" fmla="*/ 83162 w 146979"/>
                                <a:gd name="connsiteY106" fmla="*/ 72390 h 126682"/>
                                <a:gd name="connsiteX107" fmla="*/ 78400 w 146979"/>
                                <a:gd name="connsiteY107" fmla="*/ 68580 h 126682"/>
                                <a:gd name="connsiteX108" fmla="*/ 74590 w 146979"/>
                                <a:gd name="connsiteY108" fmla="*/ 64770 h 126682"/>
                                <a:gd name="connsiteX109" fmla="*/ 70780 w 146979"/>
                                <a:gd name="connsiteY109" fmla="*/ 61913 h 126682"/>
                                <a:gd name="connsiteX110" fmla="*/ 78400 w 146979"/>
                                <a:gd name="connsiteY110" fmla="*/ 61913 h 126682"/>
                                <a:gd name="connsiteX111" fmla="*/ 90782 w 146979"/>
                                <a:gd name="connsiteY111" fmla="*/ 61913 h 126682"/>
                                <a:gd name="connsiteX112" fmla="*/ 97450 w 146979"/>
                                <a:gd name="connsiteY112" fmla="*/ 62865 h 126682"/>
                                <a:gd name="connsiteX113" fmla="*/ 103165 w 146979"/>
                                <a:gd name="connsiteY113" fmla="*/ 63817 h 126682"/>
                                <a:gd name="connsiteX114" fmla="*/ 114595 w 146979"/>
                                <a:gd name="connsiteY114" fmla="*/ 66675 h 126682"/>
                                <a:gd name="connsiteX115" fmla="*/ 120309 w 146979"/>
                                <a:gd name="connsiteY115" fmla="*/ 68580 h 126682"/>
                                <a:gd name="connsiteX116" fmla="*/ 125072 w 146979"/>
                                <a:gd name="connsiteY116" fmla="*/ 70485 h 126682"/>
                                <a:gd name="connsiteX117" fmla="*/ 126025 w 146979"/>
                                <a:gd name="connsiteY117" fmla="*/ 70485 h 126682"/>
                                <a:gd name="connsiteX118" fmla="*/ 126025 w 146979"/>
                                <a:gd name="connsiteY118" fmla="*/ 70485 h 126682"/>
                                <a:gd name="connsiteX119" fmla="*/ 121262 w 146979"/>
                                <a:gd name="connsiteY119" fmla="*/ 68580 h 126682"/>
                                <a:gd name="connsiteX120" fmla="*/ 115547 w 146979"/>
                                <a:gd name="connsiteY120" fmla="*/ 66675 h 126682"/>
                                <a:gd name="connsiteX121" fmla="*/ 104117 w 146979"/>
                                <a:gd name="connsiteY121" fmla="*/ 63817 h 126682"/>
                                <a:gd name="connsiteX122" fmla="*/ 101259 w 146979"/>
                                <a:gd name="connsiteY122" fmla="*/ 63817 h 126682"/>
                                <a:gd name="connsiteX123" fmla="*/ 98402 w 146979"/>
                                <a:gd name="connsiteY123" fmla="*/ 62865 h 126682"/>
                                <a:gd name="connsiteX124" fmla="*/ 95545 w 146979"/>
                                <a:gd name="connsiteY124" fmla="*/ 62865 h 126682"/>
                                <a:gd name="connsiteX125" fmla="*/ 92687 w 146979"/>
                                <a:gd name="connsiteY125" fmla="*/ 62865 h 126682"/>
                                <a:gd name="connsiteX126" fmla="*/ 80305 w 146979"/>
                                <a:gd name="connsiteY126" fmla="*/ 61913 h 126682"/>
                                <a:gd name="connsiteX127" fmla="*/ 67922 w 146979"/>
                                <a:gd name="connsiteY127" fmla="*/ 61913 h 126682"/>
                                <a:gd name="connsiteX128" fmla="*/ 58397 w 146979"/>
                                <a:gd name="connsiteY128" fmla="*/ 61913 h 126682"/>
                                <a:gd name="connsiteX129" fmla="*/ 60302 w 146979"/>
                                <a:gd name="connsiteY129" fmla="*/ 60960 h 126682"/>
                                <a:gd name="connsiteX130" fmla="*/ 66017 w 146979"/>
                                <a:gd name="connsiteY130" fmla="*/ 57150 h 126682"/>
                                <a:gd name="connsiteX131" fmla="*/ 80305 w 146979"/>
                                <a:gd name="connsiteY131" fmla="*/ 46672 h 126682"/>
                                <a:gd name="connsiteX132" fmla="*/ 88877 w 146979"/>
                                <a:gd name="connsiteY132" fmla="*/ 40957 h 126682"/>
                                <a:gd name="connsiteX133" fmla="*/ 98402 w 146979"/>
                                <a:gd name="connsiteY133" fmla="*/ 36195 h 126682"/>
                                <a:gd name="connsiteX134" fmla="*/ 108880 w 146979"/>
                                <a:gd name="connsiteY134" fmla="*/ 32385 h 126682"/>
                                <a:gd name="connsiteX135" fmla="*/ 121262 w 146979"/>
                                <a:gd name="connsiteY135" fmla="*/ 30480 h 126682"/>
                                <a:gd name="connsiteX136" fmla="*/ 127930 w 146979"/>
                                <a:gd name="connsiteY136" fmla="*/ 30480 h 126682"/>
                                <a:gd name="connsiteX137" fmla="*/ 134597 w 146979"/>
                                <a:gd name="connsiteY137" fmla="*/ 31432 h 126682"/>
                                <a:gd name="connsiteX138" fmla="*/ 137455 w 146979"/>
                                <a:gd name="connsiteY138" fmla="*/ 32385 h 126682"/>
                                <a:gd name="connsiteX139" fmla="*/ 140312 w 146979"/>
                                <a:gd name="connsiteY139" fmla="*/ 33338 h 126682"/>
                                <a:gd name="connsiteX140" fmla="*/ 146027 w 146979"/>
                                <a:gd name="connsiteY140" fmla="*/ 35242 h 126682"/>
                                <a:gd name="connsiteX141" fmla="*/ 146980 w 146979"/>
                                <a:gd name="connsiteY141" fmla="*/ 35242 h 126682"/>
                                <a:gd name="connsiteX142" fmla="*/ 146980 w 146979"/>
                                <a:gd name="connsiteY142" fmla="*/ 34290 h 126682"/>
                                <a:gd name="connsiteX143" fmla="*/ 146027 w 146979"/>
                                <a:gd name="connsiteY143" fmla="*/ 34290 h 126682"/>
                                <a:gd name="connsiteX144" fmla="*/ 133645 w 146979"/>
                                <a:gd name="connsiteY144" fmla="*/ 30480 h 126682"/>
                                <a:gd name="connsiteX145" fmla="*/ 121262 w 146979"/>
                                <a:gd name="connsiteY145" fmla="*/ 29527 h 126682"/>
                                <a:gd name="connsiteX146" fmla="*/ 108880 w 146979"/>
                                <a:gd name="connsiteY146" fmla="*/ 31432 h 126682"/>
                                <a:gd name="connsiteX147" fmla="*/ 97450 w 146979"/>
                                <a:gd name="connsiteY147" fmla="*/ 35242 h 126682"/>
                                <a:gd name="connsiteX148" fmla="*/ 87925 w 146979"/>
                                <a:gd name="connsiteY148" fmla="*/ 40005 h 126682"/>
                                <a:gd name="connsiteX149" fmla="*/ 79352 w 146979"/>
                                <a:gd name="connsiteY149" fmla="*/ 45720 h 126682"/>
                                <a:gd name="connsiteX150" fmla="*/ 65065 w 146979"/>
                                <a:gd name="connsiteY150" fmla="*/ 56197 h 126682"/>
                                <a:gd name="connsiteX151" fmla="*/ 59350 w 146979"/>
                                <a:gd name="connsiteY151" fmla="*/ 60007 h 126682"/>
                                <a:gd name="connsiteX152" fmla="*/ 54587 w 146979"/>
                                <a:gd name="connsiteY152" fmla="*/ 61913 h 126682"/>
                                <a:gd name="connsiteX153" fmla="*/ 51730 w 146979"/>
                                <a:gd name="connsiteY153" fmla="*/ 62865 h 126682"/>
                                <a:gd name="connsiteX154" fmla="*/ 43157 w 146979"/>
                                <a:gd name="connsiteY154" fmla="*/ 62865 h 126682"/>
                                <a:gd name="connsiteX155" fmla="*/ 37442 w 146979"/>
                                <a:gd name="connsiteY155" fmla="*/ 62865 h 126682"/>
                                <a:gd name="connsiteX156" fmla="*/ 31727 w 146979"/>
                                <a:gd name="connsiteY156" fmla="*/ 62865 h 126682"/>
                                <a:gd name="connsiteX157" fmla="*/ 22202 w 146979"/>
                                <a:gd name="connsiteY157" fmla="*/ 61913 h 126682"/>
                                <a:gd name="connsiteX158" fmla="*/ 21250 w 146979"/>
                                <a:gd name="connsiteY158" fmla="*/ 61913 h 126682"/>
                                <a:gd name="connsiteX159" fmla="*/ 22202 w 146979"/>
                                <a:gd name="connsiteY159" fmla="*/ 60960 h 126682"/>
                                <a:gd name="connsiteX160" fmla="*/ 26012 w 146979"/>
                                <a:gd name="connsiteY160" fmla="*/ 56197 h 126682"/>
                                <a:gd name="connsiteX161" fmla="*/ 28870 w 146979"/>
                                <a:gd name="connsiteY161" fmla="*/ 53340 h 126682"/>
                                <a:gd name="connsiteX162" fmla="*/ 31727 w 146979"/>
                                <a:gd name="connsiteY162" fmla="*/ 50482 h 126682"/>
                                <a:gd name="connsiteX163" fmla="*/ 38395 w 146979"/>
                                <a:gd name="connsiteY163" fmla="*/ 42863 h 126682"/>
                                <a:gd name="connsiteX164" fmla="*/ 46015 w 146979"/>
                                <a:gd name="connsiteY164" fmla="*/ 35242 h 126682"/>
                                <a:gd name="connsiteX165" fmla="*/ 54587 w 146979"/>
                                <a:gd name="connsiteY165" fmla="*/ 26670 h 126682"/>
                                <a:gd name="connsiteX166" fmla="*/ 64112 w 146979"/>
                                <a:gd name="connsiteY166" fmla="*/ 18097 h 126682"/>
                                <a:gd name="connsiteX167" fmla="*/ 74590 w 146979"/>
                                <a:gd name="connsiteY167" fmla="*/ 10477 h 126682"/>
                                <a:gd name="connsiteX168" fmla="*/ 86020 w 146979"/>
                                <a:gd name="connsiteY168" fmla="*/ 4763 h 126682"/>
                                <a:gd name="connsiteX169" fmla="*/ 92687 w 146979"/>
                                <a:gd name="connsiteY169" fmla="*/ 2857 h 126682"/>
                                <a:gd name="connsiteX170" fmla="*/ 99355 w 146979"/>
                                <a:gd name="connsiteY170" fmla="*/ 952 h 126682"/>
                                <a:gd name="connsiteX171" fmla="*/ 106022 w 146979"/>
                                <a:gd name="connsiteY171" fmla="*/ 0 h 126682"/>
                                <a:gd name="connsiteX172" fmla="*/ 112690 w 146979"/>
                                <a:gd name="connsiteY172" fmla="*/ 0 h 126682"/>
                                <a:gd name="connsiteX173" fmla="*/ 118405 w 146979"/>
                                <a:gd name="connsiteY173" fmla="*/ 0 h 126682"/>
                                <a:gd name="connsiteX174" fmla="*/ 122215 w 146979"/>
                                <a:gd name="connsiteY174" fmla="*/ 952 h 126682"/>
                                <a:gd name="connsiteX175" fmla="*/ 121262 w 146979"/>
                                <a:gd name="connsiteY175" fmla="*/ 0 h 126682"/>
                                <a:gd name="connsiteX176" fmla="*/ 118405 w 146979"/>
                                <a:gd name="connsiteY176" fmla="*/ 0 h 126682"/>
                                <a:gd name="connsiteX177" fmla="*/ 111737 w 146979"/>
                                <a:gd name="connsiteY177" fmla="*/ 0 h 126682"/>
                                <a:gd name="connsiteX178" fmla="*/ 105070 w 146979"/>
                                <a:gd name="connsiteY178" fmla="*/ 0 h 126682"/>
                                <a:gd name="connsiteX179" fmla="*/ 98402 w 146979"/>
                                <a:gd name="connsiteY179" fmla="*/ 952 h 126682"/>
                                <a:gd name="connsiteX180" fmla="*/ 91734 w 146979"/>
                                <a:gd name="connsiteY180" fmla="*/ 1905 h 126682"/>
                                <a:gd name="connsiteX181" fmla="*/ 85067 w 146979"/>
                                <a:gd name="connsiteY181" fmla="*/ 3810 h 126682"/>
                                <a:gd name="connsiteX182" fmla="*/ 72684 w 146979"/>
                                <a:gd name="connsiteY182" fmla="*/ 9525 h 126682"/>
                                <a:gd name="connsiteX183" fmla="*/ 62207 w 146979"/>
                                <a:gd name="connsiteY183" fmla="*/ 16192 h 126682"/>
                                <a:gd name="connsiteX184" fmla="*/ 52682 w 146979"/>
                                <a:gd name="connsiteY184" fmla="*/ 23813 h 126682"/>
                                <a:gd name="connsiteX185" fmla="*/ 44109 w 146979"/>
                                <a:gd name="connsiteY185" fmla="*/ 32385 h 126682"/>
                                <a:gd name="connsiteX186" fmla="*/ 36490 w 146979"/>
                                <a:gd name="connsiteY186" fmla="*/ 40005 h 126682"/>
                                <a:gd name="connsiteX187" fmla="*/ 29822 w 146979"/>
                                <a:gd name="connsiteY187" fmla="*/ 47625 h 126682"/>
                                <a:gd name="connsiteX188" fmla="*/ 26965 w 146979"/>
                                <a:gd name="connsiteY188" fmla="*/ 50482 h 126682"/>
                                <a:gd name="connsiteX189" fmla="*/ 24107 w 146979"/>
                                <a:gd name="connsiteY189" fmla="*/ 53340 h 126682"/>
                                <a:gd name="connsiteX190" fmla="*/ 19345 w 146979"/>
                                <a:gd name="connsiteY190" fmla="*/ 58102 h 126682"/>
                                <a:gd name="connsiteX191" fmla="*/ 17440 w 146979"/>
                                <a:gd name="connsiteY191" fmla="*/ 60960 h 126682"/>
                                <a:gd name="connsiteX192" fmla="*/ 17440 w 146979"/>
                                <a:gd name="connsiteY192" fmla="*/ 60960 h 126682"/>
                                <a:gd name="connsiteX193" fmla="*/ 13630 w 146979"/>
                                <a:gd name="connsiteY193" fmla="*/ 60960 h 126682"/>
                                <a:gd name="connsiteX194" fmla="*/ 6962 w 146979"/>
                                <a:gd name="connsiteY194" fmla="*/ 60007 h 126682"/>
                                <a:gd name="connsiteX195" fmla="*/ 1247 w 146979"/>
                                <a:gd name="connsiteY195" fmla="*/ 60007 h 126682"/>
                                <a:gd name="connsiteX196" fmla="*/ 2200 w 146979"/>
                                <a:gd name="connsiteY196" fmla="*/ 65722 h 126682"/>
                                <a:gd name="connsiteX197" fmla="*/ 2200 w 146979"/>
                                <a:gd name="connsiteY197" fmla="*/ 60960 h 12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46979" h="126682">
                                  <a:moveTo>
                                    <a:pt x="2200" y="60960"/>
                                  </a:moveTo>
                                  <a:cubicBezTo>
                                    <a:pt x="2200" y="60960"/>
                                    <a:pt x="3152" y="60960"/>
                                    <a:pt x="3152" y="60960"/>
                                  </a:cubicBezTo>
                                  <a:cubicBezTo>
                                    <a:pt x="3152" y="60960"/>
                                    <a:pt x="4105" y="61913"/>
                                    <a:pt x="6009" y="64770"/>
                                  </a:cubicBezTo>
                                  <a:cubicBezTo>
                                    <a:pt x="7915" y="67627"/>
                                    <a:pt x="9820" y="70485"/>
                                    <a:pt x="12677" y="75247"/>
                                  </a:cubicBezTo>
                                  <a:cubicBezTo>
                                    <a:pt x="15534" y="79057"/>
                                    <a:pt x="18392" y="84772"/>
                                    <a:pt x="21250" y="89535"/>
                                  </a:cubicBezTo>
                                  <a:cubicBezTo>
                                    <a:pt x="22202" y="90488"/>
                                    <a:pt x="23155" y="92392"/>
                                    <a:pt x="24107" y="93345"/>
                                  </a:cubicBezTo>
                                  <a:cubicBezTo>
                                    <a:pt x="24107" y="94297"/>
                                    <a:pt x="25059" y="94297"/>
                                    <a:pt x="25059" y="95250"/>
                                  </a:cubicBezTo>
                                  <a:lnTo>
                                    <a:pt x="25059" y="96202"/>
                                  </a:lnTo>
                                  <a:lnTo>
                                    <a:pt x="25059" y="97155"/>
                                  </a:lnTo>
                                  <a:lnTo>
                                    <a:pt x="26012" y="98107"/>
                                  </a:lnTo>
                                  <a:cubicBezTo>
                                    <a:pt x="27917" y="100965"/>
                                    <a:pt x="29822" y="102870"/>
                                    <a:pt x="31727" y="105727"/>
                                  </a:cubicBezTo>
                                  <a:cubicBezTo>
                                    <a:pt x="32680" y="106680"/>
                                    <a:pt x="33632" y="107632"/>
                                    <a:pt x="34584" y="109538"/>
                                  </a:cubicBezTo>
                                  <a:cubicBezTo>
                                    <a:pt x="35537" y="110490"/>
                                    <a:pt x="36490" y="111442"/>
                                    <a:pt x="37442" y="112395"/>
                                  </a:cubicBezTo>
                                  <a:cubicBezTo>
                                    <a:pt x="38395" y="113347"/>
                                    <a:pt x="38395" y="113347"/>
                                    <a:pt x="38395" y="114300"/>
                                  </a:cubicBezTo>
                                  <a:cubicBezTo>
                                    <a:pt x="39347" y="114300"/>
                                    <a:pt x="39347" y="115252"/>
                                    <a:pt x="40300" y="115252"/>
                                  </a:cubicBezTo>
                                  <a:cubicBezTo>
                                    <a:pt x="41252" y="116205"/>
                                    <a:pt x="42205" y="117157"/>
                                    <a:pt x="43157" y="117157"/>
                                  </a:cubicBezTo>
                                  <a:cubicBezTo>
                                    <a:pt x="45062" y="119063"/>
                                    <a:pt x="46015" y="120015"/>
                                    <a:pt x="47920" y="120967"/>
                                  </a:cubicBezTo>
                                  <a:cubicBezTo>
                                    <a:pt x="48872" y="121920"/>
                                    <a:pt x="50777" y="122872"/>
                                    <a:pt x="51730" y="123825"/>
                                  </a:cubicBezTo>
                                  <a:cubicBezTo>
                                    <a:pt x="52682" y="124777"/>
                                    <a:pt x="53634" y="124777"/>
                                    <a:pt x="53634" y="125730"/>
                                  </a:cubicBezTo>
                                  <a:cubicBezTo>
                                    <a:pt x="54587" y="125730"/>
                                    <a:pt x="54587" y="126682"/>
                                    <a:pt x="54587" y="126682"/>
                                  </a:cubicBezTo>
                                  <a:cubicBezTo>
                                    <a:pt x="54587" y="126682"/>
                                    <a:pt x="54587" y="126682"/>
                                    <a:pt x="54587" y="126682"/>
                                  </a:cubicBezTo>
                                  <a:lnTo>
                                    <a:pt x="54587" y="126682"/>
                                  </a:lnTo>
                                  <a:cubicBezTo>
                                    <a:pt x="54587" y="126682"/>
                                    <a:pt x="54587" y="126682"/>
                                    <a:pt x="54587" y="126682"/>
                                  </a:cubicBezTo>
                                  <a:cubicBezTo>
                                    <a:pt x="54587" y="126682"/>
                                    <a:pt x="53634" y="126682"/>
                                    <a:pt x="53634" y="125730"/>
                                  </a:cubicBezTo>
                                  <a:cubicBezTo>
                                    <a:pt x="52682" y="125730"/>
                                    <a:pt x="52682" y="124777"/>
                                    <a:pt x="51730" y="123825"/>
                                  </a:cubicBezTo>
                                  <a:cubicBezTo>
                                    <a:pt x="50777" y="122872"/>
                                    <a:pt x="49825" y="121920"/>
                                    <a:pt x="47920" y="120967"/>
                                  </a:cubicBezTo>
                                  <a:cubicBezTo>
                                    <a:pt x="46967" y="120015"/>
                                    <a:pt x="45062" y="118110"/>
                                    <a:pt x="43157" y="117157"/>
                                  </a:cubicBezTo>
                                  <a:cubicBezTo>
                                    <a:pt x="42205" y="116205"/>
                                    <a:pt x="41252" y="115252"/>
                                    <a:pt x="40300" y="114300"/>
                                  </a:cubicBezTo>
                                  <a:cubicBezTo>
                                    <a:pt x="40300" y="114300"/>
                                    <a:pt x="39347" y="113347"/>
                                    <a:pt x="39347" y="113347"/>
                                  </a:cubicBezTo>
                                  <a:cubicBezTo>
                                    <a:pt x="39347" y="112395"/>
                                    <a:pt x="38395" y="112395"/>
                                    <a:pt x="38395" y="111442"/>
                                  </a:cubicBezTo>
                                  <a:cubicBezTo>
                                    <a:pt x="37442" y="110490"/>
                                    <a:pt x="36490" y="109538"/>
                                    <a:pt x="35537" y="108585"/>
                                  </a:cubicBezTo>
                                  <a:cubicBezTo>
                                    <a:pt x="34584" y="107632"/>
                                    <a:pt x="33632" y="106680"/>
                                    <a:pt x="32680" y="105727"/>
                                  </a:cubicBezTo>
                                  <a:cubicBezTo>
                                    <a:pt x="30775" y="103822"/>
                                    <a:pt x="28870" y="100965"/>
                                    <a:pt x="26965" y="98107"/>
                                  </a:cubicBezTo>
                                  <a:lnTo>
                                    <a:pt x="26012" y="97155"/>
                                  </a:lnTo>
                                  <a:lnTo>
                                    <a:pt x="26012" y="97155"/>
                                  </a:lnTo>
                                  <a:lnTo>
                                    <a:pt x="26012" y="96202"/>
                                  </a:lnTo>
                                  <a:cubicBezTo>
                                    <a:pt x="26012" y="95250"/>
                                    <a:pt x="25059" y="95250"/>
                                    <a:pt x="25059" y="94297"/>
                                  </a:cubicBezTo>
                                  <a:cubicBezTo>
                                    <a:pt x="24107" y="93345"/>
                                    <a:pt x="23155" y="91440"/>
                                    <a:pt x="23155" y="90488"/>
                                  </a:cubicBezTo>
                                  <a:cubicBezTo>
                                    <a:pt x="20297" y="84772"/>
                                    <a:pt x="17440" y="80010"/>
                                    <a:pt x="14582" y="75247"/>
                                  </a:cubicBezTo>
                                  <a:cubicBezTo>
                                    <a:pt x="10772" y="69532"/>
                                    <a:pt x="7915" y="64770"/>
                                    <a:pt x="6009" y="61913"/>
                                  </a:cubicBezTo>
                                  <a:cubicBezTo>
                                    <a:pt x="6962" y="61913"/>
                                    <a:pt x="7915" y="61913"/>
                                    <a:pt x="8867" y="61913"/>
                                  </a:cubicBezTo>
                                  <a:cubicBezTo>
                                    <a:pt x="9820" y="61913"/>
                                    <a:pt x="11725" y="61913"/>
                                    <a:pt x="12677" y="61913"/>
                                  </a:cubicBezTo>
                                  <a:cubicBezTo>
                                    <a:pt x="13630" y="61913"/>
                                    <a:pt x="15534" y="61913"/>
                                    <a:pt x="17440" y="61913"/>
                                  </a:cubicBezTo>
                                  <a:cubicBezTo>
                                    <a:pt x="20297" y="61913"/>
                                    <a:pt x="24107" y="61913"/>
                                    <a:pt x="27917" y="61913"/>
                                  </a:cubicBezTo>
                                  <a:cubicBezTo>
                                    <a:pt x="28870" y="61913"/>
                                    <a:pt x="29822" y="61913"/>
                                    <a:pt x="29822" y="61913"/>
                                  </a:cubicBezTo>
                                  <a:cubicBezTo>
                                    <a:pt x="29822" y="61913"/>
                                    <a:pt x="29822" y="61913"/>
                                    <a:pt x="29822" y="61913"/>
                                  </a:cubicBezTo>
                                  <a:cubicBezTo>
                                    <a:pt x="30775" y="62865"/>
                                    <a:pt x="32680" y="62865"/>
                                    <a:pt x="34584" y="63817"/>
                                  </a:cubicBezTo>
                                  <a:cubicBezTo>
                                    <a:pt x="36490" y="64770"/>
                                    <a:pt x="38395" y="65722"/>
                                    <a:pt x="40300" y="67627"/>
                                  </a:cubicBezTo>
                                  <a:cubicBezTo>
                                    <a:pt x="44109" y="70485"/>
                                    <a:pt x="47920" y="75247"/>
                                    <a:pt x="52682" y="80010"/>
                                  </a:cubicBezTo>
                                  <a:cubicBezTo>
                                    <a:pt x="54587" y="82867"/>
                                    <a:pt x="56492" y="84772"/>
                                    <a:pt x="58397" y="86677"/>
                                  </a:cubicBezTo>
                                  <a:cubicBezTo>
                                    <a:pt x="59350" y="87630"/>
                                    <a:pt x="60302" y="88582"/>
                                    <a:pt x="61255" y="89535"/>
                                  </a:cubicBezTo>
                                  <a:cubicBezTo>
                                    <a:pt x="62207" y="90488"/>
                                    <a:pt x="63159" y="91440"/>
                                    <a:pt x="64112" y="92392"/>
                                  </a:cubicBezTo>
                                  <a:cubicBezTo>
                                    <a:pt x="66017" y="94297"/>
                                    <a:pt x="67922" y="96202"/>
                                    <a:pt x="69827" y="97155"/>
                                  </a:cubicBezTo>
                                  <a:cubicBezTo>
                                    <a:pt x="70780" y="98107"/>
                                    <a:pt x="71732" y="98107"/>
                                    <a:pt x="72684" y="99060"/>
                                  </a:cubicBezTo>
                                  <a:cubicBezTo>
                                    <a:pt x="73637" y="100013"/>
                                    <a:pt x="74590" y="100013"/>
                                    <a:pt x="74590" y="100965"/>
                                  </a:cubicBezTo>
                                  <a:cubicBezTo>
                                    <a:pt x="77447" y="102870"/>
                                    <a:pt x="79352" y="102870"/>
                                    <a:pt x="81257" y="103822"/>
                                  </a:cubicBezTo>
                                  <a:cubicBezTo>
                                    <a:pt x="81257" y="103822"/>
                                    <a:pt x="81257" y="103822"/>
                                    <a:pt x="82209" y="103822"/>
                                  </a:cubicBezTo>
                                  <a:cubicBezTo>
                                    <a:pt x="82209" y="103822"/>
                                    <a:pt x="82209" y="103822"/>
                                    <a:pt x="83162" y="103822"/>
                                  </a:cubicBezTo>
                                  <a:cubicBezTo>
                                    <a:pt x="83162" y="103822"/>
                                    <a:pt x="84115" y="103822"/>
                                    <a:pt x="84115" y="103822"/>
                                  </a:cubicBezTo>
                                  <a:cubicBezTo>
                                    <a:pt x="84115" y="103822"/>
                                    <a:pt x="84115" y="103822"/>
                                    <a:pt x="85067" y="103822"/>
                                  </a:cubicBezTo>
                                  <a:cubicBezTo>
                                    <a:pt x="85067" y="103822"/>
                                    <a:pt x="85067" y="103822"/>
                                    <a:pt x="86020" y="103822"/>
                                  </a:cubicBezTo>
                                  <a:cubicBezTo>
                                    <a:pt x="86972" y="103822"/>
                                    <a:pt x="86972" y="103822"/>
                                    <a:pt x="87925" y="102870"/>
                                  </a:cubicBezTo>
                                  <a:cubicBezTo>
                                    <a:pt x="86972" y="102870"/>
                                    <a:pt x="86972" y="102870"/>
                                    <a:pt x="86020" y="102870"/>
                                  </a:cubicBezTo>
                                  <a:cubicBezTo>
                                    <a:pt x="86020" y="102870"/>
                                    <a:pt x="86020" y="102870"/>
                                    <a:pt x="85067" y="102870"/>
                                  </a:cubicBezTo>
                                  <a:cubicBezTo>
                                    <a:pt x="85067" y="102870"/>
                                    <a:pt x="85067" y="102870"/>
                                    <a:pt x="84115" y="102870"/>
                                  </a:cubicBezTo>
                                  <a:cubicBezTo>
                                    <a:pt x="84115" y="102870"/>
                                    <a:pt x="83162" y="102870"/>
                                    <a:pt x="83162" y="102870"/>
                                  </a:cubicBezTo>
                                  <a:cubicBezTo>
                                    <a:pt x="83162" y="102870"/>
                                    <a:pt x="83162" y="102870"/>
                                    <a:pt x="82209" y="102870"/>
                                  </a:cubicBezTo>
                                  <a:cubicBezTo>
                                    <a:pt x="82209" y="102870"/>
                                    <a:pt x="82209" y="102870"/>
                                    <a:pt x="81257" y="102870"/>
                                  </a:cubicBezTo>
                                  <a:cubicBezTo>
                                    <a:pt x="79352" y="102870"/>
                                    <a:pt x="77447" y="101917"/>
                                    <a:pt x="75542" y="100013"/>
                                  </a:cubicBezTo>
                                  <a:cubicBezTo>
                                    <a:pt x="74590" y="100013"/>
                                    <a:pt x="74590" y="99060"/>
                                    <a:pt x="73637" y="98107"/>
                                  </a:cubicBezTo>
                                  <a:cubicBezTo>
                                    <a:pt x="72684" y="97155"/>
                                    <a:pt x="71732" y="97155"/>
                                    <a:pt x="71732" y="96202"/>
                                  </a:cubicBezTo>
                                  <a:cubicBezTo>
                                    <a:pt x="69827" y="94297"/>
                                    <a:pt x="67922" y="93345"/>
                                    <a:pt x="66017" y="91440"/>
                                  </a:cubicBezTo>
                                  <a:cubicBezTo>
                                    <a:pt x="65065" y="90488"/>
                                    <a:pt x="64112" y="89535"/>
                                    <a:pt x="63159" y="88582"/>
                                  </a:cubicBezTo>
                                  <a:cubicBezTo>
                                    <a:pt x="62207" y="87630"/>
                                    <a:pt x="61255" y="86677"/>
                                    <a:pt x="60302" y="85725"/>
                                  </a:cubicBezTo>
                                  <a:cubicBezTo>
                                    <a:pt x="58397" y="83820"/>
                                    <a:pt x="56492" y="80963"/>
                                    <a:pt x="54587" y="79057"/>
                                  </a:cubicBezTo>
                                  <a:cubicBezTo>
                                    <a:pt x="50777" y="74295"/>
                                    <a:pt x="46967" y="69532"/>
                                    <a:pt x="43157" y="65722"/>
                                  </a:cubicBezTo>
                                  <a:cubicBezTo>
                                    <a:pt x="41252" y="63817"/>
                                    <a:pt x="39347" y="62865"/>
                                    <a:pt x="37442" y="60960"/>
                                  </a:cubicBezTo>
                                  <a:cubicBezTo>
                                    <a:pt x="37442" y="60960"/>
                                    <a:pt x="37442" y="60960"/>
                                    <a:pt x="36490" y="60960"/>
                                  </a:cubicBezTo>
                                  <a:cubicBezTo>
                                    <a:pt x="37442" y="60960"/>
                                    <a:pt x="38395" y="60960"/>
                                    <a:pt x="40300" y="60960"/>
                                  </a:cubicBezTo>
                                  <a:cubicBezTo>
                                    <a:pt x="44109" y="60960"/>
                                    <a:pt x="47920" y="60960"/>
                                    <a:pt x="52682" y="60960"/>
                                  </a:cubicBezTo>
                                  <a:cubicBezTo>
                                    <a:pt x="56492" y="60960"/>
                                    <a:pt x="60302" y="60960"/>
                                    <a:pt x="63159" y="60960"/>
                                  </a:cubicBezTo>
                                  <a:cubicBezTo>
                                    <a:pt x="63159" y="60960"/>
                                    <a:pt x="63159" y="60960"/>
                                    <a:pt x="64112" y="60960"/>
                                  </a:cubicBezTo>
                                  <a:cubicBezTo>
                                    <a:pt x="65065" y="60960"/>
                                    <a:pt x="65065" y="60960"/>
                                    <a:pt x="66017" y="60960"/>
                                  </a:cubicBezTo>
                                  <a:cubicBezTo>
                                    <a:pt x="67922" y="61913"/>
                                    <a:pt x="69827" y="62865"/>
                                    <a:pt x="72684" y="64770"/>
                                  </a:cubicBezTo>
                                  <a:cubicBezTo>
                                    <a:pt x="73637" y="65722"/>
                                    <a:pt x="75542" y="67627"/>
                                    <a:pt x="77447" y="68580"/>
                                  </a:cubicBezTo>
                                  <a:cubicBezTo>
                                    <a:pt x="79352" y="69532"/>
                                    <a:pt x="80305" y="71438"/>
                                    <a:pt x="82209" y="72390"/>
                                  </a:cubicBezTo>
                                  <a:cubicBezTo>
                                    <a:pt x="83162" y="73342"/>
                                    <a:pt x="84115" y="73342"/>
                                    <a:pt x="85067" y="74295"/>
                                  </a:cubicBezTo>
                                  <a:cubicBezTo>
                                    <a:pt x="86020" y="75247"/>
                                    <a:pt x="86972" y="75247"/>
                                    <a:pt x="87925" y="76200"/>
                                  </a:cubicBezTo>
                                  <a:cubicBezTo>
                                    <a:pt x="88877" y="77152"/>
                                    <a:pt x="89830" y="77152"/>
                                    <a:pt x="90782" y="78105"/>
                                  </a:cubicBezTo>
                                  <a:cubicBezTo>
                                    <a:pt x="91734" y="79057"/>
                                    <a:pt x="92687" y="79057"/>
                                    <a:pt x="93640" y="80010"/>
                                  </a:cubicBezTo>
                                  <a:cubicBezTo>
                                    <a:pt x="95545" y="80963"/>
                                    <a:pt x="97450" y="81915"/>
                                    <a:pt x="99355" y="82867"/>
                                  </a:cubicBezTo>
                                  <a:cubicBezTo>
                                    <a:pt x="101259" y="83820"/>
                                    <a:pt x="103165" y="84772"/>
                                    <a:pt x="105070" y="85725"/>
                                  </a:cubicBezTo>
                                  <a:cubicBezTo>
                                    <a:pt x="106022" y="86677"/>
                                    <a:pt x="106975" y="86677"/>
                                    <a:pt x="107927" y="87630"/>
                                  </a:cubicBezTo>
                                  <a:cubicBezTo>
                                    <a:pt x="108880" y="88582"/>
                                    <a:pt x="109832" y="88582"/>
                                    <a:pt x="110784" y="89535"/>
                                  </a:cubicBezTo>
                                  <a:cubicBezTo>
                                    <a:pt x="110784" y="89535"/>
                                    <a:pt x="111737" y="90488"/>
                                    <a:pt x="111737" y="90488"/>
                                  </a:cubicBezTo>
                                  <a:cubicBezTo>
                                    <a:pt x="112690" y="90488"/>
                                    <a:pt x="112690" y="91440"/>
                                    <a:pt x="112690" y="91440"/>
                                  </a:cubicBezTo>
                                  <a:cubicBezTo>
                                    <a:pt x="112690" y="91440"/>
                                    <a:pt x="112690" y="91440"/>
                                    <a:pt x="112690" y="91440"/>
                                  </a:cubicBezTo>
                                  <a:cubicBezTo>
                                    <a:pt x="111737" y="90488"/>
                                    <a:pt x="110784" y="90488"/>
                                    <a:pt x="109832" y="89535"/>
                                  </a:cubicBezTo>
                                  <a:cubicBezTo>
                                    <a:pt x="108880" y="88582"/>
                                    <a:pt x="107927" y="88582"/>
                                    <a:pt x="106975" y="87630"/>
                                  </a:cubicBezTo>
                                  <a:cubicBezTo>
                                    <a:pt x="106022" y="86677"/>
                                    <a:pt x="105070" y="86677"/>
                                    <a:pt x="104117" y="85725"/>
                                  </a:cubicBezTo>
                                  <a:cubicBezTo>
                                    <a:pt x="102212" y="84772"/>
                                    <a:pt x="100307" y="83820"/>
                                    <a:pt x="99355" y="82867"/>
                                  </a:cubicBezTo>
                                  <a:cubicBezTo>
                                    <a:pt x="97450" y="81915"/>
                                    <a:pt x="95545" y="80963"/>
                                    <a:pt x="93640" y="80010"/>
                                  </a:cubicBezTo>
                                  <a:lnTo>
                                    <a:pt x="92687" y="79057"/>
                                  </a:lnTo>
                                  <a:lnTo>
                                    <a:pt x="91734" y="78105"/>
                                  </a:lnTo>
                                  <a:cubicBezTo>
                                    <a:pt x="90782" y="77152"/>
                                    <a:pt x="89830" y="77152"/>
                                    <a:pt x="88877" y="76200"/>
                                  </a:cubicBezTo>
                                  <a:cubicBezTo>
                                    <a:pt x="87925" y="75247"/>
                                    <a:pt x="86972" y="75247"/>
                                    <a:pt x="86020" y="74295"/>
                                  </a:cubicBezTo>
                                  <a:cubicBezTo>
                                    <a:pt x="85067" y="73342"/>
                                    <a:pt x="84115" y="73342"/>
                                    <a:pt x="83162" y="72390"/>
                                  </a:cubicBezTo>
                                  <a:cubicBezTo>
                                    <a:pt x="81257" y="71438"/>
                                    <a:pt x="80305" y="69532"/>
                                    <a:pt x="78400" y="68580"/>
                                  </a:cubicBezTo>
                                  <a:cubicBezTo>
                                    <a:pt x="76495" y="67627"/>
                                    <a:pt x="75542" y="65722"/>
                                    <a:pt x="74590" y="64770"/>
                                  </a:cubicBezTo>
                                  <a:cubicBezTo>
                                    <a:pt x="73637" y="63817"/>
                                    <a:pt x="71732" y="62865"/>
                                    <a:pt x="70780" y="61913"/>
                                  </a:cubicBezTo>
                                  <a:cubicBezTo>
                                    <a:pt x="73637" y="61913"/>
                                    <a:pt x="75542" y="61913"/>
                                    <a:pt x="78400" y="61913"/>
                                  </a:cubicBezTo>
                                  <a:cubicBezTo>
                                    <a:pt x="82209" y="61913"/>
                                    <a:pt x="86972" y="61913"/>
                                    <a:pt x="90782" y="61913"/>
                                  </a:cubicBezTo>
                                  <a:cubicBezTo>
                                    <a:pt x="92687" y="61913"/>
                                    <a:pt x="94592" y="61913"/>
                                    <a:pt x="97450" y="62865"/>
                                  </a:cubicBezTo>
                                  <a:cubicBezTo>
                                    <a:pt x="99355" y="62865"/>
                                    <a:pt x="101259" y="63817"/>
                                    <a:pt x="103165" y="63817"/>
                                  </a:cubicBezTo>
                                  <a:cubicBezTo>
                                    <a:pt x="106975" y="64770"/>
                                    <a:pt x="110784" y="64770"/>
                                    <a:pt x="114595" y="66675"/>
                                  </a:cubicBezTo>
                                  <a:cubicBezTo>
                                    <a:pt x="116500" y="67627"/>
                                    <a:pt x="118405" y="67627"/>
                                    <a:pt x="120309" y="68580"/>
                                  </a:cubicBezTo>
                                  <a:cubicBezTo>
                                    <a:pt x="122215" y="69532"/>
                                    <a:pt x="123167" y="69532"/>
                                    <a:pt x="125072" y="70485"/>
                                  </a:cubicBezTo>
                                  <a:cubicBezTo>
                                    <a:pt x="125072" y="70485"/>
                                    <a:pt x="126025" y="70485"/>
                                    <a:pt x="126025" y="70485"/>
                                  </a:cubicBezTo>
                                  <a:lnTo>
                                    <a:pt x="126025" y="70485"/>
                                  </a:lnTo>
                                  <a:cubicBezTo>
                                    <a:pt x="124120" y="69532"/>
                                    <a:pt x="123167" y="69532"/>
                                    <a:pt x="121262" y="68580"/>
                                  </a:cubicBezTo>
                                  <a:cubicBezTo>
                                    <a:pt x="119357" y="67627"/>
                                    <a:pt x="117452" y="66675"/>
                                    <a:pt x="115547" y="66675"/>
                                  </a:cubicBezTo>
                                  <a:cubicBezTo>
                                    <a:pt x="111737" y="65722"/>
                                    <a:pt x="107927" y="64770"/>
                                    <a:pt x="104117" y="63817"/>
                                  </a:cubicBezTo>
                                  <a:cubicBezTo>
                                    <a:pt x="103165" y="63817"/>
                                    <a:pt x="102212" y="63817"/>
                                    <a:pt x="101259" y="63817"/>
                                  </a:cubicBezTo>
                                  <a:cubicBezTo>
                                    <a:pt x="100307" y="63817"/>
                                    <a:pt x="99355" y="63817"/>
                                    <a:pt x="98402" y="62865"/>
                                  </a:cubicBezTo>
                                  <a:cubicBezTo>
                                    <a:pt x="97450" y="62865"/>
                                    <a:pt x="96497" y="62865"/>
                                    <a:pt x="95545" y="62865"/>
                                  </a:cubicBezTo>
                                  <a:cubicBezTo>
                                    <a:pt x="94592" y="62865"/>
                                    <a:pt x="93640" y="62865"/>
                                    <a:pt x="92687" y="62865"/>
                                  </a:cubicBezTo>
                                  <a:cubicBezTo>
                                    <a:pt x="88877" y="62865"/>
                                    <a:pt x="84115" y="62865"/>
                                    <a:pt x="80305" y="61913"/>
                                  </a:cubicBezTo>
                                  <a:cubicBezTo>
                                    <a:pt x="76495" y="61913"/>
                                    <a:pt x="71732" y="61913"/>
                                    <a:pt x="67922" y="61913"/>
                                  </a:cubicBezTo>
                                  <a:cubicBezTo>
                                    <a:pt x="65065" y="61913"/>
                                    <a:pt x="62207" y="61913"/>
                                    <a:pt x="58397" y="61913"/>
                                  </a:cubicBezTo>
                                  <a:cubicBezTo>
                                    <a:pt x="59350" y="61913"/>
                                    <a:pt x="59350" y="61913"/>
                                    <a:pt x="60302" y="60960"/>
                                  </a:cubicBezTo>
                                  <a:cubicBezTo>
                                    <a:pt x="62207" y="60007"/>
                                    <a:pt x="64112" y="59055"/>
                                    <a:pt x="66017" y="57150"/>
                                  </a:cubicBezTo>
                                  <a:cubicBezTo>
                                    <a:pt x="70780" y="54292"/>
                                    <a:pt x="75542" y="50482"/>
                                    <a:pt x="80305" y="46672"/>
                                  </a:cubicBezTo>
                                  <a:cubicBezTo>
                                    <a:pt x="83162" y="44767"/>
                                    <a:pt x="86020" y="42863"/>
                                    <a:pt x="88877" y="40957"/>
                                  </a:cubicBezTo>
                                  <a:cubicBezTo>
                                    <a:pt x="91734" y="39052"/>
                                    <a:pt x="94592" y="37147"/>
                                    <a:pt x="98402" y="36195"/>
                                  </a:cubicBezTo>
                                  <a:cubicBezTo>
                                    <a:pt x="101259" y="34290"/>
                                    <a:pt x="105070" y="33338"/>
                                    <a:pt x="108880" y="32385"/>
                                  </a:cubicBezTo>
                                  <a:cubicBezTo>
                                    <a:pt x="112690" y="31432"/>
                                    <a:pt x="116500" y="30480"/>
                                    <a:pt x="121262" y="30480"/>
                                  </a:cubicBezTo>
                                  <a:cubicBezTo>
                                    <a:pt x="123167" y="30480"/>
                                    <a:pt x="125072" y="30480"/>
                                    <a:pt x="127930" y="30480"/>
                                  </a:cubicBezTo>
                                  <a:cubicBezTo>
                                    <a:pt x="129834" y="30480"/>
                                    <a:pt x="131740" y="30480"/>
                                    <a:pt x="134597" y="31432"/>
                                  </a:cubicBezTo>
                                  <a:cubicBezTo>
                                    <a:pt x="135550" y="31432"/>
                                    <a:pt x="136502" y="31432"/>
                                    <a:pt x="137455" y="32385"/>
                                  </a:cubicBezTo>
                                  <a:cubicBezTo>
                                    <a:pt x="138407" y="32385"/>
                                    <a:pt x="139359" y="33338"/>
                                    <a:pt x="140312" y="33338"/>
                                  </a:cubicBezTo>
                                  <a:cubicBezTo>
                                    <a:pt x="142217" y="34290"/>
                                    <a:pt x="144122" y="34290"/>
                                    <a:pt x="146027" y="35242"/>
                                  </a:cubicBezTo>
                                  <a:cubicBezTo>
                                    <a:pt x="146027" y="35242"/>
                                    <a:pt x="146980" y="35242"/>
                                    <a:pt x="146980" y="35242"/>
                                  </a:cubicBezTo>
                                  <a:cubicBezTo>
                                    <a:pt x="146980" y="35242"/>
                                    <a:pt x="146980" y="35242"/>
                                    <a:pt x="146980" y="34290"/>
                                  </a:cubicBezTo>
                                  <a:lnTo>
                                    <a:pt x="146027" y="34290"/>
                                  </a:lnTo>
                                  <a:cubicBezTo>
                                    <a:pt x="142217" y="32385"/>
                                    <a:pt x="137455" y="31432"/>
                                    <a:pt x="133645" y="30480"/>
                                  </a:cubicBezTo>
                                  <a:cubicBezTo>
                                    <a:pt x="129834" y="29527"/>
                                    <a:pt x="125072" y="29527"/>
                                    <a:pt x="121262" y="29527"/>
                                  </a:cubicBezTo>
                                  <a:cubicBezTo>
                                    <a:pt x="117452" y="29527"/>
                                    <a:pt x="112690" y="30480"/>
                                    <a:pt x="108880" y="31432"/>
                                  </a:cubicBezTo>
                                  <a:cubicBezTo>
                                    <a:pt x="105070" y="32385"/>
                                    <a:pt x="101259" y="33338"/>
                                    <a:pt x="97450" y="35242"/>
                                  </a:cubicBezTo>
                                  <a:cubicBezTo>
                                    <a:pt x="93640" y="36195"/>
                                    <a:pt x="90782" y="38100"/>
                                    <a:pt x="87925" y="40005"/>
                                  </a:cubicBezTo>
                                  <a:cubicBezTo>
                                    <a:pt x="85067" y="41910"/>
                                    <a:pt x="82209" y="43815"/>
                                    <a:pt x="79352" y="45720"/>
                                  </a:cubicBezTo>
                                  <a:cubicBezTo>
                                    <a:pt x="73637" y="49530"/>
                                    <a:pt x="68875" y="53340"/>
                                    <a:pt x="65065" y="56197"/>
                                  </a:cubicBezTo>
                                  <a:cubicBezTo>
                                    <a:pt x="63159" y="57150"/>
                                    <a:pt x="61255" y="59055"/>
                                    <a:pt x="59350" y="60007"/>
                                  </a:cubicBezTo>
                                  <a:cubicBezTo>
                                    <a:pt x="57445" y="60960"/>
                                    <a:pt x="55540" y="61913"/>
                                    <a:pt x="54587" y="61913"/>
                                  </a:cubicBezTo>
                                  <a:cubicBezTo>
                                    <a:pt x="53634" y="61913"/>
                                    <a:pt x="52682" y="62865"/>
                                    <a:pt x="51730" y="62865"/>
                                  </a:cubicBezTo>
                                  <a:cubicBezTo>
                                    <a:pt x="48872" y="62865"/>
                                    <a:pt x="46015" y="62865"/>
                                    <a:pt x="43157" y="62865"/>
                                  </a:cubicBezTo>
                                  <a:cubicBezTo>
                                    <a:pt x="41252" y="62865"/>
                                    <a:pt x="39347" y="62865"/>
                                    <a:pt x="37442" y="62865"/>
                                  </a:cubicBezTo>
                                  <a:cubicBezTo>
                                    <a:pt x="35537" y="62865"/>
                                    <a:pt x="33632" y="62865"/>
                                    <a:pt x="31727" y="62865"/>
                                  </a:cubicBezTo>
                                  <a:cubicBezTo>
                                    <a:pt x="27917" y="62865"/>
                                    <a:pt x="25059" y="62865"/>
                                    <a:pt x="22202" y="61913"/>
                                  </a:cubicBezTo>
                                  <a:cubicBezTo>
                                    <a:pt x="22202" y="61913"/>
                                    <a:pt x="21250" y="61913"/>
                                    <a:pt x="21250" y="61913"/>
                                  </a:cubicBezTo>
                                  <a:cubicBezTo>
                                    <a:pt x="21250" y="61913"/>
                                    <a:pt x="21250" y="61913"/>
                                    <a:pt x="22202" y="60960"/>
                                  </a:cubicBezTo>
                                  <a:cubicBezTo>
                                    <a:pt x="23155" y="60007"/>
                                    <a:pt x="25059" y="58102"/>
                                    <a:pt x="26012" y="56197"/>
                                  </a:cubicBezTo>
                                  <a:cubicBezTo>
                                    <a:pt x="26965" y="55245"/>
                                    <a:pt x="27917" y="54292"/>
                                    <a:pt x="28870" y="53340"/>
                                  </a:cubicBezTo>
                                  <a:cubicBezTo>
                                    <a:pt x="29822" y="52388"/>
                                    <a:pt x="30775" y="51435"/>
                                    <a:pt x="31727" y="50482"/>
                                  </a:cubicBezTo>
                                  <a:cubicBezTo>
                                    <a:pt x="33632" y="48577"/>
                                    <a:pt x="35537" y="45720"/>
                                    <a:pt x="38395" y="42863"/>
                                  </a:cubicBezTo>
                                  <a:cubicBezTo>
                                    <a:pt x="41252" y="40005"/>
                                    <a:pt x="43157" y="37147"/>
                                    <a:pt x="46015" y="35242"/>
                                  </a:cubicBezTo>
                                  <a:cubicBezTo>
                                    <a:pt x="48872" y="32385"/>
                                    <a:pt x="51730" y="29527"/>
                                    <a:pt x="54587" y="26670"/>
                                  </a:cubicBezTo>
                                  <a:cubicBezTo>
                                    <a:pt x="57445" y="23813"/>
                                    <a:pt x="60302" y="20955"/>
                                    <a:pt x="64112" y="18097"/>
                                  </a:cubicBezTo>
                                  <a:cubicBezTo>
                                    <a:pt x="67922" y="15240"/>
                                    <a:pt x="70780" y="13335"/>
                                    <a:pt x="74590" y="10477"/>
                                  </a:cubicBezTo>
                                  <a:cubicBezTo>
                                    <a:pt x="78400" y="8572"/>
                                    <a:pt x="82209" y="6667"/>
                                    <a:pt x="86020" y="4763"/>
                                  </a:cubicBezTo>
                                  <a:cubicBezTo>
                                    <a:pt x="87925" y="3810"/>
                                    <a:pt x="89830" y="3810"/>
                                    <a:pt x="92687" y="2857"/>
                                  </a:cubicBezTo>
                                  <a:cubicBezTo>
                                    <a:pt x="94592" y="1905"/>
                                    <a:pt x="96497" y="1905"/>
                                    <a:pt x="99355" y="952"/>
                                  </a:cubicBezTo>
                                  <a:cubicBezTo>
                                    <a:pt x="101259" y="952"/>
                                    <a:pt x="104117" y="0"/>
                                    <a:pt x="106022" y="0"/>
                                  </a:cubicBezTo>
                                  <a:cubicBezTo>
                                    <a:pt x="107927" y="0"/>
                                    <a:pt x="110784" y="0"/>
                                    <a:pt x="112690" y="0"/>
                                  </a:cubicBezTo>
                                  <a:cubicBezTo>
                                    <a:pt x="114595" y="0"/>
                                    <a:pt x="116500" y="0"/>
                                    <a:pt x="118405" y="0"/>
                                  </a:cubicBezTo>
                                  <a:cubicBezTo>
                                    <a:pt x="119357" y="0"/>
                                    <a:pt x="121262" y="0"/>
                                    <a:pt x="122215" y="952"/>
                                  </a:cubicBezTo>
                                  <a:cubicBezTo>
                                    <a:pt x="122215" y="952"/>
                                    <a:pt x="121262" y="952"/>
                                    <a:pt x="121262" y="0"/>
                                  </a:cubicBezTo>
                                  <a:cubicBezTo>
                                    <a:pt x="120309" y="0"/>
                                    <a:pt x="119357" y="0"/>
                                    <a:pt x="118405" y="0"/>
                                  </a:cubicBezTo>
                                  <a:cubicBezTo>
                                    <a:pt x="116500" y="0"/>
                                    <a:pt x="114595" y="0"/>
                                    <a:pt x="111737" y="0"/>
                                  </a:cubicBezTo>
                                  <a:cubicBezTo>
                                    <a:pt x="109832" y="0"/>
                                    <a:pt x="106975" y="0"/>
                                    <a:pt x="105070" y="0"/>
                                  </a:cubicBezTo>
                                  <a:cubicBezTo>
                                    <a:pt x="103165" y="0"/>
                                    <a:pt x="101259" y="952"/>
                                    <a:pt x="98402" y="952"/>
                                  </a:cubicBezTo>
                                  <a:cubicBezTo>
                                    <a:pt x="96497" y="952"/>
                                    <a:pt x="93640" y="1905"/>
                                    <a:pt x="91734" y="1905"/>
                                  </a:cubicBezTo>
                                  <a:cubicBezTo>
                                    <a:pt x="89830" y="2857"/>
                                    <a:pt x="86972" y="2857"/>
                                    <a:pt x="85067" y="3810"/>
                                  </a:cubicBezTo>
                                  <a:cubicBezTo>
                                    <a:pt x="81257" y="5715"/>
                                    <a:pt x="76495" y="7620"/>
                                    <a:pt x="72684" y="9525"/>
                                  </a:cubicBezTo>
                                  <a:cubicBezTo>
                                    <a:pt x="68875" y="11430"/>
                                    <a:pt x="65065" y="14288"/>
                                    <a:pt x="62207" y="16192"/>
                                  </a:cubicBezTo>
                                  <a:cubicBezTo>
                                    <a:pt x="59350" y="19050"/>
                                    <a:pt x="55540" y="21907"/>
                                    <a:pt x="52682" y="23813"/>
                                  </a:cubicBezTo>
                                  <a:cubicBezTo>
                                    <a:pt x="49825" y="26670"/>
                                    <a:pt x="46967" y="29527"/>
                                    <a:pt x="44109" y="32385"/>
                                  </a:cubicBezTo>
                                  <a:cubicBezTo>
                                    <a:pt x="41252" y="35242"/>
                                    <a:pt x="39347" y="38100"/>
                                    <a:pt x="36490" y="40005"/>
                                  </a:cubicBezTo>
                                  <a:cubicBezTo>
                                    <a:pt x="33632" y="42863"/>
                                    <a:pt x="31727" y="44767"/>
                                    <a:pt x="29822" y="47625"/>
                                  </a:cubicBezTo>
                                  <a:cubicBezTo>
                                    <a:pt x="28870" y="48577"/>
                                    <a:pt x="27917" y="49530"/>
                                    <a:pt x="26965" y="50482"/>
                                  </a:cubicBezTo>
                                  <a:cubicBezTo>
                                    <a:pt x="26012" y="51435"/>
                                    <a:pt x="25059" y="52388"/>
                                    <a:pt x="24107" y="53340"/>
                                  </a:cubicBezTo>
                                  <a:cubicBezTo>
                                    <a:pt x="22202" y="55245"/>
                                    <a:pt x="21250" y="56197"/>
                                    <a:pt x="19345" y="58102"/>
                                  </a:cubicBezTo>
                                  <a:cubicBezTo>
                                    <a:pt x="18392" y="59055"/>
                                    <a:pt x="17440" y="60007"/>
                                    <a:pt x="17440" y="60960"/>
                                  </a:cubicBezTo>
                                  <a:lnTo>
                                    <a:pt x="17440" y="60960"/>
                                  </a:lnTo>
                                  <a:cubicBezTo>
                                    <a:pt x="16487" y="60960"/>
                                    <a:pt x="14582" y="60960"/>
                                    <a:pt x="13630" y="60960"/>
                                  </a:cubicBezTo>
                                  <a:cubicBezTo>
                                    <a:pt x="10772" y="60960"/>
                                    <a:pt x="8867" y="60960"/>
                                    <a:pt x="6962" y="60007"/>
                                  </a:cubicBezTo>
                                  <a:cubicBezTo>
                                    <a:pt x="3152" y="60007"/>
                                    <a:pt x="1247" y="60007"/>
                                    <a:pt x="1247" y="60007"/>
                                  </a:cubicBezTo>
                                  <a:cubicBezTo>
                                    <a:pt x="1247" y="60960"/>
                                    <a:pt x="2200" y="65722"/>
                                    <a:pt x="2200" y="65722"/>
                                  </a:cubicBezTo>
                                  <a:cubicBezTo>
                                    <a:pt x="-1610" y="60960"/>
                                    <a:pt x="295" y="60960"/>
                                    <a:pt x="2200" y="60960"/>
                                  </a:cubicBezTo>
                                  <a:close/>
                                </a:path>
                              </a:pathLst>
                            </a:custGeom>
                            <a:grpFill/>
                            <a:ln w="9525" cap="flat">
                              <a:noFill/>
                              <a:prstDash val="solid"/>
                              <a:miter/>
                            </a:ln>
                          </p:spPr>
                          <p:txBody>
                            <a:bodyPr rtlCol="0" anchor="ctr"/>
                            <a:lstStyle/>
                            <a:p>
                              <a:endParaRPr lang="en-US"/>
                            </a:p>
                          </p:txBody>
                        </p:sp>
                      </p:grpSp>
                      <p:grpSp>
                        <p:nvGrpSpPr>
                          <p:cNvPr id="265" name="Graphic 2">
                            <a:extLst>
                              <a:ext uri="{FF2B5EF4-FFF2-40B4-BE49-F238E27FC236}">
                                <a16:creationId xmlns:a16="http://schemas.microsoft.com/office/drawing/2014/main" id="{AE736AF3-0337-429B-AEF1-DA4B52809559}"/>
                              </a:ext>
                            </a:extLst>
                          </p:cNvPr>
                          <p:cNvGrpSpPr/>
                          <p:nvPr/>
                        </p:nvGrpSpPr>
                        <p:grpSpPr>
                          <a:xfrm>
                            <a:off x="3732076" y="3080257"/>
                            <a:ext cx="89297" cy="80962"/>
                            <a:chOff x="3732076" y="3080257"/>
                            <a:chExt cx="89297" cy="80962"/>
                          </a:xfrm>
                          <a:grpFill/>
                        </p:grpSpPr>
                        <p:sp>
                          <p:nvSpPr>
                            <p:cNvPr id="266" name="Freeform: Shape 265">
                              <a:extLst>
                                <a:ext uri="{FF2B5EF4-FFF2-40B4-BE49-F238E27FC236}">
                                  <a16:creationId xmlns:a16="http://schemas.microsoft.com/office/drawing/2014/main" id="{4E9A0351-319A-4F95-ACE4-4930CDDB9ECF}"/>
                                </a:ext>
                              </a:extLst>
                            </p:cNvPr>
                            <p:cNvSpPr/>
                            <p:nvPr/>
                          </p:nvSpPr>
                          <p:spPr>
                            <a:xfrm>
                              <a:off x="3735886" y="3080257"/>
                              <a:ext cx="85486" cy="78104"/>
                            </a:xfrm>
                            <a:custGeom>
                              <a:avLst/>
                              <a:gdLst>
                                <a:gd name="connsiteX0" fmla="*/ 2857 w 85486"/>
                                <a:gd name="connsiteY0" fmla="*/ 52388 h 78104"/>
                                <a:gd name="connsiteX1" fmla="*/ 1905 w 85486"/>
                                <a:gd name="connsiteY1" fmla="*/ 48577 h 78104"/>
                                <a:gd name="connsiteX2" fmla="*/ 952 w 85486"/>
                                <a:gd name="connsiteY2" fmla="*/ 44767 h 78104"/>
                                <a:gd name="connsiteX3" fmla="*/ 0 w 85486"/>
                                <a:gd name="connsiteY3" fmla="*/ 42863 h 78104"/>
                                <a:gd name="connsiteX4" fmla="*/ 0 w 85486"/>
                                <a:gd name="connsiteY4" fmla="*/ 40005 h 78104"/>
                                <a:gd name="connsiteX5" fmla="*/ 0 w 85486"/>
                                <a:gd name="connsiteY5" fmla="*/ 40005 h 78104"/>
                                <a:gd name="connsiteX6" fmla="*/ 0 w 85486"/>
                                <a:gd name="connsiteY6" fmla="*/ 40005 h 78104"/>
                                <a:gd name="connsiteX7" fmla="*/ 0 w 85486"/>
                                <a:gd name="connsiteY7" fmla="*/ 40005 h 78104"/>
                                <a:gd name="connsiteX8" fmla="*/ 952 w 85486"/>
                                <a:gd name="connsiteY8" fmla="*/ 38100 h 78104"/>
                                <a:gd name="connsiteX9" fmla="*/ 2857 w 85486"/>
                                <a:gd name="connsiteY9" fmla="*/ 32385 h 78104"/>
                                <a:gd name="connsiteX10" fmla="*/ 14288 w 85486"/>
                                <a:gd name="connsiteY10" fmla="*/ 16192 h 78104"/>
                                <a:gd name="connsiteX11" fmla="*/ 35243 w 85486"/>
                                <a:gd name="connsiteY11" fmla="*/ 1905 h 78104"/>
                                <a:gd name="connsiteX12" fmla="*/ 50482 w 85486"/>
                                <a:gd name="connsiteY12" fmla="*/ 0 h 78104"/>
                                <a:gd name="connsiteX13" fmla="*/ 69532 w 85486"/>
                                <a:gd name="connsiteY13" fmla="*/ 4763 h 78104"/>
                                <a:gd name="connsiteX14" fmla="*/ 70485 w 85486"/>
                                <a:gd name="connsiteY14" fmla="*/ 4763 h 78104"/>
                                <a:gd name="connsiteX15" fmla="*/ 70485 w 85486"/>
                                <a:gd name="connsiteY15" fmla="*/ 4763 h 78104"/>
                                <a:gd name="connsiteX16" fmla="*/ 74295 w 85486"/>
                                <a:gd name="connsiteY16" fmla="*/ 7620 h 78104"/>
                                <a:gd name="connsiteX17" fmla="*/ 81915 w 85486"/>
                                <a:gd name="connsiteY17" fmla="*/ 16192 h 78104"/>
                                <a:gd name="connsiteX18" fmla="*/ 83820 w 85486"/>
                                <a:gd name="connsiteY18" fmla="*/ 20002 h 78104"/>
                                <a:gd name="connsiteX19" fmla="*/ 84772 w 85486"/>
                                <a:gd name="connsiteY19" fmla="*/ 23813 h 78104"/>
                                <a:gd name="connsiteX20" fmla="*/ 84772 w 85486"/>
                                <a:gd name="connsiteY20" fmla="*/ 24765 h 78104"/>
                                <a:gd name="connsiteX21" fmla="*/ 84772 w 85486"/>
                                <a:gd name="connsiteY21" fmla="*/ 24765 h 78104"/>
                                <a:gd name="connsiteX22" fmla="*/ 84772 w 85486"/>
                                <a:gd name="connsiteY22" fmla="*/ 33338 h 78104"/>
                                <a:gd name="connsiteX23" fmla="*/ 83820 w 85486"/>
                                <a:gd name="connsiteY23" fmla="*/ 37147 h 78104"/>
                                <a:gd name="connsiteX24" fmla="*/ 81915 w 85486"/>
                                <a:gd name="connsiteY24" fmla="*/ 40005 h 78104"/>
                                <a:gd name="connsiteX25" fmla="*/ 73343 w 85486"/>
                                <a:gd name="connsiteY25" fmla="*/ 46672 h 78104"/>
                                <a:gd name="connsiteX26" fmla="*/ 73343 w 85486"/>
                                <a:gd name="connsiteY26" fmla="*/ 46672 h 78104"/>
                                <a:gd name="connsiteX27" fmla="*/ 70485 w 85486"/>
                                <a:gd name="connsiteY27" fmla="*/ 47625 h 78104"/>
                                <a:gd name="connsiteX28" fmla="*/ 69532 w 85486"/>
                                <a:gd name="connsiteY28" fmla="*/ 50483 h 78104"/>
                                <a:gd name="connsiteX29" fmla="*/ 66675 w 85486"/>
                                <a:gd name="connsiteY29" fmla="*/ 58102 h 78104"/>
                                <a:gd name="connsiteX30" fmla="*/ 65722 w 85486"/>
                                <a:gd name="connsiteY30" fmla="*/ 59055 h 78104"/>
                                <a:gd name="connsiteX31" fmla="*/ 65722 w 85486"/>
                                <a:gd name="connsiteY31" fmla="*/ 59055 h 78104"/>
                                <a:gd name="connsiteX32" fmla="*/ 60007 w 85486"/>
                                <a:gd name="connsiteY32" fmla="*/ 63817 h 78104"/>
                                <a:gd name="connsiteX33" fmla="*/ 52388 w 85486"/>
                                <a:gd name="connsiteY33" fmla="*/ 66675 h 78104"/>
                                <a:gd name="connsiteX34" fmla="*/ 51435 w 85486"/>
                                <a:gd name="connsiteY34" fmla="*/ 66675 h 78104"/>
                                <a:gd name="connsiteX35" fmla="*/ 50482 w 85486"/>
                                <a:gd name="connsiteY35" fmla="*/ 66675 h 78104"/>
                                <a:gd name="connsiteX36" fmla="*/ 47625 w 85486"/>
                                <a:gd name="connsiteY36" fmla="*/ 67627 h 78104"/>
                                <a:gd name="connsiteX37" fmla="*/ 46672 w 85486"/>
                                <a:gd name="connsiteY37" fmla="*/ 67627 h 78104"/>
                                <a:gd name="connsiteX38" fmla="*/ 45720 w 85486"/>
                                <a:gd name="connsiteY38" fmla="*/ 67627 h 78104"/>
                                <a:gd name="connsiteX39" fmla="*/ 45720 w 85486"/>
                                <a:gd name="connsiteY39" fmla="*/ 67627 h 78104"/>
                                <a:gd name="connsiteX40" fmla="*/ 42863 w 85486"/>
                                <a:gd name="connsiteY40" fmla="*/ 69533 h 78104"/>
                                <a:gd name="connsiteX41" fmla="*/ 38100 w 85486"/>
                                <a:gd name="connsiteY41" fmla="*/ 73342 h 78104"/>
                                <a:gd name="connsiteX42" fmla="*/ 36195 w 85486"/>
                                <a:gd name="connsiteY42" fmla="*/ 75247 h 78104"/>
                                <a:gd name="connsiteX43" fmla="*/ 35243 w 85486"/>
                                <a:gd name="connsiteY43" fmla="*/ 76200 h 78104"/>
                                <a:gd name="connsiteX44" fmla="*/ 35243 w 85486"/>
                                <a:gd name="connsiteY44" fmla="*/ 76200 h 78104"/>
                                <a:gd name="connsiteX45" fmla="*/ 35243 w 85486"/>
                                <a:gd name="connsiteY45" fmla="*/ 76200 h 78104"/>
                                <a:gd name="connsiteX46" fmla="*/ 35243 w 85486"/>
                                <a:gd name="connsiteY46" fmla="*/ 76200 h 78104"/>
                                <a:gd name="connsiteX47" fmla="*/ 34290 w 85486"/>
                                <a:gd name="connsiteY47" fmla="*/ 77152 h 78104"/>
                                <a:gd name="connsiteX48" fmla="*/ 34290 w 85486"/>
                                <a:gd name="connsiteY48" fmla="*/ 77152 h 78104"/>
                                <a:gd name="connsiteX49" fmla="*/ 34290 w 85486"/>
                                <a:gd name="connsiteY49" fmla="*/ 77152 h 78104"/>
                                <a:gd name="connsiteX50" fmla="*/ 33338 w 85486"/>
                                <a:gd name="connsiteY50" fmla="*/ 78105 h 78104"/>
                                <a:gd name="connsiteX51" fmla="*/ 31432 w 85486"/>
                                <a:gd name="connsiteY51" fmla="*/ 78105 h 78104"/>
                                <a:gd name="connsiteX52" fmla="*/ 27622 w 85486"/>
                                <a:gd name="connsiteY52" fmla="*/ 77152 h 78104"/>
                                <a:gd name="connsiteX53" fmla="*/ 19050 w 85486"/>
                                <a:gd name="connsiteY53" fmla="*/ 71438 h 78104"/>
                                <a:gd name="connsiteX54" fmla="*/ 12382 w 85486"/>
                                <a:gd name="connsiteY54" fmla="*/ 62865 h 78104"/>
                                <a:gd name="connsiteX55" fmla="*/ 6668 w 85486"/>
                                <a:gd name="connsiteY55" fmla="*/ 54292 h 78104"/>
                                <a:gd name="connsiteX56" fmla="*/ 2857 w 85486"/>
                                <a:gd name="connsiteY56" fmla="*/ 52388 h 7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85486" h="78104">
                                  <a:moveTo>
                                    <a:pt x="2857" y="52388"/>
                                  </a:moveTo>
                                  <a:cubicBezTo>
                                    <a:pt x="1905" y="51435"/>
                                    <a:pt x="1905" y="49530"/>
                                    <a:pt x="1905" y="48577"/>
                                  </a:cubicBezTo>
                                  <a:cubicBezTo>
                                    <a:pt x="1905" y="47625"/>
                                    <a:pt x="952" y="45720"/>
                                    <a:pt x="952" y="44767"/>
                                  </a:cubicBezTo>
                                  <a:cubicBezTo>
                                    <a:pt x="952" y="43815"/>
                                    <a:pt x="952" y="43815"/>
                                    <a:pt x="0" y="42863"/>
                                  </a:cubicBezTo>
                                  <a:cubicBezTo>
                                    <a:pt x="0" y="42863"/>
                                    <a:pt x="0" y="40005"/>
                                    <a:pt x="0" y="40005"/>
                                  </a:cubicBezTo>
                                  <a:cubicBezTo>
                                    <a:pt x="0" y="40005"/>
                                    <a:pt x="0" y="40005"/>
                                    <a:pt x="0" y="40005"/>
                                  </a:cubicBezTo>
                                  <a:cubicBezTo>
                                    <a:pt x="0" y="40005"/>
                                    <a:pt x="0" y="40005"/>
                                    <a:pt x="0" y="40005"/>
                                  </a:cubicBezTo>
                                  <a:cubicBezTo>
                                    <a:pt x="0" y="40005"/>
                                    <a:pt x="0" y="40005"/>
                                    <a:pt x="0" y="40005"/>
                                  </a:cubicBezTo>
                                  <a:cubicBezTo>
                                    <a:pt x="0" y="40005"/>
                                    <a:pt x="0" y="39052"/>
                                    <a:pt x="952" y="38100"/>
                                  </a:cubicBezTo>
                                  <a:cubicBezTo>
                                    <a:pt x="1905" y="37147"/>
                                    <a:pt x="1905" y="35242"/>
                                    <a:pt x="2857" y="32385"/>
                                  </a:cubicBezTo>
                                  <a:cubicBezTo>
                                    <a:pt x="4763" y="27622"/>
                                    <a:pt x="8572" y="21908"/>
                                    <a:pt x="14288" y="16192"/>
                                  </a:cubicBezTo>
                                  <a:cubicBezTo>
                                    <a:pt x="20002" y="10477"/>
                                    <a:pt x="26670" y="4763"/>
                                    <a:pt x="35243" y="1905"/>
                                  </a:cubicBezTo>
                                  <a:cubicBezTo>
                                    <a:pt x="40005" y="0"/>
                                    <a:pt x="44768" y="0"/>
                                    <a:pt x="50482" y="0"/>
                                  </a:cubicBezTo>
                                  <a:cubicBezTo>
                                    <a:pt x="56197" y="0"/>
                                    <a:pt x="62865" y="1905"/>
                                    <a:pt x="69532" y="4763"/>
                                  </a:cubicBezTo>
                                  <a:cubicBezTo>
                                    <a:pt x="69532" y="4763"/>
                                    <a:pt x="70485" y="4763"/>
                                    <a:pt x="70485" y="4763"/>
                                  </a:cubicBezTo>
                                  <a:cubicBezTo>
                                    <a:pt x="70485" y="4763"/>
                                    <a:pt x="70485" y="4763"/>
                                    <a:pt x="70485" y="4763"/>
                                  </a:cubicBezTo>
                                  <a:cubicBezTo>
                                    <a:pt x="71438" y="5715"/>
                                    <a:pt x="73343" y="6667"/>
                                    <a:pt x="74295" y="7620"/>
                                  </a:cubicBezTo>
                                  <a:cubicBezTo>
                                    <a:pt x="77152" y="10477"/>
                                    <a:pt x="80010" y="13335"/>
                                    <a:pt x="81915" y="16192"/>
                                  </a:cubicBezTo>
                                  <a:cubicBezTo>
                                    <a:pt x="82868" y="17145"/>
                                    <a:pt x="82868" y="19050"/>
                                    <a:pt x="83820" y="20002"/>
                                  </a:cubicBezTo>
                                  <a:cubicBezTo>
                                    <a:pt x="84772" y="20955"/>
                                    <a:pt x="84772" y="21908"/>
                                    <a:pt x="84772" y="23813"/>
                                  </a:cubicBezTo>
                                  <a:cubicBezTo>
                                    <a:pt x="84772" y="23813"/>
                                    <a:pt x="84772" y="24765"/>
                                    <a:pt x="84772" y="24765"/>
                                  </a:cubicBezTo>
                                  <a:cubicBezTo>
                                    <a:pt x="84772" y="24765"/>
                                    <a:pt x="84772" y="24765"/>
                                    <a:pt x="84772" y="24765"/>
                                  </a:cubicBezTo>
                                  <a:cubicBezTo>
                                    <a:pt x="85725" y="27622"/>
                                    <a:pt x="85725" y="31433"/>
                                    <a:pt x="84772" y="33338"/>
                                  </a:cubicBezTo>
                                  <a:cubicBezTo>
                                    <a:pt x="84772" y="34290"/>
                                    <a:pt x="83820" y="36195"/>
                                    <a:pt x="83820" y="37147"/>
                                  </a:cubicBezTo>
                                  <a:cubicBezTo>
                                    <a:pt x="82868" y="38100"/>
                                    <a:pt x="82868" y="39052"/>
                                    <a:pt x="81915" y="40005"/>
                                  </a:cubicBezTo>
                                  <a:cubicBezTo>
                                    <a:pt x="79057" y="43815"/>
                                    <a:pt x="76200" y="45720"/>
                                    <a:pt x="73343" y="46672"/>
                                  </a:cubicBezTo>
                                  <a:cubicBezTo>
                                    <a:pt x="73343" y="46672"/>
                                    <a:pt x="73343" y="46672"/>
                                    <a:pt x="73343" y="46672"/>
                                  </a:cubicBezTo>
                                  <a:cubicBezTo>
                                    <a:pt x="72390" y="47625"/>
                                    <a:pt x="71438" y="47625"/>
                                    <a:pt x="70485" y="47625"/>
                                  </a:cubicBezTo>
                                  <a:cubicBezTo>
                                    <a:pt x="70485" y="48577"/>
                                    <a:pt x="69532" y="49530"/>
                                    <a:pt x="69532" y="50483"/>
                                  </a:cubicBezTo>
                                  <a:cubicBezTo>
                                    <a:pt x="68580" y="53340"/>
                                    <a:pt x="67627" y="56197"/>
                                    <a:pt x="66675" y="58102"/>
                                  </a:cubicBezTo>
                                  <a:cubicBezTo>
                                    <a:pt x="66675" y="58102"/>
                                    <a:pt x="66675" y="59055"/>
                                    <a:pt x="65722" y="59055"/>
                                  </a:cubicBezTo>
                                  <a:cubicBezTo>
                                    <a:pt x="65722" y="59055"/>
                                    <a:pt x="65722" y="59055"/>
                                    <a:pt x="65722" y="59055"/>
                                  </a:cubicBezTo>
                                  <a:cubicBezTo>
                                    <a:pt x="63818" y="60960"/>
                                    <a:pt x="61913" y="62865"/>
                                    <a:pt x="60007" y="63817"/>
                                  </a:cubicBezTo>
                                  <a:cubicBezTo>
                                    <a:pt x="58102" y="64770"/>
                                    <a:pt x="55245" y="65722"/>
                                    <a:pt x="52388" y="66675"/>
                                  </a:cubicBezTo>
                                  <a:cubicBezTo>
                                    <a:pt x="52388" y="66675"/>
                                    <a:pt x="51435" y="66675"/>
                                    <a:pt x="51435" y="66675"/>
                                  </a:cubicBezTo>
                                  <a:cubicBezTo>
                                    <a:pt x="51435" y="66675"/>
                                    <a:pt x="50482" y="66675"/>
                                    <a:pt x="50482" y="66675"/>
                                  </a:cubicBezTo>
                                  <a:cubicBezTo>
                                    <a:pt x="49530" y="66675"/>
                                    <a:pt x="48577" y="67627"/>
                                    <a:pt x="47625" y="67627"/>
                                  </a:cubicBezTo>
                                  <a:cubicBezTo>
                                    <a:pt x="47625" y="67627"/>
                                    <a:pt x="46672" y="67627"/>
                                    <a:pt x="46672" y="67627"/>
                                  </a:cubicBezTo>
                                  <a:cubicBezTo>
                                    <a:pt x="46672" y="67627"/>
                                    <a:pt x="46672" y="67627"/>
                                    <a:pt x="45720" y="67627"/>
                                  </a:cubicBezTo>
                                  <a:lnTo>
                                    <a:pt x="45720" y="67627"/>
                                  </a:lnTo>
                                  <a:cubicBezTo>
                                    <a:pt x="45720" y="67627"/>
                                    <a:pt x="44768" y="68580"/>
                                    <a:pt x="42863" y="69533"/>
                                  </a:cubicBezTo>
                                  <a:cubicBezTo>
                                    <a:pt x="41910" y="70485"/>
                                    <a:pt x="40005" y="71438"/>
                                    <a:pt x="38100" y="73342"/>
                                  </a:cubicBezTo>
                                  <a:cubicBezTo>
                                    <a:pt x="37147" y="74295"/>
                                    <a:pt x="37147" y="74295"/>
                                    <a:pt x="36195" y="75247"/>
                                  </a:cubicBezTo>
                                  <a:cubicBezTo>
                                    <a:pt x="36195" y="75247"/>
                                    <a:pt x="35243" y="76200"/>
                                    <a:pt x="35243" y="76200"/>
                                  </a:cubicBezTo>
                                  <a:lnTo>
                                    <a:pt x="35243" y="76200"/>
                                  </a:lnTo>
                                  <a:lnTo>
                                    <a:pt x="35243" y="76200"/>
                                  </a:lnTo>
                                  <a:cubicBezTo>
                                    <a:pt x="35243" y="76200"/>
                                    <a:pt x="35243" y="76200"/>
                                    <a:pt x="35243" y="76200"/>
                                  </a:cubicBezTo>
                                  <a:cubicBezTo>
                                    <a:pt x="35243" y="76200"/>
                                    <a:pt x="34290" y="77152"/>
                                    <a:pt x="34290" y="77152"/>
                                  </a:cubicBezTo>
                                  <a:cubicBezTo>
                                    <a:pt x="34290" y="77152"/>
                                    <a:pt x="34290" y="77152"/>
                                    <a:pt x="34290" y="77152"/>
                                  </a:cubicBezTo>
                                  <a:lnTo>
                                    <a:pt x="34290" y="77152"/>
                                  </a:lnTo>
                                  <a:cubicBezTo>
                                    <a:pt x="34290" y="77152"/>
                                    <a:pt x="33338" y="77152"/>
                                    <a:pt x="33338" y="78105"/>
                                  </a:cubicBezTo>
                                  <a:cubicBezTo>
                                    <a:pt x="32385" y="78105"/>
                                    <a:pt x="32385" y="78105"/>
                                    <a:pt x="31432" y="78105"/>
                                  </a:cubicBezTo>
                                  <a:cubicBezTo>
                                    <a:pt x="30480" y="78105"/>
                                    <a:pt x="28575" y="78105"/>
                                    <a:pt x="27622" y="77152"/>
                                  </a:cubicBezTo>
                                  <a:cubicBezTo>
                                    <a:pt x="24765" y="76200"/>
                                    <a:pt x="21907" y="74295"/>
                                    <a:pt x="19050" y="71438"/>
                                  </a:cubicBezTo>
                                  <a:cubicBezTo>
                                    <a:pt x="16193" y="68580"/>
                                    <a:pt x="14288" y="65722"/>
                                    <a:pt x="12382" y="62865"/>
                                  </a:cubicBezTo>
                                  <a:cubicBezTo>
                                    <a:pt x="10477" y="60008"/>
                                    <a:pt x="8572" y="57150"/>
                                    <a:pt x="6668" y="54292"/>
                                  </a:cubicBezTo>
                                  <a:cubicBezTo>
                                    <a:pt x="4763" y="57150"/>
                                    <a:pt x="3810" y="55245"/>
                                    <a:pt x="2857" y="5238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2685C106-A15C-4035-8A1F-48190CFAB0BF}"/>
                                </a:ext>
                              </a:extLst>
                            </p:cNvPr>
                            <p:cNvSpPr/>
                            <p:nvPr/>
                          </p:nvSpPr>
                          <p:spPr>
                            <a:xfrm>
                              <a:off x="3732076" y="3086924"/>
                              <a:ext cx="86677" cy="74295"/>
                            </a:xfrm>
                            <a:custGeom>
                              <a:avLst/>
                              <a:gdLst>
                                <a:gd name="connsiteX0" fmla="*/ 6668 w 86677"/>
                                <a:gd name="connsiteY0" fmla="*/ 37147 h 74295"/>
                                <a:gd name="connsiteX1" fmla="*/ 6668 w 86677"/>
                                <a:gd name="connsiteY1" fmla="*/ 37147 h 74295"/>
                                <a:gd name="connsiteX2" fmla="*/ 8573 w 86677"/>
                                <a:gd name="connsiteY2" fmla="*/ 40005 h 74295"/>
                                <a:gd name="connsiteX3" fmla="*/ 12382 w 86677"/>
                                <a:gd name="connsiteY3" fmla="*/ 45720 h 74295"/>
                                <a:gd name="connsiteX4" fmla="*/ 18098 w 86677"/>
                                <a:gd name="connsiteY4" fmla="*/ 54292 h 74295"/>
                                <a:gd name="connsiteX5" fmla="*/ 19050 w 86677"/>
                                <a:gd name="connsiteY5" fmla="*/ 56197 h 74295"/>
                                <a:gd name="connsiteX6" fmla="*/ 20003 w 86677"/>
                                <a:gd name="connsiteY6" fmla="*/ 57150 h 74295"/>
                                <a:gd name="connsiteX7" fmla="*/ 20003 w 86677"/>
                                <a:gd name="connsiteY7" fmla="*/ 57150 h 74295"/>
                                <a:gd name="connsiteX8" fmla="*/ 20003 w 86677"/>
                                <a:gd name="connsiteY8" fmla="*/ 57150 h 74295"/>
                                <a:gd name="connsiteX9" fmla="*/ 20003 w 86677"/>
                                <a:gd name="connsiteY9" fmla="*/ 58103 h 74295"/>
                                <a:gd name="connsiteX10" fmla="*/ 22860 w 86677"/>
                                <a:gd name="connsiteY10" fmla="*/ 62865 h 74295"/>
                                <a:gd name="connsiteX11" fmla="*/ 24765 w 86677"/>
                                <a:gd name="connsiteY11" fmla="*/ 64770 h 74295"/>
                                <a:gd name="connsiteX12" fmla="*/ 26670 w 86677"/>
                                <a:gd name="connsiteY12" fmla="*/ 66675 h 74295"/>
                                <a:gd name="connsiteX13" fmla="*/ 27623 w 86677"/>
                                <a:gd name="connsiteY13" fmla="*/ 67628 h 74295"/>
                                <a:gd name="connsiteX14" fmla="*/ 28575 w 86677"/>
                                <a:gd name="connsiteY14" fmla="*/ 68580 h 74295"/>
                                <a:gd name="connsiteX15" fmla="*/ 30480 w 86677"/>
                                <a:gd name="connsiteY15" fmla="*/ 69533 h 74295"/>
                                <a:gd name="connsiteX16" fmla="*/ 33338 w 86677"/>
                                <a:gd name="connsiteY16" fmla="*/ 71438 h 74295"/>
                                <a:gd name="connsiteX17" fmla="*/ 35243 w 86677"/>
                                <a:gd name="connsiteY17" fmla="*/ 73342 h 74295"/>
                                <a:gd name="connsiteX18" fmla="*/ 36195 w 86677"/>
                                <a:gd name="connsiteY18" fmla="*/ 74295 h 74295"/>
                                <a:gd name="connsiteX19" fmla="*/ 37148 w 86677"/>
                                <a:gd name="connsiteY19" fmla="*/ 74295 h 74295"/>
                                <a:gd name="connsiteX20" fmla="*/ 37148 w 86677"/>
                                <a:gd name="connsiteY20" fmla="*/ 74295 h 74295"/>
                                <a:gd name="connsiteX21" fmla="*/ 37148 w 86677"/>
                                <a:gd name="connsiteY21" fmla="*/ 74295 h 74295"/>
                                <a:gd name="connsiteX22" fmla="*/ 37148 w 86677"/>
                                <a:gd name="connsiteY22" fmla="*/ 74295 h 74295"/>
                                <a:gd name="connsiteX23" fmla="*/ 36195 w 86677"/>
                                <a:gd name="connsiteY23" fmla="*/ 74295 h 74295"/>
                                <a:gd name="connsiteX24" fmla="*/ 35243 w 86677"/>
                                <a:gd name="connsiteY24" fmla="*/ 73342 h 74295"/>
                                <a:gd name="connsiteX25" fmla="*/ 33338 w 86677"/>
                                <a:gd name="connsiteY25" fmla="*/ 71438 h 74295"/>
                                <a:gd name="connsiteX26" fmla="*/ 30480 w 86677"/>
                                <a:gd name="connsiteY26" fmla="*/ 69533 h 74295"/>
                                <a:gd name="connsiteX27" fmla="*/ 28575 w 86677"/>
                                <a:gd name="connsiteY27" fmla="*/ 67628 h 74295"/>
                                <a:gd name="connsiteX28" fmla="*/ 27623 w 86677"/>
                                <a:gd name="connsiteY28" fmla="*/ 66675 h 74295"/>
                                <a:gd name="connsiteX29" fmla="*/ 26670 w 86677"/>
                                <a:gd name="connsiteY29" fmla="*/ 65722 h 74295"/>
                                <a:gd name="connsiteX30" fmla="*/ 24765 w 86677"/>
                                <a:gd name="connsiteY30" fmla="*/ 63817 h 74295"/>
                                <a:gd name="connsiteX31" fmla="*/ 22860 w 86677"/>
                                <a:gd name="connsiteY31" fmla="*/ 61913 h 74295"/>
                                <a:gd name="connsiteX32" fmla="*/ 20003 w 86677"/>
                                <a:gd name="connsiteY32" fmla="*/ 57150 h 74295"/>
                                <a:gd name="connsiteX33" fmla="*/ 20003 w 86677"/>
                                <a:gd name="connsiteY33" fmla="*/ 56197 h 74295"/>
                                <a:gd name="connsiteX34" fmla="*/ 20003 w 86677"/>
                                <a:gd name="connsiteY34" fmla="*/ 56197 h 74295"/>
                                <a:gd name="connsiteX35" fmla="*/ 20003 w 86677"/>
                                <a:gd name="connsiteY35" fmla="*/ 56197 h 74295"/>
                                <a:gd name="connsiteX36" fmla="*/ 19050 w 86677"/>
                                <a:gd name="connsiteY36" fmla="*/ 55245 h 74295"/>
                                <a:gd name="connsiteX37" fmla="*/ 18098 w 86677"/>
                                <a:gd name="connsiteY37" fmla="*/ 53340 h 74295"/>
                                <a:gd name="connsiteX38" fmla="*/ 13335 w 86677"/>
                                <a:gd name="connsiteY38" fmla="*/ 44767 h 74295"/>
                                <a:gd name="connsiteX39" fmla="*/ 8573 w 86677"/>
                                <a:gd name="connsiteY39" fmla="*/ 37147 h 74295"/>
                                <a:gd name="connsiteX40" fmla="*/ 9525 w 86677"/>
                                <a:gd name="connsiteY40" fmla="*/ 37147 h 74295"/>
                                <a:gd name="connsiteX41" fmla="*/ 11430 w 86677"/>
                                <a:gd name="connsiteY41" fmla="*/ 37147 h 74295"/>
                                <a:gd name="connsiteX42" fmla="*/ 14288 w 86677"/>
                                <a:gd name="connsiteY42" fmla="*/ 37147 h 74295"/>
                                <a:gd name="connsiteX43" fmla="*/ 20003 w 86677"/>
                                <a:gd name="connsiteY43" fmla="*/ 37147 h 74295"/>
                                <a:gd name="connsiteX44" fmla="*/ 20955 w 86677"/>
                                <a:gd name="connsiteY44" fmla="*/ 37147 h 74295"/>
                                <a:gd name="connsiteX45" fmla="*/ 20955 w 86677"/>
                                <a:gd name="connsiteY45" fmla="*/ 37147 h 74295"/>
                                <a:gd name="connsiteX46" fmla="*/ 23813 w 86677"/>
                                <a:gd name="connsiteY46" fmla="*/ 38100 h 74295"/>
                                <a:gd name="connsiteX47" fmla="*/ 27623 w 86677"/>
                                <a:gd name="connsiteY47" fmla="*/ 40005 h 74295"/>
                                <a:gd name="connsiteX48" fmla="*/ 34290 w 86677"/>
                                <a:gd name="connsiteY48" fmla="*/ 47625 h 74295"/>
                                <a:gd name="connsiteX49" fmla="*/ 38100 w 86677"/>
                                <a:gd name="connsiteY49" fmla="*/ 51435 h 74295"/>
                                <a:gd name="connsiteX50" fmla="*/ 40005 w 86677"/>
                                <a:gd name="connsiteY50" fmla="*/ 53340 h 74295"/>
                                <a:gd name="connsiteX51" fmla="*/ 41910 w 86677"/>
                                <a:gd name="connsiteY51" fmla="*/ 55245 h 74295"/>
                                <a:gd name="connsiteX52" fmla="*/ 44768 w 86677"/>
                                <a:gd name="connsiteY52" fmla="*/ 58103 h 74295"/>
                                <a:gd name="connsiteX53" fmla="*/ 45720 w 86677"/>
                                <a:gd name="connsiteY53" fmla="*/ 59055 h 74295"/>
                                <a:gd name="connsiteX54" fmla="*/ 46673 w 86677"/>
                                <a:gd name="connsiteY54" fmla="*/ 60008 h 74295"/>
                                <a:gd name="connsiteX55" fmla="*/ 50482 w 86677"/>
                                <a:gd name="connsiteY55" fmla="*/ 60960 h 74295"/>
                                <a:gd name="connsiteX56" fmla="*/ 50482 w 86677"/>
                                <a:gd name="connsiteY56" fmla="*/ 60960 h 74295"/>
                                <a:gd name="connsiteX57" fmla="*/ 50482 w 86677"/>
                                <a:gd name="connsiteY57" fmla="*/ 60960 h 74295"/>
                                <a:gd name="connsiteX58" fmla="*/ 50482 w 86677"/>
                                <a:gd name="connsiteY58" fmla="*/ 60960 h 74295"/>
                                <a:gd name="connsiteX59" fmla="*/ 50482 w 86677"/>
                                <a:gd name="connsiteY59" fmla="*/ 60960 h 74295"/>
                                <a:gd name="connsiteX60" fmla="*/ 50482 w 86677"/>
                                <a:gd name="connsiteY60" fmla="*/ 60960 h 74295"/>
                                <a:gd name="connsiteX61" fmla="*/ 51435 w 86677"/>
                                <a:gd name="connsiteY61" fmla="*/ 60960 h 74295"/>
                                <a:gd name="connsiteX62" fmla="*/ 50482 w 86677"/>
                                <a:gd name="connsiteY62" fmla="*/ 60960 h 74295"/>
                                <a:gd name="connsiteX63" fmla="*/ 50482 w 86677"/>
                                <a:gd name="connsiteY63" fmla="*/ 60960 h 74295"/>
                                <a:gd name="connsiteX64" fmla="*/ 50482 w 86677"/>
                                <a:gd name="connsiteY64" fmla="*/ 60960 h 74295"/>
                                <a:gd name="connsiteX65" fmla="*/ 50482 w 86677"/>
                                <a:gd name="connsiteY65" fmla="*/ 60960 h 74295"/>
                                <a:gd name="connsiteX66" fmla="*/ 50482 w 86677"/>
                                <a:gd name="connsiteY66" fmla="*/ 60960 h 74295"/>
                                <a:gd name="connsiteX67" fmla="*/ 50482 w 86677"/>
                                <a:gd name="connsiteY67" fmla="*/ 60960 h 74295"/>
                                <a:gd name="connsiteX68" fmla="*/ 46673 w 86677"/>
                                <a:gd name="connsiteY68" fmla="*/ 59055 h 74295"/>
                                <a:gd name="connsiteX69" fmla="*/ 45720 w 86677"/>
                                <a:gd name="connsiteY69" fmla="*/ 58103 h 74295"/>
                                <a:gd name="connsiteX70" fmla="*/ 44768 w 86677"/>
                                <a:gd name="connsiteY70" fmla="*/ 57150 h 74295"/>
                                <a:gd name="connsiteX71" fmla="*/ 41910 w 86677"/>
                                <a:gd name="connsiteY71" fmla="*/ 54292 h 74295"/>
                                <a:gd name="connsiteX72" fmla="*/ 40005 w 86677"/>
                                <a:gd name="connsiteY72" fmla="*/ 52388 h 74295"/>
                                <a:gd name="connsiteX73" fmla="*/ 38100 w 86677"/>
                                <a:gd name="connsiteY73" fmla="*/ 50483 h 74295"/>
                                <a:gd name="connsiteX74" fmla="*/ 34290 w 86677"/>
                                <a:gd name="connsiteY74" fmla="*/ 46672 h 74295"/>
                                <a:gd name="connsiteX75" fmla="*/ 27623 w 86677"/>
                                <a:gd name="connsiteY75" fmla="*/ 39053 h 74295"/>
                                <a:gd name="connsiteX76" fmla="*/ 23813 w 86677"/>
                                <a:gd name="connsiteY76" fmla="*/ 36195 h 74295"/>
                                <a:gd name="connsiteX77" fmla="*/ 23813 w 86677"/>
                                <a:gd name="connsiteY77" fmla="*/ 36195 h 74295"/>
                                <a:gd name="connsiteX78" fmla="*/ 25718 w 86677"/>
                                <a:gd name="connsiteY78" fmla="*/ 36195 h 74295"/>
                                <a:gd name="connsiteX79" fmla="*/ 32385 w 86677"/>
                                <a:gd name="connsiteY79" fmla="*/ 36195 h 74295"/>
                                <a:gd name="connsiteX80" fmla="*/ 39053 w 86677"/>
                                <a:gd name="connsiteY80" fmla="*/ 36195 h 74295"/>
                                <a:gd name="connsiteX81" fmla="*/ 40005 w 86677"/>
                                <a:gd name="connsiteY81" fmla="*/ 36195 h 74295"/>
                                <a:gd name="connsiteX82" fmla="*/ 40957 w 86677"/>
                                <a:gd name="connsiteY82" fmla="*/ 36195 h 74295"/>
                                <a:gd name="connsiteX83" fmla="*/ 44768 w 86677"/>
                                <a:gd name="connsiteY83" fmla="*/ 39053 h 74295"/>
                                <a:gd name="connsiteX84" fmla="*/ 47625 w 86677"/>
                                <a:gd name="connsiteY84" fmla="*/ 40958 h 74295"/>
                                <a:gd name="connsiteX85" fmla="*/ 50482 w 86677"/>
                                <a:gd name="connsiteY85" fmla="*/ 42863 h 74295"/>
                                <a:gd name="connsiteX86" fmla="*/ 52388 w 86677"/>
                                <a:gd name="connsiteY86" fmla="*/ 43815 h 74295"/>
                                <a:gd name="connsiteX87" fmla="*/ 54293 w 86677"/>
                                <a:gd name="connsiteY87" fmla="*/ 44767 h 74295"/>
                                <a:gd name="connsiteX88" fmla="*/ 56198 w 86677"/>
                                <a:gd name="connsiteY88" fmla="*/ 45720 h 74295"/>
                                <a:gd name="connsiteX89" fmla="*/ 58103 w 86677"/>
                                <a:gd name="connsiteY89" fmla="*/ 46672 h 74295"/>
                                <a:gd name="connsiteX90" fmla="*/ 60960 w 86677"/>
                                <a:gd name="connsiteY90" fmla="*/ 48578 h 74295"/>
                                <a:gd name="connsiteX91" fmla="*/ 63818 w 86677"/>
                                <a:gd name="connsiteY91" fmla="*/ 50483 h 74295"/>
                                <a:gd name="connsiteX92" fmla="*/ 65723 w 86677"/>
                                <a:gd name="connsiteY92" fmla="*/ 51435 h 74295"/>
                                <a:gd name="connsiteX93" fmla="*/ 67628 w 86677"/>
                                <a:gd name="connsiteY93" fmla="*/ 52388 h 74295"/>
                                <a:gd name="connsiteX94" fmla="*/ 68580 w 86677"/>
                                <a:gd name="connsiteY94" fmla="*/ 53340 h 74295"/>
                                <a:gd name="connsiteX95" fmla="*/ 69532 w 86677"/>
                                <a:gd name="connsiteY95" fmla="*/ 54292 h 74295"/>
                                <a:gd name="connsiteX96" fmla="*/ 69532 w 86677"/>
                                <a:gd name="connsiteY96" fmla="*/ 54292 h 74295"/>
                                <a:gd name="connsiteX97" fmla="*/ 67628 w 86677"/>
                                <a:gd name="connsiteY97" fmla="*/ 53340 h 74295"/>
                                <a:gd name="connsiteX98" fmla="*/ 66675 w 86677"/>
                                <a:gd name="connsiteY98" fmla="*/ 52388 h 74295"/>
                                <a:gd name="connsiteX99" fmla="*/ 64770 w 86677"/>
                                <a:gd name="connsiteY99" fmla="*/ 51435 h 74295"/>
                                <a:gd name="connsiteX100" fmla="*/ 61913 w 86677"/>
                                <a:gd name="connsiteY100" fmla="*/ 49530 h 74295"/>
                                <a:gd name="connsiteX101" fmla="*/ 59055 w 86677"/>
                                <a:gd name="connsiteY101" fmla="*/ 47625 h 74295"/>
                                <a:gd name="connsiteX102" fmla="*/ 58103 w 86677"/>
                                <a:gd name="connsiteY102" fmla="*/ 46672 h 74295"/>
                                <a:gd name="connsiteX103" fmla="*/ 57150 w 86677"/>
                                <a:gd name="connsiteY103" fmla="*/ 45720 h 74295"/>
                                <a:gd name="connsiteX104" fmla="*/ 55245 w 86677"/>
                                <a:gd name="connsiteY104" fmla="*/ 44767 h 74295"/>
                                <a:gd name="connsiteX105" fmla="*/ 53340 w 86677"/>
                                <a:gd name="connsiteY105" fmla="*/ 43815 h 74295"/>
                                <a:gd name="connsiteX106" fmla="*/ 51435 w 86677"/>
                                <a:gd name="connsiteY106" fmla="*/ 42863 h 74295"/>
                                <a:gd name="connsiteX107" fmla="*/ 48578 w 86677"/>
                                <a:gd name="connsiteY107" fmla="*/ 40958 h 74295"/>
                                <a:gd name="connsiteX108" fmla="*/ 45720 w 86677"/>
                                <a:gd name="connsiteY108" fmla="*/ 39053 h 74295"/>
                                <a:gd name="connsiteX109" fmla="*/ 42863 w 86677"/>
                                <a:gd name="connsiteY109" fmla="*/ 37147 h 74295"/>
                                <a:gd name="connsiteX110" fmla="*/ 46673 w 86677"/>
                                <a:gd name="connsiteY110" fmla="*/ 37147 h 74295"/>
                                <a:gd name="connsiteX111" fmla="*/ 54293 w 86677"/>
                                <a:gd name="connsiteY111" fmla="*/ 37147 h 74295"/>
                                <a:gd name="connsiteX112" fmla="*/ 58103 w 86677"/>
                                <a:gd name="connsiteY112" fmla="*/ 37147 h 74295"/>
                                <a:gd name="connsiteX113" fmla="*/ 61913 w 86677"/>
                                <a:gd name="connsiteY113" fmla="*/ 38100 h 74295"/>
                                <a:gd name="connsiteX114" fmla="*/ 68580 w 86677"/>
                                <a:gd name="connsiteY114" fmla="*/ 40005 h 74295"/>
                                <a:gd name="connsiteX115" fmla="*/ 71438 w 86677"/>
                                <a:gd name="connsiteY115" fmla="*/ 40958 h 74295"/>
                                <a:gd name="connsiteX116" fmla="*/ 74295 w 86677"/>
                                <a:gd name="connsiteY116" fmla="*/ 41910 h 74295"/>
                                <a:gd name="connsiteX117" fmla="*/ 74295 w 86677"/>
                                <a:gd name="connsiteY117" fmla="*/ 41910 h 74295"/>
                                <a:gd name="connsiteX118" fmla="*/ 74295 w 86677"/>
                                <a:gd name="connsiteY118" fmla="*/ 41910 h 74295"/>
                                <a:gd name="connsiteX119" fmla="*/ 71438 w 86677"/>
                                <a:gd name="connsiteY119" fmla="*/ 40958 h 74295"/>
                                <a:gd name="connsiteX120" fmla="*/ 68580 w 86677"/>
                                <a:gd name="connsiteY120" fmla="*/ 40005 h 74295"/>
                                <a:gd name="connsiteX121" fmla="*/ 61913 w 86677"/>
                                <a:gd name="connsiteY121" fmla="*/ 38100 h 74295"/>
                                <a:gd name="connsiteX122" fmla="*/ 60007 w 86677"/>
                                <a:gd name="connsiteY122" fmla="*/ 38100 h 74295"/>
                                <a:gd name="connsiteX123" fmla="*/ 58103 w 86677"/>
                                <a:gd name="connsiteY123" fmla="*/ 38100 h 74295"/>
                                <a:gd name="connsiteX124" fmla="*/ 56198 w 86677"/>
                                <a:gd name="connsiteY124" fmla="*/ 38100 h 74295"/>
                                <a:gd name="connsiteX125" fmla="*/ 54293 w 86677"/>
                                <a:gd name="connsiteY125" fmla="*/ 38100 h 74295"/>
                                <a:gd name="connsiteX126" fmla="*/ 46673 w 86677"/>
                                <a:gd name="connsiteY126" fmla="*/ 37147 h 74295"/>
                                <a:gd name="connsiteX127" fmla="*/ 39053 w 86677"/>
                                <a:gd name="connsiteY127" fmla="*/ 37147 h 74295"/>
                                <a:gd name="connsiteX128" fmla="*/ 33338 w 86677"/>
                                <a:gd name="connsiteY128" fmla="*/ 37147 h 74295"/>
                                <a:gd name="connsiteX129" fmla="*/ 34290 w 86677"/>
                                <a:gd name="connsiteY129" fmla="*/ 37147 h 74295"/>
                                <a:gd name="connsiteX130" fmla="*/ 38100 w 86677"/>
                                <a:gd name="connsiteY130" fmla="*/ 35242 h 74295"/>
                                <a:gd name="connsiteX131" fmla="*/ 46673 w 86677"/>
                                <a:gd name="connsiteY131" fmla="*/ 28575 h 74295"/>
                                <a:gd name="connsiteX132" fmla="*/ 51435 w 86677"/>
                                <a:gd name="connsiteY132" fmla="*/ 24765 h 74295"/>
                                <a:gd name="connsiteX133" fmla="*/ 57150 w 86677"/>
                                <a:gd name="connsiteY133" fmla="*/ 21908 h 74295"/>
                                <a:gd name="connsiteX134" fmla="*/ 63818 w 86677"/>
                                <a:gd name="connsiteY134" fmla="*/ 20003 h 74295"/>
                                <a:gd name="connsiteX135" fmla="*/ 70485 w 86677"/>
                                <a:gd name="connsiteY135" fmla="*/ 19050 h 74295"/>
                                <a:gd name="connsiteX136" fmla="*/ 74295 w 86677"/>
                                <a:gd name="connsiteY136" fmla="*/ 19050 h 74295"/>
                                <a:gd name="connsiteX137" fmla="*/ 78105 w 86677"/>
                                <a:gd name="connsiteY137" fmla="*/ 19050 h 74295"/>
                                <a:gd name="connsiteX138" fmla="*/ 80010 w 86677"/>
                                <a:gd name="connsiteY138" fmla="*/ 19050 h 74295"/>
                                <a:gd name="connsiteX139" fmla="*/ 81915 w 86677"/>
                                <a:gd name="connsiteY139" fmla="*/ 19050 h 74295"/>
                                <a:gd name="connsiteX140" fmla="*/ 85725 w 86677"/>
                                <a:gd name="connsiteY140" fmla="*/ 20003 h 74295"/>
                                <a:gd name="connsiteX141" fmla="*/ 86678 w 86677"/>
                                <a:gd name="connsiteY141" fmla="*/ 20003 h 74295"/>
                                <a:gd name="connsiteX142" fmla="*/ 86678 w 86677"/>
                                <a:gd name="connsiteY142" fmla="*/ 20003 h 74295"/>
                                <a:gd name="connsiteX143" fmla="*/ 85725 w 86677"/>
                                <a:gd name="connsiteY143" fmla="*/ 20003 h 74295"/>
                                <a:gd name="connsiteX144" fmla="*/ 78105 w 86677"/>
                                <a:gd name="connsiteY144" fmla="*/ 18097 h 74295"/>
                                <a:gd name="connsiteX145" fmla="*/ 70485 w 86677"/>
                                <a:gd name="connsiteY145" fmla="*/ 17145 h 74295"/>
                                <a:gd name="connsiteX146" fmla="*/ 62865 w 86677"/>
                                <a:gd name="connsiteY146" fmla="*/ 18097 h 74295"/>
                                <a:gd name="connsiteX147" fmla="*/ 56198 w 86677"/>
                                <a:gd name="connsiteY147" fmla="*/ 20003 h 74295"/>
                                <a:gd name="connsiteX148" fmla="*/ 50482 w 86677"/>
                                <a:gd name="connsiteY148" fmla="*/ 22860 h 74295"/>
                                <a:gd name="connsiteX149" fmla="*/ 45720 w 86677"/>
                                <a:gd name="connsiteY149" fmla="*/ 26670 h 74295"/>
                                <a:gd name="connsiteX150" fmla="*/ 37148 w 86677"/>
                                <a:gd name="connsiteY150" fmla="*/ 32385 h 74295"/>
                                <a:gd name="connsiteX151" fmla="*/ 33338 w 86677"/>
                                <a:gd name="connsiteY151" fmla="*/ 34290 h 74295"/>
                                <a:gd name="connsiteX152" fmla="*/ 30480 w 86677"/>
                                <a:gd name="connsiteY152" fmla="*/ 35242 h 74295"/>
                                <a:gd name="connsiteX153" fmla="*/ 28575 w 86677"/>
                                <a:gd name="connsiteY153" fmla="*/ 36195 h 74295"/>
                                <a:gd name="connsiteX154" fmla="*/ 23813 w 86677"/>
                                <a:gd name="connsiteY154" fmla="*/ 36195 h 74295"/>
                                <a:gd name="connsiteX155" fmla="*/ 20003 w 86677"/>
                                <a:gd name="connsiteY155" fmla="*/ 36195 h 74295"/>
                                <a:gd name="connsiteX156" fmla="*/ 17145 w 86677"/>
                                <a:gd name="connsiteY156" fmla="*/ 36195 h 74295"/>
                                <a:gd name="connsiteX157" fmla="*/ 11430 w 86677"/>
                                <a:gd name="connsiteY157" fmla="*/ 36195 h 74295"/>
                                <a:gd name="connsiteX158" fmla="*/ 10478 w 86677"/>
                                <a:gd name="connsiteY158" fmla="*/ 36195 h 74295"/>
                                <a:gd name="connsiteX159" fmla="*/ 10478 w 86677"/>
                                <a:gd name="connsiteY159" fmla="*/ 36195 h 74295"/>
                                <a:gd name="connsiteX160" fmla="*/ 13335 w 86677"/>
                                <a:gd name="connsiteY160" fmla="*/ 33338 h 74295"/>
                                <a:gd name="connsiteX161" fmla="*/ 15240 w 86677"/>
                                <a:gd name="connsiteY161" fmla="*/ 31433 h 74295"/>
                                <a:gd name="connsiteX162" fmla="*/ 17145 w 86677"/>
                                <a:gd name="connsiteY162" fmla="*/ 29528 h 74295"/>
                                <a:gd name="connsiteX163" fmla="*/ 20955 w 86677"/>
                                <a:gd name="connsiteY163" fmla="*/ 24765 h 74295"/>
                                <a:gd name="connsiteX164" fmla="*/ 25718 w 86677"/>
                                <a:gd name="connsiteY164" fmla="*/ 20003 h 74295"/>
                                <a:gd name="connsiteX165" fmla="*/ 30480 w 86677"/>
                                <a:gd name="connsiteY165" fmla="*/ 15240 h 74295"/>
                                <a:gd name="connsiteX166" fmla="*/ 36195 w 86677"/>
                                <a:gd name="connsiteY166" fmla="*/ 10478 h 74295"/>
                                <a:gd name="connsiteX167" fmla="*/ 42863 w 86677"/>
                                <a:gd name="connsiteY167" fmla="*/ 6667 h 74295"/>
                                <a:gd name="connsiteX168" fmla="*/ 49530 w 86677"/>
                                <a:gd name="connsiteY168" fmla="*/ 2858 h 74295"/>
                                <a:gd name="connsiteX169" fmla="*/ 53340 w 86677"/>
                                <a:gd name="connsiteY169" fmla="*/ 1905 h 74295"/>
                                <a:gd name="connsiteX170" fmla="*/ 57150 w 86677"/>
                                <a:gd name="connsiteY170" fmla="*/ 953 h 74295"/>
                                <a:gd name="connsiteX171" fmla="*/ 60960 w 86677"/>
                                <a:gd name="connsiteY171" fmla="*/ 0 h 74295"/>
                                <a:gd name="connsiteX172" fmla="*/ 64770 w 86677"/>
                                <a:gd name="connsiteY172" fmla="*/ 0 h 74295"/>
                                <a:gd name="connsiteX173" fmla="*/ 68580 w 86677"/>
                                <a:gd name="connsiteY173" fmla="*/ 0 h 74295"/>
                                <a:gd name="connsiteX174" fmla="*/ 70485 w 86677"/>
                                <a:gd name="connsiteY174" fmla="*/ 0 h 74295"/>
                                <a:gd name="connsiteX175" fmla="*/ 69532 w 86677"/>
                                <a:gd name="connsiteY175" fmla="*/ 0 h 74295"/>
                                <a:gd name="connsiteX176" fmla="*/ 67628 w 86677"/>
                                <a:gd name="connsiteY176" fmla="*/ 0 h 74295"/>
                                <a:gd name="connsiteX177" fmla="*/ 63818 w 86677"/>
                                <a:gd name="connsiteY177" fmla="*/ 0 h 74295"/>
                                <a:gd name="connsiteX178" fmla="*/ 60007 w 86677"/>
                                <a:gd name="connsiteY178" fmla="*/ 0 h 74295"/>
                                <a:gd name="connsiteX179" fmla="*/ 56198 w 86677"/>
                                <a:gd name="connsiteY179" fmla="*/ 953 h 74295"/>
                                <a:gd name="connsiteX180" fmla="*/ 52388 w 86677"/>
                                <a:gd name="connsiteY180" fmla="*/ 1905 h 74295"/>
                                <a:gd name="connsiteX181" fmla="*/ 48578 w 86677"/>
                                <a:gd name="connsiteY181" fmla="*/ 2858 h 74295"/>
                                <a:gd name="connsiteX182" fmla="*/ 41910 w 86677"/>
                                <a:gd name="connsiteY182" fmla="*/ 5715 h 74295"/>
                                <a:gd name="connsiteX183" fmla="*/ 35243 w 86677"/>
                                <a:gd name="connsiteY183" fmla="*/ 9525 h 74295"/>
                                <a:gd name="connsiteX184" fmla="*/ 29528 w 86677"/>
                                <a:gd name="connsiteY184" fmla="*/ 14288 h 74295"/>
                                <a:gd name="connsiteX185" fmla="*/ 24765 w 86677"/>
                                <a:gd name="connsiteY185" fmla="*/ 19050 h 74295"/>
                                <a:gd name="connsiteX186" fmla="*/ 20003 w 86677"/>
                                <a:gd name="connsiteY186" fmla="*/ 23813 h 74295"/>
                                <a:gd name="connsiteX187" fmla="*/ 16193 w 86677"/>
                                <a:gd name="connsiteY187" fmla="*/ 27622 h 74295"/>
                                <a:gd name="connsiteX188" fmla="*/ 14288 w 86677"/>
                                <a:gd name="connsiteY188" fmla="*/ 29528 h 74295"/>
                                <a:gd name="connsiteX189" fmla="*/ 12382 w 86677"/>
                                <a:gd name="connsiteY189" fmla="*/ 31433 h 74295"/>
                                <a:gd name="connsiteX190" fmla="*/ 9525 w 86677"/>
                                <a:gd name="connsiteY190" fmla="*/ 34290 h 74295"/>
                                <a:gd name="connsiteX191" fmla="*/ 8573 w 86677"/>
                                <a:gd name="connsiteY191" fmla="*/ 35242 h 74295"/>
                                <a:gd name="connsiteX192" fmla="*/ 8573 w 86677"/>
                                <a:gd name="connsiteY192" fmla="*/ 35242 h 74295"/>
                                <a:gd name="connsiteX193" fmla="*/ 6668 w 86677"/>
                                <a:gd name="connsiteY193" fmla="*/ 35242 h 74295"/>
                                <a:gd name="connsiteX194" fmla="*/ 2857 w 86677"/>
                                <a:gd name="connsiteY194" fmla="*/ 35242 h 74295"/>
                                <a:gd name="connsiteX195" fmla="*/ 0 w 86677"/>
                                <a:gd name="connsiteY195" fmla="*/ 35242 h 74295"/>
                                <a:gd name="connsiteX196" fmla="*/ 0 w 86677"/>
                                <a:gd name="connsiteY196" fmla="*/ 38100 h 74295"/>
                                <a:gd name="connsiteX197" fmla="*/ 6668 w 86677"/>
                                <a:gd name="connsiteY197" fmla="*/ 37147 h 74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86677" h="74295">
                                  <a:moveTo>
                                    <a:pt x="6668" y="37147"/>
                                  </a:moveTo>
                                  <a:cubicBezTo>
                                    <a:pt x="6668" y="37147"/>
                                    <a:pt x="6668" y="37147"/>
                                    <a:pt x="6668" y="37147"/>
                                  </a:cubicBezTo>
                                  <a:cubicBezTo>
                                    <a:pt x="7620" y="37147"/>
                                    <a:pt x="7620" y="38100"/>
                                    <a:pt x="8573" y="40005"/>
                                  </a:cubicBezTo>
                                  <a:cubicBezTo>
                                    <a:pt x="9525" y="41910"/>
                                    <a:pt x="11430" y="43815"/>
                                    <a:pt x="12382" y="45720"/>
                                  </a:cubicBezTo>
                                  <a:cubicBezTo>
                                    <a:pt x="14288" y="48578"/>
                                    <a:pt x="16193" y="51435"/>
                                    <a:pt x="18098" y="54292"/>
                                  </a:cubicBezTo>
                                  <a:cubicBezTo>
                                    <a:pt x="18098" y="55245"/>
                                    <a:pt x="19050" y="56197"/>
                                    <a:pt x="19050" y="56197"/>
                                  </a:cubicBezTo>
                                  <a:cubicBezTo>
                                    <a:pt x="19050" y="56197"/>
                                    <a:pt x="20003" y="57150"/>
                                    <a:pt x="20003" y="57150"/>
                                  </a:cubicBezTo>
                                  <a:lnTo>
                                    <a:pt x="20003" y="57150"/>
                                  </a:lnTo>
                                  <a:lnTo>
                                    <a:pt x="20003" y="57150"/>
                                  </a:lnTo>
                                  <a:lnTo>
                                    <a:pt x="20003" y="58103"/>
                                  </a:lnTo>
                                  <a:cubicBezTo>
                                    <a:pt x="20955" y="60008"/>
                                    <a:pt x="21907" y="60960"/>
                                    <a:pt x="22860" y="62865"/>
                                  </a:cubicBezTo>
                                  <a:cubicBezTo>
                                    <a:pt x="23813" y="63817"/>
                                    <a:pt x="23813" y="63817"/>
                                    <a:pt x="24765" y="64770"/>
                                  </a:cubicBezTo>
                                  <a:cubicBezTo>
                                    <a:pt x="25718" y="65722"/>
                                    <a:pt x="25718" y="65722"/>
                                    <a:pt x="26670" y="66675"/>
                                  </a:cubicBezTo>
                                  <a:cubicBezTo>
                                    <a:pt x="26670" y="66675"/>
                                    <a:pt x="27623" y="67628"/>
                                    <a:pt x="27623" y="67628"/>
                                  </a:cubicBezTo>
                                  <a:cubicBezTo>
                                    <a:pt x="27623" y="67628"/>
                                    <a:pt x="28575" y="67628"/>
                                    <a:pt x="28575" y="68580"/>
                                  </a:cubicBezTo>
                                  <a:cubicBezTo>
                                    <a:pt x="29528" y="69533"/>
                                    <a:pt x="29528" y="69533"/>
                                    <a:pt x="30480" y="69533"/>
                                  </a:cubicBezTo>
                                  <a:cubicBezTo>
                                    <a:pt x="31432" y="70485"/>
                                    <a:pt x="32385" y="71438"/>
                                    <a:pt x="33338" y="71438"/>
                                  </a:cubicBezTo>
                                  <a:cubicBezTo>
                                    <a:pt x="34290" y="72390"/>
                                    <a:pt x="35243" y="72390"/>
                                    <a:pt x="35243" y="73342"/>
                                  </a:cubicBezTo>
                                  <a:cubicBezTo>
                                    <a:pt x="36195" y="73342"/>
                                    <a:pt x="36195" y="74295"/>
                                    <a:pt x="36195" y="74295"/>
                                  </a:cubicBezTo>
                                  <a:cubicBezTo>
                                    <a:pt x="36195" y="74295"/>
                                    <a:pt x="37148" y="74295"/>
                                    <a:pt x="37148" y="74295"/>
                                  </a:cubicBezTo>
                                  <a:cubicBezTo>
                                    <a:pt x="37148" y="74295"/>
                                    <a:pt x="37148" y="74295"/>
                                    <a:pt x="37148" y="74295"/>
                                  </a:cubicBezTo>
                                  <a:lnTo>
                                    <a:pt x="37148" y="74295"/>
                                  </a:lnTo>
                                  <a:cubicBezTo>
                                    <a:pt x="37148" y="74295"/>
                                    <a:pt x="37148" y="74295"/>
                                    <a:pt x="37148" y="74295"/>
                                  </a:cubicBezTo>
                                  <a:cubicBezTo>
                                    <a:pt x="37148" y="74295"/>
                                    <a:pt x="37148" y="74295"/>
                                    <a:pt x="36195" y="74295"/>
                                  </a:cubicBezTo>
                                  <a:cubicBezTo>
                                    <a:pt x="36195" y="74295"/>
                                    <a:pt x="35243" y="73342"/>
                                    <a:pt x="35243" y="73342"/>
                                  </a:cubicBezTo>
                                  <a:cubicBezTo>
                                    <a:pt x="34290" y="72390"/>
                                    <a:pt x="34290" y="72390"/>
                                    <a:pt x="33338" y="71438"/>
                                  </a:cubicBezTo>
                                  <a:cubicBezTo>
                                    <a:pt x="32385" y="70485"/>
                                    <a:pt x="31432" y="69533"/>
                                    <a:pt x="30480" y="69533"/>
                                  </a:cubicBezTo>
                                  <a:cubicBezTo>
                                    <a:pt x="30480" y="68580"/>
                                    <a:pt x="29528" y="68580"/>
                                    <a:pt x="28575" y="67628"/>
                                  </a:cubicBezTo>
                                  <a:cubicBezTo>
                                    <a:pt x="28575" y="67628"/>
                                    <a:pt x="27623" y="66675"/>
                                    <a:pt x="27623" y="66675"/>
                                  </a:cubicBezTo>
                                  <a:cubicBezTo>
                                    <a:pt x="27623" y="66675"/>
                                    <a:pt x="26670" y="65722"/>
                                    <a:pt x="26670" y="65722"/>
                                  </a:cubicBezTo>
                                  <a:cubicBezTo>
                                    <a:pt x="25718" y="64770"/>
                                    <a:pt x="25718" y="64770"/>
                                    <a:pt x="24765" y="63817"/>
                                  </a:cubicBezTo>
                                  <a:cubicBezTo>
                                    <a:pt x="23813" y="62865"/>
                                    <a:pt x="23813" y="62865"/>
                                    <a:pt x="22860" y="61913"/>
                                  </a:cubicBezTo>
                                  <a:cubicBezTo>
                                    <a:pt x="21907" y="60960"/>
                                    <a:pt x="20955" y="59055"/>
                                    <a:pt x="20003" y="57150"/>
                                  </a:cubicBezTo>
                                  <a:lnTo>
                                    <a:pt x="20003" y="56197"/>
                                  </a:lnTo>
                                  <a:lnTo>
                                    <a:pt x="20003" y="56197"/>
                                  </a:lnTo>
                                  <a:lnTo>
                                    <a:pt x="20003" y="56197"/>
                                  </a:lnTo>
                                  <a:cubicBezTo>
                                    <a:pt x="20003" y="56197"/>
                                    <a:pt x="20003" y="55245"/>
                                    <a:pt x="19050" y="55245"/>
                                  </a:cubicBezTo>
                                  <a:cubicBezTo>
                                    <a:pt x="19050" y="54292"/>
                                    <a:pt x="18098" y="53340"/>
                                    <a:pt x="18098" y="53340"/>
                                  </a:cubicBezTo>
                                  <a:cubicBezTo>
                                    <a:pt x="16193" y="50483"/>
                                    <a:pt x="14288" y="46672"/>
                                    <a:pt x="13335" y="44767"/>
                                  </a:cubicBezTo>
                                  <a:cubicBezTo>
                                    <a:pt x="11430" y="40958"/>
                                    <a:pt x="9525" y="38100"/>
                                    <a:pt x="8573" y="37147"/>
                                  </a:cubicBezTo>
                                  <a:cubicBezTo>
                                    <a:pt x="8573" y="37147"/>
                                    <a:pt x="9525" y="37147"/>
                                    <a:pt x="9525" y="37147"/>
                                  </a:cubicBezTo>
                                  <a:cubicBezTo>
                                    <a:pt x="10478" y="37147"/>
                                    <a:pt x="11430" y="37147"/>
                                    <a:pt x="11430" y="37147"/>
                                  </a:cubicBezTo>
                                  <a:cubicBezTo>
                                    <a:pt x="12382" y="37147"/>
                                    <a:pt x="13335" y="37147"/>
                                    <a:pt x="14288" y="37147"/>
                                  </a:cubicBezTo>
                                  <a:cubicBezTo>
                                    <a:pt x="16193" y="37147"/>
                                    <a:pt x="18098" y="37147"/>
                                    <a:pt x="20003" y="37147"/>
                                  </a:cubicBezTo>
                                  <a:cubicBezTo>
                                    <a:pt x="20003" y="37147"/>
                                    <a:pt x="20955" y="37147"/>
                                    <a:pt x="20955" y="37147"/>
                                  </a:cubicBezTo>
                                  <a:cubicBezTo>
                                    <a:pt x="20955" y="37147"/>
                                    <a:pt x="20955" y="37147"/>
                                    <a:pt x="20955" y="37147"/>
                                  </a:cubicBezTo>
                                  <a:cubicBezTo>
                                    <a:pt x="21907" y="37147"/>
                                    <a:pt x="22860" y="38100"/>
                                    <a:pt x="23813" y="38100"/>
                                  </a:cubicBezTo>
                                  <a:cubicBezTo>
                                    <a:pt x="24765" y="39053"/>
                                    <a:pt x="25718" y="39053"/>
                                    <a:pt x="27623" y="40005"/>
                                  </a:cubicBezTo>
                                  <a:cubicBezTo>
                                    <a:pt x="29528" y="41910"/>
                                    <a:pt x="32385" y="44767"/>
                                    <a:pt x="34290" y="47625"/>
                                  </a:cubicBezTo>
                                  <a:cubicBezTo>
                                    <a:pt x="35243" y="48578"/>
                                    <a:pt x="36195" y="50483"/>
                                    <a:pt x="38100" y="51435"/>
                                  </a:cubicBezTo>
                                  <a:cubicBezTo>
                                    <a:pt x="39053" y="52388"/>
                                    <a:pt x="39053" y="52388"/>
                                    <a:pt x="40005" y="53340"/>
                                  </a:cubicBezTo>
                                  <a:cubicBezTo>
                                    <a:pt x="40957" y="54292"/>
                                    <a:pt x="40957" y="54292"/>
                                    <a:pt x="41910" y="55245"/>
                                  </a:cubicBezTo>
                                  <a:cubicBezTo>
                                    <a:pt x="42863" y="56197"/>
                                    <a:pt x="43815" y="57150"/>
                                    <a:pt x="44768" y="58103"/>
                                  </a:cubicBezTo>
                                  <a:cubicBezTo>
                                    <a:pt x="45720" y="58103"/>
                                    <a:pt x="45720" y="59055"/>
                                    <a:pt x="45720" y="59055"/>
                                  </a:cubicBezTo>
                                  <a:cubicBezTo>
                                    <a:pt x="45720" y="59055"/>
                                    <a:pt x="46673" y="60008"/>
                                    <a:pt x="46673" y="60008"/>
                                  </a:cubicBezTo>
                                  <a:cubicBezTo>
                                    <a:pt x="48578" y="60960"/>
                                    <a:pt x="49530" y="60960"/>
                                    <a:pt x="50482" y="60960"/>
                                  </a:cubicBezTo>
                                  <a:cubicBezTo>
                                    <a:pt x="50482" y="60960"/>
                                    <a:pt x="50482" y="60960"/>
                                    <a:pt x="50482" y="60960"/>
                                  </a:cubicBezTo>
                                  <a:cubicBezTo>
                                    <a:pt x="50482" y="60960"/>
                                    <a:pt x="50482" y="60960"/>
                                    <a:pt x="50482" y="60960"/>
                                  </a:cubicBezTo>
                                  <a:cubicBezTo>
                                    <a:pt x="50482" y="60960"/>
                                    <a:pt x="50482" y="60960"/>
                                    <a:pt x="50482" y="60960"/>
                                  </a:cubicBezTo>
                                  <a:cubicBezTo>
                                    <a:pt x="50482" y="60960"/>
                                    <a:pt x="50482" y="60960"/>
                                    <a:pt x="50482" y="60960"/>
                                  </a:cubicBezTo>
                                  <a:cubicBezTo>
                                    <a:pt x="50482" y="60960"/>
                                    <a:pt x="50482" y="60960"/>
                                    <a:pt x="50482" y="60960"/>
                                  </a:cubicBezTo>
                                  <a:cubicBezTo>
                                    <a:pt x="50482" y="60960"/>
                                    <a:pt x="51435" y="60960"/>
                                    <a:pt x="51435" y="60960"/>
                                  </a:cubicBezTo>
                                  <a:cubicBezTo>
                                    <a:pt x="51435" y="60960"/>
                                    <a:pt x="50482" y="60960"/>
                                    <a:pt x="50482" y="60960"/>
                                  </a:cubicBezTo>
                                  <a:cubicBezTo>
                                    <a:pt x="50482" y="60960"/>
                                    <a:pt x="50482" y="60960"/>
                                    <a:pt x="50482" y="60960"/>
                                  </a:cubicBezTo>
                                  <a:cubicBezTo>
                                    <a:pt x="50482" y="60960"/>
                                    <a:pt x="50482" y="60960"/>
                                    <a:pt x="50482" y="60960"/>
                                  </a:cubicBezTo>
                                  <a:cubicBezTo>
                                    <a:pt x="50482" y="60960"/>
                                    <a:pt x="50482" y="60960"/>
                                    <a:pt x="50482" y="60960"/>
                                  </a:cubicBezTo>
                                  <a:cubicBezTo>
                                    <a:pt x="50482" y="60960"/>
                                    <a:pt x="50482" y="60960"/>
                                    <a:pt x="50482" y="60960"/>
                                  </a:cubicBezTo>
                                  <a:cubicBezTo>
                                    <a:pt x="50482" y="60960"/>
                                    <a:pt x="50482" y="60960"/>
                                    <a:pt x="50482" y="60960"/>
                                  </a:cubicBezTo>
                                  <a:cubicBezTo>
                                    <a:pt x="49530" y="60960"/>
                                    <a:pt x="48578" y="60008"/>
                                    <a:pt x="46673" y="59055"/>
                                  </a:cubicBezTo>
                                  <a:cubicBezTo>
                                    <a:pt x="46673" y="59055"/>
                                    <a:pt x="45720" y="58103"/>
                                    <a:pt x="45720" y="58103"/>
                                  </a:cubicBezTo>
                                  <a:cubicBezTo>
                                    <a:pt x="45720" y="58103"/>
                                    <a:pt x="44768" y="57150"/>
                                    <a:pt x="44768" y="57150"/>
                                  </a:cubicBezTo>
                                  <a:cubicBezTo>
                                    <a:pt x="43815" y="56197"/>
                                    <a:pt x="42863" y="55245"/>
                                    <a:pt x="41910" y="54292"/>
                                  </a:cubicBezTo>
                                  <a:cubicBezTo>
                                    <a:pt x="40957" y="53340"/>
                                    <a:pt x="40957" y="53340"/>
                                    <a:pt x="40005" y="52388"/>
                                  </a:cubicBezTo>
                                  <a:cubicBezTo>
                                    <a:pt x="39053" y="51435"/>
                                    <a:pt x="39053" y="51435"/>
                                    <a:pt x="38100" y="50483"/>
                                  </a:cubicBezTo>
                                  <a:cubicBezTo>
                                    <a:pt x="37148" y="49530"/>
                                    <a:pt x="36195" y="47625"/>
                                    <a:pt x="34290" y="46672"/>
                                  </a:cubicBezTo>
                                  <a:cubicBezTo>
                                    <a:pt x="32385" y="43815"/>
                                    <a:pt x="29528" y="40958"/>
                                    <a:pt x="27623" y="39053"/>
                                  </a:cubicBezTo>
                                  <a:cubicBezTo>
                                    <a:pt x="26670" y="38100"/>
                                    <a:pt x="25718" y="37147"/>
                                    <a:pt x="23813" y="36195"/>
                                  </a:cubicBezTo>
                                  <a:cubicBezTo>
                                    <a:pt x="23813" y="36195"/>
                                    <a:pt x="23813" y="36195"/>
                                    <a:pt x="23813" y="36195"/>
                                  </a:cubicBezTo>
                                  <a:cubicBezTo>
                                    <a:pt x="24765" y="36195"/>
                                    <a:pt x="24765" y="36195"/>
                                    <a:pt x="25718" y="36195"/>
                                  </a:cubicBezTo>
                                  <a:cubicBezTo>
                                    <a:pt x="27623" y="36195"/>
                                    <a:pt x="30480" y="36195"/>
                                    <a:pt x="32385" y="36195"/>
                                  </a:cubicBezTo>
                                  <a:cubicBezTo>
                                    <a:pt x="34290" y="36195"/>
                                    <a:pt x="36195" y="36195"/>
                                    <a:pt x="39053" y="36195"/>
                                  </a:cubicBezTo>
                                  <a:cubicBezTo>
                                    <a:pt x="39053" y="36195"/>
                                    <a:pt x="39053" y="36195"/>
                                    <a:pt x="40005" y="36195"/>
                                  </a:cubicBezTo>
                                  <a:cubicBezTo>
                                    <a:pt x="40005" y="36195"/>
                                    <a:pt x="40957" y="36195"/>
                                    <a:pt x="40957" y="36195"/>
                                  </a:cubicBezTo>
                                  <a:cubicBezTo>
                                    <a:pt x="41910" y="36195"/>
                                    <a:pt x="43815" y="37147"/>
                                    <a:pt x="44768" y="39053"/>
                                  </a:cubicBezTo>
                                  <a:cubicBezTo>
                                    <a:pt x="45720" y="40005"/>
                                    <a:pt x="46673" y="40958"/>
                                    <a:pt x="47625" y="40958"/>
                                  </a:cubicBezTo>
                                  <a:cubicBezTo>
                                    <a:pt x="48578" y="41910"/>
                                    <a:pt x="49530" y="42863"/>
                                    <a:pt x="50482" y="42863"/>
                                  </a:cubicBezTo>
                                  <a:cubicBezTo>
                                    <a:pt x="51435" y="42863"/>
                                    <a:pt x="51435" y="43815"/>
                                    <a:pt x="52388" y="43815"/>
                                  </a:cubicBezTo>
                                  <a:cubicBezTo>
                                    <a:pt x="53340" y="43815"/>
                                    <a:pt x="53340" y="44767"/>
                                    <a:pt x="54293" y="44767"/>
                                  </a:cubicBezTo>
                                  <a:cubicBezTo>
                                    <a:pt x="55245" y="44767"/>
                                    <a:pt x="55245" y="45720"/>
                                    <a:pt x="56198" y="45720"/>
                                  </a:cubicBezTo>
                                  <a:cubicBezTo>
                                    <a:pt x="57150" y="45720"/>
                                    <a:pt x="57150" y="46672"/>
                                    <a:pt x="58103" y="46672"/>
                                  </a:cubicBezTo>
                                  <a:cubicBezTo>
                                    <a:pt x="59055" y="47625"/>
                                    <a:pt x="60007" y="47625"/>
                                    <a:pt x="60960" y="48578"/>
                                  </a:cubicBezTo>
                                  <a:cubicBezTo>
                                    <a:pt x="61913" y="49530"/>
                                    <a:pt x="62865" y="49530"/>
                                    <a:pt x="63818" y="50483"/>
                                  </a:cubicBezTo>
                                  <a:cubicBezTo>
                                    <a:pt x="64770" y="50483"/>
                                    <a:pt x="64770" y="51435"/>
                                    <a:pt x="65723" y="51435"/>
                                  </a:cubicBezTo>
                                  <a:cubicBezTo>
                                    <a:pt x="65723" y="51435"/>
                                    <a:pt x="66675" y="52388"/>
                                    <a:pt x="67628" y="52388"/>
                                  </a:cubicBezTo>
                                  <a:cubicBezTo>
                                    <a:pt x="67628" y="52388"/>
                                    <a:pt x="68580" y="52388"/>
                                    <a:pt x="68580" y="53340"/>
                                  </a:cubicBezTo>
                                  <a:cubicBezTo>
                                    <a:pt x="68580" y="53340"/>
                                    <a:pt x="69532" y="53340"/>
                                    <a:pt x="69532" y="54292"/>
                                  </a:cubicBezTo>
                                  <a:cubicBezTo>
                                    <a:pt x="69532" y="54292"/>
                                    <a:pt x="69532" y="54292"/>
                                    <a:pt x="69532" y="54292"/>
                                  </a:cubicBezTo>
                                  <a:cubicBezTo>
                                    <a:pt x="68580" y="54292"/>
                                    <a:pt x="68580" y="53340"/>
                                    <a:pt x="67628" y="53340"/>
                                  </a:cubicBezTo>
                                  <a:cubicBezTo>
                                    <a:pt x="66675" y="53340"/>
                                    <a:pt x="66675" y="52388"/>
                                    <a:pt x="66675" y="52388"/>
                                  </a:cubicBezTo>
                                  <a:cubicBezTo>
                                    <a:pt x="65723" y="52388"/>
                                    <a:pt x="65723" y="51435"/>
                                    <a:pt x="64770" y="51435"/>
                                  </a:cubicBezTo>
                                  <a:cubicBezTo>
                                    <a:pt x="63818" y="50483"/>
                                    <a:pt x="62865" y="50483"/>
                                    <a:pt x="61913" y="49530"/>
                                  </a:cubicBezTo>
                                  <a:cubicBezTo>
                                    <a:pt x="60960" y="48578"/>
                                    <a:pt x="60007" y="48578"/>
                                    <a:pt x="59055" y="47625"/>
                                  </a:cubicBezTo>
                                  <a:lnTo>
                                    <a:pt x="58103" y="46672"/>
                                  </a:lnTo>
                                  <a:lnTo>
                                    <a:pt x="57150" y="45720"/>
                                  </a:lnTo>
                                  <a:cubicBezTo>
                                    <a:pt x="56198" y="45720"/>
                                    <a:pt x="56198" y="44767"/>
                                    <a:pt x="55245" y="44767"/>
                                  </a:cubicBezTo>
                                  <a:cubicBezTo>
                                    <a:pt x="54293" y="44767"/>
                                    <a:pt x="54293" y="43815"/>
                                    <a:pt x="53340" y="43815"/>
                                  </a:cubicBezTo>
                                  <a:cubicBezTo>
                                    <a:pt x="52388" y="43815"/>
                                    <a:pt x="52388" y="42863"/>
                                    <a:pt x="51435" y="42863"/>
                                  </a:cubicBezTo>
                                  <a:cubicBezTo>
                                    <a:pt x="50482" y="41910"/>
                                    <a:pt x="49530" y="40958"/>
                                    <a:pt x="48578" y="40958"/>
                                  </a:cubicBezTo>
                                  <a:cubicBezTo>
                                    <a:pt x="47625" y="40005"/>
                                    <a:pt x="46673" y="39053"/>
                                    <a:pt x="45720" y="39053"/>
                                  </a:cubicBezTo>
                                  <a:cubicBezTo>
                                    <a:pt x="44768" y="38100"/>
                                    <a:pt x="43815" y="38100"/>
                                    <a:pt x="42863" y="37147"/>
                                  </a:cubicBezTo>
                                  <a:cubicBezTo>
                                    <a:pt x="44768" y="37147"/>
                                    <a:pt x="45720" y="37147"/>
                                    <a:pt x="46673" y="37147"/>
                                  </a:cubicBezTo>
                                  <a:cubicBezTo>
                                    <a:pt x="49530" y="37147"/>
                                    <a:pt x="51435" y="37147"/>
                                    <a:pt x="54293" y="37147"/>
                                  </a:cubicBezTo>
                                  <a:cubicBezTo>
                                    <a:pt x="55245" y="37147"/>
                                    <a:pt x="57150" y="37147"/>
                                    <a:pt x="58103" y="37147"/>
                                  </a:cubicBezTo>
                                  <a:cubicBezTo>
                                    <a:pt x="59055" y="37147"/>
                                    <a:pt x="60960" y="37147"/>
                                    <a:pt x="61913" y="38100"/>
                                  </a:cubicBezTo>
                                  <a:cubicBezTo>
                                    <a:pt x="63818" y="38100"/>
                                    <a:pt x="66675" y="39053"/>
                                    <a:pt x="68580" y="40005"/>
                                  </a:cubicBezTo>
                                  <a:cubicBezTo>
                                    <a:pt x="69532" y="40005"/>
                                    <a:pt x="70485" y="40958"/>
                                    <a:pt x="71438" y="40958"/>
                                  </a:cubicBezTo>
                                  <a:cubicBezTo>
                                    <a:pt x="72390" y="40958"/>
                                    <a:pt x="73343" y="41910"/>
                                    <a:pt x="74295" y="41910"/>
                                  </a:cubicBezTo>
                                  <a:cubicBezTo>
                                    <a:pt x="74295" y="41910"/>
                                    <a:pt x="74295" y="41910"/>
                                    <a:pt x="74295" y="41910"/>
                                  </a:cubicBezTo>
                                  <a:lnTo>
                                    <a:pt x="74295" y="41910"/>
                                  </a:lnTo>
                                  <a:cubicBezTo>
                                    <a:pt x="73343" y="41910"/>
                                    <a:pt x="72390" y="40958"/>
                                    <a:pt x="71438" y="40958"/>
                                  </a:cubicBezTo>
                                  <a:cubicBezTo>
                                    <a:pt x="70485" y="40958"/>
                                    <a:pt x="69532" y="40005"/>
                                    <a:pt x="68580" y="40005"/>
                                  </a:cubicBezTo>
                                  <a:cubicBezTo>
                                    <a:pt x="66675" y="39053"/>
                                    <a:pt x="63818" y="39053"/>
                                    <a:pt x="61913" y="38100"/>
                                  </a:cubicBezTo>
                                  <a:cubicBezTo>
                                    <a:pt x="60960" y="38100"/>
                                    <a:pt x="60960" y="38100"/>
                                    <a:pt x="60007" y="38100"/>
                                  </a:cubicBezTo>
                                  <a:cubicBezTo>
                                    <a:pt x="59055" y="38100"/>
                                    <a:pt x="59055" y="38100"/>
                                    <a:pt x="58103" y="38100"/>
                                  </a:cubicBezTo>
                                  <a:cubicBezTo>
                                    <a:pt x="57150" y="38100"/>
                                    <a:pt x="57150" y="38100"/>
                                    <a:pt x="56198" y="38100"/>
                                  </a:cubicBezTo>
                                  <a:cubicBezTo>
                                    <a:pt x="55245" y="38100"/>
                                    <a:pt x="55245" y="38100"/>
                                    <a:pt x="54293" y="38100"/>
                                  </a:cubicBezTo>
                                  <a:cubicBezTo>
                                    <a:pt x="51435" y="38100"/>
                                    <a:pt x="49530" y="38100"/>
                                    <a:pt x="46673" y="37147"/>
                                  </a:cubicBezTo>
                                  <a:cubicBezTo>
                                    <a:pt x="43815" y="37147"/>
                                    <a:pt x="41910" y="37147"/>
                                    <a:pt x="39053" y="37147"/>
                                  </a:cubicBezTo>
                                  <a:cubicBezTo>
                                    <a:pt x="37148" y="37147"/>
                                    <a:pt x="35243" y="37147"/>
                                    <a:pt x="33338" y="37147"/>
                                  </a:cubicBezTo>
                                  <a:cubicBezTo>
                                    <a:pt x="33338" y="37147"/>
                                    <a:pt x="34290" y="37147"/>
                                    <a:pt x="34290" y="37147"/>
                                  </a:cubicBezTo>
                                  <a:cubicBezTo>
                                    <a:pt x="35243" y="36195"/>
                                    <a:pt x="36195" y="36195"/>
                                    <a:pt x="38100" y="35242"/>
                                  </a:cubicBezTo>
                                  <a:cubicBezTo>
                                    <a:pt x="40957" y="33338"/>
                                    <a:pt x="43815" y="31433"/>
                                    <a:pt x="46673" y="28575"/>
                                  </a:cubicBezTo>
                                  <a:cubicBezTo>
                                    <a:pt x="48578" y="27622"/>
                                    <a:pt x="49530" y="25717"/>
                                    <a:pt x="51435" y="24765"/>
                                  </a:cubicBezTo>
                                  <a:cubicBezTo>
                                    <a:pt x="53340" y="23813"/>
                                    <a:pt x="55245" y="22860"/>
                                    <a:pt x="57150" y="21908"/>
                                  </a:cubicBezTo>
                                  <a:cubicBezTo>
                                    <a:pt x="59055" y="20955"/>
                                    <a:pt x="60960" y="20003"/>
                                    <a:pt x="63818" y="20003"/>
                                  </a:cubicBezTo>
                                  <a:cubicBezTo>
                                    <a:pt x="65723" y="20003"/>
                                    <a:pt x="68580" y="19050"/>
                                    <a:pt x="70485" y="19050"/>
                                  </a:cubicBezTo>
                                  <a:cubicBezTo>
                                    <a:pt x="71438" y="19050"/>
                                    <a:pt x="73343" y="19050"/>
                                    <a:pt x="74295" y="19050"/>
                                  </a:cubicBezTo>
                                  <a:cubicBezTo>
                                    <a:pt x="75248" y="19050"/>
                                    <a:pt x="77153" y="19050"/>
                                    <a:pt x="78105" y="19050"/>
                                  </a:cubicBezTo>
                                  <a:cubicBezTo>
                                    <a:pt x="79057" y="19050"/>
                                    <a:pt x="79057" y="19050"/>
                                    <a:pt x="80010" y="19050"/>
                                  </a:cubicBezTo>
                                  <a:cubicBezTo>
                                    <a:pt x="80963" y="19050"/>
                                    <a:pt x="80963" y="19050"/>
                                    <a:pt x="81915" y="19050"/>
                                  </a:cubicBezTo>
                                  <a:cubicBezTo>
                                    <a:pt x="82868" y="19050"/>
                                    <a:pt x="84773" y="20003"/>
                                    <a:pt x="85725" y="20003"/>
                                  </a:cubicBezTo>
                                  <a:cubicBezTo>
                                    <a:pt x="85725" y="20003"/>
                                    <a:pt x="85725" y="20003"/>
                                    <a:pt x="86678" y="20003"/>
                                  </a:cubicBezTo>
                                  <a:cubicBezTo>
                                    <a:pt x="86678" y="20003"/>
                                    <a:pt x="86678" y="20003"/>
                                    <a:pt x="86678" y="20003"/>
                                  </a:cubicBezTo>
                                  <a:lnTo>
                                    <a:pt x="85725" y="20003"/>
                                  </a:lnTo>
                                  <a:cubicBezTo>
                                    <a:pt x="83820" y="19050"/>
                                    <a:pt x="80963" y="18097"/>
                                    <a:pt x="78105" y="18097"/>
                                  </a:cubicBezTo>
                                  <a:cubicBezTo>
                                    <a:pt x="75248" y="17145"/>
                                    <a:pt x="73343" y="17145"/>
                                    <a:pt x="70485" y="17145"/>
                                  </a:cubicBezTo>
                                  <a:cubicBezTo>
                                    <a:pt x="67628" y="17145"/>
                                    <a:pt x="65723" y="17145"/>
                                    <a:pt x="62865" y="18097"/>
                                  </a:cubicBezTo>
                                  <a:cubicBezTo>
                                    <a:pt x="60960" y="19050"/>
                                    <a:pt x="58103" y="19050"/>
                                    <a:pt x="56198" y="20003"/>
                                  </a:cubicBezTo>
                                  <a:cubicBezTo>
                                    <a:pt x="54293" y="20955"/>
                                    <a:pt x="52388" y="21908"/>
                                    <a:pt x="50482" y="22860"/>
                                  </a:cubicBezTo>
                                  <a:cubicBezTo>
                                    <a:pt x="48578" y="23813"/>
                                    <a:pt x="46673" y="24765"/>
                                    <a:pt x="45720" y="26670"/>
                                  </a:cubicBezTo>
                                  <a:cubicBezTo>
                                    <a:pt x="42863" y="28575"/>
                                    <a:pt x="40005" y="31433"/>
                                    <a:pt x="37148" y="32385"/>
                                  </a:cubicBezTo>
                                  <a:cubicBezTo>
                                    <a:pt x="36195" y="33338"/>
                                    <a:pt x="34290" y="34290"/>
                                    <a:pt x="33338" y="34290"/>
                                  </a:cubicBezTo>
                                  <a:cubicBezTo>
                                    <a:pt x="32385" y="35242"/>
                                    <a:pt x="31432" y="35242"/>
                                    <a:pt x="30480" y="35242"/>
                                  </a:cubicBezTo>
                                  <a:cubicBezTo>
                                    <a:pt x="29528" y="35242"/>
                                    <a:pt x="29528" y="35242"/>
                                    <a:pt x="28575" y="36195"/>
                                  </a:cubicBezTo>
                                  <a:cubicBezTo>
                                    <a:pt x="26670" y="36195"/>
                                    <a:pt x="25718" y="36195"/>
                                    <a:pt x="23813" y="36195"/>
                                  </a:cubicBezTo>
                                  <a:cubicBezTo>
                                    <a:pt x="22860" y="36195"/>
                                    <a:pt x="21907" y="36195"/>
                                    <a:pt x="20003" y="36195"/>
                                  </a:cubicBezTo>
                                  <a:cubicBezTo>
                                    <a:pt x="19050" y="36195"/>
                                    <a:pt x="18098" y="36195"/>
                                    <a:pt x="17145" y="36195"/>
                                  </a:cubicBezTo>
                                  <a:cubicBezTo>
                                    <a:pt x="15240" y="36195"/>
                                    <a:pt x="13335" y="36195"/>
                                    <a:pt x="11430" y="36195"/>
                                  </a:cubicBezTo>
                                  <a:cubicBezTo>
                                    <a:pt x="11430" y="36195"/>
                                    <a:pt x="11430" y="36195"/>
                                    <a:pt x="10478" y="36195"/>
                                  </a:cubicBezTo>
                                  <a:cubicBezTo>
                                    <a:pt x="10478" y="36195"/>
                                    <a:pt x="10478" y="36195"/>
                                    <a:pt x="10478" y="36195"/>
                                  </a:cubicBezTo>
                                  <a:cubicBezTo>
                                    <a:pt x="11430" y="35242"/>
                                    <a:pt x="12382" y="34290"/>
                                    <a:pt x="13335" y="33338"/>
                                  </a:cubicBezTo>
                                  <a:cubicBezTo>
                                    <a:pt x="14288" y="32385"/>
                                    <a:pt x="14288" y="32385"/>
                                    <a:pt x="15240" y="31433"/>
                                  </a:cubicBezTo>
                                  <a:cubicBezTo>
                                    <a:pt x="16193" y="30480"/>
                                    <a:pt x="16193" y="30480"/>
                                    <a:pt x="17145" y="29528"/>
                                  </a:cubicBezTo>
                                  <a:cubicBezTo>
                                    <a:pt x="18098" y="28575"/>
                                    <a:pt x="20003" y="26670"/>
                                    <a:pt x="20955" y="24765"/>
                                  </a:cubicBezTo>
                                  <a:cubicBezTo>
                                    <a:pt x="21907" y="22860"/>
                                    <a:pt x="23813" y="21908"/>
                                    <a:pt x="25718" y="20003"/>
                                  </a:cubicBezTo>
                                  <a:cubicBezTo>
                                    <a:pt x="27623" y="18097"/>
                                    <a:pt x="28575" y="16192"/>
                                    <a:pt x="30480" y="15240"/>
                                  </a:cubicBezTo>
                                  <a:cubicBezTo>
                                    <a:pt x="32385" y="13335"/>
                                    <a:pt x="34290" y="12383"/>
                                    <a:pt x="36195" y="10478"/>
                                  </a:cubicBezTo>
                                  <a:cubicBezTo>
                                    <a:pt x="38100" y="8572"/>
                                    <a:pt x="40005" y="7620"/>
                                    <a:pt x="42863" y="6667"/>
                                  </a:cubicBezTo>
                                  <a:cubicBezTo>
                                    <a:pt x="44768" y="5715"/>
                                    <a:pt x="47625" y="4763"/>
                                    <a:pt x="49530" y="2858"/>
                                  </a:cubicBezTo>
                                  <a:cubicBezTo>
                                    <a:pt x="50482" y="2858"/>
                                    <a:pt x="52388" y="1905"/>
                                    <a:pt x="53340" y="1905"/>
                                  </a:cubicBezTo>
                                  <a:cubicBezTo>
                                    <a:pt x="54293" y="1905"/>
                                    <a:pt x="56198" y="953"/>
                                    <a:pt x="57150" y="953"/>
                                  </a:cubicBezTo>
                                  <a:cubicBezTo>
                                    <a:pt x="58103" y="953"/>
                                    <a:pt x="60007" y="953"/>
                                    <a:pt x="60960" y="0"/>
                                  </a:cubicBezTo>
                                  <a:cubicBezTo>
                                    <a:pt x="61913" y="0"/>
                                    <a:pt x="63818" y="0"/>
                                    <a:pt x="64770" y="0"/>
                                  </a:cubicBezTo>
                                  <a:cubicBezTo>
                                    <a:pt x="65723" y="0"/>
                                    <a:pt x="67628" y="0"/>
                                    <a:pt x="68580" y="0"/>
                                  </a:cubicBezTo>
                                  <a:cubicBezTo>
                                    <a:pt x="69532" y="0"/>
                                    <a:pt x="70485" y="0"/>
                                    <a:pt x="70485" y="0"/>
                                  </a:cubicBezTo>
                                  <a:cubicBezTo>
                                    <a:pt x="70485" y="0"/>
                                    <a:pt x="69532" y="0"/>
                                    <a:pt x="69532" y="0"/>
                                  </a:cubicBezTo>
                                  <a:cubicBezTo>
                                    <a:pt x="68580" y="0"/>
                                    <a:pt x="68580" y="0"/>
                                    <a:pt x="67628" y="0"/>
                                  </a:cubicBezTo>
                                  <a:cubicBezTo>
                                    <a:pt x="66675" y="0"/>
                                    <a:pt x="64770" y="0"/>
                                    <a:pt x="63818" y="0"/>
                                  </a:cubicBezTo>
                                  <a:cubicBezTo>
                                    <a:pt x="62865" y="0"/>
                                    <a:pt x="60960" y="0"/>
                                    <a:pt x="60007" y="0"/>
                                  </a:cubicBezTo>
                                  <a:cubicBezTo>
                                    <a:pt x="59055" y="0"/>
                                    <a:pt x="57150" y="0"/>
                                    <a:pt x="56198" y="953"/>
                                  </a:cubicBezTo>
                                  <a:cubicBezTo>
                                    <a:pt x="55245" y="953"/>
                                    <a:pt x="53340" y="1905"/>
                                    <a:pt x="52388" y="1905"/>
                                  </a:cubicBezTo>
                                  <a:cubicBezTo>
                                    <a:pt x="51435" y="1905"/>
                                    <a:pt x="49530" y="2858"/>
                                    <a:pt x="48578" y="2858"/>
                                  </a:cubicBezTo>
                                  <a:cubicBezTo>
                                    <a:pt x="45720" y="3810"/>
                                    <a:pt x="43815" y="4763"/>
                                    <a:pt x="41910" y="5715"/>
                                  </a:cubicBezTo>
                                  <a:cubicBezTo>
                                    <a:pt x="40005" y="6667"/>
                                    <a:pt x="37148" y="8572"/>
                                    <a:pt x="35243" y="9525"/>
                                  </a:cubicBezTo>
                                  <a:cubicBezTo>
                                    <a:pt x="33338" y="11430"/>
                                    <a:pt x="31432" y="12383"/>
                                    <a:pt x="29528" y="14288"/>
                                  </a:cubicBezTo>
                                  <a:cubicBezTo>
                                    <a:pt x="27623" y="16192"/>
                                    <a:pt x="25718" y="17145"/>
                                    <a:pt x="24765" y="19050"/>
                                  </a:cubicBezTo>
                                  <a:cubicBezTo>
                                    <a:pt x="22860" y="20955"/>
                                    <a:pt x="21907" y="21908"/>
                                    <a:pt x="20003" y="23813"/>
                                  </a:cubicBezTo>
                                  <a:cubicBezTo>
                                    <a:pt x="18098" y="25717"/>
                                    <a:pt x="17145" y="26670"/>
                                    <a:pt x="16193" y="27622"/>
                                  </a:cubicBezTo>
                                  <a:cubicBezTo>
                                    <a:pt x="15240" y="28575"/>
                                    <a:pt x="15240" y="28575"/>
                                    <a:pt x="14288" y="29528"/>
                                  </a:cubicBezTo>
                                  <a:cubicBezTo>
                                    <a:pt x="13335" y="30480"/>
                                    <a:pt x="13335" y="30480"/>
                                    <a:pt x="12382" y="31433"/>
                                  </a:cubicBezTo>
                                  <a:cubicBezTo>
                                    <a:pt x="11430" y="32385"/>
                                    <a:pt x="10478" y="33338"/>
                                    <a:pt x="9525" y="34290"/>
                                  </a:cubicBezTo>
                                  <a:cubicBezTo>
                                    <a:pt x="8573" y="35242"/>
                                    <a:pt x="8573" y="35242"/>
                                    <a:pt x="8573" y="35242"/>
                                  </a:cubicBezTo>
                                  <a:lnTo>
                                    <a:pt x="8573" y="35242"/>
                                  </a:lnTo>
                                  <a:cubicBezTo>
                                    <a:pt x="7620" y="35242"/>
                                    <a:pt x="6668" y="35242"/>
                                    <a:pt x="6668" y="35242"/>
                                  </a:cubicBezTo>
                                  <a:cubicBezTo>
                                    <a:pt x="4763" y="35242"/>
                                    <a:pt x="3810" y="35242"/>
                                    <a:pt x="2857" y="35242"/>
                                  </a:cubicBezTo>
                                  <a:cubicBezTo>
                                    <a:pt x="953" y="35242"/>
                                    <a:pt x="0" y="35242"/>
                                    <a:pt x="0" y="35242"/>
                                  </a:cubicBezTo>
                                  <a:cubicBezTo>
                                    <a:pt x="0" y="36195"/>
                                    <a:pt x="0" y="38100"/>
                                    <a:pt x="0" y="38100"/>
                                  </a:cubicBezTo>
                                  <a:cubicBezTo>
                                    <a:pt x="3810" y="37147"/>
                                    <a:pt x="4763" y="37147"/>
                                    <a:pt x="6668" y="37147"/>
                                  </a:cubicBezTo>
                                  <a:close/>
                                </a:path>
                              </a:pathLst>
                            </a:custGeom>
                            <a:grpFill/>
                            <a:ln w="9525" cap="flat">
                              <a:noFill/>
                              <a:prstDash val="solid"/>
                              <a:miter/>
                            </a:ln>
                          </p:spPr>
                          <p:txBody>
                            <a:bodyPr rtlCol="0" anchor="ctr"/>
                            <a:lstStyle/>
                            <a:p>
                              <a:endParaRPr lang="en-US"/>
                            </a:p>
                          </p:txBody>
                        </p:sp>
                      </p:grpSp>
                      <p:grpSp>
                        <p:nvGrpSpPr>
                          <p:cNvPr id="268" name="Graphic 2">
                            <a:extLst>
                              <a:ext uri="{FF2B5EF4-FFF2-40B4-BE49-F238E27FC236}">
                                <a16:creationId xmlns:a16="http://schemas.microsoft.com/office/drawing/2014/main" id="{AE736AF3-0337-429B-AEF1-DA4B52809559}"/>
                              </a:ext>
                            </a:extLst>
                          </p:cNvPr>
                          <p:cNvGrpSpPr/>
                          <p:nvPr/>
                        </p:nvGrpSpPr>
                        <p:grpSpPr>
                          <a:xfrm>
                            <a:off x="3646351" y="3212028"/>
                            <a:ext cx="151447" cy="133975"/>
                            <a:chOff x="3646351" y="3212028"/>
                            <a:chExt cx="151447" cy="133975"/>
                          </a:xfrm>
                          <a:grpFill/>
                        </p:grpSpPr>
                        <p:sp>
                          <p:nvSpPr>
                            <p:cNvPr id="269" name="Freeform: Shape 268">
                              <a:extLst>
                                <a:ext uri="{FF2B5EF4-FFF2-40B4-BE49-F238E27FC236}">
                                  <a16:creationId xmlns:a16="http://schemas.microsoft.com/office/drawing/2014/main" id="{8E338506-D77B-47A3-86F0-9A15E98F2677}"/>
                                </a:ext>
                              </a:extLst>
                            </p:cNvPr>
                            <p:cNvSpPr/>
                            <p:nvPr/>
                          </p:nvSpPr>
                          <p:spPr>
                            <a:xfrm>
                              <a:off x="3652066" y="3212028"/>
                              <a:ext cx="145732" cy="131118"/>
                            </a:xfrm>
                            <a:custGeom>
                              <a:avLst/>
                              <a:gdLst>
                                <a:gd name="connsiteX0" fmla="*/ 1905 w 145732"/>
                                <a:gd name="connsiteY0" fmla="*/ 75873 h 131118"/>
                                <a:gd name="connsiteX1" fmla="*/ 952 w 145732"/>
                                <a:gd name="connsiteY1" fmla="*/ 69206 h 131118"/>
                                <a:gd name="connsiteX2" fmla="*/ 0 w 145732"/>
                                <a:gd name="connsiteY2" fmla="*/ 62538 h 131118"/>
                                <a:gd name="connsiteX3" fmla="*/ 0 w 145732"/>
                                <a:gd name="connsiteY3" fmla="*/ 59681 h 131118"/>
                                <a:gd name="connsiteX4" fmla="*/ 0 w 145732"/>
                                <a:gd name="connsiteY4" fmla="*/ 53966 h 131118"/>
                                <a:gd name="connsiteX5" fmla="*/ 0 w 145732"/>
                                <a:gd name="connsiteY5" fmla="*/ 53966 h 131118"/>
                                <a:gd name="connsiteX6" fmla="*/ 0 w 145732"/>
                                <a:gd name="connsiteY6" fmla="*/ 53966 h 131118"/>
                                <a:gd name="connsiteX7" fmla="*/ 0 w 145732"/>
                                <a:gd name="connsiteY7" fmla="*/ 53013 h 131118"/>
                                <a:gd name="connsiteX8" fmla="*/ 952 w 145732"/>
                                <a:gd name="connsiteY8" fmla="*/ 50156 h 131118"/>
                                <a:gd name="connsiteX9" fmla="*/ 6667 w 145732"/>
                                <a:gd name="connsiteY9" fmla="*/ 41583 h 131118"/>
                                <a:gd name="connsiteX10" fmla="*/ 29527 w 145732"/>
                                <a:gd name="connsiteY10" fmla="*/ 17771 h 131118"/>
                                <a:gd name="connsiteX11" fmla="*/ 69532 w 145732"/>
                                <a:gd name="connsiteY11" fmla="*/ 626 h 131118"/>
                                <a:gd name="connsiteX12" fmla="*/ 96202 w 145732"/>
                                <a:gd name="connsiteY12" fmla="*/ 1578 h 131118"/>
                                <a:gd name="connsiteX13" fmla="*/ 126682 w 145732"/>
                                <a:gd name="connsiteY13" fmla="*/ 14913 h 131118"/>
                                <a:gd name="connsiteX14" fmla="*/ 127635 w 145732"/>
                                <a:gd name="connsiteY14" fmla="*/ 15866 h 131118"/>
                                <a:gd name="connsiteX15" fmla="*/ 127635 w 145732"/>
                                <a:gd name="connsiteY15" fmla="*/ 15866 h 131118"/>
                                <a:gd name="connsiteX16" fmla="*/ 133350 w 145732"/>
                                <a:gd name="connsiteY16" fmla="*/ 22533 h 131118"/>
                                <a:gd name="connsiteX17" fmla="*/ 142875 w 145732"/>
                                <a:gd name="connsiteY17" fmla="*/ 38726 h 131118"/>
                                <a:gd name="connsiteX18" fmla="*/ 144780 w 145732"/>
                                <a:gd name="connsiteY18" fmla="*/ 45393 h 131118"/>
                                <a:gd name="connsiteX19" fmla="*/ 145732 w 145732"/>
                                <a:gd name="connsiteY19" fmla="*/ 51108 h 131118"/>
                                <a:gd name="connsiteX20" fmla="*/ 145732 w 145732"/>
                                <a:gd name="connsiteY20" fmla="*/ 53013 h 131118"/>
                                <a:gd name="connsiteX21" fmla="*/ 145732 w 145732"/>
                                <a:gd name="connsiteY21" fmla="*/ 53966 h 131118"/>
                                <a:gd name="connsiteX22" fmla="*/ 142875 w 145732"/>
                                <a:gd name="connsiteY22" fmla="*/ 68253 h 131118"/>
                                <a:gd name="connsiteX23" fmla="*/ 140017 w 145732"/>
                                <a:gd name="connsiteY23" fmla="*/ 73968 h 131118"/>
                                <a:gd name="connsiteX24" fmla="*/ 136207 w 145732"/>
                                <a:gd name="connsiteY24" fmla="*/ 78731 h 131118"/>
                                <a:gd name="connsiteX25" fmla="*/ 120015 w 145732"/>
                                <a:gd name="connsiteY25" fmla="*/ 88256 h 131118"/>
                                <a:gd name="connsiteX26" fmla="*/ 119063 w 145732"/>
                                <a:gd name="connsiteY26" fmla="*/ 88256 h 131118"/>
                                <a:gd name="connsiteX27" fmla="*/ 115252 w 145732"/>
                                <a:gd name="connsiteY27" fmla="*/ 89208 h 131118"/>
                                <a:gd name="connsiteX28" fmla="*/ 112395 w 145732"/>
                                <a:gd name="connsiteY28" fmla="*/ 94923 h 131118"/>
                                <a:gd name="connsiteX29" fmla="*/ 104775 w 145732"/>
                                <a:gd name="connsiteY29" fmla="*/ 106353 h 131118"/>
                                <a:gd name="connsiteX30" fmla="*/ 103822 w 145732"/>
                                <a:gd name="connsiteY30" fmla="*/ 108258 h 131118"/>
                                <a:gd name="connsiteX31" fmla="*/ 103822 w 145732"/>
                                <a:gd name="connsiteY31" fmla="*/ 108258 h 131118"/>
                                <a:gd name="connsiteX32" fmla="*/ 93345 w 145732"/>
                                <a:gd name="connsiteY32" fmla="*/ 114926 h 131118"/>
                                <a:gd name="connsiteX33" fmla="*/ 80010 w 145732"/>
                                <a:gd name="connsiteY33" fmla="*/ 117783 h 131118"/>
                                <a:gd name="connsiteX34" fmla="*/ 78105 w 145732"/>
                                <a:gd name="connsiteY34" fmla="*/ 117783 h 131118"/>
                                <a:gd name="connsiteX35" fmla="*/ 76200 w 145732"/>
                                <a:gd name="connsiteY35" fmla="*/ 117783 h 131118"/>
                                <a:gd name="connsiteX36" fmla="*/ 70485 w 145732"/>
                                <a:gd name="connsiteY36" fmla="*/ 118736 h 131118"/>
                                <a:gd name="connsiteX37" fmla="*/ 69532 w 145732"/>
                                <a:gd name="connsiteY37" fmla="*/ 118736 h 131118"/>
                                <a:gd name="connsiteX38" fmla="*/ 68580 w 145732"/>
                                <a:gd name="connsiteY38" fmla="*/ 118736 h 131118"/>
                                <a:gd name="connsiteX39" fmla="*/ 67627 w 145732"/>
                                <a:gd name="connsiteY39" fmla="*/ 118736 h 131118"/>
                                <a:gd name="connsiteX40" fmla="*/ 62865 w 145732"/>
                                <a:gd name="connsiteY40" fmla="*/ 120641 h 131118"/>
                                <a:gd name="connsiteX41" fmla="*/ 53340 w 145732"/>
                                <a:gd name="connsiteY41" fmla="*/ 126356 h 131118"/>
                                <a:gd name="connsiteX42" fmla="*/ 50482 w 145732"/>
                                <a:gd name="connsiteY42" fmla="*/ 129213 h 131118"/>
                                <a:gd name="connsiteX43" fmla="*/ 48577 w 145732"/>
                                <a:gd name="connsiteY43" fmla="*/ 130166 h 131118"/>
                                <a:gd name="connsiteX44" fmla="*/ 48577 w 145732"/>
                                <a:gd name="connsiteY44" fmla="*/ 130166 h 131118"/>
                                <a:gd name="connsiteX45" fmla="*/ 48577 w 145732"/>
                                <a:gd name="connsiteY45" fmla="*/ 130166 h 131118"/>
                                <a:gd name="connsiteX46" fmla="*/ 48577 w 145732"/>
                                <a:gd name="connsiteY46" fmla="*/ 130166 h 131118"/>
                                <a:gd name="connsiteX47" fmla="*/ 46672 w 145732"/>
                                <a:gd name="connsiteY47" fmla="*/ 131118 h 131118"/>
                                <a:gd name="connsiteX48" fmla="*/ 45720 w 145732"/>
                                <a:gd name="connsiteY48" fmla="*/ 131118 h 131118"/>
                                <a:gd name="connsiteX49" fmla="*/ 45720 w 145732"/>
                                <a:gd name="connsiteY49" fmla="*/ 131118 h 131118"/>
                                <a:gd name="connsiteX50" fmla="*/ 43815 w 145732"/>
                                <a:gd name="connsiteY50" fmla="*/ 131118 h 131118"/>
                                <a:gd name="connsiteX51" fmla="*/ 40957 w 145732"/>
                                <a:gd name="connsiteY51" fmla="*/ 131118 h 131118"/>
                                <a:gd name="connsiteX52" fmla="*/ 35242 w 145732"/>
                                <a:gd name="connsiteY52" fmla="*/ 129213 h 131118"/>
                                <a:gd name="connsiteX53" fmla="*/ 22860 w 145732"/>
                                <a:gd name="connsiteY53" fmla="*/ 117783 h 131118"/>
                                <a:gd name="connsiteX54" fmla="*/ 13335 w 145732"/>
                                <a:gd name="connsiteY54" fmla="*/ 102543 h 131118"/>
                                <a:gd name="connsiteX55" fmla="*/ 6667 w 145732"/>
                                <a:gd name="connsiteY55" fmla="*/ 87303 h 131118"/>
                                <a:gd name="connsiteX56" fmla="*/ 1905 w 145732"/>
                                <a:gd name="connsiteY56" fmla="*/ 75873 h 131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45732" h="131118">
                                  <a:moveTo>
                                    <a:pt x="1905" y="75873"/>
                                  </a:moveTo>
                                  <a:cubicBezTo>
                                    <a:pt x="952" y="73968"/>
                                    <a:pt x="952" y="72063"/>
                                    <a:pt x="952" y="69206"/>
                                  </a:cubicBezTo>
                                  <a:cubicBezTo>
                                    <a:pt x="952" y="67301"/>
                                    <a:pt x="0" y="65396"/>
                                    <a:pt x="0" y="62538"/>
                                  </a:cubicBezTo>
                                  <a:cubicBezTo>
                                    <a:pt x="0" y="61586"/>
                                    <a:pt x="0" y="60633"/>
                                    <a:pt x="0" y="59681"/>
                                  </a:cubicBezTo>
                                  <a:cubicBezTo>
                                    <a:pt x="0" y="59681"/>
                                    <a:pt x="0" y="54918"/>
                                    <a:pt x="0" y="53966"/>
                                  </a:cubicBezTo>
                                  <a:cubicBezTo>
                                    <a:pt x="0" y="53966"/>
                                    <a:pt x="0" y="53966"/>
                                    <a:pt x="0" y="53966"/>
                                  </a:cubicBezTo>
                                  <a:cubicBezTo>
                                    <a:pt x="0" y="53966"/>
                                    <a:pt x="0" y="53966"/>
                                    <a:pt x="0" y="53966"/>
                                  </a:cubicBezTo>
                                  <a:cubicBezTo>
                                    <a:pt x="0" y="53966"/>
                                    <a:pt x="0" y="53966"/>
                                    <a:pt x="0" y="53013"/>
                                  </a:cubicBezTo>
                                  <a:cubicBezTo>
                                    <a:pt x="0" y="52061"/>
                                    <a:pt x="952" y="52061"/>
                                    <a:pt x="952" y="50156"/>
                                  </a:cubicBezTo>
                                  <a:cubicBezTo>
                                    <a:pt x="1905" y="48251"/>
                                    <a:pt x="3810" y="45393"/>
                                    <a:pt x="6667" y="41583"/>
                                  </a:cubicBezTo>
                                  <a:cubicBezTo>
                                    <a:pt x="11430" y="34916"/>
                                    <a:pt x="19050" y="26343"/>
                                    <a:pt x="29527" y="17771"/>
                                  </a:cubicBezTo>
                                  <a:cubicBezTo>
                                    <a:pt x="40005" y="10151"/>
                                    <a:pt x="53340" y="2531"/>
                                    <a:pt x="69532" y="626"/>
                                  </a:cubicBezTo>
                                  <a:cubicBezTo>
                                    <a:pt x="77152" y="-327"/>
                                    <a:pt x="86677" y="-327"/>
                                    <a:pt x="96202" y="1578"/>
                                  </a:cubicBezTo>
                                  <a:cubicBezTo>
                                    <a:pt x="105727" y="3483"/>
                                    <a:pt x="116205" y="8246"/>
                                    <a:pt x="126682" y="14913"/>
                                  </a:cubicBezTo>
                                  <a:cubicBezTo>
                                    <a:pt x="126682" y="14913"/>
                                    <a:pt x="127635" y="14913"/>
                                    <a:pt x="127635" y="15866"/>
                                  </a:cubicBezTo>
                                  <a:cubicBezTo>
                                    <a:pt x="127635" y="15866"/>
                                    <a:pt x="127635" y="15866"/>
                                    <a:pt x="127635" y="15866"/>
                                  </a:cubicBezTo>
                                  <a:cubicBezTo>
                                    <a:pt x="129540" y="17771"/>
                                    <a:pt x="131445" y="19676"/>
                                    <a:pt x="133350" y="22533"/>
                                  </a:cubicBezTo>
                                  <a:cubicBezTo>
                                    <a:pt x="138113" y="27296"/>
                                    <a:pt x="140970" y="33011"/>
                                    <a:pt x="142875" y="38726"/>
                                  </a:cubicBezTo>
                                  <a:cubicBezTo>
                                    <a:pt x="143827" y="40631"/>
                                    <a:pt x="144780" y="43488"/>
                                    <a:pt x="144780" y="45393"/>
                                  </a:cubicBezTo>
                                  <a:cubicBezTo>
                                    <a:pt x="144780" y="47298"/>
                                    <a:pt x="145732" y="49203"/>
                                    <a:pt x="145732" y="51108"/>
                                  </a:cubicBezTo>
                                  <a:cubicBezTo>
                                    <a:pt x="145732" y="52061"/>
                                    <a:pt x="145732" y="53013"/>
                                    <a:pt x="145732" y="53013"/>
                                  </a:cubicBezTo>
                                  <a:cubicBezTo>
                                    <a:pt x="145732" y="53013"/>
                                    <a:pt x="145732" y="53013"/>
                                    <a:pt x="145732" y="53966"/>
                                  </a:cubicBezTo>
                                  <a:cubicBezTo>
                                    <a:pt x="145732" y="59681"/>
                                    <a:pt x="144780" y="64443"/>
                                    <a:pt x="142875" y="68253"/>
                                  </a:cubicBezTo>
                                  <a:cubicBezTo>
                                    <a:pt x="141922" y="70158"/>
                                    <a:pt x="140970" y="72063"/>
                                    <a:pt x="140017" y="73968"/>
                                  </a:cubicBezTo>
                                  <a:cubicBezTo>
                                    <a:pt x="139065" y="75873"/>
                                    <a:pt x="137160" y="76826"/>
                                    <a:pt x="136207" y="78731"/>
                                  </a:cubicBezTo>
                                  <a:cubicBezTo>
                                    <a:pt x="130492" y="83493"/>
                                    <a:pt x="124777" y="86351"/>
                                    <a:pt x="120015" y="88256"/>
                                  </a:cubicBezTo>
                                  <a:cubicBezTo>
                                    <a:pt x="120015" y="88256"/>
                                    <a:pt x="119063" y="88256"/>
                                    <a:pt x="119063" y="88256"/>
                                  </a:cubicBezTo>
                                  <a:cubicBezTo>
                                    <a:pt x="116205" y="89208"/>
                                    <a:pt x="115252" y="89208"/>
                                    <a:pt x="115252" y="89208"/>
                                  </a:cubicBezTo>
                                  <a:cubicBezTo>
                                    <a:pt x="114300" y="91113"/>
                                    <a:pt x="113347" y="93018"/>
                                    <a:pt x="112395" y="94923"/>
                                  </a:cubicBezTo>
                                  <a:cubicBezTo>
                                    <a:pt x="110490" y="99686"/>
                                    <a:pt x="107632" y="103496"/>
                                    <a:pt x="104775" y="106353"/>
                                  </a:cubicBezTo>
                                  <a:cubicBezTo>
                                    <a:pt x="104775" y="107306"/>
                                    <a:pt x="103822" y="107306"/>
                                    <a:pt x="103822" y="108258"/>
                                  </a:cubicBezTo>
                                  <a:cubicBezTo>
                                    <a:pt x="103822" y="108258"/>
                                    <a:pt x="103822" y="108258"/>
                                    <a:pt x="103822" y="108258"/>
                                  </a:cubicBezTo>
                                  <a:cubicBezTo>
                                    <a:pt x="100965" y="111116"/>
                                    <a:pt x="97155" y="113021"/>
                                    <a:pt x="93345" y="114926"/>
                                  </a:cubicBezTo>
                                  <a:cubicBezTo>
                                    <a:pt x="89535" y="115878"/>
                                    <a:pt x="84772" y="116831"/>
                                    <a:pt x="80010" y="117783"/>
                                  </a:cubicBezTo>
                                  <a:cubicBezTo>
                                    <a:pt x="79057" y="117783"/>
                                    <a:pt x="79057" y="117783"/>
                                    <a:pt x="78105" y="117783"/>
                                  </a:cubicBezTo>
                                  <a:cubicBezTo>
                                    <a:pt x="77152" y="117783"/>
                                    <a:pt x="77152" y="117783"/>
                                    <a:pt x="76200" y="117783"/>
                                  </a:cubicBezTo>
                                  <a:cubicBezTo>
                                    <a:pt x="74295" y="117783"/>
                                    <a:pt x="72390" y="118736"/>
                                    <a:pt x="70485" y="118736"/>
                                  </a:cubicBezTo>
                                  <a:cubicBezTo>
                                    <a:pt x="70485" y="118736"/>
                                    <a:pt x="69532" y="118736"/>
                                    <a:pt x="69532" y="118736"/>
                                  </a:cubicBezTo>
                                  <a:cubicBezTo>
                                    <a:pt x="69532" y="118736"/>
                                    <a:pt x="68580" y="118736"/>
                                    <a:pt x="68580" y="118736"/>
                                  </a:cubicBezTo>
                                  <a:lnTo>
                                    <a:pt x="67627" y="118736"/>
                                  </a:lnTo>
                                  <a:cubicBezTo>
                                    <a:pt x="66675" y="118736"/>
                                    <a:pt x="65722" y="119688"/>
                                    <a:pt x="62865" y="120641"/>
                                  </a:cubicBezTo>
                                  <a:cubicBezTo>
                                    <a:pt x="60960" y="121593"/>
                                    <a:pt x="57150" y="123498"/>
                                    <a:pt x="53340" y="126356"/>
                                  </a:cubicBezTo>
                                  <a:cubicBezTo>
                                    <a:pt x="52388" y="127308"/>
                                    <a:pt x="51435" y="128261"/>
                                    <a:pt x="50482" y="129213"/>
                                  </a:cubicBezTo>
                                  <a:cubicBezTo>
                                    <a:pt x="49530" y="129213"/>
                                    <a:pt x="49530" y="130166"/>
                                    <a:pt x="48577" y="130166"/>
                                  </a:cubicBezTo>
                                  <a:lnTo>
                                    <a:pt x="48577" y="130166"/>
                                  </a:lnTo>
                                  <a:lnTo>
                                    <a:pt x="48577" y="130166"/>
                                  </a:lnTo>
                                  <a:cubicBezTo>
                                    <a:pt x="48577" y="130166"/>
                                    <a:pt x="48577" y="130166"/>
                                    <a:pt x="48577" y="130166"/>
                                  </a:cubicBezTo>
                                  <a:cubicBezTo>
                                    <a:pt x="47625" y="131118"/>
                                    <a:pt x="47625" y="131118"/>
                                    <a:pt x="46672" y="131118"/>
                                  </a:cubicBezTo>
                                  <a:cubicBezTo>
                                    <a:pt x="46672" y="131118"/>
                                    <a:pt x="45720" y="131118"/>
                                    <a:pt x="45720" y="131118"/>
                                  </a:cubicBezTo>
                                  <a:lnTo>
                                    <a:pt x="45720" y="131118"/>
                                  </a:lnTo>
                                  <a:cubicBezTo>
                                    <a:pt x="44767" y="131118"/>
                                    <a:pt x="43815" y="131118"/>
                                    <a:pt x="43815" y="131118"/>
                                  </a:cubicBezTo>
                                  <a:cubicBezTo>
                                    <a:pt x="42863" y="131118"/>
                                    <a:pt x="41910" y="131118"/>
                                    <a:pt x="40957" y="131118"/>
                                  </a:cubicBezTo>
                                  <a:cubicBezTo>
                                    <a:pt x="39052" y="131118"/>
                                    <a:pt x="37147" y="130166"/>
                                    <a:pt x="35242" y="129213"/>
                                  </a:cubicBezTo>
                                  <a:cubicBezTo>
                                    <a:pt x="30480" y="127308"/>
                                    <a:pt x="26670" y="123498"/>
                                    <a:pt x="22860" y="117783"/>
                                  </a:cubicBezTo>
                                  <a:cubicBezTo>
                                    <a:pt x="20002" y="112068"/>
                                    <a:pt x="16192" y="107306"/>
                                    <a:pt x="13335" y="102543"/>
                                  </a:cubicBezTo>
                                  <a:cubicBezTo>
                                    <a:pt x="10477" y="97781"/>
                                    <a:pt x="8572" y="92066"/>
                                    <a:pt x="6667" y="87303"/>
                                  </a:cubicBezTo>
                                  <a:cubicBezTo>
                                    <a:pt x="3810" y="84446"/>
                                    <a:pt x="2857" y="79683"/>
                                    <a:pt x="1905" y="75873"/>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6D4CE961-7270-4657-8F36-09C27FC26112}"/>
                                </a:ext>
                              </a:extLst>
                            </p:cNvPr>
                            <p:cNvSpPr/>
                            <p:nvPr/>
                          </p:nvSpPr>
                          <p:spPr>
                            <a:xfrm>
                              <a:off x="3646351" y="3224084"/>
                              <a:ext cx="148590" cy="121920"/>
                            </a:xfrm>
                            <a:custGeom>
                              <a:avLst/>
                              <a:gdLst>
                                <a:gd name="connsiteX0" fmla="*/ 8573 w 148590"/>
                                <a:gd name="connsiteY0" fmla="*/ 48578 h 121920"/>
                                <a:gd name="connsiteX1" fmla="*/ 8573 w 148590"/>
                                <a:gd name="connsiteY1" fmla="*/ 48578 h 121920"/>
                                <a:gd name="connsiteX2" fmla="*/ 11430 w 148590"/>
                                <a:gd name="connsiteY2" fmla="*/ 53340 h 121920"/>
                                <a:gd name="connsiteX3" fmla="*/ 16193 w 148590"/>
                                <a:gd name="connsiteY3" fmla="*/ 64770 h 121920"/>
                                <a:gd name="connsiteX4" fmla="*/ 22860 w 148590"/>
                                <a:gd name="connsiteY4" fmla="*/ 80963 h 121920"/>
                                <a:gd name="connsiteX5" fmla="*/ 24765 w 148590"/>
                                <a:gd name="connsiteY5" fmla="*/ 85725 h 121920"/>
                                <a:gd name="connsiteX6" fmla="*/ 25718 w 148590"/>
                                <a:gd name="connsiteY6" fmla="*/ 87630 h 121920"/>
                                <a:gd name="connsiteX7" fmla="*/ 25718 w 148590"/>
                                <a:gd name="connsiteY7" fmla="*/ 88583 h 121920"/>
                                <a:gd name="connsiteX8" fmla="*/ 25718 w 148590"/>
                                <a:gd name="connsiteY8" fmla="*/ 89535 h 121920"/>
                                <a:gd name="connsiteX9" fmla="*/ 26670 w 148590"/>
                                <a:gd name="connsiteY9" fmla="*/ 90488 h 121920"/>
                                <a:gd name="connsiteX10" fmla="*/ 30480 w 148590"/>
                                <a:gd name="connsiteY10" fmla="*/ 99060 h 121920"/>
                                <a:gd name="connsiteX11" fmla="*/ 32385 w 148590"/>
                                <a:gd name="connsiteY11" fmla="*/ 102870 h 121920"/>
                                <a:gd name="connsiteX12" fmla="*/ 34290 w 148590"/>
                                <a:gd name="connsiteY12" fmla="*/ 105728 h 121920"/>
                                <a:gd name="connsiteX13" fmla="*/ 35243 w 148590"/>
                                <a:gd name="connsiteY13" fmla="*/ 107633 h 121920"/>
                                <a:gd name="connsiteX14" fmla="*/ 36195 w 148590"/>
                                <a:gd name="connsiteY14" fmla="*/ 108585 h 121920"/>
                                <a:gd name="connsiteX15" fmla="*/ 38100 w 148590"/>
                                <a:gd name="connsiteY15" fmla="*/ 111443 h 121920"/>
                                <a:gd name="connsiteX16" fmla="*/ 41910 w 148590"/>
                                <a:gd name="connsiteY16" fmla="*/ 116205 h 121920"/>
                                <a:gd name="connsiteX17" fmla="*/ 44768 w 148590"/>
                                <a:gd name="connsiteY17" fmla="*/ 119063 h 121920"/>
                                <a:gd name="connsiteX18" fmla="*/ 46673 w 148590"/>
                                <a:gd name="connsiteY18" fmla="*/ 120968 h 121920"/>
                                <a:gd name="connsiteX19" fmla="*/ 47625 w 148590"/>
                                <a:gd name="connsiteY19" fmla="*/ 121920 h 121920"/>
                                <a:gd name="connsiteX20" fmla="*/ 47625 w 148590"/>
                                <a:gd name="connsiteY20" fmla="*/ 121920 h 121920"/>
                                <a:gd name="connsiteX21" fmla="*/ 47625 w 148590"/>
                                <a:gd name="connsiteY21" fmla="*/ 121920 h 121920"/>
                                <a:gd name="connsiteX22" fmla="*/ 47625 w 148590"/>
                                <a:gd name="connsiteY22" fmla="*/ 121920 h 121920"/>
                                <a:gd name="connsiteX23" fmla="*/ 46673 w 148590"/>
                                <a:gd name="connsiteY23" fmla="*/ 120968 h 121920"/>
                                <a:gd name="connsiteX24" fmla="*/ 44768 w 148590"/>
                                <a:gd name="connsiteY24" fmla="*/ 119063 h 121920"/>
                                <a:gd name="connsiteX25" fmla="*/ 41910 w 148590"/>
                                <a:gd name="connsiteY25" fmla="*/ 116205 h 121920"/>
                                <a:gd name="connsiteX26" fmla="*/ 38100 w 148590"/>
                                <a:gd name="connsiteY26" fmla="*/ 111443 h 121920"/>
                                <a:gd name="connsiteX27" fmla="*/ 36195 w 148590"/>
                                <a:gd name="connsiteY27" fmla="*/ 108585 h 121920"/>
                                <a:gd name="connsiteX28" fmla="*/ 35243 w 148590"/>
                                <a:gd name="connsiteY28" fmla="*/ 106680 h 121920"/>
                                <a:gd name="connsiteX29" fmla="*/ 34290 w 148590"/>
                                <a:gd name="connsiteY29" fmla="*/ 104775 h 121920"/>
                                <a:gd name="connsiteX30" fmla="*/ 32385 w 148590"/>
                                <a:gd name="connsiteY30" fmla="*/ 100965 h 121920"/>
                                <a:gd name="connsiteX31" fmla="*/ 30480 w 148590"/>
                                <a:gd name="connsiteY31" fmla="*/ 97155 h 121920"/>
                                <a:gd name="connsiteX32" fmla="*/ 26670 w 148590"/>
                                <a:gd name="connsiteY32" fmla="*/ 88583 h 121920"/>
                                <a:gd name="connsiteX33" fmla="*/ 25718 w 148590"/>
                                <a:gd name="connsiteY33" fmla="*/ 87630 h 121920"/>
                                <a:gd name="connsiteX34" fmla="*/ 25718 w 148590"/>
                                <a:gd name="connsiteY34" fmla="*/ 86678 h 121920"/>
                                <a:gd name="connsiteX35" fmla="*/ 25718 w 148590"/>
                                <a:gd name="connsiteY35" fmla="*/ 85725 h 121920"/>
                                <a:gd name="connsiteX36" fmla="*/ 24765 w 148590"/>
                                <a:gd name="connsiteY36" fmla="*/ 83820 h 121920"/>
                                <a:gd name="connsiteX37" fmla="*/ 22860 w 148590"/>
                                <a:gd name="connsiteY37" fmla="*/ 79058 h 121920"/>
                                <a:gd name="connsiteX38" fmla="*/ 17145 w 148590"/>
                                <a:gd name="connsiteY38" fmla="*/ 62865 h 121920"/>
                                <a:gd name="connsiteX39" fmla="*/ 11430 w 148590"/>
                                <a:gd name="connsiteY39" fmla="*/ 48578 h 121920"/>
                                <a:gd name="connsiteX40" fmla="*/ 13335 w 148590"/>
                                <a:gd name="connsiteY40" fmla="*/ 49530 h 121920"/>
                                <a:gd name="connsiteX41" fmla="*/ 17145 w 148590"/>
                                <a:gd name="connsiteY41" fmla="*/ 50483 h 121920"/>
                                <a:gd name="connsiteX42" fmla="*/ 21907 w 148590"/>
                                <a:gd name="connsiteY42" fmla="*/ 51435 h 121920"/>
                                <a:gd name="connsiteX43" fmla="*/ 31432 w 148590"/>
                                <a:gd name="connsiteY43" fmla="*/ 53340 h 121920"/>
                                <a:gd name="connsiteX44" fmla="*/ 33338 w 148590"/>
                                <a:gd name="connsiteY44" fmla="*/ 53340 h 121920"/>
                                <a:gd name="connsiteX45" fmla="*/ 33338 w 148590"/>
                                <a:gd name="connsiteY45" fmla="*/ 53340 h 121920"/>
                                <a:gd name="connsiteX46" fmla="*/ 38100 w 148590"/>
                                <a:gd name="connsiteY46" fmla="*/ 56198 h 121920"/>
                                <a:gd name="connsiteX47" fmla="*/ 42863 w 148590"/>
                                <a:gd name="connsiteY47" fmla="*/ 60960 h 121920"/>
                                <a:gd name="connsiteX48" fmla="*/ 52388 w 148590"/>
                                <a:gd name="connsiteY48" fmla="*/ 75248 h 121920"/>
                                <a:gd name="connsiteX49" fmla="*/ 57150 w 148590"/>
                                <a:gd name="connsiteY49" fmla="*/ 82868 h 121920"/>
                                <a:gd name="connsiteX50" fmla="*/ 60007 w 148590"/>
                                <a:gd name="connsiteY50" fmla="*/ 86678 h 121920"/>
                                <a:gd name="connsiteX51" fmla="*/ 62865 w 148590"/>
                                <a:gd name="connsiteY51" fmla="*/ 90488 h 121920"/>
                                <a:gd name="connsiteX52" fmla="*/ 67628 w 148590"/>
                                <a:gd name="connsiteY52" fmla="*/ 96203 h 121920"/>
                                <a:gd name="connsiteX53" fmla="*/ 69532 w 148590"/>
                                <a:gd name="connsiteY53" fmla="*/ 98108 h 121920"/>
                                <a:gd name="connsiteX54" fmla="*/ 71438 w 148590"/>
                                <a:gd name="connsiteY54" fmla="*/ 100013 h 121920"/>
                                <a:gd name="connsiteX55" fmla="*/ 77153 w 148590"/>
                                <a:gd name="connsiteY55" fmla="*/ 103823 h 121920"/>
                                <a:gd name="connsiteX56" fmla="*/ 78105 w 148590"/>
                                <a:gd name="connsiteY56" fmla="*/ 103823 h 121920"/>
                                <a:gd name="connsiteX57" fmla="*/ 79057 w 148590"/>
                                <a:gd name="connsiteY57" fmla="*/ 103823 h 121920"/>
                                <a:gd name="connsiteX58" fmla="*/ 80010 w 148590"/>
                                <a:gd name="connsiteY58" fmla="*/ 103823 h 121920"/>
                                <a:gd name="connsiteX59" fmla="*/ 80963 w 148590"/>
                                <a:gd name="connsiteY59" fmla="*/ 103823 h 121920"/>
                                <a:gd name="connsiteX60" fmla="*/ 81915 w 148590"/>
                                <a:gd name="connsiteY60" fmla="*/ 103823 h 121920"/>
                                <a:gd name="connsiteX61" fmla="*/ 83820 w 148590"/>
                                <a:gd name="connsiteY61" fmla="*/ 103823 h 121920"/>
                                <a:gd name="connsiteX62" fmla="*/ 81915 w 148590"/>
                                <a:gd name="connsiteY62" fmla="*/ 103823 h 121920"/>
                                <a:gd name="connsiteX63" fmla="*/ 80963 w 148590"/>
                                <a:gd name="connsiteY63" fmla="*/ 103823 h 121920"/>
                                <a:gd name="connsiteX64" fmla="*/ 80010 w 148590"/>
                                <a:gd name="connsiteY64" fmla="*/ 103823 h 121920"/>
                                <a:gd name="connsiteX65" fmla="*/ 79057 w 148590"/>
                                <a:gd name="connsiteY65" fmla="*/ 103823 h 121920"/>
                                <a:gd name="connsiteX66" fmla="*/ 78105 w 148590"/>
                                <a:gd name="connsiteY66" fmla="*/ 103823 h 121920"/>
                                <a:gd name="connsiteX67" fmla="*/ 77153 w 148590"/>
                                <a:gd name="connsiteY67" fmla="*/ 103823 h 121920"/>
                                <a:gd name="connsiteX68" fmla="*/ 71438 w 148590"/>
                                <a:gd name="connsiteY68" fmla="*/ 100013 h 121920"/>
                                <a:gd name="connsiteX69" fmla="*/ 69532 w 148590"/>
                                <a:gd name="connsiteY69" fmla="*/ 98108 h 121920"/>
                                <a:gd name="connsiteX70" fmla="*/ 67628 w 148590"/>
                                <a:gd name="connsiteY70" fmla="*/ 95250 h 121920"/>
                                <a:gd name="connsiteX71" fmla="*/ 62865 w 148590"/>
                                <a:gd name="connsiteY71" fmla="*/ 89535 h 121920"/>
                                <a:gd name="connsiteX72" fmla="*/ 60960 w 148590"/>
                                <a:gd name="connsiteY72" fmla="*/ 85725 h 121920"/>
                                <a:gd name="connsiteX73" fmla="*/ 58103 w 148590"/>
                                <a:gd name="connsiteY73" fmla="*/ 81915 h 121920"/>
                                <a:gd name="connsiteX74" fmla="*/ 53340 w 148590"/>
                                <a:gd name="connsiteY74" fmla="*/ 74295 h 121920"/>
                                <a:gd name="connsiteX75" fmla="*/ 43815 w 148590"/>
                                <a:gd name="connsiteY75" fmla="*/ 59055 h 121920"/>
                                <a:gd name="connsiteX76" fmla="*/ 39053 w 148590"/>
                                <a:gd name="connsiteY76" fmla="*/ 53340 h 121920"/>
                                <a:gd name="connsiteX77" fmla="*/ 38100 w 148590"/>
                                <a:gd name="connsiteY77" fmla="*/ 53340 h 121920"/>
                                <a:gd name="connsiteX78" fmla="*/ 41910 w 148590"/>
                                <a:gd name="connsiteY78" fmla="*/ 54293 h 121920"/>
                                <a:gd name="connsiteX79" fmla="*/ 53340 w 148590"/>
                                <a:gd name="connsiteY79" fmla="*/ 56198 h 121920"/>
                                <a:gd name="connsiteX80" fmla="*/ 63818 w 148590"/>
                                <a:gd name="connsiteY80" fmla="*/ 58103 h 121920"/>
                                <a:gd name="connsiteX81" fmla="*/ 64770 w 148590"/>
                                <a:gd name="connsiteY81" fmla="*/ 58103 h 121920"/>
                                <a:gd name="connsiteX82" fmla="*/ 66675 w 148590"/>
                                <a:gd name="connsiteY82" fmla="*/ 59055 h 121920"/>
                                <a:gd name="connsiteX83" fmla="*/ 72390 w 148590"/>
                                <a:gd name="connsiteY83" fmla="*/ 64770 h 121920"/>
                                <a:gd name="connsiteX84" fmla="*/ 76200 w 148590"/>
                                <a:gd name="connsiteY84" fmla="*/ 69533 h 121920"/>
                                <a:gd name="connsiteX85" fmla="*/ 80010 w 148590"/>
                                <a:gd name="connsiteY85" fmla="*/ 74295 h 121920"/>
                                <a:gd name="connsiteX86" fmla="*/ 81915 w 148590"/>
                                <a:gd name="connsiteY86" fmla="*/ 76200 h 121920"/>
                                <a:gd name="connsiteX87" fmla="*/ 83820 w 148590"/>
                                <a:gd name="connsiteY87" fmla="*/ 78105 h 121920"/>
                                <a:gd name="connsiteX88" fmla="*/ 85725 w 148590"/>
                                <a:gd name="connsiteY88" fmla="*/ 80010 h 121920"/>
                                <a:gd name="connsiteX89" fmla="*/ 88582 w 148590"/>
                                <a:gd name="connsiteY89" fmla="*/ 81915 h 121920"/>
                                <a:gd name="connsiteX90" fmla="*/ 93345 w 148590"/>
                                <a:gd name="connsiteY90" fmla="*/ 85725 h 121920"/>
                                <a:gd name="connsiteX91" fmla="*/ 98107 w 148590"/>
                                <a:gd name="connsiteY91" fmla="*/ 89535 h 121920"/>
                                <a:gd name="connsiteX92" fmla="*/ 100013 w 148590"/>
                                <a:gd name="connsiteY92" fmla="*/ 91440 h 121920"/>
                                <a:gd name="connsiteX93" fmla="*/ 101918 w 148590"/>
                                <a:gd name="connsiteY93" fmla="*/ 93345 h 121920"/>
                                <a:gd name="connsiteX94" fmla="*/ 102870 w 148590"/>
                                <a:gd name="connsiteY94" fmla="*/ 94298 h 121920"/>
                                <a:gd name="connsiteX95" fmla="*/ 103823 w 148590"/>
                                <a:gd name="connsiteY95" fmla="*/ 95250 h 121920"/>
                                <a:gd name="connsiteX96" fmla="*/ 103823 w 148590"/>
                                <a:gd name="connsiteY96" fmla="*/ 95250 h 121920"/>
                                <a:gd name="connsiteX97" fmla="*/ 101918 w 148590"/>
                                <a:gd name="connsiteY97" fmla="*/ 93345 h 121920"/>
                                <a:gd name="connsiteX98" fmla="*/ 100013 w 148590"/>
                                <a:gd name="connsiteY98" fmla="*/ 91440 h 121920"/>
                                <a:gd name="connsiteX99" fmla="*/ 98107 w 148590"/>
                                <a:gd name="connsiteY99" fmla="*/ 89535 h 121920"/>
                                <a:gd name="connsiteX100" fmla="*/ 93345 w 148590"/>
                                <a:gd name="connsiteY100" fmla="*/ 85725 h 121920"/>
                                <a:gd name="connsiteX101" fmla="*/ 88582 w 148590"/>
                                <a:gd name="connsiteY101" fmla="*/ 81915 h 121920"/>
                                <a:gd name="connsiteX102" fmla="*/ 87630 w 148590"/>
                                <a:gd name="connsiteY102" fmla="*/ 80963 h 121920"/>
                                <a:gd name="connsiteX103" fmla="*/ 86678 w 148590"/>
                                <a:gd name="connsiteY103" fmla="*/ 80010 h 121920"/>
                                <a:gd name="connsiteX104" fmla="*/ 84773 w 148590"/>
                                <a:gd name="connsiteY104" fmla="*/ 78105 h 121920"/>
                                <a:gd name="connsiteX105" fmla="*/ 82868 w 148590"/>
                                <a:gd name="connsiteY105" fmla="*/ 76200 h 121920"/>
                                <a:gd name="connsiteX106" fmla="*/ 80963 w 148590"/>
                                <a:gd name="connsiteY106" fmla="*/ 74295 h 121920"/>
                                <a:gd name="connsiteX107" fmla="*/ 77153 w 148590"/>
                                <a:gd name="connsiteY107" fmla="*/ 69533 h 121920"/>
                                <a:gd name="connsiteX108" fmla="*/ 73343 w 148590"/>
                                <a:gd name="connsiteY108" fmla="*/ 64770 h 121920"/>
                                <a:gd name="connsiteX109" fmla="*/ 69532 w 148590"/>
                                <a:gd name="connsiteY109" fmla="*/ 60960 h 121920"/>
                                <a:gd name="connsiteX110" fmla="*/ 76200 w 148590"/>
                                <a:gd name="connsiteY110" fmla="*/ 61913 h 121920"/>
                                <a:gd name="connsiteX111" fmla="*/ 88582 w 148590"/>
                                <a:gd name="connsiteY111" fmla="*/ 64770 h 121920"/>
                                <a:gd name="connsiteX112" fmla="*/ 94298 w 148590"/>
                                <a:gd name="connsiteY112" fmla="*/ 66675 h 121920"/>
                                <a:gd name="connsiteX113" fmla="*/ 100013 w 148590"/>
                                <a:gd name="connsiteY113" fmla="*/ 68580 h 121920"/>
                                <a:gd name="connsiteX114" fmla="*/ 111443 w 148590"/>
                                <a:gd name="connsiteY114" fmla="*/ 73343 h 121920"/>
                                <a:gd name="connsiteX115" fmla="*/ 116205 w 148590"/>
                                <a:gd name="connsiteY115" fmla="*/ 76200 h 121920"/>
                                <a:gd name="connsiteX116" fmla="*/ 120015 w 148590"/>
                                <a:gd name="connsiteY116" fmla="*/ 79058 h 121920"/>
                                <a:gd name="connsiteX117" fmla="*/ 120968 w 148590"/>
                                <a:gd name="connsiteY117" fmla="*/ 79058 h 121920"/>
                                <a:gd name="connsiteX118" fmla="*/ 120968 w 148590"/>
                                <a:gd name="connsiteY118" fmla="*/ 79058 h 121920"/>
                                <a:gd name="connsiteX119" fmla="*/ 116205 w 148590"/>
                                <a:gd name="connsiteY119" fmla="*/ 76200 h 121920"/>
                                <a:gd name="connsiteX120" fmla="*/ 111443 w 148590"/>
                                <a:gd name="connsiteY120" fmla="*/ 73343 h 121920"/>
                                <a:gd name="connsiteX121" fmla="*/ 100965 w 148590"/>
                                <a:gd name="connsiteY121" fmla="*/ 68580 h 121920"/>
                                <a:gd name="connsiteX122" fmla="*/ 98107 w 148590"/>
                                <a:gd name="connsiteY122" fmla="*/ 67628 h 121920"/>
                                <a:gd name="connsiteX123" fmla="*/ 95250 w 148590"/>
                                <a:gd name="connsiteY123" fmla="*/ 66675 h 121920"/>
                                <a:gd name="connsiteX124" fmla="*/ 92393 w 148590"/>
                                <a:gd name="connsiteY124" fmla="*/ 65723 h 121920"/>
                                <a:gd name="connsiteX125" fmla="*/ 89535 w 148590"/>
                                <a:gd name="connsiteY125" fmla="*/ 64770 h 121920"/>
                                <a:gd name="connsiteX126" fmla="*/ 77153 w 148590"/>
                                <a:gd name="connsiteY126" fmla="*/ 61913 h 121920"/>
                                <a:gd name="connsiteX127" fmla="*/ 64770 w 148590"/>
                                <a:gd name="connsiteY127" fmla="*/ 59055 h 121920"/>
                                <a:gd name="connsiteX128" fmla="*/ 56198 w 148590"/>
                                <a:gd name="connsiteY128" fmla="*/ 57150 h 121920"/>
                                <a:gd name="connsiteX129" fmla="*/ 58103 w 148590"/>
                                <a:gd name="connsiteY129" fmla="*/ 56198 h 121920"/>
                                <a:gd name="connsiteX130" fmla="*/ 64770 w 148590"/>
                                <a:gd name="connsiteY130" fmla="*/ 53340 h 121920"/>
                                <a:gd name="connsiteX131" fmla="*/ 80963 w 148590"/>
                                <a:gd name="connsiteY131" fmla="*/ 44768 h 121920"/>
                                <a:gd name="connsiteX132" fmla="*/ 90488 w 148590"/>
                                <a:gd name="connsiteY132" fmla="*/ 40005 h 121920"/>
                                <a:gd name="connsiteX133" fmla="*/ 100965 w 148590"/>
                                <a:gd name="connsiteY133" fmla="*/ 36195 h 121920"/>
                                <a:gd name="connsiteX134" fmla="*/ 112395 w 148590"/>
                                <a:gd name="connsiteY134" fmla="*/ 34290 h 121920"/>
                                <a:gd name="connsiteX135" fmla="*/ 124778 w 148590"/>
                                <a:gd name="connsiteY135" fmla="*/ 34290 h 121920"/>
                                <a:gd name="connsiteX136" fmla="*/ 130493 w 148590"/>
                                <a:gd name="connsiteY136" fmla="*/ 35243 h 121920"/>
                                <a:gd name="connsiteX137" fmla="*/ 136207 w 148590"/>
                                <a:gd name="connsiteY137" fmla="*/ 37148 h 121920"/>
                                <a:gd name="connsiteX138" fmla="*/ 139065 w 148590"/>
                                <a:gd name="connsiteY138" fmla="*/ 38100 h 121920"/>
                                <a:gd name="connsiteX139" fmla="*/ 141923 w 148590"/>
                                <a:gd name="connsiteY139" fmla="*/ 39053 h 121920"/>
                                <a:gd name="connsiteX140" fmla="*/ 147638 w 148590"/>
                                <a:gd name="connsiteY140" fmla="*/ 41910 h 121920"/>
                                <a:gd name="connsiteX141" fmla="*/ 148590 w 148590"/>
                                <a:gd name="connsiteY141" fmla="*/ 42863 h 121920"/>
                                <a:gd name="connsiteX142" fmla="*/ 148590 w 148590"/>
                                <a:gd name="connsiteY142" fmla="*/ 41910 h 121920"/>
                                <a:gd name="connsiteX143" fmla="*/ 147638 w 148590"/>
                                <a:gd name="connsiteY143" fmla="*/ 40958 h 121920"/>
                                <a:gd name="connsiteX144" fmla="*/ 136207 w 148590"/>
                                <a:gd name="connsiteY144" fmla="*/ 35243 h 121920"/>
                                <a:gd name="connsiteX145" fmla="*/ 123825 w 148590"/>
                                <a:gd name="connsiteY145" fmla="*/ 32385 h 121920"/>
                                <a:gd name="connsiteX146" fmla="*/ 111443 w 148590"/>
                                <a:gd name="connsiteY146" fmla="*/ 31433 h 121920"/>
                                <a:gd name="connsiteX147" fmla="*/ 100013 w 148590"/>
                                <a:gd name="connsiteY147" fmla="*/ 33338 h 121920"/>
                                <a:gd name="connsiteX148" fmla="*/ 89535 w 148590"/>
                                <a:gd name="connsiteY148" fmla="*/ 37148 h 121920"/>
                                <a:gd name="connsiteX149" fmla="*/ 80010 w 148590"/>
                                <a:gd name="connsiteY149" fmla="*/ 41910 h 121920"/>
                                <a:gd name="connsiteX150" fmla="*/ 63818 w 148590"/>
                                <a:gd name="connsiteY150" fmla="*/ 49530 h 121920"/>
                                <a:gd name="connsiteX151" fmla="*/ 57150 w 148590"/>
                                <a:gd name="connsiteY151" fmla="*/ 51435 h 121920"/>
                                <a:gd name="connsiteX152" fmla="*/ 52388 w 148590"/>
                                <a:gd name="connsiteY152" fmla="*/ 52388 h 121920"/>
                                <a:gd name="connsiteX153" fmla="*/ 49530 w 148590"/>
                                <a:gd name="connsiteY153" fmla="*/ 52388 h 121920"/>
                                <a:gd name="connsiteX154" fmla="*/ 40957 w 148590"/>
                                <a:gd name="connsiteY154" fmla="*/ 50483 h 121920"/>
                                <a:gd name="connsiteX155" fmla="*/ 35243 w 148590"/>
                                <a:gd name="connsiteY155" fmla="*/ 49530 h 121920"/>
                                <a:gd name="connsiteX156" fmla="*/ 29528 w 148590"/>
                                <a:gd name="connsiteY156" fmla="*/ 48578 h 121920"/>
                                <a:gd name="connsiteX157" fmla="*/ 20003 w 148590"/>
                                <a:gd name="connsiteY157" fmla="*/ 46673 h 121920"/>
                                <a:gd name="connsiteX158" fmla="*/ 19050 w 148590"/>
                                <a:gd name="connsiteY158" fmla="*/ 46673 h 121920"/>
                                <a:gd name="connsiteX159" fmla="*/ 20003 w 148590"/>
                                <a:gd name="connsiteY159" fmla="*/ 45720 h 121920"/>
                                <a:gd name="connsiteX160" fmla="*/ 24765 w 148590"/>
                                <a:gd name="connsiteY160" fmla="*/ 41910 h 121920"/>
                                <a:gd name="connsiteX161" fmla="*/ 27623 w 148590"/>
                                <a:gd name="connsiteY161" fmla="*/ 40005 h 121920"/>
                                <a:gd name="connsiteX162" fmla="*/ 31432 w 148590"/>
                                <a:gd name="connsiteY162" fmla="*/ 37148 h 121920"/>
                                <a:gd name="connsiteX163" fmla="*/ 39053 w 148590"/>
                                <a:gd name="connsiteY163" fmla="*/ 31433 h 121920"/>
                                <a:gd name="connsiteX164" fmla="*/ 47625 w 148590"/>
                                <a:gd name="connsiteY164" fmla="*/ 24765 h 121920"/>
                                <a:gd name="connsiteX165" fmla="*/ 57150 w 148590"/>
                                <a:gd name="connsiteY165" fmla="*/ 18098 h 121920"/>
                                <a:gd name="connsiteX166" fmla="*/ 67628 w 148590"/>
                                <a:gd name="connsiteY166" fmla="*/ 11430 h 121920"/>
                                <a:gd name="connsiteX167" fmla="*/ 79057 w 148590"/>
                                <a:gd name="connsiteY167" fmla="*/ 5715 h 121920"/>
                                <a:gd name="connsiteX168" fmla="*/ 91440 w 148590"/>
                                <a:gd name="connsiteY168" fmla="*/ 1905 h 121920"/>
                                <a:gd name="connsiteX169" fmla="*/ 98107 w 148590"/>
                                <a:gd name="connsiteY169" fmla="*/ 953 h 121920"/>
                                <a:gd name="connsiteX170" fmla="*/ 104775 w 148590"/>
                                <a:gd name="connsiteY170" fmla="*/ 953 h 121920"/>
                                <a:gd name="connsiteX171" fmla="*/ 111443 w 148590"/>
                                <a:gd name="connsiteY171" fmla="*/ 953 h 121920"/>
                                <a:gd name="connsiteX172" fmla="*/ 118110 w 148590"/>
                                <a:gd name="connsiteY172" fmla="*/ 1905 h 121920"/>
                                <a:gd name="connsiteX173" fmla="*/ 123825 w 148590"/>
                                <a:gd name="connsiteY173" fmla="*/ 2858 h 121920"/>
                                <a:gd name="connsiteX174" fmla="*/ 127635 w 148590"/>
                                <a:gd name="connsiteY174" fmla="*/ 3810 h 121920"/>
                                <a:gd name="connsiteX175" fmla="*/ 126682 w 148590"/>
                                <a:gd name="connsiteY175" fmla="*/ 2858 h 121920"/>
                                <a:gd name="connsiteX176" fmla="*/ 123825 w 148590"/>
                                <a:gd name="connsiteY176" fmla="*/ 1905 h 121920"/>
                                <a:gd name="connsiteX177" fmla="*/ 118110 w 148590"/>
                                <a:gd name="connsiteY177" fmla="*/ 953 h 121920"/>
                                <a:gd name="connsiteX178" fmla="*/ 111443 w 148590"/>
                                <a:gd name="connsiteY178" fmla="*/ 0 h 121920"/>
                                <a:gd name="connsiteX179" fmla="*/ 104775 w 148590"/>
                                <a:gd name="connsiteY179" fmla="*/ 0 h 121920"/>
                                <a:gd name="connsiteX180" fmla="*/ 98107 w 148590"/>
                                <a:gd name="connsiteY180" fmla="*/ 0 h 121920"/>
                                <a:gd name="connsiteX181" fmla="*/ 91440 w 148590"/>
                                <a:gd name="connsiteY181" fmla="*/ 953 h 121920"/>
                                <a:gd name="connsiteX182" fmla="*/ 79057 w 148590"/>
                                <a:gd name="connsiteY182" fmla="*/ 4763 h 121920"/>
                                <a:gd name="connsiteX183" fmla="*/ 66675 w 148590"/>
                                <a:gd name="connsiteY183" fmla="*/ 9525 h 121920"/>
                                <a:gd name="connsiteX184" fmla="*/ 56198 w 148590"/>
                                <a:gd name="connsiteY184" fmla="*/ 16193 h 121920"/>
                                <a:gd name="connsiteX185" fmla="*/ 46673 w 148590"/>
                                <a:gd name="connsiteY185" fmla="*/ 22860 h 121920"/>
                                <a:gd name="connsiteX186" fmla="*/ 38100 w 148590"/>
                                <a:gd name="connsiteY186" fmla="*/ 29528 h 121920"/>
                                <a:gd name="connsiteX187" fmla="*/ 30480 w 148590"/>
                                <a:gd name="connsiteY187" fmla="*/ 35243 h 121920"/>
                                <a:gd name="connsiteX188" fmla="*/ 26670 w 148590"/>
                                <a:gd name="connsiteY188" fmla="*/ 38100 h 121920"/>
                                <a:gd name="connsiteX189" fmla="*/ 23813 w 148590"/>
                                <a:gd name="connsiteY189" fmla="*/ 40005 h 121920"/>
                                <a:gd name="connsiteX190" fmla="*/ 19050 w 148590"/>
                                <a:gd name="connsiteY190" fmla="*/ 43815 h 121920"/>
                                <a:gd name="connsiteX191" fmla="*/ 16193 w 148590"/>
                                <a:gd name="connsiteY191" fmla="*/ 45720 h 121920"/>
                                <a:gd name="connsiteX192" fmla="*/ 16193 w 148590"/>
                                <a:gd name="connsiteY192" fmla="*/ 45720 h 121920"/>
                                <a:gd name="connsiteX193" fmla="*/ 12382 w 148590"/>
                                <a:gd name="connsiteY193" fmla="*/ 44768 h 121920"/>
                                <a:gd name="connsiteX194" fmla="*/ 5715 w 148590"/>
                                <a:gd name="connsiteY194" fmla="*/ 42863 h 121920"/>
                                <a:gd name="connsiteX195" fmla="*/ 0 w 148590"/>
                                <a:gd name="connsiteY195" fmla="*/ 41910 h 121920"/>
                                <a:gd name="connsiteX196" fmla="*/ 0 w 148590"/>
                                <a:gd name="connsiteY196" fmla="*/ 47625 h 121920"/>
                                <a:gd name="connsiteX197" fmla="*/ 8573 w 148590"/>
                                <a:gd name="connsiteY197" fmla="*/ 48578 h 121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48590" h="121920">
                                  <a:moveTo>
                                    <a:pt x="8573" y="48578"/>
                                  </a:moveTo>
                                  <a:cubicBezTo>
                                    <a:pt x="9525" y="48578"/>
                                    <a:pt x="9525" y="48578"/>
                                    <a:pt x="8573" y="48578"/>
                                  </a:cubicBezTo>
                                  <a:cubicBezTo>
                                    <a:pt x="9525" y="49530"/>
                                    <a:pt x="10478" y="50483"/>
                                    <a:pt x="11430" y="53340"/>
                                  </a:cubicBezTo>
                                  <a:cubicBezTo>
                                    <a:pt x="12382" y="56198"/>
                                    <a:pt x="14288" y="60008"/>
                                    <a:pt x="16193" y="64770"/>
                                  </a:cubicBezTo>
                                  <a:cubicBezTo>
                                    <a:pt x="18098" y="69533"/>
                                    <a:pt x="20003" y="75248"/>
                                    <a:pt x="22860" y="80963"/>
                                  </a:cubicBezTo>
                                  <a:cubicBezTo>
                                    <a:pt x="23813" y="82868"/>
                                    <a:pt x="23813" y="83820"/>
                                    <a:pt x="24765" y="85725"/>
                                  </a:cubicBezTo>
                                  <a:cubicBezTo>
                                    <a:pt x="24765" y="86678"/>
                                    <a:pt x="25718" y="87630"/>
                                    <a:pt x="25718" y="87630"/>
                                  </a:cubicBezTo>
                                  <a:lnTo>
                                    <a:pt x="25718" y="88583"/>
                                  </a:lnTo>
                                  <a:lnTo>
                                    <a:pt x="25718" y="89535"/>
                                  </a:lnTo>
                                  <a:lnTo>
                                    <a:pt x="26670" y="90488"/>
                                  </a:lnTo>
                                  <a:cubicBezTo>
                                    <a:pt x="27623" y="93345"/>
                                    <a:pt x="29528" y="96203"/>
                                    <a:pt x="30480" y="99060"/>
                                  </a:cubicBezTo>
                                  <a:cubicBezTo>
                                    <a:pt x="31432" y="100013"/>
                                    <a:pt x="32385" y="101918"/>
                                    <a:pt x="32385" y="102870"/>
                                  </a:cubicBezTo>
                                  <a:cubicBezTo>
                                    <a:pt x="33338" y="103823"/>
                                    <a:pt x="34290" y="104775"/>
                                    <a:pt x="34290" y="105728"/>
                                  </a:cubicBezTo>
                                  <a:cubicBezTo>
                                    <a:pt x="34290" y="106680"/>
                                    <a:pt x="35243" y="106680"/>
                                    <a:pt x="35243" y="107633"/>
                                  </a:cubicBezTo>
                                  <a:cubicBezTo>
                                    <a:pt x="35243" y="107633"/>
                                    <a:pt x="36195" y="108585"/>
                                    <a:pt x="36195" y="108585"/>
                                  </a:cubicBezTo>
                                  <a:cubicBezTo>
                                    <a:pt x="37148" y="109538"/>
                                    <a:pt x="38100" y="110490"/>
                                    <a:pt x="38100" y="111443"/>
                                  </a:cubicBezTo>
                                  <a:cubicBezTo>
                                    <a:pt x="40005" y="113348"/>
                                    <a:pt x="40957" y="114300"/>
                                    <a:pt x="41910" y="116205"/>
                                  </a:cubicBezTo>
                                  <a:cubicBezTo>
                                    <a:pt x="42863" y="117158"/>
                                    <a:pt x="43815" y="118110"/>
                                    <a:pt x="44768" y="119063"/>
                                  </a:cubicBezTo>
                                  <a:cubicBezTo>
                                    <a:pt x="45720" y="120015"/>
                                    <a:pt x="46673" y="120015"/>
                                    <a:pt x="46673" y="120968"/>
                                  </a:cubicBezTo>
                                  <a:cubicBezTo>
                                    <a:pt x="46673" y="121920"/>
                                    <a:pt x="47625" y="121920"/>
                                    <a:pt x="47625" y="121920"/>
                                  </a:cubicBezTo>
                                  <a:cubicBezTo>
                                    <a:pt x="47625" y="121920"/>
                                    <a:pt x="47625" y="121920"/>
                                    <a:pt x="47625" y="121920"/>
                                  </a:cubicBezTo>
                                  <a:lnTo>
                                    <a:pt x="47625" y="121920"/>
                                  </a:lnTo>
                                  <a:cubicBezTo>
                                    <a:pt x="47625" y="121920"/>
                                    <a:pt x="47625" y="121920"/>
                                    <a:pt x="47625" y="121920"/>
                                  </a:cubicBezTo>
                                  <a:cubicBezTo>
                                    <a:pt x="47625" y="121920"/>
                                    <a:pt x="46673" y="121920"/>
                                    <a:pt x="46673" y="120968"/>
                                  </a:cubicBezTo>
                                  <a:cubicBezTo>
                                    <a:pt x="46673" y="120015"/>
                                    <a:pt x="45720" y="120015"/>
                                    <a:pt x="44768" y="119063"/>
                                  </a:cubicBezTo>
                                  <a:cubicBezTo>
                                    <a:pt x="43815" y="118110"/>
                                    <a:pt x="42863" y="117158"/>
                                    <a:pt x="41910" y="116205"/>
                                  </a:cubicBezTo>
                                  <a:cubicBezTo>
                                    <a:pt x="40957" y="114300"/>
                                    <a:pt x="40005" y="113348"/>
                                    <a:pt x="38100" y="111443"/>
                                  </a:cubicBezTo>
                                  <a:cubicBezTo>
                                    <a:pt x="37148" y="110490"/>
                                    <a:pt x="37148" y="109538"/>
                                    <a:pt x="36195" y="108585"/>
                                  </a:cubicBezTo>
                                  <a:cubicBezTo>
                                    <a:pt x="36195" y="107633"/>
                                    <a:pt x="35243" y="107633"/>
                                    <a:pt x="35243" y="106680"/>
                                  </a:cubicBezTo>
                                  <a:cubicBezTo>
                                    <a:pt x="35243" y="105728"/>
                                    <a:pt x="34290" y="105728"/>
                                    <a:pt x="34290" y="104775"/>
                                  </a:cubicBezTo>
                                  <a:cubicBezTo>
                                    <a:pt x="33338" y="103823"/>
                                    <a:pt x="32385" y="102870"/>
                                    <a:pt x="32385" y="100965"/>
                                  </a:cubicBezTo>
                                  <a:cubicBezTo>
                                    <a:pt x="31432" y="100013"/>
                                    <a:pt x="31432" y="98108"/>
                                    <a:pt x="30480" y="97155"/>
                                  </a:cubicBezTo>
                                  <a:cubicBezTo>
                                    <a:pt x="28575" y="94298"/>
                                    <a:pt x="27623" y="91440"/>
                                    <a:pt x="26670" y="88583"/>
                                  </a:cubicBezTo>
                                  <a:lnTo>
                                    <a:pt x="25718" y="87630"/>
                                  </a:lnTo>
                                  <a:lnTo>
                                    <a:pt x="25718" y="86678"/>
                                  </a:lnTo>
                                  <a:lnTo>
                                    <a:pt x="25718" y="85725"/>
                                  </a:lnTo>
                                  <a:cubicBezTo>
                                    <a:pt x="25718" y="84773"/>
                                    <a:pt x="24765" y="83820"/>
                                    <a:pt x="24765" y="83820"/>
                                  </a:cubicBezTo>
                                  <a:cubicBezTo>
                                    <a:pt x="23813" y="81915"/>
                                    <a:pt x="23813" y="80963"/>
                                    <a:pt x="22860" y="79058"/>
                                  </a:cubicBezTo>
                                  <a:cubicBezTo>
                                    <a:pt x="20955" y="73343"/>
                                    <a:pt x="19050" y="67628"/>
                                    <a:pt x="17145" y="62865"/>
                                  </a:cubicBezTo>
                                  <a:cubicBezTo>
                                    <a:pt x="14288" y="56198"/>
                                    <a:pt x="12382" y="51435"/>
                                    <a:pt x="11430" y="48578"/>
                                  </a:cubicBezTo>
                                  <a:cubicBezTo>
                                    <a:pt x="12382" y="48578"/>
                                    <a:pt x="13335" y="48578"/>
                                    <a:pt x="13335" y="49530"/>
                                  </a:cubicBezTo>
                                  <a:cubicBezTo>
                                    <a:pt x="14288" y="49530"/>
                                    <a:pt x="16193" y="50483"/>
                                    <a:pt x="17145" y="50483"/>
                                  </a:cubicBezTo>
                                  <a:cubicBezTo>
                                    <a:pt x="18098" y="50483"/>
                                    <a:pt x="20003" y="51435"/>
                                    <a:pt x="21907" y="51435"/>
                                  </a:cubicBezTo>
                                  <a:cubicBezTo>
                                    <a:pt x="24765" y="52388"/>
                                    <a:pt x="28575" y="52388"/>
                                    <a:pt x="31432" y="53340"/>
                                  </a:cubicBezTo>
                                  <a:cubicBezTo>
                                    <a:pt x="32385" y="53340"/>
                                    <a:pt x="32385" y="53340"/>
                                    <a:pt x="33338" y="53340"/>
                                  </a:cubicBezTo>
                                  <a:cubicBezTo>
                                    <a:pt x="33338" y="53340"/>
                                    <a:pt x="33338" y="53340"/>
                                    <a:pt x="33338" y="53340"/>
                                  </a:cubicBezTo>
                                  <a:cubicBezTo>
                                    <a:pt x="34290" y="54293"/>
                                    <a:pt x="36195" y="55245"/>
                                    <a:pt x="38100" y="56198"/>
                                  </a:cubicBezTo>
                                  <a:cubicBezTo>
                                    <a:pt x="40005" y="57150"/>
                                    <a:pt x="40957" y="59055"/>
                                    <a:pt x="42863" y="60960"/>
                                  </a:cubicBezTo>
                                  <a:cubicBezTo>
                                    <a:pt x="46673" y="64770"/>
                                    <a:pt x="49530" y="69533"/>
                                    <a:pt x="52388" y="75248"/>
                                  </a:cubicBezTo>
                                  <a:cubicBezTo>
                                    <a:pt x="54293" y="78105"/>
                                    <a:pt x="55245" y="80963"/>
                                    <a:pt x="57150" y="82868"/>
                                  </a:cubicBezTo>
                                  <a:cubicBezTo>
                                    <a:pt x="58103" y="83820"/>
                                    <a:pt x="59055" y="85725"/>
                                    <a:pt x="60007" y="86678"/>
                                  </a:cubicBezTo>
                                  <a:cubicBezTo>
                                    <a:pt x="60960" y="87630"/>
                                    <a:pt x="61913" y="88583"/>
                                    <a:pt x="62865" y="90488"/>
                                  </a:cubicBezTo>
                                  <a:cubicBezTo>
                                    <a:pt x="64770" y="92393"/>
                                    <a:pt x="65723" y="94298"/>
                                    <a:pt x="67628" y="96203"/>
                                  </a:cubicBezTo>
                                  <a:cubicBezTo>
                                    <a:pt x="68580" y="97155"/>
                                    <a:pt x="68580" y="98108"/>
                                    <a:pt x="69532" y="98108"/>
                                  </a:cubicBezTo>
                                  <a:cubicBezTo>
                                    <a:pt x="70485" y="99060"/>
                                    <a:pt x="70485" y="99060"/>
                                    <a:pt x="71438" y="100013"/>
                                  </a:cubicBezTo>
                                  <a:cubicBezTo>
                                    <a:pt x="73343" y="101918"/>
                                    <a:pt x="75248" y="102870"/>
                                    <a:pt x="77153" y="103823"/>
                                  </a:cubicBezTo>
                                  <a:cubicBezTo>
                                    <a:pt x="77153" y="103823"/>
                                    <a:pt x="77153" y="103823"/>
                                    <a:pt x="78105" y="103823"/>
                                  </a:cubicBezTo>
                                  <a:cubicBezTo>
                                    <a:pt x="78105" y="103823"/>
                                    <a:pt x="78105" y="103823"/>
                                    <a:pt x="79057" y="103823"/>
                                  </a:cubicBezTo>
                                  <a:cubicBezTo>
                                    <a:pt x="79057" y="103823"/>
                                    <a:pt x="80010" y="103823"/>
                                    <a:pt x="80010" y="103823"/>
                                  </a:cubicBezTo>
                                  <a:cubicBezTo>
                                    <a:pt x="80010" y="103823"/>
                                    <a:pt x="80010" y="103823"/>
                                    <a:pt x="80963" y="103823"/>
                                  </a:cubicBezTo>
                                  <a:cubicBezTo>
                                    <a:pt x="80963" y="103823"/>
                                    <a:pt x="80963" y="103823"/>
                                    <a:pt x="81915" y="103823"/>
                                  </a:cubicBezTo>
                                  <a:cubicBezTo>
                                    <a:pt x="82868" y="103823"/>
                                    <a:pt x="82868" y="103823"/>
                                    <a:pt x="83820" y="103823"/>
                                  </a:cubicBezTo>
                                  <a:cubicBezTo>
                                    <a:pt x="82868" y="103823"/>
                                    <a:pt x="82868" y="103823"/>
                                    <a:pt x="81915" y="103823"/>
                                  </a:cubicBezTo>
                                  <a:cubicBezTo>
                                    <a:pt x="81915" y="103823"/>
                                    <a:pt x="81915" y="103823"/>
                                    <a:pt x="80963" y="103823"/>
                                  </a:cubicBezTo>
                                  <a:cubicBezTo>
                                    <a:pt x="80963" y="103823"/>
                                    <a:pt x="80963" y="103823"/>
                                    <a:pt x="80010" y="103823"/>
                                  </a:cubicBezTo>
                                  <a:cubicBezTo>
                                    <a:pt x="80010" y="103823"/>
                                    <a:pt x="80010" y="103823"/>
                                    <a:pt x="79057" y="103823"/>
                                  </a:cubicBezTo>
                                  <a:cubicBezTo>
                                    <a:pt x="79057" y="103823"/>
                                    <a:pt x="79057" y="103823"/>
                                    <a:pt x="78105" y="103823"/>
                                  </a:cubicBezTo>
                                  <a:cubicBezTo>
                                    <a:pt x="78105" y="103823"/>
                                    <a:pt x="78105" y="103823"/>
                                    <a:pt x="77153" y="103823"/>
                                  </a:cubicBezTo>
                                  <a:cubicBezTo>
                                    <a:pt x="75248" y="103823"/>
                                    <a:pt x="74295" y="101918"/>
                                    <a:pt x="71438" y="100013"/>
                                  </a:cubicBezTo>
                                  <a:cubicBezTo>
                                    <a:pt x="70485" y="99060"/>
                                    <a:pt x="70485" y="99060"/>
                                    <a:pt x="69532" y="98108"/>
                                  </a:cubicBezTo>
                                  <a:cubicBezTo>
                                    <a:pt x="68580" y="97155"/>
                                    <a:pt x="68580" y="96203"/>
                                    <a:pt x="67628" y="95250"/>
                                  </a:cubicBezTo>
                                  <a:cubicBezTo>
                                    <a:pt x="66675" y="93345"/>
                                    <a:pt x="64770" y="91440"/>
                                    <a:pt x="62865" y="89535"/>
                                  </a:cubicBezTo>
                                  <a:cubicBezTo>
                                    <a:pt x="61913" y="88583"/>
                                    <a:pt x="60960" y="87630"/>
                                    <a:pt x="60960" y="85725"/>
                                  </a:cubicBezTo>
                                  <a:cubicBezTo>
                                    <a:pt x="60007" y="84773"/>
                                    <a:pt x="59055" y="82868"/>
                                    <a:pt x="58103" y="81915"/>
                                  </a:cubicBezTo>
                                  <a:cubicBezTo>
                                    <a:pt x="56198" y="79058"/>
                                    <a:pt x="55245" y="76200"/>
                                    <a:pt x="53340" y="74295"/>
                                  </a:cubicBezTo>
                                  <a:cubicBezTo>
                                    <a:pt x="50482" y="68580"/>
                                    <a:pt x="47625" y="63818"/>
                                    <a:pt x="43815" y="59055"/>
                                  </a:cubicBezTo>
                                  <a:cubicBezTo>
                                    <a:pt x="41910" y="57150"/>
                                    <a:pt x="40005" y="55245"/>
                                    <a:pt x="39053" y="53340"/>
                                  </a:cubicBezTo>
                                  <a:cubicBezTo>
                                    <a:pt x="39053" y="53340"/>
                                    <a:pt x="39053" y="53340"/>
                                    <a:pt x="38100" y="53340"/>
                                  </a:cubicBezTo>
                                  <a:cubicBezTo>
                                    <a:pt x="39053" y="53340"/>
                                    <a:pt x="40005" y="53340"/>
                                    <a:pt x="41910" y="54293"/>
                                  </a:cubicBezTo>
                                  <a:cubicBezTo>
                                    <a:pt x="45720" y="55245"/>
                                    <a:pt x="49530" y="56198"/>
                                    <a:pt x="53340" y="56198"/>
                                  </a:cubicBezTo>
                                  <a:cubicBezTo>
                                    <a:pt x="57150" y="57150"/>
                                    <a:pt x="60007" y="57150"/>
                                    <a:pt x="63818" y="58103"/>
                                  </a:cubicBezTo>
                                  <a:cubicBezTo>
                                    <a:pt x="63818" y="58103"/>
                                    <a:pt x="63818" y="58103"/>
                                    <a:pt x="64770" y="58103"/>
                                  </a:cubicBezTo>
                                  <a:cubicBezTo>
                                    <a:pt x="65723" y="58103"/>
                                    <a:pt x="65723" y="58103"/>
                                    <a:pt x="66675" y="59055"/>
                                  </a:cubicBezTo>
                                  <a:cubicBezTo>
                                    <a:pt x="68580" y="60008"/>
                                    <a:pt x="70485" y="61913"/>
                                    <a:pt x="72390" y="64770"/>
                                  </a:cubicBezTo>
                                  <a:cubicBezTo>
                                    <a:pt x="73343" y="65723"/>
                                    <a:pt x="74295" y="67628"/>
                                    <a:pt x="76200" y="69533"/>
                                  </a:cubicBezTo>
                                  <a:cubicBezTo>
                                    <a:pt x="77153" y="71438"/>
                                    <a:pt x="79057" y="72390"/>
                                    <a:pt x="80010" y="74295"/>
                                  </a:cubicBezTo>
                                  <a:cubicBezTo>
                                    <a:pt x="80963" y="75248"/>
                                    <a:pt x="81915" y="76200"/>
                                    <a:pt x="81915" y="76200"/>
                                  </a:cubicBezTo>
                                  <a:cubicBezTo>
                                    <a:pt x="82868" y="77153"/>
                                    <a:pt x="83820" y="77153"/>
                                    <a:pt x="83820" y="78105"/>
                                  </a:cubicBezTo>
                                  <a:cubicBezTo>
                                    <a:pt x="84773" y="79058"/>
                                    <a:pt x="85725" y="79058"/>
                                    <a:pt x="85725" y="80010"/>
                                  </a:cubicBezTo>
                                  <a:cubicBezTo>
                                    <a:pt x="86678" y="80963"/>
                                    <a:pt x="87630" y="80963"/>
                                    <a:pt x="88582" y="81915"/>
                                  </a:cubicBezTo>
                                  <a:cubicBezTo>
                                    <a:pt x="90488" y="82868"/>
                                    <a:pt x="91440" y="84773"/>
                                    <a:pt x="93345" y="85725"/>
                                  </a:cubicBezTo>
                                  <a:cubicBezTo>
                                    <a:pt x="95250" y="86678"/>
                                    <a:pt x="96203" y="88583"/>
                                    <a:pt x="98107" y="89535"/>
                                  </a:cubicBezTo>
                                  <a:cubicBezTo>
                                    <a:pt x="99060" y="90488"/>
                                    <a:pt x="100013" y="90488"/>
                                    <a:pt x="100013" y="91440"/>
                                  </a:cubicBezTo>
                                  <a:cubicBezTo>
                                    <a:pt x="100965" y="92393"/>
                                    <a:pt x="101918" y="92393"/>
                                    <a:pt x="101918" y="93345"/>
                                  </a:cubicBezTo>
                                  <a:cubicBezTo>
                                    <a:pt x="101918" y="93345"/>
                                    <a:pt x="102870" y="94298"/>
                                    <a:pt x="102870" y="94298"/>
                                  </a:cubicBezTo>
                                  <a:cubicBezTo>
                                    <a:pt x="102870" y="94298"/>
                                    <a:pt x="103823" y="95250"/>
                                    <a:pt x="103823" y="95250"/>
                                  </a:cubicBezTo>
                                  <a:cubicBezTo>
                                    <a:pt x="103823" y="95250"/>
                                    <a:pt x="103823" y="95250"/>
                                    <a:pt x="103823" y="95250"/>
                                  </a:cubicBezTo>
                                  <a:cubicBezTo>
                                    <a:pt x="102870" y="94298"/>
                                    <a:pt x="101918" y="94298"/>
                                    <a:pt x="101918" y="93345"/>
                                  </a:cubicBezTo>
                                  <a:cubicBezTo>
                                    <a:pt x="100965" y="92393"/>
                                    <a:pt x="100965" y="92393"/>
                                    <a:pt x="100013" y="91440"/>
                                  </a:cubicBezTo>
                                  <a:cubicBezTo>
                                    <a:pt x="99060" y="90488"/>
                                    <a:pt x="98107" y="90488"/>
                                    <a:pt x="98107" y="89535"/>
                                  </a:cubicBezTo>
                                  <a:cubicBezTo>
                                    <a:pt x="96203" y="88583"/>
                                    <a:pt x="95250" y="86678"/>
                                    <a:pt x="93345" y="85725"/>
                                  </a:cubicBezTo>
                                  <a:cubicBezTo>
                                    <a:pt x="91440" y="84773"/>
                                    <a:pt x="90488" y="82868"/>
                                    <a:pt x="88582" y="81915"/>
                                  </a:cubicBezTo>
                                  <a:lnTo>
                                    <a:pt x="87630" y="80963"/>
                                  </a:lnTo>
                                  <a:lnTo>
                                    <a:pt x="86678" y="80010"/>
                                  </a:lnTo>
                                  <a:cubicBezTo>
                                    <a:pt x="85725" y="79058"/>
                                    <a:pt x="84773" y="78105"/>
                                    <a:pt x="84773" y="78105"/>
                                  </a:cubicBezTo>
                                  <a:cubicBezTo>
                                    <a:pt x="83820" y="77153"/>
                                    <a:pt x="83820" y="76200"/>
                                    <a:pt x="82868" y="76200"/>
                                  </a:cubicBezTo>
                                  <a:cubicBezTo>
                                    <a:pt x="81915" y="75248"/>
                                    <a:pt x="80963" y="74295"/>
                                    <a:pt x="80963" y="74295"/>
                                  </a:cubicBezTo>
                                  <a:cubicBezTo>
                                    <a:pt x="80010" y="72390"/>
                                    <a:pt x="78105" y="71438"/>
                                    <a:pt x="77153" y="69533"/>
                                  </a:cubicBezTo>
                                  <a:cubicBezTo>
                                    <a:pt x="76200" y="67628"/>
                                    <a:pt x="75248" y="66675"/>
                                    <a:pt x="73343" y="64770"/>
                                  </a:cubicBezTo>
                                  <a:cubicBezTo>
                                    <a:pt x="72390" y="62865"/>
                                    <a:pt x="71438" y="61913"/>
                                    <a:pt x="69532" y="60960"/>
                                  </a:cubicBezTo>
                                  <a:cubicBezTo>
                                    <a:pt x="72390" y="60960"/>
                                    <a:pt x="74295" y="61913"/>
                                    <a:pt x="76200" y="61913"/>
                                  </a:cubicBezTo>
                                  <a:cubicBezTo>
                                    <a:pt x="80010" y="62865"/>
                                    <a:pt x="84773" y="63818"/>
                                    <a:pt x="88582" y="64770"/>
                                  </a:cubicBezTo>
                                  <a:cubicBezTo>
                                    <a:pt x="90488" y="64770"/>
                                    <a:pt x="92393" y="65723"/>
                                    <a:pt x="94298" y="66675"/>
                                  </a:cubicBezTo>
                                  <a:cubicBezTo>
                                    <a:pt x="96203" y="67628"/>
                                    <a:pt x="98107" y="67628"/>
                                    <a:pt x="100013" y="68580"/>
                                  </a:cubicBezTo>
                                  <a:cubicBezTo>
                                    <a:pt x="103823" y="69533"/>
                                    <a:pt x="107632" y="71438"/>
                                    <a:pt x="111443" y="73343"/>
                                  </a:cubicBezTo>
                                  <a:cubicBezTo>
                                    <a:pt x="113348" y="74295"/>
                                    <a:pt x="114300" y="75248"/>
                                    <a:pt x="116205" y="76200"/>
                                  </a:cubicBezTo>
                                  <a:cubicBezTo>
                                    <a:pt x="117157" y="77153"/>
                                    <a:pt x="119063" y="78105"/>
                                    <a:pt x="120015" y="79058"/>
                                  </a:cubicBezTo>
                                  <a:cubicBezTo>
                                    <a:pt x="120015" y="79058"/>
                                    <a:pt x="120968" y="79058"/>
                                    <a:pt x="120968" y="79058"/>
                                  </a:cubicBezTo>
                                  <a:lnTo>
                                    <a:pt x="120968" y="79058"/>
                                  </a:lnTo>
                                  <a:cubicBezTo>
                                    <a:pt x="120015" y="78105"/>
                                    <a:pt x="118110" y="77153"/>
                                    <a:pt x="116205" y="76200"/>
                                  </a:cubicBezTo>
                                  <a:cubicBezTo>
                                    <a:pt x="114300" y="75248"/>
                                    <a:pt x="113348" y="74295"/>
                                    <a:pt x="111443" y="73343"/>
                                  </a:cubicBezTo>
                                  <a:cubicBezTo>
                                    <a:pt x="107632" y="71438"/>
                                    <a:pt x="104775" y="69533"/>
                                    <a:pt x="100965" y="68580"/>
                                  </a:cubicBezTo>
                                  <a:cubicBezTo>
                                    <a:pt x="100013" y="68580"/>
                                    <a:pt x="99060" y="67628"/>
                                    <a:pt x="98107" y="67628"/>
                                  </a:cubicBezTo>
                                  <a:cubicBezTo>
                                    <a:pt x="97155" y="67628"/>
                                    <a:pt x="96203" y="66675"/>
                                    <a:pt x="95250" y="66675"/>
                                  </a:cubicBezTo>
                                  <a:cubicBezTo>
                                    <a:pt x="94298" y="66675"/>
                                    <a:pt x="93345" y="65723"/>
                                    <a:pt x="92393" y="65723"/>
                                  </a:cubicBezTo>
                                  <a:cubicBezTo>
                                    <a:pt x="91440" y="65723"/>
                                    <a:pt x="90488" y="64770"/>
                                    <a:pt x="89535" y="64770"/>
                                  </a:cubicBezTo>
                                  <a:cubicBezTo>
                                    <a:pt x="85725" y="63818"/>
                                    <a:pt x="80963" y="62865"/>
                                    <a:pt x="77153" y="61913"/>
                                  </a:cubicBezTo>
                                  <a:cubicBezTo>
                                    <a:pt x="73343" y="60960"/>
                                    <a:pt x="68580" y="60008"/>
                                    <a:pt x="64770" y="59055"/>
                                  </a:cubicBezTo>
                                  <a:cubicBezTo>
                                    <a:pt x="61913" y="58103"/>
                                    <a:pt x="59055" y="58103"/>
                                    <a:pt x="56198" y="57150"/>
                                  </a:cubicBezTo>
                                  <a:cubicBezTo>
                                    <a:pt x="57150" y="57150"/>
                                    <a:pt x="57150" y="57150"/>
                                    <a:pt x="58103" y="56198"/>
                                  </a:cubicBezTo>
                                  <a:cubicBezTo>
                                    <a:pt x="60007" y="55245"/>
                                    <a:pt x="61913" y="54293"/>
                                    <a:pt x="64770" y="53340"/>
                                  </a:cubicBezTo>
                                  <a:cubicBezTo>
                                    <a:pt x="69532" y="51435"/>
                                    <a:pt x="75248" y="48578"/>
                                    <a:pt x="80963" y="44768"/>
                                  </a:cubicBezTo>
                                  <a:cubicBezTo>
                                    <a:pt x="83820" y="42863"/>
                                    <a:pt x="86678" y="41910"/>
                                    <a:pt x="90488" y="40005"/>
                                  </a:cubicBezTo>
                                  <a:cubicBezTo>
                                    <a:pt x="93345" y="39053"/>
                                    <a:pt x="97155" y="37148"/>
                                    <a:pt x="100965" y="36195"/>
                                  </a:cubicBezTo>
                                  <a:cubicBezTo>
                                    <a:pt x="104775" y="35243"/>
                                    <a:pt x="108585" y="34290"/>
                                    <a:pt x="112395" y="34290"/>
                                  </a:cubicBezTo>
                                  <a:cubicBezTo>
                                    <a:pt x="116205" y="34290"/>
                                    <a:pt x="120015" y="34290"/>
                                    <a:pt x="124778" y="34290"/>
                                  </a:cubicBezTo>
                                  <a:cubicBezTo>
                                    <a:pt x="126682" y="34290"/>
                                    <a:pt x="128588" y="35243"/>
                                    <a:pt x="130493" y="35243"/>
                                  </a:cubicBezTo>
                                  <a:cubicBezTo>
                                    <a:pt x="132398" y="36195"/>
                                    <a:pt x="134303" y="36195"/>
                                    <a:pt x="136207" y="37148"/>
                                  </a:cubicBezTo>
                                  <a:cubicBezTo>
                                    <a:pt x="137160" y="37148"/>
                                    <a:pt x="138113" y="38100"/>
                                    <a:pt x="139065" y="38100"/>
                                  </a:cubicBezTo>
                                  <a:cubicBezTo>
                                    <a:pt x="140018" y="38100"/>
                                    <a:pt x="140970" y="39053"/>
                                    <a:pt x="141923" y="39053"/>
                                  </a:cubicBezTo>
                                  <a:cubicBezTo>
                                    <a:pt x="143828" y="40005"/>
                                    <a:pt x="145732" y="40958"/>
                                    <a:pt x="147638" y="41910"/>
                                  </a:cubicBezTo>
                                  <a:cubicBezTo>
                                    <a:pt x="147638" y="41910"/>
                                    <a:pt x="148590" y="41910"/>
                                    <a:pt x="148590" y="42863"/>
                                  </a:cubicBezTo>
                                  <a:cubicBezTo>
                                    <a:pt x="148590" y="42863"/>
                                    <a:pt x="148590" y="42863"/>
                                    <a:pt x="148590" y="41910"/>
                                  </a:cubicBezTo>
                                  <a:lnTo>
                                    <a:pt x="147638" y="40958"/>
                                  </a:lnTo>
                                  <a:cubicBezTo>
                                    <a:pt x="143828" y="39053"/>
                                    <a:pt x="140018" y="37148"/>
                                    <a:pt x="136207" y="35243"/>
                                  </a:cubicBezTo>
                                  <a:cubicBezTo>
                                    <a:pt x="132398" y="33338"/>
                                    <a:pt x="127635" y="32385"/>
                                    <a:pt x="123825" y="32385"/>
                                  </a:cubicBezTo>
                                  <a:cubicBezTo>
                                    <a:pt x="120015" y="31433"/>
                                    <a:pt x="115253" y="31433"/>
                                    <a:pt x="111443" y="31433"/>
                                  </a:cubicBezTo>
                                  <a:cubicBezTo>
                                    <a:pt x="107632" y="31433"/>
                                    <a:pt x="103823" y="32385"/>
                                    <a:pt x="100013" y="33338"/>
                                  </a:cubicBezTo>
                                  <a:cubicBezTo>
                                    <a:pt x="96203" y="34290"/>
                                    <a:pt x="92393" y="35243"/>
                                    <a:pt x="89535" y="37148"/>
                                  </a:cubicBezTo>
                                  <a:cubicBezTo>
                                    <a:pt x="86678" y="38100"/>
                                    <a:pt x="82868" y="40005"/>
                                    <a:pt x="80010" y="41910"/>
                                  </a:cubicBezTo>
                                  <a:cubicBezTo>
                                    <a:pt x="74295" y="44768"/>
                                    <a:pt x="68580" y="47625"/>
                                    <a:pt x="63818" y="49530"/>
                                  </a:cubicBezTo>
                                  <a:cubicBezTo>
                                    <a:pt x="61913" y="50483"/>
                                    <a:pt x="59055" y="51435"/>
                                    <a:pt x="57150" y="51435"/>
                                  </a:cubicBezTo>
                                  <a:cubicBezTo>
                                    <a:pt x="55245" y="52388"/>
                                    <a:pt x="53340" y="52388"/>
                                    <a:pt x="52388" y="52388"/>
                                  </a:cubicBezTo>
                                  <a:cubicBezTo>
                                    <a:pt x="51435" y="52388"/>
                                    <a:pt x="50482" y="52388"/>
                                    <a:pt x="49530" y="52388"/>
                                  </a:cubicBezTo>
                                  <a:cubicBezTo>
                                    <a:pt x="46673" y="51435"/>
                                    <a:pt x="43815" y="51435"/>
                                    <a:pt x="40957" y="50483"/>
                                  </a:cubicBezTo>
                                  <a:cubicBezTo>
                                    <a:pt x="39053" y="50483"/>
                                    <a:pt x="37148" y="49530"/>
                                    <a:pt x="35243" y="49530"/>
                                  </a:cubicBezTo>
                                  <a:cubicBezTo>
                                    <a:pt x="33338" y="49530"/>
                                    <a:pt x="31432" y="48578"/>
                                    <a:pt x="29528" y="48578"/>
                                  </a:cubicBezTo>
                                  <a:cubicBezTo>
                                    <a:pt x="25718" y="47625"/>
                                    <a:pt x="22860" y="46673"/>
                                    <a:pt x="20003" y="46673"/>
                                  </a:cubicBezTo>
                                  <a:cubicBezTo>
                                    <a:pt x="20003" y="46673"/>
                                    <a:pt x="19050" y="46673"/>
                                    <a:pt x="19050" y="46673"/>
                                  </a:cubicBezTo>
                                  <a:cubicBezTo>
                                    <a:pt x="19050" y="46673"/>
                                    <a:pt x="20003" y="46673"/>
                                    <a:pt x="20003" y="45720"/>
                                  </a:cubicBezTo>
                                  <a:cubicBezTo>
                                    <a:pt x="20955" y="44768"/>
                                    <a:pt x="22860" y="43815"/>
                                    <a:pt x="24765" y="41910"/>
                                  </a:cubicBezTo>
                                  <a:cubicBezTo>
                                    <a:pt x="25718" y="40958"/>
                                    <a:pt x="26670" y="40005"/>
                                    <a:pt x="27623" y="40005"/>
                                  </a:cubicBezTo>
                                  <a:cubicBezTo>
                                    <a:pt x="28575" y="39053"/>
                                    <a:pt x="29528" y="38100"/>
                                    <a:pt x="31432" y="37148"/>
                                  </a:cubicBezTo>
                                  <a:cubicBezTo>
                                    <a:pt x="33338" y="35243"/>
                                    <a:pt x="36195" y="33338"/>
                                    <a:pt x="39053" y="31433"/>
                                  </a:cubicBezTo>
                                  <a:cubicBezTo>
                                    <a:pt x="41910" y="29528"/>
                                    <a:pt x="44768" y="26670"/>
                                    <a:pt x="47625" y="24765"/>
                                  </a:cubicBezTo>
                                  <a:cubicBezTo>
                                    <a:pt x="50482" y="22860"/>
                                    <a:pt x="54293" y="20003"/>
                                    <a:pt x="57150" y="18098"/>
                                  </a:cubicBezTo>
                                  <a:cubicBezTo>
                                    <a:pt x="60960" y="16193"/>
                                    <a:pt x="63818" y="13335"/>
                                    <a:pt x="67628" y="11430"/>
                                  </a:cubicBezTo>
                                  <a:cubicBezTo>
                                    <a:pt x="71438" y="9525"/>
                                    <a:pt x="75248" y="7620"/>
                                    <a:pt x="79057" y="5715"/>
                                  </a:cubicBezTo>
                                  <a:cubicBezTo>
                                    <a:pt x="82868" y="3810"/>
                                    <a:pt x="87630" y="2858"/>
                                    <a:pt x="91440" y="1905"/>
                                  </a:cubicBezTo>
                                  <a:cubicBezTo>
                                    <a:pt x="93345" y="1905"/>
                                    <a:pt x="96203" y="953"/>
                                    <a:pt x="98107" y="953"/>
                                  </a:cubicBezTo>
                                  <a:cubicBezTo>
                                    <a:pt x="100013" y="953"/>
                                    <a:pt x="102870" y="953"/>
                                    <a:pt x="104775" y="953"/>
                                  </a:cubicBezTo>
                                  <a:cubicBezTo>
                                    <a:pt x="106680" y="953"/>
                                    <a:pt x="109538" y="953"/>
                                    <a:pt x="111443" y="953"/>
                                  </a:cubicBezTo>
                                  <a:cubicBezTo>
                                    <a:pt x="113348" y="953"/>
                                    <a:pt x="116205" y="1905"/>
                                    <a:pt x="118110" y="1905"/>
                                  </a:cubicBezTo>
                                  <a:cubicBezTo>
                                    <a:pt x="120015" y="1905"/>
                                    <a:pt x="121920" y="2858"/>
                                    <a:pt x="123825" y="2858"/>
                                  </a:cubicBezTo>
                                  <a:cubicBezTo>
                                    <a:pt x="124778" y="2858"/>
                                    <a:pt x="126682" y="3810"/>
                                    <a:pt x="127635" y="3810"/>
                                  </a:cubicBezTo>
                                  <a:cubicBezTo>
                                    <a:pt x="127635" y="3810"/>
                                    <a:pt x="126682" y="2858"/>
                                    <a:pt x="126682" y="2858"/>
                                  </a:cubicBezTo>
                                  <a:cubicBezTo>
                                    <a:pt x="125730" y="2858"/>
                                    <a:pt x="124778" y="1905"/>
                                    <a:pt x="123825" y="1905"/>
                                  </a:cubicBezTo>
                                  <a:cubicBezTo>
                                    <a:pt x="121920" y="953"/>
                                    <a:pt x="120015" y="953"/>
                                    <a:pt x="118110" y="953"/>
                                  </a:cubicBezTo>
                                  <a:cubicBezTo>
                                    <a:pt x="116205" y="953"/>
                                    <a:pt x="114300" y="0"/>
                                    <a:pt x="111443" y="0"/>
                                  </a:cubicBezTo>
                                  <a:cubicBezTo>
                                    <a:pt x="109538" y="0"/>
                                    <a:pt x="107632" y="0"/>
                                    <a:pt x="104775" y="0"/>
                                  </a:cubicBezTo>
                                  <a:cubicBezTo>
                                    <a:pt x="102870" y="0"/>
                                    <a:pt x="100013" y="0"/>
                                    <a:pt x="98107" y="0"/>
                                  </a:cubicBezTo>
                                  <a:cubicBezTo>
                                    <a:pt x="96203" y="0"/>
                                    <a:pt x="93345" y="0"/>
                                    <a:pt x="91440" y="953"/>
                                  </a:cubicBezTo>
                                  <a:cubicBezTo>
                                    <a:pt x="86678" y="1905"/>
                                    <a:pt x="82868" y="2858"/>
                                    <a:pt x="79057" y="4763"/>
                                  </a:cubicBezTo>
                                  <a:cubicBezTo>
                                    <a:pt x="75248" y="5715"/>
                                    <a:pt x="71438" y="7620"/>
                                    <a:pt x="66675" y="9525"/>
                                  </a:cubicBezTo>
                                  <a:cubicBezTo>
                                    <a:pt x="62865" y="11430"/>
                                    <a:pt x="59055" y="13335"/>
                                    <a:pt x="56198" y="16193"/>
                                  </a:cubicBezTo>
                                  <a:cubicBezTo>
                                    <a:pt x="52388" y="18098"/>
                                    <a:pt x="49530" y="20955"/>
                                    <a:pt x="46673" y="22860"/>
                                  </a:cubicBezTo>
                                  <a:cubicBezTo>
                                    <a:pt x="43815" y="24765"/>
                                    <a:pt x="40957" y="27623"/>
                                    <a:pt x="38100" y="29528"/>
                                  </a:cubicBezTo>
                                  <a:cubicBezTo>
                                    <a:pt x="35243" y="31433"/>
                                    <a:pt x="32385" y="33338"/>
                                    <a:pt x="30480" y="35243"/>
                                  </a:cubicBezTo>
                                  <a:cubicBezTo>
                                    <a:pt x="29528" y="36195"/>
                                    <a:pt x="28575" y="37148"/>
                                    <a:pt x="26670" y="38100"/>
                                  </a:cubicBezTo>
                                  <a:cubicBezTo>
                                    <a:pt x="25718" y="39053"/>
                                    <a:pt x="24765" y="40005"/>
                                    <a:pt x="23813" y="40005"/>
                                  </a:cubicBezTo>
                                  <a:cubicBezTo>
                                    <a:pt x="21907" y="41910"/>
                                    <a:pt x="20003" y="42863"/>
                                    <a:pt x="19050" y="43815"/>
                                  </a:cubicBezTo>
                                  <a:cubicBezTo>
                                    <a:pt x="18098" y="44768"/>
                                    <a:pt x="17145" y="45720"/>
                                    <a:pt x="16193" y="45720"/>
                                  </a:cubicBezTo>
                                  <a:lnTo>
                                    <a:pt x="16193" y="45720"/>
                                  </a:lnTo>
                                  <a:cubicBezTo>
                                    <a:pt x="15240" y="45720"/>
                                    <a:pt x="13335" y="44768"/>
                                    <a:pt x="12382" y="44768"/>
                                  </a:cubicBezTo>
                                  <a:cubicBezTo>
                                    <a:pt x="9525" y="43815"/>
                                    <a:pt x="7620" y="43815"/>
                                    <a:pt x="5715" y="42863"/>
                                  </a:cubicBezTo>
                                  <a:cubicBezTo>
                                    <a:pt x="1905" y="41910"/>
                                    <a:pt x="0" y="41910"/>
                                    <a:pt x="0" y="41910"/>
                                  </a:cubicBezTo>
                                  <a:cubicBezTo>
                                    <a:pt x="0" y="42863"/>
                                    <a:pt x="0" y="47625"/>
                                    <a:pt x="0" y="47625"/>
                                  </a:cubicBezTo>
                                  <a:cubicBezTo>
                                    <a:pt x="5715" y="47625"/>
                                    <a:pt x="6668" y="47625"/>
                                    <a:pt x="8573" y="48578"/>
                                  </a:cubicBezTo>
                                  <a:close/>
                                </a:path>
                              </a:pathLst>
                            </a:custGeom>
                            <a:grpFill/>
                            <a:ln w="9525" cap="flat">
                              <a:noFill/>
                              <a:prstDash val="solid"/>
                              <a:miter/>
                            </a:ln>
                          </p:spPr>
                          <p:txBody>
                            <a:bodyPr rtlCol="0" anchor="ctr"/>
                            <a:lstStyle/>
                            <a:p>
                              <a:endParaRPr lang="en-US"/>
                            </a:p>
                          </p:txBody>
                        </p:sp>
                      </p:grpSp>
                      <p:grpSp>
                        <p:nvGrpSpPr>
                          <p:cNvPr id="271" name="Graphic 2">
                            <a:extLst>
                              <a:ext uri="{FF2B5EF4-FFF2-40B4-BE49-F238E27FC236}">
                                <a16:creationId xmlns:a16="http://schemas.microsoft.com/office/drawing/2014/main" id="{AE736AF3-0337-429B-AEF1-DA4B52809559}"/>
                              </a:ext>
                            </a:extLst>
                          </p:cNvPr>
                          <p:cNvGrpSpPr/>
                          <p:nvPr/>
                        </p:nvGrpSpPr>
                        <p:grpSpPr>
                          <a:xfrm>
                            <a:off x="3702205" y="3579367"/>
                            <a:ext cx="139408" cy="141922"/>
                            <a:chOff x="3702205" y="3579367"/>
                            <a:chExt cx="139408" cy="141922"/>
                          </a:xfrm>
                          <a:grpFill/>
                        </p:grpSpPr>
                        <p:sp>
                          <p:nvSpPr>
                            <p:cNvPr id="272" name="Freeform: Shape 271">
                              <a:extLst>
                                <a:ext uri="{FF2B5EF4-FFF2-40B4-BE49-F238E27FC236}">
                                  <a16:creationId xmlns:a16="http://schemas.microsoft.com/office/drawing/2014/main" id="{F272AE31-2A79-4884-81D8-6D39D5509BA5}"/>
                                </a:ext>
                              </a:extLst>
                            </p:cNvPr>
                            <p:cNvSpPr/>
                            <p:nvPr/>
                          </p:nvSpPr>
                          <p:spPr>
                            <a:xfrm>
                              <a:off x="3702205" y="3579367"/>
                              <a:ext cx="139408" cy="141922"/>
                            </a:xfrm>
                            <a:custGeom>
                              <a:avLst/>
                              <a:gdLst>
                                <a:gd name="connsiteX0" fmla="*/ 97499 w 139408"/>
                                <a:gd name="connsiteY0" fmla="*/ 8572 h 141922"/>
                                <a:gd name="connsiteX1" fmla="*/ 91783 w 139408"/>
                                <a:gd name="connsiteY1" fmla="*/ 5715 h 141922"/>
                                <a:gd name="connsiteX2" fmla="*/ 86069 w 139408"/>
                                <a:gd name="connsiteY2" fmla="*/ 2857 h 141922"/>
                                <a:gd name="connsiteX3" fmla="*/ 83211 w 139408"/>
                                <a:gd name="connsiteY3" fmla="*/ 1905 h 141922"/>
                                <a:gd name="connsiteX4" fmla="*/ 78449 w 139408"/>
                                <a:gd name="connsiteY4" fmla="*/ 0 h 141922"/>
                                <a:gd name="connsiteX5" fmla="*/ 78449 w 139408"/>
                                <a:gd name="connsiteY5" fmla="*/ 0 h 141922"/>
                                <a:gd name="connsiteX6" fmla="*/ 78449 w 139408"/>
                                <a:gd name="connsiteY6" fmla="*/ 0 h 141922"/>
                                <a:gd name="connsiteX7" fmla="*/ 77496 w 139408"/>
                                <a:gd name="connsiteY7" fmla="*/ 0 h 141922"/>
                                <a:gd name="connsiteX8" fmla="*/ 74639 w 139408"/>
                                <a:gd name="connsiteY8" fmla="*/ 952 h 141922"/>
                                <a:gd name="connsiteX9" fmla="*/ 65114 w 139408"/>
                                <a:gd name="connsiteY9" fmla="*/ 3810 h 141922"/>
                                <a:gd name="connsiteX10" fmla="*/ 35586 w 139408"/>
                                <a:gd name="connsiteY10" fmla="*/ 19050 h 141922"/>
                                <a:gd name="connsiteX11" fmla="*/ 7011 w 139408"/>
                                <a:gd name="connsiteY11" fmla="*/ 51435 h 141922"/>
                                <a:gd name="connsiteX12" fmla="*/ 344 w 139408"/>
                                <a:gd name="connsiteY12" fmla="*/ 77152 h 141922"/>
                                <a:gd name="connsiteX13" fmla="*/ 4153 w 139408"/>
                                <a:gd name="connsiteY13" fmla="*/ 109538 h 141922"/>
                                <a:gd name="connsiteX14" fmla="*/ 4153 w 139408"/>
                                <a:gd name="connsiteY14" fmla="*/ 110490 h 141922"/>
                                <a:gd name="connsiteX15" fmla="*/ 4153 w 139408"/>
                                <a:gd name="connsiteY15" fmla="*/ 110490 h 141922"/>
                                <a:gd name="connsiteX16" fmla="*/ 7964 w 139408"/>
                                <a:gd name="connsiteY16" fmla="*/ 118110 h 141922"/>
                                <a:gd name="connsiteX17" fmla="*/ 20346 w 139408"/>
                                <a:gd name="connsiteY17" fmla="*/ 132397 h 141922"/>
                                <a:gd name="connsiteX18" fmla="*/ 26061 w 139408"/>
                                <a:gd name="connsiteY18" fmla="*/ 136207 h 141922"/>
                                <a:gd name="connsiteX19" fmla="*/ 31776 w 139408"/>
                                <a:gd name="connsiteY19" fmla="*/ 139065 h 141922"/>
                                <a:gd name="connsiteX20" fmla="*/ 33681 w 139408"/>
                                <a:gd name="connsiteY20" fmla="*/ 140017 h 141922"/>
                                <a:gd name="connsiteX21" fmla="*/ 34633 w 139408"/>
                                <a:gd name="connsiteY21" fmla="*/ 140017 h 141922"/>
                                <a:gd name="connsiteX22" fmla="*/ 48921 w 139408"/>
                                <a:gd name="connsiteY22" fmla="*/ 141922 h 141922"/>
                                <a:gd name="connsiteX23" fmla="*/ 54636 w 139408"/>
                                <a:gd name="connsiteY23" fmla="*/ 140017 h 141922"/>
                                <a:gd name="connsiteX24" fmla="*/ 60351 w 139408"/>
                                <a:gd name="connsiteY24" fmla="*/ 138113 h 141922"/>
                                <a:gd name="connsiteX25" fmla="*/ 73686 w 139408"/>
                                <a:gd name="connsiteY25" fmla="*/ 125730 h 141922"/>
                                <a:gd name="connsiteX26" fmla="*/ 73686 w 139408"/>
                                <a:gd name="connsiteY26" fmla="*/ 124777 h 141922"/>
                                <a:gd name="connsiteX27" fmla="*/ 75591 w 139408"/>
                                <a:gd name="connsiteY27" fmla="*/ 120967 h 141922"/>
                                <a:gd name="connsiteX28" fmla="*/ 81306 w 139408"/>
                                <a:gd name="connsiteY28" fmla="*/ 120015 h 141922"/>
                                <a:gd name="connsiteX29" fmla="*/ 94641 w 139408"/>
                                <a:gd name="connsiteY29" fmla="*/ 116205 h 141922"/>
                                <a:gd name="connsiteX30" fmla="*/ 96546 w 139408"/>
                                <a:gd name="connsiteY30" fmla="*/ 115252 h 141922"/>
                                <a:gd name="connsiteX31" fmla="*/ 96546 w 139408"/>
                                <a:gd name="connsiteY31" fmla="*/ 115252 h 141922"/>
                                <a:gd name="connsiteX32" fmla="*/ 106071 w 139408"/>
                                <a:gd name="connsiteY32" fmla="*/ 106680 h 141922"/>
                                <a:gd name="connsiteX33" fmla="*/ 111786 w 139408"/>
                                <a:gd name="connsiteY33" fmla="*/ 95250 h 141922"/>
                                <a:gd name="connsiteX34" fmla="*/ 112739 w 139408"/>
                                <a:gd name="connsiteY34" fmla="*/ 93345 h 141922"/>
                                <a:gd name="connsiteX35" fmla="*/ 113691 w 139408"/>
                                <a:gd name="connsiteY35" fmla="*/ 91440 h 141922"/>
                                <a:gd name="connsiteX36" fmla="*/ 116549 w 139408"/>
                                <a:gd name="connsiteY36" fmla="*/ 86677 h 141922"/>
                                <a:gd name="connsiteX37" fmla="*/ 117501 w 139408"/>
                                <a:gd name="connsiteY37" fmla="*/ 85725 h 141922"/>
                                <a:gd name="connsiteX38" fmla="*/ 118453 w 139408"/>
                                <a:gd name="connsiteY38" fmla="*/ 84772 h 141922"/>
                                <a:gd name="connsiteX39" fmla="*/ 118453 w 139408"/>
                                <a:gd name="connsiteY39" fmla="*/ 83820 h 141922"/>
                                <a:gd name="connsiteX40" fmla="*/ 121311 w 139408"/>
                                <a:gd name="connsiteY40" fmla="*/ 80010 h 141922"/>
                                <a:gd name="connsiteX41" fmla="*/ 129883 w 139408"/>
                                <a:gd name="connsiteY41" fmla="*/ 73342 h 141922"/>
                                <a:gd name="connsiteX42" fmla="*/ 132741 w 139408"/>
                                <a:gd name="connsiteY42" fmla="*/ 71438 h 141922"/>
                                <a:gd name="connsiteX43" fmla="*/ 134646 w 139408"/>
                                <a:gd name="connsiteY43" fmla="*/ 70485 h 141922"/>
                                <a:gd name="connsiteX44" fmla="*/ 134646 w 139408"/>
                                <a:gd name="connsiteY44" fmla="*/ 70485 h 141922"/>
                                <a:gd name="connsiteX45" fmla="*/ 134646 w 139408"/>
                                <a:gd name="connsiteY45" fmla="*/ 70485 h 141922"/>
                                <a:gd name="connsiteX46" fmla="*/ 134646 w 139408"/>
                                <a:gd name="connsiteY46" fmla="*/ 70485 h 141922"/>
                                <a:gd name="connsiteX47" fmla="*/ 136551 w 139408"/>
                                <a:gd name="connsiteY47" fmla="*/ 68580 h 141922"/>
                                <a:gd name="connsiteX48" fmla="*/ 137503 w 139408"/>
                                <a:gd name="connsiteY48" fmla="*/ 67627 h 141922"/>
                                <a:gd name="connsiteX49" fmla="*/ 137503 w 139408"/>
                                <a:gd name="connsiteY49" fmla="*/ 67627 h 141922"/>
                                <a:gd name="connsiteX50" fmla="*/ 138456 w 139408"/>
                                <a:gd name="connsiteY50" fmla="*/ 65722 h 141922"/>
                                <a:gd name="connsiteX51" fmla="*/ 139408 w 139408"/>
                                <a:gd name="connsiteY51" fmla="*/ 62865 h 141922"/>
                                <a:gd name="connsiteX52" fmla="*/ 139408 w 139408"/>
                                <a:gd name="connsiteY52" fmla="*/ 56197 h 141922"/>
                                <a:gd name="connsiteX53" fmla="*/ 131789 w 139408"/>
                                <a:gd name="connsiteY53" fmla="*/ 40957 h 141922"/>
                                <a:gd name="connsiteX54" fmla="*/ 119406 w 139408"/>
                                <a:gd name="connsiteY54" fmla="*/ 27622 h 141922"/>
                                <a:gd name="connsiteX55" fmla="*/ 107024 w 139408"/>
                                <a:gd name="connsiteY55" fmla="*/ 17145 h 141922"/>
                                <a:gd name="connsiteX56" fmla="*/ 97499 w 139408"/>
                                <a:gd name="connsiteY56" fmla="*/ 8572 h 141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39408" h="141922">
                                  <a:moveTo>
                                    <a:pt x="97499" y="8572"/>
                                  </a:moveTo>
                                  <a:cubicBezTo>
                                    <a:pt x="95594" y="7620"/>
                                    <a:pt x="93689" y="6667"/>
                                    <a:pt x="91783" y="5715"/>
                                  </a:cubicBezTo>
                                  <a:cubicBezTo>
                                    <a:pt x="89878" y="4763"/>
                                    <a:pt x="87974" y="3810"/>
                                    <a:pt x="86069" y="2857"/>
                                  </a:cubicBezTo>
                                  <a:cubicBezTo>
                                    <a:pt x="85116" y="2857"/>
                                    <a:pt x="84164" y="1905"/>
                                    <a:pt x="83211" y="1905"/>
                                  </a:cubicBezTo>
                                  <a:cubicBezTo>
                                    <a:pt x="83211" y="1905"/>
                                    <a:pt x="79401" y="952"/>
                                    <a:pt x="78449" y="0"/>
                                  </a:cubicBezTo>
                                  <a:cubicBezTo>
                                    <a:pt x="78449" y="0"/>
                                    <a:pt x="78449" y="0"/>
                                    <a:pt x="78449" y="0"/>
                                  </a:cubicBezTo>
                                  <a:cubicBezTo>
                                    <a:pt x="78449" y="0"/>
                                    <a:pt x="78449" y="0"/>
                                    <a:pt x="78449" y="0"/>
                                  </a:cubicBezTo>
                                  <a:cubicBezTo>
                                    <a:pt x="78449" y="0"/>
                                    <a:pt x="78449" y="0"/>
                                    <a:pt x="77496" y="0"/>
                                  </a:cubicBezTo>
                                  <a:cubicBezTo>
                                    <a:pt x="76544" y="0"/>
                                    <a:pt x="75591" y="0"/>
                                    <a:pt x="74639" y="952"/>
                                  </a:cubicBezTo>
                                  <a:cubicBezTo>
                                    <a:pt x="72733" y="1905"/>
                                    <a:pt x="68924" y="1905"/>
                                    <a:pt x="65114" y="3810"/>
                                  </a:cubicBezTo>
                                  <a:cubicBezTo>
                                    <a:pt x="57494" y="6667"/>
                                    <a:pt x="46064" y="11430"/>
                                    <a:pt x="35586" y="19050"/>
                                  </a:cubicBezTo>
                                  <a:cubicBezTo>
                                    <a:pt x="25108" y="26670"/>
                                    <a:pt x="14631" y="37147"/>
                                    <a:pt x="7011" y="51435"/>
                                  </a:cubicBezTo>
                                  <a:cubicBezTo>
                                    <a:pt x="3201" y="59055"/>
                                    <a:pt x="1296" y="66675"/>
                                    <a:pt x="344" y="77152"/>
                                  </a:cubicBezTo>
                                  <a:cubicBezTo>
                                    <a:pt x="-609" y="86677"/>
                                    <a:pt x="344" y="97155"/>
                                    <a:pt x="4153" y="109538"/>
                                  </a:cubicBezTo>
                                  <a:cubicBezTo>
                                    <a:pt x="4153" y="109538"/>
                                    <a:pt x="4153" y="110490"/>
                                    <a:pt x="4153" y="110490"/>
                                  </a:cubicBezTo>
                                  <a:cubicBezTo>
                                    <a:pt x="4153" y="110490"/>
                                    <a:pt x="4153" y="110490"/>
                                    <a:pt x="4153" y="110490"/>
                                  </a:cubicBezTo>
                                  <a:cubicBezTo>
                                    <a:pt x="5106" y="113347"/>
                                    <a:pt x="7011" y="115252"/>
                                    <a:pt x="7964" y="118110"/>
                                  </a:cubicBezTo>
                                  <a:cubicBezTo>
                                    <a:pt x="11774" y="123825"/>
                                    <a:pt x="15583" y="128588"/>
                                    <a:pt x="20346" y="132397"/>
                                  </a:cubicBezTo>
                                  <a:cubicBezTo>
                                    <a:pt x="22251" y="134302"/>
                                    <a:pt x="24156" y="135255"/>
                                    <a:pt x="26061" y="136207"/>
                                  </a:cubicBezTo>
                                  <a:cubicBezTo>
                                    <a:pt x="27966" y="137160"/>
                                    <a:pt x="29871" y="138113"/>
                                    <a:pt x="31776" y="139065"/>
                                  </a:cubicBezTo>
                                  <a:cubicBezTo>
                                    <a:pt x="32728" y="139065"/>
                                    <a:pt x="33681" y="140017"/>
                                    <a:pt x="33681" y="140017"/>
                                  </a:cubicBezTo>
                                  <a:cubicBezTo>
                                    <a:pt x="33681" y="140017"/>
                                    <a:pt x="33681" y="140017"/>
                                    <a:pt x="34633" y="140017"/>
                                  </a:cubicBezTo>
                                  <a:cubicBezTo>
                                    <a:pt x="40349" y="141922"/>
                                    <a:pt x="45111" y="141922"/>
                                    <a:pt x="48921" y="141922"/>
                                  </a:cubicBezTo>
                                  <a:cubicBezTo>
                                    <a:pt x="50826" y="141922"/>
                                    <a:pt x="52731" y="140970"/>
                                    <a:pt x="54636" y="140017"/>
                                  </a:cubicBezTo>
                                  <a:cubicBezTo>
                                    <a:pt x="56541" y="139065"/>
                                    <a:pt x="58446" y="138113"/>
                                    <a:pt x="60351" y="138113"/>
                                  </a:cubicBezTo>
                                  <a:cubicBezTo>
                                    <a:pt x="67019" y="134302"/>
                                    <a:pt x="70828" y="129540"/>
                                    <a:pt x="73686" y="125730"/>
                                  </a:cubicBezTo>
                                  <a:cubicBezTo>
                                    <a:pt x="73686" y="125730"/>
                                    <a:pt x="73686" y="125730"/>
                                    <a:pt x="73686" y="124777"/>
                                  </a:cubicBezTo>
                                  <a:cubicBezTo>
                                    <a:pt x="75591" y="122872"/>
                                    <a:pt x="75591" y="120967"/>
                                    <a:pt x="75591" y="120967"/>
                                  </a:cubicBezTo>
                                  <a:cubicBezTo>
                                    <a:pt x="77496" y="120967"/>
                                    <a:pt x="79401" y="120015"/>
                                    <a:pt x="81306" y="120015"/>
                                  </a:cubicBezTo>
                                  <a:cubicBezTo>
                                    <a:pt x="86069" y="119063"/>
                                    <a:pt x="90831" y="118110"/>
                                    <a:pt x="94641" y="116205"/>
                                  </a:cubicBezTo>
                                  <a:cubicBezTo>
                                    <a:pt x="95594" y="116205"/>
                                    <a:pt x="95594" y="115252"/>
                                    <a:pt x="96546" y="115252"/>
                                  </a:cubicBezTo>
                                  <a:cubicBezTo>
                                    <a:pt x="96546" y="115252"/>
                                    <a:pt x="96546" y="115252"/>
                                    <a:pt x="96546" y="115252"/>
                                  </a:cubicBezTo>
                                  <a:cubicBezTo>
                                    <a:pt x="100356" y="113347"/>
                                    <a:pt x="103214" y="110490"/>
                                    <a:pt x="106071" y="106680"/>
                                  </a:cubicBezTo>
                                  <a:cubicBezTo>
                                    <a:pt x="108928" y="103822"/>
                                    <a:pt x="109881" y="99060"/>
                                    <a:pt x="111786" y="95250"/>
                                  </a:cubicBezTo>
                                  <a:cubicBezTo>
                                    <a:pt x="111786" y="94297"/>
                                    <a:pt x="112739" y="94297"/>
                                    <a:pt x="112739" y="93345"/>
                                  </a:cubicBezTo>
                                  <a:cubicBezTo>
                                    <a:pt x="112739" y="92392"/>
                                    <a:pt x="113691" y="92392"/>
                                    <a:pt x="113691" y="91440"/>
                                  </a:cubicBezTo>
                                  <a:cubicBezTo>
                                    <a:pt x="114644" y="89535"/>
                                    <a:pt x="115596" y="87630"/>
                                    <a:pt x="116549" y="86677"/>
                                  </a:cubicBezTo>
                                  <a:cubicBezTo>
                                    <a:pt x="116549" y="86677"/>
                                    <a:pt x="117501" y="85725"/>
                                    <a:pt x="117501" y="85725"/>
                                  </a:cubicBezTo>
                                  <a:cubicBezTo>
                                    <a:pt x="117501" y="85725"/>
                                    <a:pt x="117501" y="84772"/>
                                    <a:pt x="118453" y="84772"/>
                                  </a:cubicBezTo>
                                  <a:lnTo>
                                    <a:pt x="118453" y="83820"/>
                                  </a:lnTo>
                                  <a:cubicBezTo>
                                    <a:pt x="119406" y="82867"/>
                                    <a:pt x="119406" y="81915"/>
                                    <a:pt x="121311" y="80010"/>
                                  </a:cubicBezTo>
                                  <a:cubicBezTo>
                                    <a:pt x="123216" y="78105"/>
                                    <a:pt x="125121" y="76200"/>
                                    <a:pt x="129883" y="73342"/>
                                  </a:cubicBezTo>
                                  <a:cubicBezTo>
                                    <a:pt x="130836" y="72390"/>
                                    <a:pt x="131789" y="71438"/>
                                    <a:pt x="132741" y="71438"/>
                                  </a:cubicBezTo>
                                  <a:cubicBezTo>
                                    <a:pt x="133694" y="71438"/>
                                    <a:pt x="133694" y="70485"/>
                                    <a:pt x="134646" y="70485"/>
                                  </a:cubicBezTo>
                                  <a:lnTo>
                                    <a:pt x="134646" y="70485"/>
                                  </a:lnTo>
                                  <a:lnTo>
                                    <a:pt x="134646" y="70485"/>
                                  </a:lnTo>
                                  <a:cubicBezTo>
                                    <a:pt x="134646" y="70485"/>
                                    <a:pt x="134646" y="70485"/>
                                    <a:pt x="134646" y="70485"/>
                                  </a:cubicBezTo>
                                  <a:cubicBezTo>
                                    <a:pt x="135599" y="69532"/>
                                    <a:pt x="135599" y="69532"/>
                                    <a:pt x="136551" y="68580"/>
                                  </a:cubicBezTo>
                                  <a:cubicBezTo>
                                    <a:pt x="136551" y="68580"/>
                                    <a:pt x="136551" y="68580"/>
                                    <a:pt x="137503" y="67627"/>
                                  </a:cubicBezTo>
                                  <a:lnTo>
                                    <a:pt x="137503" y="67627"/>
                                  </a:lnTo>
                                  <a:cubicBezTo>
                                    <a:pt x="137503" y="66675"/>
                                    <a:pt x="138456" y="66675"/>
                                    <a:pt x="138456" y="65722"/>
                                  </a:cubicBezTo>
                                  <a:cubicBezTo>
                                    <a:pt x="138456" y="64770"/>
                                    <a:pt x="139408" y="63817"/>
                                    <a:pt x="139408" y="62865"/>
                                  </a:cubicBezTo>
                                  <a:cubicBezTo>
                                    <a:pt x="139408" y="60960"/>
                                    <a:pt x="139408" y="59055"/>
                                    <a:pt x="139408" y="56197"/>
                                  </a:cubicBezTo>
                                  <a:cubicBezTo>
                                    <a:pt x="138456" y="51435"/>
                                    <a:pt x="136551" y="45720"/>
                                    <a:pt x="131789" y="40957"/>
                                  </a:cubicBezTo>
                                  <a:cubicBezTo>
                                    <a:pt x="127978" y="36195"/>
                                    <a:pt x="124169" y="31432"/>
                                    <a:pt x="119406" y="27622"/>
                                  </a:cubicBezTo>
                                  <a:cubicBezTo>
                                    <a:pt x="115596" y="23813"/>
                                    <a:pt x="110833" y="20002"/>
                                    <a:pt x="107024" y="17145"/>
                                  </a:cubicBezTo>
                                  <a:cubicBezTo>
                                    <a:pt x="105119" y="13335"/>
                                    <a:pt x="101308" y="10477"/>
                                    <a:pt x="97499" y="8572"/>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240BCFCA-3EB6-4920-8EC4-949741F3BE73}"/>
                                </a:ext>
                              </a:extLst>
                            </p:cNvPr>
                            <p:cNvSpPr/>
                            <p:nvPr/>
                          </p:nvSpPr>
                          <p:spPr>
                            <a:xfrm>
                              <a:off x="3709216" y="3579367"/>
                              <a:ext cx="132397" cy="139064"/>
                            </a:xfrm>
                            <a:custGeom>
                              <a:avLst/>
                              <a:gdLst>
                                <a:gd name="connsiteX0" fmla="*/ 76200 w 132397"/>
                                <a:gd name="connsiteY0" fmla="*/ 5715 h 139064"/>
                                <a:gd name="connsiteX1" fmla="*/ 76200 w 132397"/>
                                <a:gd name="connsiteY1" fmla="*/ 6667 h 139064"/>
                                <a:gd name="connsiteX2" fmla="*/ 80010 w 132397"/>
                                <a:gd name="connsiteY2" fmla="*/ 9525 h 139064"/>
                                <a:gd name="connsiteX3" fmla="*/ 89535 w 132397"/>
                                <a:gd name="connsiteY3" fmla="*/ 18097 h 139064"/>
                                <a:gd name="connsiteX4" fmla="*/ 102870 w 132397"/>
                                <a:gd name="connsiteY4" fmla="*/ 28575 h 139064"/>
                                <a:gd name="connsiteX5" fmla="*/ 106680 w 132397"/>
                                <a:gd name="connsiteY5" fmla="*/ 31432 h 139064"/>
                                <a:gd name="connsiteX6" fmla="*/ 108585 w 132397"/>
                                <a:gd name="connsiteY6" fmla="*/ 33338 h 139064"/>
                                <a:gd name="connsiteX7" fmla="*/ 108585 w 132397"/>
                                <a:gd name="connsiteY7" fmla="*/ 33338 h 139064"/>
                                <a:gd name="connsiteX8" fmla="*/ 108585 w 132397"/>
                                <a:gd name="connsiteY8" fmla="*/ 33338 h 139064"/>
                                <a:gd name="connsiteX9" fmla="*/ 109538 w 132397"/>
                                <a:gd name="connsiteY9" fmla="*/ 34290 h 139064"/>
                                <a:gd name="connsiteX10" fmla="*/ 116205 w 132397"/>
                                <a:gd name="connsiteY10" fmla="*/ 40957 h 139064"/>
                                <a:gd name="connsiteX11" fmla="*/ 119063 w 132397"/>
                                <a:gd name="connsiteY11" fmla="*/ 43815 h 139064"/>
                                <a:gd name="connsiteX12" fmla="*/ 121920 w 132397"/>
                                <a:gd name="connsiteY12" fmla="*/ 46672 h 139064"/>
                                <a:gd name="connsiteX13" fmla="*/ 122872 w 132397"/>
                                <a:gd name="connsiteY13" fmla="*/ 48577 h 139064"/>
                                <a:gd name="connsiteX14" fmla="*/ 123825 w 132397"/>
                                <a:gd name="connsiteY14" fmla="*/ 50482 h 139064"/>
                                <a:gd name="connsiteX15" fmla="*/ 125730 w 132397"/>
                                <a:gd name="connsiteY15" fmla="*/ 53340 h 139064"/>
                                <a:gd name="connsiteX16" fmla="*/ 128588 w 132397"/>
                                <a:gd name="connsiteY16" fmla="*/ 58102 h 139064"/>
                                <a:gd name="connsiteX17" fmla="*/ 130492 w 132397"/>
                                <a:gd name="connsiteY17" fmla="*/ 61913 h 139064"/>
                                <a:gd name="connsiteX18" fmla="*/ 131445 w 132397"/>
                                <a:gd name="connsiteY18" fmla="*/ 64770 h 139064"/>
                                <a:gd name="connsiteX19" fmla="*/ 132397 w 132397"/>
                                <a:gd name="connsiteY19" fmla="*/ 66675 h 139064"/>
                                <a:gd name="connsiteX20" fmla="*/ 132397 w 132397"/>
                                <a:gd name="connsiteY20" fmla="*/ 66675 h 139064"/>
                                <a:gd name="connsiteX21" fmla="*/ 132397 w 132397"/>
                                <a:gd name="connsiteY21" fmla="*/ 66675 h 139064"/>
                                <a:gd name="connsiteX22" fmla="*/ 132397 w 132397"/>
                                <a:gd name="connsiteY22" fmla="*/ 66675 h 139064"/>
                                <a:gd name="connsiteX23" fmla="*/ 131445 w 132397"/>
                                <a:gd name="connsiteY23" fmla="*/ 65722 h 139064"/>
                                <a:gd name="connsiteX24" fmla="*/ 130492 w 132397"/>
                                <a:gd name="connsiteY24" fmla="*/ 62865 h 139064"/>
                                <a:gd name="connsiteX25" fmla="*/ 128588 w 132397"/>
                                <a:gd name="connsiteY25" fmla="*/ 59055 h 139064"/>
                                <a:gd name="connsiteX26" fmla="*/ 125730 w 132397"/>
                                <a:gd name="connsiteY26" fmla="*/ 54292 h 139064"/>
                                <a:gd name="connsiteX27" fmla="*/ 123825 w 132397"/>
                                <a:gd name="connsiteY27" fmla="*/ 51435 h 139064"/>
                                <a:gd name="connsiteX28" fmla="*/ 122872 w 132397"/>
                                <a:gd name="connsiteY28" fmla="*/ 49530 h 139064"/>
                                <a:gd name="connsiteX29" fmla="*/ 121920 w 132397"/>
                                <a:gd name="connsiteY29" fmla="*/ 47625 h 139064"/>
                                <a:gd name="connsiteX30" fmla="*/ 119063 w 132397"/>
                                <a:gd name="connsiteY30" fmla="*/ 44767 h 139064"/>
                                <a:gd name="connsiteX31" fmla="*/ 116205 w 132397"/>
                                <a:gd name="connsiteY31" fmla="*/ 41910 h 139064"/>
                                <a:gd name="connsiteX32" fmla="*/ 109538 w 132397"/>
                                <a:gd name="connsiteY32" fmla="*/ 35242 h 139064"/>
                                <a:gd name="connsiteX33" fmla="*/ 108585 w 132397"/>
                                <a:gd name="connsiteY33" fmla="*/ 34290 h 139064"/>
                                <a:gd name="connsiteX34" fmla="*/ 108585 w 132397"/>
                                <a:gd name="connsiteY34" fmla="*/ 34290 h 139064"/>
                                <a:gd name="connsiteX35" fmla="*/ 108585 w 132397"/>
                                <a:gd name="connsiteY35" fmla="*/ 34290 h 139064"/>
                                <a:gd name="connsiteX36" fmla="*/ 106680 w 132397"/>
                                <a:gd name="connsiteY36" fmla="*/ 33338 h 139064"/>
                                <a:gd name="connsiteX37" fmla="*/ 102870 w 132397"/>
                                <a:gd name="connsiteY37" fmla="*/ 30480 h 139064"/>
                                <a:gd name="connsiteX38" fmla="*/ 89535 w 132397"/>
                                <a:gd name="connsiteY38" fmla="*/ 20002 h 139064"/>
                                <a:gd name="connsiteX39" fmla="*/ 78105 w 132397"/>
                                <a:gd name="connsiteY39" fmla="*/ 9525 h 139064"/>
                                <a:gd name="connsiteX40" fmla="*/ 78105 w 132397"/>
                                <a:gd name="connsiteY40" fmla="*/ 12382 h 139064"/>
                                <a:gd name="connsiteX41" fmla="*/ 78105 w 132397"/>
                                <a:gd name="connsiteY41" fmla="*/ 16192 h 139064"/>
                                <a:gd name="connsiteX42" fmla="*/ 77152 w 132397"/>
                                <a:gd name="connsiteY42" fmla="*/ 20955 h 139064"/>
                                <a:gd name="connsiteX43" fmla="*/ 76200 w 132397"/>
                                <a:gd name="connsiteY43" fmla="*/ 30480 h 139064"/>
                                <a:gd name="connsiteX44" fmla="*/ 76200 w 132397"/>
                                <a:gd name="connsiteY44" fmla="*/ 32385 h 139064"/>
                                <a:gd name="connsiteX45" fmla="*/ 76200 w 132397"/>
                                <a:gd name="connsiteY45" fmla="*/ 32385 h 139064"/>
                                <a:gd name="connsiteX46" fmla="*/ 78105 w 132397"/>
                                <a:gd name="connsiteY46" fmla="*/ 37147 h 139064"/>
                                <a:gd name="connsiteX47" fmla="*/ 80963 w 132397"/>
                                <a:gd name="connsiteY47" fmla="*/ 42863 h 139064"/>
                                <a:gd name="connsiteX48" fmla="*/ 91440 w 132397"/>
                                <a:gd name="connsiteY48" fmla="*/ 56197 h 139064"/>
                                <a:gd name="connsiteX49" fmla="*/ 97155 w 132397"/>
                                <a:gd name="connsiteY49" fmla="*/ 62865 h 139064"/>
                                <a:gd name="connsiteX50" fmla="*/ 100013 w 132397"/>
                                <a:gd name="connsiteY50" fmla="*/ 66675 h 139064"/>
                                <a:gd name="connsiteX51" fmla="*/ 102870 w 132397"/>
                                <a:gd name="connsiteY51" fmla="*/ 70485 h 139064"/>
                                <a:gd name="connsiteX52" fmla="*/ 106680 w 132397"/>
                                <a:gd name="connsiteY52" fmla="*/ 76200 h 139064"/>
                                <a:gd name="connsiteX53" fmla="*/ 108585 w 132397"/>
                                <a:gd name="connsiteY53" fmla="*/ 79057 h 139064"/>
                                <a:gd name="connsiteX54" fmla="*/ 109538 w 132397"/>
                                <a:gd name="connsiteY54" fmla="*/ 80963 h 139064"/>
                                <a:gd name="connsiteX55" fmla="*/ 111442 w 132397"/>
                                <a:gd name="connsiteY55" fmla="*/ 87630 h 139064"/>
                                <a:gd name="connsiteX56" fmla="*/ 111442 w 132397"/>
                                <a:gd name="connsiteY56" fmla="*/ 88582 h 139064"/>
                                <a:gd name="connsiteX57" fmla="*/ 111442 w 132397"/>
                                <a:gd name="connsiteY57" fmla="*/ 89535 h 139064"/>
                                <a:gd name="connsiteX58" fmla="*/ 111442 w 132397"/>
                                <a:gd name="connsiteY58" fmla="*/ 90488 h 139064"/>
                                <a:gd name="connsiteX59" fmla="*/ 111442 w 132397"/>
                                <a:gd name="connsiteY59" fmla="*/ 91440 h 139064"/>
                                <a:gd name="connsiteX60" fmla="*/ 111442 w 132397"/>
                                <a:gd name="connsiteY60" fmla="*/ 92392 h 139064"/>
                                <a:gd name="connsiteX61" fmla="*/ 110490 w 132397"/>
                                <a:gd name="connsiteY61" fmla="*/ 94297 h 139064"/>
                                <a:gd name="connsiteX62" fmla="*/ 111442 w 132397"/>
                                <a:gd name="connsiteY62" fmla="*/ 93345 h 139064"/>
                                <a:gd name="connsiteX63" fmla="*/ 111442 w 132397"/>
                                <a:gd name="connsiteY63" fmla="*/ 92392 h 139064"/>
                                <a:gd name="connsiteX64" fmla="*/ 111442 w 132397"/>
                                <a:gd name="connsiteY64" fmla="*/ 91440 h 139064"/>
                                <a:gd name="connsiteX65" fmla="*/ 111442 w 132397"/>
                                <a:gd name="connsiteY65" fmla="*/ 90488 h 139064"/>
                                <a:gd name="connsiteX66" fmla="*/ 111442 w 132397"/>
                                <a:gd name="connsiteY66" fmla="*/ 89535 h 139064"/>
                                <a:gd name="connsiteX67" fmla="*/ 111442 w 132397"/>
                                <a:gd name="connsiteY67" fmla="*/ 88582 h 139064"/>
                                <a:gd name="connsiteX68" fmla="*/ 109538 w 132397"/>
                                <a:gd name="connsiteY68" fmla="*/ 81915 h 139064"/>
                                <a:gd name="connsiteX69" fmla="*/ 108585 w 132397"/>
                                <a:gd name="connsiteY69" fmla="*/ 80010 h 139064"/>
                                <a:gd name="connsiteX70" fmla="*/ 106680 w 132397"/>
                                <a:gd name="connsiteY70" fmla="*/ 77152 h 139064"/>
                                <a:gd name="connsiteX71" fmla="*/ 101917 w 132397"/>
                                <a:gd name="connsiteY71" fmla="*/ 71438 h 139064"/>
                                <a:gd name="connsiteX72" fmla="*/ 99060 w 132397"/>
                                <a:gd name="connsiteY72" fmla="*/ 68580 h 139064"/>
                                <a:gd name="connsiteX73" fmla="*/ 96202 w 132397"/>
                                <a:gd name="connsiteY73" fmla="*/ 64770 h 139064"/>
                                <a:gd name="connsiteX74" fmla="*/ 90488 w 132397"/>
                                <a:gd name="connsiteY74" fmla="*/ 58102 h 139064"/>
                                <a:gd name="connsiteX75" fmla="*/ 79057 w 132397"/>
                                <a:gd name="connsiteY75" fmla="*/ 44767 h 139064"/>
                                <a:gd name="connsiteX76" fmla="*/ 75247 w 132397"/>
                                <a:gd name="connsiteY76" fmla="*/ 38100 h 139064"/>
                                <a:gd name="connsiteX77" fmla="*/ 75247 w 132397"/>
                                <a:gd name="connsiteY77" fmla="*/ 37147 h 139064"/>
                                <a:gd name="connsiteX78" fmla="*/ 74295 w 132397"/>
                                <a:gd name="connsiteY78" fmla="*/ 40957 h 139064"/>
                                <a:gd name="connsiteX79" fmla="*/ 72390 w 132397"/>
                                <a:gd name="connsiteY79" fmla="*/ 52388 h 139064"/>
                                <a:gd name="connsiteX80" fmla="*/ 70485 w 132397"/>
                                <a:gd name="connsiteY80" fmla="*/ 62865 h 139064"/>
                                <a:gd name="connsiteX81" fmla="*/ 70485 w 132397"/>
                                <a:gd name="connsiteY81" fmla="*/ 63817 h 139064"/>
                                <a:gd name="connsiteX82" fmla="*/ 70485 w 132397"/>
                                <a:gd name="connsiteY82" fmla="*/ 65722 h 139064"/>
                                <a:gd name="connsiteX83" fmla="*/ 73342 w 132397"/>
                                <a:gd name="connsiteY83" fmla="*/ 73342 h 139064"/>
                                <a:gd name="connsiteX84" fmla="*/ 76200 w 132397"/>
                                <a:gd name="connsiteY84" fmla="*/ 78105 h 139064"/>
                                <a:gd name="connsiteX85" fmla="*/ 79057 w 132397"/>
                                <a:gd name="connsiteY85" fmla="*/ 83820 h 139064"/>
                                <a:gd name="connsiteX86" fmla="*/ 80010 w 132397"/>
                                <a:gd name="connsiteY86" fmla="*/ 86677 h 139064"/>
                                <a:gd name="connsiteX87" fmla="*/ 80963 w 132397"/>
                                <a:gd name="connsiteY87" fmla="*/ 89535 h 139064"/>
                                <a:gd name="connsiteX88" fmla="*/ 81915 w 132397"/>
                                <a:gd name="connsiteY88" fmla="*/ 92392 h 139064"/>
                                <a:gd name="connsiteX89" fmla="*/ 82867 w 132397"/>
                                <a:gd name="connsiteY89" fmla="*/ 95250 h 139064"/>
                                <a:gd name="connsiteX90" fmla="*/ 84772 w 132397"/>
                                <a:gd name="connsiteY90" fmla="*/ 100965 h 139064"/>
                                <a:gd name="connsiteX91" fmla="*/ 86677 w 132397"/>
                                <a:gd name="connsiteY91" fmla="*/ 106680 h 139064"/>
                                <a:gd name="connsiteX92" fmla="*/ 87630 w 132397"/>
                                <a:gd name="connsiteY92" fmla="*/ 109538 h 139064"/>
                                <a:gd name="connsiteX93" fmla="*/ 88582 w 132397"/>
                                <a:gd name="connsiteY93" fmla="*/ 112395 h 139064"/>
                                <a:gd name="connsiteX94" fmla="*/ 89535 w 132397"/>
                                <a:gd name="connsiteY94" fmla="*/ 113347 h 139064"/>
                                <a:gd name="connsiteX95" fmla="*/ 90488 w 132397"/>
                                <a:gd name="connsiteY95" fmla="*/ 114300 h 139064"/>
                                <a:gd name="connsiteX96" fmla="*/ 90488 w 132397"/>
                                <a:gd name="connsiteY96" fmla="*/ 114300 h 139064"/>
                                <a:gd name="connsiteX97" fmla="*/ 89535 w 132397"/>
                                <a:gd name="connsiteY97" fmla="*/ 111442 h 139064"/>
                                <a:gd name="connsiteX98" fmla="*/ 88582 w 132397"/>
                                <a:gd name="connsiteY98" fmla="*/ 108585 h 139064"/>
                                <a:gd name="connsiteX99" fmla="*/ 87630 w 132397"/>
                                <a:gd name="connsiteY99" fmla="*/ 105727 h 139064"/>
                                <a:gd name="connsiteX100" fmla="*/ 85725 w 132397"/>
                                <a:gd name="connsiteY100" fmla="*/ 100013 h 139064"/>
                                <a:gd name="connsiteX101" fmla="*/ 82867 w 132397"/>
                                <a:gd name="connsiteY101" fmla="*/ 94297 h 139064"/>
                                <a:gd name="connsiteX102" fmla="*/ 81915 w 132397"/>
                                <a:gd name="connsiteY102" fmla="*/ 93345 h 139064"/>
                                <a:gd name="connsiteX103" fmla="*/ 80963 w 132397"/>
                                <a:gd name="connsiteY103" fmla="*/ 92392 h 139064"/>
                                <a:gd name="connsiteX104" fmla="*/ 80010 w 132397"/>
                                <a:gd name="connsiteY104" fmla="*/ 89535 h 139064"/>
                                <a:gd name="connsiteX105" fmla="*/ 78105 w 132397"/>
                                <a:gd name="connsiteY105" fmla="*/ 86677 h 139064"/>
                                <a:gd name="connsiteX106" fmla="*/ 76200 w 132397"/>
                                <a:gd name="connsiteY106" fmla="*/ 83820 h 139064"/>
                                <a:gd name="connsiteX107" fmla="*/ 73342 w 132397"/>
                                <a:gd name="connsiteY107" fmla="*/ 79057 h 139064"/>
                                <a:gd name="connsiteX108" fmla="*/ 70485 w 132397"/>
                                <a:gd name="connsiteY108" fmla="*/ 74295 h 139064"/>
                                <a:gd name="connsiteX109" fmla="*/ 67627 w 132397"/>
                                <a:gd name="connsiteY109" fmla="*/ 69532 h 139064"/>
                                <a:gd name="connsiteX110" fmla="*/ 66675 w 132397"/>
                                <a:gd name="connsiteY110" fmla="*/ 76200 h 139064"/>
                                <a:gd name="connsiteX111" fmla="*/ 65722 w 132397"/>
                                <a:gd name="connsiteY111" fmla="*/ 88582 h 139064"/>
                                <a:gd name="connsiteX112" fmla="*/ 65722 w 132397"/>
                                <a:gd name="connsiteY112" fmla="*/ 95250 h 139064"/>
                                <a:gd name="connsiteX113" fmla="*/ 65722 w 132397"/>
                                <a:gd name="connsiteY113" fmla="*/ 100965 h 139064"/>
                                <a:gd name="connsiteX114" fmla="*/ 66675 w 132397"/>
                                <a:gd name="connsiteY114" fmla="*/ 112395 h 139064"/>
                                <a:gd name="connsiteX115" fmla="*/ 67627 w 132397"/>
                                <a:gd name="connsiteY115" fmla="*/ 118110 h 139064"/>
                                <a:gd name="connsiteX116" fmla="*/ 68580 w 132397"/>
                                <a:gd name="connsiteY116" fmla="*/ 122872 h 139064"/>
                                <a:gd name="connsiteX117" fmla="*/ 68580 w 132397"/>
                                <a:gd name="connsiteY117" fmla="*/ 123825 h 139064"/>
                                <a:gd name="connsiteX118" fmla="*/ 68580 w 132397"/>
                                <a:gd name="connsiteY118" fmla="*/ 123825 h 139064"/>
                                <a:gd name="connsiteX119" fmla="*/ 67627 w 132397"/>
                                <a:gd name="connsiteY119" fmla="*/ 119063 h 139064"/>
                                <a:gd name="connsiteX120" fmla="*/ 66675 w 132397"/>
                                <a:gd name="connsiteY120" fmla="*/ 113347 h 139064"/>
                                <a:gd name="connsiteX121" fmla="*/ 65722 w 132397"/>
                                <a:gd name="connsiteY121" fmla="*/ 101917 h 139064"/>
                                <a:gd name="connsiteX122" fmla="*/ 65722 w 132397"/>
                                <a:gd name="connsiteY122" fmla="*/ 99060 h 139064"/>
                                <a:gd name="connsiteX123" fmla="*/ 65722 w 132397"/>
                                <a:gd name="connsiteY123" fmla="*/ 96202 h 139064"/>
                                <a:gd name="connsiteX124" fmla="*/ 65722 w 132397"/>
                                <a:gd name="connsiteY124" fmla="*/ 93345 h 139064"/>
                                <a:gd name="connsiteX125" fmla="*/ 65722 w 132397"/>
                                <a:gd name="connsiteY125" fmla="*/ 90488 h 139064"/>
                                <a:gd name="connsiteX126" fmla="*/ 66675 w 132397"/>
                                <a:gd name="connsiteY126" fmla="*/ 78105 h 139064"/>
                                <a:gd name="connsiteX127" fmla="*/ 68580 w 132397"/>
                                <a:gd name="connsiteY127" fmla="*/ 65722 h 139064"/>
                                <a:gd name="connsiteX128" fmla="*/ 69532 w 132397"/>
                                <a:gd name="connsiteY128" fmla="*/ 56197 h 139064"/>
                                <a:gd name="connsiteX129" fmla="*/ 68580 w 132397"/>
                                <a:gd name="connsiteY129" fmla="*/ 57150 h 139064"/>
                                <a:gd name="connsiteX130" fmla="*/ 63817 w 132397"/>
                                <a:gd name="connsiteY130" fmla="*/ 62865 h 139064"/>
                                <a:gd name="connsiteX131" fmla="*/ 51435 w 132397"/>
                                <a:gd name="connsiteY131" fmla="*/ 75247 h 139064"/>
                                <a:gd name="connsiteX132" fmla="*/ 44767 w 132397"/>
                                <a:gd name="connsiteY132" fmla="*/ 82867 h 139064"/>
                                <a:gd name="connsiteX133" fmla="*/ 38100 w 132397"/>
                                <a:gd name="connsiteY133" fmla="*/ 91440 h 139064"/>
                                <a:gd name="connsiteX134" fmla="*/ 33338 w 132397"/>
                                <a:gd name="connsiteY134" fmla="*/ 101917 h 139064"/>
                                <a:gd name="connsiteX135" fmla="*/ 30480 w 132397"/>
                                <a:gd name="connsiteY135" fmla="*/ 113347 h 139064"/>
                                <a:gd name="connsiteX136" fmla="*/ 29527 w 132397"/>
                                <a:gd name="connsiteY136" fmla="*/ 119063 h 139064"/>
                                <a:gd name="connsiteX137" fmla="*/ 29527 w 132397"/>
                                <a:gd name="connsiteY137" fmla="*/ 125730 h 139064"/>
                                <a:gd name="connsiteX138" fmla="*/ 29527 w 132397"/>
                                <a:gd name="connsiteY138" fmla="*/ 128588 h 139064"/>
                                <a:gd name="connsiteX139" fmla="*/ 29527 w 132397"/>
                                <a:gd name="connsiteY139" fmla="*/ 131445 h 139064"/>
                                <a:gd name="connsiteX140" fmla="*/ 30480 w 132397"/>
                                <a:gd name="connsiteY140" fmla="*/ 138113 h 139064"/>
                                <a:gd name="connsiteX141" fmla="*/ 30480 w 132397"/>
                                <a:gd name="connsiteY141" fmla="*/ 139065 h 139064"/>
                                <a:gd name="connsiteX142" fmla="*/ 29527 w 132397"/>
                                <a:gd name="connsiteY142" fmla="*/ 139065 h 139064"/>
                                <a:gd name="connsiteX143" fmla="*/ 29527 w 132397"/>
                                <a:gd name="connsiteY143" fmla="*/ 138113 h 139064"/>
                                <a:gd name="connsiteX144" fmla="*/ 27622 w 132397"/>
                                <a:gd name="connsiteY144" fmla="*/ 125730 h 139064"/>
                                <a:gd name="connsiteX145" fmla="*/ 28575 w 132397"/>
                                <a:gd name="connsiteY145" fmla="*/ 113347 h 139064"/>
                                <a:gd name="connsiteX146" fmla="*/ 31432 w 132397"/>
                                <a:gd name="connsiteY146" fmla="*/ 101917 h 139064"/>
                                <a:gd name="connsiteX147" fmla="*/ 36195 w 132397"/>
                                <a:gd name="connsiteY147" fmla="*/ 91440 h 139064"/>
                                <a:gd name="connsiteX148" fmla="*/ 42863 w 132397"/>
                                <a:gd name="connsiteY148" fmla="*/ 82867 h 139064"/>
                                <a:gd name="connsiteX149" fmla="*/ 49530 w 132397"/>
                                <a:gd name="connsiteY149" fmla="*/ 75247 h 139064"/>
                                <a:gd name="connsiteX150" fmla="*/ 61913 w 132397"/>
                                <a:gd name="connsiteY150" fmla="*/ 62865 h 139064"/>
                                <a:gd name="connsiteX151" fmla="*/ 65722 w 132397"/>
                                <a:gd name="connsiteY151" fmla="*/ 57150 h 139064"/>
                                <a:gd name="connsiteX152" fmla="*/ 68580 w 132397"/>
                                <a:gd name="connsiteY152" fmla="*/ 52388 h 139064"/>
                                <a:gd name="connsiteX153" fmla="*/ 69532 w 132397"/>
                                <a:gd name="connsiteY153" fmla="*/ 49530 h 139064"/>
                                <a:gd name="connsiteX154" fmla="*/ 70485 w 132397"/>
                                <a:gd name="connsiteY154" fmla="*/ 40957 h 139064"/>
                                <a:gd name="connsiteX155" fmla="*/ 71438 w 132397"/>
                                <a:gd name="connsiteY155" fmla="*/ 35242 h 139064"/>
                                <a:gd name="connsiteX156" fmla="*/ 72390 w 132397"/>
                                <a:gd name="connsiteY156" fmla="*/ 29527 h 139064"/>
                                <a:gd name="connsiteX157" fmla="*/ 73342 w 132397"/>
                                <a:gd name="connsiteY157" fmla="*/ 20002 h 139064"/>
                                <a:gd name="connsiteX158" fmla="*/ 73342 w 132397"/>
                                <a:gd name="connsiteY158" fmla="*/ 19050 h 139064"/>
                                <a:gd name="connsiteX159" fmla="*/ 72390 w 132397"/>
                                <a:gd name="connsiteY159" fmla="*/ 20002 h 139064"/>
                                <a:gd name="connsiteX160" fmla="*/ 67627 w 132397"/>
                                <a:gd name="connsiteY160" fmla="*/ 23813 h 139064"/>
                                <a:gd name="connsiteX161" fmla="*/ 64770 w 132397"/>
                                <a:gd name="connsiteY161" fmla="*/ 25717 h 139064"/>
                                <a:gd name="connsiteX162" fmla="*/ 60960 w 132397"/>
                                <a:gd name="connsiteY162" fmla="*/ 27622 h 139064"/>
                                <a:gd name="connsiteX163" fmla="*/ 52388 w 132397"/>
                                <a:gd name="connsiteY163" fmla="*/ 33338 h 139064"/>
                                <a:gd name="connsiteX164" fmla="*/ 43815 w 132397"/>
                                <a:gd name="connsiteY164" fmla="*/ 40005 h 139064"/>
                                <a:gd name="connsiteX165" fmla="*/ 34290 w 132397"/>
                                <a:gd name="connsiteY165" fmla="*/ 47625 h 139064"/>
                                <a:gd name="connsiteX166" fmla="*/ 24765 w 132397"/>
                                <a:gd name="connsiteY166" fmla="*/ 56197 h 139064"/>
                                <a:gd name="connsiteX167" fmla="*/ 16192 w 132397"/>
                                <a:gd name="connsiteY167" fmla="*/ 65722 h 139064"/>
                                <a:gd name="connsiteX168" fmla="*/ 8572 w 132397"/>
                                <a:gd name="connsiteY168" fmla="*/ 76200 h 139064"/>
                                <a:gd name="connsiteX169" fmla="*/ 5715 w 132397"/>
                                <a:gd name="connsiteY169" fmla="*/ 81915 h 139064"/>
                                <a:gd name="connsiteX170" fmla="*/ 3810 w 132397"/>
                                <a:gd name="connsiteY170" fmla="*/ 87630 h 139064"/>
                                <a:gd name="connsiteX171" fmla="*/ 1905 w 132397"/>
                                <a:gd name="connsiteY171" fmla="*/ 93345 h 139064"/>
                                <a:gd name="connsiteX172" fmla="*/ 952 w 132397"/>
                                <a:gd name="connsiteY172" fmla="*/ 100013 h 139064"/>
                                <a:gd name="connsiteX173" fmla="*/ 0 w 132397"/>
                                <a:gd name="connsiteY173" fmla="*/ 105727 h 139064"/>
                                <a:gd name="connsiteX174" fmla="*/ 0 w 132397"/>
                                <a:gd name="connsiteY174" fmla="*/ 109538 h 139064"/>
                                <a:gd name="connsiteX175" fmla="*/ 0 w 132397"/>
                                <a:gd name="connsiteY175" fmla="*/ 108585 h 139064"/>
                                <a:gd name="connsiteX176" fmla="*/ 0 w 132397"/>
                                <a:gd name="connsiteY176" fmla="*/ 105727 h 139064"/>
                                <a:gd name="connsiteX177" fmla="*/ 952 w 132397"/>
                                <a:gd name="connsiteY177" fmla="*/ 100013 h 139064"/>
                                <a:gd name="connsiteX178" fmla="*/ 1905 w 132397"/>
                                <a:gd name="connsiteY178" fmla="*/ 93345 h 139064"/>
                                <a:gd name="connsiteX179" fmla="*/ 3810 w 132397"/>
                                <a:gd name="connsiteY179" fmla="*/ 86677 h 139064"/>
                                <a:gd name="connsiteX180" fmla="*/ 5715 w 132397"/>
                                <a:gd name="connsiteY180" fmla="*/ 80963 h 139064"/>
                                <a:gd name="connsiteX181" fmla="*/ 8572 w 132397"/>
                                <a:gd name="connsiteY181" fmla="*/ 75247 h 139064"/>
                                <a:gd name="connsiteX182" fmla="*/ 15240 w 132397"/>
                                <a:gd name="connsiteY182" fmla="*/ 63817 h 139064"/>
                                <a:gd name="connsiteX183" fmla="*/ 23813 w 132397"/>
                                <a:gd name="connsiteY183" fmla="*/ 54292 h 139064"/>
                                <a:gd name="connsiteX184" fmla="*/ 33338 w 132397"/>
                                <a:gd name="connsiteY184" fmla="*/ 45720 h 139064"/>
                                <a:gd name="connsiteX185" fmla="*/ 42863 w 132397"/>
                                <a:gd name="connsiteY185" fmla="*/ 38100 h 139064"/>
                                <a:gd name="connsiteX186" fmla="*/ 51435 w 132397"/>
                                <a:gd name="connsiteY186" fmla="*/ 31432 h 139064"/>
                                <a:gd name="connsiteX187" fmla="*/ 59055 w 132397"/>
                                <a:gd name="connsiteY187" fmla="*/ 25717 h 139064"/>
                                <a:gd name="connsiteX188" fmla="*/ 62865 w 132397"/>
                                <a:gd name="connsiteY188" fmla="*/ 23813 h 139064"/>
                                <a:gd name="connsiteX189" fmla="*/ 65722 w 132397"/>
                                <a:gd name="connsiteY189" fmla="*/ 21907 h 139064"/>
                                <a:gd name="connsiteX190" fmla="*/ 70485 w 132397"/>
                                <a:gd name="connsiteY190" fmla="*/ 18097 h 139064"/>
                                <a:gd name="connsiteX191" fmla="*/ 73342 w 132397"/>
                                <a:gd name="connsiteY191" fmla="*/ 16192 h 139064"/>
                                <a:gd name="connsiteX192" fmla="*/ 73342 w 132397"/>
                                <a:gd name="connsiteY192" fmla="*/ 16192 h 139064"/>
                                <a:gd name="connsiteX193" fmla="*/ 73342 w 132397"/>
                                <a:gd name="connsiteY193" fmla="*/ 12382 h 139064"/>
                                <a:gd name="connsiteX194" fmla="*/ 73342 w 132397"/>
                                <a:gd name="connsiteY194" fmla="*/ 5715 h 139064"/>
                                <a:gd name="connsiteX195" fmla="*/ 73342 w 132397"/>
                                <a:gd name="connsiteY195" fmla="*/ 0 h 139064"/>
                                <a:gd name="connsiteX196" fmla="*/ 78105 w 132397"/>
                                <a:gd name="connsiteY196" fmla="*/ 1905 h 139064"/>
                                <a:gd name="connsiteX197" fmla="*/ 76200 w 132397"/>
                                <a:gd name="connsiteY197" fmla="*/ 5715 h 139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32397" h="139064">
                                  <a:moveTo>
                                    <a:pt x="76200" y="5715"/>
                                  </a:moveTo>
                                  <a:cubicBezTo>
                                    <a:pt x="76200" y="5715"/>
                                    <a:pt x="76200" y="6667"/>
                                    <a:pt x="76200" y="6667"/>
                                  </a:cubicBezTo>
                                  <a:cubicBezTo>
                                    <a:pt x="76200" y="6667"/>
                                    <a:pt x="77152" y="7620"/>
                                    <a:pt x="80010" y="9525"/>
                                  </a:cubicBezTo>
                                  <a:cubicBezTo>
                                    <a:pt x="81915" y="11430"/>
                                    <a:pt x="85725" y="14288"/>
                                    <a:pt x="89535" y="18097"/>
                                  </a:cubicBezTo>
                                  <a:cubicBezTo>
                                    <a:pt x="93345" y="20955"/>
                                    <a:pt x="98107" y="24765"/>
                                    <a:pt x="102870" y="28575"/>
                                  </a:cubicBezTo>
                                  <a:cubicBezTo>
                                    <a:pt x="103822" y="29527"/>
                                    <a:pt x="105727" y="30480"/>
                                    <a:pt x="106680" y="31432"/>
                                  </a:cubicBezTo>
                                  <a:cubicBezTo>
                                    <a:pt x="107632" y="32385"/>
                                    <a:pt x="107632" y="32385"/>
                                    <a:pt x="108585" y="33338"/>
                                  </a:cubicBezTo>
                                  <a:lnTo>
                                    <a:pt x="108585" y="33338"/>
                                  </a:lnTo>
                                  <a:lnTo>
                                    <a:pt x="108585" y="33338"/>
                                  </a:lnTo>
                                  <a:lnTo>
                                    <a:pt x="109538" y="34290"/>
                                  </a:lnTo>
                                  <a:cubicBezTo>
                                    <a:pt x="111442" y="36195"/>
                                    <a:pt x="114300" y="38100"/>
                                    <a:pt x="116205" y="40957"/>
                                  </a:cubicBezTo>
                                  <a:cubicBezTo>
                                    <a:pt x="117157" y="41910"/>
                                    <a:pt x="118110" y="42863"/>
                                    <a:pt x="119063" y="43815"/>
                                  </a:cubicBezTo>
                                  <a:cubicBezTo>
                                    <a:pt x="120015" y="44767"/>
                                    <a:pt x="120967" y="45720"/>
                                    <a:pt x="121920" y="46672"/>
                                  </a:cubicBezTo>
                                  <a:cubicBezTo>
                                    <a:pt x="121920" y="47625"/>
                                    <a:pt x="122872" y="47625"/>
                                    <a:pt x="122872" y="48577"/>
                                  </a:cubicBezTo>
                                  <a:cubicBezTo>
                                    <a:pt x="122872" y="49530"/>
                                    <a:pt x="123825" y="49530"/>
                                    <a:pt x="123825" y="50482"/>
                                  </a:cubicBezTo>
                                  <a:cubicBezTo>
                                    <a:pt x="124777" y="51435"/>
                                    <a:pt x="124777" y="52388"/>
                                    <a:pt x="125730" y="53340"/>
                                  </a:cubicBezTo>
                                  <a:cubicBezTo>
                                    <a:pt x="126682" y="55245"/>
                                    <a:pt x="127635" y="57150"/>
                                    <a:pt x="128588" y="58102"/>
                                  </a:cubicBezTo>
                                  <a:cubicBezTo>
                                    <a:pt x="129540" y="60007"/>
                                    <a:pt x="129540" y="60960"/>
                                    <a:pt x="130492" y="61913"/>
                                  </a:cubicBezTo>
                                  <a:cubicBezTo>
                                    <a:pt x="130492" y="62865"/>
                                    <a:pt x="131445" y="63817"/>
                                    <a:pt x="131445" y="64770"/>
                                  </a:cubicBezTo>
                                  <a:cubicBezTo>
                                    <a:pt x="131445" y="65722"/>
                                    <a:pt x="131445" y="65722"/>
                                    <a:pt x="132397" y="66675"/>
                                  </a:cubicBezTo>
                                  <a:cubicBezTo>
                                    <a:pt x="132397" y="66675"/>
                                    <a:pt x="132397" y="66675"/>
                                    <a:pt x="132397" y="66675"/>
                                  </a:cubicBezTo>
                                  <a:lnTo>
                                    <a:pt x="132397" y="66675"/>
                                  </a:lnTo>
                                  <a:cubicBezTo>
                                    <a:pt x="132397" y="66675"/>
                                    <a:pt x="132397" y="66675"/>
                                    <a:pt x="132397" y="66675"/>
                                  </a:cubicBezTo>
                                  <a:cubicBezTo>
                                    <a:pt x="132397" y="66675"/>
                                    <a:pt x="132397" y="65722"/>
                                    <a:pt x="131445" y="65722"/>
                                  </a:cubicBezTo>
                                  <a:cubicBezTo>
                                    <a:pt x="131445" y="64770"/>
                                    <a:pt x="130492" y="63817"/>
                                    <a:pt x="130492" y="62865"/>
                                  </a:cubicBezTo>
                                  <a:cubicBezTo>
                                    <a:pt x="129540" y="61913"/>
                                    <a:pt x="128588" y="60960"/>
                                    <a:pt x="128588" y="59055"/>
                                  </a:cubicBezTo>
                                  <a:cubicBezTo>
                                    <a:pt x="127635" y="58102"/>
                                    <a:pt x="126682" y="56197"/>
                                    <a:pt x="125730" y="54292"/>
                                  </a:cubicBezTo>
                                  <a:cubicBezTo>
                                    <a:pt x="124777" y="53340"/>
                                    <a:pt x="124777" y="52388"/>
                                    <a:pt x="123825" y="51435"/>
                                  </a:cubicBezTo>
                                  <a:cubicBezTo>
                                    <a:pt x="123825" y="50482"/>
                                    <a:pt x="122872" y="50482"/>
                                    <a:pt x="122872" y="49530"/>
                                  </a:cubicBezTo>
                                  <a:cubicBezTo>
                                    <a:pt x="122872" y="48577"/>
                                    <a:pt x="121920" y="48577"/>
                                    <a:pt x="121920" y="47625"/>
                                  </a:cubicBezTo>
                                  <a:cubicBezTo>
                                    <a:pt x="120967" y="46672"/>
                                    <a:pt x="120015" y="45720"/>
                                    <a:pt x="119063" y="44767"/>
                                  </a:cubicBezTo>
                                  <a:cubicBezTo>
                                    <a:pt x="118110" y="43815"/>
                                    <a:pt x="117157" y="42863"/>
                                    <a:pt x="116205" y="41910"/>
                                  </a:cubicBezTo>
                                  <a:cubicBezTo>
                                    <a:pt x="114300" y="40005"/>
                                    <a:pt x="111442" y="38100"/>
                                    <a:pt x="109538" y="35242"/>
                                  </a:cubicBezTo>
                                  <a:lnTo>
                                    <a:pt x="108585" y="34290"/>
                                  </a:lnTo>
                                  <a:lnTo>
                                    <a:pt x="108585" y="34290"/>
                                  </a:lnTo>
                                  <a:lnTo>
                                    <a:pt x="108585" y="34290"/>
                                  </a:lnTo>
                                  <a:cubicBezTo>
                                    <a:pt x="107632" y="33338"/>
                                    <a:pt x="107632" y="33338"/>
                                    <a:pt x="106680" y="33338"/>
                                  </a:cubicBezTo>
                                  <a:cubicBezTo>
                                    <a:pt x="105727" y="32385"/>
                                    <a:pt x="104775" y="31432"/>
                                    <a:pt x="102870" y="30480"/>
                                  </a:cubicBezTo>
                                  <a:cubicBezTo>
                                    <a:pt x="98107" y="26670"/>
                                    <a:pt x="93345" y="22860"/>
                                    <a:pt x="89535" y="20002"/>
                                  </a:cubicBezTo>
                                  <a:cubicBezTo>
                                    <a:pt x="83820" y="15240"/>
                                    <a:pt x="80010" y="11430"/>
                                    <a:pt x="78105" y="9525"/>
                                  </a:cubicBezTo>
                                  <a:cubicBezTo>
                                    <a:pt x="78105" y="10477"/>
                                    <a:pt x="78105" y="11430"/>
                                    <a:pt x="78105" y="12382"/>
                                  </a:cubicBezTo>
                                  <a:cubicBezTo>
                                    <a:pt x="78105" y="13335"/>
                                    <a:pt x="78105" y="15240"/>
                                    <a:pt x="78105" y="16192"/>
                                  </a:cubicBezTo>
                                  <a:cubicBezTo>
                                    <a:pt x="78105" y="17145"/>
                                    <a:pt x="78105" y="19050"/>
                                    <a:pt x="77152" y="20955"/>
                                  </a:cubicBezTo>
                                  <a:cubicBezTo>
                                    <a:pt x="77152" y="23813"/>
                                    <a:pt x="76200" y="27622"/>
                                    <a:pt x="76200" y="30480"/>
                                  </a:cubicBezTo>
                                  <a:cubicBezTo>
                                    <a:pt x="76200" y="31432"/>
                                    <a:pt x="76200" y="31432"/>
                                    <a:pt x="76200" y="32385"/>
                                  </a:cubicBezTo>
                                  <a:cubicBezTo>
                                    <a:pt x="76200" y="32385"/>
                                    <a:pt x="76200" y="32385"/>
                                    <a:pt x="76200" y="32385"/>
                                  </a:cubicBezTo>
                                  <a:cubicBezTo>
                                    <a:pt x="76200" y="33338"/>
                                    <a:pt x="77152" y="35242"/>
                                    <a:pt x="78105" y="37147"/>
                                  </a:cubicBezTo>
                                  <a:cubicBezTo>
                                    <a:pt x="79057" y="39052"/>
                                    <a:pt x="80010" y="40957"/>
                                    <a:pt x="80963" y="42863"/>
                                  </a:cubicBezTo>
                                  <a:cubicBezTo>
                                    <a:pt x="83820" y="47625"/>
                                    <a:pt x="87630" y="51435"/>
                                    <a:pt x="91440" y="56197"/>
                                  </a:cubicBezTo>
                                  <a:cubicBezTo>
                                    <a:pt x="93345" y="58102"/>
                                    <a:pt x="95250" y="60960"/>
                                    <a:pt x="97155" y="62865"/>
                                  </a:cubicBezTo>
                                  <a:cubicBezTo>
                                    <a:pt x="98107" y="63817"/>
                                    <a:pt x="99060" y="64770"/>
                                    <a:pt x="100013" y="66675"/>
                                  </a:cubicBezTo>
                                  <a:cubicBezTo>
                                    <a:pt x="100965" y="67627"/>
                                    <a:pt x="101917" y="68580"/>
                                    <a:pt x="102870" y="70485"/>
                                  </a:cubicBezTo>
                                  <a:cubicBezTo>
                                    <a:pt x="104775" y="72390"/>
                                    <a:pt x="105727" y="74295"/>
                                    <a:pt x="106680" y="76200"/>
                                  </a:cubicBezTo>
                                  <a:cubicBezTo>
                                    <a:pt x="107632" y="77152"/>
                                    <a:pt x="107632" y="78105"/>
                                    <a:pt x="108585" y="79057"/>
                                  </a:cubicBezTo>
                                  <a:cubicBezTo>
                                    <a:pt x="108585" y="80010"/>
                                    <a:pt x="109538" y="80963"/>
                                    <a:pt x="109538" y="80963"/>
                                  </a:cubicBezTo>
                                  <a:cubicBezTo>
                                    <a:pt x="111442" y="83820"/>
                                    <a:pt x="111442" y="85725"/>
                                    <a:pt x="111442" y="87630"/>
                                  </a:cubicBezTo>
                                  <a:cubicBezTo>
                                    <a:pt x="111442" y="87630"/>
                                    <a:pt x="111442" y="87630"/>
                                    <a:pt x="111442" y="88582"/>
                                  </a:cubicBezTo>
                                  <a:cubicBezTo>
                                    <a:pt x="111442" y="88582"/>
                                    <a:pt x="111442" y="88582"/>
                                    <a:pt x="111442" y="89535"/>
                                  </a:cubicBezTo>
                                  <a:cubicBezTo>
                                    <a:pt x="111442" y="89535"/>
                                    <a:pt x="111442" y="90488"/>
                                    <a:pt x="111442" y="90488"/>
                                  </a:cubicBezTo>
                                  <a:cubicBezTo>
                                    <a:pt x="111442" y="90488"/>
                                    <a:pt x="111442" y="90488"/>
                                    <a:pt x="111442" y="91440"/>
                                  </a:cubicBezTo>
                                  <a:cubicBezTo>
                                    <a:pt x="111442" y="91440"/>
                                    <a:pt x="111442" y="91440"/>
                                    <a:pt x="111442" y="92392"/>
                                  </a:cubicBezTo>
                                  <a:cubicBezTo>
                                    <a:pt x="111442" y="93345"/>
                                    <a:pt x="110490" y="93345"/>
                                    <a:pt x="110490" y="94297"/>
                                  </a:cubicBezTo>
                                  <a:cubicBezTo>
                                    <a:pt x="110490" y="93345"/>
                                    <a:pt x="110490" y="93345"/>
                                    <a:pt x="111442" y="93345"/>
                                  </a:cubicBezTo>
                                  <a:cubicBezTo>
                                    <a:pt x="111442" y="93345"/>
                                    <a:pt x="111442" y="93345"/>
                                    <a:pt x="111442" y="92392"/>
                                  </a:cubicBezTo>
                                  <a:cubicBezTo>
                                    <a:pt x="111442" y="92392"/>
                                    <a:pt x="111442" y="92392"/>
                                    <a:pt x="111442" y="91440"/>
                                  </a:cubicBezTo>
                                  <a:cubicBezTo>
                                    <a:pt x="111442" y="91440"/>
                                    <a:pt x="111442" y="90488"/>
                                    <a:pt x="111442" y="90488"/>
                                  </a:cubicBezTo>
                                  <a:cubicBezTo>
                                    <a:pt x="111442" y="90488"/>
                                    <a:pt x="111442" y="90488"/>
                                    <a:pt x="111442" y="89535"/>
                                  </a:cubicBezTo>
                                  <a:cubicBezTo>
                                    <a:pt x="111442" y="89535"/>
                                    <a:pt x="111442" y="89535"/>
                                    <a:pt x="111442" y="88582"/>
                                  </a:cubicBezTo>
                                  <a:cubicBezTo>
                                    <a:pt x="111442" y="86677"/>
                                    <a:pt x="111442" y="84772"/>
                                    <a:pt x="109538" y="81915"/>
                                  </a:cubicBezTo>
                                  <a:cubicBezTo>
                                    <a:pt x="109538" y="80963"/>
                                    <a:pt x="108585" y="80010"/>
                                    <a:pt x="108585" y="80010"/>
                                  </a:cubicBezTo>
                                  <a:cubicBezTo>
                                    <a:pt x="107632" y="79057"/>
                                    <a:pt x="107632" y="78105"/>
                                    <a:pt x="106680" y="77152"/>
                                  </a:cubicBezTo>
                                  <a:cubicBezTo>
                                    <a:pt x="105727" y="75247"/>
                                    <a:pt x="103822" y="73342"/>
                                    <a:pt x="101917" y="71438"/>
                                  </a:cubicBezTo>
                                  <a:cubicBezTo>
                                    <a:pt x="100965" y="70485"/>
                                    <a:pt x="100013" y="69532"/>
                                    <a:pt x="99060" y="68580"/>
                                  </a:cubicBezTo>
                                  <a:cubicBezTo>
                                    <a:pt x="98107" y="67627"/>
                                    <a:pt x="97155" y="66675"/>
                                    <a:pt x="96202" y="64770"/>
                                  </a:cubicBezTo>
                                  <a:cubicBezTo>
                                    <a:pt x="94297" y="62865"/>
                                    <a:pt x="92392" y="60007"/>
                                    <a:pt x="90488" y="58102"/>
                                  </a:cubicBezTo>
                                  <a:cubicBezTo>
                                    <a:pt x="86677" y="53340"/>
                                    <a:pt x="81915" y="49530"/>
                                    <a:pt x="79057" y="44767"/>
                                  </a:cubicBezTo>
                                  <a:cubicBezTo>
                                    <a:pt x="77152" y="42863"/>
                                    <a:pt x="76200" y="40005"/>
                                    <a:pt x="75247" y="38100"/>
                                  </a:cubicBezTo>
                                  <a:cubicBezTo>
                                    <a:pt x="75247" y="38100"/>
                                    <a:pt x="75247" y="38100"/>
                                    <a:pt x="75247" y="37147"/>
                                  </a:cubicBezTo>
                                  <a:cubicBezTo>
                                    <a:pt x="75247" y="38100"/>
                                    <a:pt x="75247" y="39052"/>
                                    <a:pt x="74295" y="40957"/>
                                  </a:cubicBezTo>
                                  <a:cubicBezTo>
                                    <a:pt x="73342" y="44767"/>
                                    <a:pt x="73342" y="48577"/>
                                    <a:pt x="72390" y="52388"/>
                                  </a:cubicBezTo>
                                  <a:cubicBezTo>
                                    <a:pt x="71438" y="56197"/>
                                    <a:pt x="71438" y="59055"/>
                                    <a:pt x="70485" y="62865"/>
                                  </a:cubicBezTo>
                                  <a:cubicBezTo>
                                    <a:pt x="70485" y="62865"/>
                                    <a:pt x="70485" y="62865"/>
                                    <a:pt x="70485" y="63817"/>
                                  </a:cubicBezTo>
                                  <a:cubicBezTo>
                                    <a:pt x="70485" y="64770"/>
                                    <a:pt x="70485" y="64770"/>
                                    <a:pt x="70485" y="65722"/>
                                  </a:cubicBezTo>
                                  <a:cubicBezTo>
                                    <a:pt x="70485" y="67627"/>
                                    <a:pt x="71438" y="70485"/>
                                    <a:pt x="73342" y="73342"/>
                                  </a:cubicBezTo>
                                  <a:cubicBezTo>
                                    <a:pt x="74295" y="74295"/>
                                    <a:pt x="75247" y="76200"/>
                                    <a:pt x="76200" y="78105"/>
                                  </a:cubicBezTo>
                                  <a:cubicBezTo>
                                    <a:pt x="77152" y="80010"/>
                                    <a:pt x="78105" y="81915"/>
                                    <a:pt x="79057" y="83820"/>
                                  </a:cubicBezTo>
                                  <a:cubicBezTo>
                                    <a:pt x="80010" y="84772"/>
                                    <a:pt x="80010" y="85725"/>
                                    <a:pt x="80010" y="86677"/>
                                  </a:cubicBezTo>
                                  <a:cubicBezTo>
                                    <a:pt x="80010" y="87630"/>
                                    <a:pt x="80963" y="88582"/>
                                    <a:pt x="80963" y="89535"/>
                                  </a:cubicBezTo>
                                  <a:cubicBezTo>
                                    <a:pt x="80963" y="90488"/>
                                    <a:pt x="81915" y="91440"/>
                                    <a:pt x="81915" y="92392"/>
                                  </a:cubicBezTo>
                                  <a:cubicBezTo>
                                    <a:pt x="81915" y="93345"/>
                                    <a:pt x="82867" y="94297"/>
                                    <a:pt x="82867" y="95250"/>
                                  </a:cubicBezTo>
                                  <a:cubicBezTo>
                                    <a:pt x="83820" y="97155"/>
                                    <a:pt x="84772" y="99060"/>
                                    <a:pt x="84772" y="100965"/>
                                  </a:cubicBezTo>
                                  <a:cubicBezTo>
                                    <a:pt x="85725" y="102870"/>
                                    <a:pt x="86677" y="104775"/>
                                    <a:pt x="86677" y="106680"/>
                                  </a:cubicBezTo>
                                  <a:cubicBezTo>
                                    <a:pt x="86677" y="107632"/>
                                    <a:pt x="87630" y="108585"/>
                                    <a:pt x="87630" y="109538"/>
                                  </a:cubicBezTo>
                                  <a:cubicBezTo>
                                    <a:pt x="87630" y="110490"/>
                                    <a:pt x="88582" y="111442"/>
                                    <a:pt x="88582" y="112395"/>
                                  </a:cubicBezTo>
                                  <a:cubicBezTo>
                                    <a:pt x="88582" y="113347"/>
                                    <a:pt x="88582" y="113347"/>
                                    <a:pt x="89535" y="113347"/>
                                  </a:cubicBezTo>
                                  <a:cubicBezTo>
                                    <a:pt x="89535" y="114300"/>
                                    <a:pt x="89535" y="114300"/>
                                    <a:pt x="90488" y="114300"/>
                                  </a:cubicBezTo>
                                  <a:cubicBezTo>
                                    <a:pt x="90488" y="114300"/>
                                    <a:pt x="90488" y="114300"/>
                                    <a:pt x="90488" y="114300"/>
                                  </a:cubicBezTo>
                                  <a:cubicBezTo>
                                    <a:pt x="90488" y="113347"/>
                                    <a:pt x="89535" y="112395"/>
                                    <a:pt x="89535" y="111442"/>
                                  </a:cubicBezTo>
                                  <a:cubicBezTo>
                                    <a:pt x="89535" y="110490"/>
                                    <a:pt x="88582" y="109538"/>
                                    <a:pt x="88582" y="108585"/>
                                  </a:cubicBezTo>
                                  <a:cubicBezTo>
                                    <a:pt x="88582" y="107632"/>
                                    <a:pt x="87630" y="106680"/>
                                    <a:pt x="87630" y="105727"/>
                                  </a:cubicBezTo>
                                  <a:cubicBezTo>
                                    <a:pt x="86677" y="103822"/>
                                    <a:pt x="85725" y="101917"/>
                                    <a:pt x="85725" y="100013"/>
                                  </a:cubicBezTo>
                                  <a:cubicBezTo>
                                    <a:pt x="84772" y="98107"/>
                                    <a:pt x="83820" y="96202"/>
                                    <a:pt x="82867" y="94297"/>
                                  </a:cubicBezTo>
                                  <a:lnTo>
                                    <a:pt x="81915" y="93345"/>
                                  </a:lnTo>
                                  <a:lnTo>
                                    <a:pt x="80963" y="92392"/>
                                  </a:lnTo>
                                  <a:cubicBezTo>
                                    <a:pt x="80010" y="91440"/>
                                    <a:pt x="80010" y="90488"/>
                                    <a:pt x="80010" y="89535"/>
                                  </a:cubicBezTo>
                                  <a:cubicBezTo>
                                    <a:pt x="79057" y="88582"/>
                                    <a:pt x="79057" y="87630"/>
                                    <a:pt x="78105" y="86677"/>
                                  </a:cubicBezTo>
                                  <a:cubicBezTo>
                                    <a:pt x="77152" y="85725"/>
                                    <a:pt x="77152" y="84772"/>
                                    <a:pt x="76200" y="83820"/>
                                  </a:cubicBezTo>
                                  <a:cubicBezTo>
                                    <a:pt x="75247" y="81915"/>
                                    <a:pt x="74295" y="80010"/>
                                    <a:pt x="73342" y="79057"/>
                                  </a:cubicBezTo>
                                  <a:cubicBezTo>
                                    <a:pt x="72390" y="77152"/>
                                    <a:pt x="71438" y="76200"/>
                                    <a:pt x="70485" y="74295"/>
                                  </a:cubicBezTo>
                                  <a:cubicBezTo>
                                    <a:pt x="69532" y="72390"/>
                                    <a:pt x="68580" y="71438"/>
                                    <a:pt x="67627" y="69532"/>
                                  </a:cubicBezTo>
                                  <a:cubicBezTo>
                                    <a:pt x="67627" y="72390"/>
                                    <a:pt x="66675" y="74295"/>
                                    <a:pt x="66675" y="76200"/>
                                  </a:cubicBezTo>
                                  <a:cubicBezTo>
                                    <a:pt x="66675" y="80010"/>
                                    <a:pt x="65722" y="84772"/>
                                    <a:pt x="65722" y="88582"/>
                                  </a:cubicBezTo>
                                  <a:cubicBezTo>
                                    <a:pt x="65722" y="90488"/>
                                    <a:pt x="65722" y="92392"/>
                                    <a:pt x="65722" y="95250"/>
                                  </a:cubicBezTo>
                                  <a:cubicBezTo>
                                    <a:pt x="65722" y="97155"/>
                                    <a:pt x="65722" y="99060"/>
                                    <a:pt x="65722" y="100965"/>
                                  </a:cubicBezTo>
                                  <a:cubicBezTo>
                                    <a:pt x="65722" y="104775"/>
                                    <a:pt x="65722" y="108585"/>
                                    <a:pt x="66675" y="112395"/>
                                  </a:cubicBezTo>
                                  <a:cubicBezTo>
                                    <a:pt x="66675" y="114300"/>
                                    <a:pt x="67627" y="116205"/>
                                    <a:pt x="67627" y="118110"/>
                                  </a:cubicBezTo>
                                  <a:cubicBezTo>
                                    <a:pt x="67627" y="120015"/>
                                    <a:pt x="68580" y="120967"/>
                                    <a:pt x="68580" y="122872"/>
                                  </a:cubicBezTo>
                                  <a:cubicBezTo>
                                    <a:pt x="68580" y="122872"/>
                                    <a:pt x="68580" y="123825"/>
                                    <a:pt x="68580" y="123825"/>
                                  </a:cubicBezTo>
                                  <a:lnTo>
                                    <a:pt x="68580" y="123825"/>
                                  </a:lnTo>
                                  <a:cubicBezTo>
                                    <a:pt x="67627" y="121920"/>
                                    <a:pt x="67627" y="120967"/>
                                    <a:pt x="67627" y="119063"/>
                                  </a:cubicBezTo>
                                  <a:cubicBezTo>
                                    <a:pt x="67627" y="117157"/>
                                    <a:pt x="66675" y="115252"/>
                                    <a:pt x="66675" y="113347"/>
                                  </a:cubicBezTo>
                                  <a:cubicBezTo>
                                    <a:pt x="65722" y="109538"/>
                                    <a:pt x="65722" y="105727"/>
                                    <a:pt x="65722" y="101917"/>
                                  </a:cubicBezTo>
                                  <a:cubicBezTo>
                                    <a:pt x="65722" y="100965"/>
                                    <a:pt x="65722" y="100013"/>
                                    <a:pt x="65722" y="99060"/>
                                  </a:cubicBezTo>
                                  <a:cubicBezTo>
                                    <a:pt x="65722" y="98107"/>
                                    <a:pt x="65722" y="97155"/>
                                    <a:pt x="65722" y="96202"/>
                                  </a:cubicBezTo>
                                  <a:cubicBezTo>
                                    <a:pt x="65722" y="95250"/>
                                    <a:pt x="65722" y="94297"/>
                                    <a:pt x="65722" y="93345"/>
                                  </a:cubicBezTo>
                                  <a:cubicBezTo>
                                    <a:pt x="65722" y="92392"/>
                                    <a:pt x="65722" y="91440"/>
                                    <a:pt x="65722" y="90488"/>
                                  </a:cubicBezTo>
                                  <a:cubicBezTo>
                                    <a:pt x="65722" y="86677"/>
                                    <a:pt x="66675" y="81915"/>
                                    <a:pt x="66675" y="78105"/>
                                  </a:cubicBezTo>
                                  <a:cubicBezTo>
                                    <a:pt x="66675" y="74295"/>
                                    <a:pt x="67627" y="69532"/>
                                    <a:pt x="68580" y="65722"/>
                                  </a:cubicBezTo>
                                  <a:cubicBezTo>
                                    <a:pt x="68580" y="62865"/>
                                    <a:pt x="69532" y="60007"/>
                                    <a:pt x="69532" y="56197"/>
                                  </a:cubicBezTo>
                                  <a:cubicBezTo>
                                    <a:pt x="69532" y="57150"/>
                                    <a:pt x="68580" y="57150"/>
                                    <a:pt x="68580" y="57150"/>
                                  </a:cubicBezTo>
                                  <a:cubicBezTo>
                                    <a:pt x="67627" y="59055"/>
                                    <a:pt x="65722" y="60960"/>
                                    <a:pt x="63817" y="62865"/>
                                  </a:cubicBezTo>
                                  <a:cubicBezTo>
                                    <a:pt x="60007" y="66675"/>
                                    <a:pt x="56197" y="70485"/>
                                    <a:pt x="51435" y="75247"/>
                                  </a:cubicBezTo>
                                  <a:cubicBezTo>
                                    <a:pt x="49530" y="77152"/>
                                    <a:pt x="46672" y="80010"/>
                                    <a:pt x="44767" y="82867"/>
                                  </a:cubicBezTo>
                                  <a:cubicBezTo>
                                    <a:pt x="42863" y="85725"/>
                                    <a:pt x="40005" y="88582"/>
                                    <a:pt x="38100" y="91440"/>
                                  </a:cubicBezTo>
                                  <a:cubicBezTo>
                                    <a:pt x="36195" y="94297"/>
                                    <a:pt x="34290" y="98107"/>
                                    <a:pt x="33338" y="101917"/>
                                  </a:cubicBezTo>
                                  <a:cubicBezTo>
                                    <a:pt x="32385" y="105727"/>
                                    <a:pt x="30480" y="109538"/>
                                    <a:pt x="30480" y="113347"/>
                                  </a:cubicBezTo>
                                  <a:cubicBezTo>
                                    <a:pt x="30480" y="115252"/>
                                    <a:pt x="29527" y="117157"/>
                                    <a:pt x="29527" y="119063"/>
                                  </a:cubicBezTo>
                                  <a:cubicBezTo>
                                    <a:pt x="29527" y="120967"/>
                                    <a:pt x="29527" y="122872"/>
                                    <a:pt x="29527" y="125730"/>
                                  </a:cubicBezTo>
                                  <a:cubicBezTo>
                                    <a:pt x="29527" y="126682"/>
                                    <a:pt x="29527" y="127635"/>
                                    <a:pt x="29527" y="128588"/>
                                  </a:cubicBezTo>
                                  <a:cubicBezTo>
                                    <a:pt x="29527" y="129540"/>
                                    <a:pt x="29527" y="130492"/>
                                    <a:pt x="29527" y="131445"/>
                                  </a:cubicBezTo>
                                  <a:cubicBezTo>
                                    <a:pt x="29527" y="133350"/>
                                    <a:pt x="30480" y="135255"/>
                                    <a:pt x="30480" y="138113"/>
                                  </a:cubicBezTo>
                                  <a:cubicBezTo>
                                    <a:pt x="30480" y="138113"/>
                                    <a:pt x="30480" y="139065"/>
                                    <a:pt x="30480" y="139065"/>
                                  </a:cubicBezTo>
                                  <a:cubicBezTo>
                                    <a:pt x="30480" y="139065"/>
                                    <a:pt x="30480" y="139065"/>
                                    <a:pt x="29527" y="139065"/>
                                  </a:cubicBezTo>
                                  <a:lnTo>
                                    <a:pt x="29527" y="138113"/>
                                  </a:lnTo>
                                  <a:cubicBezTo>
                                    <a:pt x="28575" y="134302"/>
                                    <a:pt x="27622" y="129540"/>
                                    <a:pt x="27622" y="125730"/>
                                  </a:cubicBezTo>
                                  <a:cubicBezTo>
                                    <a:pt x="27622" y="120967"/>
                                    <a:pt x="27622" y="117157"/>
                                    <a:pt x="28575" y="113347"/>
                                  </a:cubicBezTo>
                                  <a:cubicBezTo>
                                    <a:pt x="29527" y="109538"/>
                                    <a:pt x="30480" y="105727"/>
                                    <a:pt x="31432" y="101917"/>
                                  </a:cubicBezTo>
                                  <a:cubicBezTo>
                                    <a:pt x="33338" y="98107"/>
                                    <a:pt x="34290" y="94297"/>
                                    <a:pt x="36195" y="91440"/>
                                  </a:cubicBezTo>
                                  <a:cubicBezTo>
                                    <a:pt x="38100" y="88582"/>
                                    <a:pt x="40005" y="84772"/>
                                    <a:pt x="42863" y="82867"/>
                                  </a:cubicBezTo>
                                  <a:cubicBezTo>
                                    <a:pt x="44767" y="80010"/>
                                    <a:pt x="47625" y="78105"/>
                                    <a:pt x="49530" y="75247"/>
                                  </a:cubicBezTo>
                                  <a:cubicBezTo>
                                    <a:pt x="54292" y="70485"/>
                                    <a:pt x="58102" y="66675"/>
                                    <a:pt x="61913" y="62865"/>
                                  </a:cubicBezTo>
                                  <a:cubicBezTo>
                                    <a:pt x="63817" y="60960"/>
                                    <a:pt x="64770" y="59055"/>
                                    <a:pt x="65722" y="57150"/>
                                  </a:cubicBezTo>
                                  <a:cubicBezTo>
                                    <a:pt x="66675" y="55245"/>
                                    <a:pt x="67627" y="54292"/>
                                    <a:pt x="68580" y="52388"/>
                                  </a:cubicBezTo>
                                  <a:cubicBezTo>
                                    <a:pt x="69532" y="51435"/>
                                    <a:pt x="69532" y="50482"/>
                                    <a:pt x="69532" y="49530"/>
                                  </a:cubicBezTo>
                                  <a:cubicBezTo>
                                    <a:pt x="69532" y="46672"/>
                                    <a:pt x="70485" y="43815"/>
                                    <a:pt x="70485" y="40957"/>
                                  </a:cubicBezTo>
                                  <a:cubicBezTo>
                                    <a:pt x="70485" y="39052"/>
                                    <a:pt x="70485" y="37147"/>
                                    <a:pt x="71438" y="35242"/>
                                  </a:cubicBezTo>
                                  <a:cubicBezTo>
                                    <a:pt x="71438" y="33338"/>
                                    <a:pt x="71438" y="31432"/>
                                    <a:pt x="72390" y="29527"/>
                                  </a:cubicBezTo>
                                  <a:cubicBezTo>
                                    <a:pt x="72390" y="25717"/>
                                    <a:pt x="73342" y="22860"/>
                                    <a:pt x="73342" y="20002"/>
                                  </a:cubicBezTo>
                                  <a:cubicBezTo>
                                    <a:pt x="73342" y="20002"/>
                                    <a:pt x="73342" y="19050"/>
                                    <a:pt x="73342" y="19050"/>
                                  </a:cubicBezTo>
                                  <a:cubicBezTo>
                                    <a:pt x="73342" y="19050"/>
                                    <a:pt x="72390" y="19050"/>
                                    <a:pt x="72390" y="20002"/>
                                  </a:cubicBezTo>
                                  <a:cubicBezTo>
                                    <a:pt x="70485" y="20955"/>
                                    <a:pt x="69532" y="21907"/>
                                    <a:pt x="67627" y="23813"/>
                                  </a:cubicBezTo>
                                  <a:cubicBezTo>
                                    <a:pt x="66675" y="24765"/>
                                    <a:pt x="65722" y="25717"/>
                                    <a:pt x="64770" y="25717"/>
                                  </a:cubicBezTo>
                                  <a:cubicBezTo>
                                    <a:pt x="63817" y="26670"/>
                                    <a:pt x="62865" y="27622"/>
                                    <a:pt x="60960" y="27622"/>
                                  </a:cubicBezTo>
                                  <a:cubicBezTo>
                                    <a:pt x="58102" y="29527"/>
                                    <a:pt x="55245" y="31432"/>
                                    <a:pt x="52388" y="33338"/>
                                  </a:cubicBezTo>
                                  <a:cubicBezTo>
                                    <a:pt x="49530" y="35242"/>
                                    <a:pt x="46672" y="37147"/>
                                    <a:pt x="43815" y="40005"/>
                                  </a:cubicBezTo>
                                  <a:cubicBezTo>
                                    <a:pt x="40957" y="41910"/>
                                    <a:pt x="37147" y="44767"/>
                                    <a:pt x="34290" y="47625"/>
                                  </a:cubicBezTo>
                                  <a:cubicBezTo>
                                    <a:pt x="31432" y="50482"/>
                                    <a:pt x="27622" y="53340"/>
                                    <a:pt x="24765" y="56197"/>
                                  </a:cubicBezTo>
                                  <a:cubicBezTo>
                                    <a:pt x="21907" y="59055"/>
                                    <a:pt x="19050" y="61913"/>
                                    <a:pt x="16192" y="65722"/>
                                  </a:cubicBezTo>
                                  <a:cubicBezTo>
                                    <a:pt x="13335" y="68580"/>
                                    <a:pt x="11430" y="72390"/>
                                    <a:pt x="8572" y="76200"/>
                                  </a:cubicBezTo>
                                  <a:cubicBezTo>
                                    <a:pt x="7620" y="78105"/>
                                    <a:pt x="6667" y="80010"/>
                                    <a:pt x="5715" y="81915"/>
                                  </a:cubicBezTo>
                                  <a:cubicBezTo>
                                    <a:pt x="4763" y="83820"/>
                                    <a:pt x="3810" y="85725"/>
                                    <a:pt x="3810" y="87630"/>
                                  </a:cubicBezTo>
                                  <a:cubicBezTo>
                                    <a:pt x="2857" y="89535"/>
                                    <a:pt x="2857" y="91440"/>
                                    <a:pt x="1905" y="93345"/>
                                  </a:cubicBezTo>
                                  <a:cubicBezTo>
                                    <a:pt x="952" y="95250"/>
                                    <a:pt x="952" y="97155"/>
                                    <a:pt x="952" y="100013"/>
                                  </a:cubicBezTo>
                                  <a:cubicBezTo>
                                    <a:pt x="952" y="101917"/>
                                    <a:pt x="952" y="103822"/>
                                    <a:pt x="0" y="105727"/>
                                  </a:cubicBezTo>
                                  <a:cubicBezTo>
                                    <a:pt x="0" y="106680"/>
                                    <a:pt x="0" y="108585"/>
                                    <a:pt x="0" y="109538"/>
                                  </a:cubicBezTo>
                                  <a:cubicBezTo>
                                    <a:pt x="0" y="109538"/>
                                    <a:pt x="0" y="108585"/>
                                    <a:pt x="0" y="108585"/>
                                  </a:cubicBezTo>
                                  <a:cubicBezTo>
                                    <a:pt x="0" y="107632"/>
                                    <a:pt x="0" y="106680"/>
                                    <a:pt x="0" y="105727"/>
                                  </a:cubicBezTo>
                                  <a:cubicBezTo>
                                    <a:pt x="0" y="103822"/>
                                    <a:pt x="0" y="101917"/>
                                    <a:pt x="952" y="100013"/>
                                  </a:cubicBezTo>
                                  <a:cubicBezTo>
                                    <a:pt x="952" y="98107"/>
                                    <a:pt x="952" y="95250"/>
                                    <a:pt x="1905" y="93345"/>
                                  </a:cubicBezTo>
                                  <a:cubicBezTo>
                                    <a:pt x="2857" y="91440"/>
                                    <a:pt x="2857" y="89535"/>
                                    <a:pt x="3810" y="86677"/>
                                  </a:cubicBezTo>
                                  <a:cubicBezTo>
                                    <a:pt x="4763" y="84772"/>
                                    <a:pt x="4763" y="82867"/>
                                    <a:pt x="5715" y="80963"/>
                                  </a:cubicBezTo>
                                  <a:cubicBezTo>
                                    <a:pt x="6667" y="79057"/>
                                    <a:pt x="7620" y="77152"/>
                                    <a:pt x="8572" y="75247"/>
                                  </a:cubicBezTo>
                                  <a:cubicBezTo>
                                    <a:pt x="10477" y="71438"/>
                                    <a:pt x="13335" y="67627"/>
                                    <a:pt x="15240" y="63817"/>
                                  </a:cubicBezTo>
                                  <a:cubicBezTo>
                                    <a:pt x="18097" y="60007"/>
                                    <a:pt x="20955" y="57150"/>
                                    <a:pt x="23813" y="54292"/>
                                  </a:cubicBezTo>
                                  <a:cubicBezTo>
                                    <a:pt x="26670" y="51435"/>
                                    <a:pt x="29527" y="48577"/>
                                    <a:pt x="33338" y="45720"/>
                                  </a:cubicBezTo>
                                  <a:cubicBezTo>
                                    <a:pt x="36195" y="42863"/>
                                    <a:pt x="40005" y="40957"/>
                                    <a:pt x="42863" y="38100"/>
                                  </a:cubicBezTo>
                                  <a:cubicBezTo>
                                    <a:pt x="45720" y="36195"/>
                                    <a:pt x="48577" y="33338"/>
                                    <a:pt x="51435" y="31432"/>
                                  </a:cubicBezTo>
                                  <a:cubicBezTo>
                                    <a:pt x="54292" y="29527"/>
                                    <a:pt x="57150" y="27622"/>
                                    <a:pt x="59055" y="25717"/>
                                  </a:cubicBezTo>
                                  <a:cubicBezTo>
                                    <a:pt x="60007" y="24765"/>
                                    <a:pt x="60960" y="23813"/>
                                    <a:pt x="62865" y="23813"/>
                                  </a:cubicBezTo>
                                  <a:cubicBezTo>
                                    <a:pt x="63817" y="22860"/>
                                    <a:pt x="64770" y="21907"/>
                                    <a:pt x="65722" y="21907"/>
                                  </a:cubicBezTo>
                                  <a:cubicBezTo>
                                    <a:pt x="67627" y="20955"/>
                                    <a:pt x="69532" y="19050"/>
                                    <a:pt x="70485" y="18097"/>
                                  </a:cubicBezTo>
                                  <a:cubicBezTo>
                                    <a:pt x="71438" y="17145"/>
                                    <a:pt x="72390" y="17145"/>
                                    <a:pt x="73342" y="16192"/>
                                  </a:cubicBezTo>
                                  <a:lnTo>
                                    <a:pt x="73342" y="16192"/>
                                  </a:lnTo>
                                  <a:cubicBezTo>
                                    <a:pt x="73342" y="15240"/>
                                    <a:pt x="73342" y="13335"/>
                                    <a:pt x="73342" y="12382"/>
                                  </a:cubicBezTo>
                                  <a:cubicBezTo>
                                    <a:pt x="73342" y="9525"/>
                                    <a:pt x="73342" y="7620"/>
                                    <a:pt x="73342" y="5715"/>
                                  </a:cubicBezTo>
                                  <a:cubicBezTo>
                                    <a:pt x="73342" y="1905"/>
                                    <a:pt x="73342" y="0"/>
                                    <a:pt x="73342" y="0"/>
                                  </a:cubicBezTo>
                                  <a:cubicBezTo>
                                    <a:pt x="74295" y="0"/>
                                    <a:pt x="78105" y="1905"/>
                                    <a:pt x="78105" y="1905"/>
                                  </a:cubicBezTo>
                                  <a:cubicBezTo>
                                    <a:pt x="76200" y="1905"/>
                                    <a:pt x="76200" y="3810"/>
                                    <a:pt x="76200" y="5715"/>
                                  </a:cubicBezTo>
                                  <a:close/>
                                </a:path>
                              </a:pathLst>
                            </a:custGeom>
                            <a:grpFill/>
                            <a:ln w="9525" cap="flat">
                              <a:noFill/>
                              <a:prstDash val="solid"/>
                              <a:miter/>
                            </a:ln>
                          </p:spPr>
                          <p:txBody>
                            <a:bodyPr rtlCol="0" anchor="ctr"/>
                            <a:lstStyle/>
                            <a:p>
                              <a:endParaRPr lang="en-US"/>
                            </a:p>
                          </p:txBody>
                        </p:sp>
                      </p:grpSp>
                      <p:grpSp>
                        <p:nvGrpSpPr>
                          <p:cNvPr id="274" name="Graphic 2">
                            <a:extLst>
                              <a:ext uri="{FF2B5EF4-FFF2-40B4-BE49-F238E27FC236}">
                                <a16:creationId xmlns:a16="http://schemas.microsoft.com/office/drawing/2014/main" id="{AE736AF3-0337-429B-AEF1-DA4B52809559}"/>
                              </a:ext>
                            </a:extLst>
                          </p:cNvPr>
                          <p:cNvGrpSpPr/>
                          <p:nvPr/>
                        </p:nvGrpSpPr>
                        <p:grpSpPr>
                          <a:xfrm>
                            <a:off x="3744458" y="3721289"/>
                            <a:ext cx="87630" cy="107632"/>
                            <a:chOff x="3744458" y="3721289"/>
                            <a:chExt cx="87630" cy="107632"/>
                          </a:xfrm>
                          <a:grpFill/>
                        </p:grpSpPr>
                        <p:sp>
                          <p:nvSpPr>
                            <p:cNvPr id="275" name="Freeform: Shape 274">
                              <a:extLst>
                                <a:ext uri="{FF2B5EF4-FFF2-40B4-BE49-F238E27FC236}">
                                  <a16:creationId xmlns:a16="http://schemas.microsoft.com/office/drawing/2014/main" id="{80FF5030-6E9D-4F8B-AE27-4053D7D51F41}"/>
                                </a:ext>
                              </a:extLst>
                            </p:cNvPr>
                            <p:cNvSpPr/>
                            <p:nvPr/>
                          </p:nvSpPr>
                          <p:spPr>
                            <a:xfrm>
                              <a:off x="3744458" y="3726052"/>
                              <a:ext cx="87630" cy="102869"/>
                            </a:xfrm>
                            <a:custGeom>
                              <a:avLst/>
                              <a:gdLst>
                                <a:gd name="connsiteX0" fmla="*/ 42863 w 87630"/>
                                <a:gd name="connsiteY0" fmla="*/ 0 h 102869"/>
                                <a:gd name="connsiteX1" fmla="*/ 38100 w 87630"/>
                                <a:gd name="connsiteY1" fmla="*/ 0 h 102869"/>
                                <a:gd name="connsiteX2" fmla="*/ 33338 w 87630"/>
                                <a:gd name="connsiteY2" fmla="*/ 0 h 102869"/>
                                <a:gd name="connsiteX3" fmla="*/ 31433 w 87630"/>
                                <a:gd name="connsiteY3" fmla="*/ 0 h 102869"/>
                                <a:gd name="connsiteX4" fmla="*/ 27623 w 87630"/>
                                <a:gd name="connsiteY4" fmla="*/ 953 h 102869"/>
                                <a:gd name="connsiteX5" fmla="*/ 27623 w 87630"/>
                                <a:gd name="connsiteY5" fmla="*/ 953 h 102869"/>
                                <a:gd name="connsiteX6" fmla="*/ 27623 w 87630"/>
                                <a:gd name="connsiteY6" fmla="*/ 953 h 102869"/>
                                <a:gd name="connsiteX7" fmla="*/ 27623 w 87630"/>
                                <a:gd name="connsiteY7" fmla="*/ 953 h 102869"/>
                                <a:gd name="connsiteX8" fmla="*/ 25718 w 87630"/>
                                <a:gd name="connsiteY8" fmla="*/ 1905 h 102869"/>
                                <a:gd name="connsiteX9" fmla="*/ 20955 w 87630"/>
                                <a:gd name="connsiteY9" fmla="*/ 6667 h 102869"/>
                                <a:gd name="connsiteX10" fmla="*/ 7620 w 87630"/>
                                <a:gd name="connsiteY10" fmla="*/ 25717 h 102869"/>
                                <a:gd name="connsiteX11" fmla="*/ 0 w 87630"/>
                                <a:gd name="connsiteY11" fmla="*/ 55245 h 102869"/>
                                <a:gd name="connsiteX12" fmla="*/ 3810 w 87630"/>
                                <a:gd name="connsiteY12" fmla="*/ 73342 h 102869"/>
                                <a:gd name="connsiteX13" fmla="*/ 16193 w 87630"/>
                                <a:gd name="connsiteY13" fmla="*/ 92392 h 102869"/>
                                <a:gd name="connsiteX14" fmla="*/ 17145 w 87630"/>
                                <a:gd name="connsiteY14" fmla="*/ 93345 h 102869"/>
                                <a:gd name="connsiteX15" fmla="*/ 17145 w 87630"/>
                                <a:gd name="connsiteY15" fmla="*/ 93345 h 102869"/>
                                <a:gd name="connsiteX16" fmla="*/ 21908 w 87630"/>
                                <a:gd name="connsiteY16" fmla="*/ 97155 h 102869"/>
                                <a:gd name="connsiteX17" fmla="*/ 34290 w 87630"/>
                                <a:gd name="connsiteY17" fmla="*/ 101917 h 102869"/>
                                <a:gd name="connsiteX18" fmla="*/ 39053 w 87630"/>
                                <a:gd name="connsiteY18" fmla="*/ 102870 h 102869"/>
                                <a:gd name="connsiteX19" fmla="*/ 43815 w 87630"/>
                                <a:gd name="connsiteY19" fmla="*/ 102870 h 102869"/>
                                <a:gd name="connsiteX20" fmla="*/ 45720 w 87630"/>
                                <a:gd name="connsiteY20" fmla="*/ 102870 h 102869"/>
                                <a:gd name="connsiteX21" fmla="*/ 45720 w 87630"/>
                                <a:gd name="connsiteY21" fmla="*/ 102870 h 102869"/>
                                <a:gd name="connsiteX22" fmla="*/ 55245 w 87630"/>
                                <a:gd name="connsiteY22" fmla="*/ 99060 h 102869"/>
                                <a:gd name="connsiteX23" fmla="*/ 59055 w 87630"/>
                                <a:gd name="connsiteY23" fmla="*/ 96203 h 102869"/>
                                <a:gd name="connsiteX24" fmla="*/ 61913 w 87630"/>
                                <a:gd name="connsiteY24" fmla="*/ 93345 h 102869"/>
                                <a:gd name="connsiteX25" fmla="*/ 66675 w 87630"/>
                                <a:gd name="connsiteY25" fmla="*/ 80963 h 102869"/>
                                <a:gd name="connsiteX26" fmla="*/ 66675 w 87630"/>
                                <a:gd name="connsiteY26" fmla="*/ 80963 h 102869"/>
                                <a:gd name="connsiteX27" fmla="*/ 66675 w 87630"/>
                                <a:gd name="connsiteY27" fmla="*/ 78105 h 102869"/>
                                <a:gd name="connsiteX28" fmla="*/ 70485 w 87630"/>
                                <a:gd name="connsiteY28" fmla="*/ 75247 h 102869"/>
                                <a:gd name="connsiteX29" fmla="*/ 77153 w 87630"/>
                                <a:gd name="connsiteY29" fmla="*/ 68580 h 102869"/>
                                <a:gd name="connsiteX30" fmla="*/ 78105 w 87630"/>
                                <a:gd name="connsiteY30" fmla="*/ 67628 h 102869"/>
                                <a:gd name="connsiteX31" fmla="*/ 78105 w 87630"/>
                                <a:gd name="connsiteY31" fmla="*/ 67628 h 102869"/>
                                <a:gd name="connsiteX32" fmla="*/ 80963 w 87630"/>
                                <a:gd name="connsiteY32" fmla="*/ 59055 h 102869"/>
                                <a:gd name="connsiteX33" fmla="*/ 80963 w 87630"/>
                                <a:gd name="connsiteY33" fmla="*/ 49530 h 102869"/>
                                <a:gd name="connsiteX34" fmla="*/ 80963 w 87630"/>
                                <a:gd name="connsiteY34" fmla="*/ 48578 h 102869"/>
                                <a:gd name="connsiteX35" fmla="*/ 80963 w 87630"/>
                                <a:gd name="connsiteY35" fmla="*/ 47625 h 102869"/>
                                <a:gd name="connsiteX36" fmla="*/ 80963 w 87630"/>
                                <a:gd name="connsiteY36" fmla="*/ 43815 h 102869"/>
                                <a:gd name="connsiteX37" fmla="*/ 80963 w 87630"/>
                                <a:gd name="connsiteY37" fmla="*/ 42863 h 102869"/>
                                <a:gd name="connsiteX38" fmla="*/ 80963 w 87630"/>
                                <a:gd name="connsiteY38" fmla="*/ 41910 h 102869"/>
                                <a:gd name="connsiteX39" fmla="*/ 80963 w 87630"/>
                                <a:gd name="connsiteY39" fmla="*/ 41910 h 102869"/>
                                <a:gd name="connsiteX40" fmla="*/ 81915 w 87630"/>
                                <a:gd name="connsiteY40" fmla="*/ 39053 h 102869"/>
                                <a:gd name="connsiteX41" fmla="*/ 84773 w 87630"/>
                                <a:gd name="connsiteY41" fmla="*/ 32385 h 102869"/>
                                <a:gd name="connsiteX42" fmla="*/ 85725 w 87630"/>
                                <a:gd name="connsiteY42" fmla="*/ 29528 h 102869"/>
                                <a:gd name="connsiteX43" fmla="*/ 86678 w 87630"/>
                                <a:gd name="connsiteY43" fmla="*/ 28575 h 102869"/>
                                <a:gd name="connsiteX44" fmla="*/ 86678 w 87630"/>
                                <a:gd name="connsiteY44" fmla="*/ 28575 h 102869"/>
                                <a:gd name="connsiteX45" fmla="*/ 86678 w 87630"/>
                                <a:gd name="connsiteY45" fmla="*/ 28575 h 102869"/>
                                <a:gd name="connsiteX46" fmla="*/ 86678 w 87630"/>
                                <a:gd name="connsiteY46" fmla="*/ 28575 h 102869"/>
                                <a:gd name="connsiteX47" fmla="*/ 87630 w 87630"/>
                                <a:gd name="connsiteY47" fmla="*/ 26670 h 102869"/>
                                <a:gd name="connsiteX48" fmla="*/ 87630 w 87630"/>
                                <a:gd name="connsiteY48" fmla="*/ 25717 h 102869"/>
                                <a:gd name="connsiteX49" fmla="*/ 87630 w 87630"/>
                                <a:gd name="connsiteY49" fmla="*/ 25717 h 102869"/>
                                <a:gd name="connsiteX50" fmla="*/ 87630 w 87630"/>
                                <a:gd name="connsiteY50" fmla="*/ 23813 h 102869"/>
                                <a:gd name="connsiteX51" fmla="*/ 87630 w 87630"/>
                                <a:gd name="connsiteY51" fmla="*/ 21907 h 102869"/>
                                <a:gd name="connsiteX52" fmla="*/ 85725 w 87630"/>
                                <a:gd name="connsiteY52" fmla="*/ 18097 h 102869"/>
                                <a:gd name="connsiteX53" fmla="*/ 76200 w 87630"/>
                                <a:gd name="connsiteY53" fmla="*/ 10478 h 102869"/>
                                <a:gd name="connsiteX54" fmla="*/ 64770 w 87630"/>
                                <a:gd name="connsiteY54" fmla="*/ 5715 h 102869"/>
                                <a:gd name="connsiteX55" fmla="*/ 53340 w 87630"/>
                                <a:gd name="connsiteY55" fmla="*/ 2857 h 102869"/>
                                <a:gd name="connsiteX56" fmla="*/ 42863 w 87630"/>
                                <a:gd name="connsiteY56" fmla="*/ 0 h 102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87630" h="102869">
                                  <a:moveTo>
                                    <a:pt x="42863" y="0"/>
                                  </a:moveTo>
                                  <a:cubicBezTo>
                                    <a:pt x="40958" y="0"/>
                                    <a:pt x="40005" y="0"/>
                                    <a:pt x="38100" y="0"/>
                                  </a:cubicBezTo>
                                  <a:cubicBezTo>
                                    <a:pt x="36195" y="0"/>
                                    <a:pt x="35243" y="0"/>
                                    <a:pt x="33338" y="0"/>
                                  </a:cubicBezTo>
                                  <a:cubicBezTo>
                                    <a:pt x="32385" y="0"/>
                                    <a:pt x="31433" y="0"/>
                                    <a:pt x="31433" y="0"/>
                                  </a:cubicBezTo>
                                  <a:cubicBezTo>
                                    <a:pt x="31433" y="0"/>
                                    <a:pt x="28575" y="953"/>
                                    <a:pt x="27623" y="953"/>
                                  </a:cubicBezTo>
                                  <a:cubicBezTo>
                                    <a:pt x="27623" y="953"/>
                                    <a:pt x="27623" y="953"/>
                                    <a:pt x="27623" y="953"/>
                                  </a:cubicBezTo>
                                  <a:cubicBezTo>
                                    <a:pt x="27623" y="953"/>
                                    <a:pt x="27623" y="953"/>
                                    <a:pt x="27623" y="953"/>
                                  </a:cubicBezTo>
                                  <a:cubicBezTo>
                                    <a:pt x="27623" y="953"/>
                                    <a:pt x="27623" y="953"/>
                                    <a:pt x="27623" y="953"/>
                                  </a:cubicBezTo>
                                  <a:cubicBezTo>
                                    <a:pt x="27623" y="953"/>
                                    <a:pt x="26670" y="1905"/>
                                    <a:pt x="25718" y="1905"/>
                                  </a:cubicBezTo>
                                  <a:cubicBezTo>
                                    <a:pt x="24765" y="2857"/>
                                    <a:pt x="22860" y="4763"/>
                                    <a:pt x="20955" y="6667"/>
                                  </a:cubicBezTo>
                                  <a:cubicBezTo>
                                    <a:pt x="17145" y="10478"/>
                                    <a:pt x="11430" y="17145"/>
                                    <a:pt x="7620" y="25717"/>
                                  </a:cubicBezTo>
                                  <a:cubicBezTo>
                                    <a:pt x="3810" y="33338"/>
                                    <a:pt x="0" y="43815"/>
                                    <a:pt x="0" y="55245"/>
                                  </a:cubicBezTo>
                                  <a:cubicBezTo>
                                    <a:pt x="0" y="60960"/>
                                    <a:pt x="953" y="66675"/>
                                    <a:pt x="3810" y="73342"/>
                                  </a:cubicBezTo>
                                  <a:cubicBezTo>
                                    <a:pt x="6668" y="79057"/>
                                    <a:pt x="10478" y="85725"/>
                                    <a:pt x="16193" y="92392"/>
                                  </a:cubicBezTo>
                                  <a:cubicBezTo>
                                    <a:pt x="16193" y="92392"/>
                                    <a:pt x="16193" y="92392"/>
                                    <a:pt x="17145" y="93345"/>
                                  </a:cubicBezTo>
                                  <a:cubicBezTo>
                                    <a:pt x="17145" y="93345"/>
                                    <a:pt x="17145" y="93345"/>
                                    <a:pt x="17145" y="93345"/>
                                  </a:cubicBezTo>
                                  <a:cubicBezTo>
                                    <a:pt x="19050" y="94297"/>
                                    <a:pt x="20003" y="95250"/>
                                    <a:pt x="21908" y="97155"/>
                                  </a:cubicBezTo>
                                  <a:cubicBezTo>
                                    <a:pt x="25718" y="100013"/>
                                    <a:pt x="30480" y="100965"/>
                                    <a:pt x="34290" y="101917"/>
                                  </a:cubicBezTo>
                                  <a:cubicBezTo>
                                    <a:pt x="36195" y="101917"/>
                                    <a:pt x="37148" y="102870"/>
                                    <a:pt x="39053" y="102870"/>
                                  </a:cubicBezTo>
                                  <a:cubicBezTo>
                                    <a:pt x="40958" y="102870"/>
                                    <a:pt x="41910" y="102870"/>
                                    <a:pt x="43815" y="102870"/>
                                  </a:cubicBezTo>
                                  <a:cubicBezTo>
                                    <a:pt x="44768" y="102870"/>
                                    <a:pt x="44768" y="102870"/>
                                    <a:pt x="45720" y="102870"/>
                                  </a:cubicBezTo>
                                  <a:cubicBezTo>
                                    <a:pt x="45720" y="102870"/>
                                    <a:pt x="45720" y="102870"/>
                                    <a:pt x="45720" y="102870"/>
                                  </a:cubicBezTo>
                                  <a:cubicBezTo>
                                    <a:pt x="49530" y="101917"/>
                                    <a:pt x="53340" y="100965"/>
                                    <a:pt x="55245" y="99060"/>
                                  </a:cubicBezTo>
                                  <a:cubicBezTo>
                                    <a:pt x="56198" y="98107"/>
                                    <a:pt x="58103" y="97155"/>
                                    <a:pt x="59055" y="96203"/>
                                  </a:cubicBezTo>
                                  <a:cubicBezTo>
                                    <a:pt x="60008" y="95250"/>
                                    <a:pt x="60960" y="94297"/>
                                    <a:pt x="61913" y="93345"/>
                                  </a:cubicBezTo>
                                  <a:cubicBezTo>
                                    <a:pt x="64770" y="88582"/>
                                    <a:pt x="65723" y="84772"/>
                                    <a:pt x="66675" y="80963"/>
                                  </a:cubicBezTo>
                                  <a:cubicBezTo>
                                    <a:pt x="66675" y="80963"/>
                                    <a:pt x="66675" y="80963"/>
                                    <a:pt x="66675" y="80963"/>
                                  </a:cubicBezTo>
                                  <a:cubicBezTo>
                                    <a:pt x="66675" y="79057"/>
                                    <a:pt x="66675" y="78105"/>
                                    <a:pt x="66675" y="78105"/>
                                  </a:cubicBezTo>
                                  <a:cubicBezTo>
                                    <a:pt x="67628" y="77153"/>
                                    <a:pt x="68580" y="76200"/>
                                    <a:pt x="70485" y="75247"/>
                                  </a:cubicBezTo>
                                  <a:cubicBezTo>
                                    <a:pt x="73343" y="73342"/>
                                    <a:pt x="75248" y="71438"/>
                                    <a:pt x="77153" y="68580"/>
                                  </a:cubicBezTo>
                                  <a:cubicBezTo>
                                    <a:pt x="77153" y="68580"/>
                                    <a:pt x="78105" y="67628"/>
                                    <a:pt x="78105" y="67628"/>
                                  </a:cubicBezTo>
                                  <a:cubicBezTo>
                                    <a:pt x="78105" y="67628"/>
                                    <a:pt x="78105" y="67628"/>
                                    <a:pt x="78105" y="67628"/>
                                  </a:cubicBezTo>
                                  <a:cubicBezTo>
                                    <a:pt x="80010" y="64770"/>
                                    <a:pt x="80963" y="62865"/>
                                    <a:pt x="80963" y="59055"/>
                                  </a:cubicBezTo>
                                  <a:cubicBezTo>
                                    <a:pt x="81915" y="56197"/>
                                    <a:pt x="80963" y="53340"/>
                                    <a:pt x="80963" y="49530"/>
                                  </a:cubicBezTo>
                                  <a:cubicBezTo>
                                    <a:pt x="80963" y="49530"/>
                                    <a:pt x="80963" y="48578"/>
                                    <a:pt x="80963" y="48578"/>
                                  </a:cubicBezTo>
                                  <a:cubicBezTo>
                                    <a:pt x="80963" y="48578"/>
                                    <a:pt x="80963" y="47625"/>
                                    <a:pt x="80963" y="47625"/>
                                  </a:cubicBezTo>
                                  <a:cubicBezTo>
                                    <a:pt x="80963" y="46672"/>
                                    <a:pt x="80963" y="44767"/>
                                    <a:pt x="80963" y="43815"/>
                                  </a:cubicBezTo>
                                  <a:cubicBezTo>
                                    <a:pt x="80963" y="43815"/>
                                    <a:pt x="80963" y="42863"/>
                                    <a:pt x="80963" y="42863"/>
                                  </a:cubicBezTo>
                                  <a:cubicBezTo>
                                    <a:pt x="80963" y="42863"/>
                                    <a:pt x="80963" y="41910"/>
                                    <a:pt x="80963" y="41910"/>
                                  </a:cubicBezTo>
                                  <a:lnTo>
                                    <a:pt x="80963" y="41910"/>
                                  </a:lnTo>
                                  <a:cubicBezTo>
                                    <a:pt x="80963" y="40957"/>
                                    <a:pt x="80963" y="40005"/>
                                    <a:pt x="81915" y="39053"/>
                                  </a:cubicBezTo>
                                  <a:cubicBezTo>
                                    <a:pt x="82868" y="37147"/>
                                    <a:pt x="82868" y="35242"/>
                                    <a:pt x="84773" y="32385"/>
                                  </a:cubicBezTo>
                                  <a:cubicBezTo>
                                    <a:pt x="84773" y="31432"/>
                                    <a:pt x="85725" y="30480"/>
                                    <a:pt x="85725" y="29528"/>
                                  </a:cubicBezTo>
                                  <a:cubicBezTo>
                                    <a:pt x="85725" y="29528"/>
                                    <a:pt x="85725" y="28575"/>
                                    <a:pt x="86678" y="28575"/>
                                  </a:cubicBezTo>
                                  <a:lnTo>
                                    <a:pt x="86678" y="28575"/>
                                  </a:lnTo>
                                  <a:lnTo>
                                    <a:pt x="86678" y="28575"/>
                                  </a:lnTo>
                                  <a:cubicBezTo>
                                    <a:pt x="86678" y="28575"/>
                                    <a:pt x="86678" y="28575"/>
                                    <a:pt x="86678" y="28575"/>
                                  </a:cubicBezTo>
                                  <a:cubicBezTo>
                                    <a:pt x="86678" y="27622"/>
                                    <a:pt x="87630" y="27622"/>
                                    <a:pt x="87630" y="26670"/>
                                  </a:cubicBezTo>
                                  <a:cubicBezTo>
                                    <a:pt x="87630" y="26670"/>
                                    <a:pt x="87630" y="26670"/>
                                    <a:pt x="87630" y="25717"/>
                                  </a:cubicBezTo>
                                  <a:lnTo>
                                    <a:pt x="87630" y="25717"/>
                                  </a:lnTo>
                                  <a:cubicBezTo>
                                    <a:pt x="87630" y="24765"/>
                                    <a:pt x="87630" y="24765"/>
                                    <a:pt x="87630" y="23813"/>
                                  </a:cubicBezTo>
                                  <a:cubicBezTo>
                                    <a:pt x="87630" y="22860"/>
                                    <a:pt x="87630" y="22860"/>
                                    <a:pt x="87630" y="21907"/>
                                  </a:cubicBezTo>
                                  <a:cubicBezTo>
                                    <a:pt x="87630" y="20955"/>
                                    <a:pt x="86678" y="19050"/>
                                    <a:pt x="85725" y="18097"/>
                                  </a:cubicBezTo>
                                  <a:cubicBezTo>
                                    <a:pt x="83820" y="15240"/>
                                    <a:pt x="80963" y="12382"/>
                                    <a:pt x="76200" y="10478"/>
                                  </a:cubicBezTo>
                                  <a:cubicBezTo>
                                    <a:pt x="72390" y="8572"/>
                                    <a:pt x="68580" y="7620"/>
                                    <a:pt x="64770" y="5715"/>
                                  </a:cubicBezTo>
                                  <a:cubicBezTo>
                                    <a:pt x="60960" y="4763"/>
                                    <a:pt x="57150" y="3810"/>
                                    <a:pt x="53340" y="2857"/>
                                  </a:cubicBezTo>
                                  <a:cubicBezTo>
                                    <a:pt x="49530" y="0"/>
                                    <a:pt x="46673" y="0"/>
                                    <a:pt x="42863" y="0"/>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C83CE70C-DEBE-4F99-94C6-3D26306194E1}"/>
                                </a:ext>
                              </a:extLst>
                            </p:cNvPr>
                            <p:cNvSpPr/>
                            <p:nvPr/>
                          </p:nvSpPr>
                          <p:spPr>
                            <a:xfrm>
                              <a:off x="3762556" y="3721289"/>
                              <a:ext cx="69532" cy="106679"/>
                            </a:xfrm>
                            <a:custGeom>
                              <a:avLst/>
                              <a:gdLst>
                                <a:gd name="connsiteX0" fmla="*/ 15240 w 69532"/>
                                <a:gd name="connsiteY0" fmla="*/ 7620 h 106679"/>
                                <a:gd name="connsiteX1" fmla="*/ 15240 w 69532"/>
                                <a:gd name="connsiteY1" fmla="*/ 7620 h 106679"/>
                                <a:gd name="connsiteX2" fmla="*/ 19050 w 69532"/>
                                <a:gd name="connsiteY2" fmla="*/ 9525 h 106679"/>
                                <a:gd name="connsiteX3" fmla="*/ 27623 w 69532"/>
                                <a:gd name="connsiteY3" fmla="*/ 11430 h 106679"/>
                                <a:gd name="connsiteX4" fmla="*/ 39052 w 69532"/>
                                <a:gd name="connsiteY4" fmla="*/ 14288 h 106679"/>
                                <a:gd name="connsiteX5" fmla="*/ 41910 w 69532"/>
                                <a:gd name="connsiteY5" fmla="*/ 15240 h 106679"/>
                                <a:gd name="connsiteX6" fmla="*/ 43815 w 69532"/>
                                <a:gd name="connsiteY6" fmla="*/ 15240 h 106679"/>
                                <a:gd name="connsiteX7" fmla="*/ 43815 w 69532"/>
                                <a:gd name="connsiteY7" fmla="*/ 15240 h 106679"/>
                                <a:gd name="connsiteX8" fmla="*/ 43815 w 69532"/>
                                <a:gd name="connsiteY8" fmla="*/ 15240 h 106679"/>
                                <a:gd name="connsiteX9" fmla="*/ 44768 w 69532"/>
                                <a:gd name="connsiteY9" fmla="*/ 15240 h 106679"/>
                                <a:gd name="connsiteX10" fmla="*/ 50482 w 69532"/>
                                <a:gd name="connsiteY10" fmla="*/ 17145 h 106679"/>
                                <a:gd name="connsiteX11" fmla="*/ 53340 w 69532"/>
                                <a:gd name="connsiteY11" fmla="*/ 18097 h 106679"/>
                                <a:gd name="connsiteX12" fmla="*/ 56198 w 69532"/>
                                <a:gd name="connsiteY12" fmla="*/ 19050 h 106679"/>
                                <a:gd name="connsiteX13" fmla="*/ 57150 w 69532"/>
                                <a:gd name="connsiteY13" fmla="*/ 20003 h 106679"/>
                                <a:gd name="connsiteX14" fmla="*/ 58102 w 69532"/>
                                <a:gd name="connsiteY14" fmla="*/ 20955 h 106679"/>
                                <a:gd name="connsiteX15" fmla="*/ 60007 w 69532"/>
                                <a:gd name="connsiteY15" fmla="*/ 21907 h 106679"/>
                                <a:gd name="connsiteX16" fmla="*/ 63818 w 69532"/>
                                <a:gd name="connsiteY16" fmla="*/ 23813 h 106679"/>
                                <a:gd name="connsiteX17" fmla="*/ 66675 w 69532"/>
                                <a:gd name="connsiteY17" fmla="*/ 25717 h 106679"/>
                                <a:gd name="connsiteX18" fmla="*/ 68580 w 69532"/>
                                <a:gd name="connsiteY18" fmla="*/ 26670 h 106679"/>
                                <a:gd name="connsiteX19" fmla="*/ 69532 w 69532"/>
                                <a:gd name="connsiteY19" fmla="*/ 27622 h 106679"/>
                                <a:gd name="connsiteX20" fmla="*/ 69532 w 69532"/>
                                <a:gd name="connsiteY20" fmla="*/ 27622 h 106679"/>
                                <a:gd name="connsiteX21" fmla="*/ 69532 w 69532"/>
                                <a:gd name="connsiteY21" fmla="*/ 27622 h 106679"/>
                                <a:gd name="connsiteX22" fmla="*/ 69532 w 69532"/>
                                <a:gd name="connsiteY22" fmla="*/ 27622 h 106679"/>
                                <a:gd name="connsiteX23" fmla="*/ 68580 w 69532"/>
                                <a:gd name="connsiteY23" fmla="*/ 26670 h 106679"/>
                                <a:gd name="connsiteX24" fmla="*/ 66675 w 69532"/>
                                <a:gd name="connsiteY24" fmla="*/ 25717 h 106679"/>
                                <a:gd name="connsiteX25" fmla="*/ 63818 w 69532"/>
                                <a:gd name="connsiteY25" fmla="*/ 23813 h 106679"/>
                                <a:gd name="connsiteX26" fmla="*/ 60007 w 69532"/>
                                <a:gd name="connsiteY26" fmla="*/ 21907 h 106679"/>
                                <a:gd name="connsiteX27" fmla="*/ 58102 w 69532"/>
                                <a:gd name="connsiteY27" fmla="*/ 20955 h 106679"/>
                                <a:gd name="connsiteX28" fmla="*/ 57150 w 69532"/>
                                <a:gd name="connsiteY28" fmla="*/ 20003 h 106679"/>
                                <a:gd name="connsiteX29" fmla="*/ 56198 w 69532"/>
                                <a:gd name="connsiteY29" fmla="*/ 19050 h 106679"/>
                                <a:gd name="connsiteX30" fmla="*/ 53340 w 69532"/>
                                <a:gd name="connsiteY30" fmla="*/ 18097 h 106679"/>
                                <a:gd name="connsiteX31" fmla="*/ 50482 w 69532"/>
                                <a:gd name="connsiteY31" fmla="*/ 17145 h 106679"/>
                                <a:gd name="connsiteX32" fmla="*/ 44768 w 69532"/>
                                <a:gd name="connsiteY32" fmla="*/ 15240 h 106679"/>
                                <a:gd name="connsiteX33" fmla="*/ 43815 w 69532"/>
                                <a:gd name="connsiteY33" fmla="*/ 15240 h 106679"/>
                                <a:gd name="connsiteX34" fmla="*/ 43815 w 69532"/>
                                <a:gd name="connsiteY34" fmla="*/ 15240 h 106679"/>
                                <a:gd name="connsiteX35" fmla="*/ 43815 w 69532"/>
                                <a:gd name="connsiteY35" fmla="*/ 15240 h 106679"/>
                                <a:gd name="connsiteX36" fmla="*/ 41910 w 69532"/>
                                <a:gd name="connsiteY36" fmla="*/ 15240 h 106679"/>
                                <a:gd name="connsiteX37" fmla="*/ 39052 w 69532"/>
                                <a:gd name="connsiteY37" fmla="*/ 14288 h 106679"/>
                                <a:gd name="connsiteX38" fmla="*/ 27623 w 69532"/>
                                <a:gd name="connsiteY38" fmla="*/ 12382 h 106679"/>
                                <a:gd name="connsiteX39" fmla="*/ 17145 w 69532"/>
                                <a:gd name="connsiteY39" fmla="*/ 9525 h 106679"/>
                                <a:gd name="connsiteX40" fmla="*/ 18098 w 69532"/>
                                <a:gd name="connsiteY40" fmla="*/ 11430 h 106679"/>
                                <a:gd name="connsiteX41" fmla="*/ 19050 w 69532"/>
                                <a:gd name="connsiteY41" fmla="*/ 14288 h 106679"/>
                                <a:gd name="connsiteX42" fmla="*/ 20002 w 69532"/>
                                <a:gd name="connsiteY42" fmla="*/ 17145 h 106679"/>
                                <a:gd name="connsiteX43" fmla="*/ 22860 w 69532"/>
                                <a:gd name="connsiteY43" fmla="*/ 23813 h 106679"/>
                                <a:gd name="connsiteX44" fmla="*/ 23813 w 69532"/>
                                <a:gd name="connsiteY44" fmla="*/ 24765 h 106679"/>
                                <a:gd name="connsiteX45" fmla="*/ 23813 w 69532"/>
                                <a:gd name="connsiteY45" fmla="*/ 24765 h 106679"/>
                                <a:gd name="connsiteX46" fmla="*/ 26670 w 69532"/>
                                <a:gd name="connsiteY46" fmla="*/ 27622 h 106679"/>
                                <a:gd name="connsiteX47" fmla="*/ 30480 w 69532"/>
                                <a:gd name="connsiteY47" fmla="*/ 30480 h 106679"/>
                                <a:gd name="connsiteX48" fmla="*/ 41910 w 69532"/>
                                <a:gd name="connsiteY48" fmla="*/ 35242 h 106679"/>
                                <a:gd name="connsiteX49" fmla="*/ 47625 w 69532"/>
                                <a:gd name="connsiteY49" fmla="*/ 38100 h 106679"/>
                                <a:gd name="connsiteX50" fmla="*/ 50482 w 69532"/>
                                <a:gd name="connsiteY50" fmla="*/ 39053 h 106679"/>
                                <a:gd name="connsiteX51" fmla="*/ 53340 w 69532"/>
                                <a:gd name="connsiteY51" fmla="*/ 40005 h 106679"/>
                                <a:gd name="connsiteX52" fmla="*/ 58102 w 69532"/>
                                <a:gd name="connsiteY52" fmla="*/ 42863 h 106679"/>
                                <a:gd name="connsiteX53" fmla="*/ 60007 w 69532"/>
                                <a:gd name="connsiteY53" fmla="*/ 43815 h 106679"/>
                                <a:gd name="connsiteX54" fmla="*/ 61913 w 69532"/>
                                <a:gd name="connsiteY54" fmla="*/ 44767 h 106679"/>
                                <a:gd name="connsiteX55" fmla="*/ 64770 w 69532"/>
                                <a:gd name="connsiteY55" fmla="*/ 48578 h 106679"/>
                                <a:gd name="connsiteX56" fmla="*/ 64770 w 69532"/>
                                <a:gd name="connsiteY56" fmla="*/ 48578 h 106679"/>
                                <a:gd name="connsiteX57" fmla="*/ 64770 w 69532"/>
                                <a:gd name="connsiteY57" fmla="*/ 48578 h 106679"/>
                                <a:gd name="connsiteX58" fmla="*/ 64770 w 69532"/>
                                <a:gd name="connsiteY58" fmla="*/ 49530 h 106679"/>
                                <a:gd name="connsiteX59" fmla="*/ 64770 w 69532"/>
                                <a:gd name="connsiteY59" fmla="*/ 49530 h 106679"/>
                                <a:gd name="connsiteX60" fmla="*/ 64770 w 69532"/>
                                <a:gd name="connsiteY60" fmla="*/ 49530 h 106679"/>
                                <a:gd name="connsiteX61" fmla="*/ 64770 w 69532"/>
                                <a:gd name="connsiteY61" fmla="*/ 50482 h 106679"/>
                                <a:gd name="connsiteX62" fmla="*/ 64770 w 69532"/>
                                <a:gd name="connsiteY62" fmla="*/ 49530 h 106679"/>
                                <a:gd name="connsiteX63" fmla="*/ 64770 w 69532"/>
                                <a:gd name="connsiteY63" fmla="*/ 49530 h 106679"/>
                                <a:gd name="connsiteX64" fmla="*/ 64770 w 69532"/>
                                <a:gd name="connsiteY64" fmla="*/ 49530 h 106679"/>
                                <a:gd name="connsiteX65" fmla="*/ 64770 w 69532"/>
                                <a:gd name="connsiteY65" fmla="*/ 49530 h 106679"/>
                                <a:gd name="connsiteX66" fmla="*/ 64770 w 69532"/>
                                <a:gd name="connsiteY66" fmla="*/ 49530 h 106679"/>
                                <a:gd name="connsiteX67" fmla="*/ 64770 w 69532"/>
                                <a:gd name="connsiteY67" fmla="*/ 49530 h 106679"/>
                                <a:gd name="connsiteX68" fmla="*/ 61913 w 69532"/>
                                <a:gd name="connsiteY68" fmla="*/ 46672 h 106679"/>
                                <a:gd name="connsiteX69" fmla="*/ 60007 w 69532"/>
                                <a:gd name="connsiteY69" fmla="*/ 45720 h 106679"/>
                                <a:gd name="connsiteX70" fmla="*/ 58102 w 69532"/>
                                <a:gd name="connsiteY70" fmla="*/ 44767 h 106679"/>
                                <a:gd name="connsiteX71" fmla="*/ 53340 w 69532"/>
                                <a:gd name="connsiteY71" fmla="*/ 41910 h 106679"/>
                                <a:gd name="connsiteX72" fmla="*/ 50482 w 69532"/>
                                <a:gd name="connsiteY72" fmla="*/ 40957 h 106679"/>
                                <a:gd name="connsiteX73" fmla="*/ 47625 w 69532"/>
                                <a:gd name="connsiteY73" fmla="*/ 40005 h 106679"/>
                                <a:gd name="connsiteX74" fmla="*/ 41910 w 69532"/>
                                <a:gd name="connsiteY74" fmla="*/ 38100 h 106679"/>
                                <a:gd name="connsiteX75" fmla="*/ 30480 w 69532"/>
                                <a:gd name="connsiteY75" fmla="*/ 33338 h 106679"/>
                                <a:gd name="connsiteX76" fmla="*/ 26670 w 69532"/>
                                <a:gd name="connsiteY76" fmla="*/ 30480 h 106679"/>
                                <a:gd name="connsiteX77" fmla="*/ 26670 w 69532"/>
                                <a:gd name="connsiteY77" fmla="*/ 30480 h 106679"/>
                                <a:gd name="connsiteX78" fmla="*/ 27623 w 69532"/>
                                <a:gd name="connsiteY78" fmla="*/ 32385 h 106679"/>
                                <a:gd name="connsiteX79" fmla="*/ 30480 w 69532"/>
                                <a:gd name="connsiteY79" fmla="*/ 40005 h 106679"/>
                                <a:gd name="connsiteX80" fmla="*/ 33338 w 69532"/>
                                <a:gd name="connsiteY80" fmla="*/ 47625 h 106679"/>
                                <a:gd name="connsiteX81" fmla="*/ 33338 w 69532"/>
                                <a:gd name="connsiteY81" fmla="*/ 48578 h 106679"/>
                                <a:gd name="connsiteX82" fmla="*/ 34290 w 69532"/>
                                <a:gd name="connsiteY82" fmla="*/ 49530 h 106679"/>
                                <a:gd name="connsiteX83" fmla="*/ 39052 w 69532"/>
                                <a:gd name="connsiteY83" fmla="*/ 53340 h 106679"/>
                                <a:gd name="connsiteX84" fmla="*/ 42863 w 69532"/>
                                <a:gd name="connsiteY84" fmla="*/ 55245 h 106679"/>
                                <a:gd name="connsiteX85" fmla="*/ 46673 w 69532"/>
                                <a:gd name="connsiteY85" fmla="*/ 57150 h 106679"/>
                                <a:gd name="connsiteX86" fmla="*/ 48577 w 69532"/>
                                <a:gd name="connsiteY86" fmla="*/ 58103 h 106679"/>
                                <a:gd name="connsiteX87" fmla="*/ 50482 w 69532"/>
                                <a:gd name="connsiteY87" fmla="*/ 59055 h 106679"/>
                                <a:gd name="connsiteX88" fmla="*/ 52388 w 69532"/>
                                <a:gd name="connsiteY88" fmla="*/ 60007 h 106679"/>
                                <a:gd name="connsiteX89" fmla="*/ 54293 w 69532"/>
                                <a:gd name="connsiteY89" fmla="*/ 61913 h 106679"/>
                                <a:gd name="connsiteX90" fmla="*/ 57150 w 69532"/>
                                <a:gd name="connsiteY90" fmla="*/ 64770 h 106679"/>
                                <a:gd name="connsiteX91" fmla="*/ 60007 w 69532"/>
                                <a:gd name="connsiteY91" fmla="*/ 67628 h 106679"/>
                                <a:gd name="connsiteX92" fmla="*/ 61913 w 69532"/>
                                <a:gd name="connsiteY92" fmla="*/ 68580 h 106679"/>
                                <a:gd name="connsiteX93" fmla="*/ 63818 w 69532"/>
                                <a:gd name="connsiteY93" fmla="*/ 69532 h 106679"/>
                                <a:gd name="connsiteX94" fmla="*/ 64770 w 69532"/>
                                <a:gd name="connsiteY94" fmla="*/ 70485 h 106679"/>
                                <a:gd name="connsiteX95" fmla="*/ 65723 w 69532"/>
                                <a:gd name="connsiteY95" fmla="*/ 71438 h 106679"/>
                                <a:gd name="connsiteX96" fmla="*/ 65723 w 69532"/>
                                <a:gd name="connsiteY96" fmla="*/ 71438 h 106679"/>
                                <a:gd name="connsiteX97" fmla="*/ 63818 w 69532"/>
                                <a:gd name="connsiteY97" fmla="*/ 70485 h 106679"/>
                                <a:gd name="connsiteX98" fmla="*/ 61913 w 69532"/>
                                <a:gd name="connsiteY98" fmla="*/ 69532 h 106679"/>
                                <a:gd name="connsiteX99" fmla="*/ 60007 w 69532"/>
                                <a:gd name="connsiteY99" fmla="*/ 68580 h 106679"/>
                                <a:gd name="connsiteX100" fmla="*/ 57150 w 69532"/>
                                <a:gd name="connsiteY100" fmla="*/ 65722 h 106679"/>
                                <a:gd name="connsiteX101" fmla="*/ 53340 w 69532"/>
                                <a:gd name="connsiteY101" fmla="*/ 62865 h 106679"/>
                                <a:gd name="connsiteX102" fmla="*/ 52388 w 69532"/>
                                <a:gd name="connsiteY102" fmla="*/ 61913 h 106679"/>
                                <a:gd name="connsiteX103" fmla="*/ 51435 w 69532"/>
                                <a:gd name="connsiteY103" fmla="*/ 60960 h 106679"/>
                                <a:gd name="connsiteX104" fmla="*/ 49530 w 69532"/>
                                <a:gd name="connsiteY104" fmla="*/ 60007 h 106679"/>
                                <a:gd name="connsiteX105" fmla="*/ 47625 w 69532"/>
                                <a:gd name="connsiteY105" fmla="*/ 59055 h 106679"/>
                                <a:gd name="connsiteX106" fmla="*/ 45720 w 69532"/>
                                <a:gd name="connsiteY106" fmla="*/ 58103 h 106679"/>
                                <a:gd name="connsiteX107" fmla="*/ 41910 w 69532"/>
                                <a:gd name="connsiteY107" fmla="*/ 56197 h 106679"/>
                                <a:gd name="connsiteX108" fmla="*/ 38100 w 69532"/>
                                <a:gd name="connsiteY108" fmla="*/ 54292 h 106679"/>
                                <a:gd name="connsiteX109" fmla="*/ 35243 w 69532"/>
                                <a:gd name="connsiteY109" fmla="*/ 52388 h 106679"/>
                                <a:gd name="connsiteX110" fmla="*/ 37148 w 69532"/>
                                <a:gd name="connsiteY110" fmla="*/ 57150 h 106679"/>
                                <a:gd name="connsiteX111" fmla="*/ 40005 w 69532"/>
                                <a:gd name="connsiteY111" fmla="*/ 65722 h 106679"/>
                                <a:gd name="connsiteX112" fmla="*/ 41910 w 69532"/>
                                <a:gd name="connsiteY112" fmla="*/ 69532 h 106679"/>
                                <a:gd name="connsiteX113" fmla="*/ 43815 w 69532"/>
                                <a:gd name="connsiteY113" fmla="*/ 73342 h 106679"/>
                                <a:gd name="connsiteX114" fmla="*/ 48577 w 69532"/>
                                <a:gd name="connsiteY114" fmla="*/ 80010 h 106679"/>
                                <a:gd name="connsiteX115" fmla="*/ 51435 w 69532"/>
                                <a:gd name="connsiteY115" fmla="*/ 82867 h 106679"/>
                                <a:gd name="connsiteX116" fmla="*/ 53340 w 69532"/>
                                <a:gd name="connsiteY116" fmla="*/ 85725 h 106679"/>
                                <a:gd name="connsiteX117" fmla="*/ 53340 w 69532"/>
                                <a:gd name="connsiteY117" fmla="*/ 85725 h 106679"/>
                                <a:gd name="connsiteX118" fmla="*/ 53340 w 69532"/>
                                <a:gd name="connsiteY118" fmla="*/ 85725 h 106679"/>
                                <a:gd name="connsiteX119" fmla="*/ 50482 w 69532"/>
                                <a:gd name="connsiteY119" fmla="*/ 82867 h 106679"/>
                                <a:gd name="connsiteX120" fmla="*/ 47625 w 69532"/>
                                <a:gd name="connsiteY120" fmla="*/ 80010 h 106679"/>
                                <a:gd name="connsiteX121" fmla="*/ 42863 w 69532"/>
                                <a:gd name="connsiteY121" fmla="*/ 73342 h 106679"/>
                                <a:gd name="connsiteX122" fmla="*/ 41910 w 69532"/>
                                <a:gd name="connsiteY122" fmla="*/ 71438 h 106679"/>
                                <a:gd name="connsiteX123" fmla="*/ 40957 w 69532"/>
                                <a:gd name="connsiteY123" fmla="*/ 69532 h 106679"/>
                                <a:gd name="connsiteX124" fmla="*/ 40005 w 69532"/>
                                <a:gd name="connsiteY124" fmla="*/ 67628 h 106679"/>
                                <a:gd name="connsiteX125" fmla="*/ 39052 w 69532"/>
                                <a:gd name="connsiteY125" fmla="*/ 65722 h 106679"/>
                                <a:gd name="connsiteX126" fmla="*/ 35243 w 69532"/>
                                <a:gd name="connsiteY126" fmla="*/ 57150 h 106679"/>
                                <a:gd name="connsiteX127" fmla="*/ 32385 w 69532"/>
                                <a:gd name="connsiteY127" fmla="*/ 48578 h 106679"/>
                                <a:gd name="connsiteX128" fmla="*/ 30480 w 69532"/>
                                <a:gd name="connsiteY128" fmla="*/ 42863 h 106679"/>
                                <a:gd name="connsiteX129" fmla="*/ 30480 w 69532"/>
                                <a:gd name="connsiteY129" fmla="*/ 43815 h 106679"/>
                                <a:gd name="connsiteX130" fmla="*/ 29527 w 69532"/>
                                <a:gd name="connsiteY130" fmla="*/ 48578 h 106679"/>
                                <a:gd name="connsiteX131" fmla="*/ 25718 w 69532"/>
                                <a:gd name="connsiteY131" fmla="*/ 60007 h 106679"/>
                                <a:gd name="connsiteX132" fmla="*/ 23813 w 69532"/>
                                <a:gd name="connsiteY132" fmla="*/ 66675 h 106679"/>
                                <a:gd name="connsiteX133" fmla="*/ 22860 w 69532"/>
                                <a:gd name="connsiteY133" fmla="*/ 74295 h 106679"/>
                                <a:gd name="connsiteX134" fmla="*/ 22860 w 69532"/>
                                <a:gd name="connsiteY134" fmla="*/ 81915 h 106679"/>
                                <a:gd name="connsiteX135" fmla="*/ 24765 w 69532"/>
                                <a:gd name="connsiteY135" fmla="*/ 90488 h 106679"/>
                                <a:gd name="connsiteX136" fmla="*/ 26670 w 69532"/>
                                <a:gd name="connsiteY136" fmla="*/ 94297 h 106679"/>
                                <a:gd name="connsiteX137" fmla="*/ 28575 w 69532"/>
                                <a:gd name="connsiteY137" fmla="*/ 98107 h 106679"/>
                                <a:gd name="connsiteX138" fmla="*/ 29527 w 69532"/>
                                <a:gd name="connsiteY138" fmla="*/ 100013 h 106679"/>
                                <a:gd name="connsiteX139" fmla="*/ 30480 w 69532"/>
                                <a:gd name="connsiteY139" fmla="*/ 101917 h 106679"/>
                                <a:gd name="connsiteX140" fmla="*/ 33338 w 69532"/>
                                <a:gd name="connsiteY140" fmla="*/ 105728 h 106679"/>
                                <a:gd name="connsiteX141" fmla="*/ 34290 w 69532"/>
                                <a:gd name="connsiteY141" fmla="*/ 106680 h 106679"/>
                                <a:gd name="connsiteX142" fmla="*/ 34290 w 69532"/>
                                <a:gd name="connsiteY142" fmla="*/ 106680 h 106679"/>
                                <a:gd name="connsiteX143" fmla="*/ 33338 w 69532"/>
                                <a:gd name="connsiteY143" fmla="*/ 105728 h 106679"/>
                                <a:gd name="connsiteX144" fmla="*/ 28575 w 69532"/>
                                <a:gd name="connsiteY144" fmla="*/ 98107 h 106679"/>
                                <a:gd name="connsiteX145" fmla="*/ 24765 w 69532"/>
                                <a:gd name="connsiteY145" fmla="*/ 89535 h 106679"/>
                                <a:gd name="connsiteX146" fmla="*/ 22860 w 69532"/>
                                <a:gd name="connsiteY146" fmla="*/ 80963 h 106679"/>
                                <a:gd name="connsiteX147" fmla="*/ 22860 w 69532"/>
                                <a:gd name="connsiteY147" fmla="*/ 72390 h 106679"/>
                                <a:gd name="connsiteX148" fmla="*/ 23813 w 69532"/>
                                <a:gd name="connsiteY148" fmla="*/ 64770 h 106679"/>
                                <a:gd name="connsiteX149" fmla="*/ 25718 w 69532"/>
                                <a:gd name="connsiteY149" fmla="*/ 58103 h 106679"/>
                                <a:gd name="connsiteX150" fmla="*/ 29527 w 69532"/>
                                <a:gd name="connsiteY150" fmla="*/ 46672 h 106679"/>
                                <a:gd name="connsiteX151" fmla="*/ 30480 w 69532"/>
                                <a:gd name="connsiteY151" fmla="*/ 41910 h 106679"/>
                                <a:gd name="connsiteX152" fmla="*/ 30480 w 69532"/>
                                <a:gd name="connsiteY152" fmla="*/ 38100 h 106679"/>
                                <a:gd name="connsiteX153" fmla="*/ 30480 w 69532"/>
                                <a:gd name="connsiteY153" fmla="*/ 36195 h 106679"/>
                                <a:gd name="connsiteX154" fmla="*/ 28575 w 69532"/>
                                <a:gd name="connsiteY154" fmla="*/ 30480 h 106679"/>
                                <a:gd name="connsiteX155" fmla="*/ 27623 w 69532"/>
                                <a:gd name="connsiteY155" fmla="*/ 26670 h 106679"/>
                                <a:gd name="connsiteX156" fmla="*/ 26670 w 69532"/>
                                <a:gd name="connsiteY156" fmla="*/ 22860 h 106679"/>
                                <a:gd name="connsiteX157" fmla="*/ 23813 w 69532"/>
                                <a:gd name="connsiteY157" fmla="*/ 16192 h 106679"/>
                                <a:gd name="connsiteX158" fmla="*/ 23813 w 69532"/>
                                <a:gd name="connsiteY158" fmla="*/ 15240 h 106679"/>
                                <a:gd name="connsiteX159" fmla="*/ 23813 w 69532"/>
                                <a:gd name="connsiteY159" fmla="*/ 16192 h 106679"/>
                                <a:gd name="connsiteX160" fmla="*/ 21907 w 69532"/>
                                <a:gd name="connsiteY160" fmla="*/ 20003 h 106679"/>
                                <a:gd name="connsiteX161" fmla="*/ 20955 w 69532"/>
                                <a:gd name="connsiteY161" fmla="*/ 22860 h 106679"/>
                                <a:gd name="connsiteX162" fmla="*/ 19050 w 69532"/>
                                <a:gd name="connsiteY162" fmla="*/ 25717 h 106679"/>
                                <a:gd name="connsiteX163" fmla="*/ 15240 w 69532"/>
                                <a:gd name="connsiteY163" fmla="*/ 31432 h 106679"/>
                                <a:gd name="connsiteX164" fmla="*/ 11430 w 69532"/>
                                <a:gd name="connsiteY164" fmla="*/ 38100 h 106679"/>
                                <a:gd name="connsiteX165" fmla="*/ 7620 w 69532"/>
                                <a:gd name="connsiteY165" fmla="*/ 45720 h 106679"/>
                                <a:gd name="connsiteX166" fmla="*/ 4763 w 69532"/>
                                <a:gd name="connsiteY166" fmla="*/ 53340 h 106679"/>
                                <a:gd name="connsiteX167" fmla="*/ 2857 w 69532"/>
                                <a:gd name="connsiteY167" fmla="*/ 61913 h 106679"/>
                                <a:gd name="connsiteX168" fmla="*/ 1905 w 69532"/>
                                <a:gd name="connsiteY168" fmla="*/ 70485 h 106679"/>
                                <a:gd name="connsiteX169" fmla="*/ 1905 w 69532"/>
                                <a:gd name="connsiteY169" fmla="*/ 75247 h 106679"/>
                                <a:gd name="connsiteX170" fmla="*/ 1905 w 69532"/>
                                <a:gd name="connsiteY170" fmla="*/ 80010 h 106679"/>
                                <a:gd name="connsiteX171" fmla="*/ 2857 w 69532"/>
                                <a:gd name="connsiteY171" fmla="*/ 84772 h 106679"/>
                                <a:gd name="connsiteX172" fmla="*/ 3810 w 69532"/>
                                <a:gd name="connsiteY172" fmla="*/ 88582 h 106679"/>
                                <a:gd name="connsiteX173" fmla="*/ 5715 w 69532"/>
                                <a:gd name="connsiteY173" fmla="*/ 92392 h 106679"/>
                                <a:gd name="connsiteX174" fmla="*/ 6668 w 69532"/>
                                <a:gd name="connsiteY174" fmla="*/ 95250 h 106679"/>
                                <a:gd name="connsiteX175" fmla="*/ 5715 w 69532"/>
                                <a:gd name="connsiteY175" fmla="*/ 94297 h 106679"/>
                                <a:gd name="connsiteX176" fmla="*/ 4763 w 69532"/>
                                <a:gd name="connsiteY176" fmla="*/ 92392 h 106679"/>
                                <a:gd name="connsiteX177" fmla="*/ 2857 w 69532"/>
                                <a:gd name="connsiteY177" fmla="*/ 88582 h 106679"/>
                                <a:gd name="connsiteX178" fmla="*/ 1905 w 69532"/>
                                <a:gd name="connsiteY178" fmla="*/ 83820 h 106679"/>
                                <a:gd name="connsiteX179" fmla="*/ 952 w 69532"/>
                                <a:gd name="connsiteY179" fmla="*/ 79057 h 106679"/>
                                <a:gd name="connsiteX180" fmla="*/ 0 w 69532"/>
                                <a:gd name="connsiteY180" fmla="*/ 74295 h 106679"/>
                                <a:gd name="connsiteX181" fmla="*/ 0 w 69532"/>
                                <a:gd name="connsiteY181" fmla="*/ 69532 h 106679"/>
                                <a:gd name="connsiteX182" fmla="*/ 952 w 69532"/>
                                <a:gd name="connsiteY182" fmla="*/ 60007 h 106679"/>
                                <a:gd name="connsiteX183" fmla="*/ 2857 w 69532"/>
                                <a:gd name="connsiteY183" fmla="*/ 51435 h 106679"/>
                                <a:gd name="connsiteX184" fmla="*/ 5715 w 69532"/>
                                <a:gd name="connsiteY184" fmla="*/ 42863 h 106679"/>
                                <a:gd name="connsiteX185" fmla="*/ 9525 w 69532"/>
                                <a:gd name="connsiteY185" fmla="*/ 35242 h 106679"/>
                                <a:gd name="connsiteX186" fmla="*/ 13335 w 69532"/>
                                <a:gd name="connsiteY186" fmla="*/ 28575 h 106679"/>
                                <a:gd name="connsiteX187" fmla="*/ 16193 w 69532"/>
                                <a:gd name="connsiteY187" fmla="*/ 22860 h 106679"/>
                                <a:gd name="connsiteX188" fmla="*/ 18098 w 69532"/>
                                <a:gd name="connsiteY188" fmla="*/ 20003 h 106679"/>
                                <a:gd name="connsiteX189" fmla="*/ 19050 w 69532"/>
                                <a:gd name="connsiteY189" fmla="*/ 17145 h 106679"/>
                                <a:gd name="connsiteX190" fmla="*/ 20955 w 69532"/>
                                <a:gd name="connsiteY190" fmla="*/ 13335 h 106679"/>
                                <a:gd name="connsiteX191" fmla="*/ 21907 w 69532"/>
                                <a:gd name="connsiteY191" fmla="*/ 11430 h 106679"/>
                                <a:gd name="connsiteX192" fmla="*/ 21907 w 69532"/>
                                <a:gd name="connsiteY192" fmla="*/ 11430 h 106679"/>
                                <a:gd name="connsiteX193" fmla="*/ 20955 w 69532"/>
                                <a:gd name="connsiteY193" fmla="*/ 8572 h 106679"/>
                                <a:gd name="connsiteX194" fmla="*/ 19050 w 69532"/>
                                <a:gd name="connsiteY194" fmla="*/ 4763 h 106679"/>
                                <a:gd name="connsiteX195" fmla="*/ 17145 w 69532"/>
                                <a:gd name="connsiteY195" fmla="*/ 953 h 106679"/>
                                <a:gd name="connsiteX196" fmla="*/ 20955 w 69532"/>
                                <a:gd name="connsiteY196" fmla="*/ 0 h 106679"/>
                                <a:gd name="connsiteX197" fmla="*/ 15240 w 69532"/>
                                <a:gd name="connsiteY197" fmla="*/ 7620 h 106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69532" h="106679">
                                  <a:moveTo>
                                    <a:pt x="15240" y="7620"/>
                                  </a:moveTo>
                                  <a:cubicBezTo>
                                    <a:pt x="15240" y="7620"/>
                                    <a:pt x="15240" y="7620"/>
                                    <a:pt x="15240" y="7620"/>
                                  </a:cubicBezTo>
                                  <a:cubicBezTo>
                                    <a:pt x="16193" y="8572"/>
                                    <a:pt x="17145" y="8572"/>
                                    <a:pt x="19050" y="9525"/>
                                  </a:cubicBezTo>
                                  <a:cubicBezTo>
                                    <a:pt x="20955" y="10478"/>
                                    <a:pt x="23813" y="10478"/>
                                    <a:pt x="27623" y="11430"/>
                                  </a:cubicBezTo>
                                  <a:cubicBezTo>
                                    <a:pt x="31432" y="12382"/>
                                    <a:pt x="35243" y="13335"/>
                                    <a:pt x="39052" y="14288"/>
                                  </a:cubicBezTo>
                                  <a:cubicBezTo>
                                    <a:pt x="40005" y="14288"/>
                                    <a:pt x="40957" y="14288"/>
                                    <a:pt x="41910" y="15240"/>
                                  </a:cubicBezTo>
                                  <a:cubicBezTo>
                                    <a:pt x="42863" y="15240"/>
                                    <a:pt x="42863" y="15240"/>
                                    <a:pt x="43815" y="15240"/>
                                  </a:cubicBezTo>
                                  <a:lnTo>
                                    <a:pt x="43815" y="15240"/>
                                  </a:lnTo>
                                  <a:lnTo>
                                    <a:pt x="43815" y="15240"/>
                                  </a:lnTo>
                                  <a:lnTo>
                                    <a:pt x="44768" y="15240"/>
                                  </a:lnTo>
                                  <a:cubicBezTo>
                                    <a:pt x="46673" y="16192"/>
                                    <a:pt x="48577" y="16192"/>
                                    <a:pt x="50482" y="17145"/>
                                  </a:cubicBezTo>
                                  <a:cubicBezTo>
                                    <a:pt x="51435" y="17145"/>
                                    <a:pt x="52388" y="18097"/>
                                    <a:pt x="53340" y="18097"/>
                                  </a:cubicBezTo>
                                  <a:cubicBezTo>
                                    <a:pt x="54293" y="18097"/>
                                    <a:pt x="55245" y="19050"/>
                                    <a:pt x="56198" y="19050"/>
                                  </a:cubicBezTo>
                                  <a:cubicBezTo>
                                    <a:pt x="56198" y="19050"/>
                                    <a:pt x="57150" y="19050"/>
                                    <a:pt x="57150" y="20003"/>
                                  </a:cubicBezTo>
                                  <a:cubicBezTo>
                                    <a:pt x="57150" y="20003"/>
                                    <a:pt x="58102" y="20955"/>
                                    <a:pt x="58102" y="20955"/>
                                  </a:cubicBezTo>
                                  <a:cubicBezTo>
                                    <a:pt x="59055" y="20955"/>
                                    <a:pt x="60007" y="21907"/>
                                    <a:pt x="60007" y="21907"/>
                                  </a:cubicBezTo>
                                  <a:cubicBezTo>
                                    <a:pt x="60960" y="22860"/>
                                    <a:pt x="62865" y="23813"/>
                                    <a:pt x="63818" y="23813"/>
                                  </a:cubicBezTo>
                                  <a:cubicBezTo>
                                    <a:pt x="64770" y="24765"/>
                                    <a:pt x="65723" y="24765"/>
                                    <a:pt x="66675" y="25717"/>
                                  </a:cubicBezTo>
                                  <a:cubicBezTo>
                                    <a:pt x="67627" y="26670"/>
                                    <a:pt x="67627" y="26670"/>
                                    <a:pt x="68580" y="26670"/>
                                  </a:cubicBezTo>
                                  <a:cubicBezTo>
                                    <a:pt x="68580" y="26670"/>
                                    <a:pt x="69532" y="27622"/>
                                    <a:pt x="69532" y="27622"/>
                                  </a:cubicBezTo>
                                  <a:cubicBezTo>
                                    <a:pt x="69532" y="27622"/>
                                    <a:pt x="69532" y="27622"/>
                                    <a:pt x="69532" y="27622"/>
                                  </a:cubicBezTo>
                                  <a:lnTo>
                                    <a:pt x="69532" y="27622"/>
                                  </a:lnTo>
                                  <a:cubicBezTo>
                                    <a:pt x="69532" y="27622"/>
                                    <a:pt x="69532" y="27622"/>
                                    <a:pt x="69532" y="27622"/>
                                  </a:cubicBezTo>
                                  <a:cubicBezTo>
                                    <a:pt x="69532" y="27622"/>
                                    <a:pt x="69532" y="27622"/>
                                    <a:pt x="68580" y="26670"/>
                                  </a:cubicBezTo>
                                  <a:cubicBezTo>
                                    <a:pt x="68580" y="26670"/>
                                    <a:pt x="67627" y="25717"/>
                                    <a:pt x="66675" y="25717"/>
                                  </a:cubicBezTo>
                                  <a:cubicBezTo>
                                    <a:pt x="65723" y="25717"/>
                                    <a:pt x="64770" y="24765"/>
                                    <a:pt x="63818" y="23813"/>
                                  </a:cubicBezTo>
                                  <a:cubicBezTo>
                                    <a:pt x="62865" y="22860"/>
                                    <a:pt x="61913" y="22860"/>
                                    <a:pt x="60007" y="21907"/>
                                  </a:cubicBezTo>
                                  <a:cubicBezTo>
                                    <a:pt x="59055" y="21907"/>
                                    <a:pt x="58102" y="20955"/>
                                    <a:pt x="58102" y="20955"/>
                                  </a:cubicBezTo>
                                  <a:cubicBezTo>
                                    <a:pt x="58102" y="20955"/>
                                    <a:pt x="57150" y="20955"/>
                                    <a:pt x="57150" y="20003"/>
                                  </a:cubicBezTo>
                                  <a:cubicBezTo>
                                    <a:pt x="57150" y="20003"/>
                                    <a:pt x="56198" y="20003"/>
                                    <a:pt x="56198" y="19050"/>
                                  </a:cubicBezTo>
                                  <a:cubicBezTo>
                                    <a:pt x="55245" y="19050"/>
                                    <a:pt x="54293" y="18097"/>
                                    <a:pt x="53340" y="18097"/>
                                  </a:cubicBezTo>
                                  <a:cubicBezTo>
                                    <a:pt x="52388" y="18097"/>
                                    <a:pt x="51435" y="17145"/>
                                    <a:pt x="50482" y="17145"/>
                                  </a:cubicBezTo>
                                  <a:cubicBezTo>
                                    <a:pt x="48577" y="16192"/>
                                    <a:pt x="46673" y="16192"/>
                                    <a:pt x="44768" y="15240"/>
                                  </a:cubicBezTo>
                                  <a:lnTo>
                                    <a:pt x="43815" y="15240"/>
                                  </a:lnTo>
                                  <a:lnTo>
                                    <a:pt x="43815" y="15240"/>
                                  </a:lnTo>
                                  <a:lnTo>
                                    <a:pt x="43815" y="15240"/>
                                  </a:lnTo>
                                  <a:cubicBezTo>
                                    <a:pt x="42863" y="15240"/>
                                    <a:pt x="42863" y="15240"/>
                                    <a:pt x="41910" y="15240"/>
                                  </a:cubicBezTo>
                                  <a:cubicBezTo>
                                    <a:pt x="40957" y="15240"/>
                                    <a:pt x="40005" y="15240"/>
                                    <a:pt x="39052" y="14288"/>
                                  </a:cubicBezTo>
                                  <a:cubicBezTo>
                                    <a:pt x="34290" y="13335"/>
                                    <a:pt x="30480" y="12382"/>
                                    <a:pt x="27623" y="12382"/>
                                  </a:cubicBezTo>
                                  <a:cubicBezTo>
                                    <a:pt x="22860" y="11430"/>
                                    <a:pt x="19050" y="10478"/>
                                    <a:pt x="17145" y="9525"/>
                                  </a:cubicBezTo>
                                  <a:cubicBezTo>
                                    <a:pt x="17145" y="10478"/>
                                    <a:pt x="17145" y="10478"/>
                                    <a:pt x="18098" y="11430"/>
                                  </a:cubicBezTo>
                                  <a:cubicBezTo>
                                    <a:pt x="18098" y="12382"/>
                                    <a:pt x="19050" y="13335"/>
                                    <a:pt x="19050" y="14288"/>
                                  </a:cubicBezTo>
                                  <a:cubicBezTo>
                                    <a:pt x="19050" y="15240"/>
                                    <a:pt x="20002" y="16192"/>
                                    <a:pt x="20002" y="17145"/>
                                  </a:cubicBezTo>
                                  <a:cubicBezTo>
                                    <a:pt x="20955" y="19050"/>
                                    <a:pt x="21907" y="21907"/>
                                    <a:pt x="22860" y="23813"/>
                                  </a:cubicBezTo>
                                  <a:cubicBezTo>
                                    <a:pt x="22860" y="23813"/>
                                    <a:pt x="22860" y="24765"/>
                                    <a:pt x="23813" y="24765"/>
                                  </a:cubicBezTo>
                                  <a:cubicBezTo>
                                    <a:pt x="23813" y="24765"/>
                                    <a:pt x="23813" y="24765"/>
                                    <a:pt x="23813" y="24765"/>
                                  </a:cubicBezTo>
                                  <a:cubicBezTo>
                                    <a:pt x="24765" y="25717"/>
                                    <a:pt x="25718" y="26670"/>
                                    <a:pt x="26670" y="27622"/>
                                  </a:cubicBezTo>
                                  <a:cubicBezTo>
                                    <a:pt x="27623" y="28575"/>
                                    <a:pt x="29527" y="29528"/>
                                    <a:pt x="30480" y="30480"/>
                                  </a:cubicBezTo>
                                  <a:cubicBezTo>
                                    <a:pt x="33338" y="32385"/>
                                    <a:pt x="37148" y="34290"/>
                                    <a:pt x="41910" y="35242"/>
                                  </a:cubicBezTo>
                                  <a:cubicBezTo>
                                    <a:pt x="43815" y="36195"/>
                                    <a:pt x="45720" y="37147"/>
                                    <a:pt x="47625" y="38100"/>
                                  </a:cubicBezTo>
                                  <a:cubicBezTo>
                                    <a:pt x="48577" y="38100"/>
                                    <a:pt x="49530" y="39053"/>
                                    <a:pt x="50482" y="39053"/>
                                  </a:cubicBezTo>
                                  <a:cubicBezTo>
                                    <a:pt x="51435" y="39053"/>
                                    <a:pt x="52388" y="40005"/>
                                    <a:pt x="53340" y="40005"/>
                                  </a:cubicBezTo>
                                  <a:cubicBezTo>
                                    <a:pt x="55245" y="40957"/>
                                    <a:pt x="56198" y="41910"/>
                                    <a:pt x="58102" y="42863"/>
                                  </a:cubicBezTo>
                                  <a:cubicBezTo>
                                    <a:pt x="59055" y="42863"/>
                                    <a:pt x="59055" y="43815"/>
                                    <a:pt x="60007" y="43815"/>
                                  </a:cubicBezTo>
                                  <a:cubicBezTo>
                                    <a:pt x="60960" y="43815"/>
                                    <a:pt x="60960" y="44767"/>
                                    <a:pt x="61913" y="44767"/>
                                  </a:cubicBezTo>
                                  <a:cubicBezTo>
                                    <a:pt x="63818" y="45720"/>
                                    <a:pt x="64770" y="47625"/>
                                    <a:pt x="64770" y="48578"/>
                                  </a:cubicBezTo>
                                  <a:cubicBezTo>
                                    <a:pt x="64770" y="48578"/>
                                    <a:pt x="64770" y="48578"/>
                                    <a:pt x="64770" y="48578"/>
                                  </a:cubicBezTo>
                                  <a:cubicBezTo>
                                    <a:pt x="64770" y="48578"/>
                                    <a:pt x="64770" y="48578"/>
                                    <a:pt x="64770" y="48578"/>
                                  </a:cubicBezTo>
                                  <a:cubicBezTo>
                                    <a:pt x="64770" y="48578"/>
                                    <a:pt x="64770" y="48578"/>
                                    <a:pt x="64770" y="49530"/>
                                  </a:cubicBezTo>
                                  <a:cubicBezTo>
                                    <a:pt x="64770" y="49530"/>
                                    <a:pt x="64770" y="49530"/>
                                    <a:pt x="64770" y="49530"/>
                                  </a:cubicBezTo>
                                  <a:cubicBezTo>
                                    <a:pt x="64770" y="49530"/>
                                    <a:pt x="64770" y="49530"/>
                                    <a:pt x="64770" y="49530"/>
                                  </a:cubicBezTo>
                                  <a:cubicBezTo>
                                    <a:pt x="64770" y="49530"/>
                                    <a:pt x="64770" y="50482"/>
                                    <a:pt x="64770" y="50482"/>
                                  </a:cubicBezTo>
                                  <a:cubicBezTo>
                                    <a:pt x="64770" y="50482"/>
                                    <a:pt x="64770" y="49530"/>
                                    <a:pt x="64770" y="49530"/>
                                  </a:cubicBezTo>
                                  <a:cubicBezTo>
                                    <a:pt x="64770" y="49530"/>
                                    <a:pt x="64770" y="49530"/>
                                    <a:pt x="64770" y="49530"/>
                                  </a:cubicBezTo>
                                  <a:cubicBezTo>
                                    <a:pt x="64770" y="49530"/>
                                    <a:pt x="64770" y="49530"/>
                                    <a:pt x="64770" y="49530"/>
                                  </a:cubicBezTo>
                                  <a:cubicBezTo>
                                    <a:pt x="64770" y="49530"/>
                                    <a:pt x="64770" y="49530"/>
                                    <a:pt x="64770" y="49530"/>
                                  </a:cubicBezTo>
                                  <a:cubicBezTo>
                                    <a:pt x="64770" y="49530"/>
                                    <a:pt x="64770" y="49530"/>
                                    <a:pt x="64770" y="49530"/>
                                  </a:cubicBezTo>
                                  <a:cubicBezTo>
                                    <a:pt x="64770" y="49530"/>
                                    <a:pt x="64770" y="49530"/>
                                    <a:pt x="64770" y="49530"/>
                                  </a:cubicBezTo>
                                  <a:cubicBezTo>
                                    <a:pt x="63818" y="48578"/>
                                    <a:pt x="63818" y="47625"/>
                                    <a:pt x="61913" y="46672"/>
                                  </a:cubicBezTo>
                                  <a:cubicBezTo>
                                    <a:pt x="61913" y="46672"/>
                                    <a:pt x="60960" y="45720"/>
                                    <a:pt x="60007" y="45720"/>
                                  </a:cubicBezTo>
                                  <a:cubicBezTo>
                                    <a:pt x="59055" y="45720"/>
                                    <a:pt x="59055" y="44767"/>
                                    <a:pt x="58102" y="44767"/>
                                  </a:cubicBezTo>
                                  <a:cubicBezTo>
                                    <a:pt x="57150" y="43815"/>
                                    <a:pt x="55245" y="42863"/>
                                    <a:pt x="53340" y="41910"/>
                                  </a:cubicBezTo>
                                  <a:cubicBezTo>
                                    <a:pt x="52388" y="41910"/>
                                    <a:pt x="51435" y="40957"/>
                                    <a:pt x="50482" y="40957"/>
                                  </a:cubicBezTo>
                                  <a:cubicBezTo>
                                    <a:pt x="49530" y="40957"/>
                                    <a:pt x="48577" y="40005"/>
                                    <a:pt x="47625" y="40005"/>
                                  </a:cubicBezTo>
                                  <a:cubicBezTo>
                                    <a:pt x="45720" y="39053"/>
                                    <a:pt x="43815" y="38100"/>
                                    <a:pt x="41910" y="38100"/>
                                  </a:cubicBezTo>
                                  <a:cubicBezTo>
                                    <a:pt x="38100" y="36195"/>
                                    <a:pt x="34290" y="35242"/>
                                    <a:pt x="30480" y="33338"/>
                                  </a:cubicBezTo>
                                  <a:cubicBezTo>
                                    <a:pt x="28575" y="32385"/>
                                    <a:pt x="27623" y="31432"/>
                                    <a:pt x="26670" y="30480"/>
                                  </a:cubicBezTo>
                                  <a:cubicBezTo>
                                    <a:pt x="26670" y="30480"/>
                                    <a:pt x="26670" y="30480"/>
                                    <a:pt x="26670" y="30480"/>
                                  </a:cubicBezTo>
                                  <a:cubicBezTo>
                                    <a:pt x="26670" y="31432"/>
                                    <a:pt x="27623" y="32385"/>
                                    <a:pt x="27623" y="32385"/>
                                  </a:cubicBezTo>
                                  <a:cubicBezTo>
                                    <a:pt x="28575" y="35242"/>
                                    <a:pt x="29527" y="37147"/>
                                    <a:pt x="30480" y="40005"/>
                                  </a:cubicBezTo>
                                  <a:cubicBezTo>
                                    <a:pt x="31432" y="42863"/>
                                    <a:pt x="32385" y="44767"/>
                                    <a:pt x="33338" y="47625"/>
                                  </a:cubicBezTo>
                                  <a:cubicBezTo>
                                    <a:pt x="33338" y="47625"/>
                                    <a:pt x="33338" y="47625"/>
                                    <a:pt x="33338" y="48578"/>
                                  </a:cubicBezTo>
                                  <a:cubicBezTo>
                                    <a:pt x="33338" y="48578"/>
                                    <a:pt x="33338" y="49530"/>
                                    <a:pt x="34290" y="49530"/>
                                  </a:cubicBezTo>
                                  <a:cubicBezTo>
                                    <a:pt x="35243" y="50482"/>
                                    <a:pt x="36195" y="51435"/>
                                    <a:pt x="39052" y="53340"/>
                                  </a:cubicBezTo>
                                  <a:cubicBezTo>
                                    <a:pt x="40005" y="54292"/>
                                    <a:pt x="40957" y="54292"/>
                                    <a:pt x="42863" y="55245"/>
                                  </a:cubicBezTo>
                                  <a:cubicBezTo>
                                    <a:pt x="43815" y="56197"/>
                                    <a:pt x="44768" y="57150"/>
                                    <a:pt x="46673" y="57150"/>
                                  </a:cubicBezTo>
                                  <a:cubicBezTo>
                                    <a:pt x="47625" y="57150"/>
                                    <a:pt x="47625" y="58103"/>
                                    <a:pt x="48577" y="58103"/>
                                  </a:cubicBezTo>
                                  <a:cubicBezTo>
                                    <a:pt x="49530" y="58103"/>
                                    <a:pt x="49530" y="59055"/>
                                    <a:pt x="50482" y="59055"/>
                                  </a:cubicBezTo>
                                  <a:cubicBezTo>
                                    <a:pt x="51435" y="60007"/>
                                    <a:pt x="51435" y="60007"/>
                                    <a:pt x="52388" y="60007"/>
                                  </a:cubicBezTo>
                                  <a:cubicBezTo>
                                    <a:pt x="53340" y="60960"/>
                                    <a:pt x="53340" y="60960"/>
                                    <a:pt x="54293" y="61913"/>
                                  </a:cubicBezTo>
                                  <a:cubicBezTo>
                                    <a:pt x="55245" y="62865"/>
                                    <a:pt x="56198" y="63817"/>
                                    <a:pt x="57150" y="64770"/>
                                  </a:cubicBezTo>
                                  <a:cubicBezTo>
                                    <a:pt x="58102" y="65722"/>
                                    <a:pt x="59055" y="66675"/>
                                    <a:pt x="60007" y="67628"/>
                                  </a:cubicBezTo>
                                  <a:cubicBezTo>
                                    <a:pt x="60960" y="68580"/>
                                    <a:pt x="60960" y="68580"/>
                                    <a:pt x="61913" y="68580"/>
                                  </a:cubicBezTo>
                                  <a:cubicBezTo>
                                    <a:pt x="62865" y="68580"/>
                                    <a:pt x="62865" y="69532"/>
                                    <a:pt x="63818" y="69532"/>
                                  </a:cubicBezTo>
                                  <a:cubicBezTo>
                                    <a:pt x="63818" y="69532"/>
                                    <a:pt x="64770" y="69532"/>
                                    <a:pt x="64770" y="70485"/>
                                  </a:cubicBezTo>
                                  <a:cubicBezTo>
                                    <a:pt x="64770" y="70485"/>
                                    <a:pt x="65723" y="70485"/>
                                    <a:pt x="65723" y="71438"/>
                                  </a:cubicBezTo>
                                  <a:cubicBezTo>
                                    <a:pt x="65723" y="71438"/>
                                    <a:pt x="65723" y="71438"/>
                                    <a:pt x="65723" y="71438"/>
                                  </a:cubicBezTo>
                                  <a:cubicBezTo>
                                    <a:pt x="64770" y="71438"/>
                                    <a:pt x="64770" y="70485"/>
                                    <a:pt x="63818" y="70485"/>
                                  </a:cubicBezTo>
                                  <a:cubicBezTo>
                                    <a:pt x="62865" y="70485"/>
                                    <a:pt x="62865" y="69532"/>
                                    <a:pt x="61913" y="69532"/>
                                  </a:cubicBezTo>
                                  <a:cubicBezTo>
                                    <a:pt x="60960" y="69532"/>
                                    <a:pt x="60960" y="68580"/>
                                    <a:pt x="60007" y="68580"/>
                                  </a:cubicBezTo>
                                  <a:cubicBezTo>
                                    <a:pt x="59055" y="67628"/>
                                    <a:pt x="58102" y="66675"/>
                                    <a:pt x="57150" y="65722"/>
                                  </a:cubicBezTo>
                                  <a:cubicBezTo>
                                    <a:pt x="56198" y="64770"/>
                                    <a:pt x="55245" y="63817"/>
                                    <a:pt x="53340" y="62865"/>
                                  </a:cubicBezTo>
                                  <a:lnTo>
                                    <a:pt x="52388" y="61913"/>
                                  </a:lnTo>
                                  <a:lnTo>
                                    <a:pt x="51435" y="60960"/>
                                  </a:lnTo>
                                  <a:cubicBezTo>
                                    <a:pt x="50482" y="60960"/>
                                    <a:pt x="50482" y="60007"/>
                                    <a:pt x="49530" y="60007"/>
                                  </a:cubicBezTo>
                                  <a:cubicBezTo>
                                    <a:pt x="48577" y="60007"/>
                                    <a:pt x="48577" y="59055"/>
                                    <a:pt x="47625" y="59055"/>
                                  </a:cubicBezTo>
                                  <a:cubicBezTo>
                                    <a:pt x="46673" y="59055"/>
                                    <a:pt x="46673" y="58103"/>
                                    <a:pt x="45720" y="58103"/>
                                  </a:cubicBezTo>
                                  <a:cubicBezTo>
                                    <a:pt x="44768" y="57150"/>
                                    <a:pt x="43815" y="56197"/>
                                    <a:pt x="41910" y="56197"/>
                                  </a:cubicBezTo>
                                  <a:cubicBezTo>
                                    <a:pt x="40957" y="55245"/>
                                    <a:pt x="40005" y="55245"/>
                                    <a:pt x="38100" y="54292"/>
                                  </a:cubicBezTo>
                                  <a:cubicBezTo>
                                    <a:pt x="37148" y="53340"/>
                                    <a:pt x="36195" y="53340"/>
                                    <a:pt x="35243" y="52388"/>
                                  </a:cubicBezTo>
                                  <a:cubicBezTo>
                                    <a:pt x="36195" y="54292"/>
                                    <a:pt x="36195" y="55245"/>
                                    <a:pt x="37148" y="57150"/>
                                  </a:cubicBezTo>
                                  <a:cubicBezTo>
                                    <a:pt x="38100" y="60007"/>
                                    <a:pt x="39052" y="62865"/>
                                    <a:pt x="40005" y="65722"/>
                                  </a:cubicBezTo>
                                  <a:cubicBezTo>
                                    <a:pt x="40957" y="66675"/>
                                    <a:pt x="40957" y="68580"/>
                                    <a:pt x="41910" y="69532"/>
                                  </a:cubicBezTo>
                                  <a:cubicBezTo>
                                    <a:pt x="42863" y="70485"/>
                                    <a:pt x="42863" y="72390"/>
                                    <a:pt x="43815" y="73342"/>
                                  </a:cubicBezTo>
                                  <a:cubicBezTo>
                                    <a:pt x="44768" y="76200"/>
                                    <a:pt x="46673" y="78105"/>
                                    <a:pt x="48577" y="80010"/>
                                  </a:cubicBezTo>
                                  <a:cubicBezTo>
                                    <a:pt x="49530" y="80963"/>
                                    <a:pt x="50482" y="81915"/>
                                    <a:pt x="51435" y="82867"/>
                                  </a:cubicBezTo>
                                  <a:cubicBezTo>
                                    <a:pt x="52388" y="83820"/>
                                    <a:pt x="52388" y="84772"/>
                                    <a:pt x="53340" y="85725"/>
                                  </a:cubicBezTo>
                                  <a:cubicBezTo>
                                    <a:pt x="53340" y="85725"/>
                                    <a:pt x="53340" y="85725"/>
                                    <a:pt x="53340" y="85725"/>
                                  </a:cubicBezTo>
                                  <a:lnTo>
                                    <a:pt x="53340" y="85725"/>
                                  </a:lnTo>
                                  <a:cubicBezTo>
                                    <a:pt x="52388" y="84772"/>
                                    <a:pt x="51435" y="83820"/>
                                    <a:pt x="50482" y="82867"/>
                                  </a:cubicBezTo>
                                  <a:cubicBezTo>
                                    <a:pt x="49530" y="81915"/>
                                    <a:pt x="48577" y="80963"/>
                                    <a:pt x="47625" y="80010"/>
                                  </a:cubicBezTo>
                                  <a:cubicBezTo>
                                    <a:pt x="45720" y="78105"/>
                                    <a:pt x="44768" y="75247"/>
                                    <a:pt x="42863" y="73342"/>
                                  </a:cubicBezTo>
                                  <a:cubicBezTo>
                                    <a:pt x="42863" y="72390"/>
                                    <a:pt x="41910" y="72390"/>
                                    <a:pt x="41910" y="71438"/>
                                  </a:cubicBezTo>
                                  <a:cubicBezTo>
                                    <a:pt x="41910" y="70485"/>
                                    <a:pt x="40957" y="70485"/>
                                    <a:pt x="40957" y="69532"/>
                                  </a:cubicBezTo>
                                  <a:cubicBezTo>
                                    <a:pt x="40957" y="68580"/>
                                    <a:pt x="40005" y="68580"/>
                                    <a:pt x="40005" y="67628"/>
                                  </a:cubicBezTo>
                                  <a:cubicBezTo>
                                    <a:pt x="40005" y="66675"/>
                                    <a:pt x="39052" y="66675"/>
                                    <a:pt x="39052" y="65722"/>
                                  </a:cubicBezTo>
                                  <a:cubicBezTo>
                                    <a:pt x="38100" y="62865"/>
                                    <a:pt x="37148" y="60007"/>
                                    <a:pt x="35243" y="57150"/>
                                  </a:cubicBezTo>
                                  <a:cubicBezTo>
                                    <a:pt x="34290" y="54292"/>
                                    <a:pt x="33338" y="51435"/>
                                    <a:pt x="32385" y="48578"/>
                                  </a:cubicBezTo>
                                  <a:cubicBezTo>
                                    <a:pt x="31432" y="46672"/>
                                    <a:pt x="30480" y="44767"/>
                                    <a:pt x="30480" y="42863"/>
                                  </a:cubicBezTo>
                                  <a:cubicBezTo>
                                    <a:pt x="30480" y="42863"/>
                                    <a:pt x="30480" y="43815"/>
                                    <a:pt x="30480" y="43815"/>
                                  </a:cubicBezTo>
                                  <a:cubicBezTo>
                                    <a:pt x="30480" y="45720"/>
                                    <a:pt x="29527" y="46672"/>
                                    <a:pt x="29527" y="48578"/>
                                  </a:cubicBezTo>
                                  <a:cubicBezTo>
                                    <a:pt x="28575" y="52388"/>
                                    <a:pt x="27623" y="56197"/>
                                    <a:pt x="25718" y="60007"/>
                                  </a:cubicBezTo>
                                  <a:cubicBezTo>
                                    <a:pt x="24765" y="61913"/>
                                    <a:pt x="23813" y="64770"/>
                                    <a:pt x="23813" y="66675"/>
                                  </a:cubicBezTo>
                                  <a:cubicBezTo>
                                    <a:pt x="22860" y="68580"/>
                                    <a:pt x="22860" y="71438"/>
                                    <a:pt x="22860" y="74295"/>
                                  </a:cubicBezTo>
                                  <a:cubicBezTo>
                                    <a:pt x="22860" y="77153"/>
                                    <a:pt x="22860" y="80010"/>
                                    <a:pt x="22860" y="81915"/>
                                  </a:cubicBezTo>
                                  <a:cubicBezTo>
                                    <a:pt x="22860" y="84772"/>
                                    <a:pt x="23813" y="87630"/>
                                    <a:pt x="24765" y="90488"/>
                                  </a:cubicBezTo>
                                  <a:cubicBezTo>
                                    <a:pt x="24765" y="91440"/>
                                    <a:pt x="25718" y="93345"/>
                                    <a:pt x="26670" y="94297"/>
                                  </a:cubicBezTo>
                                  <a:cubicBezTo>
                                    <a:pt x="27623" y="95250"/>
                                    <a:pt x="27623" y="97155"/>
                                    <a:pt x="28575" y="98107"/>
                                  </a:cubicBezTo>
                                  <a:cubicBezTo>
                                    <a:pt x="28575" y="99060"/>
                                    <a:pt x="29527" y="99060"/>
                                    <a:pt x="29527" y="100013"/>
                                  </a:cubicBezTo>
                                  <a:cubicBezTo>
                                    <a:pt x="29527" y="100965"/>
                                    <a:pt x="30480" y="100965"/>
                                    <a:pt x="30480" y="101917"/>
                                  </a:cubicBezTo>
                                  <a:cubicBezTo>
                                    <a:pt x="31432" y="102870"/>
                                    <a:pt x="32385" y="104775"/>
                                    <a:pt x="33338" y="105728"/>
                                  </a:cubicBezTo>
                                  <a:cubicBezTo>
                                    <a:pt x="33338" y="105728"/>
                                    <a:pt x="33338" y="105728"/>
                                    <a:pt x="34290" y="106680"/>
                                  </a:cubicBezTo>
                                  <a:cubicBezTo>
                                    <a:pt x="34290" y="106680"/>
                                    <a:pt x="34290" y="106680"/>
                                    <a:pt x="34290" y="106680"/>
                                  </a:cubicBezTo>
                                  <a:lnTo>
                                    <a:pt x="33338" y="105728"/>
                                  </a:lnTo>
                                  <a:cubicBezTo>
                                    <a:pt x="31432" y="103822"/>
                                    <a:pt x="29527" y="100965"/>
                                    <a:pt x="28575" y="98107"/>
                                  </a:cubicBezTo>
                                  <a:cubicBezTo>
                                    <a:pt x="26670" y="95250"/>
                                    <a:pt x="25718" y="92392"/>
                                    <a:pt x="24765" y="89535"/>
                                  </a:cubicBezTo>
                                  <a:cubicBezTo>
                                    <a:pt x="23813" y="86678"/>
                                    <a:pt x="23813" y="83820"/>
                                    <a:pt x="22860" y="80963"/>
                                  </a:cubicBezTo>
                                  <a:cubicBezTo>
                                    <a:pt x="22860" y="78105"/>
                                    <a:pt x="22860" y="75247"/>
                                    <a:pt x="22860" y="72390"/>
                                  </a:cubicBezTo>
                                  <a:cubicBezTo>
                                    <a:pt x="22860" y="69532"/>
                                    <a:pt x="23813" y="67628"/>
                                    <a:pt x="23813" y="64770"/>
                                  </a:cubicBezTo>
                                  <a:cubicBezTo>
                                    <a:pt x="24765" y="61913"/>
                                    <a:pt x="24765" y="60007"/>
                                    <a:pt x="25718" y="58103"/>
                                  </a:cubicBezTo>
                                  <a:cubicBezTo>
                                    <a:pt x="26670" y="53340"/>
                                    <a:pt x="28575" y="49530"/>
                                    <a:pt x="29527" y="46672"/>
                                  </a:cubicBezTo>
                                  <a:cubicBezTo>
                                    <a:pt x="29527" y="44767"/>
                                    <a:pt x="30480" y="43815"/>
                                    <a:pt x="30480" y="41910"/>
                                  </a:cubicBezTo>
                                  <a:cubicBezTo>
                                    <a:pt x="30480" y="40957"/>
                                    <a:pt x="30480" y="39053"/>
                                    <a:pt x="30480" y="38100"/>
                                  </a:cubicBezTo>
                                  <a:cubicBezTo>
                                    <a:pt x="30480" y="37147"/>
                                    <a:pt x="30480" y="36195"/>
                                    <a:pt x="30480" y="36195"/>
                                  </a:cubicBezTo>
                                  <a:cubicBezTo>
                                    <a:pt x="29527" y="34290"/>
                                    <a:pt x="28575" y="32385"/>
                                    <a:pt x="28575" y="30480"/>
                                  </a:cubicBezTo>
                                  <a:cubicBezTo>
                                    <a:pt x="28575" y="29528"/>
                                    <a:pt x="27623" y="27622"/>
                                    <a:pt x="27623" y="26670"/>
                                  </a:cubicBezTo>
                                  <a:cubicBezTo>
                                    <a:pt x="27623" y="25717"/>
                                    <a:pt x="26670" y="23813"/>
                                    <a:pt x="26670" y="22860"/>
                                  </a:cubicBezTo>
                                  <a:cubicBezTo>
                                    <a:pt x="25718" y="20955"/>
                                    <a:pt x="24765" y="18097"/>
                                    <a:pt x="23813" y="16192"/>
                                  </a:cubicBezTo>
                                  <a:cubicBezTo>
                                    <a:pt x="23813" y="16192"/>
                                    <a:pt x="23813" y="16192"/>
                                    <a:pt x="23813" y="15240"/>
                                  </a:cubicBezTo>
                                  <a:cubicBezTo>
                                    <a:pt x="23813" y="15240"/>
                                    <a:pt x="23813" y="15240"/>
                                    <a:pt x="23813" y="16192"/>
                                  </a:cubicBezTo>
                                  <a:cubicBezTo>
                                    <a:pt x="22860" y="17145"/>
                                    <a:pt x="22860" y="18097"/>
                                    <a:pt x="21907" y="20003"/>
                                  </a:cubicBezTo>
                                  <a:cubicBezTo>
                                    <a:pt x="21907" y="20955"/>
                                    <a:pt x="20955" y="21907"/>
                                    <a:pt x="20955" y="22860"/>
                                  </a:cubicBezTo>
                                  <a:cubicBezTo>
                                    <a:pt x="20002" y="23813"/>
                                    <a:pt x="20002" y="24765"/>
                                    <a:pt x="19050" y="25717"/>
                                  </a:cubicBezTo>
                                  <a:cubicBezTo>
                                    <a:pt x="18098" y="27622"/>
                                    <a:pt x="17145" y="29528"/>
                                    <a:pt x="15240" y="31432"/>
                                  </a:cubicBezTo>
                                  <a:cubicBezTo>
                                    <a:pt x="14288" y="33338"/>
                                    <a:pt x="12382" y="36195"/>
                                    <a:pt x="11430" y="38100"/>
                                  </a:cubicBezTo>
                                  <a:cubicBezTo>
                                    <a:pt x="10477" y="40005"/>
                                    <a:pt x="8573" y="42863"/>
                                    <a:pt x="7620" y="45720"/>
                                  </a:cubicBezTo>
                                  <a:cubicBezTo>
                                    <a:pt x="6668" y="48578"/>
                                    <a:pt x="5715" y="51435"/>
                                    <a:pt x="4763" y="53340"/>
                                  </a:cubicBezTo>
                                  <a:cubicBezTo>
                                    <a:pt x="3810" y="56197"/>
                                    <a:pt x="2857" y="59055"/>
                                    <a:pt x="2857" y="61913"/>
                                  </a:cubicBezTo>
                                  <a:cubicBezTo>
                                    <a:pt x="1905" y="64770"/>
                                    <a:pt x="1905" y="67628"/>
                                    <a:pt x="1905" y="70485"/>
                                  </a:cubicBezTo>
                                  <a:cubicBezTo>
                                    <a:pt x="1905" y="72390"/>
                                    <a:pt x="1905" y="73342"/>
                                    <a:pt x="1905" y="75247"/>
                                  </a:cubicBezTo>
                                  <a:cubicBezTo>
                                    <a:pt x="1905" y="77153"/>
                                    <a:pt x="1905" y="78105"/>
                                    <a:pt x="1905" y="80010"/>
                                  </a:cubicBezTo>
                                  <a:cubicBezTo>
                                    <a:pt x="1905" y="81915"/>
                                    <a:pt x="2857" y="82867"/>
                                    <a:pt x="2857" y="84772"/>
                                  </a:cubicBezTo>
                                  <a:cubicBezTo>
                                    <a:pt x="2857" y="86678"/>
                                    <a:pt x="3810" y="87630"/>
                                    <a:pt x="3810" y="88582"/>
                                  </a:cubicBezTo>
                                  <a:cubicBezTo>
                                    <a:pt x="4763" y="89535"/>
                                    <a:pt x="4763" y="91440"/>
                                    <a:pt x="5715" y="92392"/>
                                  </a:cubicBezTo>
                                  <a:cubicBezTo>
                                    <a:pt x="5715" y="93345"/>
                                    <a:pt x="6668" y="94297"/>
                                    <a:pt x="6668" y="95250"/>
                                  </a:cubicBezTo>
                                  <a:cubicBezTo>
                                    <a:pt x="6668" y="95250"/>
                                    <a:pt x="6668" y="95250"/>
                                    <a:pt x="5715" y="94297"/>
                                  </a:cubicBezTo>
                                  <a:cubicBezTo>
                                    <a:pt x="5715" y="93345"/>
                                    <a:pt x="4763" y="93345"/>
                                    <a:pt x="4763" y="92392"/>
                                  </a:cubicBezTo>
                                  <a:cubicBezTo>
                                    <a:pt x="3810" y="91440"/>
                                    <a:pt x="3810" y="89535"/>
                                    <a:pt x="2857" y="88582"/>
                                  </a:cubicBezTo>
                                  <a:cubicBezTo>
                                    <a:pt x="1905" y="87630"/>
                                    <a:pt x="1905" y="85725"/>
                                    <a:pt x="1905" y="83820"/>
                                  </a:cubicBezTo>
                                  <a:cubicBezTo>
                                    <a:pt x="1905" y="81915"/>
                                    <a:pt x="952" y="80963"/>
                                    <a:pt x="952" y="79057"/>
                                  </a:cubicBezTo>
                                  <a:cubicBezTo>
                                    <a:pt x="952" y="77153"/>
                                    <a:pt x="952" y="76200"/>
                                    <a:pt x="0" y="74295"/>
                                  </a:cubicBezTo>
                                  <a:cubicBezTo>
                                    <a:pt x="0" y="72390"/>
                                    <a:pt x="0" y="71438"/>
                                    <a:pt x="0" y="69532"/>
                                  </a:cubicBezTo>
                                  <a:cubicBezTo>
                                    <a:pt x="0" y="66675"/>
                                    <a:pt x="0" y="62865"/>
                                    <a:pt x="952" y="60007"/>
                                  </a:cubicBezTo>
                                  <a:cubicBezTo>
                                    <a:pt x="952" y="57150"/>
                                    <a:pt x="1905" y="54292"/>
                                    <a:pt x="2857" y="51435"/>
                                  </a:cubicBezTo>
                                  <a:cubicBezTo>
                                    <a:pt x="3810" y="48578"/>
                                    <a:pt x="4763" y="45720"/>
                                    <a:pt x="5715" y="42863"/>
                                  </a:cubicBezTo>
                                  <a:cubicBezTo>
                                    <a:pt x="6668" y="40005"/>
                                    <a:pt x="7620" y="38100"/>
                                    <a:pt x="9525" y="35242"/>
                                  </a:cubicBezTo>
                                  <a:cubicBezTo>
                                    <a:pt x="10477" y="32385"/>
                                    <a:pt x="12382" y="30480"/>
                                    <a:pt x="13335" y="28575"/>
                                  </a:cubicBezTo>
                                  <a:cubicBezTo>
                                    <a:pt x="14288" y="26670"/>
                                    <a:pt x="15240" y="24765"/>
                                    <a:pt x="16193" y="22860"/>
                                  </a:cubicBezTo>
                                  <a:cubicBezTo>
                                    <a:pt x="17145" y="21907"/>
                                    <a:pt x="17145" y="20955"/>
                                    <a:pt x="18098" y="20003"/>
                                  </a:cubicBezTo>
                                  <a:cubicBezTo>
                                    <a:pt x="18098" y="19050"/>
                                    <a:pt x="19050" y="18097"/>
                                    <a:pt x="19050" y="17145"/>
                                  </a:cubicBezTo>
                                  <a:cubicBezTo>
                                    <a:pt x="20002" y="15240"/>
                                    <a:pt x="20955" y="14288"/>
                                    <a:pt x="20955" y="13335"/>
                                  </a:cubicBezTo>
                                  <a:cubicBezTo>
                                    <a:pt x="20955" y="12382"/>
                                    <a:pt x="21907" y="11430"/>
                                    <a:pt x="21907" y="11430"/>
                                  </a:cubicBezTo>
                                  <a:lnTo>
                                    <a:pt x="21907" y="11430"/>
                                  </a:lnTo>
                                  <a:cubicBezTo>
                                    <a:pt x="21907" y="10478"/>
                                    <a:pt x="20955" y="9525"/>
                                    <a:pt x="20955" y="8572"/>
                                  </a:cubicBezTo>
                                  <a:cubicBezTo>
                                    <a:pt x="20002" y="6667"/>
                                    <a:pt x="20002" y="5715"/>
                                    <a:pt x="19050" y="4763"/>
                                  </a:cubicBezTo>
                                  <a:cubicBezTo>
                                    <a:pt x="18098" y="2857"/>
                                    <a:pt x="17145" y="953"/>
                                    <a:pt x="17145" y="953"/>
                                  </a:cubicBezTo>
                                  <a:cubicBezTo>
                                    <a:pt x="18098" y="953"/>
                                    <a:pt x="20955" y="0"/>
                                    <a:pt x="20955" y="0"/>
                                  </a:cubicBezTo>
                                  <a:cubicBezTo>
                                    <a:pt x="14288" y="4763"/>
                                    <a:pt x="14288" y="5715"/>
                                    <a:pt x="15240" y="7620"/>
                                  </a:cubicBezTo>
                                  <a:close/>
                                </a:path>
                              </a:pathLst>
                            </a:custGeom>
                            <a:grpFill/>
                            <a:ln w="9525" cap="flat">
                              <a:noFill/>
                              <a:prstDash val="solid"/>
                              <a:miter/>
                            </a:ln>
                          </p:spPr>
                          <p:txBody>
                            <a:bodyPr rtlCol="0" anchor="ctr"/>
                            <a:lstStyle/>
                            <a:p>
                              <a:endParaRPr lang="en-US"/>
                            </a:p>
                          </p:txBody>
                        </p:sp>
                      </p:grpSp>
                      <p:grpSp>
                        <p:nvGrpSpPr>
                          <p:cNvPr id="277" name="Graphic 2">
                            <a:extLst>
                              <a:ext uri="{FF2B5EF4-FFF2-40B4-BE49-F238E27FC236}">
                                <a16:creationId xmlns:a16="http://schemas.microsoft.com/office/drawing/2014/main" id="{AE736AF3-0337-429B-AEF1-DA4B52809559}"/>
                              </a:ext>
                            </a:extLst>
                          </p:cNvPr>
                          <p:cNvGrpSpPr/>
                          <p:nvPr/>
                        </p:nvGrpSpPr>
                        <p:grpSpPr>
                          <a:xfrm>
                            <a:off x="3842566" y="3771771"/>
                            <a:ext cx="87629" cy="106680"/>
                            <a:chOff x="3842566" y="3771771"/>
                            <a:chExt cx="87629" cy="106680"/>
                          </a:xfrm>
                          <a:grpFill/>
                        </p:grpSpPr>
                        <p:sp>
                          <p:nvSpPr>
                            <p:cNvPr id="278" name="Freeform: Shape 277">
                              <a:extLst>
                                <a:ext uri="{FF2B5EF4-FFF2-40B4-BE49-F238E27FC236}">
                                  <a16:creationId xmlns:a16="http://schemas.microsoft.com/office/drawing/2014/main" id="{F3524FCE-E6DF-489E-A0DA-C7B89FD8CD59}"/>
                                </a:ext>
                              </a:extLst>
                            </p:cNvPr>
                            <p:cNvSpPr/>
                            <p:nvPr/>
                          </p:nvSpPr>
                          <p:spPr>
                            <a:xfrm>
                              <a:off x="3842566" y="3775581"/>
                              <a:ext cx="87629" cy="102870"/>
                            </a:xfrm>
                            <a:custGeom>
                              <a:avLst/>
                              <a:gdLst>
                                <a:gd name="connsiteX0" fmla="*/ 42863 w 87629"/>
                                <a:gd name="connsiteY0" fmla="*/ 0 h 102870"/>
                                <a:gd name="connsiteX1" fmla="*/ 38100 w 87629"/>
                                <a:gd name="connsiteY1" fmla="*/ 0 h 102870"/>
                                <a:gd name="connsiteX2" fmla="*/ 33338 w 87629"/>
                                <a:gd name="connsiteY2" fmla="*/ 0 h 102870"/>
                                <a:gd name="connsiteX3" fmla="*/ 31432 w 87629"/>
                                <a:gd name="connsiteY3" fmla="*/ 0 h 102870"/>
                                <a:gd name="connsiteX4" fmla="*/ 27622 w 87629"/>
                                <a:gd name="connsiteY4" fmla="*/ 953 h 102870"/>
                                <a:gd name="connsiteX5" fmla="*/ 27622 w 87629"/>
                                <a:gd name="connsiteY5" fmla="*/ 953 h 102870"/>
                                <a:gd name="connsiteX6" fmla="*/ 27622 w 87629"/>
                                <a:gd name="connsiteY6" fmla="*/ 953 h 102870"/>
                                <a:gd name="connsiteX7" fmla="*/ 27622 w 87629"/>
                                <a:gd name="connsiteY7" fmla="*/ 953 h 102870"/>
                                <a:gd name="connsiteX8" fmla="*/ 25717 w 87629"/>
                                <a:gd name="connsiteY8" fmla="*/ 1905 h 102870"/>
                                <a:gd name="connsiteX9" fmla="*/ 20955 w 87629"/>
                                <a:gd name="connsiteY9" fmla="*/ 6668 h 102870"/>
                                <a:gd name="connsiteX10" fmla="*/ 7620 w 87629"/>
                                <a:gd name="connsiteY10" fmla="*/ 25718 h 102870"/>
                                <a:gd name="connsiteX11" fmla="*/ 0 w 87629"/>
                                <a:gd name="connsiteY11" fmla="*/ 55245 h 102870"/>
                                <a:gd name="connsiteX12" fmla="*/ 3810 w 87629"/>
                                <a:gd name="connsiteY12" fmla="*/ 73343 h 102870"/>
                                <a:gd name="connsiteX13" fmla="*/ 16192 w 87629"/>
                                <a:gd name="connsiteY13" fmla="*/ 92393 h 102870"/>
                                <a:gd name="connsiteX14" fmla="*/ 17145 w 87629"/>
                                <a:gd name="connsiteY14" fmla="*/ 93345 h 102870"/>
                                <a:gd name="connsiteX15" fmla="*/ 17145 w 87629"/>
                                <a:gd name="connsiteY15" fmla="*/ 93345 h 102870"/>
                                <a:gd name="connsiteX16" fmla="*/ 21907 w 87629"/>
                                <a:gd name="connsiteY16" fmla="*/ 97155 h 102870"/>
                                <a:gd name="connsiteX17" fmla="*/ 34290 w 87629"/>
                                <a:gd name="connsiteY17" fmla="*/ 101918 h 102870"/>
                                <a:gd name="connsiteX18" fmla="*/ 39052 w 87629"/>
                                <a:gd name="connsiteY18" fmla="*/ 102870 h 102870"/>
                                <a:gd name="connsiteX19" fmla="*/ 43815 w 87629"/>
                                <a:gd name="connsiteY19" fmla="*/ 102870 h 102870"/>
                                <a:gd name="connsiteX20" fmla="*/ 45720 w 87629"/>
                                <a:gd name="connsiteY20" fmla="*/ 102870 h 102870"/>
                                <a:gd name="connsiteX21" fmla="*/ 45720 w 87629"/>
                                <a:gd name="connsiteY21" fmla="*/ 102870 h 102870"/>
                                <a:gd name="connsiteX22" fmla="*/ 55245 w 87629"/>
                                <a:gd name="connsiteY22" fmla="*/ 99060 h 102870"/>
                                <a:gd name="connsiteX23" fmla="*/ 59055 w 87629"/>
                                <a:gd name="connsiteY23" fmla="*/ 96203 h 102870"/>
                                <a:gd name="connsiteX24" fmla="*/ 61913 w 87629"/>
                                <a:gd name="connsiteY24" fmla="*/ 93345 h 102870"/>
                                <a:gd name="connsiteX25" fmla="*/ 66675 w 87629"/>
                                <a:gd name="connsiteY25" fmla="*/ 80963 h 102870"/>
                                <a:gd name="connsiteX26" fmla="*/ 66675 w 87629"/>
                                <a:gd name="connsiteY26" fmla="*/ 80963 h 102870"/>
                                <a:gd name="connsiteX27" fmla="*/ 66675 w 87629"/>
                                <a:gd name="connsiteY27" fmla="*/ 78105 h 102870"/>
                                <a:gd name="connsiteX28" fmla="*/ 70485 w 87629"/>
                                <a:gd name="connsiteY28" fmla="*/ 75248 h 102870"/>
                                <a:gd name="connsiteX29" fmla="*/ 77152 w 87629"/>
                                <a:gd name="connsiteY29" fmla="*/ 68580 h 102870"/>
                                <a:gd name="connsiteX30" fmla="*/ 78105 w 87629"/>
                                <a:gd name="connsiteY30" fmla="*/ 67628 h 102870"/>
                                <a:gd name="connsiteX31" fmla="*/ 78105 w 87629"/>
                                <a:gd name="connsiteY31" fmla="*/ 67628 h 102870"/>
                                <a:gd name="connsiteX32" fmla="*/ 80963 w 87629"/>
                                <a:gd name="connsiteY32" fmla="*/ 59055 h 102870"/>
                                <a:gd name="connsiteX33" fmla="*/ 80963 w 87629"/>
                                <a:gd name="connsiteY33" fmla="*/ 49530 h 102870"/>
                                <a:gd name="connsiteX34" fmla="*/ 80963 w 87629"/>
                                <a:gd name="connsiteY34" fmla="*/ 48578 h 102870"/>
                                <a:gd name="connsiteX35" fmla="*/ 80963 w 87629"/>
                                <a:gd name="connsiteY35" fmla="*/ 47625 h 102870"/>
                                <a:gd name="connsiteX36" fmla="*/ 80963 w 87629"/>
                                <a:gd name="connsiteY36" fmla="*/ 43815 h 102870"/>
                                <a:gd name="connsiteX37" fmla="*/ 80963 w 87629"/>
                                <a:gd name="connsiteY37" fmla="*/ 42863 h 102870"/>
                                <a:gd name="connsiteX38" fmla="*/ 80963 w 87629"/>
                                <a:gd name="connsiteY38" fmla="*/ 41910 h 102870"/>
                                <a:gd name="connsiteX39" fmla="*/ 80963 w 87629"/>
                                <a:gd name="connsiteY39" fmla="*/ 41910 h 102870"/>
                                <a:gd name="connsiteX40" fmla="*/ 81915 w 87629"/>
                                <a:gd name="connsiteY40" fmla="*/ 39053 h 102870"/>
                                <a:gd name="connsiteX41" fmla="*/ 84772 w 87629"/>
                                <a:gd name="connsiteY41" fmla="*/ 32385 h 102870"/>
                                <a:gd name="connsiteX42" fmla="*/ 85725 w 87629"/>
                                <a:gd name="connsiteY42" fmla="*/ 29528 h 102870"/>
                                <a:gd name="connsiteX43" fmla="*/ 86677 w 87629"/>
                                <a:gd name="connsiteY43" fmla="*/ 28575 h 102870"/>
                                <a:gd name="connsiteX44" fmla="*/ 86677 w 87629"/>
                                <a:gd name="connsiteY44" fmla="*/ 28575 h 102870"/>
                                <a:gd name="connsiteX45" fmla="*/ 86677 w 87629"/>
                                <a:gd name="connsiteY45" fmla="*/ 28575 h 102870"/>
                                <a:gd name="connsiteX46" fmla="*/ 86677 w 87629"/>
                                <a:gd name="connsiteY46" fmla="*/ 28575 h 102870"/>
                                <a:gd name="connsiteX47" fmla="*/ 87630 w 87629"/>
                                <a:gd name="connsiteY47" fmla="*/ 26670 h 102870"/>
                                <a:gd name="connsiteX48" fmla="*/ 87630 w 87629"/>
                                <a:gd name="connsiteY48" fmla="*/ 25718 h 102870"/>
                                <a:gd name="connsiteX49" fmla="*/ 87630 w 87629"/>
                                <a:gd name="connsiteY49" fmla="*/ 25718 h 102870"/>
                                <a:gd name="connsiteX50" fmla="*/ 87630 w 87629"/>
                                <a:gd name="connsiteY50" fmla="*/ 23813 h 102870"/>
                                <a:gd name="connsiteX51" fmla="*/ 87630 w 87629"/>
                                <a:gd name="connsiteY51" fmla="*/ 21908 h 102870"/>
                                <a:gd name="connsiteX52" fmla="*/ 85725 w 87629"/>
                                <a:gd name="connsiteY52" fmla="*/ 18098 h 102870"/>
                                <a:gd name="connsiteX53" fmla="*/ 76200 w 87629"/>
                                <a:gd name="connsiteY53" fmla="*/ 10478 h 102870"/>
                                <a:gd name="connsiteX54" fmla="*/ 64770 w 87629"/>
                                <a:gd name="connsiteY54" fmla="*/ 5715 h 102870"/>
                                <a:gd name="connsiteX55" fmla="*/ 53340 w 87629"/>
                                <a:gd name="connsiteY55" fmla="*/ 2858 h 102870"/>
                                <a:gd name="connsiteX56" fmla="*/ 42863 w 87629"/>
                                <a:gd name="connsiteY56" fmla="*/ 0 h 10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87629" h="102870">
                                  <a:moveTo>
                                    <a:pt x="42863" y="0"/>
                                  </a:moveTo>
                                  <a:cubicBezTo>
                                    <a:pt x="40957" y="0"/>
                                    <a:pt x="40005" y="0"/>
                                    <a:pt x="38100" y="0"/>
                                  </a:cubicBezTo>
                                  <a:cubicBezTo>
                                    <a:pt x="36195" y="0"/>
                                    <a:pt x="35242" y="0"/>
                                    <a:pt x="33338" y="0"/>
                                  </a:cubicBezTo>
                                  <a:cubicBezTo>
                                    <a:pt x="32385" y="0"/>
                                    <a:pt x="31432" y="0"/>
                                    <a:pt x="31432" y="0"/>
                                  </a:cubicBezTo>
                                  <a:cubicBezTo>
                                    <a:pt x="31432" y="0"/>
                                    <a:pt x="28575" y="953"/>
                                    <a:pt x="27622" y="953"/>
                                  </a:cubicBezTo>
                                  <a:cubicBezTo>
                                    <a:pt x="27622" y="953"/>
                                    <a:pt x="27622" y="953"/>
                                    <a:pt x="27622" y="953"/>
                                  </a:cubicBezTo>
                                  <a:cubicBezTo>
                                    <a:pt x="27622" y="953"/>
                                    <a:pt x="27622" y="953"/>
                                    <a:pt x="27622" y="953"/>
                                  </a:cubicBezTo>
                                  <a:cubicBezTo>
                                    <a:pt x="27622" y="953"/>
                                    <a:pt x="27622" y="953"/>
                                    <a:pt x="27622" y="953"/>
                                  </a:cubicBezTo>
                                  <a:cubicBezTo>
                                    <a:pt x="27622" y="953"/>
                                    <a:pt x="26670" y="1905"/>
                                    <a:pt x="25717" y="1905"/>
                                  </a:cubicBezTo>
                                  <a:cubicBezTo>
                                    <a:pt x="24765" y="2858"/>
                                    <a:pt x="22860" y="4763"/>
                                    <a:pt x="20955" y="6668"/>
                                  </a:cubicBezTo>
                                  <a:cubicBezTo>
                                    <a:pt x="17145" y="10478"/>
                                    <a:pt x="11430" y="17145"/>
                                    <a:pt x="7620" y="25718"/>
                                  </a:cubicBezTo>
                                  <a:cubicBezTo>
                                    <a:pt x="3810" y="33338"/>
                                    <a:pt x="0" y="43815"/>
                                    <a:pt x="0" y="55245"/>
                                  </a:cubicBezTo>
                                  <a:cubicBezTo>
                                    <a:pt x="0" y="60960"/>
                                    <a:pt x="952" y="66675"/>
                                    <a:pt x="3810" y="73343"/>
                                  </a:cubicBezTo>
                                  <a:cubicBezTo>
                                    <a:pt x="6667" y="79058"/>
                                    <a:pt x="10477" y="85725"/>
                                    <a:pt x="16192" y="92393"/>
                                  </a:cubicBezTo>
                                  <a:cubicBezTo>
                                    <a:pt x="16192" y="92393"/>
                                    <a:pt x="16192" y="92393"/>
                                    <a:pt x="17145" y="93345"/>
                                  </a:cubicBezTo>
                                  <a:cubicBezTo>
                                    <a:pt x="17145" y="93345"/>
                                    <a:pt x="17145" y="93345"/>
                                    <a:pt x="17145" y="93345"/>
                                  </a:cubicBezTo>
                                  <a:cubicBezTo>
                                    <a:pt x="19050" y="94298"/>
                                    <a:pt x="20002" y="95250"/>
                                    <a:pt x="21907" y="97155"/>
                                  </a:cubicBezTo>
                                  <a:cubicBezTo>
                                    <a:pt x="25717" y="100013"/>
                                    <a:pt x="30480" y="100965"/>
                                    <a:pt x="34290" y="101918"/>
                                  </a:cubicBezTo>
                                  <a:cubicBezTo>
                                    <a:pt x="36195" y="101918"/>
                                    <a:pt x="37147" y="102870"/>
                                    <a:pt x="39052" y="102870"/>
                                  </a:cubicBezTo>
                                  <a:cubicBezTo>
                                    <a:pt x="40957" y="102870"/>
                                    <a:pt x="41910" y="102870"/>
                                    <a:pt x="43815" y="102870"/>
                                  </a:cubicBezTo>
                                  <a:cubicBezTo>
                                    <a:pt x="44767" y="102870"/>
                                    <a:pt x="44767" y="102870"/>
                                    <a:pt x="45720" y="102870"/>
                                  </a:cubicBezTo>
                                  <a:cubicBezTo>
                                    <a:pt x="45720" y="102870"/>
                                    <a:pt x="45720" y="102870"/>
                                    <a:pt x="45720" y="102870"/>
                                  </a:cubicBezTo>
                                  <a:cubicBezTo>
                                    <a:pt x="49530" y="101918"/>
                                    <a:pt x="53340" y="100965"/>
                                    <a:pt x="55245" y="99060"/>
                                  </a:cubicBezTo>
                                  <a:cubicBezTo>
                                    <a:pt x="56197" y="98108"/>
                                    <a:pt x="58102" y="97155"/>
                                    <a:pt x="59055" y="96203"/>
                                  </a:cubicBezTo>
                                  <a:cubicBezTo>
                                    <a:pt x="60007" y="95250"/>
                                    <a:pt x="60960" y="94298"/>
                                    <a:pt x="61913" y="93345"/>
                                  </a:cubicBezTo>
                                  <a:cubicBezTo>
                                    <a:pt x="64770" y="88583"/>
                                    <a:pt x="65722" y="84773"/>
                                    <a:pt x="66675" y="80963"/>
                                  </a:cubicBezTo>
                                  <a:cubicBezTo>
                                    <a:pt x="66675" y="80963"/>
                                    <a:pt x="66675" y="80963"/>
                                    <a:pt x="66675" y="80963"/>
                                  </a:cubicBezTo>
                                  <a:cubicBezTo>
                                    <a:pt x="66675" y="79058"/>
                                    <a:pt x="66675" y="78105"/>
                                    <a:pt x="66675" y="78105"/>
                                  </a:cubicBezTo>
                                  <a:cubicBezTo>
                                    <a:pt x="67627" y="77153"/>
                                    <a:pt x="68580" y="76200"/>
                                    <a:pt x="70485" y="75248"/>
                                  </a:cubicBezTo>
                                  <a:cubicBezTo>
                                    <a:pt x="73342" y="73343"/>
                                    <a:pt x="75247" y="71438"/>
                                    <a:pt x="77152" y="68580"/>
                                  </a:cubicBezTo>
                                  <a:cubicBezTo>
                                    <a:pt x="77152" y="68580"/>
                                    <a:pt x="78105" y="67628"/>
                                    <a:pt x="78105" y="67628"/>
                                  </a:cubicBezTo>
                                  <a:cubicBezTo>
                                    <a:pt x="78105" y="67628"/>
                                    <a:pt x="78105" y="67628"/>
                                    <a:pt x="78105" y="67628"/>
                                  </a:cubicBezTo>
                                  <a:cubicBezTo>
                                    <a:pt x="80010" y="64770"/>
                                    <a:pt x="80963" y="62865"/>
                                    <a:pt x="80963" y="59055"/>
                                  </a:cubicBezTo>
                                  <a:cubicBezTo>
                                    <a:pt x="81915" y="56198"/>
                                    <a:pt x="80963" y="53340"/>
                                    <a:pt x="80963" y="49530"/>
                                  </a:cubicBezTo>
                                  <a:cubicBezTo>
                                    <a:pt x="80963" y="49530"/>
                                    <a:pt x="80963" y="48578"/>
                                    <a:pt x="80963" y="48578"/>
                                  </a:cubicBezTo>
                                  <a:cubicBezTo>
                                    <a:pt x="80963" y="48578"/>
                                    <a:pt x="80963" y="47625"/>
                                    <a:pt x="80963" y="47625"/>
                                  </a:cubicBezTo>
                                  <a:cubicBezTo>
                                    <a:pt x="80963" y="46673"/>
                                    <a:pt x="80963" y="44768"/>
                                    <a:pt x="80963" y="43815"/>
                                  </a:cubicBezTo>
                                  <a:cubicBezTo>
                                    <a:pt x="80963" y="43815"/>
                                    <a:pt x="80963" y="42863"/>
                                    <a:pt x="80963" y="42863"/>
                                  </a:cubicBezTo>
                                  <a:cubicBezTo>
                                    <a:pt x="80963" y="42863"/>
                                    <a:pt x="80963" y="41910"/>
                                    <a:pt x="80963" y="41910"/>
                                  </a:cubicBezTo>
                                  <a:lnTo>
                                    <a:pt x="80963" y="41910"/>
                                  </a:lnTo>
                                  <a:cubicBezTo>
                                    <a:pt x="80963" y="40958"/>
                                    <a:pt x="80963" y="40005"/>
                                    <a:pt x="81915" y="39053"/>
                                  </a:cubicBezTo>
                                  <a:cubicBezTo>
                                    <a:pt x="82867" y="37148"/>
                                    <a:pt x="82867" y="35243"/>
                                    <a:pt x="84772" y="32385"/>
                                  </a:cubicBezTo>
                                  <a:cubicBezTo>
                                    <a:pt x="84772" y="31433"/>
                                    <a:pt x="85725" y="30480"/>
                                    <a:pt x="85725" y="29528"/>
                                  </a:cubicBezTo>
                                  <a:cubicBezTo>
                                    <a:pt x="85725" y="29528"/>
                                    <a:pt x="85725" y="28575"/>
                                    <a:pt x="86677" y="28575"/>
                                  </a:cubicBezTo>
                                  <a:lnTo>
                                    <a:pt x="86677" y="28575"/>
                                  </a:lnTo>
                                  <a:lnTo>
                                    <a:pt x="86677" y="28575"/>
                                  </a:lnTo>
                                  <a:cubicBezTo>
                                    <a:pt x="86677" y="28575"/>
                                    <a:pt x="86677" y="28575"/>
                                    <a:pt x="86677" y="28575"/>
                                  </a:cubicBezTo>
                                  <a:cubicBezTo>
                                    <a:pt x="86677" y="27623"/>
                                    <a:pt x="87630" y="27623"/>
                                    <a:pt x="87630" y="26670"/>
                                  </a:cubicBezTo>
                                  <a:cubicBezTo>
                                    <a:pt x="87630" y="26670"/>
                                    <a:pt x="87630" y="26670"/>
                                    <a:pt x="87630" y="25718"/>
                                  </a:cubicBezTo>
                                  <a:lnTo>
                                    <a:pt x="87630" y="25718"/>
                                  </a:lnTo>
                                  <a:cubicBezTo>
                                    <a:pt x="87630" y="24765"/>
                                    <a:pt x="87630" y="24765"/>
                                    <a:pt x="87630" y="23813"/>
                                  </a:cubicBezTo>
                                  <a:cubicBezTo>
                                    <a:pt x="87630" y="22860"/>
                                    <a:pt x="87630" y="22860"/>
                                    <a:pt x="87630" y="21908"/>
                                  </a:cubicBezTo>
                                  <a:cubicBezTo>
                                    <a:pt x="87630" y="20955"/>
                                    <a:pt x="86677" y="19050"/>
                                    <a:pt x="85725" y="18098"/>
                                  </a:cubicBezTo>
                                  <a:cubicBezTo>
                                    <a:pt x="83820" y="15240"/>
                                    <a:pt x="80963" y="12383"/>
                                    <a:pt x="76200" y="10478"/>
                                  </a:cubicBezTo>
                                  <a:cubicBezTo>
                                    <a:pt x="72390" y="8573"/>
                                    <a:pt x="68580" y="7620"/>
                                    <a:pt x="64770" y="5715"/>
                                  </a:cubicBezTo>
                                  <a:cubicBezTo>
                                    <a:pt x="60960" y="4763"/>
                                    <a:pt x="57150" y="3810"/>
                                    <a:pt x="53340" y="2858"/>
                                  </a:cubicBezTo>
                                  <a:cubicBezTo>
                                    <a:pt x="49530" y="953"/>
                                    <a:pt x="46672" y="953"/>
                                    <a:pt x="42863" y="0"/>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E1294794-D232-402E-B1F0-30D37181FCFF}"/>
                                </a:ext>
                              </a:extLst>
                            </p:cNvPr>
                            <p:cNvSpPr/>
                            <p:nvPr/>
                          </p:nvSpPr>
                          <p:spPr>
                            <a:xfrm>
                              <a:off x="3860663" y="3771771"/>
                              <a:ext cx="69532" cy="105727"/>
                            </a:xfrm>
                            <a:custGeom>
                              <a:avLst/>
                              <a:gdLst>
                                <a:gd name="connsiteX0" fmla="*/ 15240 w 69532"/>
                                <a:gd name="connsiteY0" fmla="*/ 6668 h 105727"/>
                                <a:gd name="connsiteX1" fmla="*/ 15240 w 69532"/>
                                <a:gd name="connsiteY1" fmla="*/ 6668 h 105727"/>
                                <a:gd name="connsiteX2" fmla="*/ 19050 w 69532"/>
                                <a:gd name="connsiteY2" fmla="*/ 8572 h 105727"/>
                                <a:gd name="connsiteX3" fmla="*/ 27623 w 69532"/>
                                <a:gd name="connsiteY3" fmla="*/ 10478 h 105727"/>
                                <a:gd name="connsiteX4" fmla="*/ 39053 w 69532"/>
                                <a:gd name="connsiteY4" fmla="*/ 13335 h 105727"/>
                                <a:gd name="connsiteX5" fmla="*/ 41910 w 69532"/>
                                <a:gd name="connsiteY5" fmla="*/ 14288 h 105727"/>
                                <a:gd name="connsiteX6" fmla="*/ 43815 w 69532"/>
                                <a:gd name="connsiteY6" fmla="*/ 14288 h 105727"/>
                                <a:gd name="connsiteX7" fmla="*/ 43815 w 69532"/>
                                <a:gd name="connsiteY7" fmla="*/ 14288 h 105727"/>
                                <a:gd name="connsiteX8" fmla="*/ 43815 w 69532"/>
                                <a:gd name="connsiteY8" fmla="*/ 14288 h 105727"/>
                                <a:gd name="connsiteX9" fmla="*/ 44768 w 69532"/>
                                <a:gd name="connsiteY9" fmla="*/ 14288 h 105727"/>
                                <a:gd name="connsiteX10" fmla="*/ 50482 w 69532"/>
                                <a:gd name="connsiteY10" fmla="*/ 16193 h 105727"/>
                                <a:gd name="connsiteX11" fmla="*/ 53340 w 69532"/>
                                <a:gd name="connsiteY11" fmla="*/ 17145 h 105727"/>
                                <a:gd name="connsiteX12" fmla="*/ 56198 w 69532"/>
                                <a:gd name="connsiteY12" fmla="*/ 18097 h 105727"/>
                                <a:gd name="connsiteX13" fmla="*/ 57150 w 69532"/>
                                <a:gd name="connsiteY13" fmla="*/ 19050 h 105727"/>
                                <a:gd name="connsiteX14" fmla="*/ 58103 w 69532"/>
                                <a:gd name="connsiteY14" fmla="*/ 20003 h 105727"/>
                                <a:gd name="connsiteX15" fmla="*/ 60007 w 69532"/>
                                <a:gd name="connsiteY15" fmla="*/ 20955 h 105727"/>
                                <a:gd name="connsiteX16" fmla="*/ 63818 w 69532"/>
                                <a:gd name="connsiteY16" fmla="*/ 22860 h 105727"/>
                                <a:gd name="connsiteX17" fmla="*/ 66675 w 69532"/>
                                <a:gd name="connsiteY17" fmla="*/ 24765 h 105727"/>
                                <a:gd name="connsiteX18" fmla="*/ 68580 w 69532"/>
                                <a:gd name="connsiteY18" fmla="*/ 25718 h 105727"/>
                                <a:gd name="connsiteX19" fmla="*/ 69532 w 69532"/>
                                <a:gd name="connsiteY19" fmla="*/ 26670 h 105727"/>
                                <a:gd name="connsiteX20" fmla="*/ 69532 w 69532"/>
                                <a:gd name="connsiteY20" fmla="*/ 26670 h 105727"/>
                                <a:gd name="connsiteX21" fmla="*/ 69532 w 69532"/>
                                <a:gd name="connsiteY21" fmla="*/ 26670 h 105727"/>
                                <a:gd name="connsiteX22" fmla="*/ 69532 w 69532"/>
                                <a:gd name="connsiteY22" fmla="*/ 26670 h 105727"/>
                                <a:gd name="connsiteX23" fmla="*/ 68580 w 69532"/>
                                <a:gd name="connsiteY23" fmla="*/ 25718 h 105727"/>
                                <a:gd name="connsiteX24" fmla="*/ 66675 w 69532"/>
                                <a:gd name="connsiteY24" fmla="*/ 24765 h 105727"/>
                                <a:gd name="connsiteX25" fmla="*/ 63818 w 69532"/>
                                <a:gd name="connsiteY25" fmla="*/ 22860 h 105727"/>
                                <a:gd name="connsiteX26" fmla="*/ 60007 w 69532"/>
                                <a:gd name="connsiteY26" fmla="*/ 20955 h 105727"/>
                                <a:gd name="connsiteX27" fmla="*/ 58103 w 69532"/>
                                <a:gd name="connsiteY27" fmla="*/ 20003 h 105727"/>
                                <a:gd name="connsiteX28" fmla="*/ 57150 w 69532"/>
                                <a:gd name="connsiteY28" fmla="*/ 19050 h 105727"/>
                                <a:gd name="connsiteX29" fmla="*/ 56198 w 69532"/>
                                <a:gd name="connsiteY29" fmla="*/ 18097 h 105727"/>
                                <a:gd name="connsiteX30" fmla="*/ 53340 w 69532"/>
                                <a:gd name="connsiteY30" fmla="*/ 17145 h 105727"/>
                                <a:gd name="connsiteX31" fmla="*/ 50482 w 69532"/>
                                <a:gd name="connsiteY31" fmla="*/ 16193 h 105727"/>
                                <a:gd name="connsiteX32" fmla="*/ 44768 w 69532"/>
                                <a:gd name="connsiteY32" fmla="*/ 14288 h 105727"/>
                                <a:gd name="connsiteX33" fmla="*/ 43815 w 69532"/>
                                <a:gd name="connsiteY33" fmla="*/ 14288 h 105727"/>
                                <a:gd name="connsiteX34" fmla="*/ 43815 w 69532"/>
                                <a:gd name="connsiteY34" fmla="*/ 14288 h 105727"/>
                                <a:gd name="connsiteX35" fmla="*/ 43815 w 69532"/>
                                <a:gd name="connsiteY35" fmla="*/ 14288 h 105727"/>
                                <a:gd name="connsiteX36" fmla="*/ 41910 w 69532"/>
                                <a:gd name="connsiteY36" fmla="*/ 14288 h 105727"/>
                                <a:gd name="connsiteX37" fmla="*/ 39053 w 69532"/>
                                <a:gd name="connsiteY37" fmla="*/ 13335 h 105727"/>
                                <a:gd name="connsiteX38" fmla="*/ 27623 w 69532"/>
                                <a:gd name="connsiteY38" fmla="*/ 11430 h 105727"/>
                                <a:gd name="connsiteX39" fmla="*/ 17145 w 69532"/>
                                <a:gd name="connsiteY39" fmla="*/ 8572 h 105727"/>
                                <a:gd name="connsiteX40" fmla="*/ 18098 w 69532"/>
                                <a:gd name="connsiteY40" fmla="*/ 10478 h 105727"/>
                                <a:gd name="connsiteX41" fmla="*/ 19050 w 69532"/>
                                <a:gd name="connsiteY41" fmla="*/ 13335 h 105727"/>
                                <a:gd name="connsiteX42" fmla="*/ 20003 w 69532"/>
                                <a:gd name="connsiteY42" fmla="*/ 16193 h 105727"/>
                                <a:gd name="connsiteX43" fmla="*/ 22860 w 69532"/>
                                <a:gd name="connsiteY43" fmla="*/ 22860 h 105727"/>
                                <a:gd name="connsiteX44" fmla="*/ 23813 w 69532"/>
                                <a:gd name="connsiteY44" fmla="*/ 23813 h 105727"/>
                                <a:gd name="connsiteX45" fmla="*/ 23813 w 69532"/>
                                <a:gd name="connsiteY45" fmla="*/ 23813 h 105727"/>
                                <a:gd name="connsiteX46" fmla="*/ 26670 w 69532"/>
                                <a:gd name="connsiteY46" fmla="*/ 26670 h 105727"/>
                                <a:gd name="connsiteX47" fmla="*/ 30480 w 69532"/>
                                <a:gd name="connsiteY47" fmla="*/ 29528 h 105727"/>
                                <a:gd name="connsiteX48" fmla="*/ 41910 w 69532"/>
                                <a:gd name="connsiteY48" fmla="*/ 34290 h 105727"/>
                                <a:gd name="connsiteX49" fmla="*/ 47625 w 69532"/>
                                <a:gd name="connsiteY49" fmla="*/ 37147 h 105727"/>
                                <a:gd name="connsiteX50" fmla="*/ 50482 w 69532"/>
                                <a:gd name="connsiteY50" fmla="*/ 38100 h 105727"/>
                                <a:gd name="connsiteX51" fmla="*/ 53340 w 69532"/>
                                <a:gd name="connsiteY51" fmla="*/ 39053 h 105727"/>
                                <a:gd name="connsiteX52" fmla="*/ 58103 w 69532"/>
                                <a:gd name="connsiteY52" fmla="*/ 41910 h 105727"/>
                                <a:gd name="connsiteX53" fmla="*/ 60007 w 69532"/>
                                <a:gd name="connsiteY53" fmla="*/ 42863 h 105727"/>
                                <a:gd name="connsiteX54" fmla="*/ 61913 w 69532"/>
                                <a:gd name="connsiteY54" fmla="*/ 43815 h 105727"/>
                                <a:gd name="connsiteX55" fmla="*/ 64770 w 69532"/>
                                <a:gd name="connsiteY55" fmla="*/ 47625 h 105727"/>
                                <a:gd name="connsiteX56" fmla="*/ 64770 w 69532"/>
                                <a:gd name="connsiteY56" fmla="*/ 47625 h 105727"/>
                                <a:gd name="connsiteX57" fmla="*/ 64770 w 69532"/>
                                <a:gd name="connsiteY57" fmla="*/ 47625 h 105727"/>
                                <a:gd name="connsiteX58" fmla="*/ 64770 w 69532"/>
                                <a:gd name="connsiteY58" fmla="*/ 48578 h 105727"/>
                                <a:gd name="connsiteX59" fmla="*/ 64770 w 69532"/>
                                <a:gd name="connsiteY59" fmla="*/ 48578 h 105727"/>
                                <a:gd name="connsiteX60" fmla="*/ 64770 w 69532"/>
                                <a:gd name="connsiteY60" fmla="*/ 48578 h 105727"/>
                                <a:gd name="connsiteX61" fmla="*/ 64770 w 69532"/>
                                <a:gd name="connsiteY61" fmla="*/ 49530 h 105727"/>
                                <a:gd name="connsiteX62" fmla="*/ 64770 w 69532"/>
                                <a:gd name="connsiteY62" fmla="*/ 48578 h 105727"/>
                                <a:gd name="connsiteX63" fmla="*/ 64770 w 69532"/>
                                <a:gd name="connsiteY63" fmla="*/ 48578 h 105727"/>
                                <a:gd name="connsiteX64" fmla="*/ 64770 w 69532"/>
                                <a:gd name="connsiteY64" fmla="*/ 48578 h 105727"/>
                                <a:gd name="connsiteX65" fmla="*/ 64770 w 69532"/>
                                <a:gd name="connsiteY65" fmla="*/ 48578 h 105727"/>
                                <a:gd name="connsiteX66" fmla="*/ 64770 w 69532"/>
                                <a:gd name="connsiteY66" fmla="*/ 48578 h 105727"/>
                                <a:gd name="connsiteX67" fmla="*/ 64770 w 69532"/>
                                <a:gd name="connsiteY67" fmla="*/ 48578 h 105727"/>
                                <a:gd name="connsiteX68" fmla="*/ 61913 w 69532"/>
                                <a:gd name="connsiteY68" fmla="*/ 45720 h 105727"/>
                                <a:gd name="connsiteX69" fmla="*/ 60007 w 69532"/>
                                <a:gd name="connsiteY69" fmla="*/ 44768 h 105727"/>
                                <a:gd name="connsiteX70" fmla="*/ 58103 w 69532"/>
                                <a:gd name="connsiteY70" fmla="*/ 43815 h 105727"/>
                                <a:gd name="connsiteX71" fmla="*/ 53340 w 69532"/>
                                <a:gd name="connsiteY71" fmla="*/ 40958 h 105727"/>
                                <a:gd name="connsiteX72" fmla="*/ 50482 w 69532"/>
                                <a:gd name="connsiteY72" fmla="*/ 40005 h 105727"/>
                                <a:gd name="connsiteX73" fmla="*/ 47625 w 69532"/>
                                <a:gd name="connsiteY73" fmla="*/ 39053 h 105727"/>
                                <a:gd name="connsiteX74" fmla="*/ 41910 w 69532"/>
                                <a:gd name="connsiteY74" fmla="*/ 37147 h 105727"/>
                                <a:gd name="connsiteX75" fmla="*/ 30480 w 69532"/>
                                <a:gd name="connsiteY75" fmla="*/ 32385 h 105727"/>
                                <a:gd name="connsiteX76" fmla="*/ 26670 w 69532"/>
                                <a:gd name="connsiteY76" fmla="*/ 29528 h 105727"/>
                                <a:gd name="connsiteX77" fmla="*/ 26670 w 69532"/>
                                <a:gd name="connsiteY77" fmla="*/ 29528 h 105727"/>
                                <a:gd name="connsiteX78" fmla="*/ 27623 w 69532"/>
                                <a:gd name="connsiteY78" fmla="*/ 31433 h 105727"/>
                                <a:gd name="connsiteX79" fmla="*/ 30480 w 69532"/>
                                <a:gd name="connsiteY79" fmla="*/ 39053 h 105727"/>
                                <a:gd name="connsiteX80" fmla="*/ 33338 w 69532"/>
                                <a:gd name="connsiteY80" fmla="*/ 46672 h 105727"/>
                                <a:gd name="connsiteX81" fmla="*/ 33338 w 69532"/>
                                <a:gd name="connsiteY81" fmla="*/ 47625 h 105727"/>
                                <a:gd name="connsiteX82" fmla="*/ 34290 w 69532"/>
                                <a:gd name="connsiteY82" fmla="*/ 48578 h 105727"/>
                                <a:gd name="connsiteX83" fmla="*/ 39053 w 69532"/>
                                <a:gd name="connsiteY83" fmla="*/ 52388 h 105727"/>
                                <a:gd name="connsiteX84" fmla="*/ 42863 w 69532"/>
                                <a:gd name="connsiteY84" fmla="*/ 54293 h 105727"/>
                                <a:gd name="connsiteX85" fmla="*/ 46673 w 69532"/>
                                <a:gd name="connsiteY85" fmla="*/ 56197 h 105727"/>
                                <a:gd name="connsiteX86" fmla="*/ 48578 w 69532"/>
                                <a:gd name="connsiteY86" fmla="*/ 57150 h 105727"/>
                                <a:gd name="connsiteX87" fmla="*/ 50482 w 69532"/>
                                <a:gd name="connsiteY87" fmla="*/ 58103 h 105727"/>
                                <a:gd name="connsiteX88" fmla="*/ 52388 w 69532"/>
                                <a:gd name="connsiteY88" fmla="*/ 59055 h 105727"/>
                                <a:gd name="connsiteX89" fmla="*/ 54293 w 69532"/>
                                <a:gd name="connsiteY89" fmla="*/ 60960 h 105727"/>
                                <a:gd name="connsiteX90" fmla="*/ 57150 w 69532"/>
                                <a:gd name="connsiteY90" fmla="*/ 63818 h 105727"/>
                                <a:gd name="connsiteX91" fmla="*/ 60007 w 69532"/>
                                <a:gd name="connsiteY91" fmla="*/ 66675 h 105727"/>
                                <a:gd name="connsiteX92" fmla="*/ 61913 w 69532"/>
                                <a:gd name="connsiteY92" fmla="*/ 67628 h 105727"/>
                                <a:gd name="connsiteX93" fmla="*/ 63818 w 69532"/>
                                <a:gd name="connsiteY93" fmla="*/ 68580 h 105727"/>
                                <a:gd name="connsiteX94" fmla="*/ 64770 w 69532"/>
                                <a:gd name="connsiteY94" fmla="*/ 69533 h 105727"/>
                                <a:gd name="connsiteX95" fmla="*/ 65723 w 69532"/>
                                <a:gd name="connsiteY95" fmla="*/ 70485 h 105727"/>
                                <a:gd name="connsiteX96" fmla="*/ 65723 w 69532"/>
                                <a:gd name="connsiteY96" fmla="*/ 70485 h 105727"/>
                                <a:gd name="connsiteX97" fmla="*/ 63818 w 69532"/>
                                <a:gd name="connsiteY97" fmla="*/ 69533 h 105727"/>
                                <a:gd name="connsiteX98" fmla="*/ 61913 w 69532"/>
                                <a:gd name="connsiteY98" fmla="*/ 68580 h 105727"/>
                                <a:gd name="connsiteX99" fmla="*/ 60007 w 69532"/>
                                <a:gd name="connsiteY99" fmla="*/ 67628 h 105727"/>
                                <a:gd name="connsiteX100" fmla="*/ 57150 w 69532"/>
                                <a:gd name="connsiteY100" fmla="*/ 64770 h 105727"/>
                                <a:gd name="connsiteX101" fmla="*/ 53340 w 69532"/>
                                <a:gd name="connsiteY101" fmla="*/ 61913 h 105727"/>
                                <a:gd name="connsiteX102" fmla="*/ 52388 w 69532"/>
                                <a:gd name="connsiteY102" fmla="*/ 60960 h 105727"/>
                                <a:gd name="connsiteX103" fmla="*/ 51435 w 69532"/>
                                <a:gd name="connsiteY103" fmla="*/ 60008 h 105727"/>
                                <a:gd name="connsiteX104" fmla="*/ 49530 w 69532"/>
                                <a:gd name="connsiteY104" fmla="*/ 59055 h 105727"/>
                                <a:gd name="connsiteX105" fmla="*/ 47625 w 69532"/>
                                <a:gd name="connsiteY105" fmla="*/ 58103 h 105727"/>
                                <a:gd name="connsiteX106" fmla="*/ 45720 w 69532"/>
                                <a:gd name="connsiteY106" fmla="*/ 57150 h 105727"/>
                                <a:gd name="connsiteX107" fmla="*/ 41910 w 69532"/>
                                <a:gd name="connsiteY107" fmla="*/ 55245 h 105727"/>
                                <a:gd name="connsiteX108" fmla="*/ 38100 w 69532"/>
                                <a:gd name="connsiteY108" fmla="*/ 53340 h 105727"/>
                                <a:gd name="connsiteX109" fmla="*/ 35243 w 69532"/>
                                <a:gd name="connsiteY109" fmla="*/ 51435 h 105727"/>
                                <a:gd name="connsiteX110" fmla="*/ 37148 w 69532"/>
                                <a:gd name="connsiteY110" fmla="*/ 56197 h 105727"/>
                                <a:gd name="connsiteX111" fmla="*/ 40005 w 69532"/>
                                <a:gd name="connsiteY111" fmla="*/ 64770 h 105727"/>
                                <a:gd name="connsiteX112" fmla="*/ 41910 w 69532"/>
                                <a:gd name="connsiteY112" fmla="*/ 68580 h 105727"/>
                                <a:gd name="connsiteX113" fmla="*/ 43815 w 69532"/>
                                <a:gd name="connsiteY113" fmla="*/ 72390 h 105727"/>
                                <a:gd name="connsiteX114" fmla="*/ 48578 w 69532"/>
                                <a:gd name="connsiteY114" fmla="*/ 79058 h 105727"/>
                                <a:gd name="connsiteX115" fmla="*/ 51435 w 69532"/>
                                <a:gd name="connsiteY115" fmla="*/ 81915 h 105727"/>
                                <a:gd name="connsiteX116" fmla="*/ 53340 w 69532"/>
                                <a:gd name="connsiteY116" fmla="*/ 84772 h 105727"/>
                                <a:gd name="connsiteX117" fmla="*/ 53340 w 69532"/>
                                <a:gd name="connsiteY117" fmla="*/ 84772 h 105727"/>
                                <a:gd name="connsiteX118" fmla="*/ 53340 w 69532"/>
                                <a:gd name="connsiteY118" fmla="*/ 84772 h 105727"/>
                                <a:gd name="connsiteX119" fmla="*/ 50482 w 69532"/>
                                <a:gd name="connsiteY119" fmla="*/ 81915 h 105727"/>
                                <a:gd name="connsiteX120" fmla="*/ 47625 w 69532"/>
                                <a:gd name="connsiteY120" fmla="*/ 79058 h 105727"/>
                                <a:gd name="connsiteX121" fmla="*/ 42863 w 69532"/>
                                <a:gd name="connsiteY121" fmla="*/ 72390 h 105727"/>
                                <a:gd name="connsiteX122" fmla="*/ 41910 w 69532"/>
                                <a:gd name="connsiteY122" fmla="*/ 70485 h 105727"/>
                                <a:gd name="connsiteX123" fmla="*/ 40957 w 69532"/>
                                <a:gd name="connsiteY123" fmla="*/ 68580 h 105727"/>
                                <a:gd name="connsiteX124" fmla="*/ 40005 w 69532"/>
                                <a:gd name="connsiteY124" fmla="*/ 66675 h 105727"/>
                                <a:gd name="connsiteX125" fmla="*/ 39053 w 69532"/>
                                <a:gd name="connsiteY125" fmla="*/ 64770 h 105727"/>
                                <a:gd name="connsiteX126" fmla="*/ 35243 w 69532"/>
                                <a:gd name="connsiteY126" fmla="*/ 56197 h 105727"/>
                                <a:gd name="connsiteX127" fmla="*/ 32385 w 69532"/>
                                <a:gd name="connsiteY127" fmla="*/ 47625 h 105727"/>
                                <a:gd name="connsiteX128" fmla="*/ 30480 w 69532"/>
                                <a:gd name="connsiteY128" fmla="*/ 41910 h 105727"/>
                                <a:gd name="connsiteX129" fmla="*/ 30480 w 69532"/>
                                <a:gd name="connsiteY129" fmla="*/ 42863 h 105727"/>
                                <a:gd name="connsiteX130" fmla="*/ 29528 w 69532"/>
                                <a:gd name="connsiteY130" fmla="*/ 47625 h 105727"/>
                                <a:gd name="connsiteX131" fmla="*/ 25718 w 69532"/>
                                <a:gd name="connsiteY131" fmla="*/ 59055 h 105727"/>
                                <a:gd name="connsiteX132" fmla="*/ 23813 w 69532"/>
                                <a:gd name="connsiteY132" fmla="*/ 65722 h 105727"/>
                                <a:gd name="connsiteX133" fmla="*/ 22860 w 69532"/>
                                <a:gd name="connsiteY133" fmla="*/ 73343 h 105727"/>
                                <a:gd name="connsiteX134" fmla="*/ 22860 w 69532"/>
                                <a:gd name="connsiteY134" fmla="*/ 80963 h 105727"/>
                                <a:gd name="connsiteX135" fmla="*/ 24765 w 69532"/>
                                <a:gd name="connsiteY135" fmla="*/ 89535 h 105727"/>
                                <a:gd name="connsiteX136" fmla="*/ 26670 w 69532"/>
                                <a:gd name="connsiteY136" fmla="*/ 93345 h 105727"/>
                                <a:gd name="connsiteX137" fmla="*/ 28575 w 69532"/>
                                <a:gd name="connsiteY137" fmla="*/ 97155 h 105727"/>
                                <a:gd name="connsiteX138" fmla="*/ 29528 w 69532"/>
                                <a:gd name="connsiteY138" fmla="*/ 99060 h 105727"/>
                                <a:gd name="connsiteX139" fmla="*/ 30480 w 69532"/>
                                <a:gd name="connsiteY139" fmla="*/ 100965 h 105727"/>
                                <a:gd name="connsiteX140" fmla="*/ 33338 w 69532"/>
                                <a:gd name="connsiteY140" fmla="*/ 104775 h 105727"/>
                                <a:gd name="connsiteX141" fmla="*/ 34290 w 69532"/>
                                <a:gd name="connsiteY141" fmla="*/ 105728 h 105727"/>
                                <a:gd name="connsiteX142" fmla="*/ 34290 w 69532"/>
                                <a:gd name="connsiteY142" fmla="*/ 105728 h 105727"/>
                                <a:gd name="connsiteX143" fmla="*/ 33338 w 69532"/>
                                <a:gd name="connsiteY143" fmla="*/ 104775 h 105727"/>
                                <a:gd name="connsiteX144" fmla="*/ 28575 w 69532"/>
                                <a:gd name="connsiteY144" fmla="*/ 97155 h 105727"/>
                                <a:gd name="connsiteX145" fmla="*/ 24765 w 69532"/>
                                <a:gd name="connsiteY145" fmla="*/ 88583 h 105727"/>
                                <a:gd name="connsiteX146" fmla="*/ 22860 w 69532"/>
                                <a:gd name="connsiteY146" fmla="*/ 80010 h 105727"/>
                                <a:gd name="connsiteX147" fmla="*/ 22860 w 69532"/>
                                <a:gd name="connsiteY147" fmla="*/ 71438 h 105727"/>
                                <a:gd name="connsiteX148" fmla="*/ 23813 w 69532"/>
                                <a:gd name="connsiteY148" fmla="*/ 63818 h 105727"/>
                                <a:gd name="connsiteX149" fmla="*/ 25718 w 69532"/>
                                <a:gd name="connsiteY149" fmla="*/ 57150 h 105727"/>
                                <a:gd name="connsiteX150" fmla="*/ 29528 w 69532"/>
                                <a:gd name="connsiteY150" fmla="*/ 45720 h 105727"/>
                                <a:gd name="connsiteX151" fmla="*/ 30480 w 69532"/>
                                <a:gd name="connsiteY151" fmla="*/ 40958 h 105727"/>
                                <a:gd name="connsiteX152" fmla="*/ 30480 w 69532"/>
                                <a:gd name="connsiteY152" fmla="*/ 37147 h 105727"/>
                                <a:gd name="connsiteX153" fmla="*/ 30480 w 69532"/>
                                <a:gd name="connsiteY153" fmla="*/ 35243 h 105727"/>
                                <a:gd name="connsiteX154" fmla="*/ 28575 w 69532"/>
                                <a:gd name="connsiteY154" fmla="*/ 29528 h 105727"/>
                                <a:gd name="connsiteX155" fmla="*/ 27623 w 69532"/>
                                <a:gd name="connsiteY155" fmla="*/ 25718 h 105727"/>
                                <a:gd name="connsiteX156" fmla="*/ 26670 w 69532"/>
                                <a:gd name="connsiteY156" fmla="*/ 21908 h 105727"/>
                                <a:gd name="connsiteX157" fmla="*/ 23813 w 69532"/>
                                <a:gd name="connsiteY157" fmla="*/ 15240 h 105727"/>
                                <a:gd name="connsiteX158" fmla="*/ 23813 w 69532"/>
                                <a:gd name="connsiteY158" fmla="*/ 14288 h 105727"/>
                                <a:gd name="connsiteX159" fmla="*/ 23813 w 69532"/>
                                <a:gd name="connsiteY159" fmla="*/ 15240 h 105727"/>
                                <a:gd name="connsiteX160" fmla="*/ 21907 w 69532"/>
                                <a:gd name="connsiteY160" fmla="*/ 19050 h 105727"/>
                                <a:gd name="connsiteX161" fmla="*/ 20955 w 69532"/>
                                <a:gd name="connsiteY161" fmla="*/ 21908 h 105727"/>
                                <a:gd name="connsiteX162" fmla="*/ 19050 w 69532"/>
                                <a:gd name="connsiteY162" fmla="*/ 24765 h 105727"/>
                                <a:gd name="connsiteX163" fmla="*/ 15240 w 69532"/>
                                <a:gd name="connsiteY163" fmla="*/ 30480 h 105727"/>
                                <a:gd name="connsiteX164" fmla="*/ 11430 w 69532"/>
                                <a:gd name="connsiteY164" fmla="*/ 37147 h 105727"/>
                                <a:gd name="connsiteX165" fmla="*/ 7620 w 69532"/>
                                <a:gd name="connsiteY165" fmla="*/ 44768 h 105727"/>
                                <a:gd name="connsiteX166" fmla="*/ 4763 w 69532"/>
                                <a:gd name="connsiteY166" fmla="*/ 52388 h 105727"/>
                                <a:gd name="connsiteX167" fmla="*/ 2857 w 69532"/>
                                <a:gd name="connsiteY167" fmla="*/ 60960 h 105727"/>
                                <a:gd name="connsiteX168" fmla="*/ 1905 w 69532"/>
                                <a:gd name="connsiteY168" fmla="*/ 70485 h 105727"/>
                                <a:gd name="connsiteX169" fmla="*/ 1905 w 69532"/>
                                <a:gd name="connsiteY169" fmla="*/ 75247 h 105727"/>
                                <a:gd name="connsiteX170" fmla="*/ 1905 w 69532"/>
                                <a:gd name="connsiteY170" fmla="*/ 80010 h 105727"/>
                                <a:gd name="connsiteX171" fmla="*/ 2857 w 69532"/>
                                <a:gd name="connsiteY171" fmla="*/ 84772 h 105727"/>
                                <a:gd name="connsiteX172" fmla="*/ 3810 w 69532"/>
                                <a:gd name="connsiteY172" fmla="*/ 88583 h 105727"/>
                                <a:gd name="connsiteX173" fmla="*/ 5715 w 69532"/>
                                <a:gd name="connsiteY173" fmla="*/ 92393 h 105727"/>
                                <a:gd name="connsiteX174" fmla="*/ 6668 w 69532"/>
                                <a:gd name="connsiteY174" fmla="*/ 95250 h 105727"/>
                                <a:gd name="connsiteX175" fmla="*/ 5715 w 69532"/>
                                <a:gd name="connsiteY175" fmla="*/ 94297 h 105727"/>
                                <a:gd name="connsiteX176" fmla="*/ 4763 w 69532"/>
                                <a:gd name="connsiteY176" fmla="*/ 92393 h 105727"/>
                                <a:gd name="connsiteX177" fmla="*/ 2857 w 69532"/>
                                <a:gd name="connsiteY177" fmla="*/ 88583 h 105727"/>
                                <a:gd name="connsiteX178" fmla="*/ 1905 w 69532"/>
                                <a:gd name="connsiteY178" fmla="*/ 83820 h 105727"/>
                                <a:gd name="connsiteX179" fmla="*/ 953 w 69532"/>
                                <a:gd name="connsiteY179" fmla="*/ 79058 h 105727"/>
                                <a:gd name="connsiteX180" fmla="*/ 0 w 69532"/>
                                <a:gd name="connsiteY180" fmla="*/ 74295 h 105727"/>
                                <a:gd name="connsiteX181" fmla="*/ 0 w 69532"/>
                                <a:gd name="connsiteY181" fmla="*/ 69533 h 105727"/>
                                <a:gd name="connsiteX182" fmla="*/ 953 w 69532"/>
                                <a:gd name="connsiteY182" fmla="*/ 60008 h 105727"/>
                                <a:gd name="connsiteX183" fmla="*/ 2857 w 69532"/>
                                <a:gd name="connsiteY183" fmla="*/ 51435 h 105727"/>
                                <a:gd name="connsiteX184" fmla="*/ 5715 w 69532"/>
                                <a:gd name="connsiteY184" fmla="*/ 42863 h 105727"/>
                                <a:gd name="connsiteX185" fmla="*/ 9525 w 69532"/>
                                <a:gd name="connsiteY185" fmla="*/ 35243 h 105727"/>
                                <a:gd name="connsiteX186" fmla="*/ 13335 w 69532"/>
                                <a:gd name="connsiteY186" fmla="*/ 28575 h 105727"/>
                                <a:gd name="connsiteX187" fmla="*/ 16193 w 69532"/>
                                <a:gd name="connsiteY187" fmla="*/ 22860 h 105727"/>
                                <a:gd name="connsiteX188" fmla="*/ 18098 w 69532"/>
                                <a:gd name="connsiteY188" fmla="*/ 20003 h 105727"/>
                                <a:gd name="connsiteX189" fmla="*/ 19050 w 69532"/>
                                <a:gd name="connsiteY189" fmla="*/ 17145 h 105727"/>
                                <a:gd name="connsiteX190" fmla="*/ 20955 w 69532"/>
                                <a:gd name="connsiteY190" fmla="*/ 13335 h 105727"/>
                                <a:gd name="connsiteX191" fmla="*/ 21907 w 69532"/>
                                <a:gd name="connsiteY191" fmla="*/ 11430 h 105727"/>
                                <a:gd name="connsiteX192" fmla="*/ 21907 w 69532"/>
                                <a:gd name="connsiteY192" fmla="*/ 11430 h 105727"/>
                                <a:gd name="connsiteX193" fmla="*/ 20955 w 69532"/>
                                <a:gd name="connsiteY193" fmla="*/ 8572 h 105727"/>
                                <a:gd name="connsiteX194" fmla="*/ 19050 w 69532"/>
                                <a:gd name="connsiteY194" fmla="*/ 4763 h 105727"/>
                                <a:gd name="connsiteX195" fmla="*/ 17145 w 69532"/>
                                <a:gd name="connsiteY195" fmla="*/ 953 h 105727"/>
                                <a:gd name="connsiteX196" fmla="*/ 20955 w 69532"/>
                                <a:gd name="connsiteY196" fmla="*/ 0 h 105727"/>
                                <a:gd name="connsiteX197" fmla="*/ 15240 w 69532"/>
                                <a:gd name="connsiteY197" fmla="*/ 6668 h 105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69532" h="105727">
                                  <a:moveTo>
                                    <a:pt x="15240" y="6668"/>
                                  </a:moveTo>
                                  <a:cubicBezTo>
                                    <a:pt x="15240" y="7620"/>
                                    <a:pt x="15240" y="7620"/>
                                    <a:pt x="15240" y="6668"/>
                                  </a:cubicBezTo>
                                  <a:cubicBezTo>
                                    <a:pt x="16193" y="7620"/>
                                    <a:pt x="17145" y="7620"/>
                                    <a:pt x="19050" y="8572"/>
                                  </a:cubicBezTo>
                                  <a:cubicBezTo>
                                    <a:pt x="20955" y="9525"/>
                                    <a:pt x="23813" y="9525"/>
                                    <a:pt x="27623" y="10478"/>
                                  </a:cubicBezTo>
                                  <a:cubicBezTo>
                                    <a:pt x="31432" y="11430"/>
                                    <a:pt x="35243" y="12383"/>
                                    <a:pt x="39053" y="13335"/>
                                  </a:cubicBezTo>
                                  <a:cubicBezTo>
                                    <a:pt x="40005" y="13335"/>
                                    <a:pt x="40957" y="13335"/>
                                    <a:pt x="41910" y="14288"/>
                                  </a:cubicBezTo>
                                  <a:cubicBezTo>
                                    <a:pt x="42863" y="14288"/>
                                    <a:pt x="42863" y="14288"/>
                                    <a:pt x="43815" y="14288"/>
                                  </a:cubicBezTo>
                                  <a:lnTo>
                                    <a:pt x="43815" y="14288"/>
                                  </a:lnTo>
                                  <a:lnTo>
                                    <a:pt x="43815" y="14288"/>
                                  </a:lnTo>
                                  <a:lnTo>
                                    <a:pt x="44768" y="14288"/>
                                  </a:lnTo>
                                  <a:cubicBezTo>
                                    <a:pt x="46673" y="15240"/>
                                    <a:pt x="48578" y="15240"/>
                                    <a:pt x="50482" y="16193"/>
                                  </a:cubicBezTo>
                                  <a:cubicBezTo>
                                    <a:pt x="51435" y="16193"/>
                                    <a:pt x="52388" y="17145"/>
                                    <a:pt x="53340" y="17145"/>
                                  </a:cubicBezTo>
                                  <a:cubicBezTo>
                                    <a:pt x="54293" y="17145"/>
                                    <a:pt x="55245" y="18097"/>
                                    <a:pt x="56198" y="18097"/>
                                  </a:cubicBezTo>
                                  <a:cubicBezTo>
                                    <a:pt x="56198" y="18097"/>
                                    <a:pt x="57150" y="18097"/>
                                    <a:pt x="57150" y="19050"/>
                                  </a:cubicBezTo>
                                  <a:cubicBezTo>
                                    <a:pt x="57150" y="19050"/>
                                    <a:pt x="58103" y="20003"/>
                                    <a:pt x="58103" y="20003"/>
                                  </a:cubicBezTo>
                                  <a:cubicBezTo>
                                    <a:pt x="59055" y="20003"/>
                                    <a:pt x="60007" y="20955"/>
                                    <a:pt x="60007" y="20955"/>
                                  </a:cubicBezTo>
                                  <a:cubicBezTo>
                                    <a:pt x="60960" y="21908"/>
                                    <a:pt x="62865" y="22860"/>
                                    <a:pt x="63818" y="22860"/>
                                  </a:cubicBezTo>
                                  <a:cubicBezTo>
                                    <a:pt x="64770" y="23813"/>
                                    <a:pt x="65723" y="23813"/>
                                    <a:pt x="66675" y="24765"/>
                                  </a:cubicBezTo>
                                  <a:cubicBezTo>
                                    <a:pt x="67628" y="25718"/>
                                    <a:pt x="67628" y="25718"/>
                                    <a:pt x="68580" y="25718"/>
                                  </a:cubicBezTo>
                                  <a:cubicBezTo>
                                    <a:pt x="68580" y="25718"/>
                                    <a:pt x="69532" y="26670"/>
                                    <a:pt x="69532" y="26670"/>
                                  </a:cubicBezTo>
                                  <a:cubicBezTo>
                                    <a:pt x="69532" y="26670"/>
                                    <a:pt x="69532" y="26670"/>
                                    <a:pt x="69532" y="26670"/>
                                  </a:cubicBezTo>
                                  <a:lnTo>
                                    <a:pt x="69532" y="26670"/>
                                  </a:lnTo>
                                  <a:cubicBezTo>
                                    <a:pt x="69532" y="26670"/>
                                    <a:pt x="69532" y="26670"/>
                                    <a:pt x="69532" y="26670"/>
                                  </a:cubicBezTo>
                                  <a:cubicBezTo>
                                    <a:pt x="69532" y="26670"/>
                                    <a:pt x="69532" y="26670"/>
                                    <a:pt x="68580" y="25718"/>
                                  </a:cubicBezTo>
                                  <a:cubicBezTo>
                                    <a:pt x="68580" y="25718"/>
                                    <a:pt x="67628" y="24765"/>
                                    <a:pt x="66675" y="24765"/>
                                  </a:cubicBezTo>
                                  <a:cubicBezTo>
                                    <a:pt x="65723" y="24765"/>
                                    <a:pt x="64770" y="23813"/>
                                    <a:pt x="63818" y="22860"/>
                                  </a:cubicBezTo>
                                  <a:cubicBezTo>
                                    <a:pt x="62865" y="21908"/>
                                    <a:pt x="61913" y="21908"/>
                                    <a:pt x="60007" y="20955"/>
                                  </a:cubicBezTo>
                                  <a:cubicBezTo>
                                    <a:pt x="59055" y="20955"/>
                                    <a:pt x="58103" y="20003"/>
                                    <a:pt x="58103" y="20003"/>
                                  </a:cubicBezTo>
                                  <a:cubicBezTo>
                                    <a:pt x="58103" y="20003"/>
                                    <a:pt x="57150" y="20003"/>
                                    <a:pt x="57150" y="19050"/>
                                  </a:cubicBezTo>
                                  <a:cubicBezTo>
                                    <a:pt x="57150" y="19050"/>
                                    <a:pt x="56198" y="19050"/>
                                    <a:pt x="56198" y="18097"/>
                                  </a:cubicBezTo>
                                  <a:cubicBezTo>
                                    <a:pt x="55245" y="18097"/>
                                    <a:pt x="54293" y="17145"/>
                                    <a:pt x="53340" y="17145"/>
                                  </a:cubicBezTo>
                                  <a:cubicBezTo>
                                    <a:pt x="52388" y="17145"/>
                                    <a:pt x="51435" y="16193"/>
                                    <a:pt x="50482" y="16193"/>
                                  </a:cubicBezTo>
                                  <a:cubicBezTo>
                                    <a:pt x="48578" y="15240"/>
                                    <a:pt x="46673" y="15240"/>
                                    <a:pt x="44768" y="14288"/>
                                  </a:cubicBezTo>
                                  <a:lnTo>
                                    <a:pt x="43815" y="14288"/>
                                  </a:lnTo>
                                  <a:lnTo>
                                    <a:pt x="43815" y="14288"/>
                                  </a:lnTo>
                                  <a:lnTo>
                                    <a:pt x="43815" y="14288"/>
                                  </a:lnTo>
                                  <a:cubicBezTo>
                                    <a:pt x="42863" y="14288"/>
                                    <a:pt x="42863" y="14288"/>
                                    <a:pt x="41910" y="14288"/>
                                  </a:cubicBezTo>
                                  <a:cubicBezTo>
                                    <a:pt x="40957" y="14288"/>
                                    <a:pt x="40005" y="14288"/>
                                    <a:pt x="39053" y="13335"/>
                                  </a:cubicBezTo>
                                  <a:cubicBezTo>
                                    <a:pt x="34290" y="12383"/>
                                    <a:pt x="30480" y="11430"/>
                                    <a:pt x="27623" y="11430"/>
                                  </a:cubicBezTo>
                                  <a:cubicBezTo>
                                    <a:pt x="22860" y="10478"/>
                                    <a:pt x="19050" y="9525"/>
                                    <a:pt x="17145" y="8572"/>
                                  </a:cubicBezTo>
                                  <a:cubicBezTo>
                                    <a:pt x="17145" y="9525"/>
                                    <a:pt x="17145" y="9525"/>
                                    <a:pt x="18098" y="10478"/>
                                  </a:cubicBezTo>
                                  <a:cubicBezTo>
                                    <a:pt x="18098" y="11430"/>
                                    <a:pt x="19050" y="12383"/>
                                    <a:pt x="19050" y="13335"/>
                                  </a:cubicBezTo>
                                  <a:cubicBezTo>
                                    <a:pt x="19050" y="14288"/>
                                    <a:pt x="20003" y="15240"/>
                                    <a:pt x="20003" y="16193"/>
                                  </a:cubicBezTo>
                                  <a:cubicBezTo>
                                    <a:pt x="20955" y="18097"/>
                                    <a:pt x="21907" y="20955"/>
                                    <a:pt x="22860" y="22860"/>
                                  </a:cubicBezTo>
                                  <a:cubicBezTo>
                                    <a:pt x="22860" y="22860"/>
                                    <a:pt x="22860" y="23813"/>
                                    <a:pt x="23813" y="23813"/>
                                  </a:cubicBezTo>
                                  <a:cubicBezTo>
                                    <a:pt x="23813" y="23813"/>
                                    <a:pt x="23813" y="23813"/>
                                    <a:pt x="23813" y="23813"/>
                                  </a:cubicBezTo>
                                  <a:cubicBezTo>
                                    <a:pt x="24765" y="24765"/>
                                    <a:pt x="25718" y="25718"/>
                                    <a:pt x="26670" y="26670"/>
                                  </a:cubicBezTo>
                                  <a:cubicBezTo>
                                    <a:pt x="27623" y="27622"/>
                                    <a:pt x="29528" y="28575"/>
                                    <a:pt x="30480" y="29528"/>
                                  </a:cubicBezTo>
                                  <a:cubicBezTo>
                                    <a:pt x="33338" y="31433"/>
                                    <a:pt x="37148" y="33338"/>
                                    <a:pt x="41910" y="34290"/>
                                  </a:cubicBezTo>
                                  <a:cubicBezTo>
                                    <a:pt x="43815" y="35243"/>
                                    <a:pt x="45720" y="36195"/>
                                    <a:pt x="47625" y="37147"/>
                                  </a:cubicBezTo>
                                  <a:cubicBezTo>
                                    <a:pt x="48578" y="37147"/>
                                    <a:pt x="49530" y="38100"/>
                                    <a:pt x="50482" y="38100"/>
                                  </a:cubicBezTo>
                                  <a:cubicBezTo>
                                    <a:pt x="51435" y="38100"/>
                                    <a:pt x="52388" y="39053"/>
                                    <a:pt x="53340" y="39053"/>
                                  </a:cubicBezTo>
                                  <a:cubicBezTo>
                                    <a:pt x="55245" y="40005"/>
                                    <a:pt x="56198" y="40958"/>
                                    <a:pt x="58103" y="41910"/>
                                  </a:cubicBezTo>
                                  <a:cubicBezTo>
                                    <a:pt x="59055" y="41910"/>
                                    <a:pt x="59055" y="42863"/>
                                    <a:pt x="60007" y="42863"/>
                                  </a:cubicBezTo>
                                  <a:cubicBezTo>
                                    <a:pt x="60960" y="42863"/>
                                    <a:pt x="60960" y="43815"/>
                                    <a:pt x="61913" y="43815"/>
                                  </a:cubicBezTo>
                                  <a:cubicBezTo>
                                    <a:pt x="63818" y="44768"/>
                                    <a:pt x="64770" y="46672"/>
                                    <a:pt x="64770" y="47625"/>
                                  </a:cubicBezTo>
                                  <a:cubicBezTo>
                                    <a:pt x="64770" y="47625"/>
                                    <a:pt x="64770" y="47625"/>
                                    <a:pt x="64770" y="47625"/>
                                  </a:cubicBezTo>
                                  <a:cubicBezTo>
                                    <a:pt x="64770" y="47625"/>
                                    <a:pt x="64770" y="47625"/>
                                    <a:pt x="64770" y="47625"/>
                                  </a:cubicBezTo>
                                  <a:cubicBezTo>
                                    <a:pt x="64770" y="47625"/>
                                    <a:pt x="64770" y="47625"/>
                                    <a:pt x="64770" y="48578"/>
                                  </a:cubicBezTo>
                                  <a:cubicBezTo>
                                    <a:pt x="64770" y="48578"/>
                                    <a:pt x="64770" y="48578"/>
                                    <a:pt x="64770" y="48578"/>
                                  </a:cubicBezTo>
                                  <a:cubicBezTo>
                                    <a:pt x="64770" y="48578"/>
                                    <a:pt x="64770" y="48578"/>
                                    <a:pt x="64770" y="48578"/>
                                  </a:cubicBezTo>
                                  <a:cubicBezTo>
                                    <a:pt x="64770" y="48578"/>
                                    <a:pt x="64770" y="49530"/>
                                    <a:pt x="64770" y="49530"/>
                                  </a:cubicBezTo>
                                  <a:cubicBezTo>
                                    <a:pt x="64770" y="49530"/>
                                    <a:pt x="64770" y="48578"/>
                                    <a:pt x="64770" y="48578"/>
                                  </a:cubicBezTo>
                                  <a:cubicBezTo>
                                    <a:pt x="64770" y="48578"/>
                                    <a:pt x="64770" y="48578"/>
                                    <a:pt x="64770" y="48578"/>
                                  </a:cubicBezTo>
                                  <a:cubicBezTo>
                                    <a:pt x="64770" y="48578"/>
                                    <a:pt x="64770" y="48578"/>
                                    <a:pt x="64770" y="48578"/>
                                  </a:cubicBezTo>
                                  <a:cubicBezTo>
                                    <a:pt x="64770" y="48578"/>
                                    <a:pt x="64770" y="48578"/>
                                    <a:pt x="64770" y="48578"/>
                                  </a:cubicBezTo>
                                  <a:cubicBezTo>
                                    <a:pt x="64770" y="48578"/>
                                    <a:pt x="64770" y="48578"/>
                                    <a:pt x="64770" y="48578"/>
                                  </a:cubicBezTo>
                                  <a:cubicBezTo>
                                    <a:pt x="64770" y="48578"/>
                                    <a:pt x="64770" y="48578"/>
                                    <a:pt x="64770" y="48578"/>
                                  </a:cubicBezTo>
                                  <a:cubicBezTo>
                                    <a:pt x="63818" y="47625"/>
                                    <a:pt x="63818" y="46672"/>
                                    <a:pt x="61913" y="45720"/>
                                  </a:cubicBezTo>
                                  <a:cubicBezTo>
                                    <a:pt x="61913" y="45720"/>
                                    <a:pt x="60960" y="44768"/>
                                    <a:pt x="60007" y="44768"/>
                                  </a:cubicBezTo>
                                  <a:cubicBezTo>
                                    <a:pt x="59055" y="44768"/>
                                    <a:pt x="59055" y="43815"/>
                                    <a:pt x="58103" y="43815"/>
                                  </a:cubicBezTo>
                                  <a:cubicBezTo>
                                    <a:pt x="57150" y="42863"/>
                                    <a:pt x="55245" y="41910"/>
                                    <a:pt x="53340" y="40958"/>
                                  </a:cubicBezTo>
                                  <a:cubicBezTo>
                                    <a:pt x="52388" y="40958"/>
                                    <a:pt x="51435" y="40005"/>
                                    <a:pt x="50482" y="40005"/>
                                  </a:cubicBezTo>
                                  <a:cubicBezTo>
                                    <a:pt x="49530" y="40005"/>
                                    <a:pt x="48578" y="39053"/>
                                    <a:pt x="47625" y="39053"/>
                                  </a:cubicBezTo>
                                  <a:cubicBezTo>
                                    <a:pt x="45720" y="38100"/>
                                    <a:pt x="43815" y="37147"/>
                                    <a:pt x="41910" y="37147"/>
                                  </a:cubicBezTo>
                                  <a:cubicBezTo>
                                    <a:pt x="38100" y="35243"/>
                                    <a:pt x="34290" y="34290"/>
                                    <a:pt x="30480" y="32385"/>
                                  </a:cubicBezTo>
                                  <a:cubicBezTo>
                                    <a:pt x="28575" y="31433"/>
                                    <a:pt x="27623" y="30480"/>
                                    <a:pt x="26670" y="29528"/>
                                  </a:cubicBezTo>
                                  <a:cubicBezTo>
                                    <a:pt x="26670" y="29528"/>
                                    <a:pt x="26670" y="29528"/>
                                    <a:pt x="26670" y="29528"/>
                                  </a:cubicBezTo>
                                  <a:cubicBezTo>
                                    <a:pt x="26670" y="30480"/>
                                    <a:pt x="27623" y="31433"/>
                                    <a:pt x="27623" y="31433"/>
                                  </a:cubicBezTo>
                                  <a:cubicBezTo>
                                    <a:pt x="28575" y="34290"/>
                                    <a:pt x="29528" y="36195"/>
                                    <a:pt x="30480" y="39053"/>
                                  </a:cubicBezTo>
                                  <a:cubicBezTo>
                                    <a:pt x="31432" y="41910"/>
                                    <a:pt x="32385" y="43815"/>
                                    <a:pt x="33338" y="46672"/>
                                  </a:cubicBezTo>
                                  <a:cubicBezTo>
                                    <a:pt x="33338" y="46672"/>
                                    <a:pt x="33338" y="46672"/>
                                    <a:pt x="33338" y="47625"/>
                                  </a:cubicBezTo>
                                  <a:cubicBezTo>
                                    <a:pt x="33338" y="47625"/>
                                    <a:pt x="33338" y="48578"/>
                                    <a:pt x="34290" y="48578"/>
                                  </a:cubicBezTo>
                                  <a:cubicBezTo>
                                    <a:pt x="35243" y="49530"/>
                                    <a:pt x="36195" y="50483"/>
                                    <a:pt x="39053" y="52388"/>
                                  </a:cubicBezTo>
                                  <a:cubicBezTo>
                                    <a:pt x="40005" y="53340"/>
                                    <a:pt x="40957" y="53340"/>
                                    <a:pt x="42863" y="54293"/>
                                  </a:cubicBezTo>
                                  <a:cubicBezTo>
                                    <a:pt x="43815" y="55245"/>
                                    <a:pt x="44768" y="56197"/>
                                    <a:pt x="46673" y="56197"/>
                                  </a:cubicBezTo>
                                  <a:cubicBezTo>
                                    <a:pt x="47625" y="56197"/>
                                    <a:pt x="47625" y="57150"/>
                                    <a:pt x="48578" y="57150"/>
                                  </a:cubicBezTo>
                                  <a:cubicBezTo>
                                    <a:pt x="49530" y="57150"/>
                                    <a:pt x="49530" y="58103"/>
                                    <a:pt x="50482" y="58103"/>
                                  </a:cubicBezTo>
                                  <a:cubicBezTo>
                                    <a:pt x="51435" y="59055"/>
                                    <a:pt x="51435" y="59055"/>
                                    <a:pt x="52388" y="59055"/>
                                  </a:cubicBezTo>
                                  <a:cubicBezTo>
                                    <a:pt x="53340" y="60008"/>
                                    <a:pt x="53340" y="60008"/>
                                    <a:pt x="54293" y="60960"/>
                                  </a:cubicBezTo>
                                  <a:cubicBezTo>
                                    <a:pt x="55245" y="61913"/>
                                    <a:pt x="56198" y="62865"/>
                                    <a:pt x="57150" y="63818"/>
                                  </a:cubicBezTo>
                                  <a:cubicBezTo>
                                    <a:pt x="58103" y="64770"/>
                                    <a:pt x="59055" y="65722"/>
                                    <a:pt x="60007" y="66675"/>
                                  </a:cubicBezTo>
                                  <a:cubicBezTo>
                                    <a:pt x="60960" y="67628"/>
                                    <a:pt x="60960" y="67628"/>
                                    <a:pt x="61913" y="67628"/>
                                  </a:cubicBezTo>
                                  <a:cubicBezTo>
                                    <a:pt x="62865" y="67628"/>
                                    <a:pt x="62865" y="68580"/>
                                    <a:pt x="63818" y="68580"/>
                                  </a:cubicBezTo>
                                  <a:cubicBezTo>
                                    <a:pt x="63818" y="68580"/>
                                    <a:pt x="64770" y="68580"/>
                                    <a:pt x="64770" y="69533"/>
                                  </a:cubicBezTo>
                                  <a:cubicBezTo>
                                    <a:pt x="64770" y="69533"/>
                                    <a:pt x="65723" y="69533"/>
                                    <a:pt x="65723" y="70485"/>
                                  </a:cubicBezTo>
                                  <a:cubicBezTo>
                                    <a:pt x="65723" y="70485"/>
                                    <a:pt x="65723" y="70485"/>
                                    <a:pt x="65723" y="70485"/>
                                  </a:cubicBezTo>
                                  <a:cubicBezTo>
                                    <a:pt x="64770" y="70485"/>
                                    <a:pt x="64770" y="69533"/>
                                    <a:pt x="63818" y="69533"/>
                                  </a:cubicBezTo>
                                  <a:cubicBezTo>
                                    <a:pt x="62865" y="69533"/>
                                    <a:pt x="62865" y="68580"/>
                                    <a:pt x="61913" y="68580"/>
                                  </a:cubicBezTo>
                                  <a:cubicBezTo>
                                    <a:pt x="60960" y="68580"/>
                                    <a:pt x="60960" y="67628"/>
                                    <a:pt x="60007" y="67628"/>
                                  </a:cubicBezTo>
                                  <a:cubicBezTo>
                                    <a:pt x="59055" y="66675"/>
                                    <a:pt x="58103" y="65722"/>
                                    <a:pt x="57150" y="64770"/>
                                  </a:cubicBezTo>
                                  <a:cubicBezTo>
                                    <a:pt x="56198" y="63818"/>
                                    <a:pt x="55245" y="62865"/>
                                    <a:pt x="53340" y="61913"/>
                                  </a:cubicBezTo>
                                  <a:lnTo>
                                    <a:pt x="52388" y="60960"/>
                                  </a:lnTo>
                                  <a:lnTo>
                                    <a:pt x="51435" y="60008"/>
                                  </a:lnTo>
                                  <a:cubicBezTo>
                                    <a:pt x="50482" y="60008"/>
                                    <a:pt x="50482" y="59055"/>
                                    <a:pt x="49530" y="59055"/>
                                  </a:cubicBezTo>
                                  <a:cubicBezTo>
                                    <a:pt x="48578" y="59055"/>
                                    <a:pt x="48578" y="58103"/>
                                    <a:pt x="47625" y="58103"/>
                                  </a:cubicBezTo>
                                  <a:cubicBezTo>
                                    <a:pt x="46673" y="58103"/>
                                    <a:pt x="46673" y="57150"/>
                                    <a:pt x="45720" y="57150"/>
                                  </a:cubicBezTo>
                                  <a:cubicBezTo>
                                    <a:pt x="44768" y="56197"/>
                                    <a:pt x="43815" y="55245"/>
                                    <a:pt x="41910" y="55245"/>
                                  </a:cubicBezTo>
                                  <a:cubicBezTo>
                                    <a:pt x="40957" y="54293"/>
                                    <a:pt x="40005" y="54293"/>
                                    <a:pt x="38100" y="53340"/>
                                  </a:cubicBezTo>
                                  <a:cubicBezTo>
                                    <a:pt x="37148" y="52388"/>
                                    <a:pt x="36195" y="52388"/>
                                    <a:pt x="35243" y="51435"/>
                                  </a:cubicBezTo>
                                  <a:cubicBezTo>
                                    <a:pt x="36195" y="53340"/>
                                    <a:pt x="36195" y="54293"/>
                                    <a:pt x="37148" y="56197"/>
                                  </a:cubicBezTo>
                                  <a:cubicBezTo>
                                    <a:pt x="38100" y="59055"/>
                                    <a:pt x="39053" y="61913"/>
                                    <a:pt x="40005" y="64770"/>
                                  </a:cubicBezTo>
                                  <a:cubicBezTo>
                                    <a:pt x="40957" y="65722"/>
                                    <a:pt x="40957" y="67628"/>
                                    <a:pt x="41910" y="68580"/>
                                  </a:cubicBezTo>
                                  <a:cubicBezTo>
                                    <a:pt x="42863" y="69533"/>
                                    <a:pt x="42863" y="71438"/>
                                    <a:pt x="43815" y="72390"/>
                                  </a:cubicBezTo>
                                  <a:cubicBezTo>
                                    <a:pt x="44768" y="75247"/>
                                    <a:pt x="46673" y="77153"/>
                                    <a:pt x="48578" y="79058"/>
                                  </a:cubicBezTo>
                                  <a:cubicBezTo>
                                    <a:pt x="49530" y="80010"/>
                                    <a:pt x="50482" y="80963"/>
                                    <a:pt x="51435" y="81915"/>
                                  </a:cubicBezTo>
                                  <a:cubicBezTo>
                                    <a:pt x="52388" y="82868"/>
                                    <a:pt x="52388" y="83820"/>
                                    <a:pt x="53340" y="84772"/>
                                  </a:cubicBezTo>
                                  <a:cubicBezTo>
                                    <a:pt x="53340" y="84772"/>
                                    <a:pt x="53340" y="84772"/>
                                    <a:pt x="53340" y="84772"/>
                                  </a:cubicBezTo>
                                  <a:lnTo>
                                    <a:pt x="53340" y="84772"/>
                                  </a:lnTo>
                                  <a:cubicBezTo>
                                    <a:pt x="52388" y="83820"/>
                                    <a:pt x="51435" y="82868"/>
                                    <a:pt x="50482" y="81915"/>
                                  </a:cubicBezTo>
                                  <a:cubicBezTo>
                                    <a:pt x="49530" y="80963"/>
                                    <a:pt x="48578" y="80010"/>
                                    <a:pt x="47625" y="79058"/>
                                  </a:cubicBezTo>
                                  <a:cubicBezTo>
                                    <a:pt x="45720" y="77153"/>
                                    <a:pt x="44768" y="74295"/>
                                    <a:pt x="42863" y="72390"/>
                                  </a:cubicBezTo>
                                  <a:cubicBezTo>
                                    <a:pt x="42863" y="71438"/>
                                    <a:pt x="41910" y="71438"/>
                                    <a:pt x="41910" y="70485"/>
                                  </a:cubicBezTo>
                                  <a:cubicBezTo>
                                    <a:pt x="41910" y="69533"/>
                                    <a:pt x="40957" y="69533"/>
                                    <a:pt x="40957" y="68580"/>
                                  </a:cubicBezTo>
                                  <a:cubicBezTo>
                                    <a:pt x="40957" y="67628"/>
                                    <a:pt x="40005" y="67628"/>
                                    <a:pt x="40005" y="66675"/>
                                  </a:cubicBezTo>
                                  <a:cubicBezTo>
                                    <a:pt x="40005" y="65722"/>
                                    <a:pt x="39053" y="65722"/>
                                    <a:pt x="39053" y="64770"/>
                                  </a:cubicBezTo>
                                  <a:cubicBezTo>
                                    <a:pt x="38100" y="61913"/>
                                    <a:pt x="37148" y="59055"/>
                                    <a:pt x="35243" y="56197"/>
                                  </a:cubicBezTo>
                                  <a:cubicBezTo>
                                    <a:pt x="34290" y="53340"/>
                                    <a:pt x="33338" y="50483"/>
                                    <a:pt x="32385" y="47625"/>
                                  </a:cubicBezTo>
                                  <a:cubicBezTo>
                                    <a:pt x="31432" y="45720"/>
                                    <a:pt x="30480" y="43815"/>
                                    <a:pt x="30480" y="41910"/>
                                  </a:cubicBezTo>
                                  <a:cubicBezTo>
                                    <a:pt x="30480" y="41910"/>
                                    <a:pt x="30480" y="42863"/>
                                    <a:pt x="30480" y="42863"/>
                                  </a:cubicBezTo>
                                  <a:cubicBezTo>
                                    <a:pt x="30480" y="44768"/>
                                    <a:pt x="29528" y="45720"/>
                                    <a:pt x="29528" y="47625"/>
                                  </a:cubicBezTo>
                                  <a:cubicBezTo>
                                    <a:pt x="28575" y="51435"/>
                                    <a:pt x="27623" y="55245"/>
                                    <a:pt x="25718" y="59055"/>
                                  </a:cubicBezTo>
                                  <a:cubicBezTo>
                                    <a:pt x="24765" y="60960"/>
                                    <a:pt x="23813" y="63818"/>
                                    <a:pt x="23813" y="65722"/>
                                  </a:cubicBezTo>
                                  <a:cubicBezTo>
                                    <a:pt x="22860" y="67628"/>
                                    <a:pt x="22860" y="70485"/>
                                    <a:pt x="22860" y="73343"/>
                                  </a:cubicBezTo>
                                  <a:cubicBezTo>
                                    <a:pt x="22860" y="76200"/>
                                    <a:pt x="22860" y="79058"/>
                                    <a:pt x="22860" y="80963"/>
                                  </a:cubicBezTo>
                                  <a:cubicBezTo>
                                    <a:pt x="22860" y="83820"/>
                                    <a:pt x="23813" y="86678"/>
                                    <a:pt x="24765" y="89535"/>
                                  </a:cubicBezTo>
                                  <a:cubicBezTo>
                                    <a:pt x="24765" y="90488"/>
                                    <a:pt x="25718" y="92393"/>
                                    <a:pt x="26670" y="93345"/>
                                  </a:cubicBezTo>
                                  <a:cubicBezTo>
                                    <a:pt x="27623" y="94297"/>
                                    <a:pt x="27623" y="96203"/>
                                    <a:pt x="28575" y="97155"/>
                                  </a:cubicBezTo>
                                  <a:cubicBezTo>
                                    <a:pt x="28575" y="98108"/>
                                    <a:pt x="29528" y="98108"/>
                                    <a:pt x="29528" y="99060"/>
                                  </a:cubicBezTo>
                                  <a:cubicBezTo>
                                    <a:pt x="29528" y="100013"/>
                                    <a:pt x="30480" y="100013"/>
                                    <a:pt x="30480" y="100965"/>
                                  </a:cubicBezTo>
                                  <a:cubicBezTo>
                                    <a:pt x="31432" y="101918"/>
                                    <a:pt x="32385" y="103822"/>
                                    <a:pt x="33338" y="104775"/>
                                  </a:cubicBezTo>
                                  <a:cubicBezTo>
                                    <a:pt x="33338" y="104775"/>
                                    <a:pt x="33338" y="104775"/>
                                    <a:pt x="34290" y="105728"/>
                                  </a:cubicBezTo>
                                  <a:cubicBezTo>
                                    <a:pt x="34290" y="105728"/>
                                    <a:pt x="34290" y="105728"/>
                                    <a:pt x="34290" y="105728"/>
                                  </a:cubicBezTo>
                                  <a:lnTo>
                                    <a:pt x="33338" y="104775"/>
                                  </a:lnTo>
                                  <a:cubicBezTo>
                                    <a:pt x="31432" y="102870"/>
                                    <a:pt x="29528" y="100013"/>
                                    <a:pt x="28575" y="97155"/>
                                  </a:cubicBezTo>
                                  <a:cubicBezTo>
                                    <a:pt x="26670" y="94297"/>
                                    <a:pt x="25718" y="91440"/>
                                    <a:pt x="24765" y="88583"/>
                                  </a:cubicBezTo>
                                  <a:cubicBezTo>
                                    <a:pt x="23813" y="85725"/>
                                    <a:pt x="23813" y="82868"/>
                                    <a:pt x="22860" y="80010"/>
                                  </a:cubicBezTo>
                                  <a:cubicBezTo>
                                    <a:pt x="22860" y="77153"/>
                                    <a:pt x="22860" y="74295"/>
                                    <a:pt x="22860" y="71438"/>
                                  </a:cubicBezTo>
                                  <a:cubicBezTo>
                                    <a:pt x="22860" y="68580"/>
                                    <a:pt x="23813" y="66675"/>
                                    <a:pt x="23813" y="63818"/>
                                  </a:cubicBezTo>
                                  <a:cubicBezTo>
                                    <a:pt x="24765" y="60960"/>
                                    <a:pt x="24765" y="59055"/>
                                    <a:pt x="25718" y="57150"/>
                                  </a:cubicBezTo>
                                  <a:cubicBezTo>
                                    <a:pt x="26670" y="52388"/>
                                    <a:pt x="28575" y="48578"/>
                                    <a:pt x="29528" y="45720"/>
                                  </a:cubicBezTo>
                                  <a:cubicBezTo>
                                    <a:pt x="29528" y="43815"/>
                                    <a:pt x="30480" y="42863"/>
                                    <a:pt x="30480" y="40958"/>
                                  </a:cubicBezTo>
                                  <a:cubicBezTo>
                                    <a:pt x="30480" y="40005"/>
                                    <a:pt x="30480" y="38100"/>
                                    <a:pt x="30480" y="37147"/>
                                  </a:cubicBezTo>
                                  <a:cubicBezTo>
                                    <a:pt x="30480" y="36195"/>
                                    <a:pt x="30480" y="35243"/>
                                    <a:pt x="30480" y="35243"/>
                                  </a:cubicBezTo>
                                  <a:cubicBezTo>
                                    <a:pt x="29528" y="33338"/>
                                    <a:pt x="28575" y="31433"/>
                                    <a:pt x="28575" y="29528"/>
                                  </a:cubicBezTo>
                                  <a:cubicBezTo>
                                    <a:pt x="28575" y="28575"/>
                                    <a:pt x="27623" y="26670"/>
                                    <a:pt x="27623" y="25718"/>
                                  </a:cubicBezTo>
                                  <a:cubicBezTo>
                                    <a:pt x="27623" y="24765"/>
                                    <a:pt x="26670" y="22860"/>
                                    <a:pt x="26670" y="21908"/>
                                  </a:cubicBezTo>
                                  <a:cubicBezTo>
                                    <a:pt x="25718" y="20003"/>
                                    <a:pt x="24765" y="17145"/>
                                    <a:pt x="23813" y="15240"/>
                                  </a:cubicBezTo>
                                  <a:cubicBezTo>
                                    <a:pt x="23813" y="15240"/>
                                    <a:pt x="23813" y="15240"/>
                                    <a:pt x="23813" y="14288"/>
                                  </a:cubicBezTo>
                                  <a:cubicBezTo>
                                    <a:pt x="23813" y="14288"/>
                                    <a:pt x="23813" y="14288"/>
                                    <a:pt x="23813" y="15240"/>
                                  </a:cubicBezTo>
                                  <a:cubicBezTo>
                                    <a:pt x="22860" y="16193"/>
                                    <a:pt x="22860" y="17145"/>
                                    <a:pt x="21907" y="19050"/>
                                  </a:cubicBezTo>
                                  <a:cubicBezTo>
                                    <a:pt x="21907" y="20003"/>
                                    <a:pt x="20955" y="20955"/>
                                    <a:pt x="20955" y="21908"/>
                                  </a:cubicBezTo>
                                  <a:cubicBezTo>
                                    <a:pt x="20003" y="22860"/>
                                    <a:pt x="20003" y="23813"/>
                                    <a:pt x="19050" y="24765"/>
                                  </a:cubicBezTo>
                                  <a:cubicBezTo>
                                    <a:pt x="18098" y="26670"/>
                                    <a:pt x="17145" y="28575"/>
                                    <a:pt x="15240" y="30480"/>
                                  </a:cubicBezTo>
                                  <a:cubicBezTo>
                                    <a:pt x="14288" y="32385"/>
                                    <a:pt x="12382" y="35243"/>
                                    <a:pt x="11430" y="37147"/>
                                  </a:cubicBezTo>
                                  <a:cubicBezTo>
                                    <a:pt x="10478" y="39053"/>
                                    <a:pt x="8573" y="41910"/>
                                    <a:pt x="7620" y="44768"/>
                                  </a:cubicBezTo>
                                  <a:cubicBezTo>
                                    <a:pt x="6668" y="47625"/>
                                    <a:pt x="5715" y="50483"/>
                                    <a:pt x="4763" y="52388"/>
                                  </a:cubicBezTo>
                                  <a:cubicBezTo>
                                    <a:pt x="3810" y="55245"/>
                                    <a:pt x="2857" y="58103"/>
                                    <a:pt x="2857" y="60960"/>
                                  </a:cubicBezTo>
                                  <a:cubicBezTo>
                                    <a:pt x="1905" y="63818"/>
                                    <a:pt x="1905" y="66675"/>
                                    <a:pt x="1905" y="70485"/>
                                  </a:cubicBezTo>
                                  <a:cubicBezTo>
                                    <a:pt x="1905" y="72390"/>
                                    <a:pt x="1905" y="73343"/>
                                    <a:pt x="1905" y="75247"/>
                                  </a:cubicBezTo>
                                  <a:cubicBezTo>
                                    <a:pt x="1905" y="77153"/>
                                    <a:pt x="1905" y="78105"/>
                                    <a:pt x="1905" y="80010"/>
                                  </a:cubicBezTo>
                                  <a:cubicBezTo>
                                    <a:pt x="1905" y="81915"/>
                                    <a:pt x="2857" y="82868"/>
                                    <a:pt x="2857" y="84772"/>
                                  </a:cubicBezTo>
                                  <a:cubicBezTo>
                                    <a:pt x="2857" y="86678"/>
                                    <a:pt x="3810" y="87630"/>
                                    <a:pt x="3810" y="88583"/>
                                  </a:cubicBezTo>
                                  <a:cubicBezTo>
                                    <a:pt x="4763" y="89535"/>
                                    <a:pt x="4763" y="91440"/>
                                    <a:pt x="5715" y="92393"/>
                                  </a:cubicBezTo>
                                  <a:cubicBezTo>
                                    <a:pt x="5715" y="93345"/>
                                    <a:pt x="6668" y="94297"/>
                                    <a:pt x="6668" y="95250"/>
                                  </a:cubicBezTo>
                                  <a:cubicBezTo>
                                    <a:pt x="6668" y="95250"/>
                                    <a:pt x="6668" y="95250"/>
                                    <a:pt x="5715" y="94297"/>
                                  </a:cubicBezTo>
                                  <a:cubicBezTo>
                                    <a:pt x="5715" y="93345"/>
                                    <a:pt x="4763" y="93345"/>
                                    <a:pt x="4763" y="92393"/>
                                  </a:cubicBezTo>
                                  <a:cubicBezTo>
                                    <a:pt x="3810" y="91440"/>
                                    <a:pt x="3810" y="89535"/>
                                    <a:pt x="2857" y="88583"/>
                                  </a:cubicBezTo>
                                  <a:cubicBezTo>
                                    <a:pt x="1905" y="87630"/>
                                    <a:pt x="1905" y="85725"/>
                                    <a:pt x="1905" y="83820"/>
                                  </a:cubicBezTo>
                                  <a:cubicBezTo>
                                    <a:pt x="1905" y="81915"/>
                                    <a:pt x="953" y="80963"/>
                                    <a:pt x="953" y="79058"/>
                                  </a:cubicBezTo>
                                  <a:cubicBezTo>
                                    <a:pt x="953" y="77153"/>
                                    <a:pt x="953" y="76200"/>
                                    <a:pt x="0" y="74295"/>
                                  </a:cubicBezTo>
                                  <a:cubicBezTo>
                                    <a:pt x="0" y="72390"/>
                                    <a:pt x="0" y="71438"/>
                                    <a:pt x="0" y="69533"/>
                                  </a:cubicBezTo>
                                  <a:cubicBezTo>
                                    <a:pt x="0" y="66675"/>
                                    <a:pt x="0" y="62865"/>
                                    <a:pt x="953" y="60008"/>
                                  </a:cubicBezTo>
                                  <a:cubicBezTo>
                                    <a:pt x="953" y="57150"/>
                                    <a:pt x="1905" y="54293"/>
                                    <a:pt x="2857" y="51435"/>
                                  </a:cubicBezTo>
                                  <a:cubicBezTo>
                                    <a:pt x="3810" y="48578"/>
                                    <a:pt x="4763" y="45720"/>
                                    <a:pt x="5715" y="42863"/>
                                  </a:cubicBezTo>
                                  <a:cubicBezTo>
                                    <a:pt x="6668" y="40005"/>
                                    <a:pt x="7620" y="38100"/>
                                    <a:pt x="9525" y="35243"/>
                                  </a:cubicBezTo>
                                  <a:cubicBezTo>
                                    <a:pt x="10478" y="32385"/>
                                    <a:pt x="12382" y="30480"/>
                                    <a:pt x="13335" y="28575"/>
                                  </a:cubicBezTo>
                                  <a:cubicBezTo>
                                    <a:pt x="14288" y="26670"/>
                                    <a:pt x="15240" y="24765"/>
                                    <a:pt x="16193" y="22860"/>
                                  </a:cubicBezTo>
                                  <a:cubicBezTo>
                                    <a:pt x="17145" y="21908"/>
                                    <a:pt x="17145" y="20955"/>
                                    <a:pt x="18098" y="20003"/>
                                  </a:cubicBezTo>
                                  <a:cubicBezTo>
                                    <a:pt x="18098" y="19050"/>
                                    <a:pt x="19050" y="18097"/>
                                    <a:pt x="19050" y="17145"/>
                                  </a:cubicBezTo>
                                  <a:cubicBezTo>
                                    <a:pt x="20003" y="15240"/>
                                    <a:pt x="20955" y="14288"/>
                                    <a:pt x="20955" y="13335"/>
                                  </a:cubicBezTo>
                                  <a:cubicBezTo>
                                    <a:pt x="20955" y="12383"/>
                                    <a:pt x="21907" y="11430"/>
                                    <a:pt x="21907" y="11430"/>
                                  </a:cubicBezTo>
                                  <a:lnTo>
                                    <a:pt x="21907" y="11430"/>
                                  </a:lnTo>
                                  <a:cubicBezTo>
                                    <a:pt x="21907" y="10478"/>
                                    <a:pt x="20955" y="9525"/>
                                    <a:pt x="20955" y="8572"/>
                                  </a:cubicBezTo>
                                  <a:cubicBezTo>
                                    <a:pt x="20003" y="6668"/>
                                    <a:pt x="20003" y="5715"/>
                                    <a:pt x="19050" y="4763"/>
                                  </a:cubicBezTo>
                                  <a:cubicBezTo>
                                    <a:pt x="18098" y="2858"/>
                                    <a:pt x="17145" y="953"/>
                                    <a:pt x="17145" y="953"/>
                                  </a:cubicBezTo>
                                  <a:cubicBezTo>
                                    <a:pt x="18098" y="953"/>
                                    <a:pt x="20955" y="0"/>
                                    <a:pt x="20955" y="0"/>
                                  </a:cubicBezTo>
                                  <a:cubicBezTo>
                                    <a:pt x="14288" y="4763"/>
                                    <a:pt x="14288" y="5715"/>
                                    <a:pt x="15240" y="6668"/>
                                  </a:cubicBezTo>
                                  <a:close/>
                                </a:path>
                              </a:pathLst>
                            </a:custGeom>
                            <a:grpFill/>
                            <a:ln w="9525" cap="flat">
                              <a:noFill/>
                              <a:prstDash val="solid"/>
                              <a:miter/>
                            </a:ln>
                          </p:spPr>
                          <p:txBody>
                            <a:bodyPr rtlCol="0" anchor="ctr"/>
                            <a:lstStyle/>
                            <a:p>
                              <a:endParaRPr lang="en-US"/>
                            </a:p>
                          </p:txBody>
                        </p:sp>
                      </p:grpSp>
                      <p:grpSp>
                        <p:nvGrpSpPr>
                          <p:cNvPr id="280" name="Graphic 2">
                            <a:extLst>
                              <a:ext uri="{FF2B5EF4-FFF2-40B4-BE49-F238E27FC236}">
                                <a16:creationId xmlns:a16="http://schemas.microsoft.com/office/drawing/2014/main" id="{AE736AF3-0337-429B-AEF1-DA4B52809559}"/>
                              </a:ext>
                            </a:extLst>
                          </p:cNvPr>
                          <p:cNvGrpSpPr/>
                          <p:nvPr/>
                        </p:nvGrpSpPr>
                        <p:grpSpPr>
                          <a:xfrm>
                            <a:off x="3887333" y="3671759"/>
                            <a:ext cx="72390" cy="86119"/>
                            <a:chOff x="3887333" y="3671759"/>
                            <a:chExt cx="72390" cy="86119"/>
                          </a:xfrm>
                          <a:grpFill/>
                        </p:grpSpPr>
                        <p:sp>
                          <p:nvSpPr>
                            <p:cNvPr id="281" name="Freeform: Shape 280">
                              <a:extLst>
                                <a:ext uri="{FF2B5EF4-FFF2-40B4-BE49-F238E27FC236}">
                                  <a16:creationId xmlns:a16="http://schemas.microsoft.com/office/drawing/2014/main" id="{BFCCE1D1-12A9-43FD-BA38-8796F9D00A69}"/>
                                </a:ext>
                              </a:extLst>
                            </p:cNvPr>
                            <p:cNvSpPr/>
                            <p:nvPr/>
                          </p:nvSpPr>
                          <p:spPr>
                            <a:xfrm>
                              <a:off x="3887333" y="3674617"/>
                              <a:ext cx="72390" cy="83261"/>
                            </a:xfrm>
                            <a:custGeom>
                              <a:avLst/>
                              <a:gdLst>
                                <a:gd name="connsiteX0" fmla="*/ 8573 w 72390"/>
                                <a:gd name="connsiteY0" fmla="*/ 70485 h 83261"/>
                                <a:gd name="connsiteX1" fmla="*/ 5715 w 72390"/>
                                <a:gd name="connsiteY1" fmla="*/ 67627 h 83261"/>
                                <a:gd name="connsiteX2" fmla="*/ 2858 w 72390"/>
                                <a:gd name="connsiteY2" fmla="*/ 64770 h 83261"/>
                                <a:gd name="connsiteX3" fmla="*/ 1905 w 72390"/>
                                <a:gd name="connsiteY3" fmla="*/ 63817 h 83261"/>
                                <a:gd name="connsiteX4" fmla="*/ 0 w 72390"/>
                                <a:gd name="connsiteY4" fmla="*/ 60960 h 83261"/>
                                <a:gd name="connsiteX5" fmla="*/ 0 w 72390"/>
                                <a:gd name="connsiteY5" fmla="*/ 60960 h 83261"/>
                                <a:gd name="connsiteX6" fmla="*/ 0 w 72390"/>
                                <a:gd name="connsiteY6" fmla="*/ 60960 h 83261"/>
                                <a:gd name="connsiteX7" fmla="*/ 0 w 72390"/>
                                <a:gd name="connsiteY7" fmla="*/ 60960 h 83261"/>
                                <a:gd name="connsiteX8" fmla="*/ 0 w 72390"/>
                                <a:gd name="connsiteY8" fmla="*/ 59055 h 83261"/>
                                <a:gd name="connsiteX9" fmla="*/ 0 w 72390"/>
                                <a:gd name="connsiteY9" fmla="*/ 53340 h 83261"/>
                                <a:gd name="connsiteX10" fmla="*/ 2858 w 72390"/>
                                <a:gd name="connsiteY10" fmla="*/ 34290 h 83261"/>
                                <a:gd name="connsiteX11" fmla="*/ 15240 w 72390"/>
                                <a:gd name="connsiteY11" fmla="*/ 12382 h 83261"/>
                                <a:gd name="connsiteX12" fmla="*/ 27623 w 72390"/>
                                <a:gd name="connsiteY12" fmla="*/ 3810 h 83261"/>
                                <a:gd name="connsiteX13" fmla="*/ 45720 w 72390"/>
                                <a:gd name="connsiteY13" fmla="*/ 0 h 83261"/>
                                <a:gd name="connsiteX14" fmla="*/ 46673 w 72390"/>
                                <a:gd name="connsiteY14" fmla="*/ 0 h 83261"/>
                                <a:gd name="connsiteX15" fmla="*/ 46673 w 72390"/>
                                <a:gd name="connsiteY15" fmla="*/ 0 h 83261"/>
                                <a:gd name="connsiteX16" fmla="*/ 51435 w 72390"/>
                                <a:gd name="connsiteY16" fmla="*/ 952 h 83261"/>
                                <a:gd name="connsiteX17" fmla="*/ 61913 w 72390"/>
                                <a:gd name="connsiteY17" fmla="*/ 4763 h 83261"/>
                                <a:gd name="connsiteX18" fmla="*/ 64770 w 72390"/>
                                <a:gd name="connsiteY18" fmla="*/ 6667 h 83261"/>
                                <a:gd name="connsiteX19" fmla="*/ 67628 w 72390"/>
                                <a:gd name="connsiteY19" fmla="*/ 9525 h 83261"/>
                                <a:gd name="connsiteX20" fmla="*/ 68580 w 72390"/>
                                <a:gd name="connsiteY20" fmla="*/ 10477 h 83261"/>
                                <a:gd name="connsiteX21" fmla="*/ 68580 w 72390"/>
                                <a:gd name="connsiteY21" fmla="*/ 10477 h 83261"/>
                                <a:gd name="connsiteX22" fmla="*/ 72390 w 72390"/>
                                <a:gd name="connsiteY22" fmla="*/ 18097 h 83261"/>
                                <a:gd name="connsiteX23" fmla="*/ 72390 w 72390"/>
                                <a:gd name="connsiteY23" fmla="*/ 21907 h 83261"/>
                                <a:gd name="connsiteX24" fmla="*/ 72390 w 72390"/>
                                <a:gd name="connsiteY24" fmla="*/ 25717 h 83261"/>
                                <a:gd name="connsiteX25" fmla="*/ 68580 w 72390"/>
                                <a:gd name="connsiteY25" fmla="*/ 35242 h 83261"/>
                                <a:gd name="connsiteX26" fmla="*/ 68580 w 72390"/>
                                <a:gd name="connsiteY26" fmla="*/ 35242 h 83261"/>
                                <a:gd name="connsiteX27" fmla="*/ 66675 w 72390"/>
                                <a:gd name="connsiteY27" fmla="*/ 37147 h 83261"/>
                                <a:gd name="connsiteX28" fmla="*/ 67628 w 72390"/>
                                <a:gd name="connsiteY28" fmla="*/ 40005 h 83261"/>
                                <a:gd name="connsiteX29" fmla="*/ 67628 w 72390"/>
                                <a:gd name="connsiteY29" fmla="*/ 47625 h 83261"/>
                                <a:gd name="connsiteX30" fmla="*/ 67628 w 72390"/>
                                <a:gd name="connsiteY30" fmla="*/ 48577 h 83261"/>
                                <a:gd name="connsiteX31" fmla="*/ 67628 w 72390"/>
                                <a:gd name="connsiteY31" fmla="*/ 48577 h 83261"/>
                                <a:gd name="connsiteX32" fmla="*/ 64770 w 72390"/>
                                <a:gd name="connsiteY32" fmla="*/ 55245 h 83261"/>
                                <a:gd name="connsiteX33" fmla="*/ 60008 w 72390"/>
                                <a:gd name="connsiteY33" fmla="*/ 60960 h 83261"/>
                                <a:gd name="connsiteX34" fmla="*/ 59055 w 72390"/>
                                <a:gd name="connsiteY34" fmla="*/ 61913 h 83261"/>
                                <a:gd name="connsiteX35" fmla="*/ 58103 w 72390"/>
                                <a:gd name="connsiteY35" fmla="*/ 62865 h 83261"/>
                                <a:gd name="connsiteX36" fmla="*/ 56198 w 72390"/>
                                <a:gd name="connsiteY36" fmla="*/ 65722 h 83261"/>
                                <a:gd name="connsiteX37" fmla="*/ 55245 w 72390"/>
                                <a:gd name="connsiteY37" fmla="*/ 66675 h 83261"/>
                                <a:gd name="connsiteX38" fmla="*/ 55245 w 72390"/>
                                <a:gd name="connsiteY38" fmla="*/ 67627 h 83261"/>
                                <a:gd name="connsiteX39" fmla="*/ 55245 w 72390"/>
                                <a:gd name="connsiteY39" fmla="*/ 67627 h 83261"/>
                                <a:gd name="connsiteX40" fmla="*/ 53340 w 72390"/>
                                <a:gd name="connsiteY40" fmla="*/ 70485 h 83261"/>
                                <a:gd name="connsiteX41" fmla="*/ 51435 w 72390"/>
                                <a:gd name="connsiteY41" fmla="*/ 76200 h 83261"/>
                                <a:gd name="connsiteX42" fmla="*/ 50483 w 72390"/>
                                <a:gd name="connsiteY42" fmla="*/ 78105 h 83261"/>
                                <a:gd name="connsiteX43" fmla="*/ 50483 w 72390"/>
                                <a:gd name="connsiteY43" fmla="*/ 79057 h 83261"/>
                                <a:gd name="connsiteX44" fmla="*/ 50483 w 72390"/>
                                <a:gd name="connsiteY44" fmla="*/ 79057 h 83261"/>
                                <a:gd name="connsiteX45" fmla="*/ 50483 w 72390"/>
                                <a:gd name="connsiteY45" fmla="*/ 79057 h 83261"/>
                                <a:gd name="connsiteX46" fmla="*/ 50483 w 72390"/>
                                <a:gd name="connsiteY46" fmla="*/ 79057 h 83261"/>
                                <a:gd name="connsiteX47" fmla="*/ 50483 w 72390"/>
                                <a:gd name="connsiteY47" fmla="*/ 80010 h 83261"/>
                                <a:gd name="connsiteX48" fmla="*/ 50483 w 72390"/>
                                <a:gd name="connsiteY48" fmla="*/ 80010 h 83261"/>
                                <a:gd name="connsiteX49" fmla="*/ 50483 w 72390"/>
                                <a:gd name="connsiteY49" fmla="*/ 80010 h 83261"/>
                                <a:gd name="connsiteX50" fmla="*/ 49530 w 72390"/>
                                <a:gd name="connsiteY50" fmla="*/ 80963 h 83261"/>
                                <a:gd name="connsiteX51" fmla="*/ 48578 w 72390"/>
                                <a:gd name="connsiteY51" fmla="*/ 81915 h 83261"/>
                                <a:gd name="connsiteX52" fmla="*/ 44768 w 72390"/>
                                <a:gd name="connsiteY52" fmla="*/ 82867 h 83261"/>
                                <a:gd name="connsiteX53" fmla="*/ 35243 w 72390"/>
                                <a:gd name="connsiteY53" fmla="*/ 81915 h 83261"/>
                                <a:gd name="connsiteX54" fmla="*/ 25718 w 72390"/>
                                <a:gd name="connsiteY54" fmla="*/ 78105 h 83261"/>
                                <a:gd name="connsiteX55" fmla="*/ 17145 w 72390"/>
                                <a:gd name="connsiteY55" fmla="*/ 73342 h 83261"/>
                                <a:gd name="connsiteX56" fmla="*/ 8573 w 72390"/>
                                <a:gd name="connsiteY56" fmla="*/ 70485 h 83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72390" h="83261">
                                  <a:moveTo>
                                    <a:pt x="8573" y="70485"/>
                                  </a:moveTo>
                                  <a:cubicBezTo>
                                    <a:pt x="7620" y="69532"/>
                                    <a:pt x="6668" y="68580"/>
                                    <a:pt x="5715" y="67627"/>
                                  </a:cubicBezTo>
                                  <a:cubicBezTo>
                                    <a:pt x="4763" y="66675"/>
                                    <a:pt x="3810" y="65722"/>
                                    <a:pt x="2858" y="64770"/>
                                  </a:cubicBezTo>
                                  <a:cubicBezTo>
                                    <a:pt x="2858" y="64770"/>
                                    <a:pt x="1905" y="63817"/>
                                    <a:pt x="1905" y="63817"/>
                                  </a:cubicBezTo>
                                  <a:cubicBezTo>
                                    <a:pt x="1905" y="63817"/>
                                    <a:pt x="953" y="61913"/>
                                    <a:pt x="0" y="60960"/>
                                  </a:cubicBezTo>
                                  <a:cubicBezTo>
                                    <a:pt x="0" y="60960"/>
                                    <a:pt x="0" y="60960"/>
                                    <a:pt x="0" y="60960"/>
                                  </a:cubicBezTo>
                                  <a:cubicBezTo>
                                    <a:pt x="0" y="60960"/>
                                    <a:pt x="0" y="60960"/>
                                    <a:pt x="0" y="60960"/>
                                  </a:cubicBezTo>
                                  <a:cubicBezTo>
                                    <a:pt x="0" y="60960"/>
                                    <a:pt x="0" y="60960"/>
                                    <a:pt x="0" y="60960"/>
                                  </a:cubicBezTo>
                                  <a:cubicBezTo>
                                    <a:pt x="0" y="60960"/>
                                    <a:pt x="0" y="60007"/>
                                    <a:pt x="0" y="59055"/>
                                  </a:cubicBezTo>
                                  <a:cubicBezTo>
                                    <a:pt x="0" y="58102"/>
                                    <a:pt x="0" y="56197"/>
                                    <a:pt x="0" y="53340"/>
                                  </a:cubicBezTo>
                                  <a:cubicBezTo>
                                    <a:pt x="0" y="48577"/>
                                    <a:pt x="953" y="41910"/>
                                    <a:pt x="2858" y="34290"/>
                                  </a:cubicBezTo>
                                  <a:cubicBezTo>
                                    <a:pt x="4763" y="26670"/>
                                    <a:pt x="8573" y="19050"/>
                                    <a:pt x="15240" y="12382"/>
                                  </a:cubicBezTo>
                                  <a:cubicBezTo>
                                    <a:pt x="19050" y="9525"/>
                                    <a:pt x="22860" y="5715"/>
                                    <a:pt x="27623" y="3810"/>
                                  </a:cubicBezTo>
                                  <a:cubicBezTo>
                                    <a:pt x="32385" y="1905"/>
                                    <a:pt x="39053" y="0"/>
                                    <a:pt x="45720" y="0"/>
                                  </a:cubicBezTo>
                                  <a:cubicBezTo>
                                    <a:pt x="45720" y="0"/>
                                    <a:pt x="46673" y="0"/>
                                    <a:pt x="46673" y="0"/>
                                  </a:cubicBezTo>
                                  <a:cubicBezTo>
                                    <a:pt x="46673" y="0"/>
                                    <a:pt x="46673" y="0"/>
                                    <a:pt x="46673" y="0"/>
                                  </a:cubicBezTo>
                                  <a:cubicBezTo>
                                    <a:pt x="48578" y="0"/>
                                    <a:pt x="49530" y="0"/>
                                    <a:pt x="51435" y="952"/>
                                  </a:cubicBezTo>
                                  <a:cubicBezTo>
                                    <a:pt x="55245" y="1905"/>
                                    <a:pt x="59055" y="2857"/>
                                    <a:pt x="61913" y="4763"/>
                                  </a:cubicBezTo>
                                  <a:cubicBezTo>
                                    <a:pt x="62865" y="5715"/>
                                    <a:pt x="63818" y="6667"/>
                                    <a:pt x="64770" y="6667"/>
                                  </a:cubicBezTo>
                                  <a:cubicBezTo>
                                    <a:pt x="65723" y="7620"/>
                                    <a:pt x="66675" y="8572"/>
                                    <a:pt x="67628" y="9525"/>
                                  </a:cubicBezTo>
                                  <a:cubicBezTo>
                                    <a:pt x="67628" y="9525"/>
                                    <a:pt x="68580" y="10477"/>
                                    <a:pt x="68580" y="10477"/>
                                  </a:cubicBezTo>
                                  <a:cubicBezTo>
                                    <a:pt x="68580" y="10477"/>
                                    <a:pt x="68580" y="10477"/>
                                    <a:pt x="68580" y="10477"/>
                                  </a:cubicBezTo>
                                  <a:cubicBezTo>
                                    <a:pt x="70485" y="13335"/>
                                    <a:pt x="71438" y="15240"/>
                                    <a:pt x="72390" y="18097"/>
                                  </a:cubicBezTo>
                                  <a:cubicBezTo>
                                    <a:pt x="72390" y="19050"/>
                                    <a:pt x="72390" y="20955"/>
                                    <a:pt x="72390" y="21907"/>
                                  </a:cubicBezTo>
                                  <a:cubicBezTo>
                                    <a:pt x="72390" y="22860"/>
                                    <a:pt x="72390" y="23813"/>
                                    <a:pt x="72390" y="25717"/>
                                  </a:cubicBezTo>
                                  <a:cubicBezTo>
                                    <a:pt x="71438" y="29527"/>
                                    <a:pt x="69533" y="33338"/>
                                    <a:pt x="68580" y="35242"/>
                                  </a:cubicBezTo>
                                  <a:cubicBezTo>
                                    <a:pt x="68580" y="35242"/>
                                    <a:pt x="68580" y="35242"/>
                                    <a:pt x="68580" y="35242"/>
                                  </a:cubicBezTo>
                                  <a:cubicBezTo>
                                    <a:pt x="67628" y="36195"/>
                                    <a:pt x="66675" y="37147"/>
                                    <a:pt x="66675" y="37147"/>
                                  </a:cubicBezTo>
                                  <a:cubicBezTo>
                                    <a:pt x="66675" y="38100"/>
                                    <a:pt x="66675" y="39052"/>
                                    <a:pt x="67628" y="40005"/>
                                  </a:cubicBezTo>
                                  <a:cubicBezTo>
                                    <a:pt x="67628" y="42863"/>
                                    <a:pt x="68580" y="45720"/>
                                    <a:pt x="67628" y="47625"/>
                                  </a:cubicBezTo>
                                  <a:cubicBezTo>
                                    <a:pt x="67628" y="47625"/>
                                    <a:pt x="67628" y="48577"/>
                                    <a:pt x="67628" y="48577"/>
                                  </a:cubicBezTo>
                                  <a:cubicBezTo>
                                    <a:pt x="67628" y="48577"/>
                                    <a:pt x="67628" y="48577"/>
                                    <a:pt x="67628" y="48577"/>
                                  </a:cubicBezTo>
                                  <a:cubicBezTo>
                                    <a:pt x="67628" y="51435"/>
                                    <a:pt x="66675" y="53340"/>
                                    <a:pt x="64770" y="55245"/>
                                  </a:cubicBezTo>
                                  <a:cubicBezTo>
                                    <a:pt x="63818" y="57150"/>
                                    <a:pt x="61913" y="59055"/>
                                    <a:pt x="60008" y="60960"/>
                                  </a:cubicBezTo>
                                  <a:cubicBezTo>
                                    <a:pt x="60008" y="60960"/>
                                    <a:pt x="59055" y="61913"/>
                                    <a:pt x="59055" y="61913"/>
                                  </a:cubicBezTo>
                                  <a:cubicBezTo>
                                    <a:pt x="59055" y="61913"/>
                                    <a:pt x="58103" y="62865"/>
                                    <a:pt x="58103" y="62865"/>
                                  </a:cubicBezTo>
                                  <a:cubicBezTo>
                                    <a:pt x="57150" y="63817"/>
                                    <a:pt x="56198" y="64770"/>
                                    <a:pt x="56198" y="65722"/>
                                  </a:cubicBezTo>
                                  <a:cubicBezTo>
                                    <a:pt x="56198" y="65722"/>
                                    <a:pt x="56198" y="65722"/>
                                    <a:pt x="55245" y="66675"/>
                                  </a:cubicBezTo>
                                  <a:cubicBezTo>
                                    <a:pt x="55245" y="66675"/>
                                    <a:pt x="55245" y="66675"/>
                                    <a:pt x="55245" y="67627"/>
                                  </a:cubicBezTo>
                                  <a:lnTo>
                                    <a:pt x="55245" y="67627"/>
                                  </a:lnTo>
                                  <a:cubicBezTo>
                                    <a:pt x="55245" y="67627"/>
                                    <a:pt x="54293" y="68580"/>
                                    <a:pt x="53340" y="70485"/>
                                  </a:cubicBezTo>
                                  <a:cubicBezTo>
                                    <a:pt x="52388" y="71438"/>
                                    <a:pt x="51435" y="73342"/>
                                    <a:pt x="51435" y="76200"/>
                                  </a:cubicBezTo>
                                  <a:cubicBezTo>
                                    <a:pt x="51435" y="77152"/>
                                    <a:pt x="51435" y="77152"/>
                                    <a:pt x="50483" y="78105"/>
                                  </a:cubicBezTo>
                                  <a:cubicBezTo>
                                    <a:pt x="50483" y="78105"/>
                                    <a:pt x="50483" y="79057"/>
                                    <a:pt x="50483" y="79057"/>
                                  </a:cubicBezTo>
                                  <a:lnTo>
                                    <a:pt x="50483" y="79057"/>
                                  </a:lnTo>
                                  <a:lnTo>
                                    <a:pt x="50483" y="79057"/>
                                  </a:lnTo>
                                  <a:cubicBezTo>
                                    <a:pt x="50483" y="79057"/>
                                    <a:pt x="50483" y="79057"/>
                                    <a:pt x="50483" y="79057"/>
                                  </a:cubicBezTo>
                                  <a:cubicBezTo>
                                    <a:pt x="50483" y="80010"/>
                                    <a:pt x="50483" y="80010"/>
                                    <a:pt x="50483" y="80010"/>
                                  </a:cubicBezTo>
                                  <a:cubicBezTo>
                                    <a:pt x="50483" y="80010"/>
                                    <a:pt x="50483" y="80010"/>
                                    <a:pt x="50483" y="80010"/>
                                  </a:cubicBezTo>
                                  <a:lnTo>
                                    <a:pt x="50483" y="80010"/>
                                  </a:lnTo>
                                  <a:cubicBezTo>
                                    <a:pt x="50483" y="80010"/>
                                    <a:pt x="49530" y="80963"/>
                                    <a:pt x="49530" y="80963"/>
                                  </a:cubicBezTo>
                                  <a:cubicBezTo>
                                    <a:pt x="49530" y="80963"/>
                                    <a:pt x="48578" y="81915"/>
                                    <a:pt x="48578" y="81915"/>
                                  </a:cubicBezTo>
                                  <a:cubicBezTo>
                                    <a:pt x="47625" y="82867"/>
                                    <a:pt x="46673" y="82867"/>
                                    <a:pt x="44768" y="82867"/>
                                  </a:cubicBezTo>
                                  <a:cubicBezTo>
                                    <a:pt x="41910" y="83820"/>
                                    <a:pt x="39053" y="82867"/>
                                    <a:pt x="35243" y="81915"/>
                                  </a:cubicBezTo>
                                  <a:cubicBezTo>
                                    <a:pt x="31433" y="80963"/>
                                    <a:pt x="28575" y="79057"/>
                                    <a:pt x="25718" y="78105"/>
                                  </a:cubicBezTo>
                                  <a:cubicBezTo>
                                    <a:pt x="22860" y="76200"/>
                                    <a:pt x="20003" y="75247"/>
                                    <a:pt x="17145" y="73342"/>
                                  </a:cubicBezTo>
                                  <a:cubicBezTo>
                                    <a:pt x="12383" y="73342"/>
                                    <a:pt x="10478" y="71438"/>
                                    <a:pt x="8573" y="70485"/>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4ABD83FD-EF7A-4B27-B4AD-4101BEABA536}"/>
                                </a:ext>
                              </a:extLst>
                            </p:cNvPr>
                            <p:cNvSpPr/>
                            <p:nvPr/>
                          </p:nvSpPr>
                          <p:spPr>
                            <a:xfrm>
                              <a:off x="3887333" y="3671759"/>
                              <a:ext cx="69532" cy="84772"/>
                            </a:xfrm>
                            <a:custGeom>
                              <a:avLst/>
                              <a:gdLst>
                                <a:gd name="connsiteX0" fmla="*/ 3810 w 69532"/>
                                <a:gd name="connsiteY0" fmla="*/ 65722 h 84772"/>
                                <a:gd name="connsiteX1" fmla="*/ 3810 w 69532"/>
                                <a:gd name="connsiteY1" fmla="*/ 65722 h 84772"/>
                                <a:gd name="connsiteX2" fmla="*/ 6668 w 69532"/>
                                <a:gd name="connsiteY2" fmla="*/ 66675 h 84772"/>
                                <a:gd name="connsiteX3" fmla="*/ 13335 w 69532"/>
                                <a:gd name="connsiteY3" fmla="*/ 70485 h 84772"/>
                                <a:gd name="connsiteX4" fmla="*/ 21908 w 69532"/>
                                <a:gd name="connsiteY4" fmla="*/ 76200 h 84772"/>
                                <a:gd name="connsiteX5" fmla="*/ 23813 w 69532"/>
                                <a:gd name="connsiteY5" fmla="*/ 78105 h 84772"/>
                                <a:gd name="connsiteX6" fmla="*/ 24765 w 69532"/>
                                <a:gd name="connsiteY6" fmla="*/ 79058 h 84772"/>
                                <a:gd name="connsiteX7" fmla="*/ 24765 w 69532"/>
                                <a:gd name="connsiteY7" fmla="*/ 79058 h 84772"/>
                                <a:gd name="connsiteX8" fmla="*/ 24765 w 69532"/>
                                <a:gd name="connsiteY8" fmla="*/ 79058 h 84772"/>
                                <a:gd name="connsiteX9" fmla="*/ 25718 w 69532"/>
                                <a:gd name="connsiteY9" fmla="*/ 79058 h 84772"/>
                                <a:gd name="connsiteX10" fmla="*/ 30480 w 69532"/>
                                <a:gd name="connsiteY10" fmla="*/ 80963 h 84772"/>
                                <a:gd name="connsiteX11" fmla="*/ 32385 w 69532"/>
                                <a:gd name="connsiteY11" fmla="*/ 81915 h 84772"/>
                                <a:gd name="connsiteX12" fmla="*/ 34290 w 69532"/>
                                <a:gd name="connsiteY12" fmla="*/ 82868 h 84772"/>
                                <a:gd name="connsiteX13" fmla="*/ 35243 w 69532"/>
                                <a:gd name="connsiteY13" fmla="*/ 82868 h 84772"/>
                                <a:gd name="connsiteX14" fmla="*/ 36195 w 69532"/>
                                <a:gd name="connsiteY14" fmla="*/ 82868 h 84772"/>
                                <a:gd name="connsiteX15" fmla="*/ 38100 w 69532"/>
                                <a:gd name="connsiteY15" fmla="*/ 83820 h 84772"/>
                                <a:gd name="connsiteX16" fmla="*/ 40958 w 69532"/>
                                <a:gd name="connsiteY16" fmla="*/ 84772 h 84772"/>
                                <a:gd name="connsiteX17" fmla="*/ 43815 w 69532"/>
                                <a:gd name="connsiteY17" fmla="*/ 84772 h 84772"/>
                                <a:gd name="connsiteX18" fmla="*/ 45720 w 69532"/>
                                <a:gd name="connsiteY18" fmla="*/ 84772 h 84772"/>
                                <a:gd name="connsiteX19" fmla="*/ 46673 w 69532"/>
                                <a:gd name="connsiteY19" fmla="*/ 84772 h 84772"/>
                                <a:gd name="connsiteX20" fmla="*/ 46673 w 69532"/>
                                <a:gd name="connsiteY20" fmla="*/ 84772 h 84772"/>
                                <a:gd name="connsiteX21" fmla="*/ 46673 w 69532"/>
                                <a:gd name="connsiteY21" fmla="*/ 84772 h 84772"/>
                                <a:gd name="connsiteX22" fmla="*/ 46673 w 69532"/>
                                <a:gd name="connsiteY22" fmla="*/ 84772 h 84772"/>
                                <a:gd name="connsiteX23" fmla="*/ 45720 w 69532"/>
                                <a:gd name="connsiteY23" fmla="*/ 84772 h 84772"/>
                                <a:gd name="connsiteX24" fmla="*/ 43815 w 69532"/>
                                <a:gd name="connsiteY24" fmla="*/ 84772 h 84772"/>
                                <a:gd name="connsiteX25" fmla="*/ 40958 w 69532"/>
                                <a:gd name="connsiteY25" fmla="*/ 83820 h 84772"/>
                                <a:gd name="connsiteX26" fmla="*/ 38100 w 69532"/>
                                <a:gd name="connsiteY26" fmla="*/ 82868 h 84772"/>
                                <a:gd name="connsiteX27" fmla="*/ 36195 w 69532"/>
                                <a:gd name="connsiteY27" fmla="*/ 81915 h 84772"/>
                                <a:gd name="connsiteX28" fmla="*/ 35243 w 69532"/>
                                <a:gd name="connsiteY28" fmla="*/ 81915 h 84772"/>
                                <a:gd name="connsiteX29" fmla="*/ 34290 w 69532"/>
                                <a:gd name="connsiteY29" fmla="*/ 81915 h 84772"/>
                                <a:gd name="connsiteX30" fmla="*/ 32385 w 69532"/>
                                <a:gd name="connsiteY30" fmla="*/ 80963 h 84772"/>
                                <a:gd name="connsiteX31" fmla="*/ 30480 w 69532"/>
                                <a:gd name="connsiteY31" fmla="*/ 80010 h 84772"/>
                                <a:gd name="connsiteX32" fmla="*/ 25718 w 69532"/>
                                <a:gd name="connsiteY32" fmla="*/ 77153 h 84772"/>
                                <a:gd name="connsiteX33" fmla="*/ 24765 w 69532"/>
                                <a:gd name="connsiteY33" fmla="*/ 77153 h 84772"/>
                                <a:gd name="connsiteX34" fmla="*/ 24765 w 69532"/>
                                <a:gd name="connsiteY34" fmla="*/ 77153 h 84772"/>
                                <a:gd name="connsiteX35" fmla="*/ 24765 w 69532"/>
                                <a:gd name="connsiteY35" fmla="*/ 77153 h 84772"/>
                                <a:gd name="connsiteX36" fmla="*/ 23813 w 69532"/>
                                <a:gd name="connsiteY36" fmla="*/ 76200 h 84772"/>
                                <a:gd name="connsiteX37" fmla="*/ 21908 w 69532"/>
                                <a:gd name="connsiteY37" fmla="*/ 74295 h 84772"/>
                                <a:gd name="connsiteX38" fmla="*/ 13335 w 69532"/>
                                <a:gd name="connsiteY38" fmla="*/ 68580 h 84772"/>
                                <a:gd name="connsiteX39" fmla="*/ 5715 w 69532"/>
                                <a:gd name="connsiteY39" fmla="*/ 63818 h 84772"/>
                                <a:gd name="connsiteX40" fmla="*/ 6668 w 69532"/>
                                <a:gd name="connsiteY40" fmla="*/ 62865 h 84772"/>
                                <a:gd name="connsiteX41" fmla="*/ 8573 w 69532"/>
                                <a:gd name="connsiteY41" fmla="*/ 61913 h 84772"/>
                                <a:gd name="connsiteX42" fmla="*/ 10478 w 69532"/>
                                <a:gd name="connsiteY42" fmla="*/ 60960 h 84772"/>
                                <a:gd name="connsiteX43" fmla="*/ 16193 w 69532"/>
                                <a:gd name="connsiteY43" fmla="*/ 58103 h 84772"/>
                                <a:gd name="connsiteX44" fmla="*/ 17145 w 69532"/>
                                <a:gd name="connsiteY44" fmla="*/ 57150 h 84772"/>
                                <a:gd name="connsiteX45" fmla="*/ 17145 w 69532"/>
                                <a:gd name="connsiteY45" fmla="*/ 57150 h 84772"/>
                                <a:gd name="connsiteX46" fmla="*/ 20003 w 69532"/>
                                <a:gd name="connsiteY46" fmla="*/ 57150 h 84772"/>
                                <a:gd name="connsiteX47" fmla="*/ 23813 w 69532"/>
                                <a:gd name="connsiteY47" fmla="*/ 58103 h 84772"/>
                                <a:gd name="connsiteX48" fmla="*/ 33338 w 69532"/>
                                <a:gd name="connsiteY48" fmla="*/ 60960 h 84772"/>
                                <a:gd name="connsiteX49" fmla="*/ 38100 w 69532"/>
                                <a:gd name="connsiteY49" fmla="*/ 62865 h 84772"/>
                                <a:gd name="connsiteX50" fmla="*/ 40958 w 69532"/>
                                <a:gd name="connsiteY50" fmla="*/ 63818 h 84772"/>
                                <a:gd name="connsiteX51" fmla="*/ 42863 w 69532"/>
                                <a:gd name="connsiteY51" fmla="*/ 64770 h 84772"/>
                                <a:gd name="connsiteX52" fmla="*/ 46673 w 69532"/>
                                <a:gd name="connsiteY52" fmla="*/ 65722 h 84772"/>
                                <a:gd name="connsiteX53" fmla="*/ 48578 w 69532"/>
                                <a:gd name="connsiteY53" fmla="*/ 65722 h 84772"/>
                                <a:gd name="connsiteX54" fmla="*/ 50483 w 69532"/>
                                <a:gd name="connsiteY54" fmla="*/ 65722 h 84772"/>
                                <a:gd name="connsiteX55" fmla="*/ 54293 w 69532"/>
                                <a:gd name="connsiteY55" fmla="*/ 65722 h 84772"/>
                                <a:gd name="connsiteX56" fmla="*/ 54293 w 69532"/>
                                <a:gd name="connsiteY56" fmla="*/ 65722 h 84772"/>
                                <a:gd name="connsiteX57" fmla="*/ 54293 w 69532"/>
                                <a:gd name="connsiteY57" fmla="*/ 65722 h 84772"/>
                                <a:gd name="connsiteX58" fmla="*/ 54293 w 69532"/>
                                <a:gd name="connsiteY58" fmla="*/ 65722 h 84772"/>
                                <a:gd name="connsiteX59" fmla="*/ 54293 w 69532"/>
                                <a:gd name="connsiteY59" fmla="*/ 65722 h 84772"/>
                                <a:gd name="connsiteX60" fmla="*/ 54293 w 69532"/>
                                <a:gd name="connsiteY60" fmla="*/ 65722 h 84772"/>
                                <a:gd name="connsiteX61" fmla="*/ 55245 w 69532"/>
                                <a:gd name="connsiteY61" fmla="*/ 64770 h 84772"/>
                                <a:gd name="connsiteX62" fmla="*/ 54293 w 69532"/>
                                <a:gd name="connsiteY62" fmla="*/ 65722 h 84772"/>
                                <a:gd name="connsiteX63" fmla="*/ 54293 w 69532"/>
                                <a:gd name="connsiteY63" fmla="*/ 65722 h 84772"/>
                                <a:gd name="connsiteX64" fmla="*/ 54293 w 69532"/>
                                <a:gd name="connsiteY64" fmla="*/ 65722 h 84772"/>
                                <a:gd name="connsiteX65" fmla="*/ 54293 w 69532"/>
                                <a:gd name="connsiteY65" fmla="*/ 65722 h 84772"/>
                                <a:gd name="connsiteX66" fmla="*/ 54293 w 69532"/>
                                <a:gd name="connsiteY66" fmla="*/ 65722 h 84772"/>
                                <a:gd name="connsiteX67" fmla="*/ 54293 w 69532"/>
                                <a:gd name="connsiteY67" fmla="*/ 65722 h 84772"/>
                                <a:gd name="connsiteX68" fmla="*/ 50483 w 69532"/>
                                <a:gd name="connsiteY68" fmla="*/ 65722 h 84772"/>
                                <a:gd name="connsiteX69" fmla="*/ 48578 w 69532"/>
                                <a:gd name="connsiteY69" fmla="*/ 65722 h 84772"/>
                                <a:gd name="connsiteX70" fmla="*/ 46673 w 69532"/>
                                <a:gd name="connsiteY70" fmla="*/ 65722 h 84772"/>
                                <a:gd name="connsiteX71" fmla="*/ 42863 w 69532"/>
                                <a:gd name="connsiteY71" fmla="*/ 64770 h 84772"/>
                                <a:gd name="connsiteX72" fmla="*/ 40958 w 69532"/>
                                <a:gd name="connsiteY72" fmla="*/ 63818 h 84772"/>
                                <a:gd name="connsiteX73" fmla="*/ 39053 w 69532"/>
                                <a:gd name="connsiteY73" fmla="*/ 62865 h 84772"/>
                                <a:gd name="connsiteX74" fmla="*/ 34290 w 69532"/>
                                <a:gd name="connsiteY74" fmla="*/ 60960 h 84772"/>
                                <a:gd name="connsiteX75" fmla="*/ 24765 w 69532"/>
                                <a:gd name="connsiteY75" fmla="*/ 57150 h 84772"/>
                                <a:gd name="connsiteX76" fmla="*/ 20955 w 69532"/>
                                <a:gd name="connsiteY76" fmla="*/ 56197 h 84772"/>
                                <a:gd name="connsiteX77" fmla="*/ 20955 w 69532"/>
                                <a:gd name="connsiteY77" fmla="*/ 56197 h 84772"/>
                                <a:gd name="connsiteX78" fmla="*/ 22860 w 69532"/>
                                <a:gd name="connsiteY78" fmla="*/ 55245 h 84772"/>
                                <a:gd name="connsiteX79" fmla="*/ 28575 w 69532"/>
                                <a:gd name="connsiteY79" fmla="*/ 52388 h 84772"/>
                                <a:gd name="connsiteX80" fmla="*/ 34290 w 69532"/>
                                <a:gd name="connsiteY80" fmla="*/ 49530 h 84772"/>
                                <a:gd name="connsiteX81" fmla="*/ 34290 w 69532"/>
                                <a:gd name="connsiteY81" fmla="*/ 49530 h 84772"/>
                                <a:gd name="connsiteX82" fmla="*/ 35243 w 69532"/>
                                <a:gd name="connsiteY82" fmla="*/ 49530 h 84772"/>
                                <a:gd name="connsiteX83" fmla="*/ 40005 w 69532"/>
                                <a:gd name="connsiteY83" fmla="*/ 49530 h 84772"/>
                                <a:gd name="connsiteX84" fmla="*/ 42863 w 69532"/>
                                <a:gd name="connsiteY84" fmla="*/ 50483 h 84772"/>
                                <a:gd name="connsiteX85" fmla="*/ 46673 w 69532"/>
                                <a:gd name="connsiteY85" fmla="*/ 51435 h 84772"/>
                                <a:gd name="connsiteX86" fmla="*/ 48578 w 69532"/>
                                <a:gd name="connsiteY86" fmla="*/ 51435 h 84772"/>
                                <a:gd name="connsiteX87" fmla="*/ 50483 w 69532"/>
                                <a:gd name="connsiteY87" fmla="*/ 51435 h 84772"/>
                                <a:gd name="connsiteX88" fmla="*/ 52388 w 69532"/>
                                <a:gd name="connsiteY88" fmla="*/ 51435 h 84772"/>
                                <a:gd name="connsiteX89" fmla="*/ 54293 w 69532"/>
                                <a:gd name="connsiteY89" fmla="*/ 51435 h 84772"/>
                                <a:gd name="connsiteX90" fmla="*/ 58103 w 69532"/>
                                <a:gd name="connsiteY90" fmla="*/ 51435 h 84772"/>
                                <a:gd name="connsiteX91" fmla="*/ 61913 w 69532"/>
                                <a:gd name="connsiteY91" fmla="*/ 51435 h 84772"/>
                                <a:gd name="connsiteX92" fmla="*/ 63818 w 69532"/>
                                <a:gd name="connsiteY92" fmla="*/ 51435 h 84772"/>
                                <a:gd name="connsiteX93" fmla="*/ 65723 w 69532"/>
                                <a:gd name="connsiteY93" fmla="*/ 51435 h 84772"/>
                                <a:gd name="connsiteX94" fmla="*/ 66675 w 69532"/>
                                <a:gd name="connsiteY94" fmla="*/ 51435 h 84772"/>
                                <a:gd name="connsiteX95" fmla="*/ 67628 w 69532"/>
                                <a:gd name="connsiteY95" fmla="*/ 51435 h 84772"/>
                                <a:gd name="connsiteX96" fmla="*/ 67628 w 69532"/>
                                <a:gd name="connsiteY96" fmla="*/ 51435 h 84772"/>
                                <a:gd name="connsiteX97" fmla="*/ 65723 w 69532"/>
                                <a:gd name="connsiteY97" fmla="*/ 51435 h 84772"/>
                                <a:gd name="connsiteX98" fmla="*/ 63818 w 69532"/>
                                <a:gd name="connsiteY98" fmla="*/ 51435 h 84772"/>
                                <a:gd name="connsiteX99" fmla="*/ 61913 w 69532"/>
                                <a:gd name="connsiteY99" fmla="*/ 51435 h 84772"/>
                                <a:gd name="connsiteX100" fmla="*/ 58103 w 69532"/>
                                <a:gd name="connsiteY100" fmla="*/ 51435 h 84772"/>
                                <a:gd name="connsiteX101" fmla="*/ 54293 w 69532"/>
                                <a:gd name="connsiteY101" fmla="*/ 51435 h 84772"/>
                                <a:gd name="connsiteX102" fmla="*/ 53340 w 69532"/>
                                <a:gd name="connsiteY102" fmla="*/ 51435 h 84772"/>
                                <a:gd name="connsiteX103" fmla="*/ 52388 w 69532"/>
                                <a:gd name="connsiteY103" fmla="*/ 51435 h 84772"/>
                                <a:gd name="connsiteX104" fmla="*/ 50483 w 69532"/>
                                <a:gd name="connsiteY104" fmla="*/ 51435 h 84772"/>
                                <a:gd name="connsiteX105" fmla="*/ 48578 w 69532"/>
                                <a:gd name="connsiteY105" fmla="*/ 51435 h 84772"/>
                                <a:gd name="connsiteX106" fmla="*/ 46673 w 69532"/>
                                <a:gd name="connsiteY106" fmla="*/ 51435 h 84772"/>
                                <a:gd name="connsiteX107" fmla="*/ 42863 w 69532"/>
                                <a:gd name="connsiteY107" fmla="*/ 50483 h 84772"/>
                                <a:gd name="connsiteX108" fmla="*/ 40005 w 69532"/>
                                <a:gd name="connsiteY108" fmla="*/ 49530 h 84772"/>
                                <a:gd name="connsiteX109" fmla="*/ 37148 w 69532"/>
                                <a:gd name="connsiteY109" fmla="*/ 48578 h 84772"/>
                                <a:gd name="connsiteX110" fmla="*/ 40958 w 69532"/>
                                <a:gd name="connsiteY110" fmla="*/ 46672 h 84772"/>
                                <a:gd name="connsiteX111" fmla="*/ 47625 w 69532"/>
                                <a:gd name="connsiteY111" fmla="*/ 43815 h 84772"/>
                                <a:gd name="connsiteX112" fmla="*/ 51435 w 69532"/>
                                <a:gd name="connsiteY112" fmla="*/ 42863 h 84772"/>
                                <a:gd name="connsiteX113" fmla="*/ 55245 w 69532"/>
                                <a:gd name="connsiteY113" fmla="*/ 41910 h 84772"/>
                                <a:gd name="connsiteX114" fmla="*/ 61913 w 69532"/>
                                <a:gd name="connsiteY114" fmla="*/ 40005 h 84772"/>
                                <a:gd name="connsiteX115" fmla="*/ 64770 w 69532"/>
                                <a:gd name="connsiteY115" fmla="*/ 40005 h 84772"/>
                                <a:gd name="connsiteX116" fmla="*/ 67628 w 69532"/>
                                <a:gd name="connsiteY116" fmla="*/ 40005 h 84772"/>
                                <a:gd name="connsiteX117" fmla="*/ 67628 w 69532"/>
                                <a:gd name="connsiteY117" fmla="*/ 40005 h 84772"/>
                                <a:gd name="connsiteX118" fmla="*/ 67628 w 69532"/>
                                <a:gd name="connsiteY118" fmla="*/ 40005 h 84772"/>
                                <a:gd name="connsiteX119" fmla="*/ 64770 w 69532"/>
                                <a:gd name="connsiteY119" fmla="*/ 40005 h 84772"/>
                                <a:gd name="connsiteX120" fmla="*/ 61913 w 69532"/>
                                <a:gd name="connsiteY120" fmla="*/ 40005 h 84772"/>
                                <a:gd name="connsiteX121" fmla="*/ 55245 w 69532"/>
                                <a:gd name="connsiteY121" fmla="*/ 41910 h 84772"/>
                                <a:gd name="connsiteX122" fmla="*/ 53340 w 69532"/>
                                <a:gd name="connsiteY122" fmla="*/ 42863 h 84772"/>
                                <a:gd name="connsiteX123" fmla="*/ 51435 w 69532"/>
                                <a:gd name="connsiteY123" fmla="*/ 43815 h 84772"/>
                                <a:gd name="connsiteX124" fmla="*/ 49530 w 69532"/>
                                <a:gd name="connsiteY124" fmla="*/ 44768 h 84772"/>
                                <a:gd name="connsiteX125" fmla="*/ 47625 w 69532"/>
                                <a:gd name="connsiteY125" fmla="*/ 45720 h 84772"/>
                                <a:gd name="connsiteX126" fmla="*/ 40958 w 69532"/>
                                <a:gd name="connsiteY126" fmla="*/ 48578 h 84772"/>
                                <a:gd name="connsiteX127" fmla="*/ 34290 w 69532"/>
                                <a:gd name="connsiteY127" fmla="*/ 51435 h 84772"/>
                                <a:gd name="connsiteX128" fmla="*/ 29528 w 69532"/>
                                <a:gd name="connsiteY128" fmla="*/ 53340 h 84772"/>
                                <a:gd name="connsiteX129" fmla="*/ 30480 w 69532"/>
                                <a:gd name="connsiteY129" fmla="*/ 52388 h 84772"/>
                                <a:gd name="connsiteX130" fmla="*/ 32385 w 69532"/>
                                <a:gd name="connsiteY130" fmla="*/ 48578 h 84772"/>
                                <a:gd name="connsiteX131" fmla="*/ 37148 w 69532"/>
                                <a:gd name="connsiteY131" fmla="*/ 39053 h 84772"/>
                                <a:gd name="connsiteX132" fmla="*/ 40005 w 69532"/>
                                <a:gd name="connsiteY132" fmla="*/ 34290 h 84772"/>
                                <a:gd name="connsiteX133" fmla="*/ 43815 w 69532"/>
                                <a:gd name="connsiteY133" fmla="*/ 29528 h 84772"/>
                                <a:gd name="connsiteX134" fmla="*/ 48578 w 69532"/>
                                <a:gd name="connsiteY134" fmla="*/ 24765 h 84772"/>
                                <a:gd name="connsiteX135" fmla="*/ 54293 w 69532"/>
                                <a:gd name="connsiteY135" fmla="*/ 20955 h 84772"/>
                                <a:gd name="connsiteX136" fmla="*/ 57150 w 69532"/>
                                <a:gd name="connsiteY136" fmla="*/ 19050 h 84772"/>
                                <a:gd name="connsiteX137" fmla="*/ 60960 w 69532"/>
                                <a:gd name="connsiteY137" fmla="*/ 18097 h 84772"/>
                                <a:gd name="connsiteX138" fmla="*/ 62865 w 69532"/>
                                <a:gd name="connsiteY138" fmla="*/ 17145 h 84772"/>
                                <a:gd name="connsiteX139" fmla="*/ 64770 w 69532"/>
                                <a:gd name="connsiteY139" fmla="*/ 17145 h 84772"/>
                                <a:gd name="connsiteX140" fmla="*/ 68580 w 69532"/>
                                <a:gd name="connsiteY140" fmla="*/ 16193 h 84772"/>
                                <a:gd name="connsiteX141" fmla="*/ 69533 w 69532"/>
                                <a:gd name="connsiteY141" fmla="*/ 16193 h 84772"/>
                                <a:gd name="connsiteX142" fmla="*/ 69533 w 69532"/>
                                <a:gd name="connsiteY142" fmla="*/ 16193 h 84772"/>
                                <a:gd name="connsiteX143" fmla="*/ 68580 w 69532"/>
                                <a:gd name="connsiteY143" fmla="*/ 16193 h 84772"/>
                                <a:gd name="connsiteX144" fmla="*/ 60960 w 69532"/>
                                <a:gd name="connsiteY144" fmla="*/ 18097 h 84772"/>
                                <a:gd name="connsiteX145" fmla="*/ 54293 w 69532"/>
                                <a:gd name="connsiteY145" fmla="*/ 20955 h 84772"/>
                                <a:gd name="connsiteX146" fmla="*/ 48578 w 69532"/>
                                <a:gd name="connsiteY146" fmla="*/ 24765 h 84772"/>
                                <a:gd name="connsiteX147" fmla="*/ 43815 w 69532"/>
                                <a:gd name="connsiteY147" fmla="*/ 29528 h 84772"/>
                                <a:gd name="connsiteX148" fmla="*/ 40005 w 69532"/>
                                <a:gd name="connsiteY148" fmla="*/ 34290 h 84772"/>
                                <a:gd name="connsiteX149" fmla="*/ 37148 w 69532"/>
                                <a:gd name="connsiteY149" fmla="*/ 39053 h 84772"/>
                                <a:gd name="connsiteX150" fmla="*/ 32385 w 69532"/>
                                <a:gd name="connsiteY150" fmla="*/ 47625 h 84772"/>
                                <a:gd name="connsiteX151" fmla="*/ 30480 w 69532"/>
                                <a:gd name="connsiteY151" fmla="*/ 50483 h 84772"/>
                                <a:gd name="connsiteX152" fmla="*/ 28575 w 69532"/>
                                <a:gd name="connsiteY152" fmla="*/ 52388 h 84772"/>
                                <a:gd name="connsiteX153" fmla="*/ 27623 w 69532"/>
                                <a:gd name="connsiteY153" fmla="*/ 53340 h 84772"/>
                                <a:gd name="connsiteX154" fmla="*/ 22860 w 69532"/>
                                <a:gd name="connsiteY154" fmla="*/ 55245 h 84772"/>
                                <a:gd name="connsiteX155" fmla="*/ 20003 w 69532"/>
                                <a:gd name="connsiteY155" fmla="*/ 56197 h 84772"/>
                                <a:gd name="connsiteX156" fmla="*/ 17145 w 69532"/>
                                <a:gd name="connsiteY156" fmla="*/ 57150 h 84772"/>
                                <a:gd name="connsiteX157" fmla="*/ 11430 w 69532"/>
                                <a:gd name="connsiteY157" fmla="*/ 59055 h 84772"/>
                                <a:gd name="connsiteX158" fmla="*/ 10478 w 69532"/>
                                <a:gd name="connsiteY158" fmla="*/ 59055 h 84772"/>
                                <a:gd name="connsiteX159" fmla="*/ 10478 w 69532"/>
                                <a:gd name="connsiteY159" fmla="*/ 58103 h 84772"/>
                                <a:gd name="connsiteX160" fmla="*/ 11430 w 69532"/>
                                <a:gd name="connsiteY160" fmla="*/ 54293 h 84772"/>
                                <a:gd name="connsiteX161" fmla="*/ 12383 w 69532"/>
                                <a:gd name="connsiteY161" fmla="*/ 52388 h 84772"/>
                                <a:gd name="connsiteX162" fmla="*/ 13335 w 69532"/>
                                <a:gd name="connsiteY162" fmla="*/ 49530 h 84772"/>
                                <a:gd name="connsiteX163" fmla="*/ 15240 w 69532"/>
                                <a:gd name="connsiteY163" fmla="*/ 43815 h 84772"/>
                                <a:gd name="connsiteX164" fmla="*/ 17145 w 69532"/>
                                <a:gd name="connsiteY164" fmla="*/ 38100 h 84772"/>
                                <a:gd name="connsiteX165" fmla="*/ 19050 w 69532"/>
                                <a:gd name="connsiteY165" fmla="*/ 31433 h 84772"/>
                                <a:gd name="connsiteX166" fmla="*/ 21908 w 69532"/>
                                <a:gd name="connsiteY166" fmla="*/ 24765 h 84772"/>
                                <a:gd name="connsiteX167" fmla="*/ 25718 w 69532"/>
                                <a:gd name="connsiteY167" fmla="*/ 18097 h 84772"/>
                                <a:gd name="connsiteX168" fmla="*/ 30480 w 69532"/>
                                <a:gd name="connsiteY168" fmla="*/ 12383 h 84772"/>
                                <a:gd name="connsiteX169" fmla="*/ 33338 w 69532"/>
                                <a:gd name="connsiteY169" fmla="*/ 9525 h 84772"/>
                                <a:gd name="connsiteX170" fmla="*/ 36195 w 69532"/>
                                <a:gd name="connsiteY170" fmla="*/ 6668 h 84772"/>
                                <a:gd name="connsiteX171" fmla="*/ 39053 w 69532"/>
                                <a:gd name="connsiteY171" fmla="*/ 4763 h 84772"/>
                                <a:gd name="connsiteX172" fmla="*/ 41910 w 69532"/>
                                <a:gd name="connsiteY172" fmla="*/ 2858 h 84772"/>
                                <a:gd name="connsiteX173" fmla="*/ 44768 w 69532"/>
                                <a:gd name="connsiteY173" fmla="*/ 953 h 84772"/>
                                <a:gd name="connsiteX174" fmla="*/ 46673 w 69532"/>
                                <a:gd name="connsiteY174" fmla="*/ 0 h 84772"/>
                                <a:gd name="connsiteX175" fmla="*/ 45720 w 69532"/>
                                <a:gd name="connsiteY175" fmla="*/ 0 h 84772"/>
                                <a:gd name="connsiteX176" fmla="*/ 43815 w 69532"/>
                                <a:gd name="connsiteY176" fmla="*/ 953 h 84772"/>
                                <a:gd name="connsiteX177" fmla="*/ 40958 w 69532"/>
                                <a:gd name="connsiteY177" fmla="*/ 2858 h 84772"/>
                                <a:gd name="connsiteX178" fmla="*/ 38100 w 69532"/>
                                <a:gd name="connsiteY178" fmla="*/ 4763 h 84772"/>
                                <a:gd name="connsiteX179" fmla="*/ 35243 w 69532"/>
                                <a:gd name="connsiteY179" fmla="*/ 6668 h 84772"/>
                                <a:gd name="connsiteX180" fmla="*/ 32385 w 69532"/>
                                <a:gd name="connsiteY180" fmla="*/ 8572 h 84772"/>
                                <a:gd name="connsiteX181" fmla="*/ 29528 w 69532"/>
                                <a:gd name="connsiteY181" fmla="*/ 11430 h 84772"/>
                                <a:gd name="connsiteX182" fmla="*/ 24765 w 69532"/>
                                <a:gd name="connsiteY182" fmla="*/ 17145 h 84772"/>
                                <a:gd name="connsiteX183" fmla="*/ 20955 w 69532"/>
                                <a:gd name="connsiteY183" fmla="*/ 23813 h 84772"/>
                                <a:gd name="connsiteX184" fmla="*/ 18098 w 69532"/>
                                <a:gd name="connsiteY184" fmla="*/ 30480 h 84772"/>
                                <a:gd name="connsiteX185" fmla="*/ 16193 w 69532"/>
                                <a:gd name="connsiteY185" fmla="*/ 37147 h 84772"/>
                                <a:gd name="connsiteX186" fmla="*/ 14288 w 69532"/>
                                <a:gd name="connsiteY186" fmla="*/ 42863 h 84772"/>
                                <a:gd name="connsiteX187" fmla="*/ 12383 w 69532"/>
                                <a:gd name="connsiteY187" fmla="*/ 48578 h 84772"/>
                                <a:gd name="connsiteX188" fmla="*/ 11430 w 69532"/>
                                <a:gd name="connsiteY188" fmla="*/ 50483 h 84772"/>
                                <a:gd name="connsiteX189" fmla="*/ 10478 w 69532"/>
                                <a:gd name="connsiteY189" fmla="*/ 52388 h 84772"/>
                                <a:gd name="connsiteX190" fmla="*/ 9525 w 69532"/>
                                <a:gd name="connsiteY190" fmla="*/ 56197 h 84772"/>
                                <a:gd name="connsiteX191" fmla="*/ 8573 w 69532"/>
                                <a:gd name="connsiteY191" fmla="*/ 58103 h 84772"/>
                                <a:gd name="connsiteX192" fmla="*/ 8573 w 69532"/>
                                <a:gd name="connsiteY192" fmla="*/ 58103 h 84772"/>
                                <a:gd name="connsiteX193" fmla="*/ 6668 w 69532"/>
                                <a:gd name="connsiteY193" fmla="*/ 59055 h 84772"/>
                                <a:gd name="connsiteX194" fmla="*/ 2858 w 69532"/>
                                <a:gd name="connsiteY194" fmla="*/ 60008 h 84772"/>
                                <a:gd name="connsiteX195" fmla="*/ 0 w 69532"/>
                                <a:gd name="connsiteY195" fmla="*/ 60960 h 84772"/>
                                <a:gd name="connsiteX196" fmla="*/ 1905 w 69532"/>
                                <a:gd name="connsiteY196" fmla="*/ 63818 h 84772"/>
                                <a:gd name="connsiteX197" fmla="*/ 3810 w 69532"/>
                                <a:gd name="connsiteY197" fmla="*/ 65722 h 8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69532" h="84772">
                                  <a:moveTo>
                                    <a:pt x="3810" y="65722"/>
                                  </a:moveTo>
                                  <a:cubicBezTo>
                                    <a:pt x="3810" y="64770"/>
                                    <a:pt x="4763" y="65722"/>
                                    <a:pt x="3810" y="65722"/>
                                  </a:cubicBezTo>
                                  <a:cubicBezTo>
                                    <a:pt x="4763" y="65722"/>
                                    <a:pt x="5715" y="65722"/>
                                    <a:pt x="6668" y="66675"/>
                                  </a:cubicBezTo>
                                  <a:cubicBezTo>
                                    <a:pt x="8573" y="67628"/>
                                    <a:pt x="10478" y="68580"/>
                                    <a:pt x="13335" y="70485"/>
                                  </a:cubicBezTo>
                                  <a:cubicBezTo>
                                    <a:pt x="16193" y="72390"/>
                                    <a:pt x="19050" y="73343"/>
                                    <a:pt x="21908" y="76200"/>
                                  </a:cubicBezTo>
                                  <a:cubicBezTo>
                                    <a:pt x="22860" y="77153"/>
                                    <a:pt x="23813" y="77153"/>
                                    <a:pt x="23813" y="78105"/>
                                  </a:cubicBezTo>
                                  <a:cubicBezTo>
                                    <a:pt x="23813" y="78105"/>
                                    <a:pt x="24765" y="79058"/>
                                    <a:pt x="24765" y="79058"/>
                                  </a:cubicBezTo>
                                  <a:lnTo>
                                    <a:pt x="24765" y="79058"/>
                                  </a:lnTo>
                                  <a:lnTo>
                                    <a:pt x="24765" y="79058"/>
                                  </a:lnTo>
                                  <a:lnTo>
                                    <a:pt x="25718" y="79058"/>
                                  </a:lnTo>
                                  <a:cubicBezTo>
                                    <a:pt x="27623" y="80010"/>
                                    <a:pt x="28575" y="80963"/>
                                    <a:pt x="30480" y="80963"/>
                                  </a:cubicBezTo>
                                  <a:cubicBezTo>
                                    <a:pt x="31433" y="80963"/>
                                    <a:pt x="32385" y="81915"/>
                                    <a:pt x="32385" y="81915"/>
                                  </a:cubicBezTo>
                                  <a:cubicBezTo>
                                    <a:pt x="33338" y="81915"/>
                                    <a:pt x="34290" y="82868"/>
                                    <a:pt x="34290" y="82868"/>
                                  </a:cubicBezTo>
                                  <a:cubicBezTo>
                                    <a:pt x="34290" y="82868"/>
                                    <a:pt x="35243" y="82868"/>
                                    <a:pt x="35243" y="82868"/>
                                  </a:cubicBezTo>
                                  <a:cubicBezTo>
                                    <a:pt x="35243" y="82868"/>
                                    <a:pt x="36195" y="82868"/>
                                    <a:pt x="36195" y="82868"/>
                                  </a:cubicBezTo>
                                  <a:cubicBezTo>
                                    <a:pt x="37148" y="82868"/>
                                    <a:pt x="37148" y="82868"/>
                                    <a:pt x="38100" y="83820"/>
                                  </a:cubicBezTo>
                                  <a:cubicBezTo>
                                    <a:pt x="39053" y="83820"/>
                                    <a:pt x="40005" y="83820"/>
                                    <a:pt x="40958" y="84772"/>
                                  </a:cubicBezTo>
                                  <a:cubicBezTo>
                                    <a:pt x="41910" y="84772"/>
                                    <a:pt x="42863" y="84772"/>
                                    <a:pt x="43815" y="84772"/>
                                  </a:cubicBezTo>
                                  <a:cubicBezTo>
                                    <a:pt x="44768" y="84772"/>
                                    <a:pt x="44768" y="84772"/>
                                    <a:pt x="45720" y="84772"/>
                                  </a:cubicBezTo>
                                  <a:cubicBezTo>
                                    <a:pt x="45720" y="84772"/>
                                    <a:pt x="46673" y="84772"/>
                                    <a:pt x="46673" y="84772"/>
                                  </a:cubicBezTo>
                                  <a:cubicBezTo>
                                    <a:pt x="46673" y="84772"/>
                                    <a:pt x="46673" y="84772"/>
                                    <a:pt x="46673" y="84772"/>
                                  </a:cubicBezTo>
                                  <a:lnTo>
                                    <a:pt x="46673" y="84772"/>
                                  </a:lnTo>
                                  <a:cubicBezTo>
                                    <a:pt x="46673" y="84772"/>
                                    <a:pt x="46673" y="84772"/>
                                    <a:pt x="46673" y="84772"/>
                                  </a:cubicBezTo>
                                  <a:cubicBezTo>
                                    <a:pt x="46673" y="84772"/>
                                    <a:pt x="45720" y="84772"/>
                                    <a:pt x="45720" y="84772"/>
                                  </a:cubicBezTo>
                                  <a:cubicBezTo>
                                    <a:pt x="45720" y="84772"/>
                                    <a:pt x="44768" y="84772"/>
                                    <a:pt x="43815" y="84772"/>
                                  </a:cubicBezTo>
                                  <a:cubicBezTo>
                                    <a:pt x="42863" y="84772"/>
                                    <a:pt x="41910" y="84772"/>
                                    <a:pt x="40958" y="83820"/>
                                  </a:cubicBezTo>
                                  <a:cubicBezTo>
                                    <a:pt x="40005" y="83820"/>
                                    <a:pt x="39053" y="82868"/>
                                    <a:pt x="38100" y="82868"/>
                                  </a:cubicBezTo>
                                  <a:cubicBezTo>
                                    <a:pt x="37148" y="82868"/>
                                    <a:pt x="37148" y="82868"/>
                                    <a:pt x="36195" y="81915"/>
                                  </a:cubicBezTo>
                                  <a:cubicBezTo>
                                    <a:pt x="36195" y="81915"/>
                                    <a:pt x="35243" y="81915"/>
                                    <a:pt x="35243" y="81915"/>
                                  </a:cubicBezTo>
                                  <a:cubicBezTo>
                                    <a:pt x="35243" y="81915"/>
                                    <a:pt x="34290" y="81915"/>
                                    <a:pt x="34290" y="81915"/>
                                  </a:cubicBezTo>
                                  <a:cubicBezTo>
                                    <a:pt x="33338" y="81915"/>
                                    <a:pt x="32385" y="80963"/>
                                    <a:pt x="32385" y="80963"/>
                                  </a:cubicBezTo>
                                  <a:cubicBezTo>
                                    <a:pt x="31433" y="80963"/>
                                    <a:pt x="30480" y="80010"/>
                                    <a:pt x="30480" y="80010"/>
                                  </a:cubicBezTo>
                                  <a:cubicBezTo>
                                    <a:pt x="28575" y="79058"/>
                                    <a:pt x="27623" y="78105"/>
                                    <a:pt x="25718" y="77153"/>
                                  </a:cubicBezTo>
                                  <a:lnTo>
                                    <a:pt x="24765" y="77153"/>
                                  </a:lnTo>
                                  <a:lnTo>
                                    <a:pt x="24765" y="77153"/>
                                  </a:lnTo>
                                  <a:lnTo>
                                    <a:pt x="24765" y="77153"/>
                                  </a:lnTo>
                                  <a:cubicBezTo>
                                    <a:pt x="24765" y="77153"/>
                                    <a:pt x="23813" y="76200"/>
                                    <a:pt x="23813" y="76200"/>
                                  </a:cubicBezTo>
                                  <a:cubicBezTo>
                                    <a:pt x="22860" y="75247"/>
                                    <a:pt x="21908" y="75247"/>
                                    <a:pt x="21908" y="74295"/>
                                  </a:cubicBezTo>
                                  <a:cubicBezTo>
                                    <a:pt x="19050" y="72390"/>
                                    <a:pt x="16193" y="70485"/>
                                    <a:pt x="13335" y="68580"/>
                                  </a:cubicBezTo>
                                  <a:cubicBezTo>
                                    <a:pt x="9525" y="66675"/>
                                    <a:pt x="6668" y="64770"/>
                                    <a:pt x="5715" y="63818"/>
                                  </a:cubicBezTo>
                                  <a:cubicBezTo>
                                    <a:pt x="5715" y="63818"/>
                                    <a:pt x="6668" y="63818"/>
                                    <a:pt x="6668" y="62865"/>
                                  </a:cubicBezTo>
                                  <a:cubicBezTo>
                                    <a:pt x="7620" y="62865"/>
                                    <a:pt x="7620" y="61913"/>
                                    <a:pt x="8573" y="61913"/>
                                  </a:cubicBezTo>
                                  <a:cubicBezTo>
                                    <a:pt x="9525" y="61913"/>
                                    <a:pt x="10478" y="60960"/>
                                    <a:pt x="10478" y="60960"/>
                                  </a:cubicBezTo>
                                  <a:cubicBezTo>
                                    <a:pt x="12383" y="60008"/>
                                    <a:pt x="14288" y="59055"/>
                                    <a:pt x="16193" y="58103"/>
                                  </a:cubicBezTo>
                                  <a:cubicBezTo>
                                    <a:pt x="16193" y="58103"/>
                                    <a:pt x="17145" y="58103"/>
                                    <a:pt x="17145" y="57150"/>
                                  </a:cubicBezTo>
                                  <a:cubicBezTo>
                                    <a:pt x="17145" y="57150"/>
                                    <a:pt x="17145" y="57150"/>
                                    <a:pt x="17145" y="57150"/>
                                  </a:cubicBezTo>
                                  <a:cubicBezTo>
                                    <a:pt x="18098" y="57150"/>
                                    <a:pt x="19050" y="57150"/>
                                    <a:pt x="20003" y="57150"/>
                                  </a:cubicBezTo>
                                  <a:cubicBezTo>
                                    <a:pt x="20955" y="57150"/>
                                    <a:pt x="22860" y="57150"/>
                                    <a:pt x="23813" y="58103"/>
                                  </a:cubicBezTo>
                                  <a:cubicBezTo>
                                    <a:pt x="26670" y="59055"/>
                                    <a:pt x="29528" y="60008"/>
                                    <a:pt x="33338" y="60960"/>
                                  </a:cubicBezTo>
                                  <a:cubicBezTo>
                                    <a:pt x="35243" y="61913"/>
                                    <a:pt x="36195" y="61913"/>
                                    <a:pt x="38100" y="62865"/>
                                  </a:cubicBezTo>
                                  <a:cubicBezTo>
                                    <a:pt x="39053" y="62865"/>
                                    <a:pt x="40005" y="63818"/>
                                    <a:pt x="40958" y="63818"/>
                                  </a:cubicBezTo>
                                  <a:cubicBezTo>
                                    <a:pt x="41910" y="63818"/>
                                    <a:pt x="42863" y="64770"/>
                                    <a:pt x="42863" y="64770"/>
                                  </a:cubicBezTo>
                                  <a:cubicBezTo>
                                    <a:pt x="44768" y="65722"/>
                                    <a:pt x="45720" y="65722"/>
                                    <a:pt x="46673" y="65722"/>
                                  </a:cubicBezTo>
                                  <a:cubicBezTo>
                                    <a:pt x="47625" y="65722"/>
                                    <a:pt x="47625" y="65722"/>
                                    <a:pt x="48578" y="65722"/>
                                  </a:cubicBezTo>
                                  <a:cubicBezTo>
                                    <a:pt x="49530" y="65722"/>
                                    <a:pt x="49530" y="65722"/>
                                    <a:pt x="50483" y="65722"/>
                                  </a:cubicBezTo>
                                  <a:cubicBezTo>
                                    <a:pt x="52388" y="65722"/>
                                    <a:pt x="53340" y="65722"/>
                                    <a:pt x="54293" y="65722"/>
                                  </a:cubicBezTo>
                                  <a:cubicBezTo>
                                    <a:pt x="54293" y="65722"/>
                                    <a:pt x="54293" y="65722"/>
                                    <a:pt x="54293" y="65722"/>
                                  </a:cubicBezTo>
                                  <a:cubicBezTo>
                                    <a:pt x="54293" y="65722"/>
                                    <a:pt x="54293" y="65722"/>
                                    <a:pt x="54293" y="65722"/>
                                  </a:cubicBezTo>
                                  <a:cubicBezTo>
                                    <a:pt x="54293" y="65722"/>
                                    <a:pt x="54293" y="65722"/>
                                    <a:pt x="54293" y="65722"/>
                                  </a:cubicBezTo>
                                  <a:cubicBezTo>
                                    <a:pt x="54293" y="65722"/>
                                    <a:pt x="54293" y="65722"/>
                                    <a:pt x="54293" y="65722"/>
                                  </a:cubicBezTo>
                                  <a:cubicBezTo>
                                    <a:pt x="54293" y="65722"/>
                                    <a:pt x="54293" y="65722"/>
                                    <a:pt x="54293" y="65722"/>
                                  </a:cubicBezTo>
                                  <a:cubicBezTo>
                                    <a:pt x="54293" y="65722"/>
                                    <a:pt x="55245" y="65722"/>
                                    <a:pt x="55245" y="64770"/>
                                  </a:cubicBezTo>
                                  <a:cubicBezTo>
                                    <a:pt x="55245" y="64770"/>
                                    <a:pt x="55245" y="64770"/>
                                    <a:pt x="54293" y="65722"/>
                                  </a:cubicBezTo>
                                  <a:cubicBezTo>
                                    <a:pt x="54293" y="65722"/>
                                    <a:pt x="54293" y="65722"/>
                                    <a:pt x="54293" y="65722"/>
                                  </a:cubicBezTo>
                                  <a:cubicBezTo>
                                    <a:pt x="54293" y="65722"/>
                                    <a:pt x="54293" y="65722"/>
                                    <a:pt x="54293" y="65722"/>
                                  </a:cubicBezTo>
                                  <a:cubicBezTo>
                                    <a:pt x="54293" y="65722"/>
                                    <a:pt x="54293" y="65722"/>
                                    <a:pt x="54293" y="65722"/>
                                  </a:cubicBezTo>
                                  <a:cubicBezTo>
                                    <a:pt x="54293" y="65722"/>
                                    <a:pt x="54293" y="65722"/>
                                    <a:pt x="54293" y="65722"/>
                                  </a:cubicBezTo>
                                  <a:cubicBezTo>
                                    <a:pt x="54293" y="65722"/>
                                    <a:pt x="54293" y="65722"/>
                                    <a:pt x="54293" y="65722"/>
                                  </a:cubicBezTo>
                                  <a:cubicBezTo>
                                    <a:pt x="53340" y="65722"/>
                                    <a:pt x="52388" y="65722"/>
                                    <a:pt x="50483" y="65722"/>
                                  </a:cubicBezTo>
                                  <a:cubicBezTo>
                                    <a:pt x="49530" y="65722"/>
                                    <a:pt x="49530" y="65722"/>
                                    <a:pt x="48578" y="65722"/>
                                  </a:cubicBezTo>
                                  <a:cubicBezTo>
                                    <a:pt x="47625" y="65722"/>
                                    <a:pt x="47625" y="65722"/>
                                    <a:pt x="46673" y="65722"/>
                                  </a:cubicBezTo>
                                  <a:cubicBezTo>
                                    <a:pt x="45720" y="65722"/>
                                    <a:pt x="43815" y="64770"/>
                                    <a:pt x="42863" y="64770"/>
                                  </a:cubicBezTo>
                                  <a:cubicBezTo>
                                    <a:pt x="41910" y="64770"/>
                                    <a:pt x="40958" y="63818"/>
                                    <a:pt x="40958" y="63818"/>
                                  </a:cubicBezTo>
                                  <a:cubicBezTo>
                                    <a:pt x="40005" y="63818"/>
                                    <a:pt x="39053" y="62865"/>
                                    <a:pt x="39053" y="62865"/>
                                  </a:cubicBezTo>
                                  <a:cubicBezTo>
                                    <a:pt x="37148" y="61913"/>
                                    <a:pt x="36195" y="61913"/>
                                    <a:pt x="34290" y="60960"/>
                                  </a:cubicBezTo>
                                  <a:cubicBezTo>
                                    <a:pt x="31433" y="59055"/>
                                    <a:pt x="27623" y="58103"/>
                                    <a:pt x="24765" y="57150"/>
                                  </a:cubicBezTo>
                                  <a:cubicBezTo>
                                    <a:pt x="22860" y="57150"/>
                                    <a:pt x="21908" y="56197"/>
                                    <a:pt x="20955" y="56197"/>
                                  </a:cubicBezTo>
                                  <a:cubicBezTo>
                                    <a:pt x="20955" y="56197"/>
                                    <a:pt x="20955" y="56197"/>
                                    <a:pt x="20955" y="56197"/>
                                  </a:cubicBezTo>
                                  <a:cubicBezTo>
                                    <a:pt x="21908" y="56197"/>
                                    <a:pt x="21908" y="55245"/>
                                    <a:pt x="22860" y="55245"/>
                                  </a:cubicBezTo>
                                  <a:cubicBezTo>
                                    <a:pt x="24765" y="54293"/>
                                    <a:pt x="26670" y="53340"/>
                                    <a:pt x="28575" y="52388"/>
                                  </a:cubicBezTo>
                                  <a:cubicBezTo>
                                    <a:pt x="30480" y="51435"/>
                                    <a:pt x="32385" y="50483"/>
                                    <a:pt x="34290" y="49530"/>
                                  </a:cubicBezTo>
                                  <a:cubicBezTo>
                                    <a:pt x="34290" y="49530"/>
                                    <a:pt x="34290" y="49530"/>
                                    <a:pt x="34290" y="49530"/>
                                  </a:cubicBezTo>
                                  <a:cubicBezTo>
                                    <a:pt x="34290" y="49530"/>
                                    <a:pt x="35243" y="49530"/>
                                    <a:pt x="35243" y="49530"/>
                                  </a:cubicBezTo>
                                  <a:cubicBezTo>
                                    <a:pt x="36195" y="49530"/>
                                    <a:pt x="38100" y="49530"/>
                                    <a:pt x="40005" y="49530"/>
                                  </a:cubicBezTo>
                                  <a:cubicBezTo>
                                    <a:pt x="40958" y="49530"/>
                                    <a:pt x="41910" y="50483"/>
                                    <a:pt x="42863" y="50483"/>
                                  </a:cubicBezTo>
                                  <a:cubicBezTo>
                                    <a:pt x="43815" y="50483"/>
                                    <a:pt x="44768" y="50483"/>
                                    <a:pt x="46673" y="51435"/>
                                  </a:cubicBezTo>
                                  <a:cubicBezTo>
                                    <a:pt x="47625" y="51435"/>
                                    <a:pt x="47625" y="51435"/>
                                    <a:pt x="48578" y="51435"/>
                                  </a:cubicBezTo>
                                  <a:cubicBezTo>
                                    <a:pt x="49530" y="51435"/>
                                    <a:pt x="49530" y="51435"/>
                                    <a:pt x="50483" y="51435"/>
                                  </a:cubicBezTo>
                                  <a:cubicBezTo>
                                    <a:pt x="51435" y="51435"/>
                                    <a:pt x="51435" y="51435"/>
                                    <a:pt x="52388" y="51435"/>
                                  </a:cubicBezTo>
                                  <a:cubicBezTo>
                                    <a:pt x="53340" y="51435"/>
                                    <a:pt x="53340" y="51435"/>
                                    <a:pt x="54293" y="51435"/>
                                  </a:cubicBezTo>
                                  <a:cubicBezTo>
                                    <a:pt x="55245" y="51435"/>
                                    <a:pt x="56198" y="51435"/>
                                    <a:pt x="58103" y="51435"/>
                                  </a:cubicBezTo>
                                  <a:cubicBezTo>
                                    <a:pt x="59055" y="51435"/>
                                    <a:pt x="60008" y="51435"/>
                                    <a:pt x="61913" y="51435"/>
                                  </a:cubicBezTo>
                                  <a:cubicBezTo>
                                    <a:pt x="62865" y="51435"/>
                                    <a:pt x="62865" y="51435"/>
                                    <a:pt x="63818" y="51435"/>
                                  </a:cubicBezTo>
                                  <a:cubicBezTo>
                                    <a:pt x="64770" y="51435"/>
                                    <a:pt x="64770" y="51435"/>
                                    <a:pt x="65723" y="51435"/>
                                  </a:cubicBezTo>
                                  <a:cubicBezTo>
                                    <a:pt x="65723" y="51435"/>
                                    <a:pt x="66675" y="51435"/>
                                    <a:pt x="66675" y="51435"/>
                                  </a:cubicBezTo>
                                  <a:cubicBezTo>
                                    <a:pt x="66675" y="51435"/>
                                    <a:pt x="67628" y="51435"/>
                                    <a:pt x="67628" y="51435"/>
                                  </a:cubicBezTo>
                                  <a:cubicBezTo>
                                    <a:pt x="67628" y="51435"/>
                                    <a:pt x="67628" y="51435"/>
                                    <a:pt x="67628" y="51435"/>
                                  </a:cubicBezTo>
                                  <a:cubicBezTo>
                                    <a:pt x="66675" y="51435"/>
                                    <a:pt x="66675" y="51435"/>
                                    <a:pt x="65723" y="51435"/>
                                  </a:cubicBezTo>
                                  <a:cubicBezTo>
                                    <a:pt x="64770" y="51435"/>
                                    <a:pt x="64770" y="51435"/>
                                    <a:pt x="63818" y="51435"/>
                                  </a:cubicBezTo>
                                  <a:cubicBezTo>
                                    <a:pt x="62865" y="51435"/>
                                    <a:pt x="62865" y="51435"/>
                                    <a:pt x="61913" y="51435"/>
                                  </a:cubicBezTo>
                                  <a:cubicBezTo>
                                    <a:pt x="60960" y="51435"/>
                                    <a:pt x="60008" y="51435"/>
                                    <a:pt x="58103" y="51435"/>
                                  </a:cubicBezTo>
                                  <a:cubicBezTo>
                                    <a:pt x="57150" y="51435"/>
                                    <a:pt x="56198" y="51435"/>
                                    <a:pt x="54293" y="51435"/>
                                  </a:cubicBezTo>
                                  <a:lnTo>
                                    <a:pt x="53340" y="51435"/>
                                  </a:lnTo>
                                  <a:lnTo>
                                    <a:pt x="52388" y="51435"/>
                                  </a:lnTo>
                                  <a:cubicBezTo>
                                    <a:pt x="51435" y="51435"/>
                                    <a:pt x="51435" y="51435"/>
                                    <a:pt x="50483" y="51435"/>
                                  </a:cubicBezTo>
                                  <a:cubicBezTo>
                                    <a:pt x="49530" y="51435"/>
                                    <a:pt x="49530" y="51435"/>
                                    <a:pt x="48578" y="51435"/>
                                  </a:cubicBezTo>
                                  <a:cubicBezTo>
                                    <a:pt x="47625" y="51435"/>
                                    <a:pt x="47625" y="51435"/>
                                    <a:pt x="46673" y="51435"/>
                                  </a:cubicBezTo>
                                  <a:cubicBezTo>
                                    <a:pt x="45720" y="51435"/>
                                    <a:pt x="44768" y="51435"/>
                                    <a:pt x="42863" y="50483"/>
                                  </a:cubicBezTo>
                                  <a:cubicBezTo>
                                    <a:pt x="41910" y="50483"/>
                                    <a:pt x="40958" y="49530"/>
                                    <a:pt x="40005" y="49530"/>
                                  </a:cubicBezTo>
                                  <a:cubicBezTo>
                                    <a:pt x="39053" y="49530"/>
                                    <a:pt x="38100" y="48578"/>
                                    <a:pt x="37148" y="48578"/>
                                  </a:cubicBezTo>
                                  <a:cubicBezTo>
                                    <a:pt x="38100" y="47625"/>
                                    <a:pt x="40005" y="47625"/>
                                    <a:pt x="40958" y="46672"/>
                                  </a:cubicBezTo>
                                  <a:cubicBezTo>
                                    <a:pt x="42863" y="45720"/>
                                    <a:pt x="45720" y="44768"/>
                                    <a:pt x="47625" y="43815"/>
                                  </a:cubicBezTo>
                                  <a:cubicBezTo>
                                    <a:pt x="48578" y="42863"/>
                                    <a:pt x="49530" y="42863"/>
                                    <a:pt x="51435" y="42863"/>
                                  </a:cubicBezTo>
                                  <a:cubicBezTo>
                                    <a:pt x="52388" y="42863"/>
                                    <a:pt x="53340" y="41910"/>
                                    <a:pt x="55245" y="41910"/>
                                  </a:cubicBezTo>
                                  <a:cubicBezTo>
                                    <a:pt x="57150" y="40958"/>
                                    <a:pt x="60008" y="40958"/>
                                    <a:pt x="61913" y="40005"/>
                                  </a:cubicBezTo>
                                  <a:cubicBezTo>
                                    <a:pt x="62865" y="40005"/>
                                    <a:pt x="63818" y="40005"/>
                                    <a:pt x="64770" y="40005"/>
                                  </a:cubicBezTo>
                                  <a:cubicBezTo>
                                    <a:pt x="65723" y="40005"/>
                                    <a:pt x="66675" y="40005"/>
                                    <a:pt x="67628" y="40005"/>
                                  </a:cubicBezTo>
                                  <a:cubicBezTo>
                                    <a:pt x="67628" y="40005"/>
                                    <a:pt x="67628" y="40005"/>
                                    <a:pt x="67628" y="40005"/>
                                  </a:cubicBezTo>
                                  <a:lnTo>
                                    <a:pt x="67628" y="40005"/>
                                  </a:lnTo>
                                  <a:cubicBezTo>
                                    <a:pt x="66675" y="40005"/>
                                    <a:pt x="65723" y="40005"/>
                                    <a:pt x="64770" y="40005"/>
                                  </a:cubicBezTo>
                                  <a:cubicBezTo>
                                    <a:pt x="63818" y="40005"/>
                                    <a:pt x="62865" y="40005"/>
                                    <a:pt x="61913" y="40005"/>
                                  </a:cubicBezTo>
                                  <a:cubicBezTo>
                                    <a:pt x="60008" y="40005"/>
                                    <a:pt x="57150" y="40958"/>
                                    <a:pt x="55245" y="41910"/>
                                  </a:cubicBezTo>
                                  <a:cubicBezTo>
                                    <a:pt x="54293" y="41910"/>
                                    <a:pt x="54293" y="41910"/>
                                    <a:pt x="53340" y="42863"/>
                                  </a:cubicBezTo>
                                  <a:cubicBezTo>
                                    <a:pt x="52388" y="42863"/>
                                    <a:pt x="52388" y="42863"/>
                                    <a:pt x="51435" y="43815"/>
                                  </a:cubicBezTo>
                                  <a:cubicBezTo>
                                    <a:pt x="50483" y="43815"/>
                                    <a:pt x="50483" y="43815"/>
                                    <a:pt x="49530" y="44768"/>
                                  </a:cubicBezTo>
                                  <a:cubicBezTo>
                                    <a:pt x="48578" y="44768"/>
                                    <a:pt x="48578" y="44768"/>
                                    <a:pt x="47625" y="45720"/>
                                  </a:cubicBezTo>
                                  <a:cubicBezTo>
                                    <a:pt x="45720" y="46672"/>
                                    <a:pt x="42863" y="47625"/>
                                    <a:pt x="40958" y="48578"/>
                                  </a:cubicBezTo>
                                  <a:cubicBezTo>
                                    <a:pt x="39053" y="49530"/>
                                    <a:pt x="36195" y="50483"/>
                                    <a:pt x="34290" y="51435"/>
                                  </a:cubicBezTo>
                                  <a:cubicBezTo>
                                    <a:pt x="32385" y="52388"/>
                                    <a:pt x="31433" y="52388"/>
                                    <a:pt x="29528" y="53340"/>
                                  </a:cubicBezTo>
                                  <a:cubicBezTo>
                                    <a:pt x="29528" y="53340"/>
                                    <a:pt x="29528" y="52388"/>
                                    <a:pt x="30480" y="52388"/>
                                  </a:cubicBezTo>
                                  <a:cubicBezTo>
                                    <a:pt x="31433" y="51435"/>
                                    <a:pt x="32385" y="50483"/>
                                    <a:pt x="32385" y="48578"/>
                                  </a:cubicBezTo>
                                  <a:cubicBezTo>
                                    <a:pt x="34290" y="45720"/>
                                    <a:pt x="35243" y="42863"/>
                                    <a:pt x="37148" y="39053"/>
                                  </a:cubicBezTo>
                                  <a:cubicBezTo>
                                    <a:pt x="38100" y="37147"/>
                                    <a:pt x="39053" y="35243"/>
                                    <a:pt x="40005" y="34290"/>
                                  </a:cubicBezTo>
                                  <a:cubicBezTo>
                                    <a:pt x="40958" y="32385"/>
                                    <a:pt x="41910" y="30480"/>
                                    <a:pt x="43815" y="29528"/>
                                  </a:cubicBezTo>
                                  <a:cubicBezTo>
                                    <a:pt x="44768" y="27622"/>
                                    <a:pt x="46673" y="26670"/>
                                    <a:pt x="48578" y="24765"/>
                                  </a:cubicBezTo>
                                  <a:cubicBezTo>
                                    <a:pt x="50483" y="23813"/>
                                    <a:pt x="52388" y="21908"/>
                                    <a:pt x="54293" y="20955"/>
                                  </a:cubicBezTo>
                                  <a:cubicBezTo>
                                    <a:pt x="55245" y="20003"/>
                                    <a:pt x="56198" y="20003"/>
                                    <a:pt x="57150" y="19050"/>
                                  </a:cubicBezTo>
                                  <a:cubicBezTo>
                                    <a:pt x="58103" y="19050"/>
                                    <a:pt x="59055" y="18097"/>
                                    <a:pt x="60960" y="18097"/>
                                  </a:cubicBezTo>
                                  <a:cubicBezTo>
                                    <a:pt x="61913" y="18097"/>
                                    <a:pt x="61913" y="18097"/>
                                    <a:pt x="62865" y="17145"/>
                                  </a:cubicBezTo>
                                  <a:cubicBezTo>
                                    <a:pt x="63818" y="17145"/>
                                    <a:pt x="63818" y="17145"/>
                                    <a:pt x="64770" y="17145"/>
                                  </a:cubicBezTo>
                                  <a:cubicBezTo>
                                    <a:pt x="65723" y="17145"/>
                                    <a:pt x="67628" y="17145"/>
                                    <a:pt x="68580" y="16193"/>
                                  </a:cubicBezTo>
                                  <a:cubicBezTo>
                                    <a:pt x="68580" y="16193"/>
                                    <a:pt x="68580" y="16193"/>
                                    <a:pt x="69533" y="16193"/>
                                  </a:cubicBezTo>
                                  <a:cubicBezTo>
                                    <a:pt x="69533" y="16193"/>
                                    <a:pt x="69533" y="16193"/>
                                    <a:pt x="69533" y="16193"/>
                                  </a:cubicBezTo>
                                  <a:lnTo>
                                    <a:pt x="68580" y="16193"/>
                                  </a:lnTo>
                                  <a:cubicBezTo>
                                    <a:pt x="65723" y="16193"/>
                                    <a:pt x="63818" y="17145"/>
                                    <a:pt x="60960" y="18097"/>
                                  </a:cubicBezTo>
                                  <a:cubicBezTo>
                                    <a:pt x="58103" y="19050"/>
                                    <a:pt x="56198" y="20003"/>
                                    <a:pt x="54293" y="20955"/>
                                  </a:cubicBezTo>
                                  <a:cubicBezTo>
                                    <a:pt x="52388" y="21908"/>
                                    <a:pt x="50483" y="23813"/>
                                    <a:pt x="48578" y="24765"/>
                                  </a:cubicBezTo>
                                  <a:cubicBezTo>
                                    <a:pt x="46673" y="26670"/>
                                    <a:pt x="44768" y="27622"/>
                                    <a:pt x="43815" y="29528"/>
                                  </a:cubicBezTo>
                                  <a:cubicBezTo>
                                    <a:pt x="41910" y="31433"/>
                                    <a:pt x="40958" y="33338"/>
                                    <a:pt x="40005" y="34290"/>
                                  </a:cubicBezTo>
                                  <a:cubicBezTo>
                                    <a:pt x="39053" y="36195"/>
                                    <a:pt x="38100" y="38100"/>
                                    <a:pt x="37148" y="39053"/>
                                  </a:cubicBezTo>
                                  <a:cubicBezTo>
                                    <a:pt x="35243" y="42863"/>
                                    <a:pt x="34290" y="45720"/>
                                    <a:pt x="32385" y="47625"/>
                                  </a:cubicBezTo>
                                  <a:cubicBezTo>
                                    <a:pt x="31433" y="48578"/>
                                    <a:pt x="30480" y="49530"/>
                                    <a:pt x="30480" y="50483"/>
                                  </a:cubicBezTo>
                                  <a:cubicBezTo>
                                    <a:pt x="29528" y="51435"/>
                                    <a:pt x="29528" y="52388"/>
                                    <a:pt x="28575" y="52388"/>
                                  </a:cubicBezTo>
                                  <a:cubicBezTo>
                                    <a:pt x="28575" y="53340"/>
                                    <a:pt x="27623" y="53340"/>
                                    <a:pt x="27623" y="53340"/>
                                  </a:cubicBezTo>
                                  <a:cubicBezTo>
                                    <a:pt x="25718" y="54293"/>
                                    <a:pt x="24765" y="54293"/>
                                    <a:pt x="22860" y="55245"/>
                                  </a:cubicBezTo>
                                  <a:cubicBezTo>
                                    <a:pt x="21908" y="55245"/>
                                    <a:pt x="20955" y="56197"/>
                                    <a:pt x="20003" y="56197"/>
                                  </a:cubicBezTo>
                                  <a:cubicBezTo>
                                    <a:pt x="19050" y="57150"/>
                                    <a:pt x="18098" y="57150"/>
                                    <a:pt x="17145" y="57150"/>
                                  </a:cubicBezTo>
                                  <a:cubicBezTo>
                                    <a:pt x="15240" y="58103"/>
                                    <a:pt x="13335" y="59055"/>
                                    <a:pt x="11430" y="59055"/>
                                  </a:cubicBezTo>
                                  <a:cubicBezTo>
                                    <a:pt x="11430" y="59055"/>
                                    <a:pt x="11430" y="59055"/>
                                    <a:pt x="10478" y="59055"/>
                                  </a:cubicBezTo>
                                  <a:cubicBezTo>
                                    <a:pt x="10478" y="59055"/>
                                    <a:pt x="10478" y="59055"/>
                                    <a:pt x="10478" y="58103"/>
                                  </a:cubicBezTo>
                                  <a:cubicBezTo>
                                    <a:pt x="10478" y="57150"/>
                                    <a:pt x="11430" y="56197"/>
                                    <a:pt x="11430" y="54293"/>
                                  </a:cubicBezTo>
                                  <a:cubicBezTo>
                                    <a:pt x="11430" y="53340"/>
                                    <a:pt x="11430" y="53340"/>
                                    <a:pt x="12383" y="52388"/>
                                  </a:cubicBezTo>
                                  <a:cubicBezTo>
                                    <a:pt x="12383" y="51435"/>
                                    <a:pt x="12383" y="50483"/>
                                    <a:pt x="13335" y="49530"/>
                                  </a:cubicBezTo>
                                  <a:cubicBezTo>
                                    <a:pt x="13335" y="47625"/>
                                    <a:pt x="14288" y="45720"/>
                                    <a:pt x="15240" y="43815"/>
                                  </a:cubicBezTo>
                                  <a:cubicBezTo>
                                    <a:pt x="16193" y="41910"/>
                                    <a:pt x="16193" y="40005"/>
                                    <a:pt x="17145" y="38100"/>
                                  </a:cubicBezTo>
                                  <a:cubicBezTo>
                                    <a:pt x="18098" y="36195"/>
                                    <a:pt x="18098" y="33338"/>
                                    <a:pt x="19050" y="31433"/>
                                  </a:cubicBezTo>
                                  <a:cubicBezTo>
                                    <a:pt x="20003" y="29528"/>
                                    <a:pt x="20955" y="26670"/>
                                    <a:pt x="21908" y="24765"/>
                                  </a:cubicBezTo>
                                  <a:cubicBezTo>
                                    <a:pt x="22860" y="22860"/>
                                    <a:pt x="23813" y="20003"/>
                                    <a:pt x="25718" y="18097"/>
                                  </a:cubicBezTo>
                                  <a:cubicBezTo>
                                    <a:pt x="26670" y="16193"/>
                                    <a:pt x="28575" y="14288"/>
                                    <a:pt x="30480" y="12383"/>
                                  </a:cubicBezTo>
                                  <a:cubicBezTo>
                                    <a:pt x="31433" y="11430"/>
                                    <a:pt x="32385" y="10478"/>
                                    <a:pt x="33338" y="9525"/>
                                  </a:cubicBezTo>
                                  <a:cubicBezTo>
                                    <a:pt x="34290" y="8572"/>
                                    <a:pt x="35243" y="7620"/>
                                    <a:pt x="36195" y="6668"/>
                                  </a:cubicBezTo>
                                  <a:cubicBezTo>
                                    <a:pt x="37148" y="5715"/>
                                    <a:pt x="38100" y="4763"/>
                                    <a:pt x="39053" y="4763"/>
                                  </a:cubicBezTo>
                                  <a:cubicBezTo>
                                    <a:pt x="40005" y="3810"/>
                                    <a:pt x="40958" y="3810"/>
                                    <a:pt x="41910" y="2858"/>
                                  </a:cubicBezTo>
                                  <a:cubicBezTo>
                                    <a:pt x="42863" y="1905"/>
                                    <a:pt x="43815" y="1905"/>
                                    <a:pt x="44768" y="953"/>
                                  </a:cubicBezTo>
                                  <a:cubicBezTo>
                                    <a:pt x="45720" y="953"/>
                                    <a:pt x="45720" y="0"/>
                                    <a:pt x="46673" y="0"/>
                                  </a:cubicBezTo>
                                  <a:cubicBezTo>
                                    <a:pt x="46673" y="0"/>
                                    <a:pt x="45720" y="0"/>
                                    <a:pt x="45720" y="0"/>
                                  </a:cubicBezTo>
                                  <a:cubicBezTo>
                                    <a:pt x="44768" y="0"/>
                                    <a:pt x="44768" y="0"/>
                                    <a:pt x="43815" y="953"/>
                                  </a:cubicBezTo>
                                  <a:cubicBezTo>
                                    <a:pt x="42863" y="953"/>
                                    <a:pt x="41910" y="1905"/>
                                    <a:pt x="40958" y="2858"/>
                                  </a:cubicBezTo>
                                  <a:cubicBezTo>
                                    <a:pt x="40005" y="3810"/>
                                    <a:pt x="39053" y="3810"/>
                                    <a:pt x="38100" y="4763"/>
                                  </a:cubicBezTo>
                                  <a:cubicBezTo>
                                    <a:pt x="37148" y="5715"/>
                                    <a:pt x="36195" y="5715"/>
                                    <a:pt x="35243" y="6668"/>
                                  </a:cubicBezTo>
                                  <a:cubicBezTo>
                                    <a:pt x="34290" y="7620"/>
                                    <a:pt x="33338" y="8572"/>
                                    <a:pt x="32385" y="8572"/>
                                  </a:cubicBezTo>
                                  <a:cubicBezTo>
                                    <a:pt x="31433" y="9525"/>
                                    <a:pt x="30480" y="10478"/>
                                    <a:pt x="29528" y="11430"/>
                                  </a:cubicBezTo>
                                  <a:cubicBezTo>
                                    <a:pt x="27623" y="13335"/>
                                    <a:pt x="25718" y="15240"/>
                                    <a:pt x="24765" y="17145"/>
                                  </a:cubicBezTo>
                                  <a:cubicBezTo>
                                    <a:pt x="22860" y="19050"/>
                                    <a:pt x="21908" y="20955"/>
                                    <a:pt x="20955" y="23813"/>
                                  </a:cubicBezTo>
                                  <a:cubicBezTo>
                                    <a:pt x="20003" y="25718"/>
                                    <a:pt x="19050" y="28575"/>
                                    <a:pt x="18098" y="30480"/>
                                  </a:cubicBezTo>
                                  <a:cubicBezTo>
                                    <a:pt x="17145" y="32385"/>
                                    <a:pt x="16193" y="35243"/>
                                    <a:pt x="16193" y="37147"/>
                                  </a:cubicBezTo>
                                  <a:cubicBezTo>
                                    <a:pt x="15240" y="39053"/>
                                    <a:pt x="15240" y="40958"/>
                                    <a:pt x="14288" y="42863"/>
                                  </a:cubicBezTo>
                                  <a:cubicBezTo>
                                    <a:pt x="13335" y="44768"/>
                                    <a:pt x="13335" y="46672"/>
                                    <a:pt x="12383" y="48578"/>
                                  </a:cubicBezTo>
                                  <a:cubicBezTo>
                                    <a:pt x="12383" y="49530"/>
                                    <a:pt x="12383" y="50483"/>
                                    <a:pt x="11430" y="50483"/>
                                  </a:cubicBezTo>
                                  <a:cubicBezTo>
                                    <a:pt x="11430" y="51435"/>
                                    <a:pt x="10478" y="52388"/>
                                    <a:pt x="10478" y="52388"/>
                                  </a:cubicBezTo>
                                  <a:cubicBezTo>
                                    <a:pt x="10478" y="53340"/>
                                    <a:pt x="9525" y="55245"/>
                                    <a:pt x="9525" y="56197"/>
                                  </a:cubicBezTo>
                                  <a:cubicBezTo>
                                    <a:pt x="9525" y="57150"/>
                                    <a:pt x="9525" y="57150"/>
                                    <a:pt x="8573" y="58103"/>
                                  </a:cubicBezTo>
                                  <a:lnTo>
                                    <a:pt x="8573" y="58103"/>
                                  </a:lnTo>
                                  <a:cubicBezTo>
                                    <a:pt x="7620" y="58103"/>
                                    <a:pt x="6668" y="59055"/>
                                    <a:pt x="6668" y="59055"/>
                                  </a:cubicBezTo>
                                  <a:cubicBezTo>
                                    <a:pt x="5715" y="60008"/>
                                    <a:pt x="3810" y="60008"/>
                                    <a:pt x="2858" y="60008"/>
                                  </a:cubicBezTo>
                                  <a:cubicBezTo>
                                    <a:pt x="953" y="60960"/>
                                    <a:pt x="0" y="60960"/>
                                    <a:pt x="0" y="60960"/>
                                  </a:cubicBezTo>
                                  <a:cubicBezTo>
                                    <a:pt x="0" y="61913"/>
                                    <a:pt x="1905" y="63818"/>
                                    <a:pt x="1905" y="63818"/>
                                  </a:cubicBezTo>
                                  <a:cubicBezTo>
                                    <a:pt x="1905" y="65722"/>
                                    <a:pt x="2858" y="65722"/>
                                    <a:pt x="3810" y="65722"/>
                                  </a:cubicBezTo>
                                  <a:close/>
                                </a:path>
                              </a:pathLst>
                            </a:custGeom>
                            <a:grpFill/>
                            <a:ln w="9525" cap="flat">
                              <a:noFill/>
                              <a:prstDash val="solid"/>
                              <a:miter/>
                            </a:ln>
                          </p:spPr>
                          <p:txBody>
                            <a:bodyPr rtlCol="0" anchor="ctr"/>
                            <a:lstStyle/>
                            <a:p>
                              <a:endParaRPr lang="en-US"/>
                            </a:p>
                          </p:txBody>
                        </p:sp>
                      </p:grpSp>
                      <p:grpSp>
                        <p:nvGrpSpPr>
                          <p:cNvPr id="283" name="Graphic 2">
                            <a:extLst>
                              <a:ext uri="{FF2B5EF4-FFF2-40B4-BE49-F238E27FC236}">
                                <a16:creationId xmlns:a16="http://schemas.microsoft.com/office/drawing/2014/main" id="{AE736AF3-0337-429B-AEF1-DA4B52809559}"/>
                              </a:ext>
                            </a:extLst>
                          </p:cNvPr>
                          <p:cNvGrpSpPr/>
                          <p:nvPr/>
                        </p:nvGrpSpPr>
                        <p:grpSpPr>
                          <a:xfrm>
                            <a:off x="3886381" y="3731767"/>
                            <a:ext cx="88582" cy="72389"/>
                            <a:chOff x="3886381" y="3731767"/>
                            <a:chExt cx="88582" cy="72389"/>
                          </a:xfrm>
                          <a:grpFill/>
                        </p:grpSpPr>
                        <p:sp>
                          <p:nvSpPr>
                            <p:cNvPr id="284" name="Freeform: Shape 283">
                              <a:extLst>
                                <a:ext uri="{FF2B5EF4-FFF2-40B4-BE49-F238E27FC236}">
                                  <a16:creationId xmlns:a16="http://schemas.microsoft.com/office/drawing/2014/main" id="{7D348C6B-7786-4BCD-9BC3-C04EB1952AA0}"/>
                                </a:ext>
                              </a:extLst>
                            </p:cNvPr>
                            <p:cNvSpPr/>
                            <p:nvPr/>
                          </p:nvSpPr>
                          <p:spPr>
                            <a:xfrm>
                              <a:off x="3891144" y="3731767"/>
                              <a:ext cx="83819" cy="71437"/>
                            </a:xfrm>
                            <a:custGeom>
                              <a:avLst/>
                              <a:gdLst>
                                <a:gd name="connsiteX0" fmla="*/ 0 w 83819"/>
                                <a:gd name="connsiteY0" fmla="*/ 38100 h 71437"/>
                                <a:gd name="connsiteX1" fmla="*/ 0 w 83819"/>
                                <a:gd name="connsiteY1" fmla="*/ 34290 h 71437"/>
                                <a:gd name="connsiteX2" fmla="*/ 0 w 83819"/>
                                <a:gd name="connsiteY2" fmla="*/ 30480 h 71437"/>
                                <a:gd name="connsiteX3" fmla="*/ 0 w 83819"/>
                                <a:gd name="connsiteY3" fmla="*/ 28575 h 71437"/>
                                <a:gd name="connsiteX4" fmla="*/ 0 w 83819"/>
                                <a:gd name="connsiteY4" fmla="*/ 25717 h 71437"/>
                                <a:gd name="connsiteX5" fmla="*/ 0 w 83819"/>
                                <a:gd name="connsiteY5" fmla="*/ 25717 h 71437"/>
                                <a:gd name="connsiteX6" fmla="*/ 0 w 83819"/>
                                <a:gd name="connsiteY6" fmla="*/ 25717 h 71437"/>
                                <a:gd name="connsiteX7" fmla="*/ 0 w 83819"/>
                                <a:gd name="connsiteY7" fmla="*/ 25717 h 71437"/>
                                <a:gd name="connsiteX8" fmla="*/ 952 w 83819"/>
                                <a:gd name="connsiteY8" fmla="*/ 24765 h 71437"/>
                                <a:gd name="connsiteX9" fmla="*/ 4763 w 83819"/>
                                <a:gd name="connsiteY9" fmla="*/ 20002 h 71437"/>
                                <a:gd name="connsiteX10" fmla="*/ 19050 w 83819"/>
                                <a:gd name="connsiteY10" fmla="*/ 7620 h 71437"/>
                                <a:gd name="connsiteX11" fmla="*/ 42863 w 83819"/>
                                <a:gd name="connsiteY11" fmla="*/ 0 h 71437"/>
                                <a:gd name="connsiteX12" fmla="*/ 58102 w 83819"/>
                                <a:gd name="connsiteY12" fmla="*/ 1905 h 71437"/>
                                <a:gd name="connsiteX13" fmla="*/ 74295 w 83819"/>
                                <a:gd name="connsiteY13" fmla="*/ 10477 h 71437"/>
                                <a:gd name="connsiteX14" fmla="*/ 75248 w 83819"/>
                                <a:gd name="connsiteY14" fmla="*/ 10477 h 71437"/>
                                <a:gd name="connsiteX15" fmla="*/ 75248 w 83819"/>
                                <a:gd name="connsiteY15" fmla="*/ 10477 h 71437"/>
                                <a:gd name="connsiteX16" fmla="*/ 78105 w 83819"/>
                                <a:gd name="connsiteY16" fmla="*/ 14288 h 71437"/>
                                <a:gd name="connsiteX17" fmla="*/ 82868 w 83819"/>
                                <a:gd name="connsiteY17" fmla="*/ 23813 h 71437"/>
                                <a:gd name="connsiteX18" fmla="*/ 83820 w 83819"/>
                                <a:gd name="connsiteY18" fmla="*/ 27622 h 71437"/>
                                <a:gd name="connsiteX19" fmla="*/ 83820 w 83819"/>
                                <a:gd name="connsiteY19" fmla="*/ 31432 h 71437"/>
                                <a:gd name="connsiteX20" fmla="*/ 83820 w 83819"/>
                                <a:gd name="connsiteY20" fmla="*/ 32385 h 71437"/>
                                <a:gd name="connsiteX21" fmla="*/ 83820 w 83819"/>
                                <a:gd name="connsiteY21" fmla="*/ 32385 h 71437"/>
                                <a:gd name="connsiteX22" fmla="*/ 81915 w 83819"/>
                                <a:gd name="connsiteY22" fmla="*/ 40957 h 71437"/>
                                <a:gd name="connsiteX23" fmla="*/ 80010 w 83819"/>
                                <a:gd name="connsiteY23" fmla="*/ 43815 h 71437"/>
                                <a:gd name="connsiteX24" fmla="*/ 77152 w 83819"/>
                                <a:gd name="connsiteY24" fmla="*/ 45720 h 71437"/>
                                <a:gd name="connsiteX25" fmla="*/ 67627 w 83819"/>
                                <a:gd name="connsiteY25" fmla="*/ 50482 h 71437"/>
                                <a:gd name="connsiteX26" fmla="*/ 67627 w 83819"/>
                                <a:gd name="connsiteY26" fmla="*/ 50482 h 71437"/>
                                <a:gd name="connsiteX27" fmla="*/ 64770 w 83819"/>
                                <a:gd name="connsiteY27" fmla="*/ 50482 h 71437"/>
                                <a:gd name="connsiteX28" fmla="*/ 62865 w 83819"/>
                                <a:gd name="connsiteY28" fmla="*/ 53340 h 71437"/>
                                <a:gd name="connsiteX29" fmla="*/ 58102 w 83819"/>
                                <a:gd name="connsiteY29" fmla="*/ 60007 h 71437"/>
                                <a:gd name="connsiteX30" fmla="*/ 57150 w 83819"/>
                                <a:gd name="connsiteY30" fmla="*/ 60960 h 71437"/>
                                <a:gd name="connsiteX31" fmla="*/ 57150 w 83819"/>
                                <a:gd name="connsiteY31" fmla="*/ 60960 h 71437"/>
                                <a:gd name="connsiteX32" fmla="*/ 50482 w 83819"/>
                                <a:gd name="connsiteY32" fmla="*/ 63817 h 71437"/>
                                <a:gd name="connsiteX33" fmla="*/ 42863 w 83819"/>
                                <a:gd name="connsiteY33" fmla="*/ 64770 h 71437"/>
                                <a:gd name="connsiteX34" fmla="*/ 41910 w 83819"/>
                                <a:gd name="connsiteY34" fmla="*/ 64770 h 71437"/>
                                <a:gd name="connsiteX35" fmla="*/ 40957 w 83819"/>
                                <a:gd name="connsiteY35" fmla="*/ 64770 h 71437"/>
                                <a:gd name="connsiteX36" fmla="*/ 38100 w 83819"/>
                                <a:gd name="connsiteY36" fmla="*/ 64770 h 71437"/>
                                <a:gd name="connsiteX37" fmla="*/ 37148 w 83819"/>
                                <a:gd name="connsiteY37" fmla="*/ 64770 h 71437"/>
                                <a:gd name="connsiteX38" fmla="*/ 36195 w 83819"/>
                                <a:gd name="connsiteY38" fmla="*/ 64770 h 71437"/>
                                <a:gd name="connsiteX39" fmla="*/ 36195 w 83819"/>
                                <a:gd name="connsiteY39" fmla="*/ 64770 h 71437"/>
                                <a:gd name="connsiteX40" fmla="*/ 33338 w 83819"/>
                                <a:gd name="connsiteY40" fmla="*/ 65722 h 71437"/>
                                <a:gd name="connsiteX41" fmla="*/ 27623 w 83819"/>
                                <a:gd name="connsiteY41" fmla="*/ 68580 h 71437"/>
                                <a:gd name="connsiteX42" fmla="*/ 25718 w 83819"/>
                                <a:gd name="connsiteY42" fmla="*/ 69532 h 71437"/>
                                <a:gd name="connsiteX43" fmla="*/ 24765 w 83819"/>
                                <a:gd name="connsiteY43" fmla="*/ 70485 h 71437"/>
                                <a:gd name="connsiteX44" fmla="*/ 24765 w 83819"/>
                                <a:gd name="connsiteY44" fmla="*/ 70485 h 71437"/>
                                <a:gd name="connsiteX45" fmla="*/ 24765 w 83819"/>
                                <a:gd name="connsiteY45" fmla="*/ 70485 h 71437"/>
                                <a:gd name="connsiteX46" fmla="*/ 24765 w 83819"/>
                                <a:gd name="connsiteY46" fmla="*/ 70485 h 71437"/>
                                <a:gd name="connsiteX47" fmla="*/ 23813 w 83819"/>
                                <a:gd name="connsiteY47" fmla="*/ 71438 h 71437"/>
                                <a:gd name="connsiteX48" fmla="*/ 22860 w 83819"/>
                                <a:gd name="connsiteY48" fmla="*/ 71438 h 71437"/>
                                <a:gd name="connsiteX49" fmla="*/ 22860 w 83819"/>
                                <a:gd name="connsiteY49" fmla="*/ 71438 h 71437"/>
                                <a:gd name="connsiteX50" fmla="*/ 21907 w 83819"/>
                                <a:gd name="connsiteY50" fmla="*/ 71438 h 71437"/>
                                <a:gd name="connsiteX51" fmla="*/ 20002 w 83819"/>
                                <a:gd name="connsiteY51" fmla="*/ 71438 h 71437"/>
                                <a:gd name="connsiteX52" fmla="*/ 16193 w 83819"/>
                                <a:gd name="connsiteY52" fmla="*/ 69532 h 71437"/>
                                <a:gd name="connsiteX53" fmla="*/ 9525 w 83819"/>
                                <a:gd name="connsiteY53" fmla="*/ 61913 h 71437"/>
                                <a:gd name="connsiteX54" fmla="*/ 4763 w 83819"/>
                                <a:gd name="connsiteY54" fmla="*/ 52388 h 71437"/>
                                <a:gd name="connsiteX55" fmla="*/ 1905 w 83819"/>
                                <a:gd name="connsiteY55" fmla="*/ 43815 h 71437"/>
                                <a:gd name="connsiteX56" fmla="*/ 0 w 83819"/>
                                <a:gd name="connsiteY56" fmla="*/ 38100 h 7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83819" h="71437">
                                  <a:moveTo>
                                    <a:pt x="0" y="38100"/>
                                  </a:moveTo>
                                  <a:cubicBezTo>
                                    <a:pt x="0" y="37147"/>
                                    <a:pt x="0" y="35242"/>
                                    <a:pt x="0" y="34290"/>
                                  </a:cubicBezTo>
                                  <a:cubicBezTo>
                                    <a:pt x="0" y="33338"/>
                                    <a:pt x="0" y="31432"/>
                                    <a:pt x="0" y="30480"/>
                                  </a:cubicBezTo>
                                  <a:cubicBezTo>
                                    <a:pt x="0" y="29527"/>
                                    <a:pt x="0" y="29527"/>
                                    <a:pt x="0" y="28575"/>
                                  </a:cubicBezTo>
                                  <a:cubicBezTo>
                                    <a:pt x="0" y="28575"/>
                                    <a:pt x="0" y="25717"/>
                                    <a:pt x="0" y="25717"/>
                                  </a:cubicBezTo>
                                  <a:cubicBezTo>
                                    <a:pt x="0" y="25717"/>
                                    <a:pt x="0" y="25717"/>
                                    <a:pt x="0" y="25717"/>
                                  </a:cubicBezTo>
                                  <a:cubicBezTo>
                                    <a:pt x="0" y="25717"/>
                                    <a:pt x="0" y="25717"/>
                                    <a:pt x="0" y="25717"/>
                                  </a:cubicBezTo>
                                  <a:cubicBezTo>
                                    <a:pt x="0" y="25717"/>
                                    <a:pt x="0" y="25717"/>
                                    <a:pt x="0" y="25717"/>
                                  </a:cubicBezTo>
                                  <a:cubicBezTo>
                                    <a:pt x="0" y="25717"/>
                                    <a:pt x="0" y="24765"/>
                                    <a:pt x="952" y="24765"/>
                                  </a:cubicBezTo>
                                  <a:cubicBezTo>
                                    <a:pt x="1905" y="23813"/>
                                    <a:pt x="2857" y="21907"/>
                                    <a:pt x="4763" y="20002"/>
                                  </a:cubicBezTo>
                                  <a:cubicBezTo>
                                    <a:pt x="7620" y="16192"/>
                                    <a:pt x="12382" y="11430"/>
                                    <a:pt x="19050" y="7620"/>
                                  </a:cubicBezTo>
                                  <a:cubicBezTo>
                                    <a:pt x="25718" y="3810"/>
                                    <a:pt x="33338" y="0"/>
                                    <a:pt x="42863" y="0"/>
                                  </a:cubicBezTo>
                                  <a:cubicBezTo>
                                    <a:pt x="47625" y="0"/>
                                    <a:pt x="52388" y="0"/>
                                    <a:pt x="58102" y="1905"/>
                                  </a:cubicBezTo>
                                  <a:cubicBezTo>
                                    <a:pt x="62865" y="3810"/>
                                    <a:pt x="68580" y="6667"/>
                                    <a:pt x="74295" y="10477"/>
                                  </a:cubicBezTo>
                                  <a:cubicBezTo>
                                    <a:pt x="74295" y="10477"/>
                                    <a:pt x="74295" y="10477"/>
                                    <a:pt x="75248" y="10477"/>
                                  </a:cubicBezTo>
                                  <a:cubicBezTo>
                                    <a:pt x="75248" y="10477"/>
                                    <a:pt x="75248" y="10477"/>
                                    <a:pt x="75248" y="10477"/>
                                  </a:cubicBezTo>
                                  <a:cubicBezTo>
                                    <a:pt x="76200" y="11430"/>
                                    <a:pt x="77152" y="13335"/>
                                    <a:pt x="78105" y="14288"/>
                                  </a:cubicBezTo>
                                  <a:cubicBezTo>
                                    <a:pt x="80010" y="17145"/>
                                    <a:pt x="81915" y="20955"/>
                                    <a:pt x="82868" y="23813"/>
                                  </a:cubicBezTo>
                                  <a:cubicBezTo>
                                    <a:pt x="82868" y="24765"/>
                                    <a:pt x="83820" y="26670"/>
                                    <a:pt x="83820" y="27622"/>
                                  </a:cubicBezTo>
                                  <a:cubicBezTo>
                                    <a:pt x="83820" y="28575"/>
                                    <a:pt x="83820" y="30480"/>
                                    <a:pt x="83820" y="31432"/>
                                  </a:cubicBezTo>
                                  <a:cubicBezTo>
                                    <a:pt x="83820" y="31432"/>
                                    <a:pt x="83820" y="32385"/>
                                    <a:pt x="83820" y="32385"/>
                                  </a:cubicBezTo>
                                  <a:cubicBezTo>
                                    <a:pt x="83820" y="32385"/>
                                    <a:pt x="83820" y="32385"/>
                                    <a:pt x="83820" y="32385"/>
                                  </a:cubicBezTo>
                                  <a:cubicBezTo>
                                    <a:pt x="83820" y="35242"/>
                                    <a:pt x="82868" y="38100"/>
                                    <a:pt x="81915" y="40957"/>
                                  </a:cubicBezTo>
                                  <a:cubicBezTo>
                                    <a:pt x="80963" y="41910"/>
                                    <a:pt x="80963" y="42863"/>
                                    <a:pt x="80010" y="43815"/>
                                  </a:cubicBezTo>
                                  <a:cubicBezTo>
                                    <a:pt x="79057" y="44767"/>
                                    <a:pt x="78105" y="45720"/>
                                    <a:pt x="77152" y="45720"/>
                                  </a:cubicBezTo>
                                  <a:cubicBezTo>
                                    <a:pt x="73343" y="48577"/>
                                    <a:pt x="70485" y="49530"/>
                                    <a:pt x="67627" y="50482"/>
                                  </a:cubicBezTo>
                                  <a:cubicBezTo>
                                    <a:pt x="67627" y="50482"/>
                                    <a:pt x="67627" y="50482"/>
                                    <a:pt x="67627" y="50482"/>
                                  </a:cubicBezTo>
                                  <a:cubicBezTo>
                                    <a:pt x="65723" y="50482"/>
                                    <a:pt x="64770" y="50482"/>
                                    <a:pt x="64770" y="50482"/>
                                  </a:cubicBezTo>
                                  <a:cubicBezTo>
                                    <a:pt x="63818" y="51435"/>
                                    <a:pt x="63818" y="52388"/>
                                    <a:pt x="62865" y="53340"/>
                                  </a:cubicBezTo>
                                  <a:cubicBezTo>
                                    <a:pt x="60960" y="55245"/>
                                    <a:pt x="60007" y="58102"/>
                                    <a:pt x="58102" y="60007"/>
                                  </a:cubicBezTo>
                                  <a:cubicBezTo>
                                    <a:pt x="58102" y="60007"/>
                                    <a:pt x="57150" y="60960"/>
                                    <a:pt x="57150" y="60960"/>
                                  </a:cubicBezTo>
                                  <a:cubicBezTo>
                                    <a:pt x="57150" y="60960"/>
                                    <a:pt x="57150" y="60960"/>
                                    <a:pt x="57150" y="60960"/>
                                  </a:cubicBezTo>
                                  <a:cubicBezTo>
                                    <a:pt x="55245" y="62865"/>
                                    <a:pt x="53340" y="63817"/>
                                    <a:pt x="50482" y="63817"/>
                                  </a:cubicBezTo>
                                  <a:cubicBezTo>
                                    <a:pt x="48577" y="64770"/>
                                    <a:pt x="45720" y="64770"/>
                                    <a:pt x="42863" y="64770"/>
                                  </a:cubicBezTo>
                                  <a:cubicBezTo>
                                    <a:pt x="42863" y="64770"/>
                                    <a:pt x="41910" y="64770"/>
                                    <a:pt x="41910" y="64770"/>
                                  </a:cubicBezTo>
                                  <a:cubicBezTo>
                                    <a:pt x="41910" y="64770"/>
                                    <a:pt x="40957" y="64770"/>
                                    <a:pt x="40957" y="64770"/>
                                  </a:cubicBezTo>
                                  <a:cubicBezTo>
                                    <a:pt x="40005" y="64770"/>
                                    <a:pt x="39052" y="64770"/>
                                    <a:pt x="38100" y="64770"/>
                                  </a:cubicBezTo>
                                  <a:cubicBezTo>
                                    <a:pt x="38100" y="64770"/>
                                    <a:pt x="37148" y="64770"/>
                                    <a:pt x="37148" y="64770"/>
                                  </a:cubicBezTo>
                                  <a:cubicBezTo>
                                    <a:pt x="37148" y="64770"/>
                                    <a:pt x="37148" y="64770"/>
                                    <a:pt x="36195" y="64770"/>
                                  </a:cubicBezTo>
                                  <a:lnTo>
                                    <a:pt x="36195" y="64770"/>
                                  </a:lnTo>
                                  <a:cubicBezTo>
                                    <a:pt x="36195" y="64770"/>
                                    <a:pt x="35243" y="64770"/>
                                    <a:pt x="33338" y="65722"/>
                                  </a:cubicBezTo>
                                  <a:cubicBezTo>
                                    <a:pt x="32385" y="66675"/>
                                    <a:pt x="30480" y="66675"/>
                                    <a:pt x="27623" y="68580"/>
                                  </a:cubicBezTo>
                                  <a:cubicBezTo>
                                    <a:pt x="26670" y="68580"/>
                                    <a:pt x="26670" y="69532"/>
                                    <a:pt x="25718" y="69532"/>
                                  </a:cubicBezTo>
                                  <a:cubicBezTo>
                                    <a:pt x="25718" y="69532"/>
                                    <a:pt x="24765" y="69532"/>
                                    <a:pt x="24765" y="70485"/>
                                  </a:cubicBezTo>
                                  <a:lnTo>
                                    <a:pt x="24765" y="70485"/>
                                  </a:lnTo>
                                  <a:lnTo>
                                    <a:pt x="24765" y="70485"/>
                                  </a:lnTo>
                                  <a:cubicBezTo>
                                    <a:pt x="24765" y="70485"/>
                                    <a:pt x="24765" y="70485"/>
                                    <a:pt x="24765" y="70485"/>
                                  </a:cubicBezTo>
                                  <a:cubicBezTo>
                                    <a:pt x="24765" y="70485"/>
                                    <a:pt x="23813" y="71438"/>
                                    <a:pt x="23813" y="71438"/>
                                  </a:cubicBezTo>
                                  <a:cubicBezTo>
                                    <a:pt x="23813" y="71438"/>
                                    <a:pt x="23813" y="71438"/>
                                    <a:pt x="22860" y="71438"/>
                                  </a:cubicBezTo>
                                  <a:lnTo>
                                    <a:pt x="22860" y="71438"/>
                                  </a:lnTo>
                                  <a:cubicBezTo>
                                    <a:pt x="22860" y="71438"/>
                                    <a:pt x="21907" y="71438"/>
                                    <a:pt x="21907" y="71438"/>
                                  </a:cubicBezTo>
                                  <a:cubicBezTo>
                                    <a:pt x="20955" y="71438"/>
                                    <a:pt x="20955" y="71438"/>
                                    <a:pt x="20002" y="71438"/>
                                  </a:cubicBezTo>
                                  <a:cubicBezTo>
                                    <a:pt x="19050" y="71438"/>
                                    <a:pt x="18098" y="70485"/>
                                    <a:pt x="16193" y="69532"/>
                                  </a:cubicBezTo>
                                  <a:cubicBezTo>
                                    <a:pt x="14288" y="67627"/>
                                    <a:pt x="11430" y="65722"/>
                                    <a:pt x="9525" y="61913"/>
                                  </a:cubicBezTo>
                                  <a:cubicBezTo>
                                    <a:pt x="7620" y="59055"/>
                                    <a:pt x="6668" y="55245"/>
                                    <a:pt x="4763" y="52388"/>
                                  </a:cubicBezTo>
                                  <a:cubicBezTo>
                                    <a:pt x="3810" y="49530"/>
                                    <a:pt x="2857" y="46672"/>
                                    <a:pt x="1905" y="43815"/>
                                  </a:cubicBezTo>
                                  <a:cubicBezTo>
                                    <a:pt x="952" y="43815"/>
                                    <a:pt x="0" y="40957"/>
                                    <a:pt x="0" y="38100"/>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EB336119-07F5-43D8-8A3E-8A0BE967EC2C}"/>
                                </a:ext>
                              </a:extLst>
                            </p:cNvPr>
                            <p:cNvSpPr/>
                            <p:nvPr/>
                          </p:nvSpPr>
                          <p:spPr>
                            <a:xfrm>
                              <a:off x="3886381" y="3738434"/>
                              <a:ext cx="84772" cy="65722"/>
                            </a:xfrm>
                            <a:custGeom>
                              <a:avLst/>
                              <a:gdLst>
                                <a:gd name="connsiteX0" fmla="*/ 6668 w 84772"/>
                                <a:gd name="connsiteY0" fmla="*/ 22860 h 65722"/>
                                <a:gd name="connsiteX1" fmla="*/ 6668 w 84772"/>
                                <a:gd name="connsiteY1" fmla="*/ 22860 h 65722"/>
                                <a:gd name="connsiteX2" fmla="*/ 8573 w 84772"/>
                                <a:gd name="connsiteY2" fmla="*/ 25718 h 65722"/>
                                <a:gd name="connsiteX3" fmla="*/ 11430 w 84772"/>
                                <a:gd name="connsiteY3" fmla="*/ 32385 h 65722"/>
                                <a:gd name="connsiteX4" fmla="*/ 14288 w 84772"/>
                                <a:gd name="connsiteY4" fmla="*/ 41910 h 65722"/>
                                <a:gd name="connsiteX5" fmla="*/ 15240 w 84772"/>
                                <a:gd name="connsiteY5" fmla="*/ 44768 h 65722"/>
                                <a:gd name="connsiteX6" fmla="*/ 15240 w 84772"/>
                                <a:gd name="connsiteY6" fmla="*/ 45720 h 65722"/>
                                <a:gd name="connsiteX7" fmla="*/ 15240 w 84772"/>
                                <a:gd name="connsiteY7" fmla="*/ 45720 h 65722"/>
                                <a:gd name="connsiteX8" fmla="*/ 15240 w 84772"/>
                                <a:gd name="connsiteY8" fmla="*/ 45720 h 65722"/>
                                <a:gd name="connsiteX9" fmla="*/ 15240 w 84772"/>
                                <a:gd name="connsiteY9" fmla="*/ 46672 h 65722"/>
                                <a:gd name="connsiteX10" fmla="*/ 17145 w 84772"/>
                                <a:gd name="connsiteY10" fmla="*/ 51435 h 65722"/>
                                <a:gd name="connsiteX11" fmla="*/ 18098 w 84772"/>
                                <a:gd name="connsiteY11" fmla="*/ 53340 h 65722"/>
                                <a:gd name="connsiteX12" fmla="*/ 19050 w 84772"/>
                                <a:gd name="connsiteY12" fmla="*/ 55245 h 65722"/>
                                <a:gd name="connsiteX13" fmla="*/ 20002 w 84772"/>
                                <a:gd name="connsiteY13" fmla="*/ 56197 h 65722"/>
                                <a:gd name="connsiteX14" fmla="*/ 20955 w 84772"/>
                                <a:gd name="connsiteY14" fmla="*/ 57150 h 65722"/>
                                <a:gd name="connsiteX15" fmla="*/ 21907 w 84772"/>
                                <a:gd name="connsiteY15" fmla="*/ 59055 h 65722"/>
                                <a:gd name="connsiteX16" fmla="*/ 23813 w 84772"/>
                                <a:gd name="connsiteY16" fmla="*/ 61913 h 65722"/>
                                <a:gd name="connsiteX17" fmla="*/ 25718 w 84772"/>
                                <a:gd name="connsiteY17" fmla="*/ 63818 h 65722"/>
                                <a:gd name="connsiteX18" fmla="*/ 26670 w 84772"/>
                                <a:gd name="connsiteY18" fmla="*/ 64770 h 65722"/>
                                <a:gd name="connsiteX19" fmla="*/ 27623 w 84772"/>
                                <a:gd name="connsiteY19" fmla="*/ 65722 h 65722"/>
                                <a:gd name="connsiteX20" fmla="*/ 27623 w 84772"/>
                                <a:gd name="connsiteY20" fmla="*/ 65722 h 65722"/>
                                <a:gd name="connsiteX21" fmla="*/ 27623 w 84772"/>
                                <a:gd name="connsiteY21" fmla="*/ 65722 h 65722"/>
                                <a:gd name="connsiteX22" fmla="*/ 27623 w 84772"/>
                                <a:gd name="connsiteY22" fmla="*/ 65722 h 65722"/>
                                <a:gd name="connsiteX23" fmla="*/ 26670 w 84772"/>
                                <a:gd name="connsiteY23" fmla="*/ 64770 h 65722"/>
                                <a:gd name="connsiteX24" fmla="*/ 25718 w 84772"/>
                                <a:gd name="connsiteY24" fmla="*/ 63818 h 65722"/>
                                <a:gd name="connsiteX25" fmla="*/ 23813 w 84772"/>
                                <a:gd name="connsiteY25" fmla="*/ 61913 h 65722"/>
                                <a:gd name="connsiteX26" fmla="*/ 21907 w 84772"/>
                                <a:gd name="connsiteY26" fmla="*/ 59055 h 65722"/>
                                <a:gd name="connsiteX27" fmla="*/ 20955 w 84772"/>
                                <a:gd name="connsiteY27" fmla="*/ 57150 h 65722"/>
                                <a:gd name="connsiteX28" fmla="*/ 20002 w 84772"/>
                                <a:gd name="connsiteY28" fmla="*/ 56197 h 65722"/>
                                <a:gd name="connsiteX29" fmla="*/ 19050 w 84772"/>
                                <a:gd name="connsiteY29" fmla="*/ 55245 h 65722"/>
                                <a:gd name="connsiteX30" fmla="*/ 18098 w 84772"/>
                                <a:gd name="connsiteY30" fmla="*/ 53340 h 65722"/>
                                <a:gd name="connsiteX31" fmla="*/ 17145 w 84772"/>
                                <a:gd name="connsiteY31" fmla="*/ 51435 h 65722"/>
                                <a:gd name="connsiteX32" fmla="*/ 15240 w 84772"/>
                                <a:gd name="connsiteY32" fmla="*/ 46672 h 65722"/>
                                <a:gd name="connsiteX33" fmla="*/ 15240 w 84772"/>
                                <a:gd name="connsiteY33" fmla="*/ 45720 h 65722"/>
                                <a:gd name="connsiteX34" fmla="*/ 15240 w 84772"/>
                                <a:gd name="connsiteY34" fmla="*/ 45720 h 65722"/>
                                <a:gd name="connsiteX35" fmla="*/ 15240 w 84772"/>
                                <a:gd name="connsiteY35" fmla="*/ 45720 h 65722"/>
                                <a:gd name="connsiteX36" fmla="*/ 15240 w 84772"/>
                                <a:gd name="connsiteY36" fmla="*/ 44768 h 65722"/>
                                <a:gd name="connsiteX37" fmla="*/ 14288 w 84772"/>
                                <a:gd name="connsiteY37" fmla="*/ 41910 h 65722"/>
                                <a:gd name="connsiteX38" fmla="*/ 11430 w 84772"/>
                                <a:gd name="connsiteY38" fmla="*/ 32385 h 65722"/>
                                <a:gd name="connsiteX39" fmla="*/ 8573 w 84772"/>
                                <a:gd name="connsiteY39" fmla="*/ 23813 h 65722"/>
                                <a:gd name="connsiteX40" fmla="*/ 9525 w 84772"/>
                                <a:gd name="connsiteY40" fmla="*/ 23813 h 65722"/>
                                <a:gd name="connsiteX41" fmla="*/ 11430 w 84772"/>
                                <a:gd name="connsiteY41" fmla="*/ 24765 h 65722"/>
                                <a:gd name="connsiteX42" fmla="*/ 14288 w 84772"/>
                                <a:gd name="connsiteY42" fmla="*/ 25718 h 65722"/>
                                <a:gd name="connsiteX43" fmla="*/ 20002 w 84772"/>
                                <a:gd name="connsiteY43" fmla="*/ 27622 h 65722"/>
                                <a:gd name="connsiteX44" fmla="*/ 20955 w 84772"/>
                                <a:gd name="connsiteY44" fmla="*/ 27622 h 65722"/>
                                <a:gd name="connsiteX45" fmla="*/ 20955 w 84772"/>
                                <a:gd name="connsiteY45" fmla="*/ 27622 h 65722"/>
                                <a:gd name="connsiteX46" fmla="*/ 22860 w 84772"/>
                                <a:gd name="connsiteY46" fmla="*/ 29528 h 65722"/>
                                <a:gd name="connsiteX47" fmla="*/ 25718 w 84772"/>
                                <a:gd name="connsiteY47" fmla="*/ 32385 h 65722"/>
                                <a:gd name="connsiteX48" fmla="*/ 30480 w 84772"/>
                                <a:gd name="connsiteY48" fmla="*/ 40958 h 65722"/>
                                <a:gd name="connsiteX49" fmla="*/ 33338 w 84772"/>
                                <a:gd name="connsiteY49" fmla="*/ 45720 h 65722"/>
                                <a:gd name="connsiteX50" fmla="*/ 34290 w 84772"/>
                                <a:gd name="connsiteY50" fmla="*/ 47625 h 65722"/>
                                <a:gd name="connsiteX51" fmla="*/ 35243 w 84772"/>
                                <a:gd name="connsiteY51" fmla="*/ 49530 h 65722"/>
                                <a:gd name="connsiteX52" fmla="*/ 37148 w 84772"/>
                                <a:gd name="connsiteY52" fmla="*/ 53340 h 65722"/>
                                <a:gd name="connsiteX53" fmla="*/ 38100 w 84772"/>
                                <a:gd name="connsiteY53" fmla="*/ 55245 h 65722"/>
                                <a:gd name="connsiteX54" fmla="*/ 39052 w 84772"/>
                                <a:gd name="connsiteY54" fmla="*/ 56197 h 65722"/>
                                <a:gd name="connsiteX55" fmla="*/ 41910 w 84772"/>
                                <a:gd name="connsiteY55" fmla="*/ 58103 h 65722"/>
                                <a:gd name="connsiteX56" fmla="*/ 41910 w 84772"/>
                                <a:gd name="connsiteY56" fmla="*/ 58103 h 65722"/>
                                <a:gd name="connsiteX57" fmla="*/ 41910 w 84772"/>
                                <a:gd name="connsiteY57" fmla="*/ 58103 h 65722"/>
                                <a:gd name="connsiteX58" fmla="*/ 41910 w 84772"/>
                                <a:gd name="connsiteY58" fmla="*/ 58103 h 65722"/>
                                <a:gd name="connsiteX59" fmla="*/ 41910 w 84772"/>
                                <a:gd name="connsiteY59" fmla="*/ 58103 h 65722"/>
                                <a:gd name="connsiteX60" fmla="*/ 41910 w 84772"/>
                                <a:gd name="connsiteY60" fmla="*/ 58103 h 65722"/>
                                <a:gd name="connsiteX61" fmla="*/ 42863 w 84772"/>
                                <a:gd name="connsiteY61" fmla="*/ 58103 h 65722"/>
                                <a:gd name="connsiteX62" fmla="*/ 41910 w 84772"/>
                                <a:gd name="connsiteY62" fmla="*/ 58103 h 65722"/>
                                <a:gd name="connsiteX63" fmla="*/ 41910 w 84772"/>
                                <a:gd name="connsiteY63" fmla="*/ 58103 h 65722"/>
                                <a:gd name="connsiteX64" fmla="*/ 41910 w 84772"/>
                                <a:gd name="connsiteY64" fmla="*/ 58103 h 65722"/>
                                <a:gd name="connsiteX65" fmla="*/ 41910 w 84772"/>
                                <a:gd name="connsiteY65" fmla="*/ 58103 h 65722"/>
                                <a:gd name="connsiteX66" fmla="*/ 41910 w 84772"/>
                                <a:gd name="connsiteY66" fmla="*/ 58103 h 65722"/>
                                <a:gd name="connsiteX67" fmla="*/ 41910 w 84772"/>
                                <a:gd name="connsiteY67" fmla="*/ 58103 h 65722"/>
                                <a:gd name="connsiteX68" fmla="*/ 39052 w 84772"/>
                                <a:gd name="connsiteY68" fmla="*/ 55245 h 65722"/>
                                <a:gd name="connsiteX69" fmla="*/ 38100 w 84772"/>
                                <a:gd name="connsiteY69" fmla="*/ 54293 h 65722"/>
                                <a:gd name="connsiteX70" fmla="*/ 37148 w 84772"/>
                                <a:gd name="connsiteY70" fmla="*/ 52388 h 65722"/>
                                <a:gd name="connsiteX71" fmla="*/ 35243 w 84772"/>
                                <a:gd name="connsiteY71" fmla="*/ 48578 h 65722"/>
                                <a:gd name="connsiteX72" fmla="*/ 34290 w 84772"/>
                                <a:gd name="connsiteY72" fmla="*/ 46672 h 65722"/>
                                <a:gd name="connsiteX73" fmla="*/ 33338 w 84772"/>
                                <a:gd name="connsiteY73" fmla="*/ 44768 h 65722"/>
                                <a:gd name="connsiteX74" fmla="*/ 31432 w 84772"/>
                                <a:gd name="connsiteY74" fmla="*/ 40005 h 65722"/>
                                <a:gd name="connsiteX75" fmla="*/ 26670 w 84772"/>
                                <a:gd name="connsiteY75" fmla="*/ 31433 h 65722"/>
                                <a:gd name="connsiteX76" fmla="*/ 23813 w 84772"/>
                                <a:gd name="connsiteY76" fmla="*/ 28575 h 65722"/>
                                <a:gd name="connsiteX77" fmla="*/ 23813 w 84772"/>
                                <a:gd name="connsiteY77" fmla="*/ 28575 h 65722"/>
                                <a:gd name="connsiteX78" fmla="*/ 25718 w 84772"/>
                                <a:gd name="connsiteY78" fmla="*/ 29528 h 65722"/>
                                <a:gd name="connsiteX79" fmla="*/ 32385 w 84772"/>
                                <a:gd name="connsiteY79" fmla="*/ 31433 h 65722"/>
                                <a:gd name="connsiteX80" fmla="*/ 38100 w 84772"/>
                                <a:gd name="connsiteY80" fmla="*/ 33338 h 65722"/>
                                <a:gd name="connsiteX81" fmla="*/ 38100 w 84772"/>
                                <a:gd name="connsiteY81" fmla="*/ 33338 h 65722"/>
                                <a:gd name="connsiteX82" fmla="*/ 39052 w 84772"/>
                                <a:gd name="connsiteY82" fmla="*/ 34290 h 65722"/>
                                <a:gd name="connsiteX83" fmla="*/ 41910 w 84772"/>
                                <a:gd name="connsiteY83" fmla="*/ 38100 h 65722"/>
                                <a:gd name="connsiteX84" fmla="*/ 43815 w 84772"/>
                                <a:gd name="connsiteY84" fmla="*/ 40958 h 65722"/>
                                <a:gd name="connsiteX85" fmla="*/ 45720 w 84772"/>
                                <a:gd name="connsiteY85" fmla="*/ 43815 h 65722"/>
                                <a:gd name="connsiteX86" fmla="*/ 46673 w 84772"/>
                                <a:gd name="connsiteY86" fmla="*/ 44768 h 65722"/>
                                <a:gd name="connsiteX87" fmla="*/ 47625 w 84772"/>
                                <a:gd name="connsiteY87" fmla="*/ 45720 h 65722"/>
                                <a:gd name="connsiteX88" fmla="*/ 48577 w 84772"/>
                                <a:gd name="connsiteY88" fmla="*/ 46672 h 65722"/>
                                <a:gd name="connsiteX89" fmla="*/ 49530 w 84772"/>
                                <a:gd name="connsiteY89" fmla="*/ 47625 h 65722"/>
                                <a:gd name="connsiteX90" fmla="*/ 52388 w 84772"/>
                                <a:gd name="connsiteY90" fmla="*/ 50483 h 65722"/>
                                <a:gd name="connsiteX91" fmla="*/ 55245 w 84772"/>
                                <a:gd name="connsiteY91" fmla="*/ 52388 h 65722"/>
                                <a:gd name="connsiteX92" fmla="*/ 56198 w 84772"/>
                                <a:gd name="connsiteY92" fmla="*/ 53340 h 65722"/>
                                <a:gd name="connsiteX93" fmla="*/ 57150 w 84772"/>
                                <a:gd name="connsiteY93" fmla="*/ 54293 h 65722"/>
                                <a:gd name="connsiteX94" fmla="*/ 58102 w 84772"/>
                                <a:gd name="connsiteY94" fmla="*/ 55245 h 65722"/>
                                <a:gd name="connsiteX95" fmla="*/ 59055 w 84772"/>
                                <a:gd name="connsiteY95" fmla="*/ 56197 h 65722"/>
                                <a:gd name="connsiteX96" fmla="*/ 59055 w 84772"/>
                                <a:gd name="connsiteY96" fmla="*/ 56197 h 65722"/>
                                <a:gd name="connsiteX97" fmla="*/ 58102 w 84772"/>
                                <a:gd name="connsiteY97" fmla="*/ 55245 h 65722"/>
                                <a:gd name="connsiteX98" fmla="*/ 57150 w 84772"/>
                                <a:gd name="connsiteY98" fmla="*/ 54293 h 65722"/>
                                <a:gd name="connsiteX99" fmla="*/ 56198 w 84772"/>
                                <a:gd name="connsiteY99" fmla="*/ 53340 h 65722"/>
                                <a:gd name="connsiteX100" fmla="*/ 53340 w 84772"/>
                                <a:gd name="connsiteY100" fmla="*/ 50483 h 65722"/>
                                <a:gd name="connsiteX101" fmla="*/ 50482 w 84772"/>
                                <a:gd name="connsiteY101" fmla="*/ 47625 h 65722"/>
                                <a:gd name="connsiteX102" fmla="*/ 49530 w 84772"/>
                                <a:gd name="connsiteY102" fmla="*/ 46672 h 65722"/>
                                <a:gd name="connsiteX103" fmla="*/ 48577 w 84772"/>
                                <a:gd name="connsiteY103" fmla="*/ 45720 h 65722"/>
                                <a:gd name="connsiteX104" fmla="*/ 47625 w 84772"/>
                                <a:gd name="connsiteY104" fmla="*/ 44768 h 65722"/>
                                <a:gd name="connsiteX105" fmla="*/ 46673 w 84772"/>
                                <a:gd name="connsiteY105" fmla="*/ 43815 h 65722"/>
                                <a:gd name="connsiteX106" fmla="*/ 45720 w 84772"/>
                                <a:gd name="connsiteY106" fmla="*/ 41910 h 65722"/>
                                <a:gd name="connsiteX107" fmla="*/ 43815 w 84772"/>
                                <a:gd name="connsiteY107" fmla="*/ 39053 h 65722"/>
                                <a:gd name="connsiteX108" fmla="*/ 41910 w 84772"/>
                                <a:gd name="connsiteY108" fmla="*/ 36195 h 65722"/>
                                <a:gd name="connsiteX109" fmla="*/ 40005 w 84772"/>
                                <a:gd name="connsiteY109" fmla="*/ 33338 h 65722"/>
                                <a:gd name="connsiteX110" fmla="*/ 43815 w 84772"/>
                                <a:gd name="connsiteY110" fmla="*/ 34290 h 65722"/>
                                <a:gd name="connsiteX111" fmla="*/ 50482 w 84772"/>
                                <a:gd name="connsiteY111" fmla="*/ 36195 h 65722"/>
                                <a:gd name="connsiteX112" fmla="*/ 54293 w 84772"/>
                                <a:gd name="connsiteY112" fmla="*/ 37147 h 65722"/>
                                <a:gd name="connsiteX113" fmla="*/ 57150 w 84772"/>
                                <a:gd name="connsiteY113" fmla="*/ 38100 h 65722"/>
                                <a:gd name="connsiteX114" fmla="*/ 62865 w 84772"/>
                                <a:gd name="connsiteY114" fmla="*/ 40958 h 65722"/>
                                <a:gd name="connsiteX115" fmla="*/ 65723 w 84772"/>
                                <a:gd name="connsiteY115" fmla="*/ 42863 h 65722"/>
                                <a:gd name="connsiteX116" fmla="*/ 67627 w 84772"/>
                                <a:gd name="connsiteY116" fmla="*/ 44768 h 65722"/>
                                <a:gd name="connsiteX117" fmla="*/ 67627 w 84772"/>
                                <a:gd name="connsiteY117" fmla="*/ 44768 h 65722"/>
                                <a:gd name="connsiteX118" fmla="*/ 67627 w 84772"/>
                                <a:gd name="connsiteY118" fmla="*/ 44768 h 65722"/>
                                <a:gd name="connsiteX119" fmla="*/ 64770 w 84772"/>
                                <a:gd name="connsiteY119" fmla="*/ 42863 h 65722"/>
                                <a:gd name="connsiteX120" fmla="*/ 61913 w 84772"/>
                                <a:gd name="connsiteY120" fmla="*/ 40958 h 65722"/>
                                <a:gd name="connsiteX121" fmla="*/ 56198 w 84772"/>
                                <a:gd name="connsiteY121" fmla="*/ 38100 h 65722"/>
                                <a:gd name="connsiteX122" fmla="*/ 54293 w 84772"/>
                                <a:gd name="connsiteY122" fmla="*/ 37147 h 65722"/>
                                <a:gd name="connsiteX123" fmla="*/ 52388 w 84772"/>
                                <a:gd name="connsiteY123" fmla="*/ 36195 h 65722"/>
                                <a:gd name="connsiteX124" fmla="*/ 50482 w 84772"/>
                                <a:gd name="connsiteY124" fmla="*/ 35243 h 65722"/>
                                <a:gd name="connsiteX125" fmla="*/ 48577 w 84772"/>
                                <a:gd name="connsiteY125" fmla="*/ 34290 h 65722"/>
                                <a:gd name="connsiteX126" fmla="*/ 41910 w 84772"/>
                                <a:gd name="connsiteY126" fmla="*/ 32385 h 65722"/>
                                <a:gd name="connsiteX127" fmla="*/ 35243 w 84772"/>
                                <a:gd name="connsiteY127" fmla="*/ 30480 h 65722"/>
                                <a:gd name="connsiteX128" fmla="*/ 30480 w 84772"/>
                                <a:gd name="connsiteY128" fmla="*/ 28575 h 65722"/>
                                <a:gd name="connsiteX129" fmla="*/ 31432 w 84772"/>
                                <a:gd name="connsiteY129" fmla="*/ 28575 h 65722"/>
                                <a:gd name="connsiteX130" fmla="*/ 35243 w 84772"/>
                                <a:gd name="connsiteY130" fmla="*/ 27622 h 65722"/>
                                <a:gd name="connsiteX131" fmla="*/ 44768 w 84772"/>
                                <a:gd name="connsiteY131" fmla="*/ 23813 h 65722"/>
                                <a:gd name="connsiteX132" fmla="*/ 50482 w 84772"/>
                                <a:gd name="connsiteY132" fmla="*/ 21908 h 65722"/>
                                <a:gd name="connsiteX133" fmla="*/ 56198 w 84772"/>
                                <a:gd name="connsiteY133" fmla="*/ 20003 h 65722"/>
                                <a:gd name="connsiteX134" fmla="*/ 62865 w 84772"/>
                                <a:gd name="connsiteY134" fmla="*/ 19050 h 65722"/>
                                <a:gd name="connsiteX135" fmla="*/ 69532 w 84772"/>
                                <a:gd name="connsiteY135" fmla="*/ 20003 h 65722"/>
                                <a:gd name="connsiteX136" fmla="*/ 73343 w 84772"/>
                                <a:gd name="connsiteY136" fmla="*/ 20955 h 65722"/>
                                <a:gd name="connsiteX137" fmla="*/ 77152 w 84772"/>
                                <a:gd name="connsiteY137" fmla="*/ 21908 h 65722"/>
                                <a:gd name="connsiteX138" fmla="*/ 79057 w 84772"/>
                                <a:gd name="connsiteY138" fmla="*/ 22860 h 65722"/>
                                <a:gd name="connsiteX139" fmla="*/ 80963 w 84772"/>
                                <a:gd name="connsiteY139" fmla="*/ 23813 h 65722"/>
                                <a:gd name="connsiteX140" fmla="*/ 83820 w 84772"/>
                                <a:gd name="connsiteY140" fmla="*/ 25718 h 65722"/>
                                <a:gd name="connsiteX141" fmla="*/ 84773 w 84772"/>
                                <a:gd name="connsiteY141" fmla="*/ 25718 h 65722"/>
                                <a:gd name="connsiteX142" fmla="*/ 84773 w 84772"/>
                                <a:gd name="connsiteY142" fmla="*/ 25718 h 65722"/>
                                <a:gd name="connsiteX143" fmla="*/ 83820 w 84772"/>
                                <a:gd name="connsiteY143" fmla="*/ 25718 h 65722"/>
                                <a:gd name="connsiteX144" fmla="*/ 77152 w 84772"/>
                                <a:gd name="connsiteY144" fmla="*/ 21908 h 65722"/>
                                <a:gd name="connsiteX145" fmla="*/ 70485 w 84772"/>
                                <a:gd name="connsiteY145" fmla="*/ 19050 h 65722"/>
                                <a:gd name="connsiteX146" fmla="*/ 63818 w 84772"/>
                                <a:gd name="connsiteY146" fmla="*/ 18097 h 65722"/>
                                <a:gd name="connsiteX147" fmla="*/ 57150 w 84772"/>
                                <a:gd name="connsiteY147" fmla="*/ 18097 h 65722"/>
                                <a:gd name="connsiteX148" fmla="*/ 51435 w 84772"/>
                                <a:gd name="connsiteY148" fmla="*/ 20003 h 65722"/>
                                <a:gd name="connsiteX149" fmla="*/ 45720 w 84772"/>
                                <a:gd name="connsiteY149" fmla="*/ 21908 h 65722"/>
                                <a:gd name="connsiteX150" fmla="*/ 36195 w 84772"/>
                                <a:gd name="connsiteY150" fmla="*/ 25718 h 65722"/>
                                <a:gd name="connsiteX151" fmla="*/ 32385 w 84772"/>
                                <a:gd name="connsiteY151" fmla="*/ 26670 h 65722"/>
                                <a:gd name="connsiteX152" fmla="*/ 29527 w 84772"/>
                                <a:gd name="connsiteY152" fmla="*/ 26670 h 65722"/>
                                <a:gd name="connsiteX153" fmla="*/ 27623 w 84772"/>
                                <a:gd name="connsiteY153" fmla="*/ 26670 h 65722"/>
                                <a:gd name="connsiteX154" fmla="*/ 22860 w 84772"/>
                                <a:gd name="connsiteY154" fmla="*/ 25718 h 65722"/>
                                <a:gd name="connsiteX155" fmla="*/ 20002 w 84772"/>
                                <a:gd name="connsiteY155" fmla="*/ 24765 h 65722"/>
                                <a:gd name="connsiteX156" fmla="*/ 17145 w 84772"/>
                                <a:gd name="connsiteY156" fmla="*/ 23813 h 65722"/>
                                <a:gd name="connsiteX157" fmla="*/ 11430 w 84772"/>
                                <a:gd name="connsiteY157" fmla="*/ 21908 h 65722"/>
                                <a:gd name="connsiteX158" fmla="*/ 10477 w 84772"/>
                                <a:gd name="connsiteY158" fmla="*/ 21908 h 65722"/>
                                <a:gd name="connsiteX159" fmla="*/ 11430 w 84772"/>
                                <a:gd name="connsiteY159" fmla="*/ 21908 h 65722"/>
                                <a:gd name="connsiteX160" fmla="*/ 14288 w 84772"/>
                                <a:gd name="connsiteY160" fmla="*/ 20003 h 65722"/>
                                <a:gd name="connsiteX161" fmla="*/ 16193 w 84772"/>
                                <a:gd name="connsiteY161" fmla="*/ 19050 h 65722"/>
                                <a:gd name="connsiteX162" fmla="*/ 18098 w 84772"/>
                                <a:gd name="connsiteY162" fmla="*/ 18097 h 65722"/>
                                <a:gd name="connsiteX163" fmla="*/ 22860 w 84772"/>
                                <a:gd name="connsiteY163" fmla="*/ 15240 h 65722"/>
                                <a:gd name="connsiteX164" fmla="*/ 28575 w 84772"/>
                                <a:gd name="connsiteY164" fmla="*/ 11430 h 65722"/>
                                <a:gd name="connsiteX165" fmla="*/ 34290 w 84772"/>
                                <a:gd name="connsiteY165" fmla="*/ 7620 h 65722"/>
                                <a:gd name="connsiteX166" fmla="*/ 40957 w 84772"/>
                                <a:gd name="connsiteY166" fmla="*/ 4763 h 65722"/>
                                <a:gd name="connsiteX167" fmla="*/ 47625 w 84772"/>
                                <a:gd name="connsiteY167" fmla="*/ 1905 h 65722"/>
                                <a:gd name="connsiteX168" fmla="*/ 55245 w 84772"/>
                                <a:gd name="connsiteY168" fmla="*/ 0 h 65722"/>
                                <a:gd name="connsiteX169" fmla="*/ 59055 w 84772"/>
                                <a:gd name="connsiteY169" fmla="*/ 0 h 65722"/>
                                <a:gd name="connsiteX170" fmla="*/ 62865 w 84772"/>
                                <a:gd name="connsiteY170" fmla="*/ 0 h 65722"/>
                                <a:gd name="connsiteX171" fmla="*/ 66675 w 84772"/>
                                <a:gd name="connsiteY171" fmla="*/ 0 h 65722"/>
                                <a:gd name="connsiteX172" fmla="*/ 70485 w 84772"/>
                                <a:gd name="connsiteY172" fmla="*/ 953 h 65722"/>
                                <a:gd name="connsiteX173" fmla="*/ 74295 w 84772"/>
                                <a:gd name="connsiteY173" fmla="*/ 1905 h 65722"/>
                                <a:gd name="connsiteX174" fmla="*/ 76200 w 84772"/>
                                <a:gd name="connsiteY174" fmla="*/ 2858 h 65722"/>
                                <a:gd name="connsiteX175" fmla="*/ 75248 w 84772"/>
                                <a:gd name="connsiteY175" fmla="*/ 2858 h 65722"/>
                                <a:gd name="connsiteX176" fmla="*/ 73343 w 84772"/>
                                <a:gd name="connsiteY176" fmla="*/ 1905 h 65722"/>
                                <a:gd name="connsiteX177" fmla="*/ 69532 w 84772"/>
                                <a:gd name="connsiteY177" fmla="*/ 953 h 65722"/>
                                <a:gd name="connsiteX178" fmla="*/ 65723 w 84772"/>
                                <a:gd name="connsiteY178" fmla="*/ 0 h 65722"/>
                                <a:gd name="connsiteX179" fmla="*/ 61913 w 84772"/>
                                <a:gd name="connsiteY179" fmla="*/ 0 h 65722"/>
                                <a:gd name="connsiteX180" fmla="*/ 58102 w 84772"/>
                                <a:gd name="connsiteY180" fmla="*/ 0 h 65722"/>
                                <a:gd name="connsiteX181" fmla="*/ 54293 w 84772"/>
                                <a:gd name="connsiteY181" fmla="*/ 0 h 65722"/>
                                <a:gd name="connsiteX182" fmla="*/ 46673 w 84772"/>
                                <a:gd name="connsiteY182" fmla="*/ 953 h 65722"/>
                                <a:gd name="connsiteX183" fmla="*/ 40005 w 84772"/>
                                <a:gd name="connsiteY183" fmla="*/ 2858 h 65722"/>
                                <a:gd name="connsiteX184" fmla="*/ 33338 w 84772"/>
                                <a:gd name="connsiteY184" fmla="*/ 5715 h 65722"/>
                                <a:gd name="connsiteX185" fmla="*/ 27623 w 84772"/>
                                <a:gd name="connsiteY185" fmla="*/ 9525 h 65722"/>
                                <a:gd name="connsiteX186" fmla="*/ 21907 w 84772"/>
                                <a:gd name="connsiteY186" fmla="*/ 13335 h 65722"/>
                                <a:gd name="connsiteX187" fmla="*/ 17145 w 84772"/>
                                <a:gd name="connsiteY187" fmla="*/ 16193 h 65722"/>
                                <a:gd name="connsiteX188" fmla="*/ 15240 w 84772"/>
                                <a:gd name="connsiteY188" fmla="*/ 17145 h 65722"/>
                                <a:gd name="connsiteX189" fmla="*/ 13335 w 84772"/>
                                <a:gd name="connsiteY189" fmla="*/ 18097 h 65722"/>
                                <a:gd name="connsiteX190" fmla="*/ 10477 w 84772"/>
                                <a:gd name="connsiteY190" fmla="*/ 20003 h 65722"/>
                                <a:gd name="connsiteX191" fmla="*/ 8573 w 84772"/>
                                <a:gd name="connsiteY191" fmla="*/ 20955 h 65722"/>
                                <a:gd name="connsiteX192" fmla="*/ 8573 w 84772"/>
                                <a:gd name="connsiteY192" fmla="*/ 20955 h 65722"/>
                                <a:gd name="connsiteX193" fmla="*/ 6668 w 84772"/>
                                <a:gd name="connsiteY193" fmla="*/ 20003 h 65722"/>
                                <a:gd name="connsiteX194" fmla="*/ 2857 w 84772"/>
                                <a:gd name="connsiteY194" fmla="*/ 19050 h 65722"/>
                                <a:gd name="connsiteX195" fmla="*/ 0 w 84772"/>
                                <a:gd name="connsiteY195" fmla="*/ 18097 h 65722"/>
                                <a:gd name="connsiteX196" fmla="*/ 0 w 84772"/>
                                <a:gd name="connsiteY196" fmla="*/ 20955 h 65722"/>
                                <a:gd name="connsiteX197" fmla="*/ 6668 w 84772"/>
                                <a:gd name="connsiteY197" fmla="*/ 22860 h 65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84772" h="65722">
                                  <a:moveTo>
                                    <a:pt x="6668" y="22860"/>
                                  </a:moveTo>
                                  <a:cubicBezTo>
                                    <a:pt x="6668" y="22860"/>
                                    <a:pt x="6668" y="23813"/>
                                    <a:pt x="6668" y="22860"/>
                                  </a:cubicBezTo>
                                  <a:cubicBezTo>
                                    <a:pt x="7620" y="22860"/>
                                    <a:pt x="7620" y="23813"/>
                                    <a:pt x="8573" y="25718"/>
                                  </a:cubicBezTo>
                                  <a:cubicBezTo>
                                    <a:pt x="9525" y="27622"/>
                                    <a:pt x="10477" y="29528"/>
                                    <a:pt x="11430" y="32385"/>
                                  </a:cubicBezTo>
                                  <a:cubicBezTo>
                                    <a:pt x="12382" y="35243"/>
                                    <a:pt x="13335" y="38100"/>
                                    <a:pt x="14288" y="41910"/>
                                  </a:cubicBezTo>
                                  <a:cubicBezTo>
                                    <a:pt x="14288" y="42863"/>
                                    <a:pt x="15240" y="43815"/>
                                    <a:pt x="15240" y="44768"/>
                                  </a:cubicBezTo>
                                  <a:cubicBezTo>
                                    <a:pt x="15240" y="44768"/>
                                    <a:pt x="15240" y="45720"/>
                                    <a:pt x="15240" y="45720"/>
                                  </a:cubicBezTo>
                                  <a:lnTo>
                                    <a:pt x="15240" y="45720"/>
                                  </a:lnTo>
                                  <a:lnTo>
                                    <a:pt x="15240" y="45720"/>
                                  </a:lnTo>
                                  <a:lnTo>
                                    <a:pt x="15240" y="46672"/>
                                  </a:lnTo>
                                  <a:cubicBezTo>
                                    <a:pt x="16193" y="48578"/>
                                    <a:pt x="16193" y="50483"/>
                                    <a:pt x="17145" y="51435"/>
                                  </a:cubicBezTo>
                                  <a:cubicBezTo>
                                    <a:pt x="17145" y="52388"/>
                                    <a:pt x="18098" y="53340"/>
                                    <a:pt x="18098" y="53340"/>
                                  </a:cubicBezTo>
                                  <a:cubicBezTo>
                                    <a:pt x="18098" y="54293"/>
                                    <a:pt x="19050" y="54293"/>
                                    <a:pt x="19050" y="55245"/>
                                  </a:cubicBezTo>
                                  <a:cubicBezTo>
                                    <a:pt x="19050" y="55245"/>
                                    <a:pt x="19050" y="56197"/>
                                    <a:pt x="20002" y="56197"/>
                                  </a:cubicBezTo>
                                  <a:cubicBezTo>
                                    <a:pt x="20002" y="56197"/>
                                    <a:pt x="20002" y="57150"/>
                                    <a:pt x="20955" y="57150"/>
                                  </a:cubicBezTo>
                                  <a:cubicBezTo>
                                    <a:pt x="20955" y="58103"/>
                                    <a:pt x="21907" y="58103"/>
                                    <a:pt x="21907" y="59055"/>
                                  </a:cubicBezTo>
                                  <a:cubicBezTo>
                                    <a:pt x="22860" y="60008"/>
                                    <a:pt x="23813" y="60960"/>
                                    <a:pt x="23813" y="61913"/>
                                  </a:cubicBezTo>
                                  <a:cubicBezTo>
                                    <a:pt x="24765" y="62865"/>
                                    <a:pt x="24765" y="62865"/>
                                    <a:pt x="25718" y="63818"/>
                                  </a:cubicBezTo>
                                  <a:cubicBezTo>
                                    <a:pt x="25718" y="64770"/>
                                    <a:pt x="26670" y="64770"/>
                                    <a:pt x="26670" y="64770"/>
                                  </a:cubicBezTo>
                                  <a:cubicBezTo>
                                    <a:pt x="26670" y="64770"/>
                                    <a:pt x="27623" y="64770"/>
                                    <a:pt x="27623" y="65722"/>
                                  </a:cubicBezTo>
                                  <a:cubicBezTo>
                                    <a:pt x="27623" y="65722"/>
                                    <a:pt x="27623" y="65722"/>
                                    <a:pt x="27623" y="65722"/>
                                  </a:cubicBezTo>
                                  <a:lnTo>
                                    <a:pt x="27623" y="65722"/>
                                  </a:lnTo>
                                  <a:cubicBezTo>
                                    <a:pt x="27623" y="65722"/>
                                    <a:pt x="27623" y="65722"/>
                                    <a:pt x="27623" y="65722"/>
                                  </a:cubicBezTo>
                                  <a:cubicBezTo>
                                    <a:pt x="27623" y="65722"/>
                                    <a:pt x="27623" y="65722"/>
                                    <a:pt x="26670" y="64770"/>
                                  </a:cubicBezTo>
                                  <a:cubicBezTo>
                                    <a:pt x="26670" y="64770"/>
                                    <a:pt x="25718" y="63818"/>
                                    <a:pt x="25718" y="63818"/>
                                  </a:cubicBezTo>
                                  <a:cubicBezTo>
                                    <a:pt x="25718" y="62865"/>
                                    <a:pt x="24765" y="62865"/>
                                    <a:pt x="23813" y="61913"/>
                                  </a:cubicBezTo>
                                  <a:cubicBezTo>
                                    <a:pt x="22860" y="60960"/>
                                    <a:pt x="22860" y="60008"/>
                                    <a:pt x="21907" y="59055"/>
                                  </a:cubicBezTo>
                                  <a:cubicBezTo>
                                    <a:pt x="21907" y="58103"/>
                                    <a:pt x="20955" y="58103"/>
                                    <a:pt x="20955" y="57150"/>
                                  </a:cubicBezTo>
                                  <a:cubicBezTo>
                                    <a:pt x="20955" y="57150"/>
                                    <a:pt x="20955" y="56197"/>
                                    <a:pt x="20002" y="56197"/>
                                  </a:cubicBezTo>
                                  <a:cubicBezTo>
                                    <a:pt x="20002" y="56197"/>
                                    <a:pt x="20002" y="55245"/>
                                    <a:pt x="19050" y="55245"/>
                                  </a:cubicBezTo>
                                  <a:cubicBezTo>
                                    <a:pt x="19050" y="54293"/>
                                    <a:pt x="18098" y="54293"/>
                                    <a:pt x="18098" y="53340"/>
                                  </a:cubicBezTo>
                                  <a:cubicBezTo>
                                    <a:pt x="18098" y="52388"/>
                                    <a:pt x="17145" y="51435"/>
                                    <a:pt x="17145" y="51435"/>
                                  </a:cubicBezTo>
                                  <a:cubicBezTo>
                                    <a:pt x="16193" y="49530"/>
                                    <a:pt x="16193" y="48578"/>
                                    <a:pt x="15240" y="46672"/>
                                  </a:cubicBezTo>
                                  <a:lnTo>
                                    <a:pt x="15240" y="45720"/>
                                  </a:lnTo>
                                  <a:lnTo>
                                    <a:pt x="15240" y="45720"/>
                                  </a:lnTo>
                                  <a:lnTo>
                                    <a:pt x="15240" y="45720"/>
                                  </a:lnTo>
                                  <a:cubicBezTo>
                                    <a:pt x="15240" y="45720"/>
                                    <a:pt x="15240" y="44768"/>
                                    <a:pt x="15240" y="44768"/>
                                  </a:cubicBezTo>
                                  <a:cubicBezTo>
                                    <a:pt x="15240" y="43815"/>
                                    <a:pt x="14288" y="42863"/>
                                    <a:pt x="14288" y="41910"/>
                                  </a:cubicBezTo>
                                  <a:cubicBezTo>
                                    <a:pt x="13335" y="38100"/>
                                    <a:pt x="12382" y="35243"/>
                                    <a:pt x="11430" y="32385"/>
                                  </a:cubicBezTo>
                                  <a:cubicBezTo>
                                    <a:pt x="10477" y="28575"/>
                                    <a:pt x="9525" y="25718"/>
                                    <a:pt x="8573" y="23813"/>
                                  </a:cubicBezTo>
                                  <a:cubicBezTo>
                                    <a:pt x="8573" y="23813"/>
                                    <a:pt x="9525" y="23813"/>
                                    <a:pt x="9525" y="23813"/>
                                  </a:cubicBezTo>
                                  <a:cubicBezTo>
                                    <a:pt x="10477" y="23813"/>
                                    <a:pt x="10477" y="23813"/>
                                    <a:pt x="11430" y="24765"/>
                                  </a:cubicBezTo>
                                  <a:cubicBezTo>
                                    <a:pt x="12382" y="24765"/>
                                    <a:pt x="13335" y="24765"/>
                                    <a:pt x="14288" y="25718"/>
                                  </a:cubicBezTo>
                                  <a:cubicBezTo>
                                    <a:pt x="16193" y="25718"/>
                                    <a:pt x="18098" y="26670"/>
                                    <a:pt x="20002" y="27622"/>
                                  </a:cubicBezTo>
                                  <a:cubicBezTo>
                                    <a:pt x="20002" y="27622"/>
                                    <a:pt x="20955" y="27622"/>
                                    <a:pt x="20955" y="27622"/>
                                  </a:cubicBezTo>
                                  <a:cubicBezTo>
                                    <a:pt x="20955" y="27622"/>
                                    <a:pt x="20955" y="27622"/>
                                    <a:pt x="20955" y="27622"/>
                                  </a:cubicBezTo>
                                  <a:cubicBezTo>
                                    <a:pt x="21907" y="28575"/>
                                    <a:pt x="22860" y="28575"/>
                                    <a:pt x="22860" y="29528"/>
                                  </a:cubicBezTo>
                                  <a:cubicBezTo>
                                    <a:pt x="23813" y="30480"/>
                                    <a:pt x="24765" y="31433"/>
                                    <a:pt x="25718" y="32385"/>
                                  </a:cubicBezTo>
                                  <a:cubicBezTo>
                                    <a:pt x="27623" y="34290"/>
                                    <a:pt x="29527" y="38100"/>
                                    <a:pt x="30480" y="40958"/>
                                  </a:cubicBezTo>
                                  <a:cubicBezTo>
                                    <a:pt x="31432" y="42863"/>
                                    <a:pt x="32385" y="43815"/>
                                    <a:pt x="33338" y="45720"/>
                                  </a:cubicBezTo>
                                  <a:cubicBezTo>
                                    <a:pt x="33338" y="46672"/>
                                    <a:pt x="34290" y="47625"/>
                                    <a:pt x="34290" y="47625"/>
                                  </a:cubicBezTo>
                                  <a:cubicBezTo>
                                    <a:pt x="34290" y="48578"/>
                                    <a:pt x="35243" y="48578"/>
                                    <a:pt x="35243" y="49530"/>
                                  </a:cubicBezTo>
                                  <a:cubicBezTo>
                                    <a:pt x="36195" y="50483"/>
                                    <a:pt x="37148" y="52388"/>
                                    <a:pt x="37148" y="53340"/>
                                  </a:cubicBezTo>
                                  <a:cubicBezTo>
                                    <a:pt x="37148" y="54293"/>
                                    <a:pt x="38100" y="54293"/>
                                    <a:pt x="38100" y="55245"/>
                                  </a:cubicBezTo>
                                  <a:cubicBezTo>
                                    <a:pt x="38100" y="55245"/>
                                    <a:pt x="39052" y="56197"/>
                                    <a:pt x="39052" y="56197"/>
                                  </a:cubicBezTo>
                                  <a:cubicBezTo>
                                    <a:pt x="40005" y="57150"/>
                                    <a:pt x="40957" y="58103"/>
                                    <a:pt x="41910" y="58103"/>
                                  </a:cubicBezTo>
                                  <a:cubicBezTo>
                                    <a:pt x="41910" y="58103"/>
                                    <a:pt x="41910" y="58103"/>
                                    <a:pt x="41910" y="58103"/>
                                  </a:cubicBezTo>
                                  <a:cubicBezTo>
                                    <a:pt x="41910" y="58103"/>
                                    <a:pt x="41910" y="58103"/>
                                    <a:pt x="41910" y="58103"/>
                                  </a:cubicBezTo>
                                  <a:cubicBezTo>
                                    <a:pt x="41910" y="58103"/>
                                    <a:pt x="41910" y="58103"/>
                                    <a:pt x="41910" y="58103"/>
                                  </a:cubicBezTo>
                                  <a:cubicBezTo>
                                    <a:pt x="41910" y="58103"/>
                                    <a:pt x="41910" y="58103"/>
                                    <a:pt x="41910" y="58103"/>
                                  </a:cubicBezTo>
                                  <a:cubicBezTo>
                                    <a:pt x="41910" y="58103"/>
                                    <a:pt x="41910" y="58103"/>
                                    <a:pt x="41910" y="58103"/>
                                  </a:cubicBezTo>
                                  <a:cubicBezTo>
                                    <a:pt x="41910" y="58103"/>
                                    <a:pt x="42863" y="58103"/>
                                    <a:pt x="42863" y="58103"/>
                                  </a:cubicBezTo>
                                  <a:cubicBezTo>
                                    <a:pt x="42863" y="58103"/>
                                    <a:pt x="41910" y="58103"/>
                                    <a:pt x="41910" y="58103"/>
                                  </a:cubicBezTo>
                                  <a:cubicBezTo>
                                    <a:pt x="41910" y="58103"/>
                                    <a:pt x="41910" y="58103"/>
                                    <a:pt x="41910" y="58103"/>
                                  </a:cubicBezTo>
                                  <a:cubicBezTo>
                                    <a:pt x="41910" y="58103"/>
                                    <a:pt x="41910" y="58103"/>
                                    <a:pt x="41910" y="58103"/>
                                  </a:cubicBezTo>
                                  <a:cubicBezTo>
                                    <a:pt x="41910" y="58103"/>
                                    <a:pt x="41910" y="58103"/>
                                    <a:pt x="41910" y="58103"/>
                                  </a:cubicBezTo>
                                  <a:cubicBezTo>
                                    <a:pt x="41910" y="58103"/>
                                    <a:pt x="41910" y="58103"/>
                                    <a:pt x="41910" y="58103"/>
                                  </a:cubicBezTo>
                                  <a:cubicBezTo>
                                    <a:pt x="41910" y="58103"/>
                                    <a:pt x="41910" y="58103"/>
                                    <a:pt x="41910" y="58103"/>
                                  </a:cubicBezTo>
                                  <a:cubicBezTo>
                                    <a:pt x="40957" y="58103"/>
                                    <a:pt x="40005" y="57150"/>
                                    <a:pt x="39052" y="55245"/>
                                  </a:cubicBezTo>
                                  <a:cubicBezTo>
                                    <a:pt x="39052" y="55245"/>
                                    <a:pt x="38100" y="54293"/>
                                    <a:pt x="38100" y="54293"/>
                                  </a:cubicBezTo>
                                  <a:cubicBezTo>
                                    <a:pt x="38100" y="54293"/>
                                    <a:pt x="37148" y="53340"/>
                                    <a:pt x="37148" y="52388"/>
                                  </a:cubicBezTo>
                                  <a:cubicBezTo>
                                    <a:pt x="36195" y="51435"/>
                                    <a:pt x="35243" y="50483"/>
                                    <a:pt x="35243" y="48578"/>
                                  </a:cubicBezTo>
                                  <a:cubicBezTo>
                                    <a:pt x="35243" y="47625"/>
                                    <a:pt x="34290" y="47625"/>
                                    <a:pt x="34290" y="46672"/>
                                  </a:cubicBezTo>
                                  <a:cubicBezTo>
                                    <a:pt x="34290" y="45720"/>
                                    <a:pt x="33338" y="44768"/>
                                    <a:pt x="33338" y="44768"/>
                                  </a:cubicBezTo>
                                  <a:cubicBezTo>
                                    <a:pt x="32385" y="42863"/>
                                    <a:pt x="31432" y="41910"/>
                                    <a:pt x="31432" y="40005"/>
                                  </a:cubicBezTo>
                                  <a:cubicBezTo>
                                    <a:pt x="29527" y="37147"/>
                                    <a:pt x="28575" y="33338"/>
                                    <a:pt x="26670" y="31433"/>
                                  </a:cubicBezTo>
                                  <a:cubicBezTo>
                                    <a:pt x="25718" y="30480"/>
                                    <a:pt x="24765" y="28575"/>
                                    <a:pt x="23813" y="28575"/>
                                  </a:cubicBezTo>
                                  <a:cubicBezTo>
                                    <a:pt x="23813" y="28575"/>
                                    <a:pt x="23813" y="28575"/>
                                    <a:pt x="23813" y="28575"/>
                                  </a:cubicBezTo>
                                  <a:cubicBezTo>
                                    <a:pt x="24765" y="28575"/>
                                    <a:pt x="24765" y="28575"/>
                                    <a:pt x="25718" y="29528"/>
                                  </a:cubicBezTo>
                                  <a:cubicBezTo>
                                    <a:pt x="27623" y="30480"/>
                                    <a:pt x="30480" y="30480"/>
                                    <a:pt x="32385" y="31433"/>
                                  </a:cubicBezTo>
                                  <a:cubicBezTo>
                                    <a:pt x="34290" y="31433"/>
                                    <a:pt x="36195" y="32385"/>
                                    <a:pt x="38100" y="33338"/>
                                  </a:cubicBezTo>
                                  <a:cubicBezTo>
                                    <a:pt x="38100" y="33338"/>
                                    <a:pt x="38100" y="33338"/>
                                    <a:pt x="38100" y="33338"/>
                                  </a:cubicBezTo>
                                  <a:cubicBezTo>
                                    <a:pt x="38100" y="33338"/>
                                    <a:pt x="39052" y="33338"/>
                                    <a:pt x="39052" y="34290"/>
                                  </a:cubicBezTo>
                                  <a:cubicBezTo>
                                    <a:pt x="40005" y="35243"/>
                                    <a:pt x="40957" y="36195"/>
                                    <a:pt x="41910" y="38100"/>
                                  </a:cubicBezTo>
                                  <a:cubicBezTo>
                                    <a:pt x="42863" y="39053"/>
                                    <a:pt x="42863" y="40005"/>
                                    <a:pt x="43815" y="40958"/>
                                  </a:cubicBezTo>
                                  <a:cubicBezTo>
                                    <a:pt x="44768" y="41910"/>
                                    <a:pt x="44768" y="42863"/>
                                    <a:pt x="45720" y="43815"/>
                                  </a:cubicBezTo>
                                  <a:cubicBezTo>
                                    <a:pt x="45720" y="43815"/>
                                    <a:pt x="46673" y="44768"/>
                                    <a:pt x="46673" y="44768"/>
                                  </a:cubicBezTo>
                                  <a:cubicBezTo>
                                    <a:pt x="46673" y="44768"/>
                                    <a:pt x="47625" y="45720"/>
                                    <a:pt x="47625" y="45720"/>
                                  </a:cubicBezTo>
                                  <a:cubicBezTo>
                                    <a:pt x="47625" y="45720"/>
                                    <a:pt x="48577" y="46672"/>
                                    <a:pt x="48577" y="46672"/>
                                  </a:cubicBezTo>
                                  <a:cubicBezTo>
                                    <a:pt x="48577" y="46672"/>
                                    <a:pt x="49530" y="47625"/>
                                    <a:pt x="49530" y="47625"/>
                                  </a:cubicBezTo>
                                  <a:cubicBezTo>
                                    <a:pt x="50482" y="48578"/>
                                    <a:pt x="51435" y="49530"/>
                                    <a:pt x="52388" y="50483"/>
                                  </a:cubicBezTo>
                                  <a:cubicBezTo>
                                    <a:pt x="53340" y="51435"/>
                                    <a:pt x="54293" y="52388"/>
                                    <a:pt x="55245" y="52388"/>
                                  </a:cubicBezTo>
                                  <a:cubicBezTo>
                                    <a:pt x="55245" y="52388"/>
                                    <a:pt x="56198" y="53340"/>
                                    <a:pt x="56198" y="53340"/>
                                  </a:cubicBezTo>
                                  <a:cubicBezTo>
                                    <a:pt x="56198" y="53340"/>
                                    <a:pt x="57150" y="54293"/>
                                    <a:pt x="57150" y="54293"/>
                                  </a:cubicBezTo>
                                  <a:cubicBezTo>
                                    <a:pt x="57150" y="54293"/>
                                    <a:pt x="57150" y="54293"/>
                                    <a:pt x="58102" y="55245"/>
                                  </a:cubicBezTo>
                                  <a:cubicBezTo>
                                    <a:pt x="58102" y="55245"/>
                                    <a:pt x="58102" y="55245"/>
                                    <a:pt x="59055" y="56197"/>
                                  </a:cubicBezTo>
                                  <a:cubicBezTo>
                                    <a:pt x="59055" y="56197"/>
                                    <a:pt x="59055" y="56197"/>
                                    <a:pt x="59055" y="56197"/>
                                  </a:cubicBezTo>
                                  <a:cubicBezTo>
                                    <a:pt x="59055" y="56197"/>
                                    <a:pt x="58102" y="55245"/>
                                    <a:pt x="58102" y="55245"/>
                                  </a:cubicBezTo>
                                  <a:cubicBezTo>
                                    <a:pt x="58102" y="55245"/>
                                    <a:pt x="57150" y="54293"/>
                                    <a:pt x="57150" y="54293"/>
                                  </a:cubicBezTo>
                                  <a:cubicBezTo>
                                    <a:pt x="57150" y="54293"/>
                                    <a:pt x="56198" y="53340"/>
                                    <a:pt x="56198" y="53340"/>
                                  </a:cubicBezTo>
                                  <a:cubicBezTo>
                                    <a:pt x="55245" y="52388"/>
                                    <a:pt x="54293" y="51435"/>
                                    <a:pt x="53340" y="50483"/>
                                  </a:cubicBezTo>
                                  <a:cubicBezTo>
                                    <a:pt x="52388" y="49530"/>
                                    <a:pt x="51435" y="48578"/>
                                    <a:pt x="50482" y="47625"/>
                                  </a:cubicBezTo>
                                  <a:lnTo>
                                    <a:pt x="49530" y="46672"/>
                                  </a:lnTo>
                                  <a:lnTo>
                                    <a:pt x="48577" y="45720"/>
                                  </a:lnTo>
                                  <a:cubicBezTo>
                                    <a:pt x="48577" y="45720"/>
                                    <a:pt x="47625" y="44768"/>
                                    <a:pt x="47625" y="44768"/>
                                  </a:cubicBezTo>
                                  <a:cubicBezTo>
                                    <a:pt x="47625" y="44768"/>
                                    <a:pt x="46673" y="43815"/>
                                    <a:pt x="46673" y="43815"/>
                                  </a:cubicBezTo>
                                  <a:cubicBezTo>
                                    <a:pt x="46673" y="42863"/>
                                    <a:pt x="45720" y="42863"/>
                                    <a:pt x="45720" y="41910"/>
                                  </a:cubicBezTo>
                                  <a:cubicBezTo>
                                    <a:pt x="44768" y="40958"/>
                                    <a:pt x="44768" y="40005"/>
                                    <a:pt x="43815" y="39053"/>
                                  </a:cubicBezTo>
                                  <a:cubicBezTo>
                                    <a:pt x="42863" y="38100"/>
                                    <a:pt x="42863" y="37147"/>
                                    <a:pt x="41910" y="36195"/>
                                  </a:cubicBezTo>
                                  <a:cubicBezTo>
                                    <a:pt x="40957" y="35243"/>
                                    <a:pt x="40957" y="34290"/>
                                    <a:pt x="40005" y="33338"/>
                                  </a:cubicBezTo>
                                  <a:cubicBezTo>
                                    <a:pt x="40957" y="33338"/>
                                    <a:pt x="42863" y="34290"/>
                                    <a:pt x="43815" y="34290"/>
                                  </a:cubicBezTo>
                                  <a:cubicBezTo>
                                    <a:pt x="45720" y="35243"/>
                                    <a:pt x="48577" y="35243"/>
                                    <a:pt x="50482" y="36195"/>
                                  </a:cubicBezTo>
                                  <a:cubicBezTo>
                                    <a:pt x="51435" y="36195"/>
                                    <a:pt x="52388" y="37147"/>
                                    <a:pt x="54293" y="37147"/>
                                  </a:cubicBezTo>
                                  <a:cubicBezTo>
                                    <a:pt x="55245" y="38100"/>
                                    <a:pt x="56198" y="38100"/>
                                    <a:pt x="57150" y="38100"/>
                                  </a:cubicBezTo>
                                  <a:cubicBezTo>
                                    <a:pt x="59055" y="39053"/>
                                    <a:pt x="60960" y="40005"/>
                                    <a:pt x="62865" y="40958"/>
                                  </a:cubicBezTo>
                                  <a:cubicBezTo>
                                    <a:pt x="63818" y="41910"/>
                                    <a:pt x="64770" y="41910"/>
                                    <a:pt x="65723" y="42863"/>
                                  </a:cubicBezTo>
                                  <a:cubicBezTo>
                                    <a:pt x="66675" y="43815"/>
                                    <a:pt x="67627" y="43815"/>
                                    <a:pt x="67627" y="44768"/>
                                  </a:cubicBezTo>
                                  <a:cubicBezTo>
                                    <a:pt x="67627" y="44768"/>
                                    <a:pt x="67627" y="44768"/>
                                    <a:pt x="67627" y="44768"/>
                                  </a:cubicBezTo>
                                  <a:lnTo>
                                    <a:pt x="67627" y="44768"/>
                                  </a:lnTo>
                                  <a:cubicBezTo>
                                    <a:pt x="66675" y="43815"/>
                                    <a:pt x="65723" y="43815"/>
                                    <a:pt x="64770" y="42863"/>
                                  </a:cubicBezTo>
                                  <a:cubicBezTo>
                                    <a:pt x="63818" y="41910"/>
                                    <a:pt x="62865" y="41910"/>
                                    <a:pt x="61913" y="40958"/>
                                  </a:cubicBezTo>
                                  <a:cubicBezTo>
                                    <a:pt x="60007" y="40005"/>
                                    <a:pt x="58102" y="39053"/>
                                    <a:pt x="56198" y="38100"/>
                                  </a:cubicBezTo>
                                  <a:cubicBezTo>
                                    <a:pt x="55245" y="38100"/>
                                    <a:pt x="55245" y="38100"/>
                                    <a:pt x="54293" y="37147"/>
                                  </a:cubicBezTo>
                                  <a:cubicBezTo>
                                    <a:pt x="53340" y="37147"/>
                                    <a:pt x="53340" y="36195"/>
                                    <a:pt x="52388" y="36195"/>
                                  </a:cubicBezTo>
                                  <a:cubicBezTo>
                                    <a:pt x="51435" y="36195"/>
                                    <a:pt x="51435" y="35243"/>
                                    <a:pt x="50482" y="35243"/>
                                  </a:cubicBezTo>
                                  <a:cubicBezTo>
                                    <a:pt x="49530" y="35243"/>
                                    <a:pt x="49530" y="35243"/>
                                    <a:pt x="48577" y="34290"/>
                                  </a:cubicBezTo>
                                  <a:cubicBezTo>
                                    <a:pt x="46673" y="33338"/>
                                    <a:pt x="43815" y="32385"/>
                                    <a:pt x="41910" y="32385"/>
                                  </a:cubicBezTo>
                                  <a:cubicBezTo>
                                    <a:pt x="40005" y="31433"/>
                                    <a:pt x="37148" y="30480"/>
                                    <a:pt x="35243" y="30480"/>
                                  </a:cubicBezTo>
                                  <a:cubicBezTo>
                                    <a:pt x="33338" y="29528"/>
                                    <a:pt x="31432" y="29528"/>
                                    <a:pt x="30480" y="28575"/>
                                  </a:cubicBezTo>
                                  <a:cubicBezTo>
                                    <a:pt x="30480" y="28575"/>
                                    <a:pt x="31432" y="28575"/>
                                    <a:pt x="31432" y="28575"/>
                                  </a:cubicBezTo>
                                  <a:cubicBezTo>
                                    <a:pt x="32385" y="28575"/>
                                    <a:pt x="34290" y="27622"/>
                                    <a:pt x="35243" y="27622"/>
                                  </a:cubicBezTo>
                                  <a:cubicBezTo>
                                    <a:pt x="38100" y="26670"/>
                                    <a:pt x="40957" y="24765"/>
                                    <a:pt x="44768" y="23813"/>
                                  </a:cubicBezTo>
                                  <a:cubicBezTo>
                                    <a:pt x="46673" y="22860"/>
                                    <a:pt x="48577" y="21908"/>
                                    <a:pt x="50482" y="21908"/>
                                  </a:cubicBezTo>
                                  <a:cubicBezTo>
                                    <a:pt x="52388" y="20955"/>
                                    <a:pt x="54293" y="20955"/>
                                    <a:pt x="56198" y="20003"/>
                                  </a:cubicBezTo>
                                  <a:cubicBezTo>
                                    <a:pt x="58102" y="20003"/>
                                    <a:pt x="60960" y="19050"/>
                                    <a:pt x="62865" y="19050"/>
                                  </a:cubicBezTo>
                                  <a:cubicBezTo>
                                    <a:pt x="64770" y="19050"/>
                                    <a:pt x="67627" y="19050"/>
                                    <a:pt x="69532" y="20003"/>
                                  </a:cubicBezTo>
                                  <a:cubicBezTo>
                                    <a:pt x="70485" y="20003"/>
                                    <a:pt x="71438" y="20955"/>
                                    <a:pt x="73343" y="20955"/>
                                  </a:cubicBezTo>
                                  <a:cubicBezTo>
                                    <a:pt x="74295" y="20955"/>
                                    <a:pt x="75248" y="21908"/>
                                    <a:pt x="77152" y="21908"/>
                                  </a:cubicBezTo>
                                  <a:cubicBezTo>
                                    <a:pt x="78105" y="21908"/>
                                    <a:pt x="78105" y="22860"/>
                                    <a:pt x="79057" y="22860"/>
                                  </a:cubicBezTo>
                                  <a:cubicBezTo>
                                    <a:pt x="80010" y="22860"/>
                                    <a:pt x="80010" y="23813"/>
                                    <a:pt x="80963" y="23813"/>
                                  </a:cubicBezTo>
                                  <a:cubicBezTo>
                                    <a:pt x="81915" y="24765"/>
                                    <a:pt x="82868" y="24765"/>
                                    <a:pt x="83820" y="25718"/>
                                  </a:cubicBezTo>
                                  <a:cubicBezTo>
                                    <a:pt x="83820" y="25718"/>
                                    <a:pt x="83820" y="25718"/>
                                    <a:pt x="84773" y="25718"/>
                                  </a:cubicBezTo>
                                  <a:cubicBezTo>
                                    <a:pt x="84773" y="25718"/>
                                    <a:pt x="84773" y="25718"/>
                                    <a:pt x="84773" y="25718"/>
                                  </a:cubicBezTo>
                                  <a:lnTo>
                                    <a:pt x="83820" y="25718"/>
                                  </a:lnTo>
                                  <a:cubicBezTo>
                                    <a:pt x="81915" y="24765"/>
                                    <a:pt x="80010" y="22860"/>
                                    <a:pt x="77152" y="21908"/>
                                  </a:cubicBezTo>
                                  <a:cubicBezTo>
                                    <a:pt x="75248" y="20955"/>
                                    <a:pt x="72390" y="20003"/>
                                    <a:pt x="70485" y="19050"/>
                                  </a:cubicBezTo>
                                  <a:cubicBezTo>
                                    <a:pt x="68580" y="18097"/>
                                    <a:pt x="65723" y="18097"/>
                                    <a:pt x="63818" y="18097"/>
                                  </a:cubicBezTo>
                                  <a:cubicBezTo>
                                    <a:pt x="61913" y="18097"/>
                                    <a:pt x="59055" y="18097"/>
                                    <a:pt x="57150" y="18097"/>
                                  </a:cubicBezTo>
                                  <a:cubicBezTo>
                                    <a:pt x="55245" y="18097"/>
                                    <a:pt x="53340" y="19050"/>
                                    <a:pt x="51435" y="20003"/>
                                  </a:cubicBezTo>
                                  <a:cubicBezTo>
                                    <a:pt x="49530" y="20955"/>
                                    <a:pt x="47625" y="20955"/>
                                    <a:pt x="45720" y="21908"/>
                                  </a:cubicBezTo>
                                  <a:cubicBezTo>
                                    <a:pt x="41910" y="22860"/>
                                    <a:pt x="39052" y="24765"/>
                                    <a:pt x="36195" y="25718"/>
                                  </a:cubicBezTo>
                                  <a:cubicBezTo>
                                    <a:pt x="35243" y="25718"/>
                                    <a:pt x="33338" y="26670"/>
                                    <a:pt x="32385" y="26670"/>
                                  </a:cubicBezTo>
                                  <a:cubicBezTo>
                                    <a:pt x="31432" y="26670"/>
                                    <a:pt x="30480" y="26670"/>
                                    <a:pt x="29527" y="26670"/>
                                  </a:cubicBezTo>
                                  <a:cubicBezTo>
                                    <a:pt x="28575" y="26670"/>
                                    <a:pt x="28575" y="26670"/>
                                    <a:pt x="27623" y="26670"/>
                                  </a:cubicBezTo>
                                  <a:cubicBezTo>
                                    <a:pt x="25718" y="26670"/>
                                    <a:pt x="24765" y="25718"/>
                                    <a:pt x="22860" y="25718"/>
                                  </a:cubicBezTo>
                                  <a:cubicBezTo>
                                    <a:pt x="21907" y="25718"/>
                                    <a:pt x="20955" y="24765"/>
                                    <a:pt x="20002" y="24765"/>
                                  </a:cubicBezTo>
                                  <a:cubicBezTo>
                                    <a:pt x="19050" y="24765"/>
                                    <a:pt x="18098" y="23813"/>
                                    <a:pt x="17145" y="23813"/>
                                  </a:cubicBezTo>
                                  <a:cubicBezTo>
                                    <a:pt x="15240" y="22860"/>
                                    <a:pt x="13335" y="22860"/>
                                    <a:pt x="11430" y="21908"/>
                                  </a:cubicBezTo>
                                  <a:cubicBezTo>
                                    <a:pt x="11430" y="21908"/>
                                    <a:pt x="11430" y="21908"/>
                                    <a:pt x="10477" y="21908"/>
                                  </a:cubicBezTo>
                                  <a:cubicBezTo>
                                    <a:pt x="10477" y="21908"/>
                                    <a:pt x="10477" y="21908"/>
                                    <a:pt x="11430" y="21908"/>
                                  </a:cubicBezTo>
                                  <a:cubicBezTo>
                                    <a:pt x="12382" y="20955"/>
                                    <a:pt x="13335" y="20955"/>
                                    <a:pt x="14288" y="20003"/>
                                  </a:cubicBezTo>
                                  <a:cubicBezTo>
                                    <a:pt x="15240" y="20003"/>
                                    <a:pt x="15240" y="19050"/>
                                    <a:pt x="16193" y="19050"/>
                                  </a:cubicBezTo>
                                  <a:cubicBezTo>
                                    <a:pt x="17145" y="19050"/>
                                    <a:pt x="17145" y="18097"/>
                                    <a:pt x="18098" y="18097"/>
                                  </a:cubicBezTo>
                                  <a:cubicBezTo>
                                    <a:pt x="19050" y="17145"/>
                                    <a:pt x="20955" y="16193"/>
                                    <a:pt x="22860" y="15240"/>
                                  </a:cubicBezTo>
                                  <a:cubicBezTo>
                                    <a:pt x="24765" y="14288"/>
                                    <a:pt x="26670" y="13335"/>
                                    <a:pt x="28575" y="11430"/>
                                  </a:cubicBezTo>
                                  <a:cubicBezTo>
                                    <a:pt x="30480" y="10478"/>
                                    <a:pt x="32385" y="9525"/>
                                    <a:pt x="34290" y="7620"/>
                                  </a:cubicBezTo>
                                  <a:cubicBezTo>
                                    <a:pt x="36195" y="6668"/>
                                    <a:pt x="38100" y="5715"/>
                                    <a:pt x="40957" y="4763"/>
                                  </a:cubicBezTo>
                                  <a:cubicBezTo>
                                    <a:pt x="42863" y="3810"/>
                                    <a:pt x="45720" y="2858"/>
                                    <a:pt x="47625" y="1905"/>
                                  </a:cubicBezTo>
                                  <a:cubicBezTo>
                                    <a:pt x="49530" y="953"/>
                                    <a:pt x="52388" y="953"/>
                                    <a:pt x="55245" y="0"/>
                                  </a:cubicBezTo>
                                  <a:cubicBezTo>
                                    <a:pt x="56198" y="0"/>
                                    <a:pt x="58102" y="0"/>
                                    <a:pt x="59055" y="0"/>
                                  </a:cubicBezTo>
                                  <a:cubicBezTo>
                                    <a:pt x="60007" y="0"/>
                                    <a:pt x="61913" y="0"/>
                                    <a:pt x="62865" y="0"/>
                                  </a:cubicBezTo>
                                  <a:cubicBezTo>
                                    <a:pt x="63818" y="0"/>
                                    <a:pt x="65723" y="0"/>
                                    <a:pt x="66675" y="0"/>
                                  </a:cubicBezTo>
                                  <a:cubicBezTo>
                                    <a:pt x="67627" y="0"/>
                                    <a:pt x="69532" y="953"/>
                                    <a:pt x="70485" y="953"/>
                                  </a:cubicBezTo>
                                  <a:cubicBezTo>
                                    <a:pt x="71438" y="953"/>
                                    <a:pt x="72390" y="1905"/>
                                    <a:pt x="74295" y="1905"/>
                                  </a:cubicBezTo>
                                  <a:cubicBezTo>
                                    <a:pt x="75248" y="1905"/>
                                    <a:pt x="75248" y="2858"/>
                                    <a:pt x="76200" y="2858"/>
                                  </a:cubicBezTo>
                                  <a:cubicBezTo>
                                    <a:pt x="76200" y="2858"/>
                                    <a:pt x="76200" y="2858"/>
                                    <a:pt x="75248" y="2858"/>
                                  </a:cubicBezTo>
                                  <a:cubicBezTo>
                                    <a:pt x="74295" y="2858"/>
                                    <a:pt x="74295" y="2858"/>
                                    <a:pt x="73343" y="1905"/>
                                  </a:cubicBezTo>
                                  <a:cubicBezTo>
                                    <a:pt x="72390" y="1905"/>
                                    <a:pt x="71438" y="953"/>
                                    <a:pt x="69532" y="953"/>
                                  </a:cubicBezTo>
                                  <a:cubicBezTo>
                                    <a:pt x="68580" y="953"/>
                                    <a:pt x="66675" y="0"/>
                                    <a:pt x="65723" y="0"/>
                                  </a:cubicBezTo>
                                  <a:cubicBezTo>
                                    <a:pt x="64770" y="0"/>
                                    <a:pt x="62865" y="0"/>
                                    <a:pt x="61913" y="0"/>
                                  </a:cubicBezTo>
                                  <a:cubicBezTo>
                                    <a:pt x="60960" y="0"/>
                                    <a:pt x="59055" y="0"/>
                                    <a:pt x="58102" y="0"/>
                                  </a:cubicBezTo>
                                  <a:cubicBezTo>
                                    <a:pt x="57150" y="0"/>
                                    <a:pt x="55245" y="0"/>
                                    <a:pt x="54293" y="0"/>
                                  </a:cubicBezTo>
                                  <a:cubicBezTo>
                                    <a:pt x="51435" y="0"/>
                                    <a:pt x="49530" y="953"/>
                                    <a:pt x="46673" y="953"/>
                                  </a:cubicBezTo>
                                  <a:cubicBezTo>
                                    <a:pt x="43815" y="1905"/>
                                    <a:pt x="41910" y="2858"/>
                                    <a:pt x="40005" y="2858"/>
                                  </a:cubicBezTo>
                                  <a:cubicBezTo>
                                    <a:pt x="38100" y="3810"/>
                                    <a:pt x="35243" y="4763"/>
                                    <a:pt x="33338" y="5715"/>
                                  </a:cubicBezTo>
                                  <a:cubicBezTo>
                                    <a:pt x="31432" y="6668"/>
                                    <a:pt x="29527" y="7620"/>
                                    <a:pt x="27623" y="9525"/>
                                  </a:cubicBezTo>
                                  <a:cubicBezTo>
                                    <a:pt x="25718" y="10478"/>
                                    <a:pt x="23813" y="11430"/>
                                    <a:pt x="21907" y="13335"/>
                                  </a:cubicBezTo>
                                  <a:cubicBezTo>
                                    <a:pt x="20002" y="14288"/>
                                    <a:pt x="19050" y="15240"/>
                                    <a:pt x="17145" y="16193"/>
                                  </a:cubicBezTo>
                                  <a:cubicBezTo>
                                    <a:pt x="16193" y="17145"/>
                                    <a:pt x="16193" y="17145"/>
                                    <a:pt x="15240" y="17145"/>
                                  </a:cubicBezTo>
                                  <a:cubicBezTo>
                                    <a:pt x="14288" y="17145"/>
                                    <a:pt x="14288" y="18097"/>
                                    <a:pt x="13335" y="18097"/>
                                  </a:cubicBezTo>
                                  <a:cubicBezTo>
                                    <a:pt x="12382" y="19050"/>
                                    <a:pt x="11430" y="19050"/>
                                    <a:pt x="10477" y="20003"/>
                                  </a:cubicBezTo>
                                  <a:cubicBezTo>
                                    <a:pt x="9525" y="20003"/>
                                    <a:pt x="9525" y="20955"/>
                                    <a:pt x="8573" y="20955"/>
                                  </a:cubicBezTo>
                                  <a:lnTo>
                                    <a:pt x="8573" y="20955"/>
                                  </a:lnTo>
                                  <a:cubicBezTo>
                                    <a:pt x="7620" y="20955"/>
                                    <a:pt x="6668" y="20003"/>
                                    <a:pt x="6668" y="20003"/>
                                  </a:cubicBezTo>
                                  <a:cubicBezTo>
                                    <a:pt x="5715" y="19050"/>
                                    <a:pt x="3810" y="19050"/>
                                    <a:pt x="2857" y="19050"/>
                                  </a:cubicBezTo>
                                  <a:cubicBezTo>
                                    <a:pt x="952" y="18097"/>
                                    <a:pt x="0" y="18097"/>
                                    <a:pt x="0" y="18097"/>
                                  </a:cubicBezTo>
                                  <a:cubicBezTo>
                                    <a:pt x="0" y="19050"/>
                                    <a:pt x="0" y="20955"/>
                                    <a:pt x="0" y="20955"/>
                                  </a:cubicBezTo>
                                  <a:cubicBezTo>
                                    <a:pt x="4763" y="22860"/>
                                    <a:pt x="4763" y="22860"/>
                                    <a:pt x="6668" y="22860"/>
                                  </a:cubicBezTo>
                                  <a:close/>
                                </a:path>
                              </a:pathLst>
                            </a:custGeom>
                            <a:grpFill/>
                            <a:ln w="9525" cap="flat">
                              <a:noFill/>
                              <a:prstDash val="solid"/>
                              <a:miter/>
                            </a:ln>
                          </p:spPr>
                          <p:txBody>
                            <a:bodyPr rtlCol="0" anchor="ctr"/>
                            <a:lstStyle/>
                            <a:p>
                              <a:endParaRPr lang="en-US"/>
                            </a:p>
                          </p:txBody>
                        </p:sp>
                      </p:grpSp>
                      <p:grpSp>
                        <p:nvGrpSpPr>
                          <p:cNvPr id="286" name="Graphic 2">
                            <a:extLst>
                              <a:ext uri="{FF2B5EF4-FFF2-40B4-BE49-F238E27FC236}">
                                <a16:creationId xmlns:a16="http://schemas.microsoft.com/office/drawing/2014/main" id="{AE736AF3-0337-429B-AEF1-DA4B52809559}"/>
                              </a:ext>
                            </a:extLst>
                          </p:cNvPr>
                          <p:cNvGrpSpPr/>
                          <p:nvPr/>
                        </p:nvGrpSpPr>
                        <p:grpSpPr>
                          <a:xfrm>
                            <a:off x="3969249" y="3726052"/>
                            <a:ext cx="60007" cy="56197"/>
                            <a:chOff x="3969249" y="3726052"/>
                            <a:chExt cx="60007" cy="56197"/>
                          </a:xfrm>
                          <a:grpFill/>
                        </p:grpSpPr>
                        <p:sp>
                          <p:nvSpPr>
                            <p:cNvPr id="287" name="Freeform: Shape 286">
                              <a:extLst>
                                <a:ext uri="{FF2B5EF4-FFF2-40B4-BE49-F238E27FC236}">
                                  <a16:creationId xmlns:a16="http://schemas.microsoft.com/office/drawing/2014/main" id="{17AC1B01-21A7-4E01-8316-2EB78FC47158}"/>
                                </a:ext>
                              </a:extLst>
                            </p:cNvPr>
                            <p:cNvSpPr/>
                            <p:nvPr/>
                          </p:nvSpPr>
                          <p:spPr>
                            <a:xfrm>
                              <a:off x="3969249" y="3726052"/>
                              <a:ext cx="58102" cy="53340"/>
                            </a:xfrm>
                            <a:custGeom>
                              <a:avLst/>
                              <a:gdLst>
                                <a:gd name="connsiteX0" fmla="*/ 1905 w 58102"/>
                                <a:gd name="connsiteY0" fmla="*/ 36195 h 53340"/>
                                <a:gd name="connsiteX1" fmla="*/ 952 w 58102"/>
                                <a:gd name="connsiteY1" fmla="*/ 33338 h 53340"/>
                                <a:gd name="connsiteX2" fmla="*/ 0 w 58102"/>
                                <a:gd name="connsiteY2" fmla="*/ 30480 h 53340"/>
                                <a:gd name="connsiteX3" fmla="*/ 0 w 58102"/>
                                <a:gd name="connsiteY3" fmla="*/ 29528 h 53340"/>
                                <a:gd name="connsiteX4" fmla="*/ 0 w 58102"/>
                                <a:gd name="connsiteY4" fmla="*/ 27622 h 53340"/>
                                <a:gd name="connsiteX5" fmla="*/ 0 w 58102"/>
                                <a:gd name="connsiteY5" fmla="*/ 27622 h 53340"/>
                                <a:gd name="connsiteX6" fmla="*/ 0 w 58102"/>
                                <a:gd name="connsiteY6" fmla="*/ 27622 h 53340"/>
                                <a:gd name="connsiteX7" fmla="*/ 0 w 58102"/>
                                <a:gd name="connsiteY7" fmla="*/ 27622 h 53340"/>
                                <a:gd name="connsiteX8" fmla="*/ 0 w 58102"/>
                                <a:gd name="connsiteY8" fmla="*/ 26670 h 53340"/>
                                <a:gd name="connsiteX9" fmla="*/ 1905 w 58102"/>
                                <a:gd name="connsiteY9" fmla="*/ 22860 h 53340"/>
                                <a:gd name="connsiteX10" fmla="*/ 9525 w 58102"/>
                                <a:gd name="connsiteY10" fmla="*/ 11430 h 53340"/>
                                <a:gd name="connsiteX11" fmla="*/ 23813 w 58102"/>
                                <a:gd name="connsiteY11" fmla="*/ 1905 h 53340"/>
                                <a:gd name="connsiteX12" fmla="*/ 34290 w 58102"/>
                                <a:gd name="connsiteY12" fmla="*/ 0 h 53340"/>
                                <a:gd name="connsiteX13" fmla="*/ 47625 w 58102"/>
                                <a:gd name="connsiteY13" fmla="*/ 2857 h 53340"/>
                                <a:gd name="connsiteX14" fmla="*/ 48577 w 58102"/>
                                <a:gd name="connsiteY14" fmla="*/ 2857 h 53340"/>
                                <a:gd name="connsiteX15" fmla="*/ 48577 w 58102"/>
                                <a:gd name="connsiteY15" fmla="*/ 2857 h 53340"/>
                                <a:gd name="connsiteX16" fmla="*/ 51435 w 58102"/>
                                <a:gd name="connsiteY16" fmla="*/ 4763 h 53340"/>
                                <a:gd name="connsiteX17" fmla="*/ 56197 w 58102"/>
                                <a:gd name="connsiteY17" fmla="*/ 10478 h 53340"/>
                                <a:gd name="connsiteX18" fmla="*/ 57150 w 58102"/>
                                <a:gd name="connsiteY18" fmla="*/ 13335 h 53340"/>
                                <a:gd name="connsiteX19" fmla="*/ 58102 w 58102"/>
                                <a:gd name="connsiteY19" fmla="*/ 16192 h 53340"/>
                                <a:gd name="connsiteX20" fmla="*/ 58102 w 58102"/>
                                <a:gd name="connsiteY20" fmla="*/ 17145 h 53340"/>
                                <a:gd name="connsiteX21" fmla="*/ 58102 w 58102"/>
                                <a:gd name="connsiteY21" fmla="*/ 17145 h 53340"/>
                                <a:gd name="connsiteX22" fmla="*/ 58102 w 58102"/>
                                <a:gd name="connsiteY22" fmla="*/ 22860 h 53340"/>
                                <a:gd name="connsiteX23" fmla="*/ 57150 w 58102"/>
                                <a:gd name="connsiteY23" fmla="*/ 25717 h 53340"/>
                                <a:gd name="connsiteX24" fmla="*/ 56197 w 58102"/>
                                <a:gd name="connsiteY24" fmla="*/ 27622 h 53340"/>
                                <a:gd name="connsiteX25" fmla="*/ 50482 w 58102"/>
                                <a:gd name="connsiteY25" fmla="*/ 32385 h 53340"/>
                                <a:gd name="connsiteX26" fmla="*/ 50482 w 58102"/>
                                <a:gd name="connsiteY26" fmla="*/ 32385 h 53340"/>
                                <a:gd name="connsiteX27" fmla="*/ 48577 w 58102"/>
                                <a:gd name="connsiteY27" fmla="*/ 33338 h 53340"/>
                                <a:gd name="connsiteX28" fmla="*/ 47625 w 58102"/>
                                <a:gd name="connsiteY28" fmla="*/ 35242 h 53340"/>
                                <a:gd name="connsiteX29" fmla="*/ 45720 w 58102"/>
                                <a:gd name="connsiteY29" fmla="*/ 40005 h 53340"/>
                                <a:gd name="connsiteX30" fmla="*/ 45720 w 58102"/>
                                <a:gd name="connsiteY30" fmla="*/ 40957 h 53340"/>
                                <a:gd name="connsiteX31" fmla="*/ 45720 w 58102"/>
                                <a:gd name="connsiteY31" fmla="*/ 40957 h 53340"/>
                                <a:gd name="connsiteX32" fmla="*/ 41910 w 58102"/>
                                <a:gd name="connsiteY32" fmla="*/ 43815 h 53340"/>
                                <a:gd name="connsiteX33" fmla="*/ 37147 w 58102"/>
                                <a:gd name="connsiteY33" fmla="*/ 45720 h 53340"/>
                                <a:gd name="connsiteX34" fmla="*/ 36195 w 58102"/>
                                <a:gd name="connsiteY34" fmla="*/ 45720 h 53340"/>
                                <a:gd name="connsiteX35" fmla="*/ 35243 w 58102"/>
                                <a:gd name="connsiteY35" fmla="*/ 45720 h 53340"/>
                                <a:gd name="connsiteX36" fmla="*/ 33338 w 58102"/>
                                <a:gd name="connsiteY36" fmla="*/ 46672 h 53340"/>
                                <a:gd name="connsiteX37" fmla="*/ 32385 w 58102"/>
                                <a:gd name="connsiteY37" fmla="*/ 46672 h 53340"/>
                                <a:gd name="connsiteX38" fmla="*/ 32385 w 58102"/>
                                <a:gd name="connsiteY38" fmla="*/ 46672 h 53340"/>
                                <a:gd name="connsiteX39" fmla="*/ 32385 w 58102"/>
                                <a:gd name="connsiteY39" fmla="*/ 46672 h 53340"/>
                                <a:gd name="connsiteX40" fmla="*/ 30480 w 58102"/>
                                <a:gd name="connsiteY40" fmla="*/ 47625 h 53340"/>
                                <a:gd name="connsiteX41" fmla="*/ 27622 w 58102"/>
                                <a:gd name="connsiteY41" fmla="*/ 50482 h 53340"/>
                                <a:gd name="connsiteX42" fmla="*/ 26670 w 58102"/>
                                <a:gd name="connsiteY42" fmla="*/ 51435 h 53340"/>
                                <a:gd name="connsiteX43" fmla="*/ 25718 w 58102"/>
                                <a:gd name="connsiteY43" fmla="*/ 52388 h 53340"/>
                                <a:gd name="connsiteX44" fmla="*/ 25718 w 58102"/>
                                <a:gd name="connsiteY44" fmla="*/ 52388 h 53340"/>
                                <a:gd name="connsiteX45" fmla="*/ 25718 w 58102"/>
                                <a:gd name="connsiteY45" fmla="*/ 52388 h 53340"/>
                                <a:gd name="connsiteX46" fmla="*/ 25718 w 58102"/>
                                <a:gd name="connsiteY46" fmla="*/ 52388 h 53340"/>
                                <a:gd name="connsiteX47" fmla="*/ 24765 w 58102"/>
                                <a:gd name="connsiteY47" fmla="*/ 53340 h 53340"/>
                                <a:gd name="connsiteX48" fmla="*/ 24765 w 58102"/>
                                <a:gd name="connsiteY48" fmla="*/ 53340 h 53340"/>
                                <a:gd name="connsiteX49" fmla="*/ 24765 w 58102"/>
                                <a:gd name="connsiteY49" fmla="*/ 53340 h 53340"/>
                                <a:gd name="connsiteX50" fmla="*/ 23813 w 58102"/>
                                <a:gd name="connsiteY50" fmla="*/ 53340 h 53340"/>
                                <a:gd name="connsiteX51" fmla="*/ 22860 w 58102"/>
                                <a:gd name="connsiteY51" fmla="*/ 53340 h 53340"/>
                                <a:gd name="connsiteX52" fmla="*/ 20002 w 58102"/>
                                <a:gd name="connsiteY52" fmla="*/ 53340 h 53340"/>
                                <a:gd name="connsiteX53" fmla="*/ 14288 w 58102"/>
                                <a:gd name="connsiteY53" fmla="*/ 49530 h 53340"/>
                                <a:gd name="connsiteX54" fmla="*/ 9525 w 58102"/>
                                <a:gd name="connsiteY54" fmla="*/ 43815 h 53340"/>
                                <a:gd name="connsiteX55" fmla="*/ 5715 w 58102"/>
                                <a:gd name="connsiteY55" fmla="*/ 38100 h 53340"/>
                                <a:gd name="connsiteX56" fmla="*/ 1905 w 58102"/>
                                <a:gd name="connsiteY56" fmla="*/ 36195 h 5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102" h="53340">
                                  <a:moveTo>
                                    <a:pt x="1905" y="36195"/>
                                  </a:moveTo>
                                  <a:cubicBezTo>
                                    <a:pt x="1905" y="35242"/>
                                    <a:pt x="952" y="34290"/>
                                    <a:pt x="952" y="33338"/>
                                  </a:cubicBezTo>
                                  <a:cubicBezTo>
                                    <a:pt x="952" y="32385"/>
                                    <a:pt x="0" y="31432"/>
                                    <a:pt x="0" y="30480"/>
                                  </a:cubicBezTo>
                                  <a:cubicBezTo>
                                    <a:pt x="0" y="30480"/>
                                    <a:pt x="0" y="29528"/>
                                    <a:pt x="0" y="29528"/>
                                  </a:cubicBezTo>
                                  <a:cubicBezTo>
                                    <a:pt x="0" y="29528"/>
                                    <a:pt x="0" y="27622"/>
                                    <a:pt x="0" y="27622"/>
                                  </a:cubicBezTo>
                                  <a:cubicBezTo>
                                    <a:pt x="0" y="27622"/>
                                    <a:pt x="0" y="27622"/>
                                    <a:pt x="0" y="27622"/>
                                  </a:cubicBezTo>
                                  <a:cubicBezTo>
                                    <a:pt x="0" y="27622"/>
                                    <a:pt x="0" y="27622"/>
                                    <a:pt x="0" y="27622"/>
                                  </a:cubicBezTo>
                                  <a:cubicBezTo>
                                    <a:pt x="0" y="27622"/>
                                    <a:pt x="0" y="27622"/>
                                    <a:pt x="0" y="27622"/>
                                  </a:cubicBezTo>
                                  <a:cubicBezTo>
                                    <a:pt x="0" y="27622"/>
                                    <a:pt x="0" y="26670"/>
                                    <a:pt x="0" y="26670"/>
                                  </a:cubicBezTo>
                                  <a:cubicBezTo>
                                    <a:pt x="0" y="25717"/>
                                    <a:pt x="952" y="24765"/>
                                    <a:pt x="1905" y="22860"/>
                                  </a:cubicBezTo>
                                  <a:cubicBezTo>
                                    <a:pt x="3810" y="20003"/>
                                    <a:pt x="5715" y="16192"/>
                                    <a:pt x="9525" y="11430"/>
                                  </a:cubicBezTo>
                                  <a:cubicBezTo>
                                    <a:pt x="13335" y="7620"/>
                                    <a:pt x="18097" y="3810"/>
                                    <a:pt x="23813" y="1905"/>
                                  </a:cubicBezTo>
                                  <a:cubicBezTo>
                                    <a:pt x="26670" y="953"/>
                                    <a:pt x="30480" y="0"/>
                                    <a:pt x="34290" y="0"/>
                                  </a:cubicBezTo>
                                  <a:cubicBezTo>
                                    <a:pt x="38100" y="0"/>
                                    <a:pt x="42863" y="953"/>
                                    <a:pt x="47625" y="2857"/>
                                  </a:cubicBezTo>
                                  <a:cubicBezTo>
                                    <a:pt x="47625" y="2857"/>
                                    <a:pt x="47625" y="2857"/>
                                    <a:pt x="48577" y="2857"/>
                                  </a:cubicBezTo>
                                  <a:cubicBezTo>
                                    <a:pt x="48577" y="2857"/>
                                    <a:pt x="48577" y="2857"/>
                                    <a:pt x="48577" y="2857"/>
                                  </a:cubicBezTo>
                                  <a:cubicBezTo>
                                    <a:pt x="49530" y="3810"/>
                                    <a:pt x="50482" y="3810"/>
                                    <a:pt x="51435" y="4763"/>
                                  </a:cubicBezTo>
                                  <a:cubicBezTo>
                                    <a:pt x="53340" y="6667"/>
                                    <a:pt x="55245" y="8572"/>
                                    <a:pt x="56197" y="10478"/>
                                  </a:cubicBezTo>
                                  <a:cubicBezTo>
                                    <a:pt x="57150" y="11430"/>
                                    <a:pt x="57150" y="12382"/>
                                    <a:pt x="57150" y="13335"/>
                                  </a:cubicBezTo>
                                  <a:cubicBezTo>
                                    <a:pt x="57150" y="14288"/>
                                    <a:pt x="58102" y="15240"/>
                                    <a:pt x="58102" y="16192"/>
                                  </a:cubicBezTo>
                                  <a:cubicBezTo>
                                    <a:pt x="58102" y="16192"/>
                                    <a:pt x="58102" y="17145"/>
                                    <a:pt x="58102" y="17145"/>
                                  </a:cubicBezTo>
                                  <a:cubicBezTo>
                                    <a:pt x="58102" y="17145"/>
                                    <a:pt x="58102" y="17145"/>
                                    <a:pt x="58102" y="17145"/>
                                  </a:cubicBezTo>
                                  <a:cubicBezTo>
                                    <a:pt x="58102" y="19050"/>
                                    <a:pt x="58102" y="21907"/>
                                    <a:pt x="58102" y="22860"/>
                                  </a:cubicBezTo>
                                  <a:cubicBezTo>
                                    <a:pt x="58102" y="23813"/>
                                    <a:pt x="57150" y="24765"/>
                                    <a:pt x="57150" y="25717"/>
                                  </a:cubicBezTo>
                                  <a:cubicBezTo>
                                    <a:pt x="57150" y="26670"/>
                                    <a:pt x="56197" y="26670"/>
                                    <a:pt x="56197" y="27622"/>
                                  </a:cubicBezTo>
                                  <a:cubicBezTo>
                                    <a:pt x="54293" y="30480"/>
                                    <a:pt x="52388" y="31432"/>
                                    <a:pt x="50482" y="32385"/>
                                  </a:cubicBezTo>
                                  <a:cubicBezTo>
                                    <a:pt x="50482" y="32385"/>
                                    <a:pt x="50482" y="32385"/>
                                    <a:pt x="50482" y="32385"/>
                                  </a:cubicBezTo>
                                  <a:cubicBezTo>
                                    <a:pt x="49530" y="33338"/>
                                    <a:pt x="48577" y="33338"/>
                                    <a:pt x="48577" y="33338"/>
                                  </a:cubicBezTo>
                                  <a:cubicBezTo>
                                    <a:pt x="48577" y="34290"/>
                                    <a:pt x="48577" y="35242"/>
                                    <a:pt x="47625" y="35242"/>
                                  </a:cubicBezTo>
                                  <a:cubicBezTo>
                                    <a:pt x="46672" y="37147"/>
                                    <a:pt x="46672" y="39053"/>
                                    <a:pt x="45720" y="40005"/>
                                  </a:cubicBezTo>
                                  <a:cubicBezTo>
                                    <a:pt x="45720" y="40005"/>
                                    <a:pt x="45720" y="40005"/>
                                    <a:pt x="45720" y="40957"/>
                                  </a:cubicBezTo>
                                  <a:cubicBezTo>
                                    <a:pt x="45720" y="40957"/>
                                    <a:pt x="45720" y="40957"/>
                                    <a:pt x="45720" y="40957"/>
                                  </a:cubicBezTo>
                                  <a:cubicBezTo>
                                    <a:pt x="44768" y="41910"/>
                                    <a:pt x="43815" y="43815"/>
                                    <a:pt x="41910" y="43815"/>
                                  </a:cubicBezTo>
                                  <a:cubicBezTo>
                                    <a:pt x="40005" y="44767"/>
                                    <a:pt x="39052" y="44767"/>
                                    <a:pt x="37147" y="45720"/>
                                  </a:cubicBezTo>
                                  <a:cubicBezTo>
                                    <a:pt x="37147" y="45720"/>
                                    <a:pt x="36195" y="45720"/>
                                    <a:pt x="36195" y="45720"/>
                                  </a:cubicBezTo>
                                  <a:cubicBezTo>
                                    <a:pt x="36195" y="45720"/>
                                    <a:pt x="36195" y="45720"/>
                                    <a:pt x="35243" y="45720"/>
                                  </a:cubicBezTo>
                                  <a:cubicBezTo>
                                    <a:pt x="34290" y="45720"/>
                                    <a:pt x="33338" y="46672"/>
                                    <a:pt x="33338" y="46672"/>
                                  </a:cubicBezTo>
                                  <a:cubicBezTo>
                                    <a:pt x="33338" y="46672"/>
                                    <a:pt x="33338" y="46672"/>
                                    <a:pt x="32385" y="46672"/>
                                  </a:cubicBezTo>
                                  <a:cubicBezTo>
                                    <a:pt x="32385" y="46672"/>
                                    <a:pt x="32385" y="46672"/>
                                    <a:pt x="32385" y="46672"/>
                                  </a:cubicBezTo>
                                  <a:lnTo>
                                    <a:pt x="32385" y="46672"/>
                                  </a:lnTo>
                                  <a:cubicBezTo>
                                    <a:pt x="32385" y="46672"/>
                                    <a:pt x="31432" y="46672"/>
                                    <a:pt x="30480" y="47625"/>
                                  </a:cubicBezTo>
                                  <a:cubicBezTo>
                                    <a:pt x="29527" y="48578"/>
                                    <a:pt x="28575" y="49530"/>
                                    <a:pt x="27622" y="50482"/>
                                  </a:cubicBezTo>
                                  <a:cubicBezTo>
                                    <a:pt x="27622" y="50482"/>
                                    <a:pt x="26670" y="51435"/>
                                    <a:pt x="26670" y="51435"/>
                                  </a:cubicBezTo>
                                  <a:cubicBezTo>
                                    <a:pt x="26670" y="51435"/>
                                    <a:pt x="26670" y="51435"/>
                                    <a:pt x="25718" y="52388"/>
                                  </a:cubicBezTo>
                                  <a:lnTo>
                                    <a:pt x="25718" y="52388"/>
                                  </a:lnTo>
                                  <a:lnTo>
                                    <a:pt x="25718" y="52388"/>
                                  </a:lnTo>
                                  <a:cubicBezTo>
                                    <a:pt x="25718" y="52388"/>
                                    <a:pt x="25718" y="52388"/>
                                    <a:pt x="25718" y="52388"/>
                                  </a:cubicBezTo>
                                  <a:cubicBezTo>
                                    <a:pt x="25718" y="52388"/>
                                    <a:pt x="25718" y="53340"/>
                                    <a:pt x="24765" y="53340"/>
                                  </a:cubicBezTo>
                                  <a:cubicBezTo>
                                    <a:pt x="24765" y="53340"/>
                                    <a:pt x="24765" y="53340"/>
                                    <a:pt x="24765" y="53340"/>
                                  </a:cubicBezTo>
                                  <a:lnTo>
                                    <a:pt x="24765" y="53340"/>
                                  </a:lnTo>
                                  <a:cubicBezTo>
                                    <a:pt x="24765" y="53340"/>
                                    <a:pt x="23813" y="53340"/>
                                    <a:pt x="23813" y="53340"/>
                                  </a:cubicBezTo>
                                  <a:cubicBezTo>
                                    <a:pt x="23813" y="53340"/>
                                    <a:pt x="22860" y="53340"/>
                                    <a:pt x="22860" y="53340"/>
                                  </a:cubicBezTo>
                                  <a:cubicBezTo>
                                    <a:pt x="21907" y="53340"/>
                                    <a:pt x="20955" y="53340"/>
                                    <a:pt x="20002" y="53340"/>
                                  </a:cubicBezTo>
                                  <a:cubicBezTo>
                                    <a:pt x="18097" y="52388"/>
                                    <a:pt x="16193" y="51435"/>
                                    <a:pt x="14288" y="49530"/>
                                  </a:cubicBezTo>
                                  <a:cubicBezTo>
                                    <a:pt x="12382" y="47625"/>
                                    <a:pt x="11430" y="45720"/>
                                    <a:pt x="9525" y="43815"/>
                                  </a:cubicBezTo>
                                  <a:cubicBezTo>
                                    <a:pt x="8572" y="41910"/>
                                    <a:pt x="6668" y="40005"/>
                                    <a:pt x="5715" y="38100"/>
                                  </a:cubicBezTo>
                                  <a:cubicBezTo>
                                    <a:pt x="2857" y="40005"/>
                                    <a:pt x="1905" y="38100"/>
                                    <a:pt x="1905" y="36195"/>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80425FE1-D0FF-46AC-951C-AC2960E131AA}"/>
                                </a:ext>
                              </a:extLst>
                            </p:cNvPr>
                            <p:cNvSpPr/>
                            <p:nvPr/>
                          </p:nvSpPr>
                          <p:spPr>
                            <a:xfrm>
                              <a:off x="3969631" y="3732719"/>
                              <a:ext cx="59624" cy="49530"/>
                            </a:xfrm>
                            <a:custGeom>
                              <a:avLst/>
                              <a:gdLst>
                                <a:gd name="connsiteX0" fmla="*/ 570 w 59624"/>
                                <a:gd name="connsiteY0" fmla="*/ 23813 h 49530"/>
                                <a:gd name="connsiteX1" fmla="*/ 570 w 59624"/>
                                <a:gd name="connsiteY1" fmla="*/ 23813 h 49530"/>
                                <a:gd name="connsiteX2" fmla="*/ 2475 w 59624"/>
                                <a:gd name="connsiteY2" fmla="*/ 25718 h 49530"/>
                                <a:gd name="connsiteX3" fmla="*/ 5332 w 59624"/>
                                <a:gd name="connsiteY3" fmla="*/ 29528 h 49530"/>
                                <a:gd name="connsiteX4" fmla="*/ 9142 w 59624"/>
                                <a:gd name="connsiteY4" fmla="*/ 35243 h 49530"/>
                                <a:gd name="connsiteX5" fmla="*/ 10095 w 59624"/>
                                <a:gd name="connsiteY5" fmla="*/ 37148 h 49530"/>
                                <a:gd name="connsiteX6" fmla="*/ 11047 w 59624"/>
                                <a:gd name="connsiteY6" fmla="*/ 38100 h 49530"/>
                                <a:gd name="connsiteX7" fmla="*/ 11047 w 59624"/>
                                <a:gd name="connsiteY7" fmla="*/ 38100 h 49530"/>
                                <a:gd name="connsiteX8" fmla="*/ 11047 w 59624"/>
                                <a:gd name="connsiteY8" fmla="*/ 38100 h 49530"/>
                                <a:gd name="connsiteX9" fmla="*/ 11047 w 59624"/>
                                <a:gd name="connsiteY9" fmla="*/ 38100 h 49530"/>
                                <a:gd name="connsiteX10" fmla="*/ 12952 w 59624"/>
                                <a:gd name="connsiteY10" fmla="*/ 40958 h 49530"/>
                                <a:gd name="connsiteX11" fmla="*/ 13905 w 59624"/>
                                <a:gd name="connsiteY11" fmla="*/ 41910 h 49530"/>
                                <a:gd name="connsiteX12" fmla="*/ 14857 w 59624"/>
                                <a:gd name="connsiteY12" fmla="*/ 42863 h 49530"/>
                                <a:gd name="connsiteX13" fmla="*/ 15810 w 59624"/>
                                <a:gd name="connsiteY13" fmla="*/ 43815 h 49530"/>
                                <a:gd name="connsiteX14" fmla="*/ 16762 w 59624"/>
                                <a:gd name="connsiteY14" fmla="*/ 44768 h 49530"/>
                                <a:gd name="connsiteX15" fmla="*/ 17714 w 59624"/>
                                <a:gd name="connsiteY15" fmla="*/ 45720 h 49530"/>
                                <a:gd name="connsiteX16" fmla="*/ 19620 w 59624"/>
                                <a:gd name="connsiteY16" fmla="*/ 47625 h 49530"/>
                                <a:gd name="connsiteX17" fmla="*/ 20572 w 59624"/>
                                <a:gd name="connsiteY17" fmla="*/ 48578 h 49530"/>
                                <a:gd name="connsiteX18" fmla="*/ 21525 w 59624"/>
                                <a:gd name="connsiteY18" fmla="*/ 49530 h 49530"/>
                                <a:gd name="connsiteX19" fmla="*/ 22477 w 59624"/>
                                <a:gd name="connsiteY19" fmla="*/ 49530 h 49530"/>
                                <a:gd name="connsiteX20" fmla="*/ 22477 w 59624"/>
                                <a:gd name="connsiteY20" fmla="*/ 49530 h 49530"/>
                                <a:gd name="connsiteX21" fmla="*/ 22477 w 59624"/>
                                <a:gd name="connsiteY21" fmla="*/ 49530 h 49530"/>
                                <a:gd name="connsiteX22" fmla="*/ 22477 w 59624"/>
                                <a:gd name="connsiteY22" fmla="*/ 49530 h 49530"/>
                                <a:gd name="connsiteX23" fmla="*/ 21525 w 59624"/>
                                <a:gd name="connsiteY23" fmla="*/ 49530 h 49530"/>
                                <a:gd name="connsiteX24" fmla="*/ 20572 w 59624"/>
                                <a:gd name="connsiteY24" fmla="*/ 48578 h 49530"/>
                                <a:gd name="connsiteX25" fmla="*/ 19620 w 59624"/>
                                <a:gd name="connsiteY25" fmla="*/ 47625 h 49530"/>
                                <a:gd name="connsiteX26" fmla="*/ 17714 w 59624"/>
                                <a:gd name="connsiteY26" fmla="*/ 45720 h 49530"/>
                                <a:gd name="connsiteX27" fmla="*/ 16762 w 59624"/>
                                <a:gd name="connsiteY27" fmla="*/ 44768 h 49530"/>
                                <a:gd name="connsiteX28" fmla="*/ 15810 w 59624"/>
                                <a:gd name="connsiteY28" fmla="*/ 43815 h 49530"/>
                                <a:gd name="connsiteX29" fmla="*/ 14857 w 59624"/>
                                <a:gd name="connsiteY29" fmla="*/ 42863 h 49530"/>
                                <a:gd name="connsiteX30" fmla="*/ 13905 w 59624"/>
                                <a:gd name="connsiteY30" fmla="*/ 41910 h 49530"/>
                                <a:gd name="connsiteX31" fmla="*/ 12952 w 59624"/>
                                <a:gd name="connsiteY31" fmla="*/ 40958 h 49530"/>
                                <a:gd name="connsiteX32" fmla="*/ 11047 w 59624"/>
                                <a:gd name="connsiteY32" fmla="*/ 38100 h 49530"/>
                                <a:gd name="connsiteX33" fmla="*/ 11047 w 59624"/>
                                <a:gd name="connsiteY33" fmla="*/ 38100 h 49530"/>
                                <a:gd name="connsiteX34" fmla="*/ 11047 w 59624"/>
                                <a:gd name="connsiteY34" fmla="*/ 38100 h 49530"/>
                                <a:gd name="connsiteX35" fmla="*/ 11047 w 59624"/>
                                <a:gd name="connsiteY35" fmla="*/ 38100 h 49530"/>
                                <a:gd name="connsiteX36" fmla="*/ 11047 w 59624"/>
                                <a:gd name="connsiteY36" fmla="*/ 37148 h 49530"/>
                                <a:gd name="connsiteX37" fmla="*/ 10095 w 59624"/>
                                <a:gd name="connsiteY37" fmla="*/ 35243 h 49530"/>
                                <a:gd name="connsiteX38" fmla="*/ 6285 w 59624"/>
                                <a:gd name="connsiteY38" fmla="*/ 29528 h 49530"/>
                                <a:gd name="connsiteX39" fmla="*/ 2475 w 59624"/>
                                <a:gd name="connsiteY39" fmla="*/ 23813 h 49530"/>
                                <a:gd name="connsiteX40" fmla="*/ 3427 w 59624"/>
                                <a:gd name="connsiteY40" fmla="*/ 23813 h 49530"/>
                                <a:gd name="connsiteX41" fmla="*/ 5332 w 59624"/>
                                <a:gd name="connsiteY41" fmla="*/ 23813 h 49530"/>
                                <a:gd name="connsiteX42" fmla="*/ 7237 w 59624"/>
                                <a:gd name="connsiteY42" fmla="*/ 23813 h 49530"/>
                                <a:gd name="connsiteX43" fmla="*/ 11047 w 59624"/>
                                <a:gd name="connsiteY43" fmla="*/ 23813 h 49530"/>
                                <a:gd name="connsiteX44" fmla="*/ 12000 w 59624"/>
                                <a:gd name="connsiteY44" fmla="*/ 23813 h 49530"/>
                                <a:gd name="connsiteX45" fmla="*/ 12000 w 59624"/>
                                <a:gd name="connsiteY45" fmla="*/ 23813 h 49530"/>
                                <a:gd name="connsiteX46" fmla="*/ 13905 w 59624"/>
                                <a:gd name="connsiteY46" fmla="*/ 24765 h 49530"/>
                                <a:gd name="connsiteX47" fmla="*/ 15810 w 59624"/>
                                <a:gd name="connsiteY47" fmla="*/ 26670 h 49530"/>
                                <a:gd name="connsiteX48" fmla="*/ 20572 w 59624"/>
                                <a:gd name="connsiteY48" fmla="*/ 31433 h 49530"/>
                                <a:gd name="connsiteX49" fmla="*/ 23430 w 59624"/>
                                <a:gd name="connsiteY49" fmla="*/ 34290 h 49530"/>
                                <a:gd name="connsiteX50" fmla="*/ 24382 w 59624"/>
                                <a:gd name="connsiteY50" fmla="*/ 35243 h 49530"/>
                                <a:gd name="connsiteX51" fmla="*/ 25335 w 59624"/>
                                <a:gd name="connsiteY51" fmla="*/ 36195 h 49530"/>
                                <a:gd name="connsiteX52" fmla="*/ 27239 w 59624"/>
                                <a:gd name="connsiteY52" fmla="*/ 38100 h 49530"/>
                                <a:gd name="connsiteX53" fmla="*/ 28192 w 59624"/>
                                <a:gd name="connsiteY53" fmla="*/ 39053 h 49530"/>
                                <a:gd name="connsiteX54" fmla="*/ 29145 w 59624"/>
                                <a:gd name="connsiteY54" fmla="*/ 40005 h 49530"/>
                                <a:gd name="connsiteX55" fmla="*/ 32002 w 59624"/>
                                <a:gd name="connsiteY55" fmla="*/ 40958 h 49530"/>
                                <a:gd name="connsiteX56" fmla="*/ 32002 w 59624"/>
                                <a:gd name="connsiteY56" fmla="*/ 40958 h 49530"/>
                                <a:gd name="connsiteX57" fmla="*/ 32002 w 59624"/>
                                <a:gd name="connsiteY57" fmla="*/ 40958 h 49530"/>
                                <a:gd name="connsiteX58" fmla="*/ 32002 w 59624"/>
                                <a:gd name="connsiteY58" fmla="*/ 40958 h 49530"/>
                                <a:gd name="connsiteX59" fmla="*/ 32002 w 59624"/>
                                <a:gd name="connsiteY59" fmla="*/ 40958 h 49530"/>
                                <a:gd name="connsiteX60" fmla="*/ 32002 w 59624"/>
                                <a:gd name="connsiteY60" fmla="*/ 40958 h 49530"/>
                                <a:gd name="connsiteX61" fmla="*/ 32955 w 59624"/>
                                <a:gd name="connsiteY61" fmla="*/ 40958 h 49530"/>
                                <a:gd name="connsiteX62" fmla="*/ 32002 w 59624"/>
                                <a:gd name="connsiteY62" fmla="*/ 40958 h 49530"/>
                                <a:gd name="connsiteX63" fmla="*/ 32002 w 59624"/>
                                <a:gd name="connsiteY63" fmla="*/ 40958 h 49530"/>
                                <a:gd name="connsiteX64" fmla="*/ 32002 w 59624"/>
                                <a:gd name="connsiteY64" fmla="*/ 40958 h 49530"/>
                                <a:gd name="connsiteX65" fmla="*/ 32002 w 59624"/>
                                <a:gd name="connsiteY65" fmla="*/ 40958 h 49530"/>
                                <a:gd name="connsiteX66" fmla="*/ 32002 w 59624"/>
                                <a:gd name="connsiteY66" fmla="*/ 40958 h 49530"/>
                                <a:gd name="connsiteX67" fmla="*/ 32002 w 59624"/>
                                <a:gd name="connsiteY67" fmla="*/ 40958 h 49530"/>
                                <a:gd name="connsiteX68" fmla="*/ 29145 w 59624"/>
                                <a:gd name="connsiteY68" fmla="*/ 40005 h 49530"/>
                                <a:gd name="connsiteX69" fmla="*/ 28192 w 59624"/>
                                <a:gd name="connsiteY69" fmla="*/ 39053 h 49530"/>
                                <a:gd name="connsiteX70" fmla="*/ 27239 w 59624"/>
                                <a:gd name="connsiteY70" fmla="*/ 38100 h 49530"/>
                                <a:gd name="connsiteX71" fmla="*/ 25335 w 59624"/>
                                <a:gd name="connsiteY71" fmla="*/ 36195 h 49530"/>
                                <a:gd name="connsiteX72" fmla="*/ 24382 w 59624"/>
                                <a:gd name="connsiteY72" fmla="*/ 35243 h 49530"/>
                                <a:gd name="connsiteX73" fmla="*/ 23430 w 59624"/>
                                <a:gd name="connsiteY73" fmla="*/ 34290 h 49530"/>
                                <a:gd name="connsiteX74" fmla="*/ 20572 w 59624"/>
                                <a:gd name="connsiteY74" fmla="*/ 31433 h 49530"/>
                                <a:gd name="connsiteX75" fmla="*/ 15810 w 59624"/>
                                <a:gd name="connsiteY75" fmla="*/ 25718 h 49530"/>
                                <a:gd name="connsiteX76" fmla="*/ 12952 w 59624"/>
                                <a:gd name="connsiteY76" fmla="*/ 23813 h 49530"/>
                                <a:gd name="connsiteX77" fmla="*/ 12952 w 59624"/>
                                <a:gd name="connsiteY77" fmla="*/ 23813 h 49530"/>
                                <a:gd name="connsiteX78" fmla="*/ 14857 w 59624"/>
                                <a:gd name="connsiteY78" fmla="*/ 23813 h 49530"/>
                                <a:gd name="connsiteX79" fmla="*/ 19620 w 59624"/>
                                <a:gd name="connsiteY79" fmla="*/ 23813 h 49530"/>
                                <a:gd name="connsiteX80" fmla="*/ 24382 w 59624"/>
                                <a:gd name="connsiteY80" fmla="*/ 23813 h 49530"/>
                                <a:gd name="connsiteX81" fmla="*/ 24382 w 59624"/>
                                <a:gd name="connsiteY81" fmla="*/ 23813 h 49530"/>
                                <a:gd name="connsiteX82" fmla="*/ 25335 w 59624"/>
                                <a:gd name="connsiteY82" fmla="*/ 23813 h 49530"/>
                                <a:gd name="connsiteX83" fmla="*/ 28192 w 59624"/>
                                <a:gd name="connsiteY83" fmla="*/ 25718 h 49530"/>
                                <a:gd name="connsiteX84" fmla="*/ 30097 w 59624"/>
                                <a:gd name="connsiteY84" fmla="*/ 27623 h 49530"/>
                                <a:gd name="connsiteX85" fmla="*/ 32002 w 59624"/>
                                <a:gd name="connsiteY85" fmla="*/ 29528 h 49530"/>
                                <a:gd name="connsiteX86" fmla="*/ 32955 w 59624"/>
                                <a:gd name="connsiteY86" fmla="*/ 30480 h 49530"/>
                                <a:gd name="connsiteX87" fmla="*/ 33907 w 59624"/>
                                <a:gd name="connsiteY87" fmla="*/ 31433 h 49530"/>
                                <a:gd name="connsiteX88" fmla="*/ 34860 w 59624"/>
                                <a:gd name="connsiteY88" fmla="*/ 32385 h 49530"/>
                                <a:gd name="connsiteX89" fmla="*/ 35812 w 59624"/>
                                <a:gd name="connsiteY89" fmla="*/ 33338 h 49530"/>
                                <a:gd name="connsiteX90" fmla="*/ 37717 w 59624"/>
                                <a:gd name="connsiteY90" fmla="*/ 34290 h 49530"/>
                                <a:gd name="connsiteX91" fmla="*/ 39622 w 59624"/>
                                <a:gd name="connsiteY91" fmla="*/ 35243 h 49530"/>
                                <a:gd name="connsiteX92" fmla="*/ 40575 w 59624"/>
                                <a:gd name="connsiteY92" fmla="*/ 36195 h 49530"/>
                                <a:gd name="connsiteX93" fmla="*/ 41527 w 59624"/>
                                <a:gd name="connsiteY93" fmla="*/ 37148 h 49530"/>
                                <a:gd name="connsiteX94" fmla="*/ 42480 w 59624"/>
                                <a:gd name="connsiteY94" fmla="*/ 37148 h 49530"/>
                                <a:gd name="connsiteX95" fmla="*/ 43432 w 59624"/>
                                <a:gd name="connsiteY95" fmla="*/ 37148 h 49530"/>
                                <a:gd name="connsiteX96" fmla="*/ 43432 w 59624"/>
                                <a:gd name="connsiteY96" fmla="*/ 37148 h 49530"/>
                                <a:gd name="connsiteX97" fmla="*/ 42480 w 59624"/>
                                <a:gd name="connsiteY97" fmla="*/ 36195 h 49530"/>
                                <a:gd name="connsiteX98" fmla="*/ 41527 w 59624"/>
                                <a:gd name="connsiteY98" fmla="*/ 35243 h 49530"/>
                                <a:gd name="connsiteX99" fmla="*/ 40575 w 59624"/>
                                <a:gd name="connsiteY99" fmla="*/ 34290 h 49530"/>
                                <a:gd name="connsiteX100" fmla="*/ 38670 w 59624"/>
                                <a:gd name="connsiteY100" fmla="*/ 33338 h 49530"/>
                                <a:gd name="connsiteX101" fmla="*/ 36764 w 59624"/>
                                <a:gd name="connsiteY101" fmla="*/ 32385 h 49530"/>
                                <a:gd name="connsiteX102" fmla="*/ 35812 w 59624"/>
                                <a:gd name="connsiteY102" fmla="*/ 32385 h 49530"/>
                                <a:gd name="connsiteX103" fmla="*/ 34860 w 59624"/>
                                <a:gd name="connsiteY103" fmla="*/ 32385 h 49530"/>
                                <a:gd name="connsiteX104" fmla="*/ 33907 w 59624"/>
                                <a:gd name="connsiteY104" fmla="*/ 31433 h 49530"/>
                                <a:gd name="connsiteX105" fmla="*/ 32955 w 59624"/>
                                <a:gd name="connsiteY105" fmla="*/ 30480 h 49530"/>
                                <a:gd name="connsiteX106" fmla="*/ 32002 w 59624"/>
                                <a:gd name="connsiteY106" fmla="*/ 29528 h 49530"/>
                                <a:gd name="connsiteX107" fmla="*/ 30097 w 59624"/>
                                <a:gd name="connsiteY107" fmla="*/ 27623 h 49530"/>
                                <a:gd name="connsiteX108" fmla="*/ 28192 w 59624"/>
                                <a:gd name="connsiteY108" fmla="*/ 25718 h 49530"/>
                                <a:gd name="connsiteX109" fmla="*/ 26287 w 59624"/>
                                <a:gd name="connsiteY109" fmla="*/ 24765 h 49530"/>
                                <a:gd name="connsiteX110" fmla="*/ 29145 w 59624"/>
                                <a:gd name="connsiteY110" fmla="*/ 24765 h 49530"/>
                                <a:gd name="connsiteX111" fmla="*/ 33907 w 59624"/>
                                <a:gd name="connsiteY111" fmla="*/ 24765 h 49530"/>
                                <a:gd name="connsiteX112" fmla="*/ 36764 w 59624"/>
                                <a:gd name="connsiteY112" fmla="*/ 24765 h 49530"/>
                                <a:gd name="connsiteX113" fmla="*/ 39622 w 59624"/>
                                <a:gd name="connsiteY113" fmla="*/ 24765 h 49530"/>
                                <a:gd name="connsiteX114" fmla="*/ 44385 w 59624"/>
                                <a:gd name="connsiteY114" fmla="*/ 25718 h 49530"/>
                                <a:gd name="connsiteX115" fmla="*/ 46289 w 59624"/>
                                <a:gd name="connsiteY115" fmla="*/ 26670 h 49530"/>
                                <a:gd name="connsiteX116" fmla="*/ 48195 w 59624"/>
                                <a:gd name="connsiteY116" fmla="*/ 27623 h 49530"/>
                                <a:gd name="connsiteX117" fmla="*/ 48195 w 59624"/>
                                <a:gd name="connsiteY117" fmla="*/ 27623 h 49530"/>
                                <a:gd name="connsiteX118" fmla="*/ 48195 w 59624"/>
                                <a:gd name="connsiteY118" fmla="*/ 27623 h 49530"/>
                                <a:gd name="connsiteX119" fmla="*/ 46289 w 59624"/>
                                <a:gd name="connsiteY119" fmla="*/ 26670 h 49530"/>
                                <a:gd name="connsiteX120" fmla="*/ 44385 w 59624"/>
                                <a:gd name="connsiteY120" fmla="*/ 25718 h 49530"/>
                                <a:gd name="connsiteX121" fmla="*/ 39622 w 59624"/>
                                <a:gd name="connsiteY121" fmla="*/ 24765 h 49530"/>
                                <a:gd name="connsiteX122" fmla="*/ 38670 w 59624"/>
                                <a:gd name="connsiteY122" fmla="*/ 24765 h 49530"/>
                                <a:gd name="connsiteX123" fmla="*/ 37717 w 59624"/>
                                <a:gd name="connsiteY123" fmla="*/ 24765 h 49530"/>
                                <a:gd name="connsiteX124" fmla="*/ 36764 w 59624"/>
                                <a:gd name="connsiteY124" fmla="*/ 24765 h 49530"/>
                                <a:gd name="connsiteX125" fmla="*/ 35812 w 59624"/>
                                <a:gd name="connsiteY125" fmla="*/ 24765 h 49530"/>
                                <a:gd name="connsiteX126" fmla="*/ 31050 w 59624"/>
                                <a:gd name="connsiteY126" fmla="*/ 24765 h 49530"/>
                                <a:gd name="connsiteX127" fmla="*/ 26287 w 59624"/>
                                <a:gd name="connsiteY127" fmla="*/ 24765 h 49530"/>
                                <a:gd name="connsiteX128" fmla="*/ 22477 w 59624"/>
                                <a:gd name="connsiteY128" fmla="*/ 24765 h 49530"/>
                                <a:gd name="connsiteX129" fmla="*/ 23430 w 59624"/>
                                <a:gd name="connsiteY129" fmla="*/ 24765 h 49530"/>
                                <a:gd name="connsiteX130" fmla="*/ 26287 w 59624"/>
                                <a:gd name="connsiteY130" fmla="*/ 22860 h 49530"/>
                                <a:gd name="connsiteX131" fmla="*/ 32002 w 59624"/>
                                <a:gd name="connsiteY131" fmla="*/ 18098 h 49530"/>
                                <a:gd name="connsiteX132" fmla="*/ 35812 w 59624"/>
                                <a:gd name="connsiteY132" fmla="*/ 15240 h 49530"/>
                                <a:gd name="connsiteX133" fmla="*/ 39622 w 59624"/>
                                <a:gd name="connsiteY133" fmla="*/ 13335 h 49530"/>
                                <a:gd name="connsiteX134" fmla="*/ 44385 w 59624"/>
                                <a:gd name="connsiteY134" fmla="*/ 11430 h 49530"/>
                                <a:gd name="connsiteX135" fmla="*/ 49147 w 59624"/>
                                <a:gd name="connsiteY135" fmla="*/ 10478 h 49530"/>
                                <a:gd name="connsiteX136" fmla="*/ 52005 w 59624"/>
                                <a:gd name="connsiteY136" fmla="*/ 10478 h 49530"/>
                                <a:gd name="connsiteX137" fmla="*/ 54862 w 59624"/>
                                <a:gd name="connsiteY137" fmla="*/ 10478 h 49530"/>
                                <a:gd name="connsiteX138" fmla="*/ 55814 w 59624"/>
                                <a:gd name="connsiteY138" fmla="*/ 10478 h 49530"/>
                                <a:gd name="connsiteX139" fmla="*/ 56767 w 59624"/>
                                <a:gd name="connsiteY139" fmla="*/ 10478 h 49530"/>
                                <a:gd name="connsiteX140" fmla="*/ 59625 w 59624"/>
                                <a:gd name="connsiteY140" fmla="*/ 11430 h 49530"/>
                                <a:gd name="connsiteX141" fmla="*/ 59625 w 59624"/>
                                <a:gd name="connsiteY141" fmla="*/ 11430 h 49530"/>
                                <a:gd name="connsiteX142" fmla="*/ 59625 w 59624"/>
                                <a:gd name="connsiteY142" fmla="*/ 11430 h 49530"/>
                                <a:gd name="connsiteX143" fmla="*/ 59625 w 59624"/>
                                <a:gd name="connsiteY143" fmla="*/ 11430 h 49530"/>
                                <a:gd name="connsiteX144" fmla="*/ 54862 w 59624"/>
                                <a:gd name="connsiteY144" fmla="*/ 10478 h 49530"/>
                                <a:gd name="connsiteX145" fmla="*/ 50100 w 59624"/>
                                <a:gd name="connsiteY145" fmla="*/ 10478 h 49530"/>
                                <a:gd name="connsiteX146" fmla="*/ 45337 w 59624"/>
                                <a:gd name="connsiteY146" fmla="*/ 11430 h 49530"/>
                                <a:gd name="connsiteX147" fmla="*/ 40575 w 59624"/>
                                <a:gd name="connsiteY147" fmla="*/ 13335 h 49530"/>
                                <a:gd name="connsiteX148" fmla="*/ 36764 w 59624"/>
                                <a:gd name="connsiteY148" fmla="*/ 15240 h 49530"/>
                                <a:gd name="connsiteX149" fmla="*/ 32955 w 59624"/>
                                <a:gd name="connsiteY149" fmla="*/ 18098 h 49530"/>
                                <a:gd name="connsiteX150" fmla="*/ 27239 w 59624"/>
                                <a:gd name="connsiteY150" fmla="*/ 21908 h 49530"/>
                                <a:gd name="connsiteX151" fmla="*/ 24382 w 59624"/>
                                <a:gd name="connsiteY151" fmla="*/ 22860 h 49530"/>
                                <a:gd name="connsiteX152" fmla="*/ 22477 w 59624"/>
                                <a:gd name="connsiteY152" fmla="*/ 23813 h 49530"/>
                                <a:gd name="connsiteX153" fmla="*/ 21525 w 59624"/>
                                <a:gd name="connsiteY153" fmla="*/ 23813 h 49530"/>
                                <a:gd name="connsiteX154" fmla="*/ 17714 w 59624"/>
                                <a:gd name="connsiteY154" fmla="*/ 23813 h 49530"/>
                                <a:gd name="connsiteX155" fmla="*/ 15810 w 59624"/>
                                <a:gd name="connsiteY155" fmla="*/ 23813 h 49530"/>
                                <a:gd name="connsiteX156" fmla="*/ 13905 w 59624"/>
                                <a:gd name="connsiteY156" fmla="*/ 23813 h 49530"/>
                                <a:gd name="connsiteX157" fmla="*/ 10095 w 59624"/>
                                <a:gd name="connsiteY157" fmla="*/ 23813 h 49530"/>
                                <a:gd name="connsiteX158" fmla="*/ 10095 w 59624"/>
                                <a:gd name="connsiteY158" fmla="*/ 23813 h 49530"/>
                                <a:gd name="connsiteX159" fmla="*/ 10095 w 59624"/>
                                <a:gd name="connsiteY159" fmla="*/ 23813 h 49530"/>
                                <a:gd name="connsiteX160" fmla="*/ 12000 w 59624"/>
                                <a:gd name="connsiteY160" fmla="*/ 21908 h 49530"/>
                                <a:gd name="connsiteX161" fmla="*/ 12952 w 59624"/>
                                <a:gd name="connsiteY161" fmla="*/ 20955 h 49530"/>
                                <a:gd name="connsiteX162" fmla="*/ 13905 w 59624"/>
                                <a:gd name="connsiteY162" fmla="*/ 20003 h 49530"/>
                                <a:gd name="connsiteX163" fmla="*/ 16762 w 59624"/>
                                <a:gd name="connsiteY163" fmla="*/ 17145 h 49530"/>
                                <a:gd name="connsiteX164" fmla="*/ 19620 w 59624"/>
                                <a:gd name="connsiteY164" fmla="*/ 14288 h 49530"/>
                                <a:gd name="connsiteX165" fmla="*/ 23430 w 59624"/>
                                <a:gd name="connsiteY165" fmla="*/ 10478 h 49530"/>
                                <a:gd name="connsiteX166" fmla="*/ 27239 w 59624"/>
                                <a:gd name="connsiteY166" fmla="*/ 6668 h 49530"/>
                                <a:gd name="connsiteX167" fmla="*/ 32002 w 59624"/>
                                <a:gd name="connsiteY167" fmla="*/ 3810 h 49530"/>
                                <a:gd name="connsiteX168" fmla="*/ 36764 w 59624"/>
                                <a:gd name="connsiteY168" fmla="*/ 1905 h 49530"/>
                                <a:gd name="connsiteX169" fmla="*/ 39622 w 59624"/>
                                <a:gd name="connsiteY169" fmla="*/ 953 h 49530"/>
                                <a:gd name="connsiteX170" fmla="*/ 42480 w 59624"/>
                                <a:gd name="connsiteY170" fmla="*/ 0 h 49530"/>
                                <a:gd name="connsiteX171" fmla="*/ 45337 w 59624"/>
                                <a:gd name="connsiteY171" fmla="*/ 0 h 49530"/>
                                <a:gd name="connsiteX172" fmla="*/ 48195 w 59624"/>
                                <a:gd name="connsiteY172" fmla="*/ 0 h 49530"/>
                                <a:gd name="connsiteX173" fmla="*/ 51052 w 59624"/>
                                <a:gd name="connsiteY173" fmla="*/ 0 h 49530"/>
                                <a:gd name="connsiteX174" fmla="*/ 52957 w 59624"/>
                                <a:gd name="connsiteY174" fmla="*/ 0 h 49530"/>
                                <a:gd name="connsiteX175" fmla="*/ 52005 w 59624"/>
                                <a:gd name="connsiteY175" fmla="*/ 0 h 49530"/>
                                <a:gd name="connsiteX176" fmla="*/ 51052 w 59624"/>
                                <a:gd name="connsiteY176" fmla="*/ 0 h 49530"/>
                                <a:gd name="connsiteX177" fmla="*/ 48195 w 59624"/>
                                <a:gd name="connsiteY177" fmla="*/ 0 h 49530"/>
                                <a:gd name="connsiteX178" fmla="*/ 45337 w 59624"/>
                                <a:gd name="connsiteY178" fmla="*/ 0 h 49530"/>
                                <a:gd name="connsiteX179" fmla="*/ 42480 w 59624"/>
                                <a:gd name="connsiteY179" fmla="*/ 0 h 49530"/>
                                <a:gd name="connsiteX180" fmla="*/ 39622 w 59624"/>
                                <a:gd name="connsiteY180" fmla="*/ 953 h 49530"/>
                                <a:gd name="connsiteX181" fmla="*/ 36764 w 59624"/>
                                <a:gd name="connsiteY181" fmla="*/ 1905 h 49530"/>
                                <a:gd name="connsiteX182" fmla="*/ 32002 w 59624"/>
                                <a:gd name="connsiteY182" fmla="*/ 3810 h 49530"/>
                                <a:gd name="connsiteX183" fmla="*/ 27239 w 59624"/>
                                <a:gd name="connsiteY183" fmla="*/ 6668 h 49530"/>
                                <a:gd name="connsiteX184" fmla="*/ 23430 w 59624"/>
                                <a:gd name="connsiteY184" fmla="*/ 9525 h 49530"/>
                                <a:gd name="connsiteX185" fmla="*/ 19620 w 59624"/>
                                <a:gd name="connsiteY185" fmla="*/ 13335 h 49530"/>
                                <a:gd name="connsiteX186" fmla="*/ 16762 w 59624"/>
                                <a:gd name="connsiteY186" fmla="*/ 16193 h 49530"/>
                                <a:gd name="connsiteX187" fmla="*/ 13905 w 59624"/>
                                <a:gd name="connsiteY187" fmla="*/ 19050 h 49530"/>
                                <a:gd name="connsiteX188" fmla="*/ 12952 w 59624"/>
                                <a:gd name="connsiteY188" fmla="*/ 20003 h 49530"/>
                                <a:gd name="connsiteX189" fmla="*/ 12000 w 59624"/>
                                <a:gd name="connsiteY189" fmla="*/ 20955 h 49530"/>
                                <a:gd name="connsiteX190" fmla="*/ 10095 w 59624"/>
                                <a:gd name="connsiteY190" fmla="*/ 22860 h 49530"/>
                                <a:gd name="connsiteX191" fmla="*/ 9142 w 59624"/>
                                <a:gd name="connsiteY191" fmla="*/ 23813 h 49530"/>
                                <a:gd name="connsiteX192" fmla="*/ 9142 w 59624"/>
                                <a:gd name="connsiteY192" fmla="*/ 23813 h 49530"/>
                                <a:gd name="connsiteX193" fmla="*/ 7237 w 59624"/>
                                <a:gd name="connsiteY193" fmla="*/ 23813 h 49530"/>
                                <a:gd name="connsiteX194" fmla="*/ 4380 w 59624"/>
                                <a:gd name="connsiteY194" fmla="*/ 23813 h 49530"/>
                                <a:gd name="connsiteX195" fmla="*/ 2475 w 59624"/>
                                <a:gd name="connsiteY195" fmla="*/ 23813 h 49530"/>
                                <a:gd name="connsiteX196" fmla="*/ 2475 w 59624"/>
                                <a:gd name="connsiteY196" fmla="*/ 25718 h 49530"/>
                                <a:gd name="connsiteX197" fmla="*/ 570 w 59624"/>
                                <a:gd name="connsiteY197" fmla="*/ 23813 h 49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59624" h="49530">
                                  <a:moveTo>
                                    <a:pt x="570" y="23813"/>
                                  </a:moveTo>
                                  <a:cubicBezTo>
                                    <a:pt x="570" y="23813"/>
                                    <a:pt x="1522" y="23813"/>
                                    <a:pt x="570" y="23813"/>
                                  </a:cubicBezTo>
                                  <a:cubicBezTo>
                                    <a:pt x="570" y="23813"/>
                                    <a:pt x="1522" y="24765"/>
                                    <a:pt x="2475" y="25718"/>
                                  </a:cubicBezTo>
                                  <a:cubicBezTo>
                                    <a:pt x="3427" y="26670"/>
                                    <a:pt x="4380" y="28575"/>
                                    <a:pt x="5332" y="29528"/>
                                  </a:cubicBezTo>
                                  <a:cubicBezTo>
                                    <a:pt x="6285" y="31433"/>
                                    <a:pt x="7237" y="33338"/>
                                    <a:pt x="9142" y="35243"/>
                                  </a:cubicBezTo>
                                  <a:cubicBezTo>
                                    <a:pt x="9142" y="36195"/>
                                    <a:pt x="10095" y="36195"/>
                                    <a:pt x="10095" y="37148"/>
                                  </a:cubicBezTo>
                                  <a:cubicBezTo>
                                    <a:pt x="10095" y="37148"/>
                                    <a:pt x="10095" y="38100"/>
                                    <a:pt x="11047" y="38100"/>
                                  </a:cubicBezTo>
                                  <a:lnTo>
                                    <a:pt x="11047" y="38100"/>
                                  </a:lnTo>
                                  <a:lnTo>
                                    <a:pt x="11047" y="38100"/>
                                  </a:lnTo>
                                  <a:lnTo>
                                    <a:pt x="11047" y="38100"/>
                                  </a:lnTo>
                                  <a:cubicBezTo>
                                    <a:pt x="12000" y="39053"/>
                                    <a:pt x="12952" y="40005"/>
                                    <a:pt x="12952" y="40958"/>
                                  </a:cubicBezTo>
                                  <a:cubicBezTo>
                                    <a:pt x="12952" y="40958"/>
                                    <a:pt x="13905" y="41910"/>
                                    <a:pt x="13905" y="41910"/>
                                  </a:cubicBezTo>
                                  <a:cubicBezTo>
                                    <a:pt x="13905" y="41910"/>
                                    <a:pt x="14857" y="42863"/>
                                    <a:pt x="14857" y="42863"/>
                                  </a:cubicBezTo>
                                  <a:cubicBezTo>
                                    <a:pt x="14857" y="42863"/>
                                    <a:pt x="14857" y="42863"/>
                                    <a:pt x="15810" y="43815"/>
                                  </a:cubicBezTo>
                                  <a:cubicBezTo>
                                    <a:pt x="15810" y="43815"/>
                                    <a:pt x="15810" y="43815"/>
                                    <a:pt x="16762" y="44768"/>
                                  </a:cubicBezTo>
                                  <a:cubicBezTo>
                                    <a:pt x="16762" y="44768"/>
                                    <a:pt x="17714" y="45720"/>
                                    <a:pt x="17714" y="45720"/>
                                  </a:cubicBezTo>
                                  <a:cubicBezTo>
                                    <a:pt x="18667" y="46673"/>
                                    <a:pt x="18667" y="46673"/>
                                    <a:pt x="19620" y="47625"/>
                                  </a:cubicBezTo>
                                  <a:cubicBezTo>
                                    <a:pt x="20572" y="47625"/>
                                    <a:pt x="20572" y="48578"/>
                                    <a:pt x="20572" y="48578"/>
                                  </a:cubicBezTo>
                                  <a:cubicBezTo>
                                    <a:pt x="20572" y="48578"/>
                                    <a:pt x="21525" y="48578"/>
                                    <a:pt x="21525" y="49530"/>
                                  </a:cubicBezTo>
                                  <a:cubicBezTo>
                                    <a:pt x="21525" y="49530"/>
                                    <a:pt x="21525" y="49530"/>
                                    <a:pt x="22477" y="49530"/>
                                  </a:cubicBezTo>
                                  <a:cubicBezTo>
                                    <a:pt x="22477" y="49530"/>
                                    <a:pt x="22477" y="49530"/>
                                    <a:pt x="22477" y="49530"/>
                                  </a:cubicBezTo>
                                  <a:lnTo>
                                    <a:pt x="22477" y="49530"/>
                                  </a:lnTo>
                                  <a:cubicBezTo>
                                    <a:pt x="22477" y="49530"/>
                                    <a:pt x="22477" y="49530"/>
                                    <a:pt x="22477" y="49530"/>
                                  </a:cubicBezTo>
                                  <a:cubicBezTo>
                                    <a:pt x="22477" y="49530"/>
                                    <a:pt x="22477" y="49530"/>
                                    <a:pt x="21525" y="49530"/>
                                  </a:cubicBezTo>
                                  <a:cubicBezTo>
                                    <a:pt x="21525" y="49530"/>
                                    <a:pt x="20572" y="49530"/>
                                    <a:pt x="20572" y="48578"/>
                                  </a:cubicBezTo>
                                  <a:cubicBezTo>
                                    <a:pt x="20572" y="48578"/>
                                    <a:pt x="19620" y="47625"/>
                                    <a:pt x="19620" y="47625"/>
                                  </a:cubicBezTo>
                                  <a:cubicBezTo>
                                    <a:pt x="18667" y="46673"/>
                                    <a:pt x="18667" y="46673"/>
                                    <a:pt x="17714" y="45720"/>
                                  </a:cubicBezTo>
                                  <a:cubicBezTo>
                                    <a:pt x="17714" y="45720"/>
                                    <a:pt x="16762" y="44768"/>
                                    <a:pt x="16762" y="44768"/>
                                  </a:cubicBezTo>
                                  <a:cubicBezTo>
                                    <a:pt x="16762" y="44768"/>
                                    <a:pt x="16762" y="44768"/>
                                    <a:pt x="15810" y="43815"/>
                                  </a:cubicBezTo>
                                  <a:cubicBezTo>
                                    <a:pt x="15810" y="43815"/>
                                    <a:pt x="15810" y="43815"/>
                                    <a:pt x="14857" y="42863"/>
                                  </a:cubicBezTo>
                                  <a:cubicBezTo>
                                    <a:pt x="14857" y="42863"/>
                                    <a:pt x="13905" y="41910"/>
                                    <a:pt x="13905" y="41910"/>
                                  </a:cubicBezTo>
                                  <a:cubicBezTo>
                                    <a:pt x="13905" y="41910"/>
                                    <a:pt x="12952" y="40958"/>
                                    <a:pt x="12952" y="40958"/>
                                  </a:cubicBezTo>
                                  <a:cubicBezTo>
                                    <a:pt x="12000" y="40005"/>
                                    <a:pt x="11047" y="39053"/>
                                    <a:pt x="11047" y="38100"/>
                                  </a:cubicBezTo>
                                  <a:lnTo>
                                    <a:pt x="11047" y="38100"/>
                                  </a:lnTo>
                                  <a:lnTo>
                                    <a:pt x="11047" y="38100"/>
                                  </a:lnTo>
                                  <a:lnTo>
                                    <a:pt x="11047" y="38100"/>
                                  </a:lnTo>
                                  <a:cubicBezTo>
                                    <a:pt x="11047" y="38100"/>
                                    <a:pt x="11047" y="37148"/>
                                    <a:pt x="11047" y="37148"/>
                                  </a:cubicBezTo>
                                  <a:cubicBezTo>
                                    <a:pt x="11047" y="36195"/>
                                    <a:pt x="10095" y="36195"/>
                                    <a:pt x="10095" y="35243"/>
                                  </a:cubicBezTo>
                                  <a:cubicBezTo>
                                    <a:pt x="9142" y="33338"/>
                                    <a:pt x="8189" y="30480"/>
                                    <a:pt x="6285" y="29528"/>
                                  </a:cubicBezTo>
                                  <a:cubicBezTo>
                                    <a:pt x="4380" y="26670"/>
                                    <a:pt x="3427" y="24765"/>
                                    <a:pt x="2475" y="23813"/>
                                  </a:cubicBezTo>
                                  <a:cubicBezTo>
                                    <a:pt x="2475" y="23813"/>
                                    <a:pt x="3427" y="23813"/>
                                    <a:pt x="3427" y="23813"/>
                                  </a:cubicBezTo>
                                  <a:cubicBezTo>
                                    <a:pt x="4380" y="23813"/>
                                    <a:pt x="4380" y="23813"/>
                                    <a:pt x="5332" y="23813"/>
                                  </a:cubicBezTo>
                                  <a:cubicBezTo>
                                    <a:pt x="6285" y="23813"/>
                                    <a:pt x="6285" y="23813"/>
                                    <a:pt x="7237" y="23813"/>
                                  </a:cubicBezTo>
                                  <a:cubicBezTo>
                                    <a:pt x="8189" y="23813"/>
                                    <a:pt x="10095" y="23813"/>
                                    <a:pt x="11047" y="23813"/>
                                  </a:cubicBezTo>
                                  <a:cubicBezTo>
                                    <a:pt x="11047" y="23813"/>
                                    <a:pt x="12000" y="23813"/>
                                    <a:pt x="12000" y="23813"/>
                                  </a:cubicBezTo>
                                  <a:cubicBezTo>
                                    <a:pt x="12000" y="23813"/>
                                    <a:pt x="12000" y="23813"/>
                                    <a:pt x="12000" y="23813"/>
                                  </a:cubicBezTo>
                                  <a:cubicBezTo>
                                    <a:pt x="12952" y="23813"/>
                                    <a:pt x="12952" y="24765"/>
                                    <a:pt x="13905" y="24765"/>
                                  </a:cubicBezTo>
                                  <a:cubicBezTo>
                                    <a:pt x="14857" y="24765"/>
                                    <a:pt x="15810" y="25718"/>
                                    <a:pt x="15810" y="26670"/>
                                  </a:cubicBezTo>
                                  <a:cubicBezTo>
                                    <a:pt x="17714" y="27623"/>
                                    <a:pt x="18667" y="29528"/>
                                    <a:pt x="20572" y="31433"/>
                                  </a:cubicBezTo>
                                  <a:cubicBezTo>
                                    <a:pt x="21525" y="32385"/>
                                    <a:pt x="22477" y="33338"/>
                                    <a:pt x="23430" y="34290"/>
                                  </a:cubicBezTo>
                                  <a:cubicBezTo>
                                    <a:pt x="23430" y="34290"/>
                                    <a:pt x="24382" y="35243"/>
                                    <a:pt x="24382" y="35243"/>
                                  </a:cubicBezTo>
                                  <a:cubicBezTo>
                                    <a:pt x="24382" y="35243"/>
                                    <a:pt x="25335" y="36195"/>
                                    <a:pt x="25335" y="36195"/>
                                  </a:cubicBezTo>
                                  <a:cubicBezTo>
                                    <a:pt x="26287" y="37148"/>
                                    <a:pt x="27239" y="37148"/>
                                    <a:pt x="27239" y="38100"/>
                                  </a:cubicBezTo>
                                  <a:cubicBezTo>
                                    <a:pt x="27239" y="38100"/>
                                    <a:pt x="28192" y="39053"/>
                                    <a:pt x="28192" y="39053"/>
                                  </a:cubicBezTo>
                                  <a:cubicBezTo>
                                    <a:pt x="28192" y="39053"/>
                                    <a:pt x="29145" y="39053"/>
                                    <a:pt x="29145" y="40005"/>
                                  </a:cubicBezTo>
                                  <a:cubicBezTo>
                                    <a:pt x="30097" y="40958"/>
                                    <a:pt x="31050" y="40958"/>
                                    <a:pt x="32002" y="40958"/>
                                  </a:cubicBezTo>
                                  <a:cubicBezTo>
                                    <a:pt x="32002" y="40958"/>
                                    <a:pt x="32002" y="40958"/>
                                    <a:pt x="32002" y="40958"/>
                                  </a:cubicBezTo>
                                  <a:cubicBezTo>
                                    <a:pt x="32002" y="40958"/>
                                    <a:pt x="32002" y="40958"/>
                                    <a:pt x="32002" y="40958"/>
                                  </a:cubicBezTo>
                                  <a:cubicBezTo>
                                    <a:pt x="32002" y="40958"/>
                                    <a:pt x="32002" y="40958"/>
                                    <a:pt x="32002" y="40958"/>
                                  </a:cubicBezTo>
                                  <a:cubicBezTo>
                                    <a:pt x="32002" y="40958"/>
                                    <a:pt x="32002" y="40958"/>
                                    <a:pt x="32002" y="40958"/>
                                  </a:cubicBezTo>
                                  <a:cubicBezTo>
                                    <a:pt x="32002" y="40958"/>
                                    <a:pt x="32002" y="40958"/>
                                    <a:pt x="32002" y="40958"/>
                                  </a:cubicBezTo>
                                  <a:cubicBezTo>
                                    <a:pt x="32002" y="40958"/>
                                    <a:pt x="32002" y="40958"/>
                                    <a:pt x="32955" y="40958"/>
                                  </a:cubicBezTo>
                                  <a:cubicBezTo>
                                    <a:pt x="32955" y="40958"/>
                                    <a:pt x="32955" y="40958"/>
                                    <a:pt x="32002" y="40958"/>
                                  </a:cubicBezTo>
                                  <a:cubicBezTo>
                                    <a:pt x="32002" y="40958"/>
                                    <a:pt x="32002" y="40958"/>
                                    <a:pt x="32002" y="40958"/>
                                  </a:cubicBezTo>
                                  <a:cubicBezTo>
                                    <a:pt x="32002" y="40958"/>
                                    <a:pt x="32002" y="40958"/>
                                    <a:pt x="32002" y="40958"/>
                                  </a:cubicBezTo>
                                  <a:cubicBezTo>
                                    <a:pt x="32002" y="40958"/>
                                    <a:pt x="32002" y="40958"/>
                                    <a:pt x="32002" y="40958"/>
                                  </a:cubicBezTo>
                                  <a:cubicBezTo>
                                    <a:pt x="32002" y="40958"/>
                                    <a:pt x="32002" y="40958"/>
                                    <a:pt x="32002" y="40958"/>
                                  </a:cubicBezTo>
                                  <a:cubicBezTo>
                                    <a:pt x="32002" y="40958"/>
                                    <a:pt x="32002" y="40958"/>
                                    <a:pt x="32002" y="40958"/>
                                  </a:cubicBezTo>
                                  <a:cubicBezTo>
                                    <a:pt x="31050" y="40958"/>
                                    <a:pt x="31050" y="40958"/>
                                    <a:pt x="29145" y="40005"/>
                                  </a:cubicBezTo>
                                  <a:cubicBezTo>
                                    <a:pt x="29145" y="40005"/>
                                    <a:pt x="28192" y="40005"/>
                                    <a:pt x="28192" y="39053"/>
                                  </a:cubicBezTo>
                                  <a:cubicBezTo>
                                    <a:pt x="28192" y="39053"/>
                                    <a:pt x="27239" y="38100"/>
                                    <a:pt x="27239" y="38100"/>
                                  </a:cubicBezTo>
                                  <a:cubicBezTo>
                                    <a:pt x="26287" y="37148"/>
                                    <a:pt x="26287" y="37148"/>
                                    <a:pt x="25335" y="36195"/>
                                  </a:cubicBezTo>
                                  <a:cubicBezTo>
                                    <a:pt x="25335" y="36195"/>
                                    <a:pt x="24382" y="35243"/>
                                    <a:pt x="24382" y="35243"/>
                                  </a:cubicBezTo>
                                  <a:cubicBezTo>
                                    <a:pt x="24382" y="35243"/>
                                    <a:pt x="23430" y="34290"/>
                                    <a:pt x="23430" y="34290"/>
                                  </a:cubicBezTo>
                                  <a:cubicBezTo>
                                    <a:pt x="22477" y="33338"/>
                                    <a:pt x="21525" y="32385"/>
                                    <a:pt x="20572" y="31433"/>
                                  </a:cubicBezTo>
                                  <a:cubicBezTo>
                                    <a:pt x="18667" y="29528"/>
                                    <a:pt x="17714" y="27623"/>
                                    <a:pt x="15810" y="25718"/>
                                  </a:cubicBezTo>
                                  <a:cubicBezTo>
                                    <a:pt x="14857" y="24765"/>
                                    <a:pt x="13905" y="24765"/>
                                    <a:pt x="12952" y="23813"/>
                                  </a:cubicBezTo>
                                  <a:cubicBezTo>
                                    <a:pt x="12952" y="23813"/>
                                    <a:pt x="12952" y="23813"/>
                                    <a:pt x="12952" y="23813"/>
                                  </a:cubicBezTo>
                                  <a:cubicBezTo>
                                    <a:pt x="12952" y="23813"/>
                                    <a:pt x="13905" y="23813"/>
                                    <a:pt x="14857" y="23813"/>
                                  </a:cubicBezTo>
                                  <a:cubicBezTo>
                                    <a:pt x="16762" y="23813"/>
                                    <a:pt x="17714" y="23813"/>
                                    <a:pt x="19620" y="23813"/>
                                  </a:cubicBezTo>
                                  <a:cubicBezTo>
                                    <a:pt x="21525" y="23813"/>
                                    <a:pt x="22477" y="23813"/>
                                    <a:pt x="24382" y="23813"/>
                                  </a:cubicBezTo>
                                  <a:cubicBezTo>
                                    <a:pt x="24382" y="23813"/>
                                    <a:pt x="24382" y="23813"/>
                                    <a:pt x="24382" y="23813"/>
                                  </a:cubicBezTo>
                                  <a:cubicBezTo>
                                    <a:pt x="24382" y="23813"/>
                                    <a:pt x="24382" y="23813"/>
                                    <a:pt x="25335" y="23813"/>
                                  </a:cubicBezTo>
                                  <a:cubicBezTo>
                                    <a:pt x="26287" y="23813"/>
                                    <a:pt x="27239" y="24765"/>
                                    <a:pt x="28192" y="25718"/>
                                  </a:cubicBezTo>
                                  <a:cubicBezTo>
                                    <a:pt x="29145" y="25718"/>
                                    <a:pt x="29145" y="26670"/>
                                    <a:pt x="30097" y="27623"/>
                                  </a:cubicBezTo>
                                  <a:cubicBezTo>
                                    <a:pt x="31050" y="28575"/>
                                    <a:pt x="31050" y="28575"/>
                                    <a:pt x="32002" y="29528"/>
                                  </a:cubicBezTo>
                                  <a:cubicBezTo>
                                    <a:pt x="32002" y="29528"/>
                                    <a:pt x="32955" y="30480"/>
                                    <a:pt x="32955" y="30480"/>
                                  </a:cubicBezTo>
                                  <a:cubicBezTo>
                                    <a:pt x="32955" y="30480"/>
                                    <a:pt x="33907" y="30480"/>
                                    <a:pt x="33907" y="31433"/>
                                  </a:cubicBezTo>
                                  <a:cubicBezTo>
                                    <a:pt x="33907" y="31433"/>
                                    <a:pt x="34860" y="31433"/>
                                    <a:pt x="34860" y="32385"/>
                                  </a:cubicBezTo>
                                  <a:cubicBezTo>
                                    <a:pt x="34860" y="32385"/>
                                    <a:pt x="35812" y="32385"/>
                                    <a:pt x="35812" y="33338"/>
                                  </a:cubicBezTo>
                                  <a:cubicBezTo>
                                    <a:pt x="36764" y="33338"/>
                                    <a:pt x="37717" y="34290"/>
                                    <a:pt x="37717" y="34290"/>
                                  </a:cubicBezTo>
                                  <a:cubicBezTo>
                                    <a:pt x="38670" y="34290"/>
                                    <a:pt x="39622" y="35243"/>
                                    <a:pt x="39622" y="35243"/>
                                  </a:cubicBezTo>
                                  <a:cubicBezTo>
                                    <a:pt x="39622" y="35243"/>
                                    <a:pt x="40575" y="35243"/>
                                    <a:pt x="40575" y="36195"/>
                                  </a:cubicBezTo>
                                  <a:cubicBezTo>
                                    <a:pt x="40575" y="36195"/>
                                    <a:pt x="41527" y="36195"/>
                                    <a:pt x="41527" y="37148"/>
                                  </a:cubicBezTo>
                                  <a:cubicBezTo>
                                    <a:pt x="41527" y="37148"/>
                                    <a:pt x="41527" y="37148"/>
                                    <a:pt x="42480" y="37148"/>
                                  </a:cubicBezTo>
                                  <a:cubicBezTo>
                                    <a:pt x="42480" y="37148"/>
                                    <a:pt x="42480" y="37148"/>
                                    <a:pt x="43432" y="37148"/>
                                  </a:cubicBezTo>
                                  <a:cubicBezTo>
                                    <a:pt x="43432" y="37148"/>
                                    <a:pt x="43432" y="37148"/>
                                    <a:pt x="43432" y="37148"/>
                                  </a:cubicBezTo>
                                  <a:cubicBezTo>
                                    <a:pt x="43432" y="37148"/>
                                    <a:pt x="42480" y="37148"/>
                                    <a:pt x="42480" y="36195"/>
                                  </a:cubicBezTo>
                                  <a:cubicBezTo>
                                    <a:pt x="42480" y="36195"/>
                                    <a:pt x="41527" y="36195"/>
                                    <a:pt x="41527" y="35243"/>
                                  </a:cubicBezTo>
                                  <a:cubicBezTo>
                                    <a:pt x="41527" y="35243"/>
                                    <a:pt x="40575" y="35243"/>
                                    <a:pt x="40575" y="34290"/>
                                  </a:cubicBezTo>
                                  <a:cubicBezTo>
                                    <a:pt x="39622" y="34290"/>
                                    <a:pt x="39622" y="33338"/>
                                    <a:pt x="38670" y="33338"/>
                                  </a:cubicBezTo>
                                  <a:cubicBezTo>
                                    <a:pt x="37717" y="33338"/>
                                    <a:pt x="37717" y="32385"/>
                                    <a:pt x="36764" y="32385"/>
                                  </a:cubicBezTo>
                                  <a:lnTo>
                                    <a:pt x="35812" y="32385"/>
                                  </a:lnTo>
                                  <a:lnTo>
                                    <a:pt x="34860" y="32385"/>
                                  </a:lnTo>
                                  <a:cubicBezTo>
                                    <a:pt x="34860" y="32385"/>
                                    <a:pt x="33907" y="31433"/>
                                    <a:pt x="33907" y="31433"/>
                                  </a:cubicBezTo>
                                  <a:cubicBezTo>
                                    <a:pt x="33907" y="31433"/>
                                    <a:pt x="32955" y="30480"/>
                                    <a:pt x="32955" y="30480"/>
                                  </a:cubicBezTo>
                                  <a:cubicBezTo>
                                    <a:pt x="32955" y="30480"/>
                                    <a:pt x="32002" y="29528"/>
                                    <a:pt x="32002" y="29528"/>
                                  </a:cubicBezTo>
                                  <a:cubicBezTo>
                                    <a:pt x="31050" y="28575"/>
                                    <a:pt x="31050" y="28575"/>
                                    <a:pt x="30097" y="27623"/>
                                  </a:cubicBezTo>
                                  <a:cubicBezTo>
                                    <a:pt x="29145" y="26670"/>
                                    <a:pt x="29145" y="26670"/>
                                    <a:pt x="28192" y="25718"/>
                                  </a:cubicBezTo>
                                  <a:cubicBezTo>
                                    <a:pt x="27239" y="24765"/>
                                    <a:pt x="27239" y="24765"/>
                                    <a:pt x="26287" y="24765"/>
                                  </a:cubicBezTo>
                                  <a:cubicBezTo>
                                    <a:pt x="27239" y="24765"/>
                                    <a:pt x="28192" y="24765"/>
                                    <a:pt x="29145" y="24765"/>
                                  </a:cubicBezTo>
                                  <a:cubicBezTo>
                                    <a:pt x="31050" y="24765"/>
                                    <a:pt x="32955" y="24765"/>
                                    <a:pt x="33907" y="24765"/>
                                  </a:cubicBezTo>
                                  <a:cubicBezTo>
                                    <a:pt x="34860" y="24765"/>
                                    <a:pt x="35812" y="24765"/>
                                    <a:pt x="36764" y="24765"/>
                                  </a:cubicBezTo>
                                  <a:cubicBezTo>
                                    <a:pt x="37717" y="24765"/>
                                    <a:pt x="38670" y="24765"/>
                                    <a:pt x="39622" y="24765"/>
                                  </a:cubicBezTo>
                                  <a:cubicBezTo>
                                    <a:pt x="41527" y="24765"/>
                                    <a:pt x="42480" y="25718"/>
                                    <a:pt x="44385" y="25718"/>
                                  </a:cubicBezTo>
                                  <a:cubicBezTo>
                                    <a:pt x="45337" y="25718"/>
                                    <a:pt x="46289" y="26670"/>
                                    <a:pt x="46289" y="26670"/>
                                  </a:cubicBezTo>
                                  <a:cubicBezTo>
                                    <a:pt x="47242" y="26670"/>
                                    <a:pt x="47242" y="26670"/>
                                    <a:pt x="48195" y="27623"/>
                                  </a:cubicBezTo>
                                  <a:cubicBezTo>
                                    <a:pt x="48195" y="27623"/>
                                    <a:pt x="48195" y="27623"/>
                                    <a:pt x="48195" y="27623"/>
                                  </a:cubicBezTo>
                                  <a:lnTo>
                                    <a:pt x="48195" y="27623"/>
                                  </a:lnTo>
                                  <a:cubicBezTo>
                                    <a:pt x="47242" y="27623"/>
                                    <a:pt x="47242" y="26670"/>
                                    <a:pt x="46289" y="26670"/>
                                  </a:cubicBezTo>
                                  <a:cubicBezTo>
                                    <a:pt x="45337" y="26670"/>
                                    <a:pt x="45337" y="25718"/>
                                    <a:pt x="44385" y="25718"/>
                                  </a:cubicBezTo>
                                  <a:cubicBezTo>
                                    <a:pt x="42480" y="24765"/>
                                    <a:pt x="41527" y="24765"/>
                                    <a:pt x="39622" y="24765"/>
                                  </a:cubicBezTo>
                                  <a:cubicBezTo>
                                    <a:pt x="39622" y="24765"/>
                                    <a:pt x="38670" y="24765"/>
                                    <a:pt x="38670" y="24765"/>
                                  </a:cubicBezTo>
                                  <a:cubicBezTo>
                                    <a:pt x="38670" y="24765"/>
                                    <a:pt x="37717" y="24765"/>
                                    <a:pt x="37717" y="24765"/>
                                  </a:cubicBezTo>
                                  <a:cubicBezTo>
                                    <a:pt x="37717" y="24765"/>
                                    <a:pt x="36764" y="24765"/>
                                    <a:pt x="36764" y="24765"/>
                                  </a:cubicBezTo>
                                  <a:cubicBezTo>
                                    <a:pt x="36764" y="24765"/>
                                    <a:pt x="35812" y="24765"/>
                                    <a:pt x="35812" y="24765"/>
                                  </a:cubicBezTo>
                                  <a:cubicBezTo>
                                    <a:pt x="33907" y="24765"/>
                                    <a:pt x="32002" y="24765"/>
                                    <a:pt x="31050" y="24765"/>
                                  </a:cubicBezTo>
                                  <a:cubicBezTo>
                                    <a:pt x="29145" y="24765"/>
                                    <a:pt x="27239" y="24765"/>
                                    <a:pt x="26287" y="24765"/>
                                  </a:cubicBezTo>
                                  <a:cubicBezTo>
                                    <a:pt x="25335" y="24765"/>
                                    <a:pt x="23430" y="24765"/>
                                    <a:pt x="22477" y="24765"/>
                                  </a:cubicBezTo>
                                  <a:cubicBezTo>
                                    <a:pt x="22477" y="24765"/>
                                    <a:pt x="22477" y="24765"/>
                                    <a:pt x="23430" y="24765"/>
                                  </a:cubicBezTo>
                                  <a:cubicBezTo>
                                    <a:pt x="24382" y="24765"/>
                                    <a:pt x="25335" y="23813"/>
                                    <a:pt x="26287" y="22860"/>
                                  </a:cubicBezTo>
                                  <a:cubicBezTo>
                                    <a:pt x="28192" y="21908"/>
                                    <a:pt x="30097" y="20003"/>
                                    <a:pt x="32002" y="18098"/>
                                  </a:cubicBezTo>
                                  <a:cubicBezTo>
                                    <a:pt x="32955" y="17145"/>
                                    <a:pt x="33907" y="16193"/>
                                    <a:pt x="35812" y="15240"/>
                                  </a:cubicBezTo>
                                  <a:cubicBezTo>
                                    <a:pt x="36764" y="14288"/>
                                    <a:pt x="38670" y="13335"/>
                                    <a:pt x="39622" y="13335"/>
                                  </a:cubicBezTo>
                                  <a:cubicBezTo>
                                    <a:pt x="40575" y="12383"/>
                                    <a:pt x="42480" y="12383"/>
                                    <a:pt x="44385" y="11430"/>
                                  </a:cubicBezTo>
                                  <a:cubicBezTo>
                                    <a:pt x="46289" y="11430"/>
                                    <a:pt x="47242" y="10478"/>
                                    <a:pt x="49147" y="10478"/>
                                  </a:cubicBezTo>
                                  <a:cubicBezTo>
                                    <a:pt x="50100" y="10478"/>
                                    <a:pt x="51052" y="10478"/>
                                    <a:pt x="52005" y="10478"/>
                                  </a:cubicBezTo>
                                  <a:cubicBezTo>
                                    <a:pt x="52957" y="10478"/>
                                    <a:pt x="53910" y="10478"/>
                                    <a:pt x="54862" y="10478"/>
                                  </a:cubicBezTo>
                                  <a:cubicBezTo>
                                    <a:pt x="54862" y="10478"/>
                                    <a:pt x="55814" y="10478"/>
                                    <a:pt x="55814" y="10478"/>
                                  </a:cubicBezTo>
                                  <a:cubicBezTo>
                                    <a:pt x="55814" y="10478"/>
                                    <a:pt x="56767" y="10478"/>
                                    <a:pt x="56767" y="10478"/>
                                  </a:cubicBezTo>
                                  <a:cubicBezTo>
                                    <a:pt x="57720" y="10478"/>
                                    <a:pt x="58672" y="11430"/>
                                    <a:pt x="59625" y="11430"/>
                                  </a:cubicBezTo>
                                  <a:cubicBezTo>
                                    <a:pt x="59625" y="11430"/>
                                    <a:pt x="59625" y="11430"/>
                                    <a:pt x="59625" y="11430"/>
                                  </a:cubicBezTo>
                                  <a:cubicBezTo>
                                    <a:pt x="59625" y="11430"/>
                                    <a:pt x="59625" y="11430"/>
                                    <a:pt x="59625" y="11430"/>
                                  </a:cubicBezTo>
                                  <a:lnTo>
                                    <a:pt x="59625" y="11430"/>
                                  </a:lnTo>
                                  <a:cubicBezTo>
                                    <a:pt x="57720" y="10478"/>
                                    <a:pt x="55814" y="10478"/>
                                    <a:pt x="54862" y="10478"/>
                                  </a:cubicBezTo>
                                  <a:cubicBezTo>
                                    <a:pt x="52957" y="10478"/>
                                    <a:pt x="51052" y="10478"/>
                                    <a:pt x="50100" y="10478"/>
                                  </a:cubicBezTo>
                                  <a:cubicBezTo>
                                    <a:pt x="48195" y="10478"/>
                                    <a:pt x="47242" y="10478"/>
                                    <a:pt x="45337" y="11430"/>
                                  </a:cubicBezTo>
                                  <a:cubicBezTo>
                                    <a:pt x="43432" y="11430"/>
                                    <a:pt x="42480" y="12383"/>
                                    <a:pt x="40575" y="13335"/>
                                  </a:cubicBezTo>
                                  <a:cubicBezTo>
                                    <a:pt x="39622" y="14288"/>
                                    <a:pt x="37717" y="14288"/>
                                    <a:pt x="36764" y="15240"/>
                                  </a:cubicBezTo>
                                  <a:cubicBezTo>
                                    <a:pt x="35812" y="16193"/>
                                    <a:pt x="34860" y="17145"/>
                                    <a:pt x="32955" y="18098"/>
                                  </a:cubicBezTo>
                                  <a:cubicBezTo>
                                    <a:pt x="31050" y="20003"/>
                                    <a:pt x="29145" y="20955"/>
                                    <a:pt x="27239" y="21908"/>
                                  </a:cubicBezTo>
                                  <a:cubicBezTo>
                                    <a:pt x="26287" y="22860"/>
                                    <a:pt x="25335" y="22860"/>
                                    <a:pt x="24382" y="22860"/>
                                  </a:cubicBezTo>
                                  <a:cubicBezTo>
                                    <a:pt x="23430" y="22860"/>
                                    <a:pt x="23430" y="23813"/>
                                    <a:pt x="22477" y="23813"/>
                                  </a:cubicBezTo>
                                  <a:cubicBezTo>
                                    <a:pt x="22477" y="23813"/>
                                    <a:pt x="21525" y="23813"/>
                                    <a:pt x="21525" y="23813"/>
                                  </a:cubicBezTo>
                                  <a:cubicBezTo>
                                    <a:pt x="20572" y="23813"/>
                                    <a:pt x="19620" y="23813"/>
                                    <a:pt x="17714" y="23813"/>
                                  </a:cubicBezTo>
                                  <a:cubicBezTo>
                                    <a:pt x="16762" y="23813"/>
                                    <a:pt x="15810" y="23813"/>
                                    <a:pt x="15810" y="23813"/>
                                  </a:cubicBezTo>
                                  <a:cubicBezTo>
                                    <a:pt x="14857" y="23813"/>
                                    <a:pt x="13905" y="23813"/>
                                    <a:pt x="13905" y="23813"/>
                                  </a:cubicBezTo>
                                  <a:cubicBezTo>
                                    <a:pt x="12000" y="23813"/>
                                    <a:pt x="11047" y="23813"/>
                                    <a:pt x="10095" y="23813"/>
                                  </a:cubicBezTo>
                                  <a:cubicBezTo>
                                    <a:pt x="10095" y="23813"/>
                                    <a:pt x="10095" y="23813"/>
                                    <a:pt x="10095" y="23813"/>
                                  </a:cubicBezTo>
                                  <a:cubicBezTo>
                                    <a:pt x="10095" y="23813"/>
                                    <a:pt x="10095" y="23813"/>
                                    <a:pt x="10095" y="23813"/>
                                  </a:cubicBezTo>
                                  <a:cubicBezTo>
                                    <a:pt x="10095" y="22860"/>
                                    <a:pt x="11047" y="22860"/>
                                    <a:pt x="12000" y="21908"/>
                                  </a:cubicBezTo>
                                  <a:cubicBezTo>
                                    <a:pt x="12000" y="21908"/>
                                    <a:pt x="12952" y="20955"/>
                                    <a:pt x="12952" y="20955"/>
                                  </a:cubicBezTo>
                                  <a:cubicBezTo>
                                    <a:pt x="12952" y="20955"/>
                                    <a:pt x="13905" y="20003"/>
                                    <a:pt x="13905" y="20003"/>
                                  </a:cubicBezTo>
                                  <a:cubicBezTo>
                                    <a:pt x="14857" y="19050"/>
                                    <a:pt x="15810" y="18098"/>
                                    <a:pt x="16762" y="17145"/>
                                  </a:cubicBezTo>
                                  <a:cubicBezTo>
                                    <a:pt x="17714" y="16193"/>
                                    <a:pt x="18667" y="15240"/>
                                    <a:pt x="19620" y="14288"/>
                                  </a:cubicBezTo>
                                  <a:cubicBezTo>
                                    <a:pt x="20572" y="13335"/>
                                    <a:pt x="21525" y="12383"/>
                                    <a:pt x="23430" y="10478"/>
                                  </a:cubicBezTo>
                                  <a:cubicBezTo>
                                    <a:pt x="24382" y="9525"/>
                                    <a:pt x="26287" y="8573"/>
                                    <a:pt x="27239" y="6668"/>
                                  </a:cubicBezTo>
                                  <a:cubicBezTo>
                                    <a:pt x="28192" y="5715"/>
                                    <a:pt x="30097" y="4763"/>
                                    <a:pt x="32002" y="3810"/>
                                  </a:cubicBezTo>
                                  <a:cubicBezTo>
                                    <a:pt x="33907" y="2858"/>
                                    <a:pt x="34860" y="1905"/>
                                    <a:pt x="36764" y="1905"/>
                                  </a:cubicBezTo>
                                  <a:cubicBezTo>
                                    <a:pt x="37717" y="1905"/>
                                    <a:pt x="38670" y="953"/>
                                    <a:pt x="39622" y="953"/>
                                  </a:cubicBezTo>
                                  <a:cubicBezTo>
                                    <a:pt x="40575" y="953"/>
                                    <a:pt x="41527" y="0"/>
                                    <a:pt x="42480" y="0"/>
                                  </a:cubicBezTo>
                                  <a:cubicBezTo>
                                    <a:pt x="43432" y="0"/>
                                    <a:pt x="44385" y="0"/>
                                    <a:pt x="45337" y="0"/>
                                  </a:cubicBezTo>
                                  <a:cubicBezTo>
                                    <a:pt x="46289" y="0"/>
                                    <a:pt x="47242" y="0"/>
                                    <a:pt x="48195" y="0"/>
                                  </a:cubicBezTo>
                                  <a:cubicBezTo>
                                    <a:pt x="49147" y="0"/>
                                    <a:pt x="50100" y="0"/>
                                    <a:pt x="51052" y="0"/>
                                  </a:cubicBezTo>
                                  <a:cubicBezTo>
                                    <a:pt x="52005" y="0"/>
                                    <a:pt x="52005" y="0"/>
                                    <a:pt x="52957" y="0"/>
                                  </a:cubicBezTo>
                                  <a:cubicBezTo>
                                    <a:pt x="52957" y="0"/>
                                    <a:pt x="52957" y="0"/>
                                    <a:pt x="52005" y="0"/>
                                  </a:cubicBezTo>
                                  <a:cubicBezTo>
                                    <a:pt x="52005" y="0"/>
                                    <a:pt x="51052" y="0"/>
                                    <a:pt x="51052" y="0"/>
                                  </a:cubicBezTo>
                                  <a:cubicBezTo>
                                    <a:pt x="50100" y="0"/>
                                    <a:pt x="49147" y="0"/>
                                    <a:pt x="48195" y="0"/>
                                  </a:cubicBezTo>
                                  <a:cubicBezTo>
                                    <a:pt x="47242" y="0"/>
                                    <a:pt x="46289" y="0"/>
                                    <a:pt x="45337" y="0"/>
                                  </a:cubicBezTo>
                                  <a:cubicBezTo>
                                    <a:pt x="44385" y="0"/>
                                    <a:pt x="43432" y="0"/>
                                    <a:pt x="42480" y="0"/>
                                  </a:cubicBezTo>
                                  <a:cubicBezTo>
                                    <a:pt x="41527" y="0"/>
                                    <a:pt x="40575" y="0"/>
                                    <a:pt x="39622" y="953"/>
                                  </a:cubicBezTo>
                                  <a:cubicBezTo>
                                    <a:pt x="38670" y="953"/>
                                    <a:pt x="37717" y="1905"/>
                                    <a:pt x="36764" y="1905"/>
                                  </a:cubicBezTo>
                                  <a:cubicBezTo>
                                    <a:pt x="34860" y="2858"/>
                                    <a:pt x="32955" y="2858"/>
                                    <a:pt x="32002" y="3810"/>
                                  </a:cubicBezTo>
                                  <a:cubicBezTo>
                                    <a:pt x="30097" y="4763"/>
                                    <a:pt x="29145" y="5715"/>
                                    <a:pt x="27239" y="6668"/>
                                  </a:cubicBezTo>
                                  <a:cubicBezTo>
                                    <a:pt x="26287" y="7620"/>
                                    <a:pt x="24382" y="8573"/>
                                    <a:pt x="23430" y="9525"/>
                                  </a:cubicBezTo>
                                  <a:cubicBezTo>
                                    <a:pt x="22477" y="10478"/>
                                    <a:pt x="20572" y="11430"/>
                                    <a:pt x="19620" y="13335"/>
                                  </a:cubicBezTo>
                                  <a:cubicBezTo>
                                    <a:pt x="18667" y="14288"/>
                                    <a:pt x="17714" y="15240"/>
                                    <a:pt x="16762" y="16193"/>
                                  </a:cubicBezTo>
                                  <a:cubicBezTo>
                                    <a:pt x="15810" y="17145"/>
                                    <a:pt x="14857" y="18098"/>
                                    <a:pt x="13905" y="19050"/>
                                  </a:cubicBezTo>
                                  <a:cubicBezTo>
                                    <a:pt x="13905" y="19050"/>
                                    <a:pt x="12952" y="20003"/>
                                    <a:pt x="12952" y="20003"/>
                                  </a:cubicBezTo>
                                  <a:cubicBezTo>
                                    <a:pt x="12952" y="20003"/>
                                    <a:pt x="12000" y="20955"/>
                                    <a:pt x="12000" y="20955"/>
                                  </a:cubicBezTo>
                                  <a:cubicBezTo>
                                    <a:pt x="11047" y="21908"/>
                                    <a:pt x="11047" y="21908"/>
                                    <a:pt x="10095" y="22860"/>
                                  </a:cubicBezTo>
                                  <a:cubicBezTo>
                                    <a:pt x="10095" y="22860"/>
                                    <a:pt x="9142" y="23813"/>
                                    <a:pt x="9142" y="23813"/>
                                  </a:cubicBezTo>
                                  <a:lnTo>
                                    <a:pt x="9142" y="23813"/>
                                  </a:lnTo>
                                  <a:cubicBezTo>
                                    <a:pt x="8189" y="23813"/>
                                    <a:pt x="8189" y="23813"/>
                                    <a:pt x="7237" y="23813"/>
                                  </a:cubicBezTo>
                                  <a:cubicBezTo>
                                    <a:pt x="6285" y="23813"/>
                                    <a:pt x="5332" y="23813"/>
                                    <a:pt x="4380" y="23813"/>
                                  </a:cubicBezTo>
                                  <a:cubicBezTo>
                                    <a:pt x="3427" y="23813"/>
                                    <a:pt x="2475" y="23813"/>
                                    <a:pt x="2475" y="23813"/>
                                  </a:cubicBezTo>
                                  <a:cubicBezTo>
                                    <a:pt x="2475" y="23813"/>
                                    <a:pt x="2475" y="25718"/>
                                    <a:pt x="2475" y="25718"/>
                                  </a:cubicBezTo>
                                  <a:cubicBezTo>
                                    <a:pt x="-383" y="23813"/>
                                    <a:pt x="-383" y="23813"/>
                                    <a:pt x="570" y="23813"/>
                                  </a:cubicBezTo>
                                  <a:close/>
                                </a:path>
                              </a:pathLst>
                            </a:custGeom>
                            <a:grpFill/>
                            <a:ln w="9525" cap="flat">
                              <a:noFill/>
                              <a:prstDash val="solid"/>
                              <a:miter/>
                            </a:ln>
                          </p:spPr>
                          <p:txBody>
                            <a:bodyPr rtlCol="0" anchor="ctr"/>
                            <a:lstStyle/>
                            <a:p>
                              <a:endParaRPr lang="en-US"/>
                            </a:p>
                          </p:txBody>
                        </p:sp>
                      </p:grpSp>
                      <p:grpSp>
                        <p:nvGrpSpPr>
                          <p:cNvPr id="289" name="Graphic 2">
                            <a:extLst>
                              <a:ext uri="{FF2B5EF4-FFF2-40B4-BE49-F238E27FC236}">
                                <a16:creationId xmlns:a16="http://schemas.microsoft.com/office/drawing/2014/main" id="{AE736AF3-0337-429B-AEF1-DA4B52809559}"/>
                              </a:ext>
                            </a:extLst>
                          </p:cNvPr>
                          <p:cNvGrpSpPr/>
                          <p:nvPr/>
                        </p:nvGrpSpPr>
                        <p:grpSpPr>
                          <a:xfrm>
                            <a:off x="4014969" y="3770819"/>
                            <a:ext cx="60960" cy="55245"/>
                            <a:chOff x="4014969" y="3770819"/>
                            <a:chExt cx="60960" cy="55245"/>
                          </a:xfrm>
                          <a:grpFill/>
                        </p:grpSpPr>
                        <p:sp>
                          <p:nvSpPr>
                            <p:cNvPr id="290" name="Freeform: Shape 289">
                              <a:extLst>
                                <a:ext uri="{FF2B5EF4-FFF2-40B4-BE49-F238E27FC236}">
                                  <a16:creationId xmlns:a16="http://schemas.microsoft.com/office/drawing/2014/main" id="{2EF251D7-79B6-4A99-8CE4-67CFB01C94F1}"/>
                                </a:ext>
                              </a:extLst>
                            </p:cNvPr>
                            <p:cNvSpPr/>
                            <p:nvPr/>
                          </p:nvSpPr>
                          <p:spPr>
                            <a:xfrm>
                              <a:off x="4014969" y="3770819"/>
                              <a:ext cx="58102" cy="53340"/>
                            </a:xfrm>
                            <a:custGeom>
                              <a:avLst/>
                              <a:gdLst>
                                <a:gd name="connsiteX0" fmla="*/ 1905 w 58102"/>
                                <a:gd name="connsiteY0" fmla="*/ 36195 h 53340"/>
                                <a:gd name="connsiteX1" fmla="*/ 952 w 58102"/>
                                <a:gd name="connsiteY1" fmla="*/ 33338 h 53340"/>
                                <a:gd name="connsiteX2" fmla="*/ 0 w 58102"/>
                                <a:gd name="connsiteY2" fmla="*/ 30480 h 53340"/>
                                <a:gd name="connsiteX3" fmla="*/ 0 w 58102"/>
                                <a:gd name="connsiteY3" fmla="*/ 29528 h 53340"/>
                                <a:gd name="connsiteX4" fmla="*/ 0 w 58102"/>
                                <a:gd name="connsiteY4" fmla="*/ 27623 h 53340"/>
                                <a:gd name="connsiteX5" fmla="*/ 0 w 58102"/>
                                <a:gd name="connsiteY5" fmla="*/ 27623 h 53340"/>
                                <a:gd name="connsiteX6" fmla="*/ 0 w 58102"/>
                                <a:gd name="connsiteY6" fmla="*/ 27623 h 53340"/>
                                <a:gd name="connsiteX7" fmla="*/ 0 w 58102"/>
                                <a:gd name="connsiteY7" fmla="*/ 27623 h 53340"/>
                                <a:gd name="connsiteX8" fmla="*/ 0 w 58102"/>
                                <a:gd name="connsiteY8" fmla="*/ 26670 h 53340"/>
                                <a:gd name="connsiteX9" fmla="*/ 1905 w 58102"/>
                                <a:gd name="connsiteY9" fmla="*/ 22860 h 53340"/>
                                <a:gd name="connsiteX10" fmla="*/ 9525 w 58102"/>
                                <a:gd name="connsiteY10" fmla="*/ 11430 h 53340"/>
                                <a:gd name="connsiteX11" fmla="*/ 23813 w 58102"/>
                                <a:gd name="connsiteY11" fmla="*/ 1905 h 53340"/>
                                <a:gd name="connsiteX12" fmla="*/ 34290 w 58102"/>
                                <a:gd name="connsiteY12" fmla="*/ 0 h 53340"/>
                                <a:gd name="connsiteX13" fmla="*/ 47625 w 58102"/>
                                <a:gd name="connsiteY13" fmla="*/ 2858 h 53340"/>
                                <a:gd name="connsiteX14" fmla="*/ 48577 w 58102"/>
                                <a:gd name="connsiteY14" fmla="*/ 2858 h 53340"/>
                                <a:gd name="connsiteX15" fmla="*/ 48577 w 58102"/>
                                <a:gd name="connsiteY15" fmla="*/ 2858 h 53340"/>
                                <a:gd name="connsiteX16" fmla="*/ 51435 w 58102"/>
                                <a:gd name="connsiteY16" fmla="*/ 4763 h 53340"/>
                                <a:gd name="connsiteX17" fmla="*/ 56198 w 58102"/>
                                <a:gd name="connsiteY17" fmla="*/ 10478 h 53340"/>
                                <a:gd name="connsiteX18" fmla="*/ 57150 w 58102"/>
                                <a:gd name="connsiteY18" fmla="*/ 13335 h 53340"/>
                                <a:gd name="connsiteX19" fmla="*/ 58102 w 58102"/>
                                <a:gd name="connsiteY19" fmla="*/ 16193 h 53340"/>
                                <a:gd name="connsiteX20" fmla="*/ 58102 w 58102"/>
                                <a:gd name="connsiteY20" fmla="*/ 17145 h 53340"/>
                                <a:gd name="connsiteX21" fmla="*/ 58102 w 58102"/>
                                <a:gd name="connsiteY21" fmla="*/ 17145 h 53340"/>
                                <a:gd name="connsiteX22" fmla="*/ 58102 w 58102"/>
                                <a:gd name="connsiteY22" fmla="*/ 22860 h 53340"/>
                                <a:gd name="connsiteX23" fmla="*/ 57150 w 58102"/>
                                <a:gd name="connsiteY23" fmla="*/ 25718 h 53340"/>
                                <a:gd name="connsiteX24" fmla="*/ 56198 w 58102"/>
                                <a:gd name="connsiteY24" fmla="*/ 27623 h 53340"/>
                                <a:gd name="connsiteX25" fmla="*/ 50482 w 58102"/>
                                <a:gd name="connsiteY25" fmla="*/ 32385 h 53340"/>
                                <a:gd name="connsiteX26" fmla="*/ 50482 w 58102"/>
                                <a:gd name="connsiteY26" fmla="*/ 32385 h 53340"/>
                                <a:gd name="connsiteX27" fmla="*/ 48577 w 58102"/>
                                <a:gd name="connsiteY27" fmla="*/ 33338 h 53340"/>
                                <a:gd name="connsiteX28" fmla="*/ 47625 w 58102"/>
                                <a:gd name="connsiteY28" fmla="*/ 35243 h 53340"/>
                                <a:gd name="connsiteX29" fmla="*/ 45720 w 58102"/>
                                <a:gd name="connsiteY29" fmla="*/ 40005 h 53340"/>
                                <a:gd name="connsiteX30" fmla="*/ 45720 w 58102"/>
                                <a:gd name="connsiteY30" fmla="*/ 40958 h 53340"/>
                                <a:gd name="connsiteX31" fmla="*/ 45720 w 58102"/>
                                <a:gd name="connsiteY31" fmla="*/ 40958 h 53340"/>
                                <a:gd name="connsiteX32" fmla="*/ 41910 w 58102"/>
                                <a:gd name="connsiteY32" fmla="*/ 43815 h 53340"/>
                                <a:gd name="connsiteX33" fmla="*/ 37148 w 58102"/>
                                <a:gd name="connsiteY33" fmla="*/ 45720 h 53340"/>
                                <a:gd name="connsiteX34" fmla="*/ 36195 w 58102"/>
                                <a:gd name="connsiteY34" fmla="*/ 45720 h 53340"/>
                                <a:gd name="connsiteX35" fmla="*/ 35243 w 58102"/>
                                <a:gd name="connsiteY35" fmla="*/ 45720 h 53340"/>
                                <a:gd name="connsiteX36" fmla="*/ 33338 w 58102"/>
                                <a:gd name="connsiteY36" fmla="*/ 46673 h 53340"/>
                                <a:gd name="connsiteX37" fmla="*/ 32385 w 58102"/>
                                <a:gd name="connsiteY37" fmla="*/ 46673 h 53340"/>
                                <a:gd name="connsiteX38" fmla="*/ 32385 w 58102"/>
                                <a:gd name="connsiteY38" fmla="*/ 46673 h 53340"/>
                                <a:gd name="connsiteX39" fmla="*/ 32385 w 58102"/>
                                <a:gd name="connsiteY39" fmla="*/ 46673 h 53340"/>
                                <a:gd name="connsiteX40" fmla="*/ 30480 w 58102"/>
                                <a:gd name="connsiteY40" fmla="*/ 47625 h 53340"/>
                                <a:gd name="connsiteX41" fmla="*/ 27623 w 58102"/>
                                <a:gd name="connsiteY41" fmla="*/ 50483 h 53340"/>
                                <a:gd name="connsiteX42" fmla="*/ 26670 w 58102"/>
                                <a:gd name="connsiteY42" fmla="*/ 51435 h 53340"/>
                                <a:gd name="connsiteX43" fmla="*/ 25718 w 58102"/>
                                <a:gd name="connsiteY43" fmla="*/ 52388 h 53340"/>
                                <a:gd name="connsiteX44" fmla="*/ 25718 w 58102"/>
                                <a:gd name="connsiteY44" fmla="*/ 52388 h 53340"/>
                                <a:gd name="connsiteX45" fmla="*/ 25718 w 58102"/>
                                <a:gd name="connsiteY45" fmla="*/ 52388 h 53340"/>
                                <a:gd name="connsiteX46" fmla="*/ 25718 w 58102"/>
                                <a:gd name="connsiteY46" fmla="*/ 52388 h 53340"/>
                                <a:gd name="connsiteX47" fmla="*/ 24765 w 58102"/>
                                <a:gd name="connsiteY47" fmla="*/ 53340 h 53340"/>
                                <a:gd name="connsiteX48" fmla="*/ 24765 w 58102"/>
                                <a:gd name="connsiteY48" fmla="*/ 53340 h 53340"/>
                                <a:gd name="connsiteX49" fmla="*/ 24765 w 58102"/>
                                <a:gd name="connsiteY49" fmla="*/ 53340 h 53340"/>
                                <a:gd name="connsiteX50" fmla="*/ 23813 w 58102"/>
                                <a:gd name="connsiteY50" fmla="*/ 53340 h 53340"/>
                                <a:gd name="connsiteX51" fmla="*/ 22860 w 58102"/>
                                <a:gd name="connsiteY51" fmla="*/ 53340 h 53340"/>
                                <a:gd name="connsiteX52" fmla="*/ 20002 w 58102"/>
                                <a:gd name="connsiteY52" fmla="*/ 53340 h 53340"/>
                                <a:gd name="connsiteX53" fmla="*/ 14288 w 58102"/>
                                <a:gd name="connsiteY53" fmla="*/ 49530 h 53340"/>
                                <a:gd name="connsiteX54" fmla="*/ 9525 w 58102"/>
                                <a:gd name="connsiteY54" fmla="*/ 43815 h 53340"/>
                                <a:gd name="connsiteX55" fmla="*/ 5715 w 58102"/>
                                <a:gd name="connsiteY55" fmla="*/ 38100 h 53340"/>
                                <a:gd name="connsiteX56" fmla="*/ 1905 w 58102"/>
                                <a:gd name="connsiteY56" fmla="*/ 36195 h 5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102" h="53340">
                                  <a:moveTo>
                                    <a:pt x="1905" y="36195"/>
                                  </a:moveTo>
                                  <a:cubicBezTo>
                                    <a:pt x="1905" y="35243"/>
                                    <a:pt x="952" y="34290"/>
                                    <a:pt x="952" y="33338"/>
                                  </a:cubicBezTo>
                                  <a:cubicBezTo>
                                    <a:pt x="952" y="32385"/>
                                    <a:pt x="0" y="31433"/>
                                    <a:pt x="0" y="30480"/>
                                  </a:cubicBezTo>
                                  <a:cubicBezTo>
                                    <a:pt x="0" y="30480"/>
                                    <a:pt x="0" y="29528"/>
                                    <a:pt x="0" y="29528"/>
                                  </a:cubicBezTo>
                                  <a:cubicBezTo>
                                    <a:pt x="0" y="29528"/>
                                    <a:pt x="0" y="27623"/>
                                    <a:pt x="0" y="27623"/>
                                  </a:cubicBezTo>
                                  <a:cubicBezTo>
                                    <a:pt x="0" y="27623"/>
                                    <a:pt x="0" y="27623"/>
                                    <a:pt x="0" y="27623"/>
                                  </a:cubicBezTo>
                                  <a:cubicBezTo>
                                    <a:pt x="0" y="27623"/>
                                    <a:pt x="0" y="27623"/>
                                    <a:pt x="0" y="27623"/>
                                  </a:cubicBezTo>
                                  <a:cubicBezTo>
                                    <a:pt x="0" y="27623"/>
                                    <a:pt x="0" y="27623"/>
                                    <a:pt x="0" y="27623"/>
                                  </a:cubicBezTo>
                                  <a:cubicBezTo>
                                    <a:pt x="0" y="27623"/>
                                    <a:pt x="0" y="26670"/>
                                    <a:pt x="0" y="26670"/>
                                  </a:cubicBezTo>
                                  <a:cubicBezTo>
                                    <a:pt x="0" y="25718"/>
                                    <a:pt x="952" y="24765"/>
                                    <a:pt x="1905" y="22860"/>
                                  </a:cubicBezTo>
                                  <a:cubicBezTo>
                                    <a:pt x="3810" y="20003"/>
                                    <a:pt x="5715" y="16193"/>
                                    <a:pt x="9525" y="11430"/>
                                  </a:cubicBezTo>
                                  <a:cubicBezTo>
                                    <a:pt x="13335" y="7620"/>
                                    <a:pt x="18098" y="3810"/>
                                    <a:pt x="23813" y="1905"/>
                                  </a:cubicBezTo>
                                  <a:cubicBezTo>
                                    <a:pt x="26670" y="953"/>
                                    <a:pt x="30480" y="0"/>
                                    <a:pt x="34290" y="0"/>
                                  </a:cubicBezTo>
                                  <a:cubicBezTo>
                                    <a:pt x="38100" y="0"/>
                                    <a:pt x="42863" y="953"/>
                                    <a:pt x="47625" y="2858"/>
                                  </a:cubicBezTo>
                                  <a:cubicBezTo>
                                    <a:pt x="47625" y="2858"/>
                                    <a:pt x="47625" y="2858"/>
                                    <a:pt x="48577" y="2858"/>
                                  </a:cubicBezTo>
                                  <a:cubicBezTo>
                                    <a:pt x="48577" y="2858"/>
                                    <a:pt x="48577" y="2858"/>
                                    <a:pt x="48577" y="2858"/>
                                  </a:cubicBezTo>
                                  <a:cubicBezTo>
                                    <a:pt x="49530" y="3810"/>
                                    <a:pt x="50482" y="3810"/>
                                    <a:pt x="51435" y="4763"/>
                                  </a:cubicBezTo>
                                  <a:cubicBezTo>
                                    <a:pt x="53340" y="6668"/>
                                    <a:pt x="55245" y="8573"/>
                                    <a:pt x="56198" y="10478"/>
                                  </a:cubicBezTo>
                                  <a:cubicBezTo>
                                    <a:pt x="57150" y="11430"/>
                                    <a:pt x="57150" y="12383"/>
                                    <a:pt x="57150" y="13335"/>
                                  </a:cubicBezTo>
                                  <a:cubicBezTo>
                                    <a:pt x="57150" y="14288"/>
                                    <a:pt x="58102" y="15240"/>
                                    <a:pt x="58102" y="16193"/>
                                  </a:cubicBezTo>
                                  <a:cubicBezTo>
                                    <a:pt x="58102" y="16193"/>
                                    <a:pt x="58102" y="17145"/>
                                    <a:pt x="58102" y="17145"/>
                                  </a:cubicBezTo>
                                  <a:cubicBezTo>
                                    <a:pt x="58102" y="17145"/>
                                    <a:pt x="58102" y="17145"/>
                                    <a:pt x="58102" y="17145"/>
                                  </a:cubicBezTo>
                                  <a:cubicBezTo>
                                    <a:pt x="58102" y="19050"/>
                                    <a:pt x="58102" y="21908"/>
                                    <a:pt x="58102" y="22860"/>
                                  </a:cubicBezTo>
                                  <a:cubicBezTo>
                                    <a:pt x="58102" y="23813"/>
                                    <a:pt x="57150" y="24765"/>
                                    <a:pt x="57150" y="25718"/>
                                  </a:cubicBezTo>
                                  <a:cubicBezTo>
                                    <a:pt x="57150" y="26670"/>
                                    <a:pt x="56198" y="26670"/>
                                    <a:pt x="56198" y="27623"/>
                                  </a:cubicBezTo>
                                  <a:cubicBezTo>
                                    <a:pt x="54293" y="30480"/>
                                    <a:pt x="52388" y="31433"/>
                                    <a:pt x="50482" y="32385"/>
                                  </a:cubicBezTo>
                                  <a:cubicBezTo>
                                    <a:pt x="50482" y="32385"/>
                                    <a:pt x="50482" y="32385"/>
                                    <a:pt x="50482" y="32385"/>
                                  </a:cubicBezTo>
                                  <a:cubicBezTo>
                                    <a:pt x="49530" y="33338"/>
                                    <a:pt x="48577" y="33338"/>
                                    <a:pt x="48577" y="33338"/>
                                  </a:cubicBezTo>
                                  <a:cubicBezTo>
                                    <a:pt x="48577" y="34290"/>
                                    <a:pt x="48577" y="35243"/>
                                    <a:pt x="47625" y="35243"/>
                                  </a:cubicBezTo>
                                  <a:cubicBezTo>
                                    <a:pt x="46673" y="37148"/>
                                    <a:pt x="46673" y="39053"/>
                                    <a:pt x="45720" y="40005"/>
                                  </a:cubicBezTo>
                                  <a:cubicBezTo>
                                    <a:pt x="45720" y="40005"/>
                                    <a:pt x="45720" y="40005"/>
                                    <a:pt x="45720" y="40958"/>
                                  </a:cubicBezTo>
                                  <a:cubicBezTo>
                                    <a:pt x="45720" y="40958"/>
                                    <a:pt x="45720" y="40958"/>
                                    <a:pt x="45720" y="40958"/>
                                  </a:cubicBezTo>
                                  <a:cubicBezTo>
                                    <a:pt x="44768" y="41910"/>
                                    <a:pt x="43815" y="43815"/>
                                    <a:pt x="41910" y="43815"/>
                                  </a:cubicBezTo>
                                  <a:cubicBezTo>
                                    <a:pt x="40005" y="44768"/>
                                    <a:pt x="39052" y="44768"/>
                                    <a:pt x="37148" y="45720"/>
                                  </a:cubicBezTo>
                                  <a:cubicBezTo>
                                    <a:pt x="37148" y="45720"/>
                                    <a:pt x="36195" y="45720"/>
                                    <a:pt x="36195" y="45720"/>
                                  </a:cubicBezTo>
                                  <a:cubicBezTo>
                                    <a:pt x="36195" y="45720"/>
                                    <a:pt x="36195" y="45720"/>
                                    <a:pt x="35243" y="45720"/>
                                  </a:cubicBezTo>
                                  <a:cubicBezTo>
                                    <a:pt x="34290" y="45720"/>
                                    <a:pt x="33338" y="46673"/>
                                    <a:pt x="33338" y="46673"/>
                                  </a:cubicBezTo>
                                  <a:cubicBezTo>
                                    <a:pt x="33338" y="46673"/>
                                    <a:pt x="33338" y="46673"/>
                                    <a:pt x="32385" y="46673"/>
                                  </a:cubicBezTo>
                                  <a:cubicBezTo>
                                    <a:pt x="32385" y="46673"/>
                                    <a:pt x="32385" y="46673"/>
                                    <a:pt x="32385" y="46673"/>
                                  </a:cubicBezTo>
                                  <a:lnTo>
                                    <a:pt x="32385" y="46673"/>
                                  </a:lnTo>
                                  <a:cubicBezTo>
                                    <a:pt x="32385" y="46673"/>
                                    <a:pt x="31432" y="46673"/>
                                    <a:pt x="30480" y="47625"/>
                                  </a:cubicBezTo>
                                  <a:cubicBezTo>
                                    <a:pt x="29527" y="48578"/>
                                    <a:pt x="28575" y="49530"/>
                                    <a:pt x="27623" y="50483"/>
                                  </a:cubicBezTo>
                                  <a:cubicBezTo>
                                    <a:pt x="27623" y="50483"/>
                                    <a:pt x="26670" y="51435"/>
                                    <a:pt x="26670" y="51435"/>
                                  </a:cubicBezTo>
                                  <a:cubicBezTo>
                                    <a:pt x="26670" y="51435"/>
                                    <a:pt x="26670" y="51435"/>
                                    <a:pt x="25718" y="52388"/>
                                  </a:cubicBezTo>
                                  <a:lnTo>
                                    <a:pt x="25718" y="52388"/>
                                  </a:lnTo>
                                  <a:lnTo>
                                    <a:pt x="25718" y="52388"/>
                                  </a:lnTo>
                                  <a:cubicBezTo>
                                    <a:pt x="25718" y="52388"/>
                                    <a:pt x="25718" y="52388"/>
                                    <a:pt x="25718" y="52388"/>
                                  </a:cubicBezTo>
                                  <a:cubicBezTo>
                                    <a:pt x="25718" y="52388"/>
                                    <a:pt x="25718" y="53340"/>
                                    <a:pt x="24765" y="53340"/>
                                  </a:cubicBezTo>
                                  <a:cubicBezTo>
                                    <a:pt x="24765" y="53340"/>
                                    <a:pt x="24765" y="53340"/>
                                    <a:pt x="24765" y="53340"/>
                                  </a:cubicBezTo>
                                  <a:lnTo>
                                    <a:pt x="24765" y="53340"/>
                                  </a:lnTo>
                                  <a:cubicBezTo>
                                    <a:pt x="24765" y="53340"/>
                                    <a:pt x="23813" y="53340"/>
                                    <a:pt x="23813" y="53340"/>
                                  </a:cubicBezTo>
                                  <a:cubicBezTo>
                                    <a:pt x="23813" y="53340"/>
                                    <a:pt x="22860" y="53340"/>
                                    <a:pt x="22860" y="53340"/>
                                  </a:cubicBezTo>
                                  <a:cubicBezTo>
                                    <a:pt x="21907" y="53340"/>
                                    <a:pt x="20955" y="53340"/>
                                    <a:pt x="20002" y="53340"/>
                                  </a:cubicBezTo>
                                  <a:cubicBezTo>
                                    <a:pt x="18098" y="52388"/>
                                    <a:pt x="16193" y="51435"/>
                                    <a:pt x="14288" y="49530"/>
                                  </a:cubicBezTo>
                                  <a:cubicBezTo>
                                    <a:pt x="12382" y="47625"/>
                                    <a:pt x="11430" y="45720"/>
                                    <a:pt x="9525" y="43815"/>
                                  </a:cubicBezTo>
                                  <a:cubicBezTo>
                                    <a:pt x="8573" y="41910"/>
                                    <a:pt x="6668" y="40005"/>
                                    <a:pt x="5715" y="38100"/>
                                  </a:cubicBezTo>
                                  <a:cubicBezTo>
                                    <a:pt x="3810" y="39053"/>
                                    <a:pt x="2857" y="38100"/>
                                    <a:pt x="1905" y="36195"/>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63DEF3E4-1F3B-4CB6-BF55-FD41C550C67E}"/>
                                </a:ext>
                              </a:extLst>
                            </p:cNvPr>
                            <p:cNvSpPr/>
                            <p:nvPr/>
                          </p:nvSpPr>
                          <p:spPr>
                            <a:xfrm>
                              <a:off x="4016022" y="3776534"/>
                              <a:ext cx="59907" cy="49530"/>
                            </a:xfrm>
                            <a:custGeom>
                              <a:avLst/>
                              <a:gdLst>
                                <a:gd name="connsiteX0" fmla="*/ 852 w 59907"/>
                                <a:gd name="connsiteY0" fmla="*/ 23813 h 49530"/>
                                <a:gd name="connsiteX1" fmla="*/ 852 w 59907"/>
                                <a:gd name="connsiteY1" fmla="*/ 23813 h 49530"/>
                                <a:gd name="connsiteX2" fmla="*/ 2757 w 59907"/>
                                <a:gd name="connsiteY2" fmla="*/ 25718 h 49530"/>
                                <a:gd name="connsiteX3" fmla="*/ 5615 w 59907"/>
                                <a:gd name="connsiteY3" fmla="*/ 29528 h 49530"/>
                                <a:gd name="connsiteX4" fmla="*/ 9424 w 59907"/>
                                <a:gd name="connsiteY4" fmla="*/ 35243 h 49530"/>
                                <a:gd name="connsiteX5" fmla="*/ 10377 w 59907"/>
                                <a:gd name="connsiteY5" fmla="*/ 37147 h 49530"/>
                                <a:gd name="connsiteX6" fmla="*/ 11329 w 59907"/>
                                <a:gd name="connsiteY6" fmla="*/ 38100 h 49530"/>
                                <a:gd name="connsiteX7" fmla="*/ 11329 w 59907"/>
                                <a:gd name="connsiteY7" fmla="*/ 38100 h 49530"/>
                                <a:gd name="connsiteX8" fmla="*/ 11329 w 59907"/>
                                <a:gd name="connsiteY8" fmla="*/ 38100 h 49530"/>
                                <a:gd name="connsiteX9" fmla="*/ 11329 w 59907"/>
                                <a:gd name="connsiteY9" fmla="*/ 38100 h 49530"/>
                                <a:gd name="connsiteX10" fmla="*/ 13234 w 59907"/>
                                <a:gd name="connsiteY10" fmla="*/ 40958 h 49530"/>
                                <a:gd name="connsiteX11" fmla="*/ 14187 w 59907"/>
                                <a:gd name="connsiteY11" fmla="*/ 41910 h 49530"/>
                                <a:gd name="connsiteX12" fmla="*/ 15140 w 59907"/>
                                <a:gd name="connsiteY12" fmla="*/ 42863 h 49530"/>
                                <a:gd name="connsiteX13" fmla="*/ 16092 w 59907"/>
                                <a:gd name="connsiteY13" fmla="*/ 43815 h 49530"/>
                                <a:gd name="connsiteX14" fmla="*/ 17045 w 59907"/>
                                <a:gd name="connsiteY14" fmla="*/ 44768 h 49530"/>
                                <a:gd name="connsiteX15" fmla="*/ 17997 w 59907"/>
                                <a:gd name="connsiteY15" fmla="*/ 45720 h 49530"/>
                                <a:gd name="connsiteX16" fmla="*/ 19902 w 59907"/>
                                <a:gd name="connsiteY16" fmla="*/ 47625 h 49530"/>
                                <a:gd name="connsiteX17" fmla="*/ 20854 w 59907"/>
                                <a:gd name="connsiteY17" fmla="*/ 48578 h 49530"/>
                                <a:gd name="connsiteX18" fmla="*/ 21807 w 59907"/>
                                <a:gd name="connsiteY18" fmla="*/ 49530 h 49530"/>
                                <a:gd name="connsiteX19" fmla="*/ 22759 w 59907"/>
                                <a:gd name="connsiteY19" fmla="*/ 49530 h 49530"/>
                                <a:gd name="connsiteX20" fmla="*/ 22759 w 59907"/>
                                <a:gd name="connsiteY20" fmla="*/ 49530 h 49530"/>
                                <a:gd name="connsiteX21" fmla="*/ 22759 w 59907"/>
                                <a:gd name="connsiteY21" fmla="*/ 49530 h 49530"/>
                                <a:gd name="connsiteX22" fmla="*/ 22759 w 59907"/>
                                <a:gd name="connsiteY22" fmla="*/ 49530 h 49530"/>
                                <a:gd name="connsiteX23" fmla="*/ 21807 w 59907"/>
                                <a:gd name="connsiteY23" fmla="*/ 49530 h 49530"/>
                                <a:gd name="connsiteX24" fmla="*/ 20854 w 59907"/>
                                <a:gd name="connsiteY24" fmla="*/ 48578 h 49530"/>
                                <a:gd name="connsiteX25" fmla="*/ 19902 w 59907"/>
                                <a:gd name="connsiteY25" fmla="*/ 47625 h 49530"/>
                                <a:gd name="connsiteX26" fmla="*/ 17997 w 59907"/>
                                <a:gd name="connsiteY26" fmla="*/ 45720 h 49530"/>
                                <a:gd name="connsiteX27" fmla="*/ 17045 w 59907"/>
                                <a:gd name="connsiteY27" fmla="*/ 44768 h 49530"/>
                                <a:gd name="connsiteX28" fmla="*/ 16092 w 59907"/>
                                <a:gd name="connsiteY28" fmla="*/ 43815 h 49530"/>
                                <a:gd name="connsiteX29" fmla="*/ 15140 w 59907"/>
                                <a:gd name="connsiteY29" fmla="*/ 42863 h 49530"/>
                                <a:gd name="connsiteX30" fmla="*/ 14187 w 59907"/>
                                <a:gd name="connsiteY30" fmla="*/ 41910 h 49530"/>
                                <a:gd name="connsiteX31" fmla="*/ 13234 w 59907"/>
                                <a:gd name="connsiteY31" fmla="*/ 40958 h 49530"/>
                                <a:gd name="connsiteX32" fmla="*/ 11329 w 59907"/>
                                <a:gd name="connsiteY32" fmla="*/ 38100 h 49530"/>
                                <a:gd name="connsiteX33" fmla="*/ 11329 w 59907"/>
                                <a:gd name="connsiteY33" fmla="*/ 38100 h 49530"/>
                                <a:gd name="connsiteX34" fmla="*/ 11329 w 59907"/>
                                <a:gd name="connsiteY34" fmla="*/ 38100 h 49530"/>
                                <a:gd name="connsiteX35" fmla="*/ 11329 w 59907"/>
                                <a:gd name="connsiteY35" fmla="*/ 38100 h 49530"/>
                                <a:gd name="connsiteX36" fmla="*/ 11329 w 59907"/>
                                <a:gd name="connsiteY36" fmla="*/ 37147 h 49530"/>
                                <a:gd name="connsiteX37" fmla="*/ 10377 w 59907"/>
                                <a:gd name="connsiteY37" fmla="*/ 35243 h 49530"/>
                                <a:gd name="connsiteX38" fmla="*/ 6567 w 59907"/>
                                <a:gd name="connsiteY38" fmla="*/ 29528 h 49530"/>
                                <a:gd name="connsiteX39" fmla="*/ 2757 w 59907"/>
                                <a:gd name="connsiteY39" fmla="*/ 23813 h 49530"/>
                                <a:gd name="connsiteX40" fmla="*/ 3709 w 59907"/>
                                <a:gd name="connsiteY40" fmla="*/ 23813 h 49530"/>
                                <a:gd name="connsiteX41" fmla="*/ 5615 w 59907"/>
                                <a:gd name="connsiteY41" fmla="*/ 23813 h 49530"/>
                                <a:gd name="connsiteX42" fmla="*/ 7520 w 59907"/>
                                <a:gd name="connsiteY42" fmla="*/ 23813 h 49530"/>
                                <a:gd name="connsiteX43" fmla="*/ 11329 w 59907"/>
                                <a:gd name="connsiteY43" fmla="*/ 23813 h 49530"/>
                                <a:gd name="connsiteX44" fmla="*/ 12282 w 59907"/>
                                <a:gd name="connsiteY44" fmla="*/ 23813 h 49530"/>
                                <a:gd name="connsiteX45" fmla="*/ 12282 w 59907"/>
                                <a:gd name="connsiteY45" fmla="*/ 23813 h 49530"/>
                                <a:gd name="connsiteX46" fmla="*/ 14187 w 59907"/>
                                <a:gd name="connsiteY46" fmla="*/ 24765 h 49530"/>
                                <a:gd name="connsiteX47" fmla="*/ 16092 w 59907"/>
                                <a:gd name="connsiteY47" fmla="*/ 26670 h 49530"/>
                                <a:gd name="connsiteX48" fmla="*/ 20854 w 59907"/>
                                <a:gd name="connsiteY48" fmla="*/ 31433 h 49530"/>
                                <a:gd name="connsiteX49" fmla="*/ 23712 w 59907"/>
                                <a:gd name="connsiteY49" fmla="*/ 34290 h 49530"/>
                                <a:gd name="connsiteX50" fmla="*/ 24665 w 59907"/>
                                <a:gd name="connsiteY50" fmla="*/ 35243 h 49530"/>
                                <a:gd name="connsiteX51" fmla="*/ 25617 w 59907"/>
                                <a:gd name="connsiteY51" fmla="*/ 36195 h 49530"/>
                                <a:gd name="connsiteX52" fmla="*/ 27522 w 59907"/>
                                <a:gd name="connsiteY52" fmla="*/ 38100 h 49530"/>
                                <a:gd name="connsiteX53" fmla="*/ 28474 w 59907"/>
                                <a:gd name="connsiteY53" fmla="*/ 39053 h 49530"/>
                                <a:gd name="connsiteX54" fmla="*/ 29427 w 59907"/>
                                <a:gd name="connsiteY54" fmla="*/ 40005 h 49530"/>
                                <a:gd name="connsiteX55" fmla="*/ 32284 w 59907"/>
                                <a:gd name="connsiteY55" fmla="*/ 40958 h 49530"/>
                                <a:gd name="connsiteX56" fmla="*/ 32284 w 59907"/>
                                <a:gd name="connsiteY56" fmla="*/ 40958 h 49530"/>
                                <a:gd name="connsiteX57" fmla="*/ 32284 w 59907"/>
                                <a:gd name="connsiteY57" fmla="*/ 40958 h 49530"/>
                                <a:gd name="connsiteX58" fmla="*/ 32284 w 59907"/>
                                <a:gd name="connsiteY58" fmla="*/ 40958 h 49530"/>
                                <a:gd name="connsiteX59" fmla="*/ 32284 w 59907"/>
                                <a:gd name="connsiteY59" fmla="*/ 40958 h 49530"/>
                                <a:gd name="connsiteX60" fmla="*/ 32284 w 59907"/>
                                <a:gd name="connsiteY60" fmla="*/ 40958 h 49530"/>
                                <a:gd name="connsiteX61" fmla="*/ 33237 w 59907"/>
                                <a:gd name="connsiteY61" fmla="*/ 40958 h 49530"/>
                                <a:gd name="connsiteX62" fmla="*/ 32284 w 59907"/>
                                <a:gd name="connsiteY62" fmla="*/ 40958 h 49530"/>
                                <a:gd name="connsiteX63" fmla="*/ 32284 w 59907"/>
                                <a:gd name="connsiteY63" fmla="*/ 40958 h 49530"/>
                                <a:gd name="connsiteX64" fmla="*/ 32284 w 59907"/>
                                <a:gd name="connsiteY64" fmla="*/ 40958 h 49530"/>
                                <a:gd name="connsiteX65" fmla="*/ 32284 w 59907"/>
                                <a:gd name="connsiteY65" fmla="*/ 40958 h 49530"/>
                                <a:gd name="connsiteX66" fmla="*/ 32284 w 59907"/>
                                <a:gd name="connsiteY66" fmla="*/ 40958 h 49530"/>
                                <a:gd name="connsiteX67" fmla="*/ 32284 w 59907"/>
                                <a:gd name="connsiteY67" fmla="*/ 40958 h 49530"/>
                                <a:gd name="connsiteX68" fmla="*/ 29427 w 59907"/>
                                <a:gd name="connsiteY68" fmla="*/ 40005 h 49530"/>
                                <a:gd name="connsiteX69" fmla="*/ 28474 w 59907"/>
                                <a:gd name="connsiteY69" fmla="*/ 39053 h 49530"/>
                                <a:gd name="connsiteX70" fmla="*/ 27522 w 59907"/>
                                <a:gd name="connsiteY70" fmla="*/ 38100 h 49530"/>
                                <a:gd name="connsiteX71" fmla="*/ 25617 w 59907"/>
                                <a:gd name="connsiteY71" fmla="*/ 36195 h 49530"/>
                                <a:gd name="connsiteX72" fmla="*/ 24665 w 59907"/>
                                <a:gd name="connsiteY72" fmla="*/ 35243 h 49530"/>
                                <a:gd name="connsiteX73" fmla="*/ 23712 w 59907"/>
                                <a:gd name="connsiteY73" fmla="*/ 34290 h 49530"/>
                                <a:gd name="connsiteX74" fmla="*/ 20854 w 59907"/>
                                <a:gd name="connsiteY74" fmla="*/ 31433 h 49530"/>
                                <a:gd name="connsiteX75" fmla="*/ 16092 w 59907"/>
                                <a:gd name="connsiteY75" fmla="*/ 25718 h 49530"/>
                                <a:gd name="connsiteX76" fmla="*/ 13234 w 59907"/>
                                <a:gd name="connsiteY76" fmla="*/ 23813 h 49530"/>
                                <a:gd name="connsiteX77" fmla="*/ 13234 w 59907"/>
                                <a:gd name="connsiteY77" fmla="*/ 23813 h 49530"/>
                                <a:gd name="connsiteX78" fmla="*/ 15140 w 59907"/>
                                <a:gd name="connsiteY78" fmla="*/ 23813 h 49530"/>
                                <a:gd name="connsiteX79" fmla="*/ 19902 w 59907"/>
                                <a:gd name="connsiteY79" fmla="*/ 23813 h 49530"/>
                                <a:gd name="connsiteX80" fmla="*/ 24665 w 59907"/>
                                <a:gd name="connsiteY80" fmla="*/ 23813 h 49530"/>
                                <a:gd name="connsiteX81" fmla="*/ 24665 w 59907"/>
                                <a:gd name="connsiteY81" fmla="*/ 23813 h 49530"/>
                                <a:gd name="connsiteX82" fmla="*/ 25617 w 59907"/>
                                <a:gd name="connsiteY82" fmla="*/ 23813 h 49530"/>
                                <a:gd name="connsiteX83" fmla="*/ 28474 w 59907"/>
                                <a:gd name="connsiteY83" fmla="*/ 25718 h 49530"/>
                                <a:gd name="connsiteX84" fmla="*/ 30379 w 59907"/>
                                <a:gd name="connsiteY84" fmla="*/ 27622 h 49530"/>
                                <a:gd name="connsiteX85" fmla="*/ 32284 w 59907"/>
                                <a:gd name="connsiteY85" fmla="*/ 29528 h 49530"/>
                                <a:gd name="connsiteX86" fmla="*/ 33237 w 59907"/>
                                <a:gd name="connsiteY86" fmla="*/ 30480 h 49530"/>
                                <a:gd name="connsiteX87" fmla="*/ 34190 w 59907"/>
                                <a:gd name="connsiteY87" fmla="*/ 31433 h 49530"/>
                                <a:gd name="connsiteX88" fmla="*/ 35142 w 59907"/>
                                <a:gd name="connsiteY88" fmla="*/ 32385 h 49530"/>
                                <a:gd name="connsiteX89" fmla="*/ 36095 w 59907"/>
                                <a:gd name="connsiteY89" fmla="*/ 33338 h 49530"/>
                                <a:gd name="connsiteX90" fmla="*/ 37999 w 59907"/>
                                <a:gd name="connsiteY90" fmla="*/ 34290 h 49530"/>
                                <a:gd name="connsiteX91" fmla="*/ 39904 w 59907"/>
                                <a:gd name="connsiteY91" fmla="*/ 35243 h 49530"/>
                                <a:gd name="connsiteX92" fmla="*/ 40857 w 59907"/>
                                <a:gd name="connsiteY92" fmla="*/ 36195 h 49530"/>
                                <a:gd name="connsiteX93" fmla="*/ 41809 w 59907"/>
                                <a:gd name="connsiteY93" fmla="*/ 37147 h 49530"/>
                                <a:gd name="connsiteX94" fmla="*/ 42762 w 59907"/>
                                <a:gd name="connsiteY94" fmla="*/ 37147 h 49530"/>
                                <a:gd name="connsiteX95" fmla="*/ 43715 w 59907"/>
                                <a:gd name="connsiteY95" fmla="*/ 37147 h 49530"/>
                                <a:gd name="connsiteX96" fmla="*/ 43715 w 59907"/>
                                <a:gd name="connsiteY96" fmla="*/ 37147 h 49530"/>
                                <a:gd name="connsiteX97" fmla="*/ 42762 w 59907"/>
                                <a:gd name="connsiteY97" fmla="*/ 36195 h 49530"/>
                                <a:gd name="connsiteX98" fmla="*/ 41809 w 59907"/>
                                <a:gd name="connsiteY98" fmla="*/ 35243 h 49530"/>
                                <a:gd name="connsiteX99" fmla="*/ 40857 w 59907"/>
                                <a:gd name="connsiteY99" fmla="*/ 34290 h 49530"/>
                                <a:gd name="connsiteX100" fmla="*/ 38952 w 59907"/>
                                <a:gd name="connsiteY100" fmla="*/ 33338 h 49530"/>
                                <a:gd name="connsiteX101" fmla="*/ 37047 w 59907"/>
                                <a:gd name="connsiteY101" fmla="*/ 32385 h 49530"/>
                                <a:gd name="connsiteX102" fmla="*/ 36095 w 59907"/>
                                <a:gd name="connsiteY102" fmla="*/ 32385 h 49530"/>
                                <a:gd name="connsiteX103" fmla="*/ 35142 w 59907"/>
                                <a:gd name="connsiteY103" fmla="*/ 32385 h 49530"/>
                                <a:gd name="connsiteX104" fmla="*/ 34190 w 59907"/>
                                <a:gd name="connsiteY104" fmla="*/ 31433 h 49530"/>
                                <a:gd name="connsiteX105" fmla="*/ 33237 w 59907"/>
                                <a:gd name="connsiteY105" fmla="*/ 30480 h 49530"/>
                                <a:gd name="connsiteX106" fmla="*/ 32284 w 59907"/>
                                <a:gd name="connsiteY106" fmla="*/ 29528 h 49530"/>
                                <a:gd name="connsiteX107" fmla="*/ 30379 w 59907"/>
                                <a:gd name="connsiteY107" fmla="*/ 27622 h 49530"/>
                                <a:gd name="connsiteX108" fmla="*/ 28474 w 59907"/>
                                <a:gd name="connsiteY108" fmla="*/ 25718 h 49530"/>
                                <a:gd name="connsiteX109" fmla="*/ 26570 w 59907"/>
                                <a:gd name="connsiteY109" fmla="*/ 24765 h 49530"/>
                                <a:gd name="connsiteX110" fmla="*/ 29427 w 59907"/>
                                <a:gd name="connsiteY110" fmla="*/ 24765 h 49530"/>
                                <a:gd name="connsiteX111" fmla="*/ 34190 w 59907"/>
                                <a:gd name="connsiteY111" fmla="*/ 24765 h 49530"/>
                                <a:gd name="connsiteX112" fmla="*/ 37047 w 59907"/>
                                <a:gd name="connsiteY112" fmla="*/ 24765 h 49530"/>
                                <a:gd name="connsiteX113" fmla="*/ 39904 w 59907"/>
                                <a:gd name="connsiteY113" fmla="*/ 24765 h 49530"/>
                                <a:gd name="connsiteX114" fmla="*/ 44667 w 59907"/>
                                <a:gd name="connsiteY114" fmla="*/ 25718 h 49530"/>
                                <a:gd name="connsiteX115" fmla="*/ 46572 w 59907"/>
                                <a:gd name="connsiteY115" fmla="*/ 26670 h 49530"/>
                                <a:gd name="connsiteX116" fmla="*/ 48477 w 59907"/>
                                <a:gd name="connsiteY116" fmla="*/ 27622 h 49530"/>
                                <a:gd name="connsiteX117" fmla="*/ 48477 w 59907"/>
                                <a:gd name="connsiteY117" fmla="*/ 27622 h 49530"/>
                                <a:gd name="connsiteX118" fmla="*/ 48477 w 59907"/>
                                <a:gd name="connsiteY118" fmla="*/ 27622 h 49530"/>
                                <a:gd name="connsiteX119" fmla="*/ 46572 w 59907"/>
                                <a:gd name="connsiteY119" fmla="*/ 26670 h 49530"/>
                                <a:gd name="connsiteX120" fmla="*/ 44667 w 59907"/>
                                <a:gd name="connsiteY120" fmla="*/ 25718 h 49530"/>
                                <a:gd name="connsiteX121" fmla="*/ 39904 w 59907"/>
                                <a:gd name="connsiteY121" fmla="*/ 24765 h 49530"/>
                                <a:gd name="connsiteX122" fmla="*/ 38952 w 59907"/>
                                <a:gd name="connsiteY122" fmla="*/ 24765 h 49530"/>
                                <a:gd name="connsiteX123" fmla="*/ 37999 w 59907"/>
                                <a:gd name="connsiteY123" fmla="*/ 24765 h 49530"/>
                                <a:gd name="connsiteX124" fmla="*/ 37047 w 59907"/>
                                <a:gd name="connsiteY124" fmla="*/ 24765 h 49530"/>
                                <a:gd name="connsiteX125" fmla="*/ 36095 w 59907"/>
                                <a:gd name="connsiteY125" fmla="*/ 24765 h 49530"/>
                                <a:gd name="connsiteX126" fmla="*/ 31332 w 59907"/>
                                <a:gd name="connsiteY126" fmla="*/ 24765 h 49530"/>
                                <a:gd name="connsiteX127" fmla="*/ 26570 w 59907"/>
                                <a:gd name="connsiteY127" fmla="*/ 24765 h 49530"/>
                                <a:gd name="connsiteX128" fmla="*/ 22759 w 59907"/>
                                <a:gd name="connsiteY128" fmla="*/ 24765 h 49530"/>
                                <a:gd name="connsiteX129" fmla="*/ 23712 w 59907"/>
                                <a:gd name="connsiteY129" fmla="*/ 24765 h 49530"/>
                                <a:gd name="connsiteX130" fmla="*/ 26570 w 59907"/>
                                <a:gd name="connsiteY130" fmla="*/ 22860 h 49530"/>
                                <a:gd name="connsiteX131" fmla="*/ 32284 w 59907"/>
                                <a:gd name="connsiteY131" fmla="*/ 18097 h 49530"/>
                                <a:gd name="connsiteX132" fmla="*/ 36095 w 59907"/>
                                <a:gd name="connsiteY132" fmla="*/ 15240 h 49530"/>
                                <a:gd name="connsiteX133" fmla="*/ 39904 w 59907"/>
                                <a:gd name="connsiteY133" fmla="*/ 13335 h 49530"/>
                                <a:gd name="connsiteX134" fmla="*/ 44667 w 59907"/>
                                <a:gd name="connsiteY134" fmla="*/ 11430 h 49530"/>
                                <a:gd name="connsiteX135" fmla="*/ 49429 w 59907"/>
                                <a:gd name="connsiteY135" fmla="*/ 10478 h 49530"/>
                                <a:gd name="connsiteX136" fmla="*/ 52287 w 59907"/>
                                <a:gd name="connsiteY136" fmla="*/ 10478 h 49530"/>
                                <a:gd name="connsiteX137" fmla="*/ 55145 w 59907"/>
                                <a:gd name="connsiteY137" fmla="*/ 10478 h 49530"/>
                                <a:gd name="connsiteX138" fmla="*/ 56097 w 59907"/>
                                <a:gd name="connsiteY138" fmla="*/ 10478 h 49530"/>
                                <a:gd name="connsiteX139" fmla="*/ 57049 w 59907"/>
                                <a:gd name="connsiteY139" fmla="*/ 10478 h 49530"/>
                                <a:gd name="connsiteX140" fmla="*/ 59907 w 59907"/>
                                <a:gd name="connsiteY140" fmla="*/ 11430 h 49530"/>
                                <a:gd name="connsiteX141" fmla="*/ 59907 w 59907"/>
                                <a:gd name="connsiteY141" fmla="*/ 11430 h 49530"/>
                                <a:gd name="connsiteX142" fmla="*/ 59907 w 59907"/>
                                <a:gd name="connsiteY142" fmla="*/ 11430 h 49530"/>
                                <a:gd name="connsiteX143" fmla="*/ 59907 w 59907"/>
                                <a:gd name="connsiteY143" fmla="*/ 11430 h 49530"/>
                                <a:gd name="connsiteX144" fmla="*/ 55145 w 59907"/>
                                <a:gd name="connsiteY144" fmla="*/ 10478 h 49530"/>
                                <a:gd name="connsiteX145" fmla="*/ 50382 w 59907"/>
                                <a:gd name="connsiteY145" fmla="*/ 10478 h 49530"/>
                                <a:gd name="connsiteX146" fmla="*/ 45620 w 59907"/>
                                <a:gd name="connsiteY146" fmla="*/ 11430 h 49530"/>
                                <a:gd name="connsiteX147" fmla="*/ 40857 w 59907"/>
                                <a:gd name="connsiteY147" fmla="*/ 13335 h 49530"/>
                                <a:gd name="connsiteX148" fmla="*/ 37047 w 59907"/>
                                <a:gd name="connsiteY148" fmla="*/ 15240 h 49530"/>
                                <a:gd name="connsiteX149" fmla="*/ 33237 w 59907"/>
                                <a:gd name="connsiteY149" fmla="*/ 18097 h 49530"/>
                                <a:gd name="connsiteX150" fmla="*/ 27522 w 59907"/>
                                <a:gd name="connsiteY150" fmla="*/ 21908 h 49530"/>
                                <a:gd name="connsiteX151" fmla="*/ 24665 w 59907"/>
                                <a:gd name="connsiteY151" fmla="*/ 22860 h 49530"/>
                                <a:gd name="connsiteX152" fmla="*/ 22759 w 59907"/>
                                <a:gd name="connsiteY152" fmla="*/ 23813 h 49530"/>
                                <a:gd name="connsiteX153" fmla="*/ 21807 w 59907"/>
                                <a:gd name="connsiteY153" fmla="*/ 23813 h 49530"/>
                                <a:gd name="connsiteX154" fmla="*/ 17997 w 59907"/>
                                <a:gd name="connsiteY154" fmla="*/ 23813 h 49530"/>
                                <a:gd name="connsiteX155" fmla="*/ 16092 w 59907"/>
                                <a:gd name="connsiteY155" fmla="*/ 23813 h 49530"/>
                                <a:gd name="connsiteX156" fmla="*/ 14187 w 59907"/>
                                <a:gd name="connsiteY156" fmla="*/ 23813 h 49530"/>
                                <a:gd name="connsiteX157" fmla="*/ 10377 w 59907"/>
                                <a:gd name="connsiteY157" fmla="*/ 23813 h 49530"/>
                                <a:gd name="connsiteX158" fmla="*/ 10377 w 59907"/>
                                <a:gd name="connsiteY158" fmla="*/ 23813 h 49530"/>
                                <a:gd name="connsiteX159" fmla="*/ 10377 w 59907"/>
                                <a:gd name="connsiteY159" fmla="*/ 23813 h 49530"/>
                                <a:gd name="connsiteX160" fmla="*/ 12282 w 59907"/>
                                <a:gd name="connsiteY160" fmla="*/ 21908 h 49530"/>
                                <a:gd name="connsiteX161" fmla="*/ 13234 w 59907"/>
                                <a:gd name="connsiteY161" fmla="*/ 20955 h 49530"/>
                                <a:gd name="connsiteX162" fmla="*/ 14187 w 59907"/>
                                <a:gd name="connsiteY162" fmla="*/ 20003 h 49530"/>
                                <a:gd name="connsiteX163" fmla="*/ 17045 w 59907"/>
                                <a:gd name="connsiteY163" fmla="*/ 17145 h 49530"/>
                                <a:gd name="connsiteX164" fmla="*/ 19902 w 59907"/>
                                <a:gd name="connsiteY164" fmla="*/ 14288 h 49530"/>
                                <a:gd name="connsiteX165" fmla="*/ 23712 w 59907"/>
                                <a:gd name="connsiteY165" fmla="*/ 10478 h 49530"/>
                                <a:gd name="connsiteX166" fmla="*/ 27522 w 59907"/>
                                <a:gd name="connsiteY166" fmla="*/ 6668 h 49530"/>
                                <a:gd name="connsiteX167" fmla="*/ 32284 w 59907"/>
                                <a:gd name="connsiteY167" fmla="*/ 3810 h 49530"/>
                                <a:gd name="connsiteX168" fmla="*/ 37047 w 59907"/>
                                <a:gd name="connsiteY168" fmla="*/ 1905 h 49530"/>
                                <a:gd name="connsiteX169" fmla="*/ 39904 w 59907"/>
                                <a:gd name="connsiteY169" fmla="*/ 953 h 49530"/>
                                <a:gd name="connsiteX170" fmla="*/ 42762 w 59907"/>
                                <a:gd name="connsiteY170" fmla="*/ 0 h 49530"/>
                                <a:gd name="connsiteX171" fmla="*/ 45620 w 59907"/>
                                <a:gd name="connsiteY171" fmla="*/ 0 h 49530"/>
                                <a:gd name="connsiteX172" fmla="*/ 48477 w 59907"/>
                                <a:gd name="connsiteY172" fmla="*/ 0 h 49530"/>
                                <a:gd name="connsiteX173" fmla="*/ 51334 w 59907"/>
                                <a:gd name="connsiteY173" fmla="*/ 0 h 49530"/>
                                <a:gd name="connsiteX174" fmla="*/ 53240 w 59907"/>
                                <a:gd name="connsiteY174" fmla="*/ 0 h 49530"/>
                                <a:gd name="connsiteX175" fmla="*/ 52287 w 59907"/>
                                <a:gd name="connsiteY175" fmla="*/ 0 h 49530"/>
                                <a:gd name="connsiteX176" fmla="*/ 51334 w 59907"/>
                                <a:gd name="connsiteY176" fmla="*/ 0 h 49530"/>
                                <a:gd name="connsiteX177" fmla="*/ 48477 w 59907"/>
                                <a:gd name="connsiteY177" fmla="*/ 0 h 49530"/>
                                <a:gd name="connsiteX178" fmla="*/ 45620 w 59907"/>
                                <a:gd name="connsiteY178" fmla="*/ 0 h 49530"/>
                                <a:gd name="connsiteX179" fmla="*/ 42762 w 59907"/>
                                <a:gd name="connsiteY179" fmla="*/ 0 h 49530"/>
                                <a:gd name="connsiteX180" fmla="*/ 39904 w 59907"/>
                                <a:gd name="connsiteY180" fmla="*/ 953 h 49530"/>
                                <a:gd name="connsiteX181" fmla="*/ 37047 w 59907"/>
                                <a:gd name="connsiteY181" fmla="*/ 1905 h 49530"/>
                                <a:gd name="connsiteX182" fmla="*/ 32284 w 59907"/>
                                <a:gd name="connsiteY182" fmla="*/ 3810 h 49530"/>
                                <a:gd name="connsiteX183" fmla="*/ 27522 w 59907"/>
                                <a:gd name="connsiteY183" fmla="*/ 6668 h 49530"/>
                                <a:gd name="connsiteX184" fmla="*/ 23712 w 59907"/>
                                <a:gd name="connsiteY184" fmla="*/ 9525 h 49530"/>
                                <a:gd name="connsiteX185" fmla="*/ 19902 w 59907"/>
                                <a:gd name="connsiteY185" fmla="*/ 13335 h 49530"/>
                                <a:gd name="connsiteX186" fmla="*/ 17045 w 59907"/>
                                <a:gd name="connsiteY186" fmla="*/ 16193 h 49530"/>
                                <a:gd name="connsiteX187" fmla="*/ 14187 w 59907"/>
                                <a:gd name="connsiteY187" fmla="*/ 19050 h 49530"/>
                                <a:gd name="connsiteX188" fmla="*/ 13234 w 59907"/>
                                <a:gd name="connsiteY188" fmla="*/ 20003 h 49530"/>
                                <a:gd name="connsiteX189" fmla="*/ 12282 w 59907"/>
                                <a:gd name="connsiteY189" fmla="*/ 20955 h 49530"/>
                                <a:gd name="connsiteX190" fmla="*/ 10377 w 59907"/>
                                <a:gd name="connsiteY190" fmla="*/ 22860 h 49530"/>
                                <a:gd name="connsiteX191" fmla="*/ 9424 w 59907"/>
                                <a:gd name="connsiteY191" fmla="*/ 23813 h 49530"/>
                                <a:gd name="connsiteX192" fmla="*/ 9424 w 59907"/>
                                <a:gd name="connsiteY192" fmla="*/ 23813 h 49530"/>
                                <a:gd name="connsiteX193" fmla="*/ 7520 w 59907"/>
                                <a:gd name="connsiteY193" fmla="*/ 23813 h 49530"/>
                                <a:gd name="connsiteX194" fmla="*/ 4662 w 59907"/>
                                <a:gd name="connsiteY194" fmla="*/ 23813 h 49530"/>
                                <a:gd name="connsiteX195" fmla="*/ 2757 w 59907"/>
                                <a:gd name="connsiteY195" fmla="*/ 23813 h 49530"/>
                                <a:gd name="connsiteX196" fmla="*/ 2757 w 59907"/>
                                <a:gd name="connsiteY196" fmla="*/ 25718 h 49530"/>
                                <a:gd name="connsiteX197" fmla="*/ 852 w 59907"/>
                                <a:gd name="connsiteY197" fmla="*/ 23813 h 49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59907" h="49530">
                                  <a:moveTo>
                                    <a:pt x="852" y="23813"/>
                                  </a:moveTo>
                                  <a:cubicBezTo>
                                    <a:pt x="852" y="23813"/>
                                    <a:pt x="852" y="23813"/>
                                    <a:pt x="852" y="23813"/>
                                  </a:cubicBezTo>
                                  <a:cubicBezTo>
                                    <a:pt x="852" y="23813"/>
                                    <a:pt x="1804" y="24765"/>
                                    <a:pt x="2757" y="25718"/>
                                  </a:cubicBezTo>
                                  <a:cubicBezTo>
                                    <a:pt x="3709" y="26670"/>
                                    <a:pt x="4662" y="28575"/>
                                    <a:pt x="5615" y="29528"/>
                                  </a:cubicBezTo>
                                  <a:cubicBezTo>
                                    <a:pt x="6567" y="31433"/>
                                    <a:pt x="7520" y="33338"/>
                                    <a:pt x="9424" y="35243"/>
                                  </a:cubicBezTo>
                                  <a:cubicBezTo>
                                    <a:pt x="9424" y="36195"/>
                                    <a:pt x="10377" y="36195"/>
                                    <a:pt x="10377" y="37147"/>
                                  </a:cubicBezTo>
                                  <a:cubicBezTo>
                                    <a:pt x="10377" y="37147"/>
                                    <a:pt x="10377" y="38100"/>
                                    <a:pt x="11329" y="38100"/>
                                  </a:cubicBezTo>
                                  <a:lnTo>
                                    <a:pt x="11329" y="38100"/>
                                  </a:lnTo>
                                  <a:lnTo>
                                    <a:pt x="11329" y="38100"/>
                                  </a:lnTo>
                                  <a:lnTo>
                                    <a:pt x="11329" y="38100"/>
                                  </a:lnTo>
                                  <a:cubicBezTo>
                                    <a:pt x="12282" y="39053"/>
                                    <a:pt x="13234" y="40005"/>
                                    <a:pt x="13234" y="40958"/>
                                  </a:cubicBezTo>
                                  <a:cubicBezTo>
                                    <a:pt x="13234" y="40958"/>
                                    <a:pt x="14187" y="41910"/>
                                    <a:pt x="14187" y="41910"/>
                                  </a:cubicBezTo>
                                  <a:cubicBezTo>
                                    <a:pt x="14187" y="41910"/>
                                    <a:pt x="15140" y="42863"/>
                                    <a:pt x="15140" y="42863"/>
                                  </a:cubicBezTo>
                                  <a:cubicBezTo>
                                    <a:pt x="15140" y="42863"/>
                                    <a:pt x="15140" y="42863"/>
                                    <a:pt x="16092" y="43815"/>
                                  </a:cubicBezTo>
                                  <a:cubicBezTo>
                                    <a:pt x="16092" y="43815"/>
                                    <a:pt x="16092" y="43815"/>
                                    <a:pt x="17045" y="44768"/>
                                  </a:cubicBezTo>
                                  <a:cubicBezTo>
                                    <a:pt x="17045" y="44768"/>
                                    <a:pt x="17997" y="45720"/>
                                    <a:pt x="17997" y="45720"/>
                                  </a:cubicBezTo>
                                  <a:cubicBezTo>
                                    <a:pt x="18949" y="46672"/>
                                    <a:pt x="18949" y="46672"/>
                                    <a:pt x="19902" y="47625"/>
                                  </a:cubicBezTo>
                                  <a:cubicBezTo>
                                    <a:pt x="20854" y="47625"/>
                                    <a:pt x="20854" y="48578"/>
                                    <a:pt x="20854" y="48578"/>
                                  </a:cubicBezTo>
                                  <a:cubicBezTo>
                                    <a:pt x="20854" y="48578"/>
                                    <a:pt x="21807" y="48578"/>
                                    <a:pt x="21807" y="49530"/>
                                  </a:cubicBezTo>
                                  <a:cubicBezTo>
                                    <a:pt x="21807" y="49530"/>
                                    <a:pt x="21807" y="49530"/>
                                    <a:pt x="22759" y="49530"/>
                                  </a:cubicBezTo>
                                  <a:cubicBezTo>
                                    <a:pt x="22759" y="49530"/>
                                    <a:pt x="22759" y="49530"/>
                                    <a:pt x="22759" y="49530"/>
                                  </a:cubicBezTo>
                                  <a:lnTo>
                                    <a:pt x="22759" y="49530"/>
                                  </a:lnTo>
                                  <a:cubicBezTo>
                                    <a:pt x="22759" y="49530"/>
                                    <a:pt x="22759" y="49530"/>
                                    <a:pt x="22759" y="49530"/>
                                  </a:cubicBezTo>
                                  <a:cubicBezTo>
                                    <a:pt x="22759" y="49530"/>
                                    <a:pt x="22759" y="49530"/>
                                    <a:pt x="21807" y="49530"/>
                                  </a:cubicBezTo>
                                  <a:cubicBezTo>
                                    <a:pt x="21807" y="49530"/>
                                    <a:pt x="20854" y="49530"/>
                                    <a:pt x="20854" y="48578"/>
                                  </a:cubicBezTo>
                                  <a:cubicBezTo>
                                    <a:pt x="20854" y="48578"/>
                                    <a:pt x="19902" y="47625"/>
                                    <a:pt x="19902" y="47625"/>
                                  </a:cubicBezTo>
                                  <a:cubicBezTo>
                                    <a:pt x="18949" y="46672"/>
                                    <a:pt x="18949" y="46672"/>
                                    <a:pt x="17997" y="45720"/>
                                  </a:cubicBezTo>
                                  <a:cubicBezTo>
                                    <a:pt x="17997" y="45720"/>
                                    <a:pt x="17045" y="44768"/>
                                    <a:pt x="17045" y="44768"/>
                                  </a:cubicBezTo>
                                  <a:cubicBezTo>
                                    <a:pt x="17045" y="44768"/>
                                    <a:pt x="17045" y="44768"/>
                                    <a:pt x="16092" y="43815"/>
                                  </a:cubicBezTo>
                                  <a:cubicBezTo>
                                    <a:pt x="16092" y="43815"/>
                                    <a:pt x="16092" y="43815"/>
                                    <a:pt x="15140" y="42863"/>
                                  </a:cubicBezTo>
                                  <a:cubicBezTo>
                                    <a:pt x="15140" y="42863"/>
                                    <a:pt x="14187" y="41910"/>
                                    <a:pt x="14187" y="41910"/>
                                  </a:cubicBezTo>
                                  <a:cubicBezTo>
                                    <a:pt x="14187" y="41910"/>
                                    <a:pt x="13234" y="40958"/>
                                    <a:pt x="13234" y="40958"/>
                                  </a:cubicBezTo>
                                  <a:cubicBezTo>
                                    <a:pt x="12282" y="40005"/>
                                    <a:pt x="11329" y="39053"/>
                                    <a:pt x="11329" y="38100"/>
                                  </a:cubicBezTo>
                                  <a:lnTo>
                                    <a:pt x="11329" y="38100"/>
                                  </a:lnTo>
                                  <a:lnTo>
                                    <a:pt x="11329" y="38100"/>
                                  </a:lnTo>
                                  <a:lnTo>
                                    <a:pt x="11329" y="38100"/>
                                  </a:lnTo>
                                  <a:cubicBezTo>
                                    <a:pt x="11329" y="38100"/>
                                    <a:pt x="11329" y="37147"/>
                                    <a:pt x="11329" y="37147"/>
                                  </a:cubicBezTo>
                                  <a:cubicBezTo>
                                    <a:pt x="11329" y="36195"/>
                                    <a:pt x="10377" y="36195"/>
                                    <a:pt x="10377" y="35243"/>
                                  </a:cubicBezTo>
                                  <a:cubicBezTo>
                                    <a:pt x="9424" y="33338"/>
                                    <a:pt x="8472" y="30480"/>
                                    <a:pt x="6567" y="29528"/>
                                  </a:cubicBezTo>
                                  <a:cubicBezTo>
                                    <a:pt x="4662" y="26670"/>
                                    <a:pt x="3709" y="24765"/>
                                    <a:pt x="2757" y="23813"/>
                                  </a:cubicBezTo>
                                  <a:cubicBezTo>
                                    <a:pt x="2757" y="23813"/>
                                    <a:pt x="3709" y="23813"/>
                                    <a:pt x="3709" y="23813"/>
                                  </a:cubicBezTo>
                                  <a:cubicBezTo>
                                    <a:pt x="4662" y="23813"/>
                                    <a:pt x="4662" y="23813"/>
                                    <a:pt x="5615" y="23813"/>
                                  </a:cubicBezTo>
                                  <a:cubicBezTo>
                                    <a:pt x="6567" y="23813"/>
                                    <a:pt x="6567" y="23813"/>
                                    <a:pt x="7520" y="23813"/>
                                  </a:cubicBezTo>
                                  <a:cubicBezTo>
                                    <a:pt x="8472" y="23813"/>
                                    <a:pt x="10377" y="23813"/>
                                    <a:pt x="11329" y="23813"/>
                                  </a:cubicBezTo>
                                  <a:cubicBezTo>
                                    <a:pt x="11329" y="23813"/>
                                    <a:pt x="12282" y="23813"/>
                                    <a:pt x="12282" y="23813"/>
                                  </a:cubicBezTo>
                                  <a:cubicBezTo>
                                    <a:pt x="12282" y="23813"/>
                                    <a:pt x="12282" y="23813"/>
                                    <a:pt x="12282" y="23813"/>
                                  </a:cubicBezTo>
                                  <a:cubicBezTo>
                                    <a:pt x="13234" y="23813"/>
                                    <a:pt x="13234" y="24765"/>
                                    <a:pt x="14187" y="24765"/>
                                  </a:cubicBezTo>
                                  <a:cubicBezTo>
                                    <a:pt x="15140" y="24765"/>
                                    <a:pt x="16092" y="25718"/>
                                    <a:pt x="16092" y="26670"/>
                                  </a:cubicBezTo>
                                  <a:cubicBezTo>
                                    <a:pt x="17997" y="27622"/>
                                    <a:pt x="18949" y="29528"/>
                                    <a:pt x="20854" y="31433"/>
                                  </a:cubicBezTo>
                                  <a:cubicBezTo>
                                    <a:pt x="21807" y="32385"/>
                                    <a:pt x="22759" y="33338"/>
                                    <a:pt x="23712" y="34290"/>
                                  </a:cubicBezTo>
                                  <a:cubicBezTo>
                                    <a:pt x="23712" y="34290"/>
                                    <a:pt x="24665" y="35243"/>
                                    <a:pt x="24665" y="35243"/>
                                  </a:cubicBezTo>
                                  <a:cubicBezTo>
                                    <a:pt x="24665" y="35243"/>
                                    <a:pt x="25617" y="36195"/>
                                    <a:pt x="25617" y="36195"/>
                                  </a:cubicBezTo>
                                  <a:cubicBezTo>
                                    <a:pt x="26570" y="37147"/>
                                    <a:pt x="27522" y="37147"/>
                                    <a:pt x="27522" y="38100"/>
                                  </a:cubicBezTo>
                                  <a:cubicBezTo>
                                    <a:pt x="27522" y="38100"/>
                                    <a:pt x="28474" y="39053"/>
                                    <a:pt x="28474" y="39053"/>
                                  </a:cubicBezTo>
                                  <a:cubicBezTo>
                                    <a:pt x="28474" y="39053"/>
                                    <a:pt x="29427" y="39053"/>
                                    <a:pt x="29427" y="40005"/>
                                  </a:cubicBezTo>
                                  <a:cubicBezTo>
                                    <a:pt x="30379" y="40958"/>
                                    <a:pt x="31332" y="40958"/>
                                    <a:pt x="32284" y="40958"/>
                                  </a:cubicBezTo>
                                  <a:cubicBezTo>
                                    <a:pt x="32284" y="40958"/>
                                    <a:pt x="32284" y="40958"/>
                                    <a:pt x="32284" y="40958"/>
                                  </a:cubicBezTo>
                                  <a:cubicBezTo>
                                    <a:pt x="32284" y="40958"/>
                                    <a:pt x="32284" y="40958"/>
                                    <a:pt x="32284" y="40958"/>
                                  </a:cubicBezTo>
                                  <a:cubicBezTo>
                                    <a:pt x="32284" y="40958"/>
                                    <a:pt x="32284" y="40958"/>
                                    <a:pt x="32284" y="40958"/>
                                  </a:cubicBezTo>
                                  <a:cubicBezTo>
                                    <a:pt x="32284" y="40958"/>
                                    <a:pt x="32284" y="40958"/>
                                    <a:pt x="32284" y="40958"/>
                                  </a:cubicBezTo>
                                  <a:cubicBezTo>
                                    <a:pt x="32284" y="40958"/>
                                    <a:pt x="32284" y="40958"/>
                                    <a:pt x="32284" y="40958"/>
                                  </a:cubicBezTo>
                                  <a:cubicBezTo>
                                    <a:pt x="32284" y="40958"/>
                                    <a:pt x="32284" y="40958"/>
                                    <a:pt x="33237" y="40958"/>
                                  </a:cubicBezTo>
                                  <a:cubicBezTo>
                                    <a:pt x="33237" y="40958"/>
                                    <a:pt x="33237" y="40958"/>
                                    <a:pt x="32284" y="40958"/>
                                  </a:cubicBezTo>
                                  <a:cubicBezTo>
                                    <a:pt x="32284" y="40958"/>
                                    <a:pt x="32284" y="40958"/>
                                    <a:pt x="32284" y="40958"/>
                                  </a:cubicBezTo>
                                  <a:cubicBezTo>
                                    <a:pt x="32284" y="40958"/>
                                    <a:pt x="32284" y="40958"/>
                                    <a:pt x="32284" y="40958"/>
                                  </a:cubicBezTo>
                                  <a:cubicBezTo>
                                    <a:pt x="32284" y="40958"/>
                                    <a:pt x="32284" y="40958"/>
                                    <a:pt x="32284" y="40958"/>
                                  </a:cubicBezTo>
                                  <a:cubicBezTo>
                                    <a:pt x="32284" y="40958"/>
                                    <a:pt x="32284" y="40958"/>
                                    <a:pt x="32284" y="40958"/>
                                  </a:cubicBezTo>
                                  <a:cubicBezTo>
                                    <a:pt x="32284" y="40958"/>
                                    <a:pt x="32284" y="40958"/>
                                    <a:pt x="32284" y="40958"/>
                                  </a:cubicBezTo>
                                  <a:cubicBezTo>
                                    <a:pt x="31332" y="40958"/>
                                    <a:pt x="31332" y="40958"/>
                                    <a:pt x="29427" y="40005"/>
                                  </a:cubicBezTo>
                                  <a:cubicBezTo>
                                    <a:pt x="29427" y="40005"/>
                                    <a:pt x="28474" y="40005"/>
                                    <a:pt x="28474" y="39053"/>
                                  </a:cubicBezTo>
                                  <a:cubicBezTo>
                                    <a:pt x="28474" y="39053"/>
                                    <a:pt x="27522" y="38100"/>
                                    <a:pt x="27522" y="38100"/>
                                  </a:cubicBezTo>
                                  <a:cubicBezTo>
                                    <a:pt x="26570" y="37147"/>
                                    <a:pt x="26570" y="37147"/>
                                    <a:pt x="25617" y="36195"/>
                                  </a:cubicBezTo>
                                  <a:cubicBezTo>
                                    <a:pt x="25617" y="36195"/>
                                    <a:pt x="24665" y="35243"/>
                                    <a:pt x="24665" y="35243"/>
                                  </a:cubicBezTo>
                                  <a:cubicBezTo>
                                    <a:pt x="24665" y="35243"/>
                                    <a:pt x="23712" y="34290"/>
                                    <a:pt x="23712" y="34290"/>
                                  </a:cubicBezTo>
                                  <a:cubicBezTo>
                                    <a:pt x="22759" y="33338"/>
                                    <a:pt x="21807" y="32385"/>
                                    <a:pt x="20854" y="31433"/>
                                  </a:cubicBezTo>
                                  <a:cubicBezTo>
                                    <a:pt x="18949" y="29528"/>
                                    <a:pt x="17997" y="27622"/>
                                    <a:pt x="16092" y="25718"/>
                                  </a:cubicBezTo>
                                  <a:cubicBezTo>
                                    <a:pt x="15140" y="24765"/>
                                    <a:pt x="14187" y="24765"/>
                                    <a:pt x="13234" y="23813"/>
                                  </a:cubicBezTo>
                                  <a:cubicBezTo>
                                    <a:pt x="13234" y="23813"/>
                                    <a:pt x="13234" y="23813"/>
                                    <a:pt x="13234" y="23813"/>
                                  </a:cubicBezTo>
                                  <a:cubicBezTo>
                                    <a:pt x="13234" y="23813"/>
                                    <a:pt x="14187" y="23813"/>
                                    <a:pt x="15140" y="23813"/>
                                  </a:cubicBezTo>
                                  <a:cubicBezTo>
                                    <a:pt x="17045" y="23813"/>
                                    <a:pt x="17997" y="23813"/>
                                    <a:pt x="19902" y="23813"/>
                                  </a:cubicBezTo>
                                  <a:cubicBezTo>
                                    <a:pt x="21807" y="23813"/>
                                    <a:pt x="22759" y="23813"/>
                                    <a:pt x="24665" y="23813"/>
                                  </a:cubicBezTo>
                                  <a:cubicBezTo>
                                    <a:pt x="24665" y="23813"/>
                                    <a:pt x="24665" y="23813"/>
                                    <a:pt x="24665" y="23813"/>
                                  </a:cubicBezTo>
                                  <a:cubicBezTo>
                                    <a:pt x="24665" y="23813"/>
                                    <a:pt x="24665" y="23813"/>
                                    <a:pt x="25617" y="23813"/>
                                  </a:cubicBezTo>
                                  <a:cubicBezTo>
                                    <a:pt x="26570" y="23813"/>
                                    <a:pt x="27522" y="24765"/>
                                    <a:pt x="28474" y="25718"/>
                                  </a:cubicBezTo>
                                  <a:cubicBezTo>
                                    <a:pt x="29427" y="25718"/>
                                    <a:pt x="29427" y="26670"/>
                                    <a:pt x="30379" y="27622"/>
                                  </a:cubicBezTo>
                                  <a:cubicBezTo>
                                    <a:pt x="31332" y="28575"/>
                                    <a:pt x="31332" y="28575"/>
                                    <a:pt x="32284" y="29528"/>
                                  </a:cubicBezTo>
                                  <a:cubicBezTo>
                                    <a:pt x="32284" y="29528"/>
                                    <a:pt x="33237" y="30480"/>
                                    <a:pt x="33237" y="30480"/>
                                  </a:cubicBezTo>
                                  <a:cubicBezTo>
                                    <a:pt x="33237" y="30480"/>
                                    <a:pt x="34190" y="30480"/>
                                    <a:pt x="34190" y="31433"/>
                                  </a:cubicBezTo>
                                  <a:cubicBezTo>
                                    <a:pt x="34190" y="31433"/>
                                    <a:pt x="35142" y="31433"/>
                                    <a:pt x="35142" y="32385"/>
                                  </a:cubicBezTo>
                                  <a:cubicBezTo>
                                    <a:pt x="35142" y="32385"/>
                                    <a:pt x="36095" y="32385"/>
                                    <a:pt x="36095" y="33338"/>
                                  </a:cubicBezTo>
                                  <a:cubicBezTo>
                                    <a:pt x="37047" y="33338"/>
                                    <a:pt x="37999" y="34290"/>
                                    <a:pt x="37999" y="34290"/>
                                  </a:cubicBezTo>
                                  <a:cubicBezTo>
                                    <a:pt x="38952" y="34290"/>
                                    <a:pt x="39904" y="35243"/>
                                    <a:pt x="39904" y="35243"/>
                                  </a:cubicBezTo>
                                  <a:cubicBezTo>
                                    <a:pt x="39904" y="35243"/>
                                    <a:pt x="40857" y="35243"/>
                                    <a:pt x="40857" y="36195"/>
                                  </a:cubicBezTo>
                                  <a:cubicBezTo>
                                    <a:pt x="40857" y="36195"/>
                                    <a:pt x="41809" y="36195"/>
                                    <a:pt x="41809" y="37147"/>
                                  </a:cubicBezTo>
                                  <a:cubicBezTo>
                                    <a:pt x="41809" y="37147"/>
                                    <a:pt x="41809" y="37147"/>
                                    <a:pt x="42762" y="37147"/>
                                  </a:cubicBezTo>
                                  <a:cubicBezTo>
                                    <a:pt x="42762" y="37147"/>
                                    <a:pt x="42762" y="37147"/>
                                    <a:pt x="43715" y="37147"/>
                                  </a:cubicBezTo>
                                  <a:cubicBezTo>
                                    <a:pt x="43715" y="37147"/>
                                    <a:pt x="43715" y="37147"/>
                                    <a:pt x="43715" y="37147"/>
                                  </a:cubicBezTo>
                                  <a:cubicBezTo>
                                    <a:pt x="43715" y="37147"/>
                                    <a:pt x="42762" y="37147"/>
                                    <a:pt x="42762" y="36195"/>
                                  </a:cubicBezTo>
                                  <a:cubicBezTo>
                                    <a:pt x="42762" y="36195"/>
                                    <a:pt x="41809" y="36195"/>
                                    <a:pt x="41809" y="35243"/>
                                  </a:cubicBezTo>
                                  <a:cubicBezTo>
                                    <a:pt x="41809" y="35243"/>
                                    <a:pt x="40857" y="35243"/>
                                    <a:pt x="40857" y="34290"/>
                                  </a:cubicBezTo>
                                  <a:cubicBezTo>
                                    <a:pt x="39904" y="34290"/>
                                    <a:pt x="39904" y="33338"/>
                                    <a:pt x="38952" y="33338"/>
                                  </a:cubicBezTo>
                                  <a:cubicBezTo>
                                    <a:pt x="37999" y="33338"/>
                                    <a:pt x="37999" y="32385"/>
                                    <a:pt x="37047" y="32385"/>
                                  </a:cubicBezTo>
                                  <a:lnTo>
                                    <a:pt x="36095" y="32385"/>
                                  </a:lnTo>
                                  <a:lnTo>
                                    <a:pt x="35142" y="32385"/>
                                  </a:lnTo>
                                  <a:cubicBezTo>
                                    <a:pt x="35142" y="32385"/>
                                    <a:pt x="34190" y="31433"/>
                                    <a:pt x="34190" y="31433"/>
                                  </a:cubicBezTo>
                                  <a:cubicBezTo>
                                    <a:pt x="34190" y="31433"/>
                                    <a:pt x="33237" y="30480"/>
                                    <a:pt x="33237" y="30480"/>
                                  </a:cubicBezTo>
                                  <a:cubicBezTo>
                                    <a:pt x="33237" y="30480"/>
                                    <a:pt x="32284" y="29528"/>
                                    <a:pt x="32284" y="29528"/>
                                  </a:cubicBezTo>
                                  <a:cubicBezTo>
                                    <a:pt x="31332" y="28575"/>
                                    <a:pt x="31332" y="28575"/>
                                    <a:pt x="30379" y="27622"/>
                                  </a:cubicBezTo>
                                  <a:cubicBezTo>
                                    <a:pt x="29427" y="26670"/>
                                    <a:pt x="29427" y="26670"/>
                                    <a:pt x="28474" y="25718"/>
                                  </a:cubicBezTo>
                                  <a:cubicBezTo>
                                    <a:pt x="27522" y="24765"/>
                                    <a:pt x="27522" y="24765"/>
                                    <a:pt x="26570" y="24765"/>
                                  </a:cubicBezTo>
                                  <a:cubicBezTo>
                                    <a:pt x="27522" y="24765"/>
                                    <a:pt x="28474" y="24765"/>
                                    <a:pt x="29427" y="24765"/>
                                  </a:cubicBezTo>
                                  <a:cubicBezTo>
                                    <a:pt x="31332" y="24765"/>
                                    <a:pt x="33237" y="24765"/>
                                    <a:pt x="34190" y="24765"/>
                                  </a:cubicBezTo>
                                  <a:cubicBezTo>
                                    <a:pt x="35142" y="24765"/>
                                    <a:pt x="36095" y="24765"/>
                                    <a:pt x="37047" y="24765"/>
                                  </a:cubicBezTo>
                                  <a:cubicBezTo>
                                    <a:pt x="37999" y="24765"/>
                                    <a:pt x="38952" y="24765"/>
                                    <a:pt x="39904" y="24765"/>
                                  </a:cubicBezTo>
                                  <a:cubicBezTo>
                                    <a:pt x="41809" y="24765"/>
                                    <a:pt x="42762" y="25718"/>
                                    <a:pt x="44667" y="25718"/>
                                  </a:cubicBezTo>
                                  <a:cubicBezTo>
                                    <a:pt x="45620" y="25718"/>
                                    <a:pt x="46572" y="26670"/>
                                    <a:pt x="46572" y="26670"/>
                                  </a:cubicBezTo>
                                  <a:cubicBezTo>
                                    <a:pt x="47524" y="26670"/>
                                    <a:pt x="47524" y="26670"/>
                                    <a:pt x="48477" y="27622"/>
                                  </a:cubicBezTo>
                                  <a:cubicBezTo>
                                    <a:pt x="48477" y="27622"/>
                                    <a:pt x="48477" y="27622"/>
                                    <a:pt x="48477" y="27622"/>
                                  </a:cubicBezTo>
                                  <a:lnTo>
                                    <a:pt x="48477" y="27622"/>
                                  </a:lnTo>
                                  <a:cubicBezTo>
                                    <a:pt x="47524" y="27622"/>
                                    <a:pt x="47524" y="26670"/>
                                    <a:pt x="46572" y="26670"/>
                                  </a:cubicBezTo>
                                  <a:cubicBezTo>
                                    <a:pt x="45620" y="26670"/>
                                    <a:pt x="45620" y="25718"/>
                                    <a:pt x="44667" y="25718"/>
                                  </a:cubicBezTo>
                                  <a:cubicBezTo>
                                    <a:pt x="42762" y="24765"/>
                                    <a:pt x="41809" y="24765"/>
                                    <a:pt x="39904" y="24765"/>
                                  </a:cubicBezTo>
                                  <a:cubicBezTo>
                                    <a:pt x="39904" y="24765"/>
                                    <a:pt x="38952" y="24765"/>
                                    <a:pt x="38952" y="24765"/>
                                  </a:cubicBezTo>
                                  <a:cubicBezTo>
                                    <a:pt x="38952" y="24765"/>
                                    <a:pt x="37999" y="24765"/>
                                    <a:pt x="37999" y="24765"/>
                                  </a:cubicBezTo>
                                  <a:cubicBezTo>
                                    <a:pt x="37999" y="24765"/>
                                    <a:pt x="37047" y="24765"/>
                                    <a:pt x="37047" y="24765"/>
                                  </a:cubicBezTo>
                                  <a:cubicBezTo>
                                    <a:pt x="37047" y="24765"/>
                                    <a:pt x="36095" y="24765"/>
                                    <a:pt x="36095" y="24765"/>
                                  </a:cubicBezTo>
                                  <a:cubicBezTo>
                                    <a:pt x="34190" y="24765"/>
                                    <a:pt x="32284" y="24765"/>
                                    <a:pt x="31332" y="24765"/>
                                  </a:cubicBezTo>
                                  <a:cubicBezTo>
                                    <a:pt x="29427" y="24765"/>
                                    <a:pt x="27522" y="24765"/>
                                    <a:pt x="26570" y="24765"/>
                                  </a:cubicBezTo>
                                  <a:cubicBezTo>
                                    <a:pt x="25617" y="24765"/>
                                    <a:pt x="23712" y="24765"/>
                                    <a:pt x="22759" y="24765"/>
                                  </a:cubicBezTo>
                                  <a:cubicBezTo>
                                    <a:pt x="22759" y="24765"/>
                                    <a:pt x="22759" y="24765"/>
                                    <a:pt x="23712" y="24765"/>
                                  </a:cubicBezTo>
                                  <a:cubicBezTo>
                                    <a:pt x="24665" y="24765"/>
                                    <a:pt x="25617" y="23813"/>
                                    <a:pt x="26570" y="22860"/>
                                  </a:cubicBezTo>
                                  <a:cubicBezTo>
                                    <a:pt x="28474" y="21908"/>
                                    <a:pt x="30379" y="20003"/>
                                    <a:pt x="32284" y="18097"/>
                                  </a:cubicBezTo>
                                  <a:cubicBezTo>
                                    <a:pt x="33237" y="17145"/>
                                    <a:pt x="34190" y="16193"/>
                                    <a:pt x="36095" y="15240"/>
                                  </a:cubicBezTo>
                                  <a:cubicBezTo>
                                    <a:pt x="37047" y="14288"/>
                                    <a:pt x="38952" y="13335"/>
                                    <a:pt x="39904" y="13335"/>
                                  </a:cubicBezTo>
                                  <a:cubicBezTo>
                                    <a:pt x="40857" y="12383"/>
                                    <a:pt x="42762" y="12383"/>
                                    <a:pt x="44667" y="11430"/>
                                  </a:cubicBezTo>
                                  <a:cubicBezTo>
                                    <a:pt x="46572" y="11430"/>
                                    <a:pt x="47524" y="10478"/>
                                    <a:pt x="49429" y="10478"/>
                                  </a:cubicBezTo>
                                  <a:cubicBezTo>
                                    <a:pt x="50382" y="10478"/>
                                    <a:pt x="51334" y="10478"/>
                                    <a:pt x="52287" y="10478"/>
                                  </a:cubicBezTo>
                                  <a:cubicBezTo>
                                    <a:pt x="53240" y="10478"/>
                                    <a:pt x="54192" y="10478"/>
                                    <a:pt x="55145" y="10478"/>
                                  </a:cubicBezTo>
                                  <a:cubicBezTo>
                                    <a:pt x="55145" y="10478"/>
                                    <a:pt x="56097" y="10478"/>
                                    <a:pt x="56097" y="10478"/>
                                  </a:cubicBezTo>
                                  <a:cubicBezTo>
                                    <a:pt x="56097" y="10478"/>
                                    <a:pt x="57049" y="10478"/>
                                    <a:pt x="57049" y="10478"/>
                                  </a:cubicBezTo>
                                  <a:cubicBezTo>
                                    <a:pt x="58002" y="10478"/>
                                    <a:pt x="58954" y="11430"/>
                                    <a:pt x="59907" y="11430"/>
                                  </a:cubicBezTo>
                                  <a:cubicBezTo>
                                    <a:pt x="59907" y="11430"/>
                                    <a:pt x="59907" y="11430"/>
                                    <a:pt x="59907" y="11430"/>
                                  </a:cubicBezTo>
                                  <a:cubicBezTo>
                                    <a:pt x="59907" y="11430"/>
                                    <a:pt x="59907" y="11430"/>
                                    <a:pt x="59907" y="11430"/>
                                  </a:cubicBezTo>
                                  <a:lnTo>
                                    <a:pt x="59907" y="11430"/>
                                  </a:lnTo>
                                  <a:cubicBezTo>
                                    <a:pt x="58002" y="10478"/>
                                    <a:pt x="56097" y="10478"/>
                                    <a:pt x="55145" y="10478"/>
                                  </a:cubicBezTo>
                                  <a:cubicBezTo>
                                    <a:pt x="53240" y="10478"/>
                                    <a:pt x="51334" y="10478"/>
                                    <a:pt x="50382" y="10478"/>
                                  </a:cubicBezTo>
                                  <a:cubicBezTo>
                                    <a:pt x="48477" y="10478"/>
                                    <a:pt x="47524" y="10478"/>
                                    <a:pt x="45620" y="11430"/>
                                  </a:cubicBezTo>
                                  <a:cubicBezTo>
                                    <a:pt x="43715" y="11430"/>
                                    <a:pt x="42762" y="12383"/>
                                    <a:pt x="40857" y="13335"/>
                                  </a:cubicBezTo>
                                  <a:cubicBezTo>
                                    <a:pt x="39904" y="14288"/>
                                    <a:pt x="37999" y="14288"/>
                                    <a:pt x="37047" y="15240"/>
                                  </a:cubicBezTo>
                                  <a:cubicBezTo>
                                    <a:pt x="36095" y="16193"/>
                                    <a:pt x="35142" y="17145"/>
                                    <a:pt x="33237" y="18097"/>
                                  </a:cubicBezTo>
                                  <a:cubicBezTo>
                                    <a:pt x="31332" y="20003"/>
                                    <a:pt x="29427" y="20955"/>
                                    <a:pt x="27522" y="21908"/>
                                  </a:cubicBezTo>
                                  <a:cubicBezTo>
                                    <a:pt x="26570" y="22860"/>
                                    <a:pt x="25617" y="22860"/>
                                    <a:pt x="24665" y="22860"/>
                                  </a:cubicBezTo>
                                  <a:cubicBezTo>
                                    <a:pt x="23712" y="22860"/>
                                    <a:pt x="23712" y="23813"/>
                                    <a:pt x="22759" y="23813"/>
                                  </a:cubicBezTo>
                                  <a:cubicBezTo>
                                    <a:pt x="22759" y="23813"/>
                                    <a:pt x="21807" y="23813"/>
                                    <a:pt x="21807" y="23813"/>
                                  </a:cubicBezTo>
                                  <a:cubicBezTo>
                                    <a:pt x="20854" y="23813"/>
                                    <a:pt x="19902" y="23813"/>
                                    <a:pt x="17997" y="23813"/>
                                  </a:cubicBezTo>
                                  <a:cubicBezTo>
                                    <a:pt x="17045" y="23813"/>
                                    <a:pt x="16092" y="23813"/>
                                    <a:pt x="16092" y="23813"/>
                                  </a:cubicBezTo>
                                  <a:cubicBezTo>
                                    <a:pt x="15140" y="23813"/>
                                    <a:pt x="14187" y="23813"/>
                                    <a:pt x="14187" y="23813"/>
                                  </a:cubicBezTo>
                                  <a:cubicBezTo>
                                    <a:pt x="12282" y="23813"/>
                                    <a:pt x="11329" y="23813"/>
                                    <a:pt x="10377" y="23813"/>
                                  </a:cubicBezTo>
                                  <a:cubicBezTo>
                                    <a:pt x="10377" y="23813"/>
                                    <a:pt x="10377" y="23813"/>
                                    <a:pt x="10377" y="23813"/>
                                  </a:cubicBezTo>
                                  <a:cubicBezTo>
                                    <a:pt x="10377" y="23813"/>
                                    <a:pt x="10377" y="23813"/>
                                    <a:pt x="10377" y="23813"/>
                                  </a:cubicBezTo>
                                  <a:cubicBezTo>
                                    <a:pt x="10377" y="22860"/>
                                    <a:pt x="11329" y="22860"/>
                                    <a:pt x="12282" y="21908"/>
                                  </a:cubicBezTo>
                                  <a:cubicBezTo>
                                    <a:pt x="12282" y="21908"/>
                                    <a:pt x="13234" y="20955"/>
                                    <a:pt x="13234" y="20955"/>
                                  </a:cubicBezTo>
                                  <a:cubicBezTo>
                                    <a:pt x="13234" y="20955"/>
                                    <a:pt x="14187" y="20003"/>
                                    <a:pt x="14187" y="20003"/>
                                  </a:cubicBezTo>
                                  <a:cubicBezTo>
                                    <a:pt x="15140" y="19050"/>
                                    <a:pt x="16092" y="18097"/>
                                    <a:pt x="17045" y="17145"/>
                                  </a:cubicBezTo>
                                  <a:cubicBezTo>
                                    <a:pt x="17997" y="16193"/>
                                    <a:pt x="18949" y="15240"/>
                                    <a:pt x="19902" y="14288"/>
                                  </a:cubicBezTo>
                                  <a:cubicBezTo>
                                    <a:pt x="20854" y="13335"/>
                                    <a:pt x="21807" y="12383"/>
                                    <a:pt x="23712" y="10478"/>
                                  </a:cubicBezTo>
                                  <a:cubicBezTo>
                                    <a:pt x="24665" y="9525"/>
                                    <a:pt x="26570" y="8572"/>
                                    <a:pt x="27522" y="6668"/>
                                  </a:cubicBezTo>
                                  <a:cubicBezTo>
                                    <a:pt x="28474" y="5715"/>
                                    <a:pt x="30379" y="4763"/>
                                    <a:pt x="32284" y="3810"/>
                                  </a:cubicBezTo>
                                  <a:cubicBezTo>
                                    <a:pt x="34190" y="2858"/>
                                    <a:pt x="35142" y="1905"/>
                                    <a:pt x="37047" y="1905"/>
                                  </a:cubicBezTo>
                                  <a:cubicBezTo>
                                    <a:pt x="37999" y="1905"/>
                                    <a:pt x="38952" y="953"/>
                                    <a:pt x="39904" y="953"/>
                                  </a:cubicBezTo>
                                  <a:cubicBezTo>
                                    <a:pt x="40857" y="953"/>
                                    <a:pt x="41809" y="0"/>
                                    <a:pt x="42762" y="0"/>
                                  </a:cubicBezTo>
                                  <a:cubicBezTo>
                                    <a:pt x="43715" y="0"/>
                                    <a:pt x="44667" y="0"/>
                                    <a:pt x="45620" y="0"/>
                                  </a:cubicBezTo>
                                  <a:cubicBezTo>
                                    <a:pt x="46572" y="0"/>
                                    <a:pt x="47524" y="0"/>
                                    <a:pt x="48477" y="0"/>
                                  </a:cubicBezTo>
                                  <a:cubicBezTo>
                                    <a:pt x="49429" y="0"/>
                                    <a:pt x="50382" y="0"/>
                                    <a:pt x="51334" y="0"/>
                                  </a:cubicBezTo>
                                  <a:cubicBezTo>
                                    <a:pt x="52287" y="0"/>
                                    <a:pt x="52287" y="0"/>
                                    <a:pt x="53240" y="0"/>
                                  </a:cubicBezTo>
                                  <a:cubicBezTo>
                                    <a:pt x="53240" y="0"/>
                                    <a:pt x="53240" y="0"/>
                                    <a:pt x="52287" y="0"/>
                                  </a:cubicBezTo>
                                  <a:cubicBezTo>
                                    <a:pt x="52287" y="0"/>
                                    <a:pt x="51334" y="0"/>
                                    <a:pt x="51334" y="0"/>
                                  </a:cubicBezTo>
                                  <a:cubicBezTo>
                                    <a:pt x="50382" y="0"/>
                                    <a:pt x="49429" y="0"/>
                                    <a:pt x="48477" y="0"/>
                                  </a:cubicBezTo>
                                  <a:cubicBezTo>
                                    <a:pt x="47524" y="0"/>
                                    <a:pt x="46572" y="0"/>
                                    <a:pt x="45620" y="0"/>
                                  </a:cubicBezTo>
                                  <a:cubicBezTo>
                                    <a:pt x="44667" y="0"/>
                                    <a:pt x="43715" y="0"/>
                                    <a:pt x="42762" y="0"/>
                                  </a:cubicBezTo>
                                  <a:cubicBezTo>
                                    <a:pt x="41809" y="0"/>
                                    <a:pt x="40857" y="0"/>
                                    <a:pt x="39904" y="953"/>
                                  </a:cubicBezTo>
                                  <a:cubicBezTo>
                                    <a:pt x="38952" y="953"/>
                                    <a:pt x="37999" y="1905"/>
                                    <a:pt x="37047" y="1905"/>
                                  </a:cubicBezTo>
                                  <a:cubicBezTo>
                                    <a:pt x="35142" y="2858"/>
                                    <a:pt x="33237" y="2858"/>
                                    <a:pt x="32284" y="3810"/>
                                  </a:cubicBezTo>
                                  <a:cubicBezTo>
                                    <a:pt x="30379" y="4763"/>
                                    <a:pt x="29427" y="5715"/>
                                    <a:pt x="27522" y="6668"/>
                                  </a:cubicBezTo>
                                  <a:cubicBezTo>
                                    <a:pt x="26570" y="7620"/>
                                    <a:pt x="24665" y="8572"/>
                                    <a:pt x="23712" y="9525"/>
                                  </a:cubicBezTo>
                                  <a:cubicBezTo>
                                    <a:pt x="22759" y="10478"/>
                                    <a:pt x="20854" y="11430"/>
                                    <a:pt x="19902" y="13335"/>
                                  </a:cubicBezTo>
                                  <a:cubicBezTo>
                                    <a:pt x="18949" y="14288"/>
                                    <a:pt x="17997" y="15240"/>
                                    <a:pt x="17045" y="16193"/>
                                  </a:cubicBezTo>
                                  <a:cubicBezTo>
                                    <a:pt x="16092" y="17145"/>
                                    <a:pt x="15140" y="18097"/>
                                    <a:pt x="14187" y="19050"/>
                                  </a:cubicBezTo>
                                  <a:cubicBezTo>
                                    <a:pt x="14187" y="19050"/>
                                    <a:pt x="13234" y="20003"/>
                                    <a:pt x="13234" y="20003"/>
                                  </a:cubicBezTo>
                                  <a:cubicBezTo>
                                    <a:pt x="13234" y="20003"/>
                                    <a:pt x="12282" y="20955"/>
                                    <a:pt x="12282" y="20955"/>
                                  </a:cubicBezTo>
                                  <a:cubicBezTo>
                                    <a:pt x="11329" y="21908"/>
                                    <a:pt x="11329" y="21908"/>
                                    <a:pt x="10377" y="22860"/>
                                  </a:cubicBezTo>
                                  <a:cubicBezTo>
                                    <a:pt x="10377" y="22860"/>
                                    <a:pt x="9424" y="23813"/>
                                    <a:pt x="9424" y="23813"/>
                                  </a:cubicBezTo>
                                  <a:lnTo>
                                    <a:pt x="9424" y="23813"/>
                                  </a:lnTo>
                                  <a:cubicBezTo>
                                    <a:pt x="8472" y="23813"/>
                                    <a:pt x="8472" y="23813"/>
                                    <a:pt x="7520" y="23813"/>
                                  </a:cubicBezTo>
                                  <a:cubicBezTo>
                                    <a:pt x="6567" y="23813"/>
                                    <a:pt x="5615" y="23813"/>
                                    <a:pt x="4662" y="23813"/>
                                  </a:cubicBezTo>
                                  <a:cubicBezTo>
                                    <a:pt x="3709" y="23813"/>
                                    <a:pt x="2757" y="23813"/>
                                    <a:pt x="2757" y="23813"/>
                                  </a:cubicBezTo>
                                  <a:cubicBezTo>
                                    <a:pt x="2757" y="23813"/>
                                    <a:pt x="2757" y="25718"/>
                                    <a:pt x="2757" y="25718"/>
                                  </a:cubicBezTo>
                                  <a:cubicBezTo>
                                    <a:pt x="-1053" y="23813"/>
                                    <a:pt x="-101" y="23813"/>
                                    <a:pt x="852" y="23813"/>
                                  </a:cubicBezTo>
                                  <a:close/>
                                </a:path>
                              </a:pathLst>
                            </a:custGeom>
                            <a:grpFill/>
                            <a:ln w="9525" cap="flat">
                              <a:noFill/>
                              <a:prstDash val="solid"/>
                              <a:miter/>
                            </a:ln>
                          </p:spPr>
                          <p:txBody>
                            <a:bodyPr rtlCol="0" anchor="ctr"/>
                            <a:lstStyle/>
                            <a:p>
                              <a:endParaRPr lang="en-US"/>
                            </a:p>
                          </p:txBody>
                        </p:sp>
                      </p:grpSp>
                      <p:grpSp>
                        <p:nvGrpSpPr>
                          <p:cNvPr id="292" name="Graphic 2">
                            <a:extLst>
                              <a:ext uri="{FF2B5EF4-FFF2-40B4-BE49-F238E27FC236}">
                                <a16:creationId xmlns:a16="http://schemas.microsoft.com/office/drawing/2014/main" id="{AE736AF3-0337-429B-AEF1-DA4B52809559}"/>
                              </a:ext>
                            </a:extLst>
                          </p:cNvPr>
                          <p:cNvGrpSpPr/>
                          <p:nvPr/>
                        </p:nvGrpSpPr>
                        <p:grpSpPr>
                          <a:xfrm>
                            <a:off x="3514113" y="3223132"/>
                            <a:ext cx="133830" cy="248784"/>
                            <a:chOff x="3514113" y="3223132"/>
                            <a:chExt cx="133830" cy="248784"/>
                          </a:xfrm>
                          <a:grpFill/>
                        </p:grpSpPr>
                        <p:sp>
                          <p:nvSpPr>
                            <p:cNvPr id="293" name="Freeform: Shape 292">
                              <a:extLst>
                                <a:ext uri="{FF2B5EF4-FFF2-40B4-BE49-F238E27FC236}">
                                  <a16:creationId xmlns:a16="http://schemas.microsoft.com/office/drawing/2014/main" id="{5A5B7468-23A2-41C0-B6F8-7754A48D7AC8}"/>
                                </a:ext>
                              </a:extLst>
                            </p:cNvPr>
                            <p:cNvSpPr/>
                            <p:nvPr/>
                          </p:nvSpPr>
                          <p:spPr>
                            <a:xfrm>
                              <a:off x="3514113" y="3223132"/>
                              <a:ext cx="133830" cy="248784"/>
                            </a:xfrm>
                            <a:custGeom>
                              <a:avLst/>
                              <a:gdLst>
                                <a:gd name="connsiteX0" fmla="*/ 36036 w 133830"/>
                                <a:gd name="connsiteY0" fmla="*/ 28575 h 248784"/>
                                <a:gd name="connsiteX1" fmla="*/ 36036 w 133830"/>
                                <a:gd name="connsiteY1" fmla="*/ 39052 h 248784"/>
                                <a:gd name="connsiteX2" fmla="*/ 36036 w 133830"/>
                                <a:gd name="connsiteY2" fmla="*/ 39052 h 248784"/>
                                <a:gd name="connsiteX3" fmla="*/ 36036 w 133830"/>
                                <a:gd name="connsiteY3" fmla="*/ 40958 h 248784"/>
                                <a:gd name="connsiteX4" fmla="*/ 16033 w 133830"/>
                                <a:gd name="connsiteY4" fmla="*/ 58102 h 248784"/>
                                <a:gd name="connsiteX5" fmla="*/ 13175 w 133830"/>
                                <a:gd name="connsiteY5" fmla="*/ 81915 h 248784"/>
                                <a:gd name="connsiteX6" fmla="*/ 26511 w 133830"/>
                                <a:gd name="connsiteY6" fmla="*/ 87630 h 248784"/>
                                <a:gd name="connsiteX7" fmla="*/ 49370 w 133830"/>
                                <a:gd name="connsiteY7" fmla="*/ 92392 h 248784"/>
                                <a:gd name="connsiteX8" fmla="*/ 42703 w 133830"/>
                                <a:gd name="connsiteY8" fmla="*/ 99060 h 248784"/>
                                <a:gd name="connsiteX9" fmla="*/ 36036 w 133830"/>
                                <a:gd name="connsiteY9" fmla="*/ 105727 h 248784"/>
                                <a:gd name="connsiteX10" fmla="*/ 20796 w 133830"/>
                                <a:gd name="connsiteY10" fmla="*/ 123825 h 248784"/>
                                <a:gd name="connsiteX11" fmla="*/ 7461 w 133830"/>
                                <a:gd name="connsiteY11" fmla="*/ 146685 h 248784"/>
                                <a:gd name="connsiteX12" fmla="*/ 7461 w 133830"/>
                                <a:gd name="connsiteY12" fmla="*/ 146685 h 248784"/>
                                <a:gd name="connsiteX13" fmla="*/ 7461 w 133830"/>
                                <a:gd name="connsiteY13" fmla="*/ 146685 h 248784"/>
                                <a:gd name="connsiteX14" fmla="*/ 5556 w 133830"/>
                                <a:gd name="connsiteY14" fmla="*/ 212408 h 248784"/>
                                <a:gd name="connsiteX15" fmla="*/ 19843 w 133830"/>
                                <a:gd name="connsiteY15" fmla="*/ 233362 h 248784"/>
                                <a:gd name="connsiteX16" fmla="*/ 22700 w 133830"/>
                                <a:gd name="connsiteY16" fmla="*/ 237173 h 248784"/>
                                <a:gd name="connsiteX17" fmla="*/ 22700 w 133830"/>
                                <a:gd name="connsiteY17" fmla="*/ 237173 h 248784"/>
                                <a:gd name="connsiteX18" fmla="*/ 33178 w 133830"/>
                                <a:gd name="connsiteY18" fmla="*/ 241935 h 248784"/>
                                <a:gd name="connsiteX19" fmla="*/ 45561 w 133830"/>
                                <a:gd name="connsiteY19" fmla="*/ 248602 h 248784"/>
                                <a:gd name="connsiteX20" fmla="*/ 54133 w 133830"/>
                                <a:gd name="connsiteY20" fmla="*/ 245745 h 248784"/>
                                <a:gd name="connsiteX21" fmla="*/ 54133 w 133830"/>
                                <a:gd name="connsiteY21" fmla="*/ 245745 h 248784"/>
                                <a:gd name="connsiteX22" fmla="*/ 85566 w 133830"/>
                                <a:gd name="connsiteY22" fmla="*/ 210502 h 248784"/>
                                <a:gd name="connsiteX23" fmla="*/ 85566 w 133830"/>
                                <a:gd name="connsiteY23" fmla="*/ 209550 h 248784"/>
                                <a:gd name="connsiteX24" fmla="*/ 90328 w 133830"/>
                                <a:gd name="connsiteY24" fmla="*/ 200977 h 248784"/>
                                <a:gd name="connsiteX25" fmla="*/ 95091 w 133830"/>
                                <a:gd name="connsiteY25" fmla="*/ 192405 h 248784"/>
                                <a:gd name="connsiteX26" fmla="*/ 104616 w 133830"/>
                                <a:gd name="connsiteY26" fmla="*/ 177165 h 248784"/>
                                <a:gd name="connsiteX27" fmla="*/ 132238 w 133830"/>
                                <a:gd name="connsiteY27" fmla="*/ 93345 h 248784"/>
                                <a:gd name="connsiteX28" fmla="*/ 129381 w 133830"/>
                                <a:gd name="connsiteY28" fmla="*/ 69533 h 248784"/>
                                <a:gd name="connsiteX29" fmla="*/ 130333 w 133830"/>
                                <a:gd name="connsiteY29" fmla="*/ 50483 h 248784"/>
                                <a:gd name="connsiteX30" fmla="*/ 130333 w 133830"/>
                                <a:gd name="connsiteY30" fmla="*/ 50483 h 248784"/>
                                <a:gd name="connsiteX31" fmla="*/ 130333 w 133830"/>
                                <a:gd name="connsiteY31" fmla="*/ 50483 h 248784"/>
                                <a:gd name="connsiteX32" fmla="*/ 130333 w 133830"/>
                                <a:gd name="connsiteY32" fmla="*/ 50483 h 248784"/>
                                <a:gd name="connsiteX33" fmla="*/ 129381 w 133830"/>
                                <a:gd name="connsiteY33" fmla="*/ 42863 h 248784"/>
                                <a:gd name="connsiteX34" fmla="*/ 129381 w 133830"/>
                                <a:gd name="connsiteY34" fmla="*/ 42863 h 248784"/>
                                <a:gd name="connsiteX35" fmla="*/ 129381 w 133830"/>
                                <a:gd name="connsiteY35" fmla="*/ 41910 h 248784"/>
                                <a:gd name="connsiteX36" fmla="*/ 122713 w 133830"/>
                                <a:gd name="connsiteY36" fmla="*/ 23813 h 248784"/>
                                <a:gd name="connsiteX37" fmla="*/ 105568 w 133830"/>
                                <a:gd name="connsiteY37" fmla="*/ 6667 h 248784"/>
                                <a:gd name="connsiteX38" fmla="*/ 82708 w 133830"/>
                                <a:gd name="connsiteY38" fmla="*/ 0 h 248784"/>
                                <a:gd name="connsiteX39" fmla="*/ 81756 w 133830"/>
                                <a:gd name="connsiteY39" fmla="*/ 0 h 248784"/>
                                <a:gd name="connsiteX40" fmla="*/ 81756 w 133830"/>
                                <a:gd name="connsiteY40" fmla="*/ 0 h 248784"/>
                                <a:gd name="connsiteX41" fmla="*/ 64611 w 133830"/>
                                <a:gd name="connsiteY41" fmla="*/ 2858 h 248784"/>
                                <a:gd name="connsiteX42" fmla="*/ 36036 w 133830"/>
                                <a:gd name="connsiteY42" fmla="*/ 28575 h 24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33830" h="248784">
                                  <a:moveTo>
                                    <a:pt x="36036" y="28575"/>
                                  </a:moveTo>
                                  <a:cubicBezTo>
                                    <a:pt x="31273" y="34290"/>
                                    <a:pt x="36036" y="34290"/>
                                    <a:pt x="36036" y="39052"/>
                                  </a:cubicBezTo>
                                  <a:lnTo>
                                    <a:pt x="36036" y="39052"/>
                                  </a:lnTo>
                                  <a:cubicBezTo>
                                    <a:pt x="36036" y="40005"/>
                                    <a:pt x="36036" y="40005"/>
                                    <a:pt x="36036" y="40958"/>
                                  </a:cubicBezTo>
                                  <a:cubicBezTo>
                                    <a:pt x="32225" y="40958"/>
                                    <a:pt x="17938" y="54292"/>
                                    <a:pt x="16033" y="58102"/>
                                  </a:cubicBezTo>
                                  <a:cubicBezTo>
                                    <a:pt x="11271" y="65722"/>
                                    <a:pt x="8413" y="75247"/>
                                    <a:pt x="13175" y="81915"/>
                                  </a:cubicBezTo>
                                  <a:cubicBezTo>
                                    <a:pt x="16033" y="85725"/>
                                    <a:pt x="21748" y="86677"/>
                                    <a:pt x="26511" y="87630"/>
                                  </a:cubicBezTo>
                                  <a:cubicBezTo>
                                    <a:pt x="35083" y="88583"/>
                                    <a:pt x="42703" y="90488"/>
                                    <a:pt x="49370" y="92392"/>
                                  </a:cubicBezTo>
                                  <a:cubicBezTo>
                                    <a:pt x="47466" y="94297"/>
                                    <a:pt x="44608" y="97155"/>
                                    <a:pt x="42703" y="99060"/>
                                  </a:cubicBezTo>
                                  <a:cubicBezTo>
                                    <a:pt x="39845" y="101917"/>
                                    <a:pt x="37941" y="103822"/>
                                    <a:pt x="36036" y="105727"/>
                                  </a:cubicBezTo>
                                  <a:cubicBezTo>
                                    <a:pt x="30321" y="111442"/>
                                    <a:pt x="25558" y="117158"/>
                                    <a:pt x="20796" y="123825"/>
                                  </a:cubicBezTo>
                                  <a:cubicBezTo>
                                    <a:pt x="16033" y="129540"/>
                                    <a:pt x="11271" y="140017"/>
                                    <a:pt x="7461" y="146685"/>
                                  </a:cubicBezTo>
                                  <a:lnTo>
                                    <a:pt x="7461" y="146685"/>
                                  </a:lnTo>
                                  <a:cubicBezTo>
                                    <a:pt x="7461" y="146685"/>
                                    <a:pt x="7461" y="146685"/>
                                    <a:pt x="7461" y="146685"/>
                                  </a:cubicBezTo>
                                  <a:cubicBezTo>
                                    <a:pt x="-1112" y="166687"/>
                                    <a:pt x="-3017" y="189548"/>
                                    <a:pt x="5556" y="212408"/>
                                  </a:cubicBezTo>
                                  <a:cubicBezTo>
                                    <a:pt x="8413" y="218123"/>
                                    <a:pt x="14128" y="226695"/>
                                    <a:pt x="19843" y="233362"/>
                                  </a:cubicBezTo>
                                  <a:cubicBezTo>
                                    <a:pt x="20796" y="234315"/>
                                    <a:pt x="21748" y="236220"/>
                                    <a:pt x="22700" y="237173"/>
                                  </a:cubicBezTo>
                                  <a:cubicBezTo>
                                    <a:pt x="22700" y="237173"/>
                                    <a:pt x="22700" y="237173"/>
                                    <a:pt x="22700" y="237173"/>
                                  </a:cubicBezTo>
                                  <a:cubicBezTo>
                                    <a:pt x="25558" y="240030"/>
                                    <a:pt x="29368" y="240983"/>
                                    <a:pt x="33178" y="241935"/>
                                  </a:cubicBezTo>
                                  <a:cubicBezTo>
                                    <a:pt x="36988" y="246698"/>
                                    <a:pt x="41750" y="249555"/>
                                    <a:pt x="45561" y="248602"/>
                                  </a:cubicBezTo>
                                  <a:cubicBezTo>
                                    <a:pt x="48418" y="248602"/>
                                    <a:pt x="51275" y="246698"/>
                                    <a:pt x="54133" y="245745"/>
                                  </a:cubicBezTo>
                                  <a:lnTo>
                                    <a:pt x="54133" y="245745"/>
                                  </a:lnTo>
                                  <a:cubicBezTo>
                                    <a:pt x="68420" y="240983"/>
                                    <a:pt x="76993" y="227648"/>
                                    <a:pt x="85566" y="210502"/>
                                  </a:cubicBezTo>
                                  <a:cubicBezTo>
                                    <a:pt x="85566" y="210502"/>
                                    <a:pt x="85566" y="210502"/>
                                    <a:pt x="85566" y="209550"/>
                                  </a:cubicBezTo>
                                  <a:cubicBezTo>
                                    <a:pt x="87470" y="206692"/>
                                    <a:pt x="88423" y="203835"/>
                                    <a:pt x="90328" y="200977"/>
                                  </a:cubicBezTo>
                                  <a:cubicBezTo>
                                    <a:pt x="92233" y="198120"/>
                                    <a:pt x="94138" y="195262"/>
                                    <a:pt x="95091" y="192405"/>
                                  </a:cubicBezTo>
                                  <a:cubicBezTo>
                                    <a:pt x="97948" y="186690"/>
                                    <a:pt x="101758" y="180975"/>
                                    <a:pt x="104616" y="177165"/>
                                  </a:cubicBezTo>
                                  <a:cubicBezTo>
                                    <a:pt x="123666" y="151448"/>
                                    <a:pt x="138906" y="129540"/>
                                    <a:pt x="132238" y="93345"/>
                                  </a:cubicBezTo>
                                  <a:cubicBezTo>
                                    <a:pt x="133191" y="85725"/>
                                    <a:pt x="132238" y="76200"/>
                                    <a:pt x="129381" y="69533"/>
                                  </a:cubicBezTo>
                                  <a:cubicBezTo>
                                    <a:pt x="130333" y="65722"/>
                                    <a:pt x="130333" y="55245"/>
                                    <a:pt x="130333" y="50483"/>
                                  </a:cubicBezTo>
                                  <a:lnTo>
                                    <a:pt x="130333" y="50483"/>
                                  </a:lnTo>
                                  <a:lnTo>
                                    <a:pt x="130333" y="50483"/>
                                  </a:lnTo>
                                  <a:cubicBezTo>
                                    <a:pt x="130333" y="50483"/>
                                    <a:pt x="130333" y="50483"/>
                                    <a:pt x="130333" y="50483"/>
                                  </a:cubicBezTo>
                                  <a:lnTo>
                                    <a:pt x="129381" y="42863"/>
                                  </a:lnTo>
                                  <a:lnTo>
                                    <a:pt x="129381" y="42863"/>
                                  </a:lnTo>
                                  <a:cubicBezTo>
                                    <a:pt x="129381" y="42863"/>
                                    <a:pt x="129381" y="42863"/>
                                    <a:pt x="129381" y="41910"/>
                                  </a:cubicBezTo>
                                  <a:cubicBezTo>
                                    <a:pt x="128428" y="35242"/>
                                    <a:pt x="125570" y="29527"/>
                                    <a:pt x="122713" y="23813"/>
                                  </a:cubicBezTo>
                                  <a:cubicBezTo>
                                    <a:pt x="117951" y="17145"/>
                                    <a:pt x="112236" y="10477"/>
                                    <a:pt x="105568" y="6667"/>
                                  </a:cubicBezTo>
                                  <a:cubicBezTo>
                                    <a:pt x="98901" y="2858"/>
                                    <a:pt x="90328" y="0"/>
                                    <a:pt x="82708" y="0"/>
                                  </a:cubicBezTo>
                                  <a:cubicBezTo>
                                    <a:pt x="82708" y="0"/>
                                    <a:pt x="81756" y="0"/>
                                    <a:pt x="81756" y="0"/>
                                  </a:cubicBezTo>
                                  <a:lnTo>
                                    <a:pt x="81756" y="0"/>
                                  </a:lnTo>
                                  <a:cubicBezTo>
                                    <a:pt x="76993" y="0"/>
                                    <a:pt x="69373" y="952"/>
                                    <a:pt x="64611" y="2858"/>
                                  </a:cubicBezTo>
                                  <a:cubicBezTo>
                                    <a:pt x="53181" y="9525"/>
                                    <a:pt x="43656" y="19050"/>
                                    <a:pt x="36036" y="28575"/>
                                  </a:cubicBezTo>
                                  <a:close/>
                                </a:path>
                              </a:pathLst>
                            </a:custGeom>
                            <a:grpFill/>
                            <a:ln w="9525" cap="flat">
                              <a:noFill/>
                              <a:prstDash val="solid"/>
                              <a:miter/>
                            </a:ln>
                          </p:spPr>
                          <p:txBody>
                            <a:bodyPr rtlCol="0" anchor="ctr"/>
                            <a:lstStyle/>
                            <a:p>
                              <a:endParaRPr lang="en-US"/>
                            </a:p>
                          </p:txBody>
                        </p:sp>
                        <p:grpSp>
                          <p:nvGrpSpPr>
                            <p:cNvPr id="294" name="Graphic 2">
                              <a:extLst>
                                <a:ext uri="{FF2B5EF4-FFF2-40B4-BE49-F238E27FC236}">
                                  <a16:creationId xmlns:a16="http://schemas.microsoft.com/office/drawing/2014/main" id="{AE736AF3-0337-429B-AEF1-DA4B52809559}"/>
                                </a:ext>
                              </a:extLst>
                            </p:cNvPr>
                            <p:cNvGrpSpPr/>
                            <p:nvPr/>
                          </p:nvGrpSpPr>
                          <p:grpSpPr>
                            <a:xfrm>
                              <a:off x="3519907" y="3225989"/>
                              <a:ext cx="124539" cy="242887"/>
                              <a:chOff x="3519907" y="3225989"/>
                              <a:chExt cx="124539" cy="242887"/>
                            </a:xfrm>
                            <a:grpFill/>
                          </p:grpSpPr>
                          <p:sp>
                            <p:nvSpPr>
                              <p:cNvPr id="295" name="Freeform: Shape 294">
                                <a:extLst>
                                  <a:ext uri="{FF2B5EF4-FFF2-40B4-BE49-F238E27FC236}">
                                    <a16:creationId xmlns:a16="http://schemas.microsoft.com/office/drawing/2014/main" id="{5C00FD0F-4B23-49AC-BDA7-D46E52A5F66D}"/>
                                  </a:ext>
                                </a:extLst>
                              </p:cNvPr>
                              <p:cNvSpPr/>
                              <p:nvPr/>
                            </p:nvSpPr>
                            <p:spPr>
                              <a:xfrm>
                                <a:off x="3519907" y="3275519"/>
                                <a:ext cx="124539" cy="193357"/>
                              </a:xfrm>
                              <a:custGeom>
                                <a:avLst/>
                                <a:gdLst>
                                  <a:gd name="connsiteX0" fmla="*/ 65485 w 124539"/>
                                  <a:gd name="connsiteY0" fmla="*/ 32385 h 193357"/>
                                  <a:gd name="connsiteX1" fmla="*/ 69294 w 124539"/>
                                  <a:gd name="connsiteY1" fmla="*/ 30480 h 193357"/>
                                  <a:gd name="connsiteX2" fmla="*/ 74057 w 124539"/>
                                  <a:gd name="connsiteY2" fmla="*/ 27622 h 193357"/>
                                  <a:gd name="connsiteX3" fmla="*/ 92154 w 124539"/>
                                  <a:gd name="connsiteY3" fmla="*/ 18097 h 193357"/>
                                  <a:gd name="connsiteX4" fmla="*/ 107394 w 124539"/>
                                  <a:gd name="connsiteY4" fmla="*/ 10477 h 193357"/>
                                  <a:gd name="connsiteX5" fmla="*/ 118824 w 124539"/>
                                  <a:gd name="connsiteY5" fmla="*/ 3810 h 193357"/>
                                  <a:gd name="connsiteX6" fmla="*/ 124539 w 124539"/>
                                  <a:gd name="connsiteY6" fmla="*/ 0 h 193357"/>
                                  <a:gd name="connsiteX7" fmla="*/ 124539 w 124539"/>
                                  <a:gd name="connsiteY7" fmla="*/ 6667 h 193357"/>
                                  <a:gd name="connsiteX8" fmla="*/ 121682 w 124539"/>
                                  <a:gd name="connsiteY8" fmla="*/ 8572 h 193357"/>
                                  <a:gd name="connsiteX9" fmla="*/ 94060 w 124539"/>
                                  <a:gd name="connsiteY9" fmla="*/ 21908 h 193357"/>
                                  <a:gd name="connsiteX10" fmla="*/ 93107 w 124539"/>
                                  <a:gd name="connsiteY10" fmla="*/ 21908 h 193357"/>
                                  <a:gd name="connsiteX11" fmla="*/ 90249 w 124539"/>
                                  <a:gd name="connsiteY11" fmla="*/ 25717 h 193357"/>
                                  <a:gd name="connsiteX12" fmla="*/ 80724 w 124539"/>
                                  <a:gd name="connsiteY12" fmla="*/ 42863 h 193357"/>
                                  <a:gd name="connsiteX13" fmla="*/ 76914 w 124539"/>
                                  <a:gd name="connsiteY13" fmla="*/ 55245 h 193357"/>
                                  <a:gd name="connsiteX14" fmla="*/ 75962 w 124539"/>
                                  <a:gd name="connsiteY14" fmla="*/ 69533 h 193357"/>
                                  <a:gd name="connsiteX15" fmla="*/ 77867 w 124539"/>
                                  <a:gd name="connsiteY15" fmla="*/ 100965 h 193357"/>
                                  <a:gd name="connsiteX16" fmla="*/ 77867 w 124539"/>
                                  <a:gd name="connsiteY16" fmla="*/ 108585 h 193357"/>
                                  <a:gd name="connsiteX17" fmla="*/ 77867 w 124539"/>
                                  <a:gd name="connsiteY17" fmla="*/ 112395 h 193357"/>
                                  <a:gd name="connsiteX18" fmla="*/ 77867 w 124539"/>
                                  <a:gd name="connsiteY18" fmla="*/ 116205 h 193357"/>
                                  <a:gd name="connsiteX19" fmla="*/ 77867 w 124539"/>
                                  <a:gd name="connsiteY19" fmla="*/ 123825 h 193357"/>
                                  <a:gd name="connsiteX20" fmla="*/ 77867 w 124539"/>
                                  <a:gd name="connsiteY20" fmla="*/ 131445 h 193357"/>
                                  <a:gd name="connsiteX21" fmla="*/ 77867 w 124539"/>
                                  <a:gd name="connsiteY21" fmla="*/ 138112 h 193357"/>
                                  <a:gd name="connsiteX22" fmla="*/ 77867 w 124539"/>
                                  <a:gd name="connsiteY22" fmla="*/ 144780 h 193357"/>
                                  <a:gd name="connsiteX23" fmla="*/ 77867 w 124539"/>
                                  <a:gd name="connsiteY23" fmla="*/ 156210 h 193357"/>
                                  <a:gd name="connsiteX24" fmla="*/ 77867 w 124539"/>
                                  <a:gd name="connsiteY24" fmla="*/ 159067 h 193357"/>
                                  <a:gd name="connsiteX25" fmla="*/ 77867 w 124539"/>
                                  <a:gd name="connsiteY25" fmla="*/ 160020 h 193357"/>
                                  <a:gd name="connsiteX26" fmla="*/ 77867 w 124539"/>
                                  <a:gd name="connsiteY26" fmla="*/ 157162 h 193357"/>
                                  <a:gd name="connsiteX27" fmla="*/ 77867 w 124539"/>
                                  <a:gd name="connsiteY27" fmla="*/ 145733 h 193357"/>
                                  <a:gd name="connsiteX28" fmla="*/ 77867 w 124539"/>
                                  <a:gd name="connsiteY28" fmla="*/ 139065 h 193357"/>
                                  <a:gd name="connsiteX29" fmla="*/ 77867 w 124539"/>
                                  <a:gd name="connsiteY29" fmla="*/ 132398 h 193357"/>
                                  <a:gd name="connsiteX30" fmla="*/ 77867 w 124539"/>
                                  <a:gd name="connsiteY30" fmla="*/ 124777 h 193357"/>
                                  <a:gd name="connsiteX31" fmla="*/ 77867 w 124539"/>
                                  <a:gd name="connsiteY31" fmla="*/ 117158 h 193357"/>
                                  <a:gd name="connsiteX32" fmla="*/ 77867 w 124539"/>
                                  <a:gd name="connsiteY32" fmla="*/ 113348 h 193357"/>
                                  <a:gd name="connsiteX33" fmla="*/ 77867 w 124539"/>
                                  <a:gd name="connsiteY33" fmla="*/ 109537 h 193357"/>
                                  <a:gd name="connsiteX34" fmla="*/ 76914 w 124539"/>
                                  <a:gd name="connsiteY34" fmla="*/ 101917 h 193357"/>
                                  <a:gd name="connsiteX35" fmla="*/ 75010 w 124539"/>
                                  <a:gd name="connsiteY35" fmla="*/ 70485 h 193357"/>
                                  <a:gd name="connsiteX36" fmla="*/ 75962 w 124539"/>
                                  <a:gd name="connsiteY36" fmla="*/ 55245 h 193357"/>
                                  <a:gd name="connsiteX37" fmla="*/ 78819 w 124539"/>
                                  <a:gd name="connsiteY37" fmla="*/ 41910 h 193357"/>
                                  <a:gd name="connsiteX38" fmla="*/ 88344 w 124539"/>
                                  <a:gd name="connsiteY38" fmla="*/ 23813 h 193357"/>
                                  <a:gd name="connsiteX39" fmla="*/ 89297 w 124539"/>
                                  <a:gd name="connsiteY39" fmla="*/ 22860 h 193357"/>
                                  <a:gd name="connsiteX40" fmla="*/ 75962 w 124539"/>
                                  <a:gd name="connsiteY40" fmla="*/ 29527 h 193357"/>
                                  <a:gd name="connsiteX41" fmla="*/ 56912 w 124539"/>
                                  <a:gd name="connsiteY41" fmla="*/ 41910 h 193357"/>
                                  <a:gd name="connsiteX42" fmla="*/ 38814 w 124539"/>
                                  <a:gd name="connsiteY42" fmla="*/ 58102 h 193357"/>
                                  <a:gd name="connsiteX43" fmla="*/ 37862 w 124539"/>
                                  <a:gd name="connsiteY43" fmla="*/ 60008 h 193357"/>
                                  <a:gd name="connsiteX44" fmla="*/ 36910 w 124539"/>
                                  <a:gd name="connsiteY44" fmla="*/ 62865 h 193357"/>
                                  <a:gd name="connsiteX45" fmla="*/ 35957 w 124539"/>
                                  <a:gd name="connsiteY45" fmla="*/ 70485 h 193357"/>
                                  <a:gd name="connsiteX46" fmla="*/ 37862 w 124539"/>
                                  <a:gd name="connsiteY46" fmla="*/ 80963 h 193357"/>
                                  <a:gd name="connsiteX47" fmla="*/ 39767 w 124539"/>
                                  <a:gd name="connsiteY47" fmla="*/ 86677 h 193357"/>
                                  <a:gd name="connsiteX48" fmla="*/ 40719 w 124539"/>
                                  <a:gd name="connsiteY48" fmla="*/ 89535 h 193357"/>
                                  <a:gd name="connsiteX49" fmla="*/ 41672 w 124539"/>
                                  <a:gd name="connsiteY49" fmla="*/ 93345 h 193357"/>
                                  <a:gd name="connsiteX50" fmla="*/ 42624 w 124539"/>
                                  <a:gd name="connsiteY50" fmla="*/ 107633 h 193357"/>
                                  <a:gd name="connsiteX51" fmla="*/ 45482 w 124539"/>
                                  <a:gd name="connsiteY51" fmla="*/ 137160 h 193357"/>
                                  <a:gd name="connsiteX52" fmla="*/ 46435 w 124539"/>
                                  <a:gd name="connsiteY52" fmla="*/ 151448 h 193357"/>
                                  <a:gd name="connsiteX53" fmla="*/ 48339 w 124539"/>
                                  <a:gd name="connsiteY53" fmla="*/ 164783 h 193357"/>
                                  <a:gd name="connsiteX54" fmla="*/ 48339 w 124539"/>
                                  <a:gd name="connsiteY54" fmla="*/ 171450 h 193357"/>
                                  <a:gd name="connsiteX55" fmla="*/ 49292 w 124539"/>
                                  <a:gd name="connsiteY55" fmla="*/ 177165 h 193357"/>
                                  <a:gd name="connsiteX56" fmla="*/ 50244 w 124539"/>
                                  <a:gd name="connsiteY56" fmla="*/ 186690 h 193357"/>
                                  <a:gd name="connsiteX57" fmla="*/ 51197 w 124539"/>
                                  <a:gd name="connsiteY57" fmla="*/ 193358 h 193357"/>
                                  <a:gd name="connsiteX58" fmla="*/ 51197 w 124539"/>
                                  <a:gd name="connsiteY58" fmla="*/ 193358 h 193357"/>
                                  <a:gd name="connsiteX59" fmla="*/ 51197 w 124539"/>
                                  <a:gd name="connsiteY59" fmla="*/ 193358 h 193357"/>
                                  <a:gd name="connsiteX60" fmla="*/ 51197 w 124539"/>
                                  <a:gd name="connsiteY60" fmla="*/ 192405 h 193357"/>
                                  <a:gd name="connsiteX61" fmla="*/ 50244 w 124539"/>
                                  <a:gd name="connsiteY61" fmla="*/ 185737 h 193357"/>
                                  <a:gd name="connsiteX62" fmla="*/ 49292 w 124539"/>
                                  <a:gd name="connsiteY62" fmla="*/ 176212 h 193357"/>
                                  <a:gd name="connsiteX63" fmla="*/ 48339 w 124539"/>
                                  <a:gd name="connsiteY63" fmla="*/ 170498 h 193357"/>
                                  <a:gd name="connsiteX64" fmla="*/ 48339 w 124539"/>
                                  <a:gd name="connsiteY64" fmla="*/ 164783 h 193357"/>
                                  <a:gd name="connsiteX65" fmla="*/ 46435 w 124539"/>
                                  <a:gd name="connsiteY65" fmla="*/ 151448 h 193357"/>
                                  <a:gd name="connsiteX66" fmla="*/ 44529 w 124539"/>
                                  <a:gd name="connsiteY66" fmla="*/ 137160 h 193357"/>
                                  <a:gd name="connsiteX67" fmla="*/ 41672 w 124539"/>
                                  <a:gd name="connsiteY67" fmla="*/ 107633 h 193357"/>
                                  <a:gd name="connsiteX68" fmla="*/ 40719 w 124539"/>
                                  <a:gd name="connsiteY68" fmla="*/ 94298 h 193357"/>
                                  <a:gd name="connsiteX69" fmla="*/ 39767 w 124539"/>
                                  <a:gd name="connsiteY69" fmla="*/ 91440 h 193357"/>
                                  <a:gd name="connsiteX70" fmla="*/ 38814 w 124539"/>
                                  <a:gd name="connsiteY70" fmla="*/ 88583 h 193357"/>
                                  <a:gd name="connsiteX71" fmla="*/ 36910 w 124539"/>
                                  <a:gd name="connsiteY71" fmla="*/ 82867 h 193357"/>
                                  <a:gd name="connsiteX72" fmla="*/ 35004 w 124539"/>
                                  <a:gd name="connsiteY72" fmla="*/ 72390 h 193357"/>
                                  <a:gd name="connsiteX73" fmla="*/ 35957 w 124539"/>
                                  <a:gd name="connsiteY73" fmla="*/ 66675 h 193357"/>
                                  <a:gd name="connsiteX74" fmla="*/ 24527 w 124539"/>
                                  <a:gd name="connsiteY74" fmla="*/ 80963 h 193357"/>
                                  <a:gd name="connsiteX75" fmla="*/ 11192 w 124539"/>
                                  <a:gd name="connsiteY75" fmla="*/ 103823 h 193357"/>
                                  <a:gd name="connsiteX76" fmla="*/ 6429 w 124539"/>
                                  <a:gd name="connsiteY76" fmla="*/ 116205 h 193357"/>
                                  <a:gd name="connsiteX77" fmla="*/ 3572 w 124539"/>
                                  <a:gd name="connsiteY77" fmla="*/ 128587 h 193357"/>
                                  <a:gd name="connsiteX78" fmla="*/ 1667 w 124539"/>
                                  <a:gd name="connsiteY78" fmla="*/ 140970 h 193357"/>
                                  <a:gd name="connsiteX79" fmla="*/ 2619 w 124539"/>
                                  <a:gd name="connsiteY79" fmla="*/ 152400 h 193357"/>
                                  <a:gd name="connsiteX80" fmla="*/ 8334 w 124539"/>
                                  <a:gd name="connsiteY80" fmla="*/ 172402 h 193357"/>
                                  <a:gd name="connsiteX81" fmla="*/ 14049 w 124539"/>
                                  <a:gd name="connsiteY81" fmla="*/ 181927 h 193357"/>
                                  <a:gd name="connsiteX82" fmla="*/ 9287 w 124539"/>
                                  <a:gd name="connsiteY82" fmla="*/ 175260 h 193357"/>
                                  <a:gd name="connsiteX83" fmla="*/ 9287 w 124539"/>
                                  <a:gd name="connsiteY83" fmla="*/ 175260 h 193357"/>
                                  <a:gd name="connsiteX84" fmla="*/ 7382 w 124539"/>
                                  <a:gd name="connsiteY84" fmla="*/ 172402 h 193357"/>
                                  <a:gd name="connsiteX85" fmla="*/ 714 w 124539"/>
                                  <a:gd name="connsiteY85" fmla="*/ 152400 h 193357"/>
                                  <a:gd name="connsiteX86" fmla="*/ 714 w 124539"/>
                                  <a:gd name="connsiteY86" fmla="*/ 127635 h 193357"/>
                                  <a:gd name="connsiteX87" fmla="*/ 3572 w 124539"/>
                                  <a:gd name="connsiteY87" fmla="*/ 115252 h 193357"/>
                                  <a:gd name="connsiteX88" fmla="*/ 8334 w 124539"/>
                                  <a:gd name="connsiteY88" fmla="*/ 102870 h 193357"/>
                                  <a:gd name="connsiteX89" fmla="*/ 20717 w 124539"/>
                                  <a:gd name="connsiteY89" fmla="*/ 79058 h 193357"/>
                                  <a:gd name="connsiteX90" fmla="*/ 27384 w 124539"/>
                                  <a:gd name="connsiteY90" fmla="*/ 70485 h 193357"/>
                                  <a:gd name="connsiteX91" fmla="*/ 24527 w 124539"/>
                                  <a:gd name="connsiteY91" fmla="*/ 72390 h 193357"/>
                                  <a:gd name="connsiteX92" fmla="*/ 20717 w 124539"/>
                                  <a:gd name="connsiteY92" fmla="*/ 75247 h 193357"/>
                                  <a:gd name="connsiteX93" fmla="*/ 16907 w 124539"/>
                                  <a:gd name="connsiteY93" fmla="*/ 78105 h 193357"/>
                                  <a:gd name="connsiteX94" fmla="*/ 13097 w 124539"/>
                                  <a:gd name="connsiteY94" fmla="*/ 81915 h 193357"/>
                                  <a:gd name="connsiteX95" fmla="*/ 9287 w 124539"/>
                                  <a:gd name="connsiteY95" fmla="*/ 85725 h 193357"/>
                                  <a:gd name="connsiteX96" fmla="*/ 5477 w 124539"/>
                                  <a:gd name="connsiteY96" fmla="*/ 89535 h 193357"/>
                                  <a:gd name="connsiteX97" fmla="*/ 2619 w 124539"/>
                                  <a:gd name="connsiteY97" fmla="*/ 93345 h 193357"/>
                                  <a:gd name="connsiteX98" fmla="*/ 2619 w 124539"/>
                                  <a:gd name="connsiteY98" fmla="*/ 94298 h 193357"/>
                                  <a:gd name="connsiteX99" fmla="*/ 4524 w 124539"/>
                                  <a:gd name="connsiteY99" fmla="*/ 90488 h 193357"/>
                                  <a:gd name="connsiteX100" fmla="*/ 5477 w 124539"/>
                                  <a:gd name="connsiteY100" fmla="*/ 89535 h 193357"/>
                                  <a:gd name="connsiteX101" fmla="*/ 9287 w 124539"/>
                                  <a:gd name="connsiteY101" fmla="*/ 84772 h 193357"/>
                                  <a:gd name="connsiteX102" fmla="*/ 13097 w 124539"/>
                                  <a:gd name="connsiteY102" fmla="*/ 80963 h 193357"/>
                                  <a:gd name="connsiteX103" fmla="*/ 16907 w 124539"/>
                                  <a:gd name="connsiteY103" fmla="*/ 77152 h 193357"/>
                                  <a:gd name="connsiteX104" fmla="*/ 20717 w 124539"/>
                                  <a:gd name="connsiteY104" fmla="*/ 73342 h 193357"/>
                                  <a:gd name="connsiteX105" fmla="*/ 24527 w 124539"/>
                                  <a:gd name="connsiteY105" fmla="*/ 70485 h 193357"/>
                                  <a:gd name="connsiteX106" fmla="*/ 28337 w 124539"/>
                                  <a:gd name="connsiteY106" fmla="*/ 67627 h 193357"/>
                                  <a:gd name="connsiteX107" fmla="*/ 32147 w 124539"/>
                                  <a:gd name="connsiteY107" fmla="*/ 64770 h 193357"/>
                                  <a:gd name="connsiteX108" fmla="*/ 37862 w 124539"/>
                                  <a:gd name="connsiteY108" fmla="*/ 58102 h 193357"/>
                                  <a:gd name="connsiteX109" fmla="*/ 55960 w 124539"/>
                                  <a:gd name="connsiteY109" fmla="*/ 40958 h 193357"/>
                                  <a:gd name="connsiteX110" fmla="*/ 63579 w 124539"/>
                                  <a:gd name="connsiteY110" fmla="*/ 35242 h 193357"/>
                                  <a:gd name="connsiteX111" fmla="*/ 57864 w 124539"/>
                                  <a:gd name="connsiteY111" fmla="*/ 37147 h 193357"/>
                                  <a:gd name="connsiteX112" fmla="*/ 47387 w 124539"/>
                                  <a:gd name="connsiteY112" fmla="*/ 40958 h 193357"/>
                                  <a:gd name="connsiteX113" fmla="*/ 42624 w 124539"/>
                                  <a:gd name="connsiteY113" fmla="*/ 42863 h 193357"/>
                                  <a:gd name="connsiteX114" fmla="*/ 38814 w 124539"/>
                                  <a:gd name="connsiteY114" fmla="*/ 44767 h 193357"/>
                                  <a:gd name="connsiteX115" fmla="*/ 37862 w 124539"/>
                                  <a:gd name="connsiteY115" fmla="*/ 44767 h 193357"/>
                                  <a:gd name="connsiteX116" fmla="*/ 38814 w 124539"/>
                                  <a:gd name="connsiteY116" fmla="*/ 43815 h 193357"/>
                                  <a:gd name="connsiteX117" fmla="*/ 38814 w 124539"/>
                                  <a:gd name="connsiteY117" fmla="*/ 43815 h 193357"/>
                                  <a:gd name="connsiteX118" fmla="*/ 42624 w 124539"/>
                                  <a:gd name="connsiteY118" fmla="*/ 41910 h 193357"/>
                                  <a:gd name="connsiteX119" fmla="*/ 47387 w 124539"/>
                                  <a:gd name="connsiteY119" fmla="*/ 40005 h 193357"/>
                                  <a:gd name="connsiteX120" fmla="*/ 57864 w 124539"/>
                                  <a:gd name="connsiteY120" fmla="*/ 35242 h 193357"/>
                                  <a:gd name="connsiteX121" fmla="*/ 65485 w 124539"/>
                                  <a:gd name="connsiteY121" fmla="*/ 32385 h 193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24539" h="193357">
                                    <a:moveTo>
                                      <a:pt x="65485" y="32385"/>
                                    </a:moveTo>
                                    <a:cubicBezTo>
                                      <a:pt x="66437" y="31433"/>
                                      <a:pt x="68342" y="31433"/>
                                      <a:pt x="69294" y="30480"/>
                                    </a:cubicBezTo>
                                    <a:cubicBezTo>
                                      <a:pt x="71199" y="29527"/>
                                      <a:pt x="72152" y="28575"/>
                                      <a:pt x="74057" y="27622"/>
                                    </a:cubicBezTo>
                                    <a:cubicBezTo>
                                      <a:pt x="80724" y="23813"/>
                                      <a:pt x="86439" y="20955"/>
                                      <a:pt x="92154" y="18097"/>
                                    </a:cubicBezTo>
                                    <a:cubicBezTo>
                                      <a:pt x="97869" y="15240"/>
                                      <a:pt x="102632" y="13335"/>
                                      <a:pt x="107394" y="10477"/>
                                    </a:cubicBezTo>
                                    <a:cubicBezTo>
                                      <a:pt x="112157" y="8572"/>
                                      <a:pt x="115967" y="5715"/>
                                      <a:pt x="118824" y="3810"/>
                                    </a:cubicBezTo>
                                    <a:cubicBezTo>
                                      <a:pt x="121682" y="1905"/>
                                      <a:pt x="122635" y="952"/>
                                      <a:pt x="124539" y="0"/>
                                    </a:cubicBezTo>
                                    <a:cubicBezTo>
                                      <a:pt x="124539" y="1905"/>
                                      <a:pt x="124539" y="3810"/>
                                      <a:pt x="124539" y="6667"/>
                                    </a:cubicBezTo>
                                    <a:cubicBezTo>
                                      <a:pt x="123587" y="7620"/>
                                      <a:pt x="122635" y="7620"/>
                                      <a:pt x="121682" y="8572"/>
                                    </a:cubicBezTo>
                                    <a:cubicBezTo>
                                      <a:pt x="115014" y="12383"/>
                                      <a:pt x="105489" y="17145"/>
                                      <a:pt x="94060" y="21908"/>
                                    </a:cubicBezTo>
                                    <a:lnTo>
                                      <a:pt x="93107" y="21908"/>
                                    </a:lnTo>
                                    <a:cubicBezTo>
                                      <a:pt x="92154" y="22860"/>
                                      <a:pt x="91202" y="23813"/>
                                      <a:pt x="90249" y="25717"/>
                                    </a:cubicBezTo>
                                    <a:cubicBezTo>
                                      <a:pt x="87392" y="29527"/>
                                      <a:pt x="83582" y="35242"/>
                                      <a:pt x="80724" y="42863"/>
                                    </a:cubicBezTo>
                                    <a:cubicBezTo>
                                      <a:pt x="78819" y="46672"/>
                                      <a:pt x="77867" y="50483"/>
                                      <a:pt x="76914" y="55245"/>
                                    </a:cubicBezTo>
                                    <a:cubicBezTo>
                                      <a:pt x="75962" y="60008"/>
                                      <a:pt x="75962" y="64770"/>
                                      <a:pt x="75962" y="69533"/>
                                    </a:cubicBezTo>
                                    <a:cubicBezTo>
                                      <a:pt x="75962" y="80010"/>
                                      <a:pt x="76914" y="90488"/>
                                      <a:pt x="77867" y="100965"/>
                                    </a:cubicBezTo>
                                    <a:cubicBezTo>
                                      <a:pt x="77867" y="103823"/>
                                      <a:pt x="77867" y="106680"/>
                                      <a:pt x="77867" y="108585"/>
                                    </a:cubicBezTo>
                                    <a:lnTo>
                                      <a:pt x="77867" y="112395"/>
                                    </a:lnTo>
                                    <a:lnTo>
                                      <a:pt x="77867" y="116205"/>
                                    </a:lnTo>
                                    <a:cubicBezTo>
                                      <a:pt x="77867" y="119062"/>
                                      <a:pt x="77867" y="120967"/>
                                      <a:pt x="77867" y="123825"/>
                                    </a:cubicBezTo>
                                    <a:cubicBezTo>
                                      <a:pt x="77867" y="126683"/>
                                      <a:pt x="77867" y="128587"/>
                                      <a:pt x="77867" y="131445"/>
                                    </a:cubicBezTo>
                                    <a:cubicBezTo>
                                      <a:pt x="77867" y="133350"/>
                                      <a:pt x="77867" y="136208"/>
                                      <a:pt x="77867" y="138112"/>
                                    </a:cubicBezTo>
                                    <a:cubicBezTo>
                                      <a:pt x="77867" y="140017"/>
                                      <a:pt x="77867" y="142875"/>
                                      <a:pt x="77867" y="144780"/>
                                    </a:cubicBezTo>
                                    <a:cubicBezTo>
                                      <a:pt x="77867" y="148590"/>
                                      <a:pt x="77867" y="152400"/>
                                      <a:pt x="77867" y="156210"/>
                                    </a:cubicBezTo>
                                    <a:cubicBezTo>
                                      <a:pt x="77867" y="157162"/>
                                      <a:pt x="77867" y="158115"/>
                                      <a:pt x="77867" y="159067"/>
                                    </a:cubicBezTo>
                                    <a:cubicBezTo>
                                      <a:pt x="77867" y="159067"/>
                                      <a:pt x="77867" y="159067"/>
                                      <a:pt x="77867" y="160020"/>
                                    </a:cubicBezTo>
                                    <a:cubicBezTo>
                                      <a:pt x="77867" y="159067"/>
                                      <a:pt x="77867" y="158115"/>
                                      <a:pt x="77867" y="157162"/>
                                    </a:cubicBezTo>
                                    <a:cubicBezTo>
                                      <a:pt x="77867" y="153352"/>
                                      <a:pt x="77867" y="149542"/>
                                      <a:pt x="77867" y="145733"/>
                                    </a:cubicBezTo>
                                    <a:cubicBezTo>
                                      <a:pt x="77867" y="143827"/>
                                      <a:pt x="77867" y="141923"/>
                                      <a:pt x="77867" y="139065"/>
                                    </a:cubicBezTo>
                                    <a:cubicBezTo>
                                      <a:pt x="77867" y="137160"/>
                                      <a:pt x="77867" y="134302"/>
                                      <a:pt x="77867" y="132398"/>
                                    </a:cubicBezTo>
                                    <a:cubicBezTo>
                                      <a:pt x="77867" y="130492"/>
                                      <a:pt x="77867" y="127635"/>
                                      <a:pt x="77867" y="124777"/>
                                    </a:cubicBezTo>
                                    <a:cubicBezTo>
                                      <a:pt x="77867" y="121920"/>
                                      <a:pt x="77867" y="120015"/>
                                      <a:pt x="77867" y="117158"/>
                                    </a:cubicBezTo>
                                    <a:lnTo>
                                      <a:pt x="77867" y="113348"/>
                                    </a:lnTo>
                                    <a:lnTo>
                                      <a:pt x="77867" y="109537"/>
                                    </a:lnTo>
                                    <a:cubicBezTo>
                                      <a:pt x="77867" y="106680"/>
                                      <a:pt x="77867" y="103823"/>
                                      <a:pt x="76914" y="101917"/>
                                    </a:cubicBezTo>
                                    <a:cubicBezTo>
                                      <a:pt x="75962" y="91440"/>
                                      <a:pt x="75010" y="80963"/>
                                      <a:pt x="75010" y="70485"/>
                                    </a:cubicBezTo>
                                    <a:cubicBezTo>
                                      <a:pt x="75010" y="65722"/>
                                      <a:pt x="75010" y="60008"/>
                                      <a:pt x="75962" y="55245"/>
                                    </a:cubicBezTo>
                                    <a:cubicBezTo>
                                      <a:pt x="76914" y="50483"/>
                                      <a:pt x="77867" y="45720"/>
                                      <a:pt x="78819" y="41910"/>
                                    </a:cubicBezTo>
                                    <a:cubicBezTo>
                                      <a:pt x="81677" y="34290"/>
                                      <a:pt x="85487" y="28575"/>
                                      <a:pt x="88344" y="23813"/>
                                    </a:cubicBezTo>
                                    <a:cubicBezTo>
                                      <a:pt x="88344" y="23813"/>
                                      <a:pt x="88344" y="22860"/>
                                      <a:pt x="89297" y="22860"/>
                                    </a:cubicBezTo>
                                    <a:cubicBezTo>
                                      <a:pt x="85487" y="24765"/>
                                      <a:pt x="80724" y="26670"/>
                                      <a:pt x="75962" y="29527"/>
                                    </a:cubicBezTo>
                                    <a:cubicBezTo>
                                      <a:pt x="69294" y="33338"/>
                                      <a:pt x="63579" y="37147"/>
                                      <a:pt x="56912" y="41910"/>
                                    </a:cubicBezTo>
                                    <a:cubicBezTo>
                                      <a:pt x="50244" y="46672"/>
                                      <a:pt x="44529" y="52388"/>
                                      <a:pt x="38814" y="58102"/>
                                    </a:cubicBezTo>
                                    <a:lnTo>
                                      <a:pt x="37862" y="60008"/>
                                    </a:lnTo>
                                    <a:cubicBezTo>
                                      <a:pt x="37862" y="60960"/>
                                      <a:pt x="36910" y="61913"/>
                                      <a:pt x="36910" y="62865"/>
                                    </a:cubicBezTo>
                                    <a:cubicBezTo>
                                      <a:pt x="35957" y="64770"/>
                                      <a:pt x="35957" y="67627"/>
                                      <a:pt x="35957" y="70485"/>
                                    </a:cubicBezTo>
                                    <a:cubicBezTo>
                                      <a:pt x="35957" y="73342"/>
                                      <a:pt x="36910" y="77152"/>
                                      <a:pt x="37862" y="80963"/>
                                    </a:cubicBezTo>
                                    <a:cubicBezTo>
                                      <a:pt x="38814" y="82867"/>
                                      <a:pt x="38814" y="84772"/>
                                      <a:pt x="39767" y="86677"/>
                                    </a:cubicBezTo>
                                    <a:cubicBezTo>
                                      <a:pt x="39767" y="87630"/>
                                      <a:pt x="40719" y="88583"/>
                                      <a:pt x="40719" y="89535"/>
                                    </a:cubicBezTo>
                                    <a:cubicBezTo>
                                      <a:pt x="40719" y="90488"/>
                                      <a:pt x="41672" y="91440"/>
                                      <a:pt x="41672" y="93345"/>
                                    </a:cubicBezTo>
                                    <a:cubicBezTo>
                                      <a:pt x="42624" y="98108"/>
                                      <a:pt x="42624" y="102870"/>
                                      <a:pt x="42624" y="107633"/>
                                    </a:cubicBezTo>
                                    <a:cubicBezTo>
                                      <a:pt x="43577" y="117158"/>
                                      <a:pt x="44529" y="127635"/>
                                      <a:pt x="45482" y="137160"/>
                                    </a:cubicBezTo>
                                    <a:cubicBezTo>
                                      <a:pt x="46435" y="141923"/>
                                      <a:pt x="46435" y="146685"/>
                                      <a:pt x="46435" y="151448"/>
                                    </a:cubicBezTo>
                                    <a:cubicBezTo>
                                      <a:pt x="46435" y="156210"/>
                                      <a:pt x="47387" y="160973"/>
                                      <a:pt x="48339" y="164783"/>
                                    </a:cubicBezTo>
                                    <a:cubicBezTo>
                                      <a:pt x="48339" y="166687"/>
                                      <a:pt x="48339" y="168592"/>
                                      <a:pt x="48339" y="171450"/>
                                    </a:cubicBezTo>
                                    <a:cubicBezTo>
                                      <a:pt x="48339" y="173355"/>
                                      <a:pt x="48339" y="175260"/>
                                      <a:pt x="49292" y="177165"/>
                                    </a:cubicBezTo>
                                    <a:cubicBezTo>
                                      <a:pt x="49292" y="180975"/>
                                      <a:pt x="49292" y="183833"/>
                                      <a:pt x="50244" y="186690"/>
                                    </a:cubicBezTo>
                                    <a:cubicBezTo>
                                      <a:pt x="50244" y="189548"/>
                                      <a:pt x="51197" y="191452"/>
                                      <a:pt x="51197" y="193358"/>
                                    </a:cubicBezTo>
                                    <a:lnTo>
                                      <a:pt x="51197" y="193358"/>
                                    </a:lnTo>
                                    <a:lnTo>
                                      <a:pt x="51197" y="193358"/>
                                    </a:lnTo>
                                    <a:lnTo>
                                      <a:pt x="51197" y="192405"/>
                                    </a:lnTo>
                                    <a:cubicBezTo>
                                      <a:pt x="51197" y="190500"/>
                                      <a:pt x="51197" y="187642"/>
                                      <a:pt x="50244" y="185737"/>
                                    </a:cubicBezTo>
                                    <a:cubicBezTo>
                                      <a:pt x="50244" y="182880"/>
                                      <a:pt x="50244" y="179070"/>
                                      <a:pt x="49292" y="176212"/>
                                    </a:cubicBezTo>
                                    <a:cubicBezTo>
                                      <a:pt x="49292" y="174308"/>
                                      <a:pt x="48339" y="172402"/>
                                      <a:pt x="48339" y="170498"/>
                                    </a:cubicBezTo>
                                    <a:cubicBezTo>
                                      <a:pt x="48339" y="168592"/>
                                      <a:pt x="48339" y="166687"/>
                                      <a:pt x="48339" y="164783"/>
                                    </a:cubicBezTo>
                                    <a:cubicBezTo>
                                      <a:pt x="48339" y="160973"/>
                                      <a:pt x="47387" y="156210"/>
                                      <a:pt x="46435" y="151448"/>
                                    </a:cubicBezTo>
                                    <a:cubicBezTo>
                                      <a:pt x="46435" y="146685"/>
                                      <a:pt x="45482" y="141923"/>
                                      <a:pt x="44529" y="137160"/>
                                    </a:cubicBezTo>
                                    <a:cubicBezTo>
                                      <a:pt x="43577" y="127635"/>
                                      <a:pt x="42624" y="117158"/>
                                      <a:pt x="41672" y="107633"/>
                                    </a:cubicBezTo>
                                    <a:cubicBezTo>
                                      <a:pt x="41672" y="102870"/>
                                      <a:pt x="40719" y="98108"/>
                                      <a:pt x="40719" y="94298"/>
                                    </a:cubicBezTo>
                                    <a:cubicBezTo>
                                      <a:pt x="40719" y="93345"/>
                                      <a:pt x="40719" y="92392"/>
                                      <a:pt x="39767" y="91440"/>
                                    </a:cubicBezTo>
                                    <a:cubicBezTo>
                                      <a:pt x="39767" y="90488"/>
                                      <a:pt x="38814" y="89535"/>
                                      <a:pt x="38814" y="88583"/>
                                    </a:cubicBezTo>
                                    <a:cubicBezTo>
                                      <a:pt x="37862" y="86677"/>
                                      <a:pt x="37862" y="84772"/>
                                      <a:pt x="36910" y="82867"/>
                                    </a:cubicBezTo>
                                    <a:cubicBezTo>
                                      <a:pt x="35957" y="79058"/>
                                      <a:pt x="35004" y="75247"/>
                                      <a:pt x="35004" y="72390"/>
                                    </a:cubicBezTo>
                                    <a:cubicBezTo>
                                      <a:pt x="35004" y="70485"/>
                                      <a:pt x="35004" y="67627"/>
                                      <a:pt x="35957" y="66675"/>
                                    </a:cubicBezTo>
                                    <a:cubicBezTo>
                                      <a:pt x="32147" y="71438"/>
                                      <a:pt x="28337" y="76200"/>
                                      <a:pt x="24527" y="80963"/>
                                    </a:cubicBezTo>
                                    <a:cubicBezTo>
                                      <a:pt x="19764" y="88583"/>
                                      <a:pt x="15002" y="96202"/>
                                      <a:pt x="11192" y="103823"/>
                                    </a:cubicBezTo>
                                    <a:cubicBezTo>
                                      <a:pt x="9287" y="107633"/>
                                      <a:pt x="7382" y="111442"/>
                                      <a:pt x="6429" y="116205"/>
                                    </a:cubicBezTo>
                                    <a:cubicBezTo>
                                      <a:pt x="4524" y="120015"/>
                                      <a:pt x="3572" y="124777"/>
                                      <a:pt x="3572" y="128587"/>
                                    </a:cubicBezTo>
                                    <a:cubicBezTo>
                                      <a:pt x="2619" y="132398"/>
                                      <a:pt x="1667" y="136208"/>
                                      <a:pt x="1667" y="140970"/>
                                    </a:cubicBezTo>
                                    <a:cubicBezTo>
                                      <a:pt x="1667" y="144780"/>
                                      <a:pt x="1667" y="148590"/>
                                      <a:pt x="2619" y="152400"/>
                                    </a:cubicBezTo>
                                    <a:cubicBezTo>
                                      <a:pt x="3572" y="160020"/>
                                      <a:pt x="5477" y="166687"/>
                                      <a:pt x="8334" y="172402"/>
                                    </a:cubicBezTo>
                                    <a:cubicBezTo>
                                      <a:pt x="10239" y="176212"/>
                                      <a:pt x="12144" y="179070"/>
                                      <a:pt x="14049" y="181927"/>
                                    </a:cubicBezTo>
                                    <a:cubicBezTo>
                                      <a:pt x="12144" y="180023"/>
                                      <a:pt x="10239" y="178117"/>
                                      <a:pt x="9287" y="175260"/>
                                    </a:cubicBezTo>
                                    <a:lnTo>
                                      <a:pt x="9287" y="175260"/>
                                    </a:lnTo>
                                    <a:cubicBezTo>
                                      <a:pt x="8334" y="174308"/>
                                      <a:pt x="8334" y="173355"/>
                                      <a:pt x="7382" y="172402"/>
                                    </a:cubicBezTo>
                                    <a:cubicBezTo>
                                      <a:pt x="4524" y="166687"/>
                                      <a:pt x="1667" y="160020"/>
                                      <a:pt x="714" y="152400"/>
                                    </a:cubicBezTo>
                                    <a:cubicBezTo>
                                      <a:pt x="-238" y="144780"/>
                                      <a:pt x="-238" y="136208"/>
                                      <a:pt x="714" y="127635"/>
                                    </a:cubicBezTo>
                                    <a:cubicBezTo>
                                      <a:pt x="1667" y="123825"/>
                                      <a:pt x="2619" y="119062"/>
                                      <a:pt x="3572" y="115252"/>
                                    </a:cubicBezTo>
                                    <a:cubicBezTo>
                                      <a:pt x="4524" y="111442"/>
                                      <a:pt x="6429" y="106680"/>
                                      <a:pt x="8334" y="102870"/>
                                    </a:cubicBezTo>
                                    <a:cubicBezTo>
                                      <a:pt x="12144" y="94298"/>
                                      <a:pt x="15954" y="86677"/>
                                      <a:pt x="20717" y="79058"/>
                                    </a:cubicBezTo>
                                    <a:cubicBezTo>
                                      <a:pt x="22622" y="76200"/>
                                      <a:pt x="24527" y="73342"/>
                                      <a:pt x="27384" y="70485"/>
                                    </a:cubicBezTo>
                                    <a:cubicBezTo>
                                      <a:pt x="26432" y="71438"/>
                                      <a:pt x="25479" y="71438"/>
                                      <a:pt x="24527" y="72390"/>
                                    </a:cubicBezTo>
                                    <a:cubicBezTo>
                                      <a:pt x="23574" y="73342"/>
                                      <a:pt x="21669" y="74295"/>
                                      <a:pt x="20717" y="75247"/>
                                    </a:cubicBezTo>
                                    <a:cubicBezTo>
                                      <a:pt x="19764" y="76200"/>
                                      <a:pt x="17859" y="77152"/>
                                      <a:pt x="16907" y="78105"/>
                                    </a:cubicBezTo>
                                    <a:cubicBezTo>
                                      <a:pt x="15954" y="79058"/>
                                      <a:pt x="14049" y="80963"/>
                                      <a:pt x="13097" y="81915"/>
                                    </a:cubicBezTo>
                                    <a:cubicBezTo>
                                      <a:pt x="12144" y="82867"/>
                                      <a:pt x="10239" y="84772"/>
                                      <a:pt x="9287" y="85725"/>
                                    </a:cubicBezTo>
                                    <a:cubicBezTo>
                                      <a:pt x="8334" y="86677"/>
                                      <a:pt x="6429" y="88583"/>
                                      <a:pt x="5477" y="89535"/>
                                    </a:cubicBezTo>
                                    <a:cubicBezTo>
                                      <a:pt x="4524" y="90488"/>
                                      <a:pt x="3572" y="92392"/>
                                      <a:pt x="2619" y="93345"/>
                                    </a:cubicBezTo>
                                    <a:lnTo>
                                      <a:pt x="2619" y="94298"/>
                                    </a:lnTo>
                                    <a:cubicBezTo>
                                      <a:pt x="3572" y="93345"/>
                                      <a:pt x="3572" y="91440"/>
                                      <a:pt x="4524" y="90488"/>
                                    </a:cubicBezTo>
                                    <a:cubicBezTo>
                                      <a:pt x="4524" y="90488"/>
                                      <a:pt x="5477" y="89535"/>
                                      <a:pt x="5477" y="89535"/>
                                    </a:cubicBezTo>
                                    <a:cubicBezTo>
                                      <a:pt x="6429" y="87630"/>
                                      <a:pt x="7382" y="86677"/>
                                      <a:pt x="9287" y="84772"/>
                                    </a:cubicBezTo>
                                    <a:cubicBezTo>
                                      <a:pt x="10239" y="83820"/>
                                      <a:pt x="12144" y="81915"/>
                                      <a:pt x="13097" y="80963"/>
                                    </a:cubicBezTo>
                                    <a:cubicBezTo>
                                      <a:pt x="14049" y="80010"/>
                                      <a:pt x="15954" y="78105"/>
                                      <a:pt x="16907" y="77152"/>
                                    </a:cubicBezTo>
                                    <a:cubicBezTo>
                                      <a:pt x="17859" y="76200"/>
                                      <a:pt x="19764" y="75247"/>
                                      <a:pt x="20717" y="73342"/>
                                    </a:cubicBezTo>
                                    <a:cubicBezTo>
                                      <a:pt x="21669" y="72390"/>
                                      <a:pt x="23574" y="71438"/>
                                      <a:pt x="24527" y="70485"/>
                                    </a:cubicBezTo>
                                    <a:cubicBezTo>
                                      <a:pt x="25479" y="69533"/>
                                      <a:pt x="27384" y="68580"/>
                                      <a:pt x="28337" y="67627"/>
                                    </a:cubicBezTo>
                                    <a:cubicBezTo>
                                      <a:pt x="30242" y="66675"/>
                                      <a:pt x="31194" y="65722"/>
                                      <a:pt x="32147" y="64770"/>
                                    </a:cubicBezTo>
                                    <a:cubicBezTo>
                                      <a:pt x="34052" y="62865"/>
                                      <a:pt x="35957" y="60008"/>
                                      <a:pt x="37862" y="58102"/>
                                    </a:cubicBezTo>
                                    <a:cubicBezTo>
                                      <a:pt x="43577" y="51435"/>
                                      <a:pt x="50244" y="45720"/>
                                      <a:pt x="55960" y="40958"/>
                                    </a:cubicBezTo>
                                    <a:cubicBezTo>
                                      <a:pt x="58817" y="39052"/>
                                      <a:pt x="60722" y="37147"/>
                                      <a:pt x="63579" y="35242"/>
                                    </a:cubicBezTo>
                                    <a:cubicBezTo>
                                      <a:pt x="61674" y="36195"/>
                                      <a:pt x="59769" y="37147"/>
                                      <a:pt x="57864" y="37147"/>
                                    </a:cubicBezTo>
                                    <a:cubicBezTo>
                                      <a:pt x="54054" y="38100"/>
                                      <a:pt x="51197" y="40005"/>
                                      <a:pt x="47387" y="40958"/>
                                    </a:cubicBezTo>
                                    <a:cubicBezTo>
                                      <a:pt x="45482" y="41910"/>
                                      <a:pt x="44529" y="42863"/>
                                      <a:pt x="42624" y="42863"/>
                                    </a:cubicBezTo>
                                    <a:lnTo>
                                      <a:pt x="38814" y="44767"/>
                                    </a:lnTo>
                                    <a:cubicBezTo>
                                      <a:pt x="38814" y="44767"/>
                                      <a:pt x="38814" y="44767"/>
                                      <a:pt x="37862" y="44767"/>
                                    </a:cubicBezTo>
                                    <a:cubicBezTo>
                                      <a:pt x="37862" y="44767"/>
                                      <a:pt x="38814" y="43815"/>
                                      <a:pt x="38814" y="43815"/>
                                    </a:cubicBezTo>
                                    <a:cubicBezTo>
                                      <a:pt x="38814" y="43815"/>
                                      <a:pt x="38814" y="43815"/>
                                      <a:pt x="38814" y="43815"/>
                                    </a:cubicBezTo>
                                    <a:cubicBezTo>
                                      <a:pt x="39767" y="42863"/>
                                      <a:pt x="40719" y="42863"/>
                                      <a:pt x="42624" y="41910"/>
                                    </a:cubicBezTo>
                                    <a:cubicBezTo>
                                      <a:pt x="44529" y="40958"/>
                                      <a:pt x="45482" y="40005"/>
                                      <a:pt x="47387" y="40005"/>
                                    </a:cubicBezTo>
                                    <a:cubicBezTo>
                                      <a:pt x="50244" y="38100"/>
                                      <a:pt x="54054" y="37147"/>
                                      <a:pt x="57864" y="35242"/>
                                    </a:cubicBezTo>
                                    <a:cubicBezTo>
                                      <a:pt x="58817" y="35242"/>
                                      <a:pt x="62627" y="34290"/>
                                      <a:pt x="65485" y="32385"/>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3C020D68-2BDA-4768-BED1-5398B483B424}"/>
                                  </a:ext>
                                </a:extLst>
                              </p:cNvPr>
                              <p:cNvSpPr/>
                              <p:nvPr/>
                            </p:nvSpPr>
                            <p:spPr>
                              <a:xfrm>
                                <a:off x="3527288" y="3225989"/>
                                <a:ext cx="116205" cy="83819"/>
                              </a:xfrm>
                              <a:custGeom>
                                <a:avLst/>
                                <a:gdLst>
                                  <a:gd name="connsiteX0" fmla="*/ 34290 w 116205"/>
                                  <a:gd name="connsiteY0" fmla="*/ 14288 h 83819"/>
                                  <a:gd name="connsiteX1" fmla="*/ 35243 w 116205"/>
                                  <a:gd name="connsiteY1" fmla="*/ 14288 h 83819"/>
                                  <a:gd name="connsiteX2" fmla="*/ 37148 w 116205"/>
                                  <a:gd name="connsiteY2" fmla="*/ 14288 h 83819"/>
                                  <a:gd name="connsiteX3" fmla="*/ 40005 w 116205"/>
                                  <a:gd name="connsiteY3" fmla="*/ 14288 h 83819"/>
                                  <a:gd name="connsiteX4" fmla="*/ 46673 w 116205"/>
                                  <a:gd name="connsiteY4" fmla="*/ 16192 h 83819"/>
                                  <a:gd name="connsiteX5" fmla="*/ 53340 w 116205"/>
                                  <a:gd name="connsiteY5" fmla="*/ 19050 h 83819"/>
                                  <a:gd name="connsiteX6" fmla="*/ 64770 w 116205"/>
                                  <a:gd name="connsiteY6" fmla="*/ 26670 h 83819"/>
                                  <a:gd name="connsiteX7" fmla="*/ 69532 w 116205"/>
                                  <a:gd name="connsiteY7" fmla="*/ 29527 h 83819"/>
                                  <a:gd name="connsiteX8" fmla="*/ 72390 w 116205"/>
                                  <a:gd name="connsiteY8" fmla="*/ 29527 h 83819"/>
                                  <a:gd name="connsiteX9" fmla="*/ 82868 w 116205"/>
                                  <a:gd name="connsiteY9" fmla="*/ 30480 h 83819"/>
                                  <a:gd name="connsiteX10" fmla="*/ 91440 w 116205"/>
                                  <a:gd name="connsiteY10" fmla="*/ 31432 h 83819"/>
                                  <a:gd name="connsiteX11" fmla="*/ 88582 w 116205"/>
                                  <a:gd name="connsiteY11" fmla="*/ 28575 h 83819"/>
                                  <a:gd name="connsiteX12" fmla="*/ 83820 w 116205"/>
                                  <a:gd name="connsiteY12" fmla="*/ 20955 h 83819"/>
                                  <a:gd name="connsiteX13" fmla="*/ 79057 w 116205"/>
                                  <a:gd name="connsiteY13" fmla="*/ 12382 h 83819"/>
                                  <a:gd name="connsiteX14" fmla="*/ 73343 w 116205"/>
                                  <a:gd name="connsiteY14" fmla="*/ 4763 h 83819"/>
                                  <a:gd name="connsiteX15" fmla="*/ 69532 w 116205"/>
                                  <a:gd name="connsiteY15" fmla="*/ 1905 h 83819"/>
                                  <a:gd name="connsiteX16" fmla="*/ 65723 w 116205"/>
                                  <a:gd name="connsiteY16" fmla="*/ 0 h 83819"/>
                                  <a:gd name="connsiteX17" fmla="*/ 64770 w 116205"/>
                                  <a:gd name="connsiteY17" fmla="*/ 0 h 83819"/>
                                  <a:gd name="connsiteX18" fmla="*/ 65723 w 116205"/>
                                  <a:gd name="connsiteY18" fmla="*/ 0 h 83819"/>
                                  <a:gd name="connsiteX19" fmla="*/ 69532 w 116205"/>
                                  <a:gd name="connsiteY19" fmla="*/ 1905 h 83819"/>
                                  <a:gd name="connsiteX20" fmla="*/ 73343 w 116205"/>
                                  <a:gd name="connsiteY20" fmla="*/ 4763 h 83819"/>
                                  <a:gd name="connsiteX21" fmla="*/ 80010 w 116205"/>
                                  <a:gd name="connsiteY21" fmla="*/ 12382 h 83819"/>
                                  <a:gd name="connsiteX22" fmla="*/ 85725 w 116205"/>
                                  <a:gd name="connsiteY22" fmla="*/ 20955 h 83819"/>
                                  <a:gd name="connsiteX23" fmla="*/ 90488 w 116205"/>
                                  <a:gd name="connsiteY23" fmla="*/ 27622 h 83819"/>
                                  <a:gd name="connsiteX24" fmla="*/ 94298 w 116205"/>
                                  <a:gd name="connsiteY24" fmla="*/ 31432 h 83819"/>
                                  <a:gd name="connsiteX25" fmla="*/ 96203 w 116205"/>
                                  <a:gd name="connsiteY25" fmla="*/ 32385 h 83819"/>
                                  <a:gd name="connsiteX26" fmla="*/ 101918 w 116205"/>
                                  <a:gd name="connsiteY26" fmla="*/ 34290 h 83819"/>
                                  <a:gd name="connsiteX27" fmla="*/ 109538 w 116205"/>
                                  <a:gd name="connsiteY27" fmla="*/ 38100 h 83819"/>
                                  <a:gd name="connsiteX28" fmla="*/ 115253 w 116205"/>
                                  <a:gd name="connsiteY28" fmla="*/ 41910 h 83819"/>
                                  <a:gd name="connsiteX29" fmla="*/ 115253 w 116205"/>
                                  <a:gd name="connsiteY29" fmla="*/ 41910 h 83819"/>
                                  <a:gd name="connsiteX30" fmla="*/ 116205 w 116205"/>
                                  <a:gd name="connsiteY30" fmla="*/ 48577 h 83819"/>
                                  <a:gd name="connsiteX31" fmla="*/ 107632 w 116205"/>
                                  <a:gd name="connsiteY31" fmla="*/ 41910 h 83819"/>
                                  <a:gd name="connsiteX32" fmla="*/ 104775 w 116205"/>
                                  <a:gd name="connsiteY32" fmla="*/ 40005 h 83819"/>
                                  <a:gd name="connsiteX33" fmla="*/ 104775 w 116205"/>
                                  <a:gd name="connsiteY33" fmla="*/ 40005 h 83819"/>
                                  <a:gd name="connsiteX34" fmla="*/ 101918 w 116205"/>
                                  <a:gd name="connsiteY34" fmla="*/ 40957 h 83819"/>
                                  <a:gd name="connsiteX35" fmla="*/ 98107 w 116205"/>
                                  <a:gd name="connsiteY35" fmla="*/ 42863 h 83819"/>
                                  <a:gd name="connsiteX36" fmla="*/ 93345 w 116205"/>
                                  <a:gd name="connsiteY36" fmla="*/ 46672 h 83819"/>
                                  <a:gd name="connsiteX37" fmla="*/ 87630 w 116205"/>
                                  <a:gd name="connsiteY37" fmla="*/ 51435 h 83819"/>
                                  <a:gd name="connsiteX38" fmla="*/ 80963 w 116205"/>
                                  <a:gd name="connsiteY38" fmla="*/ 56197 h 83819"/>
                                  <a:gd name="connsiteX39" fmla="*/ 73343 w 116205"/>
                                  <a:gd name="connsiteY39" fmla="*/ 60960 h 83819"/>
                                  <a:gd name="connsiteX40" fmla="*/ 65723 w 116205"/>
                                  <a:gd name="connsiteY40" fmla="*/ 65722 h 83819"/>
                                  <a:gd name="connsiteX41" fmla="*/ 57150 w 116205"/>
                                  <a:gd name="connsiteY41" fmla="*/ 70485 h 83819"/>
                                  <a:gd name="connsiteX42" fmla="*/ 48578 w 116205"/>
                                  <a:gd name="connsiteY42" fmla="*/ 74295 h 83819"/>
                                  <a:gd name="connsiteX43" fmla="*/ 40957 w 116205"/>
                                  <a:gd name="connsiteY43" fmla="*/ 77152 h 83819"/>
                                  <a:gd name="connsiteX44" fmla="*/ 37148 w 116205"/>
                                  <a:gd name="connsiteY44" fmla="*/ 79057 h 83819"/>
                                  <a:gd name="connsiteX45" fmla="*/ 33338 w 116205"/>
                                  <a:gd name="connsiteY45" fmla="*/ 80010 h 83819"/>
                                  <a:gd name="connsiteX46" fmla="*/ 27623 w 116205"/>
                                  <a:gd name="connsiteY46" fmla="*/ 81915 h 83819"/>
                                  <a:gd name="connsiteX47" fmla="*/ 22860 w 116205"/>
                                  <a:gd name="connsiteY47" fmla="*/ 82867 h 83819"/>
                                  <a:gd name="connsiteX48" fmla="*/ 20003 w 116205"/>
                                  <a:gd name="connsiteY48" fmla="*/ 83820 h 83819"/>
                                  <a:gd name="connsiteX49" fmla="*/ 22860 w 116205"/>
                                  <a:gd name="connsiteY49" fmla="*/ 82867 h 83819"/>
                                  <a:gd name="connsiteX50" fmla="*/ 27623 w 116205"/>
                                  <a:gd name="connsiteY50" fmla="*/ 81915 h 83819"/>
                                  <a:gd name="connsiteX51" fmla="*/ 33338 w 116205"/>
                                  <a:gd name="connsiteY51" fmla="*/ 80010 h 83819"/>
                                  <a:gd name="connsiteX52" fmla="*/ 37148 w 116205"/>
                                  <a:gd name="connsiteY52" fmla="*/ 79057 h 83819"/>
                                  <a:gd name="connsiteX53" fmla="*/ 40957 w 116205"/>
                                  <a:gd name="connsiteY53" fmla="*/ 77152 h 83819"/>
                                  <a:gd name="connsiteX54" fmla="*/ 48578 w 116205"/>
                                  <a:gd name="connsiteY54" fmla="*/ 73342 h 83819"/>
                                  <a:gd name="connsiteX55" fmla="*/ 57150 w 116205"/>
                                  <a:gd name="connsiteY55" fmla="*/ 69532 h 83819"/>
                                  <a:gd name="connsiteX56" fmla="*/ 64770 w 116205"/>
                                  <a:gd name="connsiteY56" fmla="*/ 64770 h 83819"/>
                                  <a:gd name="connsiteX57" fmla="*/ 72390 w 116205"/>
                                  <a:gd name="connsiteY57" fmla="*/ 60007 h 83819"/>
                                  <a:gd name="connsiteX58" fmla="*/ 80010 w 116205"/>
                                  <a:gd name="connsiteY58" fmla="*/ 54292 h 83819"/>
                                  <a:gd name="connsiteX59" fmla="*/ 86678 w 116205"/>
                                  <a:gd name="connsiteY59" fmla="*/ 48577 h 83819"/>
                                  <a:gd name="connsiteX60" fmla="*/ 92393 w 116205"/>
                                  <a:gd name="connsiteY60" fmla="*/ 43815 h 83819"/>
                                  <a:gd name="connsiteX61" fmla="*/ 98107 w 116205"/>
                                  <a:gd name="connsiteY61" fmla="*/ 40005 h 83819"/>
                                  <a:gd name="connsiteX62" fmla="*/ 102870 w 116205"/>
                                  <a:gd name="connsiteY62" fmla="*/ 38100 h 83819"/>
                                  <a:gd name="connsiteX63" fmla="*/ 103823 w 116205"/>
                                  <a:gd name="connsiteY63" fmla="*/ 38100 h 83819"/>
                                  <a:gd name="connsiteX64" fmla="*/ 102870 w 116205"/>
                                  <a:gd name="connsiteY64" fmla="*/ 38100 h 83819"/>
                                  <a:gd name="connsiteX65" fmla="*/ 94298 w 116205"/>
                                  <a:gd name="connsiteY65" fmla="*/ 35242 h 83819"/>
                                  <a:gd name="connsiteX66" fmla="*/ 84773 w 116205"/>
                                  <a:gd name="connsiteY66" fmla="*/ 33338 h 83819"/>
                                  <a:gd name="connsiteX67" fmla="*/ 82868 w 116205"/>
                                  <a:gd name="connsiteY67" fmla="*/ 33338 h 83819"/>
                                  <a:gd name="connsiteX68" fmla="*/ 80010 w 116205"/>
                                  <a:gd name="connsiteY68" fmla="*/ 34290 h 83819"/>
                                  <a:gd name="connsiteX69" fmla="*/ 70485 w 116205"/>
                                  <a:gd name="connsiteY69" fmla="*/ 39052 h 83819"/>
                                  <a:gd name="connsiteX70" fmla="*/ 64770 w 116205"/>
                                  <a:gd name="connsiteY70" fmla="*/ 42863 h 83819"/>
                                  <a:gd name="connsiteX71" fmla="*/ 58103 w 116205"/>
                                  <a:gd name="connsiteY71" fmla="*/ 47625 h 83819"/>
                                  <a:gd name="connsiteX72" fmla="*/ 50482 w 116205"/>
                                  <a:gd name="connsiteY72" fmla="*/ 52388 h 83819"/>
                                  <a:gd name="connsiteX73" fmla="*/ 42863 w 116205"/>
                                  <a:gd name="connsiteY73" fmla="*/ 57150 h 83819"/>
                                  <a:gd name="connsiteX74" fmla="*/ 35243 w 116205"/>
                                  <a:gd name="connsiteY74" fmla="*/ 60960 h 83819"/>
                                  <a:gd name="connsiteX75" fmla="*/ 27623 w 116205"/>
                                  <a:gd name="connsiteY75" fmla="*/ 64770 h 83819"/>
                                  <a:gd name="connsiteX76" fmla="*/ 20003 w 116205"/>
                                  <a:gd name="connsiteY76" fmla="*/ 68580 h 83819"/>
                                  <a:gd name="connsiteX77" fmla="*/ 13335 w 116205"/>
                                  <a:gd name="connsiteY77" fmla="*/ 71438 h 83819"/>
                                  <a:gd name="connsiteX78" fmla="*/ 2858 w 116205"/>
                                  <a:gd name="connsiteY78" fmla="*/ 76200 h 83819"/>
                                  <a:gd name="connsiteX79" fmla="*/ 0 w 116205"/>
                                  <a:gd name="connsiteY79" fmla="*/ 77152 h 83819"/>
                                  <a:gd name="connsiteX80" fmla="*/ 2858 w 116205"/>
                                  <a:gd name="connsiteY80" fmla="*/ 76200 h 83819"/>
                                  <a:gd name="connsiteX81" fmla="*/ 12383 w 116205"/>
                                  <a:gd name="connsiteY81" fmla="*/ 71438 h 83819"/>
                                  <a:gd name="connsiteX82" fmla="*/ 19050 w 116205"/>
                                  <a:gd name="connsiteY82" fmla="*/ 68580 h 83819"/>
                                  <a:gd name="connsiteX83" fmla="*/ 26670 w 116205"/>
                                  <a:gd name="connsiteY83" fmla="*/ 64770 h 83819"/>
                                  <a:gd name="connsiteX84" fmla="*/ 34290 w 116205"/>
                                  <a:gd name="connsiteY84" fmla="*/ 60960 h 83819"/>
                                  <a:gd name="connsiteX85" fmla="*/ 41910 w 116205"/>
                                  <a:gd name="connsiteY85" fmla="*/ 56197 h 83819"/>
                                  <a:gd name="connsiteX86" fmla="*/ 49530 w 116205"/>
                                  <a:gd name="connsiteY86" fmla="*/ 51435 h 83819"/>
                                  <a:gd name="connsiteX87" fmla="*/ 57150 w 116205"/>
                                  <a:gd name="connsiteY87" fmla="*/ 46672 h 83819"/>
                                  <a:gd name="connsiteX88" fmla="*/ 63818 w 116205"/>
                                  <a:gd name="connsiteY88" fmla="*/ 41910 h 83819"/>
                                  <a:gd name="connsiteX89" fmla="*/ 69532 w 116205"/>
                                  <a:gd name="connsiteY89" fmla="*/ 38100 h 83819"/>
                                  <a:gd name="connsiteX90" fmla="*/ 76200 w 116205"/>
                                  <a:gd name="connsiteY90" fmla="*/ 34290 h 83819"/>
                                  <a:gd name="connsiteX91" fmla="*/ 73343 w 116205"/>
                                  <a:gd name="connsiteY91" fmla="*/ 34290 h 83819"/>
                                  <a:gd name="connsiteX92" fmla="*/ 62865 w 116205"/>
                                  <a:gd name="connsiteY92" fmla="*/ 34290 h 83819"/>
                                  <a:gd name="connsiteX93" fmla="*/ 52388 w 116205"/>
                                  <a:gd name="connsiteY93" fmla="*/ 34290 h 83819"/>
                                  <a:gd name="connsiteX94" fmla="*/ 42863 w 116205"/>
                                  <a:gd name="connsiteY94" fmla="*/ 35242 h 83819"/>
                                  <a:gd name="connsiteX95" fmla="*/ 34290 w 116205"/>
                                  <a:gd name="connsiteY95" fmla="*/ 36195 h 83819"/>
                                  <a:gd name="connsiteX96" fmla="*/ 22860 w 116205"/>
                                  <a:gd name="connsiteY96" fmla="*/ 39052 h 83819"/>
                                  <a:gd name="connsiteX97" fmla="*/ 22860 w 116205"/>
                                  <a:gd name="connsiteY97" fmla="*/ 39052 h 83819"/>
                                  <a:gd name="connsiteX98" fmla="*/ 34290 w 116205"/>
                                  <a:gd name="connsiteY98" fmla="*/ 35242 h 83819"/>
                                  <a:gd name="connsiteX99" fmla="*/ 42863 w 116205"/>
                                  <a:gd name="connsiteY99" fmla="*/ 34290 h 83819"/>
                                  <a:gd name="connsiteX100" fmla="*/ 52388 w 116205"/>
                                  <a:gd name="connsiteY100" fmla="*/ 33338 h 83819"/>
                                  <a:gd name="connsiteX101" fmla="*/ 62865 w 116205"/>
                                  <a:gd name="connsiteY101" fmla="*/ 32385 h 83819"/>
                                  <a:gd name="connsiteX102" fmla="*/ 66675 w 116205"/>
                                  <a:gd name="connsiteY102" fmla="*/ 32385 h 83819"/>
                                  <a:gd name="connsiteX103" fmla="*/ 64770 w 116205"/>
                                  <a:gd name="connsiteY103" fmla="*/ 30480 h 83819"/>
                                  <a:gd name="connsiteX104" fmla="*/ 60007 w 116205"/>
                                  <a:gd name="connsiteY104" fmla="*/ 26670 h 83819"/>
                                  <a:gd name="connsiteX105" fmla="*/ 54293 w 116205"/>
                                  <a:gd name="connsiteY105" fmla="*/ 21907 h 83819"/>
                                  <a:gd name="connsiteX106" fmla="*/ 47625 w 116205"/>
                                  <a:gd name="connsiteY106" fmla="*/ 18097 h 83819"/>
                                  <a:gd name="connsiteX107" fmla="*/ 41910 w 116205"/>
                                  <a:gd name="connsiteY107" fmla="*/ 16192 h 83819"/>
                                  <a:gd name="connsiteX108" fmla="*/ 39053 w 116205"/>
                                  <a:gd name="connsiteY108" fmla="*/ 16192 h 83819"/>
                                  <a:gd name="connsiteX109" fmla="*/ 37148 w 116205"/>
                                  <a:gd name="connsiteY109" fmla="*/ 16192 h 83819"/>
                                  <a:gd name="connsiteX110" fmla="*/ 34290 w 116205"/>
                                  <a:gd name="connsiteY110" fmla="*/ 14288 h 83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16205" h="83819">
                                    <a:moveTo>
                                      <a:pt x="34290" y="14288"/>
                                    </a:moveTo>
                                    <a:cubicBezTo>
                                      <a:pt x="34290" y="14288"/>
                                      <a:pt x="35243" y="14288"/>
                                      <a:pt x="35243" y="14288"/>
                                    </a:cubicBezTo>
                                    <a:cubicBezTo>
                                      <a:pt x="36195" y="14288"/>
                                      <a:pt x="36195" y="14288"/>
                                      <a:pt x="37148" y="14288"/>
                                    </a:cubicBezTo>
                                    <a:cubicBezTo>
                                      <a:pt x="38100" y="14288"/>
                                      <a:pt x="39053" y="14288"/>
                                      <a:pt x="40005" y="14288"/>
                                    </a:cubicBezTo>
                                    <a:cubicBezTo>
                                      <a:pt x="41910" y="14288"/>
                                      <a:pt x="43815" y="15240"/>
                                      <a:pt x="46673" y="16192"/>
                                    </a:cubicBezTo>
                                    <a:cubicBezTo>
                                      <a:pt x="48578" y="17145"/>
                                      <a:pt x="51435" y="18097"/>
                                      <a:pt x="53340" y="19050"/>
                                    </a:cubicBezTo>
                                    <a:cubicBezTo>
                                      <a:pt x="58103" y="21907"/>
                                      <a:pt x="61913" y="24765"/>
                                      <a:pt x="64770" y="26670"/>
                                    </a:cubicBezTo>
                                    <a:cubicBezTo>
                                      <a:pt x="67628" y="28575"/>
                                      <a:pt x="69532" y="29527"/>
                                      <a:pt x="69532" y="29527"/>
                                    </a:cubicBezTo>
                                    <a:lnTo>
                                      <a:pt x="72390" y="29527"/>
                                    </a:lnTo>
                                    <a:cubicBezTo>
                                      <a:pt x="76200" y="29527"/>
                                      <a:pt x="79057" y="29527"/>
                                      <a:pt x="82868" y="30480"/>
                                    </a:cubicBezTo>
                                    <a:cubicBezTo>
                                      <a:pt x="85725" y="30480"/>
                                      <a:pt x="88582" y="31432"/>
                                      <a:pt x="91440" y="31432"/>
                                    </a:cubicBezTo>
                                    <a:cubicBezTo>
                                      <a:pt x="90488" y="30480"/>
                                      <a:pt x="89535" y="29527"/>
                                      <a:pt x="88582" y="28575"/>
                                    </a:cubicBezTo>
                                    <a:cubicBezTo>
                                      <a:pt x="86678" y="26670"/>
                                      <a:pt x="85725" y="23813"/>
                                      <a:pt x="83820" y="20955"/>
                                    </a:cubicBezTo>
                                    <a:cubicBezTo>
                                      <a:pt x="81915" y="18097"/>
                                      <a:pt x="80963" y="15240"/>
                                      <a:pt x="79057" y="12382"/>
                                    </a:cubicBezTo>
                                    <a:cubicBezTo>
                                      <a:pt x="77153" y="9525"/>
                                      <a:pt x="75248" y="6667"/>
                                      <a:pt x="73343" y="4763"/>
                                    </a:cubicBezTo>
                                    <a:cubicBezTo>
                                      <a:pt x="72390" y="3810"/>
                                      <a:pt x="71438" y="2857"/>
                                      <a:pt x="69532" y="1905"/>
                                    </a:cubicBezTo>
                                    <a:cubicBezTo>
                                      <a:pt x="68580" y="952"/>
                                      <a:pt x="67628" y="0"/>
                                      <a:pt x="65723" y="0"/>
                                    </a:cubicBezTo>
                                    <a:cubicBezTo>
                                      <a:pt x="65723" y="0"/>
                                      <a:pt x="64770" y="0"/>
                                      <a:pt x="64770" y="0"/>
                                    </a:cubicBezTo>
                                    <a:cubicBezTo>
                                      <a:pt x="64770" y="0"/>
                                      <a:pt x="65723" y="0"/>
                                      <a:pt x="65723" y="0"/>
                                    </a:cubicBezTo>
                                    <a:cubicBezTo>
                                      <a:pt x="66675" y="0"/>
                                      <a:pt x="68580" y="952"/>
                                      <a:pt x="69532" y="1905"/>
                                    </a:cubicBezTo>
                                    <a:cubicBezTo>
                                      <a:pt x="70485" y="2857"/>
                                      <a:pt x="72390" y="3810"/>
                                      <a:pt x="73343" y="4763"/>
                                    </a:cubicBezTo>
                                    <a:cubicBezTo>
                                      <a:pt x="75248" y="6667"/>
                                      <a:pt x="78105" y="9525"/>
                                      <a:pt x="80010" y="12382"/>
                                    </a:cubicBezTo>
                                    <a:cubicBezTo>
                                      <a:pt x="81915" y="15240"/>
                                      <a:pt x="83820" y="18097"/>
                                      <a:pt x="85725" y="20955"/>
                                    </a:cubicBezTo>
                                    <a:cubicBezTo>
                                      <a:pt x="87630" y="23813"/>
                                      <a:pt x="88582" y="25717"/>
                                      <a:pt x="90488" y="27622"/>
                                    </a:cubicBezTo>
                                    <a:cubicBezTo>
                                      <a:pt x="92393" y="29527"/>
                                      <a:pt x="93345" y="31432"/>
                                      <a:pt x="94298" y="31432"/>
                                    </a:cubicBezTo>
                                    <a:cubicBezTo>
                                      <a:pt x="95250" y="32385"/>
                                      <a:pt x="95250" y="32385"/>
                                      <a:pt x="96203" y="32385"/>
                                    </a:cubicBezTo>
                                    <a:cubicBezTo>
                                      <a:pt x="98107" y="33338"/>
                                      <a:pt x="100013" y="33338"/>
                                      <a:pt x="101918" y="34290"/>
                                    </a:cubicBezTo>
                                    <a:cubicBezTo>
                                      <a:pt x="104775" y="35242"/>
                                      <a:pt x="107632" y="37147"/>
                                      <a:pt x="109538" y="38100"/>
                                    </a:cubicBezTo>
                                    <a:cubicBezTo>
                                      <a:pt x="111443" y="39052"/>
                                      <a:pt x="113348" y="40005"/>
                                      <a:pt x="115253" y="41910"/>
                                    </a:cubicBezTo>
                                    <a:lnTo>
                                      <a:pt x="115253" y="41910"/>
                                    </a:lnTo>
                                    <a:lnTo>
                                      <a:pt x="116205" y="48577"/>
                                    </a:lnTo>
                                    <a:cubicBezTo>
                                      <a:pt x="114300" y="46672"/>
                                      <a:pt x="111443" y="44767"/>
                                      <a:pt x="107632" y="41910"/>
                                    </a:cubicBezTo>
                                    <a:cubicBezTo>
                                      <a:pt x="106680" y="40957"/>
                                      <a:pt x="105728" y="40957"/>
                                      <a:pt x="104775" y="40005"/>
                                    </a:cubicBezTo>
                                    <a:cubicBezTo>
                                      <a:pt x="104775" y="40005"/>
                                      <a:pt x="104775" y="40005"/>
                                      <a:pt x="104775" y="40005"/>
                                    </a:cubicBezTo>
                                    <a:cubicBezTo>
                                      <a:pt x="103823" y="40005"/>
                                      <a:pt x="102870" y="40005"/>
                                      <a:pt x="101918" y="40957"/>
                                    </a:cubicBezTo>
                                    <a:cubicBezTo>
                                      <a:pt x="100965" y="40957"/>
                                      <a:pt x="99060" y="41910"/>
                                      <a:pt x="98107" y="42863"/>
                                    </a:cubicBezTo>
                                    <a:cubicBezTo>
                                      <a:pt x="96203" y="43815"/>
                                      <a:pt x="94298" y="44767"/>
                                      <a:pt x="93345" y="46672"/>
                                    </a:cubicBezTo>
                                    <a:cubicBezTo>
                                      <a:pt x="91440" y="47625"/>
                                      <a:pt x="89535" y="49530"/>
                                      <a:pt x="87630" y="51435"/>
                                    </a:cubicBezTo>
                                    <a:cubicBezTo>
                                      <a:pt x="85725" y="53340"/>
                                      <a:pt x="82868" y="54292"/>
                                      <a:pt x="80963" y="56197"/>
                                    </a:cubicBezTo>
                                    <a:cubicBezTo>
                                      <a:pt x="79057" y="58102"/>
                                      <a:pt x="76200" y="60007"/>
                                      <a:pt x="73343" y="60960"/>
                                    </a:cubicBezTo>
                                    <a:cubicBezTo>
                                      <a:pt x="70485" y="62865"/>
                                      <a:pt x="67628" y="63817"/>
                                      <a:pt x="65723" y="65722"/>
                                    </a:cubicBezTo>
                                    <a:cubicBezTo>
                                      <a:pt x="62865" y="67627"/>
                                      <a:pt x="60007" y="68580"/>
                                      <a:pt x="57150" y="70485"/>
                                    </a:cubicBezTo>
                                    <a:cubicBezTo>
                                      <a:pt x="54293" y="72390"/>
                                      <a:pt x="51435" y="73342"/>
                                      <a:pt x="48578" y="74295"/>
                                    </a:cubicBezTo>
                                    <a:cubicBezTo>
                                      <a:pt x="45720" y="75247"/>
                                      <a:pt x="42863" y="76200"/>
                                      <a:pt x="40957" y="77152"/>
                                    </a:cubicBezTo>
                                    <a:cubicBezTo>
                                      <a:pt x="40005" y="78105"/>
                                      <a:pt x="38100" y="78105"/>
                                      <a:pt x="37148" y="79057"/>
                                    </a:cubicBezTo>
                                    <a:cubicBezTo>
                                      <a:pt x="36195" y="79057"/>
                                      <a:pt x="35243" y="80010"/>
                                      <a:pt x="33338" y="80010"/>
                                    </a:cubicBezTo>
                                    <a:cubicBezTo>
                                      <a:pt x="31432" y="80963"/>
                                      <a:pt x="28575" y="80963"/>
                                      <a:pt x="27623" y="81915"/>
                                    </a:cubicBezTo>
                                    <a:cubicBezTo>
                                      <a:pt x="25718" y="82867"/>
                                      <a:pt x="23813" y="82867"/>
                                      <a:pt x="22860" y="82867"/>
                                    </a:cubicBezTo>
                                    <a:cubicBezTo>
                                      <a:pt x="21907" y="82867"/>
                                      <a:pt x="20955" y="83820"/>
                                      <a:pt x="20003" y="83820"/>
                                    </a:cubicBezTo>
                                    <a:cubicBezTo>
                                      <a:pt x="20955" y="83820"/>
                                      <a:pt x="21907" y="83820"/>
                                      <a:pt x="22860" y="82867"/>
                                    </a:cubicBezTo>
                                    <a:cubicBezTo>
                                      <a:pt x="23813" y="82867"/>
                                      <a:pt x="25718" y="81915"/>
                                      <a:pt x="27623" y="81915"/>
                                    </a:cubicBezTo>
                                    <a:cubicBezTo>
                                      <a:pt x="29528" y="80963"/>
                                      <a:pt x="31432" y="80963"/>
                                      <a:pt x="33338" y="80010"/>
                                    </a:cubicBezTo>
                                    <a:cubicBezTo>
                                      <a:pt x="34290" y="80010"/>
                                      <a:pt x="35243" y="79057"/>
                                      <a:pt x="37148" y="79057"/>
                                    </a:cubicBezTo>
                                    <a:cubicBezTo>
                                      <a:pt x="38100" y="78105"/>
                                      <a:pt x="40005" y="78105"/>
                                      <a:pt x="40957" y="77152"/>
                                    </a:cubicBezTo>
                                    <a:cubicBezTo>
                                      <a:pt x="43815" y="76200"/>
                                      <a:pt x="45720" y="75247"/>
                                      <a:pt x="48578" y="73342"/>
                                    </a:cubicBezTo>
                                    <a:cubicBezTo>
                                      <a:pt x="51435" y="72390"/>
                                      <a:pt x="54293" y="70485"/>
                                      <a:pt x="57150" y="69532"/>
                                    </a:cubicBezTo>
                                    <a:cubicBezTo>
                                      <a:pt x="60007" y="67627"/>
                                      <a:pt x="62865" y="66675"/>
                                      <a:pt x="64770" y="64770"/>
                                    </a:cubicBezTo>
                                    <a:cubicBezTo>
                                      <a:pt x="67628" y="62865"/>
                                      <a:pt x="70485" y="61913"/>
                                      <a:pt x="72390" y="60007"/>
                                    </a:cubicBezTo>
                                    <a:cubicBezTo>
                                      <a:pt x="75248" y="58102"/>
                                      <a:pt x="77153" y="56197"/>
                                      <a:pt x="80010" y="54292"/>
                                    </a:cubicBezTo>
                                    <a:cubicBezTo>
                                      <a:pt x="81915" y="52388"/>
                                      <a:pt x="84773" y="50482"/>
                                      <a:pt x="86678" y="48577"/>
                                    </a:cubicBezTo>
                                    <a:cubicBezTo>
                                      <a:pt x="88582" y="46672"/>
                                      <a:pt x="90488" y="44767"/>
                                      <a:pt x="92393" y="43815"/>
                                    </a:cubicBezTo>
                                    <a:cubicBezTo>
                                      <a:pt x="94298" y="41910"/>
                                      <a:pt x="96203" y="40957"/>
                                      <a:pt x="98107" y="40005"/>
                                    </a:cubicBezTo>
                                    <a:cubicBezTo>
                                      <a:pt x="100013" y="39052"/>
                                      <a:pt x="100965" y="38100"/>
                                      <a:pt x="102870" y="38100"/>
                                    </a:cubicBezTo>
                                    <a:cubicBezTo>
                                      <a:pt x="102870" y="38100"/>
                                      <a:pt x="102870" y="38100"/>
                                      <a:pt x="103823" y="38100"/>
                                    </a:cubicBezTo>
                                    <a:lnTo>
                                      <a:pt x="102870" y="38100"/>
                                    </a:lnTo>
                                    <a:cubicBezTo>
                                      <a:pt x="100013" y="37147"/>
                                      <a:pt x="97155" y="36195"/>
                                      <a:pt x="94298" y="35242"/>
                                    </a:cubicBezTo>
                                    <a:cubicBezTo>
                                      <a:pt x="91440" y="34290"/>
                                      <a:pt x="87630" y="34290"/>
                                      <a:pt x="84773" y="33338"/>
                                    </a:cubicBezTo>
                                    <a:lnTo>
                                      <a:pt x="82868" y="33338"/>
                                    </a:lnTo>
                                    <a:cubicBezTo>
                                      <a:pt x="81915" y="33338"/>
                                      <a:pt x="81915" y="33338"/>
                                      <a:pt x="80010" y="34290"/>
                                    </a:cubicBezTo>
                                    <a:cubicBezTo>
                                      <a:pt x="78105" y="35242"/>
                                      <a:pt x="74295" y="37147"/>
                                      <a:pt x="70485" y="39052"/>
                                    </a:cubicBezTo>
                                    <a:cubicBezTo>
                                      <a:pt x="68580" y="40005"/>
                                      <a:pt x="66675" y="41910"/>
                                      <a:pt x="64770" y="42863"/>
                                    </a:cubicBezTo>
                                    <a:cubicBezTo>
                                      <a:pt x="62865" y="43815"/>
                                      <a:pt x="60007" y="45720"/>
                                      <a:pt x="58103" y="47625"/>
                                    </a:cubicBezTo>
                                    <a:cubicBezTo>
                                      <a:pt x="55245" y="49530"/>
                                      <a:pt x="53340" y="50482"/>
                                      <a:pt x="50482" y="52388"/>
                                    </a:cubicBezTo>
                                    <a:cubicBezTo>
                                      <a:pt x="47625" y="54292"/>
                                      <a:pt x="45720" y="55245"/>
                                      <a:pt x="42863" y="57150"/>
                                    </a:cubicBezTo>
                                    <a:cubicBezTo>
                                      <a:pt x="40005" y="59055"/>
                                      <a:pt x="37148" y="60007"/>
                                      <a:pt x="35243" y="60960"/>
                                    </a:cubicBezTo>
                                    <a:lnTo>
                                      <a:pt x="27623" y="64770"/>
                                    </a:lnTo>
                                    <a:cubicBezTo>
                                      <a:pt x="24765" y="65722"/>
                                      <a:pt x="22860" y="67627"/>
                                      <a:pt x="20003" y="68580"/>
                                    </a:cubicBezTo>
                                    <a:cubicBezTo>
                                      <a:pt x="18098" y="69532"/>
                                      <a:pt x="15240" y="70485"/>
                                      <a:pt x="13335" y="71438"/>
                                    </a:cubicBezTo>
                                    <a:cubicBezTo>
                                      <a:pt x="9525" y="73342"/>
                                      <a:pt x="5715" y="75247"/>
                                      <a:pt x="2858" y="76200"/>
                                    </a:cubicBezTo>
                                    <a:cubicBezTo>
                                      <a:pt x="1905" y="77152"/>
                                      <a:pt x="953" y="77152"/>
                                      <a:pt x="0" y="77152"/>
                                    </a:cubicBezTo>
                                    <a:cubicBezTo>
                                      <a:pt x="953" y="77152"/>
                                      <a:pt x="1905" y="76200"/>
                                      <a:pt x="2858" y="76200"/>
                                    </a:cubicBezTo>
                                    <a:cubicBezTo>
                                      <a:pt x="5715" y="75247"/>
                                      <a:pt x="8573" y="73342"/>
                                      <a:pt x="12383" y="71438"/>
                                    </a:cubicBezTo>
                                    <a:cubicBezTo>
                                      <a:pt x="14288" y="70485"/>
                                      <a:pt x="17145" y="69532"/>
                                      <a:pt x="19050" y="68580"/>
                                    </a:cubicBezTo>
                                    <a:cubicBezTo>
                                      <a:pt x="20955" y="67627"/>
                                      <a:pt x="23813" y="65722"/>
                                      <a:pt x="26670" y="64770"/>
                                    </a:cubicBezTo>
                                    <a:cubicBezTo>
                                      <a:pt x="29528" y="63817"/>
                                      <a:pt x="31432" y="61913"/>
                                      <a:pt x="34290" y="60960"/>
                                    </a:cubicBezTo>
                                    <a:cubicBezTo>
                                      <a:pt x="37148" y="59055"/>
                                      <a:pt x="39053" y="58102"/>
                                      <a:pt x="41910" y="56197"/>
                                    </a:cubicBezTo>
                                    <a:cubicBezTo>
                                      <a:pt x="44768" y="54292"/>
                                      <a:pt x="46673" y="53340"/>
                                      <a:pt x="49530" y="51435"/>
                                    </a:cubicBezTo>
                                    <a:cubicBezTo>
                                      <a:pt x="52388" y="49530"/>
                                      <a:pt x="54293" y="48577"/>
                                      <a:pt x="57150" y="46672"/>
                                    </a:cubicBezTo>
                                    <a:cubicBezTo>
                                      <a:pt x="59055" y="44767"/>
                                      <a:pt x="61913" y="43815"/>
                                      <a:pt x="63818" y="41910"/>
                                    </a:cubicBezTo>
                                    <a:cubicBezTo>
                                      <a:pt x="65723" y="40005"/>
                                      <a:pt x="67628" y="39052"/>
                                      <a:pt x="69532" y="38100"/>
                                    </a:cubicBezTo>
                                    <a:cubicBezTo>
                                      <a:pt x="72390" y="36195"/>
                                      <a:pt x="74295" y="35242"/>
                                      <a:pt x="76200" y="34290"/>
                                    </a:cubicBezTo>
                                    <a:lnTo>
                                      <a:pt x="73343" y="34290"/>
                                    </a:lnTo>
                                    <a:cubicBezTo>
                                      <a:pt x="69532" y="34290"/>
                                      <a:pt x="66675" y="34290"/>
                                      <a:pt x="62865" y="34290"/>
                                    </a:cubicBezTo>
                                    <a:cubicBezTo>
                                      <a:pt x="59055" y="34290"/>
                                      <a:pt x="56198" y="34290"/>
                                      <a:pt x="52388" y="34290"/>
                                    </a:cubicBezTo>
                                    <a:cubicBezTo>
                                      <a:pt x="49530" y="34290"/>
                                      <a:pt x="45720" y="34290"/>
                                      <a:pt x="42863" y="35242"/>
                                    </a:cubicBezTo>
                                    <a:cubicBezTo>
                                      <a:pt x="40005" y="35242"/>
                                      <a:pt x="37148" y="36195"/>
                                      <a:pt x="34290" y="36195"/>
                                    </a:cubicBezTo>
                                    <a:cubicBezTo>
                                      <a:pt x="29528" y="37147"/>
                                      <a:pt x="25718" y="38100"/>
                                      <a:pt x="22860" y="39052"/>
                                    </a:cubicBezTo>
                                    <a:lnTo>
                                      <a:pt x="22860" y="39052"/>
                                    </a:lnTo>
                                    <a:cubicBezTo>
                                      <a:pt x="24765" y="37147"/>
                                      <a:pt x="29528" y="36195"/>
                                      <a:pt x="34290" y="35242"/>
                                    </a:cubicBezTo>
                                    <a:cubicBezTo>
                                      <a:pt x="37148" y="34290"/>
                                      <a:pt x="40005" y="34290"/>
                                      <a:pt x="42863" y="34290"/>
                                    </a:cubicBezTo>
                                    <a:cubicBezTo>
                                      <a:pt x="45720" y="34290"/>
                                      <a:pt x="49530" y="33338"/>
                                      <a:pt x="52388" y="33338"/>
                                    </a:cubicBezTo>
                                    <a:cubicBezTo>
                                      <a:pt x="56198" y="33338"/>
                                      <a:pt x="59055" y="32385"/>
                                      <a:pt x="62865" y="32385"/>
                                    </a:cubicBezTo>
                                    <a:lnTo>
                                      <a:pt x="66675" y="32385"/>
                                    </a:lnTo>
                                    <a:cubicBezTo>
                                      <a:pt x="65723" y="32385"/>
                                      <a:pt x="65723" y="31432"/>
                                      <a:pt x="64770" y="30480"/>
                                    </a:cubicBezTo>
                                    <a:cubicBezTo>
                                      <a:pt x="62865" y="29527"/>
                                      <a:pt x="61913" y="27622"/>
                                      <a:pt x="60007" y="26670"/>
                                    </a:cubicBezTo>
                                    <a:cubicBezTo>
                                      <a:pt x="58103" y="25717"/>
                                      <a:pt x="56198" y="23813"/>
                                      <a:pt x="54293" y="21907"/>
                                    </a:cubicBezTo>
                                    <a:cubicBezTo>
                                      <a:pt x="52388" y="20955"/>
                                      <a:pt x="50482" y="19050"/>
                                      <a:pt x="47625" y="18097"/>
                                    </a:cubicBezTo>
                                    <a:cubicBezTo>
                                      <a:pt x="44768" y="17145"/>
                                      <a:pt x="43815" y="16192"/>
                                      <a:pt x="41910" y="16192"/>
                                    </a:cubicBezTo>
                                    <a:cubicBezTo>
                                      <a:pt x="40957" y="16192"/>
                                      <a:pt x="40005" y="16192"/>
                                      <a:pt x="39053" y="16192"/>
                                    </a:cubicBezTo>
                                    <a:cubicBezTo>
                                      <a:pt x="38100" y="16192"/>
                                      <a:pt x="37148" y="16192"/>
                                      <a:pt x="37148" y="16192"/>
                                    </a:cubicBezTo>
                                    <a:cubicBezTo>
                                      <a:pt x="35243" y="14288"/>
                                      <a:pt x="34290" y="14288"/>
                                      <a:pt x="34290" y="14288"/>
                                    </a:cubicBezTo>
                                    <a:close/>
                                  </a:path>
                                </a:pathLst>
                              </a:custGeom>
                              <a:grpFill/>
                              <a:ln w="9525" cap="flat">
                                <a:noFill/>
                                <a:prstDash val="solid"/>
                                <a:miter/>
                              </a:ln>
                            </p:spPr>
                            <p:txBody>
                              <a:bodyPr rtlCol="0" anchor="ctr"/>
                              <a:lstStyle/>
                              <a:p>
                                <a:endParaRPr lang="en-US"/>
                              </a:p>
                            </p:txBody>
                          </p:sp>
                        </p:grpSp>
                      </p:grpSp>
                      <p:grpSp>
                        <p:nvGrpSpPr>
                          <p:cNvPr id="297" name="Graphic 2">
                            <a:extLst>
                              <a:ext uri="{FF2B5EF4-FFF2-40B4-BE49-F238E27FC236}">
                                <a16:creationId xmlns:a16="http://schemas.microsoft.com/office/drawing/2014/main" id="{AE736AF3-0337-429B-AEF1-DA4B52809559}"/>
                              </a:ext>
                            </a:extLst>
                          </p:cNvPr>
                          <p:cNvGrpSpPr/>
                          <p:nvPr/>
                        </p:nvGrpSpPr>
                        <p:grpSpPr>
                          <a:xfrm>
                            <a:off x="3730171" y="3446189"/>
                            <a:ext cx="225742" cy="134130"/>
                            <a:chOff x="3730171" y="3446189"/>
                            <a:chExt cx="225742" cy="134130"/>
                          </a:xfrm>
                          <a:grpFill/>
                        </p:grpSpPr>
                        <p:sp>
                          <p:nvSpPr>
                            <p:cNvPr id="298" name="Freeform: Shape 297">
                              <a:extLst>
                                <a:ext uri="{FF2B5EF4-FFF2-40B4-BE49-F238E27FC236}">
                                  <a16:creationId xmlns:a16="http://schemas.microsoft.com/office/drawing/2014/main" id="{661C216F-0A4A-484E-A22C-90872E24AD81}"/>
                                </a:ext>
                              </a:extLst>
                            </p:cNvPr>
                            <p:cNvSpPr/>
                            <p:nvPr/>
                          </p:nvSpPr>
                          <p:spPr>
                            <a:xfrm>
                              <a:off x="3730171" y="3446189"/>
                              <a:ext cx="225742" cy="134130"/>
                            </a:xfrm>
                            <a:custGeom>
                              <a:avLst/>
                              <a:gdLst>
                                <a:gd name="connsiteX0" fmla="*/ 20955 w 225742"/>
                                <a:gd name="connsiteY0" fmla="*/ 47453 h 134130"/>
                                <a:gd name="connsiteX1" fmla="*/ 30480 w 225742"/>
                                <a:gd name="connsiteY1" fmla="*/ 46500 h 134130"/>
                                <a:gd name="connsiteX2" fmla="*/ 30480 w 225742"/>
                                <a:gd name="connsiteY2" fmla="*/ 46500 h 134130"/>
                                <a:gd name="connsiteX3" fmla="*/ 32385 w 225742"/>
                                <a:gd name="connsiteY3" fmla="*/ 46500 h 134130"/>
                                <a:gd name="connsiteX4" fmla="*/ 46673 w 225742"/>
                                <a:gd name="connsiteY4" fmla="*/ 26498 h 134130"/>
                                <a:gd name="connsiteX5" fmla="*/ 67628 w 225742"/>
                                <a:gd name="connsiteY5" fmla="*/ 21735 h 134130"/>
                                <a:gd name="connsiteX6" fmla="*/ 74295 w 225742"/>
                                <a:gd name="connsiteY6" fmla="*/ 33165 h 134130"/>
                                <a:gd name="connsiteX7" fmla="*/ 80963 w 225742"/>
                                <a:gd name="connsiteY7" fmla="*/ 54120 h 134130"/>
                                <a:gd name="connsiteX8" fmla="*/ 85725 w 225742"/>
                                <a:gd name="connsiteY8" fmla="*/ 47453 h 134130"/>
                                <a:gd name="connsiteX9" fmla="*/ 91440 w 225742"/>
                                <a:gd name="connsiteY9" fmla="*/ 40785 h 134130"/>
                                <a:gd name="connsiteX10" fmla="*/ 106680 w 225742"/>
                                <a:gd name="connsiteY10" fmla="*/ 24593 h 134130"/>
                                <a:gd name="connsiteX11" fmla="*/ 126683 w 225742"/>
                                <a:gd name="connsiteY11" fmla="*/ 10305 h 134130"/>
                                <a:gd name="connsiteX12" fmla="*/ 126683 w 225742"/>
                                <a:gd name="connsiteY12" fmla="*/ 10305 h 134130"/>
                                <a:gd name="connsiteX13" fmla="*/ 126683 w 225742"/>
                                <a:gd name="connsiteY13" fmla="*/ 10305 h 134130"/>
                                <a:gd name="connsiteX14" fmla="*/ 187643 w 225742"/>
                                <a:gd name="connsiteY14" fmla="*/ 2685 h 134130"/>
                                <a:gd name="connsiteX15" fmla="*/ 208598 w 225742"/>
                                <a:gd name="connsiteY15" fmla="*/ 14115 h 134130"/>
                                <a:gd name="connsiteX16" fmla="*/ 212408 w 225742"/>
                                <a:gd name="connsiteY16" fmla="*/ 16973 h 134130"/>
                                <a:gd name="connsiteX17" fmla="*/ 212408 w 225742"/>
                                <a:gd name="connsiteY17" fmla="*/ 16973 h 134130"/>
                                <a:gd name="connsiteX18" fmla="*/ 218123 w 225742"/>
                                <a:gd name="connsiteY18" fmla="*/ 25545 h 134130"/>
                                <a:gd name="connsiteX19" fmla="*/ 225743 w 225742"/>
                                <a:gd name="connsiteY19" fmla="*/ 36975 h 134130"/>
                                <a:gd name="connsiteX20" fmla="*/ 223838 w 225742"/>
                                <a:gd name="connsiteY20" fmla="*/ 45548 h 134130"/>
                                <a:gd name="connsiteX21" fmla="*/ 223838 w 225742"/>
                                <a:gd name="connsiteY21" fmla="*/ 45548 h 134130"/>
                                <a:gd name="connsiteX22" fmla="*/ 194310 w 225742"/>
                                <a:gd name="connsiteY22" fmla="*/ 77933 h 134130"/>
                                <a:gd name="connsiteX23" fmla="*/ 193358 w 225742"/>
                                <a:gd name="connsiteY23" fmla="*/ 77933 h 134130"/>
                                <a:gd name="connsiteX24" fmla="*/ 185738 w 225742"/>
                                <a:gd name="connsiteY24" fmla="*/ 82695 h 134130"/>
                                <a:gd name="connsiteX25" fmla="*/ 178118 w 225742"/>
                                <a:gd name="connsiteY25" fmla="*/ 88410 h 134130"/>
                                <a:gd name="connsiteX26" fmla="*/ 164783 w 225742"/>
                                <a:gd name="connsiteY26" fmla="*/ 97935 h 134130"/>
                                <a:gd name="connsiteX27" fmla="*/ 90488 w 225742"/>
                                <a:gd name="connsiteY27" fmla="*/ 131273 h 134130"/>
                                <a:gd name="connsiteX28" fmla="*/ 68580 w 225742"/>
                                <a:gd name="connsiteY28" fmla="*/ 131273 h 134130"/>
                                <a:gd name="connsiteX29" fmla="*/ 51435 w 225742"/>
                                <a:gd name="connsiteY29" fmla="*/ 134130 h 134130"/>
                                <a:gd name="connsiteX30" fmla="*/ 51435 w 225742"/>
                                <a:gd name="connsiteY30" fmla="*/ 134130 h 134130"/>
                                <a:gd name="connsiteX31" fmla="*/ 51435 w 225742"/>
                                <a:gd name="connsiteY31" fmla="*/ 134130 h 134130"/>
                                <a:gd name="connsiteX32" fmla="*/ 51435 w 225742"/>
                                <a:gd name="connsiteY32" fmla="*/ 134130 h 134130"/>
                                <a:gd name="connsiteX33" fmla="*/ 43815 w 225742"/>
                                <a:gd name="connsiteY33" fmla="*/ 134130 h 134130"/>
                                <a:gd name="connsiteX34" fmla="*/ 43815 w 225742"/>
                                <a:gd name="connsiteY34" fmla="*/ 134130 h 134130"/>
                                <a:gd name="connsiteX35" fmla="*/ 42863 w 225742"/>
                                <a:gd name="connsiteY35" fmla="*/ 134130 h 134130"/>
                                <a:gd name="connsiteX36" fmla="*/ 25718 w 225742"/>
                                <a:gd name="connsiteY36" fmla="*/ 129368 h 134130"/>
                                <a:gd name="connsiteX37" fmla="*/ 8573 w 225742"/>
                                <a:gd name="connsiteY37" fmla="*/ 115080 h 134130"/>
                                <a:gd name="connsiteX38" fmla="*/ 0 w 225742"/>
                                <a:gd name="connsiteY38" fmla="*/ 94125 h 134130"/>
                                <a:gd name="connsiteX39" fmla="*/ 0 w 225742"/>
                                <a:gd name="connsiteY39" fmla="*/ 93173 h 134130"/>
                                <a:gd name="connsiteX40" fmla="*/ 0 w 225742"/>
                                <a:gd name="connsiteY40" fmla="*/ 93173 h 134130"/>
                                <a:gd name="connsiteX41" fmla="*/ 953 w 225742"/>
                                <a:gd name="connsiteY41" fmla="*/ 77933 h 134130"/>
                                <a:gd name="connsiteX42" fmla="*/ 20955 w 225742"/>
                                <a:gd name="connsiteY42" fmla="*/ 47453 h 13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25742" h="134130">
                                  <a:moveTo>
                                    <a:pt x="20955" y="47453"/>
                                  </a:moveTo>
                                  <a:cubicBezTo>
                                    <a:pt x="25718" y="42690"/>
                                    <a:pt x="25718" y="46500"/>
                                    <a:pt x="30480" y="46500"/>
                                  </a:cubicBezTo>
                                  <a:lnTo>
                                    <a:pt x="30480" y="46500"/>
                                  </a:lnTo>
                                  <a:cubicBezTo>
                                    <a:pt x="31433" y="46500"/>
                                    <a:pt x="31433" y="46500"/>
                                    <a:pt x="32385" y="46500"/>
                                  </a:cubicBezTo>
                                  <a:cubicBezTo>
                                    <a:pt x="32385" y="42690"/>
                                    <a:pt x="42863" y="28403"/>
                                    <a:pt x="46673" y="26498"/>
                                  </a:cubicBezTo>
                                  <a:cubicBezTo>
                                    <a:pt x="53340" y="21735"/>
                                    <a:pt x="61913" y="17925"/>
                                    <a:pt x="67628" y="21735"/>
                                  </a:cubicBezTo>
                                  <a:cubicBezTo>
                                    <a:pt x="71438" y="24593"/>
                                    <a:pt x="73343" y="28403"/>
                                    <a:pt x="74295" y="33165"/>
                                  </a:cubicBezTo>
                                  <a:cubicBezTo>
                                    <a:pt x="76200" y="40785"/>
                                    <a:pt x="79058" y="47453"/>
                                    <a:pt x="80963" y="54120"/>
                                  </a:cubicBezTo>
                                  <a:cubicBezTo>
                                    <a:pt x="82868" y="52215"/>
                                    <a:pt x="84773" y="49358"/>
                                    <a:pt x="85725" y="47453"/>
                                  </a:cubicBezTo>
                                  <a:cubicBezTo>
                                    <a:pt x="87630" y="44595"/>
                                    <a:pt x="89535" y="42690"/>
                                    <a:pt x="91440" y="40785"/>
                                  </a:cubicBezTo>
                                  <a:cubicBezTo>
                                    <a:pt x="96203" y="35070"/>
                                    <a:pt x="100965" y="30308"/>
                                    <a:pt x="106680" y="24593"/>
                                  </a:cubicBezTo>
                                  <a:cubicBezTo>
                                    <a:pt x="111443" y="19830"/>
                                    <a:pt x="120968" y="14115"/>
                                    <a:pt x="126683" y="10305"/>
                                  </a:cubicBezTo>
                                  <a:lnTo>
                                    <a:pt x="126683" y="10305"/>
                                  </a:lnTo>
                                  <a:cubicBezTo>
                                    <a:pt x="126683" y="10305"/>
                                    <a:pt x="126683" y="10305"/>
                                    <a:pt x="126683" y="10305"/>
                                  </a:cubicBezTo>
                                  <a:cubicBezTo>
                                    <a:pt x="143828" y="780"/>
                                    <a:pt x="165735" y="-3030"/>
                                    <a:pt x="187643" y="2685"/>
                                  </a:cubicBezTo>
                                  <a:cubicBezTo>
                                    <a:pt x="193358" y="4590"/>
                                    <a:pt x="201930" y="9353"/>
                                    <a:pt x="208598" y="14115"/>
                                  </a:cubicBezTo>
                                  <a:cubicBezTo>
                                    <a:pt x="209550" y="15068"/>
                                    <a:pt x="211455" y="16020"/>
                                    <a:pt x="212408" y="16973"/>
                                  </a:cubicBezTo>
                                  <a:cubicBezTo>
                                    <a:pt x="212408" y="16973"/>
                                    <a:pt x="212408" y="16973"/>
                                    <a:pt x="212408" y="16973"/>
                                  </a:cubicBezTo>
                                  <a:cubicBezTo>
                                    <a:pt x="215265" y="19830"/>
                                    <a:pt x="217170" y="22688"/>
                                    <a:pt x="218123" y="25545"/>
                                  </a:cubicBezTo>
                                  <a:cubicBezTo>
                                    <a:pt x="222885" y="28403"/>
                                    <a:pt x="225743" y="32213"/>
                                    <a:pt x="225743" y="36975"/>
                                  </a:cubicBezTo>
                                  <a:cubicBezTo>
                                    <a:pt x="225743" y="39833"/>
                                    <a:pt x="224790" y="42690"/>
                                    <a:pt x="223838" y="45548"/>
                                  </a:cubicBezTo>
                                  <a:lnTo>
                                    <a:pt x="223838" y="45548"/>
                                  </a:lnTo>
                                  <a:cubicBezTo>
                                    <a:pt x="220980" y="58883"/>
                                    <a:pt x="208598" y="67455"/>
                                    <a:pt x="194310" y="77933"/>
                                  </a:cubicBezTo>
                                  <a:cubicBezTo>
                                    <a:pt x="194310" y="77933"/>
                                    <a:pt x="194310" y="77933"/>
                                    <a:pt x="193358" y="77933"/>
                                  </a:cubicBezTo>
                                  <a:cubicBezTo>
                                    <a:pt x="190500" y="79838"/>
                                    <a:pt x="188595" y="80790"/>
                                    <a:pt x="185738" y="82695"/>
                                  </a:cubicBezTo>
                                  <a:cubicBezTo>
                                    <a:pt x="182880" y="84600"/>
                                    <a:pt x="180023" y="86505"/>
                                    <a:pt x="178118" y="88410"/>
                                  </a:cubicBezTo>
                                  <a:cubicBezTo>
                                    <a:pt x="173355" y="91268"/>
                                    <a:pt x="168593" y="95078"/>
                                    <a:pt x="164783" y="97935"/>
                                  </a:cubicBezTo>
                                  <a:cubicBezTo>
                                    <a:pt x="142875" y="116985"/>
                                    <a:pt x="124778" y="134130"/>
                                    <a:pt x="90488" y="131273"/>
                                  </a:cubicBezTo>
                                  <a:cubicBezTo>
                                    <a:pt x="83820" y="132225"/>
                                    <a:pt x="75248" y="132225"/>
                                    <a:pt x="68580" y="131273"/>
                                  </a:cubicBezTo>
                                  <a:cubicBezTo>
                                    <a:pt x="64770" y="132225"/>
                                    <a:pt x="56198" y="134130"/>
                                    <a:pt x="51435" y="134130"/>
                                  </a:cubicBezTo>
                                  <a:lnTo>
                                    <a:pt x="51435" y="134130"/>
                                  </a:lnTo>
                                  <a:lnTo>
                                    <a:pt x="51435" y="134130"/>
                                  </a:lnTo>
                                  <a:cubicBezTo>
                                    <a:pt x="51435" y="134130"/>
                                    <a:pt x="51435" y="134130"/>
                                    <a:pt x="51435" y="134130"/>
                                  </a:cubicBezTo>
                                  <a:lnTo>
                                    <a:pt x="43815" y="134130"/>
                                  </a:lnTo>
                                  <a:lnTo>
                                    <a:pt x="43815" y="134130"/>
                                  </a:lnTo>
                                  <a:cubicBezTo>
                                    <a:pt x="43815" y="134130"/>
                                    <a:pt x="43815" y="134130"/>
                                    <a:pt x="42863" y="134130"/>
                                  </a:cubicBezTo>
                                  <a:cubicBezTo>
                                    <a:pt x="37148" y="133178"/>
                                    <a:pt x="31433" y="132225"/>
                                    <a:pt x="25718" y="129368"/>
                                  </a:cubicBezTo>
                                  <a:cubicBezTo>
                                    <a:pt x="19050" y="126510"/>
                                    <a:pt x="12383" y="120795"/>
                                    <a:pt x="8573" y="115080"/>
                                  </a:cubicBezTo>
                                  <a:cubicBezTo>
                                    <a:pt x="3810" y="109365"/>
                                    <a:pt x="953" y="101745"/>
                                    <a:pt x="0" y="94125"/>
                                  </a:cubicBezTo>
                                  <a:cubicBezTo>
                                    <a:pt x="0" y="94125"/>
                                    <a:pt x="0" y="93173"/>
                                    <a:pt x="0" y="93173"/>
                                  </a:cubicBezTo>
                                  <a:lnTo>
                                    <a:pt x="0" y="93173"/>
                                  </a:lnTo>
                                  <a:cubicBezTo>
                                    <a:pt x="0" y="88410"/>
                                    <a:pt x="0" y="81743"/>
                                    <a:pt x="953" y="77933"/>
                                  </a:cubicBezTo>
                                  <a:cubicBezTo>
                                    <a:pt x="5715" y="64598"/>
                                    <a:pt x="12383" y="55073"/>
                                    <a:pt x="20955" y="47453"/>
                                  </a:cubicBezTo>
                                  <a:close/>
                                </a:path>
                              </a:pathLst>
                            </a:custGeom>
                            <a:grpFill/>
                            <a:ln w="9525" cap="flat">
                              <a:noFill/>
                              <a:prstDash val="solid"/>
                              <a:miter/>
                            </a:ln>
                          </p:spPr>
                          <p:txBody>
                            <a:bodyPr rtlCol="0" anchor="ctr"/>
                            <a:lstStyle/>
                            <a:p>
                              <a:endParaRPr lang="en-US"/>
                            </a:p>
                          </p:txBody>
                        </p:sp>
                        <p:grpSp>
                          <p:nvGrpSpPr>
                            <p:cNvPr id="299" name="Graphic 2">
                              <a:extLst>
                                <a:ext uri="{FF2B5EF4-FFF2-40B4-BE49-F238E27FC236}">
                                  <a16:creationId xmlns:a16="http://schemas.microsoft.com/office/drawing/2014/main" id="{AE736AF3-0337-429B-AEF1-DA4B52809559}"/>
                                </a:ext>
                              </a:extLst>
                            </p:cNvPr>
                            <p:cNvGrpSpPr/>
                            <p:nvPr/>
                          </p:nvGrpSpPr>
                          <p:grpSpPr>
                            <a:xfrm>
                              <a:off x="3733029" y="3452261"/>
                              <a:ext cx="221932" cy="127106"/>
                              <a:chOff x="3733029" y="3452261"/>
                              <a:chExt cx="221932" cy="127106"/>
                            </a:xfrm>
                            <a:grpFill/>
                          </p:grpSpPr>
                          <p:sp>
                            <p:nvSpPr>
                              <p:cNvPr id="300" name="Freeform: Shape 299">
                                <a:extLst>
                                  <a:ext uri="{FF2B5EF4-FFF2-40B4-BE49-F238E27FC236}">
                                    <a16:creationId xmlns:a16="http://schemas.microsoft.com/office/drawing/2014/main" id="{D4ADD388-E9F3-4D4C-A241-621CCC5D4A27}"/>
                                  </a:ext>
                                </a:extLst>
                              </p:cNvPr>
                              <p:cNvSpPr/>
                              <p:nvPr/>
                            </p:nvSpPr>
                            <p:spPr>
                              <a:xfrm>
                                <a:off x="3783511" y="3452261"/>
                                <a:ext cx="171450" cy="127106"/>
                              </a:xfrm>
                              <a:custGeom>
                                <a:avLst/>
                                <a:gdLst>
                                  <a:gd name="connsiteX0" fmla="*/ 22860 w 171450"/>
                                  <a:gd name="connsiteY0" fmla="*/ 69003 h 127106"/>
                                  <a:gd name="connsiteX1" fmla="*/ 21907 w 171450"/>
                                  <a:gd name="connsiteY1" fmla="*/ 72813 h 127106"/>
                                  <a:gd name="connsiteX2" fmla="*/ 20002 w 171450"/>
                                  <a:gd name="connsiteY2" fmla="*/ 77576 h 127106"/>
                                  <a:gd name="connsiteX3" fmla="*/ 13335 w 171450"/>
                                  <a:gd name="connsiteY3" fmla="*/ 95673 h 127106"/>
                                  <a:gd name="connsiteX4" fmla="*/ 7620 w 171450"/>
                                  <a:gd name="connsiteY4" fmla="*/ 110913 h 127106"/>
                                  <a:gd name="connsiteX5" fmla="*/ 2857 w 171450"/>
                                  <a:gd name="connsiteY5" fmla="*/ 121391 h 127106"/>
                                  <a:gd name="connsiteX6" fmla="*/ 0 w 171450"/>
                                  <a:gd name="connsiteY6" fmla="*/ 127106 h 127106"/>
                                  <a:gd name="connsiteX7" fmla="*/ 5715 w 171450"/>
                                  <a:gd name="connsiteY7" fmla="*/ 126153 h 127106"/>
                                  <a:gd name="connsiteX8" fmla="*/ 6668 w 171450"/>
                                  <a:gd name="connsiteY8" fmla="*/ 123296 h 127106"/>
                                  <a:gd name="connsiteX9" fmla="*/ 17145 w 171450"/>
                                  <a:gd name="connsiteY9" fmla="*/ 96626 h 127106"/>
                                  <a:gd name="connsiteX10" fmla="*/ 17145 w 171450"/>
                                  <a:gd name="connsiteY10" fmla="*/ 95673 h 127106"/>
                                  <a:gd name="connsiteX11" fmla="*/ 20955 w 171450"/>
                                  <a:gd name="connsiteY11" fmla="*/ 92816 h 127106"/>
                                  <a:gd name="connsiteX12" fmla="*/ 36195 w 171450"/>
                                  <a:gd name="connsiteY12" fmla="*/ 82338 h 127106"/>
                                  <a:gd name="connsiteX13" fmla="*/ 47625 w 171450"/>
                                  <a:gd name="connsiteY13" fmla="*/ 78528 h 127106"/>
                                  <a:gd name="connsiteX14" fmla="*/ 60960 w 171450"/>
                                  <a:gd name="connsiteY14" fmla="*/ 76623 h 127106"/>
                                  <a:gd name="connsiteX15" fmla="*/ 90488 w 171450"/>
                                  <a:gd name="connsiteY15" fmla="*/ 75671 h 127106"/>
                                  <a:gd name="connsiteX16" fmla="*/ 98107 w 171450"/>
                                  <a:gd name="connsiteY16" fmla="*/ 75671 h 127106"/>
                                  <a:gd name="connsiteX17" fmla="*/ 101918 w 171450"/>
                                  <a:gd name="connsiteY17" fmla="*/ 75671 h 127106"/>
                                  <a:gd name="connsiteX18" fmla="*/ 105727 w 171450"/>
                                  <a:gd name="connsiteY18" fmla="*/ 75671 h 127106"/>
                                  <a:gd name="connsiteX19" fmla="*/ 112395 w 171450"/>
                                  <a:gd name="connsiteY19" fmla="*/ 74719 h 127106"/>
                                  <a:gd name="connsiteX20" fmla="*/ 119063 w 171450"/>
                                  <a:gd name="connsiteY20" fmla="*/ 73766 h 127106"/>
                                  <a:gd name="connsiteX21" fmla="*/ 125730 w 171450"/>
                                  <a:gd name="connsiteY21" fmla="*/ 72813 h 127106"/>
                                  <a:gd name="connsiteX22" fmla="*/ 131445 w 171450"/>
                                  <a:gd name="connsiteY22" fmla="*/ 71861 h 127106"/>
                                  <a:gd name="connsiteX23" fmla="*/ 141922 w 171450"/>
                                  <a:gd name="connsiteY23" fmla="*/ 70908 h 127106"/>
                                  <a:gd name="connsiteX24" fmla="*/ 144780 w 171450"/>
                                  <a:gd name="connsiteY24" fmla="*/ 70908 h 127106"/>
                                  <a:gd name="connsiteX25" fmla="*/ 145732 w 171450"/>
                                  <a:gd name="connsiteY25" fmla="*/ 70908 h 127106"/>
                                  <a:gd name="connsiteX26" fmla="*/ 142875 w 171450"/>
                                  <a:gd name="connsiteY26" fmla="*/ 70908 h 127106"/>
                                  <a:gd name="connsiteX27" fmla="*/ 132397 w 171450"/>
                                  <a:gd name="connsiteY27" fmla="*/ 71861 h 127106"/>
                                  <a:gd name="connsiteX28" fmla="*/ 126682 w 171450"/>
                                  <a:gd name="connsiteY28" fmla="*/ 72813 h 127106"/>
                                  <a:gd name="connsiteX29" fmla="*/ 120015 w 171450"/>
                                  <a:gd name="connsiteY29" fmla="*/ 73766 h 127106"/>
                                  <a:gd name="connsiteX30" fmla="*/ 113347 w 171450"/>
                                  <a:gd name="connsiteY30" fmla="*/ 73766 h 127106"/>
                                  <a:gd name="connsiteX31" fmla="*/ 106680 w 171450"/>
                                  <a:gd name="connsiteY31" fmla="*/ 73766 h 127106"/>
                                  <a:gd name="connsiteX32" fmla="*/ 102870 w 171450"/>
                                  <a:gd name="connsiteY32" fmla="*/ 73766 h 127106"/>
                                  <a:gd name="connsiteX33" fmla="*/ 99060 w 171450"/>
                                  <a:gd name="connsiteY33" fmla="*/ 73766 h 127106"/>
                                  <a:gd name="connsiteX34" fmla="*/ 91440 w 171450"/>
                                  <a:gd name="connsiteY34" fmla="*/ 73766 h 127106"/>
                                  <a:gd name="connsiteX35" fmla="*/ 61913 w 171450"/>
                                  <a:gd name="connsiteY35" fmla="*/ 74719 h 127106"/>
                                  <a:gd name="connsiteX36" fmla="*/ 48577 w 171450"/>
                                  <a:gd name="connsiteY36" fmla="*/ 76623 h 127106"/>
                                  <a:gd name="connsiteX37" fmla="*/ 37147 w 171450"/>
                                  <a:gd name="connsiteY37" fmla="*/ 80433 h 127106"/>
                                  <a:gd name="connsiteX38" fmla="*/ 21907 w 171450"/>
                                  <a:gd name="connsiteY38" fmla="*/ 90911 h 127106"/>
                                  <a:gd name="connsiteX39" fmla="*/ 20955 w 171450"/>
                                  <a:gd name="connsiteY39" fmla="*/ 91863 h 127106"/>
                                  <a:gd name="connsiteX40" fmla="*/ 25718 w 171450"/>
                                  <a:gd name="connsiteY40" fmla="*/ 79481 h 127106"/>
                                  <a:gd name="connsiteX41" fmla="*/ 35243 w 171450"/>
                                  <a:gd name="connsiteY41" fmla="*/ 60431 h 127106"/>
                                  <a:gd name="connsiteX42" fmla="*/ 48577 w 171450"/>
                                  <a:gd name="connsiteY42" fmla="*/ 42333 h 127106"/>
                                  <a:gd name="connsiteX43" fmla="*/ 49530 w 171450"/>
                                  <a:gd name="connsiteY43" fmla="*/ 40428 h 127106"/>
                                  <a:gd name="connsiteX44" fmla="*/ 51435 w 171450"/>
                                  <a:gd name="connsiteY44" fmla="*/ 39476 h 127106"/>
                                  <a:gd name="connsiteX45" fmla="*/ 58102 w 171450"/>
                                  <a:gd name="connsiteY45" fmla="*/ 37571 h 127106"/>
                                  <a:gd name="connsiteX46" fmla="*/ 67627 w 171450"/>
                                  <a:gd name="connsiteY46" fmla="*/ 38523 h 127106"/>
                                  <a:gd name="connsiteX47" fmla="*/ 73343 w 171450"/>
                                  <a:gd name="connsiteY47" fmla="*/ 39476 h 127106"/>
                                  <a:gd name="connsiteX48" fmla="*/ 76200 w 171450"/>
                                  <a:gd name="connsiteY48" fmla="*/ 39476 h 127106"/>
                                  <a:gd name="connsiteX49" fmla="*/ 79057 w 171450"/>
                                  <a:gd name="connsiteY49" fmla="*/ 39476 h 127106"/>
                                  <a:gd name="connsiteX50" fmla="*/ 92393 w 171450"/>
                                  <a:gd name="connsiteY50" fmla="*/ 39476 h 127106"/>
                                  <a:gd name="connsiteX51" fmla="*/ 120015 w 171450"/>
                                  <a:gd name="connsiteY51" fmla="*/ 39476 h 127106"/>
                                  <a:gd name="connsiteX52" fmla="*/ 133350 w 171450"/>
                                  <a:gd name="connsiteY52" fmla="*/ 39476 h 127106"/>
                                  <a:gd name="connsiteX53" fmla="*/ 145732 w 171450"/>
                                  <a:gd name="connsiteY53" fmla="*/ 39476 h 127106"/>
                                  <a:gd name="connsiteX54" fmla="*/ 151447 w 171450"/>
                                  <a:gd name="connsiteY54" fmla="*/ 39476 h 127106"/>
                                  <a:gd name="connsiteX55" fmla="*/ 156210 w 171450"/>
                                  <a:gd name="connsiteY55" fmla="*/ 39476 h 127106"/>
                                  <a:gd name="connsiteX56" fmla="*/ 164782 w 171450"/>
                                  <a:gd name="connsiteY56" fmla="*/ 39476 h 127106"/>
                                  <a:gd name="connsiteX57" fmla="*/ 171450 w 171450"/>
                                  <a:gd name="connsiteY57" fmla="*/ 39476 h 127106"/>
                                  <a:gd name="connsiteX58" fmla="*/ 171450 w 171450"/>
                                  <a:gd name="connsiteY58" fmla="*/ 39476 h 127106"/>
                                  <a:gd name="connsiteX59" fmla="*/ 171450 w 171450"/>
                                  <a:gd name="connsiteY59" fmla="*/ 39476 h 127106"/>
                                  <a:gd name="connsiteX60" fmla="*/ 170497 w 171450"/>
                                  <a:gd name="connsiteY60" fmla="*/ 39476 h 127106"/>
                                  <a:gd name="connsiteX61" fmla="*/ 163830 w 171450"/>
                                  <a:gd name="connsiteY61" fmla="*/ 39476 h 127106"/>
                                  <a:gd name="connsiteX62" fmla="*/ 155257 w 171450"/>
                                  <a:gd name="connsiteY62" fmla="*/ 39476 h 127106"/>
                                  <a:gd name="connsiteX63" fmla="*/ 150495 w 171450"/>
                                  <a:gd name="connsiteY63" fmla="*/ 39476 h 127106"/>
                                  <a:gd name="connsiteX64" fmla="*/ 144780 w 171450"/>
                                  <a:gd name="connsiteY64" fmla="*/ 39476 h 127106"/>
                                  <a:gd name="connsiteX65" fmla="*/ 132397 w 171450"/>
                                  <a:gd name="connsiteY65" fmla="*/ 39476 h 127106"/>
                                  <a:gd name="connsiteX66" fmla="*/ 119063 w 171450"/>
                                  <a:gd name="connsiteY66" fmla="*/ 39476 h 127106"/>
                                  <a:gd name="connsiteX67" fmla="*/ 91440 w 171450"/>
                                  <a:gd name="connsiteY67" fmla="*/ 39476 h 127106"/>
                                  <a:gd name="connsiteX68" fmla="*/ 79057 w 171450"/>
                                  <a:gd name="connsiteY68" fmla="*/ 39476 h 127106"/>
                                  <a:gd name="connsiteX69" fmla="*/ 76200 w 171450"/>
                                  <a:gd name="connsiteY69" fmla="*/ 39476 h 127106"/>
                                  <a:gd name="connsiteX70" fmla="*/ 73343 w 171450"/>
                                  <a:gd name="connsiteY70" fmla="*/ 39476 h 127106"/>
                                  <a:gd name="connsiteX71" fmla="*/ 67627 w 171450"/>
                                  <a:gd name="connsiteY71" fmla="*/ 38523 h 127106"/>
                                  <a:gd name="connsiteX72" fmla="*/ 57150 w 171450"/>
                                  <a:gd name="connsiteY72" fmla="*/ 37571 h 127106"/>
                                  <a:gd name="connsiteX73" fmla="*/ 51435 w 171450"/>
                                  <a:gd name="connsiteY73" fmla="*/ 38523 h 127106"/>
                                  <a:gd name="connsiteX74" fmla="*/ 63818 w 171450"/>
                                  <a:gd name="connsiteY74" fmla="*/ 27094 h 127106"/>
                                  <a:gd name="connsiteX75" fmla="*/ 83820 w 171450"/>
                                  <a:gd name="connsiteY75" fmla="*/ 12806 h 127106"/>
                                  <a:gd name="connsiteX76" fmla="*/ 94297 w 171450"/>
                                  <a:gd name="connsiteY76" fmla="*/ 7091 h 127106"/>
                                  <a:gd name="connsiteX77" fmla="*/ 105727 w 171450"/>
                                  <a:gd name="connsiteY77" fmla="*/ 3281 h 127106"/>
                                  <a:gd name="connsiteX78" fmla="*/ 117157 w 171450"/>
                                  <a:gd name="connsiteY78" fmla="*/ 423 h 127106"/>
                                  <a:gd name="connsiteX79" fmla="*/ 127635 w 171450"/>
                                  <a:gd name="connsiteY79" fmla="*/ 423 h 127106"/>
                                  <a:gd name="connsiteX80" fmla="*/ 146685 w 171450"/>
                                  <a:gd name="connsiteY80" fmla="*/ 4233 h 127106"/>
                                  <a:gd name="connsiteX81" fmla="*/ 156210 w 171450"/>
                                  <a:gd name="connsiteY81" fmla="*/ 8996 h 127106"/>
                                  <a:gd name="connsiteX82" fmla="*/ 150495 w 171450"/>
                                  <a:gd name="connsiteY82" fmla="*/ 5186 h 127106"/>
                                  <a:gd name="connsiteX83" fmla="*/ 150495 w 171450"/>
                                  <a:gd name="connsiteY83" fmla="*/ 5186 h 127106"/>
                                  <a:gd name="connsiteX84" fmla="*/ 147638 w 171450"/>
                                  <a:gd name="connsiteY84" fmla="*/ 4233 h 127106"/>
                                  <a:gd name="connsiteX85" fmla="*/ 128588 w 171450"/>
                                  <a:gd name="connsiteY85" fmla="*/ 423 h 127106"/>
                                  <a:gd name="connsiteX86" fmla="*/ 105727 w 171450"/>
                                  <a:gd name="connsiteY86" fmla="*/ 3281 h 127106"/>
                                  <a:gd name="connsiteX87" fmla="*/ 94297 w 171450"/>
                                  <a:gd name="connsiteY87" fmla="*/ 7091 h 127106"/>
                                  <a:gd name="connsiteX88" fmla="*/ 83820 w 171450"/>
                                  <a:gd name="connsiteY88" fmla="*/ 12806 h 127106"/>
                                  <a:gd name="connsiteX89" fmla="*/ 63818 w 171450"/>
                                  <a:gd name="connsiteY89" fmla="*/ 27094 h 127106"/>
                                  <a:gd name="connsiteX90" fmla="*/ 56197 w 171450"/>
                                  <a:gd name="connsiteY90" fmla="*/ 33761 h 127106"/>
                                  <a:gd name="connsiteX91" fmla="*/ 57150 w 171450"/>
                                  <a:gd name="connsiteY91" fmla="*/ 31856 h 127106"/>
                                  <a:gd name="connsiteX92" fmla="*/ 59055 w 171450"/>
                                  <a:gd name="connsiteY92" fmla="*/ 28046 h 127106"/>
                                  <a:gd name="connsiteX93" fmla="*/ 61913 w 171450"/>
                                  <a:gd name="connsiteY93" fmla="*/ 24236 h 127106"/>
                                  <a:gd name="connsiteX94" fmla="*/ 64770 w 171450"/>
                                  <a:gd name="connsiteY94" fmla="*/ 20426 h 127106"/>
                                  <a:gd name="connsiteX95" fmla="*/ 67627 w 171450"/>
                                  <a:gd name="connsiteY95" fmla="*/ 16616 h 127106"/>
                                  <a:gd name="connsiteX96" fmla="*/ 71438 w 171450"/>
                                  <a:gd name="connsiteY96" fmla="*/ 12806 h 127106"/>
                                  <a:gd name="connsiteX97" fmla="*/ 75247 w 171450"/>
                                  <a:gd name="connsiteY97" fmla="*/ 9948 h 127106"/>
                                  <a:gd name="connsiteX98" fmla="*/ 75247 w 171450"/>
                                  <a:gd name="connsiteY98" fmla="*/ 9948 h 127106"/>
                                  <a:gd name="connsiteX99" fmla="*/ 71438 w 171450"/>
                                  <a:gd name="connsiteY99" fmla="*/ 11853 h 127106"/>
                                  <a:gd name="connsiteX100" fmla="*/ 70485 w 171450"/>
                                  <a:gd name="connsiteY100" fmla="*/ 12806 h 127106"/>
                                  <a:gd name="connsiteX101" fmla="*/ 66675 w 171450"/>
                                  <a:gd name="connsiteY101" fmla="*/ 16616 h 127106"/>
                                  <a:gd name="connsiteX102" fmla="*/ 62865 w 171450"/>
                                  <a:gd name="connsiteY102" fmla="*/ 20426 h 127106"/>
                                  <a:gd name="connsiteX103" fmla="*/ 60007 w 171450"/>
                                  <a:gd name="connsiteY103" fmla="*/ 24236 h 127106"/>
                                  <a:gd name="connsiteX104" fmla="*/ 57150 w 171450"/>
                                  <a:gd name="connsiteY104" fmla="*/ 28046 h 127106"/>
                                  <a:gd name="connsiteX105" fmla="*/ 54293 w 171450"/>
                                  <a:gd name="connsiteY105" fmla="*/ 31856 h 127106"/>
                                  <a:gd name="connsiteX106" fmla="*/ 52388 w 171450"/>
                                  <a:gd name="connsiteY106" fmla="*/ 35666 h 127106"/>
                                  <a:gd name="connsiteX107" fmla="*/ 50482 w 171450"/>
                                  <a:gd name="connsiteY107" fmla="*/ 39476 h 127106"/>
                                  <a:gd name="connsiteX108" fmla="*/ 44768 w 171450"/>
                                  <a:gd name="connsiteY108" fmla="*/ 45191 h 127106"/>
                                  <a:gd name="connsiteX109" fmla="*/ 30480 w 171450"/>
                                  <a:gd name="connsiteY109" fmla="*/ 63288 h 127106"/>
                                  <a:gd name="connsiteX110" fmla="*/ 25718 w 171450"/>
                                  <a:gd name="connsiteY110" fmla="*/ 70908 h 127106"/>
                                  <a:gd name="connsiteX111" fmla="*/ 27622 w 171450"/>
                                  <a:gd name="connsiteY111" fmla="*/ 65194 h 127106"/>
                                  <a:gd name="connsiteX112" fmla="*/ 30480 w 171450"/>
                                  <a:gd name="connsiteY112" fmla="*/ 55669 h 127106"/>
                                  <a:gd name="connsiteX113" fmla="*/ 32385 w 171450"/>
                                  <a:gd name="connsiteY113" fmla="*/ 50906 h 127106"/>
                                  <a:gd name="connsiteX114" fmla="*/ 34290 w 171450"/>
                                  <a:gd name="connsiteY114" fmla="*/ 47096 h 127106"/>
                                  <a:gd name="connsiteX115" fmla="*/ 34290 w 171450"/>
                                  <a:gd name="connsiteY115" fmla="*/ 46144 h 127106"/>
                                  <a:gd name="connsiteX116" fmla="*/ 33338 w 171450"/>
                                  <a:gd name="connsiteY116" fmla="*/ 47096 h 127106"/>
                                  <a:gd name="connsiteX117" fmla="*/ 33338 w 171450"/>
                                  <a:gd name="connsiteY117" fmla="*/ 47096 h 127106"/>
                                  <a:gd name="connsiteX118" fmla="*/ 31432 w 171450"/>
                                  <a:gd name="connsiteY118" fmla="*/ 49953 h 127106"/>
                                  <a:gd name="connsiteX119" fmla="*/ 29527 w 171450"/>
                                  <a:gd name="connsiteY119" fmla="*/ 54716 h 127106"/>
                                  <a:gd name="connsiteX120" fmla="*/ 26670 w 171450"/>
                                  <a:gd name="connsiteY120" fmla="*/ 64241 h 127106"/>
                                  <a:gd name="connsiteX121" fmla="*/ 22860 w 171450"/>
                                  <a:gd name="connsiteY121" fmla="*/ 69003 h 127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71450" h="127106">
                                    <a:moveTo>
                                      <a:pt x="22860" y="69003"/>
                                    </a:moveTo>
                                    <a:cubicBezTo>
                                      <a:pt x="22860" y="69956"/>
                                      <a:pt x="21907" y="71861"/>
                                      <a:pt x="21907" y="72813"/>
                                    </a:cubicBezTo>
                                    <a:cubicBezTo>
                                      <a:pt x="20955" y="74719"/>
                                      <a:pt x="20002" y="75671"/>
                                      <a:pt x="20002" y="77576"/>
                                    </a:cubicBezTo>
                                    <a:cubicBezTo>
                                      <a:pt x="17145" y="84244"/>
                                      <a:pt x="15240" y="89958"/>
                                      <a:pt x="13335" y="95673"/>
                                    </a:cubicBezTo>
                                    <a:cubicBezTo>
                                      <a:pt x="11430" y="101388"/>
                                      <a:pt x="9525" y="106151"/>
                                      <a:pt x="7620" y="110913"/>
                                    </a:cubicBezTo>
                                    <a:cubicBezTo>
                                      <a:pt x="5715" y="115676"/>
                                      <a:pt x="3810" y="118533"/>
                                      <a:pt x="2857" y="121391"/>
                                    </a:cubicBezTo>
                                    <a:cubicBezTo>
                                      <a:pt x="1905" y="123296"/>
                                      <a:pt x="0" y="125201"/>
                                      <a:pt x="0" y="127106"/>
                                    </a:cubicBezTo>
                                    <a:cubicBezTo>
                                      <a:pt x="1905" y="127106"/>
                                      <a:pt x="3810" y="127106"/>
                                      <a:pt x="5715" y="126153"/>
                                    </a:cubicBezTo>
                                    <a:cubicBezTo>
                                      <a:pt x="5715" y="125201"/>
                                      <a:pt x="6668" y="124248"/>
                                      <a:pt x="6668" y="123296"/>
                                    </a:cubicBezTo>
                                    <a:cubicBezTo>
                                      <a:pt x="9525" y="117581"/>
                                      <a:pt x="13335" y="108056"/>
                                      <a:pt x="17145" y="96626"/>
                                    </a:cubicBezTo>
                                    <a:lnTo>
                                      <a:pt x="17145" y="95673"/>
                                    </a:lnTo>
                                    <a:cubicBezTo>
                                      <a:pt x="18097" y="94721"/>
                                      <a:pt x="19050" y="93769"/>
                                      <a:pt x="20955" y="92816"/>
                                    </a:cubicBezTo>
                                    <a:cubicBezTo>
                                      <a:pt x="23813" y="89958"/>
                                      <a:pt x="29527" y="86148"/>
                                      <a:pt x="36195" y="82338"/>
                                    </a:cubicBezTo>
                                    <a:cubicBezTo>
                                      <a:pt x="40005" y="80433"/>
                                      <a:pt x="42863" y="79481"/>
                                      <a:pt x="47625" y="78528"/>
                                    </a:cubicBezTo>
                                    <a:cubicBezTo>
                                      <a:pt x="51435" y="77576"/>
                                      <a:pt x="56197" y="76623"/>
                                      <a:pt x="60960" y="76623"/>
                                    </a:cubicBezTo>
                                    <a:cubicBezTo>
                                      <a:pt x="70485" y="75671"/>
                                      <a:pt x="80010" y="75671"/>
                                      <a:pt x="90488" y="75671"/>
                                    </a:cubicBezTo>
                                    <a:cubicBezTo>
                                      <a:pt x="93345" y="75671"/>
                                      <a:pt x="95250" y="75671"/>
                                      <a:pt x="98107" y="75671"/>
                                    </a:cubicBezTo>
                                    <a:lnTo>
                                      <a:pt x="101918" y="75671"/>
                                    </a:lnTo>
                                    <a:lnTo>
                                      <a:pt x="105727" y="75671"/>
                                    </a:lnTo>
                                    <a:cubicBezTo>
                                      <a:pt x="107632" y="75671"/>
                                      <a:pt x="110490" y="75671"/>
                                      <a:pt x="112395" y="74719"/>
                                    </a:cubicBezTo>
                                    <a:cubicBezTo>
                                      <a:pt x="114300" y="74719"/>
                                      <a:pt x="117157" y="73766"/>
                                      <a:pt x="119063" y="73766"/>
                                    </a:cubicBezTo>
                                    <a:cubicBezTo>
                                      <a:pt x="120968" y="73766"/>
                                      <a:pt x="122872" y="73766"/>
                                      <a:pt x="125730" y="72813"/>
                                    </a:cubicBezTo>
                                    <a:cubicBezTo>
                                      <a:pt x="127635" y="72813"/>
                                      <a:pt x="129540" y="72813"/>
                                      <a:pt x="131445" y="71861"/>
                                    </a:cubicBezTo>
                                    <a:cubicBezTo>
                                      <a:pt x="135255" y="70908"/>
                                      <a:pt x="139065" y="70908"/>
                                      <a:pt x="141922" y="70908"/>
                                    </a:cubicBezTo>
                                    <a:cubicBezTo>
                                      <a:pt x="142875" y="70908"/>
                                      <a:pt x="143827" y="70908"/>
                                      <a:pt x="144780" y="70908"/>
                                    </a:cubicBezTo>
                                    <a:cubicBezTo>
                                      <a:pt x="144780" y="70908"/>
                                      <a:pt x="144780" y="70908"/>
                                      <a:pt x="145732" y="70908"/>
                                    </a:cubicBezTo>
                                    <a:cubicBezTo>
                                      <a:pt x="144780" y="70908"/>
                                      <a:pt x="143827" y="70908"/>
                                      <a:pt x="142875" y="70908"/>
                                    </a:cubicBezTo>
                                    <a:cubicBezTo>
                                      <a:pt x="140018" y="71861"/>
                                      <a:pt x="136207" y="70908"/>
                                      <a:pt x="132397" y="71861"/>
                                    </a:cubicBezTo>
                                    <a:cubicBezTo>
                                      <a:pt x="130493" y="71861"/>
                                      <a:pt x="128588" y="71861"/>
                                      <a:pt x="126682" y="72813"/>
                                    </a:cubicBezTo>
                                    <a:cubicBezTo>
                                      <a:pt x="124777" y="72813"/>
                                      <a:pt x="122872" y="72813"/>
                                      <a:pt x="120015" y="73766"/>
                                    </a:cubicBezTo>
                                    <a:cubicBezTo>
                                      <a:pt x="118110" y="73766"/>
                                      <a:pt x="115252" y="73766"/>
                                      <a:pt x="113347" y="73766"/>
                                    </a:cubicBezTo>
                                    <a:cubicBezTo>
                                      <a:pt x="111443" y="73766"/>
                                      <a:pt x="108585" y="73766"/>
                                      <a:pt x="106680" y="73766"/>
                                    </a:cubicBezTo>
                                    <a:lnTo>
                                      <a:pt x="102870" y="73766"/>
                                    </a:lnTo>
                                    <a:lnTo>
                                      <a:pt x="99060" y="73766"/>
                                    </a:lnTo>
                                    <a:cubicBezTo>
                                      <a:pt x="96202" y="73766"/>
                                      <a:pt x="94297" y="73766"/>
                                      <a:pt x="91440" y="73766"/>
                                    </a:cubicBezTo>
                                    <a:cubicBezTo>
                                      <a:pt x="81915" y="73766"/>
                                      <a:pt x="71438" y="73766"/>
                                      <a:pt x="61913" y="74719"/>
                                    </a:cubicBezTo>
                                    <a:cubicBezTo>
                                      <a:pt x="57150" y="74719"/>
                                      <a:pt x="52388" y="75671"/>
                                      <a:pt x="48577" y="76623"/>
                                    </a:cubicBezTo>
                                    <a:cubicBezTo>
                                      <a:pt x="44768" y="77576"/>
                                      <a:pt x="40005" y="79481"/>
                                      <a:pt x="37147" y="80433"/>
                                    </a:cubicBezTo>
                                    <a:cubicBezTo>
                                      <a:pt x="30480" y="84244"/>
                                      <a:pt x="24765" y="88053"/>
                                      <a:pt x="21907" y="90911"/>
                                    </a:cubicBezTo>
                                    <a:cubicBezTo>
                                      <a:pt x="21907" y="90911"/>
                                      <a:pt x="20955" y="90911"/>
                                      <a:pt x="20955" y="91863"/>
                                    </a:cubicBezTo>
                                    <a:cubicBezTo>
                                      <a:pt x="21907" y="88053"/>
                                      <a:pt x="23813" y="83291"/>
                                      <a:pt x="25718" y="79481"/>
                                    </a:cubicBezTo>
                                    <a:cubicBezTo>
                                      <a:pt x="28575" y="73766"/>
                                      <a:pt x="31432" y="67098"/>
                                      <a:pt x="35243" y="60431"/>
                                    </a:cubicBezTo>
                                    <a:cubicBezTo>
                                      <a:pt x="39052" y="53763"/>
                                      <a:pt x="43815" y="48048"/>
                                      <a:pt x="48577" y="42333"/>
                                    </a:cubicBezTo>
                                    <a:lnTo>
                                      <a:pt x="49530" y="40428"/>
                                    </a:lnTo>
                                    <a:cubicBezTo>
                                      <a:pt x="50482" y="40428"/>
                                      <a:pt x="50482" y="39476"/>
                                      <a:pt x="51435" y="39476"/>
                                    </a:cubicBezTo>
                                    <a:cubicBezTo>
                                      <a:pt x="53340" y="38523"/>
                                      <a:pt x="56197" y="37571"/>
                                      <a:pt x="58102" y="37571"/>
                                    </a:cubicBezTo>
                                    <a:cubicBezTo>
                                      <a:pt x="60960" y="37571"/>
                                      <a:pt x="63818" y="37571"/>
                                      <a:pt x="67627" y="38523"/>
                                    </a:cubicBezTo>
                                    <a:cubicBezTo>
                                      <a:pt x="69532" y="38523"/>
                                      <a:pt x="71438" y="39476"/>
                                      <a:pt x="73343" y="39476"/>
                                    </a:cubicBezTo>
                                    <a:cubicBezTo>
                                      <a:pt x="74295" y="39476"/>
                                      <a:pt x="75247" y="39476"/>
                                      <a:pt x="76200" y="39476"/>
                                    </a:cubicBezTo>
                                    <a:cubicBezTo>
                                      <a:pt x="77152" y="39476"/>
                                      <a:pt x="78105" y="39476"/>
                                      <a:pt x="79057" y="39476"/>
                                    </a:cubicBezTo>
                                    <a:cubicBezTo>
                                      <a:pt x="82868" y="39476"/>
                                      <a:pt x="87630" y="39476"/>
                                      <a:pt x="92393" y="39476"/>
                                    </a:cubicBezTo>
                                    <a:cubicBezTo>
                                      <a:pt x="100965" y="39476"/>
                                      <a:pt x="110490" y="39476"/>
                                      <a:pt x="120015" y="39476"/>
                                    </a:cubicBezTo>
                                    <a:cubicBezTo>
                                      <a:pt x="124777" y="39476"/>
                                      <a:pt x="128588" y="39476"/>
                                      <a:pt x="133350" y="39476"/>
                                    </a:cubicBezTo>
                                    <a:cubicBezTo>
                                      <a:pt x="138113" y="39476"/>
                                      <a:pt x="141922" y="39476"/>
                                      <a:pt x="145732" y="39476"/>
                                    </a:cubicBezTo>
                                    <a:cubicBezTo>
                                      <a:pt x="147638" y="39476"/>
                                      <a:pt x="149543" y="39476"/>
                                      <a:pt x="151447" y="39476"/>
                                    </a:cubicBezTo>
                                    <a:cubicBezTo>
                                      <a:pt x="153352" y="39476"/>
                                      <a:pt x="155257" y="39476"/>
                                      <a:pt x="156210" y="39476"/>
                                    </a:cubicBezTo>
                                    <a:cubicBezTo>
                                      <a:pt x="159068" y="39476"/>
                                      <a:pt x="162877" y="39476"/>
                                      <a:pt x="164782" y="39476"/>
                                    </a:cubicBezTo>
                                    <a:cubicBezTo>
                                      <a:pt x="167640" y="39476"/>
                                      <a:pt x="169545" y="39476"/>
                                      <a:pt x="171450" y="39476"/>
                                    </a:cubicBezTo>
                                    <a:lnTo>
                                      <a:pt x="171450" y="39476"/>
                                    </a:lnTo>
                                    <a:lnTo>
                                      <a:pt x="171450" y="39476"/>
                                    </a:lnTo>
                                    <a:lnTo>
                                      <a:pt x="170497" y="39476"/>
                                    </a:lnTo>
                                    <a:cubicBezTo>
                                      <a:pt x="168593" y="39476"/>
                                      <a:pt x="166688" y="39476"/>
                                      <a:pt x="163830" y="39476"/>
                                    </a:cubicBezTo>
                                    <a:cubicBezTo>
                                      <a:pt x="160972" y="39476"/>
                                      <a:pt x="158115" y="39476"/>
                                      <a:pt x="155257" y="39476"/>
                                    </a:cubicBezTo>
                                    <a:cubicBezTo>
                                      <a:pt x="153352" y="39476"/>
                                      <a:pt x="151447" y="39476"/>
                                      <a:pt x="150495" y="39476"/>
                                    </a:cubicBezTo>
                                    <a:cubicBezTo>
                                      <a:pt x="148590" y="39476"/>
                                      <a:pt x="146685" y="39476"/>
                                      <a:pt x="144780" y="39476"/>
                                    </a:cubicBezTo>
                                    <a:cubicBezTo>
                                      <a:pt x="140970" y="39476"/>
                                      <a:pt x="137160" y="39476"/>
                                      <a:pt x="132397" y="39476"/>
                                    </a:cubicBezTo>
                                    <a:cubicBezTo>
                                      <a:pt x="127635" y="39476"/>
                                      <a:pt x="123825" y="39476"/>
                                      <a:pt x="119063" y="39476"/>
                                    </a:cubicBezTo>
                                    <a:cubicBezTo>
                                      <a:pt x="109538" y="39476"/>
                                      <a:pt x="100965" y="39476"/>
                                      <a:pt x="91440" y="39476"/>
                                    </a:cubicBezTo>
                                    <a:cubicBezTo>
                                      <a:pt x="86677" y="39476"/>
                                      <a:pt x="82868" y="39476"/>
                                      <a:pt x="79057" y="39476"/>
                                    </a:cubicBezTo>
                                    <a:cubicBezTo>
                                      <a:pt x="78105" y="39476"/>
                                      <a:pt x="77152" y="39476"/>
                                      <a:pt x="76200" y="39476"/>
                                    </a:cubicBezTo>
                                    <a:cubicBezTo>
                                      <a:pt x="75247" y="39476"/>
                                      <a:pt x="74295" y="39476"/>
                                      <a:pt x="73343" y="39476"/>
                                    </a:cubicBezTo>
                                    <a:cubicBezTo>
                                      <a:pt x="71438" y="39476"/>
                                      <a:pt x="69532" y="38523"/>
                                      <a:pt x="67627" y="38523"/>
                                    </a:cubicBezTo>
                                    <a:cubicBezTo>
                                      <a:pt x="63818" y="37571"/>
                                      <a:pt x="60960" y="37571"/>
                                      <a:pt x="57150" y="37571"/>
                                    </a:cubicBezTo>
                                    <a:cubicBezTo>
                                      <a:pt x="55245" y="37571"/>
                                      <a:pt x="53340" y="38523"/>
                                      <a:pt x="51435" y="38523"/>
                                    </a:cubicBezTo>
                                    <a:cubicBezTo>
                                      <a:pt x="55245" y="34713"/>
                                      <a:pt x="59055" y="30903"/>
                                      <a:pt x="63818" y="27094"/>
                                    </a:cubicBezTo>
                                    <a:cubicBezTo>
                                      <a:pt x="70485" y="22331"/>
                                      <a:pt x="76200" y="17569"/>
                                      <a:pt x="83820" y="12806"/>
                                    </a:cubicBezTo>
                                    <a:cubicBezTo>
                                      <a:pt x="87630" y="10901"/>
                                      <a:pt x="90488" y="8996"/>
                                      <a:pt x="94297" y="7091"/>
                                    </a:cubicBezTo>
                                    <a:cubicBezTo>
                                      <a:pt x="98107" y="5186"/>
                                      <a:pt x="101918" y="4233"/>
                                      <a:pt x="105727" y="3281"/>
                                    </a:cubicBezTo>
                                    <a:cubicBezTo>
                                      <a:pt x="109538" y="2328"/>
                                      <a:pt x="113347" y="1376"/>
                                      <a:pt x="117157" y="423"/>
                                    </a:cubicBezTo>
                                    <a:cubicBezTo>
                                      <a:pt x="120968" y="423"/>
                                      <a:pt x="124777" y="-529"/>
                                      <a:pt x="127635" y="423"/>
                                    </a:cubicBezTo>
                                    <a:cubicBezTo>
                                      <a:pt x="134302" y="423"/>
                                      <a:pt x="140970" y="2328"/>
                                      <a:pt x="146685" y="4233"/>
                                    </a:cubicBezTo>
                                    <a:cubicBezTo>
                                      <a:pt x="150495" y="5186"/>
                                      <a:pt x="153352" y="7091"/>
                                      <a:pt x="156210" y="8996"/>
                                    </a:cubicBezTo>
                                    <a:cubicBezTo>
                                      <a:pt x="154305" y="8044"/>
                                      <a:pt x="152400" y="6138"/>
                                      <a:pt x="150495" y="5186"/>
                                    </a:cubicBezTo>
                                    <a:lnTo>
                                      <a:pt x="150495" y="5186"/>
                                    </a:lnTo>
                                    <a:cubicBezTo>
                                      <a:pt x="149543" y="5186"/>
                                      <a:pt x="148590" y="4233"/>
                                      <a:pt x="147638" y="4233"/>
                                    </a:cubicBezTo>
                                    <a:cubicBezTo>
                                      <a:pt x="141922" y="2328"/>
                                      <a:pt x="135255" y="423"/>
                                      <a:pt x="128588" y="423"/>
                                    </a:cubicBezTo>
                                    <a:cubicBezTo>
                                      <a:pt x="121920" y="423"/>
                                      <a:pt x="113347" y="423"/>
                                      <a:pt x="105727" y="3281"/>
                                    </a:cubicBezTo>
                                    <a:cubicBezTo>
                                      <a:pt x="101918" y="4233"/>
                                      <a:pt x="98107" y="5186"/>
                                      <a:pt x="94297" y="7091"/>
                                    </a:cubicBezTo>
                                    <a:cubicBezTo>
                                      <a:pt x="90488" y="8996"/>
                                      <a:pt x="86677" y="10901"/>
                                      <a:pt x="83820" y="12806"/>
                                    </a:cubicBezTo>
                                    <a:cubicBezTo>
                                      <a:pt x="76200" y="16616"/>
                                      <a:pt x="69532" y="21378"/>
                                      <a:pt x="63818" y="27094"/>
                                    </a:cubicBezTo>
                                    <a:cubicBezTo>
                                      <a:pt x="60960" y="28998"/>
                                      <a:pt x="59055" y="31856"/>
                                      <a:pt x="56197" y="33761"/>
                                    </a:cubicBezTo>
                                    <a:cubicBezTo>
                                      <a:pt x="56197" y="32808"/>
                                      <a:pt x="57150" y="31856"/>
                                      <a:pt x="57150" y="31856"/>
                                    </a:cubicBezTo>
                                    <a:cubicBezTo>
                                      <a:pt x="58102" y="30903"/>
                                      <a:pt x="59055" y="28998"/>
                                      <a:pt x="59055" y="28046"/>
                                    </a:cubicBezTo>
                                    <a:cubicBezTo>
                                      <a:pt x="60007" y="27094"/>
                                      <a:pt x="60960" y="25188"/>
                                      <a:pt x="61913" y="24236"/>
                                    </a:cubicBezTo>
                                    <a:cubicBezTo>
                                      <a:pt x="62865" y="23283"/>
                                      <a:pt x="63818" y="21378"/>
                                      <a:pt x="64770" y="20426"/>
                                    </a:cubicBezTo>
                                    <a:cubicBezTo>
                                      <a:pt x="65722" y="19473"/>
                                      <a:pt x="66675" y="17569"/>
                                      <a:pt x="67627" y="16616"/>
                                    </a:cubicBezTo>
                                    <a:cubicBezTo>
                                      <a:pt x="68580" y="15663"/>
                                      <a:pt x="69532" y="13758"/>
                                      <a:pt x="71438" y="12806"/>
                                    </a:cubicBezTo>
                                    <a:cubicBezTo>
                                      <a:pt x="72390" y="11853"/>
                                      <a:pt x="73343" y="10901"/>
                                      <a:pt x="75247" y="9948"/>
                                    </a:cubicBezTo>
                                    <a:lnTo>
                                      <a:pt x="75247" y="9948"/>
                                    </a:lnTo>
                                    <a:cubicBezTo>
                                      <a:pt x="74295" y="10901"/>
                                      <a:pt x="73343" y="11853"/>
                                      <a:pt x="71438" y="11853"/>
                                    </a:cubicBezTo>
                                    <a:cubicBezTo>
                                      <a:pt x="71438" y="11853"/>
                                      <a:pt x="70485" y="12806"/>
                                      <a:pt x="70485" y="12806"/>
                                    </a:cubicBezTo>
                                    <a:cubicBezTo>
                                      <a:pt x="69532" y="13758"/>
                                      <a:pt x="67627" y="14711"/>
                                      <a:pt x="66675" y="16616"/>
                                    </a:cubicBezTo>
                                    <a:cubicBezTo>
                                      <a:pt x="65722" y="17569"/>
                                      <a:pt x="64770" y="19473"/>
                                      <a:pt x="62865" y="20426"/>
                                    </a:cubicBezTo>
                                    <a:cubicBezTo>
                                      <a:pt x="61913" y="21378"/>
                                      <a:pt x="60960" y="23283"/>
                                      <a:pt x="60007" y="24236"/>
                                    </a:cubicBezTo>
                                    <a:cubicBezTo>
                                      <a:pt x="59055" y="25188"/>
                                      <a:pt x="58102" y="27094"/>
                                      <a:pt x="57150" y="28046"/>
                                    </a:cubicBezTo>
                                    <a:cubicBezTo>
                                      <a:pt x="56197" y="28998"/>
                                      <a:pt x="55245" y="30903"/>
                                      <a:pt x="54293" y="31856"/>
                                    </a:cubicBezTo>
                                    <a:cubicBezTo>
                                      <a:pt x="53340" y="32808"/>
                                      <a:pt x="53340" y="34713"/>
                                      <a:pt x="52388" y="35666"/>
                                    </a:cubicBezTo>
                                    <a:cubicBezTo>
                                      <a:pt x="51435" y="37571"/>
                                      <a:pt x="50482" y="38523"/>
                                      <a:pt x="50482" y="39476"/>
                                    </a:cubicBezTo>
                                    <a:cubicBezTo>
                                      <a:pt x="48577" y="41381"/>
                                      <a:pt x="46672" y="43286"/>
                                      <a:pt x="44768" y="45191"/>
                                    </a:cubicBezTo>
                                    <a:cubicBezTo>
                                      <a:pt x="40005" y="50906"/>
                                      <a:pt x="34290" y="57573"/>
                                      <a:pt x="30480" y="63288"/>
                                    </a:cubicBezTo>
                                    <a:cubicBezTo>
                                      <a:pt x="28575" y="65194"/>
                                      <a:pt x="27622" y="68051"/>
                                      <a:pt x="25718" y="70908"/>
                                    </a:cubicBezTo>
                                    <a:cubicBezTo>
                                      <a:pt x="26670" y="69003"/>
                                      <a:pt x="26670" y="67098"/>
                                      <a:pt x="27622" y="65194"/>
                                    </a:cubicBezTo>
                                    <a:cubicBezTo>
                                      <a:pt x="28575" y="61383"/>
                                      <a:pt x="29527" y="58526"/>
                                      <a:pt x="30480" y="55669"/>
                                    </a:cubicBezTo>
                                    <a:cubicBezTo>
                                      <a:pt x="31432" y="53763"/>
                                      <a:pt x="31432" y="52811"/>
                                      <a:pt x="32385" y="50906"/>
                                    </a:cubicBezTo>
                                    <a:lnTo>
                                      <a:pt x="34290" y="47096"/>
                                    </a:lnTo>
                                    <a:cubicBezTo>
                                      <a:pt x="34290" y="47096"/>
                                      <a:pt x="34290" y="47096"/>
                                      <a:pt x="34290" y="46144"/>
                                    </a:cubicBezTo>
                                    <a:cubicBezTo>
                                      <a:pt x="34290" y="46144"/>
                                      <a:pt x="33338" y="47096"/>
                                      <a:pt x="33338" y="47096"/>
                                    </a:cubicBezTo>
                                    <a:cubicBezTo>
                                      <a:pt x="33338" y="47096"/>
                                      <a:pt x="33338" y="47096"/>
                                      <a:pt x="33338" y="47096"/>
                                    </a:cubicBezTo>
                                    <a:cubicBezTo>
                                      <a:pt x="32385" y="48048"/>
                                      <a:pt x="32385" y="49001"/>
                                      <a:pt x="31432" y="49953"/>
                                    </a:cubicBezTo>
                                    <a:cubicBezTo>
                                      <a:pt x="30480" y="50906"/>
                                      <a:pt x="30480" y="52811"/>
                                      <a:pt x="29527" y="54716"/>
                                    </a:cubicBezTo>
                                    <a:cubicBezTo>
                                      <a:pt x="28575" y="57573"/>
                                      <a:pt x="27622" y="61383"/>
                                      <a:pt x="26670" y="64241"/>
                                    </a:cubicBezTo>
                                    <a:cubicBezTo>
                                      <a:pt x="24765" y="62336"/>
                                      <a:pt x="23813" y="66146"/>
                                      <a:pt x="22860" y="69003"/>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B6D52A3C-3557-49BE-979C-7B84CA1CD187}"/>
                                  </a:ext>
                                </a:extLst>
                              </p:cNvPr>
                              <p:cNvSpPr/>
                              <p:nvPr/>
                            </p:nvSpPr>
                            <p:spPr>
                              <a:xfrm>
                                <a:off x="3733029" y="3466019"/>
                                <a:ext cx="72389" cy="110490"/>
                              </a:xfrm>
                              <a:custGeom>
                                <a:avLst/>
                                <a:gdLst>
                                  <a:gd name="connsiteX0" fmla="*/ 9525 w 72389"/>
                                  <a:gd name="connsiteY0" fmla="*/ 39053 h 110490"/>
                                  <a:gd name="connsiteX1" fmla="*/ 9525 w 72389"/>
                                  <a:gd name="connsiteY1" fmla="*/ 40005 h 110490"/>
                                  <a:gd name="connsiteX2" fmla="*/ 9525 w 72389"/>
                                  <a:gd name="connsiteY2" fmla="*/ 41910 h 110490"/>
                                  <a:gd name="connsiteX3" fmla="*/ 9525 w 72389"/>
                                  <a:gd name="connsiteY3" fmla="*/ 44768 h 110490"/>
                                  <a:gd name="connsiteX4" fmla="*/ 11430 w 72389"/>
                                  <a:gd name="connsiteY4" fmla="*/ 50483 h 110490"/>
                                  <a:gd name="connsiteX5" fmla="*/ 15240 w 72389"/>
                                  <a:gd name="connsiteY5" fmla="*/ 56198 h 110490"/>
                                  <a:gd name="connsiteX6" fmla="*/ 22860 w 72389"/>
                                  <a:gd name="connsiteY6" fmla="*/ 66675 h 110490"/>
                                  <a:gd name="connsiteX7" fmla="*/ 26670 w 72389"/>
                                  <a:gd name="connsiteY7" fmla="*/ 71438 h 110490"/>
                                  <a:gd name="connsiteX8" fmla="*/ 26670 w 72389"/>
                                  <a:gd name="connsiteY8" fmla="*/ 74295 h 110490"/>
                                  <a:gd name="connsiteX9" fmla="*/ 28575 w 72389"/>
                                  <a:gd name="connsiteY9" fmla="*/ 83820 h 110490"/>
                                  <a:gd name="connsiteX10" fmla="*/ 30480 w 72389"/>
                                  <a:gd name="connsiteY10" fmla="*/ 91440 h 110490"/>
                                  <a:gd name="connsiteX11" fmla="*/ 27622 w 72389"/>
                                  <a:gd name="connsiteY11" fmla="*/ 89535 h 110490"/>
                                  <a:gd name="connsiteX12" fmla="*/ 20955 w 72389"/>
                                  <a:gd name="connsiteY12" fmla="*/ 85725 h 110490"/>
                                  <a:gd name="connsiteX13" fmla="*/ 12382 w 72389"/>
                                  <a:gd name="connsiteY13" fmla="*/ 81915 h 110490"/>
                                  <a:gd name="connsiteX14" fmla="*/ 4763 w 72389"/>
                                  <a:gd name="connsiteY14" fmla="*/ 77153 h 110490"/>
                                  <a:gd name="connsiteX15" fmla="*/ 1905 w 72389"/>
                                  <a:gd name="connsiteY15" fmla="*/ 74295 h 110490"/>
                                  <a:gd name="connsiteX16" fmla="*/ 0 w 72389"/>
                                  <a:gd name="connsiteY16" fmla="*/ 71438 h 110490"/>
                                  <a:gd name="connsiteX17" fmla="*/ 0 w 72389"/>
                                  <a:gd name="connsiteY17" fmla="*/ 70485 h 110490"/>
                                  <a:gd name="connsiteX18" fmla="*/ 0 w 72389"/>
                                  <a:gd name="connsiteY18" fmla="*/ 71438 h 110490"/>
                                  <a:gd name="connsiteX19" fmla="*/ 1905 w 72389"/>
                                  <a:gd name="connsiteY19" fmla="*/ 74295 h 110490"/>
                                  <a:gd name="connsiteX20" fmla="*/ 4763 w 72389"/>
                                  <a:gd name="connsiteY20" fmla="*/ 77153 h 110490"/>
                                  <a:gd name="connsiteX21" fmla="*/ 12382 w 72389"/>
                                  <a:gd name="connsiteY21" fmla="*/ 81915 h 110490"/>
                                  <a:gd name="connsiteX22" fmla="*/ 20002 w 72389"/>
                                  <a:gd name="connsiteY22" fmla="*/ 85725 h 110490"/>
                                  <a:gd name="connsiteX23" fmla="*/ 26670 w 72389"/>
                                  <a:gd name="connsiteY23" fmla="*/ 89535 h 110490"/>
                                  <a:gd name="connsiteX24" fmla="*/ 30480 w 72389"/>
                                  <a:gd name="connsiteY24" fmla="*/ 92393 h 110490"/>
                                  <a:gd name="connsiteX25" fmla="*/ 31432 w 72389"/>
                                  <a:gd name="connsiteY25" fmla="*/ 93345 h 110490"/>
                                  <a:gd name="connsiteX26" fmla="*/ 34290 w 72389"/>
                                  <a:gd name="connsiteY26" fmla="*/ 99060 h 110490"/>
                                  <a:gd name="connsiteX27" fmla="*/ 39052 w 72389"/>
                                  <a:gd name="connsiteY27" fmla="*/ 105728 h 110490"/>
                                  <a:gd name="connsiteX28" fmla="*/ 42863 w 72389"/>
                                  <a:gd name="connsiteY28" fmla="*/ 110490 h 110490"/>
                                  <a:gd name="connsiteX29" fmla="*/ 42863 w 72389"/>
                                  <a:gd name="connsiteY29" fmla="*/ 110490 h 110490"/>
                                  <a:gd name="connsiteX30" fmla="*/ 48577 w 72389"/>
                                  <a:gd name="connsiteY30" fmla="*/ 110490 h 110490"/>
                                  <a:gd name="connsiteX31" fmla="*/ 41910 w 72389"/>
                                  <a:gd name="connsiteY31" fmla="*/ 102870 h 110490"/>
                                  <a:gd name="connsiteX32" fmla="*/ 40005 w 72389"/>
                                  <a:gd name="connsiteY32" fmla="*/ 100013 h 110490"/>
                                  <a:gd name="connsiteX33" fmla="*/ 40005 w 72389"/>
                                  <a:gd name="connsiteY33" fmla="*/ 100013 h 110490"/>
                                  <a:gd name="connsiteX34" fmla="*/ 40957 w 72389"/>
                                  <a:gd name="connsiteY34" fmla="*/ 97155 h 110490"/>
                                  <a:gd name="connsiteX35" fmla="*/ 41910 w 72389"/>
                                  <a:gd name="connsiteY35" fmla="*/ 93345 h 110490"/>
                                  <a:gd name="connsiteX36" fmla="*/ 44767 w 72389"/>
                                  <a:gd name="connsiteY36" fmla="*/ 88583 h 110490"/>
                                  <a:gd name="connsiteX37" fmla="*/ 48577 w 72389"/>
                                  <a:gd name="connsiteY37" fmla="*/ 82868 h 110490"/>
                                  <a:gd name="connsiteX38" fmla="*/ 52388 w 72389"/>
                                  <a:gd name="connsiteY38" fmla="*/ 76200 h 110490"/>
                                  <a:gd name="connsiteX39" fmla="*/ 56197 w 72389"/>
                                  <a:gd name="connsiteY39" fmla="*/ 68580 h 110490"/>
                                  <a:gd name="connsiteX40" fmla="*/ 60007 w 72389"/>
                                  <a:gd name="connsiteY40" fmla="*/ 60960 h 110490"/>
                                  <a:gd name="connsiteX41" fmla="*/ 63817 w 72389"/>
                                  <a:gd name="connsiteY41" fmla="*/ 53340 h 110490"/>
                                  <a:gd name="connsiteX42" fmla="*/ 66675 w 72389"/>
                                  <a:gd name="connsiteY42" fmla="*/ 45720 h 110490"/>
                                  <a:gd name="connsiteX43" fmla="*/ 68580 w 72389"/>
                                  <a:gd name="connsiteY43" fmla="*/ 38100 h 110490"/>
                                  <a:gd name="connsiteX44" fmla="*/ 69532 w 72389"/>
                                  <a:gd name="connsiteY44" fmla="*/ 34290 h 110490"/>
                                  <a:gd name="connsiteX45" fmla="*/ 70485 w 72389"/>
                                  <a:gd name="connsiteY45" fmla="*/ 31433 h 110490"/>
                                  <a:gd name="connsiteX46" fmla="*/ 71438 w 72389"/>
                                  <a:gd name="connsiteY46" fmla="*/ 25718 h 110490"/>
                                  <a:gd name="connsiteX47" fmla="*/ 72390 w 72389"/>
                                  <a:gd name="connsiteY47" fmla="*/ 20955 h 110490"/>
                                  <a:gd name="connsiteX48" fmla="*/ 72390 w 72389"/>
                                  <a:gd name="connsiteY48" fmla="*/ 19050 h 110490"/>
                                  <a:gd name="connsiteX49" fmla="*/ 72390 w 72389"/>
                                  <a:gd name="connsiteY49" fmla="*/ 20955 h 110490"/>
                                  <a:gd name="connsiteX50" fmla="*/ 71438 w 72389"/>
                                  <a:gd name="connsiteY50" fmla="*/ 25718 h 110490"/>
                                  <a:gd name="connsiteX51" fmla="*/ 70485 w 72389"/>
                                  <a:gd name="connsiteY51" fmla="*/ 31433 h 110490"/>
                                  <a:gd name="connsiteX52" fmla="*/ 69532 w 72389"/>
                                  <a:gd name="connsiteY52" fmla="*/ 34290 h 110490"/>
                                  <a:gd name="connsiteX53" fmla="*/ 68580 w 72389"/>
                                  <a:gd name="connsiteY53" fmla="*/ 38100 h 110490"/>
                                  <a:gd name="connsiteX54" fmla="*/ 65722 w 72389"/>
                                  <a:gd name="connsiteY54" fmla="*/ 45720 h 110490"/>
                                  <a:gd name="connsiteX55" fmla="*/ 62865 w 72389"/>
                                  <a:gd name="connsiteY55" fmla="*/ 53340 h 110490"/>
                                  <a:gd name="connsiteX56" fmla="*/ 59055 w 72389"/>
                                  <a:gd name="connsiteY56" fmla="*/ 60960 h 110490"/>
                                  <a:gd name="connsiteX57" fmla="*/ 55245 w 72389"/>
                                  <a:gd name="connsiteY57" fmla="*/ 68580 h 110490"/>
                                  <a:gd name="connsiteX58" fmla="*/ 51435 w 72389"/>
                                  <a:gd name="connsiteY58" fmla="*/ 75248 h 110490"/>
                                  <a:gd name="connsiteX59" fmla="*/ 47625 w 72389"/>
                                  <a:gd name="connsiteY59" fmla="*/ 81915 h 110490"/>
                                  <a:gd name="connsiteX60" fmla="*/ 43815 w 72389"/>
                                  <a:gd name="connsiteY60" fmla="*/ 87630 h 110490"/>
                                  <a:gd name="connsiteX61" fmla="*/ 40957 w 72389"/>
                                  <a:gd name="connsiteY61" fmla="*/ 92393 h 110490"/>
                                  <a:gd name="connsiteX62" fmla="*/ 39052 w 72389"/>
                                  <a:gd name="connsiteY62" fmla="*/ 97155 h 110490"/>
                                  <a:gd name="connsiteX63" fmla="*/ 39052 w 72389"/>
                                  <a:gd name="connsiteY63" fmla="*/ 98108 h 110490"/>
                                  <a:gd name="connsiteX64" fmla="*/ 39052 w 72389"/>
                                  <a:gd name="connsiteY64" fmla="*/ 97155 h 110490"/>
                                  <a:gd name="connsiteX65" fmla="*/ 35242 w 72389"/>
                                  <a:gd name="connsiteY65" fmla="*/ 89535 h 110490"/>
                                  <a:gd name="connsiteX66" fmla="*/ 32385 w 72389"/>
                                  <a:gd name="connsiteY66" fmla="*/ 80963 h 110490"/>
                                  <a:gd name="connsiteX67" fmla="*/ 32385 w 72389"/>
                                  <a:gd name="connsiteY67" fmla="*/ 79058 h 110490"/>
                                  <a:gd name="connsiteX68" fmla="*/ 32385 w 72389"/>
                                  <a:gd name="connsiteY68" fmla="*/ 77153 h 110490"/>
                                  <a:gd name="connsiteX69" fmla="*/ 36195 w 72389"/>
                                  <a:gd name="connsiteY69" fmla="*/ 68580 h 110490"/>
                                  <a:gd name="connsiteX70" fmla="*/ 39052 w 72389"/>
                                  <a:gd name="connsiteY70" fmla="*/ 62865 h 110490"/>
                                  <a:gd name="connsiteX71" fmla="*/ 42863 w 72389"/>
                                  <a:gd name="connsiteY71" fmla="*/ 56198 h 110490"/>
                                  <a:gd name="connsiteX72" fmla="*/ 46672 w 72389"/>
                                  <a:gd name="connsiteY72" fmla="*/ 48578 h 110490"/>
                                  <a:gd name="connsiteX73" fmla="*/ 50482 w 72389"/>
                                  <a:gd name="connsiteY73" fmla="*/ 40958 h 110490"/>
                                  <a:gd name="connsiteX74" fmla="*/ 53340 w 72389"/>
                                  <a:gd name="connsiteY74" fmla="*/ 33338 h 110490"/>
                                  <a:gd name="connsiteX75" fmla="*/ 56197 w 72389"/>
                                  <a:gd name="connsiteY75" fmla="*/ 25718 h 110490"/>
                                  <a:gd name="connsiteX76" fmla="*/ 59055 w 72389"/>
                                  <a:gd name="connsiteY76" fmla="*/ 19050 h 110490"/>
                                  <a:gd name="connsiteX77" fmla="*/ 60960 w 72389"/>
                                  <a:gd name="connsiteY77" fmla="*/ 12383 h 110490"/>
                                  <a:gd name="connsiteX78" fmla="*/ 63817 w 72389"/>
                                  <a:gd name="connsiteY78" fmla="*/ 2858 h 110490"/>
                                  <a:gd name="connsiteX79" fmla="*/ 64770 w 72389"/>
                                  <a:gd name="connsiteY79" fmla="*/ 0 h 110490"/>
                                  <a:gd name="connsiteX80" fmla="*/ 63817 w 72389"/>
                                  <a:gd name="connsiteY80" fmla="*/ 2858 h 110490"/>
                                  <a:gd name="connsiteX81" fmla="*/ 60007 w 72389"/>
                                  <a:gd name="connsiteY81" fmla="*/ 12383 h 110490"/>
                                  <a:gd name="connsiteX82" fmla="*/ 58102 w 72389"/>
                                  <a:gd name="connsiteY82" fmla="*/ 19050 h 110490"/>
                                  <a:gd name="connsiteX83" fmla="*/ 55245 w 72389"/>
                                  <a:gd name="connsiteY83" fmla="*/ 25718 h 110490"/>
                                  <a:gd name="connsiteX84" fmla="*/ 52388 w 72389"/>
                                  <a:gd name="connsiteY84" fmla="*/ 33338 h 110490"/>
                                  <a:gd name="connsiteX85" fmla="*/ 48577 w 72389"/>
                                  <a:gd name="connsiteY85" fmla="*/ 40958 h 110490"/>
                                  <a:gd name="connsiteX86" fmla="*/ 44767 w 72389"/>
                                  <a:gd name="connsiteY86" fmla="*/ 48578 h 110490"/>
                                  <a:gd name="connsiteX87" fmla="*/ 40957 w 72389"/>
                                  <a:gd name="connsiteY87" fmla="*/ 55245 h 110490"/>
                                  <a:gd name="connsiteX88" fmla="*/ 37147 w 72389"/>
                                  <a:gd name="connsiteY88" fmla="*/ 61913 h 110490"/>
                                  <a:gd name="connsiteX89" fmla="*/ 34290 w 72389"/>
                                  <a:gd name="connsiteY89" fmla="*/ 67628 h 110490"/>
                                  <a:gd name="connsiteX90" fmla="*/ 31432 w 72389"/>
                                  <a:gd name="connsiteY90" fmla="*/ 74295 h 110490"/>
                                  <a:gd name="connsiteX91" fmla="*/ 31432 w 72389"/>
                                  <a:gd name="connsiteY91" fmla="*/ 71438 h 110490"/>
                                  <a:gd name="connsiteX92" fmla="*/ 30480 w 72389"/>
                                  <a:gd name="connsiteY92" fmla="*/ 61913 h 110490"/>
                                  <a:gd name="connsiteX93" fmla="*/ 29527 w 72389"/>
                                  <a:gd name="connsiteY93" fmla="*/ 52388 h 110490"/>
                                  <a:gd name="connsiteX94" fmla="*/ 29527 w 72389"/>
                                  <a:gd name="connsiteY94" fmla="*/ 43815 h 110490"/>
                                  <a:gd name="connsiteX95" fmla="*/ 29527 w 72389"/>
                                  <a:gd name="connsiteY95" fmla="*/ 36195 h 110490"/>
                                  <a:gd name="connsiteX96" fmla="*/ 31432 w 72389"/>
                                  <a:gd name="connsiteY96" fmla="*/ 25718 h 110490"/>
                                  <a:gd name="connsiteX97" fmla="*/ 31432 w 72389"/>
                                  <a:gd name="connsiteY97" fmla="*/ 25718 h 110490"/>
                                  <a:gd name="connsiteX98" fmla="*/ 28575 w 72389"/>
                                  <a:gd name="connsiteY98" fmla="*/ 36195 h 110490"/>
                                  <a:gd name="connsiteX99" fmla="*/ 28575 w 72389"/>
                                  <a:gd name="connsiteY99" fmla="*/ 43815 h 110490"/>
                                  <a:gd name="connsiteX100" fmla="*/ 28575 w 72389"/>
                                  <a:gd name="connsiteY100" fmla="*/ 52388 h 110490"/>
                                  <a:gd name="connsiteX101" fmla="*/ 28575 w 72389"/>
                                  <a:gd name="connsiteY101" fmla="*/ 61913 h 110490"/>
                                  <a:gd name="connsiteX102" fmla="*/ 28575 w 72389"/>
                                  <a:gd name="connsiteY102" fmla="*/ 65723 h 110490"/>
                                  <a:gd name="connsiteX103" fmla="*/ 26670 w 72389"/>
                                  <a:gd name="connsiteY103" fmla="*/ 63818 h 110490"/>
                                  <a:gd name="connsiteX104" fmla="*/ 22860 w 72389"/>
                                  <a:gd name="connsiteY104" fmla="*/ 59055 h 110490"/>
                                  <a:gd name="connsiteX105" fmla="*/ 18097 w 72389"/>
                                  <a:gd name="connsiteY105" fmla="*/ 54293 h 110490"/>
                                  <a:gd name="connsiteX106" fmla="*/ 14288 w 72389"/>
                                  <a:gd name="connsiteY106" fmla="*/ 48578 h 110490"/>
                                  <a:gd name="connsiteX107" fmla="*/ 12382 w 72389"/>
                                  <a:gd name="connsiteY107" fmla="*/ 42863 h 110490"/>
                                  <a:gd name="connsiteX108" fmla="*/ 12382 w 72389"/>
                                  <a:gd name="connsiteY108" fmla="*/ 40958 h 110490"/>
                                  <a:gd name="connsiteX109" fmla="*/ 12382 w 72389"/>
                                  <a:gd name="connsiteY109" fmla="*/ 39053 h 110490"/>
                                  <a:gd name="connsiteX110" fmla="*/ 9525 w 72389"/>
                                  <a:gd name="connsiteY110" fmla="*/ 39053 h 1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72389" h="110490">
                                    <a:moveTo>
                                      <a:pt x="9525" y="39053"/>
                                    </a:moveTo>
                                    <a:cubicBezTo>
                                      <a:pt x="9525" y="39053"/>
                                      <a:pt x="9525" y="40005"/>
                                      <a:pt x="9525" y="40005"/>
                                    </a:cubicBezTo>
                                    <a:cubicBezTo>
                                      <a:pt x="9525" y="40958"/>
                                      <a:pt x="9525" y="40958"/>
                                      <a:pt x="9525" y="41910"/>
                                    </a:cubicBezTo>
                                    <a:cubicBezTo>
                                      <a:pt x="9525" y="42863"/>
                                      <a:pt x="9525" y="43815"/>
                                      <a:pt x="9525" y="44768"/>
                                    </a:cubicBezTo>
                                    <a:cubicBezTo>
                                      <a:pt x="9525" y="46673"/>
                                      <a:pt x="10477" y="48578"/>
                                      <a:pt x="11430" y="50483"/>
                                    </a:cubicBezTo>
                                    <a:cubicBezTo>
                                      <a:pt x="12382" y="52388"/>
                                      <a:pt x="13335" y="54293"/>
                                      <a:pt x="15240" y="56198"/>
                                    </a:cubicBezTo>
                                    <a:cubicBezTo>
                                      <a:pt x="18097" y="60008"/>
                                      <a:pt x="20955" y="63818"/>
                                      <a:pt x="22860" y="66675"/>
                                    </a:cubicBezTo>
                                    <a:cubicBezTo>
                                      <a:pt x="24765" y="68580"/>
                                      <a:pt x="25717" y="70485"/>
                                      <a:pt x="26670" y="71438"/>
                                    </a:cubicBezTo>
                                    <a:lnTo>
                                      <a:pt x="26670" y="74295"/>
                                    </a:lnTo>
                                    <a:cubicBezTo>
                                      <a:pt x="26670" y="77153"/>
                                      <a:pt x="27622" y="80963"/>
                                      <a:pt x="28575" y="83820"/>
                                    </a:cubicBezTo>
                                    <a:cubicBezTo>
                                      <a:pt x="29527" y="86678"/>
                                      <a:pt x="29527" y="89535"/>
                                      <a:pt x="30480" y="91440"/>
                                    </a:cubicBezTo>
                                    <a:cubicBezTo>
                                      <a:pt x="29527" y="90488"/>
                                      <a:pt x="28575" y="90488"/>
                                      <a:pt x="27622" y="89535"/>
                                    </a:cubicBezTo>
                                    <a:cubicBezTo>
                                      <a:pt x="25717" y="88583"/>
                                      <a:pt x="22860" y="87630"/>
                                      <a:pt x="20955" y="85725"/>
                                    </a:cubicBezTo>
                                    <a:cubicBezTo>
                                      <a:pt x="18097" y="84773"/>
                                      <a:pt x="15240" y="82868"/>
                                      <a:pt x="12382" y="81915"/>
                                    </a:cubicBezTo>
                                    <a:cubicBezTo>
                                      <a:pt x="9525" y="80963"/>
                                      <a:pt x="6667" y="79058"/>
                                      <a:pt x="4763" y="77153"/>
                                    </a:cubicBezTo>
                                    <a:cubicBezTo>
                                      <a:pt x="3810" y="76200"/>
                                      <a:pt x="2857" y="75248"/>
                                      <a:pt x="1905" y="74295"/>
                                    </a:cubicBezTo>
                                    <a:cubicBezTo>
                                      <a:pt x="952" y="73343"/>
                                      <a:pt x="0" y="72390"/>
                                      <a:pt x="0" y="71438"/>
                                    </a:cubicBezTo>
                                    <a:cubicBezTo>
                                      <a:pt x="0" y="71438"/>
                                      <a:pt x="0" y="71438"/>
                                      <a:pt x="0" y="70485"/>
                                    </a:cubicBezTo>
                                    <a:cubicBezTo>
                                      <a:pt x="0" y="70485"/>
                                      <a:pt x="0" y="71438"/>
                                      <a:pt x="0" y="71438"/>
                                    </a:cubicBezTo>
                                    <a:cubicBezTo>
                                      <a:pt x="952" y="72390"/>
                                      <a:pt x="952" y="73343"/>
                                      <a:pt x="1905" y="74295"/>
                                    </a:cubicBezTo>
                                    <a:cubicBezTo>
                                      <a:pt x="2857" y="75248"/>
                                      <a:pt x="3810" y="76200"/>
                                      <a:pt x="4763" y="77153"/>
                                    </a:cubicBezTo>
                                    <a:cubicBezTo>
                                      <a:pt x="6667" y="79058"/>
                                      <a:pt x="9525" y="80963"/>
                                      <a:pt x="12382" y="81915"/>
                                    </a:cubicBezTo>
                                    <a:cubicBezTo>
                                      <a:pt x="15240" y="83820"/>
                                      <a:pt x="18097" y="84773"/>
                                      <a:pt x="20002" y="85725"/>
                                    </a:cubicBezTo>
                                    <a:cubicBezTo>
                                      <a:pt x="22860" y="86678"/>
                                      <a:pt x="24765" y="88583"/>
                                      <a:pt x="26670" y="89535"/>
                                    </a:cubicBezTo>
                                    <a:cubicBezTo>
                                      <a:pt x="28575" y="90488"/>
                                      <a:pt x="30480" y="91440"/>
                                      <a:pt x="30480" y="92393"/>
                                    </a:cubicBezTo>
                                    <a:cubicBezTo>
                                      <a:pt x="31432" y="93345"/>
                                      <a:pt x="31432" y="93345"/>
                                      <a:pt x="31432" y="93345"/>
                                    </a:cubicBezTo>
                                    <a:cubicBezTo>
                                      <a:pt x="32385" y="95250"/>
                                      <a:pt x="33338" y="97155"/>
                                      <a:pt x="34290" y="99060"/>
                                    </a:cubicBezTo>
                                    <a:cubicBezTo>
                                      <a:pt x="35242" y="101918"/>
                                      <a:pt x="37147" y="103823"/>
                                      <a:pt x="39052" y="105728"/>
                                    </a:cubicBezTo>
                                    <a:cubicBezTo>
                                      <a:pt x="40005" y="107633"/>
                                      <a:pt x="41910" y="108585"/>
                                      <a:pt x="42863" y="110490"/>
                                    </a:cubicBezTo>
                                    <a:lnTo>
                                      <a:pt x="42863" y="110490"/>
                                    </a:lnTo>
                                    <a:lnTo>
                                      <a:pt x="48577" y="110490"/>
                                    </a:lnTo>
                                    <a:cubicBezTo>
                                      <a:pt x="46672" y="108585"/>
                                      <a:pt x="43815" y="106680"/>
                                      <a:pt x="41910" y="102870"/>
                                    </a:cubicBezTo>
                                    <a:cubicBezTo>
                                      <a:pt x="40957" y="101918"/>
                                      <a:pt x="40957" y="100965"/>
                                      <a:pt x="40005" y="100013"/>
                                    </a:cubicBezTo>
                                    <a:cubicBezTo>
                                      <a:pt x="40005" y="100013"/>
                                      <a:pt x="40005" y="100013"/>
                                      <a:pt x="40005" y="100013"/>
                                    </a:cubicBezTo>
                                    <a:cubicBezTo>
                                      <a:pt x="40005" y="99060"/>
                                      <a:pt x="40005" y="98108"/>
                                      <a:pt x="40957" y="97155"/>
                                    </a:cubicBezTo>
                                    <a:cubicBezTo>
                                      <a:pt x="40957" y="96203"/>
                                      <a:pt x="41910" y="94298"/>
                                      <a:pt x="41910" y="93345"/>
                                    </a:cubicBezTo>
                                    <a:cubicBezTo>
                                      <a:pt x="42863" y="91440"/>
                                      <a:pt x="43815" y="90488"/>
                                      <a:pt x="44767" y="88583"/>
                                    </a:cubicBezTo>
                                    <a:cubicBezTo>
                                      <a:pt x="45720" y="86678"/>
                                      <a:pt x="47625" y="84773"/>
                                      <a:pt x="48577" y="82868"/>
                                    </a:cubicBezTo>
                                    <a:cubicBezTo>
                                      <a:pt x="49530" y="80963"/>
                                      <a:pt x="51435" y="79058"/>
                                      <a:pt x="52388" y="76200"/>
                                    </a:cubicBezTo>
                                    <a:cubicBezTo>
                                      <a:pt x="54292" y="74295"/>
                                      <a:pt x="55245" y="71438"/>
                                      <a:pt x="56197" y="68580"/>
                                    </a:cubicBezTo>
                                    <a:cubicBezTo>
                                      <a:pt x="58102" y="65723"/>
                                      <a:pt x="59055" y="63818"/>
                                      <a:pt x="60007" y="60960"/>
                                    </a:cubicBezTo>
                                    <a:cubicBezTo>
                                      <a:pt x="60960" y="58103"/>
                                      <a:pt x="61913" y="55245"/>
                                      <a:pt x="63817" y="53340"/>
                                    </a:cubicBezTo>
                                    <a:cubicBezTo>
                                      <a:pt x="64770" y="50483"/>
                                      <a:pt x="65722" y="47625"/>
                                      <a:pt x="66675" y="45720"/>
                                    </a:cubicBezTo>
                                    <a:cubicBezTo>
                                      <a:pt x="67627" y="42863"/>
                                      <a:pt x="68580" y="40958"/>
                                      <a:pt x="68580" y="38100"/>
                                    </a:cubicBezTo>
                                    <a:cubicBezTo>
                                      <a:pt x="68580" y="37148"/>
                                      <a:pt x="69532" y="36195"/>
                                      <a:pt x="69532" y="34290"/>
                                    </a:cubicBezTo>
                                    <a:cubicBezTo>
                                      <a:pt x="69532" y="33338"/>
                                      <a:pt x="70485" y="32385"/>
                                      <a:pt x="70485" y="31433"/>
                                    </a:cubicBezTo>
                                    <a:cubicBezTo>
                                      <a:pt x="70485" y="29528"/>
                                      <a:pt x="71438" y="27623"/>
                                      <a:pt x="71438" y="25718"/>
                                    </a:cubicBezTo>
                                    <a:cubicBezTo>
                                      <a:pt x="71438" y="23813"/>
                                      <a:pt x="72390" y="22860"/>
                                      <a:pt x="72390" y="20955"/>
                                    </a:cubicBezTo>
                                    <a:cubicBezTo>
                                      <a:pt x="72390" y="20003"/>
                                      <a:pt x="72390" y="19050"/>
                                      <a:pt x="72390" y="19050"/>
                                    </a:cubicBezTo>
                                    <a:cubicBezTo>
                                      <a:pt x="72390" y="20003"/>
                                      <a:pt x="72390" y="20003"/>
                                      <a:pt x="72390" y="20955"/>
                                    </a:cubicBezTo>
                                    <a:cubicBezTo>
                                      <a:pt x="72390" y="21908"/>
                                      <a:pt x="71438" y="23813"/>
                                      <a:pt x="71438" y="25718"/>
                                    </a:cubicBezTo>
                                    <a:cubicBezTo>
                                      <a:pt x="71438" y="27623"/>
                                      <a:pt x="70485" y="29528"/>
                                      <a:pt x="70485" y="31433"/>
                                    </a:cubicBezTo>
                                    <a:cubicBezTo>
                                      <a:pt x="70485" y="32385"/>
                                      <a:pt x="69532" y="33338"/>
                                      <a:pt x="69532" y="34290"/>
                                    </a:cubicBezTo>
                                    <a:cubicBezTo>
                                      <a:pt x="69532" y="35243"/>
                                      <a:pt x="68580" y="36195"/>
                                      <a:pt x="68580" y="38100"/>
                                    </a:cubicBezTo>
                                    <a:cubicBezTo>
                                      <a:pt x="67627" y="40005"/>
                                      <a:pt x="66675" y="42863"/>
                                      <a:pt x="65722" y="45720"/>
                                    </a:cubicBezTo>
                                    <a:cubicBezTo>
                                      <a:pt x="64770" y="48578"/>
                                      <a:pt x="63817" y="50483"/>
                                      <a:pt x="62865" y="53340"/>
                                    </a:cubicBezTo>
                                    <a:cubicBezTo>
                                      <a:pt x="61913" y="56198"/>
                                      <a:pt x="60960" y="59055"/>
                                      <a:pt x="59055" y="60960"/>
                                    </a:cubicBezTo>
                                    <a:cubicBezTo>
                                      <a:pt x="58102" y="63818"/>
                                      <a:pt x="56197" y="65723"/>
                                      <a:pt x="55245" y="68580"/>
                                    </a:cubicBezTo>
                                    <a:cubicBezTo>
                                      <a:pt x="53340" y="71438"/>
                                      <a:pt x="52388" y="73343"/>
                                      <a:pt x="51435" y="75248"/>
                                    </a:cubicBezTo>
                                    <a:cubicBezTo>
                                      <a:pt x="49530" y="77153"/>
                                      <a:pt x="48577" y="80010"/>
                                      <a:pt x="47625" y="81915"/>
                                    </a:cubicBezTo>
                                    <a:cubicBezTo>
                                      <a:pt x="46672" y="83820"/>
                                      <a:pt x="44767" y="85725"/>
                                      <a:pt x="43815" y="87630"/>
                                    </a:cubicBezTo>
                                    <a:cubicBezTo>
                                      <a:pt x="42863" y="89535"/>
                                      <a:pt x="41910" y="91440"/>
                                      <a:pt x="40957" y="92393"/>
                                    </a:cubicBezTo>
                                    <a:cubicBezTo>
                                      <a:pt x="40005" y="94298"/>
                                      <a:pt x="40005" y="95250"/>
                                      <a:pt x="39052" y="97155"/>
                                    </a:cubicBezTo>
                                    <a:cubicBezTo>
                                      <a:pt x="39052" y="97155"/>
                                      <a:pt x="39052" y="97155"/>
                                      <a:pt x="39052" y="98108"/>
                                    </a:cubicBezTo>
                                    <a:lnTo>
                                      <a:pt x="39052" y="97155"/>
                                    </a:lnTo>
                                    <a:cubicBezTo>
                                      <a:pt x="38100" y="95250"/>
                                      <a:pt x="36195" y="92393"/>
                                      <a:pt x="35242" y="89535"/>
                                    </a:cubicBezTo>
                                    <a:cubicBezTo>
                                      <a:pt x="34290" y="86678"/>
                                      <a:pt x="33338" y="83820"/>
                                      <a:pt x="32385" y="80963"/>
                                    </a:cubicBezTo>
                                    <a:lnTo>
                                      <a:pt x="32385" y="79058"/>
                                    </a:lnTo>
                                    <a:cubicBezTo>
                                      <a:pt x="32385" y="78105"/>
                                      <a:pt x="32385" y="78105"/>
                                      <a:pt x="32385" y="77153"/>
                                    </a:cubicBezTo>
                                    <a:cubicBezTo>
                                      <a:pt x="32385" y="75248"/>
                                      <a:pt x="34290" y="71438"/>
                                      <a:pt x="36195" y="68580"/>
                                    </a:cubicBezTo>
                                    <a:cubicBezTo>
                                      <a:pt x="37147" y="66675"/>
                                      <a:pt x="38100" y="64770"/>
                                      <a:pt x="39052" y="62865"/>
                                    </a:cubicBezTo>
                                    <a:cubicBezTo>
                                      <a:pt x="40005" y="60960"/>
                                      <a:pt x="40957" y="59055"/>
                                      <a:pt x="42863" y="56198"/>
                                    </a:cubicBezTo>
                                    <a:cubicBezTo>
                                      <a:pt x="43815" y="54293"/>
                                      <a:pt x="44767" y="51435"/>
                                      <a:pt x="46672" y="48578"/>
                                    </a:cubicBezTo>
                                    <a:cubicBezTo>
                                      <a:pt x="47625" y="45720"/>
                                      <a:pt x="48577" y="43815"/>
                                      <a:pt x="50482" y="40958"/>
                                    </a:cubicBezTo>
                                    <a:cubicBezTo>
                                      <a:pt x="51435" y="38100"/>
                                      <a:pt x="52388" y="36195"/>
                                      <a:pt x="53340" y="33338"/>
                                    </a:cubicBezTo>
                                    <a:lnTo>
                                      <a:pt x="56197" y="25718"/>
                                    </a:lnTo>
                                    <a:cubicBezTo>
                                      <a:pt x="57150" y="22860"/>
                                      <a:pt x="58102" y="20955"/>
                                      <a:pt x="59055" y="19050"/>
                                    </a:cubicBezTo>
                                    <a:cubicBezTo>
                                      <a:pt x="60007" y="17145"/>
                                      <a:pt x="60960" y="14288"/>
                                      <a:pt x="60960" y="12383"/>
                                    </a:cubicBezTo>
                                    <a:cubicBezTo>
                                      <a:pt x="61913" y="8573"/>
                                      <a:pt x="63817" y="4763"/>
                                      <a:pt x="63817" y="2858"/>
                                    </a:cubicBezTo>
                                    <a:cubicBezTo>
                                      <a:pt x="63817" y="1905"/>
                                      <a:pt x="64770" y="953"/>
                                      <a:pt x="64770" y="0"/>
                                    </a:cubicBezTo>
                                    <a:cubicBezTo>
                                      <a:pt x="64770" y="953"/>
                                      <a:pt x="63817" y="1905"/>
                                      <a:pt x="63817" y="2858"/>
                                    </a:cubicBezTo>
                                    <a:cubicBezTo>
                                      <a:pt x="62865" y="4763"/>
                                      <a:pt x="61913" y="8573"/>
                                      <a:pt x="60007" y="12383"/>
                                    </a:cubicBezTo>
                                    <a:cubicBezTo>
                                      <a:pt x="59055" y="14288"/>
                                      <a:pt x="58102" y="16193"/>
                                      <a:pt x="58102" y="19050"/>
                                    </a:cubicBezTo>
                                    <a:cubicBezTo>
                                      <a:pt x="57150" y="20955"/>
                                      <a:pt x="56197" y="23813"/>
                                      <a:pt x="55245" y="25718"/>
                                    </a:cubicBezTo>
                                    <a:cubicBezTo>
                                      <a:pt x="54292" y="28575"/>
                                      <a:pt x="53340" y="30480"/>
                                      <a:pt x="52388" y="33338"/>
                                    </a:cubicBezTo>
                                    <a:cubicBezTo>
                                      <a:pt x="51435" y="36195"/>
                                      <a:pt x="50482" y="38100"/>
                                      <a:pt x="48577" y="40958"/>
                                    </a:cubicBezTo>
                                    <a:cubicBezTo>
                                      <a:pt x="47625" y="43815"/>
                                      <a:pt x="46672" y="45720"/>
                                      <a:pt x="44767" y="48578"/>
                                    </a:cubicBezTo>
                                    <a:cubicBezTo>
                                      <a:pt x="43815" y="51435"/>
                                      <a:pt x="41910" y="53340"/>
                                      <a:pt x="40957" y="55245"/>
                                    </a:cubicBezTo>
                                    <a:cubicBezTo>
                                      <a:pt x="40005" y="57150"/>
                                      <a:pt x="38100" y="60008"/>
                                      <a:pt x="37147" y="61913"/>
                                    </a:cubicBezTo>
                                    <a:cubicBezTo>
                                      <a:pt x="36195" y="63818"/>
                                      <a:pt x="35242" y="65723"/>
                                      <a:pt x="34290" y="67628"/>
                                    </a:cubicBezTo>
                                    <a:cubicBezTo>
                                      <a:pt x="33338" y="70485"/>
                                      <a:pt x="31432" y="72390"/>
                                      <a:pt x="31432" y="74295"/>
                                    </a:cubicBezTo>
                                    <a:lnTo>
                                      <a:pt x="31432" y="71438"/>
                                    </a:lnTo>
                                    <a:cubicBezTo>
                                      <a:pt x="30480" y="68580"/>
                                      <a:pt x="30480" y="64770"/>
                                      <a:pt x="30480" y="61913"/>
                                    </a:cubicBezTo>
                                    <a:cubicBezTo>
                                      <a:pt x="30480" y="59055"/>
                                      <a:pt x="29527" y="55245"/>
                                      <a:pt x="29527" y="52388"/>
                                    </a:cubicBezTo>
                                    <a:cubicBezTo>
                                      <a:pt x="29527" y="49530"/>
                                      <a:pt x="29527" y="46673"/>
                                      <a:pt x="29527" y="43815"/>
                                    </a:cubicBezTo>
                                    <a:cubicBezTo>
                                      <a:pt x="29527" y="40958"/>
                                      <a:pt x="29527" y="38100"/>
                                      <a:pt x="29527" y="36195"/>
                                    </a:cubicBezTo>
                                    <a:cubicBezTo>
                                      <a:pt x="29527" y="31433"/>
                                      <a:pt x="30480" y="27623"/>
                                      <a:pt x="31432" y="25718"/>
                                    </a:cubicBezTo>
                                    <a:lnTo>
                                      <a:pt x="31432" y="25718"/>
                                    </a:lnTo>
                                    <a:cubicBezTo>
                                      <a:pt x="29527" y="27623"/>
                                      <a:pt x="29527" y="32385"/>
                                      <a:pt x="28575" y="36195"/>
                                    </a:cubicBezTo>
                                    <a:cubicBezTo>
                                      <a:pt x="28575" y="39053"/>
                                      <a:pt x="28575" y="40958"/>
                                      <a:pt x="28575" y="43815"/>
                                    </a:cubicBezTo>
                                    <a:cubicBezTo>
                                      <a:pt x="28575" y="46673"/>
                                      <a:pt x="28575" y="49530"/>
                                      <a:pt x="28575" y="52388"/>
                                    </a:cubicBezTo>
                                    <a:cubicBezTo>
                                      <a:pt x="28575" y="55245"/>
                                      <a:pt x="28575" y="59055"/>
                                      <a:pt x="28575" y="61913"/>
                                    </a:cubicBezTo>
                                    <a:lnTo>
                                      <a:pt x="28575" y="65723"/>
                                    </a:lnTo>
                                    <a:cubicBezTo>
                                      <a:pt x="28575" y="64770"/>
                                      <a:pt x="27622" y="64770"/>
                                      <a:pt x="26670" y="63818"/>
                                    </a:cubicBezTo>
                                    <a:cubicBezTo>
                                      <a:pt x="25717" y="62865"/>
                                      <a:pt x="23813" y="60960"/>
                                      <a:pt x="22860" y="59055"/>
                                    </a:cubicBezTo>
                                    <a:cubicBezTo>
                                      <a:pt x="20955" y="57150"/>
                                      <a:pt x="20002" y="56198"/>
                                      <a:pt x="18097" y="54293"/>
                                    </a:cubicBezTo>
                                    <a:cubicBezTo>
                                      <a:pt x="16192" y="52388"/>
                                      <a:pt x="15240" y="50483"/>
                                      <a:pt x="14288" y="48578"/>
                                    </a:cubicBezTo>
                                    <a:cubicBezTo>
                                      <a:pt x="13335" y="46673"/>
                                      <a:pt x="12382" y="44768"/>
                                      <a:pt x="12382" y="42863"/>
                                    </a:cubicBezTo>
                                    <a:cubicBezTo>
                                      <a:pt x="12382" y="41910"/>
                                      <a:pt x="12382" y="40958"/>
                                      <a:pt x="12382" y="40958"/>
                                    </a:cubicBezTo>
                                    <a:cubicBezTo>
                                      <a:pt x="12382" y="40005"/>
                                      <a:pt x="12382" y="40005"/>
                                      <a:pt x="12382" y="39053"/>
                                    </a:cubicBezTo>
                                    <a:cubicBezTo>
                                      <a:pt x="9525" y="40005"/>
                                      <a:pt x="9525" y="39053"/>
                                      <a:pt x="9525" y="39053"/>
                                    </a:cubicBezTo>
                                    <a:close/>
                                  </a:path>
                                </a:pathLst>
                              </a:custGeom>
                              <a:grpFill/>
                              <a:ln w="9525" cap="flat">
                                <a:noFill/>
                                <a:prstDash val="solid"/>
                                <a:miter/>
                              </a:ln>
                            </p:spPr>
                            <p:txBody>
                              <a:bodyPr rtlCol="0" anchor="ctr"/>
                              <a:lstStyle/>
                              <a:p>
                                <a:endParaRPr lang="en-US"/>
                              </a:p>
                            </p:txBody>
                          </p:sp>
                        </p:grpSp>
                      </p:grpSp>
                    </p:grpSp>
                    <p:sp>
                      <p:nvSpPr>
                        <p:cNvPr id="302" name="Freeform: Shape 301">
                          <a:extLst>
                            <a:ext uri="{FF2B5EF4-FFF2-40B4-BE49-F238E27FC236}">
                              <a16:creationId xmlns:a16="http://schemas.microsoft.com/office/drawing/2014/main" id="{E9E05D4A-6F0F-45C3-863A-6F8EF2E05034}"/>
                            </a:ext>
                          </a:extLst>
                        </p:cNvPr>
                        <p:cNvSpPr/>
                        <p:nvPr/>
                      </p:nvSpPr>
                      <p:spPr>
                        <a:xfrm>
                          <a:off x="3345361" y="1271459"/>
                          <a:ext cx="710564" cy="2813684"/>
                        </a:xfrm>
                        <a:custGeom>
                          <a:avLst/>
                          <a:gdLst>
                            <a:gd name="connsiteX0" fmla="*/ 32385 w 710564"/>
                            <a:gd name="connsiteY0" fmla="*/ 0 h 2813684"/>
                            <a:gd name="connsiteX1" fmla="*/ 0 w 710564"/>
                            <a:gd name="connsiteY1" fmla="*/ 368617 h 2813684"/>
                            <a:gd name="connsiteX2" fmla="*/ 0 w 710564"/>
                            <a:gd name="connsiteY2" fmla="*/ 368617 h 2813684"/>
                            <a:gd name="connsiteX3" fmla="*/ 0 w 710564"/>
                            <a:gd name="connsiteY3" fmla="*/ 369570 h 2813684"/>
                            <a:gd name="connsiteX4" fmla="*/ 62865 w 710564"/>
                            <a:gd name="connsiteY4" fmla="*/ 612457 h 2813684"/>
                            <a:gd name="connsiteX5" fmla="*/ 62865 w 710564"/>
                            <a:gd name="connsiteY5" fmla="*/ 612457 h 2813684"/>
                            <a:gd name="connsiteX6" fmla="*/ 62865 w 710564"/>
                            <a:gd name="connsiteY6" fmla="*/ 1006793 h 2813684"/>
                            <a:gd name="connsiteX7" fmla="*/ 62865 w 710564"/>
                            <a:gd name="connsiteY7" fmla="*/ 1006793 h 2813684"/>
                            <a:gd name="connsiteX8" fmla="*/ 62865 w 710564"/>
                            <a:gd name="connsiteY8" fmla="*/ 1006793 h 2813684"/>
                            <a:gd name="connsiteX9" fmla="*/ 156210 w 710564"/>
                            <a:gd name="connsiteY9" fmla="*/ 1394460 h 2813684"/>
                            <a:gd name="connsiteX10" fmla="*/ 156210 w 710564"/>
                            <a:gd name="connsiteY10" fmla="*/ 1394460 h 2813684"/>
                            <a:gd name="connsiteX11" fmla="*/ 219075 w 710564"/>
                            <a:gd name="connsiteY11" fmla="*/ 1799273 h 2813684"/>
                            <a:gd name="connsiteX12" fmla="*/ 219075 w 710564"/>
                            <a:gd name="connsiteY12" fmla="*/ 1800225 h 2813684"/>
                            <a:gd name="connsiteX13" fmla="*/ 219075 w 710564"/>
                            <a:gd name="connsiteY13" fmla="*/ 1800225 h 2813684"/>
                            <a:gd name="connsiteX14" fmla="*/ 396240 w 710564"/>
                            <a:gd name="connsiteY14" fmla="*/ 2149793 h 2813684"/>
                            <a:gd name="connsiteX15" fmla="*/ 396240 w 710564"/>
                            <a:gd name="connsiteY15" fmla="*/ 2149793 h 2813684"/>
                            <a:gd name="connsiteX16" fmla="*/ 481965 w 710564"/>
                            <a:gd name="connsiteY16" fmla="*/ 2451735 h 2813684"/>
                            <a:gd name="connsiteX17" fmla="*/ 481965 w 710564"/>
                            <a:gd name="connsiteY17" fmla="*/ 2452688 h 2813684"/>
                            <a:gd name="connsiteX18" fmla="*/ 481965 w 710564"/>
                            <a:gd name="connsiteY18" fmla="*/ 2452688 h 2813684"/>
                            <a:gd name="connsiteX19" fmla="*/ 607695 w 710564"/>
                            <a:gd name="connsiteY19" fmla="*/ 2618422 h 2813684"/>
                            <a:gd name="connsiteX20" fmla="*/ 607695 w 710564"/>
                            <a:gd name="connsiteY20" fmla="*/ 2618422 h 2813684"/>
                            <a:gd name="connsiteX21" fmla="*/ 710565 w 710564"/>
                            <a:gd name="connsiteY21" fmla="*/ 2813685 h 2813684"/>
                            <a:gd name="connsiteX22" fmla="*/ 607695 w 710564"/>
                            <a:gd name="connsiteY22" fmla="*/ 2617470 h 2813684"/>
                            <a:gd name="connsiteX23" fmla="*/ 607695 w 710564"/>
                            <a:gd name="connsiteY23" fmla="*/ 2617470 h 2813684"/>
                            <a:gd name="connsiteX24" fmla="*/ 607695 w 710564"/>
                            <a:gd name="connsiteY24" fmla="*/ 2617470 h 2813684"/>
                            <a:gd name="connsiteX25" fmla="*/ 482918 w 710564"/>
                            <a:gd name="connsiteY25" fmla="*/ 2451735 h 2813684"/>
                            <a:gd name="connsiteX26" fmla="*/ 482918 w 710564"/>
                            <a:gd name="connsiteY26" fmla="*/ 2451735 h 2813684"/>
                            <a:gd name="connsiteX27" fmla="*/ 398145 w 710564"/>
                            <a:gd name="connsiteY27" fmla="*/ 2149793 h 2813684"/>
                            <a:gd name="connsiteX28" fmla="*/ 398145 w 710564"/>
                            <a:gd name="connsiteY28" fmla="*/ 2148840 h 2813684"/>
                            <a:gd name="connsiteX29" fmla="*/ 398145 w 710564"/>
                            <a:gd name="connsiteY29" fmla="*/ 2148840 h 2813684"/>
                            <a:gd name="connsiteX30" fmla="*/ 221932 w 710564"/>
                            <a:gd name="connsiteY30" fmla="*/ 1798320 h 2813684"/>
                            <a:gd name="connsiteX31" fmla="*/ 221932 w 710564"/>
                            <a:gd name="connsiteY31" fmla="*/ 1799273 h 2813684"/>
                            <a:gd name="connsiteX32" fmla="*/ 160020 w 710564"/>
                            <a:gd name="connsiteY32" fmla="*/ 1393508 h 2813684"/>
                            <a:gd name="connsiteX33" fmla="*/ 160020 w 710564"/>
                            <a:gd name="connsiteY33" fmla="*/ 1393508 h 2813684"/>
                            <a:gd name="connsiteX34" fmla="*/ 159067 w 710564"/>
                            <a:gd name="connsiteY34" fmla="*/ 1393508 h 2813684"/>
                            <a:gd name="connsiteX35" fmla="*/ 67627 w 710564"/>
                            <a:gd name="connsiteY35" fmla="*/ 1005840 h 2813684"/>
                            <a:gd name="connsiteX36" fmla="*/ 67627 w 710564"/>
                            <a:gd name="connsiteY36" fmla="*/ 1006793 h 2813684"/>
                            <a:gd name="connsiteX37" fmla="*/ 68580 w 710564"/>
                            <a:gd name="connsiteY37" fmla="*/ 612457 h 2813684"/>
                            <a:gd name="connsiteX38" fmla="*/ 68580 w 710564"/>
                            <a:gd name="connsiteY38" fmla="*/ 611505 h 2813684"/>
                            <a:gd name="connsiteX39" fmla="*/ 68580 w 710564"/>
                            <a:gd name="connsiteY39" fmla="*/ 611505 h 2813684"/>
                            <a:gd name="connsiteX40" fmla="*/ 5715 w 710564"/>
                            <a:gd name="connsiteY40" fmla="*/ 367665 h 2813684"/>
                            <a:gd name="connsiteX41" fmla="*/ 5715 w 710564"/>
                            <a:gd name="connsiteY41" fmla="*/ 368617 h 2813684"/>
                            <a:gd name="connsiteX42" fmla="*/ 40005 w 710564"/>
                            <a:gd name="connsiteY42" fmla="*/ 0 h 2813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710564" h="2813684">
                              <a:moveTo>
                                <a:pt x="32385" y="0"/>
                              </a:moveTo>
                              <a:lnTo>
                                <a:pt x="0" y="368617"/>
                              </a:lnTo>
                              <a:lnTo>
                                <a:pt x="0" y="368617"/>
                              </a:lnTo>
                              <a:lnTo>
                                <a:pt x="0" y="369570"/>
                              </a:lnTo>
                              <a:lnTo>
                                <a:pt x="62865" y="612457"/>
                              </a:lnTo>
                              <a:lnTo>
                                <a:pt x="62865" y="612457"/>
                              </a:lnTo>
                              <a:lnTo>
                                <a:pt x="62865" y="1006793"/>
                              </a:lnTo>
                              <a:lnTo>
                                <a:pt x="62865" y="1006793"/>
                              </a:lnTo>
                              <a:lnTo>
                                <a:pt x="62865" y="1006793"/>
                              </a:lnTo>
                              <a:lnTo>
                                <a:pt x="156210" y="1394460"/>
                              </a:lnTo>
                              <a:lnTo>
                                <a:pt x="156210" y="1394460"/>
                              </a:lnTo>
                              <a:lnTo>
                                <a:pt x="219075" y="1799273"/>
                              </a:lnTo>
                              <a:lnTo>
                                <a:pt x="219075" y="1800225"/>
                              </a:lnTo>
                              <a:lnTo>
                                <a:pt x="219075" y="1800225"/>
                              </a:lnTo>
                              <a:lnTo>
                                <a:pt x="396240" y="2149793"/>
                              </a:lnTo>
                              <a:lnTo>
                                <a:pt x="396240" y="2149793"/>
                              </a:lnTo>
                              <a:lnTo>
                                <a:pt x="481965" y="2451735"/>
                              </a:lnTo>
                              <a:lnTo>
                                <a:pt x="481965" y="2452688"/>
                              </a:lnTo>
                              <a:lnTo>
                                <a:pt x="481965" y="2452688"/>
                              </a:lnTo>
                              <a:lnTo>
                                <a:pt x="607695" y="2618422"/>
                              </a:lnTo>
                              <a:lnTo>
                                <a:pt x="607695" y="2618422"/>
                              </a:lnTo>
                              <a:lnTo>
                                <a:pt x="710565" y="2813685"/>
                              </a:lnTo>
                              <a:lnTo>
                                <a:pt x="607695" y="2617470"/>
                              </a:lnTo>
                              <a:lnTo>
                                <a:pt x="607695" y="2617470"/>
                              </a:lnTo>
                              <a:lnTo>
                                <a:pt x="607695" y="2617470"/>
                              </a:lnTo>
                              <a:lnTo>
                                <a:pt x="482918" y="2451735"/>
                              </a:lnTo>
                              <a:lnTo>
                                <a:pt x="482918" y="2451735"/>
                              </a:lnTo>
                              <a:lnTo>
                                <a:pt x="398145" y="2149793"/>
                              </a:lnTo>
                              <a:lnTo>
                                <a:pt x="398145" y="2148840"/>
                              </a:lnTo>
                              <a:lnTo>
                                <a:pt x="398145" y="2148840"/>
                              </a:lnTo>
                              <a:lnTo>
                                <a:pt x="221932" y="1798320"/>
                              </a:lnTo>
                              <a:lnTo>
                                <a:pt x="221932" y="1799273"/>
                              </a:lnTo>
                              <a:lnTo>
                                <a:pt x="160020" y="1393508"/>
                              </a:lnTo>
                              <a:lnTo>
                                <a:pt x="160020" y="1393508"/>
                              </a:lnTo>
                              <a:lnTo>
                                <a:pt x="159067" y="1393508"/>
                              </a:lnTo>
                              <a:lnTo>
                                <a:pt x="67627" y="1005840"/>
                              </a:lnTo>
                              <a:lnTo>
                                <a:pt x="67627" y="1006793"/>
                              </a:lnTo>
                              <a:lnTo>
                                <a:pt x="68580" y="612457"/>
                              </a:lnTo>
                              <a:lnTo>
                                <a:pt x="68580" y="611505"/>
                              </a:lnTo>
                              <a:lnTo>
                                <a:pt x="68580" y="611505"/>
                              </a:lnTo>
                              <a:lnTo>
                                <a:pt x="5715" y="367665"/>
                              </a:lnTo>
                              <a:lnTo>
                                <a:pt x="5715" y="368617"/>
                              </a:lnTo>
                              <a:lnTo>
                                <a:pt x="40005" y="0"/>
                              </a:lnTo>
                              <a:close/>
                            </a:path>
                          </a:pathLst>
                        </a:custGeom>
                        <a:grpFill/>
                        <a:ln w="9525" cap="flat">
                          <a:noFill/>
                          <a:prstDash val="solid"/>
                          <a:miter/>
                        </a:ln>
                      </p:spPr>
                      <p:txBody>
                        <a:bodyPr rtlCol="0" anchor="ctr"/>
                        <a:lstStyle/>
                        <a:p>
                          <a:endParaRPr lang="en-US"/>
                        </a:p>
                      </p:txBody>
                    </p:sp>
                  </p:grpSp>
                  <p:grpSp>
                    <p:nvGrpSpPr>
                      <p:cNvPr id="303" name="Graphic 2">
                        <a:extLst>
                          <a:ext uri="{FF2B5EF4-FFF2-40B4-BE49-F238E27FC236}">
                            <a16:creationId xmlns:a16="http://schemas.microsoft.com/office/drawing/2014/main" id="{AE736AF3-0337-429B-AEF1-DA4B52809559}"/>
                          </a:ext>
                        </a:extLst>
                      </p:cNvPr>
                      <p:cNvGrpSpPr/>
                      <p:nvPr/>
                    </p:nvGrpSpPr>
                    <p:grpSpPr>
                      <a:xfrm>
                        <a:off x="3635874" y="1298129"/>
                        <a:ext cx="521017" cy="1466849"/>
                        <a:chOff x="3635874" y="1298129"/>
                        <a:chExt cx="521017" cy="1466849"/>
                      </a:xfrm>
                      <a:grpFill/>
                    </p:grpSpPr>
                    <p:grpSp>
                      <p:nvGrpSpPr>
                        <p:cNvPr id="304" name="Graphic 2">
                          <a:extLst>
                            <a:ext uri="{FF2B5EF4-FFF2-40B4-BE49-F238E27FC236}">
                              <a16:creationId xmlns:a16="http://schemas.microsoft.com/office/drawing/2014/main" id="{AE736AF3-0337-429B-AEF1-DA4B52809559}"/>
                            </a:ext>
                          </a:extLst>
                        </p:cNvPr>
                        <p:cNvGrpSpPr/>
                        <p:nvPr/>
                      </p:nvGrpSpPr>
                      <p:grpSpPr>
                        <a:xfrm>
                          <a:off x="3652494" y="1298129"/>
                          <a:ext cx="217693" cy="344805"/>
                          <a:chOff x="3652494" y="1298129"/>
                          <a:chExt cx="217693" cy="344805"/>
                        </a:xfrm>
                        <a:grpFill/>
                      </p:grpSpPr>
                      <p:sp>
                        <p:nvSpPr>
                          <p:cNvPr id="305" name="Freeform: Shape 304">
                            <a:extLst>
                              <a:ext uri="{FF2B5EF4-FFF2-40B4-BE49-F238E27FC236}">
                                <a16:creationId xmlns:a16="http://schemas.microsoft.com/office/drawing/2014/main" id="{BB27C4F2-DB03-4809-87D2-076CBDDBA988}"/>
                              </a:ext>
                            </a:extLst>
                          </p:cNvPr>
                          <p:cNvSpPr/>
                          <p:nvPr/>
                        </p:nvSpPr>
                        <p:spPr>
                          <a:xfrm>
                            <a:off x="3652494" y="1298456"/>
                            <a:ext cx="217693" cy="344478"/>
                          </a:xfrm>
                          <a:custGeom>
                            <a:avLst/>
                            <a:gdLst>
                              <a:gd name="connsiteX0" fmla="*/ 86249 w 217693"/>
                              <a:gd name="connsiteY0" fmla="*/ 28248 h 344478"/>
                              <a:gd name="connsiteX1" fmla="*/ 83392 w 217693"/>
                              <a:gd name="connsiteY1" fmla="*/ 43488 h 344478"/>
                              <a:gd name="connsiteX2" fmla="*/ 83392 w 217693"/>
                              <a:gd name="connsiteY2" fmla="*/ 43488 h 344478"/>
                              <a:gd name="connsiteX3" fmla="*/ 82439 w 217693"/>
                              <a:gd name="connsiteY3" fmla="*/ 46346 h 344478"/>
                              <a:gd name="connsiteX4" fmla="*/ 50054 w 217693"/>
                              <a:gd name="connsiteY4" fmla="*/ 66348 h 344478"/>
                              <a:gd name="connsiteX5" fmla="*/ 41481 w 217693"/>
                              <a:gd name="connsiteY5" fmla="*/ 99686 h 344478"/>
                              <a:gd name="connsiteX6" fmla="*/ 58626 w 217693"/>
                              <a:gd name="connsiteY6" fmla="*/ 110163 h 344478"/>
                              <a:gd name="connsiteX7" fmla="*/ 90059 w 217693"/>
                              <a:gd name="connsiteY7" fmla="*/ 121593 h 344478"/>
                              <a:gd name="connsiteX8" fmla="*/ 79581 w 217693"/>
                              <a:gd name="connsiteY8" fmla="*/ 129213 h 344478"/>
                              <a:gd name="connsiteX9" fmla="*/ 69104 w 217693"/>
                              <a:gd name="connsiteY9" fmla="*/ 136833 h 344478"/>
                              <a:gd name="connsiteX10" fmla="*/ 43387 w 217693"/>
                              <a:gd name="connsiteY10" fmla="*/ 158741 h 344478"/>
                              <a:gd name="connsiteX11" fmla="*/ 19574 w 217693"/>
                              <a:gd name="connsiteY11" fmla="*/ 189221 h 344478"/>
                              <a:gd name="connsiteX12" fmla="*/ 19574 w 217693"/>
                              <a:gd name="connsiteY12" fmla="*/ 189221 h 344478"/>
                              <a:gd name="connsiteX13" fmla="*/ 19574 w 217693"/>
                              <a:gd name="connsiteY13" fmla="*/ 189221 h 344478"/>
                              <a:gd name="connsiteX14" fmla="*/ 3381 w 217693"/>
                              <a:gd name="connsiteY14" fmla="*/ 282566 h 344478"/>
                              <a:gd name="connsiteX15" fmla="*/ 18622 w 217693"/>
                              <a:gd name="connsiteY15" fmla="*/ 315903 h 344478"/>
                              <a:gd name="connsiteX16" fmla="*/ 22431 w 217693"/>
                              <a:gd name="connsiteY16" fmla="*/ 321618 h 344478"/>
                              <a:gd name="connsiteX17" fmla="*/ 23384 w 217693"/>
                              <a:gd name="connsiteY17" fmla="*/ 322571 h 344478"/>
                              <a:gd name="connsiteX18" fmla="*/ 36719 w 217693"/>
                              <a:gd name="connsiteY18" fmla="*/ 332096 h 344478"/>
                              <a:gd name="connsiteX19" fmla="*/ 52912 w 217693"/>
                              <a:gd name="connsiteY19" fmla="*/ 344478 h 344478"/>
                              <a:gd name="connsiteX20" fmla="*/ 66247 w 217693"/>
                              <a:gd name="connsiteY20" fmla="*/ 342573 h 344478"/>
                              <a:gd name="connsiteX21" fmla="*/ 66247 w 217693"/>
                              <a:gd name="connsiteY21" fmla="*/ 342573 h 344478"/>
                              <a:gd name="connsiteX22" fmla="*/ 118634 w 217693"/>
                              <a:gd name="connsiteY22" fmla="*/ 299711 h 344478"/>
                              <a:gd name="connsiteX23" fmla="*/ 119587 w 217693"/>
                              <a:gd name="connsiteY23" fmla="*/ 298758 h 344478"/>
                              <a:gd name="connsiteX24" fmla="*/ 128159 w 217693"/>
                              <a:gd name="connsiteY24" fmla="*/ 287328 h 344478"/>
                              <a:gd name="connsiteX25" fmla="*/ 137684 w 217693"/>
                              <a:gd name="connsiteY25" fmla="*/ 275898 h 344478"/>
                              <a:gd name="connsiteX26" fmla="*/ 153876 w 217693"/>
                              <a:gd name="connsiteY26" fmla="*/ 256848 h 344478"/>
                              <a:gd name="connsiteX27" fmla="*/ 211026 w 217693"/>
                              <a:gd name="connsiteY27" fmla="*/ 143501 h 344478"/>
                              <a:gd name="connsiteX28" fmla="*/ 211979 w 217693"/>
                              <a:gd name="connsiteY28" fmla="*/ 109211 h 344478"/>
                              <a:gd name="connsiteX29" fmla="*/ 217694 w 217693"/>
                              <a:gd name="connsiteY29" fmla="*/ 82541 h 344478"/>
                              <a:gd name="connsiteX30" fmla="*/ 217694 w 217693"/>
                              <a:gd name="connsiteY30" fmla="*/ 82541 h 344478"/>
                              <a:gd name="connsiteX31" fmla="*/ 217694 w 217693"/>
                              <a:gd name="connsiteY31" fmla="*/ 82541 h 344478"/>
                              <a:gd name="connsiteX32" fmla="*/ 217694 w 217693"/>
                              <a:gd name="connsiteY32" fmla="*/ 82541 h 344478"/>
                              <a:gd name="connsiteX33" fmla="*/ 217694 w 217693"/>
                              <a:gd name="connsiteY33" fmla="*/ 71111 h 344478"/>
                              <a:gd name="connsiteX34" fmla="*/ 217694 w 217693"/>
                              <a:gd name="connsiteY34" fmla="*/ 71111 h 344478"/>
                              <a:gd name="connsiteX35" fmla="*/ 217694 w 217693"/>
                              <a:gd name="connsiteY35" fmla="*/ 70158 h 344478"/>
                              <a:gd name="connsiteX36" fmla="*/ 211979 w 217693"/>
                              <a:gd name="connsiteY36" fmla="*/ 43488 h 344478"/>
                              <a:gd name="connsiteX37" fmla="*/ 191024 w 217693"/>
                              <a:gd name="connsiteY37" fmla="*/ 14913 h 344478"/>
                              <a:gd name="connsiteX38" fmla="*/ 159592 w 217693"/>
                              <a:gd name="connsiteY38" fmla="*/ 626 h 344478"/>
                              <a:gd name="connsiteX39" fmla="*/ 158639 w 217693"/>
                              <a:gd name="connsiteY39" fmla="*/ 626 h 344478"/>
                              <a:gd name="connsiteX40" fmla="*/ 158639 w 217693"/>
                              <a:gd name="connsiteY40" fmla="*/ 626 h 344478"/>
                              <a:gd name="connsiteX41" fmla="*/ 133874 w 217693"/>
                              <a:gd name="connsiteY41" fmla="*/ 1578 h 344478"/>
                              <a:gd name="connsiteX42" fmla="*/ 86249 w 217693"/>
                              <a:gd name="connsiteY42" fmla="*/ 28248 h 344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17693" h="344478">
                                <a:moveTo>
                                  <a:pt x="86249" y="28248"/>
                                </a:moveTo>
                                <a:cubicBezTo>
                                  <a:pt x="78629" y="35868"/>
                                  <a:pt x="84344" y="35868"/>
                                  <a:pt x="83392" y="43488"/>
                                </a:cubicBezTo>
                                <a:lnTo>
                                  <a:pt x="83392" y="43488"/>
                                </a:lnTo>
                                <a:cubicBezTo>
                                  <a:pt x="83392" y="44441"/>
                                  <a:pt x="83392" y="45393"/>
                                  <a:pt x="82439" y="46346"/>
                                </a:cubicBezTo>
                                <a:cubicBezTo>
                                  <a:pt x="76724" y="45393"/>
                                  <a:pt x="53864" y="61586"/>
                                  <a:pt x="50054" y="66348"/>
                                </a:cubicBezTo>
                                <a:cubicBezTo>
                                  <a:pt x="42434" y="75873"/>
                                  <a:pt x="35767" y="89208"/>
                                  <a:pt x="41481" y="99686"/>
                                </a:cubicBezTo>
                                <a:cubicBezTo>
                                  <a:pt x="45292" y="105401"/>
                                  <a:pt x="51959" y="108258"/>
                                  <a:pt x="58626" y="110163"/>
                                </a:cubicBezTo>
                                <a:cubicBezTo>
                                  <a:pt x="71009" y="113973"/>
                                  <a:pt x="80534" y="117783"/>
                                  <a:pt x="90059" y="121593"/>
                                </a:cubicBezTo>
                                <a:cubicBezTo>
                                  <a:pt x="87201" y="123498"/>
                                  <a:pt x="82439" y="127308"/>
                                  <a:pt x="79581" y="129213"/>
                                </a:cubicBezTo>
                                <a:cubicBezTo>
                                  <a:pt x="75772" y="132071"/>
                                  <a:pt x="71962" y="134928"/>
                                  <a:pt x="69104" y="136833"/>
                                </a:cubicBezTo>
                                <a:cubicBezTo>
                                  <a:pt x="59579" y="143501"/>
                                  <a:pt x="51006" y="151121"/>
                                  <a:pt x="43387" y="158741"/>
                                </a:cubicBezTo>
                                <a:cubicBezTo>
                                  <a:pt x="35767" y="166361"/>
                                  <a:pt x="26242" y="179696"/>
                                  <a:pt x="19574" y="189221"/>
                                </a:cubicBezTo>
                                <a:lnTo>
                                  <a:pt x="19574" y="189221"/>
                                </a:lnTo>
                                <a:cubicBezTo>
                                  <a:pt x="19574" y="189221"/>
                                  <a:pt x="19574" y="189221"/>
                                  <a:pt x="19574" y="189221"/>
                                </a:cubicBezTo>
                                <a:cubicBezTo>
                                  <a:pt x="3381" y="214938"/>
                                  <a:pt x="-5191" y="248276"/>
                                  <a:pt x="3381" y="282566"/>
                                </a:cubicBezTo>
                                <a:cubicBezTo>
                                  <a:pt x="5287" y="291138"/>
                                  <a:pt x="11954" y="305426"/>
                                  <a:pt x="18622" y="315903"/>
                                </a:cubicBezTo>
                                <a:cubicBezTo>
                                  <a:pt x="19574" y="317808"/>
                                  <a:pt x="21479" y="319713"/>
                                  <a:pt x="22431" y="321618"/>
                                </a:cubicBezTo>
                                <a:cubicBezTo>
                                  <a:pt x="22431" y="321618"/>
                                  <a:pt x="22431" y="321618"/>
                                  <a:pt x="23384" y="322571"/>
                                </a:cubicBezTo>
                                <a:cubicBezTo>
                                  <a:pt x="27194" y="326381"/>
                                  <a:pt x="31956" y="330191"/>
                                  <a:pt x="36719" y="332096"/>
                                </a:cubicBezTo>
                                <a:cubicBezTo>
                                  <a:pt x="40529" y="339716"/>
                                  <a:pt x="47197" y="344478"/>
                                  <a:pt x="52912" y="344478"/>
                                </a:cubicBezTo>
                                <a:cubicBezTo>
                                  <a:pt x="56722" y="344478"/>
                                  <a:pt x="62437" y="343526"/>
                                  <a:pt x="66247" y="342573"/>
                                </a:cubicBezTo>
                                <a:lnTo>
                                  <a:pt x="66247" y="342573"/>
                                </a:lnTo>
                                <a:cubicBezTo>
                                  <a:pt x="87201" y="338763"/>
                                  <a:pt x="102442" y="321618"/>
                                  <a:pt x="118634" y="299711"/>
                                </a:cubicBezTo>
                                <a:cubicBezTo>
                                  <a:pt x="118634" y="299711"/>
                                  <a:pt x="118634" y="298758"/>
                                  <a:pt x="119587" y="298758"/>
                                </a:cubicBezTo>
                                <a:cubicBezTo>
                                  <a:pt x="122444" y="294948"/>
                                  <a:pt x="125301" y="291138"/>
                                  <a:pt x="128159" y="287328"/>
                                </a:cubicBezTo>
                                <a:cubicBezTo>
                                  <a:pt x="131017" y="283518"/>
                                  <a:pt x="134826" y="279708"/>
                                  <a:pt x="137684" y="275898"/>
                                </a:cubicBezTo>
                                <a:cubicBezTo>
                                  <a:pt x="143399" y="268278"/>
                                  <a:pt x="149114" y="261611"/>
                                  <a:pt x="153876" y="256848"/>
                                </a:cubicBezTo>
                                <a:cubicBezTo>
                                  <a:pt x="186262" y="224463"/>
                                  <a:pt x="212931" y="196841"/>
                                  <a:pt x="211026" y="143501"/>
                                </a:cubicBezTo>
                                <a:cubicBezTo>
                                  <a:pt x="212931" y="133023"/>
                                  <a:pt x="214837" y="119688"/>
                                  <a:pt x="211979" y="109211"/>
                                </a:cubicBezTo>
                                <a:cubicBezTo>
                                  <a:pt x="213884" y="103496"/>
                                  <a:pt x="216742" y="89208"/>
                                  <a:pt x="217694" y="82541"/>
                                </a:cubicBezTo>
                                <a:lnTo>
                                  <a:pt x="217694" y="82541"/>
                                </a:lnTo>
                                <a:lnTo>
                                  <a:pt x="217694" y="82541"/>
                                </a:lnTo>
                                <a:cubicBezTo>
                                  <a:pt x="217694" y="82541"/>
                                  <a:pt x="217694" y="82541"/>
                                  <a:pt x="217694" y="82541"/>
                                </a:cubicBezTo>
                                <a:lnTo>
                                  <a:pt x="217694" y="71111"/>
                                </a:lnTo>
                                <a:lnTo>
                                  <a:pt x="217694" y="71111"/>
                                </a:lnTo>
                                <a:cubicBezTo>
                                  <a:pt x="217694" y="71111"/>
                                  <a:pt x="217694" y="70158"/>
                                  <a:pt x="217694" y="70158"/>
                                </a:cubicBezTo>
                                <a:cubicBezTo>
                                  <a:pt x="216742" y="60633"/>
                                  <a:pt x="214837" y="52061"/>
                                  <a:pt x="211979" y="43488"/>
                                </a:cubicBezTo>
                                <a:cubicBezTo>
                                  <a:pt x="207217" y="32058"/>
                                  <a:pt x="200549" y="22533"/>
                                  <a:pt x="191024" y="14913"/>
                                </a:cubicBezTo>
                                <a:cubicBezTo>
                                  <a:pt x="181499" y="7293"/>
                                  <a:pt x="171022" y="2531"/>
                                  <a:pt x="159592" y="626"/>
                                </a:cubicBezTo>
                                <a:cubicBezTo>
                                  <a:pt x="159592" y="626"/>
                                  <a:pt x="158639" y="626"/>
                                  <a:pt x="158639" y="626"/>
                                </a:cubicBezTo>
                                <a:lnTo>
                                  <a:pt x="158639" y="626"/>
                                </a:lnTo>
                                <a:cubicBezTo>
                                  <a:pt x="151019" y="-327"/>
                                  <a:pt x="141494" y="-327"/>
                                  <a:pt x="133874" y="1578"/>
                                </a:cubicBezTo>
                                <a:cubicBezTo>
                                  <a:pt x="114824" y="4436"/>
                                  <a:pt x="99584" y="14913"/>
                                  <a:pt x="86249" y="28248"/>
                                </a:cubicBezTo>
                                <a:close/>
                              </a:path>
                            </a:pathLst>
                          </a:custGeom>
                          <a:grpFill/>
                          <a:ln w="9525" cap="flat">
                            <a:noFill/>
                            <a:prstDash val="solid"/>
                            <a:miter/>
                          </a:ln>
                        </p:spPr>
                        <p:txBody>
                          <a:bodyPr rtlCol="0" anchor="ctr"/>
                          <a:lstStyle/>
                          <a:p>
                            <a:endParaRPr lang="en-US"/>
                          </a:p>
                        </p:txBody>
                      </p:sp>
                      <p:grpSp>
                        <p:nvGrpSpPr>
                          <p:cNvPr id="306" name="Graphic 2">
                            <a:extLst>
                              <a:ext uri="{FF2B5EF4-FFF2-40B4-BE49-F238E27FC236}">
                                <a16:creationId xmlns:a16="http://schemas.microsoft.com/office/drawing/2014/main" id="{AE736AF3-0337-429B-AEF1-DA4B52809559}"/>
                              </a:ext>
                            </a:extLst>
                          </p:cNvPr>
                          <p:cNvGrpSpPr/>
                          <p:nvPr/>
                        </p:nvGrpSpPr>
                        <p:grpSpPr>
                          <a:xfrm>
                            <a:off x="3654737" y="1298129"/>
                            <a:ext cx="214499" cy="343852"/>
                            <a:chOff x="3654737" y="1298129"/>
                            <a:chExt cx="214499" cy="343852"/>
                          </a:xfrm>
                          <a:grpFill/>
                        </p:grpSpPr>
                        <p:sp>
                          <p:nvSpPr>
                            <p:cNvPr id="307" name="Freeform: Shape 306">
                              <a:extLst>
                                <a:ext uri="{FF2B5EF4-FFF2-40B4-BE49-F238E27FC236}">
                                  <a16:creationId xmlns:a16="http://schemas.microsoft.com/office/drawing/2014/main" id="{589476E0-2997-4DEB-B6D3-8DCFF54F68EF}"/>
                                </a:ext>
                              </a:extLst>
                            </p:cNvPr>
                            <p:cNvSpPr/>
                            <p:nvPr/>
                          </p:nvSpPr>
                          <p:spPr>
                            <a:xfrm>
                              <a:off x="3654737" y="1380997"/>
                              <a:ext cx="214499" cy="260985"/>
                            </a:xfrm>
                            <a:custGeom>
                              <a:avLst/>
                              <a:gdLst>
                                <a:gd name="connsiteX0" fmla="*/ 123059 w 214499"/>
                                <a:gd name="connsiteY0" fmla="*/ 32385 h 260985"/>
                                <a:gd name="connsiteX1" fmla="*/ 128774 w 214499"/>
                                <a:gd name="connsiteY1" fmla="*/ 30480 h 260985"/>
                                <a:gd name="connsiteX2" fmla="*/ 136394 w 214499"/>
                                <a:gd name="connsiteY2" fmla="*/ 27622 h 260985"/>
                                <a:gd name="connsiteX3" fmla="*/ 164969 w 214499"/>
                                <a:gd name="connsiteY3" fmla="*/ 18097 h 260985"/>
                                <a:gd name="connsiteX4" fmla="*/ 188782 w 214499"/>
                                <a:gd name="connsiteY4" fmla="*/ 11430 h 260985"/>
                                <a:gd name="connsiteX5" fmla="*/ 205927 w 214499"/>
                                <a:gd name="connsiteY5" fmla="*/ 4763 h 260985"/>
                                <a:gd name="connsiteX6" fmla="*/ 214499 w 214499"/>
                                <a:gd name="connsiteY6" fmla="*/ 0 h 260985"/>
                                <a:gd name="connsiteX7" fmla="*/ 212594 w 214499"/>
                                <a:gd name="connsiteY7" fmla="*/ 8572 h 260985"/>
                                <a:gd name="connsiteX8" fmla="*/ 207832 w 214499"/>
                                <a:gd name="connsiteY8" fmla="*/ 10477 h 260985"/>
                                <a:gd name="connsiteX9" fmla="*/ 165922 w 214499"/>
                                <a:gd name="connsiteY9" fmla="*/ 23813 h 260985"/>
                                <a:gd name="connsiteX10" fmla="*/ 164969 w 214499"/>
                                <a:gd name="connsiteY10" fmla="*/ 23813 h 260985"/>
                                <a:gd name="connsiteX11" fmla="*/ 159255 w 214499"/>
                                <a:gd name="connsiteY11" fmla="*/ 29527 h 260985"/>
                                <a:gd name="connsiteX12" fmla="*/ 142109 w 214499"/>
                                <a:gd name="connsiteY12" fmla="*/ 51435 h 260985"/>
                                <a:gd name="connsiteX13" fmla="*/ 134489 w 214499"/>
                                <a:gd name="connsiteY13" fmla="*/ 68580 h 260985"/>
                                <a:gd name="connsiteX14" fmla="*/ 130680 w 214499"/>
                                <a:gd name="connsiteY14" fmla="*/ 89535 h 260985"/>
                                <a:gd name="connsiteX15" fmla="*/ 126869 w 214499"/>
                                <a:gd name="connsiteY15" fmla="*/ 134302 h 260985"/>
                                <a:gd name="connsiteX16" fmla="*/ 125917 w 214499"/>
                                <a:gd name="connsiteY16" fmla="*/ 145733 h 260985"/>
                                <a:gd name="connsiteX17" fmla="*/ 124964 w 214499"/>
                                <a:gd name="connsiteY17" fmla="*/ 151447 h 260985"/>
                                <a:gd name="connsiteX18" fmla="*/ 124012 w 214499"/>
                                <a:gd name="connsiteY18" fmla="*/ 157163 h 260985"/>
                                <a:gd name="connsiteX19" fmla="*/ 123059 w 214499"/>
                                <a:gd name="connsiteY19" fmla="*/ 167640 h 260985"/>
                                <a:gd name="connsiteX20" fmla="*/ 122107 w 214499"/>
                                <a:gd name="connsiteY20" fmla="*/ 178117 h 260985"/>
                                <a:gd name="connsiteX21" fmla="*/ 120202 w 214499"/>
                                <a:gd name="connsiteY21" fmla="*/ 187642 h 260985"/>
                                <a:gd name="connsiteX22" fmla="*/ 118297 w 214499"/>
                                <a:gd name="connsiteY22" fmla="*/ 197167 h 260985"/>
                                <a:gd name="connsiteX23" fmla="*/ 115439 w 214499"/>
                                <a:gd name="connsiteY23" fmla="*/ 213360 h 260985"/>
                                <a:gd name="connsiteX24" fmla="*/ 114487 w 214499"/>
                                <a:gd name="connsiteY24" fmla="*/ 217170 h 260985"/>
                                <a:gd name="connsiteX25" fmla="*/ 113534 w 214499"/>
                                <a:gd name="connsiteY25" fmla="*/ 218123 h 260985"/>
                                <a:gd name="connsiteX26" fmla="*/ 114487 w 214499"/>
                                <a:gd name="connsiteY26" fmla="*/ 213360 h 260985"/>
                                <a:gd name="connsiteX27" fmla="*/ 117344 w 214499"/>
                                <a:gd name="connsiteY27" fmla="*/ 197167 h 260985"/>
                                <a:gd name="connsiteX28" fmla="*/ 118297 w 214499"/>
                                <a:gd name="connsiteY28" fmla="*/ 187642 h 260985"/>
                                <a:gd name="connsiteX29" fmla="*/ 119249 w 214499"/>
                                <a:gd name="connsiteY29" fmla="*/ 178117 h 260985"/>
                                <a:gd name="connsiteX30" fmla="*/ 120202 w 214499"/>
                                <a:gd name="connsiteY30" fmla="*/ 167640 h 260985"/>
                                <a:gd name="connsiteX31" fmla="*/ 121155 w 214499"/>
                                <a:gd name="connsiteY31" fmla="*/ 157163 h 260985"/>
                                <a:gd name="connsiteX32" fmla="*/ 122107 w 214499"/>
                                <a:gd name="connsiteY32" fmla="*/ 151447 h 260985"/>
                                <a:gd name="connsiteX33" fmla="*/ 122107 w 214499"/>
                                <a:gd name="connsiteY33" fmla="*/ 145733 h 260985"/>
                                <a:gd name="connsiteX34" fmla="*/ 123059 w 214499"/>
                                <a:gd name="connsiteY34" fmla="*/ 134302 h 260985"/>
                                <a:gd name="connsiteX35" fmla="*/ 126869 w 214499"/>
                                <a:gd name="connsiteY35" fmla="*/ 88582 h 260985"/>
                                <a:gd name="connsiteX36" fmla="*/ 130680 w 214499"/>
                                <a:gd name="connsiteY36" fmla="*/ 67627 h 260985"/>
                                <a:gd name="connsiteX37" fmla="*/ 138299 w 214499"/>
                                <a:gd name="connsiteY37" fmla="*/ 49530 h 260985"/>
                                <a:gd name="connsiteX38" fmla="*/ 155444 w 214499"/>
                                <a:gd name="connsiteY38" fmla="*/ 25717 h 260985"/>
                                <a:gd name="connsiteX39" fmla="*/ 156397 w 214499"/>
                                <a:gd name="connsiteY39" fmla="*/ 24765 h 260985"/>
                                <a:gd name="connsiteX40" fmla="*/ 136394 w 214499"/>
                                <a:gd name="connsiteY40" fmla="*/ 31432 h 260985"/>
                                <a:gd name="connsiteX41" fmla="*/ 106867 w 214499"/>
                                <a:gd name="connsiteY41" fmla="*/ 45720 h 260985"/>
                                <a:gd name="connsiteX42" fmla="*/ 77339 w 214499"/>
                                <a:gd name="connsiteY42" fmla="*/ 65722 h 260985"/>
                                <a:gd name="connsiteX43" fmla="*/ 75434 w 214499"/>
                                <a:gd name="connsiteY43" fmla="*/ 67627 h 260985"/>
                                <a:gd name="connsiteX44" fmla="*/ 73530 w 214499"/>
                                <a:gd name="connsiteY44" fmla="*/ 71438 h 260985"/>
                                <a:gd name="connsiteX45" fmla="*/ 69719 w 214499"/>
                                <a:gd name="connsiteY45" fmla="*/ 82867 h 260985"/>
                                <a:gd name="connsiteX46" fmla="*/ 69719 w 214499"/>
                                <a:gd name="connsiteY46" fmla="*/ 98107 h 260985"/>
                                <a:gd name="connsiteX47" fmla="*/ 70672 w 214499"/>
                                <a:gd name="connsiteY47" fmla="*/ 106680 h 260985"/>
                                <a:gd name="connsiteX48" fmla="*/ 70672 w 214499"/>
                                <a:gd name="connsiteY48" fmla="*/ 111442 h 260985"/>
                                <a:gd name="connsiteX49" fmla="*/ 70672 w 214499"/>
                                <a:gd name="connsiteY49" fmla="*/ 116205 h 260985"/>
                                <a:gd name="connsiteX50" fmla="*/ 68767 w 214499"/>
                                <a:gd name="connsiteY50" fmla="*/ 136208 h 260985"/>
                                <a:gd name="connsiteX51" fmla="*/ 65909 w 214499"/>
                                <a:gd name="connsiteY51" fmla="*/ 179070 h 260985"/>
                                <a:gd name="connsiteX52" fmla="*/ 64957 w 214499"/>
                                <a:gd name="connsiteY52" fmla="*/ 200025 h 260985"/>
                                <a:gd name="connsiteX53" fmla="*/ 64005 w 214499"/>
                                <a:gd name="connsiteY53" fmla="*/ 219075 h 260985"/>
                                <a:gd name="connsiteX54" fmla="*/ 63052 w 214499"/>
                                <a:gd name="connsiteY54" fmla="*/ 227648 h 260985"/>
                                <a:gd name="connsiteX55" fmla="*/ 63052 w 214499"/>
                                <a:gd name="connsiteY55" fmla="*/ 235267 h 260985"/>
                                <a:gd name="connsiteX56" fmla="*/ 62099 w 214499"/>
                                <a:gd name="connsiteY56" fmla="*/ 249555 h 260985"/>
                                <a:gd name="connsiteX57" fmla="*/ 61147 w 214499"/>
                                <a:gd name="connsiteY57" fmla="*/ 260032 h 260985"/>
                                <a:gd name="connsiteX58" fmla="*/ 61147 w 214499"/>
                                <a:gd name="connsiteY58" fmla="*/ 260985 h 260985"/>
                                <a:gd name="connsiteX59" fmla="*/ 61147 w 214499"/>
                                <a:gd name="connsiteY59" fmla="*/ 260985 h 260985"/>
                                <a:gd name="connsiteX60" fmla="*/ 61147 w 214499"/>
                                <a:gd name="connsiteY60" fmla="*/ 260032 h 260985"/>
                                <a:gd name="connsiteX61" fmla="*/ 61147 w 214499"/>
                                <a:gd name="connsiteY61" fmla="*/ 249555 h 260985"/>
                                <a:gd name="connsiteX62" fmla="*/ 62099 w 214499"/>
                                <a:gd name="connsiteY62" fmla="*/ 235267 h 260985"/>
                                <a:gd name="connsiteX63" fmla="*/ 62099 w 214499"/>
                                <a:gd name="connsiteY63" fmla="*/ 227648 h 260985"/>
                                <a:gd name="connsiteX64" fmla="*/ 63052 w 214499"/>
                                <a:gd name="connsiteY64" fmla="*/ 219075 h 260985"/>
                                <a:gd name="connsiteX65" fmla="*/ 63052 w 214499"/>
                                <a:gd name="connsiteY65" fmla="*/ 200025 h 260985"/>
                                <a:gd name="connsiteX66" fmla="*/ 64005 w 214499"/>
                                <a:gd name="connsiteY66" fmla="*/ 179070 h 260985"/>
                                <a:gd name="connsiteX67" fmla="*/ 65909 w 214499"/>
                                <a:gd name="connsiteY67" fmla="*/ 136208 h 260985"/>
                                <a:gd name="connsiteX68" fmla="*/ 66862 w 214499"/>
                                <a:gd name="connsiteY68" fmla="*/ 116205 h 260985"/>
                                <a:gd name="connsiteX69" fmla="*/ 66862 w 214499"/>
                                <a:gd name="connsiteY69" fmla="*/ 111442 h 260985"/>
                                <a:gd name="connsiteX70" fmla="*/ 66862 w 214499"/>
                                <a:gd name="connsiteY70" fmla="*/ 106680 h 260985"/>
                                <a:gd name="connsiteX71" fmla="*/ 65909 w 214499"/>
                                <a:gd name="connsiteY71" fmla="*/ 98107 h 260985"/>
                                <a:gd name="connsiteX72" fmla="*/ 64957 w 214499"/>
                                <a:gd name="connsiteY72" fmla="*/ 81915 h 260985"/>
                                <a:gd name="connsiteX73" fmla="*/ 66862 w 214499"/>
                                <a:gd name="connsiteY73" fmla="*/ 73342 h 260985"/>
                                <a:gd name="connsiteX74" fmla="*/ 47812 w 214499"/>
                                <a:gd name="connsiteY74" fmla="*/ 91440 h 260985"/>
                                <a:gd name="connsiteX75" fmla="*/ 24952 w 214499"/>
                                <a:gd name="connsiteY75" fmla="*/ 120967 h 260985"/>
                                <a:gd name="connsiteX76" fmla="*/ 15427 w 214499"/>
                                <a:gd name="connsiteY76" fmla="*/ 137160 h 260985"/>
                                <a:gd name="connsiteX77" fmla="*/ 7807 w 214499"/>
                                <a:gd name="connsiteY77" fmla="*/ 154305 h 260985"/>
                                <a:gd name="connsiteX78" fmla="*/ 3044 w 214499"/>
                                <a:gd name="connsiteY78" fmla="*/ 171450 h 260985"/>
                                <a:gd name="connsiteX79" fmla="*/ 1139 w 214499"/>
                                <a:gd name="connsiteY79" fmla="*/ 188595 h 260985"/>
                                <a:gd name="connsiteX80" fmla="*/ 5902 w 214499"/>
                                <a:gd name="connsiteY80" fmla="*/ 218123 h 260985"/>
                                <a:gd name="connsiteX81" fmla="*/ 12569 w 214499"/>
                                <a:gd name="connsiteY81" fmla="*/ 233363 h 260985"/>
                                <a:gd name="connsiteX82" fmla="*/ 6855 w 214499"/>
                                <a:gd name="connsiteY82" fmla="*/ 223838 h 260985"/>
                                <a:gd name="connsiteX83" fmla="*/ 6855 w 214499"/>
                                <a:gd name="connsiteY83" fmla="*/ 223838 h 260985"/>
                                <a:gd name="connsiteX84" fmla="*/ 4949 w 214499"/>
                                <a:gd name="connsiteY84" fmla="*/ 219075 h 260985"/>
                                <a:gd name="connsiteX85" fmla="*/ 187 w 214499"/>
                                <a:gd name="connsiteY85" fmla="*/ 188595 h 260985"/>
                                <a:gd name="connsiteX86" fmla="*/ 5902 w 214499"/>
                                <a:gd name="connsiteY86" fmla="*/ 154305 h 260985"/>
                                <a:gd name="connsiteX87" fmla="*/ 13522 w 214499"/>
                                <a:gd name="connsiteY87" fmla="*/ 137160 h 260985"/>
                                <a:gd name="connsiteX88" fmla="*/ 23047 w 214499"/>
                                <a:gd name="connsiteY88" fmla="*/ 120967 h 260985"/>
                                <a:gd name="connsiteX89" fmla="*/ 45907 w 214499"/>
                                <a:gd name="connsiteY89" fmla="*/ 90488 h 260985"/>
                                <a:gd name="connsiteX90" fmla="*/ 57337 w 214499"/>
                                <a:gd name="connsiteY90" fmla="*/ 79057 h 260985"/>
                                <a:gd name="connsiteX91" fmla="*/ 53527 w 214499"/>
                                <a:gd name="connsiteY91" fmla="*/ 80963 h 260985"/>
                                <a:gd name="connsiteX92" fmla="*/ 46859 w 214499"/>
                                <a:gd name="connsiteY92" fmla="*/ 83820 h 260985"/>
                                <a:gd name="connsiteX93" fmla="*/ 40192 w 214499"/>
                                <a:gd name="connsiteY93" fmla="*/ 87630 h 260985"/>
                                <a:gd name="connsiteX94" fmla="*/ 33524 w 214499"/>
                                <a:gd name="connsiteY94" fmla="*/ 91440 h 260985"/>
                                <a:gd name="connsiteX95" fmla="*/ 26857 w 214499"/>
                                <a:gd name="connsiteY95" fmla="*/ 96202 h 260985"/>
                                <a:gd name="connsiteX96" fmla="*/ 21142 w 214499"/>
                                <a:gd name="connsiteY96" fmla="*/ 100965 h 260985"/>
                                <a:gd name="connsiteX97" fmla="*/ 15427 w 214499"/>
                                <a:gd name="connsiteY97" fmla="*/ 105727 h 260985"/>
                                <a:gd name="connsiteX98" fmla="*/ 14474 w 214499"/>
                                <a:gd name="connsiteY98" fmla="*/ 106680 h 260985"/>
                                <a:gd name="connsiteX99" fmla="*/ 18284 w 214499"/>
                                <a:gd name="connsiteY99" fmla="*/ 100965 h 260985"/>
                                <a:gd name="connsiteX100" fmla="*/ 19237 w 214499"/>
                                <a:gd name="connsiteY100" fmla="*/ 100013 h 260985"/>
                                <a:gd name="connsiteX101" fmla="*/ 24952 w 214499"/>
                                <a:gd name="connsiteY101" fmla="*/ 94297 h 260985"/>
                                <a:gd name="connsiteX102" fmla="*/ 31619 w 214499"/>
                                <a:gd name="connsiteY102" fmla="*/ 89535 h 260985"/>
                                <a:gd name="connsiteX103" fmla="*/ 38287 w 214499"/>
                                <a:gd name="connsiteY103" fmla="*/ 84772 h 260985"/>
                                <a:gd name="connsiteX104" fmla="*/ 44955 w 214499"/>
                                <a:gd name="connsiteY104" fmla="*/ 80963 h 260985"/>
                                <a:gd name="connsiteX105" fmla="*/ 51622 w 214499"/>
                                <a:gd name="connsiteY105" fmla="*/ 77152 h 260985"/>
                                <a:gd name="connsiteX106" fmla="*/ 57337 w 214499"/>
                                <a:gd name="connsiteY106" fmla="*/ 74295 h 260985"/>
                                <a:gd name="connsiteX107" fmla="*/ 64005 w 214499"/>
                                <a:gd name="connsiteY107" fmla="*/ 71438 h 260985"/>
                                <a:gd name="connsiteX108" fmla="*/ 73530 w 214499"/>
                                <a:gd name="connsiteY108" fmla="*/ 63817 h 260985"/>
                                <a:gd name="connsiteX109" fmla="*/ 103057 w 214499"/>
                                <a:gd name="connsiteY109" fmla="*/ 43815 h 260985"/>
                                <a:gd name="connsiteX110" fmla="*/ 114487 w 214499"/>
                                <a:gd name="connsiteY110" fmla="*/ 37147 h 260985"/>
                                <a:gd name="connsiteX111" fmla="*/ 104962 w 214499"/>
                                <a:gd name="connsiteY111" fmla="*/ 39052 h 260985"/>
                                <a:gd name="connsiteX112" fmla="*/ 89722 w 214499"/>
                                <a:gd name="connsiteY112" fmla="*/ 42863 h 260985"/>
                                <a:gd name="connsiteX113" fmla="*/ 83055 w 214499"/>
                                <a:gd name="connsiteY113" fmla="*/ 44767 h 260985"/>
                                <a:gd name="connsiteX114" fmla="*/ 76387 w 214499"/>
                                <a:gd name="connsiteY114" fmla="*/ 46672 h 260985"/>
                                <a:gd name="connsiteX115" fmla="*/ 75434 w 214499"/>
                                <a:gd name="connsiteY115" fmla="*/ 46672 h 260985"/>
                                <a:gd name="connsiteX116" fmla="*/ 77339 w 214499"/>
                                <a:gd name="connsiteY116" fmla="*/ 45720 h 260985"/>
                                <a:gd name="connsiteX117" fmla="*/ 77339 w 214499"/>
                                <a:gd name="connsiteY117" fmla="*/ 45720 h 260985"/>
                                <a:gd name="connsiteX118" fmla="*/ 82102 w 214499"/>
                                <a:gd name="connsiteY118" fmla="*/ 43815 h 260985"/>
                                <a:gd name="connsiteX119" fmla="*/ 88769 w 214499"/>
                                <a:gd name="connsiteY119" fmla="*/ 41910 h 260985"/>
                                <a:gd name="connsiteX120" fmla="*/ 104009 w 214499"/>
                                <a:gd name="connsiteY120" fmla="*/ 38100 h 260985"/>
                                <a:gd name="connsiteX121" fmla="*/ 123059 w 214499"/>
                                <a:gd name="connsiteY121" fmla="*/ 32385 h 260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214499" h="260985">
                                  <a:moveTo>
                                    <a:pt x="123059" y="32385"/>
                                  </a:moveTo>
                                  <a:cubicBezTo>
                                    <a:pt x="124964" y="31432"/>
                                    <a:pt x="126869" y="31432"/>
                                    <a:pt x="128774" y="30480"/>
                                  </a:cubicBezTo>
                                  <a:cubicBezTo>
                                    <a:pt x="130680" y="29527"/>
                                    <a:pt x="133537" y="28575"/>
                                    <a:pt x="136394" y="27622"/>
                                  </a:cubicBezTo>
                                  <a:cubicBezTo>
                                    <a:pt x="145919" y="23813"/>
                                    <a:pt x="155444" y="20955"/>
                                    <a:pt x="164969" y="18097"/>
                                  </a:cubicBezTo>
                                  <a:cubicBezTo>
                                    <a:pt x="173542" y="15240"/>
                                    <a:pt x="181162" y="13335"/>
                                    <a:pt x="188782" y="11430"/>
                                  </a:cubicBezTo>
                                  <a:cubicBezTo>
                                    <a:pt x="195449" y="9525"/>
                                    <a:pt x="201164" y="6667"/>
                                    <a:pt x="205927" y="4763"/>
                                  </a:cubicBezTo>
                                  <a:cubicBezTo>
                                    <a:pt x="209737" y="2857"/>
                                    <a:pt x="212594" y="952"/>
                                    <a:pt x="214499" y="0"/>
                                  </a:cubicBezTo>
                                  <a:cubicBezTo>
                                    <a:pt x="214499" y="1905"/>
                                    <a:pt x="213547" y="5715"/>
                                    <a:pt x="212594" y="8572"/>
                                  </a:cubicBezTo>
                                  <a:cubicBezTo>
                                    <a:pt x="211642" y="9525"/>
                                    <a:pt x="209737" y="9525"/>
                                    <a:pt x="207832" y="10477"/>
                                  </a:cubicBezTo>
                                  <a:cubicBezTo>
                                    <a:pt x="198307" y="15240"/>
                                    <a:pt x="183067" y="19050"/>
                                    <a:pt x="165922" y="23813"/>
                                  </a:cubicBezTo>
                                  <a:lnTo>
                                    <a:pt x="164969" y="23813"/>
                                  </a:lnTo>
                                  <a:cubicBezTo>
                                    <a:pt x="164017" y="24765"/>
                                    <a:pt x="162112" y="26670"/>
                                    <a:pt x="159255" y="29527"/>
                                  </a:cubicBezTo>
                                  <a:cubicBezTo>
                                    <a:pt x="154492" y="34290"/>
                                    <a:pt x="147824" y="41910"/>
                                    <a:pt x="142109" y="51435"/>
                                  </a:cubicBezTo>
                                  <a:cubicBezTo>
                                    <a:pt x="139252" y="56197"/>
                                    <a:pt x="136394" y="61913"/>
                                    <a:pt x="134489" y="68580"/>
                                  </a:cubicBezTo>
                                  <a:cubicBezTo>
                                    <a:pt x="132584" y="75247"/>
                                    <a:pt x="131632" y="81915"/>
                                    <a:pt x="130680" y="89535"/>
                                  </a:cubicBezTo>
                                  <a:cubicBezTo>
                                    <a:pt x="128774" y="103822"/>
                                    <a:pt x="127822" y="119063"/>
                                    <a:pt x="126869" y="134302"/>
                                  </a:cubicBezTo>
                                  <a:cubicBezTo>
                                    <a:pt x="126869" y="138113"/>
                                    <a:pt x="125917" y="141922"/>
                                    <a:pt x="125917" y="145733"/>
                                  </a:cubicBezTo>
                                  <a:lnTo>
                                    <a:pt x="124964" y="151447"/>
                                  </a:lnTo>
                                  <a:lnTo>
                                    <a:pt x="124012" y="157163"/>
                                  </a:lnTo>
                                  <a:cubicBezTo>
                                    <a:pt x="123059" y="160973"/>
                                    <a:pt x="123059" y="164782"/>
                                    <a:pt x="123059" y="167640"/>
                                  </a:cubicBezTo>
                                  <a:cubicBezTo>
                                    <a:pt x="122107" y="171450"/>
                                    <a:pt x="122107" y="174307"/>
                                    <a:pt x="122107" y="178117"/>
                                  </a:cubicBezTo>
                                  <a:cubicBezTo>
                                    <a:pt x="122107" y="180975"/>
                                    <a:pt x="121155" y="184785"/>
                                    <a:pt x="120202" y="187642"/>
                                  </a:cubicBezTo>
                                  <a:cubicBezTo>
                                    <a:pt x="120202" y="190500"/>
                                    <a:pt x="119249" y="194310"/>
                                    <a:pt x="118297" y="197167"/>
                                  </a:cubicBezTo>
                                  <a:cubicBezTo>
                                    <a:pt x="117344" y="202882"/>
                                    <a:pt x="116392" y="208598"/>
                                    <a:pt x="115439" y="213360"/>
                                  </a:cubicBezTo>
                                  <a:cubicBezTo>
                                    <a:pt x="115439" y="214313"/>
                                    <a:pt x="115439" y="216217"/>
                                    <a:pt x="114487" y="217170"/>
                                  </a:cubicBezTo>
                                  <a:cubicBezTo>
                                    <a:pt x="114487" y="217170"/>
                                    <a:pt x="114487" y="218123"/>
                                    <a:pt x="113534" y="218123"/>
                                  </a:cubicBezTo>
                                  <a:cubicBezTo>
                                    <a:pt x="113534" y="216217"/>
                                    <a:pt x="113534" y="215265"/>
                                    <a:pt x="114487" y="213360"/>
                                  </a:cubicBezTo>
                                  <a:cubicBezTo>
                                    <a:pt x="115439" y="208598"/>
                                    <a:pt x="115439" y="202882"/>
                                    <a:pt x="117344" y="197167"/>
                                  </a:cubicBezTo>
                                  <a:cubicBezTo>
                                    <a:pt x="118297" y="194310"/>
                                    <a:pt x="118297" y="191452"/>
                                    <a:pt x="118297" y="187642"/>
                                  </a:cubicBezTo>
                                  <a:cubicBezTo>
                                    <a:pt x="118297" y="184785"/>
                                    <a:pt x="119249" y="180975"/>
                                    <a:pt x="119249" y="178117"/>
                                  </a:cubicBezTo>
                                  <a:cubicBezTo>
                                    <a:pt x="119249" y="174307"/>
                                    <a:pt x="120202" y="171450"/>
                                    <a:pt x="120202" y="167640"/>
                                  </a:cubicBezTo>
                                  <a:cubicBezTo>
                                    <a:pt x="121155" y="163830"/>
                                    <a:pt x="121155" y="160973"/>
                                    <a:pt x="121155" y="157163"/>
                                  </a:cubicBezTo>
                                  <a:lnTo>
                                    <a:pt x="122107" y="151447"/>
                                  </a:lnTo>
                                  <a:lnTo>
                                    <a:pt x="122107" y="145733"/>
                                  </a:lnTo>
                                  <a:cubicBezTo>
                                    <a:pt x="122107" y="141922"/>
                                    <a:pt x="123059" y="138113"/>
                                    <a:pt x="123059" y="134302"/>
                                  </a:cubicBezTo>
                                  <a:cubicBezTo>
                                    <a:pt x="124012" y="119063"/>
                                    <a:pt x="124012" y="103822"/>
                                    <a:pt x="126869" y="88582"/>
                                  </a:cubicBezTo>
                                  <a:cubicBezTo>
                                    <a:pt x="127822" y="80963"/>
                                    <a:pt x="128774" y="74295"/>
                                    <a:pt x="130680" y="67627"/>
                                  </a:cubicBezTo>
                                  <a:cubicBezTo>
                                    <a:pt x="132584" y="60960"/>
                                    <a:pt x="135442" y="55245"/>
                                    <a:pt x="138299" y="49530"/>
                                  </a:cubicBezTo>
                                  <a:cubicBezTo>
                                    <a:pt x="144014" y="39052"/>
                                    <a:pt x="150682" y="31432"/>
                                    <a:pt x="155444" y="25717"/>
                                  </a:cubicBezTo>
                                  <a:cubicBezTo>
                                    <a:pt x="155444" y="25717"/>
                                    <a:pt x="156397" y="24765"/>
                                    <a:pt x="156397" y="24765"/>
                                  </a:cubicBezTo>
                                  <a:cubicBezTo>
                                    <a:pt x="149730" y="26670"/>
                                    <a:pt x="143062" y="28575"/>
                                    <a:pt x="136394" y="31432"/>
                                  </a:cubicBezTo>
                                  <a:cubicBezTo>
                                    <a:pt x="126869" y="35242"/>
                                    <a:pt x="116392" y="40005"/>
                                    <a:pt x="106867" y="45720"/>
                                  </a:cubicBezTo>
                                  <a:cubicBezTo>
                                    <a:pt x="96389" y="51435"/>
                                    <a:pt x="86864" y="58102"/>
                                    <a:pt x="77339" y="65722"/>
                                  </a:cubicBezTo>
                                  <a:lnTo>
                                    <a:pt x="75434" y="67627"/>
                                  </a:lnTo>
                                  <a:cubicBezTo>
                                    <a:pt x="74482" y="68580"/>
                                    <a:pt x="74482" y="69532"/>
                                    <a:pt x="73530" y="71438"/>
                                  </a:cubicBezTo>
                                  <a:cubicBezTo>
                                    <a:pt x="72577" y="74295"/>
                                    <a:pt x="70672" y="78105"/>
                                    <a:pt x="69719" y="82867"/>
                                  </a:cubicBezTo>
                                  <a:cubicBezTo>
                                    <a:pt x="68767" y="87630"/>
                                    <a:pt x="69719" y="92392"/>
                                    <a:pt x="69719" y="98107"/>
                                  </a:cubicBezTo>
                                  <a:cubicBezTo>
                                    <a:pt x="69719" y="100965"/>
                                    <a:pt x="70672" y="103822"/>
                                    <a:pt x="70672" y="106680"/>
                                  </a:cubicBezTo>
                                  <a:cubicBezTo>
                                    <a:pt x="70672" y="107632"/>
                                    <a:pt x="70672" y="109538"/>
                                    <a:pt x="70672" y="111442"/>
                                  </a:cubicBezTo>
                                  <a:cubicBezTo>
                                    <a:pt x="70672" y="113347"/>
                                    <a:pt x="70672" y="114300"/>
                                    <a:pt x="70672" y="116205"/>
                                  </a:cubicBezTo>
                                  <a:cubicBezTo>
                                    <a:pt x="70672" y="122872"/>
                                    <a:pt x="69719" y="129540"/>
                                    <a:pt x="68767" y="136208"/>
                                  </a:cubicBezTo>
                                  <a:cubicBezTo>
                                    <a:pt x="67814" y="150495"/>
                                    <a:pt x="66862" y="164782"/>
                                    <a:pt x="65909" y="179070"/>
                                  </a:cubicBezTo>
                                  <a:cubicBezTo>
                                    <a:pt x="65909" y="185738"/>
                                    <a:pt x="64957" y="193357"/>
                                    <a:pt x="64957" y="200025"/>
                                  </a:cubicBezTo>
                                  <a:cubicBezTo>
                                    <a:pt x="64005" y="206692"/>
                                    <a:pt x="64957" y="213360"/>
                                    <a:pt x="64005" y="219075"/>
                                  </a:cubicBezTo>
                                  <a:cubicBezTo>
                                    <a:pt x="64005" y="221932"/>
                                    <a:pt x="63052" y="224790"/>
                                    <a:pt x="63052" y="227648"/>
                                  </a:cubicBezTo>
                                  <a:cubicBezTo>
                                    <a:pt x="63052" y="230505"/>
                                    <a:pt x="63052" y="233363"/>
                                    <a:pt x="63052" y="235267"/>
                                  </a:cubicBezTo>
                                  <a:cubicBezTo>
                                    <a:pt x="63052" y="240030"/>
                                    <a:pt x="62099" y="244792"/>
                                    <a:pt x="62099" y="249555"/>
                                  </a:cubicBezTo>
                                  <a:cubicBezTo>
                                    <a:pt x="62099" y="253365"/>
                                    <a:pt x="62099" y="257175"/>
                                    <a:pt x="61147" y="260032"/>
                                  </a:cubicBezTo>
                                  <a:lnTo>
                                    <a:pt x="61147" y="260985"/>
                                  </a:lnTo>
                                  <a:lnTo>
                                    <a:pt x="61147" y="260985"/>
                                  </a:lnTo>
                                  <a:lnTo>
                                    <a:pt x="61147" y="260032"/>
                                  </a:lnTo>
                                  <a:cubicBezTo>
                                    <a:pt x="61147" y="257175"/>
                                    <a:pt x="62099" y="253365"/>
                                    <a:pt x="61147" y="249555"/>
                                  </a:cubicBezTo>
                                  <a:cubicBezTo>
                                    <a:pt x="61147" y="245745"/>
                                    <a:pt x="62099" y="240982"/>
                                    <a:pt x="62099" y="235267"/>
                                  </a:cubicBezTo>
                                  <a:cubicBezTo>
                                    <a:pt x="62099" y="232410"/>
                                    <a:pt x="62099" y="229552"/>
                                    <a:pt x="62099" y="227648"/>
                                  </a:cubicBezTo>
                                  <a:cubicBezTo>
                                    <a:pt x="62099" y="224790"/>
                                    <a:pt x="63052" y="221932"/>
                                    <a:pt x="63052" y="219075"/>
                                  </a:cubicBezTo>
                                  <a:cubicBezTo>
                                    <a:pt x="63052" y="213360"/>
                                    <a:pt x="63052" y="206692"/>
                                    <a:pt x="63052" y="200025"/>
                                  </a:cubicBezTo>
                                  <a:cubicBezTo>
                                    <a:pt x="63052" y="193357"/>
                                    <a:pt x="64005" y="186690"/>
                                    <a:pt x="64005" y="179070"/>
                                  </a:cubicBezTo>
                                  <a:cubicBezTo>
                                    <a:pt x="64005" y="164782"/>
                                    <a:pt x="64957" y="150495"/>
                                    <a:pt x="65909" y="136208"/>
                                  </a:cubicBezTo>
                                  <a:cubicBezTo>
                                    <a:pt x="66862" y="129540"/>
                                    <a:pt x="66862" y="122872"/>
                                    <a:pt x="66862" y="116205"/>
                                  </a:cubicBezTo>
                                  <a:cubicBezTo>
                                    <a:pt x="66862" y="114300"/>
                                    <a:pt x="66862" y="113347"/>
                                    <a:pt x="66862" y="111442"/>
                                  </a:cubicBezTo>
                                  <a:cubicBezTo>
                                    <a:pt x="66862" y="109538"/>
                                    <a:pt x="66862" y="108585"/>
                                    <a:pt x="66862" y="106680"/>
                                  </a:cubicBezTo>
                                  <a:cubicBezTo>
                                    <a:pt x="66862" y="103822"/>
                                    <a:pt x="65909" y="100965"/>
                                    <a:pt x="65909" y="98107"/>
                                  </a:cubicBezTo>
                                  <a:cubicBezTo>
                                    <a:pt x="64957" y="92392"/>
                                    <a:pt x="64957" y="86677"/>
                                    <a:pt x="64957" y="81915"/>
                                  </a:cubicBezTo>
                                  <a:cubicBezTo>
                                    <a:pt x="64957" y="79057"/>
                                    <a:pt x="65909" y="76200"/>
                                    <a:pt x="66862" y="73342"/>
                                  </a:cubicBezTo>
                                  <a:cubicBezTo>
                                    <a:pt x="60194" y="79057"/>
                                    <a:pt x="54480" y="84772"/>
                                    <a:pt x="47812" y="91440"/>
                                  </a:cubicBezTo>
                                  <a:cubicBezTo>
                                    <a:pt x="39239" y="100965"/>
                                    <a:pt x="31619" y="110490"/>
                                    <a:pt x="24952" y="120967"/>
                                  </a:cubicBezTo>
                                  <a:cubicBezTo>
                                    <a:pt x="21142" y="126682"/>
                                    <a:pt x="18284" y="131445"/>
                                    <a:pt x="15427" y="137160"/>
                                  </a:cubicBezTo>
                                  <a:cubicBezTo>
                                    <a:pt x="12569" y="142875"/>
                                    <a:pt x="10664" y="148590"/>
                                    <a:pt x="7807" y="154305"/>
                                  </a:cubicBezTo>
                                  <a:cubicBezTo>
                                    <a:pt x="5902" y="160020"/>
                                    <a:pt x="3997" y="165735"/>
                                    <a:pt x="3044" y="171450"/>
                                  </a:cubicBezTo>
                                  <a:cubicBezTo>
                                    <a:pt x="2092" y="177165"/>
                                    <a:pt x="2092" y="182880"/>
                                    <a:pt x="1139" y="188595"/>
                                  </a:cubicBezTo>
                                  <a:cubicBezTo>
                                    <a:pt x="187" y="199073"/>
                                    <a:pt x="3044" y="209550"/>
                                    <a:pt x="5902" y="218123"/>
                                  </a:cubicBezTo>
                                  <a:cubicBezTo>
                                    <a:pt x="7807" y="223838"/>
                                    <a:pt x="9712" y="228600"/>
                                    <a:pt x="12569" y="233363"/>
                                  </a:cubicBezTo>
                                  <a:cubicBezTo>
                                    <a:pt x="10664" y="230505"/>
                                    <a:pt x="8759" y="226695"/>
                                    <a:pt x="6855" y="223838"/>
                                  </a:cubicBezTo>
                                  <a:lnTo>
                                    <a:pt x="6855" y="223838"/>
                                  </a:lnTo>
                                  <a:cubicBezTo>
                                    <a:pt x="5902" y="221932"/>
                                    <a:pt x="5902" y="220980"/>
                                    <a:pt x="4949" y="219075"/>
                                  </a:cubicBezTo>
                                  <a:cubicBezTo>
                                    <a:pt x="2092" y="210502"/>
                                    <a:pt x="-766" y="200025"/>
                                    <a:pt x="187" y="188595"/>
                                  </a:cubicBezTo>
                                  <a:cubicBezTo>
                                    <a:pt x="187" y="177165"/>
                                    <a:pt x="2092" y="165735"/>
                                    <a:pt x="5902" y="154305"/>
                                  </a:cubicBezTo>
                                  <a:cubicBezTo>
                                    <a:pt x="7807" y="148590"/>
                                    <a:pt x="10664" y="142875"/>
                                    <a:pt x="13522" y="137160"/>
                                  </a:cubicBezTo>
                                  <a:cubicBezTo>
                                    <a:pt x="16380" y="131445"/>
                                    <a:pt x="19237" y="125730"/>
                                    <a:pt x="23047" y="120967"/>
                                  </a:cubicBezTo>
                                  <a:cubicBezTo>
                                    <a:pt x="29714" y="109538"/>
                                    <a:pt x="38287" y="100013"/>
                                    <a:pt x="45907" y="90488"/>
                                  </a:cubicBezTo>
                                  <a:cubicBezTo>
                                    <a:pt x="49717" y="86677"/>
                                    <a:pt x="53527" y="82867"/>
                                    <a:pt x="57337" y="79057"/>
                                  </a:cubicBezTo>
                                  <a:cubicBezTo>
                                    <a:pt x="56384" y="80010"/>
                                    <a:pt x="54480" y="80010"/>
                                    <a:pt x="53527" y="80963"/>
                                  </a:cubicBezTo>
                                  <a:cubicBezTo>
                                    <a:pt x="51622" y="81915"/>
                                    <a:pt x="49717" y="82867"/>
                                    <a:pt x="46859" y="83820"/>
                                  </a:cubicBezTo>
                                  <a:cubicBezTo>
                                    <a:pt x="44955" y="84772"/>
                                    <a:pt x="42097" y="85725"/>
                                    <a:pt x="40192" y="87630"/>
                                  </a:cubicBezTo>
                                  <a:cubicBezTo>
                                    <a:pt x="38287" y="89535"/>
                                    <a:pt x="35430" y="90488"/>
                                    <a:pt x="33524" y="91440"/>
                                  </a:cubicBezTo>
                                  <a:cubicBezTo>
                                    <a:pt x="31619" y="93345"/>
                                    <a:pt x="28762" y="94297"/>
                                    <a:pt x="26857" y="96202"/>
                                  </a:cubicBezTo>
                                  <a:cubicBezTo>
                                    <a:pt x="24952" y="98107"/>
                                    <a:pt x="23047" y="99060"/>
                                    <a:pt x="21142" y="100965"/>
                                  </a:cubicBezTo>
                                  <a:cubicBezTo>
                                    <a:pt x="19237" y="102870"/>
                                    <a:pt x="17332" y="103822"/>
                                    <a:pt x="15427" y="105727"/>
                                  </a:cubicBezTo>
                                  <a:lnTo>
                                    <a:pt x="14474" y="106680"/>
                                  </a:lnTo>
                                  <a:cubicBezTo>
                                    <a:pt x="15427" y="104775"/>
                                    <a:pt x="17332" y="102870"/>
                                    <a:pt x="18284" y="100965"/>
                                  </a:cubicBezTo>
                                  <a:cubicBezTo>
                                    <a:pt x="18284" y="100965"/>
                                    <a:pt x="19237" y="100013"/>
                                    <a:pt x="19237" y="100013"/>
                                  </a:cubicBezTo>
                                  <a:cubicBezTo>
                                    <a:pt x="21142" y="98107"/>
                                    <a:pt x="23047" y="96202"/>
                                    <a:pt x="24952" y="94297"/>
                                  </a:cubicBezTo>
                                  <a:cubicBezTo>
                                    <a:pt x="26857" y="92392"/>
                                    <a:pt x="28762" y="90488"/>
                                    <a:pt x="31619" y="89535"/>
                                  </a:cubicBezTo>
                                  <a:cubicBezTo>
                                    <a:pt x="33524" y="87630"/>
                                    <a:pt x="36382" y="86677"/>
                                    <a:pt x="38287" y="84772"/>
                                  </a:cubicBezTo>
                                  <a:cubicBezTo>
                                    <a:pt x="40192" y="82867"/>
                                    <a:pt x="43049" y="81915"/>
                                    <a:pt x="44955" y="80963"/>
                                  </a:cubicBezTo>
                                  <a:cubicBezTo>
                                    <a:pt x="46859" y="80010"/>
                                    <a:pt x="49717" y="78105"/>
                                    <a:pt x="51622" y="77152"/>
                                  </a:cubicBezTo>
                                  <a:cubicBezTo>
                                    <a:pt x="53527" y="76200"/>
                                    <a:pt x="55432" y="75247"/>
                                    <a:pt x="57337" y="74295"/>
                                  </a:cubicBezTo>
                                  <a:cubicBezTo>
                                    <a:pt x="60194" y="73342"/>
                                    <a:pt x="62099" y="72390"/>
                                    <a:pt x="64005" y="71438"/>
                                  </a:cubicBezTo>
                                  <a:cubicBezTo>
                                    <a:pt x="66862" y="68580"/>
                                    <a:pt x="69719" y="65722"/>
                                    <a:pt x="73530" y="63817"/>
                                  </a:cubicBezTo>
                                  <a:cubicBezTo>
                                    <a:pt x="83055" y="56197"/>
                                    <a:pt x="93532" y="48577"/>
                                    <a:pt x="103057" y="43815"/>
                                  </a:cubicBezTo>
                                  <a:cubicBezTo>
                                    <a:pt x="106867" y="41910"/>
                                    <a:pt x="110677" y="39052"/>
                                    <a:pt x="114487" y="37147"/>
                                  </a:cubicBezTo>
                                  <a:cubicBezTo>
                                    <a:pt x="111630" y="38100"/>
                                    <a:pt x="108772" y="38100"/>
                                    <a:pt x="104962" y="39052"/>
                                  </a:cubicBezTo>
                                  <a:cubicBezTo>
                                    <a:pt x="99247" y="40005"/>
                                    <a:pt x="94484" y="40957"/>
                                    <a:pt x="89722" y="42863"/>
                                  </a:cubicBezTo>
                                  <a:cubicBezTo>
                                    <a:pt x="86864" y="43815"/>
                                    <a:pt x="84959" y="44767"/>
                                    <a:pt x="83055" y="44767"/>
                                  </a:cubicBezTo>
                                  <a:lnTo>
                                    <a:pt x="76387" y="46672"/>
                                  </a:lnTo>
                                  <a:cubicBezTo>
                                    <a:pt x="76387" y="46672"/>
                                    <a:pt x="75434" y="46672"/>
                                    <a:pt x="75434" y="46672"/>
                                  </a:cubicBezTo>
                                  <a:cubicBezTo>
                                    <a:pt x="76387" y="46672"/>
                                    <a:pt x="76387" y="45720"/>
                                    <a:pt x="77339" y="45720"/>
                                  </a:cubicBezTo>
                                  <a:cubicBezTo>
                                    <a:pt x="77339" y="45720"/>
                                    <a:pt x="77339" y="45720"/>
                                    <a:pt x="77339" y="45720"/>
                                  </a:cubicBezTo>
                                  <a:cubicBezTo>
                                    <a:pt x="79244" y="44767"/>
                                    <a:pt x="81149" y="44767"/>
                                    <a:pt x="82102" y="43815"/>
                                  </a:cubicBezTo>
                                  <a:cubicBezTo>
                                    <a:pt x="84007" y="42863"/>
                                    <a:pt x="86864" y="41910"/>
                                    <a:pt x="88769" y="41910"/>
                                  </a:cubicBezTo>
                                  <a:cubicBezTo>
                                    <a:pt x="93532" y="40005"/>
                                    <a:pt x="99247" y="39052"/>
                                    <a:pt x="104009" y="38100"/>
                                  </a:cubicBezTo>
                                  <a:cubicBezTo>
                                    <a:pt x="112582" y="35242"/>
                                    <a:pt x="118297" y="34290"/>
                                    <a:pt x="123059" y="32385"/>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A19FFE5D-B7CF-4C65-B14F-DFDC454631E9}"/>
                                </a:ext>
                              </a:extLst>
                            </p:cNvPr>
                            <p:cNvSpPr/>
                            <p:nvPr/>
                          </p:nvSpPr>
                          <p:spPr>
                            <a:xfrm>
                              <a:off x="3697786" y="1298129"/>
                              <a:ext cx="171450" cy="110489"/>
                            </a:xfrm>
                            <a:custGeom>
                              <a:avLst/>
                              <a:gdLst>
                                <a:gd name="connsiteX0" fmla="*/ 60960 w 171450"/>
                                <a:gd name="connsiteY0" fmla="*/ 14288 h 110489"/>
                                <a:gd name="connsiteX1" fmla="*/ 62865 w 171450"/>
                                <a:gd name="connsiteY1" fmla="*/ 14288 h 110489"/>
                                <a:gd name="connsiteX2" fmla="*/ 65722 w 171450"/>
                                <a:gd name="connsiteY2" fmla="*/ 14288 h 110489"/>
                                <a:gd name="connsiteX3" fmla="*/ 69532 w 171450"/>
                                <a:gd name="connsiteY3" fmla="*/ 15240 h 110489"/>
                                <a:gd name="connsiteX4" fmla="*/ 78105 w 171450"/>
                                <a:gd name="connsiteY4" fmla="*/ 19050 h 110489"/>
                                <a:gd name="connsiteX5" fmla="*/ 86677 w 171450"/>
                                <a:gd name="connsiteY5" fmla="*/ 24765 h 110489"/>
                                <a:gd name="connsiteX6" fmla="*/ 101918 w 171450"/>
                                <a:gd name="connsiteY6" fmla="*/ 38100 h 110489"/>
                                <a:gd name="connsiteX7" fmla="*/ 108585 w 171450"/>
                                <a:gd name="connsiteY7" fmla="*/ 43815 h 110489"/>
                                <a:gd name="connsiteX8" fmla="*/ 112395 w 171450"/>
                                <a:gd name="connsiteY8" fmla="*/ 44768 h 110489"/>
                                <a:gd name="connsiteX9" fmla="*/ 127635 w 171450"/>
                                <a:gd name="connsiteY9" fmla="*/ 47625 h 110489"/>
                                <a:gd name="connsiteX10" fmla="*/ 140018 w 171450"/>
                                <a:gd name="connsiteY10" fmla="*/ 51435 h 110489"/>
                                <a:gd name="connsiteX11" fmla="*/ 137160 w 171450"/>
                                <a:gd name="connsiteY11" fmla="*/ 46672 h 110489"/>
                                <a:gd name="connsiteX12" fmla="*/ 132397 w 171450"/>
                                <a:gd name="connsiteY12" fmla="*/ 35243 h 110489"/>
                                <a:gd name="connsiteX13" fmla="*/ 126682 w 171450"/>
                                <a:gd name="connsiteY13" fmla="*/ 21907 h 110489"/>
                                <a:gd name="connsiteX14" fmla="*/ 120015 w 171450"/>
                                <a:gd name="connsiteY14" fmla="*/ 9525 h 110489"/>
                                <a:gd name="connsiteX15" fmla="*/ 116205 w 171450"/>
                                <a:gd name="connsiteY15" fmla="*/ 4763 h 110489"/>
                                <a:gd name="connsiteX16" fmla="*/ 111443 w 171450"/>
                                <a:gd name="connsiteY16" fmla="*/ 952 h 110489"/>
                                <a:gd name="connsiteX17" fmla="*/ 110490 w 171450"/>
                                <a:gd name="connsiteY17" fmla="*/ 0 h 110489"/>
                                <a:gd name="connsiteX18" fmla="*/ 111443 w 171450"/>
                                <a:gd name="connsiteY18" fmla="*/ 0 h 110489"/>
                                <a:gd name="connsiteX19" fmla="*/ 116205 w 171450"/>
                                <a:gd name="connsiteY19" fmla="*/ 3810 h 110489"/>
                                <a:gd name="connsiteX20" fmla="*/ 120968 w 171450"/>
                                <a:gd name="connsiteY20" fmla="*/ 8572 h 110489"/>
                                <a:gd name="connsiteX21" fmla="*/ 128588 w 171450"/>
                                <a:gd name="connsiteY21" fmla="*/ 20955 h 110489"/>
                                <a:gd name="connsiteX22" fmla="*/ 134302 w 171450"/>
                                <a:gd name="connsiteY22" fmla="*/ 33338 h 110489"/>
                                <a:gd name="connsiteX23" fmla="*/ 139065 w 171450"/>
                                <a:gd name="connsiteY23" fmla="*/ 43815 h 110489"/>
                                <a:gd name="connsiteX24" fmla="*/ 143827 w 171450"/>
                                <a:gd name="connsiteY24" fmla="*/ 50482 h 110489"/>
                                <a:gd name="connsiteX25" fmla="*/ 145732 w 171450"/>
                                <a:gd name="connsiteY25" fmla="*/ 52388 h 110489"/>
                                <a:gd name="connsiteX26" fmla="*/ 154305 w 171450"/>
                                <a:gd name="connsiteY26" fmla="*/ 56197 h 110489"/>
                                <a:gd name="connsiteX27" fmla="*/ 164782 w 171450"/>
                                <a:gd name="connsiteY27" fmla="*/ 63818 h 110489"/>
                                <a:gd name="connsiteX28" fmla="*/ 171450 w 171450"/>
                                <a:gd name="connsiteY28" fmla="*/ 70485 h 110489"/>
                                <a:gd name="connsiteX29" fmla="*/ 171450 w 171450"/>
                                <a:gd name="connsiteY29" fmla="*/ 70485 h 110489"/>
                                <a:gd name="connsiteX30" fmla="*/ 171450 w 171450"/>
                                <a:gd name="connsiteY30" fmla="*/ 80010 h 110489"/>
                                <a:gd name="connsiteX31" fmla="*/ 160972 w 171450"/>
                                <a:gd name="connsiteY31" fmla="*/ 68580 h 110489"/>
                                <a:gd name="connsiteX32" fmla="*/ 157163 w 171450"/>
                                <a:gd name="connsiteY32" fmla="*/ 64770 h 110489"/>
                                <a:gd name="connsiteX33" fmla="*/ 157163 w 171450"/>
                                <a:gd name="connsiteY33" fmla="*/ 64770 h 110489"/>
                                <a:gd name="connsiteX34" fmla="*/ 152400 w 171450"/>
                                <a:gd name="connsiteY34" fmla="*/ 65722 h 110489"/>
                                <a:gd name="connsiteX35" fmla="*/ 145732 w 171450"/>
                                <a:gd name="connsiteY35" fmla="*/ 67627 h 110489"/>
                                <a:gd name="connsiteX36" fmla="*/ 138113 w 171450"/>
                                <a:gd name="connsiteY36" fmla="*/ 71438 h 110489"/>
                                <a:gd name="connsiteX37" fmla="*/ 128588 w 171450"/>
                                <a:gd name="connsiteY37" fmla="*/ 77152 h 110489"/>
                                <a:gd name="connsiteX38" fmla="*/ 118110 w 171450"/>
                                <a:gd name="connsiteY38" fmla="*/ 82868 h 110489"/>
                                <a:gd name="connsiteX39" fmla="*/ 106680 w 171450"/>
                                <a:gd name="connsiteY39" fmla="*/ 88582 h 110489"/>
                                <a:gd name="connsiteX40" fmla="*/ 94297 w 171450"/>
                                <a:gd name="connsiteY40" fmla="*/ 94297 h 110489"/>
                                <a:gd name="connsiteX41" fmla="*/ 81915 w 171450"/>
                                <a:gd name="connsiteY41" fmla="*/ 99060 h 110489"/>
                                <a:gd name="connsiteX42" fmla="*/ 69532 w 171450"/>
                                <a:gd name="connsiteY42" fmla="*/ 102870 h 110489"/>
                                <a:gd name="connsiteX43" fmla="*/ 58102 w 171450"/>
                                <a:gd name="connsiteY43" fmla="*/ 105727 h 110489"/>
                                <a:gd name="connsiteX44" fmla="*/ 52388 w 171450"/>
                                <a:gd name="connsiteY44" fmla="*/ 106680 h 110489"/>
                                <a:gd name="connsiteX45" fmla="*/ 47625 w 171450"/>
                                <a:gd name="connsiteY45" fmla="*/ 107632 h 110489"/>
                                <a:gd name="connsiteX46" fmla="*/ 38100 w 171450"/>
                                <a:gd name="connsiteY46" fmla="*/ 109538 h 110489"/>
                                <a:gd name="connsiteX47" fmla="*/ 31432 w 171450"/>
                                <a:gd name="connsiteY47" fmla="*/ 110490 h 110489"/>
                                <a:gd name="connsiteX48" fmla="*/ 27622 w 171450"/>
                                <a:gd name="connsiteY48" fmla="*/ 110490 h 110489"/>
                                <a:gd name="connsiteX49" fmla="*/ 31432 w 171450"/>
                                <a:gd name="connsiteY49" fmla="*/ 109538 h 110489"/>
                                <a:gd name="connsiteX50" fmla="*/ 39052 w 171450"/>
                                <a:gd name="connsiteY50" fmla="*/ 108585 h 110489"/>
                                <a:gd name="connsiteX51" fmla="*/ 48577 w 171450"/>
                                <a:gd name="connsiteY51" fmla="*/ 106680 h 110489"/>
                                <a:gd name="connsiteX52" fmla="*/ 53340 w 171450"/>
                                <a:gd name="connsiteY52" fmla="*/ 105727 h 110489"/>
                                <a:gd name="connsiteX53" fmla="*/ 59055 w 171450"/>
                                <a:gd name="connsiteY53" fmla="*/ 104775 h 110489"/>
                                <a:gd name="connsiteX54" fmla="*/ 70485 w 171450"/>
                                <a:gd name="connsiteY54" fmla="*/ 101918 h 110489"/>
                                <a:gd name="connsiteX55" fmla="*/ 82868 w 171450"/>
                                <a:gd name="connsiteY55" fmla="*/ 98107 h 110489"/>
                                <a:gd name="connsiteX56" fmla="*/ 95250 w 171450"/>
                                <a:gd name="connsiteY56" fmla="*/ 93345 h 110489"/>
                                <a:gd name="connsiteX57" fmla="*/ 107632 w 171450"/>
                                <a:gd name="connsiteY57" fmla="*/ 87630 h 110489"/>
                                <a:gd name="connsiteX58" fmla="*/ 119063 w 171450"/>
                                <a:gd name="connsiteY58" fmla="*/ 81915 h 110489"/>
                                <a:gd name="connsiteX59" fmla="*/ 129540 w 171450"/>
                                <a:gd name="connsiteY59" fmla="*/ 76200 h 110489"/>
                                <a:gd name="connsiteX60" fmla="*/ 139065 w 171450"/>
                                <a:gd name="connsiteY60" fmla="*/ 70485 h 110489"/>
                                <a:gd name="connsiteX61" fmla="*/ 147638 w 171450"/>
                                <a:gd name="connsiteY61" fmla="*/ 66675 h 110489"/>
                                <a:gd name="connsiteX62" fmla="*/ 154305 w 171450"/>
                                <a:gd name="connsiteY62" fmla="*/ 64770 h 110489"/>
                                <a:gd name="connsiteX63" fmla="*/ 155257 w 171450"/>
                                <a:gd name="connsiteY63" fmla="*/ 64770 h 110489"/>
                                <a:gd name="connsiteX64" fmla="*/ 154305 w 171450"/>
                                <a:gd name="connsiteY64" fmla="*/ 63818 h 110489"/>
                                <a:gd name="connsiteX65" fmla="*/ 142875 w 171450"/>
                                <a:gd name="connsiteY65" fmla="*/ 58102 h 110489"/>
                                <a:gd name="connsiteX66" fmla="*/ 129540 w 171450"/>
                                <a:gd name="connsiteY66" fmla="*/ 53340 h 110489"/>
                                <a:gd name="connsiteX67" fmla="*/ 126682 w 171450"/>
                                <a:gd name="connsiteY67" fmla="*/ 52388 h 110489"/>
                                <a:gd name="connsiteX68" fmla="*/ 122872 w 171450"/>
                                <a:gd name="connsiteY68" fmla="*/ 52388 h 110489"/>
                                <a:gd name="connsiteX69" fmla="*/ 108585 w 171450"/>
                                <a:gd name="connsiteY69" fmla="*/ 57150 h 110489"/>
                                <a:gd name="connsiteX70" fmla="*/ 99060 w 171450"/>
                                <a:gd name="connsiteY70" fmla="*/ 61913 h 110489"/>
                                <a:gd name="connsiteX71" fmla="*/ 88582 w 171450"/>
                                <a:gd name="connsiteY71" fmla="*/ 66675 h 110489"/>
                                <a:gd name="connsiteX72" fmla="*/ 77152 w 171450"/>
                                <a:gd name="connsiteY72" fmla="*/ 71438 h 110489"/>
                                <a:gd name="connsiteX73" fmla="*/ 65722 w 171450"/>
                                <a:gd name="connsiteY73" fmla="*/ 76200 h 110489"/>
                                <a:gd name="connsiteX74" fmla="*/ 53340 w 171450"/>
                                <a:gd name="connsiteY74" fmla="*/ 80963 h 110489"/>
                                <a:gd name="connsiteX75" fmla="*/ 41910 w 171450"/>
                                <a:gd name="connsiteY75" fmla="*/ 84772 h 110489"/>
                                <a:gd name="connsiteX76" fmla="*/ 30480 w 171450"/>
                                <a:gd name="connsiteY76" fmla="*/ 88582 h 110489"/>
                                <a:gd name="connsiteX77" fmla="*/ 20002 w 171450"/>
                                <a:gd name="connsiteY77" fmla="*/ 91440 h 110489"/>
                                <a:gd name="connsiteX78" fmla="*/ 4763 w 171450"/>
                                <a:gd name="connsiteY78" fmla="*/ 95250 h 110489"/>
                                <a:gd name="connsiteX79" fmla="*/ 0 w 171450"/>
                                <a:gd name="connsiteY79" fmla="*/ 96202 h 110489"/>
                                <a:gd name="connsiteX80" fmla="*/ 4763 w 171450"/>
                                <a:gd name="connsiteY80" fmla="*/ 95250 h 110489"/>
                                <a:gd name="connsiteX81" fmla="*/ 20002 w 171450"/>
                                <a:gd name="connsiteY81" fmla="*/ 90488 h 110489"/>
                                <a:gd name="connsiteX82" fmla="*/ 30480 w 171450"/>
                                <a:gd name="connsiteY82" fmla="*/ 87630 h 110489"/>
                                <a:gd name="connsiteX83" fmla="*/ 41910 w 171450"/>
                                <a:gd name="connsiteY83" fmla="*/ 83820 h 110489"/>
                                <a:gd name="connsiteX84" fmla="*/ 53340 w 171450"/>
                                <a:gd name="connsiteY84" fmla="*/ 80010 h 110489"/>
                                <a:gd name="connsiteX85" fmla="*/ 65722 w 171450"/>
                                <a:gd name="connsiteY85" fmla="*/ 75247 h 110489"/>
                                <a:gd name="connsiteX86" fmla="*/ 77152 w 171450"/>
                                <a:gd name="connsiteY86" fmla="*/ 70485 h 110489"/>
                                <a:gd name="connsiteX87" fmla="*/ 88582 w 171450"/>
                                <a:gd name="connsiteY87" fmla="*/ 65722 h 110489"/>
                                <a:gd name="connsiteX88" fmla="*/ 99060 w 171450"/>
                                <a:gd name="connsiteY88" fmla="*/ 60960 h 110489"/>
                                <a:gd name="connsiteX89" fmla="*/ 108585 w 171450"/>
                                <a:gd name="connsiteY89" fmla="*/ 56197 h 110489"/>
                                <a:gd name="connsiteX90" fmla="*/ 119063 w 171450"/>
                                <a:gd name="connsiteY90" fmla="*/ 51435 h 110489"/>
                                <a:gd name="connsiteX91" fmla="*/ 115252 w 171450"/>
                                <a:gd name="connsiteY91" fmla="*/ 50482 h 110489"/>
                                <a:gd name="connsiteX92" fmla="*/ 100013 w 171450"/>
                                <a:gd name="connsiteY92" fmla="*/ 47625 h 110489"/>
                                <a:gd name="connsiteX93" fmla="*/ 85725 w 171450"/>
                                <a:gd name="connsiteY93" fmla="*/ 45720 h 110489"/>
                                <a:gd name="connsiteX94" fmla="*/ 72390 w 171450"/>
                                <a:gd name="connsiteY94" fmla="*/ 44768 h 110489"/>
                                <a:gd name="connsiteX95" fmla="*/ 60007 w 171450"/>
                                <a:gd name="connsiteY95" fmla="*/ 44768 h 110489"/>
                                <a:gd name="connsiteX96" fmla="*/ 42863 w 171450"/>
                                <a:gd name="connsiteY96" fmla="*/ 46672 h 110489"/>
                                <a:gd name="connsiteX97" fmla="*/ 42863 w 171450"/>
                                <a:gd name="connsiteY97" fmla="*/ 46672 h 110489"/>
                                <a:gd name="connsiteX98" fmla="*/ 60007 w 171450"/>
                                <a:gd name="connsiteY98" fmla="*/ 43815 h 110489"/>
                                <a:gd name="connsiteX99" fmla="*/ 72390 w 171450"/>
                                <a:gd name="connsiteY99" fmla="*/ 43815 h 110489"/>
                                <a:gd name="connsiteX100" fmla="*/ 86677 w 171450"/>
                                <a:gd name="connsiteY100" fmla="*/ 43815 h 110489"/>
                                <a:gd name="connsiteX101" fmla="*/ 100965 w 171450"/>
                                <a:gd name="connsiteY101" fmla="*/ 44768 h 110489"/>
                                <a:gd name="connsiteX102" fmla="*/ 105727 w 171450"/>
                                <a:gd name="connsiteY102" fmla="*/ 45720 h 110489"/>
                                <a:gd name="connsiteX103" fmla="*/ 102870 w 171450"/>
                                <a:gd name="connsiteY103" fmla="*/ 42863 h 110489"/>
                                <a:gd name="connsiteX104" fmla="*/ 96202 w 171450"/>
                                <a:gd name="connsiteY104" fmla="*/ 36195 h 110489"/>
                                <a:gd name="connsiteX105" fmla="*/ 88582 w 171450"/>
                                <a:gd name="connsiteY105" fmla="*/ 28575 h 110489"/>
                                <a:gd name="connsiteX106" fmla="*/ 80010 w 171450"/>
                                <a:gd name="connsiteY106" fmla="*/ 21907 h 110489"/>
                                <a:gd name="connsiteX107" fmla="*/ 71438 w 171450"/>
                                <a:gd name="connsiteY107" fmla="*/ 18097 h 110489"/>
                                <a:gd name="connsiteX108" fmla="*/ 67627 w 171450"/>
                                <a:gd name="connsiteY108" fmla="*/ 17145 h 110489"/>
                                <a:gd name="connsiteX109" fmla="*/ 64770 w 171450"/>
                                <a:gd name="connsiteY109" fmla="*/ 17145 h 110489"/>
                                <a:gd name="connsiteX110" fmla="*/ 60960 w 171450"/>
                                <a:gd name="connsiteY110" fmla="*/ 14288 h 110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71450" h="110489">
                                  <a:moveTo>
                                    <a:pt x="60960" y="14288"/>
                                  </a:moveTo>
                                  <a:cubicBezTo>
                                    <a:pt x="60960" y="14288"/>
                                    <a:pt x="61913" y="14288"/>
                                    <a:pt x="62865" y="14288"/>
                                  </a:cubicBezTo>
                                  <a:cubicBezTo>
                                    <a:pt x="63818" y="14288"/>
                                    <a:pt x="64770" y="14288"/>
                                    <a:pt x="65722" y="14288"/>
                                  </a:cubicBezTo>
                                  <a:cubicBezTo>
                                    <a:pt x="66675" y="14288"/>
                                    <a:pt x="67627" y="14288"/>
                                    <a:pt x="69532" y="15240"/>
                                  </a:cubicBezTo>
                                  <a:cubicBezTo>
                                    <a:pt x="72390" y="16193"/>
                                    <a:pt x="75247" y="17145"/>
                                    <a:pt x="78105" y="19050"/>
                                  </a:cubicBezTo>
                                  <a:cubicBezTo>
                                    <a:pt x="80963" y="20955"/>
                                    <a:pt x="83820" y="22860"/>
                                    <a:pt x="86677" y="24765"/>
                                  </a:cubicBezTo>
                                  <a:cubicBezTo>
                                    <a:pt x="92393" y="29527"/>
                                    <a:pt x="97155" y="34290"/>
                                    <a:pt x="101918" y="38100"/>
                                  </a:cubicBezTo>
                                  <a:cubicBezTo>
                                    <a:pt x="104775" y="40957"/>
                                    <a:pt x="107632" y="42863"/>
                                    <a:pt x="108585" y="43815"/>
                                  </a:cubicBezTo>
                                  <a:lnTo>
                                    <a:pt x="112395" y="44768"/>
                                  </a:lnTo>
                                  <a:cubicBezTo>
                                    <a:pt x="117157" y="45720"/>
                                    <a:pt x="121920" y="46672"/>
                                    <a:pt x="127635" y="47625"/>
                                  </a:cubicBezTo>
                                  <a:cubicBezTo>
                                    <a:pt x="131445" y="48577"/>
                                    <a:pt x="136207" y="49530"/>
                                    <a:pt x="140018" y="51435"/>
                                  </a:cubicBezTo>
                                  <a:cubicBezTo>
                                    <a:pt x="139065" y="50482"/>
                                    <a:pt x="138113" y="48577"/>
                                    <a:pt x="137160" y="46672"/>
                                  </a:cubicBezTo>
                                  <a:cubicBezTo>
                                    <a:pt x="135255" y="43815"/>
                                    <a:pt x="134302" y="39052"/>
                                    <a:pt x="132397" y="35243"/>
                                  </a:cubicBezTo>
                                  <a:cubicBezTo>
                                    <a:pt x="130493" y="31432"/>
                                    <a:pt x="128588" y="26670"/>
                                    <a:pt x="126682" y="21907"/>
                                  </a:cubicBezTo>
                                  <a:cubicBezTo>
                                    <a:pt x="124777" y="17145"/>
                                    <a:pt x="122872" y="13335"/>
                                    <a:pt x="120015" y="9525"/>
                                  </a:cubicBezTo>
                                  <a:cubicBezTo>
                                    <a:pt x="119063" y="7620"/>
                                    <a:pt x="117157" y="5715"/>
                                    <a:pt x="116205" y="4763"/>
                                  </a:cubicBezTo>
                                  <a:cubicBezTo>
                                    <a:pt x="115252" y="3810"/>
                                    <a:pt x="113347" y="1905"/>
                                    <a:pt x="111443" y="952"/>
                                  </a:cubicBezTo>
                                  <a:cubicBezTo>
                                    <a:pt x="111443" y="952"/>
                                    <a:pt x="110490" y="0"/>
                                    <a:pt x="110490" y="0"/>
                                  </a:cubicBezTo>
                                  <a:cubicBezTo>
                                    <a:pt x="110490" y="0"/>
                                    <a:pt x="111443" y="0"/>
                                    <a:pt x="111443" y="0"/>
                                  </a:cubicBezTo>
                                  <a:cubicBezTo>
                                    <a:pt x="113347" y="952"/>
                                    <a:pt x="114300" y="1905"/>
                                    <a:pt x="116205" y="3810"/>
                                  </a:cubicBezTo>
                                  <a:cubicBezTo>
                                    <a:pt x="118110" y="4763"/>
                                    <a:pt x="119063" y="6668"/>
                                    <a:pt x="120968" y="8572"/>
                                  </a:cubicBezTo>
                                  <a:cubicBezTo>
                                    <a:pt x="123825" y="12382"/>
                                    <a:pt x="125730" y="16193"/>
                                    <a:pt x="128588" y="20955"/>
                                  </a:cubicBezTo>
                                  <a:cubicBezTo>
                                    <a:pt x="130493" y="25718"/>
                                    <a:pt x="132397" y="29527"/>
                                    <a:pt x="134302" y="33338"/>
                                  </a:cubicBezTo>
                                  <a:cubicBezTo>
                                    <a:pt x="136207" y="37147"/>
                                    <a:pt x="138113" y="40957"/>
                                    <a:pt x="139065" y="43815"/>
                                  </a:cubicBezTo>
                                  <a:cubicBezTo>
                                    <a:pt x="140970" y="46672"/>
                                    <a:pt x="142875" y="49530"/>
                                    <a:pt x="143827" y="50482"/>
                                  </a:cubicBezTo>
                                  <a:cubicBezTo>
                                    <a:pt x="144780" y="51435"/>
                                    <a:pt x="145732" y="52388"/>
                                    <a:pt x="145732" y="52388"/>
                                  </a:cubicBezTo>
                                  <a:cubicBezTo>
                                    <a:pt x="148590" y="53340"/>
                                    <a:pt x="151447" y="55245"/>
                                    <a:pt x="154305" y="56197"/>
                                  </a:cubicBezTo>
                                  <a:cubicBezTo>
                                    <a:pt x="158115" y="58102"/>
                                    <a:pt x="161925" y="60960"/>
                                    <a:pt x="164782" y="63818"/>
                                  </a:cubicBezTo>
                                  <a:cubicBezTo>
                                    <a:pt x="167640" y="65722"/>
                                    <a:pt x="169545" y="67627"/>
                                    <a:pt x="171450" y="70485"/>
                                  </a:cubicBezTo>
                                  <a:lnTo>
                                    <a:pt x="171450" y="70485"/>
                                  </a:lnTo>
                                  <a:lnTo>
                                    <a:pt x="171450" y="80010"/>
                                  </a:lnTo>
                                  <a:cubicBezTo>
                                    <a:pt x="169545" y="77152"/>
                                    <a:pt x="165735" y="73343"/>
                                    <a:pt x="160972" y="68580"/>
                                  </a:cubicBezTo>
                                  <a:cubicBezTo>
                                    <a:pt x="160020" y="67627"/>
                                    <a:pt x="158115" y="66675"/>
                                    <a:pt x="157163" y="64770"/>
                                  </a:cubicBezTo>
                                  <a:cubicBezTo>
                                    <a:pt x="157163" y="64770"/>
                                    <a:pt x="157163" y="64770"/>
                                    <a:pt x="157163" y="64770"/>
                                  </a:cubicBezTo>
                                  <a:cubicBezTo>
                                    <a:pt x="156210" y="64770"/>
                                    <a:pt x="154305" y="64770"/>
                                    <a:pt x="152400" y="65722"/>
                                  </a:cubicBezTo>
                                  <a:cubicBezTo>
                                    <a:pt x="150495" y="65722"/>
                                    <a:pt x="148590" y="66675"/>
                                    <a:pt x="145732" y="67627"/>
                                  </a:cubicBezTo>
                                  <a:cubicBezTo>
                                    <a:pt x="142875" y="68580"/>
                                    <a:pt x="140970" y="69532"/>
                                    <a:pt x="138113" y="71438"/>
                                  </a:cubicBezTo>
                                  <a:cubicBezTo>
                                    <a:pt x="135255" y="73343"/>
                                    <a:pt x="132397" y="75247"/>
                                    <a:pt x="128588" y="77152"/>
                                  </a:cubicBezTo>
                                  <a:cubicBezTo>
                                    <a:pt x="125730" y="79057"/>
                                    <a:pt x="121920" y="80963"/>
                                    <a:pt x="118110" y="82868"/>
                                  </a:cubicBezTo>
                                  <a:cubicBezTo>
                                    <a:pt x="114300" y="84772"/>
                                    <a:pt x="110490" y="86677"/>
                                    <a:pt x="106680" y="88582"/>
                                  </a:cubicBezTo>
                                  <a:cubicBezTo>
                                    <a:pt x="102870" y="90488"/>
                                    <a:pt x="98107" y="92393"/>
                                    <a:pt x="94297" y="94297"/>
                                  </a:cubicBezTo>
                                  <a:cubicBezTo>
                                    <a:pt x="90488" y="96202"/>
                                    <a:pt x="85725" y="97155"/>
                                    <a:pt x="81915" y="99060"/>
                                  </a:cubicBezTo>
                                  <a:cubicBezTo>
                                    <a:pt x="78105" y="100965"/>
                                    <a:pt x="73343" y="101918"/>
                                    <a:pt x="69532" y="102870"/>
                                  </a:cubicBezTo>
                                  <a:cubicBezTo>
                                    <a:pt x="65722" y="103822"/>
                                    <a:pt x="61913" y="104775"/>
                                    <a:pt x="58102" y="105727"/>
                                  </a:cubicBezTo>
                                  <a:cubicBezTo>
                                    <a:pt x="56197" y="105727"/>
                                    <a:pt x="54293" y="106680"/>
                                    <a:pt x="52388" y="106680"/>
                                  </a:cubicBezTo>
                                  <a:cubicBezTo>
                                    <a:pt x="50482" y="106680"/>
                                    <a:pt x="48577" y="107632"/>
                                    <a:pt x="47625" y="107632"/>
                                  </a:cubicBezTo>
                                  <a:cubicBezTo>
                                    <a:pt x="43815" y="108585"/>
                                    <a:pt x="40957" y="108585"/>
                                    <a:pt x="38100" y="109538"/>
                                  </a:cubicBezTo>
                                  <a:cubicBezTo>
                                    <a:pt x="35243" y="109538"/>
                                    <a:pt x="33338" y="110490"/>
                                    <a:pt x="31432" y="110490"/>
                                  </a:cubicBezTo>
                                  <a:cubicBezTo>
                                    <a:pt x="29527" y="110490"/>
                                    <a:pt x="28575" y="110490"/>
                                    <a:pt x="27622" y="110490"/>
                                  </a:cubicBezTo>
                                  <a:cubicBezTo>
                                    <a:pt x="28575" y="110490"/>
                                    <a:pt x="29527" y="110490"/>
                                    <a:pt x="31432" y="109538"/>
                                  </a:cubicBezTo>
                                  <a:cubicBezTo>
                                    <a:pt x="33338" y="109538"/>
                                    <a:pt x="36195" y="108585"/>
                                    <a:pt x="39052" y="108585"/>
                                  </a:cubicBezTo>
                                  <a:cubicBezTo>
                                    <a:pt x="41910" y="107632"/>
                                    <a:pt x="44768" y="107632"/>
                                    <a:pt x="48577" y="106680"/>
                                  </a:cubicBezTo>
                                  <a:cubicBezTo>
                                    <a:pt x="50482" y="106680"/>
                                    <a:pt x="52388" y="105727"/>
                                    <a:pt x="53340" y="105727"/>
                                  </a:cubicBezTo>
                                  <a:cubicBezTo>
                                    <a:pt x="55245" y="105727"/>
                                    <a:pt x="57150" y="104775"/>
                                    <a:pt x="59055" y="104775"/>
                                  </a:cubicBezTo>
                                  <a:cubicBezTo>
                                    <a:pt x="62865" y="103822"/>
                                    <a:pt x="66675" y="102870"/>
                                    <a:pt x="70485" y="101918"/>
                                  </a:cubicBezTo>
                                  <a:cubicBezTo>
                                    <a:pt x="74295" y="100965"/>
                                    <a:pt x="79057" y="99060"/>
                                    <a:pt x="82868" y="98107"/>
                                  </a:cubicBezTo>
                                  <a:cubicBezTo>
                                    <a:pt x="86677" y="96202"/>
                                    <a:pt x="91440" y="95250"/>
                                    <a:pt x="95250" y="93345"/>
                                  </a:cubicBezTo>
                                  <a:cubicBezTo>
                                    <a:pt x="99060" y="91440"/>
                                    <a:pt x="103822" y="89535"/>
                                    <a:pt x="107632" y="87630"/>
                                  </a:cubicBezTo>
                                  <a:cubicBezTo>
                                    <a:pt x="111443" y="85725"/>
                                    <a:pt x="115252" y="83820"/>
                                    <a:pt x="119063" y="81915"/>
                                  </a:cubicBezTo>
                                  <a:cubicBezTo>
                                    <a:pt x="122872" y="80010"/>
                                    <a:pt x="126682" y="78105"/>
                                    <a:pt x="129540" y="76200"/>
                                  </a:cubicBezTo>
                                  <a:cubicBezTo>
                                    <a:pt x="132397" y="74295"/>
                                    <a:pt x="136207" y="72390"/>
                                    <a:pt x="139065" y="70485"/>
                                  </a:cubicBezTo>
                                  <a:cubicBezTo>
                                    <a:pt x="141922" y="68580"/>
                                    <a:pt x="144780" y="67627"/>
                                    <a:pt x="147638" y="66675"/>
                                  </a:cubicBezTo>
                                  <a:cubicBezTo>
                                    <a:pt x="150495" y="65722"/>
                                    <a:pt x="152400" y="64770"/>
                                    <a:pt x="154305" y="64770"/>
                                  </a:cubicBezTo>
                                  <a:cubicBezTo>
                                    <a:pt x="154305" y="64770"/>
                                    <a:pt x="155257" y="64770"/>
                                    <a:pt x="155257" y="64770"/>
                                  </a:cubicBezTo>
                                  <a:lnTo>
                                    <a:pt x="154305" y="63818"/>
                                  </a:lnTo>
                                  <a:cubicBezTo>
                                    <a:pt x="150495" y="61913"/>
                                    <a:pt x="146685" y="60007"/>
                                    <a:pt x="142875" y="58102"/>
                                  </a:cubicBezTo>
                                  <a:cubicBezTo>
                                    <a:pt x="139065" y="56197"/>
                                    <a:pt x="134302" y="55245"/>
                                    <a:pt x="129540" y="53340"/>
                                  </a:cubicBezTo>
                                  <a:lnTo>
                                    <a:pt x="126682" y="52388"/>
                                  </a:lnTo>
                                  <a:cubicBezTo>
                                    <a:pt x="125730" y="52388"/>
                                    <a:pt x="124777" y="52388"/>
                                    <a:pt x="122872" y="52388"/>
                                  </a:cubicBezTo>
                                  <a:cubicBezTo>
                                    <a:pt x="119063" y="53340"/>
                                    <a:pt x="114300" y="54293"/>
                                    <a:pt x="108585" y="57150"/>
                                  </a:cubicBezTo>
                                  <a:cubicBezTo>
                                    <a:pt x="105727" y="58102"/>
                                    <a:pt x="102870" y="60007"/>
                                    <a:pt x="99060" y="61913"/>
                                  </a:cubicBezTo>
                                  <a:cubicBezTo>
                                    <a:pt x="96202" y="63818"/>
                                    <a:pt x="92393" y="65722"/>
                                    <a:pt x="88582" y="66675"/>
                                  </a:cubicBezTo>
                                  <a:cubicBezTo>
                                    <a:pt x="84772" y="68580"/>
                                    <a:pt x="80963" y="69532"/>
                                    <a:pt x="77152" y="71438"/>
                                  </a:cubicBezTo>
                                  <a:cubicBezTo>
                                    <a:pt x="73343" y="73343"/>
                                    <a:pt x="69532" y="74295"/>
                                    <a:pt x="65722" y="76200"/>
                                  </a:cubicBezTo>
                                  <a:cubicBezTo>
                                    <a:pt x="61913" y="78105"/>
                                    <a:pt x="57150" y="79057"/>
                                    <a:pt x="53340" y="80963"/>
                                  </a:cubicBezTo>
                                  <a:lnTo>
                                    <a:pt x="41910" y="84772"/>
                                  </a:lnTo>
                                  <a:cubicBezTo>
                                    <a:pt x="38100" y="85725"/>
                                    <a:pt x="34290" y="87630"/>
                                    <a:pt x="30480" y="88582"/>
                                  </a:cubicBezTo>
                                  <a:cubicBezTo>
                                    <a:pt x="26670" y="89535"/>
                                    <a:pt x="23813" y="90488"/>
                                    <a:pt x="20002" y="91440"/>
                                  </a:cubicBezTo>
                                  <a:cubicBezTo>
                                    <a:pt x="13335" y="93345"/>
                                    <a:pt x="8572" y="94297"/>
                                    <a:pt x="4763" y="95250"/>
                                  </a:cubicBezTo>
                                  <a:cubicBezTo>
                                    <a:pt x="2857" y="95250"/>
                                    <a:pt x="1905" y="96202"/>
                                    <a:pt x="0" y="96202"/>
                                  </a:cubicBezTo>
                                  <a:cubicBezTo>
                                    <a:pt x="952" y="96202"/>
                                    <a:pt x="2857" y="95250"/>
                                    <a:pt x="4763" y="95250"/>
                                  </a:cubicBezTo>
                                  <a:cubicBezTo>
                                    <a:pt x="8572" y="94297"/>
                                    <a:pt x="13335" y="92393"/>
                                    <a:pt x="20002" y="90488"/>
                                  </a:cubicBezTo>
                                  <a:cubicBezTo>
                                    <a:pt x="22860" y="89535"/>
                                    <a:pt x="26670" y="88582"/>
                                    <a:pt x="30480" y="87630"/>
                                  </a:cubicBezTo>
                                  <a:cubicBezTo>
                                    <a:pt x="34290" y="86677"/>
                                    <a:pt x="38100" y="84772"/>
                                    <a:pt x="41910" y="83820"/>
                                  </a:cubicBezTo>
                                  <a:cubicBezTo>
                                    <a:pt x="45720" y="82868"/>
                                    <a:pt x="49530" y="80963"/>
                                    <a:pt x="53340" y="80010"/>
                                  </a:cubicBezTo>
                                  <a:cubicBezTo>
                                    <a:pt x="57150" y="78105"/>
                                    <a:pt x="60960" y="77152"/>
                                    <a:pt x="65722" y="75247"/>
                                  </a:cubicBezTo>
                                  <a:cubicBezTo>
                                    <a:pt x="69532" y="73343"/>
                                    <a:pt x="73343" y="72390"/>
                                    <a:pt x="77152" y="70485"/>
                                  </a:cubicBezTo>
                                  <a:cubicBezTo>
                                    <a:pt x="80963" y="68580"/>
                                    <a:pt x="84772" y="66675"/>
                                    <a:pt x="88582" y="65722"/>
                                  </a:cubicBezTo>
                                  <a:cubicBezTo>
                                    <a:pt x="92393" y="63818"/>
                                    <a:pt x="95250" y="61913"/>
                                    <a:pt x="99060" y="60960"/>
                                  </a:cubicBezTo>
                                  <a:cubicBezTo>
                                    <a:pt x="102870" y="59055"/>
                                    <a:pt x="105727" y="58102"/>
                                    <a:pt x="108585" y="56197"/>
                                  </a:cubicBezTo>
                                  <a:cubicBezTo>
                                    <a:pt x="112395" y="54293"/>
                                    <a:pt x="116205" y="52388"/>
                                    <a:pt x="119063" y="51435"/>
                                  </a:cubicBezTo>
                                  <a:lnTo>
                                    <a:pt x="115252" y="50482"/>
                                  </a:lnTo>
                                  <a:cubicBezTo>
                                    <a:pt x="110490" y="49530"/>
                                    <a:pt x="105727" y="48577"/>
                                    <a:pt x="100013" y="47625"/>
                                  </a:cubicBezTo>
                                  <a:cubicBezTo>
                                    <a:pt x="95250" y="46672"/>
                                    <a:pt x="90488" y="46672"/>
                                    <a:pt x="85725" y="45720"/>
                                  </a:cubicBezTo>
                                  <a:cubicBezTo>
                                    <a:pt x="80963" y="44768"/>
                                    <a:pt x="76200" y="44768"/>
                                    <a:pt x="72390" y="44768"/>
                                  </a:cubicBezTo>
                                  <a:cubicBezTo>
                                    <a:pt x="67627" y="44768"/>
                                    <a:pt x="63818" y="43815"/>
                                    <a:pt x="60007" y="44768"/>
                                  </a:cubicBezTo>
                                  <a:cubicBezTo>
                                    <a:pt x="53340" y="44768"/>
                                    <a:pt x="46672" y="45720"/>
                                    <a:pt x="42863" y="46672"/>
                                  </a:cubicBezTo>
                                  <a:lnTo>
                                    <a:pt x="42863" y="46672"/>
                                  </a:lnTo>
                                  <a:cubicBezTo>
                                    <a:pt x="46672" y="43815"/>
                                    <a:pt x="53340" y="43815"/>
                                    <a:pt x="60007" y="43815"/>
                                  </a:cubicBezTo>
                                  <a:cubicBezTo>
                                    <a:pt x="63818" y="43815"/>
                                    <a:pt x="67627" y="43815"/>
                                    <a:pt x="72390" y="43815"/>
                                  </a:cubicBezTo>
                                  <a:cubicBezTo>
                                    <a:pt x="77152" y="43815"/>
                                    <a:pt x="81915" y="43815"/>
                                    <a:pt x="86677" y="43815"/>
                                  </a:cubicBezTo>
                                  <a:cubicBezTo>
                                    <a:pt x="91440" y="43815"/>
                                    <a:pt x="96202" y="44768"/>
                                    <a:pt x="100965" y="44768"/>
                                  </a:cubicBezTo>
                                  <a:lnTo>
                                    <a:pt x="105727" y="45720"/>
                                  </a:lnTo>
                                  <a:cubicBezTo>
                                    <a:pt x="104775" y="44768"/>
                                    <a:pt x="103822" y="43815"/>
                                    <a:pt x="102870" y="42863"/>
                                  </a:cubicBezTo>
                                  <a:cubicBezTo>
                                    <a:pt x="100965" y="40957"/>
                                    <a:pt x="99060" y="39052"/>
                                    <a:pt x="96202" y="36195"/>
                                  </a:cubicBezTo>
                                  <a:cubicBezTo>
                                    <a:pt x="93345" y="33338"/>
                                    <a:pt x="91440" y="31432"/>
                                    <a:pt x="88582" y="28575"/>
                                  </a:cubicBezTo>
                                  <a:cubicBezTo>
                                    <a:pt x="85725" y="25718"/>
                                    <a:pt x="82868" y="23813"/>
                                    <a:pt x="80010" y="21907"/>
                                  </a:cubicBezTo>
                                  <a:cubicBezTo>
                                    <a:pt x="77152" y="20002"/>
                                    <a:pt x="74295" y="19050"/>
                                    <a:pt x="71438" y="18097"/>
                                  </a:cubicBezTo>
                                  <a:cubicBezTo>
                                    <a:pt x="70485" y="18097"/>
                                    <a:pt x="68580" y="17145"/>
                                    <a:pt x="67627" y="17145"/>
                                  </a:cubicBezTo>
                                  <a:cubicBezTo>
                                    <a:pt x="66675" y="17145"/>
                                    <a:pt x="65722" y="17145"/>
                                    <a:pt x="64770" y="17145"/>
                                  </a:cubicBezTo>
                                  <a:cubicBezTo>
                                    <a:pt x="61913" y="14288"/>
                                    <a:pt x="60960" y="14288"/>
                                    <a:pt x="60960" y="14288"/>
                                  </a:cubicBezTo>
                                  <a:close/>
                                </a:path>
                              </a:pathLst>
                            </a:custGeom>
                            <a:grpFill/>
                            <a:ln w="9525" cap="flat">
                              <a:noFill/>
                              <a:prstDash val="solid"/>
                              <a:miter/>
                            </a:ln>
                          </p:spPr>
                          <p:txBody>
                            <a:bodyPr rtlCol="0" anchor="ctr"/>
                            <a:lstStyle/>
                            <a:p>
                              <a:endParaRPr lang="en-US"/>
                            </a:p>
                          </p:txBody>
                        </p:sp>
                      </p:grpSp>
                    </p:grpSp>
                    <p:grpSp>
                      <p:nvGrpSpPr>
                        <p:cNvPr id="309" name="Graphic 2">
                          <a:extLst>
                            <a:ext uri="{FF2B5EF4-FFF2-40B4-BE49-F238E27FC236}">
                              <a16:creationId xmlns:a16="http://schemas.microsoft.com/office/drawing/2014/main" id="{AE736AF3-0337-429B-AEF1-DA4B52809559}"/>
                            </a:ext>
                          </a:extLst>
                        </p:cNvPr>
                        <p:cNvGrpSpPr/>
                        <p:nvPr/>
                      </p:nvGrpSpPr>
                      <p:grpSpPr>
                        <a:xfrm>
                          <a:off x="3782558" y="1389569"/>
                          <a:ext cx="323161" cy="411047"/>
                          <a:chOff x="3782558" y="1389569"/>
                          <a:chExt cx="323161" cy="411047"/>
                        </a:xfrm>
                        <a:grpFill/>
                      </p:grpSpPr>
                      <p:sp>
                        <p:nvSpPr>
                          <p:cNvPr id="310" name="Freeform: Shape 309">
                            <a:extLst>
                              <a:ext uri="{FF2B5EF4-FFF2-40B4-BE49-F238E27FC236}">
                                <a16:creationId xmlns:a16="http://schemas.microsoft.com/office/drawing/2014/main" id="{28E02DEC-05D0-4708-9D94-FDA27D34FA10}"/>
                              </a:ext>
                            </a:extLst>
                          </p:cNvPr>
                          <p:cNvSpPr/>
                          <p:nvPr/>
                        </p:nvSpPr>
                        <p:spPr>
                          <a:xfrm>
                            <a:off x="3784041" y="1392003"/>
                            <a:ext cx="321678" cy="408613"/>
                          </a:xfrm>
                          <a:custGeom>
                            <a:avLst/>
                            <a:gdLst>
                              <a:gd name="connsiteX0" fmla="*/ 2327 w 321678"/>
                              <a:gd name="connsiteY0" fmla="*/ 289031 h 408613"/>
                              <a:gd name="connsiteX1" fmla="*/ 16615 w 321678"/>
                              <a:gd name="connsiteY1" fmla="*/ 274743 h 408613"/>
                              <a:gd name="connsiteX2" fmla="*/ 16615 w 321678"/>
                              <a:gd name="connsiteY2" fmla="*/ 274743 h 408613"/>
                              <a:gd name="connsiteX3" fmla="*/ 19472 w 321678"/>
                              <a:gd name="connsiteY3" fmla="*/ 271886 h 408613"/>
                              <a:gd name="connsiteX4" fmla="*/ 15663 w 321678"/>
                              <a:gd name="connsiteY4" fmla="*/ 222356 h 408613"/>
                              <a:gd name="connsiteX5" fmla="*/ 43285 w 321678"/>
                              <a:gd name="connsiteY5" fmla="*/ 188066 h 408613"/>
                              <a:gd name="connsiteX6" fmla="*/ 67097 w 321678"/>
                              <a:gd name="connsiteY6" fmla="*/ 197591 h 408613"/>
                              <a:gd name="connsiteX7" fmla="*/ 103292 w 321678"/>
                              <a:gd name="connsiteY7" fmla="*/ 222356 h 408613"/>
                              <a:gd name="connsiteX8" fmla="*/ 103292 w 321678"/>
                              <a:gd name="connsiteY8" fmla="*/ 206163 h 408613"/>
                              <a:gd name="connsiteX9" fmla="*/ 103292 w 321678"/>
                              <a:gd name="connsiteY9" fmla="*/ 189018 h 408613"/>
                              <a:gd name="connsiteX10" fmla="*/ 107102 w 321678"/>
                              <a:gd name="connsiteY10" fmla="*/ 145203 h 408613"/>
                              <a:gd name="connsiteX11" fmla="*/ 120438 w 321678"/>
                              <a:gd name="connsiteY11" fmla="*/ 97578 h 408613"/>
                              <a:gd name="connsiteX12" fmla="*/ 120438 w 321678"/>
                              <a:gd name="connsiteY12" fmla="*/ 96626 h 408613"/>
                              <a:gd name="connsiteX13" fmla="*/ 120438 w 321678"/>
                              <a:gd name="connsiteY13" fmla="*/ 96626 h 408613"/>
                              <a:gd name="connsiteX14" fmla="*/ 206163 w 321678"/>
                              <a:gd name="connsiteY14" fmla="*/ 8996 h 408613"/>
                              <a:gd name="connsiteX15" fmla="*/ 251883 w 321678"/>
                              <a:gd name="connsiteY15" fmla="*/ 423 h 408613"/>
                              <a:gd name="connsiteX16" fmla="*/ 261408 w 321678"/>
                              <a:gd name="connsiteY16" fmla="*/ 423 h 408613"/>
                              <a:gd name="connsiteX17" fmla="*/ 262360 w 321678"/>
                              <a:gd name="connsiteY17" fmla="*/ 423 h 408613"/>
                              <a:gd name="connsiteX18" fmla="*/ 282363 w 321678"/>
                              <a:gd name="connsiteY18" fmla="*/ 8043 h 408613"/>
                              <a:gd name="connsiteX19" fmla="*/ 308080 w 321678"/>
                              <a:gd name="connsiteY19" fmla="*/ 15663 h 408613"/>
                              <a:gd name="connsiteX20" fmla="*/ 315700 w 321678"/>
                              <a:gd name="connsiteY20" fmla="*/ 30903 h 408613"/>
                              <a:gd name="connsiteX21" fmla="*/ 315700 w 321678"/>
                              <a:gd name="connsiteY21" fmla="*/ 30903 h 408613"/>
                              <a:gd name="connsiteX22" fmla="*/ 309985 w 321678"/>
                              <a:gd name="connsiteY22" fmla="*/ 117581 h 408613"/>
                              <a:gd name="connsiteX23" fmla="*/ 309985 w 321678"/>
                              <a:gd name="connsiteY23" fmla="*/ 118533 h 408613"/>
                              <a:gd name="connsiteX24" fmla="*/ 304270 w 321678"/>
                              <a:gd name="connsiteY24" fmla="*/ 135678 h 408613"/>
                              <a:gd name="connsiteX25" fmla="*/ 298555 w 321678"/>
                              <a:gd name="connsiteY25" fmla="*/ 153776 h 408613"/>
                              <a:gd name="connsiteX26" fmla="*/ 290935 w 321678"/>
                              <a:gd name="connsiteY26" fmla="*/ 185208 h 408613"/>
                              <a:gd name="connsiteX27" fmla="*/ 214735 w 321678"/>
                              <a:gd name="connsiteY27" fmla="*/ 329988 h 408613"/>
                              <a:gd name="connsiteX28" fmla="*/ 179492 w 321678"/>
                              <a:gd name="connsiteY28" fmla="*/ 357611 h 408613"/>
                              <a:gd name="connsiteX29" fmla="*/ 156633 w 321678"/>
                              <a:gd name="connsiteY29" fmla="*/ 383328 h 408613"/>
                              <a:gd name="connsiteX30" fmla="*/ 156633 w 321678"/>
                              <a:gd name="connsiteY30" fmla="*/ 383328 h 408613"/>
                              <a:gd name="connsiteX31" fmla="*/ 156633 w 321678"/>
                              <a:gd name="connsiteY31" fmla="*/ 383328 h 408613"/>
                              <a:gd name="connsiteX32" fmla="*/ 156633 w 321678"/>
                              <a:gd name="connsiteY32" fmla="*/ 383328 h 408613"/>
                              <a:gd name="connsiteX33" fmla="*/ 145202 w 321678"/>
                              <a:gd name="connsiteY33" fmla="*/ 391901 h 408613"/>
                              <a:gd name="connsiteX34" fmla="*/ 145202 w 321678"/>
                              <a:gd name="connsiteY34" fmla="*/ 391901 h 408613"/>
                              <a:gd name="connsiteX35" fmla="*/ 144250 w 321678"/>
                              <a:gd name="connsiteY35" fmla="*/ 392853 h 408613"/>
                              <a:gd name="connsiteX36" fmla="*/ 111865 w 321678"/>
                              <a:gd name="connsiteY36" fmla="*/ 406188 h 408613"/>
                              <a:gd name="connsiteX37" fmla="*/ 66145 w 321678"/>
                              <a:gd name="connsiteY37" fmla="*/ 405236 h 408613"/>
                              <a:gd name="connsiteX38" fmla="*/ 28045 w 321678"/>
                              <a:gd name="connsiteY38" fmla="*/ 383328 h 408613"/>
                              <a:gd name="connsiteX39" fmla="*/ 27092 w 321678"/>
                              <a:gd name="connsiteY39" fmla="*/ 382376 h 408613"/>
                              <a:gd name="connsiteX40" fmla="*/ 27092 w 321678"/>
                              <a:gd name="connsiteY40" fmla="*/ 382376 h 408613"/>
                              <a:gd name="connsiteX41" fmla="*/ 8995 w 321678"/>
                              <a:gd name="connsiteY41" fmla="*/ 356658 h 408613"/>
                              <a:gd name="connsiteX42" fmla="*/ 2327 w 321678"/>
                              <a:gd name="connsiteY42" fmla="*/ 289031 h 40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21678" h="408613">
                                <a:moveTo>
                                  <a:pt x="2327" y="289031"/>
                                </a:moveTo>
                                <a:cubicBezTo>
                                  <a:pt x="4233" y="275696"/>
                                  <a:pt x="8995" y="281411"/>
                                  <a:pt x="16615" y="274743"/>
                                </a:cubicBezTo>
                                <a:lnTo>
                                  <a:pt x="16615" y="274743"/>
                                </a:lnTo>
                                <a:cubicBezTo>
                                  <a:pt x="17567" y="273791"/>
                                  <a:pt x="18520" y="272838"/>
                                  <a:pt x="19472" y="271886"/>
                                </a:cubicBezTo>
                                <a:cubicBezTo>
                                  <a:pt x="14710" y="266171"/>
                                  <a:pt x="13758" y="230928"/>
                                  <a:pt x="15663" y="222356"/>
                                </a:cubicBezTo>
                                <a:cubicBezTo>
                                  <a:pt x="19472" y="207116"/>
                                  <a:pt x="28997" y="189971"/>
                                  <a:pt x="43285" y="188066"/>
                                </a:cubicBezTo>
                                <a:cubicBezTo>
                                  <a:pt x="51858" y="187113"/>
                                  <a:pt x="60430" y="192828"/>
                                  <a:pt x="67097" y="197591"/>
                                </a:cubicBezTo>
                                <a:cubicBezTo>
                                  <a:pt x="80433" y="208068"/>
                                  <a:pt x="91863" y="214736"/>
                                  <a:pt x="103292" y="222356"/>
                                </a:cubicBezTo>
                                <a:cubicBezTo>
                                  <a:pt x="103292" y="217593"/>
                                  <a:pt x="103292" y="209973"/>
                                  <a:pt x="103292" y="206163"/>
                                </a:cubicBezTo>
                                <a:cubicBezTo>
                                  <a:pt x="103292" y="199496"/>
                                  <a:pt x="103292" y="193781"/>
                                  <a:pt x="103292" y="189018"/>
                                </a:cubicBezTo>
                                <a:cubicBezTo>
                                  <a:pt x="103292" y="174731"/>
                                  <a:pt x="104245" y="159491"/>
                                  <a:pt x="107102" y="145203"/>
                                </a:cubicBezTo>
                                <a:cubicBezTo>
                                  <a:pt x="109008" y="130916"/>
                                  <a:pt x="115675" y="110913"/>
                                  <a:pt x="120438" y="97578"/>
                                </a:cubicBezTo>
                                <a:lnTo>
                                  <a:pt x="120438" y="96626"/>
                                </a:lnTo>
                                <a:cubicBezTo>
                                  <a:pt x="120438" y="96626"/>
                                  <a:pt x="120438" y="96626"/>
                                  <a:pt x="120438" y="96626"/>
                                </a:cubicBezTo>
                                <a:cubicBezTo>
                                  <a:pt x="135677" y="60431"/>
                                  <a:pt x="163300" y="27093"/>
                                  <a:pt x="206163" y="8996"/>
                                </a:cubicBezTo>
                                <a:cubicBezTo>
                                  <a:pt x="216640" y="5186"/>
                                  <a:pt x="236642" y="1376"/>
                                  <a:pt x="251883" y="423"/>
                                </a:cubicBezTo>
                                <a:cubicBezTo>
                                  <a:pt x="254740" y="423"/>
                                  <a:pt x="258550" y="-529"/>
                                  <a:pt x="261408" y="423"/>
                                </a:cubicBezTo>
                                <a:cubicBezTo>
                                  <a:pt x="261408" y="423"/>
                                  <a:pt x="262360" y="423"/>
                                  <a:pt x="262360" y="423"/>
                                </a:cubicBezTo>
                                <a:cubicBezTo>
                                  <a:pt x="269980" y="1376"/>
                                  <a:pt x="276647" y="4233"/>
                                  <a:pt x="282363" y="8043"/>
                                </a:cubicBezTo>
                                <a:cubicBezTo>
                                  <a:pt x="292840" y="7091"/>
                                  <a:pt x="303317" y="8996"/>
                                  <a:pt x="308080" y="15663"/>
                                </a:cubicBezTo>
                                <a:cubicBezTo>
                                  <a:pt x="310938" y="19473"/>
                                  <a:pt x="313795" y="26141"/>
                                  <a:pt x="315700" y="30903"/>
                                </a:cubicBezTo>
                                <a:lnTo>
                                  <a:pt x="315700" y="30903"/>
                                </a:lnTo>
                                <a:cubicBezTo>
                                  <a:pt x="327130" y="55668"/>
                                  <a:pt x="320463" y="84243"/>
                                  <a:pt x="309985" y="117581"/>
                                </a:cubicBezTo>
                                <a:cubicBezTo>
                                  <a:pt x="309985" y="117581"/>
                                  <a:pt x="309985" y="118533"/>
                                  <a:pt x="309985" y="118533"/>
                                </a:cubicBezTo>
                                <a:cubicBezTo>
                                  <a:pt x="308080" y="124248"/>
                                  <a:pt x="306175" y="129963"/>
                                  <a:pt x="304270" y="135678"/>
                                </a:cubicBezTo>
                                <a:cubicBezTo>
                                  <a:pt x="302365" y="142346"/>
                                  <a:pt x="300460" y="148061"/>
                                  <a:pt x="298555" y="153776"/>
                                </a:cubicBezTo>
                                <a:cubicBezTo>
                                  <a:pt x="294745" y="165206"/>
                                  <a:pt x="291888" y="176636"/>
                                  <a:pt x="290935" y="185208"/>
                                </a:cubicBezTo>
                                <a:cubicBezTo>
                                  <a:pt x="281410" y="243311"/>
                                  <a:pt x="272838" y="291888"/>
                                  <a:pt x="214735" y="329988"/>
                                </a:cubicBezTo>
                                <a:cubicBezTo>
                                  <a:pt x="205210" y="340466"/>
                                  <a:pt x="191875" y="351896"/>
                                  <a:pt x="179492" y="357611"/>
                                </a:cubicBezTo>
                                <a:cubicBezTo>
                                  <a:pt x="175683" y="364278"/>
                                  <a:pt x="162347" y="377613"/>
                                  <a:pt x="156633" y="383328"/>
                                </a:cubicBezTo>
                                <a:lnTo>
                                  <a:pt x="156633" y="383328"/>
                                </a:lnTo>
                                <a:lnTo>
                                  <a:pt x="156633" y="383328"/>
                                </a:lnTo>
                                <a:cubicBezTo>
                                  <a:pt x="156633" y="383328"/>
                                  <a:pt x="156633" y="383328"/>
                                  <a:pt x="156633" y="383328"/>
                                </a:cubicBezTo>
                                <a:lnTo>
                                  <a:pt x="145202" y="391901"/>
                                </a:lnTo>
                                <a:lnTo>
                                  <a:pt x="145202" y="391901"/>
                                </a:lnTo>
                                <a:cubicBezTo>
                                  <a:pt x="145202" y="391901"/>
                                  <a:pt x="144250" y="391901"/>
                                  <a:pt x="144250" y="392853"/>
                                </a:cubicBezTo>
                                <a:cubicBezTo>
                                  <a:pt x="133772" y="399521"/>
                                  <a:pt x="123295" y="404283"/>
                                  <a:pt x="111865" y="406188"/>
                                </a:cubicBezTo>
                                <a:cubicBezTo>
                                  <a:pt x="96625" y="409998"/>
                                  <a:pt x="81385" y="409046"/>
                                  <a:pt x="66145" y="405236"/>
                                </a:cubicBezTo>
                                <a:cubicBezTo>
                                  <a:pt x="51858" y="401426"/>
                                  <a:pt x="38522" y="393806"/>
                                  <a:pt x="28045" y="383328"/>
                                </a:cubicBezTo>
                                <a:cubicBezTo>
                                  <a:pt x="27092" y="383328"/>
                                  <a:pt x="27092" y="382376"/>
                                  <a:pt x="27092" y="382376"/>
                                </a:cubicBezTo>
                                <a:lnTo>
                                  <a:pt x="27092" y="382376"/>
                                </a:lnTo>
                                <a:cubicBezTo>
                                  <a:pt x="20425" y="375708"/>
                                  <a:pt x="12805" y="365231"/>
                                  <a:pt x="8995" y="356658"/>
                                </a:cubicBezTo>
                                <a:cubicBezTo>
                                  <a:pt x="-1483" y="335703"/>
                                  <a:pt x="-1483" y="311891"/>
                                  <a:pt x="2327" y="289031"/>
                                </a:cubicBezTo>
                                <a:close/>
                              </a:path>
                            </a:pathLst>
                          </a:custGeom>
                          <a:grpFill/>
                          <a:ln w="9525" cap="flat">
                            <a:noFill/>
                            <a:prstDash val="solid"/>
                            <a:miter/>
                          </a:ln>
                        </p:spPr>
                        <p:txBody>
                          <a:bodyPr rtlCol="0" anchor="ctr"/>
                          <a:lstStyle/>
                          <a:p>
                            <a:endParaRPr lang="en-US"/>
                          </a:p>
                        </p:txBody>
                      </p:sp>
                      <p:grpSp>
                        <p:nvGrpSpPr>
                          <p:cNvPr id="311" name="Graphic 2">
                            <a:extLst>
                              <a:ext uri="{FF2B5EF4-FFF2-40B4-BE49-F238E27FC236}">
                                <a16:creationId xmlns:a16="http://schemas.microsoft.com/office/drawing/2014/main" id="{AE736AF3-0337-429B-AEF1-DA4B52809559}"/>
                              </a:ext>
                            </a:extLst>
                          </p:cNvPr>
                          <p:cNvGrpSpPr/>
                          <p:nvPr/>
                        </p:nvGrpSpPr>
                        <p:grpSpPr>
                          <a:xfrm>
                            <a:off x="3782558" y="1389569"/>
                            <a:ext cx="317182" cy="395287"/>
                            <a:chOff x="3782558" y="1389569"/>
                            <a:chExt cx="317182" cy="395287"/>
                          </a:xfrm>
                          <a:grpFill/>
                        </p:grpSpPr>
                        <p:sp>
                          <p:nvSpPr>
                            <p:cNvPr id="312" name="Freeform: Shape 311">
                              <a:extLst>
                                <a:ext uri="{FF2B5EF4-FFF2-40B4-BE49-F238E27FC236}">
                                  <a16:creationId xmlns:a16="http://schemas.microsoft.com/office/drawing/2014/main" id="{76C0F8C9-FFF5-4231-B569-EE2A0D33D922}"/>
                                </a:ext>
                              </a:extLst>
                            </p:cNvPr>
                            <p:cNvSpPr/>
                            <p:nvPr/>
                          </p:nvSpPr>
                          <p:spPr>
                            <a:xfrm>
                              <a:off x="3885429" y="1389569"/>
                              <a:ext cx="214312" cy="384809"/>
                            </a:xfrm>
                            <a:custGeom>
                              <a:avLst/>
                              <a:gdLst>
                                <a:gd name="connsiteX0" fmla="*/ 20955 w 214312"/>
                                <a:gd name="connsiteY0" fmla="*/ 265747 h 384809"/>
                                <a:gd name="connsiteX1" fmla="*/ 23813 w 214312"/>
                                <a:gd name="connsiteY1" fmla="*/ 273368 h 384809"/>
                                <a:gd name="connsiteX2" fmla="*/ 25717 w 214312"/>
                                <a:gd name="connsiteY2" fmla="*/ 282893 h 384809"/>
                                <a:gd name="connsiteX3" fmla="*/ 37147 w 214312"/>
                                <a:gd name="connsiteY3" fmla="*/ 320040 h 384809"/>
                                <a:gd name="connsiteX4" fmla="*/ 47625 w 214312"/>
                                <a:gd name="connsiteY4" fmla="*/ 349568 h 384809"/>
                                <a:gd name="connsiteX5" fmla="*/ 53340 w 214312"/>
                                <a:gd name="connsiteY5" fmla="*/ 372428 h 384809"/>
                                <a:gd name="connsiteX6" fmla="*/ 55245 w 214312"/>
                                <a:gd name="connsiteY6" fmla="*/ 384810 h 384809"/>
                                <a:gd name="connsiteX7" fmla="*/ 62865 w 214312"/>
                                <a:gd name="connsiteY7" fmla="*/ 376238 h 384809"/>
                                <a:gd name="connsiteX8" fmla="*/ 61913 w 214312"/>
                                <a:gd name="connsiteY8" fmla="*/ 370522 h 384809"/>
                                <a:gd name="connsiteX9" fmla="*/ 44767 w 214312"/>
                                <a:gd name="connsiteY9" fmla="*/ 316230 h 384809"/>
                                <a:gd name="connsiteX10" fmla="*/ 43815 w 214312"/>
                                <a:gd name="connsiteY10" fmla="*/ 314325 h 384809"/>
                                <a:gd name="connsiteX11" fmla="*/ 45720 w 214312"/>
                                <a:gd name="connsiteY11" fmla="*/ 304800 h 384809"/>
                                <a:gd name="connsiteX12" fmla="*/ 56197 w 214312"/>
                                <a:gd name="connsiteY12" fmla="*/ 270510 h 384809"/>
                                <a:gd name="connsiteX13" fmla="*/ 68580 w 214312"/>
                                <a:gd name="connsiteY13" fmla="*/ 249555 h 384809"/>
                                <a:gd name="connsiteX14" fmla="*/ 86677 w 214312"/>
                                <a:gd name="connsiteY14" fmla="*/ 229553 h 384809"/>
                                <a:gd name="connsiteX15" fmla="*/ 130492 w 214312"/>
                                <a:gd name="connsiteY15" fmla="*/ 191453 h 384809"/>
                                <a:gd name="connsiteX16" fmla="*/ 141922 w 214312"/>
                                <a:gd name="connsiteY16" fmla="*/ 181928 h 384809"/>
                                <a:gd name="connsiteX17" fmla="*/ 147638 w 214312"/>
                                <a:gd name="connsiteY17" fmla="*/ 177165 h 384809"/>
                                <a:gd name="connsiteX18" fmla="*/ 153352 w 214312"/>
                                <a:gd name="connsiteY18" fmla="*/ 172403 h 384809"/>
                                <a:gd name="connsiteX19" fmla="*/ 163830 w 214312"/>
                                <a:gd name="connsiteY19" fmla="*/ 162878 h 384809"/>
                                <a:gd name="connsiteX20" fmla="*/ 173355 w 214312"/>
                                <a:gd name="connsiteY20" fmla="*/ 153353 h 384809"/>
                                <a:gd name="connsiteX21" fmla="*/ 182880 w 214312"/>
                                <a:gd name="connsiteY21" fmla="*/ 144780 h 384809"/>
                                <a:gd name="connsiteX22" fmla="*/ 191452 w 214312"/>
                                <a:gd name="connsiteY22" fmla="*/ 136208 h 384809"/>
                                <a:gd name="connsiteX23" fmla="*/ 206692 w 214312"/>
                                <a:gd name="connsiteY23" fmla="*/ 120968 h 384809"/>
                                <a:gd name="connsiteX24" fmla="*/ 210502 w 214312"/>
                                <a:gd name="connsiteY24" fmla="*/ 117157 h 384809"/>
                                <a:gd name="connsiteX25" fmla="*/ 210502 w 214312"/>
                                <a:gd name="connsiteY25" fmla="*/ 116205 h 384809"/>
                                <a:gd name="connsiteX26" fmla="*/ 205740 w 214312"/>
                                <a:gd name="connsiteY26" fmla="*/ 120015 h 384809"/>
                                <a:gd name="connsiteX27" fmla="*/ 190500 w 214312"/>
                                <a:gd name="connsiteY27" fmla="*/ 134303 h 384809"/>
                                <a:gd name="connsiteX28" fmla="*/ 181927 w 214312"/>
                                <a:gd name="connsiteY28" fmla="*/ 142875 h 384809"/>
                                <a:gd name="connsiteX29" fmla="*/ 172402 w 214312"/>
                                <a:gd name="connsiteY29" fmla="*/ 151447 h 384809"/>
                                <a:gd name="connsiteX30" fmla="*/ 162877 w 214312"/>
                                <a:gd name="connsiteY30" fmla="*/ 160020 h 384809"/>
                                <a:gd name="connsiteX31" fmla="*/ 152400 w 214312"/>
                                <a:gd name="connsiteY31" fmla="*/ 169545 h 384809"/>
                                <a:gd name="connsiteX32" fmla="*/ 146685 w 214312"/>
                                <a:gd name="connsiteY32" fmla="*/ 174308 h 384809"/>
                                <a:gd name="connsiteX33" fmla="*/ 140970 w 214312"/>
                                <a:gd name="connsiteY33" fmla="*/ 179070 h 384809"/>
                                <a:gd name="connsiteX34" fmla="*/ 129540 w 214312"/>
                                <a:gd name="connsiteY34" fmla="*/ 188595 h 384809"/>
                                <a:gd name="connsiteX35" fmla="*/ 84772 w 214312"/>
                                <a:gd name="connsiteY35" fmla="*/ 225743 h 384809"/>
                                <a:gd name="connsiteX36" fmla="*/ 65722 w 214312"/>
                                <a:gd name="connsiteY36" fmla="*/ 245745 h 384809"/>
                                <a:gd name="connsiteX37" fmla="*/ 52388 w 214312"/>
                                <a:gd name="connsiteY37" fmla="*/ 266700 h 384809"/>
                                <a:gd name="connsiteX38" fmla="*/ 40957 w 214312"/>
                                <a:gd name="connsiteY38" fmla="*/ 301943 h 384809"/>
                                <a:gd name="connsiteX39" fmla="*/ 40957 w 214312"/>
                                <a:gd name="connsiteY39" fmla="*/ 303847 h 384809"/>
                                <a:gd name="connsiteX40" fmla="*/ 33338 w 214312"/>
                                <a:gd name="connsiteY40" fmla="*/ 278130 h 384809"/>
                                <a:gd name="connsiteX41" fmla="*/ 25717 w 214312"/>
                                <a:gd name="connsiteY41" fmla="*/ 236220 h 384809"/>
                                <a:gd name="connsiteX42" fmla="*/ 23813 w 214312"/>
                                <a:gd name="connsiteY42" fmla="*/ 190500 h 384809"/>
                                <a:gd name="connsiteX43" fmla="*/ 23813 w 214312"/>
                                <a:gd name="connsiteY43" fmla="*/ 186690 h 384809"/>
                                <a:gd name="connsiteX44" fmla="*/ 25717 w 214312"/>
                                <a:gd name="connsiteY44" fmla="*/ 181928 h 384809"/>
                                <a:gd name="connsiteX45" fmla="*/ 34290 w 214312"/>
                                <a:gd name="connsiteY45" fmla="*/ 170497 h 384809"/>
                                <a:gd name="connsiteX46" fmla="*/ 49530 w 214312"/>
                                <a:gd name="connsiteY46" fmla="*/ 160020 h 384809"/>
                                <a:gd name="connsiteX47" fmla="*/ 60007 w 214312"/>
                                <a:gd name="connsiteY47" fmla="*/ 155258 h 384809"/>
                                <a:gd name="connsiteX48" fmla="*/ 64770 w 214312"/>
                                <a:gd name="connsiteY48" fmla="*/ 152400 h 384809"/>
                                <a:gd name="connsiteX49" fmla="*/ 69532 w 214312"/>
                                <a:gd name="connsiteY49" fmla="*/ 148590 h 384809"/>
                                <a:gd name="connsiteX50" fmla="*/ 89535 w 214312"/>
                                <a:gd name="connsiteY50" fmla="*/ 132398 h 384809"/>
                                <a:gd name="connsiteX51" fmla="*/ 132397 w 214312"/>
                                <a:gd name="connsiteY51" fmla="*/ 98107 h 384809"/>
                                <a:gd name="connsiteX52" fmla="*/ 153352 w 214312"/>
                                <a:gd name="connsiteY52" fmla="*/ 80963 h 384809"/>
                                <a:gd name="connsiteX53" fmla="*/ 172402 w 214312"/>
                                <a:gd name="connsiteY53" fmla="*/ 65723 h 384809"/>
                                <a:gd name="connsiteX54" fmla="*/ 180975 w 214312"/>
                                <a:gd name="connsiteY54" fmla="*/ 58103 h 384809"/>
                                <a:gd name="connsiteX55" fmla="*/ 189547 w 214312"/>
                                <a:gd name="connsiteY55" fmla="*/ 51435 h 384809"/>
                                <a:gd name="connsiteX56" fmla="*/ 202882 w 214312"/>
                                <a:gd name="connsiteY56" fmla="*/ 40005 h 384809"/>
                                <a:gd name="connsiteX57" fmla="*/ 213360 w 214312"/>
                                <a:gd name="connsiteY57" fmla="*/ 31432 h 384809"/>
                                <a:gd name="connsiteX58" fmla="*/ 214313 w 214312"/>
                                <a:gd name="connsiteY58" fmla="*/ 30480 h 384809"/>
                                <a:gd name="connsiteX59" fmla="*/ 214313 w 214312"/>
                                <a:gd name="connsiteY59" fmla="*/ 30480 h 384809"/>
                                <a:gd name="connsiteX60" fmla="*/ 213360 w 214312"/>
                                <a:gd name="connsiteY60" fmla="*/ 31432 h 384809"/>
                                <a:gd name="connsiteX61" fmla="*/ 202882 w 214312"/>
                                <a:gd name="connsiteY61" fmla="*/ 39053 h 384809"/>
                                <a:gd name="connsiteX62" fmla="*/ 188595 w 214312"/>
                                <a:gd name="connsiteY62" fmla="*/ 50482 h 384809"/>
                                <a:gd name="connsiteX63" fmla="*/ 180022 w 214312"/>
                                <a:gd name="connsiteY63" fmla="*/ 56198 h 384809"/>
                                <a:gd name="connsiteX64" fmla="*/ 171450 w 214312"/>
                                <a:gd name="connsiteY64" fmla="*/ 63818 h 384809"/>
                                <a:gd name="connsiteX65" fmla="*/ 151447 w 214312"/>
                                <a:gd name="connsiteY65" fmla="*/ 79057 h 384809"/>
                                <a:gd name="connsiteX66" fmla="*/ 130492 w 214312"/>
                                <a:gd name="connsiteY66" fmla="*/ 95250 h 384809"/>
                                <a:gd name="connsiteX67" fmla="*/ 87630 w 214312"/>
                                <a:gd name="connsiteY67" fmla="*/ 129540 h 384809"/>
                                <a:gd name="connsiteX68" fmla="*/ 67627 w 214312"/>
                                <a:gd name="connsiteY68" fmla="*/ 145733 h 384809"/>
                                <a:gd name="connsiteX69" fmla="*/ 62865 w 214312"/>
                                <a:gd name="connsiteY69" fmla="*/ 149543 h 384809"/>
                                <a:gd name="connsiteX70" fmla="*/ 58102 w 214312"/>
                                <a:gd name="connsiteY70" fmla="*/ 152400 h 384809"/>
                                <a:gd name="connsiteX71" fmla="*/ 47625 w 214312"/>
                                <a:gd name="connsiteY71" fmla="*/ 157163 h 384809"/>
                                <a:gd name="connsiteX72" fmla="*/ 30480 w 214312"/>
                                <a:gd name="connsiteY72" fmla="*/ 168593 h 384809"/>
                                <a:gd name="connsiteX73" fmla="*/ 22860 w 214312"/>
                                <a:gd name="connsiteY73" fmla="*/ 177165 h 384809"/>
                                <a:gd name="connsiteX74" fmla="*/ 27622 w 214312"/>
                                <a:gd name="connsiteY74" fmla="*/ 143828 h 384809"/>
                                <a:gd name="connsiteX75" fmla="*/ 41910 w 214312"/>
                                <a:gd name="connsiteY75" fmla="*/ 97155 h 384809"/>
                                <a:gd name="connsiteX76" fmla="*/ 51435 w 214312"/>
                                <a:gd name="connsiteY76" fmla="*/ 75248 h 384809"/>
                                <a:gd name="connsiteX77" fmla="*/ 63817 w 214312"/>
                                <a:gd name="connsiteY77" fmla="*/ 55245 h 384809"/>
                                <a:gd name="connsiteX78" fmla="*/ 78105 w 214312"/>
                                <a:gd name="connsiteY78" fmla="*/ 37148 h 384809"/>
                                <a:gd name="connsiteX79" fmla="*/ 94297 w 214312"/>
                                <a:gd name="connsiteY79" fmla="*/ 22860 h 384809"/>
                                <a:gd name="connsiteX80" fmla="*/ 128588 w 214312"/>
                                <a:gd name="connsiteY80" fmla="*/ 4763 h 384809"/>
                                <a:gd name="connsiteX81" fmla="*/ 149542 w 214312"/>
                                <a:gd name="connsiteY81" fmla="*/ 0 h 384809"/>
                                <a:gd name="connsiteX82" fmla="*/ 134302 w 214312"/>
                                <a:gd name="connsiteY82" fmla="*/ 953 h 384809"/>
                                <a:gd name="connsiteX83" fmla="*/ 134302 w 214312"/>
                                <a:gd name="connsiteY83" fmla="*/ 953 h 384809"/>
                                <a:gd name="connsiteX84" fmla="*/ 128588 w 214312"/>
                                <a:gd name="connsiteY84" fmla="*/ 2857 h 384809"/>
                                <a:gd name="connsiteX85" fmla="*/ 93345 w 214312"/>
                                <a:gd name="connsiteY85" fmla="*/ 20003 h 384809"/>
                                <a:gd name="connsiteX86" fmla="*/ 60960 w 214312"/>
                                <a:gd name="connsiteY86" fmla="*/ 52388 h 384809"/>
                                <a:gd name="connsiteX87" fmla="*/ 48577 w 214312"/>
                                <a:gd name="connsiteY87" fmla="*/ 73343 h 384809"/>
                                <a:gd name="connsiteX88" fmla="*/ 38100 w 214312"/>
                                <a:gd name="connsiteY88" fmla="*/ 95250 h 384809"/>
                                <a:gd name="connsiteX89" fmla="*/ 22860 w 214312"/>
                                <a:gd name="connsiteY89" fmla="*/ 142875 h 384809"/>
                                <a:gd name="connsiteX90" fmla="*/ 19050 w 214312"/>
                                <a:gd name="connsiteY90" fmla="*/ 162878 h 384809"/>
                                <a:gd name="connsiteX91" fmla="*/ 18097 w 214312"/>
                                <a:gd name="connsiteY91" fmla="*/ 157163 h 384809"/>
                                <a:gd name="connsiteX92" fmla="*/ 16192 w 214312"/>
                                <a:gd name="connsiteY92" fmla="*/ 147638 h 384809"/>
                                <a:gd name="connsiteX93" fmla="*/ 15240 w 214312"/>
                                <a:gd name="connsiteY93" fmla="*/ 138113 h 384809"/>
                                <a:gd name="connsiteX94" fmla="*/ 14288 w 214312"/>
                                <a:gd name="connsiteY94" fmla="*/ 127635 h 384809"/>
                                <a:gd name="connsiteX95" fmla="*/ 14288 w 214312"/>
                                <a:gd name="connsiteY95" fmla="*/ 117157 h 384809"/>
                                <a:gd name="connsiteX96" fmla="*/ 15240 w 214312"/>
                                <a:gd name="connsiteY96" fmla="*/ 106680 h 384809"/>
                                <a:gd name="connsiteX97" fmla="*/ 16192 w 214312"/>
                                <a:gd name="connsiteY97" fmla="*/ 97155 h 384809"/>
                                <a:gd name="connsiteX98" fmla="*/ 16192 w 214312"/>
                                <a:gd name="connsiteY98" fmla="*/ 96203 h 384809"/>
                                <a:gd name="connsiteX99" fmla="*/ 13335 w 214312"/>
                                <a:gd name="connsiteY99" fmla="*/ 104775 h 384809"/>
                                <a:gd name="connsiteX100" fmla="*/ 13335 w 214312"/>
                                <a:gd name="connsiteY100" fmla="*/ 106680 h 384809"/>
                                <a:gd name="connsiteX101" fmla="*/ 12382 w 214312"/>
                                <a:gd name="connsiteY101" fmla="*/ 117157 h 384809"/>
                                <a:gd name="connsiteX102" fmla="*/ 11430 w 214312"/>
                                <a:gd name="connsiteY102" fmla="*/ 127635 h 384809"/>
                                <a:gd name="connsiteX103" fmla="*/ 11430 w 214312"/>
                                <a:gd name="connsiteY103" fmla="*/ 138113 h 384809"/>
                                <a:gd name="connsiteX104" fmla="*/ 12382 w 214312"/>
                                <a:gd name="connsiteY104" fmla="*/ 147638 h 384809"/>
                                <a:gd name="connsiteX105" fmla="*/ 13335 w 214312"/>
                                <a:gd name="connsiteY105" fmla="*/ 157163 h 384809"/>
                                <a:gd name="connsiteX106" fmla="*/ 14288 w 214312"/>
                                <a:gd name="connsiteY106" fmla="*/ 165735 h 384809"/>
                                <a:gd name="connsiteX107" fmla="*/ 16192 w 214312"/>
                                <a:gd name="connsiteY107" fmla="*/ 175260 h 384809"/>
                                <a:gd name="connsiteX108" fmla="*/ 15240 w 214312"/>
                                <a:gd name="connsiteY108" fmla="*/ 190500 h 384809"/>
                                <a:gd name="connsiteX109" fmla="*/ 16192 w 214312"/>
                                <a:gd name="connsiteY109" fmla="*/ 237172 h 384809"/>
                                <a:gd name="connsiteX110" fmla="*/ 18097 w 214312"/>
                                <a:gd name="connsiteY110" fmla="*/ 254318 h 384809"/>
                                <a:gd name="connsiteX111" fmla="*/ 13335 w 214312"/>
                                <a:gd name="connsiteY111" fmla="*/ 242888 h 384809"/>
                                <a:gd name="connsiteX112" fmla="*/ 5715 w 214312"/>
                                <a:gd name="connsiteY112" fmla="*/ 223838 h 384809"/>
                                <a:gd name="connsiteX113" fmla="*/ 2857 w 214312"/>
                                <a:gd name="connsiteY113" fmla="*/ 215265 h 384809"/>
                                <a:gd name="connsiteX114" fmla="*/ 0 w 214312"/>
                                <a:gd name="connsiteY114" fmla="*/ 206693 h 384809"/>
                                <a:gd name="connsiteX115" fmla="*/ 0 w 214312"/>
                                <a:gd name="connsiteY115" fmla="*/ 205740 h 384809"/>
                                <a:gd name="connsiteX116" fmla="*/ 0 w 214312"/>
                                <a:gd name="connsiteY116" fmla="*/ 208597 h 384809"/>
                                <a:gd name="connsiteX117" fmla="*/ 0 w 214312"/>
                                <a:gd name="connsiteY117" fmla="*/ 208597 h 384809"/>
                                <a:gd name="connsiteX118" fmla="*/ 1905 w 214312"/>
                                <a:gd name="connsiteY118" fmla="*/ 215265 h 384809"/>
                                <a:gd name="connsiteX119" fmla="*/ 4763 w 214312"/>
                                <a:gd name="connsiteY119" fmla="*/ 224790 h 384809"/>
                                <a:gd name="connsiteX120" fmla="*/ 12382 w 214312"/>
                                <a:gd name="connsiteY120" fmla="*/ 243840 h 384809"/>
                                <a:gd name="connsiteX121" fmla="*/ 20955 w 214312"/>
                                <a:gd name="connsiteY121" fmla="*/ 265747 h 38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214312" h="384809">
                                  <a:moveTo>
                                    <a:pt x="20955" y="265747"/>
                                  </a:moveTo>
                                  <a:cubicBezTo>
                                    <a:pt x="21907" y="268605"/>
                                    <a:pt x="22860" y="270510"/>
                                    <a:pt x="23813" y="273368"/>
                                  </a:cubicBezTo>
                                  <a:cubicBezTo>
                                    <a:pt x="24765" y="276225"/>
                                    <a:pt x="25717" y="280035"/>
                                    <a:pt x="25717" y="282893"/>
                                  </a:cubicBezTo>
                                  <a:cubicBezTo>
                                    <a:pt x="29527" y="296228"/>
                                    <a:pt x="33338" y="308610"/>
                                    <a:pt x="37147" y="320040"/>
                                  </a:cubicBezTo>
                                  <a:cubicBezTo>
                                    <a:pt x="40957" y="331470"/>
                                    <a:pt x="44767" y="340995"/>
                                    <a:pt x="47625" y="349568"/>
                                  </a:cubicBezTo>
                                  <a:cubicBezTo>
                                    <a:pt x="50482" y="358140"/>
                                    <a:pt x="52388" y="366713"/>
                                    <a:pt x="53340" y="372428"/>
                                  </a:cubicBezTo>
                                  <a:cubicBezTo>
                                    <a:pt x="54292" y="378143"/>
                                    <a:pt x="55245" y="381953"/>
                                    <a:pt x="55245" y="384810"/>
                                  </a:cubicBezTo>
                                  <a:cubicBezTo>
                                    <a:pt x="57150" y="382905"/>
                                    <a:pt x="60007" y="380047"/>
                                    <a:pt x="62865" y="376238"/>
                                  </a:cubicBezTo>
                                  <a:cubicBezTo>
                                    <a:pt x="62865" y="374333"/>
                                    <a:pt x="61913" y="372428"/>
                                    <a:pt x="61913" y="370522"/>
                                  </a:cubicBezTo>
                                  <a:cubicBezTo>
                                    <a:pt x="59055" y="357188"/>
                                    <a:pt x="52388" y="338138"/>
                                    <a:pt x="44767" y="316230"/>
                                  </a:cubicBezTo>
                                  <a:lnTo>
                                    <a:pt x="43815" y="314325"/>
                                  </a:lnTo>
                                  <a:cubicBezTo>
                                    <a:pt x="43815" y="312420"/>
                                    <a:pt x="44767" y="308610"/>
                                    <a:pt x="45720" y="304800"/>
                                  </a:cubicBezTo>
                                  <a:cubicBezTo>
                                    <a:pt x="47625" y="296228"/>
                                    <a:pt x="50482" y="283845"/>
                                    <a:pt x="56197" y="270510"/>
                                  </a:cubicBezTo>
                                  <a:cubicBezTo>
                                    <a:pt x="59055" y="263843"/>
                                    <a:pt x="63817" y="256222"/>
                                    <a:pt x="68580" y="249555"/>
                                  </a:cubicBezTo>
                                  <a:cubicBezTo>
                                    <a:pt x="73342" y="242888"/>
                                    <a:pt x="80010" y="236220"/>
                                    <a:pt x="86677" y="229553"/>
                                  </a:cubicBezTo>
                                  <a:cubicBezTo>
                                    <a:pt x="100013" y="216218"/>
                                    <a:pt x="116205" y="203835"/>
                                    <a:pt x="130492" y="191453"/>
                                  </a:cubicBezTo>
                                  <a:cubicBezTo>
                                    <a:pt x="134302" y="188595"/>
                                    <a:pt x="138113" y="184785"/>
                                    <a:pt x="141922" y="181928"/>
                                  </a:cubicBezTo>
                                  <a:lnTo>
                                    <a:pt x="147638" y="177165"/>
                                  </a:lnTo>
                                  <a:lnTo>
                                    <a:pt x="153352" y="172403"/>
                                  </a:lnTo>
                                  <a:cubicBezTo>
                                    <a:pt x="157163" y="169545"/>
                                    <a:pt x="160020" y="165735"/>
                                    <a:pt x="163830" y="162878"/>
                                  </a:cubicBezTo>
                                  <a:cubicBezTo>
                                    <a:pt x="166688" y="160020"/>
                                    <a:pt x="170497" y="156210"/>
                                    <a:pt x="173355" y="153353"/>
                                  </a:cubicBezTo>
                                  <a:cubicBezTo>
                                    <a:pt x="176213" y="150495"/>
                                    <a:pt x="179070" y="147638"/>
                                    <a:pt x="182880" y="144780"/>
                                  </a:cubicBezTo>
                                  <a:cubicBezTo>
                                    <a:pt x="185738" y="141923"/>
                                    <a:pt x="188595" y="139065"/>
                                    <a:pt x="191452" y="136208"/>
                                  </a:cubicBezTo>
                                  <a:cubicBezTo>
                                    <a:pt x="196215" y="130493"/>
                                    <a:pt x="201930" y="125730"/>
                                    <a:pt x="206692" y="120968"/>
                                  </a:cubicBezTo>
                                  <a:cubicBezTo>
                                    <a:pt x="207645" y="120015"/>
                                    <a:pt x="208597" y="119063"/>
                                    <a:pt x="210502" y="117157"/>
                                  </a:cubicBezTo>
                                  <a:cubicBezTo>
                                    <a:pt x="210502" y="117157"/>
                                    <a:pt x="210502" y="116205"/>
                                    <a:pt x="210502" y="116205"/>
                                  </a:cubicBezTo>
                                  <a:cubicBezTo>
                                    <a:pt x="208597" y="117157"/>
                                    <a:pt x="207645" y="119063"/>
                                    <a:pt x="205740" y="120015"/>
                                  </a:cubicBezTo>
                                  <a:cubicBezTo>
                                    <a:pt x="201930" y="124778"/>
                                    <a:pt x="196215" y="128588"/>
                                    <a:pt x="190500" y="134303"/>
                                  </a:cubicBezTo>
                                  <a:cubicBezTo>
                                    <a:pt x="187642" y="137160"/>
                                    <a:pt x="184785" y="140018"/>
                                    <a:pt x="181927" y="142875"/>
                                  </a:cubicBezTo>
                                  <a:cubicBezTo>
                                    <a:pt x="179070" y="145733"/>
                                    <a:pt x="176213" y="148590"/>
                                    <a:pt x="172402" y="151447"/>
                                  </a:cubicBezTo>
                                  <a:cubicBezTo>
                                    <a:pt x="168592" y="154305"/>
                                    <a:pt x="165735" y="157163"/>
                                    <a:pt x="162877" y="160020"/>
                                  </a:cubicBezTo>
                                  <a:cubicBezTo>
                                    <a:pt x="160020" y="162878"/>
                                    <a:pt x="156210" y="165735"/>
                                    <a:pt x="152400" y="169545"/>
                                  </a:cubicBezTo>
                                  <a:lnTo>
                                    <a:pt x="146685" y="174308"/>
                                  </a:lnTo>
                                  <a:lnTo>
                                    <a:pt x="140970" y="179070"/>
                                  </a:lnTo>
                                  <a:cubicBezTo>
                                    <a:pt x="137160" y="181928"/>
                                    <a:pt x="133350" y="185738"/>
                                    <a:pt x="129540" y="188595"/>
                                  </a:cubicBezTo>
                                  <a:cubicBezTo>
                                    <a:pt x="114300" y="200978"/>
                                    <a:pt x="98107" y="213360"/>
                                    <a:pt x="84772" y="225743"/>
                                  </a:cubicBezTo>
                                  <a:cubicBezTo>
                                    <a:pt x="78105" y="232410"/>
                                    <a:pt x="71438" y="238125"/>
                                    <a:pt x="65722" y="245745"/>
                                  </a:cubicBezTo>
                                  <a:cubicBezTo>
                                    <a:pt x="60007" y="252413"/>
                                    <a:pt x="56197" y="260033"/>
                                    <a:pt x="52388" y="266700"/>
                                  </a:cubicBezTo>
                                  <a:cubicBezTo>
                                    <a:pt x="45720" y="280988"/>
                                    <a:pt x="42863" y="293370"/>
                                    <a:pt x="40957" y="301943"/>
                                  </a:cubicBezTo>
                                  <a:cubicBezTo>
                                    <a:pt x="40957" y="302895"/>
                                    <a:pt x="40957" y="302895"/>
                                    <a:pt x="40957" y="303847"/>
                                  </a:cubicBezTo>
                                  <a:cubicBezTo>
                                    <a:pt x="38100" y="296228"/>
                                    <a:pt x="35242" y="287655"/>
                                    <a:pt x="33338" y="278130"/>
                                  </a:cubicBezTo>
                                  <a:cubicBezTo>
                                    <a:pt x="29527" y="264795"/>
                                    <a:pt x="27622" y="251460"/>
                                    <a:pt x="25717" y="236220"/>
                                  </a:cubicBezTo>
                                  <a:cubicBezTo>
                                    <a:pt x="23813" y="220980"/>
                                    <a:pt x="23813" y="205740"/>
                                    <a:pt x="23813" y="190500"/>
                                  </a:cubicBezTo>
                                  <a:lnTo>
                                    <a:pt x="23813" y="186690"/>
                                  </a:lnTo>
                                  <a:cubicBezTo>
                                    <a:pt x="23813" y="184785"/>
                                    <a:pt x="24765" y="183833"/>
                                    <a:pt x="25717" y="181928"/>
                                  </a:cubicBezTo>
                                  <a:cubicBezTo>
                                    <a:pt x="27622" y="178118"/>
                                    <a:pt x="30480" y="174308"/>
                                    <a:pt x="34290" y="170497"/>
                                  </a:cubicBezTo>
                                  <a:cubicBezTo>
                                    <a:pt x="38100" y="166688"/>
                                    <a:pt x="43815" y="162878"/>
                                    <a:pt x="49530" y="160020"/>
                                  </a:cubicBezTo>
                                  <a:cubicBezTo>
                                    <a:pt x="52388" y="158115"/>
                                    <a:pt x="56197" y="157163"/>
                                    <a:pt x="60007" y="155258"/>
                                  </a:cubicBezTo>
                                  <a:cubicBezTo>
                                    <a:pt x="61913" y="154305"/>
                                    <a:pt x="63817" y="153353"/>
                                    <a:pt x="64770" y="152400"/>
                                  </a:cubicBezTo>
                                  <a:cubicBezTo>
                                    <a:pt x="66675" y="151447"/>
                                    <a:pt x="68580" y="150495"/>
                                    <a:pt x="69532" y="148590"/>
                                  </a:cubicBezTo>
                                  <a:cubicBezTo>
                                    <a:pt x="76200" y="143828"/>
                                    <a:pt x="82867" y="138113"/>
                                    <a:pt x="89535" y="132398"/>
                                  </a:cubicBezTo>
                                  <a:cubicBezTo>
                                    <a:pt x="102870" y="120968"/>
                                    <a:pt x="117157" y="109538"/>
                                    <a:pt x="132397" y="98107"/>
                                  </a:cubicBezTo>
                                  <a:cubicBezTo>
                                    <a:pt x="140017" y="92393"/>
                                    <a:pt x="146685" y="86678"/>
                                    <a:pt x="153352" y="80963"/>
                                  </a:cubicBezTo>
                                  <a:cubicBezTo>
                                    <a:pt x="160020" y="75248"/>
                                    <a:pt x="166688" y="70485"/>
                                    <a:pt x="172402" y="65723"/>
                                  </a:cubicBezTo>
                                  <a:cubicBezTo>
                                    <a:pt x="175260" y="62865"/>
                                    <a:pt x="178117" y="60960"/>
                                    <a:pt x="180975" y="58103"/>
                                  </a:cubicBezTo>
                                  <a:cubicBezTo>
                                    <a:pt x="183832" y="56198"/>
                                    <a:pt x="186690" y="53340"/>
                                    <a:pt x="189547" y="51435"/>
                                  </a:cubicBezTo>
                                  <a:cubicBezTo>
                                    <a:pt x="194310" y="47625"/>
                                    <a:pt x="199072" y="42863"/>
                                    <a:pt x="202882" y="40005"/>
                                  </a:cubicBezTo>
                                  <a:cubicBezTo>
                                    <a:pt x="206692" y="37148"/>
                                    <a:pt x="210502" y="34290"/>
                                    <a:pt x="213360" y="31432"/>
                                  </a:cubicBezTo>
                                  <a:lnTo>
                                    <a:pt x="214313" y="30480"/>
                                  </a:lnTo>
                                  <a:lnTo>
                                    <a:pt x="214313" y="30480"/>
                                  </a:lnTo>
                                  <a:lnTo>
                                    <a:pt x="213360" y="31432"/>
                                  </a:lnTo>
                                  <a:cubicBezTo>
                                    <a:pt x="210502" y="34290"/>
                                    <a:pt x="206692" y="37148"/>
                                    <a:pt x="202882" y="39053"/>
                                  </a:cubicBezTo>
                                  <a:cubicBezTo>
                                    <a:pt x="199072" y="42863"/>
                                    <a:pt x="194310" y="46673"/>
                                    <a:pt x="188595" y="50482"/>
                                  </a:cubicBezTo>
                                  <a:cubicBezTo>
                                    <a:pt x="185738" y="52388"/>
                                    <a:pt x="182880" y="54293"/>
                                    <a:pt x="180022" y="56198"/>
                                  </a:cubicBezTo>
                                  <a:cubicBezTo>
                                    <a:pt x="177165" y="59055"/>
                                    <a:pt x="174307" y="60960"/>
                                    <a:pt x="171450" y="63818"/>
                                  </a:cubicBezTo>
                                  <a:cubicBezTo>
                                    <a:pt x="165735" y="68580"/>
                                    <a:pt x="158115" y="73343"/>
                                    <a:pt x="151447" y="79057"/>
                                  </a:cubicBezTo>
                                  <a:cubicBezTo>
                                    <a:pt x="144780" y="84773"/>
                                    <a:pt x="138113" y="89535"/>
                                    <a:pt x="130492" y="95250"/>
                                  </a:cubicBezTo>
                                  <a:cubicBezTo>
                                    <a:pt x="116205" y="106680"/>
                                    <a:pt x="101917" y="118110"/>
                                    <a:pt x="87630" y="129540"/>
                                  </a:cubicBezTo>
                                  <a:cubicBezTo>
                                    <a:pt x="80963" y="135255"/>
                                    <a:pt x="74295" y="140970"/>
                                    <a:pt x="67627" y="145733"/>
                                  </a:cubicBezTo>
                                  <a:cubicBezTo>
                                    <a:pt x="65722" y="146685"/>
                                    <a:pt x="64770" y="147638"/>
                                    <a:pt x="62865" y="149543"/>
                                  </a:cubicBezTo>
                                  <a:cubicBezTo>
                                    <a:pt x="60960" y="150495"/>
                                    <a:pt x="60007" y="151447"/>
                                    <a:pt x="58102" y="152400"/>
                                  </a:cubicBezTo>
                                  <a:cubicBezTo>
                                    <a:pt x="54292" y="154305"/>
                                    <a:pt x="51435" y="156210"/>
                                    <a:pt x="47625" y="157163"/>
                                  </a:cubicBezTo>
                                  <a:cubicBezTo>
                                    <a:pt x="40957" y="160020"/>
                                    <a:pt x="35242" y="163830"/>
                                    <a:pt x="30480" y="168593"/>
                                  </a:cubicBezTo>
                                  <a:cubicBezTo>
                                    <a:pt x="27622" y="171450"/>
                                    <a:pt x="24765" y="174308"/>
                                    <a:pt x="22860" y="177165"/>
                                  </a:cubicBezTo>
                                  <a:cubicBezTo>
                                    <a:pt x="23813" y="166688"/>
                                    <a:pt x="24765" y="155258"/>
                                    <a:pt x="27622" y="143828"/>
                                  </a:cubicBezTo>
                                  <a:cubicBezTo>
                                    <a:pt x="31432" y="127635"/>
                                    <a:pt x="35242" y="112395"/>
                                    <a:pt x="41910" y="97155"/>
                                  </a:cubicBezTo>
                                  <a:cubicBezTo>
                                    <a:pt x="44767" y="89535"/>
                                    <a:pt x="47625" y="81915"/>
                                    <a:pt x="51435" y="75248"/>
                                  </a:cubicBezTo>
                                  <a:cubicBezTo>
                                    <a:pt x="55245" y="67628"/>
                                    <a:pt x="59055" y="60960"/>
                                    <a:pt x="63817" y="55245"/>
                                  </a:cubicBezTo>
                                  <a:cubicBezTo>
                                    <a:pt x="68580" y="48578"/>
                                    <a:pt x="72390" y="42863"/>
                                    <a:pt x="78105" y="37148"/>
                                  </a:cubicBezTo>
                                  <a:cubicBezTo>
                                    <a:pt x="83820" y="31432"/>
                                    <a:pt x="88582" y="26670"/>
                                    <a:pt x="94297" y="22860"/>
                                  </a:cubicBezTo>
                                  <a:cubicBezTo>
                                    <a:pt x="104775" y="14288"/>
                                    <a:pt x="118110" y="8573"/>
                                    <a:pt x="128588" y="4763"/>
                                  </a:cubicBezTo>
                                  <a:cubicBezTo>
                                    <a:pt x="136207" y="2857"/>
                                    <a:pt x="142875" y="953"/>
                                    <a:pt x="149542" y="0"/>
                                  </a:cubicBezTo>
                                  <a:cubicBezTo>
                                    <a:pt x="144780" y="0"/>
                                    <a:pt x="140017" y="953"/>
                                    <a:pt x="134302" y="953"/>
                                  </a:cubicBezTo>
                                  <a:lnTo>
                                    <a:pt x="134302" y="953"/>
                                  </a:lnTo>
                                  <a:cubicBezTo>
                                    <a:pt x="132397" y="1905"/>
                                    <a:pt x="130492" y="1905"/>
                                    <a:pt x="128588" y="2857"/>
                                  </a:cubicBezTo>
                                  <a:cubicBezTo>
                                    <a:pt x="117157" y="6668"/>
                                    <a:pt x="104775" y="11430"/>
                                    <a:pt x="93345" y="20003"/>
                                  </a:cubicBezTo>
                                  <a:cubicBezTo>
                                    <a:pt x="81915" y="28575"/>
                                    <a:pt x="70485" y="39053"/>
                                    <a:pt x="60960" y="52388"/>
                                  </a:cubicBezTo>
                                  <a:cubicBezTo>
                                    <a:pt x="56197" y="59055"/>
                                    <a:pt x="51435" y="65723"/>
                                    <a:pt x="48577" y="73343"/>
                                  </a:cubicBezTo>
                                  <a:cubicBezTo>
                                    <a:pt x="44767" y="80963"/>
                                    <a:pt x="41910" y="87630"/>
                                    <a:pt x="38100" y="95250"/>
                                  </a:cubicBezTo>
                                  <a:cubicBezTo>
                                    <a:pt x="31432" y="110490"/>
                                    <a:pt x="27622" y="126682"/>
                                    <a:pt x="22860" y="142875"/>
                                  </a:cubicBezTo>
                                  <a:cubicBezTo>
                                    <a:pt x="20955" y="149543"/>
                                    <a:pt x="20002" y="156210"/>
                                    <a:pt x="19050" y="162878"/>
                                  </a:cubicBezTo>
                                  <a:cubicBezTo>
                                    <a:pt x="19050" y="160972"/>
                                    <a:pt x="18097" y="159068"/>
                                    <a:pt x="18097" y="157163"/>
                                  </a:cubicBezTo>
                                  <a:cubicBezTo>
                                    <a:pt x="17145" y="154305"/>
                                    <a:pt x="17145" y="151447"/>
                                    <a:pt x="16192" y="147638"/>
                                  </a:cubicBezTo>
                                  <a:cubicBezTo>
                                    <a:pt x="16192" y="144780"/>
                                    <a:pt x="15240" y="140970"/>
                                    <a:pt x="15240" y="138113"/>
                                  </a:cubicBezTo>
                                  <a:cubicBezTo>
                                    <a:pt x="15240" y="134303"/>
                                    <a:pt x="15240" y="131445"/>
                                    <a:pt x="14288" y="127635"/>
                                  </a:cubicBezTo>
                                  <a:cubicBezTo>
                                    <a:pt x="14288" y="123825"/>
                                    <a:pt x="14288" y="120968"/>
                                    <a:pt x="14288" y="117157"/>
                                  </a:cubicBezTo>
                                  <a:cubicBezTo>
                                    <a:pt x="14288" y="113348"/>
                                    <a:pt x="14288" y="110490"/>
                                    <a:pt x="15240" y="106680"/>
                                  </a:cubicBezTo>
                                  <a:cubicBezTo>
                                    <a:pt x="16192" y="103823"/>
                                    <a:pt x="16192" y="100013"/>
                                    <a:pt x="16192" y="97155"/>
                                  </a:cubicBezTo>
                                  <a:lnTo>
                                    <a:pt x="16192" y="96203"/>
                                  </a:lnTo>
                                  <a:cubicBezTo>
                                    <a:pt x="15240" y="99060"/>
                                    <a:pt x="14288" y="101918"/>
                                    <a:pt x="13335" y="104775"/>
                                  </a:cubicBezTo>
                                  <a:cubicBezTo>
                                    <a:pt x="13335" y="105728"/>
                                    <a:pt x="13335" y="106680"/>
                                    <a:pt x="13335" y="106680"/>
                                  </a:cubicBezTo>
                                  <a:cubicBezTo>
                                    <a:pt x="12382" y="109538"/>
                                    <a:pt x="12382" y="113348"/>
                                    <a:pt x="12382" y="117157"/>
                                  </a:cubicBezTo>
                                  <a:cubicBezTo>
                                    <a:pt x="12382" y="120968"/>
                                    <a:pt x="12382" y="123825"/>
                                    <a:pt x="11430" y="127635"/>
                                  </a:cubicBezTo>
                                  <a:cubicBezTo>
                                    <a:pt x="11430" y="131445"/>
                                    <a:pt x="11430" y="134303"/>
                                    <a:pt x="11430" y="138113"/>
                                  </a:cubicBezTo>
                                  <a:cubicBezTo>
                                    <a:pt x="11430" y="141923"/>
                                    <a:pt x="11430" y="144780"/>
                                    <a:pt x="12382" y="147638"/>
                                  </a:cubicBezTo>
                                  <a:cubicBezTo>
                                    <a:pt x="12382" y="150495"/>
                                    <a:pt x="13335" y="154305"/>
                                    <a:pt x="13335" y="157163"/>
                                  </a:cubicBezTo>
                                  <a:cubicBezTo>
                                    <a:pt x="13335" y="160020"/>
                                    <a:pt x="14288" y="162878"/>
                                    <a:pt x="14288" y="165735"/>
                                  </a:cubicBezTo>
                                  <a:cubicBezTo>
                                    <a:pt x="15240" y="169545"/>
                                    <a:pt x="15240" y="172403"/>
                                    <a:pt x="16192" y="175260"/>
                                  </a:cubicBezTo>
                                  <a:cubicBezTo>
                                    <a:pt x="16192" y="180022"/>
                                    <a:pt x="15240" y="185738"/>
                                    <a:pt x="15240" y="190500"/>
                                  </a:cubicBezTo>
                                  <a:cubicBezTo>
                                    <a:pt x="14288" y="206693"/>
                                    <a:pt x="14288" y="221933"/>
                                    <a:pt x="16192" y="237172"/>
                                  </a:cubicBezTo>
                                  <a:cubicBezTo>
                                    <a:pt x="17145" y="242888"/>
                                    <a:pt x="17145" y="248603"/>
                                    <a:pt x="18097" y="254318"/>
                                  </a:cubicBezTo>
                                  <a:cubicBezTo>
                                    <a:pt x="16192" y="250508"/>
                                    <a:pt x="15240" y="246697"/>
                                    <a:pt x="13335" y="242888"/>
                                  </a:cubicBezTo>
                                  <a:cubicBezTo>
                                    <a:pt x="10477" y="236220"/>
                                    <a:pt x="7620" y="230505"/>
                                    <a:pt x="5715" y="223838"/>
                                  </a:cubicBezTo>
                                  <a:cubicBezTo>
                                    <a:pt x="4763" y="220980"/>
                                    <a:pt x="3810" y="218122"/>
                                    <a:pt x="2857" y="215265"/>
                                  </a:cubicBezTo>
                                  <a:lnTo>
                                    <a:pt x="0" y="206693"/>
                                  </a:lnTo>
                                  <a:cubicBezTo>
                                    <a:pt x="0" y="205740"/>
                                    <a:pt x="0" y="205740"/>
                                    <a:pt x="0" y="205740"/>
                                  </a:cubicBezTo>
                                  <a:cubicBezTo>
                                    <a:pt x="0" y="206693"/>
                                    <a:pt x="0" y="207645"/>
                                    <a:pt x="0" y="208597"/>
                                  </a:cubicBezTo>
                                  <a:cubicBezTo>
                                    <a:pt x="0" y="208597"/>
                                    <a:pt x="0" y="208597"/>
                                    <a:pt x="0" y="208597"/>
                                  </a:cubicBezTo>
                                  <a:cubicBezTo>
                                    <a:pt x="952" y="210503"/>
                                    <a:pt x="952" y="213360"/>
                                    <a:pt x="1905" y="215265"/>
                                  </a:cubicBezTo>
                                  <a:cubicBezTo>
                                    <a:pt x="2857" y="218122"/>
                                    <a:pt x="3810" y="220980"/>
                                    <a:pt x="4763" y="224790"/>
                                  </a:cubicBezTo>
                                  <a:cubicBezTo>
                                    <a:pt x="6667" y="231458"/>
                                    <a:pt x="9525" y="237172"/>
                                    <a:pt x="12382" y="243840"/>
                                  </a:cubicBezTo>
                                  <a:cubicBezTo>
                                    <a:pt x="16192" y="253365"/>
                                    <a:pt x="19050" y="260033"/>
                                    <a:pt x="20955" y="265747"/>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E37376F1-E593-41FA-8DC1-9398D2433841}"/>
                                </a:ext>
                              </a:extLst>
                            </p:cNvPr>
                            <p:cNvSpPr/>
                            <p:nvPr/>
                          </p:nvSpPr>
                          <p:spPr>
                            <a:xfrm>
                              <a:off x="3782558" y="1586737"/>
                              <a:ext cx="154305" cy="198120"/>
                            </a:xfrm>
                            <a:custGeom>
                              <a:avLst/>
                              <a:gdLst>
                                <a:gd name="connsiteX0" fmla="*/ 3810 w 154305"/>
                                <a:gd name="connsiteY0" fmla="*/ 124777 h 198120"/>
                                <a:gd name="connsiteX1" fmla="*/ 4763 w 154305"/>
                                <a:gd name="connsiteY1" fmla="*/ 126683 h 198120"/>
                                <a:gd name="connsiteX2" fmla="*/ 6668 w 154305"/>
                                <a:gd name="connsiteY2" fmla="*/ 129540 h 198120"/>
                                <a:gd name="connsiteX3" fmla="*/ 10478 w 154305"/>
                                <a:gd name="connsiteY3" fmla="*/ 133350 h 198120"/>
                                <a:gd name="connsiteX4" fmla="*/ 20955 w 154305"/>
                                <a:gd name="connsiteY4" fmla="*/ 140017 h 198120"/>
                                <a:gd name="connsiteX5" fmla="*/ 34290 w 154305"/>
                                <a:gd name="connsiteY5" fmla="*/ 144780 h 198120"/>
                                <a:gd name="connsiteX6" fmla="*/ 59055 w 154305"/>
                                <a:gd name="connsiteY6" fmla="*/ 150495 h 198120"/>
                                <a:gd name="connsiteX7" fmla="*/ 69533 w 154305"/>
                                <a:gd name="connsiteY7" fmla="*/ 153352 h 198120"/>
                                <a:gd name="connsiteX8" fmla="*/ 73343 w 154305"/>
                                <a:gd name="connsiteY8" fmla="*/ 157163 h 198120"/>
                                <a:gd name="connsiteX9" fmla="*/ 87630 w 154305"/>
                                <a:gd name="connsiteY9" fmla="*/ 170498 h 198120"/>
                                <a:gd name="connsiteX10" fmla="*/ 100013 w 154305"/>
                                <a:gd name="connsiteY10" fmla="*/ 180975 h 198120"/>
                                <a:gd name="connsiteX11" fmla="*/ 92393 w 154305"/>
                                <a:gd name="connsiteY11" fmla="*/ 181927 h 198120"/>
                                <a:gd name="connsiteX12" fmla="*/ 77153 w 154305"/>
                                <a:gd name="connsiteY12" fmla="*/ 185738 h 198120"/>
                                <a:gd name="connsiteX13" fmla="*/ 60008 w 154305"/>
                                <a:gd name="connsiteY13" fmla="*/ 189548 h 198120"/>
                                <a:gd name="connsiteX14" fmla="*/ 41910 w 154305"/>
                                <a:gd name="connsiteY14" fmla="*/ 192405 h 198120"/>
                                <a:gd name="connsiteX15" fmla="*/ 33338 w 154305"/>
                                <a:gd name="connsiteY15" fmla="*/ 191452 h 198120"/>
                                <a:gd name="connsiteX16" fmla="*/ 26670 w 154305"/>
                                <a:gd name="connsiteY16" fmla="*/ 189548 h 198120"/>
                                <a:gd name="connsiteX17" fmla="*/ 24765 w 154305"/>
                                <a:gd name="connsiteY17" fmla="*/ 188595 h 198120"/>
                                <a:gd name="connsiteX18" fmla="*/ 25718 w 154305"/>
                                <a:gd name="connsiteY18" fmla="*/ 189548 h 198120"/>
                                <a:gd name="connsiteX19" fmla="*/ 33338 w 154305"/>
                                <a:gd name="connsiteY19" fmla="*/ 191452 h 198120"/>
                                <a:gd name="connsiteX20" fmla="*/ 41910 w 154305"/>
                                <a:gd name="connsiteY20" fmla="*/ 192405 h 198120"/>
                                <a:gd name="connsiteX21" fmla="*/ 60008 w 154305"/>
                                <a:gd name="connsiteY21" fmla="*/ 190500 h 198120"/>
                                <a:gd name="connsiteX22" fmla="*/ 78105 w 154305"/>
                                <a:gd name="connsiteY22" fmla="*/ 186690 h 198120"/>
                                <a:gd name="connsiteX23" fmla="*/ 93345 w 154305"/>
                                <a:gd name="connsiteY23" fmla="*/ 183833 h 198120"/>
                                <a:gd name="connsiteX24" fmla="*/ 103823 w 154305"/>
                                <a:gd name="connsiteY24" fmla="*/ 183833 h 198120"/>
                                <a:gd name="connsiteX25" fmla="*/ 107633 w 154305"/>
                                <a:gd name="connsiteY25" fmla="*/ 184785 h 198120"/>
                                <a:gd name="connsiteX26" fmla="*/ 118110 w 154305"/>
                                <a:gd name="connsiteY26" fmla="*/ 190500 h 198120"/>
                                <a:gd name="connsiteX27" fmla="*/ 133350 w 154305"/>
                                <a:gd name="connsiteY27" fmla="*/ 195263 h 198120"/>
                                <a:gd name="connsiteX28" fmla="*/ 144780 w 154305"/>
                                <a:gd name="connsiteY28" fmla="*/ 198120 h 198120"/>
                                <a:gd name="connsiteX29" fmla="*/ 144780 w 154305"/>
                                <a:gd name="connsiteY29" fmla="*/ 198120 h 198120"/>
                                <a:gd name="connsiteX30" fmla="*/ 154305 w 154305"/>
                                <a:gd name="connsiteY30" fmla="*/ 190500 h 198120"/>
                                <a:gd name="connsiteX31" fmla="*/ 134303 w 154305"/>
                                <a:gd name="connsiteY31" fmla="*/ 187642 h 198120"/>
                                <a:gd name="connsiteX32" fmla="*/ 127635 w 154305"/>
                                <a:gd name="connsiteY32" fmla="*/ 185738 h 198120"/>
                                <a:gd name="connsiteX33" fmla="*/ 127635 w 154305"/>
                                <a:gd name="connsiteY33" fmla="*/ 185738 h 198120"/>
                                <a:gd name="connsiteX34" fmla="*/ 124778 w 154305"/>
                                <a:gd name="connsiteY34" fmla="*/ 180975 h 198120"/>
                                <a:gd name="connsiteX35" fmla="*/ 121920 w 154305"/>
                                <a:gd name="connsiteY35" fmla="*/ 173355 h 198120"/>
                                <a:gd name="connsiteX36" fmla="*/ 120015 w 154305"/>
                                <a:gd name="connsiteY36" fmla="*/ 161925 h 198120"/>
                                <a:gd name="connsiteX37" fmla="*/ 119063 w 154305"/>
                                <a:gd name="connsiteY37" fmla="*/ 148590 h 198120"/>
                                <a:gd name="connsiteX38" fmla="*/ 117158 w 154305"/>
                                <a:gd name="connsiteY38" fmla="*/ 133350 h 198120"/>
                                <a:gd name="connsiteX39" fmla="*/ 114300 w 154305"/>
                                <a:gd name="connsiteY39" fmla="*/ 117158 h 198120"/>
                                <a:gd name="connsiteX40" fmla="*/ 110490 w 154305"/>
                                <a:gd name="connsiteY40" fmla="*/ 100013 h 198120"/>
                                <a:gd name="connsiteX41" fmla="*/ 105728 w 154305"/>
                                <a:gd name="connsiteY41" fmla="*/ 83820 h 198120"/>
                                <a:gd name="connsiteX42" fmla="*/ 100013 w 154305"/>
                                <a:gd name="connsiteY42" fmla="*/ 67627 h 198120"/>
                                <a:gd name="connsiteX43" fmla="*/ 94298 w 154305"/>
                                <a:gd name="connsiteY43" fmla="*/ 53340 h 198120"/>
                                <a:gd name="connsiteX44" fmla="*/ 91440 w 154305"/>
                                <a:gd name="connsiteY44" fmla="*/ 46673 h 198120"/>
                                <a:gd name="connsiteX45" fmla="*/ 88583 w 154305"/>
                                <a:gd name="connsiteY45" fmla="*/ 40958 h 198120"/>
                                <a:gd name="connsiteX46" fmla="*/ 82868 w 154305"/>
                                <a:gd name="connsiteY46" fmla="*/ 30480 h 198120"/>
                                <a:gd name="connsiteX47" fmla="*/ 78105 w 154305"/>
                                <a:gd name="connsiteY47" fmla="*/ 22860 h 198120"/>
                                <a:gd name="connsiteX48" fmla="*/ 76200 w 154305"/>
                                <a:gd name="connsiteY48" fmla="*/ 19050 h 198120"/>
                                <a:gd name="connsiteX49" fmla="*/ 78105 w 154305"/>
                                <a:gd name="connsiteY49" fmla="*/ 22860 h 198120"/>
                                <a:gd name="connsiteX50" fmla="*/ 82868 w 154305"/>
                                <a:gd name="connsiteY50" fmla="*/ 31433 h 198120"/>
                                <a:gd name="connsiteX51" fmla="*/ 87630 w 154305"/>
                                <a:gd name="connsiteY51" fmla="*/ 41910 h 198120"/>
                                <a:gd name="connsiteX52" fmla="*/ 90488 w 154305"/>
                                <a:gd name="connsiteY52" fmla="*/ 47625 h 198120"/>
                                <a:gd name="connsiteX53" fmla="*/ 93345 w 154305"/>
                                <a:gd name="connsiteY53" fmla="*/ 54292 h 198120"/>
                                <a:gd name="connsiteX54" fmla="*/ 99060 w 154305"/>
                                <a:gd name="connsiteY54" fmla="*/ 68580 h 198120"/>
                                <a:gd name="connsiteX55" fmla="*/ 103823 w 154305"/>
                                <a:gd name="connsiteY55" fmla="*/ 84773 h 198120"/>
                                <a:gd name="connsiteX56" fmla="*/ 107633 w 154305"/>
                                <a:gd name="connsiteY56" fmla="*/ 100965 h 198120"/>
                                <a:gd name="connsiteX57" fmla="*/ 110490 w 154305"/>
                                <a:gd name="connsiteY57" fmla="*/ 118110 h 198120"/>
                                <a:gd name="connsiteX58" fmla="*/ 112395 w 154305"/>
                                <a:gd name="connsiteY58" fmla="*/ 134302 h 198120"/>
                                <a:gd name="connsiteX59" fmla="*/ 113348 w 154305"/>
                                <a:gd name="connsiteY59" fmla="*/ 149542 h 198120"/>
                                <a:gd name="connsiteX60" fmla="*/ 114300 w 154305"/>
                                <a:gd name="connsiteY60" fmla="*/ 163830 h 198120"/>
                                <a:gd name="connsiteX61" fmla="*/ 116205 w 154305"/>
                                <a:gd name="connsiteY61" fmla="*/ 175260 h 198120"/>
                                <a:gd name="connsiteX62" fmla="*/ 119063 w 154305"/>
                                <a:gd name="connsiteY62" fmla="*/ 183833 h 198120"/>
                                <a:gd name="connsiteX63" fmla="*/ 119063 w 154305"/>
                                <a:gd name="connsiteY63" fmla="*/ 184785 h 198120"/>
                                <a:gd name="connsiteX64" fmla="*/ 118110 w 154305"/>
                                <a:gd name="connsiteY64" fmla="*/ 183833 h 198120"/>
                                <a:gd name="connsiteX65" fmla="*/ 102870 w 154305"/>
                                <a:gd name="connsiteY65" fmla="*/ 176213 h 198120"/>
                                <a:gd name="connsiteX66" fmla="*/ 87630 w 154305"/>
                                <a:gd name="connsiteY66" fmla="*/ 165735 h 198120"/>
                                <a:gd name="connsiteX67" fmla="*/ 84773 w 154305"/>
                                <a:gd name="connsiteY67" fmla="*/ 163830 h 198120"/>
                                <a:gd name="connsiteX68" fmla="*/ 82868 w 154305"/>
                                <a:gd name="connsiteY68" fmla="*/ 160020 h 198120"/>
                                <a:gd name="connsiteX69" fmla="*/ 77153 w 154305"/>
                                <a:gd name="connsiteY69" fmla="*/ 141923 h 198120"/>
                                <a:gd name="connsiteX70" fmla="*/ 74295 w 154305"/>
                                <a:gd name="connsiteY70" fmla="*/ 128588 h 198120"/>
                                <a:gd name="connsiteX71" fmla="*/ 71438 w 154305"/>
                                <a:gd name="connsiteY71" fmla="*/ 114300 h 198120"/>
                                <a:gd name="connsiteX72" fmla="*/ 67628 w 154305"/>
                                <a:gd name="connsiteY72" fmla="*/ 99060 h 198120"/>
                                <a:gd name="connsiteX73" fmla="*/ 63818 w 154305"/>
                                <a:gd name="connsiteY73" fmla="*/ 82867 h 198120"/>
                                <a:gd name="connsiteX74" fmla="*/ 59055 w 154305"/>
                                <a:gd name="connsiteY74" fmla="*/ 66675 h 198120"/>
                                <a:gd name="connsiteX75" fmla="*/ 54293 w 154305"/>
                                <a:gd name="connsiteY75" fmla="*/ 51435 h 198120"/>
                                <a:gd name="connsiteX76" fmla="*/ 49530 w 154305"/>
                                <a:gd name="connsiteY76" fmla="*/ 37148 h 198120"/>
                                <a:gd name="connsiteX77" fmla="*/ 44768 w 154305"/>
                                <a:gd name="connsiteY77" fmla="*/ 24765 h 198120"/>
                                <a:gd name="connsiteX78" fmla="*/ 38100 w 154305"/>
                                <a:gd name="connsiteY78" fmla="*/ 5715 h 198120"/>
                                <a:gd name="connsiteX79" fmla="*/ 36195 w 154305"/>
                                <a:gd name="connsiteY79" fmla="*/ 0 h 198120"/>
                                <a:gd name="connsiteX80" fmla="*/ 38100 w 154305"/>
                                <a:gd name="connsiteY80" fmla="*/ 5715 h 198120"/>
                                <a:gd name="connsiteX81" fmla="*/ 44768 w 154305"/>
                                <a:gd name="connsiteY81" fmla="*/ 24765 h 198120"/>
                                <a:gd name="connsiteX82" fmla="*/ 48578 w 154305"/>
                                <a:gd name="connsiteY82" fmla="*/ 38100 h 198120"/>
                                <a:gd name="connsiteX83" fmla="*/ 52388 w 154305"/>
                                <a:gd name="connsiteY83" fmla="*/ 52388 h 198120"/>
                                <a:gd name="connsiteX84" fmla="*/ 57150 w 154305"/>
                                <a:gd name="connsiteY84" fmla="*/ 67627 h 198120"/>
                                <a:gd name="connsiteX85" fmla="*/ 60960 w 154305"/>
                                <a:gd name="connsiteY85" fmla="*/ 83820 h 198120"/>
                                <a:gd name="connsiteX86" fmla="*/ 64770 w 154305"/>
                                <a:gd name="connsiteY86" fmla="*/ 100013 h 198120"/>
                                <a:gd name="connsiteX87" fmla="*/ 67628 w 154305"/>
                                <a:gd name="connsiteY87" fmla="*/ 115252 h 198120"/>
                                <a:gd name="connsiteX88" fmla="*/ 70485 w 154305"/>
                                <a:gd name="connsiteY88" fmla="*/ 129540 h 198120"/>
                                <a:gd name="connsiteX89" fmla="*/ 72390 w 154305"/>
                                <a:gd name="connsiteY89" fmla="*/ 142875 h 198120"/>
                                <a:gd name="connsiteX90" fmla="*/ 76200 w 154305"/>
                                <a:gd name="connsiteY90" fmla="*/ 157163 h 198120"/>
                                <a:gd name="connsiteX91" fmla="*/ 72390 w 154305"/>
                                <a:gd name="connsiteY91" fmla="*/ 153352 h 198120"/>
                                <a:gd name="connsiteX92" fmla="*/ 58103 w 154305"/>
                                <a:gd name="connsiteY92" fmla="*/ 140017 h 198120"/>
                                <a:gd name="connsiteX93" fmla="*/ 44768 w 154305"/>
                                <a:gd name="connsiteY93" fmla="*/ 126683 h 198120"/>
                                <a:gd name="connsiteX94" fmla="*/ 33338 w 154305"/>
                                <a:gd name="connsiteY94" fmla="*/ 113348 h 198120"/>
                                <a:gd name="connsiteX95" fmla="*/ 23813 w 154305"/>
                                <a:gd name="connsiteY95" fmla="*/ 100965 h 198120"/>
                                <a:gd name="connsiteX96" fmla="*/ 13335 w 154305"/>
                                <a:gd name="connsiteY96" fmla="*/ 81915 h 198120"/>
                                <a:gd name="connsiteX97" fmla="*/ 13335 w 154305"/>
                                <a:gd name="connsiteY97" fmla="*/ 81915 h 198120"/>
                                <a:gd name="connsiteX98" fmla="*/ 22860 w 154305"/>
                                <a:gd name="connsiteY98" fmla="*/ 101917 h 198120"/>
                                <a:gd name="connsiteX99" fmla="*/ 32385 w 154305"/>
                                <a:gd name="connsiteY99" fmla="*/ 115252 h 198120"/>
                                <a:gd name="connsiteX100" fmla="*/ 42863 w 154305"/>
                                <a:gd name="connsiteY100" fmla="*/ 129540 h 198120"/>
                                <a:gd name="connsiteX101" fmla="*/ 55245 w 154305"/>
                                <a:gd name="connsiteY101" fmla="*/ 143827 h 198120"/>
                                <a:gd name="connsiteX102" fmla="*/ 60008 w 154305"/>
                                <a:gd name="connsiteY102" fmla="*/ 148590 h 198120"/>
                                <a:gd name="connsiteX103" fmla="*/ 55245 w 154305"/>
                                <a:gd name="connsiteY103" fmla="*/ 147638 h 198120"/>
                                <a:gd name="connsiteX104" fmla="*/ 43815 w 154305"/>
                                <a:gd name="connsiteY104" fmla="*/ 145733 h 198120"/>
                                <a:gd name="connsiteX105" fmla="*/ 30480 w 154305"/>
                                <a:gd name="connsiteY105" fmla="*/ 143827 h 198120"/>
                                <a:gd name="connsiteX106" fmla="*/ 17145 w 154305"/>
                                <a:gd name="connsiteY106" fmla="*/ 140017 h 198120"/>
                                <a:gd name="connsiteX107" fmla="*/ 6668 w 154305"/>
                                <a:gd name="connsiteY107" fmla="*/ 134302 h 198120"/>
                                <a:gd name="connsiteX108" fmla="*/ 2858 w 154305"/>
                                <a:gd name="connsiteY108" fmla="*/ 131445 h 198120"/>
                                <a:gd name="connsiteX109" fmla="*/ 0 w 154305"/>
                                <a:gd name="connsiteY109" fmla="*/ 128588 h 198120"/>
                                <a:gd name="connsiteX110" fmla="*/ 3810 w 154305"/>
                                <a:gd name="connsiteY110" fmla="*/ 124777 h 198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54305" h="198120">
                                  <a:moveTo>
                                    <a:pt x="3810" y="124777"/>
                                  </a:moveTo>
                                  <a:cubicBezTo>
                                    <a:pt x="3810" y="124777"/>
                                    <a:pt x="4763" y="125730"/>
                                    <a:pt x="4763" y="126683"/>
                                  </a:cubicBezTo>
                                  <a:cubicBezTo>
                                    <a:pt x="5715" y="127635"/>
                                    <a:pt x="5715" y="128588"/>
                                    <a:pt x="6668" y="129540"/>
                                  </a:cubicBezTo>
                                  <a:cubicBezTo>
                                    <a:pt x="7620" y="130492"/>
                                    <a:pt x="8573" y="131445"/>
                                    <a:pt x="10478" y="133350"/>
                                  </a:cubicBezTo>
                                  <a:cubicBezTo>
                                    <a:pt x="13335" y="135255"/>
                                    <a:pt x="16193" y="138113"/>
                                    <a:pt x="20955" y="140017"/>
                                  </a:cubicBezTo>
                                  <a:cubicBezTo>
                                    <a:pt x="24765" y="141923"/>
                                    <a:pt x="29528" y="143827"/>
                                    <a:pt x="34290" y="144780"/>
                                  </a:cubicBezTo>
                                  <a:cubicBezTo>
                                    <a:pt x="43815" y="147638"/>
                                    <a:pt x="52388" y="148590"/>
                                    <a:pt x="59055" y="150495"/>
                                  </a:cubicBezTo>
                                  <a:cubicBezTo>
                                    <a:pt x="64770" y="151448"/>
                                    <a:pt x="68580" y="152400"/>
                                    <a:pt x="69533" y="153352"/>
                                  </a:cubicBezTo>
                                  <a:lnTo>
                                    <a:pt x="73343" y="157163"/>
                                  </a:lnTo>
                                  <a:cubicBezTo>
                                    <a:pt x="78105" y="161925"/>
                                    <a:pt x="82868" y="165735"/>
                                    <a:pt x="87630" y="170498"/>
                                  </a:cubicBezTo>
                                  <a:cubicBezTo>
                                    <a:pt x="91440" y="174308"/>
                                    <a:pt x="96203" y="177165"/>
                                    <a:pt x="100013" y="180975"/>
                                  </a:cubicBezTo>
                                  <a:cubicBezTo>
                                    <a:pt x="98108" y="180975"/>
                                    <a:pt x="95250" y="180975"/>
                                    <a:pt x="92393" y="181927"/>
                                  </a:cubicBezTo>
                                  <a:cubicBezTo>
                                    <a:pt x="87630" y="182880"/>
                                    <a:pt x="82868" y="183833"/>
                                    <a:pt x="77153" y="185738"/>
                                  </a:cubicBezTo>
                                  <a:cubicBezTo>
                                    <a:pt x="71438" y="186690"/>
                                    <a:pt x="65723" y="188595"/>
                                    <a:pt x="60008" y="189548"/>
                                  </a:cubicBezTo>
                                  <a:cubicBezTo>
                                    <a:pt x="54293" y="190500"/>
                                    <a:pt x="48578" y="191452"/>
                                    <a:pt x="41910" y="192405"/>
                                  </a:cubicBezTo>
                                  <a:cubicBezTo>
                                    <a:pt x="39053" y="192405"/>
                                    <a:pt x="36195" y="192405"/>
                                    <a:pt x="33338" y="191452"/>
                                  </a:cubicBezTo>
                                  <a:cubicBezTo>
                                    <a:pt x="30480" y="191452"/>
                                    <a:pt x="28575" y="190500"/>
                                    <a:pt x="26670" y="189548"/>
                                  </a:cubicBezTo>
                                  <a:cubicBezTo>
                                    <a:pt x="26670" y="189548"/>
                                    <a:pt x="25718" y="189548"/>
                                    <a:pt x="24765" y="188595"/>
                                  </a:cubicBezTo>
                                  <a:cubicBezTo>
                                    <a:pt x="24765" y="188595"/>
                                    <a:pt x="25718" y="189548"/>
                                    <a:pt x="25718" y="189548"/>
                                  </a:cubicBezTo>
                                  <a:cubicBezTo>
                                    <a:pt x="27623" y="190500"/>
                                    <a:pt x="30480" y="191452"/>
                                    <a:pt x="33338" y="191452"/>
                                  </a:cubicBezTo>
                                  <a:cubicBezTo>
                                    <a:pt x="36195" y="192405"/>
                                    <a:pt x="39053" y="192405"/>
                                    <a:pt x="41910" y="192405"/>
                                  </a:cubicBezTo>
                                  <a:cubicBezTo>
                                    <a:pt x="47625" y="192405"/>
                                    <a:pt x="54293" y="192405"/>
                                    <a:pt x="60008" y="190500"/>
                                  </a:cubicBezTo>
                                  <a:cubicBezTo>
                                    <a:pt x="65723" y="189548"/>
                                    <a:pt x="72390" y="188595"/>
                                    <a:pt x="78105" y="186690"/>
                                  </a:cubicBezTo>
                                  <a:cubicBezTo>
                                    <a:pt x="83820" y="185738"/>
                                    <a:pt x="89535" y="184785"/>
                                    <a:pt x="93345" y="183833"/>
                                  </a:cubicBezTo>
                                  <a:cubicBezTo>
                                    <a:pt x="98108" y="183833"/>
                                    <a:pt x="101918" y="182880"/>
                                    <a:pt x="103823" y="183833"/>
                                  </a:cubicBezTo>
                                  <a:cubicBezTo>
                                    <a:pt x="105728" y="183833"/>
                                    <a:pt x="106680" y="183833"/>
                                    <a:pt x="107633" y="184785"/>
                                  </a:cubicBezTo>
                                  <a:cubicBezTo>
                                    <a:pt x="111443" y="186690"/>
                                    <a:pt x="115253" y="188595"/>
                                    <a:pt x="118110" y="190500"/>
                                  </a:cubicBezTo>
                                  <a:cubicBezTo>
                                    <a:pt x="123825" y="192405"/>
                                    <a:pt x="128588" y="194310"/>
                                    <a:pt x="133350" y="195263"/>
                                  </a:cubicBezTo>
                                  <a:cubicBezTo>
                                    <a:pt x="137160" y="196215"/>
                                    <a:pt x="140970" y="197167"/>
                                    <a:pt x="144780" y="198120"/>
                                  </a:cubicBezTo>
                                  <a:lnTo>
                                    <a:pt x="144780" y="198120"/>
                                  </a:lnTo>
                                  <a:lnTo>
                                    <a:pt x="154305" y="190500"/>
                                  </a:lnTo>
                                  <a:cubicBezTo>
                                    <a:pt x="149543" y="190500"/>
                                    <a:pt x="141923" y="189548"/>
                                    <a:pt x="134303" y="187642"/>
                                  </a:cubicBezTo>
                                  <a:cubicBezTo>
                                    <a:pt x="132398" y="186690"/>
                                    <a:pt x="129540" y="186690"/>
                                    <a:pt x="127635" y="185738"/>
                                  </a:cubicBezTo>
                                  <a:cubicBezTo>
                                    <a:pt x="127635" y="185738"/>
                                    <a:pt x="127635" y="185738"/>
                                    <a:pt x="127635" y="185738"/>
                                  </a:cubicBezTo>
                                  <a:cubicBezTo>
                                    <a:pt x="126683" y="184785"/>
                                    <a:pt x="125730" y="182880"/>
                                    <a:pt x="124778" y="180975"/>
                                  </a:cubicBezTo>
                                  <a:cubicBezTo>
                                    <a:pt x="123825" y="179070"/>
                                    <a:pt x="122873" y="176213"/>
                                    <a:pt x="121920" y="173355"/>
                                  </a:cubicBezTo>
                                  <a:cubicBezTo>
                                    <a:pt x="120968" y="170498"/>
                                    <a:pt x="120015" y="166688"/>
                                    <a:pt x="120015" y="161925"/>
                                  </a:cubicBezTo>
                                  <a:cubicBezTo>
                                    <a:pt x="120015" y="158115"/>
                                    <a:pt x="119063" y="153352"/>
                                    <a:pt x="119063" y="148590"/>
                                  </a:cubicBezTo>
                                  <a:cubicBezTo>
                                    <a:pt x="118110" y="143827"/>
                                    <a:pt x="118110" y="139065"/>
                                    <a:pt x="117158" y="133350"/>
                                  </a:cubicBezTo>
                                  <a:cubicBezTo>
                                    <a:pt x="116205" y="127635"/>
                                    <a:pt x="115253" y="122873"/>
                                    <a:pt x="114300" y="117158"/>
                                  </a:cubicBezTo>
                                  <a:cubicBezTo>
                                    <a:pt x="113348" y="111442"/>
                                    <a:pt x="111443" y="105727"/>
                                    <a:pt x="110490" y="100013"/>
                                  </a:cubicBezTo>
                                  <a:cubicBezTo>
                                    <a:pt x="109538" y="94298"/>
                                    <a:pt x="107633" y="88583"/>
                                    <a:pt x="105728" y="83820"/>
                                  </a:cubicBezTo>
                                  <a:cubicBezTo>
                                    <a:pt x="104775" y="78105"/>
                                    <a:pt x="101918" y="73342"/>
                                    <a:pt x="100013" y="67627"/>
                                  </a:cubicBezTo>
                                  <a:cubicBezTo>
                                    <a:pt x="98108" y="62865"/>
                                    <a:pt x="96203" y="58102"/>
                                    <a:pt x="94298" y="53340"/>
                                  </a:cubicBezTo>
                                  <a:cubicBezTo>
                                    <a:pt x="93345" y="51435"/>
                                    <a:pt x="92393" y="48577"/>
                                    <a:pt x="91440" y="46673"/>
                                  </a:cubicBezTo>
                                  <a:cubicBezTo>
                                    <a:pt x="90488" y="44767"/>
                                    <a:pt x="89535" y="42863"/>
                                    <a:pt x="88583" y="40958"/>
                                  </a:cubicBezTo>
                                  <a:cubicBezTo>
                                    <a:pt x="86678" y="37148"/>
                                    <a:pt x="84773" y="33338"/>
                                    <a:pt x="82868" y="30480"/>
                                  </a:cubicBezTo>
                                  <a:cubicBezTo>
                                    <a:pt x="80963" y="27623"/>
                                    <a:pt x="80010" y="24765"/>
                                    <a:pt x="78105" y="22860"/>
                                  </a:cubicBezTo>
                                  <a:cubicBezTo>
                                    <a:pt x="77153" y="20955"/>
                                    <a:pt x="76200" y="20002"/>
                                    <a:pt x="76200" y="19050"/>
                                  </a:cubicBezTo>
                                  <a:cubicBezTo>
                                    <a:pt x="77153" y="20002"/>
                                    <a:pt x="77153" y="21908"/>
                                    <a:pt x="78105" y="22860"/>
                                  </a:cubicBezTo>
                                  <a:cubicBezTo>
                                    <a:pt x="79058" y="24765"/>
                                    <a:pt x="80963" y="27623"/>
                                    <a:pt x="82868" y="31433"/>
                                  </a:cubicBezTo>
                                  <a:cubicBezTo>
                                    <a:pt x="84773" y="34290"/>
                                    <a:pt x="85725" y="38100"/>
                                    <a:pt x="87630" y="41910"/>
                                  </a:cubicBezTo>
                                  <a:cubicBezTo>
                                    <a:pt x="88583" y="43815"/>
                                    <a:pt x="89535" y="45720"/>
                                    <a:pt x="90488" y="47625"/>
                                  </a:cubicBezTo>
                                  <a:cubicBezTo>
                                    <a:pt x="91440" y="49530"/>
                                    <a:pt x="92393" y="52388"/>
                                    <a:pt x="93345" y="54292"/>
                                  </a:cubicBezTo>
                                  <a:cubicBezTo>
                                    <a:pt x="95250" y="59055"/>
                                    <a:pt x="97155" y="63817"/>
                                    <a:pt x="99060" y="68580"/>
                                  </a:cubicBezTo>
                                  <a:cubicBezTo>
                                    <a:pt x="100965" y="73342"/>
                                    <a:pt x="102870" y="79058"/>
                                    <a:pt x="103823" y="84773"/>
                                  </a:cubicBezTo>
                                  <a:cubicBezTo>
                                    <a:pt x="104775" y="90488"/>
                                    <a:pt x="106680" y="96202"/>
                                    <a:pt x="107633" y="100965"/>
                                  </a:cubicBezTo>
                                  <a:cubicBezTo>
                                    <a:pt x="108585" y="106680"/>
                                    <a:pt x="110490" y="112395"/>
                                    <a:pt x="110490" y="118110"/>
                                  </a:cubicBezTo>
                                  <a:cubicBezTo>
                                    <a:pt x="111443" y="123825"/>
                                    <a:pt x="112395" y="129540"/>
                                    <a:pt x="112395" y="134302"/>
                                  </a:cubicBezTo>
                                  <a:cubicBezTo>
                                    <a:pt x="112395" y="140017"/>
                                    <a:pt x="113348" y="144780"/>
                                    <a:pt x="113348" y="149542"/>
                                  </a:cubicBezTo>
                                  <a:cubicBezTo>
                                    <a:pt x="113348" y="154305"/>
                                    <a:pt x="114300" y="159067"/>
                                    <a:pt x="114300" y="163830"/>
                                  </a:cubicBezTo>
                                  <a:cubicBezTo>
                                    <a:pt x="114300" y="168592"/>
                                    <a:pt x="115253" y="172402"/>
                                    <a:pt x="116205" y="175260"/>
                                  </a:cubicBezTo>
                                  <a:cubicBezTo>
                                    <a:pt x="117158" y="179070"/>
                                    <a:pt x="118110" y="181927"/>
                                    <a:pt x="119063" y="183833"/>
                                  </a:cubicBezTo>
                                  <a:cubicBezTo>
                                    <a:pt x="119063" y="183833"/>
                                    <a:pt x="119063" y="184785"/>
                                    <a:pt x="119063" y="184785"/>
                                  </a:cubicBezTo>
                                  <a:lnTo>
                                    <a:pt x="118110" y="183833"/>
                                  </a:lnTo>
                                  <a:cubicBezTo>
                                    <a:pt x="113348" y="181927"/>
                                    <a:pt x="108585" y="179070"/>
                                    <a:pt x="102870" y="176213"/>
                                  </a:cubicBezTo>
                                  <a:cubicBezTo>
                                    <a:pt x="98108" y="173355"/>
                                    <a:pt x="93345" y="169545"/>
                                    <a:pt x="87630" y="165735"/>
                                  </a:cubicBezTo>
                                  <a:lnTo>
                                    <a:pt x="84773" y="163830"/>
                                  </a:lnTo>
                                  <a:cubicBezTo>
                                    <a:pt x="83820" y="162877"/>
                                    <a:pt x="83820" y="161925"/>
                                    <a:pt x="82868" y="160020"/>
                                  </a:cubicBezTo>
                                  <a:cubicBezTo>
                                    <a:pt x="80963" y="156210"/>
                                    <a:pt x="79058" y="149542"/>
                                    <a:pt x="77153" y="141923"/>
                                  </a:cubicBezTo>
                                  <a:cubicBezTo>
                                    <a:pt x="76200" y="138113"/>
                                    <a:pt x="75248" y="133350"/>
                                    <a:pt x="74295" y="128588"/>
                                  </a:cubicBezTo>
                                  <a:cubicBezTo>
                                    <a:pt x="73343" y="123825"/>
                                    <a:pt x="72390" y="119063"/>
                                    <a:pt x="71438" y="114300"/>
                                  </a:cubicBezTo>
                                  <a:cubicBezTo>
                                    <a:pt x="70485" y="109538"/>
                                    <a:pt x="69533" y="103823"/>
                                    <a:pt x="67628" y="99060"/>
                                  </a:cubicBezTo>
                                  <a:cubicBezTo>
                                    <a:pt x="66675" y="93345"/>
                                    <a:pt x="64770" y="88583"/>
                                    <a:pt x="63818" y="82867"/>
                                  </a:cubicBezTo>
                                  <a:cubicBezTo>
                                    <a:pt x="61913" y="77152"/>
                                    <a:pt x="60960" y="72390"/>
                                    <a:pt x="59055" y="66675"/>
                                  </a:cubicBezTo>
                                  <a:lnTo>
                                    <a:pt x="54293" y="51435"/>
                                  </a:lnTo>
                                  <a:cubicBezTo>
                                    <a:pt x="52388" y="46673"/>
                                    <a:pt x="51435" y="41910"/>
                                    <a:pt x="49530" y="37148"/>
                                  </a:cubicBezTo>
                                  <a:cubicBezTo>
                                    <a:pt x="48578" y="32385"/>
                                    <a:pt x="46673" y="28575"/>
                                    <a:pt x="44768" y="24765"/>
                                  </a:cubicBezTo>
                                  <a:cubicBezTo>
                                    <a:pt x="41910" y="17145"/>
                                    <a:pt x="39053" y="10477"/>
                                    <a:pt x="38100" y="5715"/>
                                  </a:cubicBezTo>
                                  <a:cubicBezTo>
                                    <a:pt x="37148" y="3810"/>
                                    <a:pt x="36195" y="1905"/>
                                    <a:pt x="36195" y="0"/>
                                  </a:cubicBezTo>
                                  <a:cubicBezTo>
                                    <a:pt x="36195" y="952"/>
                                    <a:pt x="37148" y="2858"/>
                                    <a:pt x="38100" y="5715"/>
                                  </a:cubicBezTo>
                                  <a:cubicBezTo>
                                    <a:pt x="40005" y="10477"/>
                                    <a:pt x="41910" y="17145"/>
                                    <a:pt x="44768" y="24765"/>
                                  </a:cubicBezTo>
                                  <a:cubicBezTo>
                                    <a:pt x="46673" y="28575"/>
                                    <a:pt x="47625" y="33338"/>
                                    <a:pt x="48578" y="38100"/>
                                  </a:cubicBezTo>
                                  <a:cubicBezTo>
                                    <a:pt x="49530" y="42863"/>
                                    <a:pt x="51435" y="47625"/>
                                    <a:pt x="52388" y="52388"/>
                                  </a:cubicBezTo>
                                  <a:cubicBezTo>
                                    <a:pt x="53340" y="57150"/>
                                    <a:pt x="55245" y="62865"/>
                                    <a:pt x="57150" y="67627"/>
                                  </a:cubicBezTo>
                                  <a:cubicBezTo>
                                    <a:pt x="58103" y="73342"/>
                                    <a:pt x="60008" y="78105"/>
                                    <a:pt x="60960" y="83820"/>
                                  </a:cubicBezTo>
                                  <a:cubicBezTo>
                                    <a:pt x="61913" y="89535"/>
                                    <a:pt x="63818" y="94298"/>
                                    <a:pt x="64770" y="100013"/>
                                  </a:cubicBezTo>
                                  <a:cubicBezTo>
                                    <a:pt x="65723" y="105727"/>
                                    <a:pt x="66675" y="110490"/>
                                    <a:pt x="67628" y="115252"/>
                                  </a:cubicBezTo>
                                  <a:cubicBezTo>
                                    <a:pt x="68580" y="120015"/>
                                    <a:pt x="69533" y="125730"/>
                                    <a:pt x="70485" y="129540"/>
                                  </a:cubicBezTo>
                                  <a:cubicBezTo>
                                    <a:pt x="71438" y="134302"/>
                                    <a:pt x="72390" y="139065"/>
                                    <a:pt x="72390" y="142875"/>
                                  </a:cubicBezTo>
                                  <a:cubicBezTo>
                                    <a:pt x="73343" y="148590"/>
                                    <a:pt x="74295" y="153352"/>
                                    <a:pt x="76200" y="157163"/>
                                  </a:cubicBezTo>
                                  <a:lnTo>
                                    <a:pt x="72390" y="153352"/>
                                  </a:lnTo>
                                  <a:cubicBezTo>
                                    <a:pt x="67628" y="148590"/>
                                    <a:pt x="62865" y="144780"/>
                                    <a:pt x="58103" y="140017"/>
                                  </a:cubicBezTo>
                                  <a:cubicBezTo>
                                    <a:pt x="53340" y="135255"/>
                                    <a:pt x="49530" y="130492"/>
                                    <a:pt x="44768" y="126683"/>
                                  </a:cubicBezTo>
                                  <a:cubicBezTo>
                                    <a:pt x="40958" y="121920"/>
                                    <a:pt x="37148" y="117158"/>
                                    <a:pt x="33338" y="113348"/>
                                  </a:cubicBezTo>
                                  <a:cubicBezTo>
                                    <a:pt x="29528" y="108585"/>
                                    <a:pt x="26670" y="104775"/>
                                    <a:pt x="23813" y="100965"/>
                                  </a:cubicBezTo>
                                  <a:cubicBezTo>
                                    <a:pt x="18098" y="93345"/>
                                    <a:pt x="15240" y="86677"/>
                                    <a:pt x="13335" y="81915"/>
                                  </a:cubicBezTo>
                                  <a:lnTo>
                                    <a:pt x="13335" y="81915"/>
                                  </a:lnTo>
                                  <a:cubicBezTo>
                                    <a:pt x="13335" y="87630"/>
                                    <a:pt x="18098" y="95250"/>
                                    <a:pt x="22860" y="101917"/>
                                  </a:cubicBezTo>
                                  <a:cubicBezTo>
                                    <a:pt x="25718" y="105727"/>
                                    <a:pt x="28575" y="110490"/>
                                    <a:pt x="32385" y="115252"/>
                                  </a:cubicBezTo>
                                  <a:cubicBezTo>
                                    <a:pt x="36195" y="120015"/>
                                    <a:pt x="39053" y="124777"/>
                                    <a:pt x="42863" y="129540"/>
                                  </a:cubicBezTo>
                                  <a:cubicBezTo>
                                    <a:pt x="46673" y="134302"/>
                                    <a:pt x="50483" y="139065"/>
                                    <a:pt x="55245" y="143827"/>
                                  </a:cubicBezTo>
                                  <a:lnTo>
                                    <a:pt x="60008" y="148590"/>
                                  </a:lnTo>
                                  <a:cubicBezTo>
                                    <a:pt x="59055" y="148590"/>
                                    <a:pt x="57150" y="147638"/>
                                    <a:pt x="55245" y="147638"/>
                                  </a:cubicBezTo>
                                  <a:cubicBezTo>
                                    <a:pt x="51435" y="146685"/>
                                    <a:pt x="47625" y="146685"/>
                                    <a:pt x="43815" y="145733"/>
                                  </a:cubicBezTo>
                                  <a:cubicBezTo>
                                    <a:pt x="39053" y="144780"/>
                                    <a:pt x="35243" y="144780"/>
                                    <a:pt x="30480" y="143827"/>
                                  </a:cubicBezTo>
                                  <a:cubicBezTo>
                                    <a:pt x="25718" y="142875"/>
                                    <a:pt x="21908" y="141923"/>
                                    <a:pt x="17145" y="140017"/>
                                  </a:cubicBezTo>
                                  <a:cubicBezTo>
                                    <a:pt x="13335" y="138113"/>
                                    <a:pt x="9525" y="136208"/>
                                    <a:pt x="6668" y="134302"/>
                                  </a:cubicBezTo>
                                  <a:cubicBezTo>
                                    <a:pt x="5715" y="133350"/>
                                    <a:pt x="3810" y="132398"/>
                                    <a:pt x="2858" y="131445"/>
                                  </a:cubicBezTo>
                                  <a:cubicBezTo>
                                    <a:pt x="1905" y="130492"/>
                                    <a:pt x="953" y="129540"/>
                                    <a:pt x="0" y="128588"/>
                                  </a:cubicBezTo>
                                  <a:cubicBezTo>
                                    <a:pt x="4763" y="125730"/>
                                    <a:pt x="3810" y="124777"/>
                                    <a:pt x="3810" y="124777"/>
                                  </a:cubicBezTo>
                                  <a:close/>
                                </a:path>
                              </a:pathLst>
                            </a:custGeom>
                            <a:grpFill/>
                            <a:ln w="9525" cap="flat">
                              <a:noFill/>
                              <a:prstDash val="solid"/>
                              <a:miter/>
                            </a:ln>
                          </p:spPr>
                          <p:txBody>
                            <a:bodyPr rtlCol="0" anchor="ctr"/>
                            <a:lstStyle/>
                            <a:p>
                              <a:endParaRPr lang="en-US"/>
                            </a:p>
                          </p:txBody>
                        </p:sp>
                      </p:grpSp>
                    </p:grpSp>
                    <p:grpSp>
                      <p:nvGrpSpPr>
                        <p:cNvPr id="314" name="Graphic 2">
                          <a:extLst>
                            <a:ext uri="{FF2B5EF4-FFF2-40B4-BE49-F238E27FC236}">
                              <a16:creationId xmlns:a16="http://schemas.microsoft.com/office/drawing/2014/main" id="{AE736AF3-0337-429B-AEF1-DA4B52809559}"/>
                            </a:ext>
                          </a:extLst>
                        </p:cNvPr>
                        <p:cNvGrpSpPr/>
                        <p:nvPr/>
                      </p:nvGrpSpPr>
                      <p:grpSpPr>
                        <a:xfrm>
                          <a:off x="3635874" y="1711291"/>
                          <a:ext cx="521017" cy="1053687"/>
                          <a:chOff x="3635874" y="1711291"/>
                          <a:chExt cx="521017" cy="1053687"/>
                        </a:xfrm>
                        <a:grpFill/>
                      </p:grpSpPr>
                      <p:grpSp>
                        <p:nvGrpSpPr>
                          <p:cNvPr id="315" name="Graphic 2">
                            <a:extLst>
                              <a:ext uri="{FF2B5EF4-FFF2-40B4-BE49-F238E27FC236}">
                                <a16:creationId xmlns:a16="http://schemas.microsoft.com/office/drawing/2014/main" id="{AE736AF3-0337-429B-AEF1-DA4B52809559}"/>
                              </a:ext>
                            </a:extLst>
                          </p:cNvPr>
                          <p:cNvGrpSpPr/>
                          <p:nvPr/>
                        </p:nvGrpSpPr>
                        <p:grpSpPr>
                          <a:xfrm>
                            <a:off x="3907336" y="1776061"/>
                            <a:ext cx="249555" cy="198342"/>
                            <a:chOff x="3907336" y="1776061"/>
                            <a:chExt cx="249555" cy="198342"/>
                          </a:xfrm>
                          <a:grpFill/>
                        </p:grpSpPr>
                        <p:sp>
                          <p:nvSpPr>
                            <p:cNvPr id="316" name="Freeform: Shape 315">
                              <a:extLst>
                                <a:ext uri="{FF2B5EF4-FFF2-40B4-BE49-F238E27FC236}">
                                  <a16:creationId xmlns:a16="http://schemas.microsoft.com/office/drawing/2014/main" id="{FFCB6B14-49F2-4284-94B0-8F5BFB4D8780}"/>
                                </a:ext>
                              </a:extLst>
                            </p:cNvPr>
                            <p:cNvSpPr/>
                            <p:nvPr/>
                          </p:nvSpPr>
                          <p:spPr>
                            <a:xfrm>
                              <a:off x="3907336" y="1776061"/>
                              <a:ext cx="249555" cy="195733"/>
                            </a:xfrm>
                            <a:custGeom>
                              <a:avLst/>
                              <a:gdLst>
                                <a:gd name="connsiteX0" fmla="*/ 2857 w 249555"/>
                                <a:gd name="connsiteY0" fmla="*/ 83090 h 195733"/>
                                <a:gd name="connsiteX1" fmla="*/ 4763 w 249555"/>
                                <a:gd name="connsiteY1" fmla="*/ 71660 h 195733"/>
                                <a:gd name="connsiteX2" fmla="*/ 6668 w 249555"/>
                                <a:gd name="connsiteY2" fmla="*/ 61183 h 195733"/>
                                <a:gd name="connsiteX3" fmla="*/ 7620 w 249555"/>
                                <a:gd name="connsiteY3" fmla="*/ 55468 h 195733"/>
                                <a:gd name="connsiteX4" fmla="*/ 11430 w 249555"/>
                                <a:gd name="connsiteY4" fmla="*/ 46895 h 195733"/>
                                <a:gd name="connsiteX5" fmla="*/ 11430 w 249555"/>
                                <a:gd name="connsiteY5" fmla="*/ 46895 h 195733"/>
                                <a:gd name="connsiteX6" fmla="*/ 11430 w 249555"/>
                                <a:gd name="connsiteY6" fmla="*/ 46895 h 195733"/>
                                <a:gd name="connsiteX7" fmla="*/ 12382 w 249555"/>
                                <a:gd name="connsiteY7" fmla="*/ 45943 h 195733"/>
                                <a:gd name="connsiteX8" fmla="*/ 16193 w 249555"/>
                                <a:gd name="connsiteY8" fmla="*/ 43085 h 195733"/>
                                <a:gd name="connsiteX9" fmla="*/ 29527 w 249555"/>
                                <a:gd name="connsiteY9" fmla="*/ 32608 h 195733"/>
                                <a:gd name="connsiteX10" fmla="*/ 80010 w 249555"/>
                                <a:gd name="connsiteY10" fmla="*/ 7843 h 195733"/>
                                <a:gd name="connsiteX11" fmla="*/ 153352 w 249555"/>
                                <a:gd name="connsiteY11" fmla="*/ 2128 h 195733"/>
                                <a:gd name="connsiteX12" fmla="*/ 195263 w 249555"/>
                                <a:gd name="connsiteY12" fmla="*/ 18320 h 195733"/>
                                <a:gd name="connsiteX13" fmla="*/ 236220 w 249555"/>
                                <a:gd name="connsiteY13" fmla="*/ 56420 h 195733"/>
                                <a:gd name="connsiteX14" fmla="*/ 237172 w 249555"/>
                                <a:gd name="connsiteY14" fmla="*/ 58325 h 195733"/>
                                <a:gd name="connsiteX15" fmla="*/ 237172 w 249555"/>
                                <a:gd name="connsiteY15" fmla="*/ 58325 h 195733"/>
                                <a:gd name="connsiteX16" fmla="*/ 242888 w 249555"/>
                                <a:gd name="connsiteY16" fmla="*/ 71660 h 195733"/>
                                <a:gd name="connsiteX17" fmla="*/ 249555 w 249555"/>
                                <a:gd name="connsiteY17" fmla="*/ 103093 h 195733"/>
                                <a:gd name="connsiteX18" fmla="*/ 249555 w 249555"/>
                                <a:gd name="connsiteY18" fmla="*/ 115475 h 195733"/>
                                <a:gd name="connsiteX19" fmla="*/ 247650 w 249555"/>
                                <a:gd name="connsiteY19" fmla="*/ 125953 h 195733"/>
                                <a:gd name="connsiteX20" fmla="*/ 246697 w 249555"/>
                                <a:gd name="connsiteY20" fmla="*/ 129763 h 195733"/>
                                <a:gd name="connsiteX21" fmla="*/ 246697 w 249555"/>
                                <a:gd name="connsiteY21" fmla="*/ 130715 h 195733"/>
                                <a:gd name="connsiteX22" fmla="*/ 234315 w 249555"/>
                                <a:gd name="connsiteY22" fmla="*/ 152623 h 195733"/>
                                <a:gd name="connsiteX23" fmla="*/ 225743 w 249555"/>
                                <a:gd name="connsiteY23" fmla="*/ 159290 h 195733"/>
                                <a:gd name="connsiteX24" fmla="*/ 217170 w 249555"/>
                                <a:gd name="connsiteY24" fmla="*/ 164053 h 195733"/>
                                <a:gd name="connsiteX25" fmla="*/ 186690 w 249555"/>
                                <a:gd name="connsiteY25" fmla="*/ 169768 h 195733"/>
                                <a:gd name="connsiteX26" fmla="*/ 185738 w 249555"/>
                                <a:gd name="connsiteY26" fmla="*/ 169768 h 195733"/>
                                <a:gd name="connsiteX27" fmla="*/ 178118 w 249555"/>
                                <a:gd name="connsiteY27" fmla="*/ 168815 h 195733"/>
                                <a:gd name="connsiteX28" fmla="*/ 170497 w 249555"/>
                                <a:gd name="connsiteY28" fmla="*/ 175483 h 195733"/>
                                <a:gd name="connsiteX29" fmla="*/ 151447 w 249555"/>
                                <a:gd name="connsiteY29" fmla="*/ 189770 h 195733"/>
                                <a:gd name="connsiteX30" fmla="*/ 148590 w 249555"/>
                                <a:gd name="connsiteY30" fmla="*/ 191675 h 195733"/>
                                <a:gd name="connsiteX31" fmla="*/ 147638 w 249555"/>
                                <a:gd name="connsiteY31" fmla="*/ 191675 h 195733"/>
                                <a:gd name="connsiteX32" fmla="*/ 126682 w 249555"/>
                                <a:gd name="connsiteY32" fmla="*/ 195485 h 195733"/>
                                <a:gd name="connsiteX33" fmla="*/ 104775 w 249555"/>
                                <a:gd name="connsiteY33" fmla="*/ 191675 h 195733"/>
                                <a:gd name="connsiteX34" fmla="*/ 101918 w 249555"/>
                                <a:gd name="connsiteY34" fmla="*/ 190723 h 195733"/>
                                <a:gd name="connsiteX35" fmla="*/ 99060 w 249555"/>
                                <a:gd name="connsiteY35" fmla="*/ 189770 h 195733"/>
                                <a:gd name="connsiteX36" fmla="*/ 89535 w 249555"/>
                                <a:gd name="connsiteY36" fmla="*/ 187865 h 195733"/>
                                <a:gd name="connsiteX37" fmla="*/ 86677 w 249555"/>
                                <a:gd name="connsiteY37" fmla="*/ 187865 h 195733"/>
                                <a:gd name="connsiteX38" fmla="*/ 84772 w 249555"/>
                                <a:gd name="connsiteY38" fmla="*/ 187865 h 195733"/>
                                <a:gd name="connsiteX39" fmla="*/ 83820 w 249555"/>
                                <a:gd name="connsiteY39" fmla="*/ 187865 h 195733"/>
                                <a:gd name="connsiteX40" fmla="*/ 75247 w 249555"/>
                                <a:gd name="connsiteY40" fmla="*/ 187865 h 195733"/>
                                <a:gd name="connsiteX41" fmla="*/ 57150 w 249555"/>
                                <a:gd name="connsiteY41" fmla="*/ 191675 h 195733"/>
                                <a:gd name="connsiteX42" fmla="*/ 50482 w 249555"/>
                                <a:gd name="connsiteY42" fmla="*/ 193580 h 195733"/>
                                <a:gd name="connsiteX43" fmla="*/ 46672 w 249555"/>
                                <a:gd name="connsiteY43" fmla="*/ 194533 h 195733"/>
                                <a:gd name="connsiteX44" fmla="*/ 45720 w 249555"/>
                                <a:gd name="connsiteY44" fmla="*/ 194533 h 195733"/>
                                <a:gd name="connsiteX45" fmla="*/ 44768 w 249555"/>
                                <a:gd name="connsiteY45" fmla="*/ 194533 h 195733"/>
                                <a:gd name="connsiteX46" fmla="*/ 43815 w 249555"/>
                                <a:gd name="connsiteY46" fmla="*/ 194533 h 195733"/>
                                <a:gd name="connsiteX47" fmla="*/ 40005 w 249555"/>
                                <a:gd name="connsiteY47" fmla="*/ 195485 h 195733"/>
                                <a:gd name="connsiteX48" fmla="*/ 38100 w 249555"/>
                                <a:gd name="connsiteY48" fmla="*/ 195485 h 195733"/>
                                <a:gd name="connsiteX49" fmla="*/ 38100 w 249555"/>
                                <a:gd name="connsiteY49" fmla="*/ 195485 h 195733"/>
                                <a:gd name="connsiteX50" fmla="*/ 34290 w 249555"/>
                                <a:gd name="connsiteY50" fmla="*/ 194533 h 195733"/>
                                <a:gd name="connsiteX51" fmla="*/ 29527 w 249555"/>
                                <a:gd name="connsiteY51" fmla="*/ 192628 h 195733"/>
                                <a:gd name="connsiteX52" fmla="*/ 20955 w 249555"/>
                                <a:gd name="connsiteY52" fmla="*/ 185960 h 195733"/>
                                <a:gd name="connsiteX53" fmla="*/ 7620 w 249555"/>
                                <a:gd name="connsiteY53" fmla="*/ 160243 h 195733"/>
                                <a:gd name="connsiteX54" fmla="*/ 1905 w 249555"/>
                                <a:gd name="connsiteY54" fmla="*/ 129763 h 195733"/>
                                <a:gd name="connsiteX55" fmla="*/ 0 w 249555"/>
                                <a:gd name="connsiteY55" fmla="*/ 101188 h 195733"/>
                                <a:gd name="connsiteX56" fmla="*/ 2857 w 249555"/>
                                <a:gd name="connsiteY56" fmla="*/ 83090 h 195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249555" h="195733">
                                  <a:moveTo>
                                    <a:pt x="2857" y="83090"/>
                                  </a:moveTo>
                                  <a:cubicBezTo>
                                    <a:pt x="2857" y="79280"/>
                                    <a:pt x="3810" y="75470"/>
                                    <a:pt x="4763" y="71660"/>
                                  </a:cubicBezTo>
                                  <a:cubicBezTo>
                                    <a:pt x="5715" y="67850"/>
                                    <a:pt x="5715" y="64040"/>
                                    <a:pt x="6668" y="61183"/>
                                  </a:cubicBezTo>
                                  <a:cubicBezTo>
                                    <a:pt x="6668" y="59278"/>
                                    <a:pt x="7620" y="57373"/>
                                    <a:pt x="7620" y="55468"/>
                                  </a:cubicBezTo>
                                  <a:cubicBezTo>
                                    <a:pt x="7620" y="55468"/>
                                    <a:pt x="10477" y="48800"/>
                                    <a:pt x="11430" y="46895"/>
                                  </a:cubicBezTo>
                                  <a:cubicBezTo>
                                    <a:pt x="11430" y="46895"/>
                                    <a:pt x="11430" y="46895"/>
                                    <a:pt x="11430" y="46895"/>
                                  </a:cubicBezTo>
                                  <a:cubicBezTo>
                                    <a:pt x="11430" y="46895"/>
                                    <a:pt x="11430" y="46895"/>
                                    <a:pt x="11430" y="46895"/>
                                  </a:cubicBezTo>
                                  <a:cubicBezTo>
                                    <a:pt x="11430" y="46895"/>
                                    <a:pt x="12382" y="46895"/>
                                    <a:pt x="12382" y="45943"/>
                                  </a:cubicBezTo>
                                  <a:cubicBezTo>
                                    <a:pt x="13335" y="44990"/>
                                    <a:pt x="14288" y="44038"/>
                                    <a:pt x="16193" y="43085"/>
                                  </a:cubicBezTo>
                                  <a:cubicBezTo>
                                    <a:pt x="19050" y="40228"/>
                                    <a:pt x="23813" y="36418"/>
                                    <a:pt x="29527" y="32608"/>
                                  </a:cubicBezTo>
                                  <a:cubicBezTo>
                                    <a:pt x="41910" y="24035"/>
                                    <a:pt x="59055" y="14510"/>
                                    <a:pt x="80010" y="7843"/>
                                  </a:cubicBezTo>
                                  <a:cubicBezTo>
                                    <a:pt x="100965" y="1175"/>
                                    <a:pt x="126682" y="-2635"/>
                                    <a:pt x="153352" y="2128"/>
                                  </a:cubicBezTo>
                                  <a:cubicBezTo>
                                    <a:pt x="166688" y="4985"/>
                                    <a:pt x="180975" y="9748"/>
                                    <a:pt x="195263" y="18320"/>
                                  </a:cubicBezTo>
                                  <a:cubicBezTo>
                                    <a:pt x="208597" y="26893"/>
                                    <a:pt x="222885" y="39275"/>
                                    <a:pt x="236220" y="56420"/>
                                  </a:cubicBezTo>
                                  <a:cubicBezTo>
                                    <a:pt x="236220" y="57373"/>
                                    <a:pt x="237172" y="57373"/>
                                    <a:pt x="237172" y="58325"/>
                                  </a:cubicBezTo>
                                  <a:cubicBezTo>
                                    <a:pt x="237172" y="58325"/>
                                    <a:pt x="237172" y="58325"/>
                                    <a:pt x="237172" y="58325"/>
                                  </a:cubicBezTo>
                                  <a:cubicBezTo>
                                    <a:pt x="239077" y="62135"/>
                                    <a:pt x="240982" y="66898"/>
                                    <a:pt x="242888" y="71660"/>
                                  </a:cubicBezTo>
                                  <a:cubicBezTo>
                                    <a:pt x="246697" y="82138"/>
                                    <a:pt x="249555" y="93568"/>
                                    <a:pt x="249555" y="103093"/>
                                  </a:cubicBezTo>
                                  <a:cubicBezTo>
                                    <a:pt x="249555" y="106903"/>
                                    <a:pt x="249555" y="111665"/>
                                    <a:pt x="249555" y="115475"/>
                                  </a:cubicBezTo>
                                  <a:cubicBezTo>
                                    <a:pt x="249555" y="119285"/>
                                    <a:pt x="248602" y="123095"/>
                                    <a:pt x="247650" y="125953"/>
                                  </a:cubicBezTo>
                                  <a:cubicBezTo>
                                    <a:pt x="247650" y="126905"/>
                                    <a:pt x="246697" y="128810"/>
                                    <a:pt x="246697" y="129763"/>
                                  </a:cubicBezTo>
                                  <a:cubicBezTo>
                                    <a:pt x="246697" y="129763"/>
                                    <a:pt x="246697" y="130715"/>
                                    <a:pt x="246697" y="130715"/>
                                  </a:cubicBezTo>
                                  <a:cubicBezTo>
                                    <a:pt x="243840" y="140240"/>
                                    <a:pt x="239077" y="146908"/>
                                    <a:pt x="234315" y="152623"/>
                                  </a:cubicBezTo>
                                  <a:cubicBezTo>
                                    <a:pt x="231457" y="155480"/>
                                    <a:pt x="228600" y="157385"/>
                                    <a:pt x="225743" y="159290"/>
                                  </a:cubicBezTo>
                                  <a:cubicBezTo>
                                    <a:pt x="222885" y="161195"/>
                                    <a:pt x="220027" y="163100"/>
                                    <a:pt x="217170" y="164053"/>
                                  </a:cubicBezTo>
                                  <a:cubicBezTo>
                                    <a:pt x="205740" y="168815"/>
                                    <a:pt x="194310" y="169768"/>
                                    <a:pt x="186690" y="169768"/>
                                  </a:cubicBezTo>
                                  <a:cubicBezTo>
                                    <a:pt x="186690" y="169768"/>
                                    <a:pt x="185738" y="169768"/>
                                    <a:pt x="185738" y="169768"/>
                                  </a:cubicBezTo>
                                  <a:cubicBezTo>
                                    <a:pt x="180975" y="169768"/>
                                    <a:pt x="178118" y="168815"/>
                                    <a:pt x="178118" y="168815"/>
                                  </a:cubicBezTo>
                                  <a:cubicBezTo>
                                    <a:pt x="175260" y="171673"/>
                                    <a:pt x="173355" y="173578"/>
                                    <a:pt x="170497" y="175483"/>
                                  </a:cubicBezTo>
                                  <a:cubicBezTo>
                                    <a:pt x="164782" y="181198"/>
                                    <a:pt x="158115" y="185960"/>
                                    <a:pt x="151447" y="189770"/>
                                  </a:cubicBezTo>
                                  <a:cubicBezTo>
                                    <a:pt x="150495" y="190723"/>
                                    <a:pt x="149543" y="190723"/>
                                    <a:pt x="148590" y="191675"/>
                                  </a:cubicBezTo>
                                  <a:cubicBezTo>
                                    <a:pt x="148590" y="191675"/>
                                    <a:pt x="147638" y="191675"/>
                                    <a:pt x="147638" y="191675"/>
                                  </a:cubicBezTo>
                                  <a:cubicBezTo>
                                    <a:pt x="140970" y="194533"/>
                                    <a:pt x="134302" y="196438"/>
                                    <a:pt x="126682" y="195485"/>
                                  </a:cubicBezTo>
                                  <a:cubicBezTo>
                                    <a:pt x="120015" y="195485"/>
                                    <a:pt x="112395" y="193580"/>
                                    <a:pt x="104775" y="191675"/>
                                  </a:cubicBezTo>
                                  <a:cubicBezTo>
                                    <a:pt x="103822" y="191675"/>
                                    <a:pt x="102870" y="191675"/>
                                    <a:pt x="101918" y="190723"/>
                                  </a:cubicBezTo>
                                  <a:cubicBezTo>
                                    <a:pt x="100965" y="190723"/>
                                    <a:pt x="100013" y="190723"/>
                                    <a:pt x="99060" y="189770"/>
                                  </a:cubicBezTo>
                                  <a:cubicBezTo>
                                    <a:pt x="96202" y="188818"/>
                                    <a:pt x="92393" y="188818"/>
                                    <a:pt x="89535" y="187865"/>
                                  </a:cubicBezTo>
                                  <a:cubicBezTo>
                                    <a:pt x="88582" y="187865"/>
                                    <a:pt x="87630" y="187865"/>
                                    <a:pt x="86677" y="187865"/>
                                  </a:cubicBezTo>
                                  <a:cubicBezTo>
                                    <a:pt x="85725" y="187865"/>
                                    <a:pt x="85725" y="187865"/>
                                    <a:pt x="84772" y="187865"/>
                                  </a:cubicBezTo>
                                  <a:lnTo>
                                    <a:pt x="83820" y="187865"/>
                                  </a:lnTo>
                                  <a:cubicBezTo>
                                    <a:pt x="82868" y="187865"/>
                                    <a:pt x="80010" y="187865"/>
                                    <a:pt x="75247" y="187865"/>
                                  </a:cubicBezTo>
                                  <a:cubicBezTo>
                                    <a:pt x="71438" y="188818"/>
                                    <a:pt x="64770" y="189770"/>
                                    <a:pt x="57150" y="191675"/>
                                  </a:cubicBezTo>
                                  <a:cubicBezTo>
                                    <a:pt x="55245" y="192628"/>
                                    <a:pt x="53340" y="192628"/>
                                    <a:pt x="50482" y="193580"/>
                                  </a:cubicBezTo>
                                  <a:cubicBezTo>
                                    <a:pt x="49530" y="193580"/>
                                    <a:pt x="48577" y="194533"/>
                                    <a:pt x="46672" y="194533"/>
                                  </a:cubicBezTo>
                                  <a:lnTo>
                                    <a:pt x="45720" y="194533"/>
                                  </a:lnTo>
                                  <a:lnTo>
                                    <a:pt x="44768" y="194533"/>
                                  </a:lnTo>
                                  <a:cubicBezTo>
                                    <a:pt x="44768" y="194533"/>
                                    <a:pt x="44768" y="194533"/>
                                    <a:pt x="43815" y="194533"/>
                                  </a:cubicBezTo>
                                  <a:cubicBezTo>
                                    <a:pt x="42863" y="195485"/>
                                    <a:pt x="40957" y="195485"/>
                                    <a:pt x="40005" y="195485"/>
                                  </a:cubicBezTo>
                                  <a:cubicBezTo>
                                    <a:pt x="39052" y="195485"/>
                                    <a:pt x="39052" y="195485"/>
                                    <a:pt x="38100" y="195485"/>
                                  </a:cubicBezTo>
                                  <a:lnTo>
                                    <a:pt x="38100" y="195485"/>
                                  </a:lnTo>
                                  <a:cubicBezTo>
                                    <a:pt x="37147" y="195485"/>
                                    <a:pt x="35243" y="195485"/>
                                    <a:pt x="34290" y="194533"/>
                                  </a:cubicBezTo>
                                  <a:cubicBezTo>
                                    <a:pt x="33338" y="194533"/>
                                    <a:pt x="31432" y="193580"/>
                                    <a:pt x="29527" y="192628"/>
                                  </a:cubicBezTo>
                                  <a:cubicBezTo>
                                    <a:pt x="26670" y="190723"/>
                                    <a:pt x="23813" y="188818"/>
                                    <a:pt x="20955" y="185960"/>
                                  </a:cubicBezTo>
                                  <a:cubicBezTo>
                                    <a:pt x="15240" y="180245"/>
                                    <a:pt x="9525" y="171673"/>
                                    <a:pt x="7620" y="160243"/>
                                  </a:cubicBezTo>
                                  <a:cubicBezTo>
                                    <a:pt x="5715" y="149765"/>
                                    <a:pt x="2857" y="139288"/>
                                    <a:pt x="1905" y="129763"/>
                                  </a:cubicBezTo>
                                  <a:cubicBezTo>
                                    <a:pt x="952" y="120238"/>
                                    <a:pt x="0" y="110713"/>
                                    <a:pt x="0" y="101188"/>
                                  </a:cubicBezTo>
                                  <a:cubicBezTo>
                                    <a:pt x="1905" y="98330"/>
                                    <a:pt x="1905" y="90710"/>
                                    <a:pt x="2857" y="83090"/>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55FB44E9-0ACF-4CD8-B020-A4FD33F4212F}"/>
                                </a:ext>
                              </a:extLst>
                            </p:cNvPr>
                            <p:cNvSpPr/>
                            <p:nvPr/>
                          </p:nvSpPr>
                          <p:spPr>
                            <a:xfrm>
                              <a:off x="3913051" y="1805812"/>
                              <a:ext cx="241935" cy="168592"/>
                            </a:xfrm>
                            <a:custGeom>
                              <a:avLst/>
                              <a:gdLst>
                                <a:gd name="connsiteX0" fmla="*/ 8573 w 241935"/>
                                <a:gd name="connsiteY0" fmla="*/ 29527 h 168592"/>
                                <a:gd name="connsiteX1" fmla="*/ 9525 w 241935"/>
                                <a:gd name="connsiteY1" fmla="*/ 31433 h 168592"/>
                                <a:gd name="connsiteX2" fmla="*/ 10478 w 241935"/>
                                <a:gd name="connsiteY2" fmla="*/ 39052 h 168592"/>
                                <a:gd name="connsiteX3" fmla="*/ 12382 w 241935"/>
                                <a:gd name="connsiteY3" fmla="*/ 60008 h 168592"/>
                                <a:gd name="connsiteX4" fmla="*/ 13335 w 241935"/>
                                <a:gd name="connsiteY4" fmla="*/ 89535 h 168592"/>
                                <a:gd name="connsiteX5" fmla="*/ 13335 w 241935"/>
                                <a:gd name="connsiteY5" fmla="*/ 97155 h 168592"/>
                                <a:gd name="connsiteX6" fmla="*/ 13335 w 241935"/>
                                <a:gd name="connsiteY6" fmla="*/ 100965 h 168592"/>
                                <a:gd name="connsiteX7" fmla="*/ 13335 w 241935"/>
                                <a:gd name="connsiteY7" fmla="*/ 101917 h 168592"/>
                                <a:gd name="connsiteX8" fmla="*/ 13335 w 241935"/>
                                <a:gd name="connsiteY8" fmla="*/ 102870 h 168592"/>
                                <a:gd name="connsiteX9" fmla="*/ 13335 w 241935"/>
                                <a:gd name="connsiteY9" fmla="*/ 104775 h 168592"/>
                                <a:gd name="connsiteX10" fmla="*/ 15240 w 241935"/>
                                <a:gd name="connsiteY10" fmla="*/ 120015 h 168592"/>
                                <a:gd name="connsiteX11" fmla="*/ 17145 w 241935"/>
                                <a:gd name="connsiteY11" fmla="*/ 127635 h 168592"/>
                                <a:gd name="connsiteX12" fmla="*/ 19050 w 241935"/>
                                <a:gd name="connsiteY12" fmla="*/ 134302 h 168592"/>
                                <a:gd name="connsiteX13" fmla="*/ 20003 w 241935"/>
                                <a:gd name="connsiteY13" fmla="*/ 137160 h 168592"/>
                                <a:gd name="connsiteX14" fmla="*/ 20955 w 241935"/>
                                <a:gd name="connsiteY14" fmla="*/ 140017 h 168592"/>
                                <a:gd name="connsiteX15" fmla="*/ 22860 w 241935"/>
                                <a:gd name="connsiteY15" fmla="*/ 145733 h 168592"/>
                                <a:gd name="connsiteX16" fmla="*/ 26670 w 241935"/>
                                <a:gd name="connsiteY16" fmla="*/ 155258 h 168592"/>
                                <a:gd name="connsiteX17" fmla="*/ 29528 w 241935"/>
                                <a:gd name="connsiteY17" fmla="*/ 161925 h 168592"/>
                                <a:gd name="connsiteX18" fmla="*/ 31432 w 241935"/>
                                <a:gd name="connsiteY18" fmla="*/ 165735 h 168592"/>
                                <a:gd name="connsiteX19" fmla="*/ 33338 w 241935"/>
                                <a:gd name="connsiteY19" fmla="*/ 167640 h 168592"/>
                                <a:gd name="connsiteX20" fmla="*/ 33338 w 241935"/>
                                <a:gd name="connsiteY20" fmla="*/ 168592 h 168592"/>
                                <a:gd name="connsiteX21" fmla="*/ 33338 w 241935"/>
                                <a:gd name="connsiteY21" fmla="*/ 168592 h 168592"/>
                                <a:gd name="connsiteX22" fmla="*/ 33338 w 241935"/>
                                <a:gd name="connsiteY22" fmla="*/ 167640 h 168592"/>
                                <a:gd name="connsiteX23" fmla="*/ 32385 w 241935"/>
                                <a:gd name="connsiteY23" fmla="*/ 165735 h 168592"/>
                                <a:gd name="connsiteX24" fmla="*/ 30480 w 241935"/>
                                <a:gd name="connsiteY24" fmla="*/ 160973 h 168592"/>
                                <a:gd name="connsiteX25" fmla="*/ 27623 w 241935"/>
                                <a:gd name="connsiteY25" fmla="*/ 154305 h 168592"/>
                                <a:gd name="connsiteX26" fmla="*/ 23813 w 241935"/>
                                <a:gd name="connsiteY26" fmla="*/ 144780 h 168592"/>
                                <a:gd name="connsiteX27" fmla="*/ 21907 w 241935"/>
                                <a:gd name="connsiteY27" fmla="*/ 139065 h 168592"/>
                                <a:gd name="connsiteX28" fmla="*/ 20955 w 241935"/>
                                <a:gd name="connsiteY28" fmla="*/ 136208 h 168592"/>
                                <a:gd name="connsiteX29" fmla="*/ 20003 w 241935"/>
                                <a:gd name="connsiteY29" fmla="*/ 133350 h 168592"/>
                                <a:gd name="connsiteX30" fmla="*/ 18098 w 241935"/>
                                <a:gd name="connsiteY30" fmla="*/ 126683 h 168592"/>
                                <a:gd name="connsiteX31" fmla="*/ 17145 w 241935"/>
                                <a:gd name="connsiteY31" fmla="*/ 119063 h 168592"/>
                                <a:gd name="connsiteX32" fmla="*/ 15240 w 241935"/>
                                <a:gd name="connsiteY32" fmla="*/ 103823 h 168592"/>
                                <a:gd name="connsiteX33" fmla="*/ 15240 w 241935"/>
                                <a:gd name="connsiteY33" fmla="*/ 101917 h 168592"/>
                                <a:gd name="connsiteX34" fmla="*/ 15240 w 241935"/>
                                <a:gd name="connsiteY34" fmla="*/ 100965 h 168592"/>
                                <a:gd name="connsiteX35" fmla="*/ 15240 w 241935"/>
                                <a:gd name="connsiteY35" fmla="*/ 100013 h 168592"/>
                                <a:gd name="connsiteX36" fmla="*/ 15240 w 241935"/>
                                <a:gd name="connsiteY36" fmla="*/ 96202 h 168592"/>
                                <a:gd name="connsiteX37" fmla="*/ 15240 w 241935"/>
                                <a:gd name="connsiteY37" fmla="*/ 88583 h 168592"/>
                                <a:gd name="connsiteX38" fmla="*/ 15240 w 241935"/>
                                <a:gd name="connsiteY38" fmla="*/ 59055 h 168592"/>
                                <a:gd name="connsiteX39" fmla="*/ 13335 w 241935"/>
                                <a:gd name="connsiteY39" fmla="*/ 32385 h 168592"/>
                                <a:gd name="connsiteX40" fmla="*/ 17145 w 241935"/>
                                <a:gd name="connsiteY40" fmla="*/ 34290 h 168592"/>
                                <a:gd name="connsiteX41" fmla="*/ 22860 w 241935"/>
                                <a:gd name="connsiteY41" fmla="*/ 38100 h 168592"/>
                                <a:gd name="connsiteX42" fmla="*/ 29528 w 241935"/>
                                <a:gd name="connsiteY42" fmla="*/ 41910 h 168592"/>
                                <a:gd name="connsiteX43" fmla="*/ 44768 w 241935"/>
                                <a:gd name="connsiteY43" fmla="*/ 50483 h 168592"/>
                                <a:gd name="connsiteX44" fmla="*/ 47625 w 241935"/>
                                <a:gd name="connsiteY44" fmla="*/ 52388 h 168592"/>
                                <a:gd name="connsiteX45" fmla="*/ 47625 w 241935"/>
                                <a:gd name="connsiteY45" fmla="*/ 52388 h 168592"/>
                                <a:gd name="connsiteX46" fmla="*/ 53340 w 241935"/>
                                <a:gd name="connsiteY46" fmla="*/ 60008 h 168592"/>
                                <a:gd name="connsiteX47" fmla="*/ 58103 w 241935"/>
                                <a:gd name="connsiteY47" fmla="*/ 70485 h 168592"/>
                                <a:gd name="connsiteX48" fmla="*/ 65723 w 241935"/>
                                <a:gd name="connsiteY48" fmla="*/ 99060 h 168592"/>
                                <a:gd name="connsiteX49" fmla="*/ 69532 w 241935"/>
                                <a:gd name="connsiteY49" fmla="*/ 114300 h 168592"/>
                                <a:gd name="connsiteX50" fmla="*/ 71438 w 241935"/>
                                <a:gd name="connsiteY50" fmla="*/ 121920 h 168592"/>
                                <a:gd name="connsiteX51" fmla="*/ 73343 w 241935"/>
                                <a:gd name="connsiteY51" fmla="*/ 128588 h 168592"/>
                                <a:gd name="connsiteX52" fmla="*/ 77153 w 241935"/>
                                <a:gd name="connsiteY52" fmla="*/ 140970 h 168592"/>
                                <a:gd name="connsiteX53" fmla="*/ 79057 w 241935"/>
                                <a:gd name="connsiteY53" fmla="*/ 145733 h 168592"/>
                                <a:gd name="connsiteX54" fmla="*/ 80963 w 241935"/>
                                <a:gd name="connsiteY54" fmla="*/ 149542 h 168592"/>
                                <a:gd name="connsiteX55" fmla="*/ 88582 w 241935"/>
                                <a:gd name="connsiteY55" fmla="*/ 158115 h 168592"/>
                                <a:gd name="connsiteX56" fmla="*/ 89535 w 241935"/>
                                <a:gd name="connsiteY56" fmla="*/ 159067 h 168592"/>
                                <a:gd name="connsiteX57" fmla="*/ 90488 w 241935"/>
                                <a:gd name="connsiteY57" fmla="*/ 160020 h 168592"/>
                                <a:gd name="connsiteX58" fmla="*/ 91440 w 241935"/>
                                <a:gd name="connsiteY58" fmla="*/ 160973 h 168592"/>
                                <a:gd name="connsiteX59" fmla="*/ 92393 w 241935"/>
                                <a:gd name="connsiteY59" fmla="*/ 161925 h 168592"/>
                                <a:gd name="connsiteX60" fmla="*/ 93345 w 241935"/>
                                <a:gd name="connsiteY60" fmla="*/ 162877 h 168592"/>
                                <a:gd name="connsiteX61" fmla="*/ 96203 w 241935"/>
                                <a:gd name="connsiteY61" fmla="*/ 163830 h 168592"/>
                                <a:gd name="connsiteX62" fmla="*/ 93345 w 241935"/>
                                <a:gd name="connsiteY62" fmla="*/ 162877 h 168592"/>
                                <a:gd name="connsiteX63" fmla="*/ 92393 w 241935"/>
                                <a:gd name="connsiteY63" fmla="*/ 161925 h 168592"/>
                                <a:gd name="connsiteX64" fmla="*/ 91440 w 241935"/>
                                <a:gd name="connsiteY64" fmla="*/ 160973 h 168592"/>
                                <a:gd name="connsiteX65" fmla="*/ 90488 w 241935"/>
                                <a:gd name="connsiteY65" fmla="*/ 160020 h 168592"/>
                                <a:gd name="connsiteX66" fmla="*/ 89535 w 241935"/>
                                <a:gd name="connsiteY66" fmla="*/ 159067 h 168592"/>
                                <a:gd name="connsiteX67" fmla="*/ 88582 w 241935"/>
                                <a:gd name="connsiteY67" fmla="*/ 158115 h 168592"/>
                                <a:gd name="connsiteX68" fmla="*/ 81915 w 241935"/>
                                <a:gd name="connsiteY68" fmla="*/ 148590 h 168592"/>
                                <a:gd name="connsiteX69" fmla="*/ 80010 w 241935"/>
                                <a:gd name="connsiteY69" fmla="*/ 144780 h 168592"/>
                                <a:gd name="connsiteX70" fmla="*/ 78105 w 241935"/>
                                <a:gd name="connsiteY70" fmla="*/ 140017 h 168592"/>
                                <a:gd name="connsiteX71" fmla="*/ 74295 w 241935"/>
                                <a:gd name="connsiteY71" fmla="*/ 127635 h 168592"/>
                                <a:gd name="connsiteX72" fmla="*/ 72390 w 241935"/>
                                <a:gd name="connsiteY72" fmla="*/ 120967 h 168592"/>
                                <a:gd name="connsiteX73" fmla="*/ 70485 w 241935"/>
                                <a:gd name="connsiteY73" fmla="*/ 113348 h 168592"/>
                                <a:gd name="connsiteX74" fmla="*/ 67628 w 241935"/>
                                <a:gd name="connsiteY74" fmla="*/ 98108 h 168592"/>
                                <a:gd name="connsiteX75" fmla="*/ 60960 w 241935"/>
                                <a:gd name="connsiteY75" fmla="*/ 68580 h 168592"/>
                                <a:gd name="connsiteX76" fmla="*/ 56198 w 241935"/>
                                <a:gd name="connsiteY76" fmla="*/ 57150 h 168592"/>
                                <a:gd name="connsiteX77" fmla="*/ 55245 w 241935"/>
                                <a:gd name="connsiteY77" fmla="*/ 56198 h 168592"/>
                                <a:gd name="connsiteX78" fmla="*/ 60960 w 241935"/>
                                <a:gd name="connsiteY78" fmla="*/ 59055 h 168592"/>
                                <a:gd name="connsiteX79" fmla="*/ 79057 w 241935"/>
                                <a:gd name="connsiteY79" fmla="*/ 68580 h 168592"/>
                                <a:gd name="connsiteX80" fmla="*/ 95250 w 241935"/>
                                <a:gd name="connsiteY80" fmla="*/ 77152 h 168592"/>
                                <a:gd name="connsiteX81" fmla="*/ 96203 w 241935"/>
                                <a:gd name="connsiteY81" fmla="*/ 78105 h 168592"/>
                                <a:gd name="connsiteX82" fmla="*/ 99060 w 241935"/>
                                <a:gd name="connsiteY82" fmla="*/ 80963 h 168592"/>
                                <a:gd name="connsiteX83" fmla="*/ 105728 w 241935"/>
                                <a:gd name="connsiteY83" fmla="*/ 93345 h 168592"/>
                                <a:gd name="connsiteX84" fmla="*/ 109538 w 241935"/>
                                <a:gd name="connsiteY84" fmla="*/ 101917 h 168592"/>
                                <a:gd name="connsiteX85" fmla="*/ 113348 w 241935"/>
                                <a:gd name="connsiteY85" fmla="*/ 111442 h 168592"/>
                                <a:gd name="connsiteX86" fmla="*/ 115253 w 241935"/>
                                <a:gd name="connsiteY86" fmla="*/ 116205 h 168592"/>
                                <a:gd name="connsiteX87" fmla="*/ 118110 w 241935"/>
                                <a:gd name="connsiteY87" fmla="*/ 120967 h 168592"/>
                                <a:gd name="connsiteX88" fmla="*/ 120968 w 241935"/>
                                <a:gd name="connsiteY88" fmla="*/ 125730 h 168592"/>
                                <a:gd name="connsiteX89" fmla="*/ 123825 w 241935"/>
                                <a:gd name="connsiteY89" fmla="*/ 130492 h 168592"/>
                                <a:gd name="connsiteX90" fmla="*/ 129540 w 241935"/>
                                <a:gd name="connsiteY90" fmla="*/ 139065 h 168592"/>
                                <a:gd name="connsiteX91" fmla="*/ 135255 w 241935"/>
                                <a:gd name="connsiteY91" fmla="*/ 147638 h 168592"/>
                                <a:gd name="connsiteX92" fmla="*/ 138113 w 241935"/>
                                <a:gd name="connsiteY92" fmla="*/ 152400 h 168592"/>
                                <a:gd name="connsiteX93" fmla="*/ 140970 w 241935"/>
                                <a:gd name="connsiteY93" fmla="*/ 156210 h 168592"/>
                                <a:gd name="connsiteX94" fmla="*/ 141923 w 241935"/>
                                <a:gd name="connsiteY94" fmla="*/ 158115 h 168592"/>
                                <a:gd name="connsiteX95" fmla="*/ 142875 w 241935"/>
                                <a:gd name="connsiteY95" fmla="*/ 160020 h 168592"/>
                                <a:gd name="connsiteX96" fmla="*/ 143828 w 241935"/>
                                <a:gd name="connsiteY96" fmla="*/ 160020 h 168592"/>
                                <a:gd name="connsiteX97" fmla="*/ 141923 w 241935"/>
                                <a:gd name="connsiteY97" fmla="*/ 155258 h 168592"/>
                                <a:gd name="connsiteX98" fmla="*/ 140018 w 241935"/>
                                <a:gd name="connsiteY98" fmla="*/ 150495 h 168592"/>
                                <a:gd name="connsiteX99" fmla="*/ 137160 w 241935"/>
                                <a:gd name="connsiteY99" fmla="*/ 145733 h 168592"/>
                                <a:gd name="connsiteX100" fmla="*/ 132398 w 241935"/>
                                <a:gd name="connsiteY100" fmla="*/ 137160 h 168592"/>
                                <a:gd name="connsiteX101" fmla="*/ 127635 w 241935"/>
                                <a:gd name="connsiteY101" fmla="*/ 127635 h 168592"/>
                                <a:gd name="connsiteX102" fmla="*/ 126682 w 241935"/>
                                <a:gd name="connsiteY102" fmla="*/ 124777 h 168592"/>
                                <a:gd name="connsiteX103" fmla="*/ 125730 w 241935"/>
                                <a:gd name="connsiteY103" fmla="*/ 122873 h 168592"/>
                                <a:gd name="connsiteX104" fmla="*/ 122873 w 241935"/>
                                <a:gd name="connsiteY104" fmla="*/ 118110 h 168592"/>
                                <a:gd name="connsiteX105" fmla="*/ 120968 w 241935"/>
                                <a:gd name="connsiteY105" fmla="*/ 113348 h 168592"/>
                                <a:gd name="connsiteX106" fmla="*/ 119063 w 241935"/>
                                <a:gd name="connsiteY106" fmla="*/ 108585 h 168592"/>
                                <a:gd name="connsiteX107" fmla="*/ 115253 w 241935"/>
                                <a:gd name="connsiteY107" fmla="*/ 99060 h 168592"/>
                                <a:gd name="connsiteX108" fmla="*/ 112395 w 241935"/>
                                <a:gd name="connsiteY108" fmla="*/ 90488 h 168592"/>
                                <a:gd name="connsiteX109" fmla="*/ 108585 w 241935"/>
                                <a:gd name="connsiteY109" fmla="*/ 81915 h 168592"/>
                                <a:gd name="connsiteX110" fmla="*/ 119063 w 241935"/>
                                <a:gd name="connsiteY110" fmla="*/ 87630 h 168592"/>
                                <a:gd name="connsiteX111" fmla="*/ 137160 w 241935"/>
                                <a:gd name="connsiteY111" fmla="*/ 99060 h 168592"/>
                                <a:gd name="connsiteX112" fmla="*/ 145732 w 241935"/>
                                <a:gd name="connsiteY112" fmla="*/ 104775 h 168592"/>
                                <a:gd name="connsiteX113" fmla="*/ 154305 w 241935"/>
                                <a:gd name="connsiteY113" fmla="*/ 111442 h 168592"/>
                                <a:gd name="connsiteX114" fmla="*/ 169545 w 241935"/>
                                <a:gd name="connsiteY114" fmla="*/ 124777 h 168592"/>
                                <a:gd name="connsiteX115" fmla="*/ 176213 w 241935"/>
                                <a:gd name="connsiteY115" fmla="*/ 131445 h 168592"/>
                                <a:gd name="connsiteX116" fmla="*/ 180975 w 241935"/>
                                <a:gd name="connsiteY116" fmla="*/ 138113 h 168592"/>
                                <a:gd name="connsiteX117" fmla="*/ 181928 w 241935"/>
                                <a:gd name="connsiteY117" fmla="*/ 138113 h 168592"/>
                                <a:gd name="connsiteX118" fmla="*/ 181928 w 241935"/>
                                <a:gd name="connsiteY118" fmla="*/ 138113 h 168592"/>
                                <a:gd name="connsiteX119" fmla="*/ 176213 w 241935"/>
                                <a:gd name="connsiteY119" fmla="*/ 131445 h 168592"/>
                                <a:gd name="connsiteX120" fmla="*/ 170498 w 241935"/>
                                <a:gd name="connsiteY120" fmla="*/ 123825 h 168592"/>
                                <a:gd name="connsiteX121" fmla="*/ 155257 w 241935"/>
                                <a:gd name="connsiteY121" fmla="*/ 109538 h 168592"/>
                                <a:gd name="connsiteX122" fmla="*/ 151448 w 241935"/>
                                <a:gd name="connsiteY122" fmla="*/ 106680 h 168592"/>
                                <a:gd name="connsiteX123" fmla="*/ 147638 w 241935"/>
                                <a:gd name="connsiteY123" fmla="*/ 102870 h 168592"/>
                                <a:gd name="connsiteX124" fmla="*/ 143828 w 241935"/>
                                <a:gd name="connsiteY124" fmla="*/ 100013 h 168592"/>
                                <a:gd name="connsiteX125" fmla="*/ 139065 w 241935"/>
                                <a:gd name="connsiteY125" fmla="*/ 97155 h 168592"/>
                                <a:gd name="connsiteX126" fmla="*/ 120968 w 241935"/>
                                <a:gd name="connsiteY126" fmla="*/ 85725 h 168592"/>
                                <a:gd name="connsiteX127" fmla="*/ 101918 w 241935"/>
                                <a:gd name="connsiteY127" fmla="*/ 75248 h 168592"/>
                                <a:gd name="connsiteX128" fmla="*/ 88582 w 241935"/>
                                <a:gd name="connsiteY128" fmla="*/ 66675 h 168592"/>
                                <a:gd name="connsiteX129" fmla="*/ 91440 w 241935"/>
                                <a:gd name="connsiteY129" fmla="*/ 66675 h 168592"/>
                                <a:gd name="connsiteX130" fmla="*/ 103823 w 241935"/>
                                <a:gd name="connsiteY130" fmla="*/ 65723 h 168592"/>
                                <a:gd name="connsiteX131" fmla="*/ 134303 w 241935"/>
                                <a:gd name="connsiteY131" fmla="*/ 61913 h 168592"/>
                                <a:gd name="connsiteX132" fmla="*/ 151448 w 241935"/>
                                <a:gd name="connsiteY132" fmla="*/ 60008 h 168592"/>
                                <a:gd name="connsiteX133" fmla="*/ 169545 w 241935"/>
                                <a:gd name="connsiteY133" fmla="*/ 60008 h 168592"/>
                                <a:gd name="connsiteX134" fmla="*/ 188595 w 241935"/>
                                <a:gd name="connsiteY134" fmla="*/ 63817 h 168592"/>
                                <a:gd name="connsiteX135" fmla="*/ 207645 w 241935"/>
                                <a:gd name="connsiteY135" fmla="*/ 71438 h 168592"/>
                                <a:gd name="connsiteX136" fmla="*/ 217170 w 241935"/>
                                <a:gd name="connsiteY136" fmla="*/ 77152 h 168592"/>
                                <a:gd name="connsiteX137" fmla="*/ 225743 w 241935"/>
                                <a:gd name="connsiteY137" fmla="*/ 83820 h 168592"/>
                                <a:gd name="connsiteX138" fmla="*/ 229553 w 241935"/>
                                <a:gd name="connsiteY138" fmla="*/ 87630 h 168592"/>
                                <a:gd name="connsiteX139" fmla="*/ 233363 w 241935"/>
                                <a:gd name="connsiteY139" fmla="*/ 91440 h 168592"/>
                                <a:gd name="connsiteX140" fmla="*/ 240982 w 241935"/>
                                <a:gd name="connsiteY140" fmla="*/ 99060 h 168592"/>
                                <a:gd name="connsiteX141" fmla="*/ 241935 w 241935"/>
                                <a:gd name="connsiteY141" fmla="*/ 100965 h 168592"/>
                                <a:gd name="connsiteX142" fmla="*/ 241935 w 241935"/>
                                <a:gd name="connsiteY142" fmla="*/ 100013 h 168592"/>
                                <a:gd name="connsiteX143" fmla="*/ 240982 w 241935"/>
                                <a:gd name="connsiteY143" fmla="*/ 98108 h 168592"/>
                                <a:gd name="connsiteX144" fmla="*/ 224790 w 241935"/>
                                <a:gd name="connsiteY144" fmla="*/ 82867 h 168592"/>
                                <a:gd name="connsiteX145" fmla="*/ 206693 w 241935"/>
                                <a:gd name="connsiteY145" fmla="*/ 70485 h 168592"/>
                                <a:gd name="connsiteX146" fmla="*/ 187643 w 241935"/>
                                <a:gd name="connsiteY146" fmla="*/ 62865 h 168592"/>
                                <a:gd name="connsiteX147" fmla="*/ 168593 w 241935"/>
                                <a:gd name="connsiteY147" fmla="*/ 59055 h 168592"/>
                                <a:gd name="connsiteX148" fmla="*/ 149543 w 241935"/>
                                <a:gd name="connsiteY148" fmla="*/ 59055 h 168592"/>
                                <a:gd name="connsiteX149" fmla="*/ 132398 w 241935"/>
                                <a:gd name="connsiteY149" fmla="*/ 60960 h 168592"/>
                                <a:gd name="connsiteX150" fmla="*/ 102870 w 241935"/>
                                <a:gd name="connsiteY150" fmla="*/ 64770 h 168592"/>
                                <a:gd name="connsiteX151" fmla="*/ 91440 w 241935"/>
                                <a:gd name="connsiteY151" fmla="*/ 64770 h 168592"/>
                                <a:gd name="connsiteX152" fmla="*/ 82868 w 241935"/>
                                <a:gd name="connsiteY152" fmla="*/ 63817 h 168592"/>
                                <a:gd name="connsiteX153" fmla="*/ 78105 w 241935"/>
                                <a:gd name="connsiteY153" fmla="*/ 62865 h 168592"/>
                                <a:gd name="connsiteX154" fmla="*/ 65723 w 241935"/>
                                <a:gd name="connsiteY154" fmla="*/ 55245 h 168592"/>
                                <a:gd name="connsiteX155" fmla="*/ 57150 w 241935"/>
                                <a:gd name="connsiteY155" fmla="*/ 50483 h 168592"/>
                                <a:gd name="connsiteX156" fmla="*/ 49530 w 241935"/>
                                <a:gd name="connsiteY156" fmla="*/ 45720 h 168592"/>
                                <a:gd name="connsiteX157" fmla="*/ 35243 w 241935"/>
                                <a:gd name="connsiteY157" fmla="*/ 36195 h 168592"/>
                                <a:gd name="connsiteX158" fmla="*/ 34290 w 241935"/>
                                <a:gd name="connsiteY158" fmla="*/ 35242 h 168592"/>
                                <a:gd name="connsiteX159" fmla="*/ 36195 w 241935"/>
                                <a:gd name="connsiteY159" fmla="*/ 34290 h 168592"/>
                                <a:gd name="connsiteX160" fmla="*/ 46673 w 241935"/>
                                <a:gd name="connsiteY160" fmla="*/ 31433 h 168592"/>
                                <a:gd name="connsiteX161" fmla="*/ 53340 w 241935"/>
                                <a:gd name="connsiteY161" fmla="*/ 29527 h 168592"/>
                                <a:gd name="connsiteX162" fmla="*/ 60007 w 241935"/>
                                <a:gd name="connsiteY162" fmla="*/ 26670 h 168592"/>
                                <a:gd name="connsiteX163" fmla="*/ 76200 w 241935"/>
                                <a:gd name="connsiteY163" fmla="*/ 20955 h 168592"/>
                                <a:gd name="connsiteX164" fmla="*/ 94298 w 241935"/>
                                <a:gd name="connsiteY164" fmla="*/ 15240 h 168592"/>
                                <a:gd name="connsiteX165" fmla="*/ 113348 w 241935"/>
                                <a:gd name="connsiteY165" fmla="*/ 9525 h 168592"/>
                                <a:gd name="connsiteX166" fmla="*/ 134303 w 241935"/>
                                <a:gd name="connsiteY166" fmla="*/ 4763 h 168592"/>
                                <a:gd name="connsiteX167" fmla="*/ 156210 w 241935"/>
                                <a:gd name="connsiteY167" fmla="*/ 2858 h 168592"/>
                                <a:gd name="connsiteX168" fmla="*/ 178118 w 241935"/>
                                <a:gd name="connsiteY168" fmla="*/ 3810 h 168592"/>
                                <a:gd name="connsiteX169" fmla="*/ 188595 w 241935"/>
                                <a:gd name="connsiteY169" fmla="*/ 5715 h 168592"/>
                                <a:gd name="connsiteX170" fmla="*/ 199073 w 241935"/>
                                <a:gd name="connsiteY170" fmla="*/ 8573 h 168592"/>
                                <a:gd name="connsiteX171" fmla="*/ 209550 w 241935"/>
                                <a:gd name="connsiteY171" fmla="*/ 12383 h 168592"/>
                                <a:gd name="connsiteX172" fmla="*/ 219075 w 241935"/>
                                <a:gd name="connsiteY172" fmla="*/ 17145 h 168592"/>
                                <a:gd name="connsiteX173" fmla="*/ 227648 w 241935"/>
                                <a:gd name="connsiteY173" fmla="*/ 22860 h 168592"/>
                                <a:gd name="connsiteX174" fmla="*/ 232410 w 241935"/>
                                <a:gd name="connsiteY174" fmla="*/ 26670 h 168592"/>
                                <a:gd name="connsiteX175" fmla="*/ 231457 w 241935"/>
                                <a:gd name="connsiteY175" fmla="*/ 24765 h 168592"/>
                                <a:gd name="connsiteX176" fmla="*/ 227648 w 241935"/>
                                <a:gd name="connsiteY176" fmla="*/ 21908 h 168592"/>
                                <a:gd name="connsiteX177" fmla="*/ 218123 w 241935"/>
                                <a:gd name="connsiteY177" fmla="*/ 16192 h 168592"/>
                                <a:gd name="connsiteX178" fmla="*/ 208598 w 241935"/>
                                <a:gd name="connsiteY178" fmla="*/ 10477 h 168592"/>
                                <a:gd name="connsiteX179" fmla="*/ 198120 w 241935"/>
                                <a:gd name="connsiteY179" fmla="*/ 6667 h 168592"/>
                                <a:gd name="connsiteX180" fmla="*/ 187643 w 241935"/>
                                <a:gd name="connsiteY180" fmla="*/ 3810 h 168592"/>
                                <a:gd name="connsiteX181" fmla="*/ 176213 w 241935"/>
                                <a:gd name="connsiteY181" fmla="*/ 1905 h 168592"/>
                                <a:gd name="connsiteX182" fmla="*/ 153353 w 241935"/>
                                <a:gd name="connsiteY182" fmla="*/ 0 h 168592"/>
                                <a:gd name="connsiteX183" fmla="*/ 131445 w 241935"/>
                                <a:gd name="connsiteY183" fmla="*/ 1905 h 168592"/>
                                <a:gd name="connsiteX184" fmla="*/ 110490 w 241935"/>
                                <a:gd name="connsiteY184" fmla="*/ 5715 h 168592"/>
                                <a:gd name="connsiteX185" fmla="*/ 90488 w 241935"/>
                                <a:gd name="connsiteY185" fmla="*/ 10477 h 168592"/>
                                <a:gd name="connsiteX186" fmla="*/ 72390 w 241935"/>
                                <a:gd name="connsiteY186" fmla="*/ 16192 h 168592"/>
                                <a:gd name="connsiteX187" fmla="*/ 56198 w 241935"/>
                                <a:gd name="connsiteY187" fmla="*/ 20955 h 168592"/>
                                <a:gd name="connsiteX188" fmla="*/ 49530 w 241935"/>
                                <a:gd name="connsiteY188" fmla="*/ 23813 h 168592"/>
                                <a:gd name="connsiteX189" fmla="*/ 42863 w 241935"/>
                                <a:gd name="connsiteY189" fmla="*/ 25717 h 168592"/>
                                <a:gd name="connsiteX190" fmla="*/ 32385 w 241935"/>
                                <a:gd name="connsiteY190" fmla="*/ 28575 h 168592"/>
                                <a:gd name="connsiteX191" fmla="*/ 26670 w 241935"/>
                                <a:gd name="connsiteY191" fmla="*/ 30480 h 168592"/>
                                <a:gd name="connsiteX192" fmla="*/ 26670 w 241935"/>
                                <a:gd name="connsiteY192" fmla="*/ 30480 h 168592"/>
                                <a:gd name="connsiteX193" fmla="*/ 20955 w 241935"/>
                                <a:gd name="connsiteY193" fmla="*/ 26670 h 168592"/>
                                <a:gd name="connsiteX194" fmla="*/ 11430 w 241935"/>
                                <a:gd name="connsiteY194" fmla="*/ 20002 h 168592"/>
                                <a:gd name="connsiteX195" fmla="*/ 3810 w 241935"/>
                                <a:gd name="connsiteY195" fmla="*/ 15240 h 168592"/>
                                <a:gd name="connsiteX196" fmla="*/ 0 w 241935"/>
                                <a:gd name="connsiteY196" fmla="*/ 23813 h 168592"/>
                                <a:gd name="connsiteX197" fmla="*/ 8573 w 241935"/>
                                <a:gd name="connsiteY197" fmla="*/ 29527 h 16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241935" h="168592">
                                  <a:moveTo>
                                    <a:pt x="8573" y="29527"/>
                                  </a:moveTo>
                                  <a:cubicBezTo>
                                    <a:pt x="9525" y="29527"/>
                                    <a:pt x="9525" y="31433"/>
                                    <a:pt x="9525" y="31433"/>
                                  </a:cubicBezTo>
                                  <a:cubicBezTo>
                                    <a:pt x="9525" y="31433"/>
                                    <a:pt x="9525" y="34290"/>
                                    <a:pt x="10478" y="39052"/>
                                  </a:cubicBezTo>
                                  <a:cubicBezTo>
                                    <a:pt x="11430" y="43815"/>
                                    <a:pt x="11430" y="51435"/>
                                    <a:pt x="12382" y="60008"/>
                                  </a:cubicBezTo>
                                  <a:cubicBezTo>
                                    <a:pt x="13335" y="68580"/>
                                    <a:pt x="13335" y="79058"/>
                                    <a:pt x="13335" y="89535"/>
                                  </a:cubicBezTo>
                                  <a:cubicBezTo>
                                    <a:pt x="13335" y="92392"/>
                                    <a:pt x="13335" y="95250"/>
                                    <a:pt x="13335" y="97155"/>
                                  </a:cubicBezTo>
                                  <a:cubicBezTo>
                                    <a:pt x="13335" y="98108"/>
                                    <a:pt x="13335" y="100013"/>
                                    <a:pt x="13335" y="100965"/>
                                  </a:cubicBezTo>
                                  <a:lnTo>
                                    <a:pt x="13335" y="101917"/>
                                  </a:lnTo>
                                  <a:lnTo>
                                    <a:pt x="13335" y="102870"/>
                                  </a:lnTo>
                                  <a:lnTo>
                                    <a:pt x="13335" y="104775"/>
                                  </a:lnTo>
                                  <a:cubicBezTo>
                                    <a:pt x="14288" y="109538"/>
                                    <a:pt x="14288" y="115252"/>
                                    <a:pt x="15240" y="120015"/>
                                  </a:cubicBezTo>
                                  <a:cubicBezTo>
                                    <a:pt x="16193" y="122873"/>
                                    <a:pt x="16193" y="124777"/>
                                    <a:pt x="17145" y="127635"/>
                                  </a:cubicBezTo>
                                  <a:cubicBezTo>
                                    <a:pt x="18098" y="129540"/>
                                    <a:pt x="18098" y="132398"/>
                                    <a:pt x="19050" y="134302"/>
                                  </a:cubicBezTo>
                                  <a:cubicBezTo>
                                    <a:pt x="19050" y="135255"/>
                                    <a:pt x="20003" y="136208"/>
                                    <a:pt x="20003" y="137160"/>
                                  </a:cubicBezTo>
                                  <a:cubicBezTo>
                                    <a:pt x="20003" y="138113"/>
                                    <a:pt x="20955" y="139065"/>
                                    <a:pt x="20955" y="140017"/>
                                  </a:cubicBezTo>
                                  <a:cubicBezTo>
                                    <a:pt x="21907" y="141923"/>
                                    <a:pt x="21907" y="143827"/>
                                    <a:pt x="22860" y="145733"/>
                                  </a:cubicBezTo>
                                  <a:cubicBezTo>
                                    <a:pt x="23813" y="149542"/>
                                    <a:pt x="25718" y="152400"/>
                                    <a:pt x="26670" y="155258"/>
                                  </a:cubicBezTo>
                                  <a:cubicBezTo>
                                    <a:pt x="27623" y="158115"/>
                                    <a:pt x="28575" y="160020"/>
                                    <a:pt x="29528" y="161925"/>
                                  </a:cubicBezTo>
                                  <a:cubicBezTo>
                                    <a:pt x="30480" y="163830"/>
                                    <a:pt x="31432" y="164783"/>
                                    <a:pt x="31432" y="165735"/>
                                  </a:cubicBezTo>
                                  <a:cubicBezTo>
                                    <a:pt x="31432" y="166688"/>
                                    <a:pt x="32385" y="167640"/>
                                    <a:pt x="33338" y="167640"/>
                                  </a:cubicBezTo>
                                  <a:cubicBezTo>
                                    <a:pt x="33338" y="167640"/>
                                    <a:pt x="33338" y="167640"/>
                                    <a:pt x="33338" y="168592"/>
                                  </a:cubicBezTo>
                                  <a:lnTo>
                                    <a:pt x="33338" y="168592"/>
                                  </a:lnTo>
                                  <a:cubicBezTo>
                                    <a:pt x="33338" y="168592"/>
                                    <a:pt x="33338" y="168592"/>
                                    <a:pt x="33338" y="167640"/>
                                  </a:cubicBezTo>
                                  <a:cubicBezTo>
                                    <a:pt x="33338" y="167640"/>
                                    <a:pt x="32385" y="166688"/>
                                    <a:pt x="32385" y="165735"/>
                                  </a:cubicBezTo>
                                  <a:cubicBezTo>
                                    <a:pt x="32385" y="164783"/>
                                    <a:pt x="31432" y="162877"/>
                                    <a:pt x="30480" y="160973"/>
                                  </a:cubicBezTo>
                                  <a:cubicBezTo>
                                    <a:pt x="29528" y="159067"/>
                                    <a:pt x="28575" y="157163"/>
                                    <a:pt x="27623" y="154305"/>
                                  </a:cubicBezTo>
                                  <a:cubicBezTo>
                                    <a:pt x="26670" y="151448"/>
                                    <a:pt x="25718" y="148590"/>
                                    <a:pt x="23813" y="144780"/>
                                  </a:cubicBezTo>
                                  <a:cubicBezTo>
                                    <a:pt x="22860" y="142875"/>
                                    <a:pt x="22860" y="140970"/>
                                    <a:pt x="21907" y="139065"/>
                                  </a:cubicBezTo>
                                  <a:cubicBezTo>
                                    <a:pt x="21907" y="138113"/>
                                    <a:pt x="20955" y="137160"/>
                                    <a:pt x="20955" y="136208"/>
                                  </a:cubicBezTo>
                                  <a:cubicBezTo>
                                    <a:pt x="20955" y="135255"/>
                                    <a:pt x="20003" y="134302"/>
                                    <a:pt x="20003" y="133350"/>
                                  </a:cubicBezTo>
                                  <a:cubicBezTo>
                                    <a:pt x="19050" y="131445"/>
                                    <a:pt x="19050" y="128588"/>
                                    <a:pt x="18098" y="126683"/>
                                  </a:cubicBezTo>
                                  <a:cubicBezTo>
                                    <a:pt x="17145" y="124777"/>
                                    <a:pt x="17145" y="121920"/>
                                    <a:pt x="17145" y="119063"/>
                                  </a:cubicBezTo>
                                  <a:cubicBezTo>
                                    <a:pt x="16193" y="114300"/>
                                    <a:pt x="16193" y="108585"/>
                                    <a:pt x="15240" y="103823"/>
                                  </a:cubicBezTo>
                                  <a:lnTo>
                                    <a:pt x="15240" y="101917"/>
                                  </a:lnTo>
                                  <a:lnTo>
                                    <a:pt x="15240" y="100965"/>
                                  </a:lnTo>
                                  <a:lnTo>
                                    <a:pt x="15240" y="100013"/>
                                  </a:lnTo>
                                  <a:cubicBezTo>
                                    <a:pt x="15240" y="99060"/>
                                    <a:pt x="15240" y="97155"/>
                                    <a:pt x="15240" y="96202"/>
                                  </a:cubicBezTo>
                                  <a:cubicBezTo>
                                    <a:pt x="15240" y="93345"/>
                                    <a:pt x="15240" y="91440"/>
                                    <a:pt x="15240" y="88583"/>
                                  </a:cubicBezTo>
                                  <a:cubicBezTo>
                                    <a:pt x="15240" y="78105"/>
                                    <a:pt x="15240" y="67627"/>
                                    <a:pt x="15240" y="59055"/>
                                  </a:cubicBezTo>
                                  <a:cubicBezTo>
                                    <a:pt x="14288" y="46673"/>
                                    <a:pt x="14288" y="37148"/>
                                    <a:pt x="13335" y="32385"/>
                                  </a:cubicBezTo>
                                  <a:cubicBezTo>
                                    <a:pt x="14288" y="33338"/>
                                    <a:pt x="15240" y="34290"/>
                                    <a:pt x="17145" y="34290"/>
                                  </a:cubicBezTo>
                                  <a:cubicBezTo>
                                    <a:pt x="19050" y="35242"/>
                                    <a:pt x="20955" y="37148"/>
                                    <a:pt x="22860" y="38100"/>
                                  </a:cubicBezTo>
                                  <a:cubicBezTo>
                                    <a:pt x="24765" y="39052"/>
                                    <a:pt x="27623" y="40958"/>
                                    <a:pt x="29528" y="41910"/>
                                  </a:cubicBezTo>
                                  <a:cubicBezTo>
                                    <a:pt x="34290" y="44767"/>
                                    <a:pt x="39053" y="47625"/>
                                    <a:pt x="44768" y="50483"/>
                                  </a:cubicBezTo>
                                  <a:cubicBezTo>
                                    <a:pt x="45720" y="51435"/>
                                    <a:pt x="46673" y="51435"/>
                                    <a:pt x="47625" y="52388"/>
                                  </a:cubicBezTo>
                                  <a:cubicBezTo>
                                    <a:pt x="47625" y="52388"/>
                                    <a:pt x="47625" y="52388"/>
                                    <a:pt x="47625" y="52388"/>
                                  </a:cubicBezTo>
                                  <a:cubicBezTo>
                                    <a:pt x="49530" y="54292"/>
                                    <a:pt x="51435" y="57150"/>
                                    <a:pt x="53340" y="60008"/>
                                  </a:cubicBezTo>
                                  <a:cubicBezTo>
                                    <a:pt x="55245" y="62865"/>
                                    <a:pt x="57150" y="66675"/>
                                    <a:pt x="58103" y="70485"/>
                                  </a:cubicBezTo>
                                  <a:cubicBezTo>
                                    <a:pt x="60960" y="79058"/>
                                    <a:pt x="63818" y="88583"/>
                                    <a:pt x="65723" y="99060"/>
                                  </a:cubicBezTo>
                                  <a:cubicBezTo>
                                    <a:pt x="66675" y="104775"/>
                                    <a:pt x="67628" y="109538"/>
                                    <a:pt x="69532" y="114300"/>
                                  </a:cubicBezTo>
                                  <a:cubicBezTo>
                                    <a:pt x="70485" y="117158"/>
                                    <a:pt x="70485" y="119063"/>
                                    <a:pt x="71438" y="121920"/>
                                  </a:cubicBezTo>
                                  <a:cubicBezTo>
                                    <a:pt x="72390" y="124777"/>
                                    <a:pt x="72390" y="126683"/>
                                    <a:pt x="73343" y="128588"/>
                                  </a:cubicBezTo>
                                  <a:cubicBezTo>
                                    <a:pt x="74295" y="133350"/>
                                    <a:pt x="76200" y="137160"/>
                                    <a:pt x="77153" y="140970"/>
                                  </a:cubicBezTo>
                                  <a:cubicBezTo>
                                    <a:pt x="78105" y="142875"/>
                                    <a:pt x="78105" y="144780"/>
                                    <a:pt x="79057" y="145733"/>
                                  </a:cubicBezTo>
                                  <a:cubicBezTo>
                                    <a:pt x="80010" y="147638"/>
                                    <a:pt x="80010" y="148590"/>
                                    <a:pt x="80963" y="149542"/>
                                  </a:cubicBezTo>
                                  <a:cubicBezTo>
                                    <a:pt x="83820" y="154305"/>
                                    <a:pt x="85725" y="157163"/>
                                    <a:pt x="88582" y="158115"/>
                                  </a:cubicBezTo>
                                  <a:cubicBezTo>
                                    <a:pt x="88582" y="158115"/>
                                    <a:pt x="89535" y="158115"/>
                                    <a:pt x="89535" y="159067"/>
                                  </a:cubicBezTo>
                                  <a:cubicBezTo>
                                    <a:pt x="89535" y="159067"/>
                                    <a:pt x="90488" y="159067"/>
                                    <a:pt x="90488" y="160020"/>
                                  </a:cubicBezTo>
                                  <a:cubicBezTo>
                                    <a:pt x="90488" y="160020"/>
                                    <a:pt x="91440" y="160020"/>
                                    <a:pt x="91440" y="160973"/>
                                  </a:cubicBezTo>
                                  <a:cubicBezTo>
                                    <a:pt x="91440" y="160973"/>
                                    <a:pt x="92393" y="160973"/>
                                    <a:pt x="92393" y="161925"/>
                                  </a:cubicBezTo>
                                  <a:cubicBezTo>
                                    <a:pt x="92393" y="161925"/>
                                    <a:pt x="93345" y="161925"/>
                                    <a:pt x="93345" y="162877"/>
                                  </a:cubicBezTo>
                                  <a:cubicBezTo>
                                    <a:pt x="94298" y="162877"/>
                                    <a:pt x="95250" y="162877"/>
                                    <a:pt x="96203" y="163830"/>
                                  </a:cubicBezTo>
                                  <a:cubicBezTo>
                                    <a:pt x="95250" y="163830"/>
                                    <a:pt x="94298" y="163830"/>
                                    <a:pt x="93345" y="162877"/>
                                  </a:cubicBezTo>
                                  <a:cubicBezTo>
                                    <a:pt x="93345" y="162877"/>
                                    <a:pt x="92393" y="162877"/>
                                    <a:pt x="92393" y="161925"/>
                                  </a:cubicBezTo>
                                  <a:cubicBezTo>
                                    <a:pt x="92393" y="161925"/>
                                    <a:pt x="91440" y="161925"/>
                                    <a:pt x="91440" y="160973"/>
                                  </a:cubicBezTo>
                                  <a:cubicBezTo>
                                    <a:pt x="91440" y="160973"/>
                                    <a:pt x="90488" y="160973"/>
                                    <a:pt x="90488" y="160020"/>
                                  </a:cubicBezTo>
                                  <a:cubicBezTo>
                                    <a:pt x="90488" y="160020"/>
                                    <a:pt x="89535" y="160020"/>
                                    <a:pt x="89535" y="159067"/>
                                  </a:cubicBezTo>
                                  <a:cubicBezTo>
                                    <a:pt x="89535" y="159067"/>
                                    <a:pt x="88582" y="159067"/>
                                    <a:pt x="88582" y="158115"/>
                                  </a:cubicBezTo>
                                  <a:cubicBezTo>
                                    <a:pt x="86678" y="156210"/>
                                    <a:pt x="83820" y="154305"/>
                                    <a:pt x="81915" y="148590"/>
                                  </a:cubicBezTo>
                                  <a:cubicBezTo>
                                    <a:pt x="80963" y="147638"/>
                                    <a:pt x="80963" y="145733"/>
                                    <a:pt x="80010" y="144780"/>
                                  </a:cubicBezTo>
                                  <a:cubicBezTo>
                                    <a:pt x="79057" y="142875"/>
                                    <a:pt x="79057" y="141923"/>
                                    <a:pt x="78105" y="140017"/>
                                  </a:cubicBezTo>
                                  <a:cubicBezTo>
                                    <a:pt x="77153" y="136208"/>
                                    <a:pt x="75248" y="132398"/>
                                    <a:pt x="74295" y="127635"/>
                                  </a:cubicBezTo>
                                  <a:cubicBezTo>
                                    <a:pt x="73343" y="125730"/>
                                    <a:pt x="73343" y="122873"/>
                                    <a:pt x="72390" y="120967"/>
                                  </a:cubicBezTo>
                                  <a:cubicBezTo>
                                    <a:pt x="71438" y="118110"/>
                                    <a:pt x="71438" y="116205"/>
                                    <a:pt x="70485" y="113348"/>
                                  </a:cubicBezTo>
                                  <a:cubicBezTo>
                                    <a:pt x="69532" y="108585"/>
                                    <a:pt x="68580" y="102870"/>
                                    <a:pt x="67628" y="98108"/>
                                  </a:cubicBezTo>
                                  <a:cubicBezTo>
                                    <a:pt x="65723" y="87630"/>
                                    <a:pt x="63818" y="77152"/>
                                    <a:pt x="60960" y="68580"/>
                                  </a:cubicBezTo>
                                  <a:cubicBezTo>
                                    <a:pt x="59055" y="64770"/>
                                    <a:pt x="58103" y="60008"/>
                                    <a:pt x="56198" y="57150"/>
                                  </a:cubicBezTo>
                                  <a:cubicBezTo>
                                    <a:pt x="56198" y="57150"/>
                                    <a:pt x="56198" y="56198"/>
                                    <a:pt x="55245" y="56198"/>
                                  </a:cubicBezTo>
                                  <a:cubicBezTo>
                                    <a:pt x="57150" y="57150"/>
                                    <a:pt x="59055" y="58102"/>
                                    <a:pt x="60960" y="59055"/>
                                  </a:cubicBezTo>
                                  <a:cubicBezTo>
                                    <a:pt x="66675" y="61913"/>
                                    <a:pt x="72390" y="65723"/>
                                    <a:pt x="79057" y="68580"/>
                                  </a:cubicBezTo>
                                  <a:cubicBezTo>
                                    <a:pt x="84773" y="71438"/>
                                    <a:pt x="89535" y="74295"/>
                                    <a:pt x="95250" y="77152"/>
                                  </a:cubicBezTo>
                                  <a:cubicBezTo>
                                    <a:pt x="95250" y="77152"/>
                                    <a:pt x="95250" y="77152"/>
                                    <a:pt x="96203" y="78105"/>
                                  </a:cubicBezTo>
                                  <a:cubicBezTo>
                                    <a:pt x="97155" y="79058"/>
                                    <a:pt x="98107" y="79058"/>
                                    <a:pt x="99060" y="80963"/>
                                  </a:cubicBezTo>
                                  <a:cubicBezTo>
                                    <a:pt x="100965" y="82867"/>
                                    <a:pt x="103823" y="87630"/>
                                    <a:pt x="105728" y="93345"/>
                                  </a:cubicBezTo>
                                  <a:cubicBezTo>
                                    <a:pt x="106680" y="96202"/>
                                    <a:pt x="107632" y="99060"/>
                                    <a:pt x="109538" y="101917"/>
                                  </a:cubicBezTo>
                                  <a:cubicBezTo>
                                    <a:pt x="110490" y="104775"/>
                                    <a:pt x="112395" y="108585"/>
                                    <a:pt x="113348" y="111442"/>
                                  </a:cubicBezTo>
                                  <a:cubicBezTo>
                                    <a:pt x="114300" y="113348"/>
                                    <a:pt x="115253" y="114300"/>
                                    <a:pt x="115253" y="116205"/>
                                  </a:cubicBezTo>
                                  <a:cubicBezTo>
                                    <a:pt x="116205" y="118110"/>
                                    <a:pt x="117157" y="119063"/>
                                    <a:pt x="118110" y="120967"/>
                                  </a:cubicBezTo>
                                  <a:cubicBezTo>
                                    <a:pt x="119063" y="122873"/>
                                    <a:pt x="120015" y="123825"/>
                                    <a:pt x="120968" y="125730"/>
                                  </a:cubicBezTo>
                                  <a:cubicBezTo>
                                    <a:pt x="121920" y="127635"/>
                                    <a:pt x="122873" y="128588"/>
                                    <a:pt x="123825" y="130492"/>
                                  </a:cubicBezTo>
                                  <a:cubicBezTo>
                                    <a:pt x="125730" y="133350"/>
                                    <a:pt x="127635" y="136208"/>
                                    <a:pt x="129540" y="139065"/>
                                  </a:cubicBezTo>
                                  <a:cubicBezTo>
                                    <a:pt x="131445" y="141923"/>
                                    <a:pt x="133350" y="144780"/>
                                    <a:pt x="135255" y="147638"/>
                                  </a:cubicBezTo>
                                  <a:cubicBezTo>
                                    <a:pt x="136207" y="149542"/>
                                    <a:pt x="137160" y="150495"/>
                                    <a:pt x="138113" y="152400"/>
                                  </a:cubicBezTo>
                                  <a:cubicBezTo>
                                    <a:pt x="139065" y="154305"/>
                                    <a:pt x="140018" y="155258"/>
                                    <a:pt x="140970" y="156210"/>
                                  </a:cubicBezTo>
                                  <a:cubicBezTo>
                                    <a:pt x="140970" y="157163"/>
                                    <a:pt x="141923" y="158115"/>
                                    <a:pt x="141923" y="158115"/>
                                  </a:cubicBezTo>
                                  <a:cubicBezTo>
                                    <a:pt x="142875" y="159067"/>
                                    <a:pt x="142875" y="160020"/>
                                    <a:pt x="142875" y="160020"/>
                                  </a:cubicBezTo>
                                  <a:cubicBezTo>
                                    <a:pt x="142875" y="160020"/>
                                    <a:pt x="143828" y="160020"/>
                                    <a:pt x="143828" y="160020"/>
                                  </a:cubicBezTo>
                                  <a:cubicBezTo>
                                    <a:pt x="142875" y="158115"/>
                                    <a:pt x="141923" y="157163"/>
                                    <a:pt x="141923" y="155258"/>
                                  </a:cubicBezTo>
                                  <a:cubicBezTo>
                                    <a:pt x="140970" y="153352"/>
                                    <a:pt x="140018" y="152400"/>
                                    <a:pt x="140018" y="150495"/>
                                  </a:cubicBezTo>
                                  <a:cubicBezTo>
                                    <a:pt x="139065" y="148590"/>
                                    <a:pt x="138113" y="147638"/>
                                    <a:pt x="137160" y="145733"/>
                                  </a:cubicBezTo>
                                  <a:cubicBezTo>
                                    <a:pt x="135255" y="142875"/>
                                    <a:pt x="134303" y="140017"/>
                                    <a:pt x="132398" y="137160"/>
                                  </a:cubicBezTo>
                                  <a:cubicBezTo>
                                    <a:pt x="130493" y="134302"/>
                                    <a:pt x="128588" y="131445"/>
                                    <a:pt x="127635" y="127635"/>
                                  </a:cubicBezTo>
                                  <a:lnTo>
                                    <a:pt x="126682" y="124777"/>
                                  </a:lnTo>
                                  <a:lnTo>
                                    <a:pt x="125730" y="122873"/>
                                  </a:lnTo>
                                  <a:cubicBezTo>
                                    <a:pt x="124778" y="120967"/>
                                    <a:pt x="123825" y="120015"/>
                                    <a:pt x="122873" y="118110"/>
                                  </a:cubicBezTo>
                                  <a:cubicBezTo>
                                    <a:pt x="121920" y="116205"/>
                                    <a:pt x="120968" y="115252"/>
                                    <a:pt x="120968" y="113348"/>
                                  </a:cubicBezTo>
                                  <a:cubicBezTo>
                                    <a:pt x="120015" y="111442"/>
                                    <a:pt x="119063" y="110490"/>
                                    <a:pt x="119063" y="108585"/>
                                  </a:cubicBezTo>
                                  <a:cubicBezTo>
                                    <a:pt x="118110" y="105727"/>
                                    <a:pt x="116205" y="101917"/>
                                    <a:pt x="115253" y="99060"/>
                                  </a:cubicBezTo>
                                  <a:cubicBezTo>
                                    <a:pt x="114300" y="96202"/>
                                    <a:pt x="113348" y="93345"/>
                                    <a:pt x="112395" y="90488"/>
                                  </a:cubicBezTo>
                                  <a:cubicBezTo>
                                    <a:pt x="111443" y="87630"/>
                                    <a:pt x="110490" y="84773"/>
                                    <a:pt x="108585" y="81915"/>
                                  </a:cubicBezTo>
                                  <a:cubicBezTo>
                                    <a:pt x="112395" y="83820"/>
                                    <a:pt x="116205" y="85725"/>
                                    <a:pt x="119063" y="87630"/>
                                  </a:cubicBezTo>
                                  <a:cubicBezTo>
                                    <a:pt x="124778" y="91440"/>
                                    <a:pt x="131445" y="95250"/>
                                    <a:pt x="137160" y="99060"/>
                                  </a:cubicBezTo>
                                  <a:cubicBezTo>
                                    <a:pt x="140018" y="100965"/>
                                    <a:pt x="142875" y="102870"/>
                                    <a:pt x="145732" y="104775"/>
                                  </a:cubicBezTo>
                                  <a:cubicBezTo>
                                    <a:pt x="148590" y="106680"/>
                                    <a:pt x="151448" y="109538"/>
                                    <a:pt x="154305" y="111442"/>
                                  </a:cubicBezTo>
                                  <a:cubicBezTo>
                                    <a:pt x="160020" y="115252"/>
                                    <a:pt x="164782" y="120015"/>
                                    <a:pt x="169545" y="124777"/>
                                  </a:cubicBezTo>
                                  <a:cubicBezTo>
                                    <a:pt x="171450" y="126683"/>
                                    <a:pt x="173355" y="129540"/>
                                    <a:pt x="176213" y="131445"/>
                                  </a:cubicBezTo>
                                  <a:cubicBezTo>
                                    <a:pt x="178118" y="133350"/>
                                    <a:pt x="180023" y="135255"/>
                                    <a:pt x="180975" y="138113"/>
                                  </a:cubicBezTo>
                                  <a:cubicBezTo>
                                    <a:pt x="180975" y="138113"/>
                                    <a:pt x="181928" y="138113"/>
                                    <a:pt x="181928" y="138113"/>
                                  </a:cubicBezTo>
                                  <a:lnTo>
                                    <a:pt x="181928" y="138113"/>
                                  </a:lnTo>
                                  <a:cubicBezTo>
                                    <a:pt x="180023" y="135255"/>
                                    <a:pt x="178118" y="133350"/>
                                    <a:pt x="176213" y="131445"/>
                                  </a:cubicBezTo>
                                  <a:cubicBezTo>
                                    <a:pt x="174307" y="128588"/>
                                    <a:pt x="172403" y="126683"/>
                                    <a:pt x="170498" y="123825"/>
                                  </a:cubicBezTo>
                                  <a:cubicBezTo>
                                    <a:pt x="165735" y="119063"/>
                                    <a:pt x="160973" y="114300"/>
                                    <a:pt x="155257" y="109538"/>
                                  </a:cubicBezTo>
                                  <a:cubicBezTo>
                                    <a:pt x="154305" y="108585"/>
                                    <a:pt x="152400" y="107633"/>
                                    <a:pt x="151448" y="106680"/>
                                  </a:cubicBezTo>
                                  <a:cubicBezTo>
                                    <a:pt x="150495" y="105727"/>
                                    <a:pt x="148590" y="104775"/>
                                    <a:pt x="147638" y="102870"/>
                                  </a:cubicBezTo>
                                  <a:cubicBezTo>
                                    <a:pt x="146685" y="101917"/>
                                    <a:pt x="144780" y="100965"/>
                                    <a:pt x="143828" y="100013"/>
                                  </a:cubicBezTo>
                                  <a:cubicBezTo>
                                    <a:pt x="142875" y="99060"/>
                                    <a:pt x="140970" y="98108"/>
                                    <a:pt x="139065" y="97155"/>
                                  </a:cubicBezTo>
                                  <a:cubicBezTo>
                                    <a:pt x="133350" y="93345"/>
                                    <a:pt x="126682" y="89535"/>
                                    <a:pt x="120968" y="85725"/>
                                  </a:cubicBezTo>
                                  <a:cubicBezTo>
                                    <a:pt x="115253" y="81915"/>
                                    <a:pt x="108585" y="78105"/>
                                    <a:pt x="101918" y="75248"/>
                                  </a:cubicBezTo>
                                  <a:cubicBezTo>
                                    <a:pt x="97155" y="72390"/>
                                    <a:pt x="93345" y="69533"/>
                                    <a:pt x="88582" y="66675"/>
                                  </a:cubicBezTo>
                                  <a:cubicBezTo>
                                    <a:pt x="89535" y="66675"/>
                                    <a:pt x="90488" y="66675"/>
                                    <a:pt x="91440" y="66675"/>
                                  </a:cubicBezTo>
                                  <a:cubicBezTo>
                                    <a:pt x="95250" y="66675"/>
                                    <a:pt x="99060" y="66675"/>
                                    <a:pt x="103823" y="65723"/>
                                  </a:cubicBezTo>
                                  <a:cubicBezTo>
                                    <a:pt x="112395" y="64770"/>
                                    <a:pt x="122873" y="62865"/>
                                    <a:pt x="134303" y="61913"/>
                                  </a:cubicBezTo>
                                  <a:cubicBezTo>
                                    <a:pt x="140018" y="60960"/>
                                    <a:pt x="145732" y="60008"/>
                                    <a:pt x="151448" y="60008"/>
                                  </a:cubicBezTo>
                                  <a:cubicBezTo>
                                    <a:pt x="157163" y="59055"/>
                                    <a:pt x="163830" y="59055"/>
                                    <a:pt x="169545" y="60008"/>
                                  </a:cubicBezTo>
                                  <a:cubicBezTo>
                                    <a:pt x="176213" y="60008"/>
                                    <a:pt x="181928" y="61913"/>
                                    <a:pt x="188595" y="63817"/>
                                  </a:cubicBezTo>
                                  <a:cubicBezTo>
                                    <a:pt x="195263" y="65723"/>
                                    <a:pt x="200978" y="67627"/>
                                    <a:pt x="207645" y="71438"/>
                                  </a:cubicBezTo>
                                  <a:cubicBezTo>
                                    <a:pt x="210503" y="73342"/>
                                    <a:pt x="213360" y="75248"/>
                                    <a:pt x="217170" y="77152"/>
                                  </a:cubicBezTo>
                                  <a:cubicBezTo>
                                    <a:pt x="220028" y="79058"/>
                                    <a:pt x="222885" y="80963"/>
                                    <a:pt x="225743" y="83820"/>
                                  </a:cubicBezTo>
                                  <a:cubicBezTo>
                                    <a:pt x="226695" y="84773"/>
                                    <a:pt x="228600" y="85725"/>
                                    <a:pt x="229553" y="87630"/>
                                  </a:cubicBezTo>
                                  <a:cubicBezTo>
                                    <a:pt x="230505" y="88583"/>
                                    <a:pt x="232410" y="90488"/>
                                    <a:pt x="233363" y="91440"/>
                                  </a:cubicBezTo>
                                  <a:cubicBezTo>
                                    <a:pt x="236220" y="94298"/>
                                    <a:pt x="238125" y="97155"/>
                                    <a:pt x="240982" y="99060"/>
                                  </a:cubicBezTo>
                                  <a:cubicBezTo>
                                    <a:pt x="240982" y="99060"/>
                                    <a:pt x="241935" y="100013"/>
                                    <a:pt x="241935" y="100965"/>
                                  </a:cubicBezTo>
                                  <a:cubicBezTo>
                                    <a:pt x="241935" y="100965"/>
                                    <a:pt x="241935" y="100013"/>
                                    <a:pt x="241935" y="100013"/>
                                  </a:cubicBezTo>
                                  <a:lnTo>
                                    <a:pt x="240982" y="98108"/>
                                  </a:lnTo>
                                  <a:cubicBezTo>
                                    <a:pt x="236220" y="92392"/>
                                    <a:pt x="230505" y="86677"/>
                                    <a:pt x="224790" y="82867"/>
                                  </a:cubicBezTo>
                                  <a:cubicBezTo>
                                    <a:pt x="219075" y="78105"/>
                                    <a:pt x="213360" y="74295"/>
                                    <a:pt x="206693" y="70485"/>
                                  </a:cubicBezTo>
                                  <a:cubicBezTo>
                                    <a:pt x="200025" y="66675"/>
                                    <a:pt x="194310" y="64770"/>
                                    <a:pt x="187643" y="62865"/>
                                  </a:cubicBezTo>
                                  <a:cubicBezTo>
                                    <a:pt x="180975" y="60960"/>
                                    <a:pt x="174307" y="60008"/>
                                    <a:pt x="168593" y="59055"/>
                                  </a:cubicBezTo>
                                  <a:cubicBezTo>
                                    <a:pt x="161925" y="58102"/>
                                    <a:pt x="156210" y="58102"/>
                                    <a:pt x="149543" y="59055"/>
                                  </a:cubicBezTo>
                                  <a:cubicBezTo>
                                    <a:pt x="143828" y="59055"/>
                                    <a:pt x="138113" y="60008"/>
                                    <a:pt x="132398" y="60960"/>
                                  </a:cubicBezTo>
                                  <a:cubicBezTo>
                                    <a:pt x="120968" y="62865"/>
                                    <a:pt x="111443" y="63817"/>
                                    <a:pt x="102870" y="64770"/>
                                  </a:cubicBezTo>
                                  <a:cubicBezTo>
                                    <a:pt x="99060" y="64770"/>
                                    <a:pt x="94298" y="64770"/>
                                    <a:pt x="91440" y="64770"/>
                                  </a:cubicBezTo>
                                  <a:cubicBezTo>
                                    <a:pt x="87630" y="64770"/>
                                    <a:pt x="84773" y="64770"/>
                                    <a:pt x="82868" y="63817"/>
                                  </a:cubicBezTo>
                                  <a:cubicBezTo>
                                    <a:pt x="80963" y="63817"/>
                                    <a:pt x="79057" y="62865"/>
                                    <a:pt x="78105" y="62865"/>
                                  </a:cubicBezTo>
                                  <a:cubicBezTo>
                                    <a:pt x="74295" y="60008"/>
                                    <a:pt x="69532" y="58102"/>
                                    <a:pt x="65723" y="55245"/>
                                  </a:cubicBezTo>
                                  <a:cubicBezTo>
                                    <a:pt x="62865" y="53340"/>
                                    <a:pt x="60007" y="52388"/>
                                    <a:pt x="57150" y="50483"/>
                                  </a:cubicBezTo>
                                  <a:cubicBezTo>
                                    <a:pt x="54293" y="48577"/>
                                    <a:pt x="51435" y="47625"/>
                                    <a:pt x="49530" y="45720"/>
                                  </a:cubicBezTo>
                                  <a:cubicBezTo>
                                    <a:pt x="44768" y="42863"/>
                                    <a:pt x="40005" y="39052"/>
                                    <a:pt x="35243" y="36195"/>
                                  </a:cubicBezTo>
                                  <a:cubicBezTo>
                                    <a:pt x="35243" y="36195"/>
                                    <a:pt x="34290" y="35242"/>
                                    <a:pt x="34290" y="35242"/>
                                  </a:cubicBezTo>
                                  <a:cubicBezTo>
                                    <a:pt x="35243" y="35242"/>
                                    <a:pt x="35243" y="35242"/>
                                    <a:pt x="36195" y="34290"/>
                                  </a:cubicBezTo>
                                  <a:cubicBezTo>
                                    <a:pt x="39053" y="33338"/>
                                    <a:pt x="42863" y="32385"/>
                                    <a:pt x="46673" y="31433"/>
                                  </a:cubicBezTo>
                                  <a:cubicBezTo>
                                    <a:pt x="48578" y="30480"/>
                                    <a:pt x="50482" y="30480"/>
                                    <a:pt x="53340" y="29527"/>
                                  </a:cubicBezTo>
                                  <a:cubicBezTo>
                                    <a:pt x="55245" y="28575"/>
                                    <a:pt x="58103" y="27623"/>
                                    <a:pt x="60007" y="26670"/>
                                  </a:cubicBezTo>
                                  <a:cubicBezTo>
                                    <a:pt x="64770" y="24765"/>
                                    <a:pt x="70485" y="22860"/>
                                    <a:pt x="76200" y="20955"/>
                                  </a:cubicBezTo>
                                  <a:cubicBezTo>
                                    <a:pt x="81915" y="19050"/>
                                    <a:pt x="87630" y="17145"/>
                                    <a:pt x="94298" y="15240"/>
                                  </a:cubicBezTo>
                                  <a:cubicBezTo>
                                    <a:pt x="100965" y="13335"/>
                                    <a:pt x="106680" y="11430"/>
                                    <a:pt x="113348" y="9525"/>
                                  </a:cubicBezTo>
                                  <a:cubicBezTo>
                                    <a:pt x="120015" y="7620"/>
                                    <a:pt x="126682" y="6667"/>
                                    <a:pt x="134303" y="4763"/>
                                  </a:cubicBezTo>
                                  <a:cubicBezTo>
                                    <a:pt x="141923" y="3810"/>
                                    <a:pt x="148590" y="2858"/>
                                    <a:pt x="156210" y="2858"/>
                                  </a:cubicBezTo>
                                  <a:cubicBezTo>
                                    <a:pt x="163830" y="2858"/>
                                    <a:pt x="171450" y="2858"/>
                                    <a:pt x="178118" y="3810"/>
                                  </a:cubicBezTo>
                                  <a:cubicBezTo>
                                    <a:pt x="181928" y="4763"/>
                                    <a:pt x="185738" y="4763"/>
                                    <a:pt x="188595" y="5715"/>
                                  </a:cubicBezTo>
                                  <a:cubicBezTo>
                                    <a:pt x="192405" y="6667"/>
                                    <a:pt x="196215" y="7620"/>
                                    <a:pt x="199073" y="8573"/>
                                  </a:cubicBezTo>
                                  <a:cubicBezTo>
                                    <a:pt x="202882" y="9525"/>
                                    <a:pt x="205740" y="11430"/>
                                    <a:pt x="209550" y="12383"/>
                                  </a:cubicBezTo>
                                  <a:cubicBezTo>
                                    <a:pt x="213360" y="13335"/>
                                    <a:pt x="216218" y="16192"/>
                                    <a:pt x="219075" y="17145"/>
                                  </a:cubicBezTo>
                                  <a:cubicBezTo>
                                    <a:pt x="221932" y="19050"/>
                                    <a:pt x="224790" y="20955"/>
                                    <a:pt x="227648" y="22860"/>
                                  </a:cubicBezTo>
                                  <a:cubicBezTo>
                                    <a:pt x="229553" y="23813"/>
                                    <a:pt x="231457" y="25717"/>
                                    <a:pt x="232410" y="26670"/>
                                  </a:cubicBezTo>
                                  <a:cubicBezTo>
                                    <a:pt x="232410" y="25717"/>
                                    <a:pt x="231457" y="25717"/>
                                    <a:pt x="231457" y="24765"/>
                                  </a:cubicBezTo>
                                  <a:cubicBezTo>
                                    <a:pt x="230505" y="23813"/>
                                    <a:pt x="228600" y="22860"/>
                                    <a:pt x="227648" y="21908"/>
                                  </a:cubicBezTo>
                                  <a:cubicBezTo>
                                    <a:pt x="224790" y="20002"/>
                                    <a:pt x="221932" y="18098"/>
                                    <a:pt x="218123" y="16192"/>
                                  </a:cubicBezTo>
                                  <a:cubicBezTo>
                                    <a:pt x="215265" y="14288"/>
                                    <a:pt x="211455" y="12383"/>
                                    <a:pt x="208598" y="10477"/>
                                  </a:cubicBezTo>
                                  <a:cubicBezTo>
                                    <a:pt x="205740" y="9525"/>
                                    <a:pt x="201930" y="7620"/>
                                    <a:pt x="198120" y="6667"/>
                                  </a:cubicBezTo>
                                  <a:cubicBezTo>
                                    <a:pt x="194310" y="5715"/>
                                    <a:pt x="191453" y="4763"/>
                                    <a:pt x="187643" y="3810"/>
                                  </a:cubicBezTo>
                                  <a:cubicBezTo>
                                    <a:pt x="183832" y="2858"/>
                                    <a:pt x="180023" y="1905"/>
                                    <a:pt x="176213" y="1905"/>
                                  </a:cubicBezTo>
                                  <a:cubicBezTo>
                                    <a:pt x="168593" y="952"/>
                                    <a:pt x="160973" y="0"/>
                                    <a:pt x="153353" y="0"/>
                                  </a:cubicBezTo>
                                  <a:cubicBezTo>
                                    <a:pt x="145732" y="0"/>
                                    <a:pt x="139065" y="952"/>
                                    <a:pt x="131445" y="1905"/>
                                  </a:cubicBezTo>
                                  <a:cubicBezTo>
                                    <a:pt x="124778" y="2858"/>
                                    <a:pt x="117157" y="4763"/>
                                    <a:pt x="110490" y="5715"/>
                                  </a:cubicBezTo>
                                  <a:cubicBezTo>
                                    <a:pt x="103823" y="7620"/>
                                    <a:pt x="97155" y="8573"/>
                                    <a:pt x="90488" y="10477"/>
                                  </a:cubicBezTo>
                                  <a:cubicBezTo>
                                    <a:pt x="83820" y="12383"/>
                                    <a:pt x="78105" y="14288"/>
                                    <a:pt x="72390" y="16192"/>
                                  </a:cubicBezTo>
                                  <a:cubicBezTo>
                                    <a:pt x="66675" y="18098"/>
                                    <a:pt x="60960" y="20002"/>
                                    <a:pt x="56198" y="20955"/>
                                  </a:cubicBezTo>
                                  <a:cubicBezTo>
                                    <a:pt x="53340" y="21908"/>
                                    <a:pt x="51435" y="22860"/>
                                    <a:pt x="49530" y="23813"/>
                                  </a:cubicBezTo>
                                  <a:cubicBezTo>
                                    <a:pt x="47625" y="24765"/>
                                    <a:pt x="44768" y="24765"/>
                                    <a:pt x="42863" y="25717"/>
                                  </a:cubicBezTo>
                                  <a:cubicBezTo>
                                    <a:pt x="39053" y="26670"/>
                                    <a:pt x="35243" y="27623"/>
                                    <a:pt x="32385" y="28575"/>
                                  </a:cubicBezTo>
                                  <a:cubicBezTo>
                                    <a:pt x="30480" y="29527"/>
                                    <a:pt x="28575" y="29527"/>
                                    <a:pt x="26670" y="30480"/>
                                  </a:cubicBezTo>
                                  <a:lnTo>
                                    <a:pt x="26670" y="30480"/>
                                  </a:lnTo>
                                  <a:cubicBezTo>
                                    <a:pt x="24765" y="29527"/>
                                    <a:pt x="22860" y="27623"/>
                                    <a:pt x="20955" y="26670"/>
                                  </a:cubicBezTo>
                                  <a:cubicBezTo>
                                    <a:pt x="17145" y="23813"/>
                                    <a:pt x="14288" y="21908"/>
                                    <a:pt x="11430" y="20002"/>
                                  </a:cubicBezTo>
                                  <a:cubicBezTo>
                                    <a:pt x="6668" y="17145"/>
                                    <a:pt x="3810" y="15240"/>
                                    <a:pt x="3810" y="15240"/>
                                  </a:cubicBezTo>
                                  <a:cubicBezTo>
                                    <a:pt x="2857" y="17145"/>
                                    <a:pt x="0" y="23813"/>
                                    <a:pt x="0" y="23813"/>
                                  </a:cubicBezTo>
                                  <a:cubicBezTo>
                                    <a:pt x="3810" y="26670"/>
                                    <a:pt x="5715" y="27623"/>
                                    <a:pt x="8573" y="29527"/>
                                  </a:cubicBezTo>
                                  <a:close/>
                                </a:path>
                              </a:pathLst>
                            </a:custGeom>
                            <a:grpFill/>
                            <a:ln w="9525" cap="flat">
                              <a:noFill/>
                              <a:prstDash val="solid"/>
                              <a:miter/>
                            </a:ln>
                          </p:spPr>
                          <p:txBody>
                            <a:bodyPr rtlCol="0" anchor="ctr"/>
                            <a:lstStyle/>
                            <a:p>
                              <a:endParaRPr lang="en-US"/>
                            </a:p>
                          </p:txBody>
                        </p:sp>
                      </p:grpSp>
                      <p:grpSp>
                        <p:nvGrpSpPr>
                          <p:cNvPr id="318" name="Graphic 2">
                            <a:extLst>
                              <a:ext uri="{FF2B5EF4-FFF2-40B4-BE49-F238E27FC236}">
                                <a16:creationId xmlns:a16="http://schemas.microsoft.com/office/drawing/2014/main" id="{AE736AF3-0337-429B-AEF1-DA4B52809559}"/>
                              </a:ext>
                            </a:extLst>
                          </p:cNvPr>
                          <p:cNvGrpSpPr/>
                          <p:nvPr/>
                        </p:nvGrpSpPr>
                        <p:grpSpPr>
                          <a:xfrm>
                            <a:off x="3702549" y="1914397"/>
                            <a:ext cx="179069" cy="139438"/>
                            <a:chOff x="3702549" y="1914397"/>
                            <a:chExt cx="179069" cy="139438"/>
                          </a:xfrm>
                          <a:grpFill/>
                        </p:grpSpPr>
                        <p:sp>
                          <p:nvSpPr>
                            <p:cNvPr id="319" name="Freeform: Shape 318">
                              <a:extLst>
                                <a:ext uri="{FF2B5EF4-FFF2-40B4-BE49-F238E27FC236}">
                                  <a16:creationId xmlns:a16="http://schemas.microsoft.com/office/drawing/2014/main" id="{8E08DF1E-80C1-4F3B-8866-9A3615622F46}"/>
                                </a:ext>
                              </a:extLst>
                            </p:cNvPr>
                            <p:cNvSpPr/>
                            <p:nvPr/>
                          </p:nvSpPr>
                          <p:spPr>
                            <a:xfrm>
                              <a:off x="3702549" y="1914397"/>
                              <a:ext cx="179069" cy="139438"/>
                            </a:xfrm>
                            <a:custGeom>
                              <a:avLst/>
                              <a:gdLst>
                                <a:gd name="connsiteX0" fmla="*/ 163830 w 179069"/>
                                <a:gd name="connsiteY0" fmla="*/ 31432 h 139438"/>
                                <a:gd name="connsiteX1" fmla="*/ 160020 w 179069"/>
                                <a:gd name="connsiteY1" fmla="*/ 24765 h 139438"/>
                                <a:gd name="connsiteX2" fmla="*/ 156210 w 179069"/>
                                <a:gd name="connsiteY2" fmla="*/ 18098 h 139438"/>
                                <a:gd name="connsiteX3" fmla="*/ 154305 w 179069"/>
                                <a:gd name="connsiteY3" fmla="*/ 15240 h 139438"/>
                                <a:gd name="connsiteX4" fmla="*/ 150495 w 179069"/>
                                <a:gd name="connsiteY4" fmla="*/ 10477 h 139438"/>
                                <a:gd name="connsiteX5" fmla="*/ 150495 w 179069"/>
                                <a:gd name="connsiteY5" fmla="*/ 10477 h 139438"/>
                                <a:gd name="connsiteX6" fmla="*/ 150495 w 179069"/>
                                <a:gd name="connsiteY6" fmla="*/ 10477 h 139438"/>
                                <a:gd name="connsiteX7" fmla="*/ 149543 w 179069"/>
                                <a:gd name="connsiteY7" fmla="*/ 10477 h 139438"/>
                                <a:gd name="connsiteX8" fmla="*/ 146685 w 179069"/>
                                <a:gd name="connsiteY8" fmla="*/ 9525 h 139438"/>
                                <a:gd name="connsiteX9" fmla="*/ 135255 w 179069"/>
                                <a:gd name="connsiteY9" fmla="*/ 5715 h 139438"/>
                                <a:gd name="connsiteX10" fmla="*/ 96202 w 179069"/>
                                <a:gd name="connsiteY10" fmla="*/ 0 h 139438"/>
                                <a:gd name="connsiteX11" fmla="*/ 45720 w 179069"/>
                                <a:gd name="connsiteY11" fmla="*/ 12382 h 139438"/>
                                <a:gd name="connsiteX12" fmla="*/ 20955 w 179069"/>
                                <a:gd name="connsiteY12" fmla="*/ 32385 h 139438"/>
                                <a:gd name="connsiteX13" fmla="*/ 1905 w 179069"/>
                                <a:gd name="connsiteY13" fmla="*/ 66675 h 139438"/>
                                <a:gd name="connsiteX14" fmla="*/ 952 w 179069"/>
                                <a:gd name="connsiteY14" fmla="*/ 68580 h 139438"/>
                                <a:gd name="connsiteX15" fmla="*/ 952 w 179069"/>
                                <a:gd name="connsiteY15" fmla="*/ 68580 h 139438"/>
                                <a:gd name="connsiteX16" fmla="*/ 0 w 179069"/>
                                <a:gd name="connsiteY16" fmla="*/ 79057 h 139438"/>
                                <a:gd name="connsiteX17" fmla="*/ 2857 w 179069"/>
                                <a:gd name="connsiteY17" fmla="*/ 101917 h 139438"/>
                                <a:gd name="connsiteX18" fmla="*/ 5715 w 179069"/>
                                <a:gd name="connsiteY18" fmla="*/ 109538 h 139438"/>
                                <a:gd name="connsiteX19" fmla="*/ 9525 w 179069"/>
                                <a:gd name="connsiteY19" fmla="*/ 116205 h 139438"/>
                                <a:gd name="connsiteX20" fmla="*/ 11430 w 179069"/>
                                <a:gd name="connsiteY20" fmla="*/ 119063 h 139438"/>
                                <a:gd name="connsiteX21" fmla="*/ 11430 w 179069"/>
                                <a:gd name="connsiteY21" fmla="*/ 120015 h 139438"/>
                                <a:gd name="connsiteX22" fmla="*/ 24765 w 179069"/>
                                <a:gd name="connsiteY22" fmla="*/ 132398 h 139438"/>
                                <a:gd name="connsiteX23" fmla="*/ 31432 w 179069"/>
                                <a:gd name="connsiteY23" fmla="*/ 135255 h 139438"/>
                                <a:gd name="connsiteX24" fmla="*/ 38100 w 179069"/>
                                <a:gd name="connsiteY24" fmla="*/ 136207 h 139438"/>
                                <a:gd name="connsiteX25" fmla="*/ 60007 w 179069"/>
                                <a:gd name="connsiteY25" fmla="*/ 133350 h 139438"/>
                                <a:gd name="connsiteX26" fmla="*/ 60960 w 179069"/>
                                <a:gd name="connsiteY26" fmla="*/ 133350 h 139438"/>
                                <a:gd name="connsiteX27" fmla="*/ 65722 w 179069"/>
                                <a:gd name="connsiteY27" fmla="*/ 130492 h 139438"/>
                                <a:gd name="connsiteX28" fmla="*/ 72390 w 179069"/>
                                <a:gd name="connsiteY28" fmla="*/ 133350 h 139438"/>
                                <a:gd name="connsiteX29" fmla="*/ 87630 w 179069"/>
                                <a:gd name="connsiteY29" fmla="*/ 139065 h 139438"/>
                                <a:gd name="connsiteX30" fmla="*/ 89535 w 179069"/>
                                <a:gd name="connsiteY30" fmla="*/ 139065 h 139438"/>
                                <a:gd name="connsiteX31" fmla="*/ 90488 w 179069"/>
                                <a:gd name="connsiteY31" fmla="*/ 139065 h 139438"/>
                                <a:gd name="connsiteX32" fmla="*/ 105727 w 179069"/>
                                <a:gd name="connsiteY32" fmla="*/ 137160 h 139438"/>
                                <a:gd name="connsiteX33" fmla="*/ 120015 w 179069"/>
                                <a:gd name="connsiteY33" fmla="*/ 129540 h 139438"/>
                                <a:gd name="connsiteX34" fmla="*/ 121920 w 179069"/>
                                <a:gd name="connsiteY34" fmla="*/ 128588 h 139438"/>
                                <a:gd name="connsiteX35" fmla="*/ 123825 w 179069"/>
                                <a:gd name="connsiteY35" fmla="*/ 127635 h 139438"/>
                                <a:gd name="connsiteX36" fmla="*/ 129540 w 179069"/>
                                <a:gd name="connsiteY36" fmla="*/ 124777 h 139438"/>
                                <a:gd name="connsiteX37" fmla="*/ 131445 w 179069"/>
                                <a:gd name="connsiteY37" fmla="*/ 123825 h 139438"/>
                                <a:gd name="connsiteX38" fmla="*/ 132397 w 179069"/>
                                <a:gd name="connsiteY38" fmla="*/ 122873 h 139438"/>
                                <a:gd name="connsiteX39" fmla="*/ 133350 w 179069"/>
                                <a:gd name="connsiteY39" fmla="*/ 122873 h 139438"/>
                                <a:gd name="connsiteX40" fmla="*/ 139065 w 179069"/>
                                <a:gd name="connsiteY40" fmla="*/ 120967 h 139438"/>
                                <a:gd name="connsiteX41" fmla="*/ 152400 w 179069"/>
                                <a:gd name="connsiteY41" fmla="*/ 120015 h 139438"/>
                                <a:gd name="connsiteX42" fmla="*/ 157163 w 179069"/>
                                <a:gd name="connsiteY42" fmla="*/ 120015 h 139438"/>
                                <a:gd name="connsiteX43" fmla="*/ 160020 w 179069"/>
                                <a:gd name="connsiteY43" fmla="*/ 120015 h 139438"/>
                                <a:gd name="connsiteX44" fmla="*/ 160972 w 179069"/>
                                <a:gd name="connsiteY44" fmla="*/ 120015 h 139438"/>
                                <a:gd name="connsiteX45" fmla="*/ 160972 w 179069"/>
                                <a:gd name="connsiteY45" fmla="*/ 120015 h 139438"/>
                                <a:gd name="connsiteX46" fmla="*/ 160972 w 179069"/>
                                <a:gd name="connsiteY46" fmla="*/ 120015 h 139438"/>
                                <a:gd name="connsiteX47" fmla="*/ 163830 w 179069"/>
                                <a:gd name="connsiteY47" fmla="*/ 120015 h 139438"/>
                                <a:gd name="connsiteX48" fmla="*/ 164782 w 179069"/>
                                <a:gd name="connsiteY48" fmla="*/ 120015 h 139438"/>
                                <a:gd name="connsiteX49" fmla="*/ 164782 w 179069"/>
                                <a:gd name="connsiteY49" fmla="*/ 120015 h 139438"/>
                                <a:gd name="connsiteX50" fmla="*/ 167640 w 179069"/>
                                <a:gd name="connsiteY50" fmla="*/ 119063 h 139438"/>
                                <a:gd name="connsiteX51" fmla="*/ 170497 w 179069"/>
                                <a:gd name="connsiteY51" fmla="*/ 117157 h 139438"/>
                                <a:gd name="connsiteX52" fmla="*/ 175260 w 179069"/>
                                <a:gd name="connsiteY52" fmla="*/ 110490 h 139438"/>
                                <a:gd name="connsiteX53" fmla="*/ 179070 w 179069"/>
                                <a:gd name="connsiteY53" fmla="*/ 90488 h 139438"/>
                                <a:gd name="connsiteX54" fmla="*/ 176213 w 179069"/>
                                <a:gd name="connsiteY54" fmla="*/ 68580 h 139438"/>
                                <a:gd name="connsiteX55" fmla="*/ 171450 w 179069"/>
                                <a:gd name="connsiteY55" fmla="*/ 49530 h 139438"/>
                                <a:gd name="connsiteX56" fmla="*/ 163830 w 179069"/>
                                <a:gd name="connsiteY56" fmla="*/ 31432 h 139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79069" h="139438">
                                  <a:moveTo>
                                    <a:pt x="163830" y="31432"/>
                                  </a:moveTo>
                                  <a:cubicBezTo>
                                    <a:pt x="162877" y="28575"/>
                                    <a:pt x="161925" y="26670"/>
                                    <a:pt x="160020" y="24765"/>
                                  </a:cubicBezTo>
                                  <a:cubicBezTo>
                                    <a:pt x="159068" y="22860"/>
                                    <a:pt x="157163" y="20002"/>
                                    <a:pt x="156210" y="18098"/>
                                  </a:cubicBezTo>
                                  <a:cubicBezTo>
                                    <a:pt x="155257" y="17145"/>
                                    <a:pt x="155257" y="16192"/>
                                    <a:pt x="154305" y="15240"/>
                                  </a:cubicBezTo>
                                  <a:cubicBezTo>
                                    <a:pt x="154305" y="15240"/>
                                    <a:pt x="150495" y="11430"/>
                                    <a:pt x="150495" y="10477"/>
                                  </a:cubicBezTo>
                                  <a:cubicBezTo>
                                    <a:pt x="150495" y="10477"/>
                                    <a:pt x="150495" y="10477"/>
                                    <a:pt x="150495" y="10477"/>
                                  </a:cubicBezTo>
                                  <a:cubicBezTo>
                                    <a:pt x="150495" y="10477"/>
                                    <a:pt x="150495" y="10477"/>
                                    <a:pt x="150495" y="10477"/>
                                  </a:cubicBezTo>
                                  <a:cubicBezTo>
                                    <a:pt x="150495" y="10477"/>
                                    <a:pt x="150495" y="10477"/>
                                    <a:pt x="149543" y="10477"/>
                                  </a:cubicBezTo>
                                  <a:cubicBezTo>
                                    <a:pt x="148590" y="10477"/>
                                    <a:pt x="147638" y="9525"/>
                                    <a:pt x="146685" y="9525"/>
                                  </a:cubicBezTo>
                                  <a:cubicBezTo>
                                    <a:pt x="143827" y="8573"/>
                                    <a:pt x="140018" y="6667"/>
                                    <a:pt x="135255" y="5715"/>
                                  </a:cubicBezTo>
                                  <a:cubicBezTo>
                                    <a:pt x="125730" y="2857"/>
                                    <a:pt x="111443" y="0"/>
                                    <a:pt x="96202" y="0"/>
                                  </a:cubicBezTo>
                                  <a:cubicBezTo>
                                    <a:pt x="80963" y="0"/>
                                    <a:pt x="62865" y="2857"/>
                                    <a:pt x="45720" y="12382"/>
                                  </a:cubicBezTo>
                                  <a:cubicBezTo>
                                    <a:pt x="37147" y="17145"/>
                                    <a:pt x="28575" y="23813"/>
                                    <a:pt x="20955" y="32385"/>
                                  </a:cubicBezTo>
                                  <a:cubicBezTo>
                                    <a:pt x="13335" y="40957"/>
                                    <a:pt x="6668" y="52388"/>
                                    <a:pt x="1905" y="66675"/>
                                  </a:cubicBezTo>
                                  <a:cubicBezTo>
                                    <a:pt x="1905" y="66675"/>
                                    <a:pt x="1905" y="67627"/>
                                    <a:pt x="952" y="68580"/>
                                  </a:cubicBezTo>
                                  <a:cubicBezTo>
                                    <a:pt x="952" y="68580"/>
                                    <a:pt x="952" y="68580"/>
                                    <a:pt x="952" y="68580"/>
                                  </a:cubicBezTo>
                                  <a:cubicBezTo>
                                    <a:pt x="0" y="71438"/>
                                    <a:pt x="0" y="75248"/>
                                    <a:pt x="0" y="79057"/>
                                  </a:cubicBezTo>
                                  <a:cubicBezTo>
                                    <a:pt x="0" y="87630"/>
                                    <a:pt x="952" y="95250"/>
                                    <a:pt x="2857" y="101917"/>
                                  </a:cubicBezTo>
                                  <a:cubicBezTo>
                                    <a:pt x="3810" y="104775"/>
                                    <a:pt x="4763" y="107632"/>
                                    <a:pt x="5715" y="109538"/>
                                  </a:cubicBezTo>
                                  <a:cubicBezTo>
                                    <a:pt x="6668" y="111442"/>
                                    <a:pt x="7620" y="114300"/>
                                    <a:pt x="9525" y="116205"/>
                                  </a:cubicBezTo>
                                  <a:cubicBezTo>
                                    <a:pt x="10477" y="117157"/>
                                    <a:pt x="10477" y="118110"/>
                                    <a:pt x="11430" y="119063"/>
                                  </a:cubicBezTo>
                                  <a:cubicBezTo>
                                    <a:pt x="11430" y="119063"/>
                                    <a:pt x="11430" y="119063"/>
                                    <a:pt x="11430" y="120015"/>
                                  </a:cubicBezTo>
                                  <a:cubicBezTo>
                                    <a:pt x="15240" y="125730"/>
                                    <a:pt x="20002" y="129540"/>
                                    <a:pt x="24765" y="132398"/>
                                  </a:cubicBezTo>
                                  <a:cubicBezTo>
                                    <a:pt x="26670" y="133350"/>
                                    <a:pt x="29527" y="134302"/>
                                    <a:pt x="31432" y="135255"/>
                                  </a:cubicBezTo>
                                  <a:cubicBezTo>
                                    <a:pt x="33338" y="136207"/>
                                    <a:pt x="36195" y="136207"/>
                                    <a:pt x="38100" y="136207"/>
                                  </a:cubicBezTo>
                                  <a:cubicBezTo>
                                    <a:pt x="46672" y="137160"/>
                                    <a:pt x="55245" y="135255"/>
                                    <a:pt x="60007" y="133350"/>
                                  </a:cubicBezTo>
                                  <a:cubicBezTo>
                                    <a:pt x="60007" y="133350"/>
                                    <a:pt x="60960" y="133350"/>
                                    <a:pt x="60960" y="133350"/>
                                  </a:cubicBezTo>
                                  <a:cubicBezTo>
                                    <a:pt x="63818" y="132398"/>
                                    <a:pt x="65722" y="131445"/>
                                    <a:pt x="65722" y="130492"/>
                                  </a:cubicBezTo>
                                  <a:cubicBezTo>
                                    <a:pt x="67627" y="131445"/>
                                    <a:pt x="69532" y="132398"/>
                                    <a:pt x="72390" y="133350"/>
                                  </a:cubicBezTo>
                                  <a:cubicBezTo>
                                    <a:pt x="78105" y="136207"/>
                                    <a:pt x="82868" y="138113"/>
                                    <a:pt x="87630" y="139065"/>
                                  </a:cubicBezTo>
                                  <a:cubicBezTo>
                                    <a:pt x="88582" y="139065"/>
                                    <a:pt x="89535" y="139065"/>
                                    <a:pt x="89535" y="139065"/>
                                  </a:cubicBezTo>
                                  <a:cubicBezTo>
                                    <a:pt x="89535" y="139065"/>
                                    <a:pt x="89535" y="139065"/>
                                    <a:pt x="90488" y="139065"/>
                                  </a:cubicBezTo>
                                  <a:cubicBezTo>
                                    <a:pt x="95250" y="140017"/>
                                    <a:pt x="100965" y="139065"/>
                                    <a:pt x="105727" y="137160"/>
                                  </a:cubicBezTo>
                                  <a:cubicBezTo>
                                    <a:pt x="110490" y="135255"/>
                                    <a:pt x="115252" y="133350"/>
                                    <a:pt x="120015" y="129540"/>
                                  </a:cubicBezTo>
                                  <a:cubicBezTo>
                                    <a:pt x="120968" y="129540"/>
                                    <a:pt x="120968" y="128588"/>
                                    <a:pt x="121920" y="128588"/>
                                  </a:cubicBezTo>
                                  <a:cubicBezTo>
                                    <a:pt x="122872" y="128588"/>
                                    <a:pt x="122872" y="127635"/>
                                    <a:pt x="123825" y="127635"/>
                                  </a:cubicBezTo>
                                  <a:cubicBezTo>
                                    <a:pt x="125730" y="126682"/>
                                    <a:pt x="127635" y="125730"/>
                                    <a:pt x="129540" y="124777"/>
                                  </a:cubicBezTo>
                                  <a:cubicBezTo>
                                    <a:pt x="130493" y="124777"/>
                                    <a:pt x="130493" y="124777"/>
                                    <a:pt x="131445" y="123825"/>
                                  </a:cubicBezTo>
                                  <a:cubicBezTo>
                                    <a:pt x="131445" y="123825"/>
                                    <a:pt x="132397" y="123825"/>
                                    <a:pt x="132397" y="122873"/>
                                  </a:cubicBezTo>
                                  <a:lnTo>
                                    <a:pt x="133350" y="122873"/>
                                  </a:lnTo>
                                  <a:cubicBezTo>
                                    <a:pt x="134302" y="122873"/>
                                    <a:pt x="136207" y="121920"/>
                                    <a:pt x="139065" y="120967"/>
                                  </a:cubicBezTo>
                                  <a:cubicBezTo>
                                    <a:pt x="141922" y="120015"/>
                                    <a:pt x="145732" y="120015"/>
                                    <a:pt x="152400" y="120015"/>
                                  </a:cubicBezTo>
                                  <a:cubicBezTo>
                                    <a:pt x="154305" y="120015"/>
                                    <a:pt x="155257" y="120015"/>
                                    <a:pt x="157163" y="120015"/>
                                  </a:cubicBezTo>
                                  <a:cubicBezTo>
                                    <a:pt x="158115" y="120015"/>
                                    <a:pt x="159068" y="120015"/>
                                    <a:pt x="160020" y="120015"/>
                                  </a:cubicBezTo>
                                  <a:lnTo>
                                    <a:pt x="160972" y="120015"/>
                                  </a:lnTo>
                                  <a:lnTo>
                                    <a:pt x="160972" y="120015"/>
                                  </a:lnTo>
                                  <a:cubicBezTo>
                                    <a:pt x="160972" y="120015"/>
                                    <a:pt x="160972" y="120015"/>
                                    <a:pt x="160972" y="120015"/>
                                  </a:cubicBezTo>
                                  <a:cubicBezTo>
                                    <a:pt x="161925" y="120015"/>
                                    <a:pt x="162877" y="120015"/>
                                    <a:pt x="163830" y="120015"/>
                                  </a:cubicBezTo>
                                  <a:cubicBezTo>
                                    <a:pt x="163830" y="120015"/>
                                    <a:pt x="164782" y="120015"/>
                                    <a:pt x="164782" y="120015"/>
                                  </a:cubicBezTo>
                                  <a:lnTo>
                                    <a:pt x="164782" y="120015"/>
                                  </a:lnTo>
                                  <a:cubicBezTo>
                                    <a:pt x="165735" y="120015"/>
                                    <a:pt x="166688" y="119063"/>
                                    <a:pt x="167640" y="119063"/>
                                  </a:cubicBezTo>
                                  <a:cubicBezTo>
                                    <a:pt x="168593" y="118110"/>
                                    <a:pt x="169545" y="118110"/>
                                    <a:pt x="170497" y="117157"/>
                                  </a:cubicBezTo>
                                  <a:cubicBezTo>
                                    <a:pt x="172402" y="115252"/>
                                    <a:pt x="173355" y="113348"/>
                                    <a:pt x="175260" y="110490"/>
                                  </a:cubicBezTo>
                                  <a:cubicBezTo>
                                    <a:pt x="178118" y="105727"/>
                                    <a:pt x="179070" y="98107"/>
                                    <a:pt x="179070" y="90488"/>
                                  </a:cubicBezTo>
                                  <a:cubicBezTo>
                                    <a:pt x="178118" y="82867"/>
                                    <a:pt x="177165" y="76200"/>
                                    <a:pt x="176213" y="68580"/>
                                  </a:cubicBezTo>
                                  <a:cubicBezTo>
                                    <a:pt x="175260" y="61913"/>
                                    <a:pt x="173355" y="55245"/>
                                    <a:pt x="171450" y="49530"/>
                                  </a:cubicBezTo>
                                  <a:cubicBezTo>
                                    <a:pt x="167640" y="40957"/>
                                    <a:pt x="165735" y="36195"/>
                                    <a:pt x="163830" y="31432"/>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1D3E1C79-33F8-4B24-BB8D-99BE8F6F0DA7}"/>
                                </a:ext>
                              </a:extLst>
                            </p:cNvPr>
                            <p:cNvSpPr/>
                            <p:nvPr/>
                          </p:nvSpPr>
                          <p:spPr>
                            <a:xfrm>
                              <a:off x="3702549" y="1923922"/>
                              <a:ext cx="165734" cy="128587"/>
                            </a:xfrm>
                            <a:custGeom>
                              <a:avLst/>
                              <a:gdLst>
                                <a:gd name="connsiteX0" fmla="*/ 150495 w 165734"/>
                                <a:gd name="connsiteY0" fmla="*/ 8573 h 128587"/>
                                <a:gd name="connsiteX1" fmla="*/ 149543 w 165734"/>
                                <a:gd name="connsiteY1" fmla="*/ 9525 h 128587"/>
                                <a:gd name="connsiteX2" fmla="*/ 150495 w 165734"/>
                                <a:gd name="connsiteY2" fmla="*/ 15240 h 128587"/>
                                <a:gd name="connsiteX3" fmla="*/ 154305 w 165734"/>
                                <a:gd name="connsiteY3" fmla="*/ 29527 h 128587"/>
                                <a:gd name="connsiteX4" fmla="*/ 160020 w 165734"/>
                                <a:gd name="connsiteY4" fmla="*/ 49530 h 128587"/>
                                <a:gd name="connsiteX5" fmla="*/ 161925 w 165734"/>
                                <a:gd name="connsiteY5" fmla="*/ 55245 h 128587"/>
                                <a:gd name="connsiteX6" fmla="*/ 162877 w 165734"/>
                                <a:gd name="connsiteY6" fmla="*/ 58102 h 128587"/>
                                <a:gd name="connsiteX7" fmla="*/ 162877 w 165734"/>
                                <a:gd name="connsiteY7" fmla="*/ 59055 h 128587"/>
                                <a:gd name="connsiteX8" fmla="*/ 162877 w 165734"/>
                                <a:gd name="connsiteY8" fmla="*/ 60007 h 128587"/>
                                <a:gd name="connsiteX9" fmla="*/ 162877 w 165734"/>
                                <a:gd name="connsiteY9" fmla="*/ 60960 h 128587"/>
                                <a:gd name="connsiteX10" fmla="*/ 164782 w 165734"/>
                                <a:gd name="connsiteY10" fmla="*/ 71438 h 128587"/>
                                <a:gd name="connsiteX11" fmla="*/ 165735 w 165734"/>
                                <a:gd name="connsiteY11" fmla="*/ 77152 h 128587"/>
                                <a:gd name="connsiteX12" fmla="*/ 165735 w 165734"/>
                                <a:gd name="connsiteY12" fmla="*/ 81915 h 128587"/>
                                <a:gd name="connsiteX13" fmla="*/ 165735 w 165734"/>
                                <a:gd name="connsiteY13" fmla="*/ 84773 h 128587"/>
                                <a:gd name="connsiteX14" fmla="*/ 165735 w 165734"/>
                                <a:gd name="connsiteY14" fmla="*/ 86677 h 128587"/>
                                <a:gd name="connsiteX15" fmla="*/ 165735 w 165734"/>
                                <a:gd name="connsiteY15" fmla="*/ 90488 h 128587"/>
                                <a:gd name="connsiteX16" fmla="*/ 165735 w 165734"/>
                                <a:gd name="connsiteY16" fmla="*/ 97155 h 128587"/>
                                <a:gd name="connsiteX17" fmla="*/ 164782 w 165734"/>
                                <a:gd name="connsiteY17" fmla="*/ 101917 h 128587"/>
                                <a:gd name="connsiteX18" fmla="*/ 163830 w 165734"/>
                                <a:gd name="connsiteY18" fmla="*/ 104775 h 128587"/>
                                <a:gd name="connsiteX19" fmla="*/ 162877 w 165734"/>
                                <a:gd name="connsiteY19" fmla="*/ 106680 h 128587"/>
                                <a:gd name="connsiteX20" fmla="*/ 162877 w 165734"/>
                                <a:gd name="connsiteY20" fmla="*/ 106680 h 128587"/>
                                <a:gd name="connsiteX21" fmla="*/ 162877 w 165734"/>
                                <a:gd name="connsiteY21" fmla="*/ 106680 h 128587"/>
                                <a:gd name="connsiteX22" fmla="*/ 162877 w 165734"/>
                                <a:gd name="connsiteY22" fmla="*/ 105727 h 128587"/>
                                <a:gd name="connsiteX23" fmla="*/ 162877 w 165734"/>
                                <a:gd name="connsiteY23" fmla="*/ 103823 h 128587"/>
                                <a:gd name="connsiteX24" fmla="*/ 162877 w 165734"/>
                                <a:gd name="connsiteY24" fmla="*/ 100013 h 128587"/>
                                <a:gd name="connsiteX25" fmla="*/ 162877 w 165734"/>
                                <a:gd name="connsiteY25" fmla="*/ 95250 h 128587"/>
                                <a:gd name="connsiteX26" fmla="*/ 162877 w 165734"/>
                                <a:gd name="connsiteY26" fmla="*/ 88582 h 128587"/>
                                <a:gd name="connsiteX27" fmla="*/ 162877 w 165734"/>
                                <a:gd name="connsiteY27" fmla="*/ 84773 h 128587"/>
                                <a:gd name="connsiteX28" fmla="*/ 162877 w 165734"/>
                                <a:gd name="connsiteY28" fmla="*/ 82867 h 128587"/>
                                <a:gd name="connsiteX29" fmla="*/ 162877 w 165734"/>
                                <a:gd name="connsiteY29" fmla="*/ 80963 h 128587"/>
                                <a:gd name="connsiteX30" fmla="*/ 162877 w 165734"/>
                                <a:gd name="connsiteY30" fmla="*/ 76200 h 128587"/>
                                <a:gd name="connsiteX31" fmla="*/ 161925 w 165734"/>
                                <a:gd name="connsiteY31" fmla="*/ 71438 h 128587"/>
                                <a:gd name="connsiteX32" fmla="*/ 160020 w 165734"/>
                                <a:gd name="connsiteY32" fmla="*/ 60960 h 128587"/>
                                <a:gd name="connsiteX33" fmla="*/ 160020 w 165734"/>
                                <a:gd name="connsiteY33" fmla="*/ 60007 h 128587"/>
                                <a:gd name="connsiteX34" fmla="*/ 160020 w 165734"/>
                                <a:gd name="connsiteY34" fmla="*/ 59055 h 128587"/>
                                <a:gd name="connsiteX35" fmla="*/ 160020 w 165734"/>
                                <a:gd name="connsiteY35" fmla="*/ 58102 h 128587"/>
                                <a:gd name="connsiteX36" fmla="*/ 159068 w 165734"/>
                                <a:gd name="connsiteY36" fmla="*/ 55245 h 128587"/>
                                <a:gd name="connsiteX37" fmla="*/ 157163 w 165734"/>
                                <a:gd name="connsiteY37" fmla="*/ 49530 h 128587"/>
                                <a:gd name="connsiteX38" fmla="*/ 150495 w 165734"/>
                                <a:gd name="connsiteY38" fmla="*/ 29527 h 128587"/>
                                <a:gd name="connsiteX39" fmla="*/ 145732 w 165734"/>
                                <a:gd name="connsiteY39" fmla="*/ 11430 h 128587"/>
                                <a:gd name="connsiteX40" fmla="*/ 143827 w 165734"/>
                                <a:gd name="connsiteY40" fmla="*/ 13335 h 128587"/>
                                <a:gd name="connsiteX41" fmla="*/ 140970 w 165734"/>
                                <a:gd name="connsiteY41" fmla="*/ 17145 h 128587"/>
                                <a:gd name="connsiteX42" fmla="*/ 137160 w 165734"/>
                                <a:gd name="connsiteY42" fmla="*/ 20955 h 128587"/>
                                <a:gd name="connsiteX43" fmla="*/ 128588 w 165734"/>
                                <a:gd name="connsiteY43" fmla="*/ 30480 h 128587"/>
                                <a:gd name="connsiteX44" fmla="*/ 126682 w 165734"/>
                                <a:gd name="connsiteY44" fmla="*/ 32385 h 128587"/>
                                <a:gd name="connsiteX45" fmla="*/ 126682 w 165734"/>
                                <a:gd name="connsiteY45" fmla="*/ 32385 h 128587"/>
                                <a:gd name="connsiteX46" fmla="*/ 124777 w 165734"/>
                                <a:gd name="connsiteY46" fmla="*/ 38100 h 128587"/>
                                <a:gd name="connsiteX47" fmla="*/ 123825 w 165734"/>
                                <a:gd name="connsiteY47" fmla="*/ 46673 h 128587"/>
                                <a:gd name="connsiteX48" fmla="*/ 124777 w 165734"/>
                                <a:gd name="connsiteY48" fmla="*/ 67627 h 128587"/>
                                <a:gd name="connsiteX49" fmla="*/ 125730 w 165734"/>
                                <a:gd name="connsiteY49" fmla="*/ 79057 h 128587"/>
                                <a:gd name="connsiteX50" fmla="*/ 125730 w 165734"/>
                                <a:gd name="connsiteY50" fmla="*/ 84773 h 128587"/>
                                <a:gd name="connsiteX51" fmla="*/ 125730 w 165734"/>
                                <a:gd name="connsiteY51" fmla="*/ 89535 h 128587"/>
                                <a:gd name="connsiteX52" fmla="*/ 125730 w 165734"/>
                                <a:gd name="connsiteY52" fmla="*/ 98107 h 128587"/>
                                <a:gd name="connsiteX53" fmla="*/ 125730 w 165734"/>
                                <a:gd name="connsiteY53" fmla="*/ 101917 h 128587"/>
                                <a:gd name="connsiteX54" fmla="*/ 125730 w 165734"/>
                                <a:gd name="connsiteY54" fmla="*/ 104775 h 128587"/>
                                <a:gd name="connsiteX55" fmla="*/ 122872 w 165734"/>
                                <a:gd name="connsiteY55" fmla="*/ 112395 h 128587"/>
                                <a:gd name="connsiteX56" fmla="*/ 121920 w 165734"/>
                                <a:gd name="connsiteY56" fmla="*/ 113348 h 128587"/>
                                <a:gd name="connsiteX57" fmla="*/ 121920 w 165734"/>
                                <a:gd name="connsiteY57" fmla="*/ 114300 h 128587"/>
                                <a:gd name="connsiteX58" fmla="*/ 120968 w 165734"/>
                                <a:gd name="connsiteY58" fmla="*/ 115252 h 128587"/>
                                <a:gd name="connsiteX59" fmla="*/ 120968 w 165734"/>
                                <a:gd name="connsiteY59" fmla="*/ 116205 h 128587"/>
                                <a:gd name="connsiteX60" fmla="*/ 120015 w 165734"/>
                                <a:gd name="connsiteY60" fmla="*/ 117157 h 128587"/>
                                <a:gd name="connsiteX61" fmla="*/ 118110 w 165734"/>
                                <a:gd name="connsiteY61" fmla="*/ 118110 h 128587"/>
                                <a:gd name="connsiteX62" fmla="*/ 120015 w 165734"/>
                                <a:gd name="connsiteY62" fmla="*/ 117157 h 128587"/>
                                <a:gd name="connsiteX63" fmla="*/ 120968 w 165734"/>
                                <a:gd name="connsiteY63" fmla="*/ 116205 h 128587"/>
                                <a:gd name="connsiteX64" fmla="*/ 120968 w 165734"/>
                                <a:gd name="connsiteY64" fmla="*/ 115252 h 128587"/>
                                <a:gd name="connsiteX65" fmla="*/ 121920 w 165734"/>
                                <a:gd name="connsiteY65" fmla="*/ 114300 h 128587"/>
                                <a:gd name="connsiteX66" fmla="*/ 121920 w 165734"/>
                                <a:gd name="connsiteY66" fmla="*/ 113348 h 128587"/>
                                <a:gd name="connsiteX67" fmla="*/ 122872 w 165734"/>
                                <a:gd name="connsiteY67" fmla="*/ 112395 h 128587"/>
                                <a:gd name="connsiteX68" fmla="*/ 125730 w 165734"/>
                                <a:gd name="connsiteY68" fmla="*/ 104775 h 128587"/>
                                <a:gd name="connsiteX69" fmla="*/ 125730 w 165734"/>
                                <a:gd name="connsiteY69" fmla="*/ 101917 h 128587"/>
                                <a:gd name="connsiteX70" fmla="*/ 125730 w 165734"/>
                                <a:gd name="connsiteY70" fmla="*/ 98107 h 128587"/>
                                <a:gd name="connsiteX71" fmla="*/ 125730 w 165734"/>
                                <a:gd name="connsiteY71" fmla="*/ 89535 h 128587"/>
                                <a:gd name="connsiteX72" fmla="*/ 125730 w 165734"/>
                                <a:gd name="connsiteY72" fmla="*/ 84773 h 128587"/>
                                <a:gd name="connsiteX73" fmla="*/ 125730 w 165734"/>
                                <a:gd name="connsiteY73" fmla="*/ 79057 h 128587"/>
                                <a:gd name="connsiteX74" fmla="*/ 124777 w 165734"/>
                                <a:gd name="connsiteY74" fmla="*/ 68580 h 128587"/>
                                <a:gd name="connsiteX75" fmla="*/ 122872 w 165734"/>
                                <a:gd name="connsiteY75" fmla="*/ 47625 h 128587"/>
                                <a:gd name="connsiteX76" fmla="*/ 123825 w 165734"/>
                                <a:gd name="connsiteY76" fmla="*/ 39052 h 128587"/>
                                <a:gd name="connsiteX77" fmla="*/ 123825 w 165734"/>
                                <a:gd name="connsiteY77" fmla="*/ 38100 h 128587"/>
                                <a:gd name="connsiteX78" fmla="*/ 120968 w 165734"/>
                                <a:gd name="connsiteY78" fmla="*/ 40957 h 128587"/>
                                <a:gd name="connsiteX79" fmla="*/ 110490 w 165734"/>
                                <a:gd name="connsiteY79" fmla="*/ 51435 h 128587"/>
                                <a:gd name="connsiteX80" fmla="*/ 101918 w 165734"/>
                                <a:gd name="connsiteY80" fmla="*/ 60960 h 128587"/>
                                <a:gd name="connsiteX81" fmla="*/ 100965 w 165734"/>
                                <a:gd name="connsiteY81" fmla="*/ 61913 h 128587"/>
                                <a:gd name="connsiteX82" fmla="*/ 100013 w 165734"/>
                                <a:gd name="connsiteY82" fmla="*/ 63817 h 128587"/>
                                <a:gd name="connsiteX83" fmla="*/ 98107 w 165734"/>
                                <a:gd name="connsiteY83" fmla="*/ 73342 h 128587"/>
                                <a:gd name="connsiteX84" fmla="*/ 98107 w 165734"/>
                                <a:gd name="connsiteY84" fmla="*/ 80010 h 128587"/>
                                <a:gd name="connsiteX85" fmla="*/ 97155 w 165734"/>
                                <a:gd name="connsiteY85" fmla="*/ 87630 h 128587"/>
                                <a:gd name="connsiteX86" fmla="*/ 96202 w 165734"/>
                                <a:gd name="connsiteY86" fmla="*/ 91440 h 128587"/>
                                <a:gd name="connsiteX87" fmla="*/ 95250 w 165734"/>
                                <a:gd name="connsiteY87" fmla="*/ 95250 h 128587"/>
                                <a:gd name="connsiteX88" fmla="*/ 94297 w 165734"/>
                                <a:gd name="connsiteY88" fmla="*/ 99060 h 128587"/>
                                <a:gd name="connsiteX89" fmla="*/ 93345 w 165734"/>
                                <a:gd name="connsiteY89" fmla="*/ 102870 h 128587"/>
                                <a:gd name="connsiteX90" fmla="*/ 91440 w 165734"/>
                                <a:gd name="connsiteY90" fmla="*/ 110490 h 128587"/>
                                <a:gd name="connsiteX91" fmla="*/ 89535 w 165734"/>
                                <a:gd name="connsiteY91" fmla="*/ 117157 h 128587"/>
                                <a:gd name="connsiteX92" fmla="*/ 88582 w 165734"/>
                                <a:gd name="connsiteY92" fmla="*/ 120967 h 128587"/>
                                <a:gd name="connsiteX93" fmla="*/ 87630 w 165734"/>
                                <a:gd name="connsiteY93" fmla="*/ 124777 h 128587"/>
                                <a:gd name="connsiteX94" fmla="*/ 87630 w 165734"/>
                                <a:gd name="connsiteY94" fmla="*/ 126682 h 128587"/>
                                <a:gd name="connsiteX95" fmla="*/ 87630 w 165734"/>
                                <a:gd name="connsiteY95" fmla="*/ 128588 h 128587"/>
                                <a:gd name="connsiteX96" fmla="*/ 86677 w 165734"/>
                                <a:gd name="connsiteY96" fmla="*/ 128588 h 128587"/>
                                <a:gd name="connsiteX97" fmla="*/ 87630 w 165734"/>
                                <a:gd name="connsiteY97" fmla="*/ 124777 h 128587"/>
                                <a:gd name="connsiteX98" fmla="*/ 88582 w 165734"/>
                                <a:gd name="connsiteY98" fmla="*/ 120967 h 128587"/>
                                <a:gd name="connsiteX99" fmla="*/ 89535 w 165734"/>
                                <a:gd name="connsiteY99" fmla="*/ 117157 h 128587"/>
                                <a:gd name="connsiteX100" fmla="*/ 91440 w 165734"/>
                                <a:gd name="connsiteY100" fmla="*/ 110490 h 128587"/>
                                <a:gd name="connsiteX101" fmla="*/ 92393 w 165734"/>
                                <a:gd name="connsiteY101" fmla="*/ 102870 h 128587"/>
                                <a:gd name="connsiteX102" fmla="*/ 92393 w 165734"/>
                                <a:gd name="connsiteY102" fmla="*/ 100965 h 128587"/>
                                <a:gd name="connsiteX103" fmla="*/ 92393 w 165734"/>
                                <a:gd name="connsiteY103" fmla="*/ 99060 h 128587"/>
                                <a:gd name="connsiteX104" fmla="*/ 93345 w 165734"/>
                                <a:gd name="connsiteY104" fmla="*/ 95250 h 128587"/>
                                <a:gd name="connsiteX105" fmla="*/ 93345 w 165734"/>
                                <a:gd name="connsiteY105" fmla="*/ 91440 h 128587"/>
                                <a:gd name="connsiteX106" fmla="*/ 93345 w 165734"/>
                                <a:gd name="connsiteY106" fmla="*/ 87630 h 128587"/>
                                <a:gd name="connsiteX107" fmla="*/ 93345 w 165734"/>
                                <a:gd name="connsiteY107" fmla="*/ 80010 h 128587"/>
                                <a:gd name="connsiteX108" fmla="*/ 93345 w 165734"/>
                                <a:gd name="connsiteY108" fmla="*/ 73342 h 128587"/>
                                <a:gd name="connsiteX109" fmla="*/ 94297 w 165734"/>
                                <a:gd name="connsiteY109" fmla="*/ 66675 h 128587"/>
                                <a:gd name="connsiteX110" fmla="*/ 88582 w 165734"/>
                                <a:gd name="connsiteY110" fmla="*/ 73342 h 128587"/>
                                <a:gd name="connsiteX111" fmla="*/ 79057 w 165734"/>
                                <a:gd name="connsiteY111" fmla="*/ 84773 h 128587"/>
                                <a:gd name="connsiteX112" fmla="*/ 74295 w 165734"/>
                                <a:gd name="connsiteY112" fmla="*/ 90488 h 128587"/>
                                <a:gd name="connsiteX113" fmla="*/ 70485 w 165734"/>
                                <a:gd name="connsiteY113" fmla="*/ 96202 h 128587"/>
                                <a:gd name="connsiteX114" fmla="*/ 62865 w 165734"/>
                                <a:gd name="connsiteY114" fmla="*/ 108585 h 128587"/>
                                <a:gd name="connsiteX115" fmla="*/ 60007 w 165734"/>
                                <a:gd name="connsiteY115" fmla="*/ 114300 h 128587"/>
                                <a:gd name="connsiteX116" fmla="*/ 58102 w 165734"/>
                                <a:gd name="connsiteY116" fmla="*/ 120015 h 128587"/>
                                <a:gd name="connsiteX117" fmla="*/ 57150 w 165734"/>
                                <a:gd name="connsiteY117" fmla="*/ 120015 h 128587"/>
                                <a:gd name="connsiteX118" fmla="*/ 57150 w 165734"/>
                                <a:gd name="connsiteY118" fmla="*/ 120015 h 128587"/>
                                <a:gd name="connsiteX119" fmla="*/ 59055 w 165734"/>
                                <a:gd name="connsiteY119" fmla="*/ 114300 h 128587"/>
                                <a:gd name="connsiteX120" fmla="*/ 61913 w 165734"/>
                                <a:gd name="connsiteY120" fmla="*/ 107632 h 128587"/>
                                <a:gd name="connsiteX121" fmla="*/ 68580 w 165734"/>
                                <a:gd name="connsiteY121" fmla="*/ 95250 h 128587"/>
                                <a:gd name="connsiteX122" fmla="*/ 70485 w 165734"/>
                                <a:gd name="connsiteY122" fmla="*/ 92392 h 128587"/>
                                <a:gd name="connsiteX123" fmla="*/ 72390 w 165734"/>
                                <a:gd name="connsiteY123" fmla="*/ 89535 h 128587"/>
                                <a:gd name="connsiteX124" fmla="*/ 74295 w 165734"/>
                                <a:gd name="connsiteY124" fmla="*/ 86677 h 128587"/>
                                <a:gd name="connsiteX125" fmla="*/ 76200 w 165734"/>
                                <a:gd name="connsiteY125" fmla="*/ 83820 h 128587"/>
                                <a:gd name="connsiteX126" fmla="*/ 85725 w 165734"/>
                                <a:gd name="connsiteY126" fmla="*/ 72390 h 128587"/>
                                <a:gd name="connsiteX127" fmla="*/ 96202 w 165734"/>
                                <a:gd name="connsiteY127" fmla="*/ 60960 h 128587"/>
                                <a:gd name="connsiteX128" fmla="*/ 103822 w 165734"/>
                                <a:gd name="connsiteY128" fmla="*/ 52388 h 128587"/>
                                <a:gd name="connsiteX129" fmla="*/ 101918 w 165734"/>
                                <a:gd name="connsiteY129" fmla="*/ 53340 h 128587"/>
                                <a:gd name="connsiteX130" fmla="*/ 93345 w 165734"/>
                                <a:gd name="connsiteY130" fmla="*/ 55245 h 128587"/>
                                <a:gd name="connsiteX131" fmla="*/ 72390 w 165734"/>
                                <a:gd name="connsiteY131" fmla="*/ 59055 h 128587"/>
                                <a:gd name="connsiteX132" fmla="*/ 60007 w 165734"/>
                                <a:gd name="connsiteY132" fmla="*/ 61913 h 128587"/>
                                <a:gd name="connsiteX133" fmla="*/ 47625 w 165734"/>
                                <a:gd name="connsiteY133" fmla="*/ 65723 h 128587"/>
                                <a:gd name="connsiteX134" fmla="*/ 35243 w 165734"/>
                                <a:gd name="connsiteY134" fmla="*/ 72390 h 128587"/>
                                <a:gd name="connsiteX135" fmla="*/ 23813 w 165734"/>
                                <a:gd name="connsiteY135" fmla="*/ 81915 h 128587"/>
                                <a:gd name="connsiteX136" fmla="*/ 19050 w 165734"/>
                                <a:gd name="connsiteY136" fmla="*/ 87630 h 128587"/>
                                <a:gd name="connsiteX137" fmla="*/ 14288 w 165734"/>
                                <a:gd name="connsiteY137" fmla="*/ 93345 h 128587"/>
                                <a:gd name="connsiteX138" fmla="*/ 12382 w 165734"/>
                                <a:gd name="connsiteY138" fmla="*/ 96202 h 128587"/>
                                <a:gd name="connsiteX139" fmla="*/ 10477 w 165734"/>
                                <a:gd name="connsiteY139" fmla="*/ 100013 h 128587"/>
                                <a:gd name="connsiteX140" fmla="*/ 7620 w 165734"/>
                                <a:gd name="connsiteY140" fmla="*/ 106680 h 128587"/>
                                <a:gd name="connsiteX141" fmla="*/ 6668 w 165734"/>
                                <a:gd name="connsiteY141" fmla="*/ 107632 h 128587"/>
                                <a:gd name="connsiteX142" fmla="*/ 6668 w 165734"/>
                                <a:gd name="connsiteY142" fmla="*/ 106680 h 128587"/>
                                <a:gd name="connsiteX143" fmla="*/ 7620 w 165734"/>
                                <a:gd name="connsiteY143" fmla="*/ 105727 h 128587"/>
                                <a:gd name="connsiteX144" fmla="*/ 15240 w 165734"/>
                                <a:gd name="connsiteY144" fmla="*/ 91440 h 128587"/>
                                <a:gd name="connsiteX145" fmla="*/ 24765 w 165734"/>
                                <a:gd name="connsiteY145" fmla="*/ 79057 h 128587"/>
                                <a:gd name="connsiteX146" fmla="*/ 36195 w 165734"/>
                                <a:gd name="connsiteY146" fmla="*/ 69532 h 128587"/>
                                <a:gd name="connsiteX147" fmla="*/ 48577 w 165734"/>
                                <a:gd name="connsiteY147" fmla="*/ 62865 h 128587"/>
                                <a:gd name="connsiteX148" fmla="*/ 60960 w 165734"/>
                                <a:gd name="connsiteY148" fmla="*/ 58102 h 128587"/>
                                <a:gd name="connsiteX149" fmla="*/ 73343 w 165734"/>
                                <a:gd name="connsiteY149" fmla="*/ 55245 h 128587"/>
                                <a:gd name="connsiteX150" fmla="*/ 94297 w 165734"/>
                                <a:gd name="connsiteY150" fmla="*/ 51435 h 128587"/>
                                <a:gd name="connsiteX151" fmla="*/ 101918 w 165734"/>
                                <a:gd name="connsiteY151" fmla="*/ 48577 h 128587"/>
                                <a:gd name="connsiteX152" fmla="*/ 107632 w 165734"/>
                                <a:gd name="connsiteY152" fmla="*/ 45720 h 128587"/>
                                <a:gd name="connsiteX153" fmla="*/ 110490 w 165734"/>
                                <a:gd name="connsiteY153" fmla="*/ 43815 h 128587"/>
                                <a:gd name="connsiteX154" fmla="*/ 117157 w 165734"/>
                                <a:gd name="connsiteY154" fmla="*/ 36195 h 128587"/>
                                <a:gd name="connsiteX155" fmla="*/ 121920 w 165734"/>
                                <a:gd name="connsiteY155" fmla="*/ 31432 h 128587"/>
                                <a:gd name="connsiteX156" fmla="*/ 125730 w 165734"/>
                                <a:gd name="connsiteY156" fmla="*/ 26670 h 128587"/>
                                <a:gd name="connsiteX157" fmla="*/ 133350 w 165734"/>
                                <a:gd name="connsiteY157" fmla="*/ 17145 h 128587"/>
                                <a:gd name="connsiteX158" fmla="*/ 134302 w 165734"/>
                                <a:gd name="connsiteY158" fmla="*/ 16192 h 128587"/>
                                <a:gd name="connsiteX159" fmla="*/ 133350 w 165734"/>
                                <a:gd name="connsiteY159" fmla="*/ 16192 h 128587"/>
                                <a:gd name="connsiteX160" fmla="*/ 125730 w 165734"/>
                                <a:gd name="connsiteY160" fmla="*/ 16192 h 128587"/>
                                <a:gd name="connsiteX161" fmla="*/ 120968 w 165734"/>
                                <a:gd name="connsiteY161" fmla="*/ 16192 h 128587"/>
                                <a:gd name="connsiteX162" fmla="*/ 116205 w 165734"/>
                                <a:gd name="connsiteY162" fmla="*/ 16192 h 128587"/>
                                <a:gd name="connsiteX163" fmla="*/ 104775 w 165734"/>
                                <a:gd name="connsiteY163" fmla="*/ 16192 h 128587"/>
                                <a:gd name="connsiteX164" fmla="*/ 91440 w 165734"/>
                                <a:gd name="connsiteY164" fmla="*/ 16192 h 128587"/>
                                <a:gd name="connsiteX165" fmla="*/ 77152 w 165734"/>
                                <a:gd name="connsiteY165" fmla="*/ 17145 h 128587"/>
                                <a:gd name="connsiteX166" fmla="*/ 61913 w 165734"/>
                                <a:gd name="connsiteY166" fmla="*/ 19050 h 128587"/>
                                <a:gd name="connsiteX167" fmla="*/ 46672 w 165734"/>
                                <a:gd name="connsiteY167" fmla="*/ 22860 h 128587"/>
                                <a:gd name="connsiteX168" fmla="*/ 32385 w 165734"/>
                                <a:gd name="connsiteY168" fmla="*/ 28575 h 128587"/>
                                <a:gd name="connsiteX169" fmla="*/ 25718 w 165734"/>
                                <a:gd name="connsiteY169" fmla="*/ 32385 h 128587"/>
                                <a:gd name="connsiteX170" fmla="*/ 19050 w 165734"/>
                                <a:gd name="connsiteY170" fmla="*/ 37148 h 128587"/>
                                <a:gd name="connsiteX171" fmla="*/ 13335 w 165734"/>
                                <a:gd name="connsiteY171" fmla="*/ 41910 h 128587"/>
                                <a:gd name="connsiteX172" fmla="*/ 7620 w 165734"/>
                                <a:gd name="connsiteY172" fmla="*/ 47625 h 128587"/>
                                <a:gd name="connsiteX173" fmla="*/ 2857 w 165734"/>
                                <a:gd name="connsiteY173" fmla="*/ 53340 h 128587"/>
                                <a:gd name="connsiteX174" fmla="*/ 0 w 165734"/>
                                <a:gd name="connsiteY174" fmla="*/ 57150 h 128587"/>
                                <a:gd name="connsiteX175" fmla="*/ 952 w 165734"/>
                                <a:gd name="connsiteY175" fmla="*/ 55245 h 128587"/>
                                <a:gd name="connsiteX176" fmla="*/ 2857 w 165734"/>
                                <a:gd name="connsiteY176" fmla="*/ 52388 h 128587"/>
                                <a:gd name="connsiteX177" fmla="*/ 7620 w 165734"/>
                                <a:gd name="connsiteY177" fmla="*/ 46673 h 128587"/>
                                <a:gd name="connsiteX178" fmla="*/ 13335 w 165734"/>
                                <a:gd name="connsiteY178" fmla="*/ 40957 h 128587"/>
                                <a:gd name="connsiteX179" fmla="*/ 19050 w 165734"/>
                                <a:gd name="connsiteY179" fmla="*/ 36195 h 128587"/>
                                <a:gd name="connsiteX180" fmla="*/ 25718 w 165734"/>
                                <a:gd name="connsiteY180" fmla="*/ 31432 h 128587"/>
                                <a:gd name="connsiteX181" fmla="*/ 32385 w 165734"/>
                                <a:gd name="connsiteY181" fmla="*/ 27623 h 128587"/>
                                <a:gd name="connsiteX182" fmla="*/ 46672 w 165734"/>
                                <a:gd name="connsiteY182" fmla="*/ 21907 h 128587"/>
                                <a:gd name="connsiteX183" fmla="*/ 61913 w 165734"/>
                                <a:gd name="connsiteY183" fmla="*/ 18098 h 128587"/>
                                <a:gd name="connsiteX184" fmla="*/ 77152 w 165734"/>
                                <a:gd name="connsiteY184" fmla="*/ 16192 h 128587"/>
                                <a:gd name="connsiteX185" fmla="*/ 91440 w 165734"/>
                                <a:gd name="connsiteY185" fmla="*/ 15240 h 128587"/>
                                <a:gd name="connsiteX186" fmla="*/ 104775 w 165734"/>
                                <a:gd name="connsiteY186" fmla="*/ 15240 h 128587"/>
                                <a:gd name="connsiteX187" fmla="*/ 116205 w 165734"/>
                                <a:gd name="connsiteY187" fmla="*/ 15240 h 128587"/>
                                <a:gd name="connsiteX188" fmla="*/ 120968 w 165734"/>
                                <a:gd name="connsiteY188" fmla="*/ 15240 h 128587"/>
                                <a:gd name="connsiteX189" fmla="*/ 125730 w 165734"/>
                                <a:gd name="connsiteY189" fmla="*/ 15240 h 128587"/>
                                <a:gd name="connsiteX190" fmla="*/ 133350 w 165734"/>
                                <a:gd name="connsiteY190" fmla="*/ 15240 h 128587"/>
                                <a:gd name="connsiteX191" fmla="*/ 137160 w 165734"/>
                                <a:gd name="connsiteY191" fmla="*/ 15240 h 128587"/>
                                <a:gd name="connsiteX192" fmla="*/ 137160 w 165734"/>
                                <a:gd name="connsiteY192" fmla="*/ 15240 h 128587"/>
                                <a:gd name="connsiteX193" fmla="*/ 140018 w 165734"/>
                                <a:gd name="connsiteY193" fmla="*/ 11430 h 128587"/>
                                <a:gd name="connsiteX194" fmla="*/ 144780 w 165734"/>
                                <a:gd name="connsiteY194" fmla="*/ 4763 h 128587"/>
                                <a:gd name="connsiteX195" fmla="*/ 148590 w 165734"/>
                                <a:gd name="connsiteY195" fmla="*/ 0 h 128587"/>
                                <a:gd name="connsiteX196" fmla="*/ 152400 w 165734"/>
                                <a:gd name="connsiteY196" fmla="*/ 4763 h 128587"/>
                                <a:gd name="connsiteX197" fmla="*/ 150495 w 165734"/>
                                <a:gd name="connsiteY197" fmla="*/ 8573 h 128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65734" h="128587">
                                  <a:moveTo>
                                    <a:pt x="150495" y="8573"/>
                                  </a:moveTo>
                                  <a:cubicBezTo>
                                    <a:pt x="150495" y="8573"/>
                                    <a:pt x="149543" y="9525"/>
                                    <a:pt x="149543" y="9525"/>
                                  </a:cubicBezTo>
                                  <a:cubicBezTo>
                                    <a:pt x="149543" y="9525"/>
                                    <a:pt x="149543" y="11430"/>
                                    <a:pt x="150495" y="15240"/>
                                  </a:cubicBezTo>
                                  <a:cubicBezTo>
                                    <a:pt x="151447" y="19050"/>
                                    <a:pt x="152400" y="23813"/>
                                    <a:pt x="154305" y="29527"/>
                                  </a:cubicBezTo>
                                  <a:cubicBezTo>
                                    <a:pt x="156210" y="35242"/>
                                    <a:pt x="158115" y="41910"/>
                                    <a:pt x="160020" y="49530"/>
                                  </a:cubicBezTo>
                                  <a:cubicBezTo>
                                    <a:pt x="160972" y="51435"/>
                                    <a:pt x="160972" y="53340"/>
                                    <a:pt x="161925" y="55245"/>
                                  </a:cubicBezTo>
                                  <a:cubicBezTo>
                                    <a:pt x="161925" y="56198"/>
                                    <a:pt x="162877" y="57150"/>
                                    <a:pt x="162877" y="58102"/>
                                  </a:cubicBezTo>
                                  <a:lnTo>
                                    <a:pt x="162877" y="59055"/>
                                  </a:lnTo>
                                  <a:lnTo>
                                    <a:pt x="162877" y="60007"/>
                                  </a:lnTo>
                                  <a:lnTo>
                                    <a:pt x="162877" y="60960"/>
                                  </a:lnTo>
                                  <a:cubicBezTo>
                                    <a:pt x="163830" y="64770"/>
                                    <a:pt x="164782" y="68580"/>
                                    <a:pt x="164782" y="71438"/>
                                  </a:cubicBezTo>
                                  <a:cubicBezTo>
                                    <a:pt x="164782" y="73342"/>
                                    <a:pt x="165735" y="75248"/>
                                    <a:pt x="165735" y="77152"/>
                                  </a:cubicBezTo>
                                  <a:cubicBezTo>
                                    <a:pt x="165735" y="79057"/>
                                    <a:pt x="165735" y="80010"/>
                                    <a:pt x="165735" y="81915"/>
                                  </a:cubicBezTo>
                                  <a:cubicBezTo>
                                    <a:pt x="165735" y="82867"/>
                                    <a:pt x="165735" y="83820"/>
                                    <a:pt x="165735" y="84773"/>
                                  </a:cubicBezTo>
                                  <a:cubicBezTo>
                                    <a:pt x="165735" y="85725"/>
                                    <a:pt x="165735" y="86677"/>
                                    <a:pt x="165735" y="86677"/>
                                  </a:cubicBezTo>
                                  <a:cubicBezTo>
                                    <a:pt x="165735" y="88582"/>
                                    <a:pt x="165735" y="89535"/>
                                    <a:pt x="165735" y="90488"/>
                                  </a:cubicBezTo>
                                  <a:cubicBezTo>
                                    <a:pt x="165735" y="93345"/>
                                    <a:pt x="165735" y="95250"/>
                                    <a:pt x="165735" y="97155"/>
                                  </a:cubicBezTo>
                                  <a:cubicBezTo>
                                    <a:pt x="165735" y="99060"/>
                                    <a:pt x="164782" y="100965"/>
                                    <a:pt x="164782" y="101917"/>
                                  </a:cubicBezTo>
                                  <a:cubicBezTo>
                                    <a:pt x="164782" y="102870"/>
                                    <a:pt x="163830" y="104775"/>
                                    <a:pt x="163830" y="104775"/>
                                  </a:cubicBezTo>
                                  <a:cubicBezTo>
                                    <a:pt x="163830" y="105727"/>
                                    <a:pt x="163830" y="105727"/>
                                    <a:pt x="162877" y="106680"/>
                                  </a:cubicBezTo>
                                  <a:cubicBezTo>
                                    <a:pt x="162877" y="106680"/>
                                    <a:pt x="162877" y="106680"/>
                                    <a:pt x="162877" y="106680"/>
                                  </a:cubicBezTo>
                                  <a:lnTo>
                                    <a:pt x="162877" y="106680"/>
                                  </a:lnTo>
                                  <a:cubicBezTo>
                                    <a:pt x="162877" y="106680"/>
                                    <a:pt x="162877" y="106680"/>
                                    <a:pt x="162877" y="105727"/>
                                  </a:cubicBezTo>
                                  <a:cubicBezTo>
                                    <a:pt x="162877" y="105727"/>
                                    <a:pt x="162877" y="104775"/>
                                    <a:pt x="162877" y="103823"/>
                                  </a:cubicBezTo>
                                  <a:cubicBezTo>
                                    <a:pt x="162877" y="102870"/>
                                    <a:pt x="162877" y="101917"/>
                                    <a:pt x="162877" y="100013"/>
                                  </a:cubicBezTo>
                                  <a:cubicBezTo>
                                    <a:pt x="162877" y="98107"/>
                                    <a:pt x="162877" y="97155"/>
                                    <a:pt x="162877" y="95250"/>
                                  </a:cubicBezTo>
                                  <a:cubicBezTo>
                                    <a:pt x="162877" y="93345"/>
                                    <a:pt x="162877" y="90488"/>
                                    <a:pt x="162877" y="88582"/>
                                  </a:cubicBezTo>
                                  <a:cubicBezTo>
                                    <a:pt x="162877" y="87630"/>
                                    <a:pt x="162877" y="85725"/>
                                    <a:pt x="162877" y="84773"/>
                                  </a:cubicBezTo>
                                  <a:cubicBezTo>
                                    <a:pt x="162877" y="83820"/>
                                    <a:pt x="162877" y="82867"/>
                                    <a:pt x="162877" y="82867"/>
                                  </a:cubicBezTo>
                                  <a:cubicBezTo>
                                    <a:pt x="162877" y="81915"/>
                                    <a:pt x="162877" y="80963"/>
                                    <a:pt x="162877" y="80963"/>
                                  </a:cubicBezTo>
                                  <a:cubicBezTo>
                                    <a:pt x="162877" y="79057"/>
                                    <a:pt x="162877" y="78105"/>
                                    <a:pt x="162877" y="76200"/>
                                  </a:cubicBezTo>
                                  <a:cubicBezTo>
                                    <a:pt x="162877" y="74295"/>
                                    <a:pt x="161925" y="72390"/>
                                    <a:pt x="161925" y="71438"/>
                                  </a:cubicBezTo>
                                  <a:cubicBezTo>
                                    <a:pt x="161925" y="67627"/>
                                    <a:pt x="160972" y="64770"/>
                                    <a:pt x="160020" y="60960"/>
                                  </a:cubicBezTo>
                                  <a:lnTo>
                                    <a:pt x="160020" y="60007"/>
                                  </a:lnTo>
                                  <a:lnTo>
                                    <a:pt x="160020" y="59055"/>
                                  </a:lnTo>
                                  <a:lnTo>
                                    <a:pt x="160020" y="58102"/>
                                  </a:lnTo>
                                  <a:cubicBezTo>
                                    <a:pt x="160020" y="57150"/>
                                    <a:pt x="159068" y="56198"/>
                                    <a:pt x="159068" y="55245"/>
                                  </a:cubicBezTo>
                                  <a:cubicBezTo>
                                    <a:pt x="158115" y="53340"/>
                                    <a:pt x="158115" y="51435"/>
                                    <a:pt x="157163" y="49530"/>
                                  </a:cubicBezTo>
                                  <a:cubicBezTo>
                                    <a:pt x="154305" y="42863"/>
                                    <a:pt x="152400" y="35242"/>
                                    <a:pt x="150495" y="29527"/>
                                  </a:cubicBezTo>
                                  <a:cubicBezTo>
                                    <a:pt x="148590" y="20955"/>
                                    <a:pt x="146685" y="14288"/>
                                    <a:pt x="145732" y="11430"/>
                                  </a:cubicBezTo>
                                  <a:cubicBezTo>
                                    <a:pt x="144780" y="12382"/>
                                    <a:pt x="144780" y="13335"/>
                                    <a:pt x="143827" y="13335"/>
                                  </a:cubicBezTo>
                                  <a:cubicBezTo>
                                    <a:pt x="142875" y="14288"/>
                                    <a:pt x="141922" y="16192"/>
                                    <a:pt x="140970" y="17145"/>
                                  </a:cubicBezTo>
                                  <a:cubicBezTo>
                                    <a:pt x="140018" y="18098"/>
                                    <a:pt x="138113" y="20002"/>
                                    <a:pt x="137160" y="20955"/>
                                  </a:cubicBezTo>
                                  <a:cubicBezTo>
                                    <a:pt x="134302" y="23813"/>
                                    <a:pt x="131445" y="26670"/>
                                    <a:pt x="128588" y="30480"/>
                                  </a:cubicBezTo>
                                  <a:cubicBezTo>
                                    <a:pt x="127635" y="31432"/>
                                    <a:pt x="127635" y="31432"/>
                                    <a:pt x="126682" y="32385"/>
                                  </a:cubicBezTo>
                                  <a:cubicBezTo>
                                    <a:pt x="126682" y="32385"/>
                                    <a:pt x="126682" y="32385"/>
                                    <a:pt x="126682" y="32385"/>
                                  </a:cubicBezTo>
                                  <a:cubicBezTo>
                                    <a:pt x="125730" y="34290"/>
                                    <a:pt x="125730" y="36195"/>
                                    <a:pt x="124777" y="38100"/>
                                  </a:cubicBezTo>
                                  <a:cubicBezTo>
                                    <a:pt x="123825" y="40957"/>
                                    <a:pt x="123825" y="42863"/>
                                    <a:pt x="123825" y="46673"/>
                                  </a:cubicBezTo>
                                  <a:cubicBezTo>
                                    <a:pt x="123825" y="52388"/>
                                    <a:pt x="123825" y="60007"/>
                                    <a:pt x="124777" y="67627"/>
                                  </a:cubicBezTo>
                                  <a:cubicBezTo>
                                    <a:pt x="124777" y="71438"/>
                                    <a:pt x="125730" y="75248"/>
                                    <a:pt x="125730" y="79057"/>
                                  </a:cubicBezTo>
                                  <a:cubicBezTo>
                                    <a:pt x="125730" y="80963"/>
                                    <a:pt x="125730" y="82867"/>
                                    <a:pt x="125730" y="84773"/>
                                  </a:cubicBezTo>
                                  <a:cubicBezTo>
                                    <a:pt x="125730" y="86677"/>
                                    <a:pt x="125730" y="88582"/>
                                    <a:pt x="125730" y="89535"/>
                                  </a:cubicBezTo>
                                  <a:cubicBezTo>
                                    <a:pt x="125730" y="92392"/>
                                    <a:pt x="125730" y="96202"/>
                                    <a:pt x="125730" y="98107"/>
                                  </a:cubicBezTo>
                                  <a:cubicBezTo>
                                    <a:pt x="125730" y="99060"/>
                                    <a:pt x="125730" y="100965"/>
                                    <a:pt x="125730" y="101917"/>
                                  </a:cubicBezTo>
                                  <a:cubicBezTo>
                                    <a:pt x="125730" y="102870"/>
                                    <a:pt x="125730" y="103823"/>
                                    <a:pt x="125730" y="104775"/>
                                  </a:cubicBezTo>
                                  <a:cubicBezTo>
                                    <a:pt x="124777" y="108585"/>
                                    <a:pt x="123825" y="110490"/>
                                    <a:pt x="122872" y="112395"/>
                                  </a:cubicBezTo>
                                  <a:cubicBezTo>
                                    <a:pt x="122872" y="112395"/>
                                    <a:pt x="122872" y="112395"/>
                                    <a:pt x="121920" y="113348"/>
                                  </a:cubicBezTo>
                                  <a:cubicBezTo>
                                    <a:pt x="121920" y="113348"/>
                                    <a:pt x="121920" y="113348"/>
                                    <a:pt x="121920" y="114300"/>
                                  </a:cubicBezTo>
                                  <a:cubicBezTo>
                                    <a:pt x="121920" y="114300"/>
                                    <a:pt x="121920" y="114300"/>
                                    <a:pt x="120968" y="115252"/>
                                  </a:cubicBezTo>
                                  <a:cubicBezTo>
                                    <a:pt x="120968" y="115252"/>
                                    <a:pt x="120968" y="115252"/>
                                    <a:pt x="120968" y="116205"/>
                                  </a:cubicBezTo>
                                  <a:cubicBezTo>
                                    <a:pt x="120968" y="116205"/>
                                    <a:pt x="120968" y="116205"/>
                                    <a:pt x="120015" y="117157"/>
                                  </a:cubicBezTo>
                                  <a:cubicBezTo>
                                    <a:pt x="119063" y="117157"/>
                                    <a:pt x="119063" y="118110"/>
                                    <a:pt x="118110" y="118110"/>
                                  </a:cubicBezTo>
                                  <a:cubicBezTo>
                                    <a:pt x="119063" y="118110"/>
                                    <a:pt x="119063" y="117157"/>
                                    <a:pt x="120015" y="117157"/>
                                  </a:cubicBezTo>
                                  <a:cubicBezTo>
                                    <a:pt x="120015" y="117157"/>
                                    <a:pt x="120015" y="117157"/>
                                    <a:pt x="120968" y="116205"/>
                                  </a:cubicBezTo>
                                  <a:cubicBezTo>
                                    <a:pt x="120968" y="116205"/>
                                    <a:pt x="120968" y="116205"/>
                                    <a:pt x="120968" y="115252"/>
                                  </a:cubicBezTo>
                                  <a:cubicBezTo>
                                    <a:pt x="120968" y="115252"/>
                                    <a:pt x="120968" y="115252"/>
                                    <a:pt x="121920" y="114300"/>
                                  </a:cubicBezTo>
                                  <a:cubicBezTo>
                                    <a:pt x="121920" y="114300"/>
                                    <a:pt x="121920" y="114300"/>
                                    <a:pt x="121920" y="113348"/>
                                  </a:cubicBezTo>
                                  <a:cubicBezTo>
                                    <a:pt x="121920" y="113348"/>
                                    <a:pt x="121920" y="113348"/>
                                    <a:pt x="122872" y="112395"/>
                                  </a:cubicBezTo>
                                  <a:cubicBezTo>
                                    <a:pt x="123825" y="110490"/>
                                    <a:pt x="124777" y="108585"/>
                                    <a:pt x="125730" y="104775"/>
                                  </a:cubicBezTo>
                                  <a:cubicBezTo>
                                    <a:pt x="125730" y="103823"/>
                                    <a:pt x="125730" y="102870"/>
                                    <a:pt x="125730" y="101917"/>
                                  </a:cubicBezTo>
                                  <a:cubicBezTo>
                                    <a:pt x="125730" y="100965"/>
                                    <a:pt x="125730" y="99060"/>
                                    <a:pt x="125730" y="98107"/>
                                  </a:cubicBezTo>
                                  <a:cubicBezTo>
                                    <a:pt x="125730" y="95250"/>
                                    <a:pt x="125730" y="92392"/>
                                    <a:pt x="125730" y="89535"/>
                                  </a:cubicBezTo>
                                  <a:cubicBezTo>
                                    <a:pt x="125730" y="87630"/>
                                    <a:pt x="125730" y="86677"/>
                                    <a:pt x="125730" y="84773"/>
                                  </a:cubicBezTo>
                                  <a:cubicBezTo>
                                    <a:pt x="125730" y="82867"/>
                                    <a:pt x="125730" y="80963"/>
                                    <a:pt x="125730" y="79057"/>
                                  </a:cubicBezTo>
                                  <a:cubicBezTo>
                                    <a:pt x="125730" y="75248"/>
                                    <a:pt x="124777" y="71438"/>
                                    <a:pt x="124777" y="68580"/>
                                  </a:cubicBezTo>
                                  <a:cubicBezTo>
                                    <a:pt x="123825" y="60960"/>
                                    <a:pt x="122872" y="54292"/>
                                    <a:pt x="122872" y="47625"/>
                                  </a:cubicBezTo>
                                  <a:cubicBezTo>
                                    <a:pt x="122872" y="44767"/>
                                    <a:pt x="122872" y="41910"/>
                                    <a:pt x="123825" y="39052"/>
                                  </a:cubicBezTo>
                                  <a:cubicBezTo>
                                    <a:pt x="123825" y="39052"/>
                                    <a:pt x="123825" y="38100"/>
                                    <a:pt x="123825" y="38100"/>
                                  </a:cubicBezTo>
                                  <a:cubicBezTo>
                                    <a:pt x="122872" y="39052"/>
                                    <a:pt x="121920" y="40005"/>
                                    <a:pt x="120968" y="40957"/>
                                  </a:cubicBezTo>
                                  <a:cubicBezTo>
                                    <a:pt x="118110" y="44767"/>
                                    <a:pt x="114300" y="47625"/>
                                    <a:pt x="110490" y="51435"/>
                                  </a:cubicBezTo>
                                  <a:cubicBezTo>
                                    <a:pt x="107632" y="54292"/>
                                    <a:pt x="104775" y="58102"/>
                                    <a:pt x="101918" y="60960"/>
                                  </a:cubicBezTo>
                                  <a:cubicBezTo>
                                    <a:pt x="101918" y="60960"/>
                                    <a:pt x="101918" y="60960"/>
                                    <a:pt x="100965" y="61913"/>
                                  </a:cubicBezTo>
                                  <a:cubicBezTo>
                                    <a:pt x="100965" y="62865"/>
                                    <a:pt x="100013" y="62865"/>
                                    <a:pt x="100013" y="63817"/>
                                  </a:cubicBezTo>
                                  <a:cubicBezTo>
                                    <a:pt x="99060" y="65723"/>
                                    <a:pt x="98107" y="69532"/>
                                    <a:pt x="98107" y="73342"/>
                                  </a:cubicBezTo>
                                  <a:cubicBezTo>
                                    <a:pt x="98107" y="75248"/>
                                    <a:pt x="98107" y="78105"/>
                                    <a:pt x="98107" y="80010"/>
                                  </a:cubicBezTo>
                                  <a:cubicBezTo>
                                    <a:pt x="98107" y="81915"/>
                                    <a:pt x="98107" y="84773"/>
                                    <a:pt x="97155" y="87630"/>
                                  </a:cubicBezTo>
                                  <a:cubicBezTo>
                                    <a:pt x="97155" y="88582"/>
                                    <a:pt x="97155" y="90488"/>
                                    <a:pt x="96202" y="91440"/>
                                  </a:cubicBezTo>
                                  <a:cubicBezTo>
                                    <a:pt x="96202" y="92392"/>
                                    <a:pt x="96202" y="94298"/>
                                    <a:pt x="95250" y="95250"/>
                                  </a:cubicBezTo>
                                  <a:cubicBezTo>
                                    <a:pt x="95250" y="96202"/>
                                    <a:pt x="94297" y="98107"/>
                                    <a:pt x="94297" y="99060"/>
                                  </a:cubicBezTo>
                                  <a:cubicBezTo>
                                    <a:pt x="94297" y="100013"/>
                                    <a:pt x="93345" y="101917"/>
                                    <a:pt x="93345" y="102870"/>
                                  </a:cubicBezTo>
                                  <a:cubicBezTo>
                                    <a:pt x="92393" y="105727"/>
                                    <a:pt x="92393" y="107632"/>
                                    <a:pt x="91440" y="110490"/>
                                  </a:cubicBezTo>
                                  <a:cubicBezTo>
                                    <a:pt x="90488" y="113348"/>
                                    <a:pt x="90488" y="115252"/>
                                    <a:pt x="89535" y="117157"/>
                                  </a:cubicBezTo>
                                  <a:cubicBezTo>
                                    <a:pt x="89535" y="118110"/>
                                    <a:pt x="88582" y="119063"/>
                                    <a:pt x="88582" y="120967"/>
                                  </a:cubicBezTo>
                                  <a:cubicBezTo>
                                    <a:pt x="88582" y="121920"/>
                                    <a:pt x="88582" y="122873"/>
                                    <a:pt x="87630" y="124777"/>
                                  </a:cubicBezTo>
                                  <a:cubicBezTo>
                                    <a:pt x="87630" y="125730"/>
                                    <a:pt x="87630" y="125730"/>
                                    <a:pt x="87630" y="126682"/>
                                  </a:cubicBezTo>
                                  <a:cubicBezTo>
                                    <a:pt x="87630" y="127635"/>
                                    <a:pt x="87630" y="127635"/>
                                    <a:pt x="87630" y="128588"/>
                                  </a:cubicBezTo>
                                  <a:cubicBezTo>
                                    <a:pt x="87630" y="128588"/>
                                    <a:pt x="87630" y="128588"/>
                                    <a:pt x="86677" y="128588"/>
                                  </a:cubicBezTo>
                                  <a:cubicBezTo>
                                    <a:pt x="86677" y="127635"/>
                                    <a:pt x="86677" y="125730"/>
                                    <a:pt x="87630" y="124777"/>
                                  </a:cubicBezTo>
                                  <a:cubicBezTo>
                                    <a:pt x="87630" y="123825"/>
                                    <a:pt x="87630" y="122873"/>
                                    <a:pt x="88582" y="120967"/>
                                  </a:cubicBezTo>
                                  <a:cubicBezTo>
                                    <a:pt x="88582" y="120015"/>
                                    <a:pt x="88582" y="119063"/>
                                    <a:pt x="89535" y="117157"/>
                                  </a:cubicBezTo>
                                  <a:cubicBezTo>
                                    <a:pt x="89535" y="115252"/>
                                    <a:pt x="90488" y="112395"/>
                                    <a:pt x="91440" y="110490"/>
                                  </a:cubicBezTo>
                                  <a:cubicBezTo>
                                    <a:pt x="91440" y="107632"/>
                                    <a:pt x="92393" y="105727"/>
                                    <a:pt x="92393" y="102870"/>
                                  </a:cubicBezTo>
                                  <a:lnTo>
                                    <a:pt x="92393" y="100965"/>
                                  </a:lnTo>
                                  <a:lnTo>
                                    <a:pt x="92393" y="99060"/>
                                  </a:lnTo>
                                  <a:cubicBezTo>
                                    <a:pt x="92393" y="98107"/>
                                    <a:pt x="92393" y="96202"/>
                                    <a:pt x="93345" y="95250"/>
                                  </a:cubicBezTo>
                                  <a:cubicBezTo>
                                    <a:pt x="93345" y="94298"/>
                                    <a:pt x="93345" y="92392"/>
                                    <a:pt x="93345" y="91440"/>
                                  </a:cubicBezTo>
                                  <a:cubicBezTo>
                                    <a:pt x="93345" y="90488"/>
                                    <a:pt x="93345" y="88582"/>
                                    <a:pt x="93345" y="87630"/>
                                  </a:cubicBezTo>
                                  <a:cubicBezTo>
                                    <a:pt x="93345" y="84773"/>
                                    <a:pt x="93345" y="82867"/>
                                    <a:pt x="93345" y="80010"/>
                                  </a:cubicBezTo>
                                  <a:cubicBezTo>
                                    <a:pt x="93345" y="77152"/>
                                    <a:pt x="93345" y="75248"/>
                                    <a:pt x="93345" y="73342"/>
                                  </a:cubicBezTo>
                                  <a:cubicBezTo>
                                    <a:pt x="93345" y="71438"/>
                                    <a:pt x="93345" y="68580"/>
                                    <a:pt x="94297" y="66675"/>
                                  </a:cubicBezTo>
                                  <a:cubicBezTo>
                                    <a:pt x="92393" y="68580"/>
                                    <a:pt x="90488" y="70485"/>
                                    <a:pt x="88582" y="73342"/>
                                  </a:cubicBezTo>
                                  <a:cubicBezTo>
                                    <a:pt x="85725" y="77152"/>
                                    <a:pt x="81915" y="80963"/>
                                    <a:pt x="79057" y="84773"/>
                                  </a:cubicBezTo>
                                  <a:cubicBezTo>
                                    <a:pt x="77152" y="86677"/>
                                    <a:pt x="76200" y="88582"/>
                                    <a:pt x="74295" y="90488"/>
                                  </a:cubicBezTo>
                                  <a:cubicBezTo>
                                    <a:pt x="73343" y="92392"/>
                                    <a:pt x="71438" y="94298"/>
                                    <a:pt x="70485" y="96202"/>
                                  </a:cubicBezTo>
                                  <a:cubicBezTo>
                                    <a:pt x="67627" y="100013"/>
                                    <a:pt x="64770" y="104775"/>
                                    <a:pt x="62865" y="108585"/>
                                  </a:cubicBezTo>
                                  <a:cubicBezTo>
                                    <a:pt x="61913" y="110490"/>
                                    <a:pt x="60960" y="112395"/>
                                    <a:pt x="60007" y="114300"/>
                                  </a:cubicBezTo>
                                  <a:cubicBezTo>
                                    <a:pt x="59055" y="116205"/>
                                    <a:pt x="58102" y="118110"/>
                                    <a:pt x="58102" y="120015"/>
                                  </a:cubicBezTo>
                                  <a:cubicBezTo>
                                    <a:pt x="58102" y="120015"/>
                                    <a:pt x="57150" y="120015"/>
                                    <a:pt x="57150" y="120015"/>
                                  </a:cubicBezTo>
                                  <a:lnTo>
                                    <a:pt x="57150" y="120015"/>
                                  </a:lnTo>
                                  <a:cubicBezTo>
                                    <a:pt x="58102" y="118110"/>
                                    <a:pt x="58102" y="116205"/>
                                    <a:pt x="59055" y="114300"/>
                                  </a:cubicBezTo>
                                  <a:cubicBezTo>
                                    <a:pt x="60007" y="112395"/>
                                    <a:pt x="60960" y="110490"/>
                                    <a:pt x="61913" y="107632"/>
                                  </a:cubicBezTo>
                                  <a:cubicBezTo>
                                    <a:pt x="63818" y="103823"/>
                                    <a:pt x="65722" y="99060"/>
                                    <a:pt x="68580" y="95250"/>
                                  </a:cubicBezTo>
                                  <a:cubicBezTo>
                                    <a:pt x="69532" y="94298"/>
                                    <a:pt x="69532" y="93345"/>
                                    <a:pt x="70485" y="92392"/>
                                  </a:cubicBezTo>
                                  <a:cubicBezTo>
                                    <a:pt x="71438" y="91440"/>
                                    <a:pt x="71438" y="90488"/>
                                    <a:pt x="72390" y="89535"/>
                                  </a:cubicBezTo>
                                  <a:cubicBezTo>
                                    <a:pt x="73343" y="88582"/>
                                    <a:pt x="73343" y="87630"/>
                                    <a:pt x="74295" y="86677"/>
                                  </a:cubicBezTo>
                                  <a:cubicBezTo>
                                    <a:pt x="75247" y="85725"/>
                                    <a:pt x="76200" y="84773"/>
                                    <a:pt x="76200" y="83820"/>
                                  </a:cubicBezTo>
                                  <a:cubicBezTo>
                                    <a:pt x="79057" y="80010"/>
                                    <a:pt x="82868" y="76200"/>
                                    <a:pt x="85725" y="72390"/>
                                  </a:cubicBezTo>
                                  <a:cubicBezTo>
                                    <a:pt x="88582" y="68580"/>
                                    <a:pt x="92393" y="64770"/>
                                    <a:pt x="96202" y="60960"/>
                                  </a:cubicBezTo>
                                  <a:cubicBezTo>
                                    <a:pt x="98107" y="58102"/>
                                    <a:pt x="100965" y="55245"/>
                                    <a:pt x="103822" y="52388"/>
                                  </a:cubicBezTo>
                                  <a:cubicBezTo>
                                    <a:pt x="102870" y="52388"/>
                                    <a:pt x="102870" y="53340"/>
                                    <a:pt x="101918" y="53340"/>
                                  </a:cubicBezTo>
                                  <a:cubicBezTo>
                                    <a:pt x="99060" y="54292"/>
                                    <a:pt x="97155" y="55245"/>
                                    <a:pt x="93345" y="55245"/>
                                  </a:cubicBezTo>
                                  <a:cubicBezTo>
                                    <a:pt x="87630" y="57150"/>
                                    <a:pt x="80010" y="58102"/>
                                    <a:pt x="72390" y="59055"/>
                                  </a:cubicBezTo>
                                  <a:cubicBezTo>
                                    <a:pt x="68580" y="60007"/>
                                    <a:pt x="64770" y="60007"/>
                                    <a:pt x="60007" y="61913"/>
                                  </a:cubicBezTo>
                                  <a:cubicBezTo>
                                    <a:pt x="56197" y="62865"/>
                                    <a:pt x="51435" y="63817"/>
                                    <a:pt x="47625" y="65723"/>
                                  </a:cubicBezTo>
                                  <a:cubicBezTo>
                                    <a:pt x="43815" y="67627"/>
                                    <a:pt x="39052" y="69532"/>
                                    <a:pt x="35243" y="72390"/>
                                  </a:cubicBezTo>
                                  <a:cubicBezTo>
                                    <a:pt x="31432" y="75248"/>
                                    <a:pt x="27622" y="78105"/>
                                    <a:pt x="23813" y="81915"/>
                                  </a:cubicBezTo>
                                  <a:cubicBezTo>
                                    <a:pt x="21907" y="83820"/>
                                    <a:pt x="20002" y="85725"/>
                                    <a:pt x="19050" y="87630"/>
                                  </a:cubicBezTo>
                                  <a:cubicBezTo>
                                    <a:pt x="17145" y="89535"/>
                                    <a:pt x="16193" y="91440"/>
                                    <a:pt x="14288" y="93345"/>
                                  </a:cubicBezTo>
                                  <a:cubicBezTo>
                                    <a:pt x="13335" y="94298"/>
                                    <a:pt x="13335" y="95250"/>
                                    <a:pt x="12382" y="96202"/>
                                  </a:cubicBezTo>
                                  <a:cubicBezTo>
                                    <a:pt x="11430" y="97155"/>
                                    <a:pt x="11430" y="98107"/>
                                    <a:pt x="10477" y="100013"/>
                                  </a:cubicBezTo>
                                  <a:cubicBezTo>
                                    <a:pt x="9525" y="101917"/>
                                    <a:pt x="8572" y="104775"/>
                                    <a:pt x="7620" y="106680"/>
                                  </a:cubicBezTo>
                                  <a:cubicBezTo>
                                    <a:pt x="7620" y="106680"/>
                                    <a:pt x="7620" y="107632"/>
                                    <a:pt x="6668" y="107632"/>
                                  </a:cubicBezTo>
                                  <a:cubicBezTo>
                                    <a:pt x="6668" y="107632"/>
                                    <a:pt x="6668" y="107632"/>
                                    <a:pt x="6668" y="106680"/>
                                  </a:cubicBezTo>
                                  <a:lnTo>
                                    <a:pt x="7620" y="105727"/>
                                  </a:lnTo>
                                  <a:cubicBezTo>
                                    <a:pt x="9525" y="100965"/>
                                    <a:pt x="12382" y="96202"/>
                                    <a:pt x="15240" y="91440"/>
                                  </a:cubicBezTo>
                                  <a:cubicBezTo>
                                    <a:pt x="18097" y="86677"/>
                                    <a:pt x="20955" y="82867"/>
                                    <a:pt x="24765" y="79057"/>
                                  </a:cubicBezTo>
                                  <a:cubicBezTo>
                                    <a:pt x="28575" y="75248"/>
                                    <a:pt x="32385" y="72390"/>
                                    <a:pt x="36195" y="69532"/>
                                  </a:cubicBezTo>
                                  <a:cubicBezTo>
                                    <a:pt x="40005" y="66675"/>
                                    <a:pt x="43815" y="64770"/>
                                    <a:pt x="48577" y="62865"/>
                                  </a:cubicBezTo>
                                  <a:cubicBezTo>
                                    <a:pt x="52388" y="60960"/>
                                    <a:pt x="57150" y="60007"/>
                                    <a:pt x="60960" y="58102"/>
                                  </a:cubicBezTo>
                                  <a:cubicBezTo>
                                    <a:pt x="64770" y="57150"/>
                                    <a:pt x="69532" y="56198"/>
                                    <a:pt x="73343" y="55245"/>
                                  </a:cubicBezTo>
                                  <a:cubicBezTo>
                                    <a:pt x="80963" y="53340"/>
                                    <a:pt x="88582" y="52388"/>
                                    <a:pt x="94297" y="51435"/>
                                  </a:cubicBezTo>
                                  <a:cubicBezTo>
                                    <a:pt x="97155" y="50482"/>
                                    <a:pt x="100013" y="49530"/>
                                    <a:pt x="101918" y="48577"/>
                                  </a:cubicBezTo>
                                  <a:cubicBezTo>
                                    <a:pt x="103822" y="47625"/>
                                    <a:pt x="105727" y="46673"/>
                                    <a:pt x="107632" y="45720"/>
                                  </a:cubicBezTo>
                                  <a:cubicBezTo>
                                    <a:pt x="108585" y="44767"/>
                                    <a:pt x="109538" y="44767"/>
                                    <a:pt x="110490" y="43815"/>
                                  </a:cubicBezTo>
                                  <a:cubicBezTo>
                                    <a:pt x="112395" y="40957"/>
                                    <a:pt x="115252" y="39052"/>
                                    <a:pt x="117157" y="36195"/>
                                  </a:cubicBezTo>
                                  <a:cubicBezTo>
                                    <a:pt x="119063" y="34290"/>
                                    <a:pt x="120015" y="32385"/>
                                    <a:pt x="121920" y="31432"/>
                                  </a:cubicBezTo>
                                  <a:cubicBezTo>
                                    <a:pt x="123825" y="29527"/>
                                    <a:pt x="124777" y="28575"/>
                                    <a:pt x="125730" y="26670"/>
                                  </a:cubicBezTo>
                                  <a:cubicBezTo>
                                    <a:pt x="128588" y="23813"/>
                                    <a:pt x="130493" y="20002"/>
                                    <a:pt x="133350" y="17145"/>
                                  </a:cubicBezTo>
                                  <a:cubicBezTo>
                                    <a:pt x="133350" y="17145"/>
                                    <a:pt x="133350" y="16192"/>
                                    <a:pt x="134302" y="16192"/>
                                  </a:cubicBezTo>
                                  <a:cubicBezTo>
                                    <a:pt x="134302" y="16192"/>
                                    <a:pt x="133350" y="16192"/>
                                    <a:pt x="133350" y="16192"/>
                                  </a:cubicBezTo>
                                  <a:cubicBezTo>
                                    <a:pt x="131445" y="16192"/>
                                    <a:pt x="128588" y="16192"/>
                                    <a:pt x="125730" y="16192"/>
                                  </a:cubicBezTo>
                                  <a:cubicBezTo>
                                    <a:pt x="123825" y="16192"/>
                                    <a:pt x="122872" y="16192"/>
                                    <a:pt x="120968" y="16192"/>
                                  </a:cubicBezTo>
                                  <a:cubicBezTo>
                                    <a:pt x="119063" y="16192"/>
                                    <a:pt x="117157" y="16192"/>
                                    <a:pt x="116205" y="16192"/>
                                  </a:cubicBezTo>
                                  <a:cubicBezTo>
                                    <a:pt x="112395" y="16192"/>
                                    <a:pt x="108585" y="16192"/>
                                    <a:pt x="104775" y="16192"/>
                                  </a:cubicBezTo>
                                  <a:cubicBezTo>
                                    <a:pt x="100965" y="16192"/>
                                    <a:pt x="96202" y="16192"/>
                                    <a:pt x="91440" y="16192"/>
                                  </a:cubicBezTo>
                                  <a:cubicBezTo>
                                    <a:pt x="86677" y="16192"/>
                                    <a:pt x="81915" y="16192"/>
                                    <a:pt x="77152" y="17145"/>
                                  </a:cubicBezTo>
                                  <a:cubicBezTo>
                                    <a:pt x="72390" y="17145"/>
                                    <a:pt x="67627" y="18098"/>
                                    <a:pt x="61913" y="19050"/>
                                  </a:cubicBezTo>
                                  <a:cubicBezTo>
                                    <a:pt x="57150" y="20002"/>
                                    <a:pt x="51435" y="20955"/>
                                    <a:pt x="46672" y="22860"/>
                                  </a:cubicBezTo>
                                  <a:cubicBezTo>
                                    <a:pt x="41910" y="23813"/>
                                    <a:pt x="37147" y="26670"/>
                                    <a:pt x="32385" y="28575"/>
                                  </a:cubicBezTo>
                                  <a:cubicBezTo>
                                    <a:pt x="30480" y="29527"/>
                                    <a:pt x="27622" y="31432"/>
                                    <a:pt x="25718" y="32385"/>
                                  </a:cubicBezTo>
                                  <a:cubicBezTo>
                                    <a:pt x="23813" y="33338"/>
                                    <a:pt x="20955" y="35242"/>
                                    <a:pt x="19050" y="37148"/>
                                  </a:cubicBezTo>
                                  <a:cubicBezTo>
                                    <a:pt x="17145" y="39052"/>
                                    <a:pt x="15240" y="40005"/>
                                    <a:pt x="13335" y="41910"/>
                                  </a:cubicBezTo>
                                  <a:cubicBezTo>
                                    <a:pt x="11430" y="43815"/>
                                    <a:pt x="9525" y="45720"/>
                                    <a:pt x="7620" y="47625"/>
                                  </a:cubicBezTo>
                                  <a:cubicBezTo>
                                    <a:pt x="5715" y="49530"/>
                                    <a:pt x="4763" y="51435"/>
                                    <a:pt x="2857" y="53340"/>
                                  </a:cubicBezTo>
                                  <a:cubicBezTo>
                                    <a:pt x="1905" y="54292"/>
                                    <a:pt x="952" y="56198"/>
                                    <a:pt x="0" y="57150"/>
                                  </a:cubicBezTo>
                                  <a:cubicBezTo>
                                    <a:pt x="0" y="56198"/>
                                    <a:pt x="0" y="56198"/>
                                    <a:pt x="952" y="55245"/>
                                  </a:cubicBezTo>
                                  <a:cubicBezTo>
                                    <a:pt x="1905" y="54292"/>
                                    <a:pt x="1905" y="53340"/>
                                    <a:pt x="2857" y="52388"/>
                                  </a:cubicBezTo>
                                  <a:cubicBezTo>
                                    <a:pt x="4763" y="50482"/>
                                    <a:pt x="5715" y="48577"/>
                                    <a:pt x="7620" y="46673"/>
                                  </a:cubicBezTo>
                                  <a:cubicBezTo>
                                    <a:pt x="9525" y="44767"/>
                                    <a:pt x="11430" y="42863"/>
                                    <a:pt x="13335" y="40957"/>
                                  </a:cubicBezTo>
                                  <a:cubicBezTo>
                                    <a:pt x="15240" y="39052"/>
                                    <a:pt x="17145" y="38100"/>
                                    <a:pt x="19050" y="36195"/>
                                  </a:cubicBezTo>
                                  <a:cubicBezTo>
                                    <a:pt x="20955" y="34290"/>
                                    <a:pt x="22860" y="33338"/>
                                    <a:pt x="25718" y="31432"/>
                                  </a:cubicBezTo>
                                  <a:cubicBezTo>
                                    <a:pt x="27622" y="30480"/>
                                    <a:pt x="30480" y="28575"/>
                                    <a:pt x="32385" y="27623"/>
                                  </a:cubicBezTo>
                                  <a:cubicBezTo>
                                    <a:pt x="37147" y="25717"/>
                                    <a:pt x="41910" y="22860"/>
                                    <a:pt x="46672" y="21907"/>
                                  </a:cubicBezTo>
                                  <a:cubicBezTo>
                                    <a:pt x="51435" y="20002"/>
                                    <a:pt x="56197" y="19050"/>
                                    <a:pt x="61913" y="18098"/>
                                  </a:cubicBezTo>
                                  <a:cubicBezTo>
                                    <a:pt x="66675" y="17145"/>
                                    <a:pt x="72390" y="17145"/>
                                    <a:pt x="77152" y="16192"/>
                                  </a:cubicBezTo>
                                  <a:cubicBezTo>
                                    <a:pt x="81915" y="15240"/>
                                    <a:pt x="86677" y="15240"/>
                                    <a:pt x="91440" y="15240"/>
                                  </a:cubicBezTo>
                                  <a:cubicBezTo>
                                    <a:pt x="96202" y="15240"/>
                                    <a:pt x="100965" y="15240"/>
                                    <a:pt x="104775" y="15240"/>
                                  </a:cubicBezTo>
                                  <a:cubicBezTo>
                                    <a:pt x="108585" y="15240"/>
                                    <a:pt x="113347" y="15240"/>
                                    <a:pt x="116205" y="15240"/>
                                  </a:cubicBezTo>
                                  <a:cubicBezTo>
                                    <a:pt x="118110" y="15240"/>
                                    <a:pt x="120015" y="15240"/>
                                    <a:pt x="120968" y="15240"/>
                                  </a:cubicBezTo>
                                  <a:cubicBezTo>
                                    <a:pt x="122872" y="15240"/>
                                    <a:pt x="123825" y="15240"/>
                                    <a:pt x="125730" y="15240"/>
                                  </a:cubicBezTo>
                                  <a:cubicBezTo>
                                    <a:pt x="128588" y="15240"/>
                                    <a:pt x="131445" y="15240"/>
                                    <a:pt x="133350" y="15240"/>
                                  </a:cubicBezTo>
                                  <a:cubicBezTo>
                                    <a:pt x="135255" y="15240"/>
                                    <a:pt x="136207" y="15240"/>
                                    <a:pt x="137160" y="15240"/>
                                  </a:cubicBezTo>
                                  <a:lnTo>
                                    <a:pt x="137160" y="15240"/>
                                  </a:lnTo>
                                  <a:cubicBezTo>
                                    <a:pt x="138113" y="14288"/>
                                    <a:pt x="139065" y="12382"/>
                                    <a:pt x="140018" y="11430"/>
                                  </a:cubicBezTo>
                                  <a:cubicBezTo>
                                    <a:pt x="141922" y="8573"/>
                                    <a:pt x="143827" y="6667"/>
                                    <a:pt x="144780" y="4763"/>
                                  </a:cubicBezTo>
                                  <a:cubicBezTo>
                                    <a:pt x="147638" y="1905"/>
                                    <a:pt x="148590" y="0"/>
                                    <a:pt x="148590" y="0"/>
                                  </a:cubicBezTo>
                                  <a:cubicBezTo>
                                    <a:pt x="149543" y="952"/>
                                    <a:pt x="152400" y="4763"/>
                                    <a:pt x="152400" y="4763"/>
                                  </a:cubicBezTo>
                                  <a:cubicBezTo>
                                    <a:pt x="153352" y="5715"/>
                                    <a:pt x="152400" y="6667"/>
                                    <a:pt x="150495" y="8573"/>
                                  </a:cubicBezTo>
                                  <a:close/>
                                </a:path>
                              </a:pathLst>
                            </a:custGeom>
                            <a:grpFill/>
                            <a:ln w="9525" cap="flat">
                              <a:noFill/>
                              <a:prstDash val="solid"/>
                              <a:miter/>
                            </a:ln>
                          </p:spPr>
                          <p:txBody>
                            <a:bodyPr rtlCol="0" anchor="ctr"/>
                            <a:lstStyle/>
                            <a:p>
                              <a:endParaRPr lang="en-US"/>
                            </a:p>
                          </p:txBody>
                        </p:sp>
                      </p:grpSp>
                      <p:grpSp>
                        <p:nvGrpSpPr>
                          <p:cNvPr id="321" name="Graphic 2">
                            <a:extLst>
                              <a:ext uri="{FF2B5EF4-FFF2-40B4-BE49-F238E27FC236}">
                                <a16:creationId xmlns:a16="http://schemas.microsoft.com/office/drawing/2014/main" id="{AE736AF3-0337-429B-AEF1-DA4B52809559}"/>
                              </a:ext>
                            </a:extLst>
                          </p:cNvPr>
                          <p:cNvGrpSpPr/>
                          <p:nvPr/>
                        </p:nvGrpSpPr>
                        <p:grpSpPr>
                          <a:xfrm>
                            <a:off x="3744458" y="2077274"/>
                            <a:ext cx="180592" cy="151447"/>
                            <a:chOff x="3744458" y="2077274"/>
                            <a:chExt cx="180592" cy="151447"/>
                          </a:xfrm>
                          <a:grpFill/>
                        </p:grpSpPr>
                        <p:sp>
                          <p:nvSpPr>
                            <p:cNvPr id="322" name="Freeform: Shape 321">
                              <a:extLst>
                                <a:ext uri="{FF2B5EF4-FFF2-40B4-BE49-F238E27FC236}">
                                  <a16:creationId xmlns:a16="http://schemas.microsoft.com/office/drawing/2014/main" id="{5DF5FECC-1F01-44C8-BD1D-2F75C617FC90}"/>
                                </a:ext>
                              </a:extLst>
                            </p:cNvPr>
                            <p:cNvSpPr/>
                            <p:nvPr/>
                          </p:nvSpPr>
                          <p:spPr>
                            <a:xfrm>
                              <a:off x="3746363" y="2078226"/>
                              <a:ext cx="178687" cy="150494"/>
                            </a:xfrm>
                            <a:custGeom>
                              <a:avLst/>
                              <a:gdLst>
                                <a:gd name="connsiteX0" fmla="*/ 148590 w 178687"/>
                                <a:gd name="connsiteY0" fmla="*/ 20002 h 150494"/>
                                <a:gd name="connsiteX1" fmla="*/ 143828 w 178687"/>
                                <a:gd name="connsiteY1" fmla="*/ 14288 h 150494"/>
                                <a:gd name="connsiteX2" fmla="*/ 138113 w 178687"/>
                                <a:gd name="connsiteY2" fmla="*/ 8573 h 150494"/>
                                <a:gd name="connsiteX3" fmla="*/ 135255 w 178687"/>
                                <a:gd name="connsiteY3" fmla="*/ 5715 h 150494"/>
                                <a:gd name="connsiteX4" fmla="*/ 129540 w 178687"/>
                                <a:gd name="connsiteY4" fmla="*/ 1905 h 150494"/>
                                <a:gd name="connsiteX5" fmla="*/ 129540 w 178687"/>
                                <a:gd name="connsiteY5" fmla="*/ 1905 h 150494"/>
                                <a:gd name="connsiteX6" fmla="*/ 129540 w 178687"/>
                                <a:gd name="connsiteY6" fmla="*/ 1905 h 150494"/>
                                <a:gd name="connsiteX7" fmla="*/ 128588 w 178687"/>
                                <a:gd name="connsiteY7" fmla="*/ 1905 h 150494"/>
                                <a:gd name="connsiteX8" fmla="*/ 125730 w 178687"/>
                                <a:gd name="connsiteY8" fmla="*/ 952 h 150494"/>
                                <a:gd name="connsiteX9" fmla="*/ 113348 w 178687"/>
                                <a:gd name="connsiteY9" fmla="*/ 0 h 150494"/>
                                <a:gd name="connsiteX10" fmla="*/ 74295 w 178687"/>
                                <a:gd name="connsiteY10" fmla="*/ 4763 h 150494"/>
                                <a:gd name="connsiteX11" fmla="*/ 28575 w 178687"/>
                                <a:gd name="connsiteY11" fmla="*/ 29527 h 150494"/>
                                <a:gd name="connsiteX12" fmla="*/ 9525 w 178687"/>
                                <a:gd name="connsiteY12" fmla="*/ 55245 h 150494"/>
                                <a:gd name="connsiteX13" fmla="*/ 0 w 178687"/>
                                <a:gd name="connsiteY13" fmla="*/ 93345 h 150494"/>
                                <a:gd name="connsiteX14" fmla="*/ 0 w 178687"/>
                                <a:gd name="connsiteY14" fmla="*/ 95250 h 150494"/>
                                <a:gd name="connsiteX15" fmla="*/ 0 w 178687"/>
                                <a:gd name="connsiteY15" fmla="*/ 95250 h 150494"/>
                                <a:gd name="connsiteX16" fmla="*/ 1905 w 178687"/>
                                <a:gd name="connsiteY16" fmla="*/ 105727 h 150494"/>
                                <a:gd name="connsiteX17" fmla="*/ 9525 w 178687"/>
                                <a:gd name="connsiteY17" fmla="*/ 126682 h 150494"/>
                                <a:gd name="connsiteX18" fmla="*/ 14288 w 178687"/>
                                <a:gd name="connsiteY18" fmla="*/ 133350 h 150494"/>
                                <a:gd name="connsiteX19" fmla="*/ 19050 w 178687"/>
                                <a:gd name="connsiteY19" fmla="*/ 139065 h 150494"/>
                                <a:gd name="connsiteX20" fmla="*/ 20955 w 178687"/>
                                <a:gd name="connsiteY20" fmla="*/ 140970 h 150494"/>
                                <a:gd name="connsiteX21" fmla="*/ 21907 w 178687"/>
                                <a:gd name="connsiteY21" fmla="*/ 140970 h 150494"/>
                                <a:gd name="connsiteX22" fmla="*/ 38100 w 178687"/>
                                <a:gd name="connsiteY22" fmla="*/ 149543 h 150494"/>
                                <a:gd name="connsiteX23" fmla="*/ 45720 w 178687"/>
                                <a:gd name="connsiteY23" fmla="*/ 150495 h 150494"/>
                                <a:gd name="connsiteX24" fmla="*/ 52388 w 178687"/>
                                <a:gd name="connsiteY24" fmla="*/ 150495 h 150494"/>
                                <a:gd name="connsiteX25" fmla="*/ 72390 w 178687"/>
                                <a:gd name="connsiteY25" fmla="*/ 141923 h 150494"/>
                                <a:gd name="connsiteX26" fmla="*/ 73343 w 178687"/>
                                <a:gd name="connsiteY26" fmla="*/ 141923 h 150494"/>
                                <a:gd name="connsiteX27" fmla="*/ 77153 w 178687"/>
                                <a:gd name="connsiteY27" fmla="*/ 138113 h 150494"/>
                                <a:gd name="connsiteX28" fmla="*/ 83820 w 178687"/>
                                <a:gd name="connsiteY28" fmla="*/ 140018 h 150494"/>
                                <a:gd name="connsiteX29" fmla="*/ 100013 w 178687"/>
                                <a:gd name="connsiteY29" fmla="*/ 140970 h 150494"/>
                                <a:gd name="connsiteX30" fmla="*/ 102870 w 178687"/>
                                <a:gd name="connsiteY30" fmla="*/ 140970 h 150494"/>
                                <a:gd name="connsiteX31" fmla="*/ 103823 w 178687"/>
                                <a:gd name="connsiteY31" fmla="*/ 140970 h 150494"/>
                                <a:gd name="connsiteX32" fmla="*/ 118110 w 178687"/>
                                <a:gd name="connsiteY32" fmla="*/ 135255 h 150494"/>
                                <a:gd name="connsiteX33" fmla="*/ 130493 w 178687"/>
                                <a:gd name="connsiteY33" fmla="*/ 124777 h 150494"/>
                                <a:gd name="connsiteX34" fmla="*/ 132398 w 178687"/>
                                <a:gd name="connsiteY34" fmla="*/ 122873 h 150494"/>
                                <a:gd name="connsiteX35" fmla="*/ 134303 w 178687"/>
                                <a:gd name="connsiteY35" fmla="*/ 120968 h 150494"/>
                                <a:gd name="connsiteX36" fmla="*/ 139065 w 178687"/>
                                <a:gd name="connsiteY36" fmla="*/ 116205 h 150494"/>
                                <a:gd name="connsiteX37" fmla="*/ 140018 w 178687"/>
                                <a:gd name="connsiteY37" fmla="*/ 115252 h 150494"/>
                                <a:gd name="connsiteX38" fmla="*/ 140970 w 178687"/>
                                <a:gd name="connsiteY38" fmla="*/ 114300 h 150494"/>
                                <a:gd name="connsiteX39" fmla="*/ 141923 w 178687"/>
                                <a:gd name="connsiteY39" fmla="*/ 114300 h 150494"/>
                                <a:gd name="connsiteX40" fmla="*/ 146685 w 178687"/>
                                <a:gd name="connsiteY40" fmla="*/ 111443 h 150494"/>
                                <a:gd name="connsiteX41" fmla="*/ 159068 w 178687"/>
                                <a:gd name="connsiteY41" fmla="*/ 106680 h 150494"/>
                                <a:gd name="connsiteX42" fmla="*/ 163830 w 178687"/>
                                <a:gd name="connsiteY42" fmla="*/ 105727 h 150494"/>
                                <a:gd name="connsiteX43" fmla="*/ 166688 w 178687"/>
                                <a:gd name="connsiteY43" fmla="*/ 104775 h 150494"/>
                                <a:gd name="connsiteX44" fmla="*/ 167640 w 178687"/>
                                <a:gd name="connsiteY44" fmla="*/ 104775 h 150494"/>
                                <a:gd name="connsiteX45" fmla="*/ 167640 w 178687"/>
                                <a:gd name="connsiteY45" fmla="*/ 104775 h 150494"/>
                                <a:gd name="connsiteX46" fmla="*/ 167640 w 178687"/>
                                <a:gd name="connsiteY46" fmla="*/ 104775 h 150494"/>
                                <a:gd name="connsiteX47" fmla="*/ 170498 w 178687"/>
                                <a:gd name="connsiteY47" fmla="*/ 103823 h 150494"/>
                                <a:gd name="connsiteX48" fmla="*/ 171450 w 178687"/>
                                <a:gd name="connsiteY48" fmla="*/ 102870 h 150494"/>
                                <a:gd name="connsiteX49" fmla="*/ 171450 w 178687"/>
                                <a:gd name="connsiteY49" fmla="*/ 102870 h 150494"/>
                                <a:gd name="connsiteX50" fmla="*/ 173355 w 178687"/>
                                <a:gd name="connsiteY50" fmla="*/ 100965 h 150494"/>
                                <a:gd name="connsiteX51" fmla="*/ 175260 w 178687"/>
                                <a:gd name="connsiteY51" fmla="*/ 98107 h 150494"/>
                                <a:gd name="connsiteX52" fmla="*/ 178118 w 178687"/>
                                <a:gd name="connsiteY52" fmla="*/ 90488 h 150494"/>
                                <a:gd name="connsiteX53" fmla="*/ 176213 w 178687"/>
                                <a:gd name="connsiteY53" fmla="*/ 69533 h 150494"/>
                                <a:gd name="connsiteX54" fmla="*/ 168593 w 178687"/>
                                <a:gd name="connsiteY54" fmla="*/ 49530 h 150494"/>
                                <a:gd name="connsiteX55" fmla="*/ 159068 w 178687"/>
                                <a:gd name="connsiteY55" fmla="*/ 32385 h 150494"/>
                                <a:gd name="connsiteX56" fmla="*/ 148590 w 178687"/>
                                <a:gd name="connsiteY56" fmla="*/ 20002 h 150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78687" h="150494">
                                  <a:moveTo>
                                    <a:pt x="148590" y="20002"/>
                                  </a:moveTo>
                                  <a:cubicBezTo>
                                    <a:pt x="146685" y="18098"/>
                                    <a:pt x="144780" y="16193"/>
                                    <a:pt x="143828" y="14288"/>
                                  </a:cubicBezTo>
                                  <a:cubicBezTo>
                                    <a:pt x="141923" y="12383"/>
                                    <a:pt x="140018" y="10477"/>
                                    <a:pt x="138113" y="8573"/>
                                  </a:cubicBezTo>
                                  <a:cubicBezTo>
                                    <a:pt x="137160" y="7620"/>
                                    <a:pt x="136207" y="6668"/>
                                    <a:pt x="135255" y="5715"/>
                                  </a:cubicBezTo>
                                  <a:cubicBezTo>
                                    <a:pt x="135255" y="5715"/>
                                    <a:pt x="131445" y="2858"/>
                                    <a:pt x="129540" y="1905"/>
                                  </a:cubicBezTo>
                                  <a:cubicBezTo>
                                    <a:pt x="129540" y="1905"/>
                                    <a:pt x="129540" y="1905"/>
                                    <a:pt x="129540" y="1905"/>
                                  </a:cubicBezTo>
                                  <a:cubicBezTo>
                                    <a:pt x="129540" y="1905"/>
                                    <a:pt x="129540" y="1905"/>
                                    <a:pt x="129540" y="1905"/>
                                  </a:cubicBezTo>
                                  <a:cubicBezTo>
                                    <a:pt x="129540" y="1905"/>
                                    <a:pt x="128588" y="1905"/>
                                    <a:pt x="128588" y="1905"/>
                                  </a:cubicBezTo>
                                  <a:cubicBezTo>
                                    <a:pt x="127635" y="1905"/>
                                    <a:pt x="126682" y="1905"/>
                                    <a:pt x="125730" y="952"/>
                                  </a:cubicBezTo>
                                  <a:cubicBezTo>
                                    <a:pt x="122873" y="952"/>
                                    <a:pt x="119063" y="0"/>
                                    <a:pt x="113348" y="0"/>
                                  </a:cubicBezTo>
                                  <a:cubicBezTo>
                                    <a:pt x="102870" y="0"/>
                                    <a:pt x="89535" y="0"/>
                                    <a:pt x="74295" y="4763"/>
                                  </a:cubicBezTo>
                                  <a:cubicBezTo>
                                    <a:pt x="59055" y="8573"/>
                                    <a:pt x="42863" y="16193"/>
                                    <a:pt x="28575" y="29527"/>
                                  </a:cubicBezTo>
                                  <a:cubicBezTo>
                                    <a:pt x="21907" y="36195"/>
                                    <a:pt x="15240" y="44768"/>
                                    <a:pt x="9525" y="55245"/>
                                  </a:cubicBezTo>
                                  <a:cubicBezTo>
                                    <a:pt x="4763" y="65723"/>
                                    <a:pt x="953" y="78105"/>
                                    <a:pt x="0" y="93345"/>
                                  </a:cubicBezTo>
                                  <a:cubicBezTo>
                                    <a:pt x="0" y="94298"/>
                                    <a:pt x="0" y="94298"/>
                                    <a:pt x="0" y="95250"/>
                                  </a:cubicBezTo>
                                  <a:cubicBezTo>
                                    <a:pt x="0" y="95250"/>
                                    <a:pt x="0" y="95250"/>
                                    <a:pt x="0" y="95250"/>
                                  </a:cubicBezTo>
                                  <a:cubicBezTo>
                                    <a:pt x="0" y="99060"/>
                                    <a:pt x="953" y="101918"/>
                                    <a:pt x="1905" y="105727"/>
                                  </a:cubicBezTo>
                                  <a:cubicBezTo>
                                    <a:pt x="3810" y="113348"/>
                                    <a:pt x="6668" y="120968"/>
                                    <a:pt x="9525" y="126682"/>
                                  </a:cubicBezTo>
                                  <a:cubicBezTo>
                                    <a:pt x="11430" y="129540"/>
                                    <a:pt x="12382" y="131445"/>
                                    <a:pt x="14288" y="133350"/>
                                  </a:cubicBezTo>
                                  <a:cubicBezTo>
                                    <a:pt x="16193" y="135255"/>
                                    <a:pt x="18098" y="137160"/>
                                    <a:pt x="19050" y="139065"/>
                                  </a:cubicBezTo>
                                  <a:cubicBezTo>
                                    <a:pt x="20003" y="140018"/>
                                    <a:pt x="20003" y="140018"/>
                                    <a:pt x="20955" y="140970"/>
                                  </a:cubicBezTo>
                                  <a:cubicBezTo>
                                    <a:pt x="20955" y="140970"/>
                                    <a:pt x="20955" y="140970"/>
                                    <a:pt x="21907" y="140970"/>
                                  </a:cubicBezTo>
                                  <a:cubicBezTo>
                                    <a:pt x="27623" y="145732"/>
                                    <a:pt x="32385" y="147638"/>
                                    <a:pt x="38100" y="149543"/>
                                  </a:cubicBezTo>
                                  <a:cubicBezTo>
                                    <a:pt x="40957" y="150495"/>
                                    <a:pt x="42863" y="150495"/>
                                    <a:pt x="45720" y="150495"/>
                                  </a:cubicBezTo>
                                  <a:cubicBezTo>
                                    <a:pt x="48578" y="150495"/>
                                    <a:pt x="50482" y="150495"/>
                                    <a:pt x="52388" y="150495"/>
                                  </a:cubicBezTo>
                                  <a:cubicBezTo>
                                    <a:pt x="60960" y="149543"/>
                                    <a:pt x="68580" y="144780"/>
                                    <a:pt x="72390" y="141923"/>
                                  </a:cubicBezTo>
                                  <a:cubicBezTo>
                                    <a:pt x="72390" y="141923"/>
                                    <a:pt x="73343" y="141923"/>
                                    <a:pt x="73343" y="141923"/>
                                  </a:cubicBezTo>
                                  <a:cubicBezTo>
                                    <a:pt x="76200" y="140018"/>
                                    <a:pt x="77153" y="139065"/>
                                    <a:pt x="77153" y="138113"/>
                                  </a:cubicBezTo>
                                  <a:cubicBezTo>
                                    <a:pt x="79057" y="139065"/>
                                    <a:pt x="81915" y="139065"/>
                                    <a:pt x="83820" y="140018"/>
                                  </a:cubicBezTo>
                                  <a:cubicBezTo>
                                    <a:pt x="89535" y="140970"/>
                                    <a:pt x="95250" y="141923"/>
                                    <a:pt x="100013" y="140970"/>
                                  </a:cubicBezTo>
                                  <a:cubicBezTo>
                                    <a:pt x="100965" y="140970"/>
                                    <a:pt x="101918" y="140970"/>
                                    <a:pt x="102870" y="140970"/>
                                  </a:cubicBezTo>
                                  <a:cubicBezTo>
                                    <a:pt x="102870" y="140970"/>
                                    <a:pt x="102870" y="140970"/>
                                    <a:pt x="103823" y="140970"/>
                                  </a:cubicBezTo>
                                  <a:cubicBezTo>
                                    <a:pt x="108585" y="140018"/>
                                    <a:pt x="113348" y="138113"/>
                                    <a:pt x="118110" y="135255"/>
                                  </a:cubicBezTo>
                                  <a:cubicBezTo>
                                    <a:pt x="121920" y="132398"/>
                                    <a:pt x="125730" y="128588"/>
                                    <a:pt x="130493" y="124777"/>
                                  </a:cubicBezTo>
                                  <a:cubicBezTo>
                                    <a:pt x="131445" y="123825"/>
                                    <a:pt x="131445" y="123825"/>
                                    <a:pt x="132398" y="122873"/>
                                  </a:cubicBezTo>
                                  <a:cubicBezTo>
                                    <a:pt x="133350" y="121920"/>
                                    <a:pt x="133350" y="121920"/>
                                    <a:pt x="134303" y="120968"/>
                                  </a:cubicBezTo>
                                  <a:cubicBezTo>
                                    <a:pt x="136207" y="119063"/>
                                    <a:pt x="138113" y="118110"/>
                                    <a:pt x="139065" y="116205"/>
                                  </a:cubicBezTo>
                                  <a:cubicBezTo>
                                    <a:pt x="139065" y="116205"/>
                                    <a:pt x="140018" y="115252"/>
                                    <a:pt x="140018" y="115252"/>
                                  </a:cubicBezTo>
                                  <a:cubicBezTo>
                                    <a:pt x="140018" y="115252"/>
                                    <a:pt x="140970" y="114300"/>
                                    <a:pt x="140970" y="114300"/>
                                  </a:cubicBezTo>
                                  <a:lnTo>
                                    <a:pt x="141923" y="114300"/>
                                  </a:lnTo>
                                  <a:cubicBezTo>
                                    <a:pt x="142875" y="113348"/>
                                    <a:pt x="144780" y="112395"/>
                                    <a:pt x="146685" y="111443"/>
                                  </a:cubicBezTo>
                                  <a:cubicBezTo>
                                    <a:pt x="149543" y="110490"/>
                                    <a:pt x="153353" y="108585"/>
                                    <a:pt x="159068" y="106680"/>
                                  </a:cubicBezTo>
                                  <a:cubicBezTo>
                                    <a:pt x="160973" y="106680"/>
                                    <a:pt x="161925" y="105727"/>
                                    <a:pt x="163830" y="105727"/>
                                  </a:cubicBezTo>
                                  <a:cubicBezTo>
                                    <a:pt x="164782" y="105727"/>
                                    <a:pt x="165735" y="105727"/>
                                    <a:pt x="166688" y="104775"/>
                                  </a:cubicBezTo>
                                  <a:lnTo>
                                    <a:pt x="167640" y="104775"/>
                                  </a:lnTo>
                                  <a:lnTo>
                                    <a:pt x="167640" y="104775"/>
                                  </a:lnTo>
                                  <a:cubicBezTo>
                                    <a:pt x="167640" y="104775"/>
                                    <a:pt x="167640" y="104775"/>
                                    <a:pt x="167640" y="104775"/>
                                  </a:cubicBezTo>
                                  <a:cubicBezTo>
                                    <a:pt x="168593" y="104775"/>
                                    <a:pt x="169545" y="103823"/>
                                    <a:pt x="170498" y="103823"/>
                                  </a:cubicBezTo>
                                  <a:cubicBezTo>
                                    <a:pt x="170498" y="103823"/>
                                    <a:pt x="171450" y="103823"/>
                                    <a:pt x="171450" y="102870"/>
                                  </a:cubicBezTo>
                                  <a:lnTo>
                                    <a:pt x="171450" y="102870"/>
                                  </a:lnTo>
                                  <a:cubicBezTo>
                                    <a:pt x="172403" y="101918"/>
                                    <a:pt x="173355" y="101918"/>
                                    <a:pt x="173355" y="100965"/>
                                  </a:cubicBezTo>
                                  <a:cubicBezTo>
                                    <a:pt x="174307" y="100013"/>
                                    <a:pt x="174307" y="99060"/>
                                    <a:pt x="175260" y="98107"/>
                                  </a:cubicBezTo>
                                  <a:cubicBezTo>
                                    <a:pt x="176213" y="96202"/>
                                    <a:pt x="177165" y="93345"/>
                                    <a:pt x="178118" y="90488"/>
                                  </a:cubicBezTo>
                                  <a:cubicBezTo>
                                    <a:pt x="179070" y="84773"/>
                                    <a:pt x="179070" y="78105"/>
                                    <a:pt x="176213" y="69533"/>
                                  </a:cubicBezTo>
                                  <a:cubicBezTo>
                                    <a:pt x="173355" y="62865"/>
                                    <a:pt x="171450" y="55245"/>
                                    <a:pt x="168593" y="49530"/>
                                  </a:cubicBezTo>
                                  <a:cubicBezTo>
                                    <a:pt x="165735" y="42863"/>
                                    <a:pt x="162878" y="37148"/>
                                    <a:pt x="159068" y="32385"/>
                                  </a:cubicBezTo>
                                  <a:cubicBezTo>
                                    <a:pt x="155257" y="28575"/>
                                    <a:pt x="152400" y="23813"/>
                                    <a:pt x="148590" y="20002"/>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2EA764D8-7BEF-4003-9DCC-75D17DBCFCAD}"/>
                                </a:ext>
                              </a:extLst>
                            </p:cNvPr>
                            <p:cNvSpPr/>
                            <p:nvPr/>
                          </p:nvSpPr>
                          <p:spPr>
                            <a:xfrm>
                              <a:off x="3744458" y="2077274"/>
                              <a:ext cx="172402" cy="144779"/>
                            </a:xfrm>
                            <a:custGeom>
                              <a:avLst/>
                              <a:gdLst>
                                <a:gd name="connsiteX0" fmla="*/ 135255 w 172402"/>
                                <a:gd name="connsiteY0" fmla="*/ 11430 h 144779"/>
                                <a:gd name="connsiteX1" fmla="*/ 135255 w 172402"/>
                                <a:gd name="connsiteY1" fmla="*/ 12383 h 144779"/>
                                <a:gd name="connsiteX2" fmla="*/ 138113 w 172402"/>
                                <a:gd name="connsiteY2" fmla="*/ 17145 h 144779"/>
                                <a:gd name="connsiteX3" fmla="*/ 144780 w 172402"/>
                                <a:gd name="connsiteY3" fmla="*/ 30480 h 144779"/>
                                <a:gd name="connsiteX4" fmla="*/ 155258 w 172402"/>
                                <a:gd name="connsiteY4" fmla="*/ 48577 h 144779"/>
                                <a:gd name="connsiteX5" fmla="*/ 158115 w 172402"/>
                                <a:gd name="connsiteY5" fmla="*/ 53340 h 144779"/>
                                <a:gd name="connsiteX6" fmla="*/ 160020 w 172402"/>
                                <a:gd name="connsiteY6" fmla="*/ 56198 h 144779"/>
                                <a:gd name="connsiteX7" fmla="*/ 160020 w 172402"/>
                                <a:gd name="connsiteY7" fmla="*/ 57150 h 144779"/>
                                <a:gd name="connsiteX8" fmla="*/ 160020 w 172402"/>
                                <a:gd name="connsiteY8" fmla="*/ 58102 h 144779"/>
                                <a:gd name="connsiteX9" fmla="*/ 160973 w 172402"/>
                                <a:gd name="connsiteY9" fmla="*/ 59055 h 144779"/>
                                <a:gd name="connsiteX10" fmla="*/ 165735 w 172402"/>
                                <a:gd name="connsiteY10" fmla="*/ 69533 h 144779"/>
                                <a:gd name="connsiteX11" fmla="*/ 167640 w 172402"/>
                                <a:gd name="connsiteY11" fmla="*/ 74295 h 144779"/>
                                <a:gd name="connsiteX12" fmla="*/ 168593 w 172402"/>
                                <a:gd name="connsiteY12" fmla="*/ 79058 h 144779"/>
                                <a:gd name="connsiteX13" fmla="*/ 169545 w 172402"/>
                                <a:gd name="connsiteY13" fmla="*/ 80963 h 144779"/>
                                <a:gd name="connsiteX14" fmla="*/ 169545 w 172402"/>
                                <a:gd name="connsiteY14" fmla="*/ 82867 h 144779"/>
                                <a:gd name="connsiteX15" fmla="*/ 170498 w 172402"/>
                                <a:gd name="connsiteY15" fmla="*/ 86678 h 144779"/>
                                <a:gd name="connsiteX16" fmla="*/ 171450 w 172402"/>
                                <a:gd name="connsiteY16" fmla="*/ 93345 h 144779"/>
                                <a:gd name="connsiteX17" fmla="*/ 172403 w 172402"/>
                                <a:gd name="connsiteY17" fmla="*/ 98108 h 144779"/>
                                <a:gd name="connsiteX18" fmla="*/ 172403 w 172402"/>
                                <a:gd name="connsiteY18" fmla="*/ 101917 h 144779"/>
                                <a:gd name="connsiteX19" fmla="*/ 172403 w 172402"/>
                                <a:gd name="connsiteY19" fmla="*/ 103822 h 144779"/>
                                <a:gd name="connsiteX20" fmla="*/ 172403 w 172402"/>
                                <a:gd name="connsiteY20" fmla="*/ 104775 h 144779"/>
                                <a:gd name="connsiteX21" fmla="*/ 172403 w 172402"/>
                                <a:gd name="connsiteY21" fmla="*/ 104775 h 144779"/>
                                <a:gd name="connsiteX22" fmla="*/ 172403 w 172402"/>
                                <a:gd name="connsiteY22" fmla="*/ 103822 h 144779"/>
                                <a:gd name="connsiteX23" fmla="*/ 172403 w 172402"/>
                                <a:gd name="connsiteY23" fmla="*/ 101917 h 144779"/>
                                <a:gd name="connsiteX24" fmla="*/ 172403 w 172402"/>
                                <a:gd name="connsiteY24" fmla="*/ 98108 h 144779"/>
                                <a:gd name="connsiteX25" fmla="*/ 171450 w 172402"/>
                                <a:gd name="connsiteY25" fmla="*/ 93345 h 144779"/>
                                <a:gd name="connsiteX26" fmla="*/ 169545 w 172402"/>
                                <a:gd name="connsiteY26" fmla="*/ 86678 h 144779"/>
                                <a:gd name="connsiteX27" fmla="*/ 168593 w 172402"/>
                                <a:gd name="connsiteY27" fmla="*/ 82867 h 144779"/>
                                <a:gd name="connsiteX28" fmla="*/ 167640 w 172402"/>
                                <a:gd name="connsiteY28" fmla="*/ 80963 h 144779"/>
                                <a:gd name="connsiteX29" fmla="*/ 166688 w 172402"/>
                                <a:gd name="connsiteY29" fmla="*/ 79058 h 144779"/>
                                <a:gd name="connsiteX30" fmla="*/ 164783 w 172402"/>
                                <a:gd name="connsiteY30" fmla="*/ 74295 h 144779"/>
                                <a:gd name="connsiteX31" fmla="*/ 162878 w 172402"/>
                                <a:gd name="connsiteY31" fmla="*/ 69533 h 144779"/>
                                <a:gd name="connsiteX32" fmla="*/ 158115 w 172402"/>
                                <a:gd name="connsiteY32" fmla="*/ 60008 h 144779"/>
                                <a:gd name="connsiteX33" fmla="*/ 157163 w 172402"/>
                                <a:gd name="connsiteY33" fmla="*/ 59055 h 144779"/>
                                <a:gd name="connsiteX34" fmla="*/ 157163 w 172402"/>
                                <a:gd name="connsiteY34" fmla="*/ 58102 h 144779"/>
                                <a:gd name="connsiteX35" fmla="*/ 157163 w 172402"/>
                                <a:gd name="connsiteY35" fmla="*/ 57150 h 144779"/>
                                <a:gd name="connsiteX36" fmla="*/ 155258 w 172402"/>
                                <a:gd name="connsiteY36" fmla="*/ 54292 h 144779"/>
                                <a:gd name="connsiteX37" fmla="*/ 152400 w 172402"/>
                                <a:gd name="connsiteY37" fmla="*/ 49530 h 144779"/>
                                <a:gd name="connsiteX38" fmla="*/ 140970 w 172402"/>
                                <a:gd name="connsiteY38" fmla="*/ 32385 h 144779"/>
                                <a:gd name="connsiteX39" fmla="*/ 132398 w 172402"/>
                                <a:gd name="connsiteY39" fmla="*/ 16192 h 144779"/>
                                <a:gd name="connsiteX40" fmla="*/ 131445 w 172402"/>
                                <a:gd name="connsiteY40" fmla="*/ 19050 h 144779"/>
                                <a:gd name="connsiteX41" fmla="*/ 129540 w 172402"/>
                                <a:gd name="connsiteY41" fmla="*/ 23813 h 144779"/>
                                <a:gd name="connsiteX42" fmla="*/ 126683 w 172402"/>
                                <a:gd name="connsiteY42" fmla="*/ 28575 h 144779"/>
                                <a:gd name="connsiteX43" fmla="*/ 120968 w 172402"/>
                                <a:gd name="connsiteY43" fmla="*/ 39052 h 144779"/>
                                <a:gd name="connsiteX44" fmla="*/ 120015 w 172402"/>
                                <a:gd name="connsiteY44" fmla="*/ 40958 h 144779"/>
                                <a:gd name="connsiteX45" fmla="*/ 120015 w 172402"/>
                                <a:gd name="connsiteY45" fmla="*/ 40958 h 144779"/>
                                <a:gd name="connsiteX46" fmla="*/ 120015 w 172402"/>
                                <a:gd name="connsiteY46" fmla="*/ 47625 h 144779"/>
                                <a:gd name="connsiteX47" fmla="*/ 120968 w 172402"/>
                                <a:gd name="connsiteY47" fmla="*/ 56198 h 144779"/>
                                <a:gd name="connsiteX48" fmla="*/ 127635 w 172402"/>
                                <a:gd name="connsiteY48" fmla="*/ 76200 h 144779"/>
                                <a:gd name="connsiteX49" fmla="*/ 131445 w 172402"/>
                                <a:gd name="connsiteY49" fmla="*/ 86678 h 144779"/>
                                <a:gd name="connsiteX50" fmla="*/ 133350 w 172402"/>
                                <a:gd name="connsiteY50" fmla="*/ 91440 h 144779"/>
                                <a:gd name="connsiteX51" fmla="*/ 134303 w 172402"/>
                                <a:gd name="connsiteY51" fmla="*/ 96203 h 144779"/>
                                <a:gd name="connsiteX52" fmla="*/ 136208 w 172402"/>
                                <a:gd name="connsiteY52" fmla="*/ 104775 h 144779"/>
                                <a:gd name="connsiteX53" fmla="*/ 137160 w 172402"/>
                                <a:gd name="connsiteY53" fmla="*/ 108585 h 144779"/>
                                <a:gd name="connsiteX54" fmla="*/ 137160 w 172402"/>
                                <a:gd name="connsiteY54" fmla="*/ 111442 h 144779"/>
                                <a:gd name="connsiteX55" fmla="*/ 136208 w 172402"/>
                                <a:gd name="connsiteY55" fmla="*/ 119063 h 144779"/>
                                <a:gd name="connsiteX56" fmla="*/ 136208 w 172402"/>
                                <a:gd name="connsiteY56" fmla="*/ 120015 h 144779"/>
                                <a:gd name="connsiteX57" fmla="*/ 136208 w 172402"/>
                                <a:gd name="connsiteY57" fmla="*/ 120967 h 144779"/>
                                <a:gd name="connsiteX58" fmla="*/ 136208 w 172402"/>
                                <a:gd name="connsiteY58" fmla="*/ 121920 h 144779"/>
                                <a:gd name="connsiteX59" fmla="*/ 136208 w 172402"/>
                                <a:gd name="connsiteY59" fmla="*/ 122872 h 144779"/>
                                <a:gd name="connsiteX60" fmla="*/ 136208 w 172402"/>
                                <a:gd name="connsiteY60" fmla="*/ 123825 h 144779"/>
                                <a:gd name="connsiteX61" fmla="*/ 134303 w 172402"/>
                                <a:gd name="connsiteY61" fmla="*/ 125730 h 144779"/>
                                <a:gd name="connsiteX62" fmla="*/ 135255 w 172402"/>
                                <a:gd name="connsiteY62" fmla="*/ 124778 h 144779"/>
                                <a:gd name="connsiteX63" fmla="*/ 135255 w 172402"/>
                                <a:gd name="connsiteY63" fmla="*/ 123825 h 144779"/>
                                <a:gd name="connsiteX64" fmla="*/ 135255 w 172402"/>
                                <a:gd name="connsiteY64" fmla="*/ 122872 h 144779"/>
                                <a:gd name="connsiteX65" fmla="*/ 135255 w 172402"/>
                                <a:gd name="connsiteY65" fmla="*/ 121920 h 144779"/>
                                <a:gd name="connsiteX66" fmla="*/ 135255 w 172402"/>
                                <a:gd name="connsiteY66" fmla="*/ 120967 h 144779"/>
                                <a:gd name="connsiteX67" fmla="*/ 135255 w 172402"/>
                                <a:gd name="connsiteY67" fmla="*/ 120015 h 144779"/>
                                <a:gd name="connsiteX68" fmla="*/ 135255 w 172402"/>
                                <a:gd name="connsiteY68" fmla="*/ 112395 h 144779"/>
                                <a:gd name="connsiteX69" fmla="*/ 134303 w 172402"/>
                                <a:gd name="connsiteY69" fmla="*/ 109538 h 144779"/>
                                <a:gd name="connsiteX70" fmla="*/ 133350 w 172402"/>
                                <a:gd name="connsiteY70" fmla="*/ 105728 h 144779"/>
                                <a:gd name="connsiteX71" fmla="*/ 131445 w 172402"/>
                                <a:gd name="connsiteY71" fmla="*/ 97155 h 144779"/>
                                <a:gd name="connsiteX72" fmla="*/ 129540 w 172402"/>
                                <a:gd name="connsiteY72" fmla="*/ 92392 h 144779"/>
                                <a:gd name="connsiteX73" fmla="*/ 127635 w 172402"/>
                                <a:gd name="connsiteY73" fmla="*/ 87630 h 144779"/>
                                <a:gd name="connsiteX74" fmla="*/ 123825 w 172402"/>
                                <a:gd name="connsiteY74" fmla="*/ 77153 h 144779"/>
                                <a:gd name="connsiteX75" fmla="*/ 117158 w 172402"/>
                                <a:gd name="connsiteY75" fmla="*/ 57150 h 144779"/>
                                <a:gd name="connsiteX76" fmla="*/ 116205 w 172402"/>
                                <a:gd name="connsiteY76" fmla="*/ 48577 h 144779"/>
                                <a:gd name="connsiteX77" fmla="*/ 116205 w 172402"/>
                                <a:gd name="connsiteY77" fmla="*/ 47625 h 144779"/>
                                <a:gd name="connsiteX78" fmla="*/ 114300 w 172402"/>
                                <a:gd name="connsiteY78" fmla="*/ 51435 h 144779"/>
                                <a:gd name="connsiteX79" fmla="*/ 107633 w 172402"/>
                                <a:gd name="connsiteY79" fmla="*/ 63817 h 144779"/>
                                <a:gd name="connsiteX80" fmla="*/ 100965 w 172402"/>
                                <a:gd name="connsiteY80" fmla="*/ 75247 h 144779"/>
                                <a:gd name="connsiteX81" fmla="*/ 100965 w 172402"/>
                                <a:gd name="connsiteY81" fmla="*/ 76200 h 144779"/>
                                <a:gd name="connsiteX82" fmla="*/ 100013 w 172402"/>
                                <a:gd name="connsiteY82" fmla="*/ 79058 h 144779"/>
                                <a:gd name="connsiteX83" fmla="*/ 100965 w 172402"/>
                                <a:gd name="connsiteY83" fmla="*/ 88583 h 144779"/>
                                <a:gd name="connsiteX84" fmla="*/ 101918 w 172402"/>
                                <a:gd name="connsiteY84" fmla="*/ 95250 h 144779"/>
                                <a:gd name="connsiteX85" fmla="*/ 102870 w 172402"/>
                                <a:gd name="connsiteY85" fmla="*/ 102870 h 144779"/>
                                <a:gd name="connsiteX86" fmla="*/ 102870 w 172402"/>
                                <a:gd name="connsiteY86" fmla="*/ 106680 h 144779"/>
                                <a:gd name="connsiteX87" fmla="*/ 102870 w 172402"/>
                                <a:gd name="connsiteY87" fmla="*/ 110490 h 144779"/>
                                <a:gd name="connsiteX88" fmla="*/ 102870 w 172402"/>
                                <a:gd name="connsiteY88" fmla="*/ 114300 h 144779"/>
                                <a:gd name="connsiteX89" fmla="*/ 102870 w 172402"/>
                                <a:gd name="connsiteY89" fmla="*/ 118110 h 144779"/>
                                <a:gd name="connsiteX90" fmla="*/ 102870 w 172402"/>
                                <a:gd name="connsiteY90" fmla="*/ 125730 h 144779"/>
                                <a:gd name="connsiteX91" fmla="*/ 102870 w 172402"/>
                                <a:gd name="connsiteY91" fmla="*/ 133350 h 144779"/>
                                <a:gd name="connsiteX92" fmla="*/ 102870 w 172402"/>
                                <a:gd name="connsiteY92" fmla="*/ 137160 h 144779"/>
                                <a:gd name="connsiteX93" fmla="*/ 102870 w 172402"/>
                                <a:gd name="connsiteY93" fmla="*/ 140970 h 144779"/>
                                <a:gd name="connsiteX94" fmla="*/ 102870 w 172402"/>
                                <a:gd name="connsiteY94" fmla="*/ 142875 h 144779"/>
                                <a:gd name="connsiteX95" fmla="*/ 102870 w 172402"/>
                                <a:gd name="connsiteY95" fmla="*/ 144780 h 144779"/>
                                <a:gd name="connsiteX96" fmla="*/ 101918 w 172402"/>
                                <a:gd name="connsiteY96" fmla="*/ 144780 h 144779"/>
                                <a:gd name="connsiteX97" fmla="*/ 101918 w 172402"/>
                                <a:gd name="connsiteY97" fmla="*/ 140970 h 144779"/>
                                <a:gd name="connsiteX98" fmla="*/ 101918 w 172402"/>
                                <a:gd name="connsiteY98" fmla="*/ 137160 h 144779"/>
                                <a:gd name="connsiteX99" fmla="*/ 101918 w 172402"/>
                                <a:gd name="connsiteY99" fmla="*/ 133350 h 144779"/>
                                <a:gd name="connsiteX100" fmla="*/ 101918 w 172402"/>
                                <a:gd name="connsiteY100" fmla="*/ 125730 h 144779"/>
                                <a:gd name="connsiteX101" fmla="*/ 100965 w 172402"/>
                                <a:gd name="connsiteY101" fmla="*/ 118110 h 144779"/>
                                <a:gd name="connsiteX102" fmla="*/ 100965 w 172402"/>
                                <a:gd name="connsiteY102" fmla="*/ 116205 h 144779"/>
                                <a:gd name="connsiteX103" fmla="*/ 100965 w 172402"/>
                                <a:gd name="connsiteY103" fmla="*/ 114300 h 144779"/>
                                <a:gd name="connsiteX104" fmla="*/ 100965 w 172402"/>
                                <a:gd name="connsiteY104" fmla="*/ 110490 h 144779"/>
                                <a:gd name="connsiteX105" fmla="*/ 100013 w 172402"/>
                                <a:gd name="connsiteY105" fmla="*/ 106680 h 144779"/>
                                <a:gd name="connsiteX106" fmla="*/ 99060 w 172402"/>
                                <a:gd name="connsiteY106" fmla="*/ 102870 h 144779"/>
                                <a:gd name="connsiteX107" fmla="*/ 98108 w 172402"/>
                                <a:gd name="connsiteY107" fmla="*/ 96203 h 144779"/>
                                <a:gd name="connsiteX108" fmla="*/ 96203 w 172402"/>
                                <a:gd name="connsiteY108" fmla="*/ 89535 h 144779"/>
                                <a:gd name="connsiteX109" fmla="*/ 95250 w 172402"/>
                                <a:gd name="connsiteY109" fmla="*/ 83820 h 144779"/>
                                <a:gd name="connsiteX110" fmla="*/ 91440 w 172402"/>
                                <a:gd name="connsiteY110" fmla="*/ 91440 h 144779"/>
                                <a:gd name="connsiteX111" fmla="*/ 84773 w 172402"/>
                                <a:gd name="connsiteY111" fmla="*/ 104775 h 144779"/>
                                <a:gd name="connsiteX112" fmla="*/ 81915 w 172402"/>
                                <a:gd name="connsiteY112" fmla="*/ 111442 h 144779"/>
                                <a:gd name="connsiteX113" fmla="*/ 79058 w 172402"/>
                                <a:gd name="connsiteY113" fmla="*/ 118110 h 144779"/>
                                <a:gd name="connsiteX114" fmla="*/ 75248 w 172402"/>
                                <a:gd name="connsiteY114" fmla="*/ 131445 h 144779"/>
                                <a:gd name="connsiteX115" fmla="*/ 74295 w 172402"/>
                                <a:gd name="connsiteY115" fmla="*/ 138113 h 144779"/>
                                <a:gd name="connsiteX116" fmla="*/ 73343 w 172402"/>
                                <a:gd name="connsiteY116" fmla="*/ 143828 h 144779"/>
                                <a:gd name="connsiteX117" fmla="*/ 72390 w 172402"/>
                                <a:gd name="connsiteY117" fmla="*/ 143828 h 144779"/>
                                <a:gd name="connsiteX118" fmla="*/ 72390 w 172402"/>
                                <a:gd name="connsiteY118" fmla="*/ 143828 h 144779"/>
                                <a:gd name="connsiteX119" fmla="*/ 73343 w 172402"/>
                                <a:gd name="connsiteY119" fmla="*/ 137160 h 144779"/>
                                <a:gd name="connsiteX120" fmla="*/ 74295 w 172402"/>
                                <a:gd name="connsiteY120" fmla="*/ 130492 h 144779"/>
                                <a:gd name="connsiteX121" fmla="*/ 78105 w 172402"/>
                                <a:gd name="connsiteY121" fmla="*/ 116205 h 144779"/>
                                <a:gd name="connsiteX122" fmla="*/ 79058 w 172402"/>
                                <a:gd name="connsiteY122" fmla="*/ 112395 h 144779"/>
                                <a:gd name="connsiteX123" fmla="*/ 80010 w 172402"/>
                                <a:gd name="connsiteY123" fmla="*/ 108585 h 144779"/>
                                <a:gd name="connsiteX124" fmla="*/ 80963 w 172402"/>
                                <a:gd name="connsiteY124" fmla="*/ 104775 h 144779"/>
                                <a:gd name="connsiteX125" fmla="*/ 81915 w 172402"/>
                                <a:gd name="connsiteY125" fmla="*/ 100965 h 144779"/>
                                <a:gd name="connsiteX126" fmla="*/ 88583 w 172402"/>
                                <a:gd name="connsiteY126" fmla="*/ 86678 h 144779"/>
                                <a:gd name="connsiteX127" fmla="*/ 95250 w 172402"/>
                                <a:gd name="connsiteY127" fmla="*/ 73342 h 144779"/>
                                <a:gd name="connsiteX128" fmla="*/ 100013 w 172402"/>
                                <a:gd name="connsiteY128" fmla="*/ 62865 h 144779"/>
                                <a:gd name="connsiteX129" fmla="*/ 98108 w 172402"/>
                                <a:gd name="connsiteY129" fmla="*/ 63817 h 144779"/>
                                <a:gd name="connsiteX130" fmla="*/ 90488 w 172402"/>
                                <a:gd name="connsiteY130" fmla="*/ 68580 h 144779"/>
                                <a:gd name="connsiteX131" fmla="*/ 71438 w 172402"/>
                                <a:gd name="connsiteY131" fmla="*/ 78105 h 144779"/>
                                <a:gd name="connsiteX132" fmla="*/ 60008 w 172402"/>
                                <a:gd name="connsiteY132" fmla="*/ 83820 h 144779"/>
                                <a:gd name="connsiteX133" fmla="*/ 49530 w 172402"/>
                                <a:gd name="connsiteY133" fmla="*/ 90488 h 144779"/>
                                <a:gd name="connsiteX134" fmla="*/ 39053 w 172402"/>
                                <a:gd name="connsiteY134" fmla="*/ 100013 h 144779"/>
                                <a:gd name="connsiteX135" fmla="*/ 30480 w 172402"/>
                                <a:gd name="connsiteY135" fmla="*/ 111442 h 144779"/>
                                <a:gd name="connsiteX136" fmla="*/ 26670 w 172402"/>
                                <a:gd name="connsiteY136" fmla="*/ 118110 h 144779"/>
                                <a:gd name="connsiteX137" fmla="*/ 23813 w 172402"/>
                                <a:gd name="connsiteY137" fmla="*/ 124778 h 144779"/>
                                <a:gd name="connsiteX138" fmla="*/ 22860 w 172402"/>
                                <a:gd name="connsiteY138" fmla="*/ 128588 h 144779"/>
                                <a:gd name="connsiteX139" fmla="*/ 21908 w 172402"/>
                                <a:gd name="connsiteY139" fmla="*/ 132397 h 144779"/>
                                <a:gd name="connsiteX140" fmla="*/ 20955 w 172402"/>
                                <a:gd name="connsiteY140" fmla="*/ 140017 h 144779"/>
                                <a:gd name="connsiteX141" fmla="*/ 20955 w 172402"/>
                                <a:gd name="connsiteY141" fmla="*/ 140970 h 144779"/>
                                <a:gd name="connsiteX142" fmla="*/ 20003 w 172402"/>
                                <a:gd name="connsiteY142" fmla="*/ 140970 h 144779"/>
                                <a:gd name="connsiteX143" fmla="*/ 20003 w 172402"/>
                                <a:gd name="connsiteY143" fmla="*/ 139065 h 144779"/>
                                <a:gd name="connsiteX144" fmla="*/ 23813 w 172402"/>
                                <a:gd name="connsiteY144" fmla="*/ 123825 h 144779"/>
                                <a:gd name="connsiteX145" fmla="*/ 29528 w 172402"/>
                                <a:gd name="connsiteY145" fmla="*/ 109538 h 144779"/>
                                <a:gd name="connsiteX146" fmla="*/ 38100 w 172402"/>
                                <a:gd name="connsiteY146" fmla="*/ 97155 h 144779"/>
                                <a:gd name="connsiteX147" fmla="*/ 48578 w 172402"/>
                                <a:gd name="connsiteY147" fmla="*/ 87630 h 144779"/>
                                <a:gd name="connsiteX148" fmla="*/ 59055 w 172402"/>
                                <a:gd name="connsiteY148" fmla="*/ 80010 h 144779"/>
                                <a:gd name="connsiteX149" fmla="*/ 70485 w 172402"/>
                                <a:gd name="connsiteY149" fmla="*/ 74295 h 144779"/>
                                <a:gd name="connsiteX150" fmla="*/ 89535 w 172402"/>
                                <a:gd name="connsiteY150" fmla="*/ 64770 h 144779"/>
                                <a:gd name="connsiteX151" fmla="*/ 96203 w 172402"/>
                                <a:gd name="connsiteY151" fmla="*/ 60008 h 144779"/>
                                <a:gd name="connsiteX152" fmla="*/ 100965 w 172402"/>
                                <a:gd name="connsiteY152" fmla="*/ 56198 h 144779"/>
                                <a:gd name="connsiteX153" fmla="*/ 103823 w 172402"/>
                                <a:gd name="connsiteY153" fmla="*/ 54292 h 144779"/>
                                <a:gd name="connsiteX154" fmla="*/ 108585 w 172402"/>
                                <a:gd name="connsiteY154" fmla="*/ 44767 h 144779"/>
                                <a:gd name="connsiteX155" fmla="*/ 111443 w 172402"/>
                                <a:gd name="connsiteY155" fmla="*/ 39052 h 144779"/>
                                <a:gd name="connsiteX156" fmla="*/ 114300 w 172402"/>
                                <a:gd name="connsiteY156" fmla="*/ 33338 h 144779"/>
                                <a:gd name="connsiteX157" fmla="*/ 119063 w 172402"/>
                                <a:gd name="connsiteY157" fmla="*/ 22860 h 144779"/>
                                <a:gd name="connsiteX158" fmla="*/ 119063 w 172402"/>
                                <a:gd name="connsiteY158" fmla="*/ 21908 h 144779"/>
                                <a:gd name="connsiteX159" fmla="*/ 118110 w 172402"/>
                                <a:gd name="connsiteY159" fmla="*/ 21908 h 144779"/>
                                <a:gd name="connsiteX160" fmla="*/ 110490 w 172402"/>
                                <a:gd name="connsiteY160" fmla="*/ 23813 h 144779"/>
                                <a:gd name="connsiteX161" fmla="*/ 105728 w 172402"/>
                                <a:gd name="connsiteY161" fmla="*/ 24765 h 144779"/>
                                <a:gd name="connsiteX162" fmla="*/ 100965 w 172402"/>
                                <a:gd name="connsiteY162" fmla="*/ 25717 h 144779"/>
                                <a:gd name="connsiteX163" fmla="*/ 89535 w 172402"/>
                                <a:gd name="connsiteY163" fmla="*/ 28575 h 144779"/>
                                <a:gd name="connsiteX164" fmla="*/ 77153 w 172402"/>
                                <a:gd name="connsiteY164" fmla="*/ 31433 h 144779"/>
                                <a:gd name="connsiteX165" fmla="*/ 63818 w 172402"/>
                                <a:gd name="connsiteY165" fmla="*/ 35242 h 144779"/>
                                <a:gd name="connsiteX166" fmla="*/ 49530 w 172402"/>
                                <a:gd name="connsiteY166" fmla="*/ 40005 h 144779"/>
                                <a:gd name="connsiteX167" fmla="*/ 36195 w 172402"/>
                                <a:gd name="connsiteY167" fmla="*/ 47625 h 144779"/>
                                <a:gd name="connsiteX168" fmla="*/ 23813 w 172402"/>
                                <a:gd name="connsiteY168" fmla="*/ 57150 h 144779"/>
                                <a:gd name="connsiteX169" fmla="*/ 18098 w 172402"/>
                                <a:gd name="connsiteY169" fmla="*/ 62865 h 144779"/>
                                <a:gd name="connsiteX170" fmla="*/ 13335 w 172402"/>
                                <a:gd name="connsiteY170" fmla="*/ 68580 h 144779"/>
                                <a:gd name="connsiteX171" fmla="*/ 8573 w 172402"/>
                                <a:gd name="connsiteY171" fmla="*/ 75247 h 144779"/>
                                <a:gd name="connsiteX172" fmla="*/ 4763 w 172402"/>
                                <a:gd name="connsiteY172" fmla="*/ 81915 h 144779"/>
                                <a:gd name="connsiteX173" fmla="*/ 1905 w 172402"/>
                                <a:gd name="connsiteY173" fmla="*/ 88583 h 144779"/>
                                <a:gd name="connsiteX174" fmla="*/ 0 w 172402"/>
                                <a:gd name="connsiteY174" fmla="*/ 93345 h 144779"/>
                                <a:gd name="connsiteX175" fmla="*/ 0 w 172402"/>
                                <a:gd name="connsiteY175" fmla="*/ 91440 h 144779"/>
                                <a:gd name="connsiteX176" fmla="*/ 953 w 172402"/>
                                <a:gd name="connsiteY176" fmla="*/ 88583 h 144779"/>
                                <a:gd name="connsiteX177" fmla="*/ 3810 w 172402"/>
                                <a:gd name="connsiteY177" fmla="*/ 81915 h 144779"/>
                                <a:gd name="connsiteX178" fmla="*/ 7620 w 172402"/>
                                <a:gd name="connsiteY178" fmla="*/ 75247 h 144779"/>
                                <a:gd name="connsiteX179" fmla="*/ 12383 w 172402"/>
                                <a:gd name="connsiteY179" fmla="*/ 68580 h 144779"/>
                                <a:gd name="connsiteX180" fmla="*/ 17145 w 172402"/>
                                <a:gd name="connsiteY180" fmla="*/ 62865 h 144779"/>
                                <a:gd name="connsiteX181" fmla="*/ 22860 w 172402"/>
                                <a:gd name="connsiteY181" fmla="*/ 57150 h 144779"/>
                                <a:gd name="connsiteX182" fmla="*/ 35243 w 172402"/>
                                <a:gd name="connsiteY182" fmla="*/ 47625 h 144779"/>
                                <a:gd name="connsiteX183" fmla="*/ 48578 w 172402"/>
                                <a:gd name="connsiteY183" fmla="*/ 40005 h 144779"/>
                                <a:gd name="connsiteX184" fmla="*/ 62865 w 172402"/>
                                <a:gd name="connsiteY184" fmla="*/ 34290 h 144779"/>
                                <a:gd name="connsiteX185" fmla="*/ 76200 w 172402"/>
                                <a:gd name="connsiteY185" fmla="*/ 29527 h 144779"/>
                                <a:gd name="connsiteX186" fmla="*/ 88583 w 172402"/>
                                <a:gd name="connsiteY186" fmla="*/ 25717 h 144779"/>
                                <a:gd name="connsiteX187" fmla="*/ 100013 w 172402"/>
                                <a:gd name="connsiteY187" fmla="*/ 22860 h 144779"/>
                                <a:gd name="connsiteX188" fmla="*/ 104775 w 172402"/>
                                <a:gd name="connsiteY188" fmla="*/ 21908 h 144779"/>
                                <a:gd name="connsiteX189" fmla="*/ 109538 w 172402"/>
                                <a:gd name="connsiteY189" fmla="*/ 20955 h 144779"/>
                                <a:gd name="connsiteX190" fmla="*/ 117158 w 172402"/>
                                <a:gd name="connsiteY190" fmla="*/ 19050 h 144779"/>
                                <a:gd name="connsiteX191" fmla="*/ 120968 w 172402"/>
                                <a:gd name="connsiteY191" fmla="*/ 18098 h 144779"/>
                                <a:gd name="connsiteX192" fmla="*/ 120968 w 172402"/>
                                <a:gd name="connsiteY192" fmla="*/ 18098 h 144779"/>
                                <a:gd name="connsiteX193" fmla="*/ 122873 w 172402"/>
                                <a:gd name="connsiteY193" fmla="*/ 13335 h 144779"/>
                                <a:gd name="connsiteX194" fmla="*/ 125730 w 172402"/>
                                <a:gd name="connsiteY194" fmla="*/ 5715 h 144779"/>
                                <a:gd name="connsiteX195" fmla="*/ 128588 w 172402"/>
                                <a:gd name="connsiteY195" fmla="*/ 0 h 144779"/>
                                <a:gd name="connsiteX196" fmla="*/ 134303 w 172402"/>
                                <a:gd name="connsiteY196" fmla="*/ 3810 h 144779"/>
                                <a:gd name="connsiteX197" fmla="*/ 135255 w 172402"/>
                                <a:gd name="connsiteY197" fmla="*/ 11430 h 144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72402" h="144779">
                                  <a:moveTo>
                                    <a:pt x="135255" y="11430"/>
                                  </a:moveTo>
                                  <a:cubicBezTo>
                                    <a:pt x="135255" y="12383"/>
                                    <a:pt x="135255" y="12383"/>
                                    <a:pt x="135255" y="12383"/>
                                  </a:cubicBezTo>
                                  <a:cubicBezTo>
                                    <a:pt x="135255" y="12383"/>
                                    <a:pt x="136208" y="14288"/>
                                    <a:pt x="138113" y="17145"/>
                                  </a:cubicBezTo>
                                  <a:cubicBezTo>
                                    <a:pt x="140018" y="20002"/>
                                    <a:pt x="141923" y="24765"/>
                                    <a:pt x="144780" y="30480"/>
                                  </a:cubicBezTo>
                                  <a:cubicBezTo>
                                    <a:pt x="147638" y="36195"/>
                                    <a:pt x="151448" y="41910"/>
                                    <a:pt x="155258" y="48577"/>
                                  </a:cubicBezTo>
                                  <a:cubicBezTo>
                                    <a:pt x="156210" y="50483"/>
                                    <a:pt x="157163" y="51435"/>
                                    <a:pt x="158115" y="53340"/>
                                  </a:cubicBezTo>
                                  <a:cubicBezTo>
                                    <a:pt x="159068" y="54292"/>
                                    <a:pt x="159068" y="55245"/>
                                    <a:pt x="160020" y="56198"/>
                                  </a:cubicBezTo>
                                  <a:lnTo>
                                    <a:pt x="160020" y="57150"/>
                                  </a:lnTo>
                                  <a:lnTo>
                                    <a:pt x="160020" y="58102"/>
                                  </a:lnTo>
                                  <a:lnTo>
                                    <a:pt x="160973" y="59055"/>
                                  </a:lnTo>
                                  <a:cubicBezTo>
                                    <a:pt x="162878" y="62865"/>
                                    <a:pt x="164783" y="65723"/>
                                    <a:pt x="165735" y="69533"/>
                                  </a:cubicBezTo>
                                  <a:cubicBezTo>
                                    <a:pt x="166688" y="71438"/>
                                    <a:pt x="166688" y="72390"/>
                                    <a:pt x="167640" y="74295"/>
                                  </a:cubicBezTo>
                                  <a:cubicBezTo>
                                    <a:pt x="167640" y="76200"/>
                                    <a:pt x="168593" y="77153"/>
                                    <a:pt x="168593" y="79058"/>
                                  </a:cubicBezTo>
                                  <a:cubicBezTo>
                                    <a:pt x="168593" y="80010"/>
                                    <a:pt x="169545" y="80963"/>
                                    <a:pt x="169545" y="80963"/>
                                  </a:cubicBezTo>
                                  <a:cubicBezTo>
                                    <a:pt x="169545" y="81915"/>
                                    <a:pt x="169545" y="82867"/>
                                    <a:pt x="169545" y="82867"/>
                                  </a:cubicBezTo>
                                  <a:cubicBezTo>
                                    <a:pt x="169545" y="83820"/>
                                    <a:pt x="170498" y="85725"/>
                                    <a:pt x="170498" y="86678"/>
                                  </a:cubicBezTo>
                                  <a:cubicBezTo>
                                    <a:pt x="171450" y="89535"/>
                                    <a:pt x="171450" y="91440"/>
                                    <a:pt x="171450" y="93345"/>
                                  </a:cubicBezTo>
                                  <a:cubicBezTo>
                                    <a:pt x="171450" y="95250"/>
                                    <a:pt x="171450" y="97155"/>
                                    <a:pt x="172403" y="98108"/>
                                  </a:cubicBezTo>
                                  <a:cubicBezTo>
                                    <a:pt x="172403" y="99060"/>
                                    <a:pt x="172403" y="100965"/>
                                    <a:pt x="172403" y="101917"/>
                                  </a:cubicBezTo>
                                  <a:cubicBezTo>
                                    <a:pt x="172403" y="102870"/>
                                    <a:pt x="172403" y="102870"/>
                                    <a:pt x="172403" y="103822"/>
                                  </a:cubicBezTo>
                                  <a:cubicBezTo>
                                    <a:pt x="172403" y="103822"/>
                                    <a:pt x="172403" y="103822"/>
                                    <a:pt x="172403" y="104775"/>
                                  </a:cubicBezTo>
                                  <a:lnTo>
                                    <a:pt x="172403" y="104775"/>
                                  </a:lnTo>
                                  <a:cubicBezTo>
                                    <a:pt x="172403" y="104775"/>
                                    <a:pt x="172403" y="104775"/>
                                    <a:pt x="172403" y="103822"/>
                                  </a:cubicBezTo>
                                  <a:cubicBezTo>
                                    <a:pt x="172403" y="103822"/>
                                    <a:pt x="172403" y="102870"/>
                                    <a:pt x="172403" y="101917"/>
                                  </a:cubicBezTo>
                                  <a:cubicBezTo>
                                    <a:pt x="172403" y="100965"/>
                                    <a:pt x="172403" y="100013"/>
                                    <a:pt x="172403" y="98108"/>
                                  </a:cubicBezTo>
                                  <a:cubicBezTo>
                                    <a:pt x="172403" y="97155"/>
                                    <a:pt x="171450" y="95250"/>
                                    <a:pt x="171450" y="93345"/>
                                  </a:cubicBezTo>
                                  <a:cubicBezTo>
                                    <a:pt x="170498" y="91440"/>
                                    <a:pt x="170498" y="88583"/>
                                    <a:pt x="169545" y="86678"/>
                                  </a:cubicBezTo>
                                  <a:cubicBezTo>
                                    <a:pt x="169545" y="85725"/>
                                    <a:pt x="168593" y="83820"/>
                                    <a:pt x="168593" y="82867"/>
                                  </a:cubicBezTo>
                                  <a:cubicBezTo>
                                    <a:pt x="168593" y="81915"/>
                                    <a:pt x="168593" y="80963"/>
                                    <a:pt x="167640" y="80963"/>
                                  </a:cubicBezTo>
                                  <a:cubicBezTo>
                                    <a:pt x="167640" y="80010"/>
                                    <a:pt x="166688" y="79058"/>
                                    <a:pt x="166688" y="79058"/>
                                  </a:cubicBezTo>
                                  <a:cubicBezTo>
                                    <a:pt x="165735" y="77153"/>
                                    <a:pt x="165735" y="76200"/>
                                    <a:pt x="164783" y="74295"/>
                                  </a:cubicBezTo>
                                  <a:cubicBezTo>
                                    <a:pt x="163830" y="72390"/>
                                    <a:pt x="163830" y="71438"/>
                                    <a:pt x="162878" y="69533"/>
                                  </a:cubicBezTo>
                                  <a:cubicBezTo>
                                    <a:pt x="161925" y="66675"/>
                                    <a:pt x="160020" y="62865"/>
                                    <a:pt x="158115" y="60008"/>
                                  </a:cubicBezTo>
                                  <a:lnTo>
                                    <a:pt x="157163" y="59055"/>
                                  </a:lnTo>
                                  <a:lnTo>
                                    <a:pt x="157163" y="58102"/>
                                  </a:lnTo>
                                  <a:lnTo>
                                    <a:pt x="157163" y="57150"/>
                                  </a:lnTo>
                                  <a:cubicBezTo>
                                    <a:pt x="156210" y="56198"/>
                                    <a:pt x="156210" y="55245"/>
                                    <a:pt x="155258" y="54292"/>
                                  </a:cubicBezTo>
                                  <a:cubicBezTo>
                                    <a:pt x="154305" y="52388"/>
                                    <a:pt x="153353" y="51435"/>
                                    <a:pt x="152400" y="49530"/>
                                  </a:cubicBezTo>
                                  <a:cubicBezTo>
                                    <a:pt x="148590" y="42863"/>
                                    <a:pt x="144780" y="37148"/>
                                    <a:pt x="140970" y="32385"/>
                                  </a:cubicBezTo>
                                  <a:cubicBezTo>
                                    <a:pt x="136208" y="24765"/>
                                    <a:pt x="133350" y="19050"/>
                                    <a:pt x="132398" y="16192"/>
                                  </a:cubicBezTo>
                                  <a:cubicBezTo>
                                    <a:pt x="132398" y="17145"/>
                                    <a:pt x="131445" y="18098"/>
                                    <a:pt x="131445" y="19050"/>
                                  </a:cubicBezTo>
                                  <a:cubicBezTo>
                                    <a:pt x="130493" y="20002"/>
                                    <a:pt x="130493" y="21908"/>
                                    <a:pt x="129540" y="23813"/>
                                  </a:cubicBezTo>
                                  <a:cubicBezTo>
                                    <a:pt x="128588" y="25717"/>
                                    <a:pt x="127635" y="26670"/>
                                    <a:pt x="126683" y="28575"/>
                                  </a:cubicBezTo>
                                  <a:cubicBezTo>
                                    <a:pt x="124778" y="31433"/>
                                    <a:pt x="122873" y="35242"/>
                                    <a:pt x="120968" y="39052"/>
                                  </a:cubicBezTo>
                                  <a:cubicBezTo>
                                    <a:pt x="120968" y="40005"/>
                                    <a:pt x="120015" y="40958"/>
                                    <a:pt x="120015" y="40958"/>
                                  </a:cubicBezTo>
                                  <a:cubicBezTo>
                                    <a:pt x="120015" y="40958"/>
                                    <a:pt x="120015" y="40958"/>
                                    <a:pt x="120015" y="40958"/>
                                  </a:cubicBezTo>
                                  <a:cubicBezTo>
                                    <a:pt x="120015" y="42863"/>
                                    <a:pt x="120015" y="44767"/>
                                    <a:pt x="120015" y="47625"/>
                                  </a:cubicBezTo>
                                  <a:cubicBezTo>
                                    <a:pt x="120015" y="50483"/>
                                    <a:pt x="120015" y="53340"/>
                                    <a:pt x="120968" y="56198"/>
                                  </a:cubicBezTo>
                                  <a:cubicBezTo>
                                    <a:pt x="121920" y="61913"/>
                                    <a:pt x="124778" y="69533"/>
                                    <a:pt x="127635" y="76200"/>
                                  </a:cubicBezTo>
                                  <a:cubicBezTo>
                                    <a:pt x="128588" y="80010"/>
                                    <a:pt x="130493" y="82867"/>
                                    <a:pt x="131445" y="86678"/>
                                  </a:cubicBezTo>
                                  <a:cubicBezTo>
                                    <a:pt x="132398" y="88583"/>
                                    <a:pt x="132398" y="90488"/>
                                    <a:pt x="133350" y="91440"/>
                                  </a:cubicBezTo>
                                  <a:cubicBezTo>
                                    <a:pt x="134303" y="93345"/>
                                    <a:pt x="134303" y="94297"/>
                                    <a:pt x="134303" y="96203"/>
                                  </a:cubicBezTo>
                                  <a:cubicBezTo>
                                    <a:pt x="135255" y="99060"/>
                                    <a:pt x="136208" y="101917"/>
                                    <a:pt x="136208" y="104775"/>
                                  </a:cubicBezTo>
                                  <a:cubicBezTo>
                                    <a:pt x="136208" y="105728"/>
                                    <a:pt x="137160" y="107633"/>
                                    <a:pt x="137160" y="108585"/>
                                  </a:cubicBezTo>
                                  <a:cubicBezTo>
                                    <a:pt x="137160" y="109538"/>
                                    <a:pt x="137160" y="110490"/>
                                    <a:pt x="137160" y="111442"/>
                                  </a:cubicBezTo>
                                  <a:cubicBezTo>
                                    <a:pt x="137160" y="115253"/>
                                    <a:pt x="137160" y="117158"/>
                                    <a:pt x="136208" y="119063"/>
                                  </a:cubicBezTo>
                                  <a:cubicBezTo>
                                    <a:pt x="136208" y="119063"/>
                                    <a:pt x="136208" y="120015"/>
                                    <a:pt x="136208" y="120015"/>
                                  </a:cubicBezTo>
                                  <a:cubicBezTo>
                                    <a:pt x="136208" y="120015"/>
                                    <a:pt x="136208" y="120967"/>
                                    <a:pt x="136208" y="120967"/>
                                  </a:cubicBezTo>
                                  <a:cubicBezTo>
                                    <a:pt x="136208" y="120967"/>
                                    <a:pt x="136208" y="121920"/>
                                    <a:pt x="136208" y="121920"/>
                                  </a:cubicBezTo>
                                  <a:cubicBezTo>
                                    <a:pt x="136208" y="121920"/>
                                    <a:pt x="136208" y="121920"/>
                                    <a:pt x="136208" y="122872"/>
                                  </a:cubicBezTo>
                                  <a:cubicBezTo>
                                    <a:pt x="136208" y="122872"/>
                                    <a:pt x="136208" y="122872"/>
                                    <a:pt x="136208" y="123825"/>
                                  </a:cubicBezTo>
                                  <a:cubicBezTo>
                                    <a:pt x="135255" y="124778"/>
                                    <a:pt x="135255" y="124778"/>
                                    <a:pt x="134303" y="125730"/>
                                  </a:cubicBezTo>
                                  <a:cubicBezTo>
                                    <a:pt x="134303" y="125730"/>
                                    <a:pt x="135255" y="124778"/>
                                    <a:pt x="135255" y="124778"/>
                                  </a:cubicBezTo>
                                  <a:cubicBezTo>
                                    <a:pt x="135255" y="124778"/>
                                    <a:pt x="135255" y="124778"/>
                                    <a:pt x="135255" y="123825"/>
                                  </a:cubicBezTo>
                                  <a:cubicBezTo>
                                    <a:pt x="135255" y="123825"/>
                                    <a:pt x="135255" y="123825"/>
                                    <a:pt x="135255" y="122872"/>
                                  </a:cubicBezTo>
                                  <a:cubicBezTo>
                                    <a:pt x="135255" y="122872"/>
                                    <a:pt x="135255" y="121920"/>
                                    <a:pt x="135255" y="121920"/>
                                  </a:cubicBezTo>
                                  <a:cubicBezTo>
                                    <a:pt x="135255" y="121920"/>
                                    <a:pt x="135255" y="121920"/>
                                    <a:pt x="135255" y="120967"/>
                                  </a:cubicBezTo>
                                  <a:cubicBezTo>
                                    <a:pt x="135255" y="120967"/>
                                    <a:pt x="135255" y="120015"/>
                                    <a:pt x="135255" y="120015"/>
                                  </a:cubicBezTo>
                                  <a:cubicBezTo>
                                    <a:pt x="136208" y="118110"/>
                                    <a:pt x="136208" y="116205"/>
                                    <a:pt x="135255" y="112395"/>
                                  </a:cubicBezTo>
                                  <a:cubicBezTo>
                                    <a:pt x="135255" y="111442"/>
                                    <a:pt x="135255" y="110490"/>
                                    <a:pt x="134303" y="109538"/>
                                  </a:cubicBezTo>
                                  <a:cubicBezTo>
                                    <a:pt x="134303" y="108585"/>
                                    <a:pt x="133350" y="107633"/>
                                    <a:pt x="133350" y="105728"/>
                                  </a:cubicBezTo>
                                  <a:cubicBezTo>
                                    <a:pt x="132398" y="102870"/>
                                    <a:pt x="132398" y="100013"/>
                                    <a:pt x="131445" y="97155"/>
                                  </a:cubicBezTo>
                                  <a:cubicBezTo>
                                    <a:pt x="130493" y="95250"/>
                                    <a:pt x="130493" y="94297"/>
                                    <a:pt x="129540" y="92392"/>
                                  </a:cubicBezTo>
                                  <a:cubicBezTo>
                                    <a:pt x="128588" y="90488"/>
                                    <a:pt x="128588" y="89535"/>
                                    <a:pt x="127635" y="87630"/>
                                  </a:cubicBezTo>
                                  <a:cubicBezTo>
                                    <a:pt x="126683" y="83820"/>
                                    <a:pt x="124778" y="80963"/>
                                    <a:pt x="123825" y="77153"/>
                                  </a:cubicBezTo>
                                  <a:cubicBezTo>
                                    <a:pt x="120968" y="70485"/>
                                    <a:pt x="118110" y="63817"/>
                                    <a:pt x="117158" y="57150"/>
                                  </a:cubicBezTo>
                                  <a:cubicBezTo>
                                    <a:pt x="116205" y="54292"/>
                                    <a:pt x="116205" y="51435"/>
                                    <a:pt x="116205" y="48577"/>
                                  </a:cubicBezTo>
                                  <a:cubicBezTo>
                                    <a:pt x="116205" y="48577"/>
                                    <a:pt x="116205" y="47625"/>
                                    <a:pt x="116205" y="47625"/>
                                  </a:cubicBezTo>
                                  <a:cubicBezTo>
                                    <a:pt x="115253" y="48577"/>
                                    <a:pt x="115253" y="50483"/>
                                    <a:pt x="114300" y="51435"/>
                                  </a:cubicBezTo>
                                  <a:cubicBezTo>
                                    <a:pt x="112395" y="55245"/>
                                    <a:pt x="109538" y="60008"/>
                                    <a:pt x="107633" y="63817"/>
                                  </a:cubicBezTo>
                                  <a:cubicBezTo>
                                    <a:pt x="105728" y="67627"/>
                                    <a:pt x="103823" y="71438"/>
                                    <a:pt x="100965" y="75247"/>
                                  </a:cubicBezTo>
                                  <a:cubicBezTo>
                                    <a:pt x="100965" y="75247"/>
                                    <a:pt x="100965" y="75247"/>
                                    <a:pt x="100965" y="76200"/>
                                  </a:cubicBezTo>
                                  <a:cubicBezTo>
                                    <a:pt x="100965" y="77153"/>
                                    <a:pt x="100013" y="77153"/>
                                    <a:pt x="100013" y="79058"/>
                                  </a:cubicBezTo>
                                  <a:cubicBezTo>
                                    <a:pt x="100013" y="80963"/>
                                    <a:pt x="100013" y="84772"/>
                                    <a:pt x="100965" y="88583"/>
                                  </a:cubicBezTo>
                                  <a:cubicBezTo>
                                    <a:pt x="100965" y="90488"/>
                                    <a:pt x="101918" y="93345"/>
                                    <a:pt x="101918" y="95250"/>
                                  </a:cubicBezTo>
                                  <a:cubicBezTo>
                                    <a:pt x="101918" y="97155"/>
                                    <a:pt x="102870" y="100013"/>
                                    <a:pt x="102870" y="102870"/>
                                  </a:cubicBezTo>
                                  <a:cubicBezTo>
                                    <a:pt x="102870" y="103822"/>
                                    <a:pt x="102870" y="105728"/>
                                    <a:pt x="102870" y="106680"/>
                                  </a:cubicBezTo>
                                  <a:cubicBezTo>
                                    <a:pt x="102870" y="107633"/>
                                    <a:pt x="102870" y="109538"/>
                                    <a:pt x="102870" y="110490"/>
                                  </a:cubicBezTo>
                                  <a:cubicBezTo>
                                    <a:pt x="102870" y="111442"/>
                                    <a:pt x="102870" y="113347"/>
                                    <a:pt x="102870" y="114300"/>
                                  </a:cubicBezTo>
                                  <a:cubicBezTo>
                                    <a:pt x="102870" y="115253"/>
                                    <a:pt x="102870" y="117158"/>
                                    <a:pt x="102870" y="118110"/>
                                  </a:cubicBezTo>
                                  <a:cubicBezTo>
                                    <a:pt x="102870" y="120967"/>
                                    <a:pt x="102870" y="122872"/>
                                    <a:pt x="102870" y="125730"/>
                                  </a:cubicBezTo>
                                  <a:cubicBezTo>
                                    <a:pt x="102870" y="128588"/>
                                    <a:pt x="102870" y="130492"/>
                                    <a:pt x="102870" y="133350"/>
                                  </a:cubicBezTo>
                                  <a:cubicBezTo>
                                    <a:pt x="102870" y="134303"/>
                                    <a:pt x="102870" y="135255"/>
                                    <a:pt x="102870" y="137160"/>
                                  </a:cubicBezTo>
                                  <a:cubicBezTo>
                                    <a:pt x="102870" y="138113"/>
                                    <a:pt x="102870" y="139065"/>
                                    <a:pt x="102870" y="140970"/>
                                  </a:cubicBezTo>
                                  <a:cubicBezTo>
                                    <a:pt x="102870" y="141922"/>
                                    <a:pt x="102870" y="141922"/>
                                    <a:pt x="102870" y="142875"/>
                                  </a:cubicBezTo>
                                  <a:cubicBezTo>
                                    <a:pt x="102870" y="143828"/>
                                    <a:pt x="102870" y="143828"/>
                                    <a:pt x="102870" y="144780"/>
                                  </a:cubicBezTo>
                                  <a:cubicBezTo>
                                    <a:pt x="102870" y="144780"/>
                                    <a:pt x="102870" y="144780"/>
                                    <a:pt x="101918" y="144780"/>
                                  </a:cubicBezTo>
                                  <a:cubicBezTo>
                                    <a:pt x="101918" y="143828"/>
                                    <a:pt x="101918" y="141922"/>
                                    <a:pt x="101918" y="140970"/>
                                  </a:cubicBezTo>
                                  <a:cubicBezTo>
                                    <a:pt x="101918" y="140017"/>
                                    <a:pt x="101918" y="139065"/>
                                    <a:pt x="101918" y="137160"/>
                                  </a:cubicBezTo>
                                  <a:cubicBezTo>
                                    <a:pt x="101918" y="136208"/>
                                    <a:pt x="101918" y="135255"/>
                                    <a:pt x="101918" y="133350"/>
                                  </a:cubicBezTo>
                                  <a:cubicBezTo>
                                    <a:pt x="101918" y="131445"/>
                                    <a:pt x="101918" y="128588"/>
                                    <a:pt x="101918" y="125730"/>
                                  </a:cubicBezTo>
                                  <a:cubicBezTo>
                                    <a:pt x="101918" y="122872"/>
                                    <a:pt x="101918" y="120967"/>
                                    <a:pt x="100965" y="118110"/>
                                  </a:cubicBezTo>
                                  <a:lnTo>
                                    <a:pt x="100965" y="116205"/>
                                  </a:lnTo>
                                  <a:lnTo>
                                    <a:pt x="100965" y="114300"/>
                                  </a:lnTo>
                                  <a:cubicBezTo>
                                    <a:pt x="100965" y="113347"/>
                                    <a:pt x="100965" y="111442"/>
                                    <a:pt x="100965" y="110490"/>
                                  </a:cubicBezTo>
                                  <a:cubicBezTo>
                                    <a:pt x="100965" y="109538"/>
                                    <a:pt x="100965" y="107633"/>
                                    <a:pt x="100013" y="106680"/>
                                  </a:cubicBezTo>
                                  <a:cubicBezTo>
                                    <a:pt x="100013" y="105728"/>
                                    <a:pt x="100013" y="103822"/>
                                    <a:pt x="99060" y="102870"/>
                                  </a:cubicBezTo>
                                  <a:cubicBezTo>
                                    <a:pt x="99060" y="100013"/>
                                    <a:pt x="98108" y="98108"/>
                                    <a:pt x="98108" y="96203"/>
                                  </a:cubicBezTo>
                                  <a:cubicBezTo>
                                    <a:pt x="97155" y="93345"/>
                                    <a:pt x="97155" y="91440"/>
                                    <a:pt x="96203" y="89535"/>
                                  </a:cubicBezTo>
                                  <a:cubicBezTo>
                                    <a:pt x="95250" y="87630"/>
                                    <a:pt x="95250" y="85725"/>
                                    <a:pt x="95250" y="83820"/>
                                  </a:cubicBezTo>
                                  <a:cubicBezTo>
                                    <a:pt x="93345" y="86678"/>
                                    <a:pt x="92393" y="88583"/>
                                    <a:pt x="91440" y="91440"/>
                                  </a:cubicBezTo>
                                  <a:cubicBezTo>
                                    <a:pt x="89535" y="96203"/>
                                    <a:pt x="86678" y="100013"/>
                                    <a:pt x="84773" y="104775"/>
                                  </a:cubicBezTo>
                                  <a:cubicBezTo>
                                    <a:pt x="83820" y="106680"/>
                                    <a:pt x="82868" y="109538"/>
                                    <a:pt x="81915" y="111442"/>
                                  </a:cubicBezTo>
                                  <a:cubicBezTo>
                                    <a:pt x="80963" y="113347"/>
                                    <a:pt x="80010" y="116205"/>
                                    <a:pt x="79058" y="118110"/>
                                  </a:cubicBezTo>
                                  <a:cubicBezTo>
                                    <a:pt x="77153" y="122872"/>
                                    <a:pt x="76200" y="127635"/>
                                    <a:pt x="75248" y="131445"/>
                                  </a:cubicBezTo>
                                  <a:cubicBezTo>
                                    <a:pt x="75248" y="133350"/>
                                    <a:pt x="74295" y="136208"/>
                                    <a:pt x="74295" y="138113"/>
                                  </a:cubicBezTo>
                                  <a:cubicBezTo>
                                    <a:pt x="74295" y="140017"/>
                                    <a:pt x="73343" y="141922"/>
                                    <a:pt x="73343" y="143828"/>
                                  </a:cubicBezTo>
                                  <a:cubicBezTo>
                                    <a:pt x="73343" y="143828"/>
                                    <a:pt x="72390" y="143828"/>
                                    <a:pt x="72390" y="143828"/>
                                  </a:cubicBezTo>
                                  <a:lnTo>
                                    <a:pt x="72390" y="143828"/>
                                  </a:lnTo>
                                  <a:cubicBezTo>
                                    <a:pt x="72390" y="141922"/>
                                    <a:pt x="72390" y="140017"/>
                                    <a:pt x="73343" y="137160"/>
                                  </a:cubicBezTo>
                                  <a:cubicBezTo>
                                    <a:pt x="73343" y="135255"/>
                                    <a:pt x="73343" y="132397"/>
                                    <a:pt x="74295" y="130492"/>
                                  </a:cubicBezTo>
                                  <a:cubicBezTo>
                                    <a:pt x="75248" y="125730"/>
                                    <a:pt x="76200" y="120967"/>
                                    <a:pt x="78105" y="116205"/>
                                  </a:cubicBezTo>
                                  <a:cubicBezTo>
                                    <a:pt x="78105" y="115253"/>
                                    <a:pt x="79058" y="114300"/>
                                    <a:pt x="79058" y="112395"/>
                                  </a:cubicBezTo>
                                  <a:cubicBezTo>
                                    <a:pt x="79058" y="111442"/>
                                    <a:pt x="80010" y="110490"/>
                                    <a:pt x="80010" y="108585"/>
                                  </a:cubicBezTo>
                                  <a:cubicBezTo>
                                    <a:pt x="80010" y="106680"/>
                                    <a:pt x="80963" y="106680"/>
                                    <a:pt x="80963" y="104775"/>
                                  </a:cubicBezTo>
                                  <a:cubicBezTo>
                                    <a:pt x="80963" y="103822"/>
                                    <a:pt x="81915" y="102870"/>
                                    <a:pt x="81915" y="100965"/>
                                  </a:cubicBezTo>
                                  <a:cubicBezTo>
                                    <a:pt x="83820" y="96203"/>
                                    <a:pt x="86678" y="91440"/>
                                    <a:pt x="88583" y="86678"/>
                                  </a:cubicBezTo>
                                  <a:cubicBezTo>
                                    <a:pt x="90488" y="81915"/>
                                    <a:pt x="93345" y="77153"/>
                                    <a:pt x="95250" y="73342"/>
                                  </a:cubicBezTo>
                                  <a:cubicBezTo>
                                    <a:pt x="97155" y="69533"/>
                                    <a:pt x="98108" y="66675"/>
                                    <a:pt x="100013" y="62865"/>
                                  </a:cubicBezTo>
                                  <a:cubicBezTo>
                                    <a:pt x="99060" y="62865"/>
                                    <a:pt x="99060" y="63817"/>
                                    <a:pt x="98108" y="63817"/>
                                  </a:cubicBezTo>
                                  <a:cubicBezTo>
                                    <a:pt x="96203" y="65723"/>
                                    <a:pt x="93345" y="66675"/>
                                    <a:pt x="90488" y="68580"/>
                                  </a:cubicBezTo>
                                  <a:cubicBezTo>
                                    <a:pt x="84773" y="71438"/>
                                    <a:pt x="78105" y="74295"/>
                                    <a:pt x="71438" y="78105"/>
                                  </a:cubicBezTo>
                                  <a:cubicBezTo>
                                    <a:pt x="67628" y="80010"/>
                                    <a:pt x="63818" y="81915"/>
                                    <a:pt x="60008" y="83820"/>
                                  </a:cubicBezTo>
                                  <a:cubicBezTo>
                                    <a:pt x="56198" y="85725"/>
                                    <a:pt x="52388" y="87630"/>
                                    <a:pt x="49530" y="90488"/>
                                  </a:cubicBezTo>
                                  <a:cubicBezTo>
                                    <a:pt x="45720" y="93345"/>
                                    <a:pt x="42863" y="96203"/>
                                    <a:pt x="39053" y="100013"/>
                                  </a:cubicBezTo>
                                  <a:cubicBezTo>
                                    <a:pt x="36195" y="103822"/>
                                    <a:pt x="33338" y="107633"/>
                                    <a:pt x="30480" y="111442"/>
                                  </a:cubicBezTo>
                                  <a:cubicBezTo>
                                    <a:pt x="29528" y="113347"/>
                                    <a:pt x="28575" y="116205"/>
                                    <a:pt x="26670" y="118110"/>
                                  </a:cubicBezTo>
                                  <a:cubicBezTo>
                                    <a:pt x="25718" y="120015"/>
                                    <a:pt x="24765" y="122872"/>
                                    <a:pt x="23813" y="124778"/>
                                  </a:cubicBezTo>
                                  <a:cubicBezTo>
                                    <a:pt x="23813" y="125730"/>
                                    <a:pt x="22860" y="127635"/>
                                    <a:pt x="22860" y="128588"/>
                                  </a:cubicBezTo>
                                  <a:cubicBezTo>
                                    <a:pt x="22860" y="129540"/>
                                    <a:pt x="21908" y="131445"/>
                                    <a:pt x="21908" y="132397"/>
                                  </a:cubicBezTo>
                                  <a:cubicBezTo>
                                    <a:pt x="20955" y="135255"/>
                                    <a:pt x="20955" y="137160"/>
                                    <a:pt x="20955" y="140017"/>
                                  </a:cubicBezTo>
                                  <a:cubicBezTo>
                                    <a:pt x="20955" y="140017"/>
                                    <a:pt x="20955" y="140970"/>
                                    <a:pt x="20955" y="140970"/>
                                  </a:cubicBezTo>
                                  <a:cubicBezTo>
                                    <a:pt x="20955" y="140970"/>
                                    <a:pt x="20955" y="140970"/>
                                    <a:pt x="20003" y="140970"/>
                                  </a:cubicBezTo>
                                  <a:lnTo>
                                    <a:pt x="20003" y="139065"/>
                                  </a:lnTo>
                                  <a:cubicBezTo>
                                    <a:pt x="20955" y="134303"/>
                                    <a:pt x="21908" y="128588"/>
                                    <a:pt x="23813" y="123825"/>
                                  </a:cubicBezTo>
                                  <a:cubicBezTo>
                                    <a:pt x="25718" y="119063"/>
                                    <a:pt x="27623" y="114300"/>
                                    <a:pt x="29528" y="109538"/>
                                  </a:cubicBezTo>
                                  <a:cubicBezTo>
                                    <a:pt x="32385" y="104775"/>
                                    <a:pt x="35243" y="100965"/>
                                    <a:pt x="38100" y="97155"/>
                                  </a:cubicBezTo>
                                  <a:cubicBezTo>
                                    <a:pt x="40958" y="93345"/>
                                    <a:pt x="44768" y="90488"/>
                                    <a:pt x="48578" y="87630"/>
                                  </a:cubicBezTo>
                                  <a:cubicBezTo>
                                    <a:pt x="52388" y="84772"/>
                                    <a:pt x="56198" y="81915"/>
                                    <a:pt x="59055" y="80010"/>
                                  </a:cubicBezTo>
                                  <a:cubicBezTo>
                                    <a:pt x="62865" y="78105"/>
                                    <a:pt x="66675" y="76200"/>
                                    <a:pt x="70485" y="74295"/>
                                  </a:cubicBezTo>
                                  <a:cubicBezTo>
                                    <a:pt x="77153" y="70485"/>
                                    <a:pt x="83820" y="67627"/>
                                    <a:pt x="89535" y="64770"/>
                                  </a:cubicBezTo>
                                  <a:cubicBezTo>
                                    <a:pt x="92393" y="63817"/>
                                    <a:pt x="94298" y="61913"/>
                                    <a:pt x="96203" y="60008"/>
                                  </a:cubicBezTo>
                                  <a:cubicBezTo>
                                    <a:pt x="98108" y="59055"/>
                                    <a:pt x="100013" y="57150"/>
                                    <a:pt x="100965" y="56198"/>
                                  </a:cubicBezTo>
                                  <a:cubicBezTo>
                                    <a:pt x="101918" y="55245"/>
                                    <a:pt x="102870" y="54292"/>
                                    <a:pt x="103823" y="54292"/>
                                  </a:cubicBezTo>
                                  <a:cubicBezTo>
                                    <a:pt x="105728" y="51435"/>
                                    <a:pt x="106680" y="48577"/>
                                    <a:pt x="108585" y="44767"/>
                                  </a:cubicBezTo>
                                  <a:cubicBezTo>
                                    <a:pt x="109538" y="42863"/>
                                    <a:pt x="110490" y="40958"/>
                                    <a:pt x="111443" y="39052"/>
                                  </a:cubicBezTo>
                                  <a:cubicBezTo>
                                    <a:pt x="112395" y="37148"/>
                                    <a:pt x="113348" y="35242"/>
                                    <a:pt x="114300" y="33338"/>
                                  </a:cubicBezTo>
                                  <a:cubicBezTo>
                                    <a:pt x="116205" y="29527"/>
                                    <a:pt x="118110" y="25717"/>
                                    <a:pt x="119063" y="22860"/>
                                  </a:cubicBezTo>
                                  <a:cubicBezTo>
                                    <a:pt x="119063" y="22860"/>
                                    <a:pt x="119063" y="21908"/>
                                    <a:pt x="119063" y="21908"/>
                                  </a:cubicBezTo>
                                  <a:cubicBezTo>
                                    <a:pt x="119063" y="21908"/>
                                    <a:pt x="118110" y="21908"/>
                                    <a:pt x="118110" y="21908"/>
                                  </a:cubicBezTo>
                                  <a:cubicBezTo>
                                    <a:pt x="116205" y="21908"/>
                                    <a:pt x="113348" y="22860"/>
                                    <a:pt x="110490" y="23813"/>
                                  </a:cubicBezTo>
                                  <a:cubicBezTo>
                                    <a:pt x="109538" y="23813"/>
                                    <a:pt x="107633" y="24765"/>
                                    <a:pt x="105728" y="24765"/>
                                  </a:cubicBezTo>
                                  <a:cubicBezTo>
                                    <a:pt x="103823" y="24765"/>
                                    <a:pt x="101918" y="25717"/>
                                    <a:pt x="100965" y="25717"/>
                                  </a:cubicBezTo>
                                  <a:cubicBezTo>
                                    <a:pt x="97155" y="26670"/>
                                    <a:pt x="93345" y="27623"/>
                                    <a:pt x="89535" y="28575"/>
                                  </a:cubicBezTo>
                                  <a:cubicBezTo>
                                    <a:pt x="85725" y="29527"/>
                                    <a:pt x="80963" y="30480"/>
                                    <a:pt x="77153" y="31433"/>
                                  </a:cubicBezTo>
                                  <a:cubicBezTo>
                                    <a:pt x="72390" y="32385"/>
                                    <a:pt x="67628" y="34290"/>
                                    <a:pt x="63818" y="35242"/>
                                  </a:cubicBezTo>
                                  <a:cubicBezTo>
                                    <a:pt x="59055" y="37148"/>
                                    <a:pt x="54293" y="39052"/>
                                    <a:pt x="49530" y="40005"/>
                                  </a:cubicBezTo>
                                  <a:cubicBezTo>
                                    <a:pt x="44768" y="41910"/>
                                    <a:pt x="40005" y="44767"/>
                                    <a:pt x="36195" y="47625"/>
                                  </a:cubicBezTo>
                                  <a:cubicBezTo>
                                    <a:pt x="31433" y="50483"/>
                                    <a:pt x="27623" y="53340"/>
                                    <a:pt x="23813" y="57150"/>
                                  </a:cubicBezTo>
                                  <a:cubicBezTo>
                                    <a:pt x="21908" y="59055"/>
                                    <a:pt x="20003" y="60960"/>
                                    <a:pt x="18098" y="62865"/>
                                  </a:cubicBezTo>
                                  <a:cubicBezTo>
                                    <a:pt x="16193" y="64770"/>
                                    <a:pt x="14288" y="66675"/>
                                    <a:pt x="13335" y="68580"/>
                                  </a:cubicBezTo>
                                  <a:cubicBezTo>
                                    <a:pt x="11430" y="70485"/>
                                    <a:pt x="10478" y="72390"/>
                                    <a:pt x="8573" y="75247"/>
                                  </a:cubicBezTo>
                                  <a:cubicBezTo>
                                    <a:pt x="6668" y="77153"/>
                                    <a:pt x="5715" y="80010"/>
                                    <a:pt x="4763" y="81915"/>
                                  </a:cubicBezTo>
                                  <a:cubicBezTo>
                                    <a:pt x="3810" y="83820"/>
                                    <a:pt x="2858" y="86678"/>
                                    <a:pt x="1905" y="88583"/>
                                  </a:cubicBezTo>
                                  <a:cubicBezTo>
                                    <a:pt x="953" y="90488"/>
                                    <a:pt x="953" y="91440"/>
                                    <a:pt x="0" y="93345"/>
                                  </a:cubicBezTo>
                                  <a:cubicBezTo>
                                    <a:pt x="0" y="92392"/>
                                    <a:pt x="0" y="92392"/>
                                    <a:pt x="0" y="91440"/>
                                  </a:cubicBezTo>
                                  <a:cubicBezTo>
                                    <a:pt x="0" y="90488"/>
                                    <a:pt x="953" y="89535"/>
                                    <a:pt x="953" y="88583"/>
                                  </a:cubicBezTo>
                                  <a:cubicBezTo>
                                    <a:pt x="1905" y="86678"/>
                                    <a:pt x="2858" y="83820"/>
                                    <a:pt x="3810" y="81915"/>
                                  </a:cubicBezTo>
                                  <a:cubicBezTo>
                                    <a:pt x="4763" y="80010"/>
                                    <a:pt x="5715" y="77153"/>
                                    <a:pt x="7620" y="75247"/>
                                  </a:cubicBezTo>
                                  <a:cubicBezTo>
                                    <a:pt x="9525" y="73342"/>
                                    <a:pt x="10478" y="71438"/>
                                    <a:pt x="12383" y="68580"/>
                                  </a:cubicBezTo>
                                  <a:cubicBezTo>
                                    <a:pt x="14288" y="66675"/>
                                    <a:pt x="15240" y="64770"/>
                                    <a:pt x="17145" y="62865"/>
                                  </a:cubicBezTo>
                                  <a:cubicBezTo>
                                    <a:pt x="19050" y="60960"/>
                                    <a:pt x="20955" y="59055"/>
                                    <a:pt x="22860" y="57150"/>
                                  </a:cubicBezTo>
                                  <a:cubicBezTo>
                                    <a:pt x="26670" y="53340"/>
                                    <a:pt x="31433" y="50483"/>
                                    <a:pt x="35243" y="47625"/>
                                  </a:cubicBezTo>
                                  <a:cubicBezTo>
                                    <a:pt x="40005" y="44767"/>
                                    <a:pt x="43815" y="42863"/>
                                    <a:pt x="48578" y="40005"/>
                                  </a:cubicBezTo>
                                  <a:cubicBezTo>
                                    <a:pt x="53340" y="38100"/>
                                    <a:pt x="58103" y="36195"/>
                                    <a:pt x="62865" y="34290"/>
                                  </a:cubicBezTo>
                                  <a:cubicBezTo>
                                    <a:pt x="67628" y="32385"/>
                                    <a:pt x="72390" y="31433"/>
                                    <a:pt x="76200" y="29527"/>
                                  </a:cubicBezTo>
                                  <a:cubicBezTo>
                                    <a:pt x="80963" y="28575"/>
                                    <a:pt x="84773" y="27623"/>
                                    <a:pt x="88583" y="25717"/>
                                  </a:cubicBezTo>
                                  <a:cubicBezTo>
                                    <a:pt x="92393" y="24765"/>
                                    <a:pt x="96203" y="23813"/>
                                    <a:pt x="100013" y="22860"/>
                                  </a:cubicBezTo>
                                  <a:cubicBezTo>
                                    <a:pt x="101918" y="22860"/>
                                    <a:pt x="103823" y="21908"/>
                                    <a:pt x="104775" y="21908"/>
                                  </a:cubicBezTo>
                                  <a:cubicBezTo>
                                    <a:pt x="106680" y="21908"/>
                                    <a:pt x="107633" y="20955"/>
                                    <a:pt x="109538" y="20955"/>
                                  </a:cubicBezTo>
                                  <a:cubicBezTo>
                                    <a:pt x="112395" y="20002"/>
                                    <a:pt x="115253" y="19050"/>
                                    <a:pt x="117158" y="19050"/>
                                  </a:cubicBezTo>
                                  <a:cubicBezTo>
                                    <a:pt x="119063" y="19050"/>
                                    <a:pt x="120015" y="18098"/>
                                    <a:pt x="120968" y="18098"/>
                                  </a:cubicBezTo>
                                  <a:lnTo>
                                    <a:pt x="120968" y="18098"/>
                                  </a:lnTo>
                                  <a:cubicBezTo>
                                    <a:pt x="121920" y="16192"/>
                                    <a:pt x="121920" y="15240"/>
                                    <a:pt x="122873" y="13335"/>
                                  </a:cubicBezTo>
                                  <a:cubicBezTo>
                                    <a:pt x="123825" y="10477"/>
                                    <a:pt x="124778" y="7620"/>
                                    <a:pt x="125730" y="5715"/>
                                  </a:cubicBezTo>
                                  <a:cubicBezTo>
                                    <a:pt x="127635" y="1905"/>
                                    <a:pt x="128588" y="0"/>
                                    <a:pt x="128588" y="0"/>
                                  </a:cubicBezTo>
                                  <a:cubicBezTo>
                                    <a:pt x="129540" y="952"/>
                                    <a:pt x="134303" y="3810"/>
                                    <a:pt x="134303" y="3810"/>
                                  </a:cubicBezTo>
                                  <a:cubicBezTo>
                                    <a:pt x="137160" y="7620"/>
                                    <a:pt x="136208" y="8573"/>
                                    <a:pt x="135255" y="11430"/>
                                  </a:cubicBezTo>
                                  <a:close/>
                                </a:path>
                              </a:pathLst>
                            </a:custGeom>
                            <a:grpFill/>
                            <a:ln w="9525" cap="flat">
                              <a:noFill/>
                              <a:prstDash val="solid"/>
                              <a:miter/>
                            </a:ln>
                          </p:spPr>
                          <p:txBody>
                            <a:bodyPr rtlCol="0" anchor="ctr"/>
                            <a:lstStyle/>
                            <a:p>
                              <a:endParaRPr lang="en-US"/>
                            </a:p>
                          </p:txBody>
                        </p:sp>
                      </p:grpSp>
                      <p:grpSp>
                        <p:nvGrpSpPr>
                          <p:cNvPr id="324" name="Graphic 2">
                            <a:extLst>
                              <a:ext uri="{FF2B5EF4-FFF2-40B4-BE49-F238E27FC236}">
                                <a16:creationId xmlns:a16="http://schemas.microsoft.com/office/drawing/2014/main" id="{AE736AF3-0337-429B-AEF1-DA4B52809559}"/>
                              </a:ext>
                            </a:extLst>
                          </p:cNvPr>
                          <p:cNvGrpSpPr/>
                          <p:nvPr/>
                        </p:nvGrpSpPr>
                        <p:grpSpPr>
                          <a:xfrm>
                            <a:off x="3874951" y="2039052"/>
                            <a:ext cx="144780" cy="123946"/>
                            <a:chOff x="3874951" y="2039052"/>
                            <a:chExt cx="144780" cy="123946"/>
                          </a:xfrm>
                          <a:grpFill/>
                        </p:grpSpPr>
                        <p:sp>
                          <p:nvSpPr>
                            <p:cNvPr id="325" name="Freeform: Shape 324">
                              <a:extLst>
                                <a:ext uri="{FF2B5EF4-FFF2-40B4-BE49-F238E27FC236}">
                                  <a16:creationId xmlns:a16="http://schemas.microsoft.com/office/drawing/2014/main" id="{6C62AB0F-16A1-49E8-98F7-80E130E61F5D}"/>
                                </a:ext>
                              </a:extLst>
                            </p:cNvPr>
                            <p:cNvSpPr/>
                            <p:nvPr/>
                          </p:nvSpPr>
                          <p:spPr>
                            <a:xfrm>
                              <a:off x="3874951" y="2039052"/>
                              <a:ext cx="144780" cy="120137"/>
                            </a:xfrm>
                            <a:custGeom>
                              <a:avLst/>
                              <a:gdLst>
                                <a:gd name="connsiteX0" fmla="*/ 953 w 144780"/>
                                <a:gd name="connsiteY0" fmla="*/ 60130 h 120137"/>
                                <a:gd name="connsiteX1" fmla="*/ 953 w 144780"/>
                                <a:gd name="connsiteY1" fmla="*/ 53462 h 120137"/>
                                <a:gd name="connsiteX2" fmla="*/ 953 w 144780"/>
                                <a:gd name="connsiteY2" fmla="*/ 46794 h 120137"/>
                                <a:gd name="connsiteX3" fmla="*/ 953 w 144780"/>
                                <a:gd name="connsiteY3" fmla="*/ 43937 h 120137"/>
                                <a:gd name="connsiteX4" fmla="*/ 1905 w 144780"/>
                                <a:gd name="connsiteY4" fmla="*/ 38222 h 120137"/>
                                <a:gd name="connsiteX5" fmla="*/ 1905 w 144780"/>
                                <a:gd name="connsiteY5" fmla="*/ 38222 h 120137"/>
                                <a:gd name="connsiteX6" fmla="*/ 1905 w 144780"/>
                                <a:gd name="connsiteY6" fmla="*/ 38222 h 120137"/>
                                <a:gd name="connsiteX7" fmla="*/ 1905 w 144780"/>
                                <a:gd name="connsiteY7" fmla="*/ 37269 h 120137"/>
                                <a:gd name="connsiteX8" fmla="*/ 3810 w 144780"/>
                                <a:gd name="connsiteY8" fmla="*/ 35364 h 120137"/>
                                <a:gd name="connsiteX9" fmla="*/ 10478 w 144780"/>
                                <a:gd name="connsiteY9" fmla="*/ 28697 h 120137"/>
                                <a:gd name="connsiteX10" fmla="*/ 37148 w 144780"/>
                                <a:gd name="connsiteY10" fmla="*/ 9647 h 120137"/>
                                <a:gd name="connsiteX11" fmla="*/ 79057 w 144780"/>
                                <a:gd name="connsiteY11" fmla="*/ 122 h 120137"/>
                                <a:gd name="connsiteX12" fmla="*/ 104775 w 144780"/>
                                <a:gd name="connsiteY12" fmla="*/ 5837 h 120137"/>
                                <a:gd name="connsiteX13" fmla="*/ 131445 w 144780"/>
                                <a:gd name="connsiteY13" fmla="*/ 23934 h 120137"/>
                                <a:gd name="connsiteX14" fmla="*/ 132398 w 144780"/>
                                <a:gd name="connsiteY14" fmla="*/ 24887 h 120137"/>
                                <a:gd name="connsiteX15" fmla="*/ 132398 w 144780"/>
                                <a:gd name="connsiteY15" fmla="*/ 24887 h 120137"/>
                                <a:gd name="connsiteX16" fmla="*/ 137160 w 144780"/>
                                <a:gd name="connsiteY16" fmla="*/ 31554 h 120137"/>
                                <a:gd name="connsiteX17" fmla="*/ 143828 w 144780"/>
                                <a:gd name="connsiteY17" fmla="*/ 48699 h 120137"/>
                                <a:gd name="connsiteX18" fmla="*/ 144780 w 144780"/>
                                <a:gd name="connsiteY18" fmla="*/ 55367 h 120137"/>
                                <a:gd name="connsiteX19" fmla="*/ 144780 w 144780"/>
                                <a:gd name="connsiteY19" fmla="*/ 62034 h 120137"/>
                                <a:gd name="connsiteX20" fmla="*/ 144780 w 144780"/>
                                <a:gd name="connsiteY20" fmla="*/ 63939 h 120137"/>
                                <a:gd name="connsiteX21" fmla="*/ 144780 w 144780"/>
                                <a:gd name="connsiteY21" fmla="*/ 64892 h 120137"/>
                                <a:gd name="connsiteX22" fmla="*/ 139065 w 144780"/>
                                <a:gd name="connsiteY22" fmla="*/ 78227 h 120137"/>
                                <a:gd name="connsiteX23" fmla="*/ 135255 w 144780"/>
                                <a:gd name="connsiteY23" fmla="*/ 82989 h 120137"/>
                                <a:gd name="connsiteX24" fmla="*/ 130493 w 144780"/>
                                <a:gd name="connsiteY24" fmla="*/ 86799 h 120137"/>
                                <a:gd name="connsiteX25" fmla="*/ 113348 w 144780"/>
                                <a:gd name="connsiteY25" fmla="*/ 92514 h 120137"/>
                                <a:gd name="connsiteX26" fmla="*/ 112395 w 144780"/>
                                <a:gd name="connsiteY26" fmla="*/ 92514 h 120137"/>
                                <a:gd name="connsiteX27" fmla="*/ 108585 w 144780"/>
                                <a:gd name="connsiteY27" fmla="*/ 92514 h 120137"/>
                                <a:gd name="connsiteX28" fmla="*/ 104775 w 144780"/>
                                <a:gd name="connsiteY28" fmla="*/ 97277 h 120137"/>
                                <a:gd name="connsiteX29" fmla="*/ 95250 w 144780"/>
                                <a:gd name="connsiteY29" fmla="*/ 106802 h 120137"/>
                                <a:gd name="connsiteX30" fmla="*/ 93345 w 144780"/>
                                <a:gd name="connsiteY30" fmla="*/ 107755 h 120137"/>
                                <a:gd name="connsiteX31" fmla="*/ 93345 w 144780"/>
                                <a:gd name="connsiteY31" fmla="*/ 107755 h 120137"/>
                                <a:gd name="connsiteX32" fmla="*/ 81915 w 144780"/>
                                <a:gd name="connsiteY32" fmla="*/ 111564 h 120137"/>
                                <a:gd name="connsiteX33" fmla="*/ 68580 w 144780"/>
                                <a:gd name="connsiteY33" fmla="*/ 111564 h 120137"/>
                                <a:gd name="connsiteX34" fmla="*/ 66675 w 144780"/>
                                <a:gd name="connsiteY34" fmla="*/ 111564 h 120137"/>
                                <a:gd name="connsiteX35" fmla="*/ 64770 w 144780"/>
                                <a:gd name="connsiteY35" fmla="*/ 111564 h 120137"/>
                                <a:gd name="connsiteX36" fmla="*/ 59055 w 144780"/>
                                <a:gd name="connsiteY36" fmla="*/ 111564 h 120137"/>
                                <a:gd name="connsiteX37" fmla="*/ 58103 w 144780"/>
                                <a:gd name="connsiteY37" fmla="*/ 111564 h 120137"/>
                                <a:gd name="connsiteX38" fmla="*/ 57150 w 144780"/>
                                <a:gd name="connsiteY38" fmla="*/ 111564 h 120137"/>
                                <a:gd name="connsiteX39" fmla="*/ 56198 w 144780"/>
                                <a:gd name="connsiteY39" fmla="*/ 111564 h 120137"/>
                                <a:gd name="connsiteX40" fmla="*/ 51435 w 144780"/>
                                <a:gd name="connsiteY40" fmla="*/ 112517 h 120137"/>
                                <a:gd name="connsiteX41" fmla="*/ 40957 w 144780"/>
                                <a:gd name="connsiteY41" fmla="*/ 116327 h 120137"/>
                                <a:gd name="connsiteX42" fmla="*/ 37148 w 144780"/>
                                <a:gd name="connsiteY42" fmla="*/ 118232 h 120137"/>
                                <a:gd name="connsiteX43" fmla="*/ 35243 w 144780"/>
                                <a:gd name="connsiteY43" fmla="*/ 119184 h 120137"/>
                                <a:gd name="connsiteX44" fmla="*/ 34290 w 144780"/>
                                <a:gd name="connsiteY44" fmla="*/ 119184 h 120137"/>
                                <a:gd name="connsiteX45" fmla="*/ 34290 w 144780"/>
                                <a:gd name="connsiteY45" fmla="*/ 119184 h 120137"/>
                                <a:gd name="connsiteX46" fmla="*/ 34290 w 144780"/>
                                <a:gd name="connsiteY46" fmla="*/ 119184 h 120137"/>
                                <a:gd name="connsiteX47" fmla="*/ 32385 w 144780"/>
                                <a:gd name="connsiteY47" fmla="*/ 120137 h 120137"/>
                                <a:gd name="connsiteX48" fmla="*/ 31432 w 144780"/>
                                <a:gd name="connsiteY48" fmla="*/ 120137 h 120137"/>
                                <a:gd name="connsiteX49" fmla="*/ 31432 w 144780"/>
                                <a:gd name="connsiteY49" fmla="*/ 120137 h 120137"/>
                                <a:gd name="connsiteX50" fmla="*/ 28575 w 144780"/>
                                <a:gd name="connsiteY50" fmla="*/ 120137 h 120137"/>
                                <a:gd name="connsiteX51" fmla="*/ 25718 w 144780"/>
                                <a:gd name="connsiteY51" fmla="*/ 119184 h 120137"/>
                                <a:gd name="connsiteX52" fmla="*/ 20003 w 144780"/>
                                <a:gd name="connsiteY52" fmla="*/ 116327 h 120137"/>
                                <a:gd name="connsiteX53" fmla="*/ 9525 w 144780"/>
                                <a:gd name="connsiteY53" fmla="*/ 102992 h 120137"/>
                                <a:gd name="connsiteX54" fmla="*/ 3810 w 144780"/>
                                <a:gd name="connsiteY54" fmla="*/ 85847 h 120137"/>
                                <a:gd name="connsiteX55" fmla="*/ 0 w 144780"/>
                                <a:gd name="connsiteY55" fmla="*/ 69655 h 120137"/>
                                <a:gd name="connsiteX56" fmla="*/ 953 w 144780"/>
                                <a:gd name="connsiteY56" fmla="*/ 60130 h 120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44780" h="120137">
                                  <a:moveTo>
                                    <a:pt x="953" y="60130"/>
                                  </a:moveTo>
                                  <a:cubicBezTo>
                                    <a:pt x="953" y="58224"/>
                                    <a:pt x="953" y="55367"/>
                                    <a:pt x="953" y="53462"/>
                                  </a:cubicBezTo>
                                  <a:cubicBezTo>
                                    <a:pt x="953" y="51557"/>
                                    <a:pt x="953" y="49652"/>
                                    <a:pt x="953" y="46794"/>
                                  </a:cubicBezTo>
                                  <a:cubicBezTo>
                                    <a:pt x="953" y="45842"/>
                                    <a:pt x="953" y="44889"/>
                                    <a:pt x="953" y="43937"/>
                                  </a:cubicBezTo>
                                  <a:cubicBezTo>
                                    <a:pt x="953" y="43937"/>
                                    <a:pt x="1905" y="40127"/>
                                    <a:pt x="1905" y="38222"/>
                                  </a:cubicBezTo>
                                  <a:cubicBezTo>
                                    <a:pt x="1905" y="38222"/>
                                    <a:pt x="1905" y="38222"/>
                                    <a:pt x="1905" y="38222"/>
                                  </a:cubicBezTo>
                                  <a:cubicBezTo>
                                    <a:pt x="1905" y="38222"/>
                                    <a:pt x="1905" y="38222"/>
                                    <a:pt x="1905" y="38222"/>
                                  </a:cubicBezTo>
                                  <a:cubicBezTo>
                                    <a:pt x="1905" y="38222"/>
                                    <a:pt x="1905" y="38222"/>
                                    <a:pt x="1905" y="37269"/>
                                  </a:cubicBezTo>
                                  <a:cubicBezTo>
                                    <a:pt x="1905" y="37269"/>
                                    <a:pt x="2857" y="36317"/>
                                    <a:pt x="3810" y="35364"/>
                                  </a:cubicBezTo>
                                  <a:cubicBezTo>
                                    <a:pt x="5715" y="33459"/>
                                    <a:pt x="7620" y="31554"/>
                                    <a:pt x="10478" y="28697"/>
                                  </a:cubicBezTo>
                                  <a:cubicBezTo>
                                    <a:pt x="16193" y="22982"/>
                                    <a:pt x="25718" y="15362"/>
                                    <a:pt x="37148" y="9647"/>
                                  </a:cubicBezTo>
                                  <a:cubicBezTo>
                                    <a:pt x="48578" y="3932"/>
                                    <a:pt x="62865" y="-831"/>
                                    <a:pt x="79057" y="122"/>
                                  </a:cubicBezTo>
                                  <a:cubicBezTo>
                                    <a:pt x="86678" y="122"/>
                                    <a:pt x="95250" y="2027"/>
                                    <a:pt x="104775" y="5837"/>
                                  </a:cubicBezTo>
                                  <a:cubicBezTo>
                                    <a:pt x="113348" y="9647"/>
                                    <a:pt x="122873" y="15362"/>
                                    <a:pt x="131445" y="23934"/>
                                  </a:cubicBezTo>
                                  <a:cubicBezTo>
                                    <a:pt x="131445" y="23934"/>
                                    <a:pt x="132398" y="24887"/>
                                    <a:pt x="132398" y="24887"/>
                                  </a:cubicBezTo>
                                  <a:cubicBezTo>
                                    <a:pt x="132398" y="24887"/>
                                    <a:pt x="132398" y="24887"/>
                                    <a:pt x="132398" y="24887"/>
                                  </a:cubicBezTo>
                                  <a:cubicBezTo>
                                    <a:pt x="134303" y="26792"/>
                                    <a:pt x="135255" y="29649"/>
                                    <a:pt x="137160" y="31554"/>
                                  </a:cubicBezTo>
                                  <a:cubicBezTo>
                                    <a:pt x="140018" y="37269"/>
                                    <a:pt x="142875" y="42984"/>
                                    <a:pt x="143828" y="48699"/>
                                  </a:cubicBezTo>
                                  <a:cubicBezTo>
                                    <a:pt x="144780" y="50605"/>
                                    <a:pt x="144780" y="53462"/>
                                    <a:pt x="144780" y="55367"/>
                                  </a:cubicBezTo>
                                  <a:cubicBezTo>
                                    <a:pt x="144780" y="57272"/>
                                    <a:pt x="144780" y="59177"/>
                                    <a:pt x="144780" y="62034"/>
                                  </a:cubicBezTo>
                                  <a:cubicBezTo>
                                    <a:pt x="144780" y="62987"/>
                                    <a:pt x="144780" y="63939"/>
                                    <a:pt x="144780" y="63939"/>
                                  </a:cubicBezTo>
                                  <a:cubicBezTo>
                                    <a:pt x="144780" y="63939"/>
                                    <a:pt x="144780" y="63939"/>
                                    <a:pt x="144780" y="64892"/>
                                  </a:cubicBezTo>
                                  <a:cubicBezTo>
                                    <a:pt x="143828" y="70607"/>
                                    <a:pt x="141923" y="75369"/>
                                    <a:pt x="139065" y="78227"/>
                                  </a:cubicBezTo>
                                  <a:cubicBezTo>
                                    <a:pt x="138113" y="80132"/>
                                    <a:pt x="136207" y="82037"/>
                                    <a:pt x="135255" y="82989"/>
                                  </a:cubicBezTo>
                                  <a:cubicBezTo>
                                    <a:pt x="133350" y="83942"/>
                                    <a:pt x="132398" y="85847"/>
                                    <a:pt x="130493" y="86799"/>
                                  </a:cubicBezTo>
                                  <a:cubicBezTo>
                                    <a:pt x="123825" y="90609"/>
                                    <a:pt x="118110" y="92514"/>
                                    <a:pt x="113348" y="92514"/>
                                  </a:cubicBezTo>
                                  <a:cubicBezTo>
                                    <a:pt x="113348" y="92514"/>
                                    <a:pt x="112395" y="92514"/>
                                    <a:pt x="112395" y="92514"/>
                                  </a:cubicBezTo>
                                  <a:cubicBezTo>
                                    <a:pt x="109538" y="92514"/>
                                    <a:pt x="108585" y="92514"/>
                                    <a:pt x="108585" y="92514"/>
                                  </a:cubicBezTo>
                                  <a:cubicBezTo>
                                    <a:pt x="107632" y="94419"/>
                                    <a:pt x="106680" y="95372"/>
                                    <a:pt x="104775" y="97277"/>
                                  </a:cubicBezTo>
                                  <a:cubicBezTo>
                                    <a:pt x="101918" y="101087"/>
                                    <a:pt x="99060" y="104897"/>
                                    <a:pt x="95250" y="106802"/>
                                  </a:cubicBezTo>
                                  <a:cubicBezTo>
                                    <a:pt x="94298" y="106802"/>
                                    <a:pt x="94298" y="107755"/>
                                    <a:pt x="93345" y="107755"/>
                                  </a:cubicBezTo>
                                  <a:cubicBezTo>
                                    <a:pt x="93345" y="107755"/>
                                    <a:pt x="93345" y="107755"/>
                                    <a:pt x="93345" y="107755"/>
                                  </a:cubicBezTo>
                                  <a:cubicBezTo>
                                    <a:pt x="89535" y="109659"/>
                                    <a:pt x="85725" y="111564"/>
                                    <a:pt x="81915" y="111564"/>
                                  </a:cubicBezTo>
                                  <a:cubicBezTo>
                                    <a:pt x="78105" y="112517"/>
                                    <a:pt x="73343" y="111564"/>
                                    <a:pt x="68580" y="111564"/>
                                  </a:cubicBezTo>
                                  <a:cubicBezTo>
                                    <a:pt x="67628" y="111564"/>
                                    <a:pt x="67628" y="111564"/>
                                    <a:pt x="66675" y="111564"/>
                                  </a:cubicBezTo>
                                  <a:cubicBezTo>
                                    <a:pt x="65723" y="111564"/>
                                    <a:pt x="65723" y="111564"/>
                                    <a:pt x="64770" y="111564"/>
                                  </a:cubicBezTo>
                                  <a:cubicBezTo>
                                    <a:pt x="62865" y="111564"/>
                                    <a:pt x="60960" y="111564"/>
                                    <a:pt x="59055" y="111564"/>
                                  </a:cubicBezTo>
                                  <a:cubicBezTo>
                                    <a:pt x="59055" y="111564"/>
                                    <a:pt x="58103" y="111564"/>
                                    <a:pt x="58103" y="111564"/>
                                  </a:cubicBezTo>
                                  <a:cubicBezTo>
                                    <a:pt x="58103" y="111564"/>
                                    <a:pt x="57150" y="111564"/>
                                    <a:pt x="57150" y="111564"/>
                                  </a:cubicBezTo>
                                  <a:lnTo>
                                    <a:pt x="56198" y="111564"/>
                                  </a:lnTo>
                                  <a:cubicBezTo>
                                    <a:pt x="55245" y="111564"/>
                                    <a:pt x="53340" y="111564"/>
                                    <a:pt x="51435" y="112517"/>
                                  </a:cubicBezTo>
                                  <a:cubicBezTo>
                                    <a:pt x="49530" y="113469"/>
                                    <a:pt x="45720" y="114422"/>
                                    <a:pt x="40957" y="116327"/>
                                  </a:cubicBezTo>
                                  <a:cubicBezTo>
                                    <a:pt x="40005" y="117280"/>
                                    <a:pt x="39053" y="117280"/>
                                    <a:pt x="37148" y="118232"/>
                                  </a:cubicBezTo>
                                  <a:cubicBezTo>
                                    <a:pt x="36195" y="118232"/>
                                    <a:pt x="36195" y="119184"/>
                                    <a:pt x="35243" y="119184"/>
                                  </a:cubicBezTo>
                                  <a:lnTo>
                                    <a:pt x="34290" y="119184"/>
                                  </a:lnTo>
                                  <a:lnTo>
                                    <a:pt x="34290" y="119184"/>
                                  </a:lnTo>
                                  <a:cubicBezTo>
                                    <a:pt x="34290" y="119184"/>
                                    <a:pt x="34290" y="119184"/>
                                    <a:pt x="34290" y="119184"/>
                                  </a:cubicBezTo>
                                  <a:cubicBezTo>
                                    <a:pt x="33338" y="119184"/>
                                    <a:pt x="32385" y="120137"/>
                                    <a:pt x="32385" y="120137"/>
                                  </a:cubicBezTo>
                                  <a:cubicBezTo>
                                    <a:pt x="32385" y="120137"/>
                                    <a:pt x="31432" y="120137"/>
                                    <a:pt x="31432" y="120137"/>
                                  </a:cubicBezTo>
                                  <a:lnTo>
                                    <a:pt x="31432" y="120137"/>
                                  </a:lnTo>
                                  <a:cubicBezTo>
                                    <a:pt x="30480" y="120137"/>
                                    <a:pt x="29528" y="120137"/>
                                    <a:pt x="28575" y="120137"/>
                                  </a:cubicBezTo>
                                  <a:cubicBezTo>
                                    <a:pt x="27623" y="120137"/>
                                    <a:pt x="26670" y="120137"/>
                                    <a:pt x="25718" y="119184"/>
                                  </a:cubicBezTo>
                                  <a:cubicBezTo>
                                    <a:pt x="23813" y="118232"/>
                                    <a:pt x="21907" y="117280"/>
                                    <a:pt x="20003" y="116327"/>
                                  </a:cubicBezTo>
                                  <a:cubicBezTo>
                                    <a:pt x="16193" y="113469"/>
                                    <a:pt x="12382" y="108707"/>
                                    <a:pt x="9525" y="102992"/>
                                  </a:cubicBezTo>
                                  <a:cubicBezTo>
                                    <a:pt x="7620" y="97277"/>
                                    <a:pt x="4763" y="91562"/>
                                    <a:pt x="3810" y="85847"/>
                                  </a:cubicBezTo>
                                  <a:cubicBezTo>
                                    <a:pt x="1905" y="80132"/>
                                    <a:pt x="953" y="75369"/>
                                    <a:pt x="0" y="69655"/>
                                  </a:cubicBezTo>
                                  <a:cubicBezTo>
                                    <a:pt x="1905" y="69655"/>
                                    <a:pt x="953" y="64892"/>
                                    <a:pt x="953" y="60130"/>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1E67FF7E-8BC1-4D28-8D97-013E3C251698}"/>
                                </a:ext>
                              </a:extLst>
                            </p:cNvPr>
                            <p:cNvSpPr/>
                            <p:nvPr/>
                          </p:nvSpPr>
                          <p:spPr>
                            <a:xfrm>
                              <a:off x="3877808" y="2057272"/>
                              <a:ext cx="140970" cy="105727"/>
                            </a:xfrm>
                            <a:custGeom>
                              <a:avLst/>
                              <a:gdLst>
                                <a:gd name="connsiteX0" fmla="*/ 2858 w 140970"/>
                                <a:gd name="connsiteY0" fmla="*/ 27623 h 105727"/>
                                <a:gd name="connsiteX1" fmla="*/ 2858 w 140970"/>
                                <a:gd name="connsiteY1" fmla="*/ 27623 h 105727"/>
                                <a:gd name="connsiteX2" fmla="*/ 4763 w 140970"/>
                                <a:gd name="connsiteY2" fmla="*/ 32385 h 105727"/>
                                <a:gd name="connsiteX3" fmla="*/ 7620 w 140970"/>
                                <a:gd name="connsiteY3" fmla="*/ 44767 h 105727"/>
                                <a:gd name="connsiteX4" fmla="*/ 10478 w 140970"/>
                                <a:gd name="connsiteY4" fmla="*/ 61913 h 105727"/>
                                <a:gd name="connsiteX5" fmla="*/ 11430 w 140970"/>
                                <a:gd name="connsiteY5" fmla="*/ 66675 h 105727"/>
                                <a:gd name="connsiteX6" fmla="*/ 11430 w 140970"/>
                                <a:gd name="connsiteY6" fmla="*/ 68580 h 105727"/>
                                <a:gd name="connsiteX7" fmla="*/ 11430 w 140970"/>
                                <a:gd name="connsiteY7" fmla="*/ 69532 h 105727"/>
                                <a:gd name="connsiteX8" fmla="*/ 11430 w 140970"/>
                                <a:gd name="connsiteY8" fmla="*/ 70485 h 105727"/>
                                <a:gd name="connsiteX9" fmla="*/ 11430 w 140970"/>
                                <a:gd name="connsiteY9" fmla="*/ 71438 h 105727"/>
                                <a:gd name="connsiteX10" fmla="*/ 14288 w 140970"/>
                                <a:gd name="connsiteY10" fmla="*/ 80010 h 105727"/>
                                <a:gd name="connsiteX11" fmla="*/ 16193 w 140970"/>
                                <a:gd name="connsiteY11" fmla="*/ 83820 h 105727"/>
                                <a:gd name="connsiteX12" fmla="*/ 18098 w 140970"/>
                                <a:gd name="connsiteY12" fmla="*/ 87630 h 105727"/>
                                <a:gd name="connsiteX13" fmla="*/ 19050 w 140970"/>
                                <a:gd name="connsiteY13" fmla="*/ 89535 h 105727"/>
                                <a:gd name="connsiteX14" fmla="*/ 20003 w 140970"/>
                                <a:gd name="connsiteY14" fmla="*/ 91440 h 105727"/>
                                <a:gd name="connsiteX15" fmla="*/ 21908 w 140970"/>
                                <a:gd name="connsiteY15" fmla="*/ 94298 h 105727"/>
                                <a:gd name="connsiteX16" fmla="*/ 24765 w 140970"/>
                                <a:gd name="connsiteY16" fmla="*/ 99060 h 105727"/>
                                <a:gd name="connsiteX17" fmla="*/ 26670 w 140970"/>
                                <a:gd name="connsiteY17" fmla="*/ 102870 h 105727"/>
                                <a:gd name="connsiteX18" fmla="*/ 28575 w 140970"/>
                                <a:gd name="connsiteY18" fmla="*/ 104775 h 105727"/>
                                <a:gd name="connsiteX19" fmla="*/ 29528 w 140970"/>
                                <a:gd name="connsiteY19" fmla="*/ 105727 h 105727"/>
                                <a:gd name="connsiteX20" fmla="*/ 29528 w 140970"/>
                                <a:gd name="connsiteY20" fmla="*/ 105727 h 105727"/>
                                <a:gd name="connsiteX21" fmla="*/ 29528 w 140970"/>
                                <a:gd name="connsiteY21" fmla="*/ 105727 h 105727"/>
                                <a:gd name="connsiteX22" fmla="*/ 29528 w 140970"/>
                                <a:gd name="connsiteY22" fmla="*/ 105727 h 105727"/>
                                <a:gd name="connsiteX23" fmla="*/ 28575 w 140970"/>
                                <a:gd name="connsiteY23" fmla="*/ 104775 h 105727"/>
                                <a:gd name="connsiteX24" fmla="*/ 26670 w 140970"/>
                                <a:gd name="connsiteY24" fmla="*/ 102870 h 105727"/>
                                <a:gd name="connsiteX25" fmla="*/ 24765 w 140970"/>
                                <a:gd name="connsiteY25" fmla="*/ 99060 h 105727"/>
                                <a:gd name="connsiteX26" fmla="*/ 21908 w 140970"/>
                                <a:gd name="connsiteY26" fmla="*/ 94298 h 105727"/>
                                <a:gd name="connsiteX27" fmla="*/ 20003 w 140970"/>
                                <a:gd name="connsiteY27" fmla="*/ 91440 h 105727"/>
                                <a:gd name="connsiteX28" fmla="*/ 19050 w 140970"/>
                                <a:gd name="connsiteY28" fmla="*/ 89535 h 105727"/>
                                <a:gd name="connsiteX29" fmla="*/ 18098 w 140970"/>
                                <a:gd name="connsiteY29" fmla="*/ 87630 h 105727"/>
                                <a:gd name="connsiteX30" fmla="*/ 16193 w 140970"/>
                                <a:gd name="connsiteY30" fmla="*/ 83820 h 105727"/>
                                <a:gd name="connsiteX31" fmla="*/ 15240 w 140970"/>
                                <a:gd name="connsiteY31" fmla="*/ 80010 h 105727"/>
                                <a:gd name="connsiteX32" fmla="*/ 12383 w 140970"/>
                                <a:gd name="connsiteY32" fmla="*/ 71438 h 105727"/>
                                <a:gd name="connsiteX33" fmla="*/ 12383 w 140970"/>
                                <a:gd name="connsiteY33" fmla="*/ 70485 h 105727"/>
                                <a:gd name="connsiteX34" fmla="*/ 12383 w 140970"/>
                                <a:gd name="connsiteY34" fmla="*/ 69532 h 105727"/>
                                <a:gd name="connsiteX35" fmla="*/ 12383 w 140970"/>
                                <a:gd name="connsiteY35" fmla="*/ 68580 h 105727"/>
                                <a:gd name="connsiteX36" fmla="*/ 12383 w 140970"/>
                                <a:gd name="connsiteY36" fmla="*/ 66675 h 105727"/>
                                <a:gd name="connsiteX37" fmla="*/ 11430 w 140970"/>
                                <a:gd name="connsiteY37" fmla="*/ 61913 h 105727"/>
                                <a:gd name="connsiteX38" fmla="*/ 8573 w 140970"/>
                                <a:gd name="connsiteY38" fmla="*/ 44767 h 105727"/>
                                <a:gd name="connsiteX39" fmla="*/ 5715 w 140970"/>
                                <a:gd name="connsiteY39" fmla="*/ 29527 h 105727"/>
                                <a:gd name="connsiteX40" fmla="*/ 7620 w 140970"/>
                                <a:gd name="connsiteY40" fmla="*/ 30480 h 105727"/>
                                <a:gd name="connsiteX41" fmla="*/ 11430 w 140970"/>
                                <a:gd name="connsiteY41" fmla="*/ 32385 h 105727"/>
                                <a:gd name="connsiteX42" fmla="*/ 15240 w 140970"/>
                                <a:gd name="connsiteY42" fmla="*/ 34290 h 105727"/>
                                <a:gd name="connsiteX43" fmla="*/ 24765 w 140970"/>
                                <a:gd name="connsiteY43" fmla="*/ 38100 h 105727"/>
                                <a:gd name="connsiteX44" fmla="*/ 26670 w 140970"/>
                                <a:gd name="connsiteY44" fmla="*/ 39052 h 105727"/>
                                <a:gd name="connsiteX45" fmla="*/ 26670 w 140970"/>
                                <a:gd name="connsiteY45" fmla="*/ 39052 h 105727"/>
                                <a:gd name="connsiteX46" fmla="*/ 30480 w 140970"/>
                                <a:gd name="connsiteY46" fmla="*/ 42863 h 105727"/>
                                <a:gd name="connsiteX47" fmla="*/ 34290 w 140970"/>
                                <a:gd name="connsiteY47" fmla="*/ 48577 h 105727"/>
                                <a:gd name="connsiteX48" fmla="*/ 40958 w 140970"/>
                                <a:gd name="connsiteY48" fmla="*/ 63817 h 105727"/>
                                <a:gd name="connsiteX49" fmla="*/ 43815 w 140970"/>
                                <a:gd name="connsiteY49" fmla="*/ 72390 h 105727"/>
                                <a:gd name="connsiteX50" fmla="*/ 45720 w 140970"/>
                                <a:gd name="connsiteY50" fmla="*/ 76200 h 105727"/>
                                <a:gd name="connsiteX51" fmla="*/ 47625 w 140970"/>
                                <a:gd name="connsiteY51" fmla="*/ 80010 h 105727"/>
                                <a:gd name="connsiteX52" fmla="*/ 51435 w 140970"/>
                                <a:gd name="connsiteY52" fmla="*/ 86677 h 105727"/>
                                <a:gd name="connsiteX53" fmla="*/ 53340 w 140970"/>
                                <a:gd name="connsiteY53" fmla="*/ 89535 h 105727"/>
                                <a:gd name="connsiteX54" fmla="*/ 55245 w 140970"/>
                                <a:gd name="connsiteY54" fmla="*/ 91440 h 105727"/>
                                <a:gd name="connsiteX55" fmla="*/ 60008 w 140970"/>
                                <a:gd name="connsiteY55" fmla="*/ 96202 h 105727"/>
                                <a:gd name="connsiteX56" fmla="*/ 60960 w 140970"/>
                                <a:gd name="connsiteY56" fmla="*/ 96202 h 105727"/>
                                <a:gd name="connsiteX57" fmla="*/ 61913 w 140970"/>
                                <a:gd name="connsiteY57" fmla="*/ 96202 h 105727"/>
                                <a:gd name="connsiteX58" fmla="*/ 62865 w 140970"/>
                                <a:gd name="connsiteY58" fmla="*/ 96202 h 105727"/>
                                <a:gd name="connsiteX59" fmla="*/ 63818 w 140970"/>
                                <a:gd name="connsiteY59" fmla="*/ 96202 h 105727"/>
                                <a:gd name="connsiteX60" fmla="*/ 64770 w 140970"/>
                                <a:gd name="connsiteY60" fmla="*/ 96202 h 105727"/>
                                <a:gd name="connsiteX61" fmla="*/ 66675 w 140970"/>
                                <a:gd name="connsiteY61" fmla="*/ 96202 h 105727"/>
                                <a:gd name="connsiteX62" fmla="*/ 64770 w 140970"/>
                                <a:gd name="connsiteY62" fmla="*/ 96202 h 105727"/>
                                <a:gd name="connsiteX63" fmla="*/ 63818 w 140970"/>
                                <a:gd name="connsiteY63" fmla="*/ 96202 h 105727"/>
                                <a:gd name="connsiteX64" fmla="*/ 62865 w 140970"/>
                                <a:gd name="connsiteY64" fmla="*/ 96202 h 105727"/>
                                <a:gd name="connsiteX65" fmla="*/ 61913 w 140970"/>
                                <a:gd name="connsiteY65" fmla="*/ 96202 h 105727"/>
                                <a:gd name="connsiteX66" fmla="*/ 60960 w 140970"/>
                                <a:gd name="connsiteY66" fmla="*/ 96202 h 105727"/>
                                <a:gd name="connsiteX67" fmla="*/ 60008 w 140970"/>
                                <a:gd name="connsiteY67" fmla="*/ 96202 h 105727"/>
                                <a:gd name="connsiteX68" fmla="*/ 55245 w 140970"/>
                                <a:gd name="connsiteY68" fmla="*/ 91440 h 105727"/>
                                <a:gd name="connsiteX69" fmla="*/ 54293 w 140970"/>
                                <a:gd name="connsiteY69" fmla="*/ 89535 h 105727"/>
                                <a:gd name="connsiteX70" fmla="*/ 52388 w 140970"/>
                                <a:gd name="connsiteY70" fmla="*/ 86677 h 105727"/>
                                <a:gd name="connsiteX71" fmla="*/ 49530 w 140970"/>
                                <a:gd name="connsiteY71" fmla="*/ 80010 h 105727"/>
                                <a:gd name="connsiteX72" fmla="*/ 47625 w 140970"/>
                                <a:gd name="connsiteY72" fmla="*/ 76200 h 105727"/>
                                <a:gd name="connsiteX73" fmla="*/ 45720 w 140970"/>
                                <a:gd name="connsiteY73" fmla="*/ 72390 h 105727"/>
                                <a:gd name="connsiteX74" fmla="*/ 42863 w 140970"/>
                                <a:gd name="connsiteY74" fmla="*/ 63817 h 105727"/>
                                <a:gd name="connsiteX75" fmla="*/ 36195 w 140970"/>
                                <a:gd name="connsiteY75" fmla="*/ 47625 h 105727"/>
                                <a:gd name="connsiteX76" fmla="*/ 32385 w 140970"/>
                                <a:gd name="connsiteY76" fmla="*/ 41910 h 105727"/>
                                <a:gd name="connsiteX77" fmla="*/ 32385 w 140970"/>
                                <a:gd name="connsiteY77" fmla="*/ 40957 h 105727"/>
                                <a:gd name="connsiteX78" fmla="*/ 35243 w 140970"/>
                                <a:gd name="connsiteY78" fmla="*/ 41910 h 105727"/>
                                <a:gd name="connsiteX79" fmla="*/ 46673 w 140970"/>
                                <a:gd name="connsiteY79" fmla="*/ 45720 h 105727"/>
                                <a:gd name="connsiteX80" fmla="*/ 57150 w 140970"/>
                                <a:gd name="connsiteY80" fmla="*/ 49530 h 105727"/>
                                <a:gd name="connsiteX81" fmla="*/ 58103 w 140970"/>
                                <a:gd name="connsiteY81" fmla="*/ 49530 h 105727"/>
                                <a:gd name="connsiteX82" fmla="*/ 60008 w 140970"/>
                                <a:gd name="connsiteY82" fmla="*/ 50482 h 105727"/>
                                <a:gd name="connsiteX83" fmla="*/ 64770 w 140970"/>
                                <a:gd name="connsiteY83" fmla="*/ 57150 h 105727"/>
                                <a:gd name="connsiteX84" fmla="*/ 67628 w 140970"/>
                                <a:gd name="connsiteY84" fmla="*/ 61913 h 105727"/>
                                <a:gd name="connsiteX85" fmla="*/ 70485 w 140970"/>
                                <a:gd name="connsiteY85" fmla="*/ 66675 h 105727"/>
                                <a:gd name="connsiteX86" fmla="*/ 72390 w 140970"/>
                                <a:gd name="connsiteY86" fmla="*/ 69532 h 105727"/>
                                <a:gd name="connsiteX87" fmla="*/ 74295 w 140970"/>
                                <a:gd name="connsiteY87" fmla="*/ 72390 h 105727"/>
                                <a:gd name="connsiteX88" fmla="*/ 76200 w 140970"/>
                                <a:gd name="connsiteY88" fmla="*/ 75248 h 105727"/>
                                <a:gd name="connsiteX89" fmla="*/ 78105 w 140970"/>
                                <a:gd name="connsiteY89" fmla="*/ 78105 h 105727"/>
                                <a:gd name="connsiteX90" fmla="*/ 81915 w 140970"/>
                                <a:gd name="connsiteY90" fmla="*/ 82867 h 105727"/>
                                <a:gd name="connsiteX91" fmla="*/ 85725 w 140970"/>
                                <a:gd name="connsiteY91" fmla="*/ 87630 h 105727"/>
                                <a:gd name="connsiteX92" fmla="*/ 87630 w 140970"/>
                                <a:gd name="connsiteY92" fmla="*/ 89535 h 105727"/>
                                <a:gd name="connsiteX93" fmla="*/ 89535 w 140970"/>
                                <a:gd name="connsiteY93" fmla="*/ 91440 h 105727"/>
                                <a:gd name="connsiteX94" fmla="*/ 90488 w 140970"/>
                                <a:gd name="connsiteY94" fmla="*/ 92393 h 105727"/>
                                <a:gd name="connsiteX95" fmla="*/ 91440 w 140970"/>
                                <a:gd name="connsiteY95" fmla="*/ 93345 h 105727"/>
                                <a:gd name="connsiteX96" fmla="*/ 91440 w 140970"/>
                                <a:gd name="connsiteY96" fmla="*/ 93345 h 105727"/>
                                <a:gd name="connsiteX97" fmla="*/ 89535 w 140970"/>
                                <a:gd name="connsiteY97" fmla="*/ 90488 h 105727"/>
                                <a:gd name="connsiteX98" fmla="*/ 87630 w 140970"/>
                                <a:gd name="connsiteY98" fmla="*/ 88582 h 105727"/>
                                <a:gd name="connsiteX99" fmla="*/ 85725 w 140970"/>
                                <a:gd name="connsiteY99" fmla="*/ 86677 h 105727"/>
                                <a:gd name="connsiteX100" fmla="*/ 81915 w 140970"/>
                                <a:gd name="connsiteY100" fmla="*/ 81915 h 105727"/>
                                <a:gd name="connsiteX101" fmla="*/ 78105 w 140970"/>
                                <a:gd name="connsiteY101" fmla="*/ 77152 h 105727"/>
                                <a:gd name="connsiteX102" fmla="*/ 77153 w 140970"/>
                                <a:gd name="connsiteY102" fmla="*/ 76200 h 105727"/>
                                <a:gd name="connsiteX103" fmla="*/ 76200 w 140970"/>
                                <a:gd name="connsiteY103" fmla="*/ 75248 h 105727"/>
                                <a:gd name="connsiteX104" fmla="*/ 74295 w 140970"/>
                                <a:gd name="connsiteY104" fmla="*/ 72390 h 105727"/>
                                <a:gd name="connsiteX105" fmla="*/ 72390 w 140970"/>
                                <a:gd name="connsiteY105" fmla="*/ 69532 h 105727"/>
                                <a:gd name="connsiteX106" fmla="*/ 70485 w 140970"/>
                                <a:gd name="connsiteY106" fmla="*/ 66675 h 105727"/>
                                <a:gd name="connsiteX107" fmla="*/ 67628 w 140970"/>
                                <a:gd name="connsiteY107" fmla="*/ 61913 h 105727"/>
                                <a:gd name="connsiteX108" fmla="*/ 64770 w 140970"/>
                                <a:gd name="connsiteY108" fmla="*/ 57150 h 105727"/>
                                <a:gd name="connsiteX109" fmla="*/ 61913 w 140970"/>
                                <a:gd name="connsiteY109" fmla="*/ 52388 h 105727"/>
                                <a:gd name="connsiteX110" fmla="*/ 68580 w 140970"/>
                                <a:gd name="connsiteY110" fmla="*/ 55245 h 105727"/>
                                <a:gd name="connsiteX111" fmla="*/ 80010 w 140970"/>
                                <a:gd name="connsiteY111" fmla="*/ 60007 h 105727"/>
                                <a:gd name="connsiteX112" fmla="*/ 85725 w 140970"/>
                                <a:gd name="connsiteY112" fmla="*/ 62865 h 105727"/>
                                <a:gd name="connsiteX113" fmla="*/ 91440 w 140970"/>
                                <a:gd name="connsiteY113" fmla="*/ 65723 h 105727"/>
                                <a:gd name="connsiteX114" fmla="*/ 100965 w 140970"/>
                                <a:gd name="connsiteY114" fmla="*/ 72390 h 105727"/>
                                <a:gd name="connsiteX115" fmla="*/ 104775 w 140970"/>
                                <a:gd name="connsiteY115" fmla="*/ 76200 h 105727"/>
                                <a:gd name="connsiteX116" fmla="*/ 108585 w 140970"/>
                                <a:gd name="connsiteY116" fmla="*/ 79057 h 105727"/>
                                <a:gd name="connsiteX117" fmla="*/ 109538 w 140970"/>
                                <a:gd name="connsiteY117" fmla="*/ 79057 h 105727"/>
                                <a:gd name="connsiteX118" fmla="*/ 109538 w 140970"/>
                                <a:gd name="connsiteY118" fmla="*/ 79057 h 105727"/>
                                <a:gd name="connsiteX119" fmla="*/ 105728 w 140970"/>
                                <a:gd name="connsiteY119" fmla="*/ 75248 h 105727"/>
                                <a:gd name="connsiteX120" fmla="*/ 101918 w 140970"/>
                                <a:gd name="connsiteY120" fmla="*/ 71438 h 105727"/>
                                <a:gd name="connsiteX121" fmla="*/ 92393 w 140970"/>
                                <a:gd name="connsiteY121" fmla="*/ 64770 h 105727"/>
                                <a:gd name="connsiteX122" fmla="*/ 89535 w 140970"/>
                                <a:gd name="connsiteY122" fmla="*/ 62865 h 105727"/>
                                <a:gd name="connsiteX123" fmla="*/ 86678 w 140970"/>
                                <a:gd name="connsiteY123" fmla="*/ 60960 h 105727"/>
                                <a:gd name="connsiteX124" fmla="*/ 83820 w 140970"/>
                                <a:gd name="connsiteY124" fmla="*/ 59055 h 105727"/>
                                <a:gd name="connsiteX125" fmla="*/ 80963 w 140970"/>
                                <a:gd name="connsiteY125" fmla="*/ 58102 h 105727"/>
                                <a:gd name="connsiteX126" fmla="*/ 69533 w 140970"/>
                                <a:gd name="connsiteY126" fmla="*/ 53340 h 105727"/>
                                <a:gd name="connsiteX127" fmla="*/ 58103 w 140970"/>
                                <a:gd name="connsiteY127" fmla="*/ 48577 h 105727"/>
                                <a:gd name="connsiteX128" fmla="*/ 49530 w 140970"/>
                                <a:gd name="connsiteY128" fmla="*/ 44767 h 105727"/>
                                <a:gd name="connsiteX129" fmla="*/ 51435 w 140970"/>
                                <a:gd name="connsiteY129" fmla="*/ 44767 h 105727"/>
                                <a:gd name="connsiteX130" fmla="*/ 58103 w 140970"/>
                                <a:gd name="connsiteY130" fmla="*/ 43815 h 105727"/>
                                <a:gd name="connsiteX131" fmla="*/ 75248 w 140970"/>
                                <a:gd name="connsiteY131" fmla="*/ 39052 h 105727"/>
                                <a:gd name="connsiteX132" fmla="*/ 84773 w 140970"/>
                                <a:gd name="connsiteY132" fmla="*/ 36195 h 105727"/>
                                <a:gd name="connsiteX133" fmla="*/ 95250 w 140970"/>
                                <a:gd name="connsiteY133" fmla="*/ 34290 h 105727"/>
                                <a:gd name="connsiteX134" fmla="*/ 106680 w 140970"/>
                                <a:gd name="connsiteY134" fmla="*/ 34290 h 105727"/>
                                <a:gd name="connsiteX135" fmla="*/ 118110 w 140970"/>
                                <a:gd name="connsiteY135" fmla="*/ 37148 h 105727"/>
                                <a:gd name="connsiteX136" fmla="*/ 123825 w 140970"/>
                                <a:gd name="connsiteY136" fmla="*/ 39052 h 105727"/>
                                <a:gd name="connsiteX137" fmla="*/ 129540 w 140970"/>
                                <a:gd name="connsiteY137" fmla="*/ 41910 h 105727"/>
                                <a:gd name="connsiteX138" fmla="*/ 132398 w 140970"/>
                                <a:gd name="connsiteY138" fmla="*/ 43815 h 105727"/>
                                <a:gd name="connsiteX139" fmla="*/ 135255 w 140970"/>
                                <a:gd name="connsiteY139" fmla="*/ 45720 h 105727"/>
                                <a:gd name="connsiteX140" fmla="*/ 140018 w 140970"/>
                                <a:gd name="connsiteY140" fmla="*/ 49530 h 105727"/>
                                <a:gd name="connsiteX141" fmla="*/ 140970 w 140970"/>
                                <a:gd name="connsiteY141" fmla="*/ 50482 h 105727"/>
                                <a:gd name="connsiteX142" fmla="*/ 140970 w 140970"/>
                                <a:gd name="connsiteY142" fmla="*/ 49530 h 105727"/>
                                <a:gd name="connsiteX143" fmla="*/ 140018 w 140970"/>
                                <a:gd name="connsiteY143" fmla="*/ 48577 h 105727"/>
                                <a:gd name="connsiteX144" fmla="*/ 129540 w 140970"/>
                                <a:gd name="connsiteY144" fmla="*/ 40957 h 105727"/>
                                <a:gd name="connsiteX145" fmla="*/ 118110 w 140970"/>
                                <a:gd name="connsiteY145" fmla="*/ 35242 h 105727"/>
                                <a:gd name="connsiteX146" fmla="*/ 106680 w 140970"/>
                                <a:gd name="connsiteY146" fmla="*/ 32385 h 105727"/>
                                <a:gd name="connsiteX147" fmla="*/ 95250 w 140970"/>
                                <a:gd name="connsiteY147" fmla="*/ 32385 h 105727"/>
                                <a:gd name="connsiteX148" fmla="*/ 84773 w 140970"/>
                                <a:gd name="connsiteY148" fmla="*/ 33338 h 105727"/>
                                <a:gd name="connsiteX149" fmla="*/ 75248 w 140970"/>
                                <a:gd name="connsiteY149" fmla="*/ 36195 h 105727"/>
                                <a:gd name="connsiteX150" fmla="*/ 58103 w 140970"/>
                                <a:gd name="connsiteY150" fmla="*/ 40957 h 105727"/>
                                <a:gd name="connsiteX151" fmla="*/ 51435 w 140970"/>
                                <a:gd name="connsiteY151" fmla="*/ 41910 h 105727"/>
                                <a:gd name="connsiteX152" fmla="*/ 46673 w 140970"/>
                                <a:gd name="connsiteY152" fmla="*/ 41910 h 105727"/>
                                <a:gd name="connsiteX153" fmla="*/ 43815 w 140970"/>
                                <a:gd name="connsiteY153" fmla="*/ 41910 h 105727"/>
                                <a:gd name="connsiteX154" fmla="*/ 36195 w 140970"/>
                                <a:gd name="connsiteY154" fmla="*/ 39052 h 105727"/>
                                <a:gd name="connsiteX155" fmla="*/ 31433 w 140970"/>
                                <a:gd name="connsiteY155" fmla="*/ 37148 h 105727"/>
                                <a:gd name="connsiteX156" fmla="*/ 26670 w 140970"/>
                                <a:gd name="connsiteY156" fmla="*/ 35242 h 105727"/>
                                <a:gd name="connsiteX157" fmla="*/ 18098 w 140970"/>
                                <a:gd name="connsiteY157" fmla="*/ 31432 h 105727"/>
                                <a:gd name="connsiteX158" fmla="*/ 17145 w 140970"/>
                                <a:gd name="connsiteY158" fmla="*/ 31432 h 105727"/>
                                <a:gd name="connsiteX159" fmla="*/ 18098 w 140970"/>
                                <a:gd name="connsiteY159" fmla="*/ 31432 h 105727"/>
                                <a:gd name="connsiteX160" fmla="*/ 23813 w 140970"/>
                                <a:gd name="connsiteY160" fmla="*/ 28575 h 105727"/>
                                <a:gd name="connsiteX161" fmla="*/ 27623 w 140970"/>
                                <a:gd name="connsiteY161" fmla="*/ 26670 h 105727"/>
                                <a:gd name="connsiteX162" fmla="*/ 31433 w 140970"/>
                                <a:gd name="connsiteY162" fmla="*/ 24765 h 105727"/>
                                <a:gd name="connsiteX163" fmla="*/ 40005 w 140970"/>
                                <a:gd name="connsiteY163" fmla="*/ 20002 h 105727"/>
                                <a:gd name="connsiteX164" fmla="*/ 49530 w 140970"/>
                                <a:gd name="connsiteY164" fmla="*/ 15240 h 105727"/>
                                <a:gd name="connsiteX165" fmla="*/ 60008 w 140970"/>
                                <a:gd name="connsiteY165" fmla="*/ 10477 h 105727"/>
                                <a:gd name="connsiteX166" fmla="*/ 71438 w 140970"/>
                                <a:gd name="connsiteY166" fmla="*/ 5715 h 105727"/>
                                <a:gd name="connsiteX167" fmla="*/ 83820 w 140970"/>
                                <a:gd name="connsiteY167" fmla="*/ 2857 h 105727"/>
                                <a:gd name="connsiteX168" fmla="*/ 96203 w 140970"/>
                                <a:gd name="connsiteY168" fmla="*/ 1905 h 105727"/>
                                <a:gd name="connsiteX169" fmla="*/ 102870 w 140970"/>
                                <a:gd name="connsiteY169" fmla="*/ 1905 h 105727"/>
                                <a:gd name="connsiteX170" fmla="*/ 109538 w 140970"/>
                                <a:gd name="connsiteY170" fmla="*/ 2857 h 105727"/>
                                <a:gd name="connsiteX171" fmla="*/ 116205 w 140970"/>
                                <a:gd name="connsiteY171" fmla="*/ 3810 h 105727"/>
                                <a:gd name="connsiteX172" fmla="*/ 121920 w 140970"/>
                                <a:gd name="connsiteY172" fmla="*/ 5715 h 105727"/>
                                <a:gd name="connsiteX173" fmla="*/ 127635 w 140970"/>
                                <a:gd name="connsiteY173" fmla="*/ 7620 h 105727"/>
                                <a:gd name="connsiteX174" fmla="*/ 131445 w 140970"/>
                                <a:gd name="connsiteY174" fmla="*/ 9525 h 105727"/>
                                <a:gd name="connsiteX175" fmla="*/ 130493 w 140970"/>
                                <a:gd name="connsiteY175" fmla="*/ 8573 h 105727"/>
                                <a:gd name="connsiteX176" fmla="*/ 128588 w 140970"/>
                                <a:gd name="connsiteY176" fmla="*/ 7620 h 105727"/>
                                <a:gd name="connsiteX177" fmla="*/ 122873 w 140970"/>
                                <a:gd name="connsiteY177" fmla="*/ 4763 h 105727"/>
                                <a:gd name="connsiteX178" fmla="*/ 117158 w 140970"/>
                                <a:gd name="connsiteY178" fmla="*/ 2857 h 105727"/>
                                <a:gd name="connsiteX179" fmla="*/ 110490 w 140970"/>
                                <a:gd name="connsiteY179" fmla="*/ 952 h 105727"/>
                                <a:gd name="connsiteX180" fmla="*/ 103823 w 140970"/>
                                <a:gd name="connsiteY180" fmla="*/ 0 h 105727"/>
                                <a:gd name="connsiteX181" fmla="*/ 97155 w 140970"/>
                                <a:gd name="connsiteY181" fmla="*/ 0 h 105727"/>
                                <a:gd name="connsiteX182" fmla="*/ 83820 w 140970"/>
                                <a:gd name="connsiteY182" fmla="*/ 952 h 105727"/>
                                <a:gd name="connsiteX183" fmla="*/ 71438 w 140970"/>
                                <a:gd name="connsiteY183" fmla="*/ 3810 h 105727"/>
                                <a:gd name="connsiteX184" fmla="*/ 60008 w 140970"/>
                                <a:gd name="connsiteY184" fmla="*/ 7620 h 105727"/>
                                <a:gd name="connsiteX185" fmla="*/ 49530 w 140970"/>
                                <a:gd name="connsiteY185" fmla="*/ 12382 h 105727"/>
                                <a:gd name="connsiteX186" fmla="*/ 40005 w 140970"/>
                                <a:gd name="connsiteY186" fmla="*/ 17145 h 105727"/>
                                <a:gd name="connsiteX187" fmla="*/ 31433 w 140970"/>
                                <a:gd name="connsiteY187" fmla="*/ 21907 h 105727"/>
                                <a:gd name="connsiteX188" fmla="*/ 27623 w 140970"/>
                                <a:gd name="connsiteY188" fmla="*/ 23813 h 105727"/>
                                <a:gd name="connsiteX189" fmla="*/ 23813 w 140970"/>
                                <a:gd name="connsiteY189" fmla="*/ 25717 h 105727"/>
                                <a:gd name="connsiteX190" fmla="*/ 18098 w 140970"/>
                                <a:gd name="connsiteY190" fmla="*/ 28575 h 105727"/>
                                <a:gd name="connsiteX191" fmla="*/ 15240 w 140970"/>
                                <a:gd name="connsiteY191" fmla="*/ 30480 h 105727"/>
                                <a:gd name="connsiteX192" fmla="*/ 15240 w 140970"/>
                                <a:gd name="connsiteY192" fmla="*/ 30480 h 105727"/>
                                <a:gd name="connsiteX193" fmla="*/ 11430 w 140970"/>
                                <a:gd name="connsiteY193" fmla="*/ 28575 h 105727"/>
                                <a:gd name="connsiteX194" fmla="*/ 5715 w 140970"/>
                                <a:gd name="connsiteY194" fmla="*/ 25717 h 105727"/>
                                <a:gd name="connsiteX195" fmla="*/ 953 w 140970"/>
                                <a:gd name="connsiteY195" fmla="*/ 23813 h 105727"/>
                                <a:gd name="connsiteX196" fmla="*/ 0 w 140970"/>
                                <a:gd name="connsiteY196" fmla="*/ 29527 h 105727"/>
                                <a:gd name="connsiteX197" fmla="*/ 2858 w 140970"/>
                                <a:gd name="connsiteY197" fmla="*/ 27623 h 105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40970" h="105727">
                                  <a:moveTo>
                                    <a:pt x="2858" y="27623"/>
                                  </a:moveTo>
                                  <a:cubicBezTo>
                                    <a:pt x="2858" y="27623"/>
                                    <a:pt x="3810" y="28575"/>
                                    <a:pt x="2858" y="27623"/>
                                  </a:cubicBezTo>
                                  <a:cubicBezTo>
                                    <a:pt x="3810" y="28575"/>
                                    <a:pt x="3810" y="29527"/>
                                    <a:pt x="4763" y="32385"/>
                                  </a:cubicBezTo>
                                  <a:cubicBezTo>
                                    <a:pt x="5715" y="35242"/>
                                    <a:pt x="6668" y="39052"/>
                                    <a:pt x="7620" y="44767"/>
                                  </a:cubicBezTo>
                                  <a:cubicBezTo>
                                    <a:pt x="8573" y="49530"/>
                                    <a:pt x="9525" y="55245"/>
                                    <a:pt x="10478" y="61913"/>
                                  </a:cubicBezTo>
                                  <a:cubicBezTo>
                                    <a:pt x="10478" y="63817"/>
                                    <a:pt x="11430" y="64770"/>
                                    <a:pt x="11430" y="66675"/>
                                  </a:cubicBezTo>
                                  <a:cubicBezTo>
                                    <a:pt x="11430" y="67627"/>
                                    <a:pt x="11430" y="68580"/>
                                    <a:pt x="11430" y="68580"/>
                                  </a:cubicBezTo>
                                  <a:lnTo>
                                    <a:pt x="11430" y="69532"/>
                                  </a:lnTo>
                                  <a:lnTo>
                                    <a:pt x="11430" y="70485"/>
                                  </a:lnTo>
                                  <a:lnTo>
                                    <a:pt x="11430" y="71438"/>
                                  </a:lnTo>
                                  <a:cubicBezTo>
                                    <a:pt x="12383" y="74295"/>
                                    <a:pt x="13335" y="77152"/>
                                    <a:pt x="14288" y="80010"/>
                                  </a:cubicBezTo>
                                  <a:cubicBezTo>
                                    <a:pt x="15240" y="80963"/>
                                    <a:pt x="15240" y="82867"/>
                                    <a:pt x="16193" y="83820"/>
                                  </a:cubicBezTo>
                                  <a:cubicBezTo>
                                    <a:pt x="17145" y="84773"/>
                                    <a:pt x="17145" y="86677"/>
                                    <a:pt x="18098" y="87630"/>
                                  </a:cubicBezTo>
                                  <a:cubicBezTo>
                                    <a:pt x="18098" y="88582"/>
                                    <a:pt x="19050" y="88582"/>
                                    <a:pt x="19050" y="89535"/>
                                  </a:cubicBezTo>
                                  <a:cubicBezTo>
                                    <a:pt x="19050" y="90488"/>
                                    <a:pt x="20003" y="90488"/>
                                    <a:pt x="20003" y="91440"/>
                                  </a:cubicBezTo>
                                  <a:cubicBezTo>
                                    <a:pt x="20955" y="92393"/>
                                    <a:pt x="20955" y="93345"/>
                                    <a:pt x="21908" y="94298"/>
                                  </a:cubicBezTo>
                                  <a:cubicBezTo>
                                    <a:pt x="22860" y="96202"/>
                                    <a:pt x="23813" y="98107"/>
                                    <a:pt x="24765" y="99060"/>
                                  </a:cubicBezTo>
                                  <a:cubicBezTo>
                                    <a:pt x="25718" y="100012"/>
                                    <a:pt x="26670" y="101918"/>
                                    <a:pt x="26670" y="102870"/>
                                  </a:cubicBezTo>
                                  <a:cubicBezTo>
                                    <a:pt x="27623" y="103823"/>
                                    <a:pt x="27623" y="104775"/>
                                    <a:pt x="28575" y="104775"/>
                                  </a:cubicBezTo>
                                  <a:cubicBezTo>
                                    <a:pt x="28575" y="105727"/>
                                    <a:pt x="29528" y="105727"/>
                                    <a:pt x="29528" y="105727"/>
                                  </a:cubicBezTo>
                                  <a:cubicBezTo>
                                    <a:pt x="29528" y="105727"/>
                                    <a:pt x="29528" y="105727"/>
                                    <a:pt x="29528" y="105727"/>
                                  </a:cubicBezTo>
                                  <a:lnTo>
                                    <a:pt x="29528" y="105727"/>
                                  </a:lnTo>
                                  <a:cubicBezTo>
                                    <a:pt x="29528" y="105727"/>
                                    <a:pt x="29528" y="105727"/>
                                    <a:pt x="29528" y="105727"/>
                                  </a:cubicBezTo>
                                  <a:cubicBezTo>
                                    <a:pt x="29528" y="105727"/>
                                    <a:pt x="28575" y="104775"/>
                                    <a:pt x="28575" y="104775"/>
                                  </a:cubicBezTo>
                                  <a:cubicBezTo>
                                    <a:pt x="28575" y="103823"/>
                                    <a:pt x="27623" y="103823"/>
                                    <a:pt x="26670" y="102870"/>
                                  </a:cubicBezTo>
                                  <a:cubicBezTo>
                                    <a:pt x="25718" y="101918"/>
                                    <a:pt x="25718" y="100965"/>
                                    <a:pt x="24765" y="99060"/>
                                  </a:cubicBezTo>
                                  <a:cubicBezTo>
                                    <a:pt x="23813" y="97155"/>
                                    <a:pt x="22860" y="96202"/>
                                    <a:pt x="21908" y="94298"/>
                                  </a:cubicBezTo>
                                  <a:cubicBezTo>
                                    <a:pt x="21908" y="93345"/>
                                    <a:pt x="20955" y="92393"/>
                                    <a:pt x="20003" y="91440"/>
                                  </a:cubicBezTo>
                                  <a:cubicBezTo>
                                    <a:pt x="20003" y="90488"/>
                                    <a:pt x="19050" y="90488"/>
                                    <a:pt x="19050" y="89535"/>
                                  </a:cubicBezTo>
                                  <a:cubicBezTo>
                                    <a:pt x="19050" y="88582"/>
                                    <a:pt x="19050" y="88582"/>
                                    <a:pt x="18098" y="87630"/>
                                  </a:cubicBezTo>
                                  <a:cubicBezTo>
                                    <a:pt x="17145" y="86677"/>
                                    <a:pt x="17145" y="84773"/>
                                    <a:pt x="16193" y="83820"/>
                                  </a:cubicBezTo>
                                  <a:cubicBezTo>
                                    <a:pt x="15240" y="82867"/>
                                    <a:pt x="15240" y="80963"/>
                                    <a:pt x="15240" y="80010"/>
                                  </a:cubicBezTo>
                                  <a:cubicBezTo>
                                    <a:pt x="14288" y="77152"/>
                                    <a:pt x="13335" y="74295"/>
                                    <a:pt x="12383" y="71438"/>
                                  </a:cubicBezTo>
                                  <a:lnTo>
                                    <a:pt x="12383" y="70485"/>
                                  </a:lnTo>
                                  <a:lnTo>
                                    <a:pt x="12383" y="69532"/>
                                  </a:lnTo>
                                  <a:lnTo>
                                    <a:pt x="12383" y="68580"/>
                                  </a:lnTo>
                                  <a:cubicBezTo>
                                    <a:pt x="12383" y="67627"/>
                                    <a:pt x="12383" y="66675"/>
                                    <a:pt x="12383" y="66675"/>
                                  </a:cubicBezTo>
                                  <a:cubicBezTo>
                                    <a:pt x="12383" y="64770"/>
                                    <a:pt x="11430" y="63817"/>
                                    <a:pt x="11430" y="61913"/>
                                  </a:cubicBezTo>
                                  <a:cubicBezTo>
                                    <a:pt x="10478" y="56198"/>
                                    <a:pt x="9525" y="50482"/>
                                    <a:pt x="8573" y="44767"/>
                                  </a:cubicBezTo>
                                  <a:cubicBezTo>
                                    <a:pt x="7620" y="38100"/>
                                    <a:pt x="5715" y="32385"/>
                                    <a:pt x="5715" y="29527"/>
                                  </a:cubicBezTo>
                                  <a:cubicBezTo>
                                    <a:pt x="6668" y="29527"/>
                                    <a:pt x="7620" y="30480"/>
                                    <a:pt x="7620" y="30480"/>
                                  </a:cubicBezTo>
                                  <a:cubicBezTo>
                                    <a:pt x="8573" y="31432"/>
                                    <a:pt x="9525" y="31432"/>
                                    <a:pt x="11430" y="32385"/>
                                  </a:cubicBezTo>
                                  <a:cubicBezTo>
                                    <a:pt x="12383" y="33338"/>
                                    <a:pt x="14288" y="33338"/>
                                    <a:pt x="15240" y="34290"/>
                                  </a:cubicBezTo>
                                  <a:cubicBezTo>
                                    <a:pt x="18098" y="35242"/>
                                    <a:pt x="20955" y="36195"/>
                                    <a:pt x="24765" y="38100"/>
                                  </a:cubicBezTo>
                                  <a:cubicBezTo>
                                    <a:pt x="25718" y="38100"/>
                                    <a:pt x="25718" y="39052"/>
                                    <a:pt x="26670" y="39052"/>
                                  </a:cubicBezTo>
                                  <a:cubicBezTo>
                                    <a:pt x="26670" y="39052"/>
                                    <a:pt x="26670" y="39052"/>
                                    <a:pt x="26670" y="39052"/>
                                  </a:cubicBezTo>
                                  <a:cubicBezTo>
                                    <a:pt x="27623" y="40005"/>
                                    <a:pt x="29528" y="40957"/>
                                    <a:pt x="30480" y="42863"/>
                                  </a:cubicBezTo>
                                  <a:cubicBezTo>
                                    <a:pt x="31433" y="44767"/>
                                    <a:pt x="33338" y="46673"/>
                                    <a:pt x="34290" y="48577"/>
                                  </a:cubicBezTo>
                                  <a:cubicBezTo>
                                    <a:pt x="37148" y="53340"/>
                                    <a:pt x="39053" y="58102"/>
                                    <a:pt x="40958" y="63817"/>
                                  </a:cubicBezTo>
                                  <a:cubicBezTo>
                                    <a:pt x="41910" y="66675"/>
                                    <a:pt x="42863" y="69532"/>
                                    <a:pt x="43815" y="72390"/>
                                  </a:cubicBezTo>
                                  <a:cubicBezTo>
                                    <a:pt x="44768" y="73342"/>
                                    <a:pt x="44768" y="75248"/>
                                    <a:pt x="45720" y="76200"/>
                                  </a:cubicBezTo>
                                  <a:cubicBezTo>
                                    <a:pt x="46673" y="77152"/>
                                    <a:pt x="46673" y="79057"/>
                                    <a:pt x="47625" y="80010"/>
                                  </a:cubicBezTo>
                                  <a:cubicBezTo>
                                    <a:pt x="48578" y="82867"/>
                                    <a:pt x="49530" y="84773"/>
                                    <a:pt x="51435" y="86677"/>
                                  </a:cubicBezTo>
                                  <a:cubicBezTo>
                                    <a:pt x="52388" y="87630"/>
                                    <a:pt x="52388" y="88582"/>
                                    <a:pt x="53340" y="89535"/>
                                  </a:cubicBezTo>
                                  <a:cubicBezTo>
                                    <a:pt x="54293" y="90488"/>
                                    <a:pt x="54293" y="91440"/>
                                    <a:pt x="55245" y="91440"/>
                                  </a:cubicBezTo>
                                  <a:cubicBezTo>
                                    <a:pt x="57150" y="94298"/>
                                    <a:pt x="58103" y="95250"/>
                                    <a:pt x="60008" y="96202"/>
                                  </a:cubicBezTo>
                                  <a:cubicBezTo>
                                    <a:pt x="60008" y="96202"/>
                                    <a:pt x="60008" y="96202"/>
                                    <a:pt x="60960" y="96202"/>
                                  </a:cubicBezTo>
                                  <a:cubicBezTo>
                                    <a:pt x="60960" y="96202"/>
                                    <a:pt x="60960" y="96202"/>
                                    <a:pt x="61913" y="96202"/>
                                  </a:cubicBezTo>
                                  <a:cubicBezTo>
                                    <a:pt x="61913" y="96202"/>
                                    <a:pt x="62865" y="96202"/>
                                    <a:pt x="62865" y="96202"/>
                                  </a:cubicBezTo>
                                  <a:cubicBezTo>
                                    <a:pt x="62865" y="96202"/>
                                    <a:pt x="62865" y="96202"/>
                                    <a:pt x="63818" y="96202"/>
                                  </a:cubicBezTo>
                                  <a:cubicBezTo>
                                    <a:pt x="63818" y="96202"/>
                                    <a:pt x="63818" y="96202"/>
                                    <a:pt x="64770" y="96202"/>
                                  </a:cubicBezTo>
                                  <a:cubicBezTo>
                                    <a:pt x="65723" y="96202"/>
                                    <a:pt x="65723" y="96202"/>
                                    <a:pt x="66675" y="96202"/>
                                  </a:cubicBezTo>
                                  <a:cubicBezTo>
                                    <a:pt x="65723" y="96202"/>
                                    <a:pt x="65723" y="96202"/>
                                    <a:pt x="64770" y="96202"/>
                                  </a:cubicBezTo>
                                  <a:cubicBezTo>
                                    <a:pt x="64770" y="96202"/>
                                    <a:pt x="64770" y="96202"/>
                                    <a:pt x="63818" y="96202"/>
                                  </a:cubicBezTo>
                                  <a:cubicBezTo>
                                    <a:pt x="63818" y="96202"/>
                                    <a:pt x="63818" y="96202"/>
                                    <a:pt x="62865" y="96202"/>
                                  </a:cubicBezTo>
                                  <a:cubicBezTo>
                                    <a:pt x="62865" y="96202"/>
                                    <a:pt x="62865" y="96202"/>
                                    <a:pt x="61913" y="96202"/>
                                  </a:cubicBezTo>
                                  <a:cubicBezTo>
                                    <a:pt x="61913" y="96202"/>
                                    <a:pt x="61913" y="96202"/>
                                    <a:pt x="60960" y="96202"/>
                                  </a:cubicBezTo>
                                  <a:cubicBezTo>
                                    <a:pt x="60960" y="96202"/>
                                    <a:pt x="60960" y="96202"/>
                                    <a:pt x="60008" y="96202"/>
                                  </a:cubicBezTo>
                                  <a:cubicBezTo>
                                    <a:pt x="58103" y="95250"/>
                                    <a:pt x="57150" y="94298"/>
                                    <a:pt x="55245" y="91440"/>
                                  </a:cubicBezTo>
                                  <a:cubicBezTo>
                                    <a:pt x="54293" y="90488"/>
                                    <a:pt x="54293" y="89535"/>
                                    <a:pt x="54293" y="89535"/>
                                  </a:cubicBezTo>
                                  <a:cubicBezTo>
                                    <a:pt x="54293" y="88582"/>
                                    <a:pt x="53340" y="87630"/>
                                    <a:pt x="52388" y="86677"/>
                                  </a:cubicBezTo>
                                  <a:cubicBezTo>
                                    <a:pt x="51435" y="84773"/>
                                    <a:pt x="50483" y="82867"/>
                                    <a:pt x="49530" y="80010"/>
                                  </a:cubicBezTo>
                                  <a:cubicBezTo>
                                    <a:pt x="48578" y="79057"/>
                                    <a:pt x="48578" y="77152"/>
                                    <a:pt x="47625" y="76200"/>
                                  </a:cubicBezTo>
                                  <a:cubicBezTo>
                                    <a:pt x="46673" y="75248"/>
                                    <a:pt x="46673" y="73342"/>
                                    <a:pt x="45720" y="72390"/>
                                  </a:cubicBezTo>
                                  <a:cubicBezTo>
                                    <a:pt x="44768" y="69532"/>
                                    <a:pt x="43815" y="66675"/>
                                    <a:pt x="42863" y="63817"/>
                                  </a:cubicBezTo>
                                  <a:cubicBezTo>
                                    <a:pt x="40958" y="58102"/>
                                    <a:pt x="39053" y="52388"/>
                                    <a:pt x="36195" y="47625"/>
                                  </a:cubicBezTo>
                                  <a:cubicBezTo>
                                    <a:pt x="35243" y="45720"/>
                                    <a:pt x="33338" y="42863"/>
                                    <a:pt x="32385" y="41910"/>
                                  </a:cubicBezTo>
                                  <a:cubicBezTo>
                                    <a:pt x="32385" y="41910"/>
                                    <a:pt x="32385" y="41910"/>
                                    <a:pt x="32385" y="40957"/>
                                  </a:cubicBezTo>
                                  <a:cubicBezTo>
                                    <a:pt x="33338" y="40957"/>
                                    <a:pt x="34290" y="41910"/>
                                    <a:pt x="35243" y="41910"/>
                                  </a:cubicBezTo>
                                  <a:cubicBezTo>
                                    <a:pt x="39053" y="42863"/>
                                    <a:pt x="42863" y="44767"/>
                                    <a:pt x="46673" y="45720"/>
                                  </a:cubicBezTo>
                                  <a:cubicBezTo>
                                    <a:pt x="50483" y="46673"/>
                                    <a:pt x="53340" y="47625"/>
                                    <a:pt x="57150" y="49530"/>
                                  </a:cubicBezTo>
                                  <a:cubicBezTo>
                                    <a:pt x="57150" y="49530"/>
                                    <a:pt x="57150" y="49530"/>
                                    <a:pt x="58103" y="49530"/>
                                  </a:cubicBezTo>
                                  <a:cubicBezTo>
                                    <a:pt x="58103" y="49530"/>
                                    <a:pt x="59055" y="50482"/>
                                    <a:pt x="60008" y="50482"/>
                                  </a:cubicBezTo>
                                  <a:cubicBezTo>
                                    <a:pt x="61913" y="51435"/>
                                    <a:pt x="62865" y="53340"/>
                                    <a:pt x="64770" y="57150"/>
                                  </a:cubicBezTo>
                                  <a:cubicBezTo>
                                    <a:pt x="65723" y="59055"/>
                                    <a:pt x="66675" y="60007"/>
                                    <a:pt x="67628" y="61913"/>
                                  </a:cubicBezTo>
                                  <a:cubicBezTo>
                                    <a:pt x="68580" y="63817"/>
                                    <a:pt x="69533" y="65723"/>
                                    <a:pt x="70485" y="66675"/>
                                  </a:cubicBezTo>
                                  <a:cubicBezTo>
                                    <a:pt x="71438" y="67627"/>
                                    <a:pt x="71438" y="68580"/>
                                    <a:pt x="72390" y="69532"/>
                                  </a:cubicBezTo>
                                  <a:cubicBezTo>
                                    <a:pt x="73343" y="70485"/>
                                    <a:pt x="73343" y="71438"/>
                                    <a:pt x="74295" y="72390"/>
                                  </a:cubicBezTo>
                                  <a:cubicBezTo>
                                    <a:pt x="75248" y="73342"/>
                                    <a:pt x="75248" y="74295"/>
                                    <a:pt x="76200" y="75248"/>
                                  </a:cubicBezTo>
                                  <a:cubicBezTo>
                                    <a:pt x="77153" y="76200"/>
                                    <a:pt x="77153" y="77152"/>
                                    <a:pt x="78105" y="78105"/>
                                  </a:cubicBezTo>
                                  <a:cubicBezTo>
                                    <a:pt x="79058" y="80010"/>
                                    <a:pt x="80963" y="80963"/>
                                    <a:pt x="81915" y="82867"/>
                                  </a:cubicBezTo>
                                  <a:cubicBezTo>
                                    <a:pt x="82868" y="84773"/>
                                    <a:pt x="84773" y="85725"/>
                                    <a:pt x="85725" y="87630"/>
                                  </a:cubicBezTo>
                                  <a:cubicBezTo>
                                    <a:pt x="86678" y="88582"/>
                                    <a:pt x="86678" y="89535"/>
                                    <a:pt x="87630" y="89535"/>
                                  </a:cubicBezTo>
                                  <a:cubicBezTo>
                                    <a:pt x="88583" y="90488"/>
                                    <a:pt x="88583" y="91440"/>
                                    <a:pt x="89535" y="91440"/>
                                  </a:cubicBezTo>
                                  <a:cubicBezTo>
                                    <a:pt x="89535" y="91440"/>
                                    <a:pt x="90488" y="92393"/>
                                    <a:pt x="90488" y="92393"/>
                                  </a:cubicBezTo>
                                  <a:cubicBezTo>
                                    <a:pt x="90488" y="92393"/>
                                    <a:pt x="91440" y="93345"/>
                                    <a:pt x="91440" y="93345"/>
                                  </a:cubicBezTo>
                                  <a:cubicBezTo>
                                    <a:pt x="91440" y="93345"/>
                                    <a:pt x="91440" y="93345"/>
                                    <a:pt x="91440" y="93345"/>
                                  </a:cubicBezTo>
                                  <a:cubicBezTo>
                                    <a:pt x="90488" y="92393"/>
                                    <a:pt x="90488" y="91440"/>
                                    <a:pt x="89535" y="90488"/>
                                  </a:cubicBezTo>
                                  <a:cubicBezTo>
                                    <a:pt x="88583" y="89535"/>
                                    <a:pt x="88583" y="88582"/>
                                    <a:pt x="87630" y="88582"/>
                                  </a:cubicBezTo>
                                  <a:cubicBezTo>
                                    <a:pt x="86678" y="87630"/>
                                    <a:pt x="86678" y="86677"/>
                                    <a:pt x="85725" y="86677"/>
                                  </a:cubicBezTo>
                                  <a:cubicBezTo>
                                    <a:pt x="84773" y="84773"/>
                                    <a:pt x="82868" y="83820"/>
                                    <a:pt x="81915" y="81915"/>
                                  </a:cubicBezTo>
                                  <a:cubicBezTo>
                                    <a:pt x="80963" y="80010"/>
                                    <a:pt x="79058" y="79057"/>
                                    <a:pt x="78105" y="77152"/>
                                  </a:cubicBezTo>
                                  <a:lnTo>
                                    <a:pt x="77153" y="76200"/>
                                  </a:lnTo>
                                  <a:lnTo>
                                    <a:pt x="76200" y="75248"/>
                                  </a:lnTo>
                                  <a:cubicBezTo>
                                    <a:pt x="75248" y="74295"/>
                                    <a:pt x="75248" y="73342"/>
                                    <a:pt x="74295" y="72390"/>
                                  </a:cubicBezTo>
                                  <a:cubicBezTo>
                                    <a:pt x="73343" y="71438"/>
                                    <a:pt x="73343" y="70485"/>
                                    <a:pt x="72390" y="69532"/>
                                  </a:cubicBezTo>
                                  <a:cubicBezTo>
                                    <a:pt x="71438" y="68580"/>
                                    <a:pt x="71438" y="67627"/>
                                    <a:pt x="70485" y="66675"/>
                                  </a:cubicBezTo>
                                  <a:cubicBezTo>
                                    <a:pt x="69533" y="64770"/>
                                    <a:pt x="68580" y="62865"/>
                                    <a:pt x="67628" y="61913"/>
                                  </a:cubicBezTo>
                                  <a:cubicBezTo>
                                    <a:pt x="66675" y="60007"/>
                                    <a:pt x="65723" y="59055"/>
                                    <a:pt x="64770" y="57150"/>
                                  </a:cubicBezTo>
                                  <a:cubicBezTo>
                                    <a:pt x="63818" y="55245"/>
                                    <a:pt x="62865" y="54292"/>
                                    <a:pt x="61913" y="52388"/>
                                  </a:cubicBezTo>
                                  <a:cubicBezTo>
                                    <a:pt x="63818" y="53340"/>
                                    <a:pt x="66675" y="54292"/>
                                    <a:pt x="68580" y="55245"/>
                                  </a:cubicBezTo>
                                  <a:cubicBezTo>
                                    <a:pt x="72390" y="57150"/>
                                    <a:pt x="76200" y="58102"/>
                                    <a:pt x="80010" y="60007"/>
                                  </a:cubicBezTo>
                                  <a:cubicBezTo>
                                    <a:pt x="81915" y="60960"/>
                                    <a:pt x="83820" y="61913"/>
                                    <a:pt x="85725" y="62865"/>
                                  </a:cubicBezTo>
                                  <a:cubicBezTo>
                                    <a:pt x="87630" y="63817"/>
                                    <a:pt x="89535" y="64770"/>
                                    <a:pt x="91440" y="65723"/>
                                  </a:cubicBezTo>
                                  <a:cubicBezTo>
                                    <a:pt x="95250" y="67627"/>
                                    <a:pt x="98108" y="69532"/>
                                    <a:pt x="100965" y="72390"/>
                                  </a:cubicBezTo>
                                  <a:cubicBezTo>
                                    <a:pt x="102870" y="73342"/>
                                    <a:pt x="103823" y="74295"/>
                                    <a:pt x="104775" y="76200"/>
                                  </a:cubicBezTo>
                                  <a:cubicBezTo>
                                    <a:pt x="105728" y="77152"/>
                                    <a:pt x="107633" y="78105"/>
                                    <a:pt x="108585" y="79057"/>
                                  </a:cubicBezTo>
                                  <a:cubicBezTo>
                                    <a:pt x="108585" y="79057"/>
                                    <a:pt x="109538" y="79057"/>
                                    <a:pt x="109538" y="79057"/>
                                  </a:cubicBezTo>
                                  <a:lnTo>
                                    <a:pt x="109538" y="79057"/>
                                  </a:lnTo>
                                  <a:cubicBezTo>
                                    <a:pt x="108585" y="78105"/>
                                    <a:pt x="106680" y="76200"/>
                                    <a:pt x="105728" y="75248"/>
                                  </a:cubicBezTo>
                                  <a:cubicBezTo>
                                    <a:pt x="104775" y="74295"/>
                                    <a:pt x="102870" y="72390"/>
                                    <a:pt x="101918" y="71438"/>
                                  </a:cubicBezTo>
                                  <a:cubicBezTo>
                                    <a:pt x="99060" y="68580"/>
                                    <a:pt x="95250" y="66675"/>
                                    <a:pt x="92393" y="64770"/>
                                  </a:cubicBezTo>
                                  <a:cubicBezTo>
                                    <a:pt x="91440" y="64770"/>
                                    <a:pt x="90488" y="63817"/>
                                    <a:pt x="89535" y="62865"/>
                                  </a:cubicBezTo>
                                  <a:cubicBezTo>
                                    <a:pt x="88583" y="61913"/>
                                    <a:pt x="87630" y="61913"/>
                                    <a:pt x="86678" y="60960"/>
                                  </a:cubicBezTo>
                                  <a:cubicBezTo>
                                    <a:pt x="85725" y="60007"/>
                                    <a:pt x="84773" y="60007"/>
                                    <a:pt x="83820" y="59055"/>
                                  </a:cubicBezTo>
                                  <a:cubicBezTo>
                                    <a:pt x="82868" y="58102"/>
                                    <a:pt x="81915" y="58102"/>
                                    <a:pt x="80963" y="58102"/>
                                  </a:cubicBezTo>
                                  <a:cubicBezTo>
                                    <a:pt x="77153" y="56198"/>
                                    <a:pt x="73343" y="55245"/>
                                    <a:pt x="69533" y="53340"/>
                                  </a:cubicBezTo>
                                  <a:cubicBezTo>
                                    <a:pt x="65723" y="51435"/>
                                    <a:pt x="61913" y="50482"/>
                                    <a:pt x="58103" y="48577"/>
                                  </a:cubicBezTo>
                                  <a:cubicBezTo>
                                    <a:pt x="55245" y="47625"/>
                                    <a:pt x="52388" y="45720"/>
                                    <a:pt x="49530" y="44767"/>
                                  </a:cubicBezTo>
                                  <a:cubicBezTo>
                                    <a:pt x="50483" y="44767"/>
                                    <a:pt x="50483" y="44767"/>
                                    <a:pt x="51435" y="44767"/>
                                  </a:cubicBezTo>
                                  <a:cubicBezTo>
                                    <a:pt x="53340" y="44767"/>
                                    <a:pt x="56198" y="43815"/>
                                    <a:pt x="58103" y="43815"/>
                                  </a:cubicBezTo>
                                  <a:cubicBezTo>
                                    <a:pt x="62865" y="42863"/>
                                    <a:pt x="68580" y="40957"/>
                                    <a:pt x="75248" y="39052"/>
                                  </a:cubicBezTo>
                                  <a:cubicBezTo>
                                    <a:pt x="78105" y="38100"/>
                                    <a:pt x="81915" y="37148"/>
                                    <a:pt x="84773" y="36195"/>
                                  </a:cubicBezTo>
                                  <a:cubicBezTo>
                                    <a:pt x="88583" y="35242"/>
                                    <a:pt x="91440" y="35242"/>
                                    <a:pt x="95250" y="34290"/>
                                  </a:cubicBezTo>
                                  <a:cubicBezTo>
                                    <a:pt x="99060" y="34290"/>
                                    <a:pt x="102870" y="34290"/>
                                    <a:pt x="106680" y="34290"/>
                                  </a:cubicBezTo>
                                  <a:cubicBezTo>
                                    <a:pt x="110490" y="35242"/>
                                    <a:pt x="114300" y="35242"/>
                                    <a:pt x="118110" y="37148"/>
                                  </a:cubicBezTo>
                                  <a:cubicBezTo>
                                    <a:pt x="120015" y="38100"/>
                                    <a:pt x="121920" y="39052"/>
                                    <a:pt x="123825" y="39052"/>
                                  </a:cubicBezTo>
                                  <a:cubicBezTo>
                                    <a:pt x="125730" y="40005"/>
                                    <a:pt x="127635" y="40957"/>
                                    <a:pt x="129540" y="41910"/>
                                  </a:cubicBezTo>
                                  <a:cubicBezTo>
                                    <a:pt x="130493" y="42863"/>
                                    <a:pt x="131445" y="42863"/>
                                    <a:pt x="132398" y="43815"/>
                                  </a:cubicBezTo>
                                  <a:cubicBezTo>
                                    <a:pt x="133350" y="44767"/>
                                    <a:pt x="134303" y="44767"/>
                                    <a:pt x="135255" y="45720"/>
                                  </a:cubicBezTo>
                                  <a:cubicBezTo>
                                    <a:pt x="137160" y="46673"/>
                                    <a:pt x="139065" y="48577"/>
                                    <a:pt x="140018" y="49530"/>
                                  </a:cubicBezTo>
                                  <a:cubicBezTo>
                                    <a:pt x="140018" y="49530"/>
                                    <a:pt x="140970" y="50482"/>
                                    <a:pt x="140970" y="50482"/>
                                  </a:cubicBezTo>
                                  <a:cubicBezTo>
                                    <a:pt x="140970" y="50482"/>
                                    <a:pt x="140970" y="50482"/>
                                    <a:pt x="140970" y="49530"/>
                                  </a:cubicBezTo>
                                  <a:lnTo>
                                    <a:pt x="140018" y="48577"/>
                                  </a:lnTo>
                                  <a:cubicBezTo>
                                    <a:pt x="137160" y="45720"/>
                                    <a:pt x="133350" y="42863"/>
                                    <a:pt x="129540" y="40957"/>
                                  </a:cubicBezTo>
                                  <a:cubicBezTo>
                                    <a:pt x="125730" y="39052"/>
                                    <a:pt x="121920" y="37148"/>
                                    <a:pt x="118110" y="35242"/>
                                  </a:cubicBezTo>
                                  <a:cubicBezTo>
                                    <a:pt x="114300" y="34290"/>
                                    <a:pt x="110490" y="33338"/>
                                    <a:pt x="106680" y="32385"/>
                                  </a:cubicBezTo>
                                  <a:cubicBezTo>
                                    <a:pt x="102870" y="32385"/>
                                    <a:pt x="99060" y="31432"/>
                                    <a:pt x="95250" y="32385"/>
                                  </a:cubicBezTo>
                                  <a:cubicBezTo>
                                    <a:pt x="91440" y="32385"/>
                                    <a:pt x="87630" y="33338"/>
                                    <a:pt x="84773" y="33338"/>
                                  </a:cubicBezTo>
                                  <a:cubicBezTo>
                                    <a:pt x="80963" y="34290"/>
                                    <a:pt x="78105" y="35242"/>
                                    <a:pt x="75248" y="36195"/>
                                  </a:cubicBezTo>
                                  <a:cubicBezTo>
                                    <a:pt x="68580" y="38100"/>
                                    <a:pt x="62865" y="40005"/>
                                    <a:pt x="58103" y="40957"/>
                                  </a:cubicBezTo>
                                  <a:cubicBezTo>
                                    <a:pt x="55245" y="41910"/>
                                    <a:pt x="53340" y="41910"/>
                                    <a:pt x="51435" y="41910"/>
                                  </a:cubicBezTo>
                                  <a:cubicBezTo>
                                    <a:pt x="49530" y="41910"/>
                                    <a:pt x="47625" y="41910"/>
                                    <a:pt x="46673" y="41910"/>
                                  </a:cubicBezTo>
                                  <a:cubicBezTo>
                                    <a:pt x="45720" y="41910"/>
                                    <a:pt x="44768" y="41910"/>
                                    <a:pt x="43815" y="41910"/>
                                  </a:cubicBezTo>
                                  <a:cubicBezTo>
                                    <a:pt x="40958" y="40957"/>
                                    <a:pt x="39053" y="40005"/>
                                    <a:pt x="36195" y="39052"/>
                                  </a:cubicBezTo>
                                  <a:cubicBezTo>
                                    <a:pt x="34290" y="38100"/>
                                    <a:pt x="32385" y="38100"/>
                                    <a:pt x="31433" y="37148"/>
                                  </a:cubicBezTo>
                                  <a:cubicBezTo>
                                    <a:pt x="29528" y="36195"/>
                                    <a:pt x="27623" y="36195"/>
                                    <a:pt x="26670" y="35242"/>
                                  </a:cubicBezTo>
                                  <a:cubicBezTo>
                                    <a:pt x="23813" y="33338"/>
                                    <a:pt x="20003" y="32385"/>
                                    <a:pt x="18098" y="31432"/>
                                  </a:cubicBezTo>
                                  <a:cubicBezTo>
                                    <a:pt x="18098" y="31432"/>
                                    <a:pt x="17145" y="31432"/>
                                    <a:pt x="17145" y="31432"/>
                                  </a:cubicBezTo>
                                  <a:cubicBezTo>
                                    <a:pt x="17145" y="31432"/>
                                    <a:pt x="18098" y="31432"/>
                                    <a:pt x="18098" y="31432"/>
                                  </a:cubicBezTo>
                                  <a:cubicBezTo>
                                    <a:pt x="20003" y="30480"/>
                                    <a:pt x="21908" y="29527"/>
                                    <a:pt x="23813" y="28575"/>
                                  </a:cubicBezTo>
                                  <a:cubicBezTo>
                                    <a:pt x="24765" y="27623"/>
                                    <a:pt x="25718" y="27623"/>
                                    <a:pt x="27623" y="26670"/>
                                  </a:cubicBezTo>
                                  <a:cubicBezTo>
                                    <a:pt x="28575" y="25717"/>
                                    <a:pt x="30480" y="25717"/>
                                    <a:pt x="31433" y="24765"/>
                                  </a:cubicBezTo>
                                  <a:cubicBezTo>
                                    <a:pt x="34290" y="22860"/>
                                    <a:pt x="37148" y="21907"/>
                                    <a:pt x="40005" y="20002"/>
                                  </a:cubicBezTo>
                                  <a:cubicBezTo>
                                    <a:pt x="42863" y="18098"/>
                                    <a:pt x="46673" y="17145"/>
                                    <a:pt x="49530" y="15240"/>
                                  </a:cubicBezTo>
                                  <a:cubicBezTo>
                                    <a:pt x="53340" y="13335"/>
                                    <a:pt x="56198" y="11430"/>
                                    <a:pt x="60008" y="10477"/>
                                  </a:cubicBezTo>
                                  <a:cubicBezTo>
                                    <a:pt x="63818" y="8573"/>
                                    <a:pt x="67628" y="7620"/>
                                    <a:pt x="71438" y="5715"/>
                                  </a:cubicBezTo>
                                  <a:cubicBezTo>
                                    <a:pt x="75248" y="4763"/>
                                    <a:pt x="80010" y="3810"/>
                                    <a:pt x="83820" y="2857"/>
                                  </a:cubicBezTo>
                                  <a:cubicBezTo>
                                    <a:pt x="87630" y="1905"/>
                                    <a:pt x="92393" y="1905"/>
                                    <a:pt x="96203" y="1905"/>
                                  </a:cubicBezTo>
                                  <a:cubicBezTo>
                                    <a:pt x="98108" y="1905"/>
                                    <a:pt x="100965" y="1905"/>
                                    <a:pt x="102870" y="1905"/>
                                  </a:cubicBezTo>
                                  <a:cubicBezTo>
                                    <a:pt x="104775" y="1905"/>
                                    <a:pt x="107633" y="1905"/>
                                    <a:pt x="109538" y="2857"/>
                                  </a:cubicBezTo>
                                  <a:cubicBezTo>
                                    <a:pt x="111443" y="2857"/>
                                    <a:pt x="113348" y="3810"/>
                                    <a:pt x="116205" y="3810"/>
                                  </a:cubicBezTo>
                                  <a:cubicBezTo>
                                    <a:pt x="118110" y="3810"/>
                                    <a:pt x="120015" y="4763"/>
                                    <a:pt x="121920" y="5715"/>
                                  </a:cubicBezTo>
                                  <a:cubicBezTo>
                                    <a:pt x="123825" y="6667"/>
                                    <a:pt x="125730" y="7620"/>
                                    <a:pt x="127635" y="7620"/>
                                  </a:cubicBezTo>
                                  <a:cubicBezTo>
                                    <a:pt x="128588" y="8573"/>
                                    <a:pt x="129540" y="8573"/>
                                    <a:pt x="131445" y="9525"/>
                                  </a:cubicBezTo>
                                  <a:cubicBezTo>
                                    <a:pt x="131445" y="9525"/>
                                    <a:pt x="130493" y="8573"/>
                                    <a:pt x="130493" y="8573"/>
                                  </a:cubicBezTo>
                                  <a:cubicBezTo>
                                    <a:pt x="129540" y="8573"/>
                                    <a:pt x="128588" y="7620"/>
                                    <a:pt x="128588" y="7620"/>
                                  </a:cubicBezTo>
                                  <a:cubicBezTo>
                                    <a:pt x="126683" y="6667"/>
                                    <a:pt x="124778" y="5715"/>
                                    <a:pt x="122873" y="4763"/>
                                  </a:cubicBezTo>
                                  <a:cubicBezTo>
                                    <a:pt x="120968" y="3810"/>
                                    <a:pt x="119063" y="2857"/>
                                    <a:pt x="117158" y="2857"/>
                                  </a:cubicBezTo>
                                  <a:cubicBezTo>
                                    <a:pt x="115253" y="1905"/>
                                    <a:pt x="113348" y="1905"/>
                                    <a:pt x="110490" y="952"/>
                                  </a:cubicBezTo>
                                  <a:cubicBezTo>
                                    <a:pt x="108585" y="0"/>
                                    <a:pt x="105728" y="0"/>
                                    <a:pt x="103823" y="0"/>
                                  </a:cubicBezTo>
                                  <a:cubicBezTo>
                                    <a:pt x="101918" y="0"/>
                                    <a:pt x="99060" y="0"/>
                                    <a:pt x="97155" y="0"/>
                                  </a:cubicBezTo>
                                  <a:cubicBezTo>
                                    <a:pt x="92393" y="0"/>
                                    <a:pt x="88583" y="0"/>
                                    <a:pt x="83820" y="952"/>
                                  </a:cubicBezTo>
                                  <a:cubicBezTo>
                                    <a:pt x="79058" y="1905"/>
                                    <a:pt x="75248" y="2857"/>
                                    <a:pt x="71438" y="3810"/>
                                  </a:cubicBezTo>
                                  <a:cubicBezTo>
                                    <a:pt x="67628" y="4763"/>
                                    <a:pt x="63818" y="6667"/>
                                    <a:pt x="60008" y="7620"/>
                                  </a:cubicBezTo>
                                  <a:cubicBezTo>
                                    <a:pt x="56198" y="8573"/>
                                    <a:pt x="52388" y="10477"/>
                                    <a:pt x="49530" y="12382"/>
                                  </a:cubicBezTo>
                                  <a:cubicBezTo>
                                    <a:pt x="45720" y="14288"/>
                                    <a:pt x="42863" y="15240"/>
                                    <a:pt x="40005" y="17145"/>
                                  </a:cubicBezTo>
                                  <a:cubicBezTo>
                                    <a:pt x="37148" y="19050"/>
                                    <a:pt x="34290" y="20002"/>
                                    <a:pt x="31433" y="21907"/>
                                  </a:cubicBezTo>
                                  <a:cubicBezTo>
                                    <a:pt x="30480" y="22860"/>
                                    <a:pt x="28575" y="22860"/>
                                    <a:pt x="27623" y="23813"/>
                                  </a:cubicBezTo>
                                  <a:cubicBezTo>
                                    <a:pt x="26670" y="24765"/>
                                    <a:pt x="24765" y="24765"/>
                                    <a:pt x="23813" y="25717"/>
                                  </a:cubicBezTo>
                                  <a:cubicBezTo>
                                    <a:pt x="21908" y="26670"/>
                                    <a:pt x="20003" y="27623"/>
                                    <a:pt x="18098" y="28575"/>
                                  </a:cubicBezTo>
                                  <a:cubicBezTo>
                                    <a:pt x="17145" y="29527"/>
                                    <a:pt x="16193" y="29527"/>
                                    <a:pt x="15240" y="30480"/>
                                  </a:cubicBezTo>
                                  <a:lnTo>
                                    <a:pt x="15240" y="30480"/>
                                  </a:lnTo>
                                  <a:cubicBezTo>
                                    <a:pt x="14288" y="29527"/>
                                    <a:pt x="12383" y="29527"/>
                                    <a:pt x="11430" y="28575"/>
                                  </a:cubicBezTo>
                                  <a:cubicBezTo>
                                    <a:pt x="9525" y="27623"/>
                                    <a:pt x="7620" y="26670"/>
                                    <a:pt x="5715" y="25717"/>
                                  </a:cubicBezTo>
                                  <a:cubicBezTo>
                                    <a:pt x="2858" y="24765"/>
                                    <a:pt x="953" y="23813"/>
                                    <a:pt x="953" y="23813"/>
                                  </a:cubicBezTo>
                                  <a:cubicBezTo>
                                    <a:pt x="953" y="24765"/>
                                    <a:pt x="0" y="29527"/>
                                    <a:pt x="0" y="29527"/>
                                  </a:cubicBezTo>
                                  <a:cubicBezTo>
                                    <a:pt x="0" y="26670"/>
                                    <a:pt x="953" y="26670"/>
                                    <a:pt x="2858" y="27623"/>
                                  </a:cubicBezTo>
                                  <a:close/>
                                </a:path>
                              </a:pathLst>
                            </a:custGeom>
                            <a:grpFill/>
                            <a:ln w="9525" cap="flat">
                              <a:noFill/>
                              <a:prstDash val="solid"/>
                              <a:miter/>
                            </a:ln>
                          </p:spPr>
                          <p:txBody>
                            <a:bodyPr rtlCol="0" anchor="ctr"/>
                            <a:lstStyle/>
                            <a:p>
                              <a:endParaRPr lang="en-US"/>
                            </a:p>
                          </p:txBody>
                        </p:sp>
                      </p:grpSp>
                      <p:grpSp>
                        <p:nvGrpSpPr>
                          <p:cNvPr id="327" name="Graphic 2">
                            <a:extLst>
                              <a:ext uri="{FF2B5EF4-FFF2-40B4-BE49-F238E27FC236}">
                                <a16:creationId xmlns:a16="http://schemas.microsoft.com/office/drawing/2014/main" id="{AE736AF3-0337-429B-AEF1-DA4B52809559}"/>
                              </a:ext>
                            </a:extLst>
                          </p:cNvPr>
                          <p:cNvGrpSpPr/>
                          <p:nvPr/>
                        </p:nvGrpSpPr>
                        <p:grpSpPr>
                          <a:xfrm>
                            <a:off x="4010785" y="2162046"/>
                            <a:ext cx="102291" cy="80010"/>
                            <a:chOff x="4010785" y="2162046"/>
                            <a:chExt cx="102291" cy="80010"/>
                          </a:xfrm>
                          <a:grpFill/>
                        </p:grpSpPr>
                        <p:sp>
                          <p:nvSpPr>
                            <p:cNvPr id="328" name="Freeform: Shape 327">
                              <a:extLst>
                                <a:ext uri="{FF2B5EF4-FFF2-40B4-BE49-F238E27FC236}">
                                  <a16:creationId xmlns:a16="http://schemas.microsoft.com/office/drawing/2014/main" id="{C8789397-E6CE-42CD-8668-C4D2A583D977}"/>
                                </a:ext>
                              </a:extLst>
                            </p:cNvPr>
                            <p:cNvSpPr/>
                            <p:nvPr/>
                          </p:nvSpPr>
                          <p:spPr>
                            <a:xfrm>
                              <a:off x="4010785" y="2162046"/>
                              <a:ext cx="102291" cy="80010"/>
                            </a:xfrm>
                            <a:custGeom>
                              <a:avLst/>
                              <a:gdLst>
                                <a:gd name="connsiteX0" fmla="*/ 7041 w 102291"/>
                                <a:gd name="connsiteY0" fmla="*/ 18098 h 80010"/>
                                <a:gd name="connsiteX1" fmla="*/ 8946 w 102291"/>
                                <a:gd name="connsiteY1" fmla="*/ 14288 h 80010"/>
                                <a:gd name="connsiteX2" fmla="*/ 10851 w 102291"/>
                                <a:gd name="connsiteY2" fmla="*/ 10478 h 80010"/>
                                <a:gd name="connsiteX3" fmla="*/ 11804 w 102291"/>
                                <a:gd name="connsiteY3" fmla="*/ 8573 h 80010"/>
                                <a:gd name="connsiteX4" fmla="*/ 14661 w 102291"/>
                                <a:gd name="connsiteY4" fmla="*/ 5715 h 80010"/>
                                <a:gd name="connsiteX5" fmla="*/ 14661 w 102291"/>
                                <a:gd name="connsiteY5" fmla="*/ 5715 h 80010"/>
                                <a:gd name="connsiteX6" fmla="*/ 14661 w 102291"/>
                                <a:gd name="connsiteY6" fmla="*/ 5715 h 80010"/>
                                <a:gd name="connsiteX7" fmla="*/ 14661 w 102291"/>
                                <a:gd name="connsiteY7" fmla="*/ 5715 h 80010"/>
                                <a:gd name="connsiteX8" fmla="*/ 16566 w 102291"/>
                                <a:gd name="connsiteY8" fmla="*/ 4763 h 80010"/>
                                <a:gd name="connsiteX9" fmla="*/ 23234 w 102291"/>
                                <a:gd name="connsiteY9" fmla="*/ 2858 h 80010"/>
                                <a:gd name="connsiteX10" fmla="*/ 46094 w 102291"/>
                                <a:gd name="connsiteY10" fmla="*/ 0 h 80010"/>
                                <a:gd name="connsiteX11" fmla="*/ 75621 w 102291"/>
                                <a:gd name="connsiteY11" fmla="*/ 7620 h 80010"/>
                                <a:gd name="connsiteX12" fmla="*/ 89909 w 102291"/>
                                <a:gd name="connsiteY12" fmla="*/ 19050 h 80010"/>
                                <a:gd name="connsiteX13" fmla="*/ 101339 w 102291"/>
                                <a:gd name="connsiteY13" fmla="*/ 39053 h 80010"/>
                                <a:gd name="connsiteX14" fmla="*/ 101339 w 102291"/>
                                <a:gd name="connsiteY14" fmla="*/ 40005 h 80010"/>
                                <a:gd name="connsiteX15" fmla="*/ 101339 w 102291"/>
                                <a:gd name="connsiteY15" fmla="*/ 40005 h 80010"/>
                                <a:gd name="connsiteX16" fmla="*/ 102291 w 102291"/>
                                <a:gd name="connsiteY16" fmla="*/ 45720 h 80010"/>
                                <a:gd name="connsiteX17" fmla="*/ 101339 w 102291"/>
                                <a:gd name="connsiteY17" fmla="*/ 59055 h 80010"/>
                                <a:gd name="connsiteX18" fmla="*/ 99434 w 102291"/>
                                <a:gd name="connsiteY18" fmla="*/ 63818 h 80010"/>
                                <a:gd name="connsiteX19" fmla="*/ 97529 w 102291"/>
                                <a:gd name="connsiteY19" fmla="*/ 67628 h 80010"/>
                                <a:gd name="connsiteX20" fmla="*/ 96576 w 102291"/>
                                <a:gd name="connsiteY20" fmla="*/ 68580 h 80010"/>
                                <a:gd name="connsiteX21" fmla="*/ 96576 w 102291"/>
                                <a:gd name="connsiteY21" fmla="*/ 68580 h 80010"/>
                                <a:gd name="connsiteX22" fmla="*/ 88957 w 102291"/>
                                <a:gd name="connsiteY22" fmla="*/ 75248 h 80010"/>
                                <a:gd name="connsiteX23" fmla="*/ 85146 w 102291"/>
                                <a:gd name="connsiteY23" fmla="*/ 77153 h 80010"/>
                                <a:gd name="connsiteX24" fmla="*/ 81336 w 102291"/>
                                <a:gd name="connsiteY24" fmla="*/ 78105 h 80010"/>
                                <a:gd name="connsiteX25" fmla="*/ 68954 w 102291"/>
                                <a:gd name="connsiteY25" fmla="*/ 76200 h 80010"/>
                                <a:gd name="connsiteX26" fmla="*/ 68954 w 102291"/>
                                <a:gd name="connsiteY26" fmla="*/ 76200 h 80010"/>
                                <a:gd name="connsiteX27" fmla="*/ 66096 w 102291"/>
                                <a:gd name="connsiteY27" fmla="*/ 75248 h 80010"/>
                                <a:gd name="connsiteX28" fmla="*/ 62286 w 102291"/>
                                <a:gd name="connsiteY28" fmla="*/ 77153 h 80010"/>
                                <a:gd name="connsiteX29" fmla="*/ 52761 w 102291"/>
                                <a:gd name="connsiteY29" fmla="*/ 80010 h 80010"/>
                                <a:gd name="connsiteX30" fmla="*/ 51809 w 102291"/>
                                <a:gd name="connsiteY30" fmla="*/ 80010 h 80010"/>
                                <a:gd name="connsiteX31" fmla="*/ 51809 w 102291"/>
                                <a:gd name="connsiteY31" fmla="*/ 80010 h 80010"/>
                                <a:gd name="connsiteX32" fmla="*/ 43236 w 102291"/>
                                <a:gd name="connsiteY32" fmla="*/ 79058 h 80010"/>
                                <a:gd name="connsiteX33" fmla="*/ 34664 w 102291"/>
                                <a:gd name="connsiteY33" fmla="*/ 75248 h 80010"/>
                                <a:gd name="connsiteX34" fmla="*/ 33711 w 102291"/>
                                <a:gd name="connsiteY34" fmla="*/ 74295 h 80010"/>
                                <a:gd name="connsiteX35" fmla="*/ 32759 w 102291"/>
                                <a:gd name="connsiteY35" fmla="*/ 73343 h 80010"/>
                                <a:gd name="connsiteX36" fmla="*/ 28949 w 102291"/>
                                <a:gd name="connsiteY36" fmla="*/ 71438 h 80010"/>
                                <a:gd name="connsiteX37" fmla="*/ 27996 w 102291"/>
                                <a:gd name="connsiteY37" fmla="*/ 71438 h 80010"/>
                                <a:gd name="connsiteX38" fmla="*/ 27044 w 102291"/>
                                <a:gd name="connsiteY38" fmla="*/ 71438 h 80010"/>
                                <a:gd name="connsiteX39" fmla="*/ 27044 w 102291"/>
                                <a:gd name="connsiteY39" fmla="*/ 71438 h 80010"/>
                                <a:gd name="connsiteX40" fmla="*/ 24186 w 102291"/>
                                <a:gd name="connsiteY40" fmla="*/ 70485 h 80010"/>
                                <a:gd name="connsiteX41" fmla="*/ 16566 w 102291"/>
                                <a:gd name="connsiteY41" fmla="*/ 69533 h 80010"/>
                                <a:gd name="connsiteX42" fmla="*/ 13709 w 102291"/>
                                <a:gd name="connsiteY42" fmla="*/ 69533 h 80010"/>
                                <a:gd name="connsiteX43" fmla="*/ 11804 w 102291"/>
                                <a:gd name="connsiteY43" fmla="*/ 69533 h 80010"/>
                                <a:gd name="connsiteX44" fmla="*/ 11804 w 102291"/>
                                <a:gd name="connsiteY44" fmla="*/ 69533 h 80010"/>
                                <a:gd name="connsiteX45" fmla="*/ 11804 w 102291"/>
                                <a:gd name="connsiteY45" fmla="*/ 69533 h 80010"/>
                                <a:gd name="connsiteX46" fmla="*/ 11804 w 102291"/>
                                <a:gd name="connsiteY46" fmla="*/ 69533 h 80010"/>
                                <a:gd name="connsiteX47" fmla="*/ 9899 w 102291"/>
                                <a:gd name="connsiteY47" fmla="*/ 69533 h 80010"/>
                                <a:gd name="connsiteX48" fmla="*/ 8946 w 102291"/>
                                <a:gd name="connsiteY48" fmla="*/ 69533 h 80010"/>
                                <a:gd name="connsiteX49" fmla="*/ 8946 w 102291"/>
                                <a:gd name="connsiteY49" fmla="*/ 69533 h 80010"/>
                                <a:gd name="connsiteX50" fmla="*/ 7041 w 102291"/>
                                <a:gd name="connsiteY50" fmla="*/ 68580 h 80010"/>
                                <a:gd name="connsiteX51" fmla="*/ 5136 w 102291"/>
                                <a:gd name="connsiteY51" fmla="*/ 67628 h 80010"/>
                                <a:gd name="connsiteX52" fmla="*/ 2279 w 102291"/>
                                <a:gd name="connsiteY52" fmla="*/ 63818 h 80010"/>
                                <a:gd name="connsiteX53" fmla="*/ 374 w 102291"/>
                                <a:gd name="connsiteY53" fmla="*/ 52388 h 80010"/>
                                <a:gd name="connsiteX54" fmla="*/ 2279 w 102291"/>
                                <a:gd name="connsiteY54" fmla="*/ 40005 h 80010"/>
                                <a:gd name="connsiteX55" fmla="*/ 5136 w 102291"/>
                                <a:gd name="connsiteY55" fmla="*/ 28575 h 80010"/>
                                <a:gd name="connsiteX56" fmla="*/ 7041 w 102291"/>
                                <a:gd name="connsiteY56" fmla="*/ 18098 h 80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02291" h="80010">
                                  <a:moveTo>
                                    <a:pt x="7041" y="18098"/>
                                  </a:moveTo>
                                  <a:cubicBezTo>
                                    <a:pt x="7994" y="17145"/>
                                    <a:pt x="7994" y="15240"/>
                                    <a:pt x="8946" y="14288"/>
                                  </a:cubicBezTo>
                                  <a:cubicBezTo>
                                    <a:pt x="9899" y="13335"/>
                                    <a:pt x="10851" y="11430"/>
                                    <a:pt x="10851" y="10478"/>
                                  </a:cubicBezTo>
                                  <a:cubicBezTo>
                                    <a:pt x="10851" y="9525"/>
                                    <a:pt x="11804" y="9525"/>
                                    <a:pt x="11804" y="8573"/>
                                  </a:cubicBezTo>
                                  <a:cubicBezTo>
                                    <a:pt x="11804" y="8573"/>
                                    <a:pt x="13709" y="6668"/>
                                    <a:pt x="14661" y="5715"/>
                                  </a:cubicBezTo>
                                  <a:cubicBezTo>
                                    <a:pt x="14661" y="5715"/>
                                    <a:pt x="14661" y="5715"/>
                                    <a:pt x="14661" y="5715"/>
                                  </a:cubicBezTo>
                                  <a:cubicBezTo>
                                    <a:pt x="14661" y="5715"/>
                                    <a:pt x="14661" y="5715"/>
                                    <a:pt x="14661" y="5715"/>
                                  </a:cubicBezTo>
                                  <a:cubicBezTo>
                                    <a:pt x="14661" y="5715"/>
                                    <a:pt x="14661" y="5715"/>
                                    <a:pt x="14661" y="5715"/>
                                  </a:cubicBezTo>
                                  <a:cubicBezTo>
                                    <a:pt x="14661" y="5715"/>
                                    <a:pt x="15614" y="5715"/>
                                    <a:pt x="16566" y="4763"/>
                                  </a:cubicBezTo>
                                  <a:cubicBezTo>
                                    <a:pt x="18471" y="3810"/>
                                    <a:pt x="20376" y="2858"/>
                                    <a:pt x="23234" y="2858"/>
                                  </a:cubicBezTo>
                                  <a:cubicBezTo>
                                    <a:pt x="28949" y="953"/>
                                    <a:pt x="36569" y="0"/>
                                    <a:pt x="46094" y="0"/>
                                  </a:cubicBezTo>
                                  <a:cubicBezTo>
                                    <a:pt x="55619" y="0"/>
                                    <a:pt x="65144" y="1905"/>
                                    <a:pt x="75621" y="7620"/>
                                  </a:cubicBezTo>
                                  <a:cubicBezTo>
                                    <a:pt x="80384" y="10478"/>
                                    <a:pt x="85146" y="14288"/>
                                    <a:pt x="89909" y="19050"/>
                                  </a:cubicBezTo>
                                  <a:cubicBezTo>
                                    <a:pt x="93719" y="23813"/>
                                    <a:pt x="98482" y="30480"/>
                                    <a:pt x="101339" y="39053"/>
                                  </a:cubicBezTo>
                                  <a:cubicBezTo>
                                    <a:pt x="101339" y="39053"/>
                                    <a:pt x="101339" y="40005"/>
                                    <a:pt x="101339" y="40005"/>
                                  </a:cubicBezTo>
                                  <a:cubicBezTo>
                                    <a:pt x="101339" y="40005"/>
                                    <a:pt x="101339" y="40005"/>
                                    <a:pt x="101339" y="40005"/>
                                  </a:cubicBezTo>
                                  <a:cubicBezTo>
                                    <a:pt x="101339" y="41910"/>
                                    <a:pt x="102291" y="43815"/>
                                    <a:pt x="102291" y="45720"/>
                                  </a:cubicBezTo>
                                  <a:cubicBezTo>
                                    <a:pt x="102291" y="50483"/>
                                    <a:pt x="102291" y="55245"/>
                                    <a:pt x="101339" y="59055"/>
                                  </a:cubicBezTo>
                                  <a:cubicBezTo>
                                    <a:pt x="101339" y="60960"/>
                                    <a:pt x="100386" y="61913"/>
                                    <a:pt x="99434" y="63818"/>
                                  </a:cubicBezTo>
                                  <a:cubicBezTo>
                                    <a:pt x="98482" y="64770"/>
                                    <a:pt x="98482" y="66675"/>
                                    <a:pt x="97529" y="67628"/>
                                  </a:cubicBezTo>
                                  <a:cubicBezTo>
                                    <a:pt x="97529" y="68580"/>
                                    <a:pt x="96576" y="68580"/>
                                    <a:pt x="96576" y="68580"/>
                                  </a:cubicBezTo>
                                  <a:cubicBezTo>
                                    <a:pt x="96576" y="68580"/>
                                    <a:pt x="96576" y="68580"/>
                                    <a:pt x="96576" y="68580"/>
                                  </a:cubicBezTo>
                                  <a:cubicBezTo>
                                    <a:pt x="94671" y="71438"/>
                                    <a:pt x="91814" y="74295"/>
                                    <a:pt x="88957" y="75248"/>
                                  </a:cubicBezTo>
                                  <a:cubicBezTo>
                                    <a:pt x="88004" y="76200"/>
                                    <a:pt x="86099" y="76200"/>
                                    <a:pt x="85146" y="77153"/>
                                  </a:cubicBezTo>
                                  <a:cubicBezTo>
                                    <a:pt x="84194" y="77153"/>
                                    <a:pt x="82289" y="78105"/>
                                    <a:pt x="81336" y="78105"/>
                                  </a:cubicBezTo>
                                  <a:cubicBezTo>
                                    <a:pt x="76574" y="79058"/>
                                    <a:pt x="71811" y="77153"/>
                                    <a:pt x="68954" y="76200"/>
                                  </a:cubicBezTo>
                                  <a:cubicBezTo>
                                    <a:pt x="68954" y="76200"/>
                                    <a:pt x="68954" y="76200"/>
                                    <a:pt x="68954" y="76200"/>
                                  </a:cubicBezTo>
                                  <a:cubicBezTo>
                                    <a:pt x="67049" y="75248"/>
                                    <a:pt x="66096" y="75248"/>
                                    <a:pt x="66096" y="75248"/>
                                  </a:cubicBezTo>
                                  <a:cubicBezTo>
                                    <a:pt x="65144" y="76200"/>
                                    <a:pt x="63239" y="76200"/>
                                    <a:pt x="62286" y="77153"/>
                                  </a:cubicBezTo>
                                  <a:cubicBezTo>
                                    <a:pt x="59429" y="79058"/>
                                    <a:pt x="56571" y="80010"/>
                                    <a:pt x="52761" y="80010"/>
                                  </a:cubicBezTo>
                                  <a:cubicBezTo>
                                    <a:pt x="52761" y="80010"/>
                                    <a:pt x="51809" y="80010"/>
                                    <a:pt x="51809" y="80010"/>
                                  </a:cubicBezTo>
                                  <a:cubicBezTo>
                                    <a:pt x="51809" y="80010"/>
                                    <a:pt x="51809" y="80010"/>
                                    <a:pt x="51809" y="80010"/>
                                  </a:cubicBezTo>
                                  <a:cubicBezTo>
                                    <a:pt x="48951" y="80010"/>
                                    <a:pt x="46094" y="80010"/>
                                    <a:pt x="43236" y="79058"/>
                                  </a:cubicBezTo>
                                  <a:cubicBezTo>
                                    <a:pt x="40379" y="78105"/>
                                    <a:pt x="37521" y="76200"/>
                                    <a:pt x="34664" y="75248"/>
                                  </a:cubicBezTo>
                                  <a:cubicBezTo>
                                    <a:pt x="34664" y="75248"/>
                                    <a:pt x="33711" y="75248"/>
                                    <a:pt x="33711" y="74295"/>
                                  </a:cubicBezTo>
                                  <a:cubicBezTo>
                                    <a:pt x="33711" y="74295"/>
                                    <a:pt x="32759" y="74295"/>
                                    <a:pt x="32759" y="73343"/>
                                  </a:cubicBezTo>
                                  <a:cubicBezTo>
                                    <a:pt x="31807" y="72390"/>
                                    <a:pt x="30854" y="72390"/>
                                    <a:pt x="28949" y="71438"/>
                                  </a:cubicBezTo>
                                  <a:cubicBezTo>
                                    <a:pt x="28949" y="71438"/>
                                    <a:pt x="27996" y="71438"/>
                                    <a:pt x="27996" y="71438"/>
                                  </a:cubicBezTo>
                                  <a:cubicBezTo>
                                    <a:pt x="27996" y="71438"/>
                                    <a:pt x="27044" y="71438"/>
                                    <a:pt x="27044" y="71438"/>
                                  </a:cubicBezTo>
                                  <a:lnTo>
                                    <a:pt x="27044" y="71438"/>
                                  </a:lnTo>
                                  <a:cubicBezTo>
                                    <a:pt x="26091" y="71438"/>
                                    <a:pt x="25139" y="70485"/>
                                    <a:pt x="24186" y="70485"/>
                                  </a:cubicBezTo>
                                  <a:cubicBezTo>
                                    <a:pt x="22282" y="70485"/>
                                    <a:pt x="20376" y="69533"/>
                                    <a:pt x="16566" y="69533"/>
                                  </a:cubicBezTo>
                                  <a:cubicBezTo>
                                    <a:pt x="15614" y="69533"/>
                                    <a:pt x="14661" y="69533"/>
                                    <a:pt x="13709" y="69533"/>
                                  </a:cubicBezTo>
                                  <a:cubicBezTo>
                                    <a:pt x="12757" y="69533"/>
                                    <a:pt x="12757" y="69533"/>
                                    <a:pt x="11804" y="69533"/>
                                  </a:cubicBezTo>
                                  <a:lnTo>
                                    <a:pt x="11804" y="69533"/>
                                  </a:lnTo>
                                  <a:lnTo>
                                    <a:pt x="11804" y="69533"/>
                                  </a:lnTo>
                                  <a:cubicBezTo>
                                    <a:pt x="11804" y="69533"/>
                                    <a:pt x="11804" y="69533"/>
                                    <a:pt x="11804" y="69533"/>
                                  </a:cubicBezTo>
                                  <a:cubicBezTo>
                                    <a:pt x="10851" y="69533"/>
                                    <a:pt x="10851" y="69533"/>
                                    <a:pt x="9899" y="69533"/>
                                  </a:cubicBezTo>
                                  <a:cubicBezTo>
                                    <a:pt x="9899" y="69533"/>
                                    <a:pt x="9899" y="69533"/>
                                    <a:pt x="8946" y="69533"/>
                                  </a:cubicBezTo>
                                  <a:lnTo>
                                    <a:pt x="8946" y="69533"/>
                                  </a:lnTo>
                                  <a:cubicBezTo>
                                    <a:pt x="8946" y="69533"/>
                                    <a:pt x="7994" y="69533"/>
                                    <a:pt x="7041" y="68580"/>
                                  </a:cubicBezTo>
                                  <a:cubicBezTo>
                                    <a:pt x="6089" y="68580"/>
                                    <a:pt x="6089" y="67628"/>
                                    <a:pt x="5136" y="67628"/>
                                  </a:cubicBezTo>
                                  <a:cubicBezTo>
                                    <a:pt x="4184" y="66675"/>
                                    <a:pt x="3232" y="65723"/>
                                    <a:pt x="2279" y="63818"/>
                                  </a:cubicBezTo>
                                  <a:cubicBezTo>
                                    <a:pt x="374" y="60960"/>
                                    <a:pt x="-579" y="57150"/>
                                    <a:pt x="374" y="52388"/>
                                  </a:cubicBezTo>
                                  <a:cubicBezTo>
                                    <a:pt x="374" y="47625"/>
                                    <a:pt x="1326" y="43815"/>
                                    <a:pt x="2279" y="40005"/>
                                  </a:cubicBezTo>
                                  <a:cubicBezTo>
                                    <a:pt x="3232" y="36195"/>
                                    <a:pt x="4184" y="32385"/>
                                    <a:pt x="5136" y="28575"/>
                                  </a:cubicBezTo>
                                  <a:cubicBezTo>
                                    <a:pt x="5136" y="23813"/>
                                    <a:pt x="6089" y="20955"/>
                                    <a:pt x="7041" y="18098"/>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F703FBE1-CC82-483E-B859-B380910CF8B3}"/>
                                </a:ext>
                              </a:extLst>
                            </p:cNvPr>
                            <p:cNvSpPr/>
                            <p:nvPr/>
                          </p:nvSpPr>
                          <p:spPr>
                            <a:xfrm>
                              <a:off x="4017826" y="2165857"/>
                              <a:ext cx="95250" cy="73342"/>
                            </a:xfrm>
                            <a:custGeom>
                              <a:avLst/>
                              <a:gdLst>
                                <a:gd name="connsiteX0" fmla="*/ 7620 w 95250"/>
                                <a:gd name="connsiteY0" fmla="*/ 6667 h 73342"/>
                                <a:gd name="connsiteX1" fmla="*/ 7620 w 95250"/>
                                <a:gd name="connsiteY1" fmla="*/ 6667 h 73342"/>
                                <a:gd name="connsiteX2" fmla="*/ 7620 w 95250"/>
                                <a:gd name="connsiteY2" fmla="*/ 10477 h 73342"/>
                                <a:gd name="connsiteX3" fmla="*/ 5715 w 95250"/>
                                <a:gd name="connsiteY3" fmla="*/ 19050 h 73342"/>
                                <a:gd name="connsiteX4" fmla="*/ 2857 w 95250"/>
                                <a:gd name="connsiteY4" fmla="*/ 30480 h 73342"/>
                                <a:gd name="connsiteX5" fmla="*/ 1905 w 95250"/>
                                <a:gd name="connsiteY5" fmla="*/ 33338 h 73342"/>
                                <a:gd name="connsiteX6" fmla="*/ 953 w 95250"/>
                                <a:gd name="connsiteY6" fmla="*/ 35242 h 73342"/>
                                <a:gd name="connsiteX7" fmla="*/ 953 w 95250"/>
                                <a:gd name="connsiteY7" fmla="*/ 35242 h 73342"/>
                                <a:gd name="connsiteX8" fmla="*/ 953 w 95250"/>
                                <a:gd name="connsiteY8" fmla="*/ 35242 h 73342"/>
                                <a:gd name="connsiteX9" fmla="*/ 953 w 95250"/>
                                <a:gd name="connsiteY9" fmla="*/ 36195 h 73342"/>
                                <a:gd name="connsiteX10" fmla="*/ 0 w 95250"/>
                                <a:gd name="connsiteY10" fmla="*/ 42863 h 73342"/>
                                <a:gd name="connsiteX11" fmla="*/ 0 w 95250"/>
                                <a:gd name="connsiteY11" fmla="*/ 45720 h 73342"/>
                                <a:gd name="connsiteX12" fmla="*/ 0 w 95250"/>
                                <a:gd name="connsiteY12" fmla="*/ 48577 h 73342"/>
                                <a:gd name="connsiteX13" fmla="*/ 0 w 95250"/>
                                <a:gd name="connsiteY13" fmla="*/ 49530 h 73342"/>
                                <a:gd name="connsiteX14" fmla="*/ 0 w 95250"/>
                                <a:gd name="connsiteY14" fmla="*/ 50483 h 73342"/>
                                <a:gd name="connsiteX15" fmla="*/ 0 w 95250"/>
                                <a:gd name="connsiteY15" fmla="*/ 53340 h 73342"/>
                                <a:gd name="connsiteX16" fmla="*/ 0 w 95250"/>
                                <a:gd name="connsiteY16" fmla="*/ 57150 h 73342"/>
                                <a:gd name="connsiteX17" fmla="*/ 0 w 95250"/>
                                <a:gd name="connsiteY17" fmla="*/ 60008 h 73342"/>
                                <a:gd name="connsiteX18" fmla="*/ 0 w 95250"/>
                                <a:gd name="connsiteY18" fmla="*/ 61913 h 73342"/>
                                <a:gd name="connsiteX19" fmla="*/ 0 w 95250"/>
                                <a:gd name="connsiteY19" fmla="*/ 62865 h 73342"/>
                                <a:gd name="connsiteX20" fmla="*/ 0 w 95250"/>
                                <a:gd name="connsiteY20" fmla="*/ 62865 h 73342"/>
                                <a:gd name="connsiteX21" fmla="*/ 0 w 95250"/>
                                <a:gd name="connsiteY21" fmla="*/ 62865 h 73342"/>
                                <a:gd name="connsiteX22" fmla="*/ 0 w 95250"/>
                                <a:gd name="connsiteY22" fmla="*/ 62865 h 73342"/>
                                <a:gd name="connsiteX23" fmla="*/ 0 w 95250"/>
                                <a:gd name="connsiteY23" fmla="*/ 61913 h 73342"/>
                                <a:gd name="connsiteX24" fmla="*/ 0 w 95250"/>
                                <a:gd name="connsiteY24" fmla="*/ 60008 h 73342"/>
                                <a:gd name="connsiteX25" fmla="*/ 0 w 95250"/>
                                <a:gd name="connsiteY25" fmla="*/ 57150 h 73342"/>
                                <a:gd name="connsiteX26" fmla="*/ 0 w 95250"/>
                                <a:gd name="connsiteY26" fmla="*/ 53340 h 73342"/>
                                <a:gd name="connsiteX27" fmla="*/ 0 w 95250"/>
                                <a:gd name="connsiteY27" fmla="*/ 50483 h 73342"/>
                                <a:gd name="connsiteX28" fmla="*/ 0 w 95250"/>
                                <a:gd name="connsiteY28" fmla="*/ 49530 h 73342"/>
                                <a:gd name="connsiteX29" fmla="*/ 0 w 95250"/>
                                <a:gd name="connsiteY29" fmla="*/ 48577 h 73342"/>
                                <a:gd name="connsiteX30" fmla="*/ 0 w 95250"/>
                                <a:gd name="connsiteY30" fmla="*/ 45720 h 73342"/>
                                <a:gd name="connsiteX31" fmla="*/ 0 w 95250"/>
                                <a:gd name="connsiteY31" fmla="*/ 42863 h 73342"/>
                                <a:gd name="connsiteX32" fmla="*/ 953 w 95250"/>
                                <a:gd name="connsiteY32" fmla="*/ 36195 h 73342"/>
                                <a:gd name="connsiteX33" fmla="*/ 953 w 95250"/>
                                <a:gd name="connsiteY33" fmla="*/ 35242 h 73342"/>
                                <a:gd name="connsiteX34" fmla="*/ 953 w 95250"/>
                                <a:gd name="connsiteY34" fmla="*/ 35242 h 73342"/>
                                <a:gd name="connsiteX35" fmla="*/ 953 w 95250"/>
                                <a:gd name="connsiteY35" fmla="*/ 35242 h 73342"/>
                                <a:gd name="connsiteX36" fmla="*/ 1905 w 95250"/>
                                <a:gd name="connsiteY36" fmla="*/ 33338 h 73342"/>
                                <a:gd name="connsiteX37" fmla="*/ 2857 w 95250"/>
                                <a:gd name="connsiteY37" fmla="*/ 30480 h 73342"/>
                                <a:gd name="connsiteX38" fmla="*/ 6668 w 95250"/>
                                <a:gd name="connsiteY38" fmla="*/ 19050 h 73342"/>
                                <a:gd name="connsiteX39" fmla="*/ 9525 w 95250"/>
                                <a:gd name="connsiteY39" fmla="*/ 8572 h 73342"/>
                                <a:gd name="connsiteX40" fmla="*/ 10478 w 95250"/>
                                <a:gd name="connsiteY40" fmla="*/ 9525 h 73342"/>
                                <a:gd name="connsiteX41" fmla="*/ 12382 w 95250"/>
                                <a:gd name="connsiteY41" fmla="*/ 11430 h 73342"/>
                                <a:gd name="connsiteX42" fmla="*/ 14288 w 95250"/>
                                <a:gd name="connsiteY42" fmla="*/ 13335 h 73342"/>
                                <a:gd name="connsiteX43" fmla="*/ 19050 w 95250"/>
                                <a:gd name="connsiteY43" fmla="*/ 19050 h 73342"/>
                                <a:gd name="connsiteX44" fmla="*/ 20003 w 95250"/>
                                <a:gd name="connsiteY44" fmla="*/ 20002 h 73342"/>
                                <a:gd name="connsiteX45" fmla="*/ 20003 w 95250"/>
                                <a:gd name="connsiteY45" fmla="*/ 20002 h 73342"/>
                                <a:gd name="connsiteX46" fmla="*/ 20955 w 95250"/>
                                <a:gd name="connsiteY46" fmla="*/ 23813 h 73342"/>
                                <a:gd name="connsiteX47" fmla="*/ 21907 w 95250"/>
                                <a:gd name="connsiteY47" fmla="*/ 28575 h 73342"/>
                                <a:gd name="connsiteX48" fmla="*/ 20955 w 95250"/>
                                <a:gd name="connsiteY48" fmla="*/ 40958 h 73342"/>
                                <a:gd name="connsiteX49" fmla="*/ 20003 w 95250"/>
                                <a:gd name="connsiteY49" fmla="*/ 47625 h 73342"/>
                                <a:gd name="connsiteX50" fmla="*/ 20003 w 95250"/>
                                <a:gd name="connsiteY50" fmla="*/ 50483 h 73342"/>
                                <a:gd name="connsiteX51" fmla="*/ 20003 w 95250"/>
                                <a:gd name="connsiteY51" fmla="*/ 53340 h 73342"/>
                                <a:gd name="connsiteX52" fmla="*/ 20003 w 95250"/>
                                <a:gd name="connsiteY52" fmla="*/ 58102 h 73342"/>
                                <a:gd name="connsiteX53" fmla="*/ 20003 w 95250"/>
                                <a:gd name="connsiteY53" fmla="*/ 60008 h 73342"/>
                                <a:gd name="connsiteX54" fmla="*/ 20003 w 95250"/>
                                <a:gd name="connsiteY54" fmla="*/ 61913 h 73342"/>
                                <a:gd name="connsiteX55" fmla="*/ 21907 w 95250"/>
                                <a:gd name="connsiteY55" fmla="*/ 66675 h 73342"/>
                                <a:gd name="connsiteX56" fmla="*/ 21907 w 95250"/>
                                <a:gd name="connsiteY56" fmla="*/ 66675 h 73342"/>
                                <a:gd name="connsiteX57" fmla="*/ 21907 w 95250"/>
                                <a:gd name="connsiteY57" fmla="*/ 66675 h 73342"/>
                                <a:gd name="connsiteX58" fmla="*/ 21907 w 95250"/>
                                <a:gd name="connsiteY58" fmla="*/ 66675 h 73342"/>
                                <a:gd name="connsiteX59" fmla="*/ 21907 w 95250"/>
                                <a:gd name="connsiteY59" fmla="*/ 66675 h 73342"/>
                                <a:gd name="connsiteX60" fmla="*/ 21907 w 95250"/>
                                <a:gd name="connsiteY60" fmla="*/ 66675 h 73342"/>
                                <a:gd name="connsiteX61" fmla="*/ 22860 w 95250"/>
                                <a:gd name="connsiteY61" fmla="*/ 67627 h 73342"/>
                                <a:gd name="connsiteX62" fmla="*/ 21907 w 95250"/>
                                <a:gd name="connsiteY62" fmla="*/ 66675 h 73342"/>
                                <a:gd name="connsiteX63" fmla="*/ 21907 w 95250"/>
                                <a:gd name="connsiteY63" fmla="*/ 66675 h 73342"/>
                                <a:gd name="connsiteX64" fmla="*/ 21907 w 95250"/>
                                <a:gd name="connsiteY64" fmla="*/ 66675 h 73342"/>
                                <a:gd name="connsiteX65" fmla="*/ 21907 w 95250"/>
                                <a:gd name="connsiteY65" fmla="*/ 66675 h 73342"/>
                                <a:gd name="connsiteX66" fmla="*/ 21907 w 95250"/>
                                <a:gd name="connsiteY66" fmla="*/ 66675 h 73342"/>
                                <a:gd name="connsiteX67" fmla="*/ 21907 w 95250"/>
                                <a:gd name="connsiteY67" fmla="*/ 66675 h 73342"/>
                                <a:gd name="connsiteX68" fmla="*/ 20955 w 95250"/>
                                <a:gd name="connsiteY68" fmla="*/ 61913 h 73342"/>
                                <a:gd name="connsiteX69" fmla="*/ 20955 w 95250"/>
                                <a:gd name="connsiteY69" fmla="*/ 60008 h 73342"/>
                                <a:gd name="connsiteX70" fmla="*/ 20955 w 95250"/>
                                <a:gd name="connsiteY70" fmla="*/ 58102 h 73342"/>
                                <a:gd name="connsiteX71" fmla="*/ 20955 w 95250"/>
                                <a:gd name="connsiteY71" fmla="*/ 53340 h 73342"/>
                                <a:gd name="connsiteX72" fmla="*/ 20955 w 95250"/>
                                <a:gd name="connsiteY72" fmla="*/ 50483 h 73342"/>
                                <a:gd name="connsiteX73" fmla="*/ 20955 w 95250"/>
                                <a:gd name="connsiteY73" fmla="*/ 47625 h 73342"/>
                                <a:gd name="connsiteX74" fmla="*/ 21907 w 95250"/>
                                <a:gd name="connsiteY74" fmla="*/ 40958 h 73342"/>
                                <a:gd name="connsiteX75" fmla="*/ 22860 w 95250"/>
                                <a:gd name="connsiteY75" fmla="*/ 28575 h 73342"/>
                                <a:gd name="connsiteX76" fmla="*/ 21907 w 95250"/>
                                <a:gd name="connsiteY76" fmla="*/ 23813 h 73342"/>
                                <a:gd name="connsiteX77" fmla="*/ 21907 w 95250"/>
                                <a:gd name="connsiteY77" fmla="*/ 23813 h 73342"/>
                                <a:gd name="connsiteX78" fmla="*/ 23813 w 95250"/>
                                <a:gd name="connsiteY78" fmla="*/ 25717 h 73342"/>
                                <a:gd name="connsiteX79" fmla="*/ 29528 w 95250"/>
                                <a:gd name="connsiteY79" fmla="*/ 31433 h 73342"/>
                                <a:gd name="connsiteX80" fmla="*/ 34290 w 95250"/>
                                <a:gd name="connsiteY80" fmla="*/ 37147 h 73342"/>
                                <a:gd name="connsiteX81" fmla="*/ 34290 w 95250"/>
                                <a:gd name="connsiteY81" fmla="*/ 38100 h 73342"/>
                                <a:gd name="connsiteX82" fmla="*/ 35243 w 95250"/>
                                <a:gd name="connsiteY82" fmla="*/ 39052 h 73342"/>
                                <a:gd name="connsiteX83" fmla="*/ 36195 w 95250"/>
                                <a:gd name="connsiteY83" fmla="*/ 44767 h 73342"/>
                                <a:gd name="connsiteX84" fmla="*/ 36195 w 95250"/>
                                <a:gd name="connsiteY84" fmla="*/ 48577 h 73342"/>
                                <a:gd name="connsiteX85" fmla="*/ 36195 w 95250"/>
                                <a:gd name="connsiteY85" fmla="*/ 52388 h 73342"/>
                                <a:gd name="connsiteX86" fmla="*/ 36195 w 95250"/>
                                <a:gd name="connsiteY86" fmla="*/ 54292 h 73342"/>
                                <a:gd name="connsiteX87" fmla="*/ 36195 w 95250"/>
                                <a:gd name="connsiteY87" fmla="*/ 56197 h 73342"/>
                                <a:gd name="connsiteX88" fmla="*/ 36195 w 95250"/>
                                <a:gd name="connsiteY88" fmla="*/ 58102 h 73342"/>
                                <a:gd name="connsiteX89" fmla="*/ 36195 w 95250"/>
                                <a:gd name="connsiteY89" fmla="*/ 60008 h 73342"/>
                                <a:gd name="connsiteX90" fmla="*/ 37148 w 95250"/>
                                <a:gd name="connsiteY90" fmla="*/ 63817 h 73342"/>
                                <a:gd name="connsiteX91" fmla="*/ 38100 w 95250"/>
                                <a:gd name="connsiteY91" fmla="*/ 67627 h 73342"/>
                                <a:gd name="connsiteX92" fmla="*/ 39053 w 95250"/>
                                <a:gd name="connsiteY92" fmla="*/ 69533 h 73342"/>
                                <a:gd name="connsiteX93" fmla="*/ 39053 w 95250"/>
                                <a:gd name="connsiteY93" fmla="*/ 71438 h 73342"/>
                                <a:gd name="connsiteX94" fmla="*/ 39053 w 95250"/>
                                <a:gd name="connsiteY94" fmla="*/ 72390 h 73342"/>
                                <a:gd name="connsiteX95" fmla="*/ 39053 w 95250"/>
                                <a:gd name="connsiteY95" fmla="*/ 73342 h 73342"/>
                                <a:gd name="connsiteX96" fmla="*/ 39053 w 95250"/>
                                <a:gd name="connsiteY96" fmla="*/ 73342 h 73342"/>
                                <a:gd name="connsiteX97" fmla="*/ 39053 w 95250"/>
                                <a:gd name="connsiteY97" fmla="*/ 71438 h 73342"/>
                                <a:gd name="connsiteX98" fmla="*/ 39053 w 95250"/>
                                <a:gd name="connsiteY98" fmla="*/ 69533 h 73342"/>
                                <a:gd name="connsiteX99" fmla="*/ 39053 w 95250"/>
                                <a:gd name="connsiteY99" fmla="*/ 67627 h 73342"/>
                                <a:gd name="connsiteX100" fmla="*/ 38100 w 95250"/>
                                <a:gd name="connsiteY100" fmla="*/ 63817 h 73342"/>
                                <a:gd name="connsiteX101" fmla="*/ 37148 w 95250"/>
                                <a:gd name="connsiteY101" fmla="*/ 60008 h 73342"/>
                                <a:gd name="connsiteX102" fmla="*/ 37148 w 95250"/>
                                <a:gd name="connsiteY102" fmla="*/ 59055 h 73342"/>
                                <a:gd name="connsiteX103" fmla="*/ 37148 w 95250"/>
                                <a:gd name="connsiteY103" fmla="*/ 58102 h 73342"/>
                                <a:gd name="connsiteX104" fmla="*/ 37148 w 95250"/>
                                <a:gd name="connsiteY104" fmla="*/ 56197 h 73342"/>
                                <a:gd name="connsiteX105" fmla="*/ 37148 w 95250"/>
                                <a:gd name="connsiteY105" fmla="*/ 54292 h 73342"/>
                                <a:gd name="connsiteX106" fmla="*/ 37148 w 95250"/>
                                <a:gd name="connsiteY106" fmla="*/ 52388 h 73342"/>
                                <a:gd name="connsiteX107" fmla="*/ 37148 w 95250"/>
                                <a:gd name="connsiteY107" fmla="*/ 48577 h 73342"/>
                                <a:gd name="connsiteX108" fmla="*/ 37148 w 95250"/>
                                <a:gd name="connsiteY108" fmla="*/ 44767 h 73342"/>
                                <a:gd name="connsiteX109" fmla="*/ 37148 w 95250"/>
                                <a:gd name="connsiteY109" fmla="*/ 40958 h 73342"/>
                                <a:gd name="connsiteX110" fmla="*/ 40957 w 95250"/>
                                <a:gd name="connsiteY110" fmla="*/ 44767 h 73342"/>
                                <a:gd name="connsiteX111" fmla="*/ 46673 w 95250"/>
                                <a:gd name="connsiteY111" fmla="*/ 51435 h 73342"/>
                                <a:gd name="connsiteX112" fmla="*/ 49530 w 95250"/>
                                <a:gd name="connsiteY112" fmla="*/ 55245 h 73342"/>
                                <a:gd name="connsiteX113" fmla="*/ 52388 w 95250"/>
                                <a:gd name="connsiteY113" fmla="*/ 59055 h 73342"/>
                                <a:gd name="connsiteX114" fmla="*/ 56198 w 95250"/>
                                <a:gd name="connsiteY114" fmla="*/ 66675 h 73342"/>
                                <a:gd name="connsiteX115" fmla="*/ 58103 w 95250"/>
                                <a:gd name="connsiteY115" fmla="*/ 70485 h 73342"/>
                                <a:gd name="connsiteX116" fmla="*/ 59055 w 95250"/>
                                <a:gd name="connsiteY116" fmla="*/ 73342 h 73342"/>
                                <a:gd name="connsiteX117" fmla="*/ 59055 w 95250"/>
                                <a:gd name="connsiteY117" fmla="*/ 73342 h 73342"/>
                                <a:gd name="connsiteX118" fmla="*/ 59055 w 95250"/>
                                <a:gd name="connsiteY118" fmla="*/ 73342 h 73342"/>
                                <a:gd name="connsiteX119" fmla="*/ 58103 w 95250"/>
                                <a:gd name="connsiteY119" fmla="*/ 69533 h 73342"/>
                                <a:gd name="connsiteX120" fmla="*/ 57150 w 95250"/>
                                <a:gd name="connsiteY120" fmla="*/ 65722 h 73342"/>
                                <a:gd name="connsiteX121" fmla="*/ 53340 w 95250"/>
                                <a:gd name="connsiteY121" fmla="*/ 58102 h 73342"/>
                                <a:gd name="connsiteX122" fmla="*/ 52388 w 95250"/>
                                <a:gd name="connsiteY122" fmla="*/ 56197 h 73342"/>
                                <a:gd name="connsiteX123" fmla="*/ 51435 w 95250"/>
                                <a:gd name="connsiteY123" fmla="*/ 54292 h 73342"/>
                                <a:gd name="connsiteX124" fmla="*/ 50482 w 95250"/>
                                <a:gd name="connsiteY124" fmla="*/ 52388 h 73342"/>
                                <a:gd name="connsiteX125" fmla="*/ 49530 w 95250"/>
                                <a:gd name="connsiteY125" fmla="*/ 50483 h 73342"/>
                                <a:gd name="connsiteX126" fmla="*/ 43815 w 95250"/>
                                <a:gd name="connsiteY126" fmla="*/ 43815 h 73342"/>
                                <a:gd name="connsiteX127" fmla="*/ 38100 w 95250"/>
                                <a:gd name="connsiteY127" fmla="*/ 37147 h 73342"/>
                                <a:gd name="connsiteX128" fmla="*/ 34290 w 95250"/>
                                <a:gd name="connsiteY128" fmla="*/ 32385 h 73342"/>
                                <a:gd name="connsiteX129" fmla="*/ 35243 w 95250"/>
                                <a:gd name="connsiteY129" fmla="*/ 32385 h 73342"/>
                                <a:gd name="connsiteX130" fmla="*/ 40005 w 95250"/>
                                <a:gd name="connsiteY130" fmla="*/ 33338 h 73342"/>
                                <a:gd name="connsiteX131" fmla="*/ 52388 w 95250"/>
                                <a:gd name="connsiteY131" fmla="*/ 35242 h 73342"/>
                                <a:gd name="connsiteX132" fmla="*/ 59055 w 95250"/>
                                <a:gd name="connsiteY132" fmla="*/ 36195 h 73342"/>
                                <a:gd name="connsiteX133" fmla="*/ 66675 w 95250"/>
                                <a:gd name="connsiteY133" fmla="*/ 38100 h 73342"/>
                                <a:gd name="connsiteX134" fmla="*/ 73343 w 95250"/>
                                <a:gd name="connsiteY134" fmla="*/ 41910 h 73342"/>
                                <a:gd name="connsiteX135" fmla="*/ 80010 w 95250"/>
                                <a:gd name="connsiteY135" fmla="*/ 47625 h 73342"/>
                                <a:gd name="connsiteX136" fmla="*/ 82868 w 95250"/>
                                <a:gd name="connsiteY136" fmla="*/ 50483 h 73342"/>
                                <a:gd name="connsiteX137" fmla="*/ 85725 w 95250"/>
                                <a:gd name="connsiteY137" fmla="*/ 54292 h 73342"/>
                                <a:gd name="connsiteX138" fmla="*/ 86678 w 95250"/>
                                <a:gd name="connsiteY138" fmla="*/ 56197 h 73342"/>
                                <a:gd name="connsiteX139" fmla="*/ 87630 w 95250"/>
                                <a:gd name="connsiteY139" fmla="*/ 58102 h 73342"/>
                                <a:gd name="connsiteX140" fmla="*/ 89535 w 95250"/>
                                <a:gd name="connsiteY140" fmla="*/ 61913 h 73342"/>
                                <a:gd name="connsiteX141" fmla="*/ 89535 w 95250"/>
                                <a:gd name="connsiteY141" fmla="*/ 62865 h 73342"/>
                                <a:gd name="connsiteX142" fmla="*/ 89535 w 95250"/>
                                <a:gd name="connsiteY142" fmla="*/ 62865 h 73342"/>
                                <a:gd name="connsiteX143" fmla="*/ 89535 w 95250"/>
                                <a:gd name="connsiteY143" fmla="*/ 61913 h 73342"/>
                                <a:gd name="connsiteX144" fmla="*/ 85725 w 95250"/>
                                <a:gd name="connsiteY144" fmla="*/ 54292 h 73342"/>
                                <a:gd name="connsiteX145" fmla="*/ 80010 w 95250"/>
                                <a:gd name="connsiteY145" fmla="*/ 47625 h 73342"/>
                                <a:gd name="connsiteX146" fmla="*/ 73343 w 95250"/>
                                <a:gd name="connsiteY146" fmla="*/ 41910 h 73342"/>
                                <a:gd name="connsiteX147" fmla="*/ 66675 w 95250"/>
                                <a:gd name="connsiteY147" fmla="*/ 38100 h 73342"/>
                                <a:gd name="connsiteX148" fmla="*/ 59055 w 95250"/>
                                <a:gd name="connsiteY148" fmla="*/ 35242 h 73342"/>
                                <a:gd name="connsiteX149" fmla="*/ 52388 w 95250"/>
                                <a:gd name="connsiteY149" fmla="*/ 33338 h 73342"/>
                                <a:gd name="connsiteX150" fmla="*/ 40005 w 95250"/>
                                <a:gd name="connsiteY150" fmla="*/ 30480 h 73342"/>
                                <a:gd name="connsiteX151" fmla="*/ 35243 w 95250"/>
                                <a:gd name="connsiteY151" fmla="*/ 29527 h 73342"/>
                                <a:gd name="connsiteX152" fmla="*/ 32385 w 95250"/>
                                <a:gd name="connsiteY152" fmla="*/ 28575 h 73342"/>
                                <a:gd name="connsiteX153" fmla="*/ 30480 w 95250"/>
                                <a:gd name="connsiteY153" fmla="*/ 27622 h 73342"/>
                                <a:gd name="connsiteX154" fmla="*/ 26670 w 95250"/>
                                <a:gd name="connsiteY154" fmla="*/ 22860 h 73342"/>
                                <a:gd name="connsiteX155" fmla="*/ 23813 w 95250"/>
                                <a:gd name="connsiteY155" fmla="*/ 20002 h 73342"/>
                                <a:gd name="connsiteX156" fmla="*/ 20955 w 95250"/>
                                <a:gd name="connsiteY156" fmla="*/ 17145 h 73342"/>
                                <a:gd name="connsiteX157" fmla="*/ 16193 w 95250"/>
                                <a:gd name="connsiteY157" fmla="*/ 11430 h 73342"/>
                                <a:gd name="connsiteX158" fmla="*/ 16193 w 95250"/>
                                <a:gd name="connsiteY158" fmla="*/ 10477 h 73342"/>
                                <a:gd name="connsiteX159" fmla="*/ 17145 w 95250"/>
                                <a:gd name="connsiteY159" fmla="*/ 10477 h 73342"/>
                                <a:gd name="connsiteX160" fmla="*/ 21907 w 95250"/>
                                <a:gd name="connsiteY160" fmla="*/ 10477 h 73342"/>
                                <a:gd name="connsiteX161" fmla="*/ 24765 w 95250"/>
                                <a:gd name="connsiteY161" fmla="*/ 10477 h 73342"/>
                                <a:gd name="connsiteX162" fmla="*/ 27623 w 95250"/>
                                <a:gd name="connsiteY162" fmla="*/ 10477 h 73342"/>
                                <a:gd name="connsiteX163" fmla="*/ 34290 w 95250"/>
                                <a:gd name="connsiteY163" fmla="*/ 10477 h 73342"/>
                                <a:gd name="connsiteX164" fmla="*/ 41910 w 95250"/>
                                <a:gd name="connsiteY164" fmla="*/ 10477 h 73342"/>
                                <a:gd name="connsiteX165" fmla="*/ 50482 w 95250"/>
                                <a:gd name="connsiteY165" fmla="*/ 10477 h 73342"/>
                                <a:gd name="connsiteX166" fmla="*/ 59055 w 95250"/>
                                <a:gd name="connsiteY166" fmla="*/ 11430 h 73342"/>
                                <a:gd name="connsiteX167" fmla="*/ 67628 w 95250"/>
                                <a:gd name="connsiteY167" fmla="*/ 13335 h 73342"/>
                                <a:gd name="connsiteX168" fmla="*/ 76200 w 95250"/>
                                <a:gd name="connsiteY168" fmla="*/ 16192 h 73342"/>
                                <a:gd name="connsiteX169" fmla="*/ 80010 w 95250"/>
                                <a:gd name="connsiteY169" fmla="*/ 18097 h 73342"/>
                                <a:gd name="connsiteX170" fmla="*/ 83820 w 95250"/>
                                <a:gd name="connsiteY170" fmla="*/ 20955 h 73342"/>
                                <a:gd name="connsiteX171" fmla="*/ 87630 w 95250"/>
                                <a:gd name="connsiteY171" fmla="*/ 23813 h 73342"/>
                                <a:gd name="connsiteX172" fmla="*/ 90488 w 95250"/>
                                <a:gd name="connsiteY172" fmla="*/ 26670 h 73342"/>
                                <a:gd name="connsiteX173" fmla="*/ 93345 w 95250"/>
                                <a:gd name="connsiteY173" fmla="*/ 29527 h 73342"/>
                                <a:gd name="connsiteX174" fmla="*/ 95250 w 95250"/>
                                <a:gd name="connsiteY174" fmla="*/ 31433 h 73342"/>
                                <a:gd name="connsiteX175" fmla="*/ 95250 w 95250"/>
                                <a:gd name="connsiteY175" fmla="*/ 30480 h 73342"/>
                                <a:gd name="connsiteX176" fmla="*/ 94298 w 95250"/>
                                <a:gd name="connsiteY176" fmla="*/ 28575 h 73342"/>
                                <a:gd name="connsiteX177" fmla="*/ 91440 w 95250"/>
                                <a:gd name="connsiteY177" fmla="*/ 25717 h 73342"/>
                                <a:gd name="connsiteX178" fmla="*/ 88582 w 95250"/>
                                <a:gd name="connsiteY178" fmla="*/ 22860 h 73342"/>
                                <a:gd name="connsiteX179" fmla="*/ 84773 w 95250"/>
                                <a:gd name="connsiteY179" fmla="*/ 20002 h 73342"/>
                                <a:gd name="connsiteX180" fmla="*/ 80963 w 95250"/>
                                <a:gd name="connsiteY180" fmla="*/ 17145 h 73342"/>
                                <a:gd name="connsiteX181" fmla="*/ 77153 w 95250"/>
                                <a:gd name="connsiteY181" fmla="*/ 15240 h 73342"/>
                                <a:gd name="connsiteX182" fmla="*/ 68580 w 95250"/>
                                <a:gd name="connsiteY182" fmla="*/ 11430 h 73342"/>
                                <a:gd name="connsiteX183" fmla="*/ 60007 w 95250"/>
                                <a:gd name="connsiteY183" fmla="*/ 9525 h 73342"/>
                                <a:gd name="connsiteX184" fmla="*/ 51435 w 95250"/>
                                <a:gd name="connsiteY184" fmla="*/ 8572 h 73342"/>
                                <a:gd name="connsiteX185" fmla="*/ 42863 w 95250"/>
                                <a:gd name="connsiteY185" fmla="*/ 8572 h 73342"/>
                                <a:gd name="connsiteX186" fmla="*/ 35243 w 95250"/>
                                <a:gd name="connsiteY186" fmla="*/ 8572 h 73342"/>
                                <a:gd name="connsiteX187" fmla="*/ 28575 w 95250"/>
                                <a:gd name="connsiteY187" fmla="*/ 8572 h 73342"/>
                                <a:gd name="connsiteX188" fmla="*/ 25718 w 95250"/>
                                <a:gd name="connsiteY188" fmla="*/ 8572 h 73342"/>
                                <a:gd name="connsiteX189" fmla="*/ 22860 w 95250"/>
                                <a:gd name="connsiteY189" fmla="*/ 8572 h 73342"/>
                                <a:gd name="connsiteX190" fmla="*/ 18098 w 95250"/>
                                <a:gd name="connsiteY190" fmla="*/ 8572 h 73342"/>
                                <a:gd name="connsiteX191" fmla="*/ 16193 w 95250"/>
                                <a:gd name="connsiteY191" fmla="*/ 8572 h 73342"/>
                                <a:gd name="connsiteX192" fmla="*/ 16193 w 95250"/>
                                <a:gd name="connsiteY192" fmla="*/ 8572 h 73342"/>
                                <a:gd name="connsiteX193" fmla="*/ 14288 w 95250"/>
                                <a:gd name="connsiteY193" fmla="*/ 6667 h 73342"/>
                                <a:gd name="connsiteX194" fmla="*/ 11430 w 95250"/>
                                <a:gd name="connsiteY194" fmla="*/ 2858 h 73342"/>
                                <a:gd name="connsiteX195" fmla="*/ 8573 w 95250"/>
                                <a:gd name="connsiteY195" fmla="*/ 0 h 73342"/>
                                <a:gd name="connsiteX196" fmla="*/ 5715 w 95250"/>
                                <a:gd name="connsiteY196" fmla="*/ 2858 h 73342"/>
                                <a:gd name="connsiteX197" fmla="*/ 7620 w 95250"/>
                                <a:gd name="connsiteY197" fmla="*/ 6667 h 73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95250" h="73342">
                                  <a:moveTo>
                                    <a:pt x="7620" y="6667"/>
                                  </a:moveTo>
                                  <a:cubicBezTo>
                                    <a:pt x="7620" y="6667"/>
                                    <a:pt x="7620" y="7620"/>
                                    <a:pt x="7620" y="6667"/>
                                  </a:cubicBezTo>
                                  <a:cubicBezTo>
                                    <a:pt x="7620" y="7620"/>
                                    <a:pt x="7620" y="8572"/>
                                    <a:pt x="7620" y="10477"/>
                                  </a:cubicBezTo>
                                  <a:cubicBezTo>
                                    <a:pt x="7620" y="12383"/>
                                    <a:pt x="6668" y="15240"/>
                                    <a:pt x="5715" y="19050"/>
                                  </a:cubicBezTo>
                                  <a:cubicBezTo>
                                    <a:pt x="4763" y="22860"/>
                                    <a:pt x="3810" y="26670"/>
                                    <a:pt x="2857" y="30480"/>
                                  </a:cubicBezTo>
                                  <a:cubicBezTo>
                                    <a:pt x="2857" y="31433"/>
                                    <a:pt x="1905" y="32385"/>
                                    <a:pt x="1905" y="33338"/>
                                  </a:cubicBezTo>
                                  <a:cubicBezTo>
                                    <a:pt x="1905" y="34290"/>
                                    <a:pt x="1905" y="34290"/>
                                    <a:pt x="953" y="35242"/>
                                  </a:cubicBezTo>
                                  <a:lnTo>
                                    <a:pt x="953" y="35242"/>
                                  </a:lnTo>
                                  <a:lnTo>
                                    <a:pt x="953" y="35242"/>
                                  </a:lnTo>
                                  <a:lnTo>
                                    <a:pt x="953" y="36195"/>
                                  </a:lnTo>
                                  <a:cubicBezTo>
                                    <a:pt x="953" y="38100"/>
                                    <a:pt x="0" y="40005"/>
                                    <a:pt x="0" y="42863"/>
                                  </a:cubicBezTo>
                                  <a:cubicBezTo>
                                    <a:pt x="0" y="43815"/>
                                    <a:pt x="0" y="44767"/>
                                    <a:pt x="0" y="45720"/>
                                  </a:cubicBezTo>
                                  <a:cubicBezTo>
                                    <a:pt x="0" y="46672"/>
                                    <a:pt x="0" y="47625"/>
                                    <a:pt x="0" y="48577"/>
                                  </a:cubicBezTo>
                                  <a:cubicBezTo>
                                    <a:pt x="0" y="49530"/>
                                    <a:pt x="0" y="49530"/>
                                    <a:pt x="0" y="49530"/>
                                  </a:cubicBezTo>
                                  <a:cubicBezTo>
                                    <a:pt x="0" y="49530"/>
                                    <a:pt x="0" y="50483"/>
                                    <a:pt x="0" y="50483"/>
                                  </a:cubicBezTo>
                                  <a:cubicBezTo>
                                    <a:pt x="0" y="51435"/>
                                    <a:pt x="0" y="52388"/>
                                    <a:pt x="0" y="53340"/>
                                  </a:cubicBezTo>
                                  <a:cubicBezTo>
                                    <a:pt x="0" y="55245"/>
                                    <a:pt x="0" y="56197"/>
                                    <a:pt x="0" y="57150"/>
                                  </a:cubicBezTo>
                                  <a:cubicBezTo>
                                    <a:pt x="0" y="58102"/>
                                    <a:pt x="0" y="59055"/>
                                    <a:pt x="0" y="60008"/>
                                  </a:cubicBezTo>
                                  <a:cubicBezTo>
                                    <a:pt x="0" y="60960"/>
                                    <a:pt x="0" y="61913"/>
                                    <a:pt x="0" y="61913"/>
                                  </a:cubicBezTo>
                                  <a:cubicBezTo>
                                    <a:pt x="0" y="61913"/>
                                    <a:pt x="0" y="62865"/>
                                    <a:pt x="0" y="62865"/>
                                  </a:cubicBezTo>
                                  <a:cubicBezTo>
                                    <a:pt x="0" y="62865"/>
                                    <a:pt x="0" y="62865"/>
                                    <a:pt x="0" y="62865"/>
                                  </a:cubicBezTo>
                                  <a:lnTo>
                                    <a:pt x="0" y="62865"/>
                                  </a:lnTo>
                                  <a:cubicBezTo>
                                    <a:pt x="0" y="62865"/>
                                    <a:pt x="0" y="62865"/>
                                    <a:pt x="0" y="62865"/>
                                  </a:cubicBezTo>
                                  <a:cubicBezTo>
                                    <a:pt x="0" y="62865"/>
                                    <a:pt x="0" y="61913"/>
                                    <a:pt x="0" y="61913"/>
                                  </a:cubicBezTo>
                                  <a:cubicBezTo>
                                    <a:pt x="0" y="61913"/>
                                    <a:pt x="0" y="60960"/>
                                    <a:pt x="0" y="60008"/>
                                  </a:cubicBezTo>
                                  <a:cubicBezTo>
                                    <a:pt x="0" y="59055"/>
                                    <a:pt x="0" y="58102"/>
                                    <a:pt x="0" y="57150"/>
                                  </a:cubicBezTo>
                                  <a:cubicBezTo>
                                    <a:pt x="0" y="56197"/>
                                    <a:pt x="0" y="54292"/>
                                    <a:pt x="0" y="53340"/>
                                  </a:cubicBezTo>
                                  <a:cubicBezTo>
                                    <a:pt x="0" y="52388"/>
                                    <a:pt x="0" y="51435"/>
                                    <a:pt x="0" y="50483"/>
                                  </a:cubicBezTo>
                                  <a:cubicBezTo>
                                    <a:pt x="0" y="50483"/>
                                    <a:pt x="0" y="49530"/>
                                    <a:pt x="0" y="49530"/>
                                  </a:cubicBezTo>
                                  <a:cubicBezTo>
                                    <a:pt x="0" y="49530"/>
                                    <a:pt x="0" y="48577"/>
                                    <a:pt x="0" y="48577"/>
                                  </a:cubicBezTo>
                                  <a:cubicBezTo>
                                    <a:pt x="0" y="47625"/>
                                    <a:pt x="0" y="46672"/>
                                    <a:pt x="0" y="45720"/>
                                  </a:cubicBezTo>
                                  <a:cubicBezTo>
                                    <a:pt x="0" y="44767"/>
                                    <a:pt x="0" y="43815"/>
                                    <a:pt x="0" y="42863"/>
                                  </a:cubicBezTo>
                                  <a:cubicBezTo>
                                    <a:pt x="0" y="40958"/>
                                    <a:pt x="953" y="39052"/>
                                    <a:pt x="953" y="36195"/>
                                  </a:cubicBezTo>
                                  <a:lnTo>
                                    <a:pt x="953" y="35242"/>
                                  </a:lnTo>
                                  <a:lnTo>
                                    <a:pt x="953" y="35242"/>
                                  </a:lnTo>
                                  <a:lnTo>
                                    <a:pt x="953" y="35242"/>
                                  </a:lnTo>
                                  <a:cubicBezTo>
                                    <a:pt x="953" y="34290"/>
                                    <a:pt x="953" y="34290"/>
                                    <a:pt x="1905" y="33338"/>
                                  </a:cubicBezTo>
                                  <a:cubicBezTo>
                                    <a:pt x="1905" y="32385"/>
                                    <a:pt x="2857" y="31433"/>
                                    <a:pt x="2857" y="30480"/>
                                  </a:cubicBezTo>
                                  <a:cubicBezTo>
                                    <a:pt x="3810" y="26670"/>
                                    <a:pt x="5715" y="22860"/>
                                    <a:pt x="6668" y="19050"/>
                                  </a:cubicBezTo>
                                  <a:cubicBezTo>
                                    <a:pt x="7620" y="14288"/>
                                    <a:pt x="8573" y="10477"/>
                                    <a:pt x="9525" y="8572"/>
                                  </a:cubicBezTo>
                                  <a:cubicBezTo>
                                    <a:pt x="9525" y="8572"/>
                                    <a:pt x="10478" y="9525"/>
                                    <a:pt x="10478" y="9525"/>
                                  </a:cubicBezTo>
                                  <a:cubicBezTo>
                                    <a:pt x="11430" y="10477"/>
                                    <a:pt x="11430" y="10477"/>
                                    <a:pt x="12382" y="11430"/>
                                  </a:cubicBezTo>
                                  <a:cubicBezTo>
                                    <a:pt x="13335" y="12383"/>
                                    <a:pt x="13335" y="13335"/>
                                    <a:pt x="14288" y="13335"/>
                                  </a:cubicBezTo>
                                  <a:cubicBezTo>
                                    <a:pt x="16193" y="15240"/>
                                    <a:pt x="17145" y="17145"/>
                                    <a:pt x="19050" y="19050"/>
                                  </a:cubicBezTo>
                                  <a:cubicBezTo>
                                    <a:pt x="19050" y="19050"/>
                                    <a:pt x="20003" y="20002"/>
                                    <a:pt x="20003" y="20002"/>
                                  </a:cubicBezTo>
                                  <a:cubicBezTo>
                                    <a:pt x="20003" y="20002"/>
                                    <a:pt x="20003" y="20002"/>
                                    <a:pt x="20003" y="20002"/>
                                  </a:cubicBezTo>
                                  <a:cubicBezTo>
                                    <a:pt x="20003" y="20955"/>
                                    <a:pt x="20955" y="21908"/>
                                    <a:pt x="20955" y="23813"/>
                                  </a:cubicBezTo>
                                  <a:cubicBezTo>
                                    <a:pt x="20955" y="24765"/>
                                    <a:pt x="21907" y="26670"/>
                                    <a:pt x="21907" y="28575"/>
                                  </a:cubicBezTo>
                                  <a:cubicBezTo>
                                    <a:pt x="21907" y="32385"/>
                                    <a:pt x="21907" y="36195"/>
                                    <a:pt x="20955" y="40958"/>
                                  </a:cubicBezTo>
                                  <a:cubicBezTo>
                                    <a:pt x="20955" y="42863"/>
                                    <a:pt x="20003" y="45720"/>
                                    <a:pt x="20003" y="47625"/>
                                  </a:cubicBezTo>
                                  <a:cubicBezTo>
                                    <a:pt x="20003" y="48577"/>
                                    <a:pt x="20003" y="49530"/>
                                    <a:pt x="20003" y="50483"/>
                                  </a:cubicBezTo>
                                  <a:cubicBezTo>
                                    <a:pt x="20003" y="51435"/>
                                    <a:pt x="20003" y="52388"/>
                                    <a:pt x="20003" y="53340"/>
                                  </a:cubicBezTo>
                                  <a:cubicBezTo>
                                    <a:pt x="20003" y="55245"/>
                                    <a:pt x="20003" y="57150"/>
                                    <a:pt x="20003" y="58102"/>
                                  </a:cubicBezTo>
                                  <a:cubicBezTo>
                                    <a:pt x="20003" y="59055"/>
                                    <a:pt x="20003" y="60008"/>
                                    <a:pt x="20003" y="60008"/>
                                  </a:cubicBezTo>
                                  <a:cubicBezTo>
                                    <a:pt x="20003" y="60960"/>
                                    <a:pt x="20003" y="60960"/>
                                    <a:pt x="20003" y="61913"/>
                                  </a:cubicBezTo>
                                  <a:cubicBezTo>
                                    <a:pt x="20003" y="63817"/>
                                    <a:pt x="20955" y="65722"/>
                                    <a:pt x="21907" y="66675"/>
                                  </a:cubicBezTo>
                                  <a:cubicBezTo>
                                    <a:pt x="21907" y="66675"/>
                                    <a:pt x="21907" y="66675"/>
                                    <a:pt x="21907" y="66675"/>
                                  </a:cubicBezTo>
                                  <a:cubicBezTo>
                                    <a:pt x="21907" y="66675"/>
                                    <a:pt x="21907" y="66675"/>
                                    <a:pt x="21907" y="66675"/>
                                  </a:cubicBezTo>
                                  <a:cubicBezTo>
                                    <a:pt x="21907" y="66675"/>
                                    <a:pt x="21907" y="66675"/>
                                    <a:pt x="21907" y="66675"/>
                                  </a:cubicBezTo>
                                  <a:cubicBezTo>
                                    <a:pt x="21907" y="66675"/>
                                    <a:pt x="21907" y="66675"/>
                                    <a:pt x="21907" y="66675"/>
                                  </a:cubicBezTo>
                                  <a:cubicBezTo>
                                    <a:pt x="21907" y="66675"/>
                                    <a:pt x="21907" y="66675"/>
                                    <a:pt x="21907" y="66675"/>
                                  </a:cubicBezTo>
                                  <a:cubicBezTo>
                                    <a:pt x="21907" y="66675"/>
                                    <a:pt x="22860" y="66675"/>
                                    <a:pt x="22860" y="67627"/>
                                  </a:cubicBezTo>
                                  <a:cubicBezTo>
                                    <a:pt x="22860" y="67627"/>
                                    <a:pt x="21907" y="67627"/>
                                    <a:pt x="21907" y="66675"/>
                                  </a:cubicBezTo>
                                  <a:cubicBezTo>
                                    <a:pt x="21907" y="66675"/>
                                    <a:pt x="21907" y="66675"/>
                                    <a:pt x="21907" y="66675"/>
                                  </a:cubicBezTo>
                                  <a:cubicBezTo>
                                    <a:pt x="21907" y="66675"/>
                                    <a:pt x="21907" y="66675"/>
                                    <a:pt x="21907" y="66675"/>
                                  </a:cubicBezTo>
                                  <a:cubicBezTo>
                                    <a:pt x="21907" y="66675"/>
                                    <a:pt x="21907" y="66675"/>
                                    <a:pt x="21907" y="66675"/>
                                  </a:cubicBezTo>
                                  <a:cubicBezTo>
                                    <a:pt x="21907" y="66675"/>
                                    <a:pt x="21907" y="66675"/>
                                    <a:pt x="21907" y="66675"/>
                                  </a:cubicBezTo>
                                  <a:cubicBezTo>
                                    <a:pt x="21907" y="66675"/>
                                    <a:pt x="21907" y="66675"/>
                                    <a:pt x="21907" y="66675"/>
                                  </a:cubicBezTo>
                                  <a:cubicBezTo>
                                    <a:pt x="20955" y="65722"/>
                                    <a:pt x="20955" y="64770"/>
                                    <a:pt x="20955" y="61913"/>
                                  </a:cubicBezTo>
                                  <a:cubicBezTo>
                                    <a:pt x="20955" y="60960"/>
                                    <a:pt x="20955" y="60960"/>
                                    <a:pt x="20955" y="60008"/>
                                  </a:cubicBezTo>
                                  <a:cubicBezTo>
                                    <a:pt x="20955" y="59055"/>
                                    <a:pt x="20955" y="59055"/>
                                    <a:pt x="20955" y="58102"/>
                                  </a:cubicBezTo>
                                  <a:cubicBezTo>
                                    <a:pt x="20955" y="56197"/>
                                    <a:pt x="20955" y="55245"/>
                                    <a:pt x="20955" y="53340"/>
                                  </a:cubicBezTo>
                                  <a:cubicBezTo>
                                    <a:pt x="20955" y="52388"/>
                                    <a:pt x="20955" y="51435"/>
                                    <a:pt x="20955" y="50483"/>
                                  </a:cubicBezTo>
                                  <a:cubicBezTo>
                                    <a:pt x="20955" y="49530"/>
                                    <a:pt x="20955" y="48577"/>
                                    <a:pt x="20955" y="47625"/>
                                  </a:cubicBezTo>
                                  <a:cubicBezTo>
                                    <a:pt x="20955" y="45720"/>
                                    <a:pt x="21907" y="43815"/>
                                    <a:pt x="21907" y="40958"/>
                                  </a:cubicBezTo>
                                  <a:cubicBezTo>
                                    <a:pt x="22860" y="37147"/>
                                    <a:pt x="22860" y="32385"/>
                                    <a:pt x="22860" y="28575"/>
                                  </a:cubicBezTo>
                                  <a:cubicBezTo>
                                    <a:pt x="22860" y="26670"/>
                                    <a:pt x="22860" y="24765"/>
                                    <a:pt x="21907" y="23813"/>
                                  </a:cubicBezTo>
                                  <a:cubicBezTo>
                                    <a:pt x="21907" y="23813"/>
                                    <a:pt x="21907" y="23813"/>
                                    <a:pt x="21907" y="23813"/>
                                  </a:cubicBezTo>
                                  <a:cubicBezTo>
                                    <a:pt x="22860" y="24765"/>
                                    <a:pt x="22860" y="24765"/>
                                    <a:pt x="23813" y="25717"/>
                                  </a:cubicBezTo>
                                  <a:cubicBezTo>
                                    <a:pt x="25718" y="27622"/>
                                    <a:pt x="27623" y="29527"/>
                                    <a:pt x="29528" y="31433"/>
                                  </a:cubicBezTo>
                                  <a:cubicBezTo>
                                    <a:pt x="31432" y="33338"/>
                                    <a:pt x="33338" y="35242"/>
                                    <a:pt x="34290" y="37147"/>
                                  </a:cubicBezTo>
                                  <a:cubicBezTo>
                                    <a:pt x="34290" y="37147"/>
                                    <a:pt x="34290" y="37147"/>
                                    <a:pt x="34290" y="38100"/>
                                  </a:cubicBezTo>
                                  <a:cubicBezTo>
                                    <a:pt x="34290" y="38100"/>
                                    <a:pt x="34290" y="39052"/>
                                    <a:pt x="35243" y="39052"/>
                                  </a:cubicBezTo>
                                  <a:cubicBezTo>
                                    <a:pt x="36195" y="40005"/>
                                    <a:pt x="36195" y="41910"/>
                                    <a:pt x="36195" y="44767"/>
                                  </a:cubicBezTo>
                                  <a:cubicBezTo>
                                    <a:pt x="36195" y="45720"/>
                                    <a:pt x="36195" y="47625"/>
                                    <a:pt x="36195" y="48577"/>
                                  </a:cubicBezTo>
                                  <a:cubicBezTo>
                                    <a:pt x="36195" y="49530"/>
                                    <a:pt x="36195" y="51435"/>
                                    <a:pt x="36195" y="52388"/>
                                  </a:cubicBezTo>
                                  <a:cubicBezTo>
                                    <a:pt x="36195" y="53340"/>
                                    <a:pt x="36195" y="54292"/>
                                    <a:pt x="36195" y="54292"/>
                                  </a:cubicBezTo>
                                  <a:cubicBezTo>
                                    <a:pt x="36195" y="55245"/>
                                    <a:pt x="36195" y="56197"/>
                                    <a:pt x="36195" y="56197"/>
                                  </a:cubicBezTo>
                                  <a:cubicBezTo>
                                    <a:pt x="36195" y="57150"/>
                                    <a:pt x="36195" y="58102"/>
                                    <a:pt x="36195" y="58102"/>
                                  </a:cubicBezTo>
                                  <a:cubicBezTo>
                                    <a:pt x="36195" y="59055"/>
                                    <a:pt x="36195" y="59055"/>
                                    <a:pt x="36195" y="60008"/>
                                  </a:cubicBezTo>
                                  <a:cubicBezTo>
                                    <a:pt x="36195" y="60960"/>
                                    <a:pt x="37148" y="62865"/>
                                    <a:pt x="37148" y="63817"/>
                                  </a:cubicBezTo>
                                  <a:cubicBezTo>
                                    <a:pt x="37148" y="64770"/>
                                    <a:pt x="38100" y="66675"/>
                                    <a:pt x="38100" y="67627"/>
                                  </a:cubicBezTo>
                                  <a:cubicBezTo>
                                    <a:pt x="38100" y="68580"/>
                                    <a:pt x="38100" y="68580"/>
                                    <a:pt x="39053" y="69533"/>
                                  </a:cubicBezTo>
                                  <a:cubicBezTo>
                                    <a:pt x="39053" y="70485"/>
                                    <a:pt x="39053" y="70485"/>
                                    <a:pt x="39053" y="71438"/>
                                  </a:cubicBezTo>
                                  <a:cubicBezTo>
                                    <a:pt x="39053" y="71438"/>
                                    <a:pt x="39053" y="72390"/>
                                    <a:pt x="39053" y="72390"/>
                                  </a:cubicBezTo>
                                  <a:cubicBezTo>
                                    <a:pt x="39053" y="72390"/>
                                    <a:pt x="39053" y="73342"/>
                                    <a:pt x="39053" y="73342"/>
                                  </a:cubicBezTo>
                                  <a:cubicBezTo>
                                    <a:pt x="39053" y="73342"/>
                                    <a:pt x="39053" y="73342"/>
                                    <a:pt x="39053" y="73342"/>
                                  </a:cubicBezTo>
                                  <a:cubicBezTo>
                                    <a:pt x="39053" y="72390"/>
                                    <a:pt x="39053" y="72390"/>
                                    <a:pt x="39053" y="71438"/>
                                  </a:cubicBezTo>
                                  <a:cubicBezTo>
                                    <a:pt x="39053" y="70485"/>
                                    <a:pt x="39053" y="70485"/>
                                    <a:pt x="39053" y="69533"/>
                                  </a:cubicBezTo>
                                  <a:cubicBezTo>
                                    <a:pt x="39053" y="68580"/>
                                    <a:pt x="39053" y="68580"/>
                                    <a:pt x="39053" y="67627"/>
                                  </a:cubicBezTo>
                                  <a:cubicBezTo>
                                    <a:pt x="39053" y="66675"/>
                                    <a:pt x="38100" y="64770"/>
                                    <a:pt x="38100" y="63817"/>
                                  </a:cubicBezTo>
                                  <a:cubicBezTo>
                                    <a:pt x="38100" y="62865"/>
                                    <a:pt x="37148" y="60960"/>
                                    <a:pt x="37148" y="60008"/>
                                  </a:cubicBezTo>
                                  <a:lnTo>
                                    <a:pt x="37148" y="59055"/>
                                  </a:lnTo>
                                  <a:lnTo>
                                    <a:pt x="37148" y="58102"/>
                                  </a:lnTo>
                                  <a:cubicBezTo>
                                    <a:pt x="37148" y="57150"/>
                                    <a:pt x="37148" y="56197"/>
                                    <a:pt x="37148" y="56197"/>
                                  </a:cubicBezTo>
                                  <a:cubicBezTo>
                                    <a:pt x="37148" y="55245"/>
                                    <a:pt x="37148" y="54292"/>
                                    <a:pt x="37148" y="54292"/>
                                  </a:cubicBezTo>
                                  <a:cubicBezTo>
                                    <a:pt x="37148" y="53340"/>
                                    <a:pt x="37148" y="52388"/>
                                    <a:pt x="37148" y="52388"/>
                                  </a:cubicBezTo>
                                  <a:cubicBezTo>
                                    <a:pt x="37148" y="51435"/>
                                    <a:pt x="37148" y="49530"/>
                                    <a:pt x="37148" y="48577"/>
                                  </a:cubicBezTo>
                                  <a:cubicBezTo>
                                    <a:pt x="37148" y="47625"/>
                                    <a:pt x="37148" y="45720"/>
                                    <a:pt x="37148" y="44767"/>
                                  </a:cubicBezTo>
                                  <a:cubicBezTo>
                                    <a:pt x="37148" y="43815"/>
                                    <a:pt x="37148" y="41910"/>
                                    <a:pt x="37148" y="40958"/>
                                  </a:cubicBezTo>
                                  <a:cubicBezTo>
                                    <a:pt x="38100" y="41910"/>
                                    <a:pt x="39053" y="43815"/>
                                    <a:pt x="40957" y="44767"/>
                                  </a:cubicBezTo>
                                  <a:cubicBezTo>
                                    <a:pt x="42863" y="46672"/>
                                    <a:pt x="44768" y="49530"/>
                                    <a:pt x="46673" y="51435"/>
                                  </a:cubicBezTo>
                                  <a:cubicBezTo>
                                    <a:pt x="47625" y="52388"/>
                                    <a:pt x="48578" y="53340"/>
                                    <a:pt x="49530" y="55245"/>
                                  </a:cubicBezTo>
                                  <a:cubicBezTo>
                                    <a:pt x="50482" y="56197"/>
                                    <a:pt x="51435" y="58102"/>
                                    <a:pt x="52388" y="59055"/>
                                  </a:cubicBezTo>
                                  <a:cubicBezTo>
                                    <a:pt x="54293" y="60960"/>
                                    <a:pt x="55245" y="63817"/>
                                    <a:pt x="56198" y="66675"/>
                                  </a:cubicBezTo>
                                  <a:cubicBezTo>
                                    <a:pt x="57150" y="67627"/>
                                    <a:pt x="57150" y="69533"/>
                                    <a:pt x="58103" y="70485"/>
                                  </a:cubicBezTo>
                                  <a:cubicBezTo>
                                    <a:pt x="58103" y="71438"/>
                                    <a:pt x="59055" y="72390"/>
                                    <a:pt x="59055" y="73342"/>
                                  </a:cubicBezTo>
                                  <a:cubicBezTo>
                                    <a:pt x="59055" y="73342"/>
                                    <a:pt x="59055" y="73342"/>
                                    <a:pt x="59055" y="73342"/>
                                  </a:cubicBezTo>
                                  <a:lnTo>
                                    <a:pt x="59055" y="73342"/>
                                  </a:lnTo>
                                  <a:cubicBezTo>
                                    <a:pt x="59055" y="72390"/>
                                    <a:pt x="58103" y="71438"/>
                                    <a:pt x="58103" y="69533"/>
                                  </a:cubicBezTo>
                                  <a:cubicBezTo>
                                    <a:pt x="58103" y="68580"/>
                                    <a:pt x="57150" y="66675"/>
                                    <a:pt x="57150" y="65722"/>
                                  </a:cubicBezTo>
                                  <a:cubicBezTo>
                                    <a:pt x="56198" y="62865"/>
                                    <a:pt x="54293" y="60960"/>
                                    <a:pt x="53340" y="58102"/>
                                  </a:cubicBezTo>
                                  <a:cubicBezTo>
                                    <a:pt x="53340" y="57150"/>
                                    <a:pt x="52388" y="57150"/>
                                    <a:pt x="52388" y="56197"/>
                                  </a:cubicBezTo>
                                  <a:cubicBezTo>
                                    <a:pt x="52388" y="55245"/>
                                    <a:pt x="51435" y="55245"/>
                                    <a:pt x="51435" y="54292"/>
                                  </a:cubicBezTo>
                                  <a:cubicBezTo>
                                    <a:pt x="51435" y="53340"/>
                                    <a:pt x="50482" y="53340"/>
                                    <a:pt x="50482" y="52388"/>
                                  </a:cubicBezTo>
                                  <a:cubicBezTo>
                                    <a:pt x="50482" y="51435"/>
                                    <a:pt x="49530" y="51435"/>
                                    <a:pt x="49530" y="50483"/>
                                  </a:cubicBezTo>
                                  <a:cubicBezTo>
                                    <a:pt x="47625" y="48577"/>
                                    <a:pt x="45720" y="45720"/>
                                    <a:pt x="43815" y="43815"/>
                                  </a:cubicBezTo>
                                  <a:cubicBezTo>
                                    <a:pt x="41910" y="41910"/>
                                    <a:pt x="40005" y="39052"/>
                                    <a:pt x="38100" y="37147"/>
                                  </a:cubicBezTo>
                                  <a:cubicBezTo>
                                    <a:pt x="37148" y="35242"/>
                                    <a:pt x="35243" y="34290"/>
                                    <a:pt x="34290" y="32385"/>
                                  </a:cubicBezTo>
                                  <a:cubicBezTo>
                                    <a:pt x="34290" y="32385"/>
                                    <a:pt x="35243" y="32385"/>
                                    <a:pt x="35243" y="32385"/>
                                  </a:cubicBezTo>
                                  <a:cubicBezTo>
                                    <a:pt x="36195" y="33338"/>
                                    <a:pt x="38100" y="33338"/>
                                    <a:pt x="40005" y="33338"/>
                                  </a:cubicBezTo>
                                  <a:cubicBezTo>
                                    <a:pt x="43815" y="34290"/>
                                    <a:pt x="47625" y="35242"/>
                                    <a:pt x="52388" y="35242"/>
                                  </a:cubicBezTo>
                                  <a:cubicBezTo>
                                    <a:pt x="54293" y="35242"/>
                                    <a:pt x="57150" y="36195"/>
                                    <a:pt x="59055" y="36195"/>
                                  </a:cubicBezTo>
                                  <a:cubicBezTo>
                                    <a:pt x="60960" y="37147"/>
                                    <a:pt x="63818" y="37147"/>
                                    <a:pt x="66675" y="38100"/>
                                  </a:cubicBezTo>
                                  <a:cubicBezTo>
                                    <a:pt x="69532" y="39052"/>
                                    <a:pt x="71438" y="40005"/>
                                    <a:pt x="73343" y="41910"/>
                                  </a:cubicBezTo>
                                  <a:cubicBezTo>
                                    <a:pt x="75248" y="43815"/>
                                    <a:pt x="78105" y="44767"/>
                                    <a:pt x="80010" y="47625"/>
                                  </a:cubicBezTo>
                                  <a:cubicBezTo>
                                    <a:pt x="80963" y="48577"/>
                                    <a:pt x="81915" y="49530"/>
                                    <a:pt x="82868" y="50483"/>
                                  </a:cubicBezTo>
                                  <a:cubicBezTo>
                                    <a:pt x="83820" y="51435"/>
                                    <a:pt x="84773" y="52388"/>
                                    <a:pt x="85725" y="54292"/>
                                  </a:cubicBezTo>
                                  <a:cubicBezTo>
                                    <a:pt x="85725" y="55245"/>
                                    <a:pt x="86678" y="55245"/>
                                    <a:pt x="86678" y="56197"/>
                                  </a:cubicBezTo>
                                  <a:cubicBezTo>
                                    <a:pt x="86678" y="57150"/>
                                    <a:pt x="87630" y="57150"/>
                                    <a:pt x="87630" y="58102"/>
                                  </a:cubicBezTo>
                                  <a:cubicBezTo>
                                    <a:pt x="88582" y="59055"/>
                                    <a:pt x="88582" y="60960"/>
                                    <a:pt x="89535" y="61913"/>
                                  </a:cubicBezTo>
                                  <a:cubicBezTo>
                                    <a:pt x="89535" y="61913"/>
                                    <a:pt x="89535" y="62865"/>
                                    <a:pt x="89535" y="62865"/>
                                  </a:cubicBezTo>
                                  <a:cubicBezTo>
                                    <a:pt x="89535" y="62865"/>
                                    <a:pt x="89535" y="62865"/>
                                    <a:pt x="89535" y="62865"/>
                                  </a:cubicBezTo>
                                  <a:lnTo>
                                    <a:pt x="89535" y="61913"/>
                                  </a:lnTo>
                                  <a:cubicBezTo>
                                    <a:pt x="88582" y="59055"/>
                                    <a:pt x="86678" y="56197"/>
                                    <a:pt x="85725" y="54292"/>
                                  </a:cubicBezTo>
                                  <a:cubicBezTo>
                                    <a:pt x="83820" y="51435"/>
                                    <a:pt x="81915" y="49530"/>
                                    <a:pt x="80010" y="47625"/>
                                  </a:cubicBezTo>
                                  <a:cubicBezTo>
                                    <a:pt x="78105" y="45720"/>
                                    <a:pt x="76200" y="43815"/>
                                    <a:pt x="73343" y="41910"/>
                                  </a:cubicBezTo>
                                  <a:cubicBezTo>
                                    <a:pt x="71438" y="40005"/>
                                    <a:pt x="68580" y="39052"/>
                                    <a:pt x="66675" y="38100"/>
                                  </a:cubicBezTo>
                                  <a:cubicBezTo>
                                    <a:pt x="64770" y="37147"/>
                                    <a:pt x="61913" y="36195"/>
                                    <a:pt x="59055" y="35242"/>
                                  </a:cubicBezTo>
                                  <a:cubicBezTo>
                                    <a:pt x="56198" y="34290"/>
                                    <a:pt x="54293" y="34290"/>
                                    <a:pt x="52388" y="33338"/>
                                  </a:cubicBezTo>
                                  <a:cubicBezTo>
                                    <a:pt x="47625" y="32385"/>
                                    <a:pt x="43815" y="31433"/>
                                    <a:pt x="40005" y="30480"/>
                                  </a:cubicBezTo>
                                  <a:cubicBezTo>
                                    <a:pt x="38100" y="30480"/>
                                    <a:pt x="37148" y="29527"/>
                                    <a:pt x="35243" y="29527"/>
                                  </a:cubicBezTo>
                                  <a:cubicBezTo>
                                    <a:pt x="34290" y="29527"/>
                                    <a:pt x="32385" y="28575"/>
                                    <a:pt x="32385" y="28575"/>
                                  </a:cubicBezTo>
                                  <a:cubicBezTo>
                                    <a:pt x="31432" y="28575"/>
                                    <a:pt x="31432" y="27622"/>
                                    <a:pt x="30480" y="27622"/>
                                  </a:cubicBezTo>
                                  <a:cubicBezTo>
                                    <a:pt x="29528" y="25717"/>
                                    <a:pt x="27623" y="24765"/>
                                    <a:pt x="26670" y="22860"/>
                                  </a:cubicBezTo>
                                  <a:cubicBezTo>
                                    <a:pt x="25718" y="21908"/>
                                    <a:pt x="24765" y="20955"/>
                                    <a:pt x="23813" y="20002"/>
                                  </a:cubicBezTo>
                                  <a:cubicBezTo>
                                    <a:pt x="22860" y="19050"/>
                                    <a:pt x="21907" y="18097"/>
                                    <a:pt x="20955" y="17145"/>
                                  </a:cubicBezTo>
                                  <a:cubicBezTo>
                                    <a:pt x="19050" y="15240"/>
                                    <a:pt x="18098" y="13335"/>
                                    <a:pt x="16193" y="11430"/>
                                  </a:cubicBezTo>
                                  <a:cubicBezTo>
                                    <a:pt x="16193" y="11430"/>
                                    <a:pt x="16193" y="11430"/>
                                    <a:pt x="16193" y="10477"/>
                                  </a:cubicBezTo>
                                  <a:cubicBezTo>
                                    <a:pt x="16193" y="10477"/>
                                    <a:pt x="16193" y="10477"/>
                                    <a:pt x="17145" y="10477"/>
                                  </a:cubicBezTo>
                                  <a:cubicBezTo>
                                    <a:pt x="18098" y="10477"/>
                                    <a:pt x="20003" y="10477"/>
                                    <a:pt x="21907" y="10477"/>
                                  </a:cubicBezTo>
                                  <a:cubicBezTo>
                                    <a:pt x="22860" y="10477"/>
                                    <a:pt x="23813" y="10477"/>
                                    <a:pt x="24765" y="10477"/>
                                  </a:cubicBezTo>
                                  <a:cubicBezTo>
                                    <a:pt x="25718" y="10477"/>
                                    <a:pt x="26670" y="10477"/>
                                    <a:pt x="27623" y="10477"/>
                                  </a:cubicBezTo>
                                  <a:cubicBezTo>
                                    <a:pt x="29528" y="10477"/>
                                    <a:pt x="32385" y="10477"/>
                                    <a:pt x="34290" y="10477"/>
                                  </a:cubicBezTo>
                                  <a:cubicBezTo>
                                    <a:pt x="37148" y="10477"/>
                                    <a:pt x="39053" y="10477"/>
                                    <a:pt x="41910" y="10477"/>
                                  </a:cubicBezTo>
                                  <a:cubicBezTo>
                                    <a:pt x="44768" y="10477"/>
                                    <a:pt x="47625" y="10477"/>
                                    <a:pt x="50482" y="10477"/>
                                  </a:cubicBezTo>
                                  <a:cubicBezTo>
                                    <a:pt x="53340" y="10477"/>
                                    <a:pt x="56198" y="11430"/>
                                    <a:pt x="59055" y="11430"/>
                                  </a:cubicBezTo>
                                  <a:cubicBezTo>
                                    <a:pt x="61913" y="12383"/>
                                    <a:pt x="64770" y="12383"/>
                                    <a:pt x="67628" y="13335"/>
                                  </a:cubicBezTo>
                                  <a:cubicBezTo>
                                    <a:pt x="70485" y="14288"/>
                                    <a:pt x="73343" y="15240"/>
                                    <a:pt x="76200" y="16192"/>
                                  </a:cubicBezTo>
                                  <a:cubicBezTo>
                                    <a:pt x="77153" y="17145"/>
                                    <a:pt x="79057" y="18097"/>
                                    <a:pt x="80010" y="18097"/>
                                  </a:cubicBezTo>
                                  <a:cubicBezTo>
                                    <a:pt x="80963" y="19050"/>
                                    <a:pt x="82868" y="20002"/>
                                    <a:pt x="83820" y="20955"/>
                                  </a:cubicBezTo>
                                  <a:cubicBezTo>
                                    <a:pt x="84773" y="21908"/>
                                    <a:pt x="85725" y="22860"/>
                                    <a:pt x="87630" y="23813"/>
                                  </a:cubicBezTo>
                                  <a:cubicBezTo>
                                    <a:pt x="88582" y="24765"/>
                                    <a:pt x="89535" y="25717"/>
                                    <a:pt x="90488" y="26670"/>
                                  </a:cubicBezTo>
                                  <a:cubicBezTo>
                                    <a:pt x="91440" y="27622"/>
                                    <a:pt x="92393" y="28575"/>
                                    <a:pt x="93345" y="29527"/>
                                  </a:cubicBezTo>
                                  <a:cubicBezTo>
                                    <a:pt x="94298" y="30480"/>
                                    <a:pt x="94298" y="31433"/>
                                    <a:pt x="95250" y="31433"/>
                                  </a:cubicBezTo>
                                  <a:cubicBezTo>
                                    <a:pt x="95250" y="31433"/>
                                    <a:pt x="95250" y="30480"/>
                                    <a:pt x="95250" y="30480"/>
                                  </a:cubicBezTo>
                                  <a:cubicBezTo>
                                    <a:pt x="95250" y="29527"/>
                                    <a:pt x="94298" y="29527"/>
                                    <a:pt x="94298" y="28575"/>
                                  </a:cubicBezTo>
                                  <a:cubicBezTo>
                                    <a:pt x="93345" y="27622"/>
                                    <a:pt x="92393" y="26670"/>
                                    <a:pt x="91440" y="25717"/>
                                  </a:cubicBezTo>
                                  <a:cubicBezTo>
                                    <a:pt x="90488" y="24765"/>
                                    <a:pt x="89535" y="23813"/>
                                    <a:pt x="88582" y="22860"/>
                                  </a:cubicBezTo>
                                  <a:cubicBezTo>
                                    <a:pt x="87630" y="21908"/>
                                    <a:pt x="86678" y="20955"/>
                                    <a:pt x="84773" y="20002"/>
                                  </a:cubicBezTo>
                                  <a:cubicBezTo>
                                    <a:pt x="83820" y="19050"/>
                                    <a:pt x="81915" y="18097"/>
                                    <a:pt x="80963" y="17145"/>
                                  </a:cubicBezTo>
                                  <a:cubicBezTo>
                                    <a:pt x="80010" y="16192"/>
                                    <a:pt x="78105" y="15240"/>
                                    <a:pt x="77153" y="15240"/>
                                  </a:cubicBezTo>
                                  <a:cubicBezTo>
                                    <a:pt x="74295" y="14288"/>
                                    <a:pt x="71438" y="12383"/>
                                    <a:pt x="68580" y="11430"/>
                                  </a:cubicBezTo>
                                  <a:cubicBezTo>
                                    <a:pt x="65723" y="10477"/>
                                    <a:pt x="62865" y="9525"/>
                                    <a:pt x="60007" y="9525"/>
                                  </a:cubicBezTo>
                                  <a:cubicBezTo>
                                    <a:pt x="57150" y="9525"/>
                                    <a:pt x="54293" y="8572"/>
                                    <a:pt x="51435" y="8572"/>
                                  </a:cubicBezTo>
                                  <a:cubicBezTo>
                                    <a:pt x="48578" y="8572"/>
                                    <a:pt x="45720" y="8572"/>
                                    <a:pt x="42863" y="8572"/>
                                  </a:cubicBezTo>
                                  <a:cubicBezTo>
                                    <a:pt x="40005" y="8572"/>
                                    <a:pt x="37148" y="8572"/>
                                    <a:pt x="35243" y="8572"/>
                                  </a:cubicBezTo>
                                  <a:cubicBezTo>
                                    <a:pt x="32385" y="8572"/>
                                    <a:pt x="30480" y="8572"/>
                                    <a:pt x="28575" y="8572"/>
                                  </a:cubicBezTo>
                                  <a:cubicBezTo>
                                    <a:pt x="27623" y="8572"/>
                                    <a:pt x="26670" y="8572"/>
                                    <a:pt x="25718" y="8572"/>
                                  </a:cubicBezTo>
                                  <a:cubicBezTo>
                                    <a:pt x="24765" y="8572"/>
                                    <a:pt x="23813" y="8572"/>
                                    <a:pt x="22860" y="8572"/>
                                  </a:cubicBezTo>
                                  <a:cubicBezTo>
                                    <a:pt x="20955" y="8572"/>
                                    <a:pt x="20003" y="8572"/>
                                    <a:pt x="18098" y="8572"/>
                                  </a:cubicBezTo>
                                  <a:cubicBezTo>
                                    <a:pt x="17145" y="8572"/>
                                    <a:pt x="16193" y="8572"/>
                                    <a:pt x="16193" y="8572"/>
                                  </a:cubicBezTo>
                                  <a:lnTo>
                                    <a:pt x="16193" y="8572"/>
                                  </a:lnTo>
                                  <a:cubicBezTo>
                                    <a:pt x="15240" y="7620"/>
                                    <a:pt x="15240" y="6667"/>
                                    <a:pt x="14288" y="6667"/>
                                  </a:cubicBezTo>
                                  <a:cubicBezTo>
                                    <a:pt x="13335" y="5715"/>
                                    <a:pt x="12382" y="3810"/>
                                    <a:pt x="11430" y="2858"/>
                                  </a:cubicBezTo>
                                  <a:cubicBezTo>
                                    <a:pt x="9525" y="952"/>
                                    <a:pt x="8573" y="0"/>
                                    <a:pt x="8573" y="0"/>
                                  </a:cubicBezTo>
                                  <a:cubicBezTo>
                                    <a:pt x="7620" y="952"/>
                                    <a:pt x="5715" y="2858"/>
                                    <a:pt x="5715" y="2858"/>
                                  </a:cubicBezTo>
                                  <a:cubicBezTo>
                                    <a:pt x="5715" y="4763"/>
                                    <a:pt x="6668" y="5715"/>
                                    <a:pt x="7620" y="6667"/>
                                  </a:cubicBezTo>
                                  <a:close/>
                                </a:path>
                              </a:pathLst>
                            </a:custGeom>
                            <a:grpFill/>
                            <a:ln w="9525" cap="flat">
                              <a:noFill/>
                              <a:prstDash val="solid"/>
                              <a:miter/>
                            </a:ln>
                          </p:spPr>
                          <p:txBody>
                            <a:bodyPr rtlCol="0" anchor="ctr"/>
                            <a:lstStyle/>
                            <a:p>
                              <a:endParaRPr lang="en-US"/>
                            </a:p>
                          </p:txBody>
                        </p:sp>
                      </p:grpSp>
                      <p:grpSp>
                        <p:nvGrpSpPr>
                          <p:cNvPr id="330" name="Graphic 2">
                            <a:extLst>
                              <a:ext uri="{FF2B5EF4-FFF2-40B4-BE49-F238E27FC236}">
                                <a16:creationId xmlns:a16="http://schemas.microsoft.com/office/drawing/2014/main" id="{AE736AF3-0337-429B-AEF1-DA4B52809559}"/>
                              </a:ext>
                            </a:extLst>
                          </p:cNvPr>
                          <p:cNvGrpSpPr/>
                          <p:nvPr/>
                        </p:nvGrpSpPr>
                        <p:grpSpPr>
                          <a:xfrm>
                            <a:off x="4034576" y="2266821"/>
                            <a:ext cx="65164" cy="46672"/>
                            <a:chOff x="4034576" y="2266821"/>
                            <a:chExt cx="65164" cy="46672"/>
                          </a:xfrm>
                          <a:grpFill/>
                        </p:grpSpPr>
                        <p:sp>
                          <p:nvSpPr>
                            <p:cNvPr id="331" name="Freeform: Shape 330">
                              <a:extLst>
                                <a:ext uri="{FF2B5EF4-FFF2-40B4-BE49-F238E27FC236}">
                                  <a16:creationId xmlns:a16="http://schemas.microsoft.com/office/drawing/2014/main" id="{013AA5AF-5789-4147-AAD2-01D6F271D2F9}"/>
                                </a:ext>
                              </a:extLst>
                            </p:cNvPr>
                            <p:cNvSpPr/>
                            <p:nvPr/>
                          </p:nvSpPr>
                          <p:spPr>
                            <a:xfrm>
                              <a:off x="4034576" y="2266821"/>
                              <a:ext cx="62306" cy="46672"/>
                            </a:xfrm>
                            <a:custGeom>
                              <a:avLst/>
                              <a:gdLst>
                                <a:gd name="connsiteX0" fmla="*/ 8015 w 62306"/>
                                <a:gd name="connsiteY0" fmla="*/ 10478 h 46672"/>
                                <a:gd name="connsiteX1" fmla="*/ 8967 w 62306"/>
                                <a:gd name="connsiteY1" fmla="*/ 7620 h 46672"/>
                                <a:gd name="connsiteX2" fmla="*/ 9919 w 62306"/>
                                <a:gd name="connsiteY2" fmla="*/ 5715 h 46672"/>
                                <a:gd name="connsiteX3" fmla="*/ 10872 w 62306"/>
                                <a:gd name="connsiteY3" fmla="*/ 4763 h 46672"/>
                                <a:gd name="connsiteX4" fmla="*/ 11825 w 62306"/>
                                <a:gd name="connsiteY4" fmla="*/ 2858 h 46672"/>
                                <a:gd name="connsiteX5" fmla="*/ 11825 w 62306"/>
                                <a:gd name="connsiteY5" fmla="*/ 2858 h 46672"/>
                                <a:gd name="connsiteX6" fmla="*/ 11825 w 62306"/>
                                <a:gd name="connsiteY6" fmla="*/ 2858 h 46672"/>
                                <a:gd name="connsiteX7" fmla="*/ 11825 w 62306"/>
                                <a:gd name="connsiteY7" fmla="*/ 2858 h 46672"/>
                                <a:gd name="connsiteX8" fmla="*/ 12777 w 62306"/>
                                <a:gd name="connsiteY8" fmla="*/ 2858 h 46672"/>
                                <a:gd name="connsiteX9" fmla="*/ 16587 w 62306"/>
                                <a:gd name="connsiteY9" fmla="*/ 1905 h 46672"/>
                                <a:gd name="connsiteX10" fmla="*/ 29922 w 62306"/>
                                <a:gd name="connsiteY10" fmla="*/ 0 h 46672"/>
                                <a:gd name="connsiteX11" fmla="*/ 47067 w 62306"/>
                                <a:gd name="connsiteY11" fmla="*/ 4763 h 46672"/>
                                <a:gd name="connsiteX12" fmla="*/ 55640 w 62306"/>
                                <a:gd name="connsiteY12" fmla="*/ 11430 h 46672"/>
                                <a:gd name="connsiteX13" fmla="*/ 62307 w 62306"/>
                                <a:gd name="connsiteY13" fmla="*/ 22860 h 46672"/>
                                <a:gd name="connsiteX14" fmla="*/ 62307 w 62306"/>
                                <a:gd name="connsiteY14" fmla="*/ 23813 h 46672"/>
                                <a:gd name="connsiteX15" fmla="*/ 62307 w 62306"/>
                                <a:gd name="connsiteY15" fmla="*/ 23813 h 46672"/>
                                <a:gd name="connsiteX16" fmla="*/ 62307 w 62306"/>
                                <a:gd name="connsiteY16" fmla="*/ 27623 h 46672"/>
                                <a:gd name="connsiteX17" fmla="*/ 61355 w 62306"/>
                                <a:gd name="connsiteY17" fmla="*/ 35243 h 46672"/>
                                <a:gd name="connsiteX18" fmla="*/ 60402 w 62306"/>
                                <a:gd name="connsiteY18" fmla="*/ 38100 h 46672"/>
                                <a:gd name="connsiteX19" fmla="*/ 59450 w 62306"/>
                                <a:gd name="connsiteY19" fmla="*/ 40005 h 46672"/>
                                <a:gd name="connsiteX20" fmla="*/ 58497 w 62306"/>
                                <a:gd name="connsiteY20" fmla="*/ 40958 h 46672"/>
                                <a:gd name="connsiteX21" fmla="*/ 58497 w 62306"/>
                                <a:gd name="connsiteY21" fmla="*/ 40958 h 46672"/>
                                <a:gd name="connsiteX22" fmla="*/ 53735 w 62306"/>
                                <a:gd name="connsiteY22" fmla="*/ 44768 h 46672"/>
                                <a:gd name="connsiteX23" fmla="*/ 50877 w 62306"/>
                                <a:gd name="connsiteY23" fmla="*/ 45720 h 46672"/>
                                <a:gd name="connsiteX24" fmla="*/ 48019 w 62306"/>
                                <a:gd name="connsiteY24" fmla="*/ 45720 h 46672"/>
                                <a:gd name="connsiteX25" fmla="*/ 40400 w 62306"/>
                                <a:gd name="connsiteY25" fmla="*/ 44768 h 46672"/>
                                <a:gd name="connsiteX26" fmla="*/ 40400 w 62306"/>
                                <a:gd name="connsiteY26" fmla="*/ 44768 h 46672"/>
                                <a:gd name="connsiteX27" fmla="*/ 38494 w 62306"/>
                                <a:gd name="connsiteY27" fmla="*/ 43815 h 46672"/>
                                <a:gd name="connsiteX28" fmla="*/ 36590 w 62306"/>
                                <a:gd name="connsiteY28" fmla="*/ 44768 h 46672"/>
                                <a:gd name="connsiteX29" fmla="*/ 30875 w 62306"/>
                                <a:gd name="connsiteY29" fmla="*/ 46673 h 46672"/>
                                <a:gd name="connsiteX30" fmla="*/ 29922 w 62306"/>
                                <a:gd name="connsiteY30" fmla="*/ 46673 h 46672"/>
                                <a:gd name="connsiteX31" fmla="*/ 29922 w 62306"/>
                                <a:gd name="connsiteY31" fmla="*/ 46673 h 46672"/>
                                <a:gd name="connsiteX32" fmla="*/ 25160 w 62306"/>
                                <a:gd name="connsiteY32" fmla="*/ 45720 h 46672"/>
                                <a:gd name="connsiteX33" fmla="*/ 20397 w 62306"/>
                                <a:gd name="connsiteY33" fmla="*/ 42863 h 46672"/>
                                <a:gd name="connsiteX34" fmla="*/ 19444 w 62306"/>
                                <a:gd name="connsiteY34" fmla="*/ 42863 h 46672"/>
                                <a:gd name="connsiteX35" fmla="*/ 18492 w 62306"/>
                                <a:gd name="connsiteY35" fmla="*/ 42863 h 46672"/>
                                <a:gd name="connsiteX36" fmla="*/ 16587 w 62306"/>
                                <a:gd name="connsiteY36" fmla="*/ 41910 h 46672"/>
                                <a:gd name="connsiteX37" fmla="*/ 15635 w 62306"/>
                                <a:gd name="connsiteY37" fmla="*/ 41910 h 46672"/>
                                <a:gd name="connsiteX38" fmla="*/ 15635 w 62306"/>
                                <a:gd name="connsiteY38" fmla="*/ 41910 h 46672"/>
                                <a:gd name="connsiteX39" fmla="*/ 15635 w 62306"/>
                                <a:gd name="connsiteY39" fmla="*/ 41910 h 46672"/>
                                <a:gd name="connsiteX40" fmla="*/ 13730 w 62306"/>
                                <a:gd name="connsiteY40" fmla="*/ 40958 h 46672"/>
                                <a:gd name="connsiteX41" fmla="*/ 8967 w 62306"/>
                                <a:gd name="connsiteY41" fmla="*/ 40958 h 46672"/>
                                <a:gd name="connsiteX42" fmla="*/ 7062 w 62306"/>
                                <a:gd name="connsiteY42" fmla="*/ 40958 h 46672"/>
                                <a:gd name="connsiteX43" fmla="*/ 6110 w 62306"/>
                                <a:gd name="connsiteY43" fmla="*/ 40958 h 46672"/>
                                <a:gd name="connsiteX44" fmla="*/ 6110 w 62306"/>
                                <a:gd name="connsiteY44" fmla="*/ 40958 h 46672"/>
                                <a:gd name="connsiteX45" fmla="*/ 6110 w 62306"/>
                                <a:gd name="connsiteY45" fmla="*/ 40958 h 46672"/>
                                <a:gd name="connsiteX46" fmla="*/ 6110 w 62306"/>
                                <a:gd name="connsiteY46" fmla="*/ 40958 h 46672"/>
                                <a:gd name="connsiteX47" fmla="*/ 5157 w 62306"/>
                                <a:gd name="connsiteY47" fmla="*/ 40958 h 46672"/>
                                <a:gd name="connsiteX48" fmla="*/ 5157 w 62306"/>
                                <a:gd name="connsiteY48" fmla="*/ 40958 h 46672"/>
                                <a:gd name="connsiteX49" fmla="*/ 5157 w 62306"/>
                                <a:gd name="connsiteY49" fmla="*/ 40958 h 46672"/>
                                <a:gd name="connsiteX50" fmla="*/ 4205 w 62306"/>
                                <a:gd name="connsiteY50" fmla="*/ 40958 h 46672"/>
                                <a:gd name="connsiteX51" fmla="*/ 3252 w 62306"/>
                                <a:gd name="connsiteY51" fmla="*/ 40005 h 46672"/>
                                <a:gd name="connsiteX52" fmla="*/ 1347 w 62306"/>
                                <a:gd name="connsiteY52" fmla="*/ 38100 h 46672"/>
                                <a:gd name="connsiteX53" fmla="*/ 394 w 62306"/>
                                <a:gd name="connsiteY53" fmla="*/ 31433 h 46672"/>
                                <a:gd name="connsiteX54" fmla="*/ 1347 w 62306"/>
                                <a:gd name="connsiteY54" fmla="*/ 23813 h 46672"/>
                                <a:gd name="connsiteX55" fmla="*/ 3252 w 62306"/>
                                <a:gd name="connsiteY55" fmla="*/ 17145 h 46672"/>
                                <a:gd name="connsiteX56" fmla="*/ 8015 w 62306"/>
                                <a:gd name="connsiteY56" fmla="*/ 10478 h 46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62306" h="46672">
                                  <a:moveTo>
                                    <a:pt x="8015" y="10478"/>
                                  </a:moveTo>
                                  <a:cubicBezTo>
                                    <a:pt x="8015" y="9525"/>
                                    <a:pt x="8967" y="8573"/>
                                    <a:pt x="8967" y="7620"/>
                                  </a:cubicBezTo>
                                  <a:cubicBezTo>
                                    <a:pt x="8967" y="6668"/>
                                    <a:pt x="9919" y="5715"/>
                                    <a:pt x="9919" y="5715"/>
                                  </a:cubicBezTo>
                                  <a:cubicBezTo>
                                    <a:pt x="9919" y="5715"/>
                                    <a:pt x="9919" y="4763"/>
                                    <a:pt x="10872" y="4763"/>
                                  </a:cubicBezTo>
                                  <a:cubicBezTo>
                                    <a:pt x="10872" y="4763"/>
                                    <a:pt x="11825" y="3810"/>
                                    <a:pt x="11825" y="2858"/>
                                  </a:cubicBezTo>
                                  <a:cubicBezTo>
                                    <a:pt x="11825" y="2858"/>
                                    <a:pt x="11825" y="2858"/>
                                    <a:pt x="11825" y="2858"/>
                                  </a:cubicBezTo>
                                  <a:cubicBezTo>
                                    <a:pt x="11825" y="2858"/>
                                    <a:pt x="11825" y="2858"/>
                                    <a:pt x="11825" y="2858"/>
                                  </a:cubicBezTo>
                                  <a:cubicBezTo>
                                    <a:pt x="11825" y="2858"/>
                                    <a:pt x="11825" y="2858"/>
                                    <a:pt x="11825" y="2858"/>
                                  </a:cubicBezTo>
                                  <a:cubicBezTo>
                                    <a:pt x="11825" y="2858"/>
                                    <a:pt x="12777" y="2858"/>
                                    <a:pt x="12777" y="2858"/>
                                  </a:cubicBezTo>
                                  <a:cubicBezTo>
                                    <a:pt x="13730" y="2858"/>
                                    <a:pt x="14682" y="1905"/>
                                    <a:pt x="16587" y="1905"/>
                                  </a:cubicBezTo>
                                  <a:cubicBezTo>
                                    <a:pt x="20397" y="953"/>
                                    <a:pt x="24207" y="0"/>
                                    <a:pt x="29922" y="0"/>
                                  </a:cubicBezTo>
                                  <a:cubicBezTo>
                                    <a:pt x="35637" y="0"/>
                                    <a:pt x="41352" y="953"/>
                                    <a:pt x="47067" y="4763"/>
                                  </a:cubicBezTo>
                                  <a:cubicBezTo>
                                    <a:pt x="49925" y="6668"/>
                                    <a:pt x="52782" y="8573"/>
                                    <a:pt x="55640" y="11430"/>
                                  </a:cubicBezTo>
                                  <a:cubicBezTo>
                                    <a:pt x="58497" y="14288"/>
                                    <a:pt x="60402" y="18098"/>
                                    <a:pt x="62307" y="22860"/>
                                  </a:cubicBezTo>
                                  <a:cubicBezTo>
                                    <a:pt x="62307" y="22860"/>
                                    <a:pt x="62307" y="22860"/>
                                    <a:pt x="62307" y="23813"/>
                                  </a:cubicBezTo>
                                  <a:cubicBezTo>
                                    <a:pt x="62307" y="23813"/>
                                    <a:pt x="62307" y="23813"/>
                                    <a:pt x="62307" y="23813"/>
                                  </a:cubicBezTo>
                                  <a:cubicBezTo>
                                    <a:pt x="62307" y="24765"/>
                                    <a:pt x="62307" y="25718"/>
                                    <a:pt x="62307" y="27623"/>
                                  </a:cubicBezTo>
                                  <a:cubicBezTo>
                                    <a:pt x="62307" y="30480"/>
                                    <a:pt x="62307" y="33338"/>
                                    <a:pt x="61355" y="35243"/>
                                  </a:cubicBezTo>
                                  <a:cubicBezTo>
                                    <a:pt x="61355" y="36195"/>
                                    <a:pt x="60402" y="37148"/>
                                    <a:pt x="60402" y="38100"/>
                                  </a:cubicBezTo>
                                  <a:cubicBezTo>
                                    <a:pt x="60402" y="39053"/>
                                    <a:pt x="59450" y="40005"/>
                                    <a:pt x="59450" y="40005"/>
                                  </a:cubicBezTo>
                                  <a:cubicBezTo>
                                    <a:pt x="59450" y="40005"/>
                                    <a:pt x="59450" y="40958"/>
                                    <a:pt x="58497" y="40958"/>
                                  </a:cubicBezTo>
                                  <a:cubicBezTo>
                                    <a:pt x="58497" y="40958"/>
                                    <a:pt x="58497" y="40958"/>
                                    <a:pt x="58497" y="40958"/>
                                  </a:cubicBezTo>
                                  <a:cubicBezTo>
                                    <a:pt x="57544" y="42863"/>
                                    <a:pt x="55640" y="43815"/>
                                    <a:pt x="53735" y="44768"/>
                                  </a:cubicBezTo>
                                  <a:cubicBezTo>
                                    <a:pt x="52782" y="44768"/>
                                    <a:pt x="51830" y="45720"/>
                                    <a:pt x="50877" y="45720"/>
                                  </a:cubicBezTo>
                                  <a:cubicBezTo>
                                    <a:pt x="49925" y="45720"/>
                                    <a:pt x="48972" y="45720"/>
                                    <a:pt x="48019" y="45720"/>
                                  </a:cubicBezTo>
                                  <a:cubicBezTo>
                                    <a:pt x="45162" y="45720"/>
                                    <a:pt x="42305" y="45720"/>
                                    <a:pt x="40400" y="44768"/>
                                  </a:cubicBezTo>
                                  <a:cubicBezTo>
                                    <a:pt x="40400" y="44768"/>
                                    <a:pt x="40400" y="44768"/>
                                    <a:pt x="40400" y="44768"/>
                                  </a:cubicBezTo>
                                  <a:cubicBezTo>
                                    <a:pt x="39447" y="44768"/>
                                    <a:pt x="38494" y="43815"/>
                                    <a:pt x="38494" y="43815"/>
                                  </a:cubicBezTo>
                                  <a:cubicBezTo>
                                    <a:pt x="37542" y="43815"/>
                                    <a:pt x="36590" y="44768"/>
                                    <a:pt x="36590" y="44768"/>
                                  </a:cubicBezTo>
                                  <a:cubicBezTo>
                                    <a:pt x="34685" y="45720"/>
                                    <a:pt x="32780" y="46673"/>
                                    <a:pt x="30875" y="46673"/>
                                  </a:cubicBezTo>
                                  <a:cubicBezTo>
                                    <a:pt x="30875" y="46673"/>
                                    <a:pt x="29922" y="46673"/>
                                    <a:pt x="29922" y="46673"/>
                                  </a:cubicBezTo>
                                  <a:cubicBezTo>
                                    <a:pt x="29922" y="46673"/>
                                    <a:pt x="29922" y="46673"/>
                                    <a:pt x="29922" y="46673"/>
                                  </a:cubicBezTo>
                                  <a:cubicBezTo>
                                    <a:pt x="28017" y="46673"/>
                                    <a:pt x="26112" y="46673"/>
                                    <a:pt x="25160" y="45720"/>
                                  </a:cubicBezTo>
                                  <a:cubicBezTo>
                                    <a:pt x="23255" y="44768"/>
                                    <a:pt x="22302" y="43815"/>
                                    <a:pt x="20397" y="42863"/>
                                  </a:cubicBezTo>
                                  <a:cubicBezTo>
                                    <a:pt x="20397" y="42863"/>
                                    <a:pt x="20397" y="42863"/>
                                    <a:pt x="19444" y="42863"/>
                                  </a:cubicBezTo>
                                  <a:cubicBezTo>
                                    <a:pt x="19444" y="42863"/>
                                    <a:pt x="19444" y="42863"/>
                                    <a:pt x="18492" y="42863"/>
                                  </a:cubicBezTo>
                                  <a:cubicBezTo>
                                    <a:pt x="17540" y="42863"/>
                                    <a:pt x="17540" y="41910"/>
                                    <a:pt x="16587" y="41910"/>
                                  </a:cubicBezTo>
                                  <a:cubicBezTo>
                                    <a:pt x="16587" y="41910"/>
                                    <a:pt x="16587" y="41910"/>
                                    <a:pt x="15635" y="41910"/>
                                  </a:cubicBezTo>
                                  <a:cubicBezTo>
                                    <a:pt x="15635" y="41910"/>
                                    <a:pt x="15635" y="41910"/>
                                    <a:pt x="15635" y="41910"/>
                                  </a:cubicBezTo>
                                  <a:lnTo>
                                    <a:pt x="15635" y="41910"/>
                                  </a:lnTo>
                                  <a:cubicBezTo>
                                    <a:pt x="15635" y="41910"/>
                                    <a:pt x="14682" y="41910"/>
                                    <a:pt x="13730" y="40958"/>
                                  </a:cubicBezTo>
                                  <a:cubicBezTo>
                                    <a:pt x="12777" y="40958"/>
                                    <a:pt x="10872" y="40958"/>
                                    <a:pt x="8967" y="40958"/>
                                  </a:cubicBezTo>
                                  <a:cubicBezTo>
                                    <a:pt x="8015" y="40958"/>
                                    <a:pt x="8015" y="40958"/>
                                    <a:pt x="7062" y="40958"/>
                                  </a:cubicBezTo>
                                  <a:cubicBezTo>
                                    <a:pt x="7062" y="40958"/>
                                    <a:pt x="6110" y="40958"/>
                                    <a:pt x="6110" y="40958"/>
                                  </a:cubicBezTo>
                                  <a:lnTo>
                                    <a:pt x="6110" y="40958"/>
                                  </a:lnTo>
                                  <a:lnTo>
                                    <a:pt x="6110" y="40958"/>
                                  </a:lnTo>
                                  <a:cubicBezTo>
                                    <a:pt x="6110" y="40958"/>
                                    <a:pt x="6110" y="40958"/>
                                    <a:pt x="6110" y="40958"/>
                                  </a:cubicBezTo>
                                  <a:cubicBezTo>
                                    <a:pt x="6110" y="40958"/>
                                    <a:pt x="5157" y="40958"/>
                                    <a:pt x="5157" y="40958"/>
                                  </a:cubicBezTo>
                                  <a:cubicBezTo>
                                    <a:pt x="5157" y="40958"/>
                                    <a:pt x="5157" y="40958"/>
                                    <a:pt x="5157" y="40958"/>
                                  </a:cubicBezTo>
                                  <a:lnTo>
                                    <a:pt x="5157" y="40958"/>
                                  </a:lnTo>
                                  <a:cubicBezTo>
                                    <a:pt x="5157" y="40958"/>
                                    <a:pt x="4205" y="40958"/>
                                    <a:pt x="4205" y="40958"/>
                                  </a:cubicBezTo>
                                  <a:cubicBezTo>
                                    <a:pt x="4205" y="40958"/>
                                    <a:pt x="3252" y="40958"/>
                                    <a:pt x="3252" y="40005"/>
                                  </a:cubicBezTo>
                                  <a:cubicBezTo>
                                    <a:pt x="2300" y="39053"/>
                                    <a:pt x="2300" y="39053"/>
                                    <a:pt x="1347" y="38100"/>
                                  </a:cubicBezTo>
                                  <a:cubicBezTo>
                                    <a:pt x="394" y="36195"/>
                                    <a:pt x="-558" y="34290"/>
                                    <a:pt x="394" y="31433"/>
                                  </a:cubicBezTo>
                                  <a:cubicBezTo>
                                    <a:pt x="394" y="28575"/>
                                    <a:pt x="1347" y="26670"/>
                                    <a:pt x="1347" y="23813"/>
                                  </a:cubicBezTo>
                                  <a:cubicBezTo>
                                    <a:pt x="1347" y="21908"/>
                                    <a:pt x="2300" y="19050"/>
                                    <a:pt x="3252" y="17145"/>
                                  </a:cubicBezTo>
                                  <a:cubicBezTo>
                                    <a:pt x="6110" y="14288"/>
                                    <a:pt x="7062" y="12383"/>
                                    <a:pt x="8015" y="1047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F142A260-CBD4-4B35-BD93-DB8739C611C4}"/>
                                </a:ext>
                              </a:extLst>
                            </p:cNvPr>
                            <p:cNvSpPr/>
                            <p:nvPr/>
                          </p:nvSpPr>
                          <p:spPr>
                            <a:xfrm>
                              <a:off x="4042591" y="2266821"/>
                              <a:ext cx="57150" cy="43815"/>
                            </a:xfrm>
                            <a:custGeom>
                              <a:avLst/>
                              <a:gdLst>
                                <a:gd name="connsiteX0" fmla="*/ 4763 w 57150"/>
                                <a:gd name="connsiteY0" fmla="*/ 5715 h 43815"/>
                                <a:gd name="connsiteX1" fmla="*/ 4763 w 57150"/>
                                <a:gd name="connsiteY1" fmla="*/ 5715 h 43815"/>
                                <a:gd name="connsiteX2" fmla="*/ 4763 w 57150"/>
                                <a:gd name="connsiteY2" fmla="*/ 7620 h 43815"/>
                                <a:gd name="connsiteX3" fmla="*/ 3810 w 57150"/>
                                <a:gd name="connsiteY3" fmla="*/ 12383 h 43815"/>
                                <a:gd name="connsiteX4" fmla="*/ 1905 w 57150"/>
                                <a:gd name="connsiteY4" fmla="*/ 19050 h 43815"/>
                                <a:gd name="connsiteX5" fmla="*/ 952 w 57150"/>
                                <a:gd name="connsiteY5" fmla="*/ 20955 h 43815"/>
                                <a:gd name="connsiteX6" fmla="*/ 952 w 57150"/>
                                <a:gd name="connsiteY6" fmla="*/ 21908 h 43815"/>
                                <a:gd name="connsiteX7" fmla="*/ 952 w 57150"/>
                                <a:gd name="connsiteY7" fmla="*/ 21908 h 43815"/>
                                <a:gd name="connsiteX8" fmla="*/ 952 w 57150"/>
                                <a:gd name="connsiteY8" fmla="*/ 21908 h 43815"/>
                                <a:gd name="connsiteX9" fmla="*/ 952 w 57150"/>
                                <a:gd name="connsiteY9" fmla="*/ 21908 h 43815"/>
                                <a:gd name="connsiteX10" fmla="*/ 0 w 57150"/>
                                <a:gd name="connsiteY10" fmla="*/ 25718 h 43815"/>
                                <a:gd name="connsiteX11" fmla="*/ 0 w 57150"/>
                                <a:gd name="connsiteY11" fmla="*/ 27623 h 43815"/>
                                <a:gd name="connsiteX12" fmla="*/ 0 w 57150"/>
                                <a:gd name="connsiteY12" fmla="*/ 29528 h 43815"/>
                                <a:gd name="connsiteX13" fmla="*/ 0 w 57150"/>
                                <a:gd name="connsiteY13" fmla="*/ 30480 h 43815"/>
                                <a:gd name="connsiteX14" fmla="*/ 0 w 57150"/>
                                <a:gd name="connsiteY14" fmla="*/ 31433 h 43815"/>
                                <a:gd name="connsiteX15" fmla="*/ 0 w 57150"/>
                                <a:gd name="connsiteY15" fmla="*/ 33338 h 43815"/>
                                <a:gd name="connsiteX16" fmla="*/ 0 w 57150"/>
                                <a:gd name="connsiteY16" fmla="*/ 36195 h 43815"/>
                                <a:gd name="connsiteX17" fmla="*/ 0 w 57150"/>
                                <a:gd name="connsiteY17" fmla="*/ 38100 h 43815"/>
                                <a:gd name="connsiteX18" fmla="*/ 0 w 57150"/>
                                <a:gd name="connsiteY18" fmla="*/ 39053 h 43815"/>
                                <a:gd name="connsiteX19" fmla="*/ 0 w 57150"/>
                                <a:gd name="connsiteY19" fmla="*/ 40005 h 43815"/>
                                <a:gd name="connsiteX20" fmla="*/ 0 w 57150"/>
                                <a:gd name="connsiteY20" fmla="*/ 40005 h 43815"/>
                                <a:gd name="connsiteX21" fmla="*/ 0 w 57150"/>
                                <a:gd name="connsiteY21" fmla="*/ 40005 h 43815"/>
                                <a:gd name="connsiteX22" fmla="*/ 0 w 57150"/>
                                <a:gd name="connsiteY22" fmla="*/ 40005 h 43815"/>
                                <a:gd name="connsiteX23" fmla="*/ 0 w 57150"/>
                                <a:gd name="connsiteY23" fmla="*/ 39053 h 43815"/>
                                <a:gd name="connsiteX24" fmla="*/ 0 w 57150"/>
                                <a:gd name="connsiteY24" fmla="*/ 38100 h 43815"/>
                                <a:gd name="connsiteX25" fmla="*/ 0 w 57150"/>
                                <a:gd name="connsiteY25" fmla="*/ 36195 h 43815"/>
                                <a:gd name="connsiteX26" fmla="*/ 0 w 57150"/>
                                <a:gd name="connsiteY26" fmla="*/ 33338 h 43815"/>
                                <a:gd name="connsiteX27" fmla="*/ 0 w 57150"/>
                                <a:gd name="connsiteY27" fmla="*/ 31433 h 43815"/>
                                <a:gd name="connsiteX28" fmla="*/ 0 w 57150"/>
                                <a:gd name="connsiteY28" fmla="*/ 30480 h 43815"/>
                                <a:gd name="connsiteX29" fmla="*/ 0 w 57150"/>
                                <a:gd name="connsiteY29" fmla="*/ 29528 h 43815"/>
                                <a:gd name="connsiteX30" fmla="*/ 0 w 57150"/>
                                <a:gd name="connsiteY30" fmla="*/ 27623 h 43815"/>
                                <a:gd name="connsiteX31" fmla="*/ 0 w 57150"/>
                                <a:gd name="connsiteY31" fmla="*/ 25718 h 43815"/>
                                <a:gd name="connsiteX32" fmla="*/ 952 w 57150"/>
                                <a:gd name="connsiteY32" fmla="*/ 21908 h 43815"/>
                                <a:gd name="connsiteX33" fmla="*/ 952 w 57150"/>
                                <a:gd name="connsiteY33" fmla="*/ 21908 h 43815"/>
                                <a:gd name="connsiteX34" fmla="*/ 952 w 57150"/>
                                <a:gd name="connsiteY34" fmla="*/ 21908 h 43815"/>
                                <a:gd name="connsiteX35" fmla="*/ 952 w 57150"/>
                                <a:gd name="connsiteY35" fmla="*/ 21908 h 43815"/>
                                <a:gd name="connsiteX36" fmla="*/ 952 w 57150"/>
                                <a:gd name="connsiteY36" fmla="*/ 20955 h 43815"/>
                                <a:gd name="connsiteX37" fmla="*/ 1905 w 57150"/>
                                <a:gd name="connsiteY37" fmla="*/ 19050 h 43815"/>
                                <a:gd name="connsiteX38" fmla="*/ 3810 w 57150"/>
                                <a:gd name="connsiteY38" fmla="*/ 12383 h 43815"/>
                                <a:gd name="connsiteX39" fmla="*/ 5715 w 57150"/>
                                <a:gd name="connsiteY39" fmla="*/ 6668 h 43815"/>
                                <a:gd name="connsiteX40" fmla="*/ 6667 w 57150"/>
                                <a:gd name="connsiteY40" fmla="*/ 7620 h 43815"/>
                                <a:gd name="connsiteX41" fmla="*/ 7620 w 57150"/>
                                <a:gd name="connsiteY41" fmla="*/ 8573 h 43815"/>
                                <a:gd name="connsiteX42" fmla="*/ 8572 w 57150"/>
                                <a:gd name="connsiteY42" fmla="*/ 9525 h 43815"/>
                                <a:gd name="connsiteX43" fmla="*/ 11430 w 57150"/>
                                <a:gd name="connsiteY43" fmla="*/ 12383 h 43815"/>
                                <a:gd name="connsiteX44" fmla="*/ 12382 w 57150"/>
                                <a:gd name="connsiteY44" fmla="*/ 13335 h 43815"/>
                                <a:gd name="connsiteX45" fmla="*/ 12382 w 57150"/>
                                <a:gd name="connsiteY45" fmla="*/ 13335 h 43815"/>
                                <a:gd name="connsiteX46" fmla="*/ 13335 w 57150"/>
                                <a:gd name="connsiteY46" fmla="*/ 15240 h 43815"/>
                                <a:gd name="connsiteX47" fmla="*/ 13335 w 57150"/>
                                <a:gd name="connsiteY47" fmla="*/ 18098 h 43815"/>
                                <a:gd name="connsiteX48" fmla="*/ 13335 w 57150"/>
                                <a:gd name="connsiteY48" fmla="*/ 24765 h 43815"/>
                                <a:gd name="connsiteX49" fmla="*/ 13335 w 57150"/>
                                <a:gd name="connsiteY49" fmla="*/ 28575 h 43815"/>
                                <a:gd name="connsiteX50" fmla="*/ 13335 w 57150"/>
                                <a:gd name="connsiteY50" fmla="*/ 30480 h 43815"/>
                                <a:gd name="connsiteX51" fmla="*/ 13335 w 57150"/>
                                <a:gd name="connsiteY51" fmla="*/ 32385 h 43815"/>
                                <a:gd name="connsiteX52" fmla="*/ 13335 w 57150"/>
                                <a:gd name="connsiteY52" fmla="*/ 35243 h 43815"/>
                                <a:gd name="connsiteX53" fmla="*/ 13335 w 57150"/>
                                <a:gd name="connsiteY53" fmla="*/ 36195 h 43815"/>
                                <a:gd name="connsiteX54" fmla="*/ 13335 w 57150"/>
                                <a:gd name="connsiteY54" fmla="*/ 37148 h 43815"/>
                                <a:gd name="connsiteX55" fmla="*/ 14288 w 57150"/>
                                <a:gd name="connsiteY55" fmla="*/ 40005 h 43815"/>
                                <a:gd name="connsiteX56" fmla="*/ 14288 w 57150"/>
                                <a:gd name="connsiteY56" fmla="*/ 40005 h 43815"/>
                                <a:gd name="connsiteX57" fmla="*/ 14288 w 57150"/>
                                <a:gd name="connsiteY57" fmla="*/ 40005 h 43815"/>
                                <a:gd name="connsiteX58" fmla="*/ 14288 w 57150"/>
                                <a:gd name="connsiteY58" fmla="*/ 40005 h 43815"/>
                                <a:gd name="connsiteX59" fmla="*/ 14288 w 57150"/>
                                <a:gd name="connsiteY59" fmla="*/ 40005 h 43815"/>
                                <a:gd name="connsiteX60" fmla="*/ 14288 w 57150"/>
                                <a:gd name="connsiteY60" fmla="*/ 40005 h 43815"/>
                                <a:gd name="connsiteX61" fmla="*/ 15240 w 57150"/>
                                <a:gd name="connsiteY61" fmla="*/ 40005 h 43815"/>
                                <a:gd name="connsiteX62" fmla="*/ 14288 w 57150"/>
                                <a:gd name="connsiteY62" fmla="*/ 40005 h 43815"/>
                                <a:gd name="connsiteX63" fmla="*/ 14288 w 57150"/>
                                <a:gd name="connsiteY63" fmla="*/ 40005 h 43815"/>
                                <a:gd name="connsiteX64" fmla="*/ 14288 w 57150"/>
                                <a:gd name="connsiteY64" fmla="*/ 40005 h 43815"/>
                                <a:gd name="connsiteX65" fmla="*/ 14288 w 57150"/>
                                <a:gd name="connsiteY65" fmla="*/ 40005 h 43815"/>
                                <a:gd name="connsiteX66" fmla="*/ 14288 w 57150"/>
                                <a:gd name="connsiteY66" fmla="*/ 40005 h 43815"/>
                                <a:gd name="connsiteX67" fmla="*/ 14288 w 57150"/>
                                <a:gd name="connsiteY67" fmla="*/ 40005 h 43815"/>
                                <a:gd name="connsiteX68" fmla="*/ 13335 w 57150"/>
                                <a:gd name="connsiteY68" fmla="*/ 37148 h 43815"/>
                                <a:gd name="connsiteX69" fmla="*/ 13335 w 57150"/>
                                <a:gd name="connsiteY69" fmla="*/ 36195 h 43815"/>
                                <a:gd name="connsiteX70" fmla="*/ 13335 w 57150"/>
                                <a:gd name="connsiteY70" fmla="*/ 35243 h 43815"/>
                                <a:gd name="connsiteX71" fmla="*/ 13335 w 57150"/>
                                <a:gd name="connsiteY71" fmla="*/ 32385 h 43815"/>
                                <a:gd name="connsiteX72" fmla="*/ 13335 w 57150"/>
                                <a:gd name="connsiteY72" fmla="*/ 30480 h 43815"/>
                                <a:gd name="connsiteX73" fmla="*/ 13335 w 57150"/>
                                <a:gd name="connsiteY73" fmla="*/ 28575 h 43815"/>
                                <a:gd name="connsiteX74" fmla="*/ 14288 w 57150"/>
                                <a:gd name="connsiteY74" fmla="*/ 24765 h 43815"/>
                                <a:gd name="connsiteX75" fmla="*/ 15240 w 57150"/>
                                <a:gd name="connsiteY75" fmla="*/ 17145 h 43815"/>
                                <a:gd name="connsiteX76" fmla="*/ 15240 w 57150"/>
                                <a:gd name="connsiteY76" fmla="*/ 14288 h 43815"/>
                                <a:gd name="connsiteX77" fmla="*/ 15240 w 57150"/>
                                <a:gd name="connsiteY77" fmla="*/ 14288 h 43815"/>
                                <a:gd name="connsiteX78" fmla="*/ 16192 w 57150"/>
                                <a:gd name="connsiteY78" fmla="*/ 15240 h 43815"/>
                                <a:gd name="connsiteX79" fmla="*/ 20002 w 57150"/>
                                <a:gd name="connsiteY79" fmla="*/ 19050 h 43815"/>
                                <a:gd name="connsiteX80" fmla="*/ 22860 w 57150"/>
                                <a:gd name="connsiteY80" fmla="*/ 21908 h 43815"/>
                                <a:gd name="connsiteX81" fmla="*/ 22860 w 57150"/>
                                <a:gd name="connsiteY81" fmla="*/ 21908 h 43815"/>
                                <a:gd name="connsiteX82" fmla="*/ 22860 w 57150"/>
                                <a:gd name="connsiteY82" fmla="*/ 22860 h 43815"/>
                                <a:gd name="connsiteX83" fmla="*/ 23813 w 57150"/>
                                <a:gd name="connsiteY83" fmla="*/ 25718 h 43815"/>
                                <a:gd name="connsiteX84" fmla="*/ 23813 w 57150"/>
                                <a:gd name="connsiteY84" fmla="*/ 27623 h 43815"/>
                                <a:gd name="connsiteX85" fmla="*/ 23813 w 57150"/>
                                <a:gd name="connsiteY85" fmla="*/ 30480 h 43815"/>
                                <a:gd name="connsiteX86" fmla="*/ 23813 w 57150"/>
                                <a:gd name="connsiteY86" fmla="*/ 31433 h 43815"/>
                                <a:gd name="connsiteX87" fmla="*/ 23813 w 57150"/>
                                <a:gd name="connsiteY87" fmla="*/ 32385 h 43815"/>
                                <a:gd name="connsiteX88" fmla="*/ 23813 w 57150"/>
                                <a:gd name="connsiteY88" fmla="*/ 33338 h 43815"/>
                                <a:gd name="connsiteX89" fmla="*/ 23813 w 57150"/>
                                <a:gd name="connsiteY89" fmla="*/ 34290 h 43815"/>
                                <a:gd name="connsiteX90" fmla="*/ 24765 w 57150"/>
                                <a:gd name="connsiteY90" fmla="*/ 37148 h 43815"/>
                                <a:gd name="connsiteX91" fmla="*/ 25717 w 57150"/>
                                <a:gd name="connsiteY91" fmla="*/ 40005 h 43815"/>
                                <a:gd name="connsiteX92" fmla="*/ 25717 w 57150"/>
                                <a:gd name="connsiteY92" fmla="*/ 40958 h 43815"/>
                                <a:gd name="connsiteX93" fmla="*/ 25717 w 57150"/>
                                <a:gd name="connsiteY93" fmla="*/ 41910 h 43815"/>
                                <a:gd name="connsiteX94" fmla="*/ 25717 w 57150"/>
                                <a:gd name="connsiteY94" fmla="*/ 42863 h 43815"/>
                                <a:gd name="connsiteX95" fmla="*/ 25717 w 57150"/>
                                <a:gd name="connsiteY95" fmla="*/ 43815 h 43815"/>
                                <a:gd name="connsiteX96" fmla="*/ 25717 w 57150"/>
                                <a:gd name="connsiteY96" fmla="*/ 43815 h 43815"/>
                                <a:gd name="connsiteX97" fmla="*/ 25717 w 57150"/>
                                <a:gd name="connsiteY97" fmla="*/ 42863 h 43815"/>
                                <a:gd name="connsiteX98" fmla="*/ 25717 w 57150"/>
                                <a:gd name="connsiteY98" fmla="*/ 41910 h 43815"/>
                                <a:gd name="connsiteX99" fmla="*/ 25717 w 57150"/>
                                <a:gd name="connsiteY99" fmla="*/ 40958 h 43815"/>
                                <a:gd name="connsiteX100" fmla="*/ 24765 w 57150"/>
                                <a:gd name="connsiteY100" fmla="*/ 38100 h 43815"/>
                                <a:gd name="connsiteX101" fmla="*/ 23813 w 57150"/>
                                <a:gd name="connsiteY101" fmla="*/ 35243 h 43815"/>
                                <a:gd name="connsiteX102" fmla="*/ 23813 w 57150"/>
                                <a:gd name="connsiteY102" fmla="*/ 34290 h 43815"/>
                                <a:gd name="connsiteX103" fmla="*/ 23813 w 57150"/>
                                <a:gd name="connsiteY103" fmla="*/ 33338 h 43815"/>
                                <a:gd name="connsiteX104" fmla="*/ 23813 w 57150"/>
                                <a:gd name="connsiteY104" fmla="*/ 32385 h 43815"/>
                                <a:gd name="connsiteX105" fmla="*/ 23813 w 57150"/>
                                <a:gd name="connsiteY105" fmla="*/ 31433 h 43815"/>
                                <a:gd name="connsiteX106" fmla="*/ 23813 w 57150"/>
                                <a:gd name="connsiteY106" fmla="*/ 30480 h 43815"/>
                                <a:gd name="connsiteX107" fmla="*/ 23813 w 57150"/>
                                <a:gd name="connsiteY107" fmla="*/ 27623 h 43815"/>
                                <a:gd name="connsiteX108" fmla="*/ 23813 w 57150"/>
                                <a:gd name="connsiteY108" fmla="*/ 25718 h 43815"/>
                                <a:gd name="connsiteX109" fmla="*/ 23813 w 57150"/>
                                <a:gd name="connsiteY109" fmla="*/ 23813 h 43815"/>
                                <a:gd name="connsiteX110" fmla="*/ 25717 w 57150"/>
                                <a:gd name="connsiteY110" fmla="*/ 25718 h 43815"/>
                                <a:gd name="connsiteX111" fmla="*/ 29527 w 57150"/>
                                <a:gd name="connsiteY111" fmla="*/ 29528 h 43815"/>
                                <a:gd name="connsiteX112" fmla="*/ 31432 w 57150"/>
                                <a:gd name="connsiteY112" fmla="*/ 31433 h 43815"/>
                                <a:gd name="connsiteX113" fmla="*/ 33338 w 57150"/>
                                <a:gd name="connsiteY113" fmla="*/ 33338 h 43815"/>
                                <a:gd name="connsiteX114" fmla="*/ 36195 w 57150"/>
                                <a:gd name="connsiteY114" fmla="*/ 37148 h 43815"/>
                                <a:gd name="connsiteX115" fmla="*/ 37147 w 57150"/>
                                <a:gd name="connsiteY115" fmla="*/ 39053 h 43815"/>
                                <a:gd name="connsiteX116" fmla="*/ 38100 w 57150"/>
                                <a:gd name="connsiteY116" fmla="*/ 40958 h 43815"/>
                                <a:gd name="connsiteX117" fmla="*/ 38100 w 57150"/>
                                <a:gd name="connsiteY117" fmla="*/ 40958 h 43815"/>
                                <a:gd name="connsiteX118" fmla="*/ 38100 w 57150"/>
                                <a:gd name="connsiteY118" fmla="*/ 40958 h 43815"/>
                                <a:gd name="connsiteX119" fmla="*/ 37147 w 57150"/>
                                <a:gd name="connsiteY119" fmla="*/ 39053 h 43815"/>
                                <a:gd name="connsiteX120" fmla="*/ 36195 w 57150"/>
                                <a:gd name="connsiteY120" fmla="*/ 37148 h 43815"/>
                                <a:gd name="connsiteX121" fmla="*/ 34290 w 57150"/>
                                <a:gd name="connsiteY121" fmla="*/ 32385 h 43815"/>
                                <a:gd name="connsiteX122" fmla="*/ 33338 w 57150"/>
                                <a:gd name="connsiteY122" fmla="*/ 31433 h 43815"/>
                                <a:gd name="connsiteX123" fmla="*/ 32385 w 57150"/>
                                <a:gd name="connsiteY123" fmla="*/ 30480 h 43815"/>
                                <a:gd name="connsiteX124" fmla="*/ 31432 w 57150"/>
                                <a:gd name="connsiteY124" fmla="*/ 29528 h 43815"/>
                                <a:gd name="connsiteX125" fmla="*/ 30480 w 57150"/>
                                <a:gd name="connsiteY125" fmla="*/ 28575 h 43815"/>
                                <a:gd name="connsiteX126" fmla="*/ 27622 w 57150"/>
                                <a:gd name="connsiteY126" fmla="*/ 24765 h 43815"/>
                                <a:gd name="connsiteX127" fmla="*/ 23813 w 57150"/>
                                <a:gd name="connsiteY127" fmla="*/ 20955 h 43815"/>
                                <a:gd name="connsiteX128" fmla="*/ 20955 w 57150"/>
                                <a:gd name="connsiteY128" fmla="*/ 18098 h 43815"/>
                                <a:gd name="connsiteX129" fmla="*/ 21907 w 57150"/>
                                <a:gd name="connsiteY129" fmla="*/ 18098 h 43815"/>
                                <a:gd name="connsiteX130" fmla="*/ 24765 w 57150"/>
                                <a:gd name="connsiteY130" fmla="*/ 19050 h 43815"/>
                                <a:gd name="connsiteX131" fmla="*/ 32385 w 57150"/>
                                <a:gd name="connsiteY131" fmla="*/ 20003 h 43815"/>
                                <a:gd name="connsiteX132" fmla="*/ 36195 w 57150"/>
                                <a:gd name="connsiteY132" fmla="*/ 20955 h 43815"/>
                                <a:gd name="connsiteX133" fmla="*/ 40005 w 57150"/>
                                <a:gd name="connsiteY133" fmla="*/ 21908 h 43815"/>
                                <a:gd name="connsiteX134" fmla="*/ 43815 w 57150"/>
                                <a:gd name="connsiteY134" fmla="*/ 23813 h 43815"/>
                                <a:gd name="connsiteX135" fmla="*/ 47625 w 57150"/>
                                <a:gd name="connsiteY135" fmla="*/ 26670 h 43815"/>
                                <a:gd name="connsiteX136" fmla="*/ 49530 w 57150"/>
                                <a:gd name="connsiteY136" fmla="*/ 28575 h 43815"/>
                                <a:gd name="connsiteX137" fmla="*/ 51435 w 57150"/>
                                <a:gd name="connsiteY137" fmla="*/ 30480 h 43815"/>
                                <a:gd name="connsiteX138" fmla="*/ 52388 w 57150"/>
                                <a:gd name="connsiteY138" fmla="*/ 31433 h 43815"/>
                                <a:gd name="connsiteX139" fmla="*/ 53340 w 57150"/>
                                <a:gd name="connsiteY139" fmla="*/ 32385 h 43815"/>
                                <a:gd name="connsiteX140" fmla="*/ 54292 w 57150"/>
                                <a:gd name="connsiteY140" fmla="*/ 35243 h 43815"/>
                                <a:gd name="connsiteX141" fmla="*/ 54292 w 57150"/>
                                <a:gd name="connsiteY141" fmla="*/ 35243 h 43815"/>
                                <a:gd name="connsiteX142" fmla="*/ 54292 w 57150"/>
                                <a:gd name="connsiteY142" fmla="*/ 35243 h 43815"/>
                                <a:gd name="connsiteX143" fmla="*/ 54292 w 57150"/>
                                <a:gd name="connsiteY143" fmla="*/ 35243 h 43815"/>
                                <a:gd name="connsiteX144" fmla="*/ 51435 w 57150"/>
                                <a:gd name="connsiteY144" fmla="*/ 30480 h 43815"/>
                                <a:gd name="connsiteX145" fmla="*/ 48577 w 57150"/>
                                <a:gd name="connsiteY145" fmla="*/ 26670 h 43815"/>
                                <a:gd name="connsiteX146" fmla="*/ 44767 w 57150"/>
                                <a:gd name="connsiteY146" fmla="*/ 23813 h 43815"/>
                                <a:gd name="connsiteX147" fmla="*/ 40957 w 57150"/>
                                <a:gd name="connsiteY147" fmla="*/ 21908 h 43815"/>
                                <a:gd name="connsiteX148" fmla="*/ 37147 w 57150"/>
                                <a:gd name="connsiteY148" fmla="*/ 20003 h 43815"/>
                                <a:gd name="connsiteX149" fmla="*/ 33338 w 57150"/>
                                <a:gd name="connsiteY149" fmla="*/ 19050 h 43815"/>
                                <a:gd name="connsiteX150" fmla="*/ 26670 w 57150"/>
                                <a:gd name="connsiteY150" fmla="*/ 18098 h 43815"/>
                                <a:gd name="connsiteX151" fmla="*/ 23813 w 57150"/>
                                <a:gd name="connsiteY151" fmla="*/ 17145 h 43815"/>
                                <a:gd name="connsiteX152" fmla="*/ 21907 w 57150"/>
                                <a:gd name="connsiteY152" fmla="*/ 16193 h 43815"/>
                                <a:gd name="connsiteX153" fmla="*/ 20955 w 57150"/>
                                <a:gd name="connsiteY153" fmla="*/ 15240 h 43815"/>
                                <a:gd name="connsiteX154" fmla="*/ 19050 w 57150"/>
                                <a:gd name="connsiteY154" fmla="*/ 12383 h 43815"/>
                                <a:gd name="connsiteX155" fmla="*/ 17145 w 57150"/>
                                <a:gd name="connsiteY155" fmla="*/ 10478 h 43815"/>
                                <a:gd name="connsiteX156" fmla="*/ 15240 w 57150"/>
                                <a:gd name="connsiteY156" fmla="*/ 8573 h 43815"/>
                                <a:gd name="connsiteX157" fmla="*/ 12382 w 57150"/>
                                <a:gd name="connsiteY157" fmla="*/ 5715 h 43815"/>
                                <a:gd name="connsiteX158" fmla="*/ 12382 w 57150"/>
                                <a:gd name="connsiteY158" fmla="*/ 5715 h 43815"/>
                                <a:gd name="connsiteX159" fmla="*/ 12382 w 57150"/>
                                <a:gd name="connsiteY159" fmla="*/ 5715 h 43815"/>
                                <a:gd name="connsiteX160" fmla="*/ 15240 w 57150"/>
                                <a:gd name="connsiteY160" fmla="*/ 5715 h 43815"/>
                                <a:gd name="connsiteX161" fmla="*/ 17145 w 57150"/>
                                <a:gd name="connsiteY161" fmla="*/ 5715 h 43815"/>
                                <a:gd name="connsiteX162" fmla="*/ 19050 w 57150"/>
                                <a:gd name="connsiteY162" fmla="*/ 5715 h 43815"/>
                                <a:gd name="connsiteX163" fmla="*/ 22860 w 57150"/>
                                <a:gd name="connsiteY163" fmla="*/ 5715 h 43815"/>
                                <a:gd name="connsiteX164" fmla="*/ 27622 w 57150"/>
                                <a:gd name="connsiteY164" fmla="*/ 5715 h 43815"/>
                                <a:gd name="connsiteX165" fmla="*/ 32385 w 57150"/>
                                <a:gd name="connsiteY165" fmla="*/ 5715 h 43815"/>
                                <a:gd name="connsiteX166" fmla="*/ 37147 w 57150"/>
                                <a:gd name="connsiteY166" fmla="*/ 6668 h 43815"/>
                                <a:gd name="connsiteX167" fmla="*/ 41910 w 57150"/>
                                <a:gd name="connsiteY167" fmla="*/ 7620 h 43815"/>
                                <a:gd name="connsiteX168" fmla="*/ 46672 w 57150"/>
                                <a:gd name="connsiteY168" fmla="*/ 9525 h 43815"/>
                                <a:gd name="connsiteX169" fmla="*/ 48577 w 57150"/>
                                <a:gd name="connsiteY169" fmla="*/ 10478 h 43815"/>
                                <a:gd name="connsiteX170" fmla="*/ 50482 w 57150"/>
                                <a:gd name="connsiteY170" fmla="*/ 12383 h 43815"/>
                                <a:gd name="connsiteX171" fmla="*/ 52388 w 57150"/>
                                <a:gd name="connsiteY171" fmla="*/ 14288 h 43815"/>
                                <a:gd name="connsiteX172" fmla="*/ 54292 w 57150"/>
                                <a:gd name="connsiteY172" fmla="*/ 16193 h 43815"/>
                                <a:gd name="connsiteX173" fmla="*/ 56197 w 57150"/>
                                <a:gd name="connsiteY173" fmla="*/ 18098 h 43815"/>
                                <a:gd name="connsiteX174" fmla="*/ 57150 w 57150"/>
                                <a:gd name="connsiteY174" fmla="*/ 19050 h 43815"/>
                                <a:gd name="connsiteX175" fmla="*/ 57150 w 57150"/>
                                <a:gd name="connsiteY175" fmla="*/ 18098 h 43815"/>
                                <a:gd name="connsiteX176" fmla="*/ 56197 w 57150"/>
                                <a:gd name="connsiteY176" fmla="*/ 17145 h 43815"/>
                                <a:gd name="connsiteX177" fmla="*/ 54292 w 57150"/>
                                <a:gd name="connsiteY177" fmla="*/ 15240 h 43815"/>
                                <a:gd name="connsiteX178" fmla="*/ 52388 w 57150"/>
                                <a:gd name="connsiteY178" fmla="*/ 13335 h 43815"/>
                                <a:gd name="connsiteX179" fmla="*/ 50482 w 57150"/>
                                <a:gd name="connsiteY179" fmla="*/ 11430 h 43815"/>
                                <a:gd name="connsiteX180" fmla="*/ 48577 w 57150"/>
                                <a:gd name="connsiteY180" fmla="*/ 9525 h 43815"/>
                                <a:gd name="connsiteX181" fmla="*/ 46672 w 57150"/>
                                <a:gd name="connsiteY181" fmla="*/ 8573 h 43815"/>
                                <a:gd name="connsiteX182" fmla="*/ 41910 w 57150"/>
                                <a:gd name="connsiteY182" fmla="*/ 6668 h 43815"/>
                                <a:gd name="connsiteX183" fmla="*/ 37147 w 57150"/>
                                <a:gd name="connsiteY183" fmla="*/ 5715 h 43815"/>
                                <a:gd name="connsiteX184" fmla="*/ 32385 w 57150"/>
                                <a:gd name="connsiteY184" fmla="*/ 4763 h 43815"/>
                                <a:gd name="connsiteX185" fmla="*/ 27622 w 57150"/>
                                <a:gd name="connsiteY185" fmla="*/ 4763 h 43815"/>
                                <a:gd name="connsiteX186" fmla="*/ 22860 w 57150"/>
                                <a:gd name="connsiteY186" fmla="*/ 4763 h 43815"/>
                                <a:gd name="connsiteX187" fmla="*/ 19050 w 57150"/>
                                <a:gd name="connsiteY187" fmla="*/ 4763 h 43815"/>
                                <a:gd name="connsiteX188" fmla="*/ 17145 w 57150"/>
                                <a:gd name="connsiteY188" fmla="*/ 4763 h 43815"/>
                                <a:gd name="connsiteX189" fmla="*/ 15240 w 57150"/>
                                <a:gd name="connsiteY189" fmla="*/ 4763 h 43815"/>
                                <a:gd name="connsiteX190" fmla="*/ 12382 w 57150"/>
                                <a:gd name="connsiteY190" fmla="*/ 4763 h 43815"/>
                                <a:gd name="connsiteX191" fmla="*/ 11430 w 57150"/>
                                <a:gd name="connsiteY191" fmla="*/ 4763 h 43815"/>
                                <a:gd name="connsiteX192" fmla="*/ 11430 w 57150"/>
                                <a:gd name="connsiteY192" fmla="*/ 4763 h 43815"/>
                                <a:gd name="connsiteX193" fmla="*/ 10477 w 57150"/>
                                <a:gd name="connsiteY193" fmla="*/ 3810 h 43815"/>
                                <a:gd name="connsiteX194" fmla="*/ 8572 w 57150"/>
                                <a:gd name="connsiteY194" fmla="*/ 1905 h 43815"/>
                                <a:gd name="connsiteX195" fmla="*/ 7620 w 57150"/>
                                <a:gd name="connsiteY195" fmla="*/ 0 h 43815"/>
                                <a:gd name="connsiteX196" fmla="*/ 6667 w 57150"/>
                                <a:gd name="connsiteY196" fmla="*/ 1905 h 43815"/>
                                <a:gd name="connsiteX197" fmla="*/ 4763 w 57150"/>
                                <a:gd name="connsiteY197" fmla="*/ 5715 h 4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57150" h="43815">
                                  <a:moveTo>
                                    <a:pt x="4763" y="5715"/>
                                  </a:moveTo>
                                  <a:cubicBezTo>
                                    <a:pt x="4763" y="6668"/>
                                    <a:pt x="4763" y="6668"/>
                                    <a:pt x="4763" y="5715"/>
                                  </a:cubicBezTo>
                                  <a:cubicBezTo>
                                    <a:pt x="4763" y="5715"/>
                                    <a:pt x="4763" y="6668"/>
                                    <a:pt x="4763" y="7620"/>
                                  </a:cubicBezTo>
                                  <a:cubicBezTo>
                                    <a:pt x="4763" y="8573"/>
                                    <a:pt x="3810" y="10478"/>
                                    <a:pt x="3810" y="12383"/>
                                  </a:cubicBezTo>
                                  <a:cubicBezTo>
                                    <a:pt x="2857" y="14288"/>
                                    <a:pt x="2857" y="17145"/>
                                    <a:pt x="1905" y="19050"/>
                                  </a:cubicBezTo>
                                  <a:cubicBezTo>
                                    <a:pt x="1905" y="20003"/>
                                    <a:pt x="1905" y="20003"/>
                                    <a:pt x="952" y="20955"/>
                                  </a:cubicBezTo>
                                  <a:cubicBezTo>
                                    <a:pt x="952" y="20955"/>
                                    <a:pt x="952" y="21908"/>
                                    <a:pt x="952" y="21908"/>
                                  </a:cubicBezTo>
                                  <a:lnTo>
                                    <a:pt x="952" y="21908"/>
                                  </a:lnTo>
                                  <a:lnTo>
                                    <a:pt x="952" y="21908"/>
                                  </a:lnTo>
                                  <a:lnTo>
                                    <a:pt x="952" y="21908"/>
                                  </a:lnTo>
                                  <a:cubicBezTo>
                                    <a:pt x="952" y="22860"/>
                                    <a:pt x="0" y="24765"/>
                                    <a:pt x="0" y="25718"/>
                                  </a:cubicBezTo>
                                  <a:cubicBezTo>
                                    <a:pt x="0" y="26670"/>
                                    <a:pt x="0" y="26670"/>
                                    <a:pt x="0" y="27623"/>
                                  </a:cubicBezTo>
                                  <a:cubicBezTo>
                                    <a:pt x="0" y="28575"/>
                                    <a:pt x="0" y="28575"/>
                                    <a:pt x="0" y="29528"/>
                                  </a:cubicBezTo>
                                  <a:cubicBezTo>
                                    <a:pt x="0" y="29528"/>
                                    <a:pt x="0" y="30480"/>
                                    <a:pt x="0" y="30480"/>
                                  </a:cubicBezTo>
                                  <a:cubicBezTo>
                                    <a:pt x="0" y="30480"/>
                                    <a:pt x="0" y="31433"/>
                                    <a:pt x="0" y="31433"/>
                                  </a:cubicBezTo>
                                  <a:cubicBezTo>
                                    <a:pt x="0" y="32385"/>
                                    <a:pt x="0" y="32385"/>
                                    <a:pt x="0" y="33338"/>
                                  </a:cubicBezTo>
                                  <a:cubicBezTo>
                                    <a:pt x="0" y="34290"/>
                                    <a:pt x="0" y="35243"/>
                                    <a:pt x="0" y="36195"/>
                                  </a:cubicBezTo>
                                  <a:cubicBezTo>
                                    <a:pt x="0" y="37148"/>
                                    <a:pt x="0" y="37148"/>
                                    <a:pt x="0" y="38100"/>
                                  </a:cubicBezTo>
                                  <a:cubicBezTo>
                                    <a:pt x="0" y="38100"/>
                                    <a:pt x="0" y="39053"/>
                                    <a:pt x="0" y="39053"/>
                                  </a:cubicBezTo>
                                  <a:cubicBezTo>
                                    <a:pt x="0" y="39053"/>
                                    <a:pt x="0" y="39053"/>
                                    <a:pt x="0" y="40005"/>
                                  </a:cubicBezTo>
                                  <a:cubicBezTo>
                                    <a:pt x="0" y="40005"/>
                                    <a:pt x="0" y="40005"/>
                                    <a:pt x="0" y="40005"/>
                                  </a:cubicBezTo>
                                  <a:lnTo>
                                    <a:pt x="0" y="40005"/>
                                  </a:lnTo>
                                  <a:cubicBezTo>
                                    <a:pt x="0" y="40005"/>
                                    <a:pt x="0" y="40005"/>
                                    <a:pt x="0" y="40005"/>
                                  </a:cubicBezTo>
                                  <a:cubicBezTo>
                                    <a:pt x="0" y="40005"/>
                                    <a:pt x="0" y="40005"/>
                                    <a:pt x="0" y="39053"/>
                                  </a:cubicBezTo>
                                  <a:cubicBezTo>
                                    <a:pt x="0" y="39053"/>
                                    <a:pt x="0" y="38100"/>
                                    <a:pt x="0" y="38100"/>
                                  </a:cubicBezTo>
                                  <a:cubicBezTo>
                                    <a:pt x="0" y="37148"/>
                                    <a:pt x="0" y="37148"/>
                                    <a:pt x="0" y="36195"/>
                                  </a:cubicBezTo>
                                  <a:cubicBezTo>
                                    <a:pt x="0" y="35243"/>
                                    <a:pt x="0" y="34290"/>
                                    <a:pt x="0" y="33338"/>
                                  </a:cubicBezTo>
                                  <a:cubicBezTo>
                                    <a:pt x="0" y="33338"/>
                                    <a:pt x="0" y="32385"/>
                                    <a:pt x="0" y="31433"/>
                                  </a:cubicBezTo>
                                  <a:cubicBezTo>
                                    <a:pt x="0" y="31433"/>
                                    <a:pt x="0" y="30480"/>
                                    <a:pt x="0" y="30480"/>
                                  </a:cubicBezTo>
                                  <a:cubicBezTo>
                                    <a:pt x="0" y="30480"/>
                                    <a:pt x="0" y="29528"/>
                                    <a:pt x="0" y="29528"/>
                                  </a:cubicBezTo>
                                  <a:cubicBezTo>
                                    <a:pt x="0" y="28575"/>
                                    <a:pt x="0" y="28575"/>
                                    <a:pt x="0" y="27623"/>
                                  </a:cubicBezTo>
                                  <a:cubicBezTo>
                                    <a:pt x="0" y="26670"/>
                                    <a:pt x="0" y="26670"/>
                                    <a:pt x="0" y="25718"/>
                                  </a:cubicBezTo>
                                  <a:cubicBezTo>
                                    <a:pt x="0" y="24765"/>
                                    <a:pt x="0" y="22860"/>
                                    <a:pt x="952" y="21908"/>
                                  </a:cubicBezTo>
                                  <a:lnTo>
                                    <a:pt x="952" y="21908"/>
                                  </a:lnTo>
                                  <a:lnTo>
                                    <a:pt x="952" y="21908"/>
                                  </a:lnTo>
                                  <a:lnTo>
                                    <a:pt x="952" y="21908"/>
                                  </a:lnTo>
                                  <a:cubicBezTo>
                                    <a:pt x="952" y="21908"/>
                                    <a:pt x="952" y="20955"/>
                                    <a:pt x="952" y="20955"/>
                                  </a:cubicBezTo>
                                  <a:cubicBezTo>
                                    <a:pt x="952" y="20003"/>
                                    <a:pt x="952" y="20003"/>
                                    <a:pt x="1905" y="19050"/>
                                  </a:cubicBezTo>
                                  <a:cubicBezTo>
                                    <a:pt x="2857" y="16193"/>
                                    <a:pt x="3810" y="14288"/>
                                    <a:pt x="3810" y="12383"/>
                                  </a:cubicBezTo>
                                  <a:cubicBezTo>
                                    <a:pt x="4763" y="9525"/>
                                    <a:pt x="4763" y="7620"/>
                                    <a:pt x="5715" y="6668"/>
                                  </a:cubicBezTo>
                                  <a:cubicBezTo>
                                    <a:pt x="5715" y="6668"/>
                                    <a:pt x="5715" y="7620"/>
                                    <a:pt x="6667" y="7620"/>
                                  </a:cubicBezTo>
                                  <a:cubicBezTo>
                                    <a:pt x="6667" y="7620"/>
                                    <a:pt x="7620" y="8573"/>
                                    <a:pt x="7620" y="8573"/>
                                  </a:cubicBezTo>
                                  <a:cubicBezTo>
                                    <a:pt x="7620" y="8573"/>
                                    <a:pt x="8572" y="9525"/>
                                    <a:pt x="8572" y="9525"/>
                                  </a:cubicBezTo>
                                  <a:cubicBezTo>
                                    <a:pt x="9525" y="10478"/>
                                    <a:pt x="10477" y="11430"/>
                                    <a:pt x="11430" y="12383"/>
                                  </a:cubicBezTo>
                                  <a:cubicBezTo>
                                    <a:pt x="11430" y="12383"/>
                                    <a:pt x="11430" y="12383"/>
                                    <a:pt x="12382" y="13335"/>
                                  </a:cubicBezTo>
                                  <a:cubicBezTo>
                                    <a:pt x="12382" y="13335"/>
                                    <a:pt x="12382" y="13335"/>
                                    <a:pt x="12382" y="13335"/>
                                  </a:cubicBezTo>
                                  <a:cubicBezTo>
                                    <a:pt x="12382" y="14288"/>
                                    <a:pt x="13335" y="14288"/>
                                    <a:pt x="13335" y="15240"/>
                                  </a:cubicBezTo>
                                  <a:cubicBezTo>
                                    <a:pt x="13335" y="16193"/>
                                    <a:pt x="13335" y="17145"/>
                                    <a:pt x="13335" y="18098"/>
                                  </a:cubicBezTo>
                                  <a:cubicBezTo>
                                    <a:pt x="13335" y="20003"/>
                                    <a:pt x="13335" y="22860"/>
                                    <a:pt x="13335" y="24765"/>
                                  </a:cubicBezTo>
                                  <a:cubicBezTo>
                                    <a:pt x="13335" y="25718"/>
                                    <a:pt x="13335" y="27623"/>
                                    <a:pt x="13335" y="28575"/>
                                  </a:cubicBezTo>
                                  <a:cubicBezTo>
                                    <a:pt x="13335" y="29528"/>
                                    <a:pt x="13335" y="29528"/>
                                    <a:pt x="13335" y="30480"/>
                                  </a:cubicBezTo>
                                  <a:cubicBezTo>
                                    <a:pt x="13335" y="31433"/>
                                    <a:pt x="13335" y="31433"/>
                                    <a:pt x="13335" y="32385"/>
                                  </a:cubicBezTo>
                                  <a:cubicBezTo>
                                    <a:pt x="13335" y="33338"/>
                                    <a:pt x="13335" y="34290"/>
                                    <a:pt x="13335" y="35243"/>
                                  </a:cubicBezTo>
                                  <a:cubicBezTo>
                                    <a:pt x="13335" y="35243"/>
                                    <a:pt x="13335" y="36195"/>
                                    <a:pt x="13335" y="36195"/>
                                  </a:cubicBezTo>
                                  <a:cubicBezTo>
                                    <a:pt x="13335" y="36195"/>
                                    <a:pt x="13335" y="37148"/>
                                    <a:pt x="13335" y="37148"/>
                                  </a:cubicBezTo>
                                  <a:cubicBezTo>
                                    <a:pt x="13335" y="38100"/>
                                    <a:pt x="14288" y="39053"/>
                                    <a:pt x="14288" y="40005"/>
                                  </a:cubicBezTo>
                                  <a:cubicBezTo>
                                    <a:pt x="14288" y="40005"/>
                                    <a:pt x="14288" y="40005"/>
                                    <a:pt x="14288" y="40005"/>
                                  </a:cubicBezTo>
                                  <a:cubicBezTo>
                                    <a:pt x="14288" y="40005"/>
                                    <a:pt x="14288" y="40005"/>
                                    <a:pt x="14288" y="40005"/>
                                  </a:cubicBezTo>
                                  <a:cubicBezTo>
                                    <a:pt x="14288" y="40005"/>
                                    <a:pt x="14288" y="40005"/>
                                    <a:pt x="14288" y="40005"/>
                                  </a:cubicBezTo>
                                  <a:cubicBezTo>
                                    <a:pt x="14288" y="40005"/>
                                    <a:pt x="14288" y="40005"/>
                                    <a:pt x="14288" y="40005"/>
                                  </a:cubicBezTo>
                                  <a:cubicBezTo>
                                    <a:pt x="14288" y="40005"/>
                                    <a:pt x="14288" y="40005"/>
                                    <a:pt x="14288" y="40005"/>
                                  </a:cubicBezTo>
                                  <a:cubicBezTo>
                                    <a:pt x="14288" y="40005"/>
                                    <a:pt x="14288" y="40005"/>
                                    <a:pt x="15240" y="40005"/>
                                  </a:cubicBezTo>
                                  <a:cubicBezTo>
                                    <a:pt x="15240" y="40005"/>
                                    <a:pt x="15240" y="40005"/>
                                    <a:pt x="14288" y="40005"/>
                                  </a:cubicBezTo>
                                  <a:cubicBezTo>
                                    <a:pt x="14288" y="40005"/>
                                    <a:pt x="14288" y="40005"/>
                                    <a:pt x="14288" y="40005"/>
                                  </a:cubicBezTo>
                                  <a:cubicBezTo>
                                    <a:pt x="14288" y="40005"/>
                                    <a:pt x="14288" y="40005"/>
                                    <a:pt x="14288" y="40005"/>
                                  </a:cubicBezTo>
                                  <a:cubicBezTo>
                                    <a:pt x="14288" y="40005"/>
                                    <a:pt x="14288" y="40005"/>
                                    <a:pt x="14288" y="40005"/>
                                  </a:cubicBezTo>
                                  <a:cubicBezTo>
                                    <a:pt x="14288" y="40005"/>
                                    <a:pt x="14288" y="40005"/>
                                    <a:pt x="14288" y="40005"/>
                                  </a:cubicBezTo>
                                  <a:cubicBezTo>
                                    <a:pt x="14288" y="40005"/>
                                    <a:pt x="14288" y="40005"/>
                                    <a:pt x="14288" y="40005"/>
                                  </a:cubicBezTo>
                                  <a:cubicBezTo>
                                    <a:pt x="14288" y="39053"/>
                                    <a:pt x="13335" y="39053"/>
                                    <a:pt x="13335" y="37148"/>
                                  </a:cubicBezTo>
                                  <a:cubicBezTo>
                                    <a:pt x="13335" y="37148"/>
                                    <a:pt x="13335" y="36195"/>
                                    <a:pt x="13335" y="36195"/>
                                  </a:cubicBezTo>
                                  <a:cubicBezTo>
                                    <a:pt x="13335" y="36195"/>
                                    <a:pt x="13335" y="35243"/>
                                    <a:pt x="13335" y="35243"/>
                                  </a:cubicBezTo>
                                  <a:cubicBezTo>
                                    <a:pt x="13335" y="34290"/>
                                    <a:pt x="13335" y="33338"/>
                                    <a:pt x="13335" y="32385"/>
                                  </a:cubicBezTo>
                                  <a:cubicBezTo>
                                    <a:pt x="13335" y="31433"/>
                                    <a:pt x="13335" y="31433"/>
                                    <a:pt x="13335" y="30480"/>
                                  </a:cubicBezTo>
                                  <a:cubicBezTo>
                                    <a:pt x="13335" y="29528"/>
                                    <a:pt x="13335" y="29528"/>
                                    <a:pt x="13335" y="28575"/>
                                  </a:cubicBezTo>
                                  <a:cubicBezTo>
                                    <a:pt x="13335" y="27623"/>
                                    <a:pt x="13335" y="25718"/>
                                    <a:pt x="14288" y="24765"/>
                                  </a:cubicBezTo>
                                  <a:cubicBezTo>
                                    <a:pt x="14288" y="21908"/>
                                    <a:pt x="15240" y="20003"/>
                                    <a:pt x="15240" y="17145"/>
                                  </a:cubicBezTo>
                                  <a:cubicBezTo>
                                    <a:pt x="15240" y="16193"/>
                                    <a:pt x="15240" y="15240"/>
                                    <a:pt x="15240" y="14288"/>
                                  </a:cubicBezTo>
                                  <a:cubicBezTo>
                                    <a:pt x="15240" y="14288"/>
                                    <a:pt x="15240" y="14288"/>
                                    <a:pt x="15240" y="14288"/>
                                  </a:cubicBezTo>
                                  <a:cubicBezTo>
                                    <a:pt x="15240" y="14288"/>
                                    <a:pt x="16192" y="15240"/>
                                    <a:pt x="16192" y="15240"/>
                                  </a:cubicBezTo>
                                  <a:cubicBezTo>
                                    <a:pt x="17145" y="16193"/>
                                    <a:pt x="18097" y="18098"/>
                                    <a:pt x="20002" y="19050"/>
                                  </a:cubicBezTo>
                                  <a:cubicBezTo>
                                    <a:pt x="20955" y="20003"/>
                                    <a:pt x="21907" y="20955"/>
                                    <a:pt x="22860" y="21908"/>
                                  </a:cubicBezTo>
                                  <a:cubicBezTo>
                                    <a:pt x="22860" y="21908"/>
                                    <a:pt x="22860" y="21908"/>
                                    <a:pt x="22860" y="21908"/>
                                  </a:cubicBezTo>
                                  <a:cubicBezTo>
                                    <a:pt x="22860" y="21908"/>
                                    <a:pt x="22860" y="21908"/>
                                    <a:pt x="22860" y="22860"/>
                                  </a:cubicBezTo>
                                  <a:cubicBezTo>
                                    <a:pt x="22860" y="23813"/>
                                    <a:pt x="23813" y="24765"/>
                                    <a:pt x="23813" y="25718"/>
                                  </a:cubicBezTo>
                                  <a:cubicBezTo>
                                    <a:pt x="23813" y="26670"/>
                                    <a:pt x="23813" y="27623"/>
                                    <a:pt x="23813" y="27623"/>
                                  </a:cubicBezTo>
                                  <a:cubicBezTo>
                                    <a:pt x="23813" y="28575"/>
                                    <a:pt x="23813" y="29528"/>
                                    <a:pt x="23813" y="30480"/>
                                  </a:cubicBezTo>
                                  <a:cubicBezTo>
                                    <a:pt x="23813" y="30480"/>
                                    <a:pt x="23813" y="31433"/>
                                    <a:pt x="23813" y="31433"/>
                                  </a:cubicBezTo>
                                  <a:cubicBezTo>
                                    <a:pt x="23813" y="31433"/>
                                    <a:pt x="23813" y="32385"/>
                                    <a:pt x="23813" y="32385"/>
                                  </a:cubicBezTo>
                                  <a:cubicBezTo>
                                    <a:pt x="23813" y="32385"/>
                                    <a:pt x="23813" y="33338"/>
                                    <a:pt x="23813" y="33338"/>
                                  </a:cubicBezTo>
                                  <a:cubicBezTo>
                                    <a:pt x="23813" y="33338"/>
                                    <a:pt x="23813" y="34290"/>
                                    <a:pt x="23813" y="34290"/>
                                  </a:cubicBezTo>
                                  <a:cubicBezTo>
                                    <a:pt x="23813" y="35243"/>
                                    <a:pt x="23813" y="36195"/>
                                    <a:pt x="24765" y="37148"/>
                                  </a:cubicBezTo>
                                  <a:cubicBezTo>
                                    <a:pt x="24765" y="38100"/>
                                    <a:pt x="24765" y="39053"/>
                                    <a:pt x="25717" y="40005"/>
                                  </a:cubicBezTo>
                                  <a:cubicBezTo>
                                    <a:pt x="25717" y="40005"/>
                                    <a:pt x="25717" y="40958"/>
                                    <a:pt x="25717" y="40958"/>
                                  </a:cubicBezTo>
                                  <a:cubicBezTo>
                                    <a:pt x="25717" y="40958"/>
                                    <a:pt x="25717" y="41910"/>
                                    <a:pt x="25717" y="41910"/>
                                  </a:cubicBezTo>
                                  <a:cubicBezTo>
                                    <a:pt x="25717" y="41910"/>
                                    <a:pt x="25717" y="41910"/>
                                    <a:pt x="25717" y="42863"/>
                                  </a:cubicBezTo>
                                  <a:cubicBezTo>
                                    <a:pt x="25717" y="42863"/>
                                    <a:pt x="25717" y="42863"/>
                                    <a:pt x="25717" y="43815"/>
                                  </a:cubicBezTo>
                                  <a:cubicBezTo>
                                    <a:pt x="25717" y="43815"/>
                                    <a:pt x="25717" y="43815"/>
                                    <a:pt x="25717" y="43815"/>
                                  </a:cubicBezTo>
                                  <a:cubicBezTo>
                                    <a:pt x="25717" y="43815"/>
                                    <a:pt x="25717" y="42863"/>
                                    <a:pt x="25717" y="42863"/>
                                  </a:cubicBezTo>
                                  <a:cubicBezTo>
                                    <a:pt x="25717" y="42863"/>
                                    <a:pt x="25717" y="41910"/>
                                    <a:pt x="25717" y="41910"/>
                                  </a:cubicBezTo>
                                  <a:cubicBezTo>
                                    <a:pt x="25717" y="41910"/>
                                    <a:pt x="25717" y="40958"/>
                                    <a:pt x="25717" y="40958"/>
                                  </a:cubicBezTo>
                                  <a:cubicBezTo>
                                    <a:pt x="25717" y="40005"/>
                                    <a:pt x="25717" y="39053"/>
                                    <a:pt x="24765" y="38100"/>
                                  </a:cubicBezTo>
                                  <a:cubicBezTo>
                                    <a:pt x="24765" y="37148"/>
                                    <a:pt x="24765" y="36195"/>
                                    <a:pt x="23813" y="35243"/>
                                  </a:cubicBezTo>
                                  <a:lnTo>
                                    <a:pt x="23813" y="34290"/>
                                  </a:lnTo>
                                  <a:lnTo>
                                    <a:pt x="23813" y="33338"/>
                                  </a:lnTo>
                                  <a:cubicBezTo>
                                    <a:pt x="23813" y="33338"/>
                                    <a:pt x="23813" y="32385"/>
                                    <a:pt x="23813" y="32385"/>
                                  </a:cubicBezTo>
                                  <a:cubicBezTo>
                                    <a:pt x="23813" y="32385"/>
                                    <a:pt x="23813" y="31433"/>
                                    <a:pt x="23813" y="31433"/>
                                  </a:cubicBezTo>
                                  <a:cubicBezTo>
                                    <a:pt x="23813" y="31433"/>
                                    <a:pt x="23813" y="30480"/>
                                    <a:pt x="23813" y="30480"/>
                                  </a:cubicBezTo>
                                  <a:cubicBezTo>
                                    <a:pt x="23813" y="29528"/>
                                    <a:pt x="23813" y="28575"/>
                                    <a:pt x="23813" y="27623"/>
                                  </a:cubicBezTo>
                                  <a:cubicBezTo>
                                    <a:pt x="23813" y="26670"/>
                                    <a:pt x="23813" y="25718"/>
                                    <a:pt x="23813" y="25718"/>
                                  </a:cubicBezTo>
                                  <a:cubicBezTo>
                                    <a:pt x="23813" y="24765"/>
                                    <a:pt x="23813" y="23813"/>
                                    <a:pt x="23813" y="23813"/>
                                  </a:cubicBezTo>
                                  <a:cubicBezTo>
                                    <a:pt x="24765" y="24765"/>
                                    <a:pt x="24765" y="25718"/>
                                    <a:pt x="25717" y="25718"/>
                                  </a:cubicBezTo>
                                  <a:cubicBezTo>
                                    <a:pt x="26670" y="26670"/>
                                    <a:pt x="27622" y="28575"/>
                                    <a:pt x="29527" y="29528"/>
                                  </a:cubicBezTo>
                                  <a:cubicBezTo>
                                    <a:pt x="30480" y="30480"/>
                                    <a:pt x="30480" y="30480"/>
                                    <a:pt x="31432" y="31433"/>
                                  </a:cubicBezTo>
                                  <a:cubicBezTo>
                                    <a:pt x="31432" y="32385"/>
                                    <a:pt x="32385" y="32385"/>
                                    <a:pt x="33338" y="33338"/>
                                  </a:cubicBezTo>
                                  <a:cubicBezTo>
                                    <a:pt x="34290" y="34290"/>
                                    <a:pt x="35242" y="36195"/>
                                    <a:pt x="36195" y="37148"/>
                                  </a:cubicBezTo>
                                  <a:cubicBezTo>
                                    <a:pt x="36195" y="38100"/>
                                    <a:pt x="37147" y="38100"/>
                                    <a:pt x="37147" y="39053"/>
                                  </a:cubicBezTo>
                                  <a:cubicBezTo>
                                    <a:pt x="37147" y="40005"/>
                                    <a:pt x="38100" y="40005"/>
                                    <a:pt x="38100" y="40958"/>
                                  </a:cubicBezTo>
                                  <a:cubicBezTo>
                                    <a:pt x="38100" y="40958"/>
                                    <a:pt x="38100" y="40958"/>
                                    <a:pt x="38100" y="40958"/>
                                  </a:cubicBezTo>
                                  <a:lnTo>
                                    <a:pt x="38100" y="40958"/>
                                  </a:lnTo>
                                  <a:cubicBezTo>
                                    <a:pt x="38100" y="40005"/>
                                    <a:pt x="38100" y="40005"/>
                                    <a:pt x="37147" y="39053"/>
                                  </a:cubicBezTo>
                                  <a:cubicBezTo>
                                    <a:pt x="37147" y="38100"/>
                                    <a:pt x="36195" y="37148"/>
                                    <a:pt x="36195" y="37148"/>
                                  </a:cubicBezTo>
                                  <a:cubicBezTo>
                                    <a:pt x="35242" y="35243"/>
                                    <a:pt x="34290" y="34290"/>
                                    <a:pt x="34290" y="32385"/>
                                  </a:cubicBezTo>
                                  <a:cubicBezTo>
                                    <a:pt x="34290" y="32385"/>
                                    <a:pt x="33338" y="31433"/>
                                    <a:pt x="33338" y="31433"/>
                                  </a:cubicBezTo>
                                  <a:cubicBezTo>
                                    <a:pt x="33338" y="31433"/>
                                    <a:pt x="33338" y="30480"/>
                                    <a:pt x="32385" y="30480"/>
                                  </a:cubicBezTo>
                                  <a:cubicBezTo>
                                    <a:pt x="32385" y="30480"/>
                                    <a:pt x="32385" y="29528"/>
                                    <a:pt x="31432" y="29528"/>
                                  </a:cubicBezTo>
                                  <a:cubicBezTo>
                                    <a:pt x="31432" y="29528"/>
                                    <a:pt x="30480" y="28575"/>
                                    <a:pt x="30480" y="28575"/>
                                  </a:cubicBezTo>
                                  <a:cubicBezTo>
                                    <a:pt x="29527" y="27623"/>
                                    <a:pt x="28575" y="25718"/>
                                    <a:pt x="27622" y="24765"/>
                                  </a:cubicBezTo>
                                  <a:cubicBezTo>
                                    <a:pt x="26670" y="23813"/>
                                    <a:pt x="25717" y="21908"/>
                                    <a:pt x="23813" y="20955"/>
                                  </a:cubicBezTo>
                                  <a:cubicBezTo>
                                    <a:pt x="22860" y="20003"/>
                                    <a:pt x="21907" y="19050"/>
                                    <a:pt x="20955" y="18098"/>
                                  </a:cubicBezTo>
                                  <a:cubicBezTo>
                                    <a:pt x="20955" y="18098"/>
                                    <a:pt x="20955" y="18098"/>
                                    <a:pt x="21907" y="18098"/>
                                  </a:cubicBezTo>
                                  <a:cubicBezTo>
                                    <a:pt x="22860" y="18098"/>
                                    <a:pt x="23813" y="19050"/>
                                    <a:pt x="24765" y="19050"/>
                                  </a:cubicBezTo>
                                  <a:cubicBezTo>
                                    <a:pt x="26670" y="20003"/>
                                    <a:pt x="29527" y="20003"/>
                                    <a:pt x="32385" y="20003"/>
                                  </a:cubicBezTo>
                                  <a:cubicBezTo>
                                    <a:pt x="33338" y="20003"/>
                                    <a:pt x="35242" y="20955"/>
                                    <a:pt x="36195" y="20955"/>
                                  </a:cubicBezTo>
                                  <a:cubicBezTo>
                                    <a:pt x="37147" y="20955"/>
                                    <a:pt x="39052" y="21908"/>
                                    <a:pt x="40005" y="21908"/>
                                  </a:cubicBezTo>
                                  <a:cubicBezTo>
                                    <a:pt x="40957" y="22860"/>
                                    <a:pt x="42863" y="22860"/>
                                    <a:pt x="43815" y="23813"/>
                                  </a:cubicBezTo>
                                  <a:cubicBezTo>
                                    <a:pt x="44767" y="24765"/>
                                    <a:pt x="46672" y="25718"/>
                                    <a:pt x="47625" y="26670"/>
                                  </a:cubicBezTo>
                                  <a:cubicBezTo>
                                    <a:pt x="48577" y="27623"/>
                                    <a:pt x="48577" y="27623"/>
                                    <a:pt x="49530" y="28575"/>
                                  </a:cubicBezTo>
                                  <a:cubicBezTo>
                                    <a:pt x="50482" y="29528"/>
                                    <a:pt x="50482" y="29528"/>
                                    <a:pt x="51435" y="30480"/>
                                  </a:cubicBezTo>
                                  <a:cubicBezTo>
                                    <a:pt x="51435" y="30480"/>
                                    <a:pt x="51435" y="31433"/>
                                    <a:pt x="52388" y="31433"/>
                                  </a:cubicBezTo>
                                  <a:cubicBezTo>
                                    <a:pt x="52388" y="31433"/>
                                    <a:pt x="52388" y="32385"/>
                                    <a:pt x="53340" y="32385"/>
                                  </a:cubicBezTo>
                                  <a:cubicBezTo>
                                    <a:pt x="53340" y="33338"/>
                                    <a:pt x="54292" y="34290"/>
                                    <a:pt x="54292" y="35243"/>
                                  </a:cubicBezTo>
                                  <a:cubicBezTo>
                                    <a:pt x="54292" y="35243"/>
                                    <a:pt x="54292" y="35243"/>
                                    <a:pt x="54292" y="35243"/>
                                  </a:cubicBezTo>
                                  <a:cubicBezTo>
                                    <a:pt x="54292" y="35243"/>
                                    <a:pt x="54292" y="35243"/>
                                    <a:pt x="54292" y="35243"/>
                                  </a:cubicBezTo>
                                  <a:lnTo>
                                    <a:pt x="54292" y="35243"/>
                                  </a:lnTo>
                                  <a:cubicBezTo>
                                    <a:pt x="53340" y="33338"/>
                                    <a:pt x="52388" y="32385"/>
                                    <a:pt x="51435" y="30480"/>
                                  </a:cubicBezTo>
                                  <a:cubicBezTo>
                                    <a:pt x="50482" y="28575"/>
                                    <a:pt x="49530" y="27623"/>
                                    <a:pt x="48577" y="26670"/>
                                  </a:cubicBezTo>
                                  <a:cubicBezTo>
                                    <a:pt x="47625" y="25718"/>
                                    <a:pt x="45720" y="24765"/>
                                    <a:pt x="44767" y="23813"/>
                                  </a:cubicBezTo>
                                  <a:cubicBezTo>
                                    <a:pt x="43815" y="22860"/>
                                    <a:pt x="41910" y="21908"/>
                                    <a:pt x="40957" y="21908"/>
                                  </a:cubicBezTo>
                                  <a:cubicBezTo>
                                    <a:pt x="40005" y="20955"/>
                                    <a:pt x="38100" y="20955"/>
                                    <a:pt x="37147" y="20003"/>
                                  </a:cubicBezTo>
                                  <a:cubicBezTo>
                                    <a:pt x="36195" y="20003"/>
                                    <a:pt x="34290" y="19050"/>
                                    <a:pt x="33338" y="19050"/>
                                  </a:cubicBezTo>
                                  <a:cubicBezTo>
                                    <a:pt x="30480" y="18098"/>
                                    <a:pt x="28575" y="18098"/>
                                    <a:pt x="26670" y="18098"/>
                                  </a:cubicBezTo>
                                  <a:cubicBezTo>
                                    <a:pt x="25717" y="18098"/>
                                    <a:pt x="24765" y="17145"/>
                                    <a:pt x="23813" y="17145"/>
                                  </a:cubicBezTo>
                                  <a:cubicBezTo>
                                    <a:pt x="22860" y="17145"/>
                                    <a:pt x="21907" y="16193"/>
                                    <a:pt x="21907" y="16193"/>
                                  </a:cubicBezTo>
                                  <a:cubicBezTo>
                                    <a:pt x="21907" y="16193"/>
                                    <a:pt x="20955" y="16193"/>
                                    <a:pt x="20955" y="15240"/>
                                  </a:cubicBezTo>
                                  <a:cubicBezTo>
                                    <a:pt x="20002" y="14288"/>
                                    <a:pt x="19050" y="13335"/>
                                    <a:pt x="19050" y="12383"/>
                                  </a:cubicBezTo>
                                  <a:cubicBezTo>
                                    <a:pt x="18097" y="11430"/>
                                    <a:pt x="18097" y="11430"/>
                                    <a:pt x="17145" y="10478"/>
                                  </a:cubicBezTo>
                                  <a:cubicBezTo>
                                    <a:pt x="16192" y="9525"/>
                                    <a:pt x="16192" y="9525"/>
                                    <a:pt x="15240" y="8573"/>
                                  </a:cubicBezTo>
                                  <a:cubicBezTo>
                                    <a:pt x="14288" y="7620"/>
                                    <a:pt x="13335" y="6668"/>
                                    <a:pt x="12382" y="5715"/>
                                  </a:cubicBezTo>
                                  <a:cubicBezTo>
                                    <a:pt x="12382" y="5715"/>
                                    <a:pt x="12382" y="5715"/>
                                    <a:pt x="12382" y="5715"/>
                                  </a:cubicBezTo>
                                  <a:cubicBezTo>
                                    <a:pt x="12382" y="5715"/>
                                    <a:pt x="12382" y="5715"/>
                                    <a:pt x="12382" y="5715"/>
                                  </a:cubicBezTo>
                                  <a:cubicBezTo>
                                    <a:pt x="13335" y="5715"/>
                                    <a:pt x="14288" y="5715"/>
                                    <a:pt x="15240" y="5715"/>
                                  </a:cubicBezTo>
                                  <a:cubicBezTo>
                                    <a:pt x="16192" y="5715"/>
                                    <a:pt x="16192" y="5715"/>
                                    <a:pt x="17145" y="5715"/>
                                  </a:cubicBezTo>
                                  <a:cubicBezTo>
                                    <a:pt x="18097" y="5715"/>
                                    <a:pt x="18097" y="5715"/>
                                    <a:pt x="19050" y="5715"/>
                                  </a:cubicBezTo>
                                  <a:cubicBezTo>
                                    <a:pt x="20002" y="5715"/>
                                    <a:pt x="21907" y="5715"/>
                                    <a:pt x="22860" y="5715"/>
                                  </a:cubicBezTo>
                                  <a:cubicBezTo>
                                    <a:pt x="24765" y="5715"/>
                                    <a:pt x="25717" y="5715"/>
                                    <a:pt x="27622" y="5715"/>
                                  </a:cubicBezTo>
                                  <a:cubicBezTo>
                                    <a:pt x="29527" y="5715"/>
                                    <a:pt x="30480" y="5715"/>
                                    <a:pt x="32385" y="5715"/>
                                  </a:cubicBezTo>
                                  <a:cubicBezTo>
                                    <a:pt x="34290" y="5715"/>
                                    <a:pt x="36195" y="5715"/>
                                    <a:pt x="37147" y="6668"/>
                                  </a:cubicBezTo>
                                  <a:cubicBezTo>
                                    <a:pt x="39052" y="6668"/>
                                    <a:pt x="40957" y="7620"/>
                                    <a:pt x="41910" y="7620"/>
                                  </a:cubicBezTo>
                                  <a:cubicBezTo>
                                    <a:pt x="43815" y="7620"/>
                                    <a:pt x="45720" y="8573"/>
                                    <a:pt x="46672" y="9525"/>
                                  </a:cubicBezTo>
                                  <a:cubicBezTo>
                                    <a:pt x="47625" y="9525"/>
                                    <a:pt x="48577" y="10478"/>
                                    <a:pt x="48577" y="10478"/>
                                  </a:cubicBezTo>
                                  <a:cubicBezTo>
                                    <a:pt x="49530" y="10478"/>
                                    <a:pt x="50482" y="11430"/>
                                    <a:pt x="50482" y="12383"/>
                                  </a:cubicBezTo>
                                  <a:cubicBezTo>
                                    <a:pt x="51435" y="13335"/>
                                    <a:pt x="51435" y="13335"/>
                                    <a:pt x="52388" y="14288"/>
                                  </a:cubicBezTo>
                                  <a:cubicBezTo>
                                    <a:pt x="53340" y="15240"/>
                                    <a:pt x="53340" y="15240"/>
                                    <a:pt x="54292" y="16193"/>
                                  </a:cubicBezTo>
                                  <a:cubicBezTo>
                                    <a:pt x="55245" y="17145"/>
                                    <a:pt x="55245" y="17145"/>
                                    <a:pt x="56197" y="18098"/>
                                  </a:cubicBezTo>
                                  <a:cubicBezTo>
                                    <a:pt x="56197" y="18098"/>
                                    <a:pt x="57150" y="19050"/>
                                    <a:pt x="57150" y="19050"/>
                                  </a:cubicBezTo>
                                  <a:cubicBezTo>
                                    <a:pt x="57150" y="19050"/>
                                    <a:pt x="57150" y="19050"/>
                                    <a:pt x="57150" y="18098"/>
                                  </a:cubicBezTo>
                                  <a:cubicBezTo>
                                    <a:pt x="57150" y="18098"/>
                                    <a:pt x="57150" y="17145"/>
                                    <a:pt x="56197" y="17145"/>
                                  </a:cubicBezTo>
                                  <a:cubicBezTo>
                                    <a:pt x="55245" y="16193"/>
                                    <a:pt x="55245" y="16193"/>
                                    <a:pt x="54292" y="15240"/>
                                  </a:cubicBezTo>
                                  <a:cubicBezTo>
                                    <a:pt x="53340" y="14288"/>
                                    <a:pt x="53340" y="14288"/>
                                    <a:pt x="52388" y="13335"/>
                                  </a:cubicBezTo>
                                  <a:cubicBezTo>
                                    <a:pt x="51435" y="12383"/>
                                    <a:pt x="51435" y="12383"/>
                                    <a:pt x="50482" y="11430"/>
                                  </a:cubicBezTo>
                                  <a:cubicBezTo>
                                    <a:pt x="49530" y="10478"/>
                                    <a:pt x="48577" y="10478"/>
                                    <a:pt x="48577" y="9525"/>
                                  </a:cubicBezTo>
                                  <a:cubicBezTo>
                                    <a:pt x="47625" y="8573"/>
                                    <a:pt x="46672" y="8573"/>
                                    <a:pt x="46672" y="8573"/>
                                  </a:cubicBezTo>
                                  <a:cubicBezTo>
                                    <a:pt x="44767" y="7620"/>
                                    <a:pt x="43815" y="6668"/>
                                    <a:pt x="41910" y="6668"/>
                                  </a:cubicBezTo>
                                  <a:cubicBezTo>
                                    <a:pt x="40005" y="5715"/>
                                    <a:pt x="38100" y="5715"/>
                                    <a:pt x="37147" y="5715"/>
                                  </a:cubicBezTo>
                                  <a:cubicBezTo>
                                    <a:pt x="35242" y="5715"/>
                                    <a:pt x="33338" y="5715"/>
                                    <a:pt x="32385" y="4763"/>
                                  </a:cubicBezTo>
                                  <a:cubicBezTo>
                                    <a:pt x="30480" y="4763"/>
                                    <a:pt x="29527" y="4763"/>
                                    <a:pt x="27622" y="4763"/>
                                  </a:cubicBezTo>
                                  <a:cubicBezTo>
                                    <a:pt x="25717" y="4763"/>
                                    <a:pt x="24765" y="4763"/>
                                    <a:pt x="22860" y="4763"/>
                                  </a:cubicBezTo>
                                  <a:cubicBezTo>
                                    <a:pt x="20955" y="4763"/>
                                    <a:pt x="20002" y="4763"/>
                                    <a:pt x="19050" y="4763"/>
                                  </a:cubicBezTo>
                                  <a:cubicBezTo>
                                    <a:pt x="18097" y="4763"/>
                                    <a:pt x="18097" y="4763"/>
                                    <a:pt x="17145" y="4763"/>
                                  </a:cubicBezTo>
                                  <a:cubicBezTo>
                                    <a:pt x="16192" y="4763"/>
                                    <a:pt x="16192" y="4763"/>
                                    <a:pt x="15240" y="4763"/>
                                  </a:cubicBezTo>
                                  <a:cubicBezTo>
                                    <a:pt x="14288" y="4763"/>
                                    <a:pt x="13335" y="4763"/>
                                    <a:pt x="12382" y="4763"/>
                                  </a:cubicBezTo>
                                  <a:cubicBezTo>
                                    <a:pt x="11430" y="4763"/>
                                    <a:pt x="11430" y="4763"/>
                                    <a:pt x="11430" y="4763"/>
                                  </a:cubicBezTo>
                                  <a:lnTo>
                                    <a:pt x="11430" y="4763"/>
                                  </a:lnTo>
                                  <a:cubicBezTo>
                                    <a:pt x="11430" y="4763"/>
                                    <a:pt x="10477" y="3810"/>
                                    <a:pt x="10477" y="3810"/>
                                  </a:cubicBezTo>
                                  <a:cubicBezTo>
                                    <a:pt x="9525" y="2858"/>
                                    <a:pt x="9525" y="1905"/>
                                    <a:pt x="8572" y="1905"/>
                                  </a:cubicBezTo>
                                  <a:cubicBezTo>
                                    <a:pt x="7620" y="953"/>
                                    <a:pt x="6667" y="0"/>
                                    <a:pt x="7620" y="0"/>
                                  </a:cubicBezTo>
                                  <a:cubicBezTo>
                                    <a:pt x="7620" y="0"/>
                                    <a:pt x="6667" y="1905"/>
                                    <a:pt x="6667" y="1905"/>
                                  </a:cubicBezTo>
                                  <a:cubicBezTo>
                                    <a:pt x="3810" y="4763"/>
                                    <a:pt x="3810" y="5715"/>
                                    <a:pt x="4763" y="5715"/>
                                  </a:cubicBezTo>
                                  <a:close/>
                                </a:path>
                              </a:pathLst>
                            </a:custGeom>
                            <a:grpFill/>
                            <a:ln w="9525" cap="flat">
                              <a:noFill/>
                              <a:prstDash val="solid"/>
                              <a:miter/>
                            </a:ln>
                          </p:spPr>
                          <p:txBody>
                            <a:bodyPr rtlCol="0" anchor="ctr"/>
                            <a:lstStyle/>
                            <a:p>
                              <a:endParaRPr lang="en-US"/>
                            </a:p>
                          </p:txBody>
                        </p:sp>
                      </p:grpSp>
                      <p:grpSp>
                        <p:nvGrpSpPr>
                          <p:cNvPr id="333" name="Graphic 2">
                            <a:extLst>
                              <a:ext uri="{FF2B5EF4-FFF2-40B4-BE49-F238E27FC236}">
                                <a16:creationId xmlns:a16="http://schemas.microsoft.com/office/drawing/2014/main" id="{AE736AF3-0337-429B-AEF1-DA4B52809559}"/>
                              </a:ext>
                            </a:extLst>
                          </p:cNvPr>
                          <p:cNvGrpSpPr/>
                          <p:nvPr/>
                        </p:nvGrpSpPr>
                        <p:grpSpPr>
                          <a:xfrm>
                            <a:off x="3912337" y="2292866"/>
                            <a:ext cx="100726" cy="85398"/>
                            <a:chOff x="3912337" y="2292866"/>
                            <a:chExt cx="100726" cy="85398"/>
                          </a:xfrm>
                          <a:grpFill/>
                        </p:grpSpPr>
                        <p:sp>
                          <p:nvSpPr>
                            <p:cNvPr id="334" name="Freeform: Shape 333">
                              <a:extLst>
                                <a:ext uri="{FF2B5EF4-FFF2-40B4-BE49-F238E27FC236}">
                                  <a16:creationId xmlns:a16="http://schemas.microsoft.com/office/drawing/2014/main" id="{4E14D2C2-C0B0-498F-A4D3-ACBCC686312F}"/>
                                </a:ext>
                              </a:extLst>
                            </p:cNvPr>
                            <p:cNvSpPr/>
                            <p:nvPr/>
                          </p:nvSpPr>
                          <p:spPr>
                            <a:xfrm>
                              <a:off x="3912337" y="2292866"/>
                              <a:ext cx="100726" cy="85398"/>
                            </a:xfrm>
                            <a:custGeom>
                              <a:avLst/>
                              <a:gdLst>
                                <a:gd name="connsiteX0" fmla="*/ 10239 w 100726"/>
                                <a:gd name="connsiteY0" fmla="*/ 13961 h 85398"/>
                                <a:gd name="connsiteX1" fmla="*/ 13097 w 100726"/>
                                <a:gd name="connsiteY1" fmla="*/ 10151 h 85398"/>
                                <a:gd name="connsiteX2" fmla="*/ 15955 w 100726"/>
                                <a:gd name="connsiteY2" fmla="*/ 6341 h 85398"/>
                                <a:gd name="connsiteX3" fmla="*/ 17859 w 100726"/>
                                <a:gd name="connsiteY3" fmla="*/ 4436 h 85398"/>
                                <a:gd name="connsiteX4" fmla="*/ 20717 w 100726"/>
                                <a:gd name="connsiteY4" fmla="*/ 1578 h 85398"/>
                                <a:gd name="connsiteX5" fmla="*/ 20717 w 100726"/>
                                <a:gd name="connsiteY5" fmla="*/ 1578 h 85398"/>
                                <a:gd name="connsiteX6" fmla="*/ 20717 w 100726"/>
                                <a:gd name="connsiteY6" fmla="*/ 1578 h 85398"/>
                                <a:gd name="connsiteX7" fmla="*/ 21669 w 100726"/>
                                <a:gd name="connsiteY7" fmla="*/ 1578 h 85398"/>
                                <a:gd name="connsiteX8" fmla="*/ 23574 w 100726"/>
                                <a:gd name="connsiteY8" fmla="*/ 1578 h 85398"/>
                                <a:gd name="connsiteX9" fmla="*/ 30242 w 100726"/>
                                <a:gd name="connsiteY9" fmla="*/ 626 h 85398"/>
                                <a:gd name="connsiteX10" fmla="*/ 53102 w 100726"/>
                                <a:gd name="connsiteY10" fmla="*/ 1578 h 85398"/>
                                <a:gd name="connsiteX11" fmla="*/ 80724 w 100726"/>
                                <a:gd name="connsiteY11" fmla="*/ 13961 h 85398"/>
                                <a:gd name="connsiteX12" fmla="*/ 93107 w 100726"/>
                                <a:gd name="connsiteY12" fmla="*/ 28248 h 85398"/>
                                <a:gd name="connsiteX13" fmla="*/ 100727 w 100726"/>
                                <a:gd name="connsiteY13" fmla="*/ 50156 h 85398"/>
                                <a:gd name="connsiteX14" fmla="*/ 100727 w 100726"/>
                                <a:gd name="connsiteY14" fmla="*/ 51108 h 85398"/>
                                <a:gd name="connsiteX15" fmla="*/ 100727 w 100726"/>
                                <a:gd name="connsiteY15" fmla="*/ 51108 h 85398"/>
                                <a:gd name="connsiteX16" fmla="*/ 100727 w 100726"/>
                                <a:gd name="connsiteY16" fmla="*/ 56823 h 85398"/>
                                <a:gd name="connsiteX17" fmla="*/ 96917 w 100726"/>
                                <a:gd name="connsiteY17" fmla="*/ 69206 h 85398"/>
                                <a:gd name="connsiteX18" fmla="*/ 95012 w 100726"/>
                                <a:gd name="connsiteY18" fmla="*/ 73968 h 85398"/>
                                <a:gd name="connsiteX19" fmla="*/ 92155 w 100726"/>
                                <a:gd name="connsiteY19" fmla="*/ 77778 h 85398"/>
                                <a:gd name="connsiteX20" fmla="*/ 91202 w 100726"/>
                                <a:gd name="connsiteY20" fmla="*/ 78731 h 85398"/>
                                <a:gd name="connsiteX21" fmla="*/ 91202 w 100726"/>
                                <a:gd name="connsiteY21" fmla="*/ 78731 h 85398"/>
                                <a:gd name="connsiteX22" fmla="*/ 82630 w 100726"/>
                                <a:gd name="connsiteY22" fmla="*/ 84446 h 85398"/>
                                <a:gd name="connsiteX23" fmla="*/ 77867 w 100726"/>
                                <a:gd name="connsiteY23" fmla="*/ 85398 h 85398"/>
                                <a:gd name="connsiteX24" fmla="*/ 74057 w 100726"/>
                                <a:gd name="connsiteY24" fmla="*/ 85398 h 85398"/>
                                <a:gd name="connsiteX25" fmla="*/ 61674 w 100726"/>
                                <a:gd name="connsiteY25" fmla="*/ 81588 h 85398"/>
                                <a:gd name="connsiteX26" fmla="*/ 61674 w 100726"/>
                                <a:gd name="connsiteY26" fmla="*/ 81588 h 85398"/>
                                <a:gd name="connsiteX27" fmla="*/ 59769 w 100726"/>
                                <a:gd name="connsiteY27" fmla="*/ 79683 h 85398"/>
                                <a:gd name="connsiteX28" fmla="*/ 55959 w 100726"/>
                                <a:gd name="connsiteY28" fmla="*/ 80636 h 85398"/>
                                <a:gd name="connsiteX29" fmla="*/ 46434 w 100726"/>
                                <a:gd name="connsiteY29" fmla="*/ 82541 h 85398"/>
                                <a:gd name="connsiteX30" fmla="*/ 45482 w 100726"/>
                                <a:gd name="connsiteY30" fmla="*/ 82541 h 85398"/>
                                <a:gd name="connsiteX31" fmla="*/ 45482 w 100726"/>
                                <a:gd name="connsiteY31" fmla="*/ 82541 h 85398"/>
                                <a:gd name="connsiteX32" fmla="*/ 36909 w 100726"/>
                                <a:gd name="connsiteY32" fmla="*/ 79683 h 85398"/>
                                <a:gd name="connsiteX33" fmla="*/ 29289 w 100726"/>
                                <a:gd name="connsiteY33" fmla="*/ 73968 h 85398"/>
                                <a:gd name="connsiteX34" fmla="*/ 28337 w 100726"/>
                                <a:gd name="connsiteY34" fmla="*/ 73016 h 85398"/>
                                <a:gd name="connsiteX35" fmla="*/ 27384 w 100726"/>
                                <a:gd name="connsiteY35" fmla="*/ 72063 h 85398"/>
                                <a:gd name="connsiteX36" fmla="*/ 24527 w 100726"/>
                                <a:gd name="connsiteY36" fmla="*/ 69206 h 85398"/>
                                <a:gd name="connsiteX37" fmla="*/ 23574 w 100726"/>
                                <a:gd name="connsiteY37" fmla="*/ 68253 h 85398"/>
                                <a:gd name="connsiteX38" fmla="*/ 22622 w 100726"/>
                                <a:gd name="connsiteY38" fmla="*/ 68253 h 85398"/>
                                <a:gd name="connsiteX39" fmla="*/ 22622 w 100726"/>
                                <a:gd name="connsiteY39" fmla="*/ 68253 h 85398"/>
                                <a:gd name="connsiteX40" fmla="*/ 19764 w 100726"/>
                                <a:gd name="connsiteY40" fmla="*/ 66348 h 85398"/>
                                <a:gd name="connsiteX41" fmla="*/ 12144 w 100726"/>
                                <a:gd name="connsiteY41" fmla="*/ 64443 h 85398"/>
                                <a:gd name="connsiteX42" fmla="*/ 9287 w 100726"/>
                                <a:gd name="connsiteY42" fmla="*/ 63491 h 85398"/>
                                <a:gd name="connsiteX43" fmla="*/ 7382 w 100726"/>
                                <a:gd name="connsiteY43" fmla="*/ 63491 h 85398"/>
                                <a:gd name="connsiteX44" fmla="*/ 7382 w 100726"/>
                                <a:gd name="connsiteY44" fmla="*/ 63491 h 85398"/>
                                <a:gd name="connsiteX45" fmla="*/ 7382 w 100726"/>
                                <a:gd name="connsiteY45" fmla="*/ 63491 h 85398"/>
                                <a:gd name="connsiteX46" fmla="*/ 7382 w 100726"/>
                                <a:gd name="connsiteY46" fmla="*/ 63491 h 85398"/>
                                <a:gd name="connsiteX47" fmla="*/ 5477 w 100726"/>
                                <a:gd name="connsiteY47" fmla="*/ 63491 h 85398"/>
                                <a:gd name="connsiteX48" fmla="*/ 4524 w 100726"/>
                                <a:gd name="connsiteY48" fmla="*/ 63491 h 85398"/>
                                <a:gd name="connsiteX49" fmla="*/ 4524 w 100726"/>
                                <a:gd name="connsiteY49" fmla="*/ 63491 h 85398"/>
                                <a:gd name="connsiteX50" fmla="*/ 3572 w 100726"/>
                                <a:gd name="connsiteY50" fmla="*/ 62538 h 85398"/>
                                <a:gd name="connsiteX51" fmla="*/ 2619 w 100726"/>
                                <a:gd name="connsiteY51" fmla="*/ 60633 h 85398"/>
                                <a:gd name="connsiteX52" fmla="*/ 714 w 100726"/>
                                <a:gd name="connsiteY52" fmla="*/ 56823 h 85398"/>
                                <a:gd name="connsiteX53" fmla="*/ 714 w 100726"/>
                                <a:gd name="connsiteY53" fmla="*/ 44441 h 85398"/>
                                <a:gd name="connsiteX54" fmla="*/ 4524 w 100726"/>
                                <a:gd name="connsiteY54" fmla="*/ 32058 h 85398"/>
                                <a:gd name="connsiteX55" fmla="*/ 9287 w 100726"/>
                                <a:gd name="connsiteY55" fmla="*/ 21581 h 85398"/>
                                <a:gd name="connsiteX56" fmla="*/ 10239 w 100726"/>
                                <a:gd name="connsiteY56" fmla="*/ 13961 h 85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00726" h="85398">
                                  <a:moveTo>
                                    <a:pt x="10239" y="13961"/>
                                  </a:moveTo>
                                  <a:cubicBezTo>
                                    <a:pt x="11192" y="13008"/>
                                    <a:pt x="12144" y="11103"/>
                                    <a:pt x="13097" y="10151"/>
                                  </a:cubicBezTo>
                                  <a:cubicBezTo>
                                    <a:pt x="14049" y="9198"/>
                                    <a:pt x="15002" y="8246"/>
                                    <a:pt x="15955" y="6341"/>
                                  </a:cubicBezTo>
                                  <a:cubicBezTo>
                                    <a:pt x="16907" y="5388"/>
                                    <a:pt x="16907" y="5388"/>
                                    <a:pt x="17859" y="4436"/>
                                  </a:cubicBezTo>
                                  <a:cubicBezTo>
                                    <a:pt x="17859" y="4436"/>
                                    <a:pt x="19764" y="2531"/>
                                    <a:pt x="20717" y="1578"/>
                                  </a:cubicBezTo>
                                  <a:cubicBezTo>
                                    <a:pt x="20717" y="1578"/>
                                    <a:pt x="20717" y="1578"/>
                                    <a:pt x="20717" y="1578"/>
                                  </a:cubicBezTo>
                                  <a:cubicBezTo>
                                    <a:pt x="20717" y="1578"/>
                                    <a:pt x="20717" y="1578"/>
                                    <a:pt x="20717" y="1578"/>
                                  </a:cubicBezTo>
                                  <a:cubicBezTo>
                                    <a:pt x="20717" y="1578"/>
                                    <a:pt x="20717" y="1578"/>
                                    <a:pt x="21669" y="1578"/>
                                  </a:cubicBezTo>
                                  <a:cubicBezTo>
                                    <a:pt x="21669" y="1578"/>
                                    <a:pt x="22622" y="1578"/>
                                    <a:pt x="23574" y="1578"/>
                                  </a:cubicBezTo>
                                  <a:cubicBezTo>
                                    <a:pt x="25480" y="1578"/>
                                    <a:pt x="27384" y="626"/>
                                    <a:pt x="30242" y="626"/>
                                  </a:cubicBezTo>
                                  <a:cubicBezTo>
                                    <a:pt x="35957" y="-327"/>
                                    <a:pt x="44530" y="-327"/>
                                    <a:pt x="53102" y="1578"/>
                                  </a:cubicBezTo>
                                  <a:cubicBezTo>
                                    <a:pt x="61674" y="3483"/>
                                    <a:pt x="72152" y="6341"/>
                                    <a:pt x="80724" y="13961"/>
                                  </a:cubicBezTo>
                                  <a:cubicBezTo>
                                    <a:pt x="85487" y="17771"/>
                                    <a:pt x="89297" y="22533"/>
                                    <a:pt x="93107" y="28248"/>
                                  </a:cubicBezTo>
                                  <a:cubicBezTo>
                                    <a:pt x="95964" y="33963"/>
                                    <a:pt x="98822" y="41583"/>
                                    <a:pt x="100727" y="50156"/>
                                  </a:cubicBezTo>
                                  <a:cubicBezTo>
                                    <a:pt x="100727" y="50156"/>
                                    <a:pt x="100727" y="51108"/>
                                    <a:pt x="100727" y="51108"/>
                                  </a:cubicBezTo>
                                  <a:cubicBezTo>
                                    <a:pt x="100727" y="51108"/>
                                    <a:pt x="100727" y="51108"/>
                                    <a:pt x="100727" y="51108"/>
                                  </a:cubicBezTo>
                                  <a:cubicBezTo>
                                    <a:pt x="100727" y="53013"/>
                                    <a:pt x="100727" y="54918"/>
                                    <a:pt x="100727" y="56823"/>
                                  </a:cubicBezTo>
                                  <a:cubicBezTo>
                                    <a:pt x="99774" y="61586"/>
                                    <a:pt x="98822" y="65396"/>
                                    <a:pt x="96917" y="69206"/>
                                  </a:cubicBezTo>
                                  <a:cubicBezTo>
                                    <a:pt x="95964" y="71111"/>
                                    <a:pt x="95012" y="72063"/>
                                    <a:pt x="95012" y="73968"/>
                                  </a:cubicBezTo>
                                  <a:cubicBezTo>
                                    <a:pt x="94059" y="74921"/>
                                    <a:pt x="93107" y="76826"/>
                                    <a:pt x="92155" y="77778"/>
                                  </a:cubicBezTo>
                                  <a:cubicBezTo>
                                    <a:pt x="92155" y="77778"/>
                                    <a:pt x="91202" y="78731"/>
                                    <a:pt x="91202" y="78731"/>
                                  </a:cubicBezTo>
                                  <a:cubicBezTo>
                                    <a:pt x="91202" y="78731"/>
                                    <a:pt x="91202" y="78731"/>
                                    <a:pt x="91202" y="78731"/>
                                  </a:cubicBezTo>
                                  <a:cubicBezTo>
                                    <a:pt x="88344" y="81588"/>
                                    <a:pt x="85487" y="83493"/>
                                    <a:pt x="82630" y="84446"/>
                                  </a:cubicBezTo>
                                  <a:cubicBezTo>
                                    <a:pt x="80724" y="85398"/>
                                    <a:pt x="79772" y="85398"/>
                                    <a:pt x="77867" y="85398"/>
                                  </a:cubicBezTo>
                                  <a:cubicBezTo>
                                    <a:pt x="76914" y="85398"/>
                                    <a:pt x="75009" y="85398"/>
                                    <a:pt x="74057" y="85398"/>
                                  </a:cubicBezTo>
                                  <a:cubicBezTo>
                                    <a:pt x="69294" y="85398"/>
                                    <a:pt x="64532" y="83493"/>
                                    <a:pt x="61674" y="81588"/>
                                  </a:cubicBezTo>
                                  <a:cubicBezTo>
                                    <a:pt x="61674" y="81588"/>
                                    <a:pt x="61674" y="81588"/>
                                    <a:pt x="61674" y="81588"/>
                                  </a:cubicBezTo>
                                  <a:cubicBezTo>
                                    <a:pt x="59769" y="80636"/>
                                    <a:pt x="58817" y="79683"/>
                                    <a:pt x="59769" y="79683"/>
                                  </a:cubicBezTo>
                                  <a:cubicBezTo>
                                    <a:pt x="58817" y="79683"/>
                                    <a:pt x="56912" y="80636"/>
                                    <a:pt x="55959" y="80636"/>
                                  </a:cubicBezTo>
                                  <a:cubicBezTo>
                                    <a:pt x="53102" y="81588"/>
                                    <a:pt x="49292" y="82541"/>
                                    <a:pt x="46434" y="82541"/>
                                  </a:cubicBezTo>
                                  <a:cubicBezTo>
                                    <a:pt x="46434" y="82541"/>
                                    <a:pt x="45482" y="82541"/>
                                    <a:pt x="45482" y="82541"/>
                                  </a:cubicBezTo>
                                  <a:cubicBezTo>
                                    <a:pt x="45482" y="82541"/>
                                    <a:pt x="45482" y="82541"/>
                                    <a:pt x="45482" y="82541"/>
                                  </a:cubicBezTo>
                                  <a:cubicBezTo>
                                    <a:pt x="42624" y="82541"/>
                                    <a:pt x="39767" y="81588"/>
                                    <a:pt x="36909" y="79683"/>
                                  </a:cubicBezTo>
                                  <a:cubicBezTo>
                                    <a:pt x="34052" y="78731"/>
                                    <a:pt x="32147" y="75873"/>
                                    <a:pt x="29289" y="73968"/>
                                  </a:cubicBezTo>
                                  <a:cubicBezTo>
                                    <a:pt x="29289" y="73968"/>
                                    <a:pt x="28337" y="73016"/>
                                    <a:pt x="28337" y="73016"/>
                                  </a:cubicBezTo>
                                  <a:cubicBezTo>
                                    <a:pt x="28337" y="73016"/>
                                    <a:pt x="27384" y="72063"/>
                                    <a:pt x="27384" y="72063"/>
                                  </a:cubicBezTo>
                                  <a:cubicBezTo>
                                    <a:pt x="26432" y="71111"/>
                                    <a:pt x="25480" y="70158"/>
                                    <a:pt x="24527" y="69206"/>
                                  </a:cubicBezTo>
                                  <a:cubicBezTo>
                                    <a:pt x="24527" y="69206"/>
                                    <a:pt x="23574" y="69206"/>
                                    <a:pt x="23574" y="68253"/>
                                  </a:cubicBezTo>
                                  <a:cubicBezTo>
                                    <a:pt x="23574" y="68253"/>
                                    <a:pt x="23574" y="68253"/>
                                    <a:pt x="22622" y="68253"/>
                                  </a:cubicBezTo>
                                  <a:lnTo>
                                    <a:pt x="22622" y="68253"/>
                                  </a:lnTo>
                                  <a:cubicBezTo>
                                    <a:pt x="21669" y="68253"/>
                                    <a:pt x="20717" y="67301"/>
                                    <a:pt x="19764" y="66348"/>
                                  </a:cubicBezTo>
                                  <a:cubicBezTo>
                                    <a:pt x="17859" y="65396"/>
                                    <a:pt x="15955" y="65396"/>
                                    <a:pt x="12144" y="64443"/>
                                  </a:cubicBezTo>
                                  <a:cubicBezTo>
                                    <a:pt x="11192" y="64443"/>
                                    <a:pt x="10239" y="64443"/>
                                    <a:pt x="9287" y="63491"/>
                                  </a:cubicBezTo>
                                  <a:cubicBezTo>
                                    <a:pt x="8334" y="63491"/>
                                    <a:pt x="8334" y="63491"/>
                                    <a:pt x="7382" y="63491"/>
                                  </a:cubicBezTo>
                                  <a:lnTo>
                                    <a:pt x="7382" y="63491"/>
                                  </a:lnTo>
                                  <a:lnTo>
                                    <a:pt x="7382" y="63491"/>
                                  </a:lnTo>
                                  <a:cubicBezTo>
                                    <a:pt x="7382" y="63491"/>
                                    <a:pt x="7382" y="63491"/>
                                    <a:pt x="7382" y="63491"/>
                                  </a:cubicBezTo>
                                  <a:cubicBezTo>
                                    <a:pt x="6430" y="63491"/>
                                    <a:pt x="6430" y="63491"/>
                                    <a:pt x="5477" y="63491"/>
                                  </a:cubicBezTo>
                                  <a:cubicBezTo>
                                    <a:pt x="5477" y="63491"/>
                                    <a:pt x="5477" y="63491"/>
                                    <a:pt x="4524" y="63491"/>
                                  </a:cubicBezTo>
                                  <a:lnTo>
                                    <a:pt x="4524" y="63491"/>
                                  </a:lnTo>
                                  <a:cubicBezTo>
                                    <a:pt x="4524" y="63491"/>
                                    <a:pt x="3572" y="62538"/>
                                    <a:pt x="3572" y="62538"/>
                                  </a:cubicBezTo>
                                  <a:cubicBezTo>
                                    <a:pt x="3572" y="62538"/>
                                    <a:pt x="2619" y="61586"/>
                                    <a:pt x="2619" y="60633"/>
                                  </a:cubicBezTo>
                                  <a:cubicBezTo>
                                    <a:pt x="1667" y="59681"/>
                                    <a:pt x="1667" y="57776"/>
                                    <a:pt x="714" y="56823"/>
                                  </a:cubicBezTo>
                                  <a:cubicBezTo>
                                    <a:pt x="-238" y="53966"/>
                                    <a:pt x="-238" y="49203"/>
                                    <a:pt x="714" y="44441"/>
                                  </a:cubicBezTo>
                                  <a:cubicBezTo>
                                    <a:pt x="1667" y="40631"/>
                                    <a:pt x="2619" y="35868"/>
                                    <a:pt x="4524" y="32058"/>
                                  </a:cubicBezTo>
                                  <a:cubicBezTo>
                                    <a:pt x="5477" y="28248"/>
                                    <a:pt x="7382" y="24438"/>
                                    <a:pt x="9287" y="21581"/>
                                  </a:cubicBezTo>
                                  <a:cubicBezTo>
                                    <a:pt x="7382" y="19676"/>
                                    <a:pt x="8334" y="16818"/>
                                    <a:pt x="10239" y="13961"/>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E0D82BAB-F5B2-4B8B-9B20-3F1E725381B3}"/>
                                </a:ext>
                              </a:extLst>
                            </p:cNvPr>
                            <p:cNvSpPr/>
                            <p:nvPr/>
                          </p:nvSpPr>
                          <p:spPr>
                            <a:xfrm>
                              <a:off x="3914956" y="2300159"/>
                              <a:ext cx="94297" cy="74295"/>
                            </a:xfrm>
                            <a:custGeom>
                              <a:avLst/>
                              <a:gdLst>
                                <a:gd name="connsiteX0" fmla="*/ 16193 w 94297"/>
                                <a:gd name="connsiteY0" fmla="*/ 953 h 74295"/>
                                <a:gd name="connsiteX1" fmla="*/ 16193 w 94297"/>
                                <a:gd name="connsiteY1" fmla="*/ 953 h 74295"/>
                                <a:gd name="connsiteX2" fmla="*/ 15240 w 94297"/>
                                <a:gd name="connsiteY2" fmla="*/ 4763 h 74295"/>
                                <a:gd name="connsiteX3" fmla="*/ 11430 w 94297"/>
                                <a:gd name="connsiteY3" fmla="*/ 12383 h 74295"/>
                                <a:gd name="connsiteX4" fmla="*/ 6668 w 94297"/>
                                <a:gd name="connsiteY4" fmla="*/ 22860 h 74295"/>
                                <a:gd name="connsiteX5" fmla="*/ 4763 w 94297"/>
                                <a:gd name="connsiteY5" fmla="*/ 25718 h 74295"/>
                                <a:gd name="connsiteX6" fmla="*/ 3810 w 94297"/>
                                <a:gd name="connsiteY6" fmla="*/ 27623 h 74295"/>
                                <a:gd name="connsiteX7" fmla="*/ 3810 w 94297"/>
                                <a:gd name="connsiteY7" fmla="*/ 27623 h 74295"/>
                                <a:gd name="connsiteX8" fmla="*/ 3810 w 94297"/>
                                <a:gd name="connsiteY8" fmla="*/ 27623 h 74295"/>
                                <a:gd name="connsiteX9" fmla="*/ 3810 w 94297"/>
                                <a:gd name="connsiteY9" fmla="*/ 28575 h 74295"/>
                                <a:gd name="connsiteX10" fmla="*/ 1905 w 94297"/>
                                <a:gd name="connsiteY10" fmla="*/ 34290 h 74295"/>
                                <a:gd name="connsiteX11" fmla="*/ 952 w 94297"/>
                                <a:gd name="connsiteY11" fmla="*/ 37148 h 74295"/>
                                <a:gd name="connsiteX12" fmla="*/ 0 w 94297"/>
                                <a:gd name="connsiteY12" fmla="*/ 40005 h 74295"/>
                                <a:gd name="connsiteX13" fmla="*/ 0 w 94297"/>
                                <a:gd name="connsiteY13" fmla="*/ 40958 h 74295"/>
                                <a:gd name="connsiteX14" fmla="*/ 0 w 94297"/>
                                <a:gd name="connsiteY14" fmla="*/ 41910 h 74295"/>
                                <a:gd name="connsiteX15" fmla="*/ 0 w 94297"/>
                                <a:gd name="connsiteY15" fmla="*/ 44768 h 74295"/>
                                <a:gd name="connsiteX16" fmla="*/ 0 w 94297"/>
                                <a:gd name="connsiteY16" fmla="*/ 48578 h 74295"/>
                                <a:gd name="connsiteX17" fmla="*/ 0 w 94297"/>
                                <a:gd name="connsiteY17" fmla="*/ 51435 h 74295"/>
                                <a:gd name="connsiteX18" fmla="*/ 0 w 94297"/>
                                <a:gd name="connsiteY18" fmla="*/ 53340 h 74295"/>
                                <a:gd name="connsiteX19" fmla="*/ 0 w 94297"/>
                                <a:gd name="connsiteY19" fmla="*/ 54293 h 74295"/>
                                <a:gd name="connsiteX20" fmla="*/ 0 w 94297"/>
                                <a:gd name="connsiteY20" fmla="*/ 54293 h 74295"/>
                                <a:gd name="connsiteX21" fmla="*/ 0 w 94297"/>
                                <a:gd name="connsiteY21" fmla="*/ 54293 h 74295"/>
                                <a:gd name="connsiteX22" fmla="*/ 0 w 94297"/>
                                <a:gd name="connsiteY22" fmla="*/ 54293 h 74295"/>
                                <a:gd name="connsiteX23" fmla="*/ 0 w 94297"/>
                                <a:gd name="connsiteY23" fmla="*/ 53340 h 74295"/>
                                <a:gd name="connsiteX24" fmla="*/ 0 w 94297"/>
                                <a:gd name="connsiteY24" fmla="*/ 51435 h 74295"/>
                                <a:gd name="connsiteX25" fmla="*/ 0 w 94297"/>
                                <a:gd name="connsiteY25" fmla="*/ 48578 h 74295"/>
                                <a:gd name="connsiteX26" fmla="*/ 952 w 94297"/>
                                <a:gd name="connsiteY26" fmla="*/ 44768 h 74295"/>
                                <a:gd name="connsiteX27" fmla="*/ 952 w 94297"/>
                                <a:gd name="connsiteY27" fmla="*/ 41910 h 74295"/>
                                <a:gd name="connsiteX28" fmla="*/ 952 w 94297"/>
                                <a:gd name="connsiteY28" fmla="*/ 40958 h 74295"/>
                                <a:gd name="connsiteX29" fmla="*/ 952 w 94297"/>
                                <a:gd name="connsiteY29" fmla="*/ 40005 h 74295"/>
                                <a:gd name="connsiteX30" fmla="*/ 1905 w 94297"/>
                                <a:gd name="connsiteY30" fmla="*/ 37148 h 74295"/>
                                <a:gd name="connsiteX31" fmla="*/ 2857 w 94297"/>
                                <a:gd name="connsiteY31" fmla="*/ 34290 h 74295"/>
                                <a:gd name="connsiteX32" fmla="*/ 4763 w 94297"/>
                                <a:gd name="connsiteY32" fmla="*/ 28575 h 74295"/>
                                <a:gd name="connsiteX33" fmla="*/ 4763 w 94297"/>
                                <a:gd name="connsiteY33" fmla="*/ 27623 h 74295"/>
                                <a:gd name="connsiteX34" fmla="*/ 4763 w 94297"/>
                                <a:gd name="connsiteY34" fmla="*/ 27623 h 74295"/>
                                <a:gd name="connsiteX35" fmla="*/ 4763 w 94297"/>
                                <a:gd name="connsiteY35" fmla="*/ 27623 h 74295"/>
                                <a:gd name="connsiteX36" fmla="*/ 5715 w 94297"/>
                                <a:gd name="connsiteY36" fmla="*/ 25718 h 74295"/>
                                <a:gd name="connsiteX37" fmla="*/ 7620 w 94297"/>
                                <a:gd name="connsiteY37" fmla="*/ 22860 h 74295"/>
                                <a:gd name="connsiteX38" fmla="*/ 13335 w 94297"/>
                                <a:gd name="connsiteY38" fmla="*/ 12383 h 74295"/>
                                <a:gd name="connsiteX39" fmla="*/ 18098 w 94297"/>
                                <a:gd name="connsiteY39" fmla="*/ 2858 h 74295"/>
                                <a:gd name="connsiteX40" fmla="*/ 19050 w 94297"/>
                                <a:gd name="connsiteY40" fmla="*/ 4763 h 74295"/>
                                <a:gd name="connsiteX41" fmla="*/ 20002 w 94297"/>
                                <a:gd name="connsiteY41" fmla="*/ 7620 h 74295"/>
                                <a:gd name="connsiteX42" fmla="*/ 21907 w 94297"/>
                                <a:gd name="connsiteY42" fmla="*/ 10478 h 74295"/>
                                <a:gd name="connsiteX43" fmla="*/ 25718 w 94297"/>
                                <a:gd name="connsiteY43" fmla="*/ 16193 h 74295"/>
                                <a:gd name="connsiteX44" fmla="*/ 26670 w 94297"/>
                                <a:gd name="connsiteY44" fmla="*/ 17145 h 74295"/>
                                <a:gd name="connsiteX45" fmla="*/ 26670 w 94297"/>
                                <a:gd name="connsiteY45" fmla="*/ 17145 h 74295"/>
                                <a:gd name="connsiteX46" fmla="*/ 27623 w 94297"/>
                                <a:gd name="connsiteY46" fmla="*/ 20955 h 74295"/>
                                <a:gd name="connsiteX47" fmla="*/ 27623 w 94297"/>
                                <a:gd name="connsiteY47" fmla="*/ 25718 h 74295"/>
                                <a:gd name="connsiteX48" fmla="*/ 24765 w 94297"/>
                                <a:gd name="connsiteY48" fmla="*/ 37148 h 74295"/>
                                <a:gd name="connsiteX49" fmla="*/ 22860 w 94297"/>
                                <a:gd name="connsiteY49" fmla="*/ 43815 h 74295"/>
                                <a:gd name="connsiteX50" fmla="*/ 21907 w 94297"/>
                                <a:gd name="connsiteY50" fmla="*/ 46673 h 74295"/>
                                <a:gd name="connsiteX51" fmla="*/ 20955 w 94297"/>
                                <a:gd name="connsiteY51" fmla="*/ 49530 h 74295"/>
                                <a:gd name="connsiteX52" fmla="*/ 20002 w 94297"/>
                                <a:gd name="connsiteY52" fmla="*/ 54293 h 74295"/>
                                <a:gd name="connsiteX53" fmla="*/ 20002 w 94297"/>
                                <a:gd name="connsiteY53" fmla="*/ 56198 h 74295"/>
                                <a:gd name="connsiteX54" fmla="*/ 20002 w 94297"/>
                                <a:gd name="connsiteY54" fmla="*/ 58103 h 74295"/>
                                <a:gd name="connsiteX55" fmla="*/ 20955 w 94297"/>
                                <a:gd name="connsiteY55" fmla="*/ 62865 h 74295"/>
                                <a:gd name="connsiteX56" fmla="*/ 20955 w 94297"/>
                                <a:gd name="connsiteY56" fmla="*/ 62865 h 74295"/>
                                <a:gd name="connsiteX57" fmla="*/ 20955 w 94297"/>
                                <a:gd name="connsiteY57" fmla="*/ 62865 h 74295"/>
                                <a:gd name="connsiteX58" fmla="*/ 20955 w 94297"/>
                                <a:gd name="connsiteY58" fmla="*/ 62865 h 74295"/>
                                <a:gd name="connsiteX59" fmla="*/ 20955 w 94297"/>
                                <a:gd name="connsiteY59" fmla="*/ 62865 h 74295"/>
                                <a:gd name="connsiteX60" fmla="*/ 20955 w 94297"/>
                                <a:gd name="connsiteY60" fmla="*/ 62865 h 74295"/>
                                <a:gd name="connsiteX61" fmla="*/ 21907 w 94297"/>
                                <a:gd name="connsiteY61" fmla="*/ 63818 h 74295"/>
                                <a:gd name="connsiteX62" fmla="*/ 20955 w 94297"/>
                                <a:gd name="connsiteY62" fmla="*/ 62865 h 74295"/>
                                <a:gd name="connsiteX63" fmla="*/ 20955 w 94297"/>
                                <a:gd name="connsiteY63" fmla="*/ 62865 h 74295"/>
                                <a:gd name="connsiteX64" fmla="*/ 20955 w 94297"/>
                                <a:gd name="connsiteY64" fmla="*/ 62865 h 74295"/>
                                <a:gd name="connsiteX65" fmla="*/ 20955 w 94297"/>
                                <a:gd name="connsiteY65" fmla="*/ 62865 h 74295"/>
                                <a:gd name="connsiteX66" fmla="*/ 20955 w 94297"/>
                                <a:gd name="connsiteY66" fmla="*/ 62865 h 74295"/>
                                <a:gd name="connsiteX67" fmla="*/ 20955 w 94297"/>
                                <a:gd name="connsiteY67" fmla="*/ 62865 h 74295"/>
                                <a:gd name="connsiteX68" fmla="*/ 20002 w 94297"/>
                                <a:gd name="connsiteY68" fmla="*/ 58103 h 74295"/>
                                <a:gd name="connsiteX69" fmla="*/ 20002 w 94297"/>
                                <a:gd name="connsiteY69" fmla="*/ 56198 h 74295"/>
                                <a:gd name="connsiteX70" fmla="*/ 20002 w 94297"/>
                                <a:gd name="connsiteY70" fmla="*/ 54293 h 74295"/>
                                <a:gd name="connsiteX71" fmla="*/ 20955 w 94297"/>
                                <a:gd name="connsiteY71" fmla="*/ 49530 h 74295"/>
                                <a:gd name="connsiteX72" fmla="*/ 21907 w 94297"/>
                                <a:gd name="connsiteY72" fmla="*/ 46673 h 74295"/>
                                <a:gd name="connsiteX73" fmla="*/ 22860 w 94297"/>
                                <a:gd name="connsiteY73" fmla="*/ 43815 h 74295"/>
                                <a:gd name="connsiteX74" fmla="*/ 24765 w 94297"/>
                                <a:gd name="connsiteY74" fmla="*/ 38100 h 74295"/>
                                <a:gd name="connsiteX75" fmla="*/ 27623 w 94297"/>
                                <a:gd name="connsiteY75" fmla="*/ 26670 h 74295"/>
                                <a:gd name="connsiteX76" fmla="*/ 27623 w 94297"/>
                                <a:gd name="connsiteY76" fmla="*/ 21908 h 74295"/>
                                <a:gd name="connsiteX77" fmla="*/ 27623 w 94297"/>
                                <a:gd name="connsiteY77" fmla="*/ 21908 h 74295"/>
                                <a:gd name="connsiteX78" fmla="*/ 28575 w 94297"/>
                                <a:gd name="connsiteY78" fmla="*/ 23813 h 74295"/>
                                <a:gd name="connsiteX79" fmla="*/ 33338 w 94297"/>
                                <a:gd name="connsiteY79" fmla="*/ 30480 h 74295"/>
                                <a:gd name="connsiteX80" fmla="*/ 37148 w 94297"/>
                                <a:gd name="connsiteY80" fmla="*/ 37148 h 74295"/>
                                <a:gd name="connsiteX81" fmla="*/ 37148 w 94297"/>
                                <a:gd name="connsiteY81" fmla="*/ 38100 h 74295"/>
                                <a:gd name="connsiteX82" fmla="*/ 38100 w 94297"/>
                                <a:gd name="connsiteY82" fmla="*/ 39053 h 74295"/>
                                <a:gd name="connsiteX83" fmla="*/ 38100 w 94297"/>
                                <a:gd name="connsiteY83" fmla="*/ 44768 h 74295"/>
                                <a:gd name="connsiteX84" fmla="*/ 37148 w 94297"/>
                                <a:gd name="connsiteY84" fmla="*/ 48578 h 74295"/>
                                <a:gd name="connsiteX85" fmla="*/ 37148 w 94297"/>
                                <a:gd name="connsiteY85" fmla="*/ 52388 h 74295"/>
                                <a:gd name="connsiteX86" fmla="*/ 37148 w 94297"/>
                                <a:gd name="connsiteY86" fmla="*/ 54293 h 74295"/>
                                <a:gd name="connsiteX87" fmla="*/ 37148 w 94297"/>
                                <a:gd name="connsiteY87" fmla="*/ 56198 h 74295"/>
                                <a:gd name="connsiteX88" fmla="*/ 37148 w 94297"/>
                                <a:gd name="connsiteY88" fmla="*/ 58103 h 74295"/>
                                <a:gd name="connsiteX89" fmla="*/ 37148 w 94297"/>
                                <a:gd name="connsiteY89" fmla="*/ 60008 h 74295"/>
                                <a:gd name="connsiteX90" fmla="*/ 37148 w 94297"/>
                                <a:gd name="connsiteY90" fmla="*/ 64770 h 74295"/>
                                <a:gd name="connsiteX91" fmla="*/ 37148 w 94297"/>
                                <a:gd name="connsiteY91" fmla="*/ 68580 h 74295"/>
                                <a:gd name="connsiteX92" fmla="*/ 37148 w 94297"/>
                                <a:gd name="connsiteY92" fmla="*/ 70485 h 74295"/>
                                <a:gd name="connsiteX93" fmla="*/ 37148 w 94297"/>
                                <a:gd name="connsiteY93" fmla="*/ 72390 h 74295"/>
                                <a:gd name="connsiteX94" fmla="*/ 37148 w 94297"/>
                                <a:gd name="connsiteY94" fmla="*/ 73343 h 74295"/>
                                <a:gd name="connsiteX95" fmla="*/ 37148 w 94297"/>
                                <a:gd name="connsiteY95" fmla="*/ 74295 h 74295"/>
                                <a:gd name="connsiteX96" fmla="*/ 37148 w 94297"/>
                                <a:gd name="connsiteY96" fmla="*/ 74295 h 74295"/>
                                <a:gd name="connsiteX97" fmla="*/ 37148 w 94297"/>
                                <a:gd name="connsiteY97" fmla="*/ 72390 h 74295"/>
                                <a:gd name="connsiteX98" fmla="*/ 37148 w 94297"/>
                                <a:gd name="connsiteY98" fmla="*/ 70485 h 74295"/>
                                <a:gd name="connsiteX99" fmla="*/ 37148 w 94297"/>
                                <a:gd name="connsiteY99" fmla="*/ 68580 h 74295"/>
                                <a:gd name="connsiteX100" fmla="*/ 37148 w 94297"/>
                                <a:gd name="connsiteY100" fmla="*/ 64770 h 74295"/>
                                <a:gd name="connsiteX101" fmla="*/ 37148 w 94297"/>
                                <a:gd name="connsiteY101" fmla="*/ 60008 h 74295"/>
                                <a:gd name="connsiteX102" fmla="*/ 37148 w 94297"/>
                                <a:gd name="connsiteY102" fmla="*/ 59055 h 74295"/>
                                <a:gd name="connsiteX103" fmla="*/ 37148 w 94297"/>
                                <a:gd name="connsiteY103" fmla="*/ 58103 h 74295"/>
                                <a:gd name="connsiteX104" fmla="*/ 37148 w 94297"/>
                                <a:gd name="connsiteY104" fmla="*/ 56198 h 74295"/>
                                <a:gd name="connsiteX105" fmla="*/ 37148 w 94297"/>
                                <a:gd name="connsiteY105" fmla="*/ 54293 h 74295"/>
                                <a:gd name="connsiteX106" fmla="*/ 37148 w 94297"/>
                                <a:gd name="connsiteY106" fmla="*/ 52388 h 74295"/>
                                <a:gd name="connsiteX107" fmla="*/ 37148 w 94297"/>
                                <a:gd name="connsiteY107" fmla="*/ 48578 h 74295"/>
                                <a:gd name="connsiteX108" fmla="*/ 38100 w 94297"/>
                                <a:gd name="connsiteY108" fmla="*/ 44768 h 74295"/>
                                <a:gd name="connsiteX109" fmla="*/ 38100 w 94297"/>
                                <a:gd name="connsiteY109" fmla="*/ 40958 h 74295"/>
                                <a:gd name="connsiteX110" fmla="*/ 40957 w 94297"/>
                                <a:gd name="connsiteY110" fmla="*/ 44768 h 74295"/>
                                <a:gd name="connsiteX111" fmla="*/ 45720 w 94297"/>
                                <a:gd name="connsiteY111" fmla="*/ 52388 h 74295"/>
                                <a:gd name="connsiteX112" fmla="*/ 47625 w 94297"/>
                                <a:gd name="connsiteY112" fmla="*/ 56198 h 74295"/>
                                <a:gd name="connsiteX113" fmla="*/ 49530 w 94297"/>
                                <a:gd name="connsiteY113" fmla="*/ 60008 h 74295"/>
                                <a:gd name="connsiteX114" fmla="*/ 52388 w 94297"/>
                                <a:gd name="connsiteY114" fmla="*/ 67628 h 74295"/>
                                <a:gd name="connsiteX115" fmla="*/ 53340 w 94297"/>
                                <a:gd name="connsiteY115" fmla="*/ 71438 h 74295"/>
                                <a:gd name="connsiteX116" fmla="*/ 54293 w 94297"/>
                                <a:gd name="connsiteY116" fmla="*/ 74295 h 74295"/>
                                <a:gd name="connsiteX117" fmla="*/ 54293 w 94297"/>
                                <a:gd name="connsiteY117" fmla="*/ 74295 h 74295"/>
                                <a:gd name="connsiteX118" fmla="*/ 54293 w 94297"/>
                                <a:gd name="connsiteY118" fmla="*/ 74295 h 74295"/>
                                <a:gd name="connsiteX119" fmla="*/ 53340 w 94297"/>
                                <a:gd name="connsiteY119" fmla="*/ 70485 h 74295"/>
                                <a:gd name="connsiteX120" fmla="*/ 52388 w 94297"/>
                                <a:gd name="connsiteY120" fmla="*/ 66675 h 74295"/>
                                <a:gd name="connsiteX121" fmla="*/ 49530 w 94297"/>
                                <a:gd name="connsiteY121" fmla="*/ 59055 h 74295"/>
                                <a:gd name="connsiteX122" fmla="*/ 48577 w 94297"/>
                                <a:gd name="connsiteY122" fmla="*/ 57150 h 74295"/>
                                <a:gd name="connsiteX123" fmla="*/ 47625 w 94297"/>
                                <a:gd name="connsiteY123" fmla="*/ 55245 h 74295"/>
                                <a:gd name="connsiteX124" fmla="*/ 46673 w 94297"/>
                                <a:gd name="connsiteY124" fmla="*/ 53340 h 74295"/>
                                <a:gd name="connsiteX125" fmla="*/ 45720 w 94297"/>
                                <a:gd name="connsiteY125" fmla="*/ 51435 h 74295"/>
                                <a:gd name="connsiteX126" fmla="*/ 40957 w 94297"/>
                                <a:gd name="connsiteY126" fmla="*/ 43815 h 74295"/>
                                <a:gd name="connsiteX127" fmla="*/ 36195 w 94297"/>
                                <a:gd name="connsiteY127" fmla="*/ 36195 h 74295"/>
                                <a:gd name="connsiteX128" fmla="*/ 33338 w 94297"/>
                                <a:gd name="connsiteY128" fmla="*/ 30480 h 74295"/>
                                <a:gd name="connsiteX129" fmla="*/ 34290 w 94297"/>
                                <a:gd name="connsiteY129" fmla="*/ 31433 h 74295"/>
                                <a:gd name="connsiteX130" fmla="*/ 39052 w 94297"/>
                                <a:gd name="connsiteY130" fmla="*/ 33338 h 74295"/>
                                <a:gd name="connsiteX131" fmla="*/ 50482 w 94297"/>
                                <a:gd name="connsiteY131" fmla="*/ 38100 h 74295"/>
                                <a:gd name="connsiteX132" fmla="*/ 57150 w 94297"/>
                                <a:gd name="connsiteY132" fmla="*/ 40958 h 74295"/>
                                <a:gd name="connsiteX133" fmla="*/ 63818 w 94297"/>
                                <a:gd name="connsiteY133" fmla="*/ 44768 h 74295"/>
                                <a:gd name="connsiteX134" fmla="*/ 70485 w 94297"/>
                                <a:gd name="connsiteY134" fmla="*/ 49530 h 74295"/>
                                <a:gd name="connsiteX135" fmla="*/ 76200 w 94297"/>
                                <a:gd name="connsiteY135" fmla="*/ 56198 h 74295"/>
                                <a:gd name="connsiteX136" fmla="*/ 78105 w 94297"/>
                                <a:gd name="connsiteY136" fmla="*/ 60008 h 74295"/>
                                <a:gd name="connsiteX137" fmla="*/ 80010 w 94297"/>
                                <a:gd name="connsiteY137" fmla="*/ 63818 h 74295"/>
                                <a:gd name="connsiteX138" fmla="*/ 80963 w 94297"/>
                                <a:gd name="connsiteY138" fmla="*/ 65723 h 74295"/>
                                <a:gd name="connsiteX139" fmla="*/ 81915 w 94297"/>
                                <a:gd name="connsiteY139" fmla="*/ 67628 h 74295"/>
                                <a:gd name="connsiteX140" fmla="*/ 82868 w 94297"/>
                                <a:gd name="connsiteY140" fmla="*/ 72390 h 74295"/>
                                <a:gd name="connsiteX141" fmla="*/ 82868 w 94297"/>
                                <a:gd name="connsiteY141" fmla="*/ 73343 h 74295"/>
                                <a:gd name="connsiteX142" fmla="*/ 82868 w 94297"/>
                                <a:gd name="connsiteY142" fmla="*/ 73343 h 74295"/>
                                <a:gd name="connsiteX143" fmla="*/ 82868 w 94297"/>
                                <a:gd name="connsiteY143" fmla="*/ 72390 h 74295"/>
                                <a:gd name="connsiteX144" fmla="*/ 80010 w 94297"/>
                                <a:gd name="connsiteY144" fmla="*/ 63818 h 74295"/>
                                <a:gd name="connsiteX145" fmla="*/ 76200 w 94297"/>
                                <a:gd name="connsiteY145" fmla="*/ 56198 h 74295"/>
                                <a:gd name="connsiteX146" fmla="*/ 70485 w 94297"/>
                                <a:gd name="connsiteY146" fmla="*/ 49530 h 74295"/>
                                <a:gd name="connsiteX147" fmla="*/ 63818 w 94297"/>
                                <a:gd name="connsiteY147" fmla="*/ 44768 h 74295"/>
                                <a:gd name="connsiteX148" fmla="*/ 57150 w 94297"/>
                                <a:gd name="connsiteY148" fmla="*/ 40958 h 74295"/>
                                <a:gd name="connsiteX149" fmla="*/ 50482 w 94297"/>
                                <a:gd name="connsiteY149" fmla="*/ 38100 h 74295"/>
                                <a:gd name="connsiteX150" fmla="*/ 39052 w 94297"/>
                                <a:gd name="connsiteY150" fmla="*/ 33338 h 74295"/>
                                <a:gd name="connsiteX151" fmla="*/ 35243 w 94297"/>
                                <a:gd name="connsiteY151" fmla="*/ 31433 h 74295"/>
                                <a:gd name="connsiteX152" fmla="*/ 32385 w 94297"/>
                                <a:gd name="connsiteY152" fmla="*/ 29528 h 74295"/>
                                <a:gd name="connsiteX153" fmla="*/ 30480 w 94297"/>
                                <a:gd name="connsiteY153" fmla="*/ 28575 h 74295"/>
                                <a:gd name="connsiteX154" fmla="*/ 27623 w 94297"/>
                                <a:gd name="connsiteY154" fmla="*/ 23813 h 74295"/>
                                <a:gd name="connsiteX155" fmla="*/ 25718 w 94297"/>
                                <a:gd name="connsiteY155" fmla="*/ 20003 h 74295"/>
                                <a:gd name="connsiteX156" fmla="*/ 23813 w 94297"/>
                                <a:gd name="connsiteY156" fmla="*/ 17145 h 74295"/>
                                <a:gd name="connsiteX157" fmla="*/ 20002 w 94297"/>
                                <a:gd name="connsiteY157" fmla="*/ 11430 h 74295"/>
                                <a:gd name="connsiteX158" fmla="*/ 20002 w 94297"/>
                                <a:gd name="connsiteY158" fmla="*/ 10478 h 74295"/>
                                <a:gd name="connsiteX159" fmla="*/ 20955 w 94297"/>
                                <a:gd name="connsiteY159" fmla="*/ 10478 h 74295"/>
                                <a:gd name="connsiteX160" fmla="*/ 25718 w 94297"/>
                                <a:gd name="connsiteY160" fmla="*/ 11430 h 74295"/>
                                <a:gd name="connsiteX161" fmla="*/ 28575 w 94297"/>
                                <a:gd name="connsiteY161" fmla="*/ 12383 h 74295"/>
                                <a:gd name="connsiteX162" fmla="*/ 31432 w 94297"/>
                                <a:gd name="connsiteY162" fmla="*/ 12383 h 74295"/>
                                <a:gd name="connsiteX163" fmla="*/ 38100 w 94297"/>
                                <a:gd name="connsiteY163" fmla="*/ 13335 h 74295"/>
                                <a:gd name="connsiteX164" fmla="*/ 45720 w 94297"/>
                                <a:gd name="connsiteY164" fmla="*/ 14288 h 74295"/>
                                <a:gd name="connsiteX165" fmla="*/ 54293 w 94297"/>
                                <a:gd name="connsiteY165" fmla="*/ 16193 h 74295"/>
                                <a:gd name="connsiteX166" fmla="*/ 62865 w 94297"/>
                                <a:gd name="connsiteY166" fmla="*/ 18098 h 74295"/>
                                <a:gd name="connsiteX167" fmla="*/ 71438 w 94297"/>
                                <a:gd name="connsiteY167" fmla="*/ 21908 h 74295"/>
                                <a:gd name="connsiteX168" fmla="*/ 79057 w 94297"/>
                                <a:gd name="connsiteY168" fmla="*/ 26670 h 74295"/>
                                <a:gd name="connsiteX169" fmla="*/ 82868 w 94297"/>
                                <a:gd name="connsiteY169" fmla="*/ 29528 h 74295"/>
                                <a:gd name="connsiteX170" fmla="*/ 85725 w 94297"/>
                                <a:gd name="connsiteY170" fmla="*/ 32385 h 74295"/>
                                <a:gd name="connsiteX171" fmla="*/ 88582 w 94297"/>
                                <a:gd name="connsiteY171" fmla="*/ 36195 h 74295"/>
                                <a:gd name="connsiteX172" fmla="*/ 91440 w 94297"/>
                                <a:gd name="connsiteY172" fmla="*/ 40005 h 74295"/>
                                <a:gd name="connsiteX173" fmla="*/ 93345 w 94297"/>
                                <a:gd name="connsiteY173" fmla="*/ 43815 h 74295"/>
                                <a:gd name="connsiteX174" fmla="*/ 94298 w 94297"/>
                                <a:gd name="connsiteY174" fmla="*/ 46673 h 74295"/>
                                <a:gd name="connsiteX175" fmla="*/ 94298 w 94297"/>
                                <a:gd name="connsiteY175" fmla="*/ 45720 h 74295"/>
                                <a:gd name="connsiteX176" fmla="*/ 93345 w 94297"/>
                                <a:gd name="connsiteY176" fmla="*/ 43815 h 74295"/>
                                <a:gd name="connsiteX177" fmla="*/ 91440 w 94297"/>
                                <a:gd name="connsiteY177" fmla="*/ 40005 h 74295"/>
                                <a:gd name="connsiteX178" fmla="*/ 88582 w 94297"/>
                                <a:gd name="connsiteY178" fmla="*/ 36195 h 74295"/>
                                <a:gd name="connsiteX179" fmla="*/ 85725 w 94297"/>
                                <a:gd name="connsiteY179" fmla="*/ 32385 h 74295"/>
                                <a:gd name="connsiteX180" fmla="*/ 82868 w 94297"/>
                                <a:gd name="connsiteY180" fmla="*/ 29528 h 74295"/>
                                <a:gd name="connsiteX181" fmla="*/ 79057 w 94297"/>
                                <a:gd name="connsiteY181" fmla="*/ 26670 h 74295"/>
                                <a:gd name="connsiteX182" fmla="*/ 71438 w 94297"/>
                                <a:gd name="connsiteY182" fmla="*/ 21908 h 74295"/>
                                <a:gd name="connsiteX183" fmla="*/ 62865 w 94297"/>
                                <a:gd name="connsiteY183" fmla="*/ 18098 h 74295"/>
                                <a:gd name="connsiteX184" fmla="*/ 54293 w 94297"/>
                                <a:gd name="connsiteY184" fmla="*/ 15240 h 74295"/>
                                <a:gd name="connsiteX185" fmla="*/ 45720 w 94297"/>
                                <a:gd name="connsiteY185" fmla="*/ 13335 h 74295"/>
                                <a:gd name="connsiteX186" fmla="*/ 38100 w 94297"/>
                                <a:gd name="connsiteY186" fmla="*/ 12383 h 74295"/>
                                <a:gd name="connsiteX187" fmla="*/ 31432 w 94297"/>
                                <a:gd name="connsiteY187" fmla="*/ 11430 h 74295"/>
                                <a:gd name="connsiteX188" fmla="*/ 28575 w 94297"/>
                                <a:gd name="connsiteY188" fmla="*/ 11430 h 74295"/>
                                <a:gd name="connsiteX189" fmla="*/ 25718 w 94297"/>
                                <a:gd name="connsiteY189" fmla="*/ 10478 h 74295"/>
                                <a:gd name="connsiteX190" fmla="*/ 20955 w 94297"/>
                                <a:gd name="connsiteY190" fmla="*/ 9525 h 74295"/>
                                <a:gd name="connsiteX191" fmla="*/ 19050 w 94297"/>
                                <a:gd name="connsiteY191" fmla="*/ 9525 h 74295"/>
                                <a:gd name="connsiteX192" fmla="*/ 19050 w 94297"/>
                                <a:gd name="connsiteY192" fmla="*/ 9525 h 74295"/>
                                <a:gd name="connsiteX193" fmla="*/ 18098 w 94297"/>
                                <a:gd name="connsiteY193" fmla="*/ 6668 h 74295"/>
                                <a:gd name="connsiteX194" fmla="*/ 16193 w 94297"/>
                                <a:gd name="connsiteY194" fmla="*/ 2858 h 74295"/>
                                <a:gd name="connsiteX195" fmla="*/ 14288 w 94297"/>
                                <a:gd name="connsiteY195" fmla="*/ 0 h 74295"/>
                                <a:gd name="connsiteX196" fmla="*/ 11430 w 94297"/>
                                <a:gd name="connsiteY196" fmla="*/ 2858 h 74295"/>
                                <a:gd name="connsiteX197" fmla="*/ 16193 w 94297"/>
                                <a:gd name="connsiteY197" fmla="*/ 953 h 74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94297" h="74295">
                                  <a:moveTo>
                                    <a:pt x="16193" y="953"/>
                                  </a:moveTo>
                                  <a:cubicBezTo>
                                    <a:pt x="16193" y="953"/>
                                    <a:pt x="16193" y="1905"/>
                                    <a:pt x="16193" y="953"/>
                                  </a:cubicBezTo>
                                  <a:cubicBezTo>
                                    <a:pt x="16193" y="1905"/>
                                    <a:pt x="16193" y="2858"/>
                                    <a:pt x="15240" y="4763"/>
                                  </a:cubicBezTo>
                                  <a:cubicBezTo>
                                    <a:pt x="14288" y="6668"/>
                                    <a:pt x="13335" y="9525"/>
                                    <a:pt x="11430" y="12383"/>
                                  </a:cubicBezTo>
                                  <a:cubicBezTo>
                                    <a:pt x="9525" y="15240"/>
                                    <a:pt x="8573" y="19050"/>
                                    <a:pt x="6668" y="22860"/>
                                  </a:cubicBezTo>
                                  <a:cubicBezTo>
                                    <a:pt x="5715" y="23813"/>
                                    <a:pt x="5715" y="24765"/>
                                    <a:pt x="4763" y="25718"/>
                                  </a:cubicBezTo>
                                  <a:cubicBezTo>
                                    <a:pt x="4763" y="26670"/>
                                    <a:pt x="3810" y="26670"/>
                                    <a:pt x="3810" y="27623"/>
                                  </a:cubicBezTo>
                                  <a:lnTo>
                                    <a:pt x="3810" y="27623"/>
                                  </a:lnTo>
                                  <a:lnTo>
                                    <a:pt x="3810" y="27623"/>
                                  </a:lnTo>
                                  <a:lnTo>
                                    <a:pt x="3810" y="28575"/>
                                  </a:lnTo>
                                  <a:cubicBezTo>
                                    <a:pt x="2857" y="30480"/>
                                    <a:pt x="1905" y="32385"/>
                                    <a:pt x="1905" y="34290"/>
                                  </a:cubicBezTo>
                                  <a:cubicBezTo>
                                    <a:pt x="1905" y="35243"/>
                                    <a:pt x="952" y="36195"/>
                                    <a:pt x="952" y="37148"/>
                                  </a:cubicBezTo>
                                  <a:cubicBezTo>
                                    <a:pt x="952" y="38100"/>
                                    <a:pt x="952" y="39053"/>
                                    <a:pt x="0" y="40005"/>
                                  </a:cubicBezTo>
                                  <a:cubicBezTo>
                                    <a:pt x="0" y="40958"/>
                                    <a:pt x="0" y="40958"/>
                                    <a:pt x="0" y="40958"/>
                                  </a:cubicBezTo>
                                  <a:cubicBezTo>
                                    <a:pt x="0" y="40958"/>
                                    <a:pt x="0" y="41910"/>
                                    <a:pt x="0" y="41910"/>
                                  </a:cubicBezTo>
                                  <a:cubicBezTo>
                                    <a:pt x="0" y="42863"/>
                                    <a:pt x="0" y="43815"/>
                                    <a:pt x="0" y="44768"/>
                                  </a:cubicBezTo>
                                  <a:cubicBezTo>
                                    <a:pt x="0" y="46673"/>
                                    <a:pt x="0" y="47625"/>
                                    <a:pt x="0" y="48578"/>
                                  </a:cubicBezTo>
                                  <a:cubicBezTo>
                                    <a:pt x="0" y="49530"/>
                                    <a:pt x="0" y="50483"/>
                                    <a:pt x="0" y="51435"/>
                                  </a:cubicBezTo>
                                  <a:cubicBezTo>
                                    <a:pt x="0" y="52388"/>
                                    <a:pt x="0" y="53340"/>
                                    <a:pt x="0" y="53340"/>
                                  </a:cubicBezTo>
                                  <a:cubicBezTo>
                                    <a:pt x="0" y="53340"/>
                                    <a:pt x="0" y="54293"/>
                                    <a:pt x="0" y="54293"/>
                                  </a:cubicBezTo>
                                  <a:cubicBezTo>
                                    <a:pt x="0" y="54293"/>
                                    <a:pt x="0" y="54293"/>
                                    <a:pt x="0" y="54293"/>
                                  </a:cubicBezTo>
                                  <a:lnTo>
                                    <a:pt x="0" y="54293"/>
                                  </a:lnTo>
                                  <a:cubicBezTo>
                                    <a:pt x="0" y="54293"/>
                                    <a:pt x="0" y="54293"/>
                                    <a:pt x="0" y="54293"/>
                                  </a:cubicBezTo>
                                  <a:cubicBezTo>
                                    <a:pt x="0" y="54293"/>
                                    <a:pt x="0" y="53340"/>
                                    <a:pt x="0" y="53340"/>
                                  </a:cubicBezTo>
                                  <a:cubicBezTo>
                                    <a:pt x="0" y="53340"/>
                                    <a:pt x="0" y="52388"/>
                                    <a:pt x="0" y="51435"/>
                                  </a:cubicBezTo>
                                  <a:cubicBezTo>
                                    <a:pt x="0" y="50483"/>
                                    <a:pt x="0" y="49530"/>
                                    <a:pt x="0" y="48578"/>
                                  </a:cubicBezTo>
                                  <a:cubicBezTo>
                                    <a:pt x="0" y="47625"/>
                                    <a:pt x="0" y="45720"/>
                                    <a:pt x="952" y="44768"/>
                                  </a:cubicBezTo>
                                  <a:cubicBezTo>
                                    <a:pt x="952" y="43815"/>
                                    <a:pt x="952" y="42863"/>
                                    <a:pt x="952" y="41910"/>
                                  </a:cubicBezTo>
                                  <a:cubicBezTo>
                                    <a:pt x="952" y="41910"/>
                                    <a:pt x="952" y="40958"/>
                                    <a:pt x="952" y="40958"/>
                                  </a:cubicBezTo>
                                  <a:cubicBezTo>
                                    <a:pt x="952" y="40958"/>
                                    <a:pt x="952" y="40005"/>
                                    <a:pt x="952" y="40005"/>
                                  </a:cubicBezTo>
                                  <a:cubicBezTo>
                                    <a:pt x="952" y="39053"/>
                                    <a:pt x="952" y="38100"/>
                                    <a:pt x="1905" y="37148"/>
                                  </a:cubicBezTo>
                                  <a:cubicBezTo>
                                    <a:pt x="1905" y="36195"/>
                                    <a:pt x="2857" y="35243"/>
                                    <a:pt x="2857" y="34290"/>
                                  </a:cubicBezTo>
                                  <a:cubicBezTo>
                                    <a:pt x="3810" y="32385"/>
                                    <a:pt x="4763" y="30480"/>
                                    <a:pt x="4763" y="28575"/>
                                  </a:cubicBezTo>
                                  <a:lnTo>
                                    <a:pt x="4763" y="27623"/>
                                  </a:lnTo>
                                  <a:lnTo>
                                    <a:pt x="4763" y="27623"/>
                                  </a:lnTo>
                                  <a:lnTo>
                                    <a:pt x="4763" y="27623"/>
                                  </a:lnTo>
                                  <a:cubicBezTo>
                                    <a:pt x="4763" y="26670"/>
                                    <a:pt x="5715" y="26670"/>
                                    <a:pt x="5715" y="25718"/>
                                  </a:cubicBezTo>
                                  <a:cubicBezTo>
                                    <a:pt x="6668" y="24765"/>
                                    <a:pt x="6668" y="23813"/>
                                    <a:pt x="7620" y="22860"/>
                                  </a:cubicBezTo>
                                  <a:cubicBezTo>
                                    <a:pt x="9525" y="19050"/>
                                    <a:pt x="11430" y="15240"/>
                                    <a:pt x="13335" y="12383"/>
                                  </a:cubicBezTo>
                                  <a:cubicBezTo>
                                    <a:pt x="15240" y="7620"/>
                                    <a:pt x="17145" y="3810"/>
                                    <a:pt x="18098" y="2858"/>
                                  </a:cubicBezTo>
                                  <a:cubicBezTo>
                                    <a:pt x="18098" y="3810"/>
                                    <a:pt x="19050" y="3810"/>
                                    <a:pt x="19050" y="4763"/>
                                  </a:cubicBezTo>
                                  <a:cubicBezTo>
                                    <a:pt x="19050" y="5715"/>
                                    <a:pt x="20002" y="6668"/>
                                    <a:pt x="20002" y="7620"/>
                                  </a:cubicBezTo>
                                  <a:cubicBezTo>
                                    <a:pt x="20955" y="8573"/>
                                    <a:pt x="20955" y="9525"/>
                                    <a:pt x="21907" y="10478"/>
                                  </a:cubicBezTo>
                                  <a:cubicBezTo>
                                    <a:pt x="22860" y="12383"/>
                                    <a:pt x="24765" y="14288"/>
                                    <a:pt x="25718" y="16193"/>
                                  </a:cubicBezTo>
                                  <a:cubicBezTo>
                                    <a:pt x="25718" y="16193"/>
                                    <a:pt x="26670" y="17145"/>
                                    <a:pt x="26670" y="17145"/>
                                  </a:cubicBezTo>
                                  <a:cubicBezTo>
                                    <a:pt x="26670" y="17145"/>
                                    <a:pt x="26670" y="17145"/>
                                    <a:pt x="26670" y="17145"/>
                                  </a:cubicBezTo>
                                  <a:cubicBezTo>
                                    <a:pt x="26670" y="18098"/>
                                    <a:pt x="26670" y="19050"/>
                                    <a:pt x="27623" y="20955"/>
                                  </a:cubicBezTo>
                                  <a:cubicBezTo>
                                    <a:pt x="27623" y="22860"/>
                                    <a:pt x="27623" y="23813"/>
                                    <a:pt x="27623" y="25718"/>
                                  </a:cubicBezTo>
                                  <a:cubicBezTo>
                                    <a:pt x="27623" y="29528"/>
                                    <a:pt x="25718" y="33338"/>
                                    <a:pt x="24765" y="37148"/>
                                  </a:cubicBezTo>
                                  <a:cubicBezTo>
                                    <a:pt x="23813" y="39053"/>
                                    <a:pt x="23813" y="40958"/>
                                    <a:pt x="22860" y="43815"/>
                                  </a:cubicBezTo>
                                  <a:cubicBezTo>
                                    <a:pt x="22860" y="44768"/>
                                    <a:pt x="21907" y="45720"/>
                                    <a:pt x="21907" y="46673"/>
                                  </a:cubicBezTo>
                                  <a:cubicBezTo>
                                    <a:pt x="21907" y="47625"/>
                                    <a:pt x="21907" y="48578"/>
                                    <a:pt x="20955" y="49530"/>
                                  </a:cubicBezTo>
                                  <a:cubicBezTo>
                                    <a:pt x="20955" y="51435"/>
                                    <a:pt x="20002" y="53340"/>
                                    <a:pt x="20002" y="54293"/>
                                  </a:cubicBezTo>
                                  <a:cubicBezTo>
                                    <a:pt x="20002" y="55245"/>
                                    <a:pt x="20002" y="56198"/>
                                    <a:pt x="20002" y="56198"/>
                                  </a:cubicBezTo>
                                  <a:cubicBezTo>
                                    <a:pt x="20002" y="57150"/>
                                    <a:pt x="20002" y="57150"/>
                                    <a:pt x="20002" y="58103"/>
                                  </a:cubicBezTo>
                                  <a:cubicBezTo>
                                    <a:pt x="20002" y="60008"/>
                                    <a:pt x="20002" y="61913"/>
                                    <a:pt x="20955" y="62865"/>
                                  </a:cubicBezTo>
                                  <a:cubicBezTo>
                                    <a:pt x="20955" y="62865"/>
                                    <a:pt x="20955" y="62865"/>
                                    <a:pt x="20955" y="62865"/>
                                  </a:cubicBezTo>
                                  <a:cubicBezTo>
                                    <a:pt x="20955" y="62865"/>
                                    <a:pt x="20955" y="62865"/>
                                    <a:pt x="20955" y="62865"/>
                                  </a:cubicBezTo>
                                  <a:cubicBezTo>
                                    <a:pt x="20955" y="62865"/>
                                    <a:pt x="20955" y="62865"/>
                                    <a:pt x="20955" y="62865"/>
                                  </a:cubicBezTo>
                                  <a:cubicBezTo>
                                    <a:pt x="20955" y="62865"/>
                                    <a:pt x="20955" y="62865"/>
                                    <a:pt x="20955" y="62865"/>
                                  </a:cubicBezTo>
                                  <a:cubicBezTo>
                                    <a:pt x="20955" y="62865"/>
                                    <a:pt x="20955" y="62865"/>
                                    <a:pt x="20955" y="62865"/>
                                  </a:cubicBezTo>
                                  <a:cubicBezTo>
                                    <a:pt x="20955" y="62865"/>
                                    <a:pt x="21907" y="63818"/>
                                    <a:pt x="21907" y="63818"/>
                                  </a:cubicBezTo>
                                  <a:cubicBezTo>
                                    <a:pt x="21907" y="63818"/>
                                    <a:pt x="20955" y="63818"/>
                                    <a:pt x="20955" y="62865"/>
                                  </a:cubicBezTo>
                                  <a:cubicBezTo>
                                    <a:pt x="20955" y="62865"/>
                                    <a:pt x="20955" y="62865"/>
                                    <a:pt x="20955" y="62865"/>
                                  </a:cubicBezTo>
                                  <a:cubicBezTo>
                                    <a:pt x="20955" y="62865"/>
                                    <a:pt x="20955" y="62865"/>
                                    <a:pt x="20955" y="62865"/>
                                  </a:cubicBezTo>
                                  <a:cubicBezTo>
                                    <a:pt x="20955" y="62865"/>
                                    <a:pt x="20955" y="62865"/>
                                    <a:pt x="20955" y="62865"/>
                                  </a:cubicBezTo>
                                  <a:cubicBezTo>
                                    <a:pt x="20955" y="62865"/>
                                    <a:pt x="20955" y="62865"/>
                                    <a:pt x="20955" y="62865"/>
                                  </a:cubicBezTo>
                                  <a:cubicBezTo>
                                    <a:pt x="20955" y="62865"/>
                                    <a:pt x="20955" y="62865"/>
                                    <a:pt x="20955" y="62865"/>
                                  </a:cubicBezTo>
                                  <a:cubicBezTo>
                                    <a:pt x="20002" y="61913"/>
                                    <a:pt x="20002" y="60960"/>
                                    <a:pt x="20002" y="58103"/>
                                  </a:cubicBezTo>
                                  <a:cubicBezTo>
                                    <a:pt x="20002" y="57150"/>
                                    <a:pt x="20002" y="57150"/>
                                    <a:pt x="20002" y="56198"/>
                                  </a:cubicBezTo>
                                  <a:cubicBezTo>
                                    <a:pt x="20002" y="55245"/>
                                    <a:pt x="20002" y="55245"/>
                                    <a:pt x="20002" y="54293"/>
                                  </a:cubicBezTo>
                                  <a:cubicBezTo>
                                    <a:pt x="20002" y="52388"/>
                                    <a:pt x="20955" y="51435"/>
                                    <a:pt x="20955" y="49530"/>
                                  </a:cubicBezTo>
                                  <a:cubicBezTo>
                                    <a:pt x="20955" y="48578"/>
                                    <a:pt x="20955" y="47625"/>
                                    <a:pt x="21907" y="46673"/>
                                  </a:cubicBezTo>
                                  <a:cubicBezTo>
                                    <a:pt x="21907" y="45720"/>
                                    <a:pt x="22860" y="44768"/>
                                    <a:pt x="22860" y="43815"/>
                                  </a:cubicBezTo>
                                  <a:cubicBezTo>
                                    <a:pt x="23813" y="41910"/>
                                    <a:pt x="23813" y="40005"/>
                                    <a:pt x="24765" y="38100"/>
                                  </a:cubicBezTo>
                                  <a:cubicBezTo>
                                    <a:pt x="25718" y="34290"/>
                                    <a:pt x="27623" y="29528"/>
                                    <a:pt x="27623" y="26670"/>
                                  </a:cubicBezTo>
                                  <a:cubicBezTo>
                                    <a:pt x="27623" y="24765"/>
                                    <a:pt x="27623" y="22860"/>
                                    <a:pt x="27623" y="21908"/>
                                  </a:cubicBezTo>
                                  <a:cubicBezTo>
                                    <a:pt x="27623" y="21908"/>
                                    <a:pt x="27623" y="21908"/>
                                    <a:pt x="27623" y="21908"/>
                                  </a:cubicBezTo>
                                  <a:cubicBezTo>
                                    <a:pt x="27623" y="22860"/>
                                    <a:pt x="28575" y="22860"/>
                                    <a:pt x="28575" y="23813"/>
                                  </a:cubicBezTo>
                                  <a:cubicBezTo>
                                    <a:pt x="30480" y="25718"/>
                                    <a:pt x="31432" y="28575"/>
                                    <a:pt x="33338" y="30480"/>
                                  </a:cubicBezTo>
                                  <a:cubicBezTo>
                                    <a:pt x="34290" y="32385"/>
                                    <a:pt x="36195" y="34290"/>
                                    <a:pt x="37148" y="37148"/>
                                  </a:cubicBezTo>
                                  <a:cubicBezTo>
                                    <a:pt x="37148" y="37148"/>
                                    <a:pt x="37148" y="37148"/>
                                    <a:pt x="37148" y="38100"/>
                                  </a:cubicBezTo>
                                  <a:cubicBezTo>
                                    <a:pt x="37148" y="38100"/>
                                    <a:pt x="37148" y="39053"/>
                                    <a:pt x="38100" y="39053"/>
                                  </a:cubicBezTo>
                                  <a:cubicBezTo>
                                    <a:pt x="38100" y="40005"/>
                                    <a:pt x="39052" y="41910"/>
                                    <a:pt x="38100" y="44768"/>
                                  </a:cubicBezTo>
                                  <a:cubicBezTo>
                                    <a:pt x="38100" y="45720"/>
                                    <a:pt x="38100" y="47625"/>
                                    <a:pt x="37148" y="48578"/>
                                  </a:cubicBezTo>
                                  <a:cubicBezTo>
                                    <a:pt x="37148" y="49530"/>
                                    <a:pt x="37148" y="51435"/>
                                    <a:pt x="37148" y="52388"/>
                                  </a:cubicBezTo>
                                  <a:cubicBezTo>
                                    <a:pt x="37148" y="53340"/>
                                    <a:pt x="37148" y="54293"/>
                                    <a:pt x="37148" y="54293"/>
                                  </a:cubicBezTo>
                                  <a:cubicBezTo>
                                    <a:pt x="37148" y="55245"/>
                                    <a:pt x="37148" y="56198"/>
                                    <a:pt x="37148" y="56198"/>
                                  </a:cubicBezTo>
                                  <a:cubicBezTo>
                                    <a:pt x="37148" y="57150"/>
                                    <a:pt x="37148" y="58103"/>
                                    <a:pt x="37148" y="58103"/>
                                  </a:cubicBezTo>
                                  <a:cubicBezTo>
                                    <a:pt x="37148" y="59055"/>
                                    <a:pt x="37148" y="60008"/>
                                    <a:pt x="37148" y="60008"/>
                                  </a:cubicBezTo>
                                  <a:cubicBezTo>
                                    <a:pt x="37148" y="61913"/>
                                    <a:pt x="37148" y="62865"/>
                                    <a:pt x="37148" y="64770"/>
                                  </a:cubicBezTo>
                                  <a:cubicBezTo>
                                    <a:pt x="37148" y="66675"/>
                                    <a:pt x="37148" y="67628"/>
                                    <a:pt x="37148" y="68580"/>
                                  </a:cubicBezTo>
                                  <a:cubicBezTo>
                                    <a:pt x="37148" y="69533"/>
                                    <a:pt x="37148" y="69533"/>
                                    <a:pt x="37148" y="70485"/>
                                  </a:cubicBezTo>
                                  <a:cubicBezTo>
                                    <a:pt x="37148" y="71438"/>
                                    <a:pt x="37148" y="71438"/>
                                    <a:pt x="37148" y="72390"/>
                                  </a:cubicBezTo>
                                  <a:cubicBezTo>
                                    <a:pt x="37148" y="72390"/>
                                    <a:pt x="37148" y="73343"/>
                                    <a:pt x="37148" y="73343"/>
                                  </a:cubicBezTo>
                                  <a:cubicBezTo>
                                    <a:pt x="37148" y="73343"/>
                                    <a:pt x="37148" y="74295"/>
                                    <a:pt x="37148" y="74295"/>
                                  </a:cubicBezTo>
                                  <a:cubicBezTo>
                                    <a:pt x="37148" y="74295"/>
                                    <a:pt x="37148" y="74295"/>
                                    <a:pt x="37148" y="74295"/>
                                  </a:cubicBezTo>
                                  <a:cubicBezTo>
                                    <a:pt x="37148" y="73343"/>
                                    <a:pt x="37148" y="72390"/>
                                    <a:pt x="37148" y="72390"/>
                                  </a:cubicBezTo>
                                  <a:cubicBezTo>
                                    <a:pt x="37148" y="71438"/>
                                    <a:pt x="37148" y="71438"/>
                                    <a:pt x="37148" y="70485"/>
                                  </a:cubicBezTo>
                                  <a:cubicBezTo>
                                    <a:pt x="37148" y="69533"/>
                                    <a:pt x="37148" y="69533"/>
                                    <a:pt x="37148" y="68580"/>
                                  </a:cubicBezTo>
                                  <a:cubicBezTo>
                                    <a:pt x="37148" y="67628"/>
                                    <a:pt x="37148" y="65723"/>
                                    <a:pt x="37148" y="64770"/>
                                  </a:cubicBezTo>
                                  <a:cubicBezTo>
                                    <a:pt x="37148" y="63818"/>
                                    <a:pt x="37148" y="61913"/>
                                    <a:pt x="37148" y="60008"/>
                                  </a:cubicBezTo>
                                  <a:lnTo>
                                    <a:pt x="37148" y="59055"/>
                                  </a:lnTo>
                                  <a:lnTo>
                                    <a:pt x="37148" y="58103"/>
                                  </a:lnTo>
                                  <a:cubicBezTo>
                                    <a:pt x="37148" y="57150"/>
                                    <a:pt x="37148" y="56198"/>
                                    <a:pt x="37148" y="56198"/>
                                  </a:cubicBezTo>
                                  <a:cubicBezTo>
                                    <a:pt x="37148" y="55245"/>
                                    <a:pt x="37148" y="54293"/>
                                    <a:pt x="37148" y="54293"/>
                                  </a:cubicBezTo>
                                  <a:cubicBezTo>
                                    <a:pt x="37148" y="53340"/>
                                    <a:pt x="37148" y="52388"/>
                                    <a:pt x="37148" y="52388"/>
                                  </a:cubicBezTo>
                                  <a:cubicBezTo>
                                    <a:pt x="37148" y="51435"/>
                                    <a:pt x="37148" y="49530"/>
                                    <a:pt x="37148" y="48578"/>
                                  </a:cubicBezTo>
                                  <a:cubicBezTo>
                                    <a:pt x="37148" y="47625"/>
                                    <a:pt x="37148" y="45720"/>
                                    <a:pt x="38100" y="44768"/>
                                  </a:cubicBezTo>
                                  <a:cubicBezTo>
                                    <a:pt x="38100" y="43815"/>
                                    <a:pt x="38100" y="41910"/>
                                    <a:pt x="38100" y="40958"/>
                                  </a:cubicBezTo>
                                  <a:cubicBezTo>
                                    <a:pt x="39052" y="41910"/>
                                    <a:pt x="40005" y="43815"/>
                                    <a:pt x="40957" y="44768"/>
                                  </a:cubicBezTo>
                                  <a:cubicBezTo>
                                    <a:pt x="41910" y="47625"/>
                                    <a:pt x="43815" y="49530"/>
                                    <a:pt x="45720" y="52388"/>
                                  </a:cubicBezTo>
                                  <a:cubicBezTo>
                                    <a:pt x="46673" y="53340"/>
                                    <a:pt x="46673" y="55245"/>
                                    <a:pt x="47625" y="56198"/>
                                  </a:cubicBezTo>
                                  <a:cubicBezTo>
                                    <a:pt x="48577" y="57150"/>
                                    <a:pt x="48577" y="59055"/>
                                    <a:pt x="49530" y="60008"/>
                                  </a:cubicBezTo>
                                  <a:cubicBezTo>
                                    <a:pt x="50482" y="62865"/>
                                    <a:pt x="51435" y="64770"/>
                                    <a:pt x="52388" y="67628"/>
                                  </a:cubicBezTo>
                                  <a:cubicBezTo>
                                    <a:pt x="52388" y="68580"/>
                                    <a:pt x="53340" y="70485"/>
                                    <a:pt x="53340" y="71438"/>
                                  </a:cubicBezTo>
                                  <a:cubicBezTo>
                                    <a:pt x="53340" y="72390"/>
                                    <a:pt x="54293" y="73343"/>
                                    <a:pt x="54293" y="74295"/>
                                  </a:cubicBezTo>
                                  <a:cubicBezTo>
                                    <a:pt x="54293" y="74295"/>
                                    <a:pt x="54293" y="74295"/>
                                    <a:pt x="54293" y="74295"/>
                                  </a:cubicBezTo>
                                  <a:lnTo>
                                    <a:pt x="54293" y="74295"/>
                                  </a:lnTo>
                                  <a:cubicBezTo>
                                    <a:pt x="54293" y="73343"/>
                                    <a:pt x="54293" y="72390"/>
                                    <a:pt x="53340" y="70485"/>
                                  </a:cubicBezTo>
                                  <a:cubicBezTo>
                                    <a:pt x="53340" y="69533"/>
                                    <a:pt x="53340" y="67628"/>
                                    <a:pt x="52388" y="66675"/>
                                  </a:cubicBezTo>
                                  <a:cubicBezTo>
                                    <a:pt x="51435" y="63818"/>
                                    <a:pt x="50482" y="60960"/>
                                    <a:pt x="49530" y="59055"/>
                                  </a:cubicBezTo>
                                  <a:cubicBezTo>
                                    <a:pt x="49530" y="58103"/>
                                    <a:pt x="48577" y="58103"/>
                                    <a:pt x="48577" y="57150"/>
                                  </a:cubicBezTo>
                                  <a:cubicBezTo>
                                    <a:pt x="48577" y="56198"/>
                                    <a:pt x="47625" y="56198"/>
                                    <a:pt x="47625" y="55245"/>
                                  </a:cubicBezTo>
                                  <a:cubicBezTo>
                                    <a:pt x="47625" y="54293"/>
                                    <a:pt x="46673" y="54293"/>
                                    <a:pt x="46673" y="53340"/>
                                  </a:cubicBezTo>
                                  <a:cubicBezTo>
                                    <a:pt x="46673" y="52388"/>
                                    <a:pt x="45720" y="52388"/>
                                    <a:pt x="45720" y="51435"/>
                                  </a:cubicBezTo>
                                  <a:cubicBezTo>
                                    <a:pt x="44768" y="48578"/>
                                    <a:pt x="42863" y="46673"/>
                                    <a:pt x="40957" y="43815"/>
                                  </a:cubicBezTo>
                                  <a:cubicBezTo>
                                    <a:pt x="39052" y="40958"/>
                                    <a:pt x="38100" y="39053"/>
                                    <a:pt x="36195" y="36195"/>
                                  </a:cubicBezTo>
                                  <a:cubicBezTo>
                                    <a:pt x="35243" y="34290"/>
                                    <a:pt x="34290" y="32385"/>
                                    <a:pt x="33338" y="30480"/>
                                  </a:cubicBezTo>
                                  <a:cubicBezTo>
                                    <a:pt x="33338" y="30480"/>
                                    <a:pt x="34290" y="30480"/>
                                    <a:pt x="34290" y="31433"/>
                                  </a:cubicBezTo>
                                  <a:cubicBezTo>
                                    <a:pt x="35243" y="32385"/>
                                    <a:pt x="37148" y="33338"/>
                                    <a:pt x="39052" y="33338"/>
                                  </a:cubicBezTo>
                                  <a:cubicBezTo>
                                    <a:pt x="41910" y="35243"/>
                                    <a:pt x="46673" y="36195"/>
                                    <a:pt x="50482" y="38100"/>
                                  </a:cubicBezTo>
                                  <a:cubicBezTo>
                                    <a:pt x="52388" y="39053"/>
                                    <a:pt x="55245" y="40005"/>
                                    <a:pt x="57150" y="40958"/>
                                  </a:cubicBezTo>
                                  <a:cubicBezTo>
                                    <a:pt x="59055" y="41910"/>
                                    <a:pt x="61913" y="42863"/>
                                    <a:pt x="63818" y="44768"/>
                                  </a:cubicBezTo>
                                  <a:cubicBezTo>
                                    <a:pt x="65723" y="45720"/>
                                    <a:pt x="67627" y="47625"/>
                                    <a:pt x="70485" y="49530"/>
                                  </a:cubicBezTo>
                                  <a:cubicBezTo>
                                    <a:pt x="72390" y="51435"/>
                                    <a:pt x="74295" y="53340"/>
                                    <a:pt x="76200" y="56198"/>
                                  </a:cubicBezTo>
                                  <a:cubicBezTo>
                                    <a:pt x="77152" y="57150"/>
                                    <a:pt x="78105" y="59055"/>
                                    <a:pt x="78105" y="60008"/>
                                  </a:cubicBezTo>
                                  <a:cubicBezTo>
                                    <a:pt x="79057" y="60960"/>
                                    <a:pt x="79057" y="62865"/>
                                    <a:pt x="80010" y="63818"/>
                                  </a:cubicBezTo>
                                  <a:cubicBezTo>
                                    <a:pt x="80010" y="64770"/>
                                    <a:pt x="80963" y="64770"/>
                                    <a:pt x="80963" y="65723"/>
                                  </a:cubicBezTo>
                                  <a:cubicBezTo>
                                    <a:pt x="80963" y="66675"/>
                                    <a:pt x="81915" y="66675"/>
                                    <a:pt x="81915" y="67628"/>
                                  </a:cubicBezTo>
                                  <a:cubicBezTo>
                                    <a:pt x="81915" y="68580"/>
                                    <a:pt x="82868" y="70485"/>
                                    <a:pt x="82868" y="72390"/>
                                  </a:cubicBezTo>
                                  <a:cubicBezTo>
                                    <a:pt x="82868" y="72390"/>
                                    <a:pt x="82868" y="73343"/>
                                    <a:pt x="82868" y="73343"/>
                                  </a:cubicBezTo>
                                  <a:cubicBezTo>
                                    <a:pt x="82868" y="73343"/>
                                    <a:pt x="82868" y="73343"/>
                                    <a:pt x="82868" y="73343"/>
                                  </a:cubicBezTo>
                                  <a:lnTo>
                                    <a:pt x="82868" y="72390"/>
                                  </a:lnTo>
                                  <a:cubicBezTo>
                                    <a:pt x="81915" y="69533"/>
                                    <a:pt x="80963" y="66675"/>
                                    <a:pt x="80010" y="63818"/>
                                  </a:cubicBezTo>
                                  <a:cubicBezTo>
                                    <a:pt x="79057" y="60960"/>
                                    <a:pt x="77152" y="58103"/>
                                    <a:pt x="76200" y="56198"/>
                                  </a:cubicBezTo>
                                  <a:cubicBezTo>
                                    <a:pt x="74295" y="53340"/>
                                    <a:pt x="72390" y="51435"/>
                                    <a:pt x="70485" y="49530"/>
                                  </a:cubicBezTo>
                                  <a:cubicBezTo>
                                    <a:pt x="68580" y="47625"/>
                                    <a:pt x="66675" y="45720"/>
                                    <a:pt x="63818" y="44768"/>
                                  </a:cubicBezTo>
                                  <a:cubicBezTo>
                                    <a:pt x="61913" y="42863"/>
                                    <a:pt x="59055" y="41910"/>
                                    <a:pt x="57150" y="40958"/>
                                  </a:cubicBezTo>
                                  <a:cubicBezTo>
                                    <a:pt x="55245" y="40005"/>
                                    <a:pt x="52388" y="39053"/>
                                    <a:pt x="50482" y="38100"/>
                                  </a:cubicBezTo>
                                  <a:cubicBezTo>
                                    <a:pt x="46673" y="36195"/>
                                    <a:pt x="41910" y="35243"/>
                                    <a:pt x="39052" y="33338"/>
                                  </a:cubicBezTo>
                                  <a:cubicBezTo>
                                    <a:pt x="37148" y="32385"/>
                                    <a:pt x="36195" y="31433"/>
                                    <a:pt x="35243" y="31433"/>
                                  </a:cubicBezTo>
                                  <a:cubicBezTo>
                                    <a:pt x="34290" y="30480"/>
                                    <a:pt x="33338" y="30480"/>
                                    <a:pt x="32385" y="29528"/>
                                  </a:cubicBezTo>
                                  <a:cubicBezTo>
                                    <a:pt x="31432" y="29528"/>
                                    <a:pt x="31432" y="28575"/>
                                    <a:pt x="30480" y="28575"/>
                                  </a:cubicBezTo>
                                  <a:cubicBezTo>
                                    <a:pt x="29527" y="26670"/>
                                    <a:pt x="28575" y="24765"/>
                                    <a:pt x="27623" y="23813"/>
                                  </a:cubicBezTo>
                                  <a:cubicBezTo>
                                    <a:pt x="26670" y="22860"/>
                                    <a:pt x="26670" y="21908"/>
                                    <a:pt x="25718" y="20003"/>
                                  </a:cubicBezTo>
                                  <a:cubicBezTo>
                                    <a:pt x="24765" y="19050"/>
                                    <a:pt x="24765" y="18098"/>
                                    <a:pt x="23813" y="17145"/>
                                  </a:cubicBezTo>
                                  <a:cubicBezTo>
                                    <a:pt x="22860" y="15240"/>
                                    <a:pt x="21907" y="13335"/>
                                    <a:pt x="20002" y="11430"/>
                                  </a:cubicBezTo>
                                  <a:cubicBezTo>
                                    <a:pt x="20002" y="11430"/>
                                    <a:pt x="20002" y="11430"/>
                                    <a:pt x="20002" y="10478"/>
                                  </a:cubicBezTo>
                                  <a:cubicBezTo>
                                    <a:pt x="20002" y="10478"/>
                                    <a:pt x="20002" y="10478"/>
                                    <a:pt x="20955" y="10478"/>
                                  </a:cubicBezTo>
                                  <a:cubicBezTo>
                                    <a:pt x="21907" y="10478"/>
                                    <a:pt x="23813" y="10478"/>
                                    <a:pt x="25718" y="11430"/>
                                  </a:cubicBezTo>
                                  <a:cubicBezTo>
                                    <a:pt x="26670" y="11430"/>
                                    <a:pt x="27623" y="11430"/>
                                    <a:pt x="28575" y="12383"/>
                                  </a:cubicBezTo>
                                  <a:cubicBezTo>
                                    <a:pt x="29527" y="12383"/>
                                    <a:pt x="30480" y="12383"/>
                                    <a:pt x="31432" y="12383"/>
                                  </a:cubicBezTo>
                                  <a:cubicBezTo>
                                    <a:pt x="33338" y="12383"/>
                                    <a:pt x="36195" y="13335"/>
                                    <a:pt x="38100" y="13335"/>
                                  </a:cubicBezTo>
                                  <a:cubicBezTo>
                                    <a:pt x="40957" y="13335"/>
                                    <a:pt x="42863" y="14288"/>
                                    <a:pt x="45720" y="14288"/>
                                  </a:cubicBezTo>
                                  <a:cubicBezTo>
                                    <a:pt x="48577" y="15240"/>
                                    <a:pt x="51435" y="15240"/>
                                    <a:pt x="54293" y="16193"/>
                                  </a:cubicBezTo>
                                  <a:cubicBezTo>
                                    <a:pt x="57150" y="17145"/>
                                    <a:pt x="60007" y="18098"/>
                                    <a:pt x="62865" y="18098"/>
                                  </a:cubicBezTo>
                                  <a:cubicBezTo>
                                    <a:pt x="65723" y="19050"/>
                                    <a:pt x="68580" y="20003"/>
                                    <a:pt x="71438" y="21908"/>
                                  </a:cubicBezTo>
                                  <a:cubicBezTo>
                                    <a:pt x="74295" y="22860"/>
                                    <a:pt x="77152" y="24765"/>
                                    <a:pt x="79057" y="26670"/>
                                  </a:cubicBezTo>
                                  <a:cubicBezTo>
                                    <a:pt x="80010" y="27623"/>
                                    <a:pt x="80963" y="28575"/>
                                    <a:pt x="82868" y="29528"/>
                                  </a:cubicBezTo>
                                  <a:cubicBezTo>
                                    <a:pt x="83820" y="30480"/>
                                    <a:pt x="84773" y="31433"/>
                                    <a:pt x="85725" y="32385"/>
                                  </a:cubicBezTo>
                                  <a:cubicBezTo>
                                    <a:pt x="86677" y="33338"/>
                                    <a:pt x="87630" y="34290"/>
                                    <a:pt x="88582" y="36195"/>
                                  </a:cubicBezTo>
                                  <a:cubicBezTo>
                                    <a:pt x="89535" y="37148"/>
                                    <a:pt x="90488" y="39053"/>
                                    <a:pt x="91440" y="40005"/>
                                  </a:cubicBezTo>
                                  <a:cubicBezTo>
                                    <a:pt x="92393" y="40958"/>
                                    <a:pt x="93345" y="42863"/>
                                    <a:pt x="93345" y="43815"/>
                                  </a:cubicBezTo>
                                  <a:cubicBezTo>
                                    <a:pt x="93345" y="44768"/>
                                    <a:pt x="94298" y="45720"/>
                                    <a:pt x="94298" y="46673"/>
                                  </a:cubicBezTo>
                                  <a:cubicBezTo>
                                    <a:pt x="94298" y="46673"/>
                                    <a:pt x="94298" y="45720"/>
                                    <a:pt x="94298" y="45720"/>
                                  </a:cubicBezTo>
                                  <a:cubicBezTo>
                                    <a:pt x="94298" y="44768"/>
                                    <a:pt x="93345" y="44768"/>
                                    <a:pt x="93345" y="43815"/>
                                  </a:cubicBezTo>
                                  <a:cubicBezTo>
                                    <a:pt x="92393" y="42863"/>
                                    <a:pt x="92393" y="40958"/>
                                    <a:pt x="91440" y="40005"/>
                                  </a:cubicBezTo>
                                  <a:cubicBezTo>
                                    <a:pt x="90488" y="39053"/>
                                    <a:pt x="89535" y="37148"/>
                                    <a:pt x="88582" y="36195"/>
                                  </a:cubicBezTo>
                                  <a:cubicBezTo>
                                    <a:pt x="87630" y="35243"/>
                                    <a:pt x="86677" y="34290"/>
                                    <a:pt x="85725" y="32385"/>
                                  </a:cubicBezTo>
                                  <a:cubicBezTo>
                                    <a:pt x="84773" y="31433"/>
                                    <a:pt x="83820" y="30480"/>
                                    <a:pt x="82868" y="29528"/>
                                  </a:cubicBezTo>
                                  <a:cubicBezTo>
                                    <a:pt x="81915" y="28575"/>
                                    <a:pt x="80963" y="27623"/>
                                    <a:pt x="79057" y="26670"/>
                                  </a:cubicBezTo>
                                  <a:cubicBezTo>
                                    <a:pt x="76200" y="24765"/>
                                    <a:pt x="74295" y="22860"/>
                                    <a:pt x="71438" y="21908"/>
                                  </a:cubicBezTo>
                                  <a:cubicBezTo>
                                    <a:pt x="68580" y="20003"/>
                                    <a:pt x="65723" y="19050"/>
                                    <a:pt x="62865" y="18098"/>
                                  </a:cubicBezTo>
                                  <a:cubicBezTo>
                                    <a:pt x="60007" y="17145"/>
                                    <a:pt x="57150" y="16193"/>
                                    <a:pt x="54293" y="15240"/>
                                  </a:cubicBezTo>
                                  <a:cubicBezTo>
                                    <a:pt x="51435" y="14288"/>
                                    <a:pt x="48577" y="14288"/>
                                    <a:pt x="45720" y="13335"/>
                                  </a:cubicBezTo>
                                  <a:cubicBezTo>
                                    <a:pt x="42863" y="12383"/>
                                    <a:pt x="40957" y="12383"/>
                                    <a:pt x="38100" y="12383"/>
                                  </a:cubicBezTo>
                                  <a:cubicBezTo>
                                    <a:pt x="35243" y="12383"/>
                                    <a:pt x="33338" y="11430"/>
                                    <a:pt x="31432" y="11430"/>
                                  </a:cubicBezTo>
                                  <a:cubicBezTo>
                                    <a:pt x="30480" y="11430"/>
                                    <a:pt x="29527" y="11430"/>
                                    <a:pt x="28575" y="11430"/>
                                  </a:cubicBezTo>
                                  <a:cubicBezTo>
                                    <a:pt x="27623" y="11430"/>
                                    <a:pt x="26670" y="11430"/>
                                    <a:pt x="25718" y="10478"/>
                                  </a:cubicBezTo>
                                  <a:cubicBezTo>
                                    <a:pt x="23813" y="10478"/>
                                    <a:pt x="22860" y="9525"/>
                                    <a:pt x="20955" y="9525"/>
                                  </a:cubicBezTo>
                                  <a:cubicBezTo>
                                    <a:pt x="20002" y="9525"/>
                                    <a:pt x="19050" y="9525"/>
                                    <a:pt x="19050" y="9525"/>
                                  </a:cubicBezTo>
                                  <a:lnTo>
                                    <a:pt x="19050" y="9525"/>
                                  </a:lnTo>
                                  <a:cubicBezTo>
                                    <a:pt x="19050" y="8573"/>
                                    <a:pt x="18098" y="7620"/>
                                    <a:pt x="18098" y="6668"/>
                                  </a:cubicBezTo>
                                  <a:cubicBezTo>
                                    <a:pt x="17145" y="4763"/>
                                    <a:pt x="16193" y="3810"/>
                                    <a:pt x="16193" y="2858"/>
                                  </a:cubicBezTo>
                                  <a:cubicBezTo>
                                    <a:pt x="15240" y="953"/>
                                    <a:pt x="14288" y="0"/>
                                    <a:pt x="14288" y="0"/>
                                  </a:cubicBezTo>
                                  <a:cubicBezTo>
                                    <a:pt x="13335" y="953"/>
                                    <a:pt x="11430" y="2858"/>
                                    <a:pt x="11430" y="2858"/>
                                  </a:cubicBezTo>
                                  <a:cubicBezTo>
                                    <a:pt x="15240" y="-952"/>
                                    <a:pt x="15240" y="0"/>
                                    <a:pt x="16193" y="953"/>
                                  </a:cubicBezTo>
                                  <a:close/>
                                </a:path>
                              </a:pathLst>
                            </a:custGeom>
                            <a:grpFill/>
                            <a:ln w="9525" cap="flat">
                              <a:noFill/>
                              <a:prstDash val="solid"/>
                              <a:miter/>
                            </a:ln>
                          </p:spPr>
                          <p:txBody>
                            <a:bodyPr rtlCol="0" anchor="ctr"/>
                            <a:lstStyle/>
                            <a:p>
                              <a:endParaRPr lang="en-US"/>
                            </a:p>
                          </p:txBody>
                        </p:sp>
                      </p:grpSp>
                      <p:grpSp>
                        <p:nvGrpSpPr>
                          <p:cNvPr id="336" name="Graphic 2">
                            <a:extLst>
                              <a:ext uri="{FF2B5EF4-FFF2-40B4-BE49-F238E27FC236}">
                                <a16:creationId xmlns:a16="http://schemas.microsoft.com/office/drawing/2014/main" id="{AE736AF3-0337-429B-AEF1-DA4B52809559}"/>
                              </a:ext>
                            </a:extLst>
                          </p:cNvPr>
                          <p:cNvGrpSpPr/>
                          <p:nvPr/>
                        </p:nvGrpSpPr>
                        <p:grpSpPr>
                          <a:xfrm>
                            <a:off x="3685962" y="2466471"/>
                            <a:ext cx="100801" cy="81337"/>
                            <a:chOff x="3685962" y="2466471"/>
                            <a:chExt cx="100801" cy="81337"/>
                          </a:xfrm>
                          <a:grpFill/>
                        </p:grpSpPr>
                        <p:sp>
                          <p:nvSpPr>
                            <p:cNvPr id="337" name="Freeform: Shape 336">
                              <a:extLst>
                                <a:ext uri="{FF2B5EF4-FFF2-40B4-BE49-F238E27FC236}">
                                  <a16:creationId xmlns:a16="http://schemas.microsoft.com/office/drawing/2014/main" id="{FFEF9B38-2100-4828-B494-182280A3776E}"/>
                                </a:ext>
                              </a:extLst>
                            </p:cNvPr>
                            <p:cNvSpPr/>
                            <p:nvPr/>
                          </p:nvSpPr>
                          <p:spPr>
                            <a:xfrm>
                              <a:off x="3685962" y="2466471"/>
                              <a:ext cx="100801" cy="81337"/>
                            </a:xfrm>
                            <a:custGeom>
                              <a:avLst/>
                              <a:gdLst>
                                <a:gd name="connsiteX0" fmla="*/ 99455 w 100801"/>
                                <a:gd name="connsiteY0" fmla="*/ 27998 h 81337"/>
                                <a:gd name="connsiteX1" fmla="*/ 98502 w 100801"/>
                                <a:gd name="connsiteY1" fmla="*/ 23235 h 81337"/>
                                <a:gd name="connsiteX2" fmla="*/ 97550 w 100801"/>
                                <a:gd name="connsiteY2" fmla="*/ 19425 h 81337"/>
                                <a:gd name="connsiteX3" fmla="*/ 96597 w 100801"/>
                                <a:gd name="connsiteY3" fmla="*/ 17520 h 81337"/>
                                <a:gd name="connsiteX4" fmla="*/ 94692 w 100801"/>
                                <a:gd name="connsiteY4" fmla="*/ 13710 h 81337"/>
                                <a:gd name="connsiteX5" fmla="*/ 94692 w 100801"/>
                                <a:gd name="connsiteY5" fmla="*/ 13710 h 81337"/>
                                <a:gd name="connsiteX6" fmla="*/ 94692 w 100801"/>
                                <a:gd name="connsiteY6" fmla="*/ 13710 h 81337"/>
                                <a:gd name="connsiteX7" fmla="*/ 94692 w 100801"/>
                                <a:gd name="connsiteY7" fmla="*/ 13710 h 81337"/>
                                <a:gd name="connsiteX8" fmla="*/ 92787 w 100801"/>
                                <a:gd name="connsiteY8" fmla="*/ 12758 h 81337"/>
                                <a:gd name="connsiteX9" fmla="*/ 87072 w 100801"/>
                                <a:gd name="connsiteY9" fmla="*/ 8948 h 81337"/>
                                <a:gd name="connsiteX10" fmla="*/ 65164 w 100801"/>
                                <a:gd name="connsiteY10" fmla="*/ 1328 h 81337"/>
                                <a:gd name="connsiteX11" fmla="*/ 35637 w 100801"/>
                                <a:gd name="connsiteY11" fmla="*/ 2280 h 81337"/>
                                <a:gd name="connsiteX12" fmla="*/ 19444 w 100801"/>
                                <a:gd name="connsiteY12" fmla="*/ 10853 h 81337"/>
                                <a:gd name="connsiteX13" fmla="*/ 4205 w 100801"/>
                                <a:gd name="connsiteY13" fmla="*/ 27998 h 81337"/>
                                <a:gd name="connsiteX14" fmla="*/ 3252 w 100801"/>
                                <a:gd name="connsiteY14" fmla="*/ 28950 h 81337"/>
                                <a:gd name="connsiteX15" fmla="*/ 3252 w 100801"/>
                                <a:gd name="connsiteY15" fmla="*/ 28950 h 81337"/>
                                <a:gd name="connsiteX16" fmla="*/ 1347 w 100801"/>
                                <a:gd name="connsiteY16" fmla="*/ 34665 h 81337"/>
                                <a:gd name="connsiteX17" fmla="*/ 394 w 100801"/>
                                <a:gd name="connsiteY17" fmla="*/ 48000 h 81337"/>
                                <a:gd name="connsiteX18" fmla="*/ 1347 w 100801"/>
                                <a:gd name="connsiteY18" fmla="*/ 52763 h 81337"/>
                                <a:gd name="connsiteX19" fmla="*/ 2300 w 100801"/>
                                <a:gd name="connsiteY19" fmla="*/ 56573 h 81337"/>
                                <a:gd name="connsiteX20" fmla="*/ 3252 w 100801"/>
                                <a:gd name="connsiteY20" fmla="*/ 58478 h 81337"/>
                                <a:gd name="connsiteX21" fmla="*/ 3252 w 100801"/>
                                <a:gd name="connsiteY21" fmla="*/ 58478 h 81337"/>
                                <a:gd name="connsiteX22" fmla="*/ 8967 w 100801"/>
                                <a:gd name="connsiteY22" fmla="*/ 67050 h 81337"/>
                                <a:gd name="connsiteX23" fmla="*/ 12777 w 100801"/>
                                <a:gd name="connsiteY23" fmla="*/ 69908 h 81337"/>
                                <a:gd name="connsiteX24" fmla="*/ 16587 w 100801"/>
                                <a:gd name="connsiteY24" fmla="*/ 71813 h 81337"/>
                                <a:gd name="connsiteX25" fmla="*/ 28969 w 100801"/>
                                <a:gd name="connsiteY25" fmla="*/ 72765 h 81337"/>
                                <a:gd name="connsiteX26" fmla="*/ 28969 w 100801"/>
                                <a:gd name="connsiteY26" fmla="*/ 72765 h 81337"/>
                                <a:gd name="connsiteX27" fmla="*/ 31827 w 100801"/>
                                <a:gd name="connsiteY27" fmla="*/ 71813 h 81337"/>
                                <a:gd name="connsiteX28" fmla="*/ 34684 w 100801"/>
                                <a:gd name="connsiteY28" fmla="*/ 74670 h 81337"/>
                                <a:gd name="connsiteX29" fmla="*/ 43257 w 100801"/>
                                <a:gd name="connsiteY29" fmla="*/ 79433 h 81337"/>
                                <a:gd name="connsiteX30" fmla="*/ 44209 w 100801"/>
                                <a:gd name="connsiteY30" fmla="*/ 80385 h 81337"/>
                                <a:gd name="connsiteX31" fmla="*/ 44209 w 100801"/>
                                <a:gd name="connsiteY31" fmla="*/ 80385 h 81337"/>
                                <a:gd name="connsiteX32" fmla="*/ 52782 w 100801"/>
                                <a:gd name="connsiteY32" fmla="*/ 81338 h 81337"/>
                                <a:gd name="connsiteX33" fmla="*/ 61355 w 100801"/>
                                <a:gd name="connsiteY33" fmla="*/ 79433 h 81337"/>
                                <a:gd name="connsiteX34" fmla="*/ 62307 w 100801"/>
                                <a:gd name="connsiteY34" fmla="*/ 79433 h 81337"/>
                                <a:gd name="connsiteX35" fmla="*/ 63259 w 100801"/>
                                <a:gd name="connsiteY35" fmla="*/ 79433 h 81337"/>
                                <a:gd name="connsiteX36" fmla="*/ 67069 w 100801"/>
                                <a:gd name="connsiteY36" fmla="*/ 78480 h 81337"/>
                                <a:gd name="connsiteX37" fmla="*/ 68022 w 100801"/>
                                <a:gd name="connsiteY37" fmla="*/ 78480 h 81337"/>
                                <a:gd name="connsiteX38" fmla="*/ 68975 w 100801"/>
                                <a:gd name="connsiteY38" fmla="*/ 78480 h 81337"/>
                                <a:gd name="connsiteX39" fmla="*/ 68975 w 100801"/>
                                <a:gd name="connsiteY39" fmla="*/ 78480 h 81337"/>
                                <a:gd name="connsiteX40" fmla="*/ 72784 w 100801"/>
                                <a:gd name="connsiteY40" fmla="*/ 78480 h 81337"/>
                                <a:gd name="connsiteX41" fmla="*/ 80405 w 100801"/>
                                <a:gd name="connsiteY41" fmla="*/ 79433 h 81337"/>
                                <a:gd name="connsiteX42" fmla="*/ 83262 w 100801"/>
                                <a:gd name="connsiteY42" fmla="*/ 80385 h 81337"/>
                                <a:gd name="connsiteX43" fmla="*/ 85167 w 100801"/>
                                <a:gd name="connsiteY43" fmla="*/ 80385 h 81337"/>
                                <a:gd name="connsiteX44" fmla="*/ 85167 w 100801"/>
                                <a:gd name="connsiteY44" fmla="*/ 80385 h 81337"/>
                                <a:gd name="connsiteX45" fmla="*/ 85167 w 100801"/>
                                <a:gd name="connsiteY45" fmla="*/ 80385 h 81337"/>
                                <a:gd name="connsiteX46" fmla="*/ 85167 w 100801"/>
                                <a:gd name="connsiteY46" fmla="*/ 80385 h 81337"/>
                                <a:gd name="connsiteX47" fmla="*/ 87072 w 100801"/>
                                <a:gd name="connsiteY47" fmla="*/ 80385 h 81337"/>
                                <a:gd name="connsiteX48" fmla="*/ 88025 w 100801"/>
                                <a:gd name="connsiteY48" fmla="*/ 80385 h 81337"/>
                                <a:gd name="connsiteX49" fmla="*/ 88025 w 100801"/>
                                <a:gd name="connsiteY49" fmla="*/ 80385 h 81337"/>
                                <a:gd name="connsiteX50" fmla="*/ 89930 w 100801"/>
                                <a:gd name="connsiteY50" fmla="*/ 80385 h 81337"/>
                                <a:gd name="connsiteX51" fmla="*/ 91834 w 100801"/>
                                <a:gd name="connsiteY51" fmla="*/ 79433 h 81337"/>
                                <a:gd name="connsiteX52" fmla="*/ 94692 w 100801"/>
                                <a:gd name="connsiteY52" fmla="*/ 76575 h 81337"/>
                                <a:gd name="connsiteX53" fmla="*/ 99455 w 100801"/>
                                <a:gd name="connsiteY53" fmla="*/ 65145 h 81337"/>
                                <a:gd name="connsiteX54" fmla="*/ 100407 w 100801"/>
                                <a:gd name="connsiteY54" fmla="*/ 52763 h 81337"/>
                                <a:gd name="connsiteX55" fmla="*/ 100407 w 100801"/>
                                <a:gd name="connsiteY55" fmla="*/ 41333 h 81337"/>
                                <a:gd name="connsiteX56" fmla="*/ 99455 w 100801"/>
                                <a:gd name="connsiteY56" fmla="*/ 27998 h 81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00801" h="81337">
                                  <a:moveTo>
                                    <a:pt x="99455" y="27998"/>
                                  </a:moveTo>
                                  <a:cubicBezTo>
                                    <a:pt x="99455" y="26093"/>
                                    <a:pt x="98502" y="25140"/>
                                    <a:pt x="98502" y="23235"/>
                                  </a:cubicBezTo>
                                  <a:cubicBezTo>
                                    <a:pt x="98502" y="21330"/>
                                    <a:pt x="97550" y="20378"/>
                                    <a:pt x="97550" y="19425"/>
                                  </a:cubicBezTo>
                                  <a:cubicBezTo>
                                    <a:pt x="97550" y="18473"/>
                                    <a:pt x="97550" y="18473"/>
                                    <a:pt x="96597" y="17520"/>
                                  </a:cubicBezTo>
                                  <a:cubicBezTo>
                                    <a:pt x="96597" y="17520"/>
                                    <a:pt x="95644" y="14663"/>
                                    <a:pt x="94692" y="13710"/>
                                  </a:cubicBezTo>
                                  <a:cubicBezTo>
                                    <a:pt x="94692" y="13710"/>
                                    <a:pt x="94692" y="13710"/>
                                    <a:pt x="94692" y="13710"/>
                                  </a:cubicBezTo>
                                  <a:cubicBezTo>
                                    <a:pt x="94692" y="13710"/>
                                    <a:pt x="94692" y="13710"/>
                                    <a:pt x="94692" y="13710"/>
                                  </a:cubicBezTo>
                                  <a:cubicBezTo>
                                    <a:pt x="94692" y="13710"/>
                                    <a:pt x="94692" y="13710"/>
                                    <a:pt x="94692" y="13710"/>
                                  </a:cubicBezTo>
                                  <a:cubicBezTo>
                                    <a:pt x="94692" y="13710"/>
                                    <a:pt x="93739" y="12758"/>
                                    <a:pt x="92787" y="12758"/>
                                  </a:cubicBezTo>
                                  <a:cubicBezTo>
                                    <a:pt x="91834" y="11805"/>
                                    <a:pt x="88977" y="10853"/>
                                    <a:pt x="87072" y="8948"/>
                                  </a:cubicBezTo>
                                  <a:cubicBezTo>
                                    <a:pt x="82309" y="6090"/>
                                    <a:pt x="74689" y="3233"/>
                                    <a:pt x="65164" y="1328"/>
                                  </a:cubicBezTo>
                                  <a:cubicBezTo>
                                    <a:pt x="56592" y="-577"/>
                                    <a:pt x="46114" y="-577"/>
                                    <a:pt x="35637" y="2280"/>
                                  </a:cubicBezTo>
                                  <a:cubicBezTo>
                                    <a:pt x="29922" y="4185"/>
                                    <a:pt x="25159" y="7043"/>
                                    <a:pt x="19444" y="10853"/>
                                  </a:cubicBezTo>
                                  <a:cubicBezTo>
                                    <a:pt x="14682" y="14663"/>
                                    <a:pt x="8967" y="20378"/>
                                    <a:pt x="4205" y="27998"/>
                                  </a:cubicBezTo>
                                  <a:cubicBezTo>
                                    <a:pt x="4205" y="27998"/>
                                    <a:pt x="4205" y="28950"/>
                                    <a:pt x="3252" y="28950"/>
                                  </a:cubicBezTo>
                                  <a:cubicBezTo>
                                    <a:pt x="3252" y="28950"/>
                                    <a:pt x="3252" y="28950"/>
                                    <a:pt x="3252" y="28950"/>
                                  </a:cubicBezTo>
                                  <a:cubicBezTo>
                                    <a:pt x="2300" y="30855"/>
                                    <a:pt x="2300" y="32760"/>
                                    <a:pt x="1347" y="34665"/>
                                  </a:cubicBezTo>
                                  <a:cubicBezTo>
                                    <a:pt x="394" y="39428"/>
                                    <a:pt x="-558" y="43238"/>
                                    <a:pt x="394" y="48000"/>
                                  </a:cubicBezTo>
                                  <a:cubicBezTo>
                                    <a:pt x="394" y="49905"/>
                                    <a:pt x="394" y="50858"/>
                                    <a:pt x="1347" y="52763"/>
                                  </a:cubicBezTo>
                                  <a:cubicBezTo>
                                    <a:pt x="1347" y="54668"/>
                                    <a:pt x="2300" y="55620"/>
                                    <a:pt x="2300" y="56573"/>
                                  </a:cubicBezTo>
                                  <a:cubicBezTo>
                                    <a:pt x="2300" y="57525"/>
                                    <a:pt x="2300" y="57525"/>
                                    <a:pt x="3252" y="58478"/>
                                  </a:cubicBezTo>
                                  <a:cubicBezTo>
                                    <a:pt x="3252" y="58478"/>
                                    <a:pt x="3252" y="58478"/>
                                    <a:pt x="3252" y="58478"/>
                                  </a:cubicBezTo>
                                  <a:cubicBezTo>
                                    <a:pt x="5157" y="62288"/>
                                    <a:pt x="7062" y="65145"/>
                                    <a:pt x="8967" y="67050"/>
                                  </a:cubicBezTo>
                                  <a:cubicBezTo>
                                    <a:pt x="9919" y="68003"/>
                                    <a:pt x="11825" y="68955"/>
                                    <a:pt x="12777" y="69908"/>
                                  </a:cubicBezTo>
                                  <a:cubicBezTo>
                                    <a:pt x="13730" y="70860"/>
                                    <a:pt x="15634" y="70860"/>
                                    <a:pt x="16587" y="71813"/>
                                  </a:cubicBezTo>
                                  <a:cubicBezTo>
                                    <a:pt x="21350" y="73718"/>
                                    <a:pt x="26112" y="72765"/>
                                    <a:pt x="28969" y="72765"/>
                                  </a:cubicBezTo>
                                  <a:cubicBezTo>
                                    <a:pt x="28969" y="72765"/>
                                    <a:pt x="28969" y="72765"/>
                                    <a:pt x="28969" y="72765"/>
                                  </a:cubicBezTo>
                                  <a:cubicBezTo>
                                    <a:pt x="30875" y="72765"/>
                                    <a:pt x="31827" y="71813"/>
                                    <a:pt x="31827" y="71813"/>
                                  </a:cubicBezTo>
                                  <a:cubicBezTo>
                                    <a:pt x="32780" y="72765"/>
                                    <a:pt x="33732" y="73718"/>
                                    <a:pt x="34684" y="74670"/>
                                  </a:cubicBezTo>
                                  <a:cubicBezTo>
                                    <a:pt x="37542" y="76575"/>
                                    <a:pt x="40400" y="78480"/>
                                    <a:pt x="43257" y="79433"/>
                                  </a:cubicBezTo>
                                  <a:cubicBezTo>
                                    <a:pt x="43257" y="79433"/>
                                    <a:pt x="44209" y="79433"/>
                                    <a:pt x="44209" y="80385"/>
                                  </a:cubicBezTo>
                                  <a:cubicBezTo>
                                    <a:pt x="44209" y="80385"/>
                                    <a:pt x="44209" y="80385"/>
                                    <a:pt x="44209" y="80385"/>
                                  </a:cubicBezTo>
                                  <a:cubicBezTo>
                                    <a:pt x="47067" y="81338"/>
                                    <a:pt x="49925" y="81338"/>
                                    <a:pt x="52782" y="81338"/>
                                  </a:cubicBezTo>
                                  <a:cubicBezTo>
                                    <a:pt x="55639" y="81338"/>
                                    <a:pt x="58497" y="80385"/>
                                    <a:pt x="61355" y="79433"/>
                                  </a:cubicBezTo>
                                  <a:cubicBezTo>
                                    <a:pt x="61355" y="79433"/>
                                    <a:pt x="62307" y="79433"/>
                                    <a:pt x="62307" y="79433"/>
                                  </a:cubicBezTo>
                                  <a:cubicBezTo>
                                    <a:pt x="62307" y="79433"/>
                                    <a:pt x="63259" y="79433"/>
                                    <a:pt x="63259" y="79433"/>
                                  </a:cubicBezTo>
                                  <a:cubicBezTo>
                                    <a:pt x="64212" y="79433"/>
                                    <a:pt x="66117" y="78480"/>
                                    <a:pt x="67069" y="78480"/>
                                  </a:cubicBezTo>
                                  <a:cubicBezTo>
                                    <a:pt x="67069" y="78480"/>
                                    <a:pt x="68022" y="78480"/>
                                    <a:pt x="68022" y="78480"/>
                                  </a:cubicBezTo>
                                  <a:cubicBezTo>
                                    <a:pt x="68022" y="78480"/>
                                    <a:pt x="68975" y="78480"/>
                                    <a:pt x="68975" y="78480"/>
                                  </a:cubicBezTo>
                                  <a:lnTo>
                                    <a:pt x="68975" y="78480"/>
                                  </a:lnTo>
                                  <a:cubicBezTo>
                                    <a:pt x="69927" y="78480"/>
                                    <a:pt x="70880" y="78480"/>
                                    <a:pt x="72784" y="78480"/>
                                  </a:cubicBezTo>
                                  <a:cubicBezTo>
                                    <a:pt x="74689" y="78480"/>
                                    <a:pt x="76594" y="78480"/>
                                    <a:pt x="80405" y="79433"/>
                                  </a:cubicBezTo>
                                  <a:cubicBezTo>
                                    <a:pt x="81357" y="79433"/>
                                    <a:pt x="82309" y="79433"/>
                                    <a:pt x="83262" y="80385"/>
                                  </a:cubicBezTo>
                                  <a:cubicBezTo>
                                    <a:pt x="84214" y="80385"/>
                                    <a:pt x="84214" y="80385"/>
                                    <a:pt x="85167" y="80385"/>
                                  </a:cubicBezTo>
                                  <a:lnTo>
                                    <a:pt x="85167" y="80385"/>
                                  </a:lnTo>
                                  <a:lnTo>
                                    <a:pt x="85167" y="80385"/>
                                  </a:lnTo>
                                  <a:cubicBezTo>
                                    <a:pt x="85167" y="80385"/>
                                    <a:pt x="85167" y="80385"/>
                                    <a:pt x="85167" y="80385"/>
                                  </a:cubicBezTo>
                                  <a:cubicBezTo>
                                    <a:pt x="86119" y="80385"/>
                                    <a:pt x="86119" y="80385"/>
                                    <a:pt x="87072" y="80385"/>
                                  </a:cubicBezTo>
                                  <a:cubicBezTo>
                                    <a:pt x="87072" y="80385"/>
                                    <a:pt x="87072" y="80385"/>
                                    <a:pt x="88025" y="80385"/>
                                  </a:cubicBezTo>
                                  <a:lnTo>
                                    <a:pt x="88025" y="80385"/>
                                  </a:lnTo>
                                  <a:cubicBezTo>
                                    <a:pt x="88977" y="80385"/>
                                    <a:pt x="88977" y="80385"/>
                                    <a:pt x="89930" y="80385"/>
                                  </a:cubicBezTo>
                                  <a:cubicBezTo>
                                    <a:pt x="90882" y="80385"/>
                                    <a:pt x="90882" y="79433"/>
                                    <a:pt x="91834" y="79433"/>
                                  </a:cubicBezTo>
                                  <a:cubicBezTo>
                                    <a:pt x="92787" y="78480"/>
                                    <a:pt x="93739" y="77528"/>
                                    <a:pt x="94692" y="76575"/>
                                  </a:cubicBezTo>
                                  <a:cubicBezTo>
                                    <a:pt x="96597" y="73718"/>
                                    <a:pt x="98502" y="69908"/>
                                    <a:pt x="99455" y="65145"/>
                                  </a:cubicBezTo>
                                  <a:cubicBezTo>
                                    <a:pt x="100407" y="60383"/>
                                    <a:pt x="100407" y="56573"/>
                                    <a:pt x="100407" y="52763"/>
                                  </a:cubicBezTo>
                                  <a:cubicBezTo>
                                    <a:pt x="100407" y="48953"/>
                                    <a:pt x="100407" y="45143"/>
                                    <a:pt x="100407" y="41333"/>
                                  </a:cubicBezTo>
                                  <a:cubicBezTo>
                                    <a:pt x="101359" y="33713"/>
                                    <a:pt x="100407" y="30855"/>
                                    <a:pt x="99455" y="2799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38D5A95C-9AC1-41C8-B5D6-B5A7E2A6DE7F}"/>
                                </a:ext>
                              </a:extLst>
                            </p:cNvPr>
                            <p:cNvSpPr/>
                            <p:nvPr/>
                          </p:nvSpPr>
                          <p:spPr>
                            <a:xfrm>
                              <a:off x="3690166" y="2480182"/>
                              <a:ext cx="93344" cy="62864"/>
                            </a:xfrm>
                            <a:custGeom>
                              <a:avLst/>
                              <a:gdLst>
                                <a:gd name="connsiteX0" fmla="*/ 89535 w 93344"/>
                                <a:gd name="connsiteY0" fmla="*/ 4763 h 62864"/>
                                <a:gd name="connsiteX1" fmla="*/ 89535 w 93344"/>
                                <a:gd name="connsiteY1" fmla="*/ 4763 h 62864"/>
                                <a:gd name="connsiteX2" fmla="*/ 88582 w 93344"/>
                                <a:gd name="connsiteY2" fmla="*/ 8572 h 62864"/>
                                <a:gd name="connsiteX3" fmla="*/ 88582 w 93344"/>
                                <a:gd name="connsiteY3" fmla="*/ 17145 h 62864"/>
                                <a:gd name="connsiteX4" fmla="*/ 89535 w 93344"/>
                                <a:gd name="connsiteY4" fmla="*/ 28575 h 62864"/>
                                <a:gd name="connsiteX5" fmla="*/ 89535 w 93344"/>
                                <a:gd name="connsiteY5" fmla="*/ 31433 h 62864"/>
                                <a:gd name="connsiteX6" fmla="*/ 89535 w 93344"/>
                                <a:gd name="connsiteY6" fmla="*/ 33338 h 62864"/>
                                <a:gd name="connsiteX7" fmla="*/ 89535 w 93344"/>
                                <a:gd name="connsiteY7" fmla="*/ 33338 h 62864"/>
                                <a:gd name="connsiteX8" fmla="*/ 89535 w 93344"/>
                                <a:gd name="connsiteY8" fmla="*/ 33338 h 62864"/>
                                <a:gd name="connsiteX9" fmla="*/ 89535 w 93344"/>
                                <a:gd name="connsiteY9" fmla="*/ 34290 h 62864"/>
                                <a:gd name="connsiteX10" fmla="*/ 89535 w 93344"/>
                                <a:gd name="connsiteY10" fmla="*/ 40958 h 62864"/>
                                <a:gd name="connsiteX11" fmla="*/ 89535 w 93344"/>
                                <a:gd name="connsiteY11" fmla="*/ 43815 h 62864"/>
                                <a:gd name="connsiteX12" fmla="*/ 88582 w 93344"/>
                                <a:gd name="connsiteY12" fmla="*/ 46672 h 62864"/>
                                <a:gd name="connsiteX13" fmla="*/ 88582 w 93344"/>
                                <a:gd name="connsiteY13" fmla="*/ 47625 h 62864"/>
                                <a:gd name="connsiteX14" fmla="*/ 88582 w 93344"/>
                                <a:gd name="connsiteY14" fmla="*/ 48577 h 62864"/>
                                <a:gd name="connsiteX15" fmla="*/ 87630 w 93344"/>
                                <a:gd name="connsiteY15" fmla="*/ 51435 h 62864"/>
                                <a:gd name="connsiteX16" fmla="*/ 86677 w 93344"/>
                                <a:gd name="connsiteY16" fmla="*/ 55245 h 62864"/>
                                <a:gd name="connsiteX17" fmla="*/ 85725 w 93344"/>
                                <a:gd name="connsiteY17" fmla="*/ 58102 h 62864"/>
                                <a:gd name="connsiteX18" fmla="*/ 84772 w 93344"/>
                                <a:gd name="connsiteY18" fmla="*/ 60008 h 62864"/>
                                <a:gd name="connsiteX19" fmla="*/ 83820 w 93344"/>
                                <a:gd name="connsiteY19" fmla="*/ 60960 h 62864"/>
                                <a:gd name="connsiteX20" fmla="*/ 83820 w 93344"/>
                                <a:gd name="connsiteY20" fmla="*/ 60960 h 62864"/>
                                <a:gd name="connsiteX21" fmla="*/ 83820 w 93344"/>
                                <a:gd name="connsiteY21" fmla="*/ 60960 h 62864"/>
                                <a:gd name="connsiteX22" fmla="*/ 83820 w 93344"/>
                                <a:gd name="connsiteY22" fmla="*/ 60960 h 62864"/>
                                <a:gd name="connsiteX23" fmla="*/ 83820 w 93344"/>
                                <a:gd name="connsiteY23" fmla="*/ 60008 h 62864"/>
                                <a:gd name="connsiteX24" fmla="*/ 84772 w 93344"/>
                                <a:gd name="connsiteY24" fmla="*/ 58102 h 62864"/>
                                <a:gd name="connsiteX25" fmla="*/ 85725 w 93344"/>
                                <a:gd name="connsiteY25" fmla="*/ 55245 h 62864"/>
                                <a:gd name="connsiteX26" fmla="*/ 86677 w 93344"/>
                                <a:gd name="connsiteY26" fmla="*/ 51435 h 62864"/>
                                <a:gd name="connsiteX27" fmla="*/ 86677 w 93344"/>
                                <a:gd name="connsiteY27" fmla="*/ 49530 h 62864"/>
                                <a:gd name="connsiteX28" fmla="*/ 86677 w 93344"/>
                                <a:gd name="connsiteY28" fmla="*/ 48577 h 62864"/>
                                <a:gd name="connsiteX29" fmla="*/ 86677 w 93344"/>
                                <a:gd name="connsiteY29" fmla="*/ 47625 h 62864"/>
                                <a:gd name="connsiteX30" fmla="*/ 86677 w 93344"/>
                                <a:gd name="connsiteY30" fmla="*/ 44767 h 62864"/>
                                <a:gd name="connsiteX31" fmla="*/ 86677 w 93344"/>
                                <a:gd name="connsiteY31" fmla="*/ 41910 h 62864"/>
                                <a:gd name="connsiteX32" fmla="*/ 86677 w 93344"/>
                                <a:gd name="connsiteY32" fmla="*/ 35242 h 62864"/>
                                <a:gd name="connsiteX33" fmla="*/ 86677 w 93344"/>
                                <a:gd name="connsiteY33" fmla="*/ 34290 h 62864"/>
                                <a:gd name="connsiteX34" fmla="*/ 86677 w 93344"/>
                                <a:gd name="connsiteY34" fmla="*/ 34290 h 62864"/>
                                <a:gd name="connsiteX35" fmla="*/ 86677 w 93344"/>
                                <a:gd name="connsiteY35" fmla="*/ 34290 h 62864"/>
                                <a:gd name="connsiteX36" fmla="*/ 86677 w 93344"/>
                                <a:gd name="connsiteY36" fmla="*/ 32385 h 62864"/>
                                <a:gd name="connsiteX37" fmla="*/ 86677 w 93344"/>
                                <a:gd name="connsiteY37" fmla="*/ 29527 h 62864"/>
                                <a:gd name="connsiteX38" fmla="*/ 85725 w 93344"/>
                                <a:gd name="connsiteY38" fmla="*/ 18097 h 62864"/>
                                <a:gd name="connsiteX39" fmla="*/ 85725 w 93344"/>
                                <a:gd name="connsiteY39" fmla="*/ 7620 h 62864"/>
                                <a:gd name="connsiteX40" fmla="*/ 84772 w 93344"/>
                                <a:gd name="connsiteY40" fmla="*/ 8572 h 62864"/>
                                <a:gd name="connsiteX41" fmla="*/ 82867 w 93344"/>
                                <a:gd name="connsiteY41" fmla="*/ 10477 h 62864"/>
                                <a:gd name="connsiteX42" fmla="*/ 80010 w 93344"/>
                                <a:gd name="connsiteY42" fmla="*/ 12383 h 62864"/>
                                <a:gd name="connsiteX43" fmla="*/ 74295 w 93344"/>
                                <a:gd name="connsiteY43" fmla="*/ 16192 h 62864"/>
                                <a:gd name="connsiteX44" fmla="*/ 73342 w 93344"/>
                                <a:gd name="connsiteY44" fmla="*/ 17145 h 62864"/>
                                <a:gd name="connsiteX45" fmla="*/ 73342 w 93344"/>
                                <a:gd name="connsiteY45" fmla="*/ 17145 h 62864"/>
                                <a:gd name="connsiteX46" fmla="*/ 71438 w 93344"/>
                                <a:gd name="connsiteY46" fmla="*/ 20002 h 62864"/>
                                <a:gd name="connsiteX47" fmla="*/ 69532 w 93344"/>
                                <a:gd name="connsiteY47" fmla="*/ 24765 h 62864"/>
                                <a:gd name="connsiteX48" fmla="*/ 67627 w 93344"/>
                                <a:gd name="connsiteY48" fmla="*/ 36195 h 62864"/>
                                <a:gd name="connsiteX49" fmla="*/ 66675 w 93344"/>
                                <a:gd name="connsiteY49" fmla="*/ 42863 h 62864"/>
                                <a:gd name="connsiteX50" fmla="*/ 65722 w 93344"/>
                                <a:gd name="connsiteY50" fmla="*/ 45720 h 62864"/>
                                <a:gd name="connsiteX51" fmla="*/ 64770 w 93344"/>
                                <a:gd name="connsiteY51" fmla="*/ 48577 h 62864"/>
                                <a:gd name="connsiteX52" fmla="*/ 63817 w 93344"/>
                                <a:gd name="connsiteY52" fmla="*/ 53340 h 62864"/>
                                <a:gd name="connsiteX53" fmla="*/ 62865 w 93344"/>
                                <a:gd name="connsiteY53" fmla="*/ 55245 h 62864"/>
                                <a:gd name="connsiteX54" fmla="*/ 61913 w 93344"/>
                                <a:gd name="connsiteY54" fmla="*/ 57150 h 62864"/>
                                <a:gd name="connsiteX55" fmla="*/ 59055 w 93344"/>
                                <a:gd name="connsiteY55" fmla="*/ 60960 h 62864"/>
                                <a:gd name="connsiteX56" fmla="*/ 59055 w 93344"/>
                                <a:gd name="connsiteY56" fmla="*/ 60960 h 62864"/>
                                <a:gd name="connsiteX57" fmla="*/ 59055 w 93344"/>
                                <a:gd name="connsiteY57" fmla="*/ 60960 h 62864"/>
                                <a:gd name="connsiteX58" fmla="*/ 59055 w 93344"/>
                                <a:gd name="connsiteY58" fmla="*/ 60960 h 62864"/>
                                <a:gd name="connsiteX59" fmla="*/ 59055 w 93344"/>
                                <a:gd name="connsiteY59" fmla="*/ 60960 h 62864"/>
                                <a:gd name="connsiteX60" fmla="*/ 59055 w 93344"/>
                                <a:gd name="connsiteY60" fmla="*/ 60960 h 62864"/>
                                <a:gd name="connsiteX61" fmla="*/ 58102 w 93344"/>
                                <a:gd name="connsiteY61" fmla="*/ 60960 h 62864"/>
                                <a:gd name="connsiteX62" fmla="*/ 59055 w 93344"/>
                                <a:gd name="connsiteY62" fmla="*/ 60960 h 62864"/>
                                <a:gd name="connsiteX63" fmla="*/ 59055 w 93344"/>
                                <a:gd name="connsiteY63" fmla="*/ 60960 h 62864"/>
                                <a:gd name="connsiteX64" fmla="*/ 59055 w 93344"/>
                                <a:gd name="connsiteY64" fmla="*/ 60960 h 62864"/>
                                <a:gd name="connsiteX65" fmla="*/ 59055 w 93344"/>
                                <a:gd name="connsiteY65" fmla="*/ 60960 h 62864"/>
                                <a:gd name="connsiteX66" fmla="*/ 59055 w 93344"/>
                                <a:gd name="connsiteY66" fmla="*/ 60960 h 62864"/>
                                <a:gd name="connsiteX67" fmla="*/ 59055 w 93344"/>
                                <a:gd name="connsiteY67" fmla="*/ 60960 h 62864"/>
                                <a:gd name="connsiteX68" fmla="*/ 60960 w 93344"/>
                                <a:gd name="connsiteY68" fmla="*/ 57150 h 62864"/>
                                <a:gd name="connsiteX69" fmla="*/ 61913 w 93344"/>
                                <a:gd name="connsiteY69" fmla="*/ 55245 h 62864"/>
                                <a:gd name="connsiteX70" fmla="*/ 62865 w 93344"/>
                                <a:gd name="connsiteY70" fmla="*/ 53340 h 62864"/>
                                <a:gd name="connsiteX71" fmla="*/ 63817 w 93344"/>
                                <a:gd name="connsiteY71" fmla="*/ 48577 h 62864"/>
                                <a:gd name="connsiteX72" fmla="*/ 63817 w 93344"/>
                                <a:gd name="connsiteY72" fmla="*/ 45720 h 62864"/>
                                <a:gd name="connsiteX73" fmla="*/ 63817 w 93344"/>
                                <a:gd name="connsiteY73" fmla="*/ 42863 h 62864"/>
                                <a:gd name="connsiteX74" fmla="*/ 64770 w 93344"/>
                                <a:gd name="connsiteY74" fmla="*/ 36195 h 62864"/>
                                <a:gd name="connsiteX75" fmla="*/ 66675 w 93344"/>
                                <a:gd name="connsiteY75" fmla="*/ 23813 h 62864"/>
                                <a:gd name="connsiteX76" fmla="*/ 68580 w 93344"/>
                                <a:gd name="connsiteY76" fmla="*/ 19050 h 62864"/>
                                <a:gd name="connsiteX77" fmla="*/ 68580 w 93344"/>
                                <a:gd name="connsiteY77" fmla="*/ 19050 h 62864"/>
                                <a:gd name="connsiteX78" fmla="*/ 66675 w 93344"/>
                                <a:gd name="connsiteY78" fmla="*/ 20002 h 62864"/>
                                <a:gd name="connsiteX79" fmla="*/ 60007 w 93344"/>
                                <a:gd name="connsiteY79" fmla="*/ 24765 h 62864"/>
                                <a:gd name="connsiteX80" fmla="*/ 53340 w 93344"/>
                                <a:gd name="connsiteY80" fmla="*/ 28575 h 62864"/>
                                <a:gd name="connsiteX81" fmla="*/ 53340 w 93344"/>
                                <a:gd name="connsiteY81" fmla="*/ 28575 h 62864"/>
                                <a:gd name="connsiteX82" fmla="*/ 52388 w 93344"/>
                                <a:gd name="connsiteY82" fmla="*/ 29527 h 62864"/>
                                <a:gd name="connsiteX83" fmla="*/ 50482 w 93344"/>
                                <a:gd name="connsiteY83" fmla="*/ 34290 h 62864"/>
                                <a:gd name="connsiteX84" fmla="*/ 49530 w 93344"/>
                                <a:gd name="connsiteY84" fmla="*/ 38100 h 62864"/>
                                <a:gd name="connsiteX85" fmla="*/ 48577 w 93344"/>
                                <a:gd name="connsiteY85" fmla="*/ 41910 h 62864"/>
                                <a:gd name="connsiteX86" fmla="*/ 47625 w 93344"/>
                                <a:gd name="connsiteY86" fmla="*/ 43815 h 62864"/>
                                <a:gd name="connsiteX87" fmla="*/ 46672 w 93344"/>
                                <a:gd name="connsiteY87" fmla="*/ 45720 h 62864"/>
                                <a:gd name="connsiteX88" fmla="*/ 45720 w 93344"/>
                                <a:gd name="connsiteY88" fmla="*/ 47625 h 62864"/>
                                <a:gd name="connsiteX89" fmla="*/ 44767 w 93344"/>
                                <a:gd name="connsiteY89" fmla="*/ 49530 h 62864"/>
                                <a:gd name="connsiteX90" fmla="*/ 42863 w 93344"/>
                                <a:gd name="connsiteY90" fmla="*/ 53340 h 62864"/>
                                <a:gd name="connsiteX91" fmla="*/ 40957 w 93344"/>
                                <a:gd name="connsiteY91" fmla="*/ 57150 h 62864"/>
                                <a:gd name="connsiteX92" fmla="*/ 40005 w 93344"/>
                                <a:gd name="connsiteY92" fmla="*/ 59055 h 62864"/>
                                <a:gd name="connsiteX93" fmla="*/ 39052 w 93344"/>
                                <a:gd name="connsiteY93" fmla="*/ 60960 h 62864"/>
                                <a:gd name="connsiteX94" fmla="*/ 39052 w 93344"/>
                                <a:gd name="connsiteY94" fmla="*/ 61913 h 62864"/>
                                <a:gd name="connsiteX95" fmla="*/ 39052 w 93344"/>
                                <a:gd name="connsiteY95" fmla="*/ 62865 h 62864"/>
                                <a:gd name="connsiteX96" fmla="*/ 39052 w 93344"/>
                                <a:gd name="connsiteY96" fmla="*/ 62865 h 62864"/>
                                <a:gd name="connsiteX97" fmla="*/ 40005 w 93344"/>
                                <a:gd name="connsiteY97" fmla="*/ 60960 h 62864"/>
                                <a:gd name="connsiteX98" fmla="*/ 40957 w 93344"/>
                                <a:gd name="connsiteY98" fmla="*/ 59055 h 62864"/>
                                <a:gd name="connsiteX99" fmla="*/ 41910 w 93344"/>
                                <a:gd name="connsiteY99" fmla="*/ 57150 h 62864"/>
                                <a:gd name="connsiteX100" fmla="*/ 43815 w 93344"/>
                                <a:gd name="connsiteY100" fmla="*/ 53340 h 62864"/>
                                <a:gd name="connsiteX101" fmla="*/ 45720 w 93344"/>
                                <a:gd name="connsiteY101" fmla="*/ 49530 h 62864"/>
                                <a:gd name="connsiteX102" fmla="*/ 45720 w 93344"/>
                                <a:gd name="connsiteY102" fmla="*/ 48577 h 62864"/>
                                <a:gd name="connsiteX103" fmla="*/ 45720 w 93344"/>
                                <a:gd name="connsiteY103" fmla="*/ 47625 h 62864"/>
                                <a:gd name="connsiteX104" fmla="*/ 46672 w 93344"/>
                                <a:gd name="connsiteY104" fmla="*/ 45720 h 62864"/>
                                <a:gd name="connsiteX105" fmla="*/ 47625 w 93344"/>
                                <a:gd name="connsiteY105" fmla="*/ 43815 h 62864"/>
                                <a:gd name="connsiteX106" fmla="*/ 48577 w 93344"/>
                                <a:gd name="connsiteY106" fmla="*/ 41910 h 62864"/>
                                <a:gd name="connsiteX107" fmla="*/ 49530 w 93344"/>
                                <a:gd name="connsiteY107" fmla="*/ 38100 h 62864"/>
                                <a:gd name="connsiteX108" fmla="*/ 50482 w 93344"/>
                                <a:gd name="connsiteY108" fmla="*/ 34290 h 62864"/>
                                <a:gd name="connsiteX109" fmla="*/ 51435 w 93344"/>
                                <a:gd name="connsiteY109" fmla="*/ 30480 h 62864"/>
                                <a:gd name="connsiteX110" fmla="*/ 47625 w 93344"/>
                                <a:gd name="connsiteY110" fmla="*/ 33338 h 62864"/>
                                <a:gd name="connsiteX111" fmla="*/ 40957 w 93344"/>
                                <a:gd name="connsiteY111" fmla="*/ 39052 h 62864"/>
                                <a:gd name="connsiteX112" fmla="*/ 38100 w 93344"/>
                                <a:gd name="connsiteY112" fmla="*/ 41910 h 62864"/>
                                <a:gd name="connsiteX113" fmla="*/ 35242 w 93344"/>
                                <a:gd name="connsiteY113" fmla="*/ 44767 h 62864"/>
                                <a:gd name="connsiteX114" fmla="*/ 29527 w 93344"/>
                                <a:gd name="connsiteY114" fmla="*/ 50483 h 62864"/>
                                <a:gd name="connsiteX115" fmla="*/ 27622 w 93344"/>
                                <a:gd name="connsiteY115" fmla="*/ 53340 h 62864"/>
                                <a:gd name="connsiteX116" fmla="*/ 25717 w 93344"/>
                                <a:gd name="connsiteY116" fmla="*/ 56197 h 62864"/>
                                <a:gd name="connsiteX117" fmla="*/ 25717 w 93344"/>
                                <a:gd name="connsiteY117" fmla="*/ 56197 h 62864"/>
                                <a:gd name="connsiteX118" fmla="*/ 25717 w 93344"/>
                                <a:gd name="connsiteY118" fmla="*/ 56197 h 62864"/>
                                <a:gd name="connsiteX119" fmla="*/ 27622 w 93344"/>
                                <a:gd name="connsiteY119" fmla="*/ 53340 h 62864"/>
                                <a:gd name="connsiteX120" fmla="*/ 29527 w 93344"/>
                                <a:gd name="connsiteY120" fmla="*/ 50483 h 62864"/>
                                <a:gd name="connsiteX121" fmla="*/ 35242 w 93344"/>
                                <a:gd name="connsiteY121" fmla="*/ 43815 h 62864"/>
                                <a:gd name="connsiteX122" fmla="*/ 37147 w 93344"/>
                                <a:gd name="connsiteY122" fmla="*/ 41910 h 62864"/>
                                <a:gd name="connsiteX123" fmla="*/ 39052 w 93344"/>
                                <a:gd name="connsiteY123" fmla="*/ 40005 h 62864"/>
                                <a:gd name="connsiteX124" fmla="*/ 40957 w 93344"/>
                                <a:gd name="connsiteY124" fmla="*/ 38100 h 62864"/>
                                <a:gd name="connsiteX125" fmla="*/ 42863 w 93344"/>
                                <a:gd name="connsiteY125" fmla="*/ 36195 h 62864"/>
                                <a:gd name="connsiteX126" fmla="*/ 49530 w 93344"/>
                                <a:gd name="connsiteY126" fmla="*/ 30480 h 62864"/>
                                <a:gd name="connsiteX127" fmla="*/ 56197 w 93344"/>
                                <a:gd name="connsiteY127" fmla="*/ 25717 h 62864"/>
                                <a:gd name="connsiteX128" fmla="*/ 60960 w 93344"/>
                                <a:gd name="connsiteY128" fmla="*/ 21908 h 62864"/>
                                <a:gd name="connsiteX129" fmla="*/ 60007 w 93344"/>
                                <a:gd name="connsiteY129" fmla="*/ 21908 h 62864"/>
                                <a:gd name="connsiteX130" fmla="*/ 55245 w 93344"/>
                                <a:gd name="connsiteY130" fmla="*/ 21908 h 62864"/>
                                <a:gd name="connsiteX131" fmla="*/ 42863 w 93344"/>
                                <a:gd name="connsiteY131" fmla="*/ 21908 h 62864"/>
                                <a:gd name="connsiteX132" fmla="*/ 36195 w 93344"/>
                                <a:gd name="connsiteY132" fmla="*/ 21908 h 62864"/>
                                <a:gd name="connsiteX133" fmla="*/ 28575 w 93344"/>
                                <a:gd name="connsiteY133" fmla="*/ 22860 h 62864"/>
                                <a:gd name="connsiteX134" fmla="*/ 20955 w 93344"/>
                                <a:gd name="connsiteY134" fmla="*/ 24765 h 62864"/>
                                <a:gd name="connsiteX135" fmla="*/ 13335 w 93344"/>
                                <a:gd name="connsiteY135" fmla="*/ 28575 h 62864"/>
                                <a:gd name="connsiteX136" fmla="*/ 9525 w 93344"/>
                                <a:gd name="connsiteY136" fmla="*/ 31433 h 62864"/>
                                <a:gd name="connsiteX137" fmla="*/ 6667 w 93344"/>
                                <a:gd name="connsiteY137" fmla="*/ 34290 h 62864"/>
                                <a:gd name="connsiteX138" fmla="*/ 4763 w 93344"/>
                                <a:gd name="connsiteY138" fmla="*/ 36195 h 62864"/>
                                <a:gd name="connsiteX139" fmla="*/ 2857 w 93344"/>
                                <a:gd name="connsiteY139" fmla="*/ 38100 h 62864"/>
                                <a:gd name="connsiteX140" fmla="*/ 0 w 93344"/>
                                <a:gd name="connsiteY140" fmla="*/ 41910 h 62864"/>
                                <a:gd name="connsiteX141" fmla="*/ 0 w 93344"/>
                                <a:gd name="connsiteY141" fmla="*/ 42863 h 62864"/>
                                <a:gd name="connsiteX142" fmla="*/ 0 w 93344"/>
                                <a:gd name="connsiteY142" fmla="*/ 42863 h 62864"/>
                                <a:gd name="connsiteX143" fmla="*/ 0 w 93344"/>
                                <a:gd name="connsiteY143" fmla="*/ 41910 h 62864"/>
                                <a:gd name="connsiteX144" fmla="*/ 5715 w 93344"/>
                                <a:gd name="connsiteY144" fmla="*/ 35242 h 62864"/>
                                <a:gd name="connsiteX145" fmla="*/ 12382 w 93344"/>
                                <a:gd name="connsiteY145" fmla="*/ 29527 h 62864"/>
                                <a:gd name="connsiteX146" fmla="*/ 20002 w 93344"/>
                                <a:gd name="connsiteY146" fmla="*/ 25717 h 62864"/>
                                <a:gd name="connsiteX147" fmla="*/ 27622 w 93344"/>
                                <a:gd name="connsiteY147" fmla="*/ 23813 h 62864"/>
                                <a:gd name="connsiteX148" fmla="*/ 35242 w 93344"/>
                                <a:gd name="connsiteY148" fmla="*/ 22860 h 62864"/>
                                <a:gd name="connsiteX149" fmla="*/ 41910 w 93344"/>
                                <a:gd name="connsiteY149" fmla="*/ 22860 h 62864"/>
                                <a:gd name="connsiteX150" fmla="*/ 54292 w 93344"/>
                                <a:gd name="connsiteY150" fmla="*/ 22860 h 62864"/>
                                <a:gd name="connsiteX151" fmla="*/ 59055 w 93344"/>
                                <a:gd name="connsiteY151" fmla="*/ 22860 h 62864"/>
                                <a:gd name="connsiteX152" fmla="*/ 62865 w 93344"/>
                                <a:gd name="connsiteY152" fmla="*/ 21908 h 62864"/>
                                <a:gd name="connsiteX153" fmla="*/ 64770 w 93344"/>
                                <a:gd name="connsiteY153" fmla="*/ 20955 h 62864"/>
                                <a:gd name="connsiteX154" fmla="*/ 69532 w 93344"/>
                                <a:gd name="connsiteY154" fmla="*/ 17145 h 62864"/>
                                <a:gd name="connsiteX155" fmla="*/ 72390 w 93344"/>
                                <a:gd name="connsiteY155" fmla="*/ 15240 h 62864"/>
                                <a:gd name="connsiteX156" fmla="*/ 75247 w 93344"/>
                                <a:gd name="connsiteY156" fmla="*/ 13335 h 62864"/>
                                <a:gd name="connsiteX157" fmla="*/ 80963 w 93344"/>
                                <a:gd name="connsiteY157" fmla="*/ 9525 h 62864"/>
                                <a:gd name="connsiteX158" fmla="*/ 81915 w 93344"/>
                                <a:gd name="connsiteY158" fmla="*/ 9525 h 62864"/>
                                <a:gd name="connsiteX159" fmla="*/ 80963 w 93344"/>
                                <a:gd name="connsiteY159" fmla="*/ 9525 h 62864"/>
                                <a:gd name="connsiteX160" fmla="*/ 77152 w 93344"/>
                                <a:gd name="connsiteY160" fmla="*/ 8572 h 62864"/>
                                <a:gd name="connsiteX161" fmla="*/ 74295 w 93344"/>
                                <a:gd name="connsiteY161" fmla="*/ 7620 h 62864"/>
                                <a:gd name="connsiteX162" fmla="*/ 71438 w 93344"/>
                                <a:gd name="connsiteY162" fmla="*/ 6667 h 62864"/>
                                <a:gd name="connsiteX163" fmla="*/ 64770 w 93344"/>
                                <a:gd name="connsiteY163" fmla="*/ 4763 h 62864"/>
                                <a:gd name="connsiteX164" fmla="*/ 57150 w 93344"/>
                                <a:gd name="connsiteY164" fmla="*/ 2858 h 62864"/>
                                <a:gd name="connsiteX165" fmla="*/ 48577 w 93344"/>
                                <a:gd name="connsiteY165" fmla="*/ 1905 h 62864"/>
                                <a:gd name="connsiteX166" fmla="*/ 40005 w 93344"/>
                                <a:gd name="connsiteY166" fmla="*/ 952 h 62864"/>
                                <a:gd name="connsiteX167" fmla="*/ 31432 w 93344"/>
                                <a:gd name="connsiteY167" fmla="*/ 952 h 62864"/>
                                <a:gd name="connsiteX168" fmla="*/ 22860 w 93344"/>
                                <a:gd name="connsiteY168" fmla="*/ 2858 h 62864"/>
                                <a:gd name="connsiteX169" fmla="*/ 18097 w 93344"/>
                                <a:gd name="connsiteY169" fmla="*/ 3810 h 62864"/>
                                <a:gd name="connsiteX170" fmla="*/ 14288 w 93344"/>
                                <a:gd name="connsiteY170" fmla="*/ 5715 h 62864"/>
                                <a:gd name="connsiteX171" fmla="*/ 10477 w 93344"/>
                                <a:gd name="connsiteY171" fmla="*/ 7620 h 62864"/>
                                <a:gd name="connsiteX172" fmla="*/ 6667 w 93344"/>
                                <a:gd name="connsiteY172" fmla="*/ 10477 h 62864"/>
                                <a:gd name="connsiteX173" fmla="*/ 2857 w 93344"/>
                                <a:gd name="connsiteY173" fmla="*/ 13335 h 62864"/>
                                <a:gd name="connsiteX174" fmla="*/ 952 w 93344"/>
                                <a:gd name="connsiteY174" fmla="*/ 15240 h 62864"/>
                                <a:gd name="connsiteX175" fmla="*/ 1905 w 93344"/>
                                <a:gd name="connsiteY175" fmla="*/ 14288 h 62864"/>
                                <a:gd name="connsiteX176" fmla="*/ 2857 w 93344"/>
                                <a:gd name="connsiteY176" fmla="*/ 13335 h 62864"/>
                                <a:gd name="connsiteX177" fmla="*/ 6667 w 93344"/>
                                <a:gd name="connsiteY177" fmla="*/ 10477 h 62864"/>
                                <a:gd name="connsiteX178" fmla="*/ 10477 w 93344"/>
                                <a:gd name="connsiteY178" fmla="*/ 7620 h 62864"/>
                                <a:gd name="connsiteX179" fmla="*/ 14288 w 93344"/>
                                <a:gd name="connsiteY179" fmla="*/ 5715 h 62864"/>
                                <a:gd name="connsiteX180" fmla="*/ 18097 w 93344"/>
                                <a:gd name="connsiteY180" fmla="*/ 3810 h 62864"/>
                                <a:gd name="connsiteX181" fmla="*/ 22860 w 93344"/>
                                <a:gd name="connsiteY181" fmla="*/ 1905 h 62864"/>
                                <a:gd name="connsiteX182" fmla="*/ 31432 w 93344"/>
                                <a:gd name="connsiteY182" fmla="*/ 0 h 62864"/>
                                <a:gd name="connsiteX183" fmla="*/ 40005 w 93344"/>
                                <a:gd name="connsiteY183" fmla="*/ 0 h 62864"/>
                                <a:gd name="connsiteX184" fmla="*/ 48577 w 93344"/>
                                <a:gd name="connsiteY184" fmla="*/ 952 h 62864"/>
                                <a:gd name="connsiteX185" fmla="*/ 57150 w 93344"/>
                                <a:gd name="connsiteY185" fmla="*/ 1905 h 62864"/>
                                <a:gd name="connsiteX186" fmla="*/ 64770 w 93344"/>
                                <a:gd name="connsiteY186" fmla="*/ 3810 h 62864"/>
                                <a:gd name="connsiteX187" fmla="*/ 71438 w 93344"/>
                                <a:gd name="connsiteY187" fmla="*/ 5715 h 62864"/>
                                <a:gd name="connsiteX188" fmla="*/ 74295 w 93344"/>
                                <a:gd name="connsiteY188" fmla="*/ 6667 h 62864"/>
                                <a:gd name="connsiteX189" fmla="*/ 77152 w 93344"/>
                                <a:gd name="connsiteY189" fmla="*/ 6667 h 62864"/>
                                <a:gd name="connsiteX190" fmla="*/ 80963 w 93344"/>
                                <a:gd name="connsiteY190" fmla="*/ 7620 h 62864"/>
                                <a:gd name="connsiteX191" fmla="*/ 82867 w 93344"/>
                                <a:gd name="connsiteY191" fmla="*/ 8572 h 62864"/>
                                <a:gd name="connsiteX192" fmla="*/ 82867 w 93344"/>
                                <a:gd name="connsiteY192" fmla="*/ 8572 h 62864"/>
                                <a:gd name="connsiteX193" fmla="*/ 84772 w 93344"/>
                                <a:gd name="connsiteY193" fmla="*/ 6667 h 62864"/>
                                <a:gd name="connsiteX194" fmla="*/ 88582 w 93344"/>
                                <a:gd name="connsiteY194" fmla="*/ 3810 h 62864"/>
                                <a:gd name="connsiteX195" fmla="*/ 91440 w 93344"/>
                                <a:gd name="connsiteY195" fmla="*/ 1905 h 62864"/>
                                <a:gd name="connsiteX196" fmla="*/ 93345 w 93344"/>
                                <a:gd name="connsiteY196" fmla="*/ 5715 h 62864"/>
                                <a:gd name="connsiteX197" fmla="*/ 89535 w 93344"/>
                                <a:gd name="connsiteY197" fmla="*/ 4763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93344" h="62864">
                                  <a:moveTo>
                                    <a:pt x="89535" y="4763"/>
                                  </a:moveTo>
                                  <a:cubicBezTo>
                                    <a:pt x="89535" y="4763"/>
                                    <a:pt x="89535" y="5715"/>
                                    <a:pt x="89535" y="4763"/>
                                  </a:cubicBezTo>
                                  <a:cubicBezTo>
                                    <a:pt x="89535" y="5715"/>
                                    <a:pt x="89535" y="6667"/>
                                    <a:pt x="88582" y="8572"/>
                                  </a:cubicBezTo>
                                  <a:cubicBezTo>
                                    <a:pt x="88582" y="10477"/>
                                    <a:pt x="88582" y="13335"/>
                                    <a:pt x="88582" y="17145"/>
                                  </a:cubicBezTo>
                                  <a:cubicBezTo>
                                    <a:pt x="88582" y="20955"/>
                                    <a:pt x="88582" y="24765"/>
                                    <a:pt x="89535" y="28575"/>
                                  </a:cubicBezTo>
                                  <a:cubicBezTo>
                                    <a:pt x="89535" y="29527"/>
                                    <a:pt x="89535" y="30480"/>
                                    <a:pt x="89535" y="31433"/>
                                  </a:cubicBezTo>
                                  <a:cubicBezTo>
                                    <a:pt x="89535" y="32385"/>
                                    <a:pt x="89535" y="32385"/>
                                    <a:pt x="89535" y="33338"/>
                                  </a:cubicBezTo>
                                  <a:lnTo>
                                    <a:pt x="89535" y="33338"/>
                                  </a:lnTo>
                                  <a:lnTo>
                                    <a:pt x="89535" y="33338"/>
                                  </a:lnTo>
                                  <a:lnTo>
                                    <a:pt x="89535" y="34290"/>
                                  </a:lnTo>
                                  <a:cubicBezTo>
                                    <a:pt x="89535" y="36195"/>
                                    <a:pt x="89535" y="39052"/>
                                    <a:pt x="89535" y="40958"/>
                                  </a:cubicBezTo>
                                  <a:cubicBezTo>
                                    <a:pt x="89535" y="41910"/>
                                    <a:pt x="89535" y="42863"/>
                                    <a:pt x="89535" y="43815"/>
                                  </a:cubicBezTo>
                                  <a:cubicBezTo>
                                    <a:pt x="89535" y="44767"/>
                                    <a:pt x="89535" y="45720"/>
                                    <a:pt x="88582" y="46672"/>
                                  </a:cubicBezTo>
                                  <a:cubicBezTo>
                                    <a:pt x="88582" y="47625"/>
                                    <a:pt x="88582" y="47625"/>
                                    <a:pt x="88582" y="47625"/>
                                  </a:cubicBezTo>
                                  <a:cubicBezTo>
                                    <a:pt x="88582" y="47625"/>
                                    <a:pt x="88582" y="48577"/>
                                    <a:pt x="88582" y="48577"/>
                                  </a:cubicBezTo>
                                  <a:cubicBezTo>
                                    <a:pt x="88582" y="49530"/>
                                    <a:pt x="88582" y="50483"/>
                                    <a:pt x="87630" y="51435"/>
                                  </a:cubicBezTo>
                                  <a:cubicBezTo>
                                    <a:pt x="87630" y="53340"/>
                                    <a:pt x="86677" y="54292"/>
                                    <a:pt x="86677" y="55245"/>
                                  </a:cubicBezTo>
                                  <a:cubicBezTo>
                                    <a:pt x="86677" y="56197"/>
                                    <a:pt x="85725" y="57150"/>
                                    <a:pt x="85725" y="58102"/>
                                  </a:cubicBezTo>
                                  <a:cubicBezTo>
                                    <a:pt x="85725" y="59055"/>
                                    <a:pt x="84772" y="59055"/>
                                    <a:pt x="84772" y="60008"/>
                                  </a:cubicBezTo>
                                  <a:cubicBezTo>
                                    <a:pt x="84772" y="60008"/>
                                    <a:pt x="84772" y="60960"/>
                                    <a:pt x="83820" y="60960"/>
                                  </a:cubicBezTo>
                                  <a:cubicBezTo>
                                    <a:pt x="83820" y="60960"/>
                                    <a:pt x="83820" y="60960"/>
                                    <a:pt x="83820" y="60960"/>
                                  </a:cubicBezTo>
                                  <a:lnTo>
                                    <a:pt x="83820" y="60960"/>
                                  </a:lnTo>
                                  <a:cubicBezTo>
                                    <a:pt x="83820" y="60960"/>
                                    <a:pt x="83820" y="60960"/>
                                    <a:pt x="83820" y="60960"/>
                                  </a:cubicBezTo>
                                  <a:cubicBezTo>
                                    <a:pt x="83820" y="60960"/>
                                    <a:pt x="83820" y="60008"/>
                                    <a:pt x="83820" y="60008"/>
                                  </a:cubicBezTo>
                                  <a:cubicBezTo>
                                    <a:pt x="83820" y="60008"/>
                                    <a:pt x="83820" y="59055"/>
                                    <a:pt x="84772" y="58102"/>
                                  </a:cubicBezTo>
                                  <a:cubicBezTo>
                                    <a:pt x="84772" y="57150"/>
                                    <a:pt x="84772" y="56197"/>
                                    <a:pt x="85725" y="55245"/>
                                  </a:cubicBezTo>
                                  <a:cubicBezTo>
                                    <a:pt x="85725" y="54292"/>
                                    <a:pt x="86677" y="52388"/>
                                    <a:pt x="86677" y="51435"/>
                                  </a:cubicBezTo>
                                  <a:cubicBezTo>
                                    <a:pt x="86677" y="50483"/>
                                    <a:pt x="86677" y="49530"/>
                                    <a:pt x="86677" y="49530"/>
                                  </a:cubicBezTo>
                                  <a:cubicBezTo>
                                    <a:pt x="86677" y="49530"/>
                                    <a:pt x="86677" y="48577"/>
                                    <a:pt x="86677" y="48577"/>
                                  </a:cubicBezTo>
                                  <a:cubicBezTo>
                                    <a:pt x="86677" y="48577"/>
                                    <a:pt x="86677" y="47625"/>
                                    <a:pt x="86677" y="47625"/>
                                  </a:cubicBezTo>
                                  <a:cubicBezTo>
                                    <a:pt x="86677" y="46672"/>
                                    <a:pt x="86677" y="45720"/>
                                    <a:pt x="86677" y="44767"/>
                                  </a:cubicBezTo>
                                  <a:cubicBezTo>
                                    <a:pt x="86677" y="43815"/>
                                    <a:pt x="86677" y="42863"/>
                                    <a:pt x="86677" y="41910"/>
                                  </a:cubicBezTo>
                                  <a:cubicBezTo>
                                    <a:pt x="86677" y="40005"/>
                                    <a:pt x="86677" y="38100"/>
                                    <a:pt x="86677" y="35242"/>
                                  </a:cubicBezTo>
                                  <a:lnTo>
                                    <a:pt x="86677" y="34290"/>
                                  </a:lnTo>
                                  <a:lnTo>
                                    <a:pt x="86677" y="34290"/>
                                  </a:lnTo>
                                  <a:lnTo>
                                    <a:pt x="86677" y="34290"/>
                                  </a:lnTo>
                                  <a:cubicBezTo>
                                    <a:pt x="86677" y="33338"/>
                                    <a:pt x="86677" y="33338"/>
                                    <a:pt x="86677" y="32385"/>
                                  </a:cubicBezTo>
                                  <a:cubicBezTo>
                                    <a:pt x="86677" y="31433"/>
                                    <a:pt x="86677" y="30480"/>
                                    <a:pt x="86677" y="29527"/>
                                  </a:cubicBezTo>
                                  <a:cubicBezTo>
                                    <a:pt x="85725" y="25717"/>
                                    <a:pt x="85725" y="20955"/>
                                    <a:pt x="85725" y="18097"/>
                                  </a:cubicBezTo>
                                  <a:cubicBezTo>
                                    <a:pt x="85725" y="13335"/>
                                    <a:pt x="85725" y="9525"/>
                                    <a:pt x="85725" y="7620"/>
                                  </a:cubicBezTo>
                                  <a:cubicBezTo>
                                    <a:pt x="85725" y="7620"/>
                                    <a:pt x="84772" y="8572"/>
                                    <a:pt x="84772" y="8572"/>
                                  </a:cubicBezTo>
                                  <a:cubicBezTo>
                                    <a:pt x="83820" y="9525"/>
                                    <a:pt x="83820" y="9525"/>
                                    <a:pt x="82867" y="10477"/>
                                  </a:cubicBezTo>
                                  <a:cubicBezTo>
                                    <a:pt x="81915" y="11430"/>
                                    <a:pt x="80963" y="11430"/>
                                    <a:pt x="80010" y="12383"/>
                                  </a:cubicBezTo>
                                  <a:cubicBezTo>
                                    <a:pt x="78105" y="13335"/>
                                    <a:pt x="76200" y="15240"/>
                                    <a:pt x="74295" y="16192"/>
                                  </a:cubicBezTo>
                                  <a:cubicBezTo>
                                    <a:pt x="74295" y="16192"/>
                                    <a:pt x="73342" y="17145"/>
                                    <a:pt x="73342" y="17145"/>
                                  </a:cubicBezTo>
                                  <a:cubicBezTo>
                                    <a:pt x="73342" y="17145"/>
                                    <a:pt x="73342" y="17145"/>
                                    <a:pt x="73342" y="17145"/>
                                  </a:cubicBezTo>
                                  <a:cubicBezTo>
                                    <a:pt x="72390" y="18097"/>
                                    <a:pt x="72390" y="19050"/>
                                    <a:pt x="71438" y="20002"/>
                                  </a:cubicBezTo>
                                  <a:cubicBezTo>
                                    <a:pt x="70485" y="20955"/>
                                    <a:pt x="70485" y="22860"/>
                                    <a:pt x="69532" y="24765"/>
                                  </a:cubicBezTo>
                                  <a:cubicBezTo>
                                    <a:pt x="68580" y="28575"/>
                                    <a:pt x="67627" y="32385"/>
                                    <a:pt x="67627" y="36195"/>
                                  </a:cubicBezTo>
                                  <a:cubicBezTo>
                                    <a:pt x="67627" y="38100"/>
                                    <a:pt x="67627" y="40958"/>
                                    <a:pt x="66675" y="42863"/>
                                  </a:cubicBezTo>
                                  <a:cubicBezTo>
                                    <a:pt x="66675" y="43815"/>
                                    <a:pt x="66675" y="44767"/>
                                    <a:pt x="65722" y="45720"/>
                                  </a:cubicBezTo>
                                  <a:cubicBezTo>
                                    <a:pt x="65722" y="46672"/>
                                    <a:pt x="65722" y="47625"/>
                                    <a:pt x="64770" y="48577"/>
                                  </a:cubicBezTo>
                                  <a:cubicBezTo>
                                    <a:pt x="64770" y="50483"/>
                                    <a:pt x="63817" y="52388"/>
                                    <a:pt x="63817" y="53340"/>
                                  </a:cubicBezTo>
                                  <a:cubicBezTo>
                                    <a:pt x="63817" y="54292"/>
                                    <a:pt x="63817" y="55245"/>
                                    <a:pt x="62865" y="55245"/>
                                  </a:cubicBezTo>
                                  <a:cubicBezTo>
                                    <a:pt x="62865" y="56197"/>
                                    <a:pt x="62865" y="56197"/>
                                    <a:pt x="61913" y="57150"/>
                                  </a:cubicBezTo>
                                  <a:cubicBezTo>
                                    <a:pt x="60960" y="59055"/>
                                    <a:pt x="60007" y="60008"/>
                                    <a:pt x="59055" y="60960"/>
                                  </a:cubicBezTo>
                                  <a:cubicBezTo>
                                    <a:pt x="59055" y="60960"/>
                                    <a:pt x="59055" y="60960"/>
                                    <a:pt x="59055" y="60960"/>
                                  </a:cubicBezTo>
                                  <a:cubicBezTo>
                                    <a:pt x="59055" y="60960"/>
                                    <a:pt x="59055" y="60960"/>
                                    <a:pt x="59055" y="60960"/>
                                  </a:cubicBezTo>
                                  <a:cubicBezTo>
                                    <a:pt x="59055" y="60960"/>
                                    <a:pt x="59055" y="60960"/>
                                    <a:pt x="59055" y="60960"/>
                                  </a:cubicBezTo>
                                  <a:cubicBezTo>
                                    <a:pt x="59055" y="60960"/>
                                    <a:pt x="59055" y="60960"/>
                                    <a:pt x="59055" y="60960"/>
                                  </a:cubicBezTo>
                                  <a:cubicBezTo>
                                    <a:pt x="59055" y="60960"/>
                                    <a:pt x="59055" y="60960"/>
                                    <a:pt x="59055" y="60960"/>
                                  </a:cubicBezTo>
                                  <a:cubicBezTo>
                                    <a:pt x="59055" y="60960"/>
                                    <a:pt x="58102" y="60960"/>
                                    <a:pt x="58102" y="60960"/>
                                  </a:cubicBezTo>
                                  <a:cubicBezTo>
                                    <a:pt x="58102" y="60960"/>
                                    <a:pt x="59055" y="60960"/>
                                    <a:pt x="59055" y="60960"/>
                                  </a:cubicBezTo>
                                  <a:cubicBezTo>
                                    <a:pt x="59055" y="60960"/>
                                    <a:pt x="59055" y="60960"/>
                                    <a:pt x="59055" y="60960"/>
                                  </a:cubicBezTo>
                                  <a:cubicBezTo>
                                    <a:pt x="59055" y="60960"/>
                                    <a:pt x="59055" y="60960"/>
                                    <a:pt x="59055" y="60960"/>
                                  </a:cubicBezTo>
                                  <a:cubicBezTo>
                                    <a:pt x="59055" y="60960"/>
                                    <a:pt x="59055" y="60960"/>
                                    <a:pt x="59055" y="60960"/>
                                  </a:cubicBezTo>
                                  <a:cubicBezTo>
                                    <a:pt x="59055" y="60960"/>
                                    <a:pt x="59055" y="60960"/>
                                    <a:pt x="59055" y="60960"/>
                                  </a:cubicBezTo>
                                  <a:cubicBezTo>
                                    <a:pt x="59055" y="60960"/>
                                    <a:pt x="59055" y="60960"/>
                                    <a:pt x="59055" y="60960"/>
                                  </a:cubicBezTo>
                                  <a:cubicBezTo>
                                    <a:pt x="60007" y="60008"/>
                                    <a:pt x="60960" y="59055"/>
                                    <a:pt x="60960" y="57150"/>
                                  </a:cubicBezTo>
                                  <a:cubicBezTo>
                                    <a:pt x="60960" y="56197"/>
                                    <a:pt x="60960" y="56197"/>
                                    <a:pt x="61913" y="55245"/>
                                  </a:cubicBezTo>
                                  <a:cubicBezTo>
                                    <a:pt x="61913" y="54292"/>
                                    <a:pt x="61913" y="54292"/>
                                    <a:pt x="62865" y="53340"/>
                                  </a:cubicBezTo>
                                  <a:cubicBezTo>
                                    <a:pt x="62865" y="51435"/>
                                    <a:pt x="63817" y="50483"/>
                                    <a:pt x="63817" y="48577"/>
                                  </a:cubicBezTo>
                                  <a:cubicBezTo>
                                    <a:pt x="63817" y="47625"/>
                                    <a:pt x="63817" y="46672"/>
                                    <a:pt x="63817" y="45720"/>
                                  </a:cubicBezTo>
                                  <a:cubicBezTo>
                                    <a:pt x="63817" y="44767"/>
                                    <a:pt x="63817" y="43815"/>
                                    <a:pt x="63817" y="42863"/>
                                  </a:cubicBezTo>
                                  <a:cubicBezTo>
                                    <a:pt x="63817" y="40958"/>
                                    <a:pt x="63817" y="39052"/>
                                    <a:pt x="64770" y="36195"/>
                                  </a:cubicBezTo>
                                  <a:cubicBezTo>
                                    <a:pt x="64770" y="32385"/>
                                    <a:pt x="65722" y="27622"/>
                                    <a:pt x="66675" y="23813"/>
                                  </a:cubicBezTo>
                                  <a:cubicBezTo>
                                    <a:pt x="66675" y="21908"/>
                                    <a:pt x="67627" y="20002"/>
                                    <a:pt x="68580" y="19050"/>
                                  </a:cubicBezTo>
                                  <a:cubicBezTo>
                                    <a:pt x="68580" y="19050"/>
                                    <a:pt x="68580" y="19050"/>
                                    <a:pt x="68580" y="19050"/>
                                  </a:cubicBezTo>
                                  <a:cubicBezTo>
                                    <a:pt x="67627" y="19050"/>
                                    <a:pt x="67627" y="20002"/>
                                    <a:pt x="66675" y="20002"/>
                                  </a:cubicBezTo>
                                  <a:cubicBezTo>
                                    <a:pt x="64770" y="21908"/>
                                    <a:pt x="61913" y="22860"/>
                                    <a:pt x="60007" y="24765"/>
                                  </a:cubicBezTo>
                                  <a:cubicBezTo>
                                    <a:pt x="58102" y="25717"/>
                                    <a:pt x="56197" y="27622"/>
                                    <a:pt x="53340" y="28575"/>
                                  </a:cubicBezTo>
                                  <a:cubicBezTo>
                                    <a:pt x="53340" y="28575"/>
                                    <a:pt x="53340" y="28575"/>
                                    <a:pt x="53340" y="28575"/>
                                  </a:cubicBezTo>
                                  <a:cubicBezTo>
                                    <a:pt x="53340" y="28575"/>
                                    <a:pt x="52388" y="29527"/>
                                    <a:pt x="52388" y="29527"/>
                                  </a:cubicBezTo>
                                  <a:cubicBezTo>
                                    <a:pt x="51435" y="30480"/>
                                    <a:pt x="50482" y="32385"/>
                                    <a:pt x="50482" y="34290"/>
                                  </a:cubicBezTo>
                                  <a:cubicBezTo>
                                    <a:pt x="50482" y="35242"/>
                                    <a:pt x="49530" y="37147"/>
                                    <a:pt x="49530" y="38100"/>
                                  </a:cubicBezTo>
                                  <a:cubicBezTo>
                                    <a:pt x="49530" y="39052"/>
                                    <a:pt x="48577" y="40958"/>
                                    <a:pt x="48577" y="41910"/>
                                  </a:cubicBezTo>
                                  <a:cubicBezTo>
                                    <a:pt x="48577" y="42863"/>
                                    <a:pt x="47625" y="42863"/>
                                    <a:pt x="47625" y="43815"/>
                                  </a:cubicBezTo>
                                  <a:cubicBezTo>
                                    <a:pt x="47625" y="44767"/>
                                    <a:pt x="46672" y="44767"/>
                                    <a:pt x="46672" y="45720"/>
                                  </a:cubicBezTo>
                                  <a:cubicBezTo>
                                    <a:pt x="46672" y="46672"/>
                                    <a:pt x="45720" y="46672"/>
                                    <a:pt x="45720" y="47625"/>
                                  </a:cubicBezTo>
                                  <a:cubicBezTo>
                                    <a:pt x="45720" y="48577"/>
                                    <a:pt x="44767" y="48577"/>
                                    <a:pt x="44767" y="49530"/>
                                  </a:cubicBezTo>
                                  <a:cubicBezTo>
                                    <a:pt x="43815" y="50483"/>
                                    <a:pt x="43815" y="52388"/>
                                    <a:pt x="42863" y="53340"/>
                                  </a:cubicBezTo>
                                  <a:cubicBezTo>
                                    <a:pt x="41910" y="54292"/>
                                    <a:pt x="41910" y="56197"/>
                                    <a:pt x="40957" y="57150"/>
                                  </a:cubicBezTo>
                                  <a:cubicBezTo>
                                    <a:pt x="40957" y="58102"/>
                                    <a:pt x="40005" y="58102"/>
                                    <a:pt x="40005" y="59055"/>
                                  </a:cubicBezTo>
                                  <a:cubicBezTo>
                                    <a:pt x="40005" y="60008"/>
                                    <a:pt x="39052" y="60008"/>
                                    <a:pt x="39052" y="60960"/>
                                  </a:cubicBezTo>
                                  <a:cubicBezTo>
                                    <a:pt x="39052" y="60960"/>
                                    <a:pt x="39052" y="61913"/>
                                    <a:pt x="39052" y="61913"/>
                                  </a:cubicBezTo>
                                  <a:cubicBezTo>
                                    <a:pt x="39052" y="61913"/>
                                    <a:pt x="39052" y="62865"/>
                                    <a:pt x="39052" y="62865"/>
                                  </a:cubicBezTo>
                                  <a:cubicBezTo>
                                    <a:pt x="39052" y="62865"/>
                                    <a:pt x="39052" y="62865"/>
                                    <a:pt x="39052" y="62865"/>
                                  </a:cubicBezTo>
                                  <a:cubicBezTo>
                                    <a:pt x="39052" y="61913"/>
                                    <a:pt x="40005" y="61913"/>
                                    <a:pt x="40005" y="60960"/>
                                  </a:cubicBezTo>
                                  <a:cubicBezTo>
                                    <a:pt x="40005" y="60008"/>
                                    <a:pt x="40957" y="60008"/>
                                    <a:pt x="40957" y="59055"/>
                                  </a:cubicBezTo>
                                  <a:cubicBezTo>
                                    <a:pt x="40957" y="58102"/>
                                    <a:pt x="41910" y="58102"/>
                                    <a:pt x="41910" y="57150"/>
                                  </a:cubicBezTo>
                                  <a:cubicBezTo>
                                    <a:pt x="42863" y="56197"/>
                                    <a:pt x="42863" y="54292"/>
                                    <a:pt x="43815" y="53340"/>
                                  </a:cubicBezTo>
                                  <a:cubicBezTo>
                                    <a:pt x="44767" y="52388"/>
                                    <a:pt x="44767" y="50483"/>
                                    <a:pt x="45720" y="49530"/>
                                  </a:cubicBezTo>
                                  <a:lnTo>
                                    <a:pt x="45720" y="48577"/>
                                  </a:lnTo>
                                  <a:lnTo>
                                    <a:pt x="45720" y="47625"/>
                                  </a:lnTo>
                                  <a:cubicBezTo>
                                    <a:pt x="45720" y="46672"/>
                                    <a:pt x="46672" y="46672"/>
                                    <a:pt x="46672" y="45720"/>
                                  </a:cubicBezTo>
                                  <a:cubicBezTo>
                                    <a:pt x="46672" y="44767"/>
                                    <a:pt x="46672" y="44767"/>
                                    <a:pt x="47625" y="43815"/>
                                  </a:cubicBezTo>
                                  <a:cubicBezTo>
                                    <a:pt x="47625" y="42863"/>
                                    <a:pt x="47625" y="42863"/>
                                    <a:pt x="48577" y="41910"/>
                                  </a:cubicBezTo>
                                  <a:cubicBezTo>
                                    <a:pt x="48577" y="40958"/>
                                    <a:pt x="49530" y="39052"/>
                                    <a:pt x="49530" y="38100"/>
                                  </a:cubicBezTo>
                                  <a:cubicBezTo>
                                    <a:pt x="49530" y="37147"/>
                                    <a:pt x="50482" y="35242"/>
                                    <a:pt x="50482" y="34290"/>
                                  </a:cubicBezTo>
                                  <a:cubicBezTo>
                                    <a:pt x="50482" y="33338"/>
                                    <a:pt x="51435" y="31433"/>
                                    <a:pt x="51435" y="30480"/>
                                  </a:cubicBezTo>
                                  <a:cubicBezTo>
                                    <a:pt x="50482" y="31433"/>
                                    <a:pt x="48577" y="32385"/>
                                    <a:pt x="47625" y="33338"/>
                                  </a:cubicBezTo>
                                  <a:cubicBezTo>
                                    <a:pt x="45720" y="35242"/>
                                    <a:pt x="42863" y="37147"/>
                                    <a:pt x="40957" y="39052"/>
                                  </a:cubicBezTo>
                                  <a:cubicBezTo>
                                    <a:pt x="40005" y="40005"/>
                                    <a:pt x="39052" y="40958"/>
                                    <a:pt x="38100" y="41910"/>
                                  </a:cubicBezTo>
                                  <a:cubicBezTo>
                                    <a:pt x="37147" y="42863"/>
                                    <a:pt x="36195" y="43815"/>
                                    <a:pt x="35242" y="44767"/>
                                  </a:cubicBezTo>
                                  <a:cubicBezTo>
                                    <a:pt x="33338" y="46672"/>
                                    <a:pt x="31432" y="48577"/>
                                    <a:pt x="29527" y="50483"/>
                                  </a:cubicBezTo>
                                  <a:cubicBezTo>
                                    <a:pt x="28575" y="51435"/>
                                    <a:pt x="27622" y="52388"/>
                                    <a:pt x="27622" y="53340"/>
                                  </a:cubicBezTo>
                                  <a:cubicBezTo>
                                    <a:pt x="26670" y="54292"/>
                                    <a:pt x="26670" y="55245"/>
                                    <a:pt x="25717" y="56197"/>
                                  </a:cubicBezTo>
                                  <a:cubicBezTo>
                                    <a:pt x="25717" y="56197"/>
                                    <a:pt x="25717" y="56197"/>
                                    <a:pt x="25717" y="56197"/>
                                  </a:cubicBezTo>
                                  <a:lnTo>
                                    <a:pt x="25717" y="56197"/>
                                  </a:lnTo>
                                  <a:cubicBezTo>
                                    <a:pt x="26670" y="55245"/>
                                    <a:pt x="26670" y="54292"/>
                                    <a:pt x="27622" y="53340"/>
                                  </a:cubicBezTo>
                                  <a:cubicBezTo>
                                    <a:pt x="28575" y="52388"/>
                                    <a:pt x="28575" y="51435"/>
                                    <a:pt x="29527" y="50483"/>
                                  </a:cubicBezTo>
                                  <a:cubicBezTo>
                                    <a:pt x="31432" y="48577"/>
                                    <a:pt x="33338" y="46672"/>
                                    <a:pt x="35242" y="43815"/>
                                  </a:cubicBezTo>
                                  <a:cubicBezTo>
                                    <a:pt x="36195" y="43815"/>
                                    <a:pt x="36195" y="42863"/>
                                    <a:pt x="37147" y="41910"/>
                                  </a:cubicBezTo>
                                  <a:cubicBezTo>
                                    <a:pt x="38100" y="40958"/>
                                    <a:pt x="38100" y="40958"/>
                                    <a:pt x="39052" y="40005"/>
                                  </a:cubicBezTo>
                                  <a:cubicBezTo>
                                    <a:pt x="40005" y="39052"/>
                                    <a:pt x="40005" y="39052"/>
                                    <a:pt x="40957" y="38100"/>
                                  </a:cubicBezTo>
                                  <a:cubicBezTo>
                                    <a:pt x="41910" y="37147"/>
                                    <a:pt x="41910" y="37147"/>
                                    <a:pt x="42863" y="36195"/>
                                  </a:cubicBezTo>
                                  <a:cubicBezTo>
                                    <a:pt x="44767" y="34290"/>
                                    <a:pt x="47625" y="32385"/>
                                    <a:pt x="49530" y="30480"/>
                                  </a:cubicBezTo>
                                  <a:cubicBezTo>
                                    <a:pt x="51435" y="28575"/>
                                    <a:pt x="54292" y="26670"/>
                                    <a:pt x="56197" y="25717"/>
                                  </a:cubicBezTo>
                                  <a:cubicBezTo>
                                    <a:pt x="58102" y="24765"/>
                                    <a:pt x="60007" y="22860"/>
                                    <a:pt x="60960" y="21908"/>
                                  </a:cubicBezTo>
                                  <a:cubicBezTo>
                                    <a:pt x="60960" y="21908"/>
                                    <a:pt x="60007" y="21908"/>
                                    <a:pt x="60007" y="21908"/>
                                  </a:cubicBezTo>
                                  <a:cubicBezTo>
                                    <a:pt x="58102" y="21908"/>
                                    <a:pt x="57150" y="21908"/>
                                    <a:pt x="55245" y="21908"/>
                                  </a:cubicBezTo>
                                  <a:cubicBezTo>
                                    <a:pt x="51435" y="21908"/>
                                    <a:pt x="47625" y="21908"/>
                                    <a:pt x="42863" y="21908"/>
                                  </a:cubicBezTo>
                                  <a:cubicBezTo>
                                    <a:pt x="40957" y="21908"/>
                                    <a:pt x="38100" y="21908"/>
                                    <a:pt x="36195" y="21908"/>
                                  </a:cubicBezTo>
                                  <a:cubicBezTo>
                                    <a:pt x="33338" y="21908"/>
                                    <a:pt x="31432" y="21908"/>
                                    <a:pt x="28575" y="22860"/>
                                  </a:cubicBezTo>
                                  <a:cubicBezTo>
                                    <a:pt x="25717" y="22860"/>
                                    <a:pt x="23813" y="23813"/>
                                    <a:pt x="20955" y="24765"/>
                                  </a:cubicBezTo>
                                  <a:cubicBezTo>
                                    <a:pt x="18097" y="25717"/>
                                    <a:pt x="16192" y="26670"/>
                                    <a:pt x="13335" y="28575"/>
                                  </a:cubicBezTo>
                                  <a:cubicBezTo>
                                    <a:pt x="12382" y="29527"/>
                                    <a:pt x="11430" y="30480"/>
                                    <a:pt x="9525" y="31433"/>
                                  </a:cubicBezTo>
                                  <a:cubicBezTo>
                                    <a:pt x="8572" y="32385"/>
                                    <a:pt x="7620" y="33338"/>
                                    <a:pt x="6667" y="34290"/>
                                  </a:cubicBezTo>
                                  <a:cubicBezTo>
                                    <a:pt x="5715" y="35242"/>
                                    <a:pt x="5715" y="35242"/>
                                    <a:pt x="4763" y="36195"/>
                                  </a:cubicBezTo>
                                  <a:cubicBezTo>
                                    <a:pt x="3810" y="37147"/>
                                    <a:pt x="3810" y="37147"/>
                                    <a:pt x="2857" y="38100"/>
                                  </a:cubicBezTo>
                                  <a:cubicBezTo>
                                    <a:pt x="1905" y="39052"/>
                                    <a:pt x="952" y="40005"/>
                                    <a:pt x="0" y="41910"/>
                                  </a:cubicBezTo>
                                  <a:cubicBezTo>
                                    <a:pt x="0" y="41910"/>
                                    <a:pt x="0" y="41910"/>
                                    <a:pt x="0" y="42863"/>
                                  </a:cubicBezTo>
                                  <a:cubicBezTo>
                                    <a:pt x="0" y="42863"/>
                                    <a:pt x="0" y="42863"/>
                                    <a:pt x="0" y="42863"/>
                                  </a:cubicBezTo>
                                  <a:lnTo>
                                    <a:pt x="0" y="41910"/>
                                  </a:lnTo>
                                  <a:cubicBezTo>
                                    <a:pt x="1905" y="39052"/>
                                    <a:pt x="3810" y="37147"/>
                                    <a:pt x="5715" y="35242"/>
                                  </a:cubicBezTo>
                                  <a:cubicBezTo>
                                    <a:pt x="7620" y="33338"/>
                                    <a:pt x="10477" y="31433"/>
                                    <a:pt x="12382" y="29527"/>
                                  </a:cubicBezTo>
                                  <a:cubicBezTo>
                                    <a:pt x="15240" y="27622"/>
                                    <a:pt x="17145" y="26670"/>
                                    <a:pt x="20002" y="25717"/>
                                  </a:cubicBezTo>
                                  <a:cubicBezTo>
                                    <a:pt x="22860" y="24765"/>
                                    <a:pt x="24765" y="23813"/>
                                    <a:pt x="27622" y="23813"/>
                                  </a:cubicBezTo>
                                  <a:cubicBezTo>
                                    <a:pt x="30480" y="22860"/>
                                    <a:pt x="32385" y="22860"/>
                                    <a:pt x="35242" y="22860"/>
                                  </a:cubicBezTo>
                                  <a:cubicBezTo>
                                    <a:pt x="38100" y="22860"/>
                                    <a:pt x="40005" y="22860"/>
                                    <a:pt x="41910" y="22860"/>
                                  </a:cubicBezTo>
                                  <a:cubicBezTo>
                                    <a:pt x="46672" y="22860"/>
                                    <a:pt x="50482" y="22860"/>
                                    <a:pt x="54292" y="22860"/>
                                  </a:cubicBezTo>
                                  <a:cubicBezTo>
                                    <a:pt x="56197" y="22860"/>
                                    <a:pt x="57150" y="22860"/>
                                    <a:pt x="59055" y="22860"/>
                                  </a:cubicBezTo>
                                  <a:cubicBezTo>
                                    <a:pt x="60007" y="22860"/>
                                    <a:pt x="61913" y="22860"/>
                                    <a:pt x="62865" y="21908"/>
                                  </a:cubicBezTo>
                                  <a:cubicBezTo>
                                    <a:pt x="63817" y="21908"/>
                                    <a:pt x="63817" y="21908"/>
                                    <a:pt x="64770" y="20955"/>
                                  </a:cubicBezTo>
                                  <a:cubicBezTo>
                                    <a:pt x="66675" y="20002"/>
                                    <a:pt x="67627" y="18097"/>
                                    <a:pt x="69532" y="17145"/>
                                  </a:cubicBezTo>
                                  <a:cubicBezTo>
                                    <a:pt x="70485" y="16192"/>
                                    <a:pt x="71438" y="15240"/>
                                    <a:pt x="72390" y="15240"/>
                                  </a:cubicBezTo>
                                  <a:cubicBezTo>
                                    <a:pt x="73342" y="14288"/>
                                    <a:pt x="74295" y="13335"/>
                                    <a:pt x="75247" y="13335"/>
                                  </a:cubicBezTo>
                                  <a:cubicBezTo>
                                    <a:pt x="77152" y="11430"/>
                                    <a:pt x="79057" y="10477"/>
                                    <a:pt x="80963" y="9525"/>
                                  </a:cubicBezTo>
                                  <a:cubicBezTo>
                                    <a:pt x="80963" y="9525"/>
                                    <a:pt x="80963" y="9525"/>
                                    <a:pt x="81915" y="9525"/>
                                  </a:cubicBezTo>
                                  <a:cubicBezTo>
                                    <a:pt x="81915" y="9525"/>
                                    <a:pt x="81915" y="9525"/>
                                    <a:pt x="80963" y="9525"/>
                                  </a:cubicBezTo>
                                  <a:cubicBezTo>
                                    <a:pt x="80010" y="9525"/>
                                    <a:pt x="78105" y="8572"/>
                                    <a:pt x="77152" y="8572"/>
                                  </a:cubicBezTo>
                                  <a:cubicBezTo>
                                    <a:pt x="76200" y="8572"/>
                                    <a:pt x="75247" y="8572"/>
                                    <a:pt x="74295" y="7620"/>
                                  </a:cubicBezTo>
                                  <a:cubicBezTo>
                                    <a:pt x="73342" y="7620"/>
                                    <a:pt x="72390" y="6667"/>
                                    <a:pt x="71438" y="6667"/>
                                  </a:cubicBezTo>
                                  <a:cubicBezTo>
                                    <a:pt x="69532" y="5715"/>
                                    <a:pt x="67627" y="5715"/>
                                    <a:pt x="64770" y="4763"/>
                                  </a:cubicBezTo>
                                  <a:cubicBezTo>
                                    <a:pt x="61913" y="3810"/>
                                    <a:pt x="60007" y="3810"/>
                                    <a:pt x="57150" y="2858"/>
                                  </a:cubicBezTo>
                                  <a:cubicBezTo>
                                    <a:pt x="54292" y="1905"/>
                                    <a:pt x="51435" y="1905"/>
                                    <a:pt x="48577" y="1905"/>
                                  </a:cubicBezTo>
                                  <a:cubicBezTo>
                                    <a:pt x="45720" y="1905"/>
                                    <a:pt x="42863" y="952"/>
                                    <a:pt x="40005" y="952"/>
                                  </a:cubicBezTo>
                                  <a:cubicBezTo>
                                    <a:pt x="37147" y="952"/>
                                    <a:pt x="34290" y="952"/>
                                    <a:pt x="31432" y="952"/>
                                  </a:cubicBezTo>
                                  <a:cubicBezTo>
                                    <a:pt x="28575" y="952"/>
                                    <a:pt x="25717" y="1905"/>
                                    <a:pt x="22860" y="2858"/>
                                  </a:cubicBezTo>
                                  <a:cubicBezTo>
                                    <a:pt x="20955" y="2858"/>
                                    <a:pt x="20002" y="3810"/>
                                    <a:pt x="18097" y="3810"/>
                                  </a:cubicBezTo>
                                  <a:cubicBezTo>
                                    <a:pt x="17145" y="3810"/>
                                    <a:pt x="15240" y="4763"/>
                                    <a:pt x="14288" y="5715"/>
                                  </a:cubicBezTo>
                                  <a:cubicBezTo>
                                    <a:pt x="13335" y="6667"/>
                                    <a:pt x="11430" y="6667"/>
                                    <a:pt x="10477" y="7620"/>
                                  </a:cubicBezTo>
                                  <a:cubicBezTo>
                                    <a:pt x="9525" y="8572"/>
                                    <a:pt x="7620" y="9525"/>
                                    <a:pt x="6667" y="10477"/>
                                  </a:cubicBezTo>
                                  <a:cubicBezTo>
                                    <a:pt x="5715" y="11430"/>
                                    <a:pt x="4763" y="12383"/>
                                    <a:pt x="2857" y="13335"/>
                                  </a:cubicBezTo>
                                  <a:cubicBezTo>
                                    <a:pt x="1905" y="14288"/>
                                    <a:pt x="1905" y="14288"/>
                                    <a:pt x="952" y="15240"/>
                                  </a:cubicBezTo>
                                  <a:cubicBezTo>
                                    <a:pt x="952" y="15240"/>
                                    <a:pt x="952" y="14288"/>
                                    <a:pt x="1905" y="14288"/>
                                  </a:cubicBezTo>
                                  <a:cubicBezTo>
                                    <a:pt x="1905" y="14288"/>
                                    <a:pt x="2857" y="13335"/>
                                    <a:pt x="2857" y="13335"/>
                                  </a:cubicBezTo>
                                  <a:cubicBezTo>
                                    <a:pt x="3810" y="12383"/>
                                    <a:pt x="4763" y="11430"/>
                                    <a:pt x="6667" y="10477"/>
                                  </a:cubicBezTo>
                                  <a:cubicBezTo>
                                    <a:pt x="7620" y="9525"/>
                                    <a:pt x="9525" y="8572"/>
                                    <a:pt x="10477" y="7620"/>
                                  </a:cubicBezTo>
                                  <a:cubicBezTo>
                                    <a:pt x="11430" y="6667"/>
                                    <a:pt x="13335" y="6667"/>
                                    <a:pt x="14288" y="5715"/>
                                  </a:cubicBezTo>
                                  <a:cubicBezTo>
                                    <a:pt x="15240" y="4763"/>
                                    <a:pt x="17145" y="4763"/>
                                    <a:pt x="18097" y="3810"/>
                                  </a:cubicBezTo>
                                  <a:cubicBezTo>
                                    <a:pt x="20002" y="2858"/>
                                    <a:pt x="20955" y="2858"/>
                                    <a:pt x="22860" y="1905"/>
                                  </a:cubicBezTo>
                                  <a:cubicBezTo>
                                    <a:pt x="25717" y="952"/>
                                    <a:pt x="28575" y="952"/>
                                    <a:pt x="31432" y="0"/>
                                  </a:cubicBezTo>
                                  <a:cubicBezTo>
                                    <a:pt x="34290" y="0"/>
                                    <a:pt x="37147" y="0"/>
                                    <a:pt x="40005" y="0"/>
                                  </a:cubicBezTo>
                                  <a:cubicBezTo>
                                    <a:pt x="42863" y="0"/>
                                    <a:pt x="45720" y="0"/>
                                    <a:pt x="48577" y="952"/>
                                  </a:cubicBezTo>
                                  <a:cubicBezTo>
                                    <a:pt x="51435" y="952"/>
                                    <a:pt x="54292" y="1905"/>
                                    <a:pt x="57150" y="1905"/>
                                  </a:cubicBezTo>
                                  <a:cubicBezTo>
                                    <a:pt x="60007" y="1905"/>
                                    <a:pt x="61913" y="2858"/>
                                    <a:pt x="64770" y="3810"/>
                                  </a:cubicBezTo>
                                  <a:cubicBezTo>
                                    <a:pt x="66675" y="3810"/>
                                    <a:pt x="69532" y="4763"/>
                                    <a:pt x="71438" y="5715"/>
                                  </a:cubicBezTo>
                                  <a:cubicBezTo>
                                    <a:pt x="72390" y="5715"/>
                                    <a:pt x="73342" y="5715"/>
                                    <a:pt x="74295" y="6667"/>
                                  </a:cubicBezTo>
                                  <a:cubicBezTo>
                                    <a:pt x="75247" y="6667"/>
                                    <a:pt x="76200" y="6667"/>
                                    <a:pt x="77152" y="6667"/>
                                  </a:cubicBezTo>
                                  <a:cubicBezTo>
                                    <a:pt x="79057" y="6667"/>
                                    <a:pt x="80010" y="7620"/>
                                    <a:pt x="80963" y="7620"/>
                                  </a:cubicBezTo>
                                  <a:cubicBezTo>
                                    <a:pt x="81915" y="7620"/>
                                    <a:pt x="82867" y="7620"/>
                                    <a:pt x="82867" y="8572"/>
                                  </a:cubicBezTo>
                                  <a:lnTo>
                                    <a:pt x="82867" y="8572"/>
                                  </a:lnTo>
                                  <a:cubicBezTo>
                                    <a:pt x="83820" y="7620"/>
                                    <a:pt x="84772" y="7620"/>
                                    <a:pt x="84772" y="6667"/>
                                  </a:cubicBezTo>
                                  <a:cubicBezTo>
                                    <a:pt x="85725" y="5715"/>
                                    <a:pt x="87630" y="4763"/>
                                    <a:pt x="88582" y="3810"/>
                                  </a:cubicBezTo>
                                  <a:cubicBezTo>
                                    <a:pt x="90488" y="1905"/>
                                    <a:pt x="91440" y="1905"/>
                                    <a:pt x="91440" y="1905"/>
                                  </a:cubicBezTo>
                                  <a:cubicBezTo>
                                    <a:pt x="91440" y="2858"/>
                                    <a:pt x="93345" y="5715"/>
                                    <a:pt x="93345" y="5715"/>
                                  </a:cubicBezTo>
                                  <a:cubicBezTo>
                                    <a:pt x="91440" y="3810"/>
                                    <a:pt x="91440" y="3810"/>
                                    <a:pt x="89535" y="4763"/>
                                  </a:cubicBezTo>
                                  <a:close/>
                                </a:path>
                              </a:pathLst>
                            </a:custGeom>
                            <a:grpFill/>
                            <a:ln w="9525" cap="flat">
                              <a:noFill/>
                              <a:prstDash val="solid"/>
                              <a:miter/>
                            </a:ln>
                          </p:spPr>
                          <p:txBody>
                            <a:bodyPr rtlCol="0" anchor="ctr"/>
                            <a:lstStyle/>
                            <a:p>
                              <a:endParaRPr lang="en-US"/>
                            </a:p>
                          </p:txBody>
                        </p:sp>
                      </p:grpSp>
                      <p:grpSp>
                        <p:nvGrpSpPr>
                          <p:cNvPr id="339" name="Graphic 2">
                            <a:extLst>
                              <a:ext uri="{FF2B5EF4-FFF2-40B4-BE49-F238E27FC236}">
                                <a16:creationId xmlns:a16="http://schemas.microsoft.com/office/drawing/2014/main" id="{AE736AF3-0337-429B-AEF1-DA4B52809559}"/>
                              </a:ext>
                            </a:extLst>
                          </p:cNvPr>
                          <p:cNvGrpSpPr/>
                          <p:nvPr/>
                        </p:nvGrpSpPr>
                        <p:grpSpPr>
                          <a:xfrm>
                            <a:off x="3703501" y="2575432"/>
                            <a:ext cx="70485" cy="61912"/>
                            <a:chOff x="3703501" y="2575432"/>
                            <a:chExt cx="70485" cy="61912"/>
                          </a:xfrm>
                          <a:grpFill/>
                        </p:grpSpPr>
                        <p:sp>
                          <p:nvSpPr>
                            <p:cNvPr id="340" name="Freeform: Shape 339">
                              <a:extLst>
                                <a:ext uri="{FF2B5EF4-FFF2-40B4-BE49-F238E27FC236}">
                                  <a16:creationId xmlns:a16="http://schemas.microsoft.com/office/drawing/2014/main" id="{7E9A5A62-33BC-46CE-9F4B-3416F676011D}"/>
                                </a:ext>
                              </a:extLst>
                            </p:cNvPr>
                            <p:cNvSpPr/>
                            <p:nvPr/>
                          </p:nvSpPr>
                          <p:spPr>
                            <a:xfrm>
                              <a:off x="3703501" y="2576384"/>
                              <a:ext cx="70485" cy="60960"/>
                            </a:xfrm>
                            <a:custGeom>
                              <a:avLst/>
                              <a:gdLst>
                                <a:gd name="connsiteX0" fmla="*/ 58103 w 70485"/>
                                <a:gd name="connsiteY0" fmla="*/ 7620 h 60960"/>
                                <a:gd name="connsiteX1" fmla="*/ 56198 w 70485"/>
                                <a:gd name="connsiteY1" fmla="*/ 4763 h 60960"/>
                                <a:gd name="connsiteX2" fmla="*/ 54293 w 70485"/>
                                <a:gd name="connsiteY2" fmla="*/ 2858 h 60960"/>
                                <a:gd name="connsiteX3" fmla="*/ 53340 w 70485"/>
                                <a:gd name="connsiteY3" fmla="*/ 1905 h 60960"/>
                                <a:gd name="connsiteX4" fmla="*/ 51435 w 70485"/>
                                <a:gd name="connsiteY4" fmla="*/ 0 h 60960"/>
                                <a:gd name="connsiteX5" fmla="*/ 51435 w 70485"/>
                                <a:gd name="connsiteY5" fmla="*/ 0 h 60960"/>
                                <a:gd name="connsiteX6" fmla="*/ 51435 w 70485"/>
                                <a:gd name="connsiteY6" fmla="*/ 0 h 60960"/>
                                <a:gd name="connsiteX7" fmla="*/ 51435 w 70485"/>
                                <a:gd name="connsiteY7" fmla="*/ 0 h 60960"/>
                                <a:gd name="connsiteX8" fmla="*/ 50482 w 70485"/>
                                <a:gd name="connsiteY8" fmla="*/ 0 h 60960"/>
                                <a:gd name="connsiteX9" fmla="*/ 45720 w 70485"/>
                                <a:gd name="connsiteY9" fmla="*/ 0 h 60960"/>
                                <a:gd name="connsiteX10" fmla="*/ 29528 w 70485"/>
                                <a:gd name="connsiteY10" fmla="*/ 1905 h 60960"/>
                                <a:gd name="connsiteX11" fmla="*/ 11430 w 70485"/>
                                <a:gd name="connsiteY11" fmla="*/ 12383 h 60960"/>
                                <a:gd name="connsiteX12" fmla="*/ 3810 w 70485"/>
                                <a:gd name="connsiteY12" fmla="*/ 22860 h 60960"/>
                                <a:gd name="connsiteX13" fmla="*/ 0 w 70485"/>
                                <a:gd name="connsiteY13" fmla="*/ 38100 h 60960"/>
                                <a:gd name="connsiteX14" fmla="*/ 0 w 70485"/>
                                <a:gd name="connsiteY14" fmla="*/ 39053 h 60960"/>
                                <a:gd name="connsiteX15" fmla="*/ 0 w 70485"/>
                                <a:gd name="connsiteY15" fmla="*/ 39053 h 60960"/>
                                <a:gd name="connsiteX16" fmla="*/ 953 w 70485"/>
                                <a:gd name="connsiteY16" fmla="*/ 42863 h 60960"/>
                                <a:gd name="connsiteX17" fmla="*/ 3810 w 70485"/>
                                <a:gd name="connsiteY17" fmla="*/ 51435 h 60960"/>
                                <a:gd name="connsiteX18" fmla="*/ 5715 w 70485"/>
                                <a:gd name="connsiteY18" fmla="*/ 54293 h 60960"/>
                                <a:gd name="connsiteX19" fmla="*/ 7620 w 70485"/>
                                <a:gd name="connsiteY19" fmla="*/ 56198 h 60960"/>
                                <a:gd name="connsiteX20" fmla="*/ 8573 w 70485"/>
                                <a:gd name="connsiteY20" fmla="*/ 57150 h 60960"/>
                                <a:gd name="connsiteX21" fmla="*/ 8573 w 70485"/>
                                <a:gd name="connsiteY21" fmla="*/ 57150 h 60960"/>
                                <a:gd name="connsiteX22" fmla="*/ 15240 w 70485"/>
                                <a:gd name="connsiteY22" fmla="*/ 60960 h 60960"/>
                                <a:gd name="connsiteX23" fmla="*/ 18098 w 70485"/>
                                <a:gd name="connsiteY23" fmla="*/ 60960 h 60960"/>
                                <a:gd name="connsiteX24" fmla="*/ 20955 w 70485"/>
                                <a:gd name="connsiteY24" fmla="*/ 60960 h 60960"/>
                                <a:gd name="connsiteX25" fmla="*/ 29528 w 70485"/>
                                <a:gd name="connsiteY25" fmla="*/ 58103 h 60960"/>
                                <a:gd name="connsiteX26" fmla="*/ 29528 w 70485"/>
                                <a:gd name="connsiteY26" fmla="*/ 58103 h 60960"/>
                                <a:gd name="connsiteX27" fmla="*/ 31432 w 70485"/>
                                <a:gd name="connsiteY27" fmla="*/ 57150 h 60960"/>
                                <a:gd name="connsiteX28" fmla="*/ 34290 w 70485"/>
                                <a:gd name="connsiteY28" fmla="*/ 58103 h 60960"/>
                                <a:gd name="connsiteX29" fmla="*/ 40957 w 70485"/>
                                <a:gd name="connsiteY29" fmla="*/ 59055 h 60960"/>
                                <a:gd name="connsiteX30" fmla="*/ 41910 w 70485"/>
                                <a:gd name="connsiteY30" fmla="*/ 59055 h 60960"/>
                                <a:gd name="connsiteX31" fmla="*/ 41910 w 70485"/>
                                <a:gd name="connsiteY31" fmla="*/ 59055 h 60960"/>
                                <a:gd name="connsiteX32" fmla="*/ 47625 w 70485"/>
                                <a:gd name="connsiteY32" fmla="*/ 57150 h 60960"/>
                                <a:gd name="connsiteX33" fmla="*/ 52388 w 70485"/>
                                <a:gd name="connsiteY33" fmla="*/ 53340 h 60960"/>
                                <a:gd name="connsiteX34" fmla="*/ 53340 w 70485"/>
                                <a:gd name="connsiteY34" fmla="*/ 52388 h 60960"/>
                                <a:gd name="connsiteX35" fmla="*/ 54293 w 70485"/>
                                <a:gd name="connsiteY35" fmla="*/ 51435 h 60960"/>
                                <a:gd name="connsiteX36" fmla="*/ 56198 w 70485"/>
                                <a:gd name="connsiteY36" fmla="*/ 49530 h 60960"/>
                                <a:gd name="connsiteX37" fmla="*/ 57150 w 70485"/>
                                <a:gd name="connsiteY37" fmla="*/ 49530 h 60960"/>
                                <a:gd name="connsiteX38" fmla="*/ 57150 w 70485"/>
                                <a:gd name="connsiteY38" fmla="*/ 49530 h 60960"/>
                                <a:gd name="connsiteX39" fmla="*/ 57150 w 70485"/>
                                <a:gd name="connsiteY39" fmla="*/ 49530 h 60960"/>
                                <a:gd name="connsiteX40" fmla="*/ 59055 w 70485"/>
                                <a:gd name="connsiteY40" fmla="*/ 48578 h 60960"/>
                                <a:gd name="connsiteX41" fmla="*/ 63818 w 70485"/>
                                <a:gd name="connsiteY41" fmla="*/ 46673 h 60960"/>
                                <a:gd name="connsiteX42" fmla="*/ 65723 w 70485"/>
                                <a:gd name="connsiteY42" fmla="*/ 45720 h 60960"/>
                                <a:gd name="connsiteX43" fmla="*/ 66675 w 70485"/>
                                <a:gd name="connsiteY43" fmla="*/ 45720 h 60960"/>
                                <a:gd name="connsiteX44" fmla="*/ 66675 w 70485"/>
                                <a:gd name="connsiteY44" fmla="*/ 45720 h 60960"/>
                                <a:gd name="connsiteX45" fmla="*/ 66675 w 70485"/>
                                <a:gd name="connsiteY45" fmla="*/ 45720 h 60960"/>
                                <a:gd name="connsiteX46" fmla="*/ 66675 w 70485"/>
                                <a:gd name="connsiteY46" fmla="*/ 45720 h 60960"/>
                                <a:gd name="connsiteX47" fmla="*/ 67628 w 70485"/>
                                <a:gd name="connsiteY47" fmla="*/ 45720 h 60960"/>
                                <a:gd name="connsiteX48" fmla="*/ 67628 w 70485"/>
                                <a:gd name="connsiteY48" fmla="*/ 45720 h 60960"/>
                                <a:gd name="connsiteX49" fmla="*/ 67628 w 70485"/>
                                <a:gd name="connsiteY49" fmla="*/ 45720 h 60960"/>
                                <a:gd name="connsiteX50" fmla="*/ 68580 w 70485"/>
                                <a:gd name="connsiteY50" fmla="*/ 44768 h 60960"/>
                                <a:gd name="connsiteX51" fmla="*/ 69532 w 70485"/>
                                <a:gd name="connsiteY51" fmla="*/ 43815 h 60960"/>
                                <a:gd name="connsiteX52" fmla="*/ 70485 w 70485"/>
                                <a:gd name="connsiteY52" fmla="*/ 40958 h 60960"/>
                                <a:gd name="connsiteX53" fmla="*/ 69532 w 70485"/>
                                <a:gd name="connsiteY53" fmla="*/ 32385 h 60960"/>
                                <a:gd name="connsiteX54" fmla="*/ 66675 w 70485"/>
                                <a:gd name="connsiteY54" fmla="*/ 23813 h 60960"/>
                                <a:gd name="connsiteX55" fmla="*/ 62865 w 70485"/>
                                <a:gd name="connsiteY55" fmla="*/ 16193 h 60960"/>
                                <a:gd name="connsiteX56" fmla="*/ 58103 w 70485"/>
                                <a:gd name="connsiteY56" fmla="*/ 7620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70485" h="60960">
                                  <a:moveTo>
                                    <a:pt x="58103" y="7620"/>
                                  </a:moveTo>
                                  <a:cubicBezTo>
                                    <a:pt x="57150" y="6668"/>
                                    <a:pt x="57150" y="5715"/>
                                    <a:pt x="56198" y="4763"/>
                                  </a:cubicBezTo>
                                  <a:cubicBezTo>
                                    <a:pt x="55245" y="3810"/>
                                    <a:pt x="54293" y="2858"/>
                                    <a:pt x="54293" y="2858"/>
                                  </a:cubicBezTo>
                                  <a:cubicBezTo>
                                    <a:pt x="54293" y="2858"/>
                                    <a:pt x="53340" y="1905"/>
                                    <a:pt x="53340" y="1905"/>
                                  </a:cubicBezTo>
                                  <a:cubicBezTo>
                                    <a:pt x="53340" y="1905"/>
                                    <a:pt x="51435" y="953"/>
                                    <a:pt x="51435" y="0"/>
                                  </a:cubicBezTo>
                                  <a:cubicBezTo>
                                    <a:pt x="51435" y="0"/>
                                    <a:pt x="51435" y="0"/>
                                    <a:pt x="51435" y="0"/>
                                  </a:cubicBezTo>
                                  <a:cubicBezTo>
                                    <a:pt x="51435" y="0"/>
                                    <a:pt x="51435" y="0"/>
                                    <a:pt x="51435" y="0"/>
                                  </a:cubicBezTo>
                                  <a:cubicBezTo>
                                    <a:pt x="51435" y="0"/>
                                    <a:pt x="51435" y="0"/>
                                    <a:pt x="51435" y="0"/>
                                  </a:cubicBezTo>
                                  <a:cubicBezTo>
                                    <a:pt x="51435" y="0"/>
                                    <a:pt x="50482" y="0"/>
                                    <a:pt x="50482" y="0"/>
                                  </a:cubicBezTo>
                                  <a:cubicBezTo>
                                    <a:pt x="49530" y="0"/>
                                    <a:pt x="47625" y="0"/>
                                    <a:pt x="45720" y="0"/>
                                  </a:cubicBezTo>
                                  <a:cubicBezTo>
                                    <a:pt x="41910" y="0"/>
                                    <a:pt x="36195" y="0"/>
                                    <a:pt x="29528" y="1905"/>
                                  </a:cubicBezTo>
                                  <a:cubicBezTo>
                                    <a:pt x="23813" y="3810"/>
                                    <a:pt x="17145" y="6668"/>
                                    <a:pt x="11430" y="12383"/>
                                  </a:cubicBezTo>
                                  <a:cubicBezTo>
                                    <a:pt x="8573" y="15240"/>
                                    <a:pt x="5715" y="18098"/>
                                    <a:pt x="3810" y="22860"/>
                                  </a:cubicBezTo>
                                  <a:cubicBezTo>
                                    <a:pt x="1905" y="26670"/>
                                    <a:pt x="0" y="32385"/>
                                    <a:pt x="0" y="38100"/>
                                  </a:cubicBezTo>
                                  <a:cubicBezTo>
                                    <a:pt x="0" y="38100"/>
                                    <a:pt x="0" y="38100"/>
                                    <a:pt x="0" y="39053"/>
                                  </a:cubicBezTo>
                                  <a:cubicBezTo>
                                    <a:pt x="0" y="39053"/>
                                    <a:pt x="0" y="39053"/>
                                    <a:pt x="0" y="39053"/>
                                  </a:cubicBezTo>
                                  <a:cubicBezTo>
                                    <a:pt x="0" y="40005"/>
                                    <a:pt x="0" y="41910"/>
                                    <a:pt x="953" y="42863"/>
                                  </a:cubicBezTo>
                                  <a:cubicBezTo>
                                    <a:pt x="1905" y="45720"/>
                                    <a:pt x="2857" y="48578"/>
                                    <a:pt x="3810" y="51435"/>
                                  </a:cubicBezTo>
                                  <a:cubicBezTo>
                                    <a:pt x="4763" y="52388"/>
                                    <a:pt x="4763" y="53340"/>
                                    <a:pt x="5715" y="54293"/>
                                  </a:cubicBezTo>
                                  <a:cubicBezTo>
                                    <a:pt x="6668" y="55245"/>
                                    <a:pt x="6668" y="56198"/>
                                    <a:pt x="7620" y="56198"/>
                                  </a:cubicBezTo>
                                  <a:cubicBezTo>
                                    <a:pt x="7620" y="56198"/>
                                    <a:pt x="8573" y="57150"/>
                                    <a:pt x="8573" y="57150"/>
                                  </a:cubicBezTo>
                                  <a:cubicBezTo>
                                    <a:pt x="8573" y="57150"/>
                                    <a:pt x="8573" y="57150"/>
                                    <a:pt x="8573" y="57150"/>
                                  </a:cubicBezTo>
                                  <a:cubicBezTo>
                                    <a:pt x="10478" y="59055"/>
                                    <a:pt x="13335" y="60008"/>
                                    <a:pt x="15240" y="60960"/>
                                  </a:cubicBezTo>
                                  <a:cubicBezTo>
                                    <a:pt x="16193" y="60960"/>
                                    <a:pt x="17145" y="60960"/>
                                    <a:pt x="18098" y="60960"/>
                                  </a:cubicBezTo>
                                  <a:cubicBezTo>
                                    <a:pt x="19050" y="60960"/>
                                    <a:pt x="20003" y="60960"/>
                                    <a:pt x="20955" y="60960"/>
                                  </a:cubicBezTo>
                                  <a:cubicBezTo>
                                    <a:pt x="24765" y="60008"/>
                                    <a:pt x="27623" y="59055"/>
                                    <a:pt x="29528" y="58103"/>
                                  </a:cubicBezTo>
                                  <a:cubicBezTo>
                                    <a:pt x="29528" y="58103"/>
                                    <a:pt x="29528" y="58103"/>
                                    <a:pt x="29528" y="58103"/>
                                  </a:cubicBezTo>
                                  <a:cubicBezTo>
                                    <a:pt x="30480" y="57150"/>
                                    <a:pt x="31432" y="57150"/>
                                    <a:pt x="31432" y="57150"/>
                                  </a:cubicBezTo>
                                  <a:cubicBezTo>
                                    <a:pt x="32385" y="57150"/>
                                    <a:pt x="33338" y="57150"/>
                                    <a:pt x="34290" y="58103"/>
                                  </a:cubicBezTo>
                                  <a:cubicBezTo>
                                    <a:pt x="36195" y="58103"/>
                                    <a:pt x="39053" y="59055"/>
                                    <a:pt x="40957" y="59055"/>
                                  </a:cubicBezTo>
                                  <a:cubicBezTo>
                                    <a:pt x="40957" y="59055"/>
                                    <a:pt x="41910" y="59055"/>
                                    <a:pt x="41910" y="59055"/>
                                  </a:cubicBezTo>
                                  <a:cubicBezTo>
                                    <a:pt x="41910" y="59055"/>
                                    <a:pt x="41910" y="59055"/>
                                    <a:pt x="41910" y="59055"/>
                                  </a:cubicBezTo>
                                  <a:cubicBezTo>
                                    <a:pt x="43815" y="59055"/>
                                    <a:pt x="45720" y="58103"/>
                                    <a:pt x="47625" y="57150"/>
                                  </a:cubicBezTo>
                                  <a:cubicBezTo>
                                    <a:pt x="49530" y="56198"/>
                                    <a:pt x="50482" y="54293"/>
                                    <a:pt x="52388" y="53340"/>
                                  </a:cubicBezTo>
                                  <a:cubicBezTo>
                                    <a:pt x="52388" y="53340"/>
                                    <a:pt x="52388" y="53340"/>
                                    <a:pt x="53340" y="52388"/>
                                  </a:cubicBezTo>
                                  <a:cubicBezTo>
                                    <a:pt x="53340" y="52388"/>
                                    <a:pt x="53340" y="52388"/>
                                    <a:pt x="54293" y="51435"/>
                                  </a:cubicBezTo>
                                  <a:cubicBezTo>
                                    <a:pt x="55245" y="50483"/>
                                    <a:pt x="55245" y="50483"/>
                                    <a:pt x="56198" y="49530"/>
                                  </a:cubicBezTo>
                                  <a:cubicBezTo>
                                    <a:pt x="56198" y="49530"/>
                                    <a:pt x="56198" y="49530"/>
                                    <a:pt x="57150" y="49530"/>
                                  </a:cubicBezTo>
                                  <a:cubicBezTo>
                                    <a:pt x="57150" y="49530"/>
                                    <a:pt x="57150" y="49530"/>
                                    <a:pt x="57150" y="49530"/>
                                  </a:cubicBezTo>
                                  <a:lnTo>
                                    <a:pt x="57150" y="49530"/>
                                  </a:lnTo>
                                  <a:cubicBezTo>
                                    <a:pt x="57150" y="49530"/>
                                    <a:pt x="58103" y="48578"/>
                                    <a:pt x="59055" y="48578"/>
                                  </a:cubicBezTo>
                                  <a:cubicBezTo>
                                    <a:pt x="60007" y="47625"/>
                                    <a:pt x="61913" y="47625"/>
                                    <a:pt x="63818" y="46673"/>
                                  </a:cubicBezTo>
                                  <a:cubicBezTo>
                                    <a:pt x="64770" y="46673"/>
                                    <a:pt x="64770" y="46673"/>
                                    <a:pt x="65723" y="45720"/>
                                  </a:cubicBezTo>
                                  <a:cubicBezTo>
                                    <a:pt x="65723" y="45720"/>
                                    <a:pt x="66675" y="45720"/>
                                    <a:pt x="66675" y="45720"/>
                                  </a:cubicBezTo>
                                  <a:lnTo>
                                    <a:pt x="66675" y="45720"/>
                                  </a:lnTo>
                                  <a:lnTo>
                                    <a:pt x="66675" y="45720"/>
                                  </a:lnTo>
                                  <a:cubicBezTo>
                                    <a:pt x="66675" y="45720"/>
                                    <a:pt x="66675" y="45720"/>
                                    <a:pt x="66675" y="45720"/>
                                  </a:cubicBezTo>
                                  <a:cubicBezTo>
                                    <a:pt x="66675" y="45720"/>
                                    <a:pt x="67628" y="45720"/>
                                    <a:pt x="67628" y="45720"/>
                                  </a:cubicBezTo>
                                  <a:cubicBezTo>
                                    <a:pt x="67628" y="45720"/>
                                    <a:pt x="67628" y="45720"/>
                                    <a:pt x="67628" y="45720"/>
                                  </a:cubicBezTo>
                                  <a:lnTo>
                                    <a:pt x="67628" y="45720"/>
                                  </a:lnTo>
                                  <a:cubicBezTo>
                                    <a:pt x="67628" y="45720"/>
                                    <a:pt x="68580" y="44768"/>
                                    <a:pt x="68580" y="44768"/>
                                  </a:cubicBezTo>
                                  <a:cubicBezTo>
                                    <a:pt x="68580" y="44768"/>
                                    <a:pt x="69532" y="43815"/>
                                    <a:pt x="69532" y="43815"/>
                                  </a:cubicBezTo>
                                  <a:cubicBezTo>
                                    <a:pt x="69532" y="42863"/>
                                    <a:pt x="70485" y="41910"/>
                                    <a:pt x="70485" y="40958"/>
                                  </a:cubicBezTo>
                                  <a:cubicBezTo>
                                    <a:pt x="70485" y="39053"/>
                                    <a:pt x="70485" y="36195"/>
                                    <a:pt x="69532" y="32385"/>
                                  </a:cubicBezTo>
                                  <a:cubicBezTo>
                                    <a:pt x="68580" y="29528"/>
                                    <a:pt x="67628" y="26670"/>
                                    <a:pt x="66675" y="23813"/>
                                  </a:cubicBezTo>
                                  <a:cubicBezTo>
                                    <a:pt x="65723" y="20955"/>
                                    <a:pt x="63818" y="19050"/>
                                    <a:pt x="62865" y="16193"/>
                                  </a:cubicBezTo>
                                  <a:cubicBezTo>
                                    <a:pt x="60960" y="10478"/>
                                    <a:pt x="60007" y="8573"/>
                                    <a:pt x="58103" y="7620"/>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5231165D-F70C-4DAC-8CD6-6915D1005D0E}"/>
                                </a:ext>
                              </a:extLst>
                            </p:cNvPr>
                            <p:cNvSpPr/>
                            <p:nvPr/>
                          </p:nvSpPr>
                          <p:spPr>
                            <a:xfrm>
                              <a:off x="3706358" y="2575432"/>
                              <a:ext cx="63817" cy="60007"/>
                            </a:xfrm>
                            <a:custGeom>
                              <a:avLst/>
                              <a:gdLst>
                                <a:gd name="connsiteX0" fmla="*/ 49530 w 63817"/>
                                <a:gd name="connsiteY0" fmla="*/ 4763 h 60007"/>
                                <a:gd name="connsiteX1" fmla="*/ 49530 w 63817"/>
                                <a:gd name="connsiteY1" fmla="*/ 4763 h 60007"/>
                                <a:gd name="connsiteX2" fmla="*/ 50483 w 63817"/>
                                <a:gd name="connsiteY2" fmla="*/ 7620 h 60007"/>
                                <a:gd name="connsiteX3" fmla="*/ 53340 w 63817"/>
                                <a:gd name="connsiteY3" fmla="*/ 13335 h 60007"/>
                                <a:gd name="connsiteX4" fmla="*/ 57150 w 63817"/>
                                <a:gd name="connsiteY4" fmla="*/ 20955 h 60007"/>
                                <a:gd name="connsiteX5" fmla="*/ 58103 w 63817"/>
                                <a:gd name="connsiteY5" fmla="*/ 22860 h 60007"/>
                                <a:gd name="connsiteX6" fmla="*/ 59055 w 63817"/>
                                <a:gd name="connsiteY6" fmla="*/ 23813 h 60007"/>
                                <a:gd name="connsiteX7" fmla="*/ 59055 w 63817"/>
                                <a:gd name="connsiteY7" fmla="*/ 23813 h 60007"/>
                                <a:gd name="connsiteX8" fmla="*/ 59055 w 63817"/>
                                <a:gd name="connsiteY8" fmla="*/ 23813 h 60007"/>
                                <a:gd name="connsiteX9" fmla="*/ 59055 w 63817"/>
                                <a:gd name="connsiteY9" fmla="*/ 24765 h 60007"/>
                                <a:gd name="connsiteX10" fmla="*/ 60960 w 63817"/>
                                <a:gd name="connsiteY10" fmla="*/ 28575 h 60007"/>
                                <a:gd name="connsiteX11" fmla="*/ 61913 w 63817"/>
                                <a:gd name="connsiteY11" fmla="*/ 30480 h 60007"/>
                                <a:gd name="connsiteX12" fmla="*/ 62865 w 63817"/>
                                <a:gd name="connsiteY12" fmla="*/ 32385 h 60007"/>
                                <a:gd name="connsiteX13" fmla="*/ 62865 w 63817"/>
                                <a:gd name="connsiteY13" fmla="*/ 33338 h 60007"/>
                                <a:gd name="connsiteX14" fmla="*/ 62865 w 63817"/>
                                <a:gd name="connsiteY14" fmla="*/ 34290 h 60007"/>
                                <a:gd name="connsiteX15" fmla="*/ 62865 w 63817"/>
                                <a:gd name="connsiteY15" fmla="*/ 36195 h 60007"/>
                                <a:gd name="connsiteX16" fmla="*/ 63818 w 63817"/>
                                <a:gd name="connsiteY16" fmla="*/ 39052 h 60007"/>
                                <a:gd name="connsiteX17" fmla="*/ 63818 w 63817"/>
                                <a:gd name="connsiteY17" fmla="*/ 40958 h 60007"/>
                                <a:gd name="connsiteX18" fmla="*/ 63818 w 63817"/>
                                <a:gd name="connsiteY18" fmla="*/ 41910 h 60007"/>
                                <a:gd name="connsiteX19" fmla="*/ 63818 w 63817"/>
                                <a:gd name="connsiteY19" fmla="*/ 42863 h 60007"/>
                                <a:gd name="connsiteX20" fmla="*/ 63818 w 63817"/>
                                <a:gd name="connsiteY20" fmla="*/ 42863 h 60007"/>
                                <a:gd name="connsiteX21" fmla="*/ 63818 w 63817"/>
                                <a:gd name="connsiteY21" fmla="*/ 42863 h 60007"/>
                                <a:gd name="connsiteX22" fmla="*/ 63818 w 63817"/>
                                <a:gd name="connsiteY22" fmla="*/ 42863 h 60007"/>
                                <a:gd name="connsiteX23" fmla="*/ 63818 w 63817"/>
                                <a:gd name="connsiteY23" fmla="*/ 41910 h 60007"/>
                                <a:gd name="connsiteX24" fmla="*/ 63818 w 63817"/>
                                <a:gd name="connsiteY24" fmla="*/ 40958 h 60007"/>
                                <a:gd name="connsiteX25" fmla="*/ 63818 w 63817"/>
                                <a:gd name="connsiteY25" fmla="*/ 39052 h 60007"/>
                                <a:gd name="connsiteX26" fmla="*/ 62865 w 63817"/>
                                <a:gd name="connsiteY26" fmla="*/ 36195 h 60007"/>
                                <a:gd name="connsiteX27" fmla="*/ 62865 w 63817"/>
                                <a:gd name="connsiteY27" fmla="*/ 34290 h 60007"/>
                                <a:gd name="connsiteX28" fmla="*/ 62865 w 63817"/>
                                <a:gd name="connsiteY28" fmla="*/ 33338 h 60007"/>
                                <a:gd name="connsiteX29" fmla="*/ 62865 w 63817"/>
                                <a:gd name="connsiteY29" fmla="*/ 32385 h 60007"/>
                                <a:gd name="connsiteX30" fmla="*/ 61913 w 63817"/>
                                <a:gd name="connsiteY30" fmla="*/ 30480 h 60007"/>
                                <a:gd name="connsiteX31" fmla="*/ 60960 w 63817"/>
                                <a:gd name="connsiteY31" fmla="*/ 28575 h 60007"/>
                                <a:gd name="connsiteX32" fmla="*/ 59055 w 63817"/>
                                <a:gd name="connsiteY32" fmla="*/ 24765 h 60007"/>
                                <a:gd name="connsiteX33" fmla="*/ 59055 w 63817"/>
                                <a:gd name="connsiteY33" fmla="*/ 23813 h 60007"/>
                                <a:gd name="connsiteX34" fmla="*/ 59055 w 63817"/>
                                <a:gd name="connsiteY34" fmla="*/ 23813 h 60007"/>
                                <a:gd name="connsiteX35" fmla="*/ 59055 w 63817"/>
                                <a:gd name="connsiteY35" fmla="*/ 23813 h 60007"/>
                                <a:gd name="connsiteX36" fmla="*/ 58103 w 63817"/>
                                <a:gd name="connsiteY36" fmla="*/ 22860 h 60007"/>
                                <a:gd name="connsiteX37" fmla="*/ 57150 w 63817"/>
                                <a:gd name="connsiteY37" fmla="*/ 20955 h 60007"/>
                                <a:gd name="connsiteX38" fmla="*/ 52388 w 63817"/>
                                <a:gd name="connsiteY38" fmla="*/ 14288 h 60007"/>
                                <a:gd name="connsiteX39" fmla="*/ 48578 w 63817"/>
                                <a:gd name="connsiteY39" fmla="*/ 7620 h 60007"/>
                                <a:gd name="connsiteX40" fmla="*/ 47625 w 63817"/>
                                <a:gd name="connsiteY40" fmla="*/ 8572 h 60007"/>
                                <a:gd name="connsiteX41" fmla="*/ 46673 w 63817"/>
                                <a:gd name="connsiteY41" fmla="*/ 10477 h 60007"/>
                                <a:gd name="connsiteX42" fmla="*/ 45720 w 63817"/>
                                <a:gd name="connsiteY42" fmla="*/ 12383 h 60007"/>
                                <a:gd name="connsiteX43" fmla="*/ 43815 w 63817"/>
                                <a:gd name="connsiteY43" fmla="*/ 17145 h 60007"/>
                                <a:gd name="connsiteX44" fmla="*/ 43815 w 63817"/>
                                <a:gd name="connsiteY44" fmla="*/ 18097 h 60007"/>
                                <a:gd name="connsiteX45" fmla="*/ 43815 w 63817"/>
                                <a:gd name="connsiteY45" fmla="*/ 18097 h 60007"/>
                                <a:gd name="connsiteX46" fmla="*/ 43815 w 63817"/>
                                <a:gd name="connsiteY46" fmla="*/ 20955 h 60007"/>
                                <a:gd name="connsiteX47" fmla="*/ 43815 w 63817"/>
                                <a:gd name="connsiteY47" fmla="*/ 24765 h 60007"/>
                                <a:gd name="connsiteX48" fmla="*/ 46673 w 63817"/>
                                <a:gd name="connsiteY48" fmla="*/ 32385 h 60007"/>
                                <a:gd name="connsiteX49" fmla="*/ 48578 w 63817"/>
                                <a:gd name="connsiteY49" fmla="*/ 36195 h 60007"/>
                                <a:gd name="connsiteX50" fmla="*/ 49530 w 63817"/>
                                <a:gd name="connsiteY50" fmla="*/ 38100 h 60007"/>
                                <a:gd name="connsiteX51" fmla="*/ 50483 w 63817"/>
                                <a:gd name="connsiteY51" fmla="*/ 40005 h 60007"/>
                                <a:gd name="connsiteX52" fmla="*/ 51435 w 63817"/>
                                <a:gd name="connsiteY52" fmla="*/ 43815 h 60007"/>
                                <a:gd name="connsiteX53" fmla="*/ 51435 w 63817"/>
                                <a:gd name="connsiteY53" fmla="*/ 45720 h 60007"/>
                                <a:gd name="connsiteX54" fmla="*/ 51435 w 63817"/>
                                <a:gd name="connsiteY54" fmla="*/ 46672 h 60007"/>
                                <a:gd name="connsiteX55" fmla="*/ 51435 w 63817"/>
                                <a:gd name="connsiteY55" fmla="*/ 49530 h 60007"/>
                                <a:gd name="connsiteX56" fmla="*/ 51435 w 63817"/>
                                <a:gd name="connsiteY56" fmla="*/ 49530 h 60007"/>
                                <a:gd name="connsiteX57" fmla="*/ 51435 w 63817"/>
                                <a:gd name="connsiteY57" fmla="*/ 49530 h 60007"/>
                                <a:gd name="connsiteX58" fmla="*/ 51435 w 63817"/>
                                <a:gd name="connsiteY58" fmla="*/ 49530 h 60007"/>
                                <a:gd name="connsiteX59" fmla="*/ 51435 w 63817"/>
                                <a:gd name="connsiteY59" fmla="*/ 49530 h 60007"/>
                                <a:gd name="connsiteX60" fmla="*/ 51435 w 63817"/>
                                <a:gd name="connsiteY60" fmla="*/ 49530 h 60007"/>
                                <a:gd name="connsiteX61" fmla="*/ 50483 w 63817"/>
                                <a:gd name="connsiteY61" fmla="*/ 50483 h 60007"/>
                                <a:gd name="connsiteX62" fmla="*/ 51435 w 63817"/>
                                <a:gd name="connsiteY62" fmla="*/ 49530 h 60007"/>
                                <a:gd name="connsiteX63" fmla="*/ 51435 w 63817"/>
                                <a:gd name="connsiteY63" fmla="*/ 49530 h 60007"/>
                                <a:gd name="connsiteX64" fmla="*/ 51435 w 63817"/>
                                <a:gd name="connsiteY64" fmla="*/ 49530 h 60007"/>
                                <a:gd name="connsiteX65" fmla="*/ 51435 w 63817"/>
                                <a:gd name="connsiteY65" fmla="*/ 49530 h 60007"/>
                                <a:gd name="connsiteX66" fmla="*/ 51435 w 63817"/>
                                <a:gd name="connsiteY66" fmla="*/ 49530 h 60007"/>
                                <a:gd name="connsiteX67" fmla="*/ 51435 w 63817"/>
                                <a:gd name="connsiteY67" fmla="*/ 49530 h 60007"/>
                                <a:gd name="connsiteX68" fmla="*/ 51435 w 63817"/>
                                <a:gd name="connsiteY68" fmla="*/ 46672 h 60007"/>
                                <a:gd name="connsiteX69" fmla="*/ 51435 w 63817"/>
                                <a:gd name="connsiteY69" fmla="*/ 45720 h 60007"/>
                                <a:gd name="connsiteX70" fmla="*/ 51435 w 63817"/>
                                <a:gd name="connsiteY70" fmla="*/ 43815 h 60007"/>
                                <a:gd name="connsiteX71" fmla="*/ 50483 w 63817"/>
                                <a:gd name="connsiteY71" fmla="*/ 40005 h 60007"/>
                                <a:gd name="connsiteX72" fmla="*/ 49530 w 63817"/>
                                <a:gd name="connsiteY72" fmla="*/ 38100 h 60007"/>
                                <a:gd name="connsiteX73" fmla="*/ 48578 w 63817"/>
                                <a:gd name="connsiteY73" fmla="*/ 36195 h 60007"/>
                                <a:gd name="connsiteX74" fmla="*/ 46673 w 63817"/>
                                <a:gd name="connsiteY74" fmla="*/ 32385 h 60007"/>
                                <a:gd name="connsiteX75" fmla="*/ 43815 w 63817"/>
                                <a:gd name="connsiteY75" fmla="*/ 23813 h 60007"/>
                                <a:gd name="connsiteX76" fmla="*/ 42863 w 63817"/>
                                <a:gd name="connsiteY76" fmla="*/ 20002 h 60007"/>
                                <a:gd name="connsiteX77" fmla="*/ 42863 w 63817"/>
                                <a:gd name="connsiteY77" fmla="*/ 20002 h 60007"/>
                                <a:gd name="connsiteX78" fmla="*/ 41910 w 63817"/>
                                <a:gd name="connsiteY78" fmla="*/ 21908 h 60007"/>
                                <a:gd name="connsiteX79" fmla="*/ 39053 w 63817"/>
                                <a:gd name="connsiteY79" fmla="*/ 26670 h 60007"/>
                                <a:gd name="connsiteX80" fmla="*/ 36195 w 63817"/>
                                <a:gd name="connsiteY80" fmla="*/ 31433 h 60007"/>
                                <a:gd name="connsiteX81" fmla="*/ 36195 w 63817"/>
                                <a:gd name="connsiteY81" fmla="*/ 31433 h 60007"/>
                                <a:gd name="connsiteX82" fmla="*/ 36195 w 63817"/>
                                <a:gd name="connsiteY82" fmla="*/ 32385 h 60007"/>
                                <a:gd name="connsiteX83" fmla="*/ 36195 w 63817"/>
                                <a:gd name="connsiteY83" fmla="*/ 36195 h 60007"/>
                                <a:gd name="connsiteX84" fmla="*/ 37148 w 63817"/>
                                <a:gd name="connsiteY84" fmla="*/ 39052 h 60007"/>
                                <a:gd name="connsiteX85" fmla="*/ 38100 w 63817"/>
                                <a:gd name="connsiteY85" fmla="*/ 41910 h 60007"/>
                                <a:gd name="connsiteX86" fmla="*/ 38100 w 63817"/>
                                <a:gd name="connsiteY86" fmla="*/ 43815 h 60007"/>
                                <a:gd name="connsiteX87" fmla="*/ 38100 w 63817"/>
                                <a:gd name="connsiteY87" fmla="*/ 45720 h 60007"/>
                                <a:gd name="connsiteX88" fmla="*/ 38100 w 63817"/>
                                <a:gd name="connsiteY88" fmla="*/ 47625 h 60007"/>
                                <a:gd name="connsiteX89" fmla="*/ 38100 w 63817"/>
                                <a:gd name="connsiteY89" fmla="*/ 49530 h 60007"/>
                                <a:gd name="connsiteX90" fmla="*/ 38100 w 63817"/>
                                <a:gd name="connsiteY90" fmla="*/ 52388 h 60007"/>
                                <a:gd name="connsiteX91" fmla="*/ 38100 w 63817"/>
                                <a:gd name="connsiteY91" fmla="*/ 55245 h 60007"/>
                                <a:gd name="connsiteX92" fmla="*/ 38100 w 63817"/>
                                <a:gd name="connsiteY92" fmla="*/ 57150 h 60007"/>
                                <a:gd name="connsiteX93" fmla="*/ 38100 w 63817"/>
                                <a:gd name="connsiteY93" fmla="*/ 58102 h 60007"/>
                                <a:gd name="connsiteX94" fmla="*/ 38100 w 63817"/>
                                <a:gd name="connsiteY94" fmla="*/ 59055 h 60007"/>
                                <a:gd name="connsiteX95" fmla="*/ 38100 w 63817"/>
                                <a:gd name="connsiteY95" fmla="*/ 60008 h 60007"/>
                                <a:gd name="connsiteX96" fmla="*/ 38100 w 63817"/>
                                <a:gd name="connsiteY96" fmla="*/ 60008 h 60007"/>
                                <a:gd name="connsiteX97" fmla="*/ 38100 w 63817"/>
                                <a:gd name="connsiteY97" fmla="*/ 58102 h 60007"/>
                                <a:gd name="connsiteX98" fmla="*/ 38100 w 63817"/>
                                <a:gd name="connsiteY98" fmla="*/ 57150 h 60007"/>
                                <a:gd name="connsiteX99" fmla="*/ 38100 w 63817"/>
                                <a:gd name="connsiteY99" fmla="*/ 55245 h 60007"/>
                                <a:gd name="connsiteX100" fmla="*/ 38100 w 63817"/>
                                <a:gd name="connsiteY100" fmla="*/ 52388 h 60007"/>
                                <a:gd name="connsiteX101" fmla="*/ 38100 w 63817"/>
                                <a:gd name="connsiteY101" fmla="*/ 49530 h 60007"/>
                                <a:gd name="connsiteX102" fmla="*/ 38100 w 63817"/>
                                <a:gd name="connsiteY102" fmla="*/ 48577 h 60007"/>
                                <a:gd name="connsiteX103" fmla="*/ 38100 w 63817"/>
                                <a:gd name="connsiteY103" fmla="*/ 47625 h 60007"/>
                                <a:gd name="connsiteX104" fmla="*/ 38100 w 63817"/>
                                <a:gd name="connsiteY104" fmla="*/ 45720 h 60007"/>
                                <a:gd name="connsiteX105" fmla="*/ 38100 w 63817"/>
                                <a:gd name="connsiteY105" fmla="*/ 43815 h 60007"/>
                                <a:gd name="connsiteX106" fmla="*/ 38100 w 63817"/>
                                <a:gd name="connsiteY106" fmla="*/ 41910 h 60007"/>
                                <a:gd name="connsiteX107" fmla="*/ 37148 w 63817"/>
                                <a:gd name="connsiteY107" fmla="*/ 39052 h 60007"/>
                                <a:gd name="connsiteX108" fmla="*/ 36195 w 63817"/>
                                <a:gd name="connsiteY108" fmla="*/ 36195 h 60007"/>
                                <a:gd name="connsiteX109" fmla="*/ 36195 w 63817"/>
                                <a:gd name="connsiteY109" fmla="*/ 33338 h 60007"/>
                                <a:gd name="connsiteX110" fmla="*/ 34290 w 63817"/>
                                <a:gd name="connsiteY110" fmla="*/ 36195 h 60007"/>
                                <a:gd name="connsiteX111" fmla="*/ 31433 w 63817"/>
                                <a:gd name="connsiteY111" fmla="*/ 41910 h 60007"/>
                                <a:gd name="connsiteX112" fmla="*/ 30480 w 63817"/>
                                <a:gd name="connsiteY112" fmla="*/ 44767 h 60007"/>
                                <a:gd name="connsiteX113" fmla="*/ 29528 w 63817"/>
                                <a:gd name="connsiteY113" fmla="*/ 47625 h 60007"/>
                                <a:gd name="connsiteX114" fmla="*/ 27623 w 63817"/>
                                <a:gd name="connsiteY114" fmla="*/ 53340 h 60007"/>
                                <a:gd name="connsiteX115" fmla="*/ 27623 w 63817"/>
                                <a:gd name="connsiteY115" fmla="*/ 56197 h 60007"/>
                                <a:gd name="connsiteX116" fmla="*/ 27623 w 63817"/>
                                <a:gd name="connsiteY116" fmla="*/ 58102 h 60007"/>
                                <a:gd name="connsiteX117" fmla="*/ 27623 w 63817"/>
                                <a:gd name="connsiteY117" fmla="*/ 58102 h 60007"/>
                                <a:gd name="connsiteX118" fmla="*/ 27623 w 63817"/>
                                <a:gd name="connsiteY118" fmla="*/ 58102 h 60007"/>
                                <a:gd name="connsiteX119" fmla="*/ 27623 w 63817"/>
                                <a:gd name="connsiteY119" fmla="*/ 55245 h 60007"/>
                                <a:gd name="connsiteX120" fmla="*/ 27623 w 63817"/>
                                <a:gd name="connsiteY120" fmla="*/ 52388 h 60007"/>
                                <a:gd name="connsiteX121" fmla="*/ 28575 w 63817"/>
                                <a:gd name="connsiteY121" fmla="*/ 46672 h 60007"/>
                                <a:gd name="connsiteX122" fmla="*/ 29528 w 63817"/>
                                <a:gd name="connsiteY122" fmla="*/ 45720 h 60007"/>
                                <a:gd name="connsiteX123" fmla="*/ 29528 w 63817"/>
                                <a:gd name="connsiteY123" fmla="*/ 43815 h 60007"/>
                                <a:gd name="connsiteX124" fmla="*/ 30480 w 63817"/>
                                <a:gd name="connsiteY124" fmla="*/ 41910 h 60007"/>
                                <a:gd name="connsiteX125" fmla="*/ 31433 w 63817"/>
                                <a:gd name="connsiteY125" fmla="*/ 40958 h 60007"/>
                                <a:gd name="connsiteX126" fmla="*/ 34290 w 63817"/>
                                <a:gd name="connsiteY126" fmla="*/ 35242 h 60007"/>
                                <a:gd name="connsiteX127" fmla="*/ 37148 w 63817"/>
                                <a:gd name="connsiteY127" fmla="*/ 29527 h 60007"/>
                                <a:gd name="connsiteX128" fmla="*/ 39053 w 63817"/>
                                <a:gd name="connsiteY128" fmla="*/ 25717 h 60007"/>
                                <a:gd name="connsiteX129" fmla="*/ 38100 w 63817"/>
                                <a:gd name="connsiteY129" fmla="*/ 26670 h 60007"/>
                                <a:gd name="connsiteX130" fmla="*/ 35243 w 63817"/>
                                <a:gd name="connsiteY130" fmla="*/ 28575 h 60007"/>
                                <a:gd name="connsiteX131" fmla="*/ 27623 w 63817"/>
                                <a:gd name="connsiteY131" fmla="*/ 32385 h 60007"/>
                                <a:gd name="connsiteX132" fmla="*/ 22860 w 63817"/>
                                <a:gd name="connsiteY132" fmla="*/ 34290 h 60007"/>
                                <a:gd name="connsiteX133" fmla="*/ 18098 w 63817"/>
                                <a:gd name="connsiteY133" fmla="*/ 37147 h 60007"/>
                                <a:gd name="connsiteX134" fmla="*/ 14288 w 63817"/>
                                <a:gd name="connsiteY134" fmla="*/ 40958 h 60007"/>
                                <a:gd name="connsiteX135" fmla="*/ 10478 w 63817"/>
                                <a:gd name="connsiteY135" fmla="*/ 45720 h 60007"/>
                                <a:gd name="connsiteX136" fmla="*/ 9525 w 63817"/>
                                <a:gd name="connsiteY136" fmla="*/ 48577 h 60007"/>
                                <a:gd name="connsiteX137" fmla="*/ 8573 w 63817"/>
                                <a:gd name="connsiteY137" fmla="*/ 51435 h 60007"/>
                                <a:gd name="connsiteX138" fmla="*/ 8573 w 63817"/>
                                <a:gd name="connsiteY138" fmla="*/ 53340 h 60007"/>
                                <a:gd name="connsiteX139" fmla="*/ 8573 w 63817"/>
                                <a:gd name="connsiteY139" fmla="*/ 55245 h 60007"/>
                                <a:gd name="connsiteX140" fmla="*/ 7620 w 63817"/>
                                <a:gd name="connsiteY140" fmla="*/ 58102 h 60007"/>
                                <a:gd name="connsiteX141" fmla="*/ 7620 w 63817"/>
                                <a:gd name="connsiteY141" fmla="*/ 59055 h 60007"/>
                                <a:gd name="connsiteX142" fmla="*/ 7620 w 63817"/>
                                <a:gd name="connsiteY142" fmla="*/ 59055 h 60007"/>
                                <a:gd name="connsiteX143" fmla="*/ 7620 w 63817"/>
                                <a:gd name="connsiteY143" fmla="*/ 58102 h 60007"/>
                                <a:gd name="connsiteX144" fmla="*/ 8573 w 63817"/>
                                <a:gd name="connsiteY144" fmla="*/ 51435 h 60007"/>
                                <a:gd name="connsiteX145" fmla="*/ 11430 w 63817"/>
                                <a:gd name="connsiteY145" fmla="*/ 45720 h 60007"/>
                                <a:gd name="connsiteX146" fmla="*/ 15240 w 63817"/>
                                <a:gd name="connsiteY146" fmla="*/ 40958 h 60007"/>
                                <a:gd name="connsiteX147" fmla="*/ 19050 w 63817"/>
                                <a:gd name="connsiteY147" fmla="*/ 37147 h 60007"/>
                                <a:gd name="connsiteX148" fmla="*/ 23813 w 63817"/>
                                <a:gd name="connsiteY148" fmla="*/ 34290 h 60007"/>
                                <a:gd name="connsiteX149" fmla="*/ 28575 w 63817"/>
                                <a:gd name="connsiteY149" fmla="*/ 32385 h 60007"/>
                                <a:gd name="connsiteX150" fmla="*/ 36195 w 63817"/>
                                <a:gd name="connsiteY150" fmla="*/ 28575 h 60007"/>
                                <a:gd name="connsiteX151" fmla="*/ 39053 w 63817"/>
                                <a:gd name="connsiteY151" fmla="*/ 26670 h 60007"/>
                                <a:gd name="connsiteX152" fmla="*/ 40958 w 63817"/>
                                <a:gd name="connsiteY152" fmla="*/ 24765 h 60007"/>
                                <a:gd name="connsiteX153" fmla="*/ 41910 w 63817"/>
                                <a:gd name="connsiteY153" fmla="*/ 23813 h 60007"/>
                                <a:gd name="connsiteX154" fmla="*/ 43815 w 63817"/>
                                <a:gd name="connsiteY154" fmla="*/ 20002 h 60007"/>
                                <a:gd name="connsiteX155" fmla="*/ 44768 w 63817"/>
                                <a:gd name="connsiteY155" fmla="*/ 17145 h 60007"/>
                                <a:gd name="connsiteX156" fmla="*/ 45720 w 63817"/>
                                <a:gd name="connsiteY156" fmla="*/ 14288 h 60007"/>
                                <a:gd name="connsiteX157" fmla="*/ 47625 w 63817"/>
                                <a:gd name="connsiteY157" fmla="*/ 9525 h 60007"/>
                                <a:gd name="connsiteX158" fmla="*/ 47625 w 63817"/>
                                <a:gd name="connsiteY158" fmla="*/ 9525 h 60007"/>
                                <a:gd name="connsiteX159" fmla="*/ 47625 w 63817"/>
                                <a:gd name="connsiteY159" fmla="*/ 9525 h 60007"/>
                                <a:gd name="connsiteX160" fmla="*/ 44768 w 63817"/>
                                <a:gd name="connsiteY160" fmla="*/ 10477 h 60007"/>
                                <a:gd name="connsiteX161" fmla="*/ 42863 w 63817"/>
                                <a:gd name="connsiteY161" fmla="*/ 11430 h 60007"/>
                                <a:gd name="connsiteX162" fmla="*/ 40958 w 63817"/>
                                <a:gd name="connsiteY162" fmla="*/ 11430 h 60007"/>
                                <a:gd name="connsiteX163" fmla="*/ 36195 w 63817"/>
                                <a:gd name="connsiteY163" fmla="*/ 12383 h 60007"/>
                                <a:gd name="connsiteX164" fmla="*/ 31433 w 63817"/>
                                <a:gd name="connsiteY164" fmla="*/ 13335 h 60007"/>
                                <a:gd name="connsiteX165" fmla="*/ 25718 w 63817"/>
                                <a:gd name="connsiteY165" fmla="*/ 15240 h 60007"/>
                                <a:gd name="connsiteX166" fmla="*/ 20003 w 63817"/>
                                <a:gd name="connsiteY166" fmla="*/ 17145 h 60007"/>
                                <a:gd name="connsiteX167" fmla="*/ 14288 w 63817"/>
                                <a:gd name="connsiteY167" fmla="*/ 20002 h 60007"/>
                                <a:gd name="connsiteX168" fmla="*/ 9525 w 63817"/>
                                <a:gd name="connsiteY168" fmla="*/ 23813 h 60007"/>
                                <a:gd name="connsiteX169" fmla="*/ 7620 w 63817"/>
                                <a:gd name="connsiteY169" fmla="*/ 25717 h 60007"/>
                                <a:gd name="connsiteX170" fmla="*/ 5715 w 63817"/>
                                <a:gd name="connsiteY170" fmla="*/ 27622 h 60007"/>
                                <a:gd name="connsiteX171" fmla="*/ 3810 w 63817"/>
                                <a:gd name="connsiteY171" fmla="*/ 30480 h 60007"/>
                                <a:gd name="connsiteX172" fmla="*/ 1905 w 63817"/>
                                <a:gd name="connsiteY172" fmla="*/ 33338 h 60007"/>
                                <a:gd name="connsiteX173" fmla="*/ 953 w 63817"/>
                                <a:gd name="connsiteY173" fmla="*/ 36195 h 60007"/>
                                <a:gd name="connsiteX174" fmla="*/ 0 w 63817"/>
                                <a:gd name="connsiteY174" fmla="*/ 38100 h 60007"/>
                                <a:gd name="connsiteX175" fmla="*/ 0 w 63817"/>
                                <a:gd name="connsiteY175" fmla="*/ 37147 h 60007"/>
                                <a:gd name="connsiteX176" fmla="*/ 0 w 63817"/>
                                <a:gd name="connsiteY176" fmla="*/ 36195 h 60007"/>
                                <a:gd name="connsiteX177" fmla="*/ 953 w 63817"/>
                                <a:gd name="connsiteY177" fmla="*/ 33338 h 60007"/>
                                <a:gd name="connsiteX178" fmla="*/ 2858 w 63817"/>
                                <a:gd name="connsiteY178" fmla="*/ 30480 h 60007"/>
                                <a:gd name="connsiteX179" fmla="*/ 4763 w 63817"/>
                                <a:gd name="connsiteY179" fmla="*/ 27622 h 60007"/>
                                <a:gd name="connsiteX180" fmla="*/ 6668 w 63817"/>
                                <a:gd name="connsiteY180" fmla="*/ 24765 h 60007"/>
                                <a:gd name="connsiteX181" fmla="*/ 8573 w 63817"/>
                                <a:gd name="connsiteY181" fmla="*/ 22860 h 60007"/>
                                <a:gd name="connsiteX182" fmla="*/ 13335 w 63817"/>
                                <a:gd name="connsiteY182" fmla="*/ 19050 h 60007"/>
                                <a:gd name="connsiteX183" fmla="*/ 19050 w 63817"/>
                                <a:gd name="connsiteY183" fmla="*/ 16192 h 60007"/>
                                <a:gd name="connsiteX184" fmla="*/ 24765 w 63817"/>
                                <a:gd name="connsiteY184" fmla="*/ 14288 h 60007"/>
                                <a:gd name="connsiteX185" fmla="*/ 30480 w 63817"/>
                                <a:gd name="connsiteY185" fmla="*/ 12383 h 60007"/>
                                <a:gd name="connsiteX186" fmla="*/ 35243 w 63817"/>
                                <a:gd name="connsiteY186" fmla="*/ 11430 h 60007"/>
                                <a:gd name="connsiteX187" fmla="*/ 40005 w 63817"/>
                                <a:gd name="connsiteY187" fmla="*/ 10477 h 60007"/>
                                <a:gd name="connsiteX188" fmla="*/ 41910 w 63817"/>
                                <a:gd name="connsiteY188" fmla="*/ 9525 h 60007"/>
                                <a:gd name="connsiteX189" fmla="*/ 43815 w 63817"/>
                                <a:gd name="connsiteY189" fmla="*/ 8572 h 60007"/>
                                <a:gd name="connsiteX190" fmla="*/ 46673 w 63817"/>
                                <a:gd name="connsiteY190" fmla="*/ 7620 h 60007"/>
                                <a:gd name="connsiteX191" fmla="*/ 48578 w 63817"/>
                                <a:gd name="connsiteY191" fmla="*/ 7620 h 60007"/>
                                <a:gd name="connsiteX192" fmla="*/ 48578 w 63817"/>
                                <a:gd name="connsiteY192" fmla="*/ 7620 h 60007"/>
                                <a:gd name="connsiteX193" fmla="*/ 49530 w 63817"/>
                                <a:gd name="connsiteY193" fmla="*/ 5715 h 60007"/>
                                <a:gd name="connsiteX194" fmla="*/ 50483 w 63817"/>
                                <a:gd name="connsiteY194" fmla="*/ 2858 h 60007"/>
                                <a:gd name="connsiteX195" fmla="*/ 51435 w 63817"/>
                                <a:gd name="connsiteY195" fmla="*/ 0 h 60007"/>
                                <a:gd name="connsiteX196" fmla="*/ 53340 w 63817"/>
                                <a:gd name="connsiteY196" fmla="*/ 1905 h 60007"/>
                                <a:gd name="connsiteX197" fmla="*/ 49530 w 63817"/>
                                <a:gd name="connsiteY197" fmla="*/ 4763 h 60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63817" h="60007">
                                  <a:moveTo>
                                    <a:pt x="49530" y="4763"/>
                                  </a:moveTo>
                                  <a:cubicBezTo>
                                    <a:pt x="48578" y="4763"/>
                                    <a:pt x="49530" y="4763"/>
                                    <a:pt x="49530" y="4763"/>
                                  </a:cubicBezTo>
                                  <a:cubicBezTo>
                                    <a:pt x="49530" y="5715"/>
                                    <a:pt x="49530" y="5715"/>
                                    <a:pt x="50483" y="7620"/>
                                  </a:cubicBezTo>
                                  <a:cubicBezTo>
                                    <a:pt x="51435" y="8572"/>
                                    <a:pt x="52388" y="10477"/>
                                    <a:pt x="53340" y="13335"/>
                                  </a:cubicBezTo>
                                  <a:cubicBezTo>
                                    <a:pt x="54293" y="15240"/>
                                    <a:pt x="56198" y="18097"/>
                                    <a:pt x="57150" y="20955"/>
                                  </a:cubicBezTo>
                                  <a:cubicBezTo>
                                    <a:pt x="57150" y="21908"/>
                                    <a:pt x="58103" y="21908"/>
                                    <a:pt x="58103" y="22860"/>
                                  </a:cubicBezTo>
                                  <a:cubicBezTo>
                                    <a:pt x="58103" y="22860"/>
                                    <a:pt x="58103" y="23813"/>
                                    <a:pt x="59055" y="23813"/>
                                  </a:cubicBezTo>
                                  <a:lnTo>
                                    <a:pt x="59055" y="23813"/>
                                  </a:lnTo>
                                  <a:lnTo>
                                    <a:pt x="59055" y="23813"/>
                                  </a:lnTo>
                                  <a:lnTo>
                                    <a:pt x="59055" y="24765"/>
                                  </a:lnTo>
                                  <a:cubicBezTo>
                                    <a:pt x="60008" y="25717"/>
                                    <a:pt x="60008" y="27622"/>
                                    <a:pt x="60960" y="28575"/>
                                  </a:cubicBezTo>
                                  <a:cubicBezTo>
                                    <a:pt x="60960" y="29527"/>
                                    <a:pt x="61913" y="29527"/>
                                    <a:pt x="61913" y="30480"/>
                                  </a:cubicBezTo>
                                  <a:cubicBezTo>
                                    <a:pt x="61913" y="31433"/>
                                    <a:pt x="61913" y="31433"/>
                                    <a:pt x="62865" y="32385"/>
                                  </a:cubicBezTo>
                                  <a:cubicBezTo>
                                    <a:pt x="62865" y="32385"/>
                                    <a:pt x="62865" y="33338"/>
                                    <a:pt x="62865" y="33338"/>
                                  </a:cubicBezTo>
                                  <a:cubicBezTo>
                                    <a:pt x="62865" y="33338"/>
                                    <a:pt x="62865" y="34290"/>
                                    <a:pt x="62865" y="34290"/>
                                  </a:cubicBezTo>
                                  <a:cubicBezTo>
                                    <a:pt x="62865" y="35242"/>
                                    <a:pt x="62865" y="35242"/>
                                    <a:pt x="62865" y="36195"/>
                                  </a:cubicBezTo>
                                  <a:cubicBezTo>
                                    <a:pt x="62865" y="37147"/>
                                    <a:pt x="62865" y="38100"/>
                                    <a:pt x="63818" y="39052"/>
                                  </a:cubicBezTo>
                                  <a:cubicBezTo>
                                    <a:pt x="63818" y="40005"/>
                                    <a:pt x="63818" y="40958"/>
                                    <a:pt x="63818" y="40958"/>
                                  </a:cubicBezTo>
                                  <a:cubicBezTo>
                                    <a:pt x="63818" y="41910"/>
                                    <a:pt x="63818" y="41910"/>
                                    <a:pt x="63818" y="41910"/>
                                  </a:cubicBezTo>
                                  <a:cubicBezTo>
                                    <a:pt x="63818" y="41910"/>
                                    <a:pt x="63818" y="42863"/>
                                    <a:pt x="63818" y="42863"/>
                                  </a:cubicBezTo>
                                  <a:cubicBezTo>
                                    <a:pt x="63818" y="42863"/>
                                    <a:pt x="63818" y="42863"/>
                                    <a:pt x="63818" y="42863"/>
                                  </a:cubicBezTo>
                                  <a:lnTo>
                                    <a:pt x="63818" y="42863"/>
                                  </a:lnTo>
                                  <a:cubicBezTo>
                                    <a:pt x="63818" y="42863"/>
                                    <a:pt x="63818" y="42863"/>
                                    <a:pt x="63818" y="42863"/>
                                  </a:cubicBezTo>
                                  <a:cubicBezTo>
                                    <a:pt x="63818" y="42863"/>
                                    <a:pt x="63818" y="42863"/>
                                    <a:pt x="63818" y="41910"/>
                                  </a:cubicBezTo>
                                  <a:cubicBezTo>
                                    <a:pt x="63818" y="41910"/>
                                    <a:pt x="63818" y="40958"/>
                                    <a:pt x="63818" y="40958"/>
                                  </a:cubicBezTo>
                                  <a:cubicBezTo>
                                    <a:pt x="63818" y="40005"/>
                                    <a:pt x="63818" y="40005"/>
                                    <a:pt x="63818" y="39052"/>
                                  </a:cubicBezTo>
                                  <a:cubicBezTo>
                                    <a:pt x="63818" y="38100"/>
                                    <a:pt x="63818" y="37147"/>
                                    <a:pt x="62865" y="36195"/>
                                  </a:cubicBezTo>
                                  <a:cubicBezTo>
                                    <a:pt x="62865" y="35242"/>
                                    <a:pt x="62865" y="35242"/>
                                    <a:pt x="62865" y="34290"/>
                                  </a:cubicBezTo>
                                  <a:cubicBezTo>
                                    <a:pt x="62865" y="34290"/>
                                    <a:pt x="62865" y="33338"/>
                                    <a:pt x="62865" y="33338"/>
                                  </a:cubicBezTo>
                                  <a:cubicBezTo>
                                    <a:pt x="62865" y="33338"/>
                                    <a:pt x="62865" y="32385"/>
                                    <a:pt x="62865" y="32385"/>
                                  </a:cubicBezTo>
                                  <a:cubicBezTo>
                                    <a:pt x="62865" y="31433"/>
                                    <a:pt x="62865" y="31433"/>
                                    <a:pt x="61913" y="30480"/>
                                  </a:cubicBezTo>
                                  <a:cubicBezTo>
                                    <a:pt x="61913" y="29527"/>
                                    <a:pt x="60960" y="29527"/>
                                    <a:pt x="60960" y="28575"/>
                                  </a:cubicBezTo>
                                  <a:cubicBezTo>
                                    <a:pt x="60960" y="27622"/>
                                    <a:pt x="60008" y="25717"/>
                                    <a:pt x="59055" y="24765"/>
                                  </a:cubicBezTo>
                                  <a:lnTo>
                                    <a:pt x="59055" y="23813"/>
                                  </a:lnTo>
                                  <a:lnTo>
                                    <a:pt x="59055" y="23813"/>
                                  </a:lnTo>
                                  <a:lnTo>
                                    <a:pt x="59055" y="23813"/>
                                  </a:lnTo>
                                  <a:cubicBezTo>
                                    <a:pt x="59055" y="23813"/>
                                    <a:pt x="59055" y="22860"/>
                                    <a:pt x="58103" y="22860"/>
                                  </a:cubicBezTo>
                                  <a:cubicBezTo>
                                    <a:pt x="58103" y="21908"/>
                                    <a:pt x="57150" y="21908"/>
                                    <a:pt x="57150" y="20955"/>
                                  </a:cubicBezTo>
                                  <a:cubicBezTo>
                                    <a:pt x="55245" y="18097"/>
                                    <a:pt x="54293" y="16192"/>
                                    <a:pt x="52388" y="14288"/>
                                  </a:cubicBezTo>
                                  <a:cubicBezTo>
                                    <a:pt x="50483" y="11430"/>
                                    <a:pt x="49530" y="8572"/>
                                    <a:pt x="48578" y="7620"/>
                                  </a:cubicBezTo>
                                  <a:cubicBezTo>
                                    <a:pt x="48578" y="7620"/>
                                    <a:pt x="48578" y="8572"/>
                                    <a:pt x="47625" y="8572"/>
                                  </a:cubicBezTo>
                                  <a:cubicBezTo>
                                    <a:pt x="47625" y="9525"/>
                                    <a:pt x="46673" y="9525"/>
                                    <a:pt x="46673" y="10477"/>
                                  </a:cubicBezTo>
                                  <a:cubicBezTo>
                                    <a:pt x="46673" y="11430"/>
                                    <a:pt x="45720" y="11430"/>
                                    <a:pt x="45720" y="12383"/>
                                  </a:cubicBezTo>
                                  <a:cubicBezTo>
                                    <a:pt x="44768" y="13335"/>
                                    <a:pt x="43815" y="15240"/>
                                    <a:pt x="43815" y="17145"/>
                                  </a:cubicBezTo>
                                  <a:cubicBezTo>
                                    <a:pt x="43815" y="17145"/>
                                    <a:pt x="43815" y="18097"/>
                                    <a:pt x="43815" y="18097"/>
                                  </a:cubicBezTo>
                                  <a:cubicBezTo>
                                    <a:pt x="43815" y="18097"/>
                                    <a:pt x="43815" y="18097"/>
                                    <a:pt x="43815" y="18097"/>
                                  </a:cubicBezTo>
                                  <a:cubicBezTo>
                                    <a:pt x="43815" y="19050"/>
                                    <a:pt x="43815" y="20002"/>
                                    <a:pt x="43815" y="20955"/>
                                  </a:cubicBezTo>
                                  <a:cubicBezTo>
                                    <a:pt x="43815" y="21908"/>
                                    <a:pt x="43815" y="22860"/>
                                    <a:pt x="43815" y="24765"/>
                                  </a:cubicBezTo>
                                  <a:cubicBezTo>
                                    <a:pt x="43815" y="27622"/>
                                    <a:pt x="45720" y="29527"/>
                                    <a:pt x="46673" y="32385"/>
                                  </a:cubicBezTo>
                                  <a:cubicBezTo>
                                    <a:pt x="47625" y="33338"/>
                                    <a:pt x="47625" y="35242"/>
                                    <a:pt x="48578" y="36195"/>
                                  </a:cubicBezTo>
                                  <a:cubicBezTo>
                                    <a:pt x="48578" y="37147"/>
                                    <a:pt x="49530" y="37147"/>
                                    <a:pt x="49530" y="38100"/>
                                  </a:cubicBezTo>
                                  <a:cubicBezTo>
                                    <a:pt x="49530" y="39052"/>
                                    <a:pt x="49530" y="39052"/>
                                    <a:pt x="50483" y="40005"/>
                                  </a:cubicBezTo>
                                  <a:cubicBezTo>
                                    <a:pt x="50483" y="40958"/>
                                    <a:pt x="51435" y="42863"/>
                                    <a:pt x="51435" y="43815"/>
                                  </a:cubicBezTo>
                                  <a:cubicBezTo>
                                    <a:pt x="51435" y="44767"/>
                                    <a:pt x="51435" y="44767"/>
                                    <a:pt x="51435" y="45720"/>
                                  </a:cubicBezTo>
                                  <a:cubicBezTo>
                                    <a:pt x="51435" y="45720"/>
                                    <a:pt x="51435" y="46672"/>
                                    <a:pt x="51435" y="46672"/>
                                  </a:cubicBezTo>
                                  <a:cubicBezTo>
                                    <a:pt x="51435" y="48577"/>
                                    <a:pt x="51435" y="49530"/>
                                    <a:pt x="51435" y="49530"/>
                                  </a:cubicBezTo>
                                  <a:cubicBezTo>
                                    <a:pt x="51435" y="49530"/>
                                    <a:pt x="51435" y="49530"/>
                                    <a:pt x="51435" y="49530"/>
                                  </a:cubicBezTo>
                                  <a:cubicBezTo>
                                    <a:pt x="51435" y="49530"/>
                                    <a:pt x="51435" y="49530"/>
                                    <a:pt x="51435" y="49530"/>
                                  </a:cubicBezTo>
                                  <a:cubicBezTo>
                                    <a:pt x="51435" y="49530"/>
                                    <a:pt x="51435" y="49530"/>
                                    <a:pt x="51435" y="49530"/>
                                  </a:cubicBezTo>
                                  <a:cubicBezTo>
                                    <a:pt x="51435" y="49530"/>
                                    <a:pt x="51435" y="49530"/>
                                    <a:pt x="51435" y="49530"/>
                                  </a:cubicBezTo>
                                  <a:cubicBezTo>
                                    <a:pt x="51435" y="49530"/>
                                    <a:pt x="51435" y="49530"/>
                                    <a:pt x="51435" y="49530"/>
                                  </a:cubicBezTo>
                                  <a:cubicBezTo>
                                    <a:pt x="51435" y="49530"/>
                                    <a:pt x="51435" y="49530"/>
                                    <a:pt x="50483" y="50483"/>
                                  </a:cubicBezTo>
                                  <a:cubicBezTo>
                                    <a:pt x="50483" y="50483"/>
                                    <a:pt x="50483" y="50483"/>
                                    <a:pt x="51435" y="49530"/>
                                  </a:cubicBezTo>
                                  <a:cubicBezTo>
                                    <a:pt x="51435" y="49530"/>
                                    <a:pt x="51435" y="49530"/>
                                    <a:pt x="51435" y="49530"/>
                                  </a:cubicBezTo>
                                  <a:cubicBezTo>
                                    <a:pt x="51435" y="49530"/>
                                    <a:pt x="51435" y="49530"/>
                                    <a:pt x="51435" y="49530"/>
                                  </a:cubicBezTo>
                                  <a:cubicBezTo>
                                    <a:pt x="51435" y="49530"/>
                                    <a:pt x="51435" y="49530"/>
                                    <a:pt x="51435" y="49530"/>
                                  </a:cubicBezTo>
                                  <a:cubicBezTo>
                                    <a:pt x="51435" y="49530"/>
                                    <a:pt x="51435" y="49530"/>
                                    <a:pt x="51435" y="49530"/>
                                  </a:cubicBezTo>
                                  <a:cubicBezTo>
                                    <a:pt x="51435" y="49530"/>
                                    <a:pt x="51435" y="49530"/>
                                    <a:pt x="51435" y="49530"/>
                                  </a:cubicBezTo>
                                  <a:cubicBezTo>
                                    <a:pt x="51435" y="48577"/>
                                    <a:pt x="51435" y="47625"/>
                                    <a:pt x="51435" y="46672"/>
                                  </a:cubicBezTo>
                                  <a:cubicBezTo>
                                    <a:pt x="51435" y="46672"/>
                                    <a:pt x="51435" y="45720"/>
                                    <a:pt x="51435" y="45720"/>
                                  </a:cubicBezTo>
                                  <a:cubicBezTo>
                                    <a:pt x="51435" y="45720"/>
                                    <a:pt x="51435" y="44767"/>
                                    <a:pt x="51435" y="43815"/>
                                  </a:cubicBezTo>
                                  <a:cubicBezTo>
                                    <a:pt x="51435" y="42863"/>
                                    <a:pt x="50483" y="41910"/>
                                    <a:pt x="50483" y="40005"/>
                                  </a:cubicBezTo>
                                  <a:cubicBezTo>
                                    <a:pt x="50483" y="39052"/>
                                    <a:pt x="50483" y="39052"/>
                                    <a:pt x="49530" y="38100"/>
                                  </a:cubicBezTo>
                                  <a:cubicBezTo>
                                    <a:pt x="49530" y="37147"/>
                                    <a:pt x="49530" y="37147"/>
                                    <a:pt x="48578" y="36195"/>
                                  </a:cubicBezTo>
                                  <a:cubicBezTo>
                                    <a:pt x="47625" y="35242"/>
                                    <a:pt x="47625" y="33338"/>
                                    <a:pt x="46673" y="32385"/>
                                  </a:cubicBezTo>
                                  <a:cubicBezTo>
                                    <a:pt x="45720" y="29527"/>
                                    <a:pt x="44768" y="26670"/>
                                    <a:pt x="43815" y="23813"/>
                                  </a:cubicBezTo>
                                  <a:cubicBezTo>
                                    <a:pt x="43815" y="22860"/>
                                    <a:pt x="43815" y="20955"/>
                                    <a:pt x="42863" y="20002"/>
                                  </a:cubicBezTo>
                                  <a:cubicBezTo>
                                    <a:pt x="42863" y="20002"/>
                                    <a:pt x="42863" y="20002"/>
                                    <a:pt x="42863" y="20002"/>
                                  </a:cubicBezTo>
                                  <a:cubicBezTo>
                                    <a:pt x="42863" y="20955"/>
                                    <a:pt x="41910" y="20955"/>
                                    <a:pt x="41910" y="21908"/>
                                  </a:cubicBezTo>
                                  <a:cubicBezTo>
                                    <a:pt x="40958" y="23813"/>
                                    <a:pt x="40005" y="25717"/>
                                    <a:pt x="39053" y="26670"/>
                                  </a:cubicBezTo>
                                  <a:cubicBezTo>
                                    <a:pt x="38100" y="28575"/>
                                    <a:pt x="37148" y="29527"/>
                                    <a:pt x="36195" y="31433"/>
                                  </a:cubicBezTo>
                                  <a:cubicBezTo>
                                    <a:pt x="36195" y="31433"/>
                                    <a:pt x="36195" y="31433"/>
                                    <a:pt x="36195" y="31433"/>
                                  </a:cubicBezTo>
                                  <a:cubicBezTo>
                                    <a:pt x="36195" y="31433"/>
                                    <a:pt x="36195" y="32385"/>
                                    <a:pt x="36195" y="32385"/>
                                  </a:cubicBezTo>
                                  <a:cubicBezTo>
                                    <a:pt x="36195" y="33338"/>
                                    <a:pt x="36195" y="34290"/>
                                    <a:pt x="36195" y="36195"/>
                                  </a:cubicBezTo>
                                  <a:cubicBezTo>
                                    <a:pt x="36195" y="37147"/>
                                    <a:pt x="36195" y="38100"/>
                                    <a:pt x="37148" y="39052"/>
                                  </a:cubicBezTo>
                                  <a:cubicBezTo>
                                    <a:pt x="37148" y="40005"/>
                                    <a:pt x="37148" y="40958"/>
                                    <a:pt x="38100" y="41910"/>
                                  </a:cubicBezTo>
                                  <a:cubicBezTo>
                                    <a:pt x="38100" y="42863"/>
                                    <a:pt x="38100" y="42863"/>
                                    <a:pt x="38100" y="43815"/>
                                  </a:cubicBezTo>
                                  <a:cubicBezTo>
                                    <a:pt x="38100" y="44767"/>
                                    <a:pt x="38100" y="44767"/>
                                    <a:pt x="38100" y="45720"/>
                                  </a:cubicBezTo>
                                  <a:cubicBezTo>
                                    <a:pt x="38100" y="46672"/>
                                    <a:pt x="38100" y="46672"/>
                                    <a:pt x="38100" y="47625"/>
                                  </a:cubicBezTo>
                                  <a:cubicBezTo>
                                    <a:pt x="38100" y="48577"/>
                                    <a:pt x="38100" y="48577"/>
                                    <a:pt x="38100" y="49530"/>
                                  </a:cubicBezTo>
                                  <a:cubicBezTo>
                                    <a:pt x="38100" y="50483"/>
                                    <a:pt x="38100" y="51435"/>
                                    <a:pt x="38100" y="52388"/>
                                  </a:cubicBezTo>
                                  <a:cubicBezTo>
                                    <a:pt x="38100" y="53340"/>
                                    <a:pt x="38100" y="54292"/>
                                    <a:pt x="38100" y="55245"/>
                                  </a:cubicBezTo>
                                  <a:cubicBezTo>
                                    <a:pt x="38100" y="56197"/>
                                    <a:pt x="38100" y="56197"/>
                                    <a:pt x="38100" y="57150"/>
                                  </a:cubicBezTo>
                                  <a:cubicBezTo>
                                    <a:pt x="38100" y="57150"/>
                                    <a:pt x="38100" y="58102"/>
                                    <a:pt x="38100" y="58102"/>
                                  </a:cubicBezTo>
                                  <a:cubicBezTo>
                                    <a:pt x="38100" y="58102"/>
                                    <a:pt x="38100" y="59055"/>
                                    <a:pt x="38100" y="59055"/>
                                  </a:cubicBezTo>
                                  <a:cubicBezTo>
                                    <a:pt x="38100" y="59055"/>
                                    <a:pt x="38100" y="60008"/>
                                    <a:pt x="38100" y="60008"/>
                                  </a:cubicBezTo>
                                  <a:cubicBezTo>
                                    <a:pt x="38100" y="60008"/>
                                    <a:pt x="38100" y="60008"/>
                                    <a:pt x="38100" y="60008"/>
                                  </a:cubicBezTo>
                                  <a:cubicBezTo>
                                    <a:pt x="38100" y="59055"/>
                                    <a:pt x="38100" y="59055"/>
                                    <a:pt x="38100" y="58102"/>
                                  </a:cubicBezTo>
                                  <a:cubicBezTo>
                                    <a:pt x="38100" y="57150"/>
                                    <a:pt x="38100" y="57150"/>
                                    <a:pt x="38100" y="57150"/>
                                  </a:cubicBezTo>
                                  <a:cubicBezTo>
                                    <a:pt x="38100" y="56197"/>
                                    <a:pt x="38100" y="56197"/>
                                    <a:pt x="38100" y="55245"/>
                                  </a:cubicBezTo>
                                  <a:cubicBezTo>
                                    <a:pt x="38100" y="54292"/>
                                    <a:pt x="38100" y="53340"/>
                                    <a:pt x="38100" y="52388"/>
                                  </a:cubicBezTo>
                                  <a:cubicBezTo>
                                    <a:pt x="38100" y="51435"/>
                                    <a:pt x="38100" y="50483"/>
                                    <a:pt x="38100" y="49530"/>
                                  </a:cubicBezTo>
                                  <a:lnTo>
                                    <a:pt x="38100" y="48577"/>
                                  </a:lnTo>
                                  <a:lnTo>
                                    <a:pt x="38100" y="47625"/>
                                  </a:lnTo>
                                  <a:cubicBezTo>
                                    <a:pt x="38100" y="46672"/>
                                    <a:pt x="38100" y="46672"/>
                                    <a:pt x="38100" y="45720"/>
                                  </a:cubicBezTo>
                                  <a:cubicBezTo>
                                    <a:pt x="38100" y="44767"/>
                                    <a:pt x="38100" y="44767"/>
                                    <a:pt x="38100" y="43815"/>
                                  </a:cubicBezTo>
                                  <a:cubicBezTo>
                                    <a:pt x="38100" y="42863"/>
                                    <a:pt x="38100" y="42863"/>
                                    <a:pt x="38100" y="41910"/>
                                  </a:cubicBezTo>
                                  <a:cubicBezTo>
                                    <a:pt x="38100" y="40958"/>
                                    <a:pt x="38100" y="40005"/>
                                    <a:pt x="37148" y="39052"/>
                                  </a:cubicBezTo>
                                  <a:cubicBezTo>
                                    <a:pt x="37148" y="38100"/>
                                    <a:pt x="37148" y="37147"/>
                                    <a:pt x="36195" y="36195"/>
                                  </a:cubicBezTo>
                                  <a:cubicBezTo>
                                    <a:pt x="36195" y="35242"/>
                                    <a:pt x="36195" y="34290"/>
                                    <a:pt x="36195" y="33338"/>
                                  </a:cubicBezTo>
                                  <a:cubicBezTo>
                                    <a:pt x="35243" y="34290"/>
                                    <a:pt x="35243" y="35242"/>
                                    <a:pt x="34290" y="36195"/>
                                  </a:cubicBezTo>
                                  <a:cubicBezTo>
                                    <a:pt x="33338" y="38100"/>
                                    <a:pt x="32385" y="40005"/>
                                    <a:pt x="31433" y="41910"/>
                                  </a:cubicBezTo>
                                  <a:cubicBezTo>
                                    <a:pt x="31433" y="42863"/>
                                    <a:pt x="30480" y="43815"/>
                                    <a:pt x="30480" y="44767"/>
                                  </a:cubicBezTo>
                                  <a:cubicBezTo>
                                    <a:pt x="30480" y="45720"/>
                                    <a:pt x="29528" y="46672"/>
                                    <a:pt x="29528" y="47625"/>
                                  </a:cubicBezTo>
                                  <a:cubicBezTo>
                                    <a:pt x="28575" y="49530"/>
                                    <a:pt x="28575" y="51435"/>
                                    <a:pt x="27623" y="53340"/>
                                  </a:cubicBezTo>
                                  <a:cubicBezTo>
                                    <a:pt x="27623" y="54292"/>
                                    <a:pt x="27623" y="55245"/>
                                    <a:pt x="27623" y="56197"/>
                                  </a:cubicBezTo>
                                  <a:cubicBezTo>
                                    <a:pt x="27623" y="57150"/>
                                    <a:pt x="27623" y="58102"/>
                                    <a:pt x="27623" y="58102"/>
                                  </a:cubicBezTo>
                                  <a:cubicBezTo>
                                    <a:pt x="27623" y="58102"/>
                                    <a:pt x="27623" y="58102"/>
                                    <a:pt x="27623" y="58102"/>
                                  </a:cubicBezTo>
                                  <a:lnTo>
                                    <a:pt x="27623" y="58102"/>
                                  </a:lnTo>
                                  <a:cubicBezTo>
                                    <a:pt x="27623" y="57150"/>
                                    <a:pt x="27623" y="56197"/>
                                    <a:pt x="27623" y="55245"/>
                                  </a:cubicBezTo>
                                  <a:cubicBezTo>
                                    <a:pt x="27623" y="54292"/>
                                    <a:pt x="27623" y="53340"/>
                                    <a:pt x="27623" y="52388"/>
                                  </a:cubicBezTo>
                                  <a:cubicBezTo>
                                    <a:pt x="27623" y="50483"/>
                                    <a:pt x="28575" y="48577"/>
                                    <a:pt x="28575" y="46672"/>
                                  </a:cubicBezTo>
                                  <a:cubicBezTo>
                                    <a:pt x="28575" y="46672"/>
                                    <a:pt x="28575" y="45720"/>
                                    <a:pt x="29528" y="45720"/>
                                  </a:cubicBezTo>
                                  <a:cubicBezTo>
                                    <a:pt x="29528" y="45720"/>
                                    <a:pt x="29528" y="44767"/>
                                    <a:pt x="29528" y="43815"/>
                                  </a:cubicBezTo>
                                  <a:cubicBezTo>
                                    <a:pt x="29528" y="42863"/>
                                    <a:pt x="29528" y="42863"/>
                                    <a:pt x="30480" y="41910"/>
                                  </a:cubicBezTo>
                                  <a:cubicBezTo>
                                    <a:pt x="30480" y="40958"/>
                                    <a:pt x="30480" y="40958"/>
                                    <a:pt x="31433" y="40958"/>
                                  </a:cubicBezTo>
                                  <a:cubicBezTo>
                                    <a:pt x="32385" y="39052"/>
                                    <a:pt x="33338" y="37147"/>
                                    <a:pt x="34290" y="35242"/>
                                  </a:cubicBezTo>
                                  <a:cubicBezTo>
                                    <a:pt x="35243" y="33338"/>
                                    <a:pt x="36195" y="31433"/>
                                    <a:pt x="37148" y="29527"/>
                                  </a:cubicBezTo>
                                  <a:cubicBezTo>
                                    <a:pt x="38100" y="28575"/>
                                    <a:pt x="38100" y="26670"/>
                                    <a:pt x="39053" y="25717"/>
                                  </a:cubicBezTo>
                                  <a:cubicBezTo>
                                    <a:pt x="39053" y="25717"/>
                                    <a:pt x="39053" y="25717"/>
                                    <a:pt x="38100" y="26670"/>
                                  </a:cubicBezTo>
                                  <a:cubicBezTo>
                                    <a:pt x="37148" y="27622"/>
                                    <a:pt x="36195" y="27622"/>
                                    <a:pt x="35243" y="28575"/>
                                  </a:cubicBezTo>
                                  <a:cubicBezTo>
                                    <a:pt x="33338" y="29527"/>
                                    <a:pt x="30480" y="30480"/>
                                    <a:pt x="27623" y="32385"/>
                                  </a:cubicBezTo>
                                  <a:cubicBezTo>
                                    <a:pt x="25718" y="33338"/>
                                    <a:pt x="24765" y="33338"/>
                                    <a:pt x="22860" y="34290"/>
                                  </a:cubicBezTo>
                                  <a:cubicBezTo>
                                    <a:pt x="20955" y="35242"/>
                                    <a:pt x="20003" y="36195"/>
                                    <a:pt x="18098" y="37147"/>
                                  </a:cubicBezTo>
                                  <a:cubicBezTo>
                                    <a:pt x="16193" y="38100"/>
                                    <a:pt x="15240" y="40005"/>
                                    <a:pt x="14288" y="40958"/>
                                  </a:cubicBezTo>
                                  <a:cubicBezTo>
                                    <a:pt x="13335" y="42863"/>
                                    <a:pt x="11430" y="43815"/>
                                    <a:pt x="10478" y="45720"/>
                                  </a:cubicBezTo>
                                  <a:cubicBezTo>
                                    <a:pt x="9525" y="46672"/>
                                    <a:pt x="9525" y="47625"/>
                                    <a:pt x="9525" y="48577"/>
                                  </a:cubicBezTo>
                                  <a:cubicBezTo>
                                    <a:pt x="9525" y="49530"/>
                                    <a:pt x="8573" y="50483"/>
                                    <a:pt x="8573" y="51435"/>
                                  </a:cubicBezTo>
                                  <a:cubicBezTo>
                                    <a:pt x="8573" y="52388"/>
                                    <a:pt x="8573" y="52388"/>
                                    <a:pt x="8573" y="53340"/>
                                  </a:cubicBezTo>
                                  <a:cubicBezTo>
                                    <a:pt x="8573" y="54292"/>
                                    <a:pt x="8573" y="54292"/>
                                    <a:pt x="8573" y="55245"/>
                                  </a:cubicBezTo>
                                  <a:cubicBezTo>
                                    <a:pt x="8573" y="56197"/>
                                    <a:pt x="8573" y="57150"/>
                                    <a:pt x="7620" y="58102"/>
                                  </a:cubicBezTo>
                                  <a:cubicBezTo>
                                    <a:pt x="7620" y="58102"/>
                                    <a:pt x="7620" y="58102"/>
                                    <a:pt x="7620" y="59055"/>
                                  </a:cubicBezTo>
                                  <a:cubicBezTo>
                                    <a:pt x="7620" y="59055"/>
                                    <a:pt x="7620" y="59055"/>
                                    <a:pt x="7620" y="59055"/>
                                  </a:cubicBezTo>
                                  <a:lnTo>
                                    <a:pt x="7620" y="58102"/>
                                  </a:lnTo>
                                  <a:cubicBezTo>
                                    <a:pt x="7620" y="56197"/>
                                    <a:pt x="8573" y="54292"/>
                                    <a:pt x="8573" y="51435"/>
                                  </a:cubicBezTo>
                                  <a:cubicBezTo>
                                    <a:pt x="9525" y="49530"/>
                                    <a:pt x="10478" y="47625"/>
                                    <a:pt x="11430" y="45720"/>
                                  </a:cubicBezTo>
                                  <a:cubicBezTo>
                                    <a:pt x="12383" y="43815"/>
                                    <a:pt x="13335" y="41910"/>
                                    <a:pt x="15240" y="40958"/>
                                  </a:cubicBezTo>
                                  <a:cubicBezTo>
                                    <a:pt x="16193" y="40005"/>
                                    <a:pt x="18098" y="38100"/>
                                    <a:pt x="19050" y="37147"/>
                                  </a:cubicBezTo>
                                  <a:cubicBezTo>
                                    <a:pt x="20003" y="36195"/>
                                    <a:pt x="21908" y="35242"/>
                                    <a:pt x="23813" y="34290"/>
                                  </a:cubicBezTo>
                                  <a:cubicBezTo>
                                    <a:pt x="25718" y="33338"/>
                                    <a:pt x="26670" y="32385"/>
                                    <a:pt x="28575" y="32385"/>
                                  </a:cubicBezTo>
                                  <a:cubicBezTo>
                                    <a:pt x="31433" y="31433"/>
                                    <a:pt x="34290" y="29527"/>
                                    <a:pt x="36195" y="28575"/>
                                  </a:cubicBezTo>
                                  <a:cubicBezTo>
                                    <a:pt x="37148" y="27622"/>
                                    <a:pt x="38100" y="27622"/>
                                    <a:pt x="39053" y="26670"/>
                                  </a:cubicBezTo>
                                  <a:cubicBezTo>
                                    <a:pt x="40005" y="25717"/>
                                    <a:pt x="40958" y="25717"/>
                                    <a:pt x="40958" y="24765"/>
                                  </a:cubicBezTo>
                                  <a:cubicBezTo>
                                    <a:pt x="40958" y="24765"/>
                                    <a:pt x="41910" y="23813"/>
                                    <a:pt x="41910" y="23813"/>
                                  </a:cubicBezTo>
                                  <a:cubicBezTo>
                                    <a:pt x="42863" y="22860"/>
                                    <a:pt x="42863" y="20955"/>
                                    <a:pt x="43815" y="20002"/>
                                  </a:cubicBezTo>
                                  <a:cubicBezTo>
                                    <a:pt x="43815" y="19050"/>
                                    <a:pt x="44768" y="18097"/>
                                    <a:pt x="44768" y="17145"/>
                                  </a:cubicBezTo>
                                  <a:cubicBezTo>
                                    <a:pt x="44768" y="16192"/>
                                    <a:pt x="45720" y="15240"/>
                                    <a:pt x="45720" y="14288"/>
                                  </a:cubicBezTo>
                                  <a:cubicBezTo>
                                    <a:pt x="46673" y="12383"/>
                                    <a:pt x="46673" y="11430"/>
                                    <a:pt x="47625" y="9525"/>
                                  </a:cubicBezTo>
                                  <a:cubicBezTo>
                                    <a:pt x="47625" y="9525"/>
                                    <a:pt x="47625" y="9525"/>
                                    <a:pt x="47625" y="9525"/>
                                  </a:cubicBezTo>
                                  <a:cubicBezTo>
                                    <a:pt x="47625" y="9525"/>
                                    <a:pt x="47625" y="9525"/>
                                    <a:pt x="47625" y="9525"/>
                                  </a:cubicBezTo>
                                  <a:cubicBezTo>
                                    <a:pt x="46673" y="9525"/>
                                    <a:pt x="45720" y="9525"/>
                                    <a:pt x="44768" y="10477"/>
                                  </a:cubicBezTo>
                                  <a:cubicBezTo>
                                    <a:pt x="43815" y="10477"/>
                                    <a:pt x="43815" y="10477"/>
                                    <a:pt x="42863" y="11430"/>
                                  </a:cubicBezTo>
                                  <a:cubicBezTo>
                                    <a:pt x="41910" y="11430"/>
                                    <a:pt x="41910" y="11430"/>
                                    <a:pt x="40958" y="11430"/>
                                  </a:cubicBezTo>
                                  <a:cubicBezTo>
                                    <a:pt x="39053" y="11430"/>
                                    <a:pt x="38100" y="12383"/>
                                    <a:pt x="36195" y="12383"/>
                                  </a:cubicBezTo>
                                  <a:cubicBezTo>
                                    <a:pt x="34290" y="12383"/>
                                    <a:pt x="32385" y="13335"/>
                                    <a:pt x="31433" y="13335"/>
                                  </a:cubicBezTo>
                                  <a:cubicBezTo>
                                    <a:pt x="29528" y="14288"/>
                                    <a:pt x="27623" y="14288"/>
                                    <a:pt x="25718" y="15240"/>
                                  </a:cubicBezTo>
                                  <a:cubicBezTo>
                                    <a:pt x="23813" y="16192"/>
                                    <a:pt x="21908" y="16192"/>
                                    <a:pt x="20003" y="17145"/>
                                  </a:cubicBezTo>
                                  <a:cubicBezTo>
                                    <a:pt x="18098" y="18097"/>
                                    <a:pt x="16193" y="19050"/>
                                    <a:pt x="14288" y="20002"/>
                                  </a:cubicBezTo>
                                  <a:cubicBezTo>
                                    <a:pt x="12383" y="20955"/>
                                    <a:pt x="10478" y="22860"/>
                                    <a:pt x="9525" y="23813"/>
                                  </a:cubicBezTo>
                                  <a:cubicBezTo>
                                    <a:pt x="8573" y="24765"/>
                                    <a:pt x="7620" y="25717"/>
                                    <a:pt x="7620" y="25717"/>
                                  </a:cubicBezTo>
                                  <a:cubicBezTo>
                                    <a:pt x="6668" y="26670"/>
                                    <a:pt x="5715" y="27622"/>
                                    <a:pt x="5715" y="27622"/>
                                  </a:cubicBezTo>
                                  <a:cubicBezTo>
                                    <a:pt x="4763" y="28575"/>
                                    <a:pt x="4763" y="29527"/>
                                    <a:pt x="3810" y="30480"/>
                                  </a:cubicBezTo>
                                  <a:cubicBezTo>
                                    <a:pt x="2858" y="31433"/>
                                    <a:pt x="2858" y="32385"/>
                                    <a:pt x="1905" y="33338"/>
                                  </a:cubicBezTo>
                                  <a:cubicBezTo>
                                    <a:pt x="1905" y="34290"/>
                                    <a:pt x="953" y="35242"/>
                                    <a:pt x="953" y="36195"/>
                                  </a:cubicBezTo>
                                  <a:cubicBezTo>
                                    <a:pt x="953" y="37147"/>
                                    <a:pt x="953" y="37147"/>
                                    <a:pt x="0" y="38100"/>
                                  </a:cubicBezTo>
                                  <a:cubicBezTo>
                                    <a:pt x="0" y="38100"/>
                                    <a:pt x="0" y="38100"/>
                                    <a:pt x="0" y="37147"/>
                                  </a:cubicBezTo>
                                  <a:cubicBezTo>
                                    <a:pt x="0" y="37147"/>
                                    <a:pt x="0" y="36195"/>
                                    <a:pt x="0" y="36195"/>
                                  </a:cubicBezTo>
                                  <a:cubicBezTo>
                                    <a:pt x="0" y="35242"/>
                                    <a:pt x="953" y="34290"/>
                                    <a:pt x="953" y="33338"/>
                                  </a:cubicBezTo>
                                  <a:cubicBezTo>
                                    <a:pt x="1905" y="32385"/>
                                    <a:pt x="1905" y="31433"/>
                                    <a:pt x="2858" y="30480"/>
                                  </a:cubicBezTo>
                                  <a:cubicBezTo>
                                    <a:pt x="3810" y="29527"/>
                                    <a:pt x="3810" y="28575"/>
                                    <a:pt x="4763" y="27622"/>
                                  </a:cubicBezTo>
                                  <a:cubicBezTo>
                                    <a:pt x="5715" y="26670"/>
                                    <a:pt x="5715" y="25717"/>
                                    <a:pt x="6668" y="24765"/>
                                  </a:cubicBezTo>
                                  <a:cubicBezTo>
                                    <a:pt x="7620" y="23813"/>
                                    <a:pt x="8573" y="22860"/>
                                    <a:pt x="8573" y="22860"/>
                                  </a:cubicBezTo>
                                  <a:cubicBezTo>
                                    <a:pt x="10478" y="21908"/>
                                    <a:pt x="11430" y="20002"/>
                                    <a:pt x="13335" y="19050"/>
                                  </a:cubicBezTo>
                                  <a:cubicBezTo>
                                    <a:pt x="15240" y="18097"/>
                                    <a:pt x="17145" y="17145"/>
                                    <a:pt x="19050" y="16192"/>
                                  </a:cubicBezTo>
                                  <a:cubicBezTo>
                                    <a:pt x="20955" y="15240"/>
                                    <a:pt x="22860" y="14288"/>
                                    <a:pt x="24765" y="14288"/>
                                  </a:cubicBezTo>
                                  <a:cubicBezTo>
                                    <a:pt x="26670" y="13335"/>
                                    <a:pt x="28575" y="13335"/>
                                    <a:pt x="30480" y="12383"/>
                                  </a:cubicBezTo>
                                  <a:cubicBezTo>
                                    <a:pt x="32385" y="11430"/>
                                    <a:pt x="34290" y="11430"/>
                                    <a:pt x="35243" y="11430"/>
                                  </a:cubicBezTo>
                                  <a:cubicBezTo>
                                    <a:pt x="37148" y="11430"/>
                                    <a:pt x="38100" y="10477"/>
                                    <a:pt x="40005" y="10477"/>
                                  </a:cubicBezTo>
                                  <a:cubicBezTo>
                                    <a:pt x="40958" y="10477"/>
                                    <a:pt x="40958" y="10477"/>
                                    <a:pt x="41910" y="9525"/>
                                  </a:cubicBezTo>
                                  <a:cubicBezTo>
                                    <a:pt x="42863" y="9525"/>
                                    <a:pt x="42863" y="9525"/>
                                    <a:pt x="43815" y="8572"/>
                                  </a:cubicBezTo>
                                  <a:cubicBezTo>
                                    <a:pt x="44768" y="8572"/>
                                    <a:pt x="45720" y="7620"/>
                                    <a:pt x="46673" y="7620"/>
                                  </a:cubicBezTo>
                                  <a:cubicBezTo>
                                    <a:pt x="47625" y="7620"/>
                                    <a:pt x="47625" y="7620"/>
                                    <a:pt x="48578" y="7620"/>
                                  </a:cubicBezTo>
                                  <a:lnTo>
                                    <a:pt x="48578" y="7620"/>
                                  </a:lnTo>
                                  <a:cubicBezTo>
                                    <a:pt x="48578" y="6667"/>
                                    <a:pt x="49530" y="6667"/>
                                    <a:pt x="49530" y="5715"/>
                                  </a:cubicBezTo>
                                  <a:cubicBezTo>
                                    <a:pt x="50483" y="4763"/>
                                    <a:pt x="50483" y="3810"/>
                                    <a:pt x="50483" y="2858"/>
                                  </a:cubicBezTo>
                                  <a:cubicBezTo>
                                    <a:pt x="51435" y="952"/>
                                    <a:pt x="51435" y="0"/>
                                    <a:pt x="51435" y="0"/>
                                  </a:cubicBezTo>
                                  <a:cubicBezTo>
                                    <a:pt x="51435" y="0"/>
                                    <a:pt x="53340" y="1905"/>
                                    <a:pt x="53340" y="1905"/>
                                  </a:cubicBezTo>
                                  <a:cubicBezTo>
                                    <a:pt x="49530" y="2858"/>
                                    <a:pt x="49530" y="3810"/>
                                    <a:pt x="49530" y="4763"/>
                                  </a:cubicBezTo>
                                  <a:close/>
                                </a:path>
                              </a:pathLst>
                            </a:custGeom>
                            <a:grpFill/>
                            <a:ln w="9525" cap="flat">
                              <a:noFill/>
                              <a:prstDash val="solid"/>
                              <a:miter/>
                            </a:ln>
                          </p:spPr>
                          <p:txBody>
                            <a:bodyPr rtlCol="0" anchor="ctr"/>
                            <a:lstStyle/>
                            <a:p>
                              <a:endParaRPr lang="en-US"/>
                            </a:p>
                          </p:txBody>
                        </p:sp>
                      </p:grpSp>
                      <p:grpSp>
                        <p:nvGrpSpPr>
                          <p:cNvPr id="342" name="Graphic 2">
                            <a:extLst>
                              <a:ext uri="{FF2B5EF4-FFF2-40B4-BE49-F238E27FC236}">
                                <a16:creationId xmlns:a16="http://schemas.microsoft.com/office/drawing/2014/main" id="{AE736AF3-0337-429B-AEF1-DA4B52809559}"/>
                              </a:ext>
                            </a:extLst>
                          </p:cNvPr>
                          <p:cNvGrpSpPr/>
                          <p:nvPr/>
                        </p:nvGrpSpPr>
                        <p:grpSpPr>
                          <a:xfrm>
                            <a:off x="3724456" y="2648774"/>
                            <a:ext cx="70485" cy="61912"/>
                            <a:chOff x="3724456" y="2648774"/>
                            <a:chExt cx="70485" cy="61912"/>
                          </a:xfrm>
                          <a:grpFill/>
                        </p:grpSpPr>
                        <p:sp>
                          <p:nvSpPr>
                            <p:cNvPr id="343" name="Freeform: Shape 342">
                              <a:extLst>
                                <a:ext uri="{FF2B5EF4-FFF2-40B4-BE49-F238E27FC236}">
                                  <a16:creationId xmlns:a16="http://schemas.microsoft.com/office/drawing/2014/main" id="{5ABB1D0D-2D14-4023-B53D-4FE12C1CE01F}"/>
                                </a:ext>
                              </a:extLst>
                            </p:cNvPr>
                            <p:cNvSpPr/>
                            <p:nvPr/>
                          </p:nvSpPr>
                          <p:spPr>
                            <a:xfrm>
                              <a:off x="3724456" y="2649727"/>
                              <a:ext cx="70485" cy="60959"/>
                            </a:xfrm>
                            <a:custGeom>
                              <a:avLst/>
                              <a:gdLst>
                                <a:gd name="connsiteX0" fmla="*/ 58102 w 70485"/>
                                <a:gd name="connsiteY0" fmla="*/ 7620 h 60959"/>
                                <a:gd name="connsiteX1" fmla="*/ 56198 w 70485"/>
                                <a:gd name="connsiteY1" fmla="*/ 4763 h 60959"/>
                                <a:gd name="connsiteX2" fmla="*/ 54293 w 70485"/>
                                <a:gd name="connsiteY2" fmla="*/ 2857 h 60959"/>
                                <a:gd name="connsiteX3" fmla="*/ 53340 w 70485"/>
                                <a:gd name="connsiteY3" fmla="*/ 1905 h 60959"/>
                                <a:gd name="connsiteX4" fmla="*/ 51435 w 70485"/>
                                <a:gd name="connsiteY4" fmla="*/ 0 h 60959"/>
                                <a:gd name="connsiteX5" fmla="*/ 51435 w 70485"/>
                                <a:gd name="connsiteY5" fmla="*/ 0 h 60959"/>
                                <a:gd name="connsiteX6" fmla="*/ 51435 w 70485"/>
                                <a:gd name="connsiteY6" fmla="*/ 0 h 60959"/>
                                <a:gd name="connsiteX7" fmla="*/ 51435 w 70485"/>
                                <a:gd name="connsiteY7" fmla="*/ 0 h 60959"/>
                                <a:gd name="connsiteX8" fmla="*/ 50482 w 70485"/>
                                <a:gd name="connsiteY8" fmla="*/ 0 h 60959"/>
                                <a:gd name="connsiteX9" fmla="*/ 45720 w 70485"/>
                                <a:gd name="connsiteY9" fmla="*/ 0 h 60959"/>
                                <a:gd name="connsiteX10" fmla="*/ 29527 w 70485"/>
                                <a:gd name="connsiteY10" fmla="*/ 1905 h 60959"/>
                                <a:gd name="connsiteX11" fmla="*/ 11430 w 70485"/>
                                <a:gd name="connsiteY11" fmla="*/ 12382 h 60959"/>
                                <a:gd name="connsiteX12" fmla="*/ 3810 w 70485"/>
                                <a:gd name="connsiteY12" fmla="*/ 22860 h 60959"/>
                                <a:gd name="connsiteX13" fmla="*/ 0 w 70485"/>
                                <a:gd name="connsiteY13" fmla="*/ 38100 h 60959"/>
                                <a:gd name="connsiteX14" fmla="*/ 0 w 70485"/>
                                <a:gd name="connsiteY14" fmla="*/ 39052 h 60959"/>
                                <a:gd name="connsiteX15" fmla="*/ 0 w 70485"/>
                                <a:gd name="connsiteY15" fmla="*/ 39052 h 60959"/>
                                <a:gd name="connsiteX16" fmla="*/ 952 w 70485"/>
                                <a:gd name="connsiteY16" fmla="*/ 42863 h 60959"/>
                                <a:gd name="connsiteX17" fmla="*/ 3810 w 70485"/>
                                <a:gd name="connsiteY17" fmla="*/ 51435 h 60959"/>
                                <a:gd name="connsiteX18" fmla="*/ 5715 w 70485"/>
                                <a:gd name="connsiteY18" fmla="*/ 54292 h 60959"/>
                                <a:gd name="connsiteX19" fmla="*/ 7620 w 70485"/>
                                <a:gd name="connsiteY19" fmla="*/ 56197 h 60959"/>
                                <a:gd name="connsiteX20" fmla="*/ 8573 w 70485"/>
                                <a:gd name="connsiteY20" fmla="*/ 57150 h 60959"/>
                                <a:gd name="connsiteX21" fmla="*/ 8573 w 70485"/>
                                <a:gd name="connsiteY21" fmla="*/ 57150 h 60959"/>
                                <a:gd name="connsiteX22" fmla="*/ 15240 w 70485"/>
                                <a:gd name="connsiteY22" fmla="*/ 60960 h 60959"/>
                                <a:gd name="connsiteX23" fmla="*/ 18098 w 70485"/>
                                <a:gd name="connsiteY23" fmla="*/ 60960 h 60959"/>
                                <a:gd name="connsiteX24" fmla="*/ 20955 w 70485"/>
                                <a:gd name="connsiteY24" fmla="*/ 60960 h 60959"/>
                                <a:gd name="connsiteX25" fmla="*/ 29527 w 70485"/>
                                <a:gd name="connsiteY25" fmla="*/ 58102 h 60959"/>
                                <a:gd name="connsiteX26" fmla="*/ 29527 w 70485"/>
                                <a:gd name="connsiteY26" fmla="*/ 58102 h 60959"/>
                                <a:gd name="connsiteX27" fmla="*/ 31432 w 70485"/>
                                <a:gd name="connsiteY27" fmla="*/ 57150 h 60959"/>
                                <a:gd name="connsiteX28" fmla="*/ 34290 w 70485"/>
                                <a:gd name="connsiteY28" fmla="*/ 58102 h 60959"/>
                                <a:gd name="connsiteX29" fmla="*/ 40957 w 70485"/>
                                <a:gd name="connsiteY29" fmla="*/ 59055 h 60959"/>
                                <a:gd name="connsiteX30" fmla="*/ 41910 w 70485"/>
                                <a:gd name="connsiteY30" fmla="*/ 59055 h 60959"/>
                                <a:gd name="connsiteX31" fmla="*/ 41910 w 70485"/>
                                <a:gd name="connsiteY31" fmla="*/ 59055 h 60959"/>
                                <a:gd name="connsiteX32" fmla="*/ 47625 w 70485"/>
                                <a:gd name="connsiteY32" fmla="*/ 57150 h 60959"/>
                                <a:gd name="connsiteX33" fmla="*/ 52388 w 70485"/>
                                <a:gd name="connsiteY33" fmla="*/ 53340 h 60959"/>
                                <a:gd name="connsiteX34" fmla="*/ 53340 w 70485"/>
                                <a:gd name="connsiteY34" fmla="*/ 52388 h 60959"/>
                                <a:gd name="connsiteX35" fmla="*/ 54293 w 70485"/>
                                <a:gd name="connsiteY35" fmla="*/ 51435 h 60959"/>
                                <a:gd name="connsiteX36" fmla="*/ 56198 w 70485"/>
                                <a:gd name="connsiteY36" fmla="*/ 49530 h 60959"/>
                                <a:gd name="connsiteX37" fmla="*/ 57150 w 70485"/>
                                <a:gd name="connsiteY37" fmla="*/ 49530 h 60959"/>
                                <a:gd name="connsiteX38" fmla="*/ 57150 w 70485"/>
                                <a:gd name="connsiteY38" fmla="*/ 49530 h 60959"/>
                                <a:gd name="connsiteX39" fmla="*/ 57150 w 70485"/>
                                <a:gd name="connsiteY39" fmla="*/ 49530 h 60959"/>
                                <a:gd name="connsiteX40" fmla="*/ 59055 w 70485"/>
                                <a:gd name="connsiteY40" fmla="*/ 48577 h 60959"/>
                                <a:gd name="connsiteX41" fmla="*/ 63818 w 70485"/>
                                <a:gd name="connsiteY41" fmla="*/ 46672 h 60959"/>
                                <a:gd name="connsiteX42" fmla="*/ 65723 w 70485"/>
                                <a:gd name="connsiteY42" fmla="*/ 45720 h 60959"/>
                                <a:gd name="connsiteX43" fmla="*/ 66675 w 70485"/>
                                <a:gd name="connsiteY43" fmla="*/ 45720 h 60959"/>
                                <a:gd name="connsiteX44" fmla="*/ 66675 w 70485"/>
                                <a:gd name="connsiteY44" fmla="*/ 45720 h 60959"/>
                                <a:gd name="connsiteX45" fmla="*/ 66675 w 70485"/>
                                <a:gd name="connsiteY45" fmla="*/ 45720 h 60959"/>
                                <a:gd name="connsiteX46" fmla="*/ 66675 w 70485"/>
                                <a:gd name="connsiteY46" fmla="*/ 45720 h 60959"/>
                                <a:gd name="connsiteX47" fmla="*/ 67627 w 70485"/>
                                <a:gd name="connsiteY47" fmla="*/ 45720 h 60959"/>
                                <a:gd name="connsiteX48" fmla="*/ 67627 w 70485"/>
                                <a:gd name="connsiteY48" fmla="*/ 45720 h 60959"/>
                                <a:gd name="connsiteX49" fmla="*/ 67627 w 70485"/>
                                <a:gd name="connsiteY49" fmla="*/ 45720 h 60959"/>
                                <a:gd name="connsiteX50" fmla="*/ 68580 w 70485"/>
                                <a:gd name="connsiteY50" fmla="*/ 44767 h 60959"/>
                                <a:gd name="connsiteX51" fmla="*/ 69532 w 70485"/>
                                <a:gd name="connsiteY51" fmla="*/ 43815 h 60959"/>
                                <a:gd name="connsiteX52" fmla="*/ 70485 w 70485"/>
                                <a:gd name="connsiteY52" fmla="*/ 40957 h 60959"/>
                                <a:gd name="connsiteX53" fmla="*/ 69532 w 70485"/>
                                <a:gd name="connsiteY53" fmla="*/ 32385 h 60959"/>
                                <a:gd name="connsiteX54" fmla="*/ 66675 w 70485"/>
                                <a:gd name="connsiteY54" fmla="*/ 23813 h 60959"/>
                                <a:gd name="connsiteX55" fmla="*/ 62865 w 70485"/>
                                <a:gd name="connsiteY55" fmla="*/ 16192 h 60959"/>
                                <a:gd name="connsiteX56" fmla="*/ 58102 w 70485"/>
                                <a:gd name="connsiteY56" fmla="*/ 7620 h 60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70485" h="60959">
                                  <a:moveTo>
                                    <a:pt x="58102" y="7620"/>
                                  </a:moveTo>
                                  <a:cubicBezTo>
                                    <a:pt x="57150" y="6667"/>
                                    <a:pt x="57150" y="5715"/>
                                    <a:pt x="56198" y="4763"/>
                                  </a:cubicBezTo>
                                  <a:cubicBezTo>
                                    <a:pt x="55245" y="3810"/>
                                    <a:pt x="54293" y="2857"/>
                                    <a:pt x="54293" y="2857"/>
                                  </a:cubicBezTo>
                                  <a:cubicBezTo>
                                    <a:pt x="54293" y="2857"/>
                                    <a:pt x="53340" y="1905"/>
                                    <a:pt x="53340" y="1905"/>
                                  </a:cubicBezTo>
                                  <a:cubicBezTo>
                                    <a:pt x="53340" y="1905"/>
                                    <a:pt x="51435" y="952"/>
                                    <a:pt x="51435" y="0"/>
                                  </a:cubicBezTo>
                                  <a:cubicBezTo>
                                    <a:pt x="51435" y="0"/>
                                    <a:pt x="51435" y="0"/>
                                    <a:pt x="51435" y="0"/>
                                  </a:cubicBezTo>
                                  <a:cubicBezTo>
                                    <a:pt x="51435" y="0"/>
                                    <a:pt x="51435" y="0"/>
                                    <a:pt x="51435" y="0"/>
                                  </a:cubicBezTo>
                                  <a:cubicBezTo>
                                    <a:pt x="51435" y="0"/>
                                    <a:pt x="51435" y="0"/>
                                    <a:pt x="51435" y="0"/>
                                  </a:cubicBezTo>
                                  <a:cubicBezTo>
                                    <a:pt x="51435" y="0"/>
                                    <a:pt x="50482" y="0"/>
                                    <a:pt x="50482" y="0"/>
                                  </a:cubicBezTo>
                                  <a:cubicBezTo>
                                    <a:pt x="49530" y="0"/>
                                    <a:pt x="47625" y="0"/>
                                    <a:pt x="45720" y="0"/>
                                  </a:cubicBezTo>
                                  <a:cubicBezTo>
                                    <a:pt x="41910" y="0"/>
                                    <a:pt x="36195" y="0"/>
                                    <a:pt x="29527" y="1905"/>
                                  </a:cubicBezTo>
                                  <a:cubicBezTo>
                                    <a:pt x="23813" y="3810"/>
                                    <a:pt x="17145" y="6667"/>
                                    <a:pt x="11430" y="12382"/>
                                  </a:cubicBezTo>
                                  <a:cubicBezTo>
                                    <a:pt x="8573" y="15240"/>
                                    <a:pt x="5715" y="18097"/>
                                    <a:pt x="3810" y="22860"/>
                                  </a:cubicBezTo>
                                  <a:cubicBezTo>
                                    <a:pt x="1905" y="26670"/>
                                    <a:pt x="0" y="32385"/>
                                    <a:pt x="0" y="38100"/>
                                  </a:cubicBezTo>
                                  <a:cubicBezTo>
                                    <a:pt x="0" y="38100"/>
                                    <a:pt x="0" y="38100"/>
                                    <a:pt x="0" y="39052"/>
                                  </a:cubicBezTo>
                                  <a:cubicBezTo>
                                    <a:pt x="0" y="39052"/>
                                    <a:pt x="0" y="39052"/>
                                    <a:pt x="0" y="39052"/>
                                  </a:cubicBezTo>
                                  <a:cubicBezTo>
                                    <a:pt x="0" y="40005"/>
                                    <a:pt x="0" y="41910"/>
                                    <a:pt x="952" y="42863"/>
                                  </a:cubicBezTo>
                                  <a:cubicBezTo>
                                    <a:pt x="1905" y="45720"/>
                                    <a:pt x="2857" y="48577"/>
                                    <a:pt x="3810" y="51435"/>
                                  </a:cubicBezTo>
                                  <a:cubicBezTo>
                                    <a:pt x="4763" y="52388"/>
                                    <a:pt x="4763" y="53340"/>
                                    <a:pt x="5715" y="54292"/>
                                  </a:cubicBezTo>
                                  <a:cubicBezTo>
                                    <a:pt x="6668" y="55245"/>
                                    <a:pt x="6668" y="56197"/>
                                    <a:pt x="7620" y="56197"/>
                                  </a:cubicBezTo>
                                  <a:cubicBezTo>
                                    <a:pt x="7620" y="56197"/>
                                    <a:pt x="8573" y="57150"/>
                                    <a:pt x="8573" y="57150"/>
                                  </a:cubicBezTo>
                                  <a:cubicBezTo>
                                    <a:pt x="8573" y="57150"/>
                                    <a:pt x="8573" y="57150"/>
                                    <a:pt x="8573" y="57150"/>
                                  </a:cubicBezTo>
                                  <a:cubicBezTo>
                                    <a:pt x="10477" y="59055"/>
                                    <a:pt x="13335" y="60007"/>
                                    <a:pt x="15240" y="60960"/>
                                  </a:cubicBezTo>
                                  <a:cubicBezTo>
                                    <a:pt x="16193" y="60960"/>
                                    <a:pt x="17145" y="60960"/>
                                    <a:pt x="18098" y="60960"/>
                                  </a:cubicBezTo>
                                  <a:cubicBezTo>
                                    <a:pt x="19050" y="60960"/>
                                    <a:pt x="20002" y="60960"/>
                                    <a:pt x="20955" y="60960"/>
                                  </a:cubicBezTo>
                                  <a:cubicBezTo>
                                    <a:pt x="24765" y="60007"/>
                                    <a:pt x="27623" y="59055"/>
                                    <a:pt x="29527" y="58102"/>
                                  </a:cubicBezTo>
                                  <a:cubicBezTo>
                                    <a:pt x="29527" y="58102"/>
                                    <a:pt x="29527" y="58102"/>
                                    <a:pt x="29527" y="58102"/>
                                  </a:cubicBezTo>
                                  <a:cubicBezTo>
                                    <a:pt x="30480" y="57150"/>
                                    <a:pt x="31432" y="57150"/>
                                    <a:pt x="31432" y="57150"/>
                                  </a:cubicBezTo>
                                  <a:cubicBezTo>
                                    <a:pt x="32385" y="57150"/>
                                    <a:pt x="33338" y="57150"/>
                                    <a:pt x="34290" y="58102"/>
                                  </a:cubicBezTo>
                                  <a:cubicBezTo>
                                    <a:pt x="36195" y="58102"/>
                                    <a:pt x="39052" y="59055"/>
                                    <a:pt x="40957" y="59055"/>
                                  </a:cubicBezTo>
                                  <a:cubicBezTo>
                                    <a:pt x="40957" y="59055"/>
                                    <a:pt x="41910" y="59055"/>
                                    <a:pt x="41910" y="59055"/>
                                  </a:cubicBezTo>
                                  <a:cubicBezTo>
                                    <a:pt x="41910" y="59055"/>
                                    <a:pt x="41910" y="59055"/>
                                    <a:pt x="41910" y="59055"/>
                                  </a:cubicBezTo>
                                  <a:cubicBezTo>
                                    <a:pt x="43815" y="59055"/>
                                    <a:pt x="45720" y="58102"/>
                                    <a:pt x="47625" y="57150"/>
                                  </a:cubicBezTo>
                                  <a:cubicBezTo>
                                    <a:pt x="49530" y="56197"/>
                                    <a:pt x="50482" y="54292"/>
                                    <a:pt x="52388" y="53340"/>
                                  </a:cubicBezTo>
                                  <a:cubicBezTo>
                                    <a:pt x="52388" y="53340"/>
                                    <a:pt x="52388" y="53340"/>
                                    <a:pt x="53340" y="52388"/>
                                  </a:cubicBezTo>
                                  <a:cubicBezTo>
                                    <a:pt x="53340" y="52388"/>
                                    <a:pt x="53340" y="52388"/>
                                    <a:pt x="54293" y="51435"/>
                                  </a:cubicBezTo>
                                  <a:cubicBezTo>
                                    <a:pt x="55245" y="50482"/>
                                    <a:pt x="55245" y="50482"/>
                                    <a:pt x="56198" y="49530"/>
                                  </a:cubicBezTo>
                                  <a:cubicBezTo>
                                    <a:pt x="56198" y="49530"/>
                                    <a:pt x="56198" y="49530"/>
                                    <a:pt x="57150" y="49530"/>
                                  </a:cubicBezTo>
                                  <a:cubicBezTo>
                                    <a:pt x="57150" y="49530"/>
                                    <a:pt x="57150" y="49530"/>
                                    <a:pt x="57150" y="49530"/>
                                  </a:cubicBezTo>
                                  <a:lnTo>
                                    <a:pt x="57150" y="49530"/>
                                  </a:lnTo>
                                  <a:cubicBezTo>
                                    <a:pt x="57150" y="49530"/>
                                    <a:pt x="58102" y="48577"/>
                                    <a:pt x="59055" y="48577"/>
                                  </a:cubicBezTo>
                                  <a:cubicBezTo>
                                    <a:pt x="60007" y="47625"/>
                                    <a:pt x="61913" y="47625"/>
                                    <a:pt x="63818" y="46672"/>
                                  </a:cubicBezTo>
                                  <a:cubicBezTo>
                                    <a:pt x="64770" y="46672"/>
                                    <a:pt x="64770" y="46672"/>
                                    <a:pt x="65723" y="45720"/>
                                  </a:cubicBezTo>
                                  <a:cubicBezTo>
                                    <a:pt x="65723" y="45720"/>
                                    <a:pt x="66675" y="45720"/>
                                    <a:pt x="66675" y="45720"/>
                                  </a:cubicBezTo>
                                  <a:lnTo>
                                    <a:pt x="66675" y="45720"/>
                                  </a:lnTo>
                                  <a:lnTo>
                                    <a:pt x="66675" y="45720"/>
                                  </a:lnTo>
                                  <a:cubicBezTo>
                                    <a:pt x="66675" y="45720"/>
                                    <a:pt x="66675" y="45720"/>
                                    <a:pt x="66675" y="45720"/>
                                  </a:cubicBezTo>
                                  <a:cubicBezTo>
                                    <a:pt x="66675" y="45720"/>
                                    <a:pt x="67627" y="45720"/>
                                    <a:pt x="67627" y="45720"/>
                                  </a:cubicBezTo>
                                  <a:cubicBezTo>
                                    <a:pt x="67627" y="45720"/>
                                    <a:pt x="67627" y="45720"/>
                                    <a:pt x="67627" y="45720"/>
                                  </a:cubicBezTo>
                                  <a:lnTo>
                                    <a:pt x="67627" y="45720"/>
                                  </a:lnTo>
                                  <a:cubicBezTo>
                                    <a:pt x="67627" y="45720"/>
                                    <a:pt x="68580" y="44767"/>
                                    <a:pt x="68580" y="44767"/>
                                  </a:cubicBezTo>
                                  <a:cubicBezTo>
                                    <a:pt x="68580" y="44767"/>
                                    <a:pt x="69532" y="43815"/>
                                    <a:pt x="69532" y="43815"/>
                                  </a:cubicBezTo>
                                  <a:cubicBezTo>
                                    <a:pt x="69532" y="42863"/>
                                    <a:pt x="70485" y="41910"/>
                                    <a:pt x="70485" y="40957"/>
                                  </a:cubicBezTo>
                                  <a:cubicBezTo>
                                    <a:pt x="70485" y="39052"/>
                                    <a:pt x="70485" y="36195"/>
                                    <a:pt x="69532" y="32385"/>
                                  </a:cubicBezTo>
                                  <a:cubicBezTo>
                                    <a:pt x="68580" y="29527"/>
                                    <a:pt x="67627" y="26670"/>
                                    <a:pt x="66675" y="23813"/>
                                  </a:cubicBezTo>
                                  <a:cubicBezTo>
                                    <a:pt x="65723" y="20955"/>
                                    <a:pt x="63818" y="19050"/>
                                    <a:pt x="62865" y="16192"/>
                                  </a:cubicBezTo>
                                  <a:cubicBezTo>
                                    <a:pt x="60960" y="11430"/>
                                    <a:pt x="60007" y="9525"/>
                                    <a:pt x="58102" y="7620"/>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9FB6050F-FDF3-4516-87BE-98C1ED6915C5}"/>
                                </a:ext>
                              </a:extLst>
                            </p:cNvPr>
                            <p:cNvSpPr/>
                            <p:nvPr/>
                          </p:nvSpPr>
                          <p:spPr>
                            <a:xfrm>
                              <a:off x="3726361" y="2648774"/>
                              <a:ext cx="63817" cy="60007"/>
                            </a:xfrm>
                            <a:custGeom>
                              <a:avLst/>
                              <a:gdLst>
                                <a:gd name="connsiteX0" fmla="*/ 49530 w 63817"/>
                                <a:gd name="connsiteY0" fmla="*/ 4763 h 60007"/>
                                <a:gd name="connsiteX1" fmla="*/ 49530 w 63817"/>
                                <a:gd name="connsiteY1" fmla="*/ 4763 h 60007"/>
                                <a:gd name="connsiteX2" fmla="*/ 50482 w 63817"/>
                                <a:gd name="connsiteY2" fmla="*/ 7620 h 60007"/>
                                <a:gd name="connsiteX3" fmla="*/ 53340 w 63817"/>
                                <a:gd name="connsiteY3" fmla="*/ 13335 h 60007"/>
                                <a:gd name="connsiteX4" fmla="*/ 57150 w 63817"/>
                                <a:gd name="connsiteY4" fmla="*/ 20955 h 60007"/>
                                <a:gd name="connsiteX5" fmla="*/ 58102 w 63817"/>
                                <a:gd name="connsiteY5" fmla="*/ 22860 h 60007"/>
                                <a:gd name="connsiteX6" fmla="*/ 59055 w 63817"/>
                                <a:gd name="connsiteY6" fmla="*/ 23813 h 60007"/>
                                <a:gd name="connsiteX7" fmla="*/ 59055 w 63817"/>
                                <a:gd name="connsiteY7" fmla="*/ 23813 h 60007"/>
                                <a:gd name="connsiteX8" fmla="*/ 59055 w 63817"/>
                                <a:gd name="connsiteY8" fmla="*/ 23813 h 60007"/>
                                <a:gd name="connsiteX9" fmla="*/ 59055 w 63817"/>
                                <a:gd name="connsiteY9" fmla="*/ 24765 h 60007"/>
                                <a:gd name="connsiteX10" fmla="*/ 60960 w 63817"/>
                                <a:gd name="connsiteY10" fmla="*/ 28575 h 60007"/>
                                <a:gd name="connsiteX11" fmla="*/ 61913 w 63817"/>
                                <a:gd name="connsiteY11" fmla="*/ 30480 h 60007"/>
                                <a:gd name="connsiteX12" fmla="*/ 62865 w 63817"/>
                                <a:gd name="connsiteY12" fmla="*/ 32385 h 60007"/>
                                <a:gd name="connsiteX13" fmla="*/ 62865 w 63817"/>
                                <a:gd name="connsiteY13" fmla="*/ 33338 h 60007"/>
                                <a:gd name="connsiteX14" fmla="*/ 62865 w 63817"/>
                                <a:gd name="connsiteY14" fmla="*/ 34290 h 60007"/>
                                <a:gd name="connsiteX15" fmla="*/ 62865 w 63817"/>
                                <a:gd name="connsiteY15" fmla="*/ 36195 h 60007"/>
                                <a:gd name="connsiteX16" fmla="*/ 63818 w 63817"/>
                                <a:gd name="connsiteY16" fmla="*/ 39053 h 60007"/>
                                <a:gd name="connsiteX17" fmla="*/ 63818 w 63817"/>
                                <a:gd name="connsiteY17" fmla="*/ 40958 h 60007"/>
                                <a:gd name="connsiteX18" fmla="*/ 63818 w 63817"/>
                                <a:gd name="connsiteY18" fmla="*/ 41910 h 60007"/>
                                <a:gd name="connsiteX19" fmla="*/ 63818 w 63817"/>
                                <a:gd name="connsiteY19" fmla="*/ 42863 h 60007"/>
                                <a:gd name="connsiteX20" fmla="*/ 63818 w 63817"/>
                                <a:gd name="connsiteY20" fmla="*/ 42863 h 60007"/>
                                <a:gd name="connsiteX21" fmla="*/ 63818 w 63817"/>
                                <a:gd name="connsiteY21" fmla="*/ 42863 h 60007"/>
                                <a:gd name="connsiteX22" fmla="*/ 63818 w 63817"/>
                                <a:gd name="connsiteY22" fmla="*/ 42863 h 60007"/>
                                <a:gd name="connsiteX23" fmla="*/ 63818 w 63817"/>
                                <a:gd name="connsiteY23" fmla="*/ 41910 h 60007"/>
                                <a:gd name="connsiteX24" fmla="*/ 63818 w 63817"/>
                                <a:gd name="connsiteY24" fmla="*/ 40958 h 60007"/>
                                <a:gd name="connsiteX25" fmla="*/ 63818 w 63817"/>
                                <a:gd name="connsiteY25" fmla="*/ 39053 h 60007"/>
                                <a:gd name="connsiteX26" fmla="*/ 62865 w 63817"/>
                                <a:gd name="connsiteY26" fmla="*/ 36195 h 60007"/>
                                <a:gd name="connsiteX27" fmla="*/ 62865 w 63817"/>
                                <a:gd name="connsiteY27" fmla="*/ 34290 h 60007"/>
                                <a:gd name="connsiteX28" fmla="*/ 62865 w 63817"/>
                                <a:gd name="connsiteY28" fmla="*/ 33338 h 60007"/>
                                <a:gd name="connsiteX29" fmla="*/ 62865 w 63817"/>
                                <a:gd name="connsiteY29" fmla="*/ 32385 h 60007"/>
                                <a:gd name="connsiteX30" fmla="*/ 61913 w 63817"/>
                                <a:gd name="connsiteY30" fmla="*/ 30480 h 60007"/>
                                <a:gd name="connsiteX31" fmla="*/ 60960 w 63817"/>
                                <a:gd name="connsiteY31" fmla="*/ 28575 h 60007"/>
                                <a:gd name="connsiteX32" fmla="*/ 59055 w 63817"/>
                                <a:gd name="connsiteY32" fmla="*/ 24765 h 60007"/>
                                <a:gd name="connsiteX33" fmla="*/ 59055 w 63817"/>
                                <a:gd name="connsiteY33" fmla="*/ 23813 h 60007"/>
                                <a:gd name="connsiteX34" fmla="*/ 59055 w 63817"/>
                                <a:gd name="connsiteY34" fmla="*/ 23813 h 60007"/>
                                <a:gd name="connsiteX35" fmla="*/ 59055 w 63817"/>
                                <a:gd name="connsiteY35" fmla="*/ 23813 h 60007"/>
                                <a:gd name="connsiteX36" fmla="*/ 58102 w 63817"/>
                                <a:gd name="connsiteY36" fmla="*/ 22860 h 60007"/>
                                <a:gd name="connsiteX37" fmla="*/ 57150 w 63817"/>
                                <a:gd name="connsiteY37" fmla="*/ 20955 h 60007"/>
                                <a:gd name="connsiteX38" fmla="*/ 52388 w 63817"/>
                                <a:gd name="connsiteY38" fmla="*/ 14288 h 60007"/>
                                <a:gd name="connsiteX39" fmla="*/ 48577 w 63817"/>
                                <a:gd name="connsiteY39" fmla="*/ 7620 h 60007"/>
                                <a:gd name="connsiteX40" fmla="*/ 47625 w 63817"/>
                                <a:gd name="connsiteY40" fmla="*/ 8572 h 60007"/>
                                <a:gd name="connsiteX41" fmla="*/ 46672 w 63817"/>
                                <a:gd name="connsiteY41" fmla="*/ 10478 h 60007"/>
                                <a:gd name="connsiteX42" fmla="*/ 45720 w 63817"/>
                                <a:gd name="connsiteY42" fmla="*/ 12383 h 60007"/>
                                <a:gd name="connsiteX43" fmla="*/ 43815 w 63817"/>
                                <a:gd name="connsiteY43" fmla="*/ 17145 h 60007"/>
                                <a:gd name="connsiteX44" fmla="*/ 43815 w 63817"/>
                                <a:gd name="connsiteY44" fmla="*/ 18097 h 60007"/>
                                <a:gd name="connsiteX45" fmla="*/ 43815 w 63817"/>
                                <a:gd name="connsiteY45" fmla="*/ 18097 h 60007"/>
                                <a:gd name="connsiteX46" fmla="*/ 43815 w 63817"/>
                                <a:gd name="connsiteY46" fmla="*/ 20955 h 60007"/>
                                <a:gd name="connsiteX47" fmla="*/ 43815 w 63817"/>
                                <a:gd name="connsiteY47" fmla="*/ 24765 h 60007"/>
                                <a:gd name="connsiteX48" fmla="*/ 46672 w 63817"/>
                                <a:gd name="connsiteY48" fmla="*/ 32385 h 60007"/>
                                <a:gd name="connsiteX49" fmla="*/ 48577 w 63817"/>
                                <a:gd name="connsiteY49" fmla="*/ 36195 h 60007"/>
                                <a:gd name="connsiteX50" fmla="*/ 49530 w 63817"/>
                                <a:gd name="connsiteY50" fmla="*/ 38100 h 60007"/>
                                <a:gd name="connsiteX51" fmla="*/ 50482 w 63817"/>
                                <a:gd name="connsiteY51" fmla="*/ 40005 h 60007"/>
                                <a:gd name="connsiteX52" fmla="*/ 51435 w 63817"/>
                                <a:gd name="connsiteY52" fmla="*/ 43815 h 60007"/>
                                <a:gd name="connsiteX53" fmla="*/ 51435 w 63817"/>
                                <a:gd name="connsiteY53" fmla="*/ 45720 h 60007"/>
                                <a:gd name="connsiteX54" fmla="*/ 51435 w 63817"/>
                                <a:gd name="connsiteY54" fmla="*/ 46672 h 60007"/>
                                <a:gd name="connsiteX55" fmla="*/ 51435 w 63817"/>
                                <a:gd name="connsiteY55" fmla="*/ 49530 h 60007"/>
                                <a:gd name="connsiteX56" fmla="*/ 51435 w 63817"/>
                                <a:gd name="connsiteY56" fmla="*/ 49530 h 60007"/>
                                <a:gd name="connsiteX57" fmla="*/ 51435 w 63817"/>
                                <a:gd name="connsiteY57" fmla="*/ 49530 h 60007"/>
                                <a:gd name="connsiteX58" fmla="*/ 51435 w 63817"/>
                                <a:gd name="connsiteY58" fmla="*/ 49530 h 60007"/>
                                <a:gd name="connsiteX59" fmla="*/ 51435 w 63817"/>
                                <a:gd name="connsiteY59" fmla="*/ 49530 h 60007"/>
                                <a:gd name="connsiteX60" fmla="*/ 51435 w 63817"/>
                                <a:gd name="connsiteY60" fmla="*/ 49530 h 60007"/>
                                <a:gd name="connsiteX61" fmla="*/ 50482 w 63817"/>
                                <a:gd name="connsiteY61" fmla="*/ 50483 h 60007"/>
                                <a:gd name="connsiteX62" fmla="*/ 51435 w 63817"/>
                                <a:gd name="connsiteY62" fmla="*/ 49530 h 60007"/>
                                <a:gd name="connsiteX63" fmla="*/ 51435 w 63817"/>
                                <a:gd name="connsiteY63" fmla="*/ 49530 h 60007"/>
                                <a:gd name="connsiteX64" fmla="*/ 51435 w 63817"/>
                                <a:gd name="connsiteY64" fmla="*/ 49530 h 60007"/>
                                <a:gd name="connsiteX65" fmla="*/ 51435 w 63817"/>
                                <a:gd name="connsiteY65" fmla="*/ 49530 h 60007"/>
                                <a:gd name="connsiteX66" fmla="*/ 51435 w 63817"/>
                                <a:gd name="connsiteY66" fmla="*/ 49530 h 60007"/>
                                <a:gd name="connsiteX67" fmla="*/ 51435 w 63817"/>
                                <a:gd name="connsiteY67" fmla="*/ 49530 h 60007"/>
                                <a:gd name="connsiteX68" fmla="*/ 51435 w 63817"/>
                                <a:gd name="connsiteY68" fmla="*/ 46672 h 60007"/>
                                <a:gd name="connsiteX69" fmla="*/ 51435 w 63817"/>
                                <a:gd name="connsiteY69" fmla="*/ 45720 h 60007"/>
                                <a:gd name="connsiteX70" fmla="*/ 51435 w 63817"/>
                                <a:gd name="connsiteY70" fmla="*/ 43815 h 60007"/>
                                <a:gd name="connsiteX71" fmla="*/ 50482 w 63817"/>
                                <a:gd name="connsiteY71" fmla="*/ 40005 h 60007"/>
                                <a:gd name="connsiteX72" fmla="*/ 49530 w 63817"/>
                                <a:gd name="connsiteY72" fmla="*/ 38100 h 60007"/>
                                <a:gd name="connsiteX73" fmla="*/ 48577 w 63817"/>
                                <a:gd name="connsiteY73" fmla="*/ 36195 h 60007"/>
                                <a:gd name="connsiteX74" fmla="*/ 46672 w 63817"/>
                                <a:gd name="connsiteY74" fmla="*/ 32385 h 60007"/>
                                <a:gd name="connsiteX75" fmla="*/ 43815 w 63817"/>
                                <a:gd name="connsiteY75" fmla="*/ 23813 h 60007"/>
                                <a:gd name="connsiteX76" fmla="*/ 42863 w 63817"/>
                                <a:gd name="connsiteY76" fmla="*/ 20003 h 60007"/>
                                <a:gd name="connsiteX77" fmla="*/ 42863 w 63817"/>
                                <a:gd name="connsiteY77" fmla="*/ 20003 h 60007"/>
                                <a:gd name="connsiteX78" fmla="*/ 41910 w 63817"/>
                                <a:gd name="connsiteY78" fmla="*/ 21908 h 60007"/>
                                <a:gd name="connsiteX79" fmla="*/ 39052 w 63817"/>
                                <a:gd name="connsiteY79" fmla="*/ 26670 h 60007"/>
                                <a:gd name="connsiteX80" fmla="*/ 36195 w 63817"/>
                                <a:gd name="connsiteY80" fmla="*/ 31433 h 60007"/>
                                <a:gd name="connsiteX81" fmla="*/ 36195 w 63817"/>
                                <a:gd name="connsiteY81" fmla="*/ 31433 h 60007"/>
                                <a:gd name="connsiteX82" fmla="*/ 36195 w 63817"/>
                                <a:gd name="connsiteY82" fmla="*/ 32385 h 60007"/>
                                <a:gd name="connsiteX83" fmla="*/ 36195 w 63817"/>
                                <a:gd name="connsiteY83" fmla="*/ 36195 h 60007"/>
                                <a:gd name="connsiteX84" fmla="*/ 37147 w 63817"/>
                                <a:gd name="connsiteY84" fmla="*/ 39053 h 60007"/>
                                <a:gd name="connsiteX85" fmla="*/ 38100 w 63817"/>
                                <a:gd name="connsiteY85" fmla="*/ 41910 h 60007"/>
                                <a:gd name="connsiteX86" fmla="*/ 38100 w 63817"/>
                                <a:gd name="connsiteY86" fmla="*/ 43815 h 60007"/>
                                <a:gd name="connsiteX87" fmla="*/ 38100 w 63817"/>
                                <a:gd name="connsiteY87" fmla="*/ 45720 h 60007"/>
                                <a:gd name="connsiteX88" fmla="*/ 38100 w 63817"/>
                                <a:gd name="connsiteY88" fmla="*/ 47625 h 60007"/>
                                <a:gd name="connsiteX89" fmla="*/ 38100 w 63817"/>
                                <a:gd name="connsiteY89" fmla="*/ 49530 h 60007"/>
                                <a:gd name="connsiteX90" fmla="*/ 38100 w 63817"/>
                                <a:gd name="connsiteY90" fmla="*/ 52388 h 60007"/>
                                <a:gd name="connsiteX91" fmla="*/ 38100 w 63817"/>
                                <a:gd name="connsiteY91" fmla="*/ 55245 h 60007"/>
                                <a:gd name="connsiteX92" fmla="*/ 38100 w 63817"/>
                                <a:gd name="connsiteY92" fmla="*/ 57150 h 60007"/>
                                <a:gd name="connsiteX93" fmla="*/ 38100 w 63817"/>
                                <a:gd name="connsiteY93" fmla="*/ 58103 h 60007"/>
                                <a:gd name="connsiteX94" fmla="*/ 38100 w 63817"/>
                                <a:gd name="connsiteY94" fmla="*/ 59055 h 60007"/>
                                <a:gd name="connsiteX95" fmla="*/ 38100 w 63817"/>
                                <a:gd name="connsiteY95" fmla="*/ 60008 h 60007"/>
                                <a:gd name="connsiteX96" fmla="*/ 38100 w 63817"/>
                                <a:gd name="connsiteY96" fmla="*/ 60008 h 60007"/>
                                <a:gd name="connsiteX97" fmla="*/ 38100 w 63817"/>
                                <a:gd name="connsiteY97" fmla="*/ 58103 h 60007"/>
                                <a:gd name="connsiteX98" fmla="*/ 38100 w 63817"/>
                                <a:gd name="connsiteY98" fmla="*/ 57150 h 60007"/>
                                <a:gd name="connsiteX99" fmla="*/ 38100 w 63817"/>
                                <a:gd name="connsiteY99" fmla="*/ 55245 h 60007"/>
                                <a:gd name="connsiteX100" fmla="*/ 38100 w 63817"/>
                                <a:gd name="connsiteY100" fmla="*/ 52388 h 60007"/>
                                <a:gd name="connsiteX101" fmla="*/ 38100 w 63817"/>
                                <a:gd name="connsiteY101" fmla="*/ 49530 h 60007"/>
                                <a:gd name="connsiteX102" fmla="*/ 38100 w 63817"/>
                                <a:gd name="connsiteY102" fmla="*/ 48578 h 60007"/>
                                <a:gd name="connsiteX103" fmla="*/ 38100 w 63817"/>
                                <a:gd name="connsiteY103" fmla="*/ 47625 h 60007"/>
                                <a:gd name="connsiteX104" fmla="*/ 38100 w 63817"/>
                                <a:gd name="connsiteY104" fmla="*/ 45720 h 60007"/>
                                <a:gd name="connsiteX105" fmla="*/ 38100 w 63817"/>
                                <a:gd name="connsiteY105" fmla="*/ 43815 h 60007"/>
                                <a:gd name="connsiteX106" fmla="*/ 38100 w 63817"/>
                                <a:gd name="connsiteY106" fmla="*/ 41910 h 60007"/>
                                <a:gd name="connsiteX107" fmla="*/ 37147 w 63817"/>
                                <a:gd name="connsiteY107" fmla="*/ 39053 h 60007"/>
                                <a:gd name="connsiteX108" fmla="*/ 36195 w 63817"/>
                                <a:gd name="connsiteY108" fmla="*/ 36195 h 60007"/>
                                <a:gd name="connsiteX109" fmla="*/ 36195 w 63817"/>
                                <a:gd name="connsiteY109" fmla="*/ 33338 h 60007"/>
                                <a:gd name="connsiteX110" fmla="*/ 34290 w 63817"/>
                                <a:gd name="connsiteY110" fmla="*/ 36195 h 60007"/>
                                <a:gd name="connsiteX111" fmla="*/ 31432 w 63817"/>
                                <a:gd name="connsiteY111" fmla="*/ 41910 h 60007"/>
                                <a:gd name="connsiteX112" fmla="*/ 30480 w 63817"/>
                                <a:gd name="connsiteY112" fmla="*/ 44767 h 60007"/>
                                <a:gd name="connsiteX113" fmla="*/ 29527 w 63817"/>
                                <a:gd name="connsiteY113" fmla="*/ 47625 h 60007"/>
                                <a:gd name="connsiteX114" fmla="*/ 27622 w 63817"/>
                                <a:gd name="connsiteY114" fmla="*/ 53340 h 60007"/>
                                <a:gd name="connsiteX115" fmla="*/ 27622 w 63817"/>
                                <a:gd name="connsiteY115" fmla="*/ 56197 h 60007"/>
                                <a:gd name="connsiteX116" fmla="*/ 27622 w 63817"/>
                                <a:gd name="connsiteY116" fmla="*/ 58103 h 60007"/>
                                <a:gd name="connsiteX117" fmla="*/ 27622 w 63817"/>
                                <a:gd name="connsiteY117" fmla="*/ 58103 h 60007"/>
                                <a:gd name="connsiteX118" fmla="*/ 27622 w 63817"/>
                                <a:gd name="connsiteY118" fmla="*/ 58103 h 60007"/>
                                <a:gd name="connsiteX119" fmla="*/ 27622 w 63817"/>
                                <a:gd name="connsiteY119" fmla="*/ 55245 h 60007"/>
                                <a:gd name="connsiteX120" fmla="*/ 27622 w 63817"/>
                                <a:gd name="connsiteY120" fmla="*/ 52388 h 60007"/>
                                <a:gd name="connsiteX121" fmla="*/ 28575 w 63817"/>
                                <a:gd name="connsiteY121" fmla="*/ 46672 h 60007"/>
                                <a:gd name="connsiteX122" fmla="*/ 29527 w 63817"/>
                                <a:gd name="connsiteY122" fmla="*/ 45720 h 60007"/>
                                <a:gd name="connsiteX123" fmla="*/ 29527 w 63817"/>
                                <a:gd name="connsiteY123" fmla="*/ 43815 h 60007"/>
                                <a:gd name="connsiteX124" fmla="*/ 30480 w 63817"/>
                                <a:gd name="connsiteY124" fmla="*/ 41910 h 60007"/>
                                <a:gd name="connsiteX125" fmla="*/ 31432 w 63817"/>
                                <a:gd name="connsiteY125" fmla="*/ 40958 h 60007"/>
                                <a:gd name="connsiteX126" fmla="*/ 34290 w 63817"/>
                                <a:gd name="connsiteY126" fmla="*/ 35242 h 60007"/>
                                <a:gd name="connsiteX127" fmla="*/ 37147 w 63817"/>
                                <a:gd name="connsiteY127" fmla="*/ 29528 h 60007"/>
                                <a:gd name="connsiteX128" fmla="*/ 39052 w 63817"/>
                                <a:gd name="connsiteY128" fmla="*/ 25717 h 60007"/>
                                <a:gd name="connsiteX129" fmla="*/ 38100 w 63817"/>
                                <a:gd name="connsiteY129" fmla="*/ 26670 h 60007"/>
                                <a:gd name="connsiteX130" fmla="*/ 35243 w 63817"/>
                                <a:gd name="connsiteY130" fmla="*/ 28575 h 60007"/>
                                <a:gd name="connsiteX131" fmla="*/ 27622 w 63817"/>
                                <a:gd name="connsiteY131" fmla="*/ 32385 h 60007"/>
                                <a:gd name="connsiteX132" fmla="*/ 22860 w 63817"/>
                                <a:gd name="connsiteY132" fmla="*/ 34290 h 60007"/>
                                <a:gd name="connsiteX133" fmla="*/ 18097 w 63817"/>
                                <a:gd name="connsiteY133" fmla="*/ 37147 h 60007"/>
                                <a:gd name="connsiteX134" fmla="*/ 14288 w 63817"/>
                                <a:gd name="connsiteY134" fmla="*/ 40958 h 60007"/>
                                <a:gd name="connsiteX135" fmla="*/ 10477 w 63817"/>
                                <a:gd name="connsiteY135" fmla="*/ 45720 h 60007"/>
                                <a:gd name="connsiteX136" fmla="*/ 9525 w 63817"/>
                                <a:gd name="connsiteY136" fmla="*/ 48578 h 60007"/>
                                <a:gd name="connsiteX137" fmla="*/ 8572 w 63817"/>
                                <a:gd name="connsiteY137" fmla="*/ 51435 h 60007"/>
                                <a:gd name="connsiteX138" fmla="*/ 8572 w 63817"/>
                                <a:gd name="connsiteY138" fmla="*/ 53340 h 60007"/>
                                <a:gd name="connsiteX139" fmla="*/ 8572 w 63817"/>
                                <a:gd name="connsiteY139" fmla="*/ 55245 h 60007"/>
                                <a:gd name="connsiteX140" fmla="*/ 7620 w 63817"/>
                                <a:gd name="connsiteY140" fmla="*/ 58103 h 60007"/>
                                <a:gd name="connsiteX141" fmla="*/ 7620 w 63817"/>
                                <a:gd name="connsiteY141" fmla="*/ 59055 h 60007"/>
                                <a:gd name="connsiteX142" fmla="*/ 7620 w 63817"/>
                                <a:gd name="connsiteY142" fmla="*/ 59055 h 60007"/>
                                <a:gd name="connsiteX143" fmla="*/ 7620 w 63817"/>
                                <a:gd name="connsiteY143" fmla="*/ 58103 h 60007"/>
                                <a:gd name="connsiteX144" fmla="*/ 8572 w 63817"/>
                                <a:gd name="connsiteY144" fmla="*/ 51435 h 60007"/>
                                <a:gd name="connsiteX145" fmla="*/ 11430 w 63817"/>
                                <a:gd name="connsiteY145" fmla="*/ 45720 h 60007"/>
                                <a:gd name="connsiteX146" fmla="*/ 15240 w 63817"/>
                                <a:gd name="connsiteY146" fmla="*/ 40958 h 60007"/>
                                <a:gd name="connsiteX147" fmla="*/ 19050 w 63817"/>
                                <a:gd name="connsiteY147" fmla="*/ 37147 h 60007"/>
                                <a:gd name="connsiteX148" fmla="*/ 23813 w 63817"/>
                                <a:gd name="connsiteY148" fmla="*/ 34290 h 60007"/>
                                <a:gd name="connsiteX149" fmla="*/ 28575 w 63817"/>
                                <a:gd name="connsiteY149" fmla="*/ 32385 h 60007"/>
                                <a:gd name="connsiteX150" fmla="*/ 36195 w 63817"/>
                                <a:gd name="connsiteY150" fmla="*/ 28575 h 60007"/>
                                <a:gd name="connsiteX151" fmla="*/ 39052 w 63817"/>
                                <a:gd name="connsiteY151" fmla="*/ 26670 h 60007"/>
                                <a:gd name="connsiteX152" fmla="*/ 40957 w 63817"/>
                                <a:gd name="connsiteY152" fmla="*/ 24765 h 60007"/>
                                <a:gd name="connsiteX153" fmla="*/ 41910 w 63817"/>
                                <a:gd name="connsiteY153" fmla="*/ 23813 h 60007"/>
                                <a:gd name="connsiteX154" fmla="*/ 43815 w 63817"/>
                                <a:gd name="connsiteY154" fmla="*/ 20003 h 60007"/>
                                <a:gd name="connsiteX155" fmla="*/ 44768 w 63817"/>
                                <a:gd name="connsiteY155" fmla="*/ 17145 h 60007"/>
                                <a:gd name="connsiteX156" fmla="*/ 45720 w 63817"/>
                                <a:gd name="connsiteY156" fmla="*/ 14288 h 60007"/>
                                <a:gd name="connsiteX157" fmla="*/ 47625 w 63817"/>
                                <a:gd name="connsiteY157" fmla="*/ 9525 h 60007"/>
                                <a:gd name="connsiteX158" fmla="*/ 47625 w 63817"/>
                                <a:gd name="connsiteY158" fmla="*/ 9525 h 60007"/>
                                <a:gd name="connsiteX159" fmla="*/ 47625 w 63817"/>
                                <a:gd name="connsiteY159" fmla="*/ 9525 h 60007"/>
                                <a:gd name="connsiteX160" fmla="*/ 44768 w 63817"/>
                                <a:gd name="connsiteY160" fmla="*/ 10478 h 60007"/>
                                <a:gd name="connsiteX161" fmla="*/ 42863 w 63817"/>
                                <a:gd name="connsiteY161" fmla="*/ 11430 h 60007"/>
                                <a:gd name="connsiteX162" fmla="*/ 40957 w 63817"/>
                                <a:gd name="connsiteY162" fmla="*/ 11430 h 60007"/>
                                <a:gd name="connsiteX163" fmla="*/ 36195 w 63817"/>
                                <a:gd name="connsiteY163" fmla="*/ 12383 h 60007"/>
                                <a:gd name="connsiteX164" fmla="*/ 31432 w 63817"/>
                                <a:gd name="connsiteY164" fmla="*/ 13335 h 60007"/>
                                <a:gd name="connsiteX165" fmla="*/ 25718 w 63817"/>
                                <a:gd name="connsiteY165" fmla="*/ 15240 h 60007"/>
                                <a:gd name="connsiteX166" fmla="*/ 20002 w 63817"/>
                                <a:gd name="connsiteY166" fmla="*/ 17145 h 60007"/>
                                <a:gd name="connsiteX167" fmla="*/ 14288 w 63817"/>
                                <a:gd name="connsiteY167" fmla="*/ 20003 h 60007"/>
                                <a:gd name="connsiteX168" fmla="*/ 9525 w 63817"/>
                                <a:gd name="connsiteY168" fmla="*/ 23813 h 60007"/>
                                <a:gd name="connsiteX169" fmla="*/ 7620 w 63817"/>
                                <a:gd name="connsiteY169" fmla="*/ 25717 h 60007"/>
                                <a:gd name="connsiteX170" fmla="*/ 5715 w 63817"/>
                                <a:gd name="connsiteY170" fmla="*/ 27622 h 60007"/>
                                <a:gd name="connsiteX171" fmla="*/ 3810 w 63817"/>
                                <a:gd name="connsiteY171" fmla="*/ 30480 h 60007"/>
                                <a:gd name="connsiteX172" fmla="*/ 1905 w 63817"/>
                                <a:gd name="connsiteY172" fmla="*/ 33338 h 60007"/>
                                <a:gd name="connsiteX173" fmla="*/ 952 w 63817"/>
                                <a:gd name="connsiteY173" fmla="*/ 36195 h 60007"/>
                                <a:gd name="connsiteX174" fmla="*/ 0 w 63817"/>
                                <a:gd name="connsiteY174" fmla="*/ 38100 h 60007"/>
                                <a:gd name="connsiteX175" fmla="*/ 0 w 63817"/>
                                <a:gd name="connsiteY175" fmla="*/ 37147 h 60007"/>
                                <a:gd name="connsiteX176" fmla="*/ 0 w 63817"/>
                                <a:gd name="connsiteY176" fmla="*/ 36195 h 60007"/>
                                <a:gd name="connsiteX177" fmla="*/ 952 w 63817"/>
                                <a:gd name="connsiteY177" fmla="*/ 33338 h 60007"/>
                                <a:gd name="connsiteX178" fmla="*/ 2857 w 63817"/>
                                <a:gd name="connsiteY178" fmla="*/ 30480 h 60007"/>
                                <a:gd name="connsiteX179" fmla="*/ 4763 w 63817"/>
                                <a:gd name="connsiteY179" fmla="*/ 27622 h 60007"/>
                                <a:gd name="connsiteX180" fmla="*/ 6668 w 63817"/>
                                <a:gd name="connsiteY180" fmla="*/ 24765 h 60007"/>
                                <a:gd name="connsiteX181" fmla="*/ 8572 w 63817"/>
                                <a:gd name="connsiteY181" fmla="*/ 22860 h 60007"/>
                                <a:gd name="connsiteX182" fmla="*/ 13335 w 63817"/>
                                <a:gd name="connsiteY182" fmla="*/ 19050 h 60007"/>
                                <a:gd name="connsiteX183" fmla="*/ 19050 w 63817"/>
                                <a:gd name="connsiteY183" fmla="*/ 16192 h 60007"/>
                                <a:gd name="connsiteX184" fmla="*/ 24765 w 63817"/>
                                <a:gd name="connsiteY184" fmla="*/ 14288 h 60007"/>
                                <a:gd name="connsiteX185" fmla="*/ 30480 w 63817"/>
                                <a:gd name="connsiteY185" fmla="*/ 12383 h 60007"/>
                                <a:gd name="connsiteX186" fmla="*/ 35243 w 63817"/>
                                <a:gd name="connsiteY186" fmla="*/ 11430 h 60007"/>
                                <a:gd name="connsiteX187" fmla="*/ 40005 w 63817"/>
                                <a:gd name="connsiteY187" fmla="*/ 10478 h 60007"/>
                                <a:gd name="connsiteX188" fmla="*/ 41910 w 63817"/>
                                <a:gd name="connsiteY188" fmla="*/ 9525 h 60007"/>
                                <a:gd name="connsiteX189" fmla="*/ 43815 w 63817"/>
                                <a:gd name="connsiteY189" fmla="*/ 8572 h 60007"/>
                                <a:gd name="connsiteX190" fmla="*/ 46672 w 63817"/>
                                <a:gd name="connsiteY190" fmla="*/ 7620 h 60007"/>
                                <a:gd name="connsiteX191" fmla="*/ 48577 w 63817"/>
                                <a:gd name="connsiteY191" fmla="*/ 7620 h 60007"/>
                                <a:gd name="connsiteX192" fmla="*/ 48577 w 63817"/>
                                <a:gd name="connsiteY192" fmla="*/ 7620 h 60007"/>
                                <a:gd name="connsiteX193" fmla="*/ 49530 w 63817"/>
                                <a:gd name="connsiteY193" fmla="*/ 5715 h 60007"/>
                                <a:gd name="connsiteX194" fmla="*/ 50482 w 63817"/>
                                <a:gd name="connsiteY194" fmla="*/ 2858 h 60007"/>
                                <a:gd name="connsiteX195" fmla="*/ 51435 w 63817"/>
                                <a:gd name="connsiteY195" fmla="*/ 0 h 60007"/>
                                <a:gd name="connsiteX196" fmla="*/ 53340 w 63817"/>
                                <a:gd name="connsiteY196" fmla="*/ 1905 h 60007"/>
                                <a:gd name="connsiteX197" fmla="*/ 49530 w 63817"/>
                                <a:gd name="connsiteY197" fmla="*/ 4763 h 60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63817" h="60007">
                                  <a:moveTo>
                                    <a:pt x="49530" y="4763"/>
                                  </a:moveTo>
                                  <a:cubicBezTo>
                                    <a:pt x="49530" y="5715"/>
                                    <a:pt x="49530" y="5715"/>
                                    <a:pt x="49530" y="4763"/>
                                  </a:cubicBezTo>
                                  <a:cubicBezTo>
                                    <a:pt x="49530" y="5715"/>
                                    <a:pt x="49530" y="5715"/>
                                    <a:pt x="50482" y="7620"/>
                                  </a:cubicBezTo>
                                  <a:cubicBezTo>
                                    <a:pt x="51435" y="8572"/>
                                    <a:pt x="52388" y="10478"/>
                                    <a:pt x="53340" y="13335"/>
                                  </a:cubicBezTo>
                                  <a:cubicBezTo>
                                    <a:pt x="54293" y="15240"/>
                                    <a:pt x="56197" y="18097"/>
                                    <a:pt x="57150" y="20955"/>
                                  </a:cubicBezTo>
                                  <a:cubicBezTo>
                                    <a:pt x="57150" y="21908"/>
                                    <a:pt x="58102" y="21908"/>
                                    <a:pt x="58102" y="22860"/>
                                  </a:cubicBezTo>
                                  <a:cubicBezTo>
                                    <a:pt x="58102" y="22860"/>
                                    <a:pt x="58102" y="23813"/>
                                    <a:pt x="59055" y="23813"/>
                                  </a:cubicBezTo>
                                  <a:lnTo>
                                    <a:pt x="59055" y="23813"/>
                                  </a:lnTo>
                                  <a:lnTo>
                                    <a:pt x="59055" y="23813"/>
                                  </a:lnTo>
                                  <a:lnTo>
                                    <a:pt x="59055" y="24765"/>
                                  </a:lnTo>
                                  <a:cubicBezTo>
                                    <a:pt x="60007" y="25717"/>
                                    <a:pt x="60007" y="27622"/>
                                    <a:pt x="60960" y="28575"/>
                                  </a:cubicBezTo>
                                  <a:cubicBezTo>
                                    <a:pt x="60960" y="29528"/>
                                    <a:pt x="61913" y="29528"/>
                                    <a:pt x="61913" y="30480"/>
                                  </a:cubicBezTo>
                                  <a:cubicBezTo>
                                    <a:pt x="61913" y="31433"/>
                                    <a:pt x="61913" y="31433"/>
                                    <a:pt x="62865" y="32385"/>
                                  </a:cubicBezTo>
                                  <a:cubicBezTo>
                                    <a:pt x="62865" y="32385"/>
                                    <a:pt x="62865" y="33338"/>
                                    <a:pt x="62865" y="33338"/>
                                  </a:cubicBezTo>
                                  <a:cubicBezTo>
                                    <a:pt x="62865" y="33338"/>
                                    <a:pt x="62865" y="34290"/>
                                    <a:pt x="62865" y="34290"/>
                                  </a:cubicBezTo>
                                  <a:cubicBezTo>
                                    <a:pt x="62865" y="35242"/>
                                    <a:pt x="62865" y="35242"/>
                                    <a:pt x="62865" y="36195"/>
                                  </a:cubicBezTo>
                                  <a:cubicBezTo>
                                    <a:pt x="62865" y="37147"/>
                                    <a:pt x="62865" y="38100"/>
                                    <a:pt x="63818" y="39053"/>
                                  </a:cubicBezTo>
                                  <a:cubicBezTo>
                                    <a:pt x="63818" y="40005"/>
                                    <a:pt x="63818" y="40958"/>
                                    <a:pt x="63818" y="40958"/>
                                  </a:cubicBezTo>
                                  <a:cubicBezTo>
                                    <a:pt x="63818" y="41910"/>
                                    <a:pt x="63818" y="41910"/>
                                    <a:pt x="63818" y="41910"/>
                                  </a:cubicBezTo>
                                  <a:cubicBezTo>
                                    <a:pt x="63818" y="41910"/>
                                    <a:pt x="63818" y="42863"/>
                                    <a:pt x="63818" y="42863"/>
                                  </a:cubicBezTo>
                                  <a:cubicBezTo>
                                    <a:pt x="63818" y="42863"/>
                                    <a:pt x="63818" y="42863"/>
                                    <a:pt x="63818" y="42863"/>
                                  </a:cubicBezTo>
                                  <a:lnTo>
                                    <a:pt x="63818" y="42863"/>
                                  </a:lnTo>
                                  <a:cubicBezTo>
                                    <a:pt x="63818" y="42863"/>
                                    <a:pt x="63818" y="42863"/>
                                    <a:pt x="63818" y="42863"/>
                                  </a:cubicBezTo>
                                  <a:cubicBezTo>
                                    <a:pt x="63818" y="42863"/>
                                    <a:pt x="63818" y="42863"/>
                                    <a:pt x="63818" y="41910"/>
                                  </a:cubicBezTo>
                                  <a:cubicBezTo>
                                    <a:pt x="63818" y="41910"/>
                                    <a:pt x="63818" y="40958"/>
                                    <a:pt x="63818" y="40958"/>
                                  </a:cubicBezTo>
                                  <a:cubicBezTo>
                                    <a:pt x="63818" y="40005"/>
                                    <a:pt x="63818" y="40005"/>
                                    <a:pt x="63818" y="39053"/>
                                  </a:cubicBezTo>
                                  <a:cubicBezTo>
                                    <a:pt x="63818" y="38100"/>
                                    <a:pt x="63818" y="37147"/>
                                    <a:pt x="62865" y="36195"/>
                                  </a:cubicBezTo>
                                  <a:cubicBezTo>
                                    <a:pt x="62865" y="35242"/>
                                    <a:pt x="62865" y="35242"/>
                                    <a:pt x="62865" y="34290"/>
                                  </a:cubicBezTo>
                                  <a:cubicBezTo>
                                    <a:pt x="62865" y="34290"/>
                                    <a:pt x="62865" y="33338"/>
                                    <a:pt x="62865" y="33338"/>
                                  </a:cubicBezTo>
                                  <a:cubicBezTo>
                                    <a:pt x="62865" y="33338"/>
                                    <a:pt x="62865" y="32385"/>
                                    <a:pt x="62865" y="32385"/>
                                  </a:cubicBezTo>
                                  <a:cubicBezTo>
                                    <a:pt x="62865" y="31433"/>
                                    <a:pt x="62865" y="31433"/>
                                    <a:pt x="61913" y="30480"/>
                                  </a:cubicBezTo>
                                  <a:cubicBezTo>
                                    <a:pt x="61913" y="29528"/>
                                    <a:pt x="60960" y="29528"/>
                                    <a:pt x="60960" y="28575"/>
                                  </a:cubicBezTo>
                                  <a:cubicBezTo>
                                    <a:pt x="60960" y="27622"/>
                                    <a:pt x="60007" y="25717"/>
                                    <a:pt x="59055" y="24765"/>
                                  </a:cubicBezTo>
                                  <a:lnTo>
                                    <a:pt x="59055" y="23813"/>
                                  </a:lnTo>
                                  <a:lnTo>
                                    <a:pt x="59055" y="23813"/>
                                  </a:lnTo>
                                  <a:lnTo>
                                    <a:pt x="59055" y="23813"/>
                                  </a:lnTo>
                                  <a:cubicBezTo>
                                    <a:pt x="59055" y="23813"/>
                                    <a:pt x="59055" y="22860"/>
                                    <a:pt x="58102" y="22860"/>
                                  </a:cubicBezTo>
                                  <a:cubicBezTo>
                                    <a:pt x="58102" y="21908"/>
                                    <a:pt x="57150" y="21908"/>
                                    <a:pt x="57150" y="20955"/>
                                  </a:cubicBezTo>
                                  <a:cubicBezTo>
                                    <a:pt x="55245" y="18097"/>
                                    <a:pt x="54293" y="16192"/>
                                    <a:pt x="52388" y="14288"/>
                                  </a:cubicBezTo>
                                  <a:cubicBezTo>
                                    <a:pt x="50482" y="11430"/>
                                    <a:pt x="49530" y="8572"/>
                                    <a:pt x="48577" y="7620"/>
                                  </a:cubicBezTo>
                                  <a:cubicBezTo>
                                    <a:pt x="48577" y="7620"/>
                                    <a:pt x="48577" y="8572"/>
                                    <a:pt x="47625" y="8572"/>
                                  </a:cubicBezTo>
                                  <a:cubicBezTo>
                                    <a:pt x="47625" y="9525"/>
                                    <a:pt x="46672" y="9525"/>
                                    <a:pt x="46672" y="10478"/>
                                  </a:cubicBezTo>
                                  <a:cubicBezTo>
                                    <a:pt x="46672" y="11430"/>
                                    <a:pt x="45720" y="11430"/>
                                    <a:pt x="45720" y="12383"/>
                                  </a:cubicBezTo>
                                  <a:cubicBezTo>
                                    <a:pt x="44768" y="13335"/>
                                    <a:pt x="43815" y="15240"/>
                                    <a:pt x="43815" y="17145"/>
                                  </a:cubicBezTo>
                                  <a:cubicBezTo>
                                    <a:pt x="43815" y="17145"/>
                                    <a:pt x="43815" y="18097"/>
                                    <a:pt x="43815" y="18097"/>
                                  </a:cubicBezTo>
                                  <a:cubicBezTo>
                                    <a:pt x="43815" y="18097"/>
                                    <a:pt x="43815" y="18097"/>
                                    <a:pt x="43815" y="18097"/>
                                  </a:cubicBezTo>
                                  <a:cubicBezTo>
                                    <a:pt x="43815" y="19050"/>
                                    <a:pt x="43815" y="20003"/>
                                    <a:pt x="43815" y="20955"/>
                                  </a:cubicBezTo>
                                  <a:cubicBezTo>
                                    <a:pt x="43815" y="21908"/>
                                    <a:pt x="43815" y="22860"/>
                                    <a:pt x="43815" y="24765"/>
                                  </a:cubicBezTo>
                                  <a:cubicBezTo>
                                    <a:pt x="43815" y="27622"/>
                                    <a:pt x="45720" y="29528"/>
                                    <a:pt x="46672" y="32385"/>
                                  </a:cubicBezTo>
                                  <a:cubicBezTo>
                                    <a:pt x="47625" y="33338"/>
                                    <a:pt x="47625" y="35242"/>
                                    <a:pt x="48577" y="36195"/>
                                  </a:cubicBezTo>
                                  <a:cubicBezTo>
                                    <a:pt x="48577" y="37147"/>
                                    <a:pt x="49530" y="37147"/>
                                    <a:pt x="49530" y="38100"/>
                                  </a:cubicBezTo>
                                  <a:cubicBezTo>
                                    <a:pt x="49530" y="39053"/>
                                    <a:pt x="49530" y="39053"/>
                                    <a:pt x="50482" y="40005"/>
                                  </a:cubicBezTo>
                                  <a:cubicBezTo>
                                    <a:pt x="50482" y="40958"/>
                                    <a:pt x="51435" y="42863"/>
                                    <a:pt x="51435" y="43815"/>
                                  </a:cubicBezTo>
                                  <a:cubicBezTo>
                                    <a:pt x="51435" y="44767"/>
                                    <a:pt x="51435" y="44767"/>
                                    <a:pt x="51435" y="45720"/>
                                  </a:cubicBezTo>
                                  <a:cubicBezTo>
                                    <a:pt x="51435" y="45720"/>
                                    <a:pt x="51435" y="46672"/>
                                    <a:pt x="51435" y="46672"/>
                                  </a:cubicBezTo>
                                  <a:cubicBezTo>
                                    <a:pt x="51435" y="48578"/>
                                    <a:pt x="51435" y="49530"/>
                                    <a:pt x="51435" y="49530"/>
                                  </a:cubicBezTo>
                                  <a:cubicBezTo>
                                    <a:pt x="51435" y="49530"/>
                                    <a:pt x="51435" y="49530"/>
                                    <a:pt x="51435" y="49530"/>
                                  </a:cubicBezTo>
                                  <a:cubicBezTo>
                                    <a:pt x="51435" y="49530"/>
                                    <a:pt x="51435" y="49530"/>
                                    <a:pt x="51435" y="49530"/>
                                  </a:cubicBezTo>
                                  <a:cubicBezTo>
                                    <a:pt x="51435" y="49530"/>
                                    <a:pt x="51435" y="49530"/>
                                    <a:pt x="51435" y="49530"/>
                                  </a:cubicBezTo>
                                  <a:cubicBezTo>
                                    <a:pt x="51435" y="49530"/>
                                    <a:pt x="51435" y="49530"/>
                                    <a:pt x="51435" y="49530"/>
                                  </a:cubicBezTo>
                                  <a:cubicBezTo>
                                    <a:pt x="51435" y="49530"/>
                                    <a:pt x="51435" y="49530"/>
                                    <a:pt x="51435" y="49530"/>
                                  </a:cubicBezTo>
                                  <a:cubicBezTo>
                                    <a:pt x="51435" y="49530"/>
                                    <a:pt x="51435" y="49530"/>
                                    <a:pt x="50482" y="50483"/>
                                  </a:cubicBezTo>
                                  <a:cubicBezTo>
                                    <a:pt x="50482" y="50483"/>
                                    <a:pt x="50482" y="50483"/>
                                    <a:pt x="51435" y="49530"/>
                                  </a:cubicBezTo>
                                  <a:cubicBezTo>
                                    <a:pt x="51435" y="49530"/>
                                    <a:pt x="51435" y="49530"/>
                                    <a:pt x="51435" y="49530"/>
                                  </a:cubicBezTo>
                                  <a:cubicBezTo>
                                    <a:pt x="51435" y="49530"/>
                                    <a:pt x="51435" y="49530"/>
                                    <a:pt x="51435" y="49530"/>
                                  </a:cubicBezTo>
                                  <a:cubicBezTo>
                                    <a:pt x="51435" y="49530"/>
                                    <a:pt x="51435" y="49530"/>
                                    <a:pt x="51435" y="49530"/>
                                  </a:cubicBezTo>
                                  <a:cubicBezTo>
                                    <a:pt x="51435" y="49530"/>
                                    <a:pt x="51435" y="49530"/>
                                    <a:pt x="51435" y="49530"/>
                                  </a:cubicBezTo>
                                  <a:cubicBezTo>
                                    <a:pt x="51435" y="49530"/>
                                    <a:pt x="51435" y="49530"/>
                                    <a:pt x="51435" y="49530"/>
                                  </a:cubicBezTo>
                                  <a:cubicBezTo>
                                    <a:pt x="51435" y="48578"/>
                                    <a:pt x="51435" y="47625"/>
                                    <a:pt x="51435" y="46672"/>
                                  </a:cubicBezTo>
                                  <a:cubicBezTo>
                                    <a:pt x="51435" y="46672"/>
                                    <a:pt x="51435" y="45720"/>
                                    <a:pt x="51435" y="45720"/>
                                  </a:cubicBezTo>
                                  <a:cubicBezTo>
                                    <a:pt x="51435" y="45720"/>
                                    <a:pt x="51435" y="44767"/>
                                    <a:pt x="51435" y="43815"/>
                                  </a:cubicBezTo>
                                  <a:cubicBezTo>
                                    <a:pt x="51435" y="42863"/>
                                    <a:pt x="50482" y="41910"/>
                                    <a:pt x="50482" y="40005"/>
                                  </a:cubicBezTo>
                                  <a:cubicBezTo>
                                    <a:pt x="50482" y="39053"/>
                                    <a:pt x="50482" y="39053"/>
                                    <a:pt x="49530" y="38100"/>
                                  </a:cubicBezTo>
                                  <a:cubicBezTo>
                                    <a:pt x="49530" y="37147"/>
                                    <a:pt x="49530" y="37147"/>
                                    <a:pt x="48577" y="36195"/>
                                  </a:cubicBezTo>
                                  <a:cubicBezTo>
                                    <a:pt x="47625" y="35242"/>
                                    <a:pt x="47625" y="33338"/>
                                    <a:pt x="46672" y="32385"/>
                                  </a:cubicBezTo>
                                  <a:cubicBezTo>
                                    <a:pt x="45720" y="29528"/>
                                    <a:pt x="44768" y="26670"/>
                                    <a:pt x="43815" y="23813"/>
                                  </a:cubicBezTo>
                                  <a:cubicBezTo>
                                    <a:pt x="43815" y="22860"/>
                                    <a:pt x="43815" y="20955"/>
                                    <a:pt x="42863" y="20003"/>
                                  </a:cubicBezTo>
                                  <a:cubicBezTo>
                                    <a:pt x="42863" y="20003"/>
                                    <a:pt x="42863" y="20003"/>
                                    <a:pt x="42863" y="20003"/>
                                  </a:cubicBezTo>
                                  <a:cubicBezTo>
                                    <a:pt x="42863" y="20955"/>
                                    <a:pt x="41910" y="20955"/>
                                    <a:pt x="41910" y="21908"/>
                                  </a:cubicBezTo>
                                  <a:cubicBezTo>
                                    <a:pt x="40957" y="23813"/>
                                    <a:pt x="40005" y="25717"/>
                                    <a:pt x="39052" y="26670"/>
                                  </a:cubicBezTo>
                                  <a:cubicBezTo>
                                    <a:pt x="38100" y="28575"/>
                                    <a:pt x="37147" y="29528"/>
                                    <a:pt x="36195" y="31433"/>
                                  </a:cubicBezTo>
                                  <a:cubicBezTo>
                                    <a:pt x="36195" y="31433"/>
                                    <a:pt x="36195" y="31433"/>
                                    <a:pt x="36195" y="31433"/>
                                  </a:cubicBezTo>
                                  <a:cubicBezTo>
                                    <a:pt x="36195" y="31433"/>
                                    <a:pt x="36195" y="32385"/>
                                    <a:pt x="36195" y="32385"/>
                                  </a:cubicBezTo>
                                  <a:cubicBezTo>
                                    <a:pt x="36195" y="33338"/>
                                    <a:pt x="36195" y="34290"/>
                                    <a:pt x="36195" y="36195"/>
                                  </a:cubicBezTo>
                                  <a:cubicBezTo>
                                    <a:pt x="36195" y="37147"/>
                                    <a:pt x="36195" y="38100"/>
                                    <a:pt x="37147" y="39053"/>
                                  </a:cubicBezTo>
                                  <a:cubicBezTo>
                                    <a:pt x="37147" y="40005"/>
                                    <a:pt x="37147" y="40958"/>
                                    <a:pt x="38100" y="41910"/>
                                  </a:cubicBezTo>
                                  <a:cubicBezTo>
                                    <a:pt x="38100" y="42863"/>
                                    <a:pt x="38100" y="42863"/>
                                    <a:pt x="38100" y="43815"/>
                                  </a:cubicBezTo>
                                  <a:cubicBezTo>
                                    <a:pt x="38100" y="44767"/>
                                    <a:pt x="38100" y="44767"/>
                                    <a:pt x="38100" y="45720"/>
                                  </a:cubicBezTo>
                                  <a:cubicBezTo>
                                    <a:pt x="38100" y="46672"/>
                                    <a:pt x="38100" y="46672"/>
                                    <a:pt x="38100" y="47625"/>
                                  </a:cubicBezTo>
                                  <a:cubicBezTo>
                                    <a:pt x="38100" y="48578"/>
                                    <a:pt x="38100" y="48578"/>
                                    <a:pt x="38100" y="49530"/>
                                  </a:cubicBezTo>
                                  <a:cubicBezTo>
                                    <a:pt x="38100" y="50483"/>
                                    <a:pt x="38100" y="51435"/>
                                    <a:pt x="38100" y="52388"/>
                                  </a:cubicBezTo>
                                  <a:cubicBezTo>
                                    <a:pt x="38100" y="53340"/>
                                    <a:pt x="38100" y="54292"/>
                                    <a:pt x="38100" y="55245"/>
                                  </a:cubicBezTo>
                                  <a:cubicBezTo>
                                    <a:pt x="38100" y="56197"/>
                                    <a:pt x="38100" y="56197"/>
                                    <a:pt x="38100" y="57150"/>
                                  </a:cubicBezTo>
                                  <a:cubicBezTo>
                                    <a:pt x="38100" y="57150"/>
                                    <a:pt x="38100" y="58103"/>
                                    <a:pt x="38100" y="58103"/>
                                  </a:cubicBezTo>
                                  <a:cubicBezTo>
                                    <a:pt x="38100" y="58103"/>
                                    <a:pt x="38100" y="59055"/>
                                    <a:pt x="38100" y="59055"/>
                                  </a:cubicBezTo>
                                  <a:cubicBezTo>
                                    <a:pt x="38100" y="59055"/>
                                    <a:pt x="38100" y="60008"/>
                                    <a:pt x="38100" y="60008"/>
                                  </a:cubicBezTo>
                                  <a:cubicBezTo>
                                    <a:pt x="38100" y="60008"/>
                                    <a:pt x="38100" y="60008"/>
                                    <a:pt x="38100" y="60008"/>
                                  </a:cubicBezTo>
                                  <a:cubicBezTo>
                                    <a:pt x="38100" y="59055"/>
                                    <a:pt x="38100" y="59055"/>
                                    <a:pt x="38100" y="58103"/>
                                  </a:cubicBezTo>
                                  <a:cubicBezTo>
                                    <a:pt x="38100" y="57150"/>
                                    <a:pt x="38100" y="57150"/>
                                    <a:pt x="38100" y="57150"/>
                                  </a:cubicBezTo>
                                  <a:cubicBezTo>
                                    <a:pt x="38100" y="56197"/>
                                    <a:pt x="38100" y="56197"/>
                                    <a:pt x="38100" y="55245"/>
                                  </a:cubicBezTo>
                                  <a:cubicBezTo>
                                    <a:pt x="38100" y="54292"/>
                                    <a:pt x="38100" y="53340"/>
                                    <a:pt x="38100" y="52388"/>
                                  </a:cubicBezTo>
                                  <a:cubicBezTo>
                                    <a:pt x="38100" y="51435"/>
                                    <a:pt x="38100" y="50483"/>
                                    <a:pt x="38100" y="49530"/>
                                  </a:cubicBezTo>
                                  <a:lnTo>
                                    <a:pt x="38100" y="48578"/>
                                  </a:lnTo>
                                  <a:lnTo>
                                    <a:pt x="38100" y="47625"/>
                                  </a:lnTo>
                                  <a:cubicBezTo>
                                    <a:pt x="38100" y="46672"/>
                                    <a:pt x="38100" y="46672"/>
                                    <a:pt x="38100" y="45720"/>
                                  </a:cubicBezTo>
                                  <a:cubicBezTo>
                                    <a:pt x="38100" y="44767"/>
                                    <a:pt x="38100" y="44767"/>
                                    <a:pt x="38100" y="43815"/>
                                  </a:cubicBezTo>
                                  <a:cubicBezTo>
                                    <a:pt x="38100" y="42863"/>
                                    <a:pt x="38100" y="42863"/>
                                    <a:pt x="38100" y="41910"/>
                                  </a:cubicBezTo>
                                  <a:cubicBezTo>
                                    <a:pt x="38100" y="40958"/>
                                    <a:pt x="38100" y="40005"/>
                                    <a:pt x="37147" y="39053"/>
                                  </a:cubicBezTo>
                                  <a:cubicBezTo>
                                    <a:pt x="37147" y="38100"/>
                                    <a:pt x="37147" y="37147"/>
                                    <a:pt x="36195" y="36195"/>
                                  </a:cubicBezTo>
                                  <a:cubicBezTo>
                                    <a:pt x="36195" y="35242"/>
                                    <a:pt x="36195" y="34290"/>
                                    <a:pt x="36195" y="33338"/>
                                  </a:cubicBezTo>
                                  <a:cubicBezTo>
                                    <a:pt x="35243" y="34290"/>
                                    <a:pt x="35243" y="35242"/>
                                    <a:pt x="34290" y="36195"/>
                                  </a:cubicBezTo>
                                  <a:cubicBezTo>
                                    <a:pt x="33338" y="38100"/>
                                    <a:pt x="32385" y="40005"/>
                                    <a:pt x="31432" y="41910"/>
                                  </a:cubicBezTo>
                                  <a:cubicBezTo>
                                    <a:pt x="31432" y="42863"/>
                                    <a:pt x="30480" y="43815"/>
                                    <a:pt x="30480" y="44767"/>
                                  </a:cubicBezTo>
                                  <a:cubicBezTo>
                                    <a:pt x="30480" y="45720"/>
                                    <a:pt x="29527" y="46672"/>
                                    <a:pt x="29527" y="47625"/>
                                  </a:cubicBezTo>
                                  <a:cubicBezTo>
                                    <a:pt x="28575" y="49530"/>
                                    <a:pt x="28575" y="51435"/>
                                    <a:pt x="27622" y="53340"/>
                                  </a:cubicBezTo>
                                  <a:cubicBezTo>
                                    <a:pt x="27622" y="54292"/>
                                    <a:pt x="27622" y="55245"/>
                                    <a:pt x="27622" y="56197"/>
                                  </a:cubicBezTo>
                                  <a:cubicBezTo>
                                    <a:pt x="27622" y="57150"/>
                                    <a:pt x="27622" y="58103"/>
                                    <a:pt x="27622" y="58103"/>
                                  </a:cubicBezTo>
                                  <a:cubicBezTo>
                                    <a:pt x="27622" y="58103"/>
                                    <a:pt x="27622" y="58103"/>
                                    <a:pt x="27622" y="58103"/>
                                  </a:cubicBezTo>
                                  <a:lnTo>
                                    <a:pt x="27622" y="58103"/>
                                  </a:lnTo>
                                  <a:cubicBezTo>
                                    <a:pt x="27622" y="57150"/>
                                    <a:pt x="27622" y="56197"/>
                                    <a:pt x="27622" y="55245"/>
                                  </a:cubicBezTo>
                                  <a:cubicBezTo>
                                    <a:pt x="27622" y="54292"/>
                                    <a:pt x="27622" y="53340"/>
                                    <a:pt x="27622" y="52388"/>
                                  </a:cubicBezTo>
                                  <a:cubicBezTo>
                                    <a:pt x="27622" y="50483"/>
                                    <a:pt x="28575" y="48578"/>
                                    <a:pt x="28575" y="46672"/>
                                  </a:cubicBezTo>
                                  <a:cubicBezTo>
                                    <a:pt x="28575" y="46672"/>
                                    <a:pt x="28575" y="45720"/>
                                    <a:pt x="29527" y="45720"/>
                                  </a:cubicBezTo>
                                  <a:cubicBezTo>
                                    <a:pt x="29527" y="45720"/>
                                    <a:pt x="29527" y="44767"/>
                                    <a:pt x="29527" y="43815"/>
                                  </a:cubicBezTo>
                                  <a:cubicBezTo>
                                    <a:pt x="29527" y="42863"/>
                                    <a:pt x="29527" y="42863"/>
                                    <a:pt x="30480" y="41910"/>
                                  </a:cubicBezTo>
                                  <a:cubicBezTo>
                                    <a:pt x="30480" y="40958"/>
                                    <a:pt x="30480" y="40958"/>
                                    <a:pt x="31432" y="40958"/>
                                  </a:cubicBezTo>
                                  <a:cubicBezTo>
                                    <a:pt x="32385" y="39053"/>
                                    <a:pt x="33338" y="37147"/>
                                    <a:pt x="34290" y="35242"/>
                                  </a:cubicBezTo>
                                  <a:cubicBezTo>
                                    <a:pt x="35243" y="33338"/>
                                    <a:pt x="36195" y="31433"/>
                                    <a:pt x="37147" y="29528"/>
                                  </a:cubicBezTo>
                                  <a:cubicBezTo>
                                    <a:pt x="38100" y="28575"/>
                                    <a:pt x="38100" y="26670"/>
                                    <a:pt x="39052" y="25717"/>
                                  </a:cubicBezTo>
                                  <a:cubicBezTo>
                                    <a:pt x="39052" y="25717"/>
                                    <a:pt x="39052" y="25717"/>
                                    <a:pt x="38100" y="26670"/>
                                  </a:cubicBezTo>
                                  <a:cubicBezTo>
                                    <a:pt x="37147" y="27622"/>
                                    <a:pt x="36195" y="27622"/>
                                    <a:pt x="35243" y="28575"/>
                                  </a:cubicBezTo>
                                  <a:cubicBezTo>
                                    <a:pt x="33338" y="29528"/>
                                    <a:pt x="30480" y="30480"/>
                                    <a:pt x="27622" y="32385"/>
                                  </a:cubicBezTo>
                                  <a:cubicBezTo>
                                    <a:pt x="25718" y="33338"/>
                                    <a:pt x="24765" y="33338"/>
                                    <a:pt x="22860" y="34290"/>
                                  </a:cubicBezTo>
                                  <a:cubicBezTo>
                                    <a:pt x="20955" y="35242"/>
                                    <a:pt x="20002" y="36195"/>
                                    <a:pt x="18097" y="37147"/>
                                  </a:cubicBezTo>
                                  <a:cubicBezTo>
                                    <a:pt x="16193" y="38100"/>
                                    <a:pt x="15240" y="40005"/>
                                    <a:pt x="14288" y="40958"/>
                                  </a:cubicBezTo>
                                  <a:cubicBezTo>
                                    <a:pt x="13335" y="42863"/>
                                    <a:pt x="11430" y="43815"/>
                                    <a:pt x="10477" y="45720"/>
                                  </a:cubicBezTo>
                                  <a:cubicBezTo>
                                    <a:pt x="9525" y="46672"/>
                                    <a:pt x="9525" y="47625"/>
                                    <a:pt x="9525" y="48578"/>
                                  </a:cubicBezTo>
                                  <a:cubicBezTo>
                                    <a:pt x="9525" y="49530"/>
                                    <a:pt x="8572" y="50483"/>
                                    <a:pt x="8572" y="51435"/>
                                  </a:cubicBezTo>
                                  <a:cubicBezTo>
                                    <a:pt x="8572" y="52388"/>
                                    <a:pt x="8572" y="52388"/>
                                    <a:pt x="8572" y="53340"/>
                                  </a:cubicBezTo>
                                  <a:cubicBezTo>
                                    <a:pt x="8572" y="54292"/>
                                    <a:pt x="8572" y="54292"/>
                                    <a:pt x="8572" y="55245"/>
                                  </a:cubicBezTo>
                                  <a:cubicBezTo>
                                    <a:pt x="8572" y="56197"/>
                                    <a:pt x="8572" y="57150"/>
                                    <a:pt x="7620" y="58103"/>
                                  </a:cubicBezTo>
                                  <a:cubicBezTo>
                                    <a:pt x="7620" y="58103"/>
                                    <a:pt x="7620" y="58103"/>
                                    <a:pt x="7620" y="59055"/>
                                  </a:cubicBezTo>
                                  <a:cubicBezTo>
                                    <a:pt x="7620" y="59055"/>
                                    <a:pt x="7620" y="59055"/>
                                    <a:pt x="7620" y="59055"/>
                                  </a:cubicBezTo>
                                  <a:lnTo>
                                    <a:pt x="7620" y="58103"/>
                                  </a:lnTo>
                                  <a:cubicBezTo>
                                    <a:pt x="7620" y="56197"/>
                                    <a:pt x="8572" y="54292"/>
                                    <a:pt x="8572" y="51435"/>
                                  </a:cubicBezTo>
                                  <a:cubicBezTo>
                                    <a:pt x="9525" y="49530"/>
                                    <a:pt x="10477" y="47625"/>
                                    <a:pt x="11430" y="45720"/>
                                  </a:cubicBezTo>
                                  <a:cubicBezTo>
                                    <a:pt x="12382" y="43815"/>
                                    <a:pt x="13335" y="41910"/>
                                    <a:pt x="15240" y="40958"/>
                                  </a:cubicBezTo>
                                  <a:cubicBezTo>
                                    <a:pt x="16193" y="40005"/>
                                    <a:pt x="18097" y="38100"/>
                                    <a:pt x="19050" y="37147"/>
                                  </a:cubicBezTo>
                                  <a:cubicBezTo>
                                    <a:pt x="20002" y="36195"/>
                                    <a:pt x="21907" y="35242"/>
                                    <a:pt x="23813" y="34290"/>
                                  </a:cubicBezTo>
                                  <a:cubicBezTo>
                                    <a:pt x="25718" y="33338"/>
                                    <a:pt x="26670" y="32385"/>
                                    <a:pt x="28575" y="32385"/>
                                  </a:cubicBezTo>
                                  <a:cubicBezTo>
                                    <a:pt x="31432" y="31433"/>
                                    <a:pt x="34290" y="29528"/>
                                    <a:pt x="36195" y="28575"/>
                                  </a:cubicBezTo>
                                  <a:cubicBezTo>
                                    <a:pt x="37147" y="27622"/>
                                    <a:pt x="38100" y="27622"/>
                                    <a:pt x="39052" y="26670"/>
                                  </a:cubicBezTo>
                                  <a:cubicBezTo>
                                    <a:pt x="40005" y="25717"/>
                                    <a:pt x="40957" y="25717"/>
                                    <a:pt x="40957" y="24765"/>
                                  </a:cubicBezTo>
                                  <a:cubicBezTo>
                                    <a:pt x="40957" y="24765"/>
                                    <a:pt x="41910" y="23813"/>
                                    <a:pt x="41910" y="23813"/>
                                  </a:cubicBezTo>
                                  <a:cubicBezTo>
                                    <a:pt x="42863" y="22860"/>
                                    <a:pt x="42863" y="20955"/>
                                    <a:pt x="43815" y="20003"/>
                                  </a:cubicBezTo>
                                  <a:cubicBezTo>
                                    <a:pt x="43815" y="19050"/>
                                    <a:pt x="44768" y="18097"/>
                                    <a:pt x="44768" y="17145"/>
                                  </a:cubicBezTo>
                                  <a:cubicBezTo>
                                    <a:pt x="44768" y="16192"/>
                                    <a:pt x="45720" y="15240"/>
                                    <a:pt x="45720" y="14288"/>
                                  </a:cubicBezTo>
                                  <a:cubicBezTo>
                                    <a:pt x="46672" y="12383"/>
                                    <a:pt x="46672" y="11430"/>
                                    <a:pt x="47625" y="9525"/>
                                  </a:cubicBezTo>
                                  <a:cubicBezTo>
                                    <a:pt x="47625" y="9525"/>
                                    <a:pt x="47625" y="9525"/>
                                    <a:pt x="47625" y="9525"/>
                                  </a:cubicBezTo>
                                  <a:cubicBezTo>
                                    <a:pt x="47625" y="9525"/>
                                    <a:pt x="47625" y="9525"/>
                                    <a:pt x="47625" y="9525"/>
                                  </a:cubicBezTo>
                                  <a:cubicBezTo>
                                    <a:pt x="46672" y="9525"/>
                                    <a:pt x="45720" y="9525"/>
                                    <a:pt x="44768" y="10478"/>
                                  </a:cubicBezTo>
                                  <a:cubicBezTo>
                                    <a:pt x="43815" y="10478"/>
                                    <a:pt x="43815" y="10478"/>
                                    <a:pt x="42863" y="11430"/>
                                  </a:cubicBezTo>
                                  <a:cubicBezTo>
                                    <a:pt x="41910" y="11430"/>
                                    <a:pt x="41910" y="11430"/>
                                    <a:pt x="40957" y="11430"/>
                                  </a:cubicBezTo>
                                  <a:cubicBezTo>
                                    <a:pt x="39052" y="11430"/>
                                    <a:pt x="38100" y="12383"/>
                                    <a:pt x="36195" y="12383"/>
                                  </a:cubicBezTo>
                                  <a:cubicBezTo>
                                    <a:pt x="34290" y="12383"/>
                                    <a:pt x="32385" y="13335"/>
                                    <a:pt x="31432" y="13335"/>
                                  </a:cubicBezTo>
                                  <a:cubicBezTo>
                                    <a:pt x="29527" y="14288"/>
                                    <a:pt x="27622" y="14288"/>
                                    <a:pt x="25718" y="15240"/>
                                  </a:cubicBezTo>
                                  <a:cubicBezTo>
                                    <a:pt x="23813" y="16192"/>
                                    <a:pt x="21907" y="16192"/>
                                    <a:pt x="20002" y="17145"/>
                                  </a:cubicBezTo>
                                  <a:cubicBezTo>
                                    <a:pt x="18097" y="18097"/>
                                    <a:pt x="16193" y="19050"/>
                                    <a:pt x="14288" y="20003"/>
                                  </a:cubicBezTo>
                                  <a:cubicBezTo>
                                    <a:pt x="12382" y="20955"/>
                                    <a:pt x="10477" y="22860"/>
                                    <a:pt x="9525" y="23813"/>
                                  </a:cubicBezTo>
                                  <a:cubicBezTo>
                                    <a:pt x="8572" y="24765"/>
                                    <a:pt x="7620" y="25717"/>
                                    <a:pt x="7620" y="25717"/>
                                  </a:cubicBezTo>
                                  <a:cubicBezTo>
                                    <a:pt x="6668" y="26670"/>
                                    <a:pt x="5715" y="27622"/>
                                    <a:pt x="5715" y="27622"/>
                                  </a:cubicBezTo>
                                  <a:cubicBezTo>
                                    <a:pt x="4763" y="28575"/>
                                    <a:pt x="4763" y="29528"/>
                                    <a:pt x="3810" y="30480"/>
                                  </a:cubicBezTo>
                                  <a:cubicBezTo>
                                    <a:pt x="2857" y="31433"/>
                                    <a:pt x="2857" y="32385"/>
                                    <a:pt x="1905" y="33338"/>
                                  </a:cubicBezTo>
                                  <a:cubicBezTo>
                                    <a:pt x="1905" y="34290"/>
                                    <a:pt x="952" y="35242"/>
                                    <a:pt x="952" y="36195"/>
                                  </a:cubicBezTo>
                                  <a:cubicBezTo>
                                    <a:pt x="952" y="37147"/>
                                    <a:pt x="952" y="37147"/>
                                    <a:pt x="0" y="38100"/>
                                  </a:cubicBezTo>
                                  <a:cubicBezTo>
                                    <a:pt x="0" y="38100"/>
                                    <a:pt x="0" y="38100"/>
                                    <a:pt x="0" y="37147"/>
                                  </a:cubicBezTo>
                                  <a:cubicBezTo>
                                    <a:pt x="0" y="37147"/>
                                    <a:pt x="0" y="36195"/>
                                    <a:pt x="0" y="36195"/>
                                  </a:cubicBezTo>
                                  <a:cubicBezTo>
                                    <a:pt x="0" y="35242"/>
                                    <a:pt x="952" y="34290"/>
                                    <a:pt x="952" y="33338"/>
                                  </a:cubicBezTo>
                                  <a:cubicBezTo>
                                    <a:pt x="1905" y="32385"/>
                                    <a:pt x="1905" y="31433"/>
                                    <a:pt x="2857" y="30480"/>
                                  </a:cubicBezTo>
                                  <a:cubicBezTo>
                                    <a:pt x="3810" y="29528"/>
                                    <a:pt x="3810" y="28575"/>
                                    <a:pt x="4763" y="27622"/>
                                  </a:cubicBezTo>
                                  <a:cubicBezTo>
                                    <a:pt x="5715" y="26670"/>
                                    <a:pt x="5715" y="25717"/>
                                    <a:pt x="6668" y="24765"/>
                                  </a:cubicBezTo>
                                  <a:cubicBezTo>
                                    <a:pt x="7620" y="23813"/>
                                    <a:pt x="8572" y="22860"/>
                                    <a:pt x="8572" y="22860"/>
                                  </a:cubicBezTo>
                                  <a:cubicBezTo>
                                    <a:pt x="10477" y="21908"/>
                                    <a:pt x="11430" y="20003"/>
                                    <a:pt x="13335" y="19050"/>
                                  </a:cubicBezTo>
                                  <a:cubicBezTo>
                                    <a:pt x="15240" y="18097"/>
                                    <a:pt x="17145" y="17145"/>
                                    <a:pt x="19050" y="16192"/>
                                  </a:cubicBezTo>
                                  <a:cubicBezTo>
                                    <a:pt x="20955" y="15240"/>
                                    <a:pt x="22860" y="14288"/>
                                    <a:pt x="24765" y="14288"/>
                                  </a:cubicBezTo>
                                  <a:cubicBezTo>
                                    <a:pt x="26670" y="13335"/>
                                    <a:pt x="28575" y="13335"/>
                                    <a:pt x="30480" y="12383"/>
                                  </a:cubicBezTo>
                                  <a:cubicBezTo>
                                    <a:pt x="32385" y="11430"/>
                                    <a:pt x="34290" y="11430"/>
                                    <a:pt x="35243" y="11430"/>
                                  </a:cubicBezTo>
                                  <a:cubicBezTo>
                                    <a:pt x="37147" y="11430"/>
                                    <a:pt x="38100" y="10478"/>
                                    <a:pt x="40005" y="10478"/>
                                  </a:cubicBezTo>
                                  <a:cubicBezTo>
                                    <a:pt x="40957" y="10478"/>
                                    <a:pt x="40957" y="10478"/>
                                    <a:pt x="41910" y="9525"/>
                                  </a:cubicBezTo>
                                  <a:cubicBezTo>
                                    <a:pt x="42863" y="9525"/>
                                    <a:pt x="42863" y="9525"/>
                                    <a:pt x="43815" y="8572"/>
                                  </a:cubicBezTo>
                                  <a:cubicBezTo>
                                    <a:pt x="44768" y="8572"/>
                                    <a:pt x="45720" y="7620"/>
                                    <a:pt x="46672" y="7620"/>
                                  </a:cubicBezTo>
                                  <a:cubicBezTo>
                                    <a:pt x="47625" y="7620"/>
                                    <a:pt x="47625" y="7620"/>
                                    <a:pt x="48577" y="7620"/>
                                  </a:cubicBezTo>
                                  <a:lnTo>
                                    <a:pt x="48577" y="7620"/>
                                  </a:lnTo>
                                  <a:cubicBezTo>
                                    <a:pt x="48577" y="6667"/>
                                    <a:pt x="49530" y="6667"/>
                                    <a:pt x="49530" y="5715"/>
                                  </a:cubicBezTo>
                                  <a:cubicBezTo>
                                    <a:pt x="50482" y="4763"/>
                                    <a:pt x="50482" y="3810"/>
                                    <a:pt x="50482" y="2858"/>
                                  </a:cubicBezTo>
                                  <a:cubicBezTo>
                                    <a:pt x="51435" y="953"/>
                                    <a:pt x="51435" y="0"/>
                                    <a:pt x="51435" y="0"/>
                                  </a:cubicBezTo>
                                  <a:cubicBezTo>
                                    <a:pt x="51435" y="0"/>
                                    <a:pt x="53340" y="1905"/>
                                    <a:pt x="53340" y="1905"/>
                                  </a:cubicBezTo>
                                  <a:cubicBezTo>
                                    <a:pt x="50482" y="3810"/>
                                    <a:pt x="50482" y="3810"/>
                                    <a:pt x="49530" y="4763"/>
                                  </a:cubicBezTo>
                                  <a:close/>
                                </a:path>
                              </a:pathLst>
                            </a:custGeom>
                            <a:grpFill/>
                            <a:ln w="9525" cap="flat">
                              <a:noFill/>
                              <a:prstDash val="solid"/>
                              <a:miter/>
                            </a:ln>
                          </p:spPr>
                          <p:txBody>
                            <a:bodyPr rtlCol="0" anchor="ctr"/>
                            <a:lstStyle/>
                            <a:p>
                              <a:endParaRPr lang="en-US"/>
                            </a:p>
                          </p:txBody>
                        </p:sp>
                      </p:grpSp>
                      <p:grpSp>
                        <p:nvGrpSpPr>
                          <p:cNvPr id="345" name="Graphic 2">
                            <a:extLst>
                              <a:ext uri="{FF2B5EF4-FFF2-40B4-BE49-F238E27FC236}">
                                <a16:creationId xmlns:a16="http://schemas.microsoft.com/office/drawing/2014/main" id="{AE736AF3-0337-429B-AEF1-DA4B52809559}"/>
                              </a:ext>
                            </a:extLst>
                          </p:cNvPr>
                          <p:cNvGrpSpPr/>
                          <p:nvPr/>
                        </p:nvGrpSpPr>
                        <p:grpSpPr>
                          <a:xfrm>
                            <a:off x="3799704" y="2624009"/>
                            <a:ext cx="61912" cy="49530"/>
                            <a:chOff x="3799704" y="2624009"/>
                            <a:chExt cx="61912" cy="49530"/>
                          </a:xfrm>
                          <a:grpFill/>
                        </p:grpSpPr>
                        <p:sp>
                          <p:nvSpPr>
                            <p:cNvPr id="346" name="Freeform: Shape 345">
                              <a:extLst>
                                <a:ext uri="{FF2B5EF4-FFF2-40B4-BE49-F238E27FC236}">
                                  <a16:creationId xmlns:a16="http://schemas.microsoft.com/office/drawing/2014/main" id="{F5F0F167-1C61-48D0-B297-3C68D0DD7879}"/>
                                </a:ext>
                              </a:extLst>
                            </p:cNvPr>
                            <p:cNvSpPr/>
                            <p:nvPr/>
                          </p:nvSpPr>
                          <p:spPr>
                            <a:xfrm>
                              <a:off x="3803513" y="2624009"/>
                              <a:ext cx="58102" cy="48577"/>
                            </a:xfrm>
                            <a:custGeom>
                              <a:avLst/>
                              <a:gdLst>
                                <a:gd name="connsiteX0" fmla="*/ 0 w 58102"/>
                                <a:gd name="connsiteY0" fmla="*/ 23813 h 48577"/>
                                <a:gd name="connsiteX1" fmla="*/ 0 w 58102"/>
                                <a:gd name="connsiteY1" fmla="*/ 20955 h 48577"/>
                                <a:gd name="connsiteX2" fmla="*/ 0 w 58102"/>
                                <a:gd name="connsiteY2" fmla="*/ 18098 h 48577"/>
                                <a:gd name="connsiteX3" fmla="*/ 0 w 58102"/>
                                <a:gd name="connsiteY3" fmla="*/ 17145 h 48577"/>
                                <a:gd name="connsiteX4" fmla="*/ 953 w 58102"/>
                                <a:gd name="connsiteY4" fmla="*/ 15240 h 48577"/>
                                <a:gd name="connsiteX5" fmla="*/ 953 w 58102"/>
                                <a:gd name="connsiteY5" fmla="*/ 15240 h 48577"/>
                                <a:gd name="connsiteX6" fmla="*/ 953 w 58102"/>
                                <a:gd name="connsiteY6" fmla="*/ 15240 h 48577"/>
                                <a:gd name="connsiteX7" fmla="*/ 953 w 58102"/>
                                <a:gd name="connsiteY7" fmla="*/ 15240 h 48577"/>
                                <a:gd name="connsiteX8" fmla="*/ 1905 w 58102"/>
                                <a:gd name="connsiteY8" fmla="*/ 14288 h 48577"/>
                                <a:gd name="connsiteX9" fmla="*/ 4763 w 58102"/>
                                <a:gd name="connsiteY9" fmla="*/ 11430 h 48577"/>
                                <a:gd name="connsiteX10" fmla="*/ 15240 w 58102"/>
                                <a:gd name="connsiteY10" fmla="*/ 3810 h 48577"/>
                                <a:gd name="connsiteX11" fmla="*/ 32385 w 58102"/>
                                <a:gd name="connsiteY11" fmla="*/ 0 h 48577"/>
                                <a:gd name="connsiteX12" fmla="*/ 42863 w 58102"/>
                                <a:gd name="connsiteY12" fmla="*/ 1905 h 48577"/>
                                <a:gd name="connsiteX13" fmla="*/ 53340 w 58102"/>
                                <a:gd name="connsiteY13" fmla="*/ 9525 h 48577"/>
                                <a:gd name="connsiteX14" fmla="*/ 53340 w 58102"/>
                                <a:gd name="connsiteY14" fmla="*/ 9525 h 48577"/>
                                <a:gd name="connsiteX15" fmla="*/ 53340 w 58102"/>
                                <a:gd name="connsiteY15" fmla="*/ 9525 h 48577"/>
                                <a:gd name="connsiteX16" fmla="*/ 55245 w 58102"/>
                                <a:gd name="connsiteY16" fmla="*/ 12383 h 48577"/>
                                <a:gd name="connsiteX17" fmla="*/ 58103 w 58102"/>
                                <a:gd name="connsiteY17" fmla="*/ 19050 h 48577"/>
                                <a:gd name="connsiteX18" fmla="*/ 58103 w 58102"/>
                                <a:gd name="connsiteY18" fmla="*/ 21908 h 48577"/>
                                <a:gd name="connsiteX19" fmla="*/ 58103 w 58102"/>
                                <a:gd name="connsiteY19" fmla="*/ 24765 h 48577"/>
                                <a:gd name="connsiteX20" fmla="*/ 58103 w 58102"/>
                                <a:gd name="connsiteY20" fmla="*/ 25718 h 48577"/>
                                <a:gd name="connsiteX21" fmla="*/ 58103 w 58102"/>
                                <a:gd name="connsiteY21" fmla="*/ 25718 h 48577"/>
                                <a:gd name="connsiteX22" fmla="*/ 56198 w 58102"/>
                                <a:gd name="connsiteY22" fmla="*/ 31433 h 48577"/>
                                <a:gd name="connsiteX23" fmla="*/ 54293 w 58102"/>
                                <a:gd name="connsiteY23" fmla="*/ 33338 h 48577"/>
                                <a:gd name="connsiteX24" fmla="*/ 52388 w 58102"/>
                                <a:gd name="connsiteY24" fmla="*/ 35243 h 48577"/>
                                <a:gd name="connsiteX25" fmla="*/ 45720 w 58102"/>
                                <a:gd name="connsiteY25" fmla="*/ 38100 h 48577"/>
                                <a:gd name="connsiteX26" fmla="*/ 45720 w 58102"/>
                                <a:gd name="connsiteY26" fmla="*/ 38100 h 48577"/>
                                <a:gd name="connsiteX27" fmla="*/ 43815 w 58102"/>
                                <a:gd name="connsiteY27" fmla="*/ 38100 h 48577"/>
                                <a:gd name="connsiteX28" fmla="*/ 42863 w 58102"/>
                                <a:gd name="connsiteY28" fmla="*/ 40005 h 48577"/>
                                <a:gd name="connsiteX29" fmla="*/ 39053 w 58102"/>
                                <a:gd name="connsiteY29" fmla="*/ 43815 h 48577"/>
                                <a:gd name="connsiteX30" fmla="*/ 38100 w 58102"/>
                                <a:gd name="connsiteY30" fmla="*/ 43815 h 48577"/>
                                <a:gd name="connsiteX31" fmla="*/ 38100 w 58102"/>
                                <a:gd name="connsiteY31" fmla="*/ 43815 h 48577"/>
                                <a:gd name="connsiteX32" fmla="*/ 33338 w 58102"/>
                                <a:gd name="connsiteY32" fmla="*/ 45720 h 48577"/>
                                <a:gd name="connsiteX33" fmla="*/ 27623 w 58102"/>
                                <a:gd name="connsiteY33" fmla="*/ 45720 h 48577"/>
                                <a:gd name="connsiteX34" fmla="*/ 26670 w 58102"/>
                                <a:gd name="connsiteY34" fmla="*/ 45720 h 48577"/>
                                <a:gd name="connsiteX35" fmla="*/ 25718 w 58102"/>
                                <a:gd name="connsiteY35" fmla="*/ 45720 h 48577"/>
                                <a:gd name="connsiteX36" fmla="*/ 23813 w 58102"/>
                                <a:gd name="connsiteY36" fmla="*/ 45720 h 48577"/>
                                <a:gd name="connsiteX37" fmla="*/ 22860 w 58102"/>
                                <a:gd name="connsiteY37" fmla="*/ 45720 h 48577"/>
                                <a:gd name="connsiteX38" fmla="*/ 21907 w 58102"/>
                                <a:gd name="connsiteY38" fmla="*/ 45720 h 48577"/>
                                <a:gd name="connsiteX39" fmla="*/ 21907 w 58102"/>
                                <a:gd name="connsiteY39" fmla="*/ 45720 h 48577"/>
                                <a:gd name="connsiteX40" fmla="*/ 20003 w 58102"/>
                                <a:gd name="connsiteY40" fmla="*/ 45720 h 48577"/>
                                <a:gd name="connsiteX41" fmla="*/ 16193 w 58102"/>
                                <a:gd name="connsiteY41" fmla="*/ 47625 h 48577"/>
                                <a:gd name="connsiteX42" fmla="*/ 15240 w 58102"/>
                                <a:gd name="connsiteY42" fmla="*/ 48578 h 48577"/>
                                <a:gd name="connsiteX43" fmla="*/ 14288 w 58102"/>
                                <a:gd name="connsiteY43" fmla="*/ 48578 h 48577"/>
                                <a:gd name="connsiteX44" fmla="*/ 14288 w 58102"/>
                                <a:gd name="connsiteY44" fmla="*/ 48578 h 48577"/>
                                <a:gd name="connsiteX45" fmla="*/ 14288 w 58102"/>
                                <a:gd name="connsiteY45" fmla="*/ 48578 h 48577"/>
                                <a:gd name="connsiteX46" fmla="*/ 14288 w 58102"/>
                                <a:gd name="connsiteY46" fmla="*/ 48578 h 48577"/>
                                <a:gd name="connsiteX47" fmla="*/ 13335 w 58102"/>
                                <a:gd name="connsiteY47" fmla="*/ 48578 h 48577"/>
                                <a:gd name="connsiteX48" fmla="*/ 13335 w 58102"/>
                                <a:gd name="connsiteY48" fmla="*/ 48578 h 48577"/>
                                <a:gd name="connsiteX49" fmla="*/ 13335 w 58102"/>
                                <a:gd name="connsiteY49" fmla="*/ 48578 h 48577"/>
                                <a:gd name="connsiteX50" fmla="*/ 12382 w 58102"/>
                                <a:gd name="connsiteY50" fmla="*/ 48578 h 48577"/>
                                <a:gd name="connsiteX51" fmla="*/ 11430 w 58102"/>
                                <a:gd name="connsiteY51" fmla="*/ 48578 h 48577"/>
                                <a:gd name="connsiteX52" fmla="*/ 9525 w 58102"/>
                                <a:gd name="connsiteY52" fmla="*/ 47625 h 48577"/>
                                <a:gd name="connsiteX53" fmla="*/ 5715 w 58102"/>
                                <a:gd name="connsiteY53" fmla="*/ 41910 h 48577"/>
                                <a:gd name="connsiteX54" fmla="*/ 2857 w 58102"/>
                                <a:gd name="connsiteY54" fmla="*/ 35243 h 48577"/>
                                <a:gd name="connsiteX55" fmla="*/ 953 w 58102"/>
                                <a:gd name="connsiteY55" fmla="*/ 28575 h 48577"/>
                                <a:gd name="connsiteX56" fmla="*/ 0 w 58102"/>
                                <a:gd name="connsiteY56" fmla="*/ 23813 h 4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8102" h="48577">
                                  <a:moveTo>
                                    <a:pt x="0" y="23813"/>
                                  </a:moveTo>
                                  <a:cubicBezTo>
                                    <a:pt x="0" y="22860"/>
                                    <a:pt x="0" y="21908"/>
                                    <a:pt x="0" y="20955"/>
                                  </a:cubicBezTo>
                                  <a:cubicBezTo>
                                    <a:pt x="0" y="20003"/>
                                    <a:pt x="0" y="19050"/>
                                    <a:pt x="0" y="18098"/>
                                  </a:cubicBezTo>
                                  <a:cubicBezTo>
                                    <a:pt x="0" y="18098"/>
                                    <a:pt x="0" y="17145"/>
                                    <a:pt x="0" y="17145"/>
                                  </a:cubicBezTo>
                                  <a:cubicBezTo>
                                    <a:pt x="0" y="17145"/>
                                    <a:pt x="0" y="15240"/>
                                    <a:pt x="953" y="15240"/>
                                  </a:cubicBezTo>
                                  <a:cubicBezTo>
                                    <a:pt x="953" y="15240"/>
                                    <a:pt x="953" y="15240"/>
                                    <a:pt x="953" y="15240"/>
                                  </a:cubicBezTo>
                                  <a:cubicBezTo>
                                    <a:pt x="953" y="15240"/>
                                    <a:pt x="953" y="15240"/>
                                    <a:pt x="953" y="15240"/>
                                  </a:cubicBezTo>
                                  <a:cubicBezTo>
                                    <a:pt x="953" y="15240"/>
                                    <a:pt x="953" y="15240"/>
                                    <a:pt x="953" y="15240"/>
                                  </a:cubicBezTo>
                                  <a:cubicBezTo>
                                    <a:pt x="953" y="15240"/>
                                    <a:pt x="953" y="15240"/>
                                    <a:pt x="1905" y="14288"/>
                                  </a:cubicBezTo>
                                  <a:cubicBezTo>
                                    <a:pt x="2857" y="13335"/>
                                    <a:pt x="3810" y="12383"/>
                                    <a:pt x="4763" y="11430"/>
                                  </a:cubicBezTo>
                                  <a:cubicBezTo>
                                    <a:pt x="7620" y="9525"/>
                                    <a:pt x="11430" y="6668"/>
                                    <a:pt x="15240" y="3810"/>
                                  </a:cubicBezTo>
                                  <a:cubicBezTo>
                                    <a:pt x="20003" y="1905"/>
                                    <a:pt x="25718" y="0"/>
                                    <a:pt x="32385" y="0"/>
                                  </a:cubicBezTo>
                                  <a:cubicBezTo>
                                    <a:pt x="35243" y="0"/>
                                    <a:pt x="39053" y="953"/>
                                    <a:pt x="42863" y="1905"/>
                                  </a:cubicBezTo>
                                  <a:cubicBezTo>
                                    <a:pt x="46673" y="3810"/>
                                    <a:pt x="50482" y="5715"/>
                                    <a:pt x="53340" y="9525"/>
                                  </a:cubicBezTo>
                                  <a:cubicBezTo>
                                    <a:pt x="53340" y="9525"/>
                                    <a:pt x="53340" y="9525"/>
                                    <a:pt x="53340" y="9525"/>
                                  </a:cubicBezTo>
                                  <a:cubicBezTo>
                                    <a:pt x="53340" y="9525"/>
                                    <a:pt x="53340" y="9525"/>
                                    <a:pt x="53340" y="9525"/>
                                  </a:cubicBezTo>
                                  <a:cubicBezTo>
                                    <a:pt x="54293" y="10478"/>
                                    <a:pt x="54293" y="11430"/>
                                    <a:pt x="55245" y="12383"/>
                                  </a:cubicBezTo>
                                  <a:cubicBezTo>
                                    <a:pt x="56198" y="15240"/>
                                    <a:pt x="57150" y="17145"/>
                                    <a:pt x="58103" y="19050"/>
                                  </a:cubicBezTo>
                                  <a:cubicBezTo>
                                    <a:pt x="58103" y="20003"/>
                                    <a:pt x="58103" y="20955"/>
                                    <a:pt x="58103" y="21908"/>
                                  </a:cubicBezTo>
                                  <a:cubicBezTo>
                                    <a:pt x="58103" y="22860"/>
                                    <a:pt x="58103" y="23813"/>
                                    <a:pt x="58103" y="24765"/>
                                  </a:cubicBezTo>
                                  <a:cubicBezTo>
                                    <a:pt x="58103" y="24765"/>
                                    <a:pt x="58103" y="25718"/>
                                    <a:pt x="58103" y="25718"/>
                                  </a:cubicBezTo>
                                  <a:cubicBezTo>
                                    <a:pt x="58103" y="25718"/>
                                    <a:pt x="58103" y="25718"/>
                                    <a:pt x="58103" y="25718"/>
                                  </a:cubicBezTo>
                                  <a:cubicBezTo>
                                    <a:pt x="58103" y="27623"/>
                                    <a:pt x="57150" y="29528"/>
                                    <a:pt x="56198" y="31433"/>
                                  </a:cubicBezTo>
                                  <a:cubicBezTo>
                                    <a:pt x="55245" y="32385"/>
                                    <a:pt x="55245" y="32385"/>
                                    <a:pt x="54293" y="33338"/>
                                  </a:cubicBezTo>
                                  <a:cubicBezTo>
                                    <a:pt x="53340" y="34290"/>
                                    <a:pt x="53340" y="34290"/>
                                    <a:pt x="52388" y="35243"/>
                                  </a:cubicBezTo>
                                  <a:cubicBezTo>
                                    <a:pt x="49530" y="37148"/>
                                    <a:pt x="47625" y="37148"/>
                                    <a:pt x="45720" y="38100"/>
                                  </a:cubicBezTo>
                                  <a:cubicBezTo>
                                    <a:pt x="45720" y="38100"/>
                                    <a:pt x="45720" y="38100"/>
                                    <a:pt x="45720" y="38100"/>
                                  </a:cubicBezTo>
                                  <a:cubicBezTo>
                                    <a:pt x="44768" y="38100"/>
                                    <a:pt x="43815" y="38100"/>
                                    <a:pt x="43815" y="38100"/>
                                  </a:cubicBezTo>
                                  <a:cubicBezTo>
                                    <a:pt x="42863" y="39053"/>
                                    <a:pt x="42863" y="39053"/>
                                    <a:pt x="42863" y="40005"/>
                                  </a:cubicBezTo>
                                  <a:cubicBezTo>
                                    <a:pt x="41910" y="41910"/>
                                    <a:pt x="40005" y="42863"/>
                                    <a:pt x="39053" y="43815"/>
                                  </a:cubicBezTo>
                                  <a:cubicBezTo>
                                    <a:pt x="39053" y="43815"/>
                                    <a:pt x="39053" y="43815"/>
                                    <a:pt x="38100" y="43815"/>
                                  </a:cubicBezTo>
                                  <a:cubicBezTo>
                                    <a:pt x="38100" y="43815"/>
                                    <a:pt x="38100" y="43815"/>
                                    <a:pt x="38100" y="43815"/>
                                  </a:cubicBezTo>
                                  <a:cubicBezTo>
                                    <a:pt x="36195" y="44768"/>
                                    <a:pt x="35243" y="45720"/>
                                    <a:pt x="33338" y="45720"/>
                                  </a:cubicBezTo>
                                  <a:cubicBezTo>
                                    <a:pt x="31432" y="45720"/>
                                    <a:pt x="29528" y="45720"/>
                                    <a:pt x="27623" y="45720"/>
                                  </a:cubicBezTo>
                                  <a:cubicBezTo>
                                    <a:pt x="27623" y="45720"/>
                                    <a:pt x="26670" y="45720"/>
                                    <a:pt x="26670" y="45720"/>
                                  </a:cubicBezTo>
                                  <a:cubicBezTo>
                                    <a:pt x="26670" y="45720"/>
                                    <a:pt x="25718" y="45720"/>
                                    <a:pt x="25718" y="45720"/>
                                  </a:cubicBezTo>
                                  <a:cubicBezTo>
                                    <a:pt x="24765" y="45720"/>
                                    <a:pt x="23813" y="45720"/>
                                    <a:pt x="23813" y="45720"/>
                                  </a:cubicBezTo>
                                  <a:cubicBezTo>
                                    <a:pt x="23813" y="45720"/>
                                    <a:pt x="23813" y="45720"/>
                                    <a:pt x="22860" y="45720"/>
                                  </a:cubicBezTo>
                                  <a:cubicBezTo>
                                    <a:pt x="22860" y="45720"/>
                                    <a:pt x="22860" y="45720"/>
                                    <a:pt x="21907" y="45720"/>
                                  </a:cubicBezTo>
                                  <a:lnTo>
                                    <a:pt x="21907" y="45720"/>
                                  </a:lnTo>
                                  <a:cubicBezTo>
                                    <a:pt x="21907" y="45720"/>
                                    <a:pt x="20955" y="45720"/>
                                    <a:pt x="20003" y="45720"/>
                                  </a:cubicBezTo>
                                  <a:cubicBezTo>
                                    <a:pt x="19050" y="45720"/>
                                    <a:pt x="18098" y="46673"/>
                                    <a:pt x="16193" y="47625"/>
                                  </a:cubicBezTo>
                                  <a:cubicBezTo>
                                    <a:pt x="15240" y="47625"/>
                                    <a:pt x="15240" y="47625"/>
                                    <a:pt x="15240" y="48578"/>
                                  </a:cubicBezTo>
                                  <a:cubicBezTo>
                                    <a:pt x="15240" y="48578"/>
                                    <a:pt x="14288" y="48578"/>
                                    <a:pt x="14288" y="48578"/>
                                  </a:cubicBezTo>
                                  <a:lnTo>
                                    <a:pt x="14288" y="48578"/>
                                  </a:lnTo>
                                  <a:lnTo>
                                    <a:pt x="14288" y="48578"/>
                                  </a:lnTo>
                                  <a:cubicBezTo>
                                    <a:pt x="14288" y="48578"/>
                                    <a:pt x="14288" y="48578"/>
                                    <a:pt x="14288" y="48578"/>
                                  </a:cubicBezTo>
                                  <a:cubicBezTo>
                                    <a:pt x="14288" y="48578"/>
                                    <a:pt x="13335" y="48578"/>
                                    <a:pt x="13335" y="48578"/>
                                  </a:cubicBezTo>
                                  <a:cubicBezTo>
                                    <a:pt x="13335" y="48578"/>
                                    <a:pt x="13335" y="48578"/>
                                    <a:pt x="13335" y="48578"/>
                                  </a:cubicBezTo>
                                  <a:lnTo>
                                    <a:pt x="13335" y="48578"/>
                                  </a:lnTo>
                                  <a:cubicBezTo>
                                    <a:pt x="13335" y="48578"/>
                                    <a:pt x="12382" y="48578"/>
                                    <a:pt x="12382" y="48578"/>
                                  </a:cubicBezTo>
                                  <a:cubicBezTo>
                                    <a:pt x="12382" y="48578"/>
                                    <a:pt x="11430" y="48578"/>
                                    <a:pt x="11430" y="48578"/>
                                  </a:cubicBezTo>
                                  <a:cubicBezTo>
                                    <a:pt x="10478" y="48578"/>
                                    <a:pt x="9525" y="47625"/>
                                    <a:pt x="9525" y="47625"/>
                                  </a:cubicBezTo>
                                  <a:cubicBezTo>
                                    <a:pt x="7620" y="46673"/>
                                    <a:pt x="6668" y="44768"/>
                                    <a:pt x="5715" y="41910"/>
                                  </a:cubicBezTo>
                                  <a:cubicBezTo>
                                    <a:pt x="4763" y="40005"/>
                                    <a:pt x="3810" y="37148"/>
                                    <a:pt x="2857" y="35243"/>
                                  </a:cubicBezTo>
                                  <a:cubicBezTo>
                                    <a:pt x="1905" y="33338"/>
                                    <a:pt x="1905" y="30480"/>
                                    <a:pt x="953" y="28575"/>
                                  </a:cubicBezTo>
                                  <a:cubicBezTo>
                                    <a:pt x="0" y="27623"/>
                                    <a:pt x="0" y="25718"/>
                                    <a:pt x="0" y="23813"/>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01A1191A-476A-4D1B-A326-633DD5A35E30}"/>
                                </a:ext>
                              </a:extLst>
                            </p:cNvPr>
                            <p:cNvSpPr/>
                            <p:nvPr/>
                          </p:nvSpPr>
                          <p:spPr>
                            <a:xfrm>
                              <a:off x="3799704" y="2629724"/>
                              <a:ext cx="59054" cy="43815"/>
                            </a:xfrm>
                            <a:custGeom>
                              <a:avLst/>
                              <a:gdLst>
                                <a:gd name="connsiteX0" fmla="*/ 5715 w 59054"/>
                                <a:gd name="connsiteY0" fmla="*/ 12383 h 43815"/>
                                <a:gd name="connsiteX1" fmla="*/ 5715 w 59054"/>
                                <a:gd name="connsiteY1" fmla="*/ 12383 h 43815"/>
                                <a:gd name="connsiteX2" fmla="*/ 6667 w 59054"/>
                                <a:gd name="connsiteY2" fmla="*/ 14288 h 43815"/>
                                <a:gd name="connsiteX3" fmla="*/ 7620 w 59054"/>
                                <a:gd name="connsiteY3" fmla="*/ 19050 h 43815"/>
                                <a:gd name="connsiteX4" fmla="*/ 8572 w 59054"/>
                                <a:gd name="connsiteY4" fmla="*/ 25717 h 43815"/>
                                <a:gd name="connsiteX5" fmla="*/ 8572 w 59054"/>
                                <a:gd name="connsiteY5" fmla="*/ 27622 h 43815"/>
                                <a:gd name="connsiteX6" fmla="*/ 8572 w 59054"/>
                                <a:gd name="connsiteY6" fmla="*/ 28575 h 43815"/>
                                <a:gd name="connsiteX7" fmla="*/ 8572 w 59054"/>
                                <a:gd name="connsiteY7" fmla="*/ 28575 h 43815"/>
                                <a:gd name="connsiteX8" fmla="*/ 8572 w 59054"/>
                                <a:gd name="connsiteY8" fmla="*/ 28575 h 43815"/>
                                <a:gd name="connsiteX9" fmla="*/ 8572 w 59054"/>
                                <a:gd name="connsiteY9" fmla="*/ 28575 h 43815"/>
                                <a:gd name="connsiteX10" fmla="*/ 9525 w 59054"/>
                                <a:gd name="connsiteY10" fmla="*/ 32385 h 43815"/>
                                <a:gd name="connsiteX11" fmla="*/ 10477 w 59054"/>
                                <a:gd name="connsiteY11" fmla="*/ 34290 h 43815"/>
                                <a:gd name="connsiteX12" fmla="*/ 11430 w 59054"/>
                                <a:gd name="connsiteY12" fmla="*/ 36195 h 43815"/>
                                <a:gd name="connsiteX13" fmla="*/ 11430 w 59054"/>
                                <a:gd name="connsiteY13" fmla="*/ 37147 h 43815"/>
                                <a:gd name="connsiteX14" fmla="*/ 11430 w 59054"/>
                                <a:gd name="connsiteY14" fmla="*/ 38100 h 43815"/>
                                <a:gd name="connsiteX15" fmla="*/ 12382 w 59054"/>
                                <a:gd name="connsiteY15" fmla="*/ 39053 h 43815"/>
                                <a:gd name="connsiteX16" fmla="*/ 13335 w 59054"/>
                                <a:gd name="connsiteY16" fmla="*/ 40958 h 43815"/>
                                <a:gd name="connsiteX17" fmla="*/ 14288 w 59054"/>
                                <a:gd name="connsiteY17" fmla="*/ 42863 h 43815"/>
                                <a:gd name="connsiteX18" fmla="*/ 15240 w 59054"/>
                                <a:gd name="connsiteY18" fmla="*/ 43815 h 43815"/>
                                <a:gd name="connsiteX19" fmla="*/ 15240 w 59054"/>
                                <a:gd name="connsiteY19" fmla="*/ 43815 h 43815"/>
                                <a:gd name="connsiteX20" fmla="*/ 15240 w 59054"/>
                                <a:gd name="connsiteY20" fmla="*/ 43815 h 43815"/>
                                <a:gd name="connsiteX21" fmla="*/ 15240 w 59054"/>
                                <a:gd name="connsiteY21" fmla="*/ 43815 h 43815"/>
                                <a:gd name="connsiteX22" fmla="*/ 15240 w 59054"/>
                                <a:gd name="connsiteY22" fmla="*/ 43815 h 43815"/>
                                <a:gd name="connsiteX23" fmla="*/ 15240 w 59054"/>
                                <a:gd name="connsiteY23" fmla="*/ 42863 h 43815"/>
                                <a:gd name="connsiteX24" fmla="*/ 14288 w 59054"/>
                                <a:gd name="connsiteY24" fmla="*/ 41910 h 43815"/>
                                <a:gd name="connsiteX25" fmla="*/ 13335 w 59054"/>
                                <a:gd name="connsiteY25" fmla="*/ 40005 h 43815"/>
                                <a:gd name="connsiteX26" fmla="*/ 12382 w 59054"/>
                                <a:gd name="connsiteY26" fmla="*/ 38100 h 43815"/>
                                <a:gd name="connsiteX27" fmla="*/ 11430 w 59054"/>
                                <a:gd name="connsiteY27" fmla="*/ 37147 h 43815"/>
                                <a:gd name="connsiteX28" fmla="*/ 11430 w 59054"/>
                                <a:gd name="connsiteY28" fmla="*/ 36195 h 43815"/>
                                <a:gd name="connsiteX29" fmla="*/ 11430 w 59054"/>
                                <a:gd name="connsiteY29" fmla="*/ 35242 h 43815"/>
                                <a:gd name="connsiteX30" fmla="*/ 10477 w 59054"/>
                                <a:gd name="connsiteY30" fmla="*/ 33338 h 43815"/>
                                <a:gd name="connsiteX31" fmla="*/ 9525 w 59054"/>
                                <a:gd name="connsiteY31" fmla="*/ 31433 h 43815"/>
                                <a:gd name="connsiteX32" fmla="*/ 8572 w 59054"/>
                                <a:gd name="connsiteY32" fmla="*/ 27622 h 43815"/>
                                <a:gd name="connsiteX33" fmla="*/ 8572 w 59054"/>
                                <a:gd name="connsiteY33" fmla="*/ 27622 h 43815"/>
                                <a:gd name="connsiteX34" fmla="*/ 8572 w 59054"/>
                                <a:gd name="connsiteY34" fmla="*/ 27622 h 43815"/>
                                <a:gd name="connsiteX35" fmla="*/ 8572 w 59054"/>
                                <a:gd name="connsiteY35" fmla="*/ 27622 h 43815"/>
                                <a:gd name="connsiteX36" fmla="*/ 8572 w 59054"/>
                                <a:gd name="connsiteY36" fmla="*/ 26670 h 43815"/>
                                <a:gd name="connsiteX37" fmla="*/ 8572 w 59054"/>
                                <a:gd name="connsiteY37" fmla="*/ 24765 h 43815"/>
                                <a:gd name="connsiteX38" fmla="*/ 7620 w 59054"/>
                                <a:gd name="connsiteY38" fmla="*/ 18097 h 43815"/>
                                <a:gd name="connsiteX39" fmla="*/ 6667 w 59054"/>
                                <a:gd name="connsiteY39" fmla="*/ 12383 h 43815"/>
                                <a:gd name="connsiteX40" fmla="*/ 7620 w 59054"/>
                                <a:gd name="connsiteY40" fmla="*/ 12383 h 43815"/>
                                <a:gd name="connsiteX41" fmla="*/ 9525 w 59054"/>
                                <a:gd name="connsiteY41" fmla="*/ 13335 h 43815"/>
                                <a:gd name="connsiteX42" fmla="*/ 11430 w 59054"/>
                                <a:gd name="connsiteY42" fmla="*/ 14288 h 43815"/>
                                <a:gd name="connsiteX43" fmla="*/ 15240 w 59054"/>
                                <a:gd name="connsiteY43" fmla="*/ 16192 h 43815"/>
                                <a:gd name="connsiteX44" fmla="*/ 16192 w 59054"/>
                                <a:gd name="connsiteY44" fmla="*/ 16192 h 43815"/>
                                <a:gd name="connsiteX45" fmla="*/ 16192 w 59054"/>
                                <a:gd name="connsiteY45" fmla="*/ 16192 h 43815"/>
                                <a:gd name="connsiteX46" fmla="*/ 18097 w 59054"/>
                                <a:gd name="connsiteY46" fmla="*/ 18097 h 43815"/>
                                <a:gd name="connsiteX47" fmla="*/ 20002 w 59054"/>
                                <a:gd name="connsiteY47" fmla="*/ 20003 h 43815"/>
                                <a:gd name="connsiteX48" fmla="*/ 22860 w 59054"/>
                                <a:gd name="connsiteY48" fmla="*/ 26670 h 43815"/>
                                <a:gd name="connsiteX49" fmla="*/ 23813 w 59054"/>
                                <a:gd name="connsiteY49" fmla="*/ 30480 h 43815"/>
                                <a:gd name="connsiteX50" fmla="*/ 24765 w 59054"/>
                                <a:gd name="connsiteY50" fmla="*/ 32385 h 43815"/>
                                <a:gd name="connsiteX51" fmla="*/ 25717 w 59054"/>
                                <a:gd name="connsiteY51" fmla="*/ 34290 h 43815"/>
                                <a:gd name="connsiteX52" fmla="*/ 26670 w 59054"/>
                                <a:gd name="connsiteY52" fmla="*/ 37147 h 43815"/>
                                <a:gd name="connsiteX53" fmla="*/ 27622 w 59054"/>
                                <a:gd name="connsiteY53" fmla="*/ 38100 h 43815"/>
                                <a:gd name="connsiteX54" fmla="*/ 28575 w 59054"/>
                                <a:gd name="connsiteY54" fmla="*/ 39053 h 43815"/>
                                <a:gd name="connsiteX55" fmla="*/ 30480 w 59054"/>
                                <a:gd name="connsiteY55" fmla="*/ 40958 h 43815"/>
                                <a:gd name="connsiteX56" fmla="*/ 30480 w 59054"/>
                                <a:gd name="connsiteY56" fmla="*/ 40958 h 43815"/>
                                <a:gd name="connsiteX57" fmla="*/ 30480 w 59054"/>
                                <a:gd name="connsiteY57" fmla="*/ 40958 h 43815"/>
                                <a:gd name="connsiteX58" fmla="*/ 30480 w 59054"/>
                                <a:gd name="connsiteY58" fmla="*/ 40958 h 43815"/>
                                <a:gd name="connsiteX59" fmla="*/ 30480 w 59054"/>
                                <a:gd name="connsiteY59" fmla="*/ 40958 h 43815"/>
                                <a:gd name="connsiteX60" fmla="*/ 30480 w 59054"/>
                                <a:gd name="connsiteY60" fmla="*/ 40958 h 43815"/>
                                <a:gd name="connsiteX61" fmla="*/ 31432 w 59054"/>
                                <a:gd name="connsiteY61" fmla="*/ 40958 h 43815"/>
                                <a:gd name="connsiteX62" fmla="*/ 30480 w 59054"/>
                                <a:gd name="connsiteY62" fmla="*/ 40958 h 43815"/>
                                <a:gd name="connsiteX63" fmla="*/ 30480 w 59054"/>
                                <a:gd name="connsiteY63" fmla="*/ 40958 h 43815"/>
                                <a:gd name="connsiteX64" fmla="*/ 30480 w 59054"/>
                                <a:gd name="connsiteY64" fmla="*/ 40958 h 43815"/>
                                <a:gd name="connsiteX65" fmla="*/ 30480 w 59054"/>
                                <a:gd name="connsiteY65" fmla="*/ 40958 h 43815"/>
                                <a:gd name="connsiteX66" fmla="*/ 30480 w 59054"/>
                                <a:gd name="connsiteY66" fmla="*/ 40958 h 43815"/>
                                <a:gd name="connsiteX67" fmla="*/ 30480 w 59054"/>
                                <a:gd name="connsiteY67" fmla="*/ 40958 h 43815"/>
                                <a:gd name="connsiteX68" fmla="*/ 28575 w 59054"/>
                                <a:gd name="connsiteY68" fmla="*/ 39053 h 43815"/>
                                <a:gd name="connsiteX69" fmla="*/ 27622 w 59054"/>
                                <a:gd name="connsiteY69" fmla="*/ 38100 h 43815"/>
                                <a:gd name="connsiteX70" fmla="*/ 26670 w 59054"/>
                                <a:gd name="connsiteY70" fmla="*/ 37147 h 43815"/>
                                <a:gd name="connsiteX71" fmla="*/ 25717 w 59054"/>
                                <a:gd name="connsiteY71" fmla="*/ 34290 h 43815"/>
                                <a:gd name="connsiteX72" fmla="*/ 24765 w 59054"/>
                                <a:gd name="connsiteY72" fmla="*/ 32385 h 43815"/>
                                <a:gd name="connsiteX73" fmla="*/ 23813 w 59054"/>
                                <a:gd name="connsiteY73" fmla="*/ 30480 h 43815"/>
                                <a:gd name="connsiteX74" fmla="*/ 22860 w 59054"/>
                                <a:gd name="connsiteY74" fmla="*/ 26670 h 43815"/>
                                <a:gd name="connsiteX75" fmla="*/ 20002 w 59054"/>
                                <a:gd name="connsiteY75" fmla="*/ 20003 h 43815"/>
                                <a:gd name="connsiteX76" fmla="*/ 18097 w 59054"/>
                                <a:gd name="connsiteY76" fmla="*/ 17145 h 43815"/>
                                <a:gd name="connsiteX77" fmla="*/ 18097 w 59054"/>
                                <a:gd name="connsiteY77" fmla="*/ 17145 h 43815"/>
                                <a:gd name="connsiteX78" fmla="*/ 19050 w 59054"/>
                                <a:gd name="connsiteY78" fmla="*/ 18097 h 43815"/>
                                <a:gd name="connsiteX79" fmla="*/ 23813 w 59054"/>
                                <a:gd name="connsiteY79" fmla="*/ 20003 h 43815"/>
                                <a:gd name="connsiteX80" fmla="*/ 27622 w 59054"/>
                                <a:gd name="connsiteY80" fmla="*/ 21908 h 43815"/>
                                <a:gd name="connsiteX81" fmla="*/ 27622 w 59054"/>
                                <a:gd name="connsiteY81" fmla="*/ 21908 h 43815"/>
                                <a:gd name="connsiteX82" fmla="*/ 28575 w 59054"/>
                                <a:gd name="connsiteY82" fmla="*/ 21908 h 43815"/>
                                <a:gd name="connsiteX83" fmla="*/ 30480 w 59054"/>
                                <a:gd name="connsiteY83" fmla="*/ 24765 h 43815"/>
                                <a:gd name="connsiteX84" fmla="*/ 31432 w 59054"/>
                                <a:gd name="connsiteY84" fmla="*/ 26670 h 43815"/>
                                <a:gd name="connsiteX85" fmla="*/ 32385 w 59054"/>
                                <a:gd name="connsiteY85" fmla="*/ 28575 h 43815"/>
                                <a:gd name="connsiteX86" fmla="*/ 33338 w 59054"/>
                                <a:gd name="connsiteY86" fmla="*/ 29528 h 43815"/>
                                <a:gd name="connsiteX87" fmla="*/ 34290 w 59054"/>
                                <a:gd name="connsiteY87" fmla="*/ 30480 h 43815"/>
                                <a:gd name="connsiteX88" fmla="*/ 35242 w 59054"/>
                                <a:gd name="connsiteY88" fmla="*/ 31433 h 43815"/>
                                <a:gd name="connsiteX89" fmla="*/ 36195 w 59054"/>
                                <a:gd name="connsiteY89" fmla="*/ 32385 h 43815"/>
                                <a:gd name="connsiteX90" fmla="*/ 38100 w 59054"/>
                                <a:gd name="connsiteY90" fmla="*/ 34290 h 43815"/>
                                <a:gd name="connsiteX91" fmla="*/ 40005 w 59054"/>
                                <a:gd name="connsiteY91" fmla="*/ 36195 h 43815"/>
                                <a:gd name="connsiteX92" fmla="*/ 40957 w 59054"/>
                                <a:gd name="connsiteY92" fmla="*/ 37147 h 43815"/>
                                <a:gd name="connsiteX93" fmla="*/ 41910 w 59054"/>
                                <a:gd name="connsiteY93" fmla="*/ 38100 h 43815"/>
                                <a:gd name="connsiteX94" fmla="*/ 41910 w 59054"/>
                                <a:gd name="connsiteY94" fmla="*/ 39053 h 43815"/>
                                <a:gd name="connsiteX95" fmla="*/ 41910 w 59054"/>
                                <a:gd name="connsiteY95" fmla="*/ 40005 h 43815"/>
                                <a:gd name="connsiteX96" fmla="*/ 41910 w 59054"/>
                                <a:gd name="connsiteY96" fmla="*/ 40005 h 43815"/>
                                <a:gd name="connsiteX97" fmla="*/ 40957 w 59054"/>
                                <a:gd name="connsiteY97" fmla="*/ 39053 h 43815"/>
                                <a:gd name="connsiteX98" fmla="*/ 40005 w 59054"/>
                                <a:gd name="connsiteY98" fmla="*/ 38100 h 43815"/>
                                <a:gd name="connsiteX99" fmla="*/ 39052 w 59054"/>
                                <a:gd name="connsiteY99" fmla="*/ 37147 h 43815"/>
                                <a:gd name="connsiteX100" fmla="*/ 37147 w 59054"/>
                                <a:gd name="connsiteY100" fmla="*/ 35242 h 43815"/>
                                <a:gd name="connsiteX101" fmla="*/ 35242 w 59054"/>
                                <a:gd name="connsiteY101" fmla="*/ 33338 h 43815"/>
                                <a:gd name="connsiteX102" fmla="*/ 35242 w 59054"/>
                                <a:gd name="connsiteY102" fmla="*/ 32385 h 43815"/>
                                <a:gd name="connsiteX103" fmla="*/ 35242 w 59054"/>
                                <a:gd name="connsiteY103" fmla="*/ 31433 h 43815"/>
                                <a:gd name="connsiteX104" fmla="*/ 34290 w 59054"/>
                                <a:gd name="connsiteY104" fmla="*/ 30480 h 43815"/>
                                <a:gd name="connsiteX105" fmla="*/ 33338 w 59054"/>
                                <a:gd name="connsiteY105" fmla="*/ 29528 h 43815"/>
                                <a:gd name="connsiteX106" fmla="*/ 32385 w 59054"/>
                                <a:gd name="connsiteY106" fmla="*/ 28575 h 43815"/>
                                <a:gd name="connsiteX107" fmla="*/ 31432 w 59054"/>
                                <a:gd name="connsiteY107" fmla="*/ 26670 h 43815"/>
                                <a:gd name="connsiteX108" fmla="*/ 30480 w 59054"/>
                                <a:gd name="connsiteY108" fmla="*/ 24765 h 43815"/>
                                <a:gd name="connsiteX109" fmla="*/ 29527 w 59054"/>
                                <a:gd name="connsiteY109" fmla="*/ 22860 h 43815"/>
                                <a:gd name="connsiteX110" fmla="*/ 32385 w 59054"/>
                                <a:gd name="connsiteY110" fmla="*/ 23813 h 43815"/>
                                <a:gd name="connsiteX111" fmla="*/ 37147 w 59054"/>
                                <a:gd name="connsiteY111" fmla="*/ 25717 h 43815"/>
                                <a:gd name="connsiteX112" fmla="*/ 39052 w 59054"/>
                                <a:gd name="connsiteY112" fmla="*/ 26670 h 43815"/>
                                <a:gd name="connsiteX113" fmla="*/ 40957 w 59054"/>
                                <a:gd name="connsiteY113" fmla="*/ 27622 h 43815"/>
                                <a:gd name="connsiteX114" fmla="*/ 44767 w 59054"/>
                                <a:gd name="connsiteY114" fmla="*/ 30480 h 43815"/>
                                <a:gd name="connsiteX115" fmla="*/ 46672 w 59054"/>
                                <a:gd name="connsiteY115" fmla="*/ 32385 h 43815"/>
                                <a:gd name="connsiteX116" fmla="*/ 47625 w 59054"/>
                                <a:gd name="connsiteY116" fmla="*/ 33338 h 43815"/>
                                <a:gd name="connsiteX117" fmla="*/ 47625 w 59054"/>
                                <a:gd name="connsiteY117" fmla="*/ 33338 h 43815"/>
                                <a:gd name="connsiteX118" fmla="*/ 47625 w 59054"/>
                                <a:gd name="connsiteY118" fmla="*/ 33338 h 43815"/>
                                <a:gd name="connsiteX119" fmla="*/ 45720 w 59054"/>
                                <a:gd name="connsiteY119" fmla="*/ 31433 h 43815"/>
                                <a:gd name="connsiteX120" fmla="*/ 43815 w 59054"/>
                                <a:gd name="connsiteY120" fmla="*/ 29528 h 43815"/>
                                <a:gd name="connsiteX121" fmla="*/ 40005 w 59054"/>
                                <a:gd name="connsiteY121" fmla="*/ 26670 h 43815"/>
                                <a:gd name="connsiteX122" fmla="*/ 39052 w 59054"/>
                                <a:gd name="connsiteY122" fmla="*/ 25717 h 43815"/>
                                <a:gd name="connsiteX123" fmla="*/ 38100 w 59054"/>
                                <a:gd name="connsiteY123" fmla="*/ 24765 h 43815"/>
                                <a:gd name="connsiteX124" fmla="*/ 37147 w 59054"/>
                                <a:gd name="connsiteY124" fmla="*/ 23813 h 43815"/>
                                <a:gd name="connsiteX125" fmla="*/ 36195 w 59054"/>
                                <a:gd name="connsiteY125" fmla="*/ 22860 h 43815"/>
                                <a:gd name="connsiteX126" fmla="*/ 31432 w 59054"/>
                                <a:gd name="connsiteY126" fmla="*/ 20955 h 43815"/>
                                <a:gd name="connsiteX127" fmla="*/ 26670 w 59054"/>
                                <a:gd name="connsiteY127" fmla="*/ 19050 h 43815"/>
                                <a:gd name="connsiteX128" fmla="*/ 22860 w 59054"/>
                                <a:gd name="connsiteY128" fmla="*/ 17145 h 43815"/>
                                <a:gd name="connsiteX129" fmla="*/ 23813 w 59054"/>
                                <a:gd name="connsiteY129" fmla="*/ 17145 h 43815"/>
                                <a:gd name="connsiteX130" fmla="*/ 26670 w 59054"/>
                                <a:gd name="connsiteY130" fmla="*/ 16192 h 43815"/>
                                <a:gd name="connsiteX131" fmla="*/ 33338 w 59054"/>
                                <a:gd name="connsiteY131" fmla="*/ 14288 h 43815"/>
                                <a:gd name="connsiteX132" fmla="*/ 37147 w 59054"/>
                                <a:gd name="connsiteY132" fmla="*/ 13335 h 43815"/>
                                <a:gd name="connsiteX133" fmla="*/ 41910 w 59054"/>
                                <a:gd name="connsiteY133" fmla="*/ 12383 h 43815"/>
                                <a:gd name="connsiteX134" fmla="*/ 46672 w 59054"/>
                                <a:gd name="connsiteY134" fmla="*/ 12383 h 43815"/>
                                <a:gd name="connsiteX135" fmla="*/ 51435 w 59054"/>
                                <a:gd name="connsiteY135" fmla="*/ 13335 h 43815"/>
                                <a:gd name="connsiteX136" fmla="*/ 53340 w 59054"/>
                                <a:gd name="connsiteY136" fmla="*/ 14288 h 43815"/>
                                <a:gd name="connsiteX137" fmla="*/ 55245 w 59054"/>
                                <a:gd name="connsiteY137" fmla="*/ 15240 h 43815"/>
                                <a:gd name="connsiteX138" fmla="*/ 56197 w 59054"/>
                                <a:gd name="connsiteY138" fmla="*/ 16192 h 43815"/>
                                <a:gd name="connsiteX139" fmla="*/ 57150 w 59054"/>
                                <a:gd name="connsiteY139" fmla="*/ 17145 h 43815"/>
                                <a:gd name="connsiteX140" fmla="*/ 59055 w 59054"/>
                                <a:gd name="connsiteY140" fmla="*/ 19050 h 43815"/>
                                <a:gd name="connsiteX141" fmla="*/ 59055 w 59054"/>
                                <a:gd name="connsiteY141" fmla="*/ 19050 h 43815"/>
                                <a:gd name="connsiteX142" fmla="*/ 59055 w 59054"/>
                                <a:gd name="connsiteY142" fmla="*/ 19050 h 43815"/>
                                <a:gd name="connsiteX143" fmla="*/ 59055 w 59054"/>
                                <a:gd name="connsiteY143" fmla="*/ 19050 h 43815"/>
                                <a:gd name="connsiteX144" fmla="*/ 55245 w 59054"/>
                                <a:gd name="connsiteY144" fmla="*/ 16192 h 43815"/>
                                <a:gd name="connsiteX145" fmla="*/ 50482 w 59054"/>
                                <a:gd name="connsiteY145" fmla="*/ 14288 h 43815"/>
                                <a:gd name="connsiteX146" fmla="*/ 45720 w 59054"/>
                                <a:gd name="connsiteY146" fmla="*/ 13335 h 43815"/>
                                <a:gd name="connsiteX147" fmla="*/ 40957 w 59054"/>
                                <a:gd name="connsiteY147" fmla="*/ 13335 h 43815"/>
                                <a:gd name="connsiteX148" fmla="*/ 36195 w 59054"/>
                                <a:gd name="connsiteY148" fmla="*/ 14288 h 43815"/>
                                <a:gd name="connsiteX149" fmla="*/ 32385 w 59054"/>
                                <a:gd name="connsiteY149" fmla="*/ 15240 h 43815"/>
                                <a:gd name="connsiteX150" fmla="*/ 25717 w 59054"/>
                                <a:gd name="connsiteY150" fmla="*/ 17145 h 43815"/>
                                <a:gd name="connsiteX151" fmla="*/ 22860 w 59054"/>
                                <a:gd name="connsiteY151" fmla="*/ 17145 h 43815"/>
                                <a:gd name="connsiteX152" fmla="*/ 20955 w 59054"/>
                                <a:gd name="connsiteY152" fmla="*/ 17145 h 43815"/>
                                <a:gd name="connsiteX153" fmla="*/ 20002 w 59054"/>
                                <a:gd name="connsiteY153" fmla="*/ 17145 h 43815"/>
                                <a:gd name="connsiteX154" fmla="*/ 17145 w 59054"/>
                                <a:gd name="connsiteY154" fmla="*/ 16192 h 43815"/>
                                <a:gd name="connsiteX155" fmla="*/ 15240 w 59054"/>
                                <a:gd name="connsiteY155" fmla="*/ 15240 h 43815"/>
                                <a:gd name="connsiteX156" fmla="*/ 13335 w 59054"/>
                                <a:gd name="connsiteY156" fmla="*/ 14288 h 43815"/>
                                <a:gd name="connsiteX157" fmla="*/ 9525 w 59054"/>
                                <a:gd name="connsiteY157" fmla="*/ 12383 h 43815"/>
                                <a:gd name="connsiteX158" fmla="*/ 9525 w 59054"/>
                                <a:gd name="connsiteY158" fmla="*/ 12383 h 43815"/>
                                <a:gd name="connsiteX159" fmla="*/ 9525 w 59054"/>
                                <a:gd name="connsiteY159" fmla="*/ 12383 h 43815"/>
                                <a:gd name="connsiteX160" fmla="*/ 11430 w 59054"/>
                                <a:gd name="connsiteY160" fmla="*/ 11430 h 43815"/>
                                <a:gd name="connsiteX161" fmla="*/ 12382 w 59054"/>
                                <a:gd name="connsiteY161" fmla="*/ 10478 h 43815"/>
                                <a:gd name="connsiteX162" fmla="*/ 14288 w 59054"/>
                                <a:gd name="connsiteY162" fmla="*/ 9525 h 43815"/>
                                <a:gd name="connsiteX163" fmla="*/ 18097 w 59054"/>
                                <a:gd name="connsiteY163" fmla="*/ 7620 h 43815"/>
                                <a:gd name="connsiteX164" fmla="*/ 21907 w 59054"/>
                                <a:gd name="connsiteY164" fmla="*/ 5715 h 43815"/>
                                <a:gd name="connsiteX165" fmla="*/ 26670 w 59054"/>
                                <a:gd name="connsiteY165" fmla="*/ 3810 h 43815"/>
                                <a:gd name="connsiteX166" fmla="*/ 31432 w 59054"/>
                                <a:gd name="connsiteY166" fmla="*/ 1905 h 43815"/>
                                <a:gd name="connsiteX167" fmla="*/ 36195 w 59054"/>
                                <a:gd name="connsiteY167" fmla="*/ 953 h 43815"/>
                                <a:gd name="connsiteX168" fmla="*/ 40957 w 59054"/>
                                <a:gd name="connsiteY168" fmla="*/ 0 h 43815"/>
                                <a:gd name="connsiteX169" fmla="*/ 43815 w 59054"/>
                                <a:gd name="connsiteY169" fmla="*/ 0 h 43815"/>
                                <a:gd name="connsiteX170" fmla="*/ 46672 w 59054"/>
                                <a:gd name="connsiteY170" fmla="*/ 0 h 43815"/>
                                <a:gd name="connsiteX171" fmla="*/ 49530 w 59054"/>
                                <a:gd name="connsiteY171" fmla="*/ 953 h 43815"/>
                                <a:gd name="connsiteX172" fmla="*/ 52388 w 59054"/>
                                <a:gd name="connsiteY172" fmla="*/ 1905 h 43815"/>
                                <a:gd name="connsiteX173" fmla="*/ 54292 w 59054"/>
                                <a:gd name="connsiteY173" fmla="*/ 2858 h 43815"/>
                                <a:gd name="connsiteX174" fmla="*/ 55245 w 59054"/>
                                <a:gd name="connsiteY174" fmla="*/ 3810 h 43815"/>
                                <a:gd name="connsiteX175" fmla="*/ 55245 w 59054"/>
                                <a:gd name="connsiteY175" fmla="*/ 3810 h 43815"/>
                                <a:gd name="connsiteX176" fmla="*/ 54292 w 59054"/>
                                <a:gd name="connsiteY176" fmla="*/ 2858 h 43815"/>
                                <a:gd name="connsiteX177" fmla="*/ 52388 w 59054"/>
                                <a:gd name="connsiteY177" fmla="*/ 1905 h 43815"/>
                                <a:gd name="connsiteX178" fmla="*/ 49530 w 59054"/>
                                <a:gd name="connsiteY178" fmla="*/ 953 h 43815"/>
                                <a:gd name="connsiteX179" fmla="*/ 46672 w 59054"/>
                                <a:gd name="connsiteY179" fmla="*/ 0 h 43815"/>
                                <a:gd name="connsiteX180" fmla="*/ 43815 w 59054"/>
                                <a:gd name="connsiteY180" fmla="*/ 0 h 43815"/>
                                <a:gd name="connsiteX181" fmla="*/ 40957 w 59054"/>
                                <a:gd name="connsiteY181" fmla="*/ 0 h 43815"/>
                                <a:gd name="connsiteX182" fmla="*/ 35242 w 59054"/>
                                <a:gd name="connsiteY182" fmla="*/ 0 h 43815"/>
                                <a:gd name="connsiteX183" fmla="*/ 30480 w 59054"/>
                                <a:gd name="connsiteY183" fmla="*/ 953 h 43815"/>
                                <a:gd name="connsiteX184" fmla="*/ 25717 w 59054"/>
                                <a:gd name="connsiteY184" fmla="*/ 2858 h 43815"/>
                                <a:gd name="connsiteX185" fmla="*/ 20955 w 59054"/>
                                <a:gd name="connsiteY185" fmla="*/ 4763 h 43815"/>
                                <a:gd name="connsiteX186" fmla="*/ 17145 w 59054"/>
                                <a:gd name="connsiteY186" fmla="*/ 6667 h 43815"/>
                                <a:gd name="connsiteX187" fmla="*/ 13335 w 59054"/>
                                <a:gd name="connsiteY187" fmla="*/ 8572 h 43815"/>
                                <a:gd name="connsiteX188" fmla="*/ 11430 w 59054"/>
                                <a:gd name="connsiteY188" fmla="*/ 9525 h 43815"/>
                                <a:gd name="connsiteX189" fmla="*/ 9525 w 59054"/>
                                <a:gd name="connsiteY189" fmla="*/ 10478 h 43815"/>
                                <a:gd name="connsiteX190" fmla="*/ 7620 w 59054"/>
                                <a:gd name="connsiteY190" fmla="*/ 11430 h 43815"/>
                                <a:gd name="connsiteX191" fmla="*/ 6667 w 59054"/>
                                <a:gd name="connsiteY191" fmla="*/ 12383 h 43815"/>
                                <a:gd name="connsiteX192" fmla="*/ 6667 w 59054"/>
                                <a:gd name="connsiteY192" fmla="*/ 12383 h 43815"/>
                                <a:gd name="connsiteX193" fmla="*/ 4763 w 59054"/>
                                <a:gd name="connsiteY193" fmla="*/ 11430 h 43815"/>
                                <a:gd name="connsiteX194" fmla="*/ 2857 w 59054"/>
                                <a:gd name="connsiteY194" fmla="*/ 10478 h 43815"/>
                                <a:gd name="connsiteX195" fmla="*/ 952 w 59054"/>
                                <a:gd name="connsiteY195" fmla="*/ 9525 h 43815"/>
                                <a:gd name="connsiteX196" fmla="*/ 0 w 59054"/>
                                <a:gd name="connsiteY196" fmla="*/ 11430 h 43815"/>
                                <a:gd name="connsiteX197" fmla="*/ 5715 w 59054"/>
                                <a:gd name="connsiteY197" fmla="*/ 12383 h 4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59054" h="43815">
                                  <a:moveTo>
                                    <a:pt x="5715" y="12383"/>
                                  </a:moveTo>
                                  <a:cubicBezTo>
                                    <a:pt x="5715" y="12383"/>
                                    <a:pt x="5715" y="12383"/>
                                    <a:pt x="5715" y="12383"/>
                                  </a:cubicBezTo>
                                  <a:cubicBezTo>
                                    <a:pt x="5715" y="12383"/>
                                    <a:pt x="6667" y="13335"/>
                                    <a:pt x="6667" y="14288"/>
                                  </a:cubicBezTo>
                                  <a:cubicBezTo>
                                    <a:pt x="6667" y="15240"/>
                                    <a:pt x="7620" y="17145"/>
                                    <a:pt x="7620" y="19050"/>
                                  </a:cubicBezTo>
                                  <a:cubicBezTo>
                                    <a:pt x="7620" y="20955"/>
                                    <a:pt x="8572" y="23813"/>
                                    <a:pt x="8572" y="25717"/>
                                  </a:cubicBezTo>
                                  <a:cubicBezTo>
                                    <a:pt x="8572" y="26670"/>
                                    <a:pt x="8572" y="26670"/>
                                    <a:pt x="8572" y="27622"/>
                                  </a:cubicBezTo>
                                  <a:cubicBezTo>
                                    <a:pt x="8572" y="27622"/>
                                    <a:pt x="8572" y="28575"/>
                                    <a:pt x="8572" y="28575"/>
                                  </a:cubicBezTo>
                                  <a:lnTo>
                                    <a:pt x="8572" y="28575"/>
                                  </a:lnTo>
                                  <a:lnTo>
                                    <a:pt x="8572" y="28575"/>
                                  </a:lnTo>
                                  <a:lnTo>
                                    <a:pt x="8572" y="28575"/>
                                  </a:lnTo>
                                  <a:cubicBezTo>
                                    <a:pt x="8572" y="29528"/>
                                    <a:pt x="9525" y="31433"/>
                                    <a:pt x="9525" y="32385"/>
                                  </a:cubicBezTo>
                                  <a:cubicBezTo>
                                    <a:pt x="9525" y="33338"/>
                                    <a:pt x="9525" y="33338"/>
                                    <a:pt x="10477" y="34290"/>
                                  </a:cubicBezTo>
                                  <a:cubicBezTo>
                                    <a:pt x="10477" y="35242"/>
                                    <a:pt x="10477" y="35242"/>
                                    <a:pt x="11430" y="36195"/>
                                  </a:cubicBezTo>
                                  <a:cubicBezTo>
                                    <a:pt x="11430" y="36195"/>
                                    <a:pt x="11430" y="37147"/>
                                    <a:pt x="11430" y="37147"/>
                                  </a:cubicBezTo>
                                  <a:cubicBezTo>
                                    <a:pt x="11430" y="37147"/>
                                    <a:pt x="11430" y="37147"/>
                                    <a:pt x="11430" y="38100"/>
                                  </a:cubicBezTo>
                                  <a:cubicBezTo>
                                    <a:pt x="11430" y="38100"/>
                                    <a:pt x="11430" y="39053"/>
                                    <a:pt x="12382" y="39053"/>
                                  </a:cubicBezTo>
                                  <a:cubicBezTo>
                                    <a:pt x="12382" y="40005"/>
                                    <a:pt x="13335" y="40005"/>
                                    <a:pt x="13335" y="40958"/>
                                  </a:cubicBezTo>
                                  <a:cubicBezTo>
                                    <a:pt x="13335" y="41910"/>
                                    <a:pt x="14288" y="41910"/>
                                    <a:pt x="14288" y="42863"/>
                                  </a:cubicBezTo>
                                  <a:cubicBezTo>
                                    <a:pt x="14288" y="42863"/>
                                    <a:pt x="15240" y="43815"/>
                                    <a:pt x="15240" y="43815"/>
                                  </a:cubicBezTo>
                                  <a:cubicBezTo>
                                    <a:pt x="15240" y="43815"/>
                                    <a:pt x="15240" y="43815"/>
                                    <a:pt x="15240" y="43815"/>
                                  </a:cubicBezTo>
                                  <a:cubicBezTo>
                                    <a:pt x="15240" y="43815"/>
                                    <a:pt x="15240" y="43815"/>
                                    <a:pt x="15240" y="43815"/>
                                  </a:cubicBezTo>
                                  <a:lnTo>
                                    <a:pt x="15240" y="43815"/>
                                  </a:lnTo>
                                  <a:cubicBezTo>
                                    <a:pt x="15240" y="43815"/>
                                    <a:pt x="15240" y="43815"/>
                                    <a:pt x="15240" y="43815"/>
                                  </a:cubicBezTo>
                                  <a:cubicBezTo>
                                    <a:pt x="15240" y="43815"/>
                                    <a:pt x="15240" y="43815"/>
                                    <a:pt x="15240" y="42863"/>
                                  </a:cubicBezTo>
                                  <a:cubicBezTo>
                                    <a:pt x="15240" y="42863"/>
                                    <a:pt x="15240" y="41910"/>
                                    <a:pt x="14288" y="41910"/>
                                  </a:cubicBezTo>
                                  <a:cubicBezTo>
                                    <a:pt x="14288" y="41910"/>
                                    <a:pt x="13335" y="40958"/>
                                    <a:pt x="13335" y="40005"/>
                                  </a:cubicBezTo>
                                  <a:cubicBezTo>
                                    <a:pt x="13335" y="39053"/>
                                    <a:pt x="12382" y="39053"/>
                                    <a:pt x="12382" y="38100"/>
                                  </a:cubicBezTo>
                                  <a:cubicBezTo>
                                    <a:pt x="12382" y="38100"/>
                                    <a:pt x="12382" y="37147"/>
                                    <a:pt x="11430" y="37147"/>
                                  </a:cubicBezTo>
                                  <a:cubicBezTo>
                                    <a:pt x="11430" y="37147"/>
                                    <a:pt x="11430" y="37147"/>
                                    <a:pt x="11430" y="36195"/>
                                  </a:cubicBezTo>
                                  <a:cubicBezTo>
                                    <a:pt x="11430" y="36195"/>
                                    <a:pt x="11430" y="35242"/>
                                    <a:pt x="11430" y="35242"/>
                                  </a:cubicBezTo>
                                  <a:cubicBezTo>
                                    <a:pt x="11430" y="34290"/>
                                    <a:pt x="11430" y="34290"/>
                                    <a:pt x="10477" y="33338"/>
                                  </a:cubicBezTo>
                                  <a:cubicBezTo>
                                    <a:pt x="10477" y="32385"/>
                                    <a:pt x="10477" y="32385"/>
                                    <a:pt x="9525" y="31433"/>
                                  </a:cubicBezTo>
                                  <a:cubicBezTo>
                                    <a:pt x="9525" y="30480"/>
                                    <a:pt x="8572" y="29528"/>
                                    <a:pt x="8572" y="27622"/>
                                  </a:cubicBezTo>
                                  <a:lnTo>
                                    <a:pt x="8572" y="27622"/>
                                  </a:lnTo>
                                  <a:lnTo>
                                    <a:pt x="8572" y="27622"/>
                                  </a:lnTo>
                                  <a:lnTo>
                                    <a:pt x="8572" y="27622"/>
                                  </a:lnTo>
                                  <a:cubicBezTo>
                                    <a:pt x="8572" y="27622"/>
                                    <a:pt x="8572" y="26670"/>
                                    <a:pt x="8572" y="26670"/>
                                  </a:cubicBezTo>
                                  <a:cubicBezTo>
                                    <a:pt x="8572" y="25717"/>
                                    <a:pt x="8572" y="25717"/>
                                    <a:pt x="8572" y="24765"/>
                                  </a:cubicBezTo>
                                  <a:cubicBezTo>
                                    <a:pt x="8572" y="21908"/>
                                    <a:pt x="7620" y="20003"/>
                                    <a:pt x="7620" y="18097"/>
                                  </a:cubicBezTo>
                                  <a:cubicBezTo>
                                    <a:pt x="6667" y="15240"/>
                                    <a:pt x="6667" y="13335"/>
                                    <a:pt x="6667" y="12383"/>
                                  </a:cubicBezTo>
                                  <a:cubicBezTo>
                                    <a:pt x="6667" y="12383"/>
                                    <a:pt x="7620" y="12383"/>
                                    <a:pt x="7620" y="12383"/>
                                  </a:cubicBezTo>
                                  <a:cubicBezTo>
                                    <a:pt x="7620" y="12383"/>
                                    <a:pt x="8572" y="12383"/>
                                    <a:pt x="9525" y="13335"/>
                                  </a:cubicBezTo>
                                  <a:cubicBezTo>
                                    <a:pt x="10477" y="13335"/>
                                    <a:pt x="10477" y="13335"/>
                                    <a:pt x="11430" y="14288"/>
                                  </a:cubicBezTo>
                                  <a:cubicBezTo>
                                    <a:pt x="12382" y="14288"/>
                                    <a:pt x="14288" y="15240"/>
                                    <a:pt x="15240" y="16192"/>
                                  </a:cubicBezTo>
                                  <a:cubicBezTo>
                                    <a:pt x="15240" y="16192"/>
                                    <a:pt x="16192" y="16192"/>
                                    <a:pt x="16192" y="16192"/>
                                  </a:cubicBezTo>
                                  <a:cubicBezTo>
                                    <a:pt x="16192" y="16192"/>
                                    <a:pt x="16192" y="16192"/>
                                    <a:pt x="16192" y="16192"/>
                                  </a:cubicBezTo>
                                  <a:cubicBezTo>
                                    <a:pt x="16192" y="16192"/>
                                    <a:pt x="17145" y="17145"/>
                                    <a:pt x="18097" y="18097"/>
                                  </a:cubicBezTo>
                                  <a:cubicBezTo>
                                    <a:pt x="19050" y="19050"/>
                                    <a:pt x="19050" y="19050"/>
                                    <a:pt x="20002" y="20003"/>
                                  </a:cubicBezTo>
                                  <a:cubicBezTo>
                                    <a:pt x="20955" y="21908"/>
                                    <a:pt x="21907" y="23813"/>
                                    <a:pt x="22860" y="26670"/>
                                  </a:cubicBezTo>
                                  <a:cubicBezTo>
                                    <a:pt x="22860" y="27622"/>
                                    <a:pt x="23813" y="28575"/>
                                    <a:pt x="23813" y="30480"/>
                                  </a:cubicBezTo>
                                  <a:cubicBezTo>
                                    <a:pt x="23813" y="31433"/>
                                    <a:pt x="23813" y="31433"/>
                                    <a:pt x="24765" y="32385"/>
                                  </a:cubicBezTo>
                                  <a:cubicBezTo>
                                    <a:pt x="24765" y="33338"/>
                                    <a:pt x="24765" y="33338"/>
                                    <a:pt x="25717" y="34290"/>
                                  </a:cubicBezTo>
                                  <a:cubicBezTo>
                                    <a:pt x="25717" y="35242"/>
                                    <a:pt x="26670" y="36195"/>
                                    <a:pt x="26670" y="37147"/>
                                  </a:cubicBezTo>
                                  <a:cubicBezTo>
                                    <a:pt x="26670" y="37147"/>
                                    <a:pt x="26670" y="38100"/>
                                    <a:pt x="27622" y="38100"/>
                                  </a:cubicBezTo>
                                  <a:cubicBezTo>
                                    <a:pt x="27622" y="38100"/>
                                    <a:pt x="27622" y="39053"/>
                                    <a:pt x="28575" y="39053"/>
                                  </a:cubicBezTo>
                                  <a:cubicBezTo>
                                    <a:pt x="29527" y="40005"/>
                                    <a:pt x="29527" y="40958"/>
                                    <a:pt x="30480" y="40958"/>
                                  </a:cubicBezTo>
                                  <a:cubicBezTo>
                                    <a:pt x="30480" y="40958"/>
                                    <a:pt x="30480" y="40958"/>
                                    <a:pt x="30480" y="40958"/>
                                  </a:cubicBezTo>
                                  <a:cubicBezTo>
                                    <a:pt x="30480" y="40958"/>
                                    <a:pt x="30480" y="40958"/>
                                    <a:pt x="30480" y="40958"/>
                                  </a:cubicBezTo>
                                  <a:cubicBezTo>
                                    <a:pt x="30480" y="40958"/>
                                    <a:pt x="30480" y="40958"/>
                                    <a:pt x="30480" y="40958"/>
                                  </a:cubicBezTo>
                                  <a:cubicBezTo>
                                    <a:pt x="30480" y="40958"/>
                                    <a:pt x="30480" y="40958"/>
                                    <a:pt x="30480" y="40958"/>
                                  </a:cubicBezTo>
                                  <a:cubicBezTo>
                                    <a:pt x="30480" y="40958"/>
                                    <a:pt x="30480" y="40958"/>
                                    <a:pt x="30480" y="40958"/>
                                  </a:cubicBezTo>
                                  <a:cubicBezTo>
                                    <a:pt x="30480" y="40958"/>
                                    <a:pt x="30480" y="40958"/>
                                    <a:pt x="31432" y="40958"/>
                                  </a:cubicBezTo>
                                  <a:cubicBezTo>
                                    <a:pt x="31432" y="40958"/>
                                    <a:pt x="31432" y="40958"/>
                                    <a:pt x="30480" y="40958"/>
                                  </a:cubicBezTo>
                                  <a:cubicBezTo>
                                    <a:pt x="30480" y="40958"/>
                                    <a:pt x="30480" y="40958"/>
                                    <a:pt x="30480" y="40958"/>
                                  </a:cubicBezTo>
                                  <a:cubicBezTo>
                                    <a:pt x="30480" y="40958"/>
                                    <a:pt x="30480" y="40958"/>
                                    <a:pt x="30480" y="40958"/>
                                  </a:cubicBezTo>
                                  <a:cubicBezTo>
                                    <a:pt x="30480" y="40958"/>
                                    <a:pt x="30480" y="40958"/>
                                    <a:pt x="30480" y="40958"/>
                                  </a:cubicBezTo>
                                  <a:cubicBezTo>
                                    <a:pt x="30480" y="40958"/>
                                    <a:pt x="30480" y="40958"/>
                                    <a:pt x="30480" y="40958"/>
                                  </a:cubicBezTo>
                                  <a:cubicBezTo>
                                    <a:pt x="30480" y="40958"/>
                                    <a:pt x="30480" y="40958"/>
                                    <a:pt x="30480" y="40958"/>
                                  </a:cubicBezTo>
                                  <a:cubicBezTo>
                                    <a:pt x="29527" y="40958"/>
                                    <a:pt x="29527" y="40005"/>
                                    <a:pt x="28575" y="39053"/>
                                  </a:cubicBezTo>
                                  <a:cubicBezTo>
                                    <a:pt x="28575" y="39053"/>
                                    <a:pt x="28575" y="38100"/>
                                    <a:pt x="27622" y="38100"/>
                                  </a:cubicBezTo>
                                  <a:cubicBezTo>
                                    <a:pt x="27622" y="38100"/>
                                    <a:pt x="27622" y="37147"/>
                                    <a:pt x="26670" y="37147"/>
                                  </a:cubicBezTo>
                                  <a:cubicBezTo>
                                    <a:pt x="26670" y="36195"/>
                                    <a:pt x="25717" y="35242"/>
                                    <a:pt x="25717" y="34290"/>
                                  </a:cubicBezTo>
                                  <a:cubicBezTo>
                                    <a:pt x="25717" y="33338"/>
                                    <a:pt x="25717" y="33338"/>
                                    <a:pt x="24765" y="32385"/>
                                  </a:cubicBezTo>
                                  <a:cubicBezTo>
                                    <a:pt x="24765" y="31433"/>
                                    <a:pt x="24765" y="31433"/>
                                    <a:pt x="23813" y="30480"/>
                                  </a:cubicBezTo>
                                  <a:cubicBezTo>
                                    <a:pt x="23813" y="29528"/>
                                    <a:pt x="22860" y="28575"/>
                                    <a:pt x="22860" y="26670"/>
                                  </a:cubicBezTo>
                                  <a:cubicBezTo>
                                    <a:pt x="21907" y="24765"/>
                                    <a:pt x="20955" y="21908"/>
                                    <a:pt x="20002" y="20003"/>
                                  </a:cubicBezTo>
                                  <a:cubicBezTo>
                                    <a:pt x="19050" y="19050"/>
                                    <a:pt x="19050" y="18097"/>
                                    <a:pt x="18097" y="17145"/>
                                  </a:cubicBezTo>
                                  <a:cubicBezTo>
                                    <a:pt x="18097" y="17145"/>
                                    <a:pt x="18097" y="17145"/>
                                    <a:pt x="18097" y="17145"/>
                                  </a:cubicBezTo>
                                  <a:cubicBezTo>
                                    <a:pt x="18097" y="17145"/>
                                    <a:pt x="19050" y="17145"/>
                                    <a:pt x="19050" y="18097"/>
                                  </a:cubicBezTo>
                                  <a:cubicBezTo>
                                    <a:pt x="20955" y="19050"/>
                                    <a:pt x="21907" y="19050"/>
                                    <a:pt x="23813" y="20003"/>
                                  </a:cubicBezTo>
                                  <a:cubicBezTo>
                                    <a:pt x="24765" y="20003"/>
                                    <a:pt x="26670" y="20955"/>
                                    <a:pt x="27622" y="21908"/>
                                  </a:cubicBezTo>
                                  <a:cubicBezTo>
                                    <a:pt x="27622" y="21908"/>
                                    <a:pt x="27622" y="21908"/>
                                    <a:pt x="27622" y="21908"/>
                                  </a:cubicBezTo>
                                  <a:cubicBezTo>
                                    <a:pt x="27622" y="21908"/>
                                    <a:pt x="27622" y="21908"/>
                                    <a:pt x="28575" y="21908"/>
                                  </a:cubicBezTo>
                                  <a:cubicBezTo>
                                    <a:pt x="29527" y="21908"/>
                                    <a:pt x="29527" y="22860"/>
                                    <a:pt x="30480" y="24765"/>
                                  </a:cubicBezTo>
                                  <a:cubicBezTo>
                                    <a:pt x="30480" y="25717"/>
                                    <a:pt x="31432" y="25717"/>
                                    <a:pt x="31432" y="26670"/>
                                  </a:cubicBezTo>
                                  <a:cubicBezTo>
                                    <a:pt x="31432" y="27622"/>
                                    <a:pt x="32385" y="27622"/>
                                    <a:pt x="32385" y="28575"/>
                                  </a:cubicBezTo>
                                  <a:cubicBezTo>
                                    <a:pt x="32385" y="28575"/>
                                    <a:pt x="33338" y="29528"/>
                                    <a:pt x="33338" y="29528"/>
                                  </a:cubicBezTo>
                                  <a:cubicBezTo>
                                    <a:pt x="33338" y="29528"/>
                                    <a:pt x="34290" y="30480"/>
                                    <a:pt x="34290" y="30480"/>
                                  </a:cubicBezTo>
                                  <a:cubicBezTo>
                                    <a:pt x="34290" y="30480"/>
                                    <a:pt x="35242" y="31433"/>
                                    <a:pt x="35242" y="31433"/>
                                  </a:cubicBezTo>
                                  <a:cubicBezTo>
                                    <a:pt x="35242" y="31433"/>
                                    <a:pt x="36195" y="32385"/>
                                    <a:pt x="36195" y="32385"/>
                                  </a:cubicBezTo>
                                  <a:cubicBezTo>
                                    <a:pt x="37147" y="33338"/>
                                    <a:pt x="37147" y="33338"/>
                                    <a:pt x="38100" y="34290"/>
                                  </a:cubicBezTo>
                                  <a:cubicBezTo>
                                    <a:pt x="39052" y="35242"/>
                                    <a:pt x="39052" y="35242"/>
                                    <a:pt x="40005" y="36195"/>
                                  </a:cubicBezTo>
                                  <a:cubicBezTo>
                                    <a:pt x="40005" y="36195"/>
                                    <a:pt x="40957" y="37147"/>
                                    <a:pt x="40957" y="37147"/>
                                  </a:cubicBezTo>
                                  <a:cubicBezTo>
                                    <a:pt x="40957" y="37147"/>
                                    <a:pt x="41910" y="38100"/>
                                    <a:pt x="41910" y="38100"/>
                                  </a:cubicBezTo>
                                  <a:cubicBezTo>
                                    <a:pt x="41910" y="38100"/>
                                    <a:pt x="41910" y="38100"/>
                                    <a:pt x="41910" y="39053"/>
                                  </a:cubicBezTo>
                                  <a:cubicBezTo>
                                    <a:pt x="41910" y="39053"/>
                                    <a:pt x="41910" y="39053"/>
                                    <a:pt x="41910" y="40005"/>
                                  </a:cubicBezTo>
                                  <a:cubicBezTo>
                                    <a:pt x="41910" y="40005"/>
                                    <a:pt x="41910" y="40005"/>
                                    <a:pt x="41910" y="40005"/>
                                  </a:cubicBezTo>
                                  <a:cubicBezTo>
                                    <a:pt x="41910" y="40005"/>
                                    <a:pt x="40957" y="39053"/>
                                    <a:pt x="40957" y="39053"/>
                                  </a:cubicBezTo>
                                  <a:cubicBezTo>
                                    <a:pt x="40957" y="39053"/>
                                    <a:pt x="40957" y="38100"/>
                                    <a:pt x="40005" y="38100"/>
                                  </a:cubicBezTo>
                                  <a:cubicBezTo>
                                    <a:pt x="40005" y="38100"/>
                                    <a:pt x="39052" y="37147"/>
                                    <a:pt x="39052" y="37147"/>
                                  </a:cubicBezTo>
                                  <a:cubicBezTo>
                                    <a:pt x="38100" y="36195"/>
                                    <a:pt x="38100" y="36195"/>
                                    <a:pt x="37147" y="35242"/>
                                  </a:cubicBezTo>
                                  <a:cubicBezTo>
                                    <a:pt x="36195" y="34290"/>
                                    <a:pt x="36195" y="34290"/>
                                    <a:pt x="35242" y="33338"/>
                                  </a:cubicBezTo>
                                  <a:lnTo>
                                    <a:pt x="35242" y="32385"/>
                                  </a:lnTo>
                                  <a:lnTo>
                                    <a:pt x="35242" y="31433"/>
                                  </a:lnTo>
                                  <a:cubicBezTo>
                                    <a:pt x="35242" y="31433"/>
                                    <a:pt x="34290" y="30480"/>
                                    <a:pt x="34290" y="30480"/>
                                  </a:cubicBezTo>
                                  <a:cubicBezTo>
                                    <a:pt x="34290" y="30480"/>
                                    <a:pt x="34290" y="29528"/>
                                    <a:pt x="33338" y="29528"/>
                                  </a:cubicBezTo>
                                  <a:cubicBezTo>
                                    <a:pt x="33338" y="29528"/>
                                    <a:pt x="33338" y="28575"/>
                                    <a:pt x="32385" y="28575"/>
                                  </a:cubicBezTo>
                                  <a:cubicBezTo>
                                    <a:pt x="32385" y="27622"/>
                                    <a:pt x="31432" y="27622"/>
                                    <a:pt x="31432" y="26670"/>
                                  </a:cubicBezTo>
                                  <a:cubicBezTo>
                                    <a:pt x="31432" y="25717"/>
                                    <a:pt x="30480" y="25717"/>
                                    <a:pt x="30480" y="24765"/>
                                  </a:cubicBezTo>
                                  <a:cubicBezTo>
                                    <a:pt x="30480" y="23813"/>
                                    <a:pt x="29527" y="23813"/>
                                    <a:pt x="29527" y="22860"/>
                                  </a:cubicBezTo>
                                  <a:cubicBezTo>
                                    <a:pt x="30480" y="22860"/>
                                    <a:pt x="31432" y="23813"/>
                                    <a:pt x="32385" y="23813"/>
                                  </a:cubicBezTo>
                                  <a:cubicBezTo>
                                    <a:pt x="34290" y="24765"/>
                                    <a:pt x="35242" y="24765"/>
                                    <a:pt x="37147" y="25717"/>
                                  </a:cubicBezTo>
                                  <a:cubicBezTo>
                                    <a:pt x="38100" y="25717"/>
                                    <a:pt x="39052" y="26670"/>
                                    <a:pt x="39052" y="26670"/>
                                  </a:cubicBezTo>
                                  <a:cubicBezTo>
                                    <a:pt x="40005" y="26670"/>
                                    <a:pt x="40957" y="27622"/>
                                    <a:pt x="40957" y="27622"/>
                                  </a:cubicBezTo>
                                  <a:cubicBezTo>
                                    <a:pt x="42863" y="28575"/>
                                    <a:pt x="43815" y="29528"/>
                                    <a:pt x="44767" y="30480"/>
                                  </a:cubicBezTo>
                                  <a:cubicBezTo>
                                    <a:pt x="45720" y="30480"/>
                                    <a:pt x="45720" y="31433"/>
                                    <a:pt x="46672" y="32385"/>
                                  </a:cubicBezTo>
                                  <a:cubicBezTo>
                                    <a:pt x="47625" y="32385"/>
                                    <a:pt x="47625" y="33338"/>
                                    <a:pt x="47625" y="33338"/>
                                  </a:cubicBezTo>
                                  <a:cubicBezTo>
                                    <a:pt x="47625" y="33338"/>
                                    <a:pt x="47625" y="33338"/>
                                    <a:pt x="47625" y="33338"/>
                                  </a:cubicBezTo>
                                  <a:lnTo>
                                    <a:pt x="47625" y="33338"/>
                                  </a:lnTo>
                                  <a:cubicBezTo>
                                    <a:pt x="47625" y="32385"/>
                                    <a:pt x="46672" y="32385"/>
                                    <a:pt x="45720" y="31433"/>
                                  </a:cubicBezTo>
                                  <a:cubicBezTo>
                                    <a:pt x="44767" y="30480"/>
                                    <a:pt x="44767" y="30480"/>
                                    <a:pt x="43815" y="29528"/>
                                  </a:cubicBezTo>
                                  <a:cubicBezTo>
                                    <a:pt x="42863" y="28575"/>
                                    <a:pt x="40957" y="27622"/>
                                    <a:pt x="40005" y="26670"/>
                                  </a:cubicBezTo>
                                  <a:cubicBezTo>
                                    <a:pt x="40005" y="26670"/>
                                    <a:pt x="39052" y="26670"/>
                                    <a:pt x="39052" y="25717"/>
                                  </a:cubicBezTo>
                                  <a:cubicBezTo>
                                    <a:pt x="39052" y="25717"/>
                                    <a:pt x="38100" y="25717"/>
                                    <a:pt x="38100" y="24765"/>
                                  </a:cubicBezTo>
                                  <a:cubicBezTo>
                                    <a:pt x="38100" y="24765"/>
                                    <a:pt x="37147" y="24765"/>
                                    <a:pt x="37147" y="23813"/>
                                  </a:cubicBezTo>
                                  <a:cubicBezTo>
                                    <a:pt x="37147" y="23813"/>
                                    <a:pt x="36195" y="23813"/>
                                    <a:pt x="36195" y="22860"/>
                                  </a:cubicBezTo>
                                  <a:cubicBezTo>
                                    <a:pt x="34290" y="21908"/>
                                    <a:pt x="33338" y="21908"/>
                                    <a:pt x="31432" y="20955"/>
                                  </a:cubicBezTo>
                                  <a:cubicBezTo>
                                    <a:pt x="29527" y="20003"/>
                                    <a:pt x="28575" y="20003"/>
                                    <a:pt x="26670" y="19050"/>
                                  </a:cubicBezTo>
                                  <a:cubicBezTo>
                                    <a:pt x="25717" y="18097"/>
                                    <a:pt x="24765" y="18097"/>
                                    <a:pt x="22860" y="17145"/>
                                  </a:cubicBezTo>
                                  <a:cubicBezTo>
                                    <a:pt x="22860" y="17145"/>
                                    <a:pt x="22860" y="17145"/>
                                    <a:pt x="23813" y="17145"/>
                                  </a:cubicBezTo>
                                  <a:cubicBezTo>
                                    <a:pt x="24765" y="17145"/>
                                    <a:pt x="25717" y="17145"/>
                                    <a:pt x="26670" y="16192"/>
                                  </a:cubicBezTo>
                                  <a:cubicBezTo>
                                    <a:pt x="28575" y="16192"/>
                                    <a:pt x="31432" y="15240"/>
                                    <a:pt x="33338" y="14288"/>
                                  </a:cubicBezTo>
                                  <a:cubicBezTo>
                                    <a:pt x="34290" y="14288"/>
                                    <a:pt x="36195" y="13335"/>
                                    <a:pt x="37147" y="13335"/>
                                  </a:cubicBezTo>
                                  <a:cubicBezTo>
                                    <a:pt x="38100" y="13335"/>
                                    <a:pt x="40005" y="12383"/>
                                    <a:pt x="41910" y="12383"/>
                                  </a:cubicBezTo>
                                  <a:cubicBezTo>
                                    <a:pt x="43815" y="12383"/>
                                    <a:pt x="44767" y="12383"/>
                                    <a:pt x="46672" y="12383"/>
                                  </a:cubicBezTo>
                                  <a:cubicBezTo>
                                    <a:pt x="48577" y="12383"/>
                                    <a:pt x="49530" y="13335"/>
                                    <a:pt x="51435" y="13335"/>
                                  </a:cubicBezTo>
                                  <a:cubicBezTo>
                                    <a:pt x="52388" y="13335"/>
                                    <a:pt x="53340" y="14288"/>
                                    <a:pt x="53340" y="14288"/>
                                  </a:cubicBezTo>
                                  <a:cubicBezTo>
                                    <a:pt x="54292" y="14288"/>
                                    <a:pt x="55245" y="15240"/>
                                    <a:pt x="55245" y="15240"/>
                                  </a:cubicBezTo>
                                  <a:cubicBezTo>
                                    <a:pt x="55245" y="15240"/>
                                    <a:pt x="56197" y="15240"/>
                                    <a:pt x="56197" y="16192"/>
                                  </a:cubicBezTo>
                                  <a:cubicBezTo>
                                    <a:pt x="56197" y="16192"/>
                                    <a:pt x="57150" y="17145"/>
                                    <a:pt x="57150" y="17145"/>
                                  </a:cubicBezTo>
                                  <a:cubicBezTo>
                                    <a:pt x="58102" y="18097"/>
                                    <a:pt x="58102" y="18097"/>
                                    <a:pt x="59055" y="19050"/>
                                  </a:cubicBezTo>
                                  <a:cubicBezTo>
                                    <a:pt x="59055" y="19050"/>
                                    <a:pt x="59055" y="19050"/>
                                    <a:pt x="59055" y="19050"/>
                                  </a:cubicBezTo>
                                  <a:cubicBezTo>
                                    <a:pt x="59055" y="19050"/>
                                    <a:pt x="59055" y="19050"/>
                                    <a:pt x="59055" y="19050"/>
                                  </a:cubicBezTo>
                                  <a:lnTo>
                                    <a:pt x="59055" y="19050"/>
                                  </a:lnTo>
                                  <a:cubicBezTo>
                                    <a:pt x="58102" y="18097"/>
                                    <a:pt x="56197" y="17145"/>
                                    <a:pt x="55245" y="16192"/>
                                  </a:cubicBezTo>
                                  <a:cubicBezTo>
                                    <a:pt x="53340" y="15240"/>
                                    <a:pt x="52388" y="14288"/>
                                    <a:pt x="50482" y="14288"/>
                                  </a:cubicBezTo>
                                  <a:cubicBezTo>
                                    <a:pt x="48577" y="13335"/>
                                    <a:pt x="47625" y="13335"/>
                                    <a:pt x="45720" y="13335"/>
                                  </a:cubicBezTo>
                                  <a:cubicBezTo>
                                    <a:pt x="43815" y="13335"/>
                                    <a:pt x="42863" y="13335"/>
                                    <a:pt x="40957" y="13335"/>
                                  </a:cubicBezTo>
                                  <a:cubicBezTo>
                                    <a:pt x="39052" y="13335"/>
                                    <a:pt x="38100" y="13335"/>
                                    <a:pt x="36195" y="14288"/>
                                  </a:cubicBezTo>
                                  <a:cubicBezTo>
                                    <a:pt x="35242" y="14288"/>
                                    <a:pt x="33338" y="15240"/>
                                    <a:pt x="32385" y="15240"/>
                                  </a:cubicBezTo>
                                  <a:cubicBezTo>
                                    <a:pt x="29527" y="16192"/>
                                    <a:pt x="27622" y="17145"/>
                                    <a:pt x="25717" y="17145"/>
                                  </a:cubicBezTo>
                                  <a:cubicBezTo>
                                    <a:pt x="24765" y="17145"/>
                                    <a:pt x="23813" y="17145"/>
                                    <a:pt x="22860" y="17145"/>
                                  </a:cubicBezTo>
                                  <a:cubicBezTo>
                                    <a:pt x="21907" y="17145"/>
                                    <a:pt x="20955" y="17145"/>
                                    <a:pt x="20955" y="17145"/>
                                  </a:cubicBezTo>
                                  <a:cubicBezTo>
                                    <a:pt x="20955" y="17145"/>
                                    <a:pt x="20002" y="17145"/>
                                    <a:pt x="20002" y="17145"/>
                                  </a:cubicBezTo>
                                  <a:cubicBezTo>
                                    <a:pt x="19050" y="17145"/>
                                    <a:pt x="18097" y="16192"/>
                                    <a:pt x="17145" y="16192"/>
                                  </a:cubicBezTo>
                                  <a:cubicBezTo>
                                    <a:pt x="16192" y="16192"/>
                                    <a:pt x="16192" y="15240"/>
                                    <a:pt x="15240" y="15240"/>
                                  </a:cubicBezTo>
                                  <a:cubicBezTo>
                                    <a:pt x="14288" y="15240"/>
                                    <a:pt x="14288" y="14288"/>
                                    <a:pt x="13335" y="14288"/>
                                  </a:cubicBezTo>
                                  <a:cubicBezTo>
                                    <a:pt x="12382" y="13335"/>
                                    <a:pt x="10477" y="13335"/>
                                    <a:pt x="9525" y="12383"/>
                                  </a:cubicBezTo>
                                  <a:cubicBezTo>
                                    <a:pt x="9525" y="12383"/>
                                    <a:pt x="9525" y="12383"/>
                                    <a:pt x="9525" y="12383"/>
                                  </a:cubicBezTo>
                                  <a:cubicBezTo>
                                    <a:pt x="9525" y="12383"/>
                                    <a:pt x="9525" y="12383"/>
                                    <a:pt x="9525" y="12383"/>
                                  </a:cubicBezTo>
                                  <a:cubicBezTo>
                                    <a:pt x="10477" y="12383"/>
                                    <a:pt x="10477" y="11430"/>
                                    <a:pt x="11430" y="11430"/>
                                  </a:cubicBezTo>
                                  <a:cubicBezTo>
                                    <a:pt x="11430" y="11430"/>
                                    <a:pt x="12382" y="11430"/>
                                    <a:pt x="12382" y="10478"/>
                                  </a:cubicBezTo>
                                  <a:cubicBezTo>
                                    <a:pt x="13335" y="10478"/>
                                    <a:pt x="13335" y="9525"/>
                                    <a:pt x="14288" y="9525"/>
                                  </a:cubicBezTo>
                                  <a:cubicBezTo>
                                    <a:pt x="15240" y="8572"/>
                                    <a:pt x="16192" y="8572"/>
                                    <a:pt x="18097" y="7620"/>
                                  </a:cubicBezTo>
                                  <a:cubicBezTo>
                                    <a:pt x="19050" y="6667"/>
                                    <a:pt x="20955" y="6667"/>
                                    <a:pt x="21907" y="5715"/>
                                  </a:cubicBezTo>
                                  <a:cubicBezTo>
                                    <a:pt x="22860" y="4763"/>
                                    <a:pt x="24765" y="4763"/>
                                    <a:pt x="26670" y="3810"/>
                                  </a:cubicBezTo>
                                  <a:cubicBezTo>
                                    <a:pt x="28575" y="2858"/>
                                    <a:pt x="29527" y="2858"/>
                                    <a:pt x="31432" y="1905"/>
                                  </a:cubicBezTo>
                                  <a:cubicBezTo>
                                    <a:pt x="33338" y="1905"/>
                                    <a:pt x="34290" y="953"/>
                                    <a:pt x="36195" y="953"/>
                                  </a:cubicBezTo>
                                  <a:cubicBezTo>
                                    <a:pt x="38100" y="953"/>
                                    <a:pt x="40005" y="953"/>
                                    <a:pt x="40957" y="0"/>
                                  </a:cubicBezTo>
                                  <a:cubicBezTo>
                                    <a:pt x="41910" y="0"/>
                                    <a:pt x="42863" y="0"/>
                                    <a:pt x="43815" y="0"/>
                                  </a:cubicBezTo>
                                  <a:cubicBezTo>
                                    <a:pt x="44767" y="0"/>
                                    <a:pt x="45720" y="0"/>
                                    <a:pt x="46672" y="0"/>
                                  </a:cubicBezTo>
                                  <a:cubicBezTo>
                                    <a:pt x="47625" y="0"/>
                                    <a:pt x="48577" y="0"/>
                                    <a:pt x="49530" y="953"/>
                                  </a:cubicBezTo>
                                  <a:cubicBezTo>
                                    <a:pt x="50482" y="953"/>
                                    <a:pt x="51435" y="1905"/>
                                    <a:pt x="52388" y="1905"/>
                                  </a:cubicBezTo>
                                  <a:cubicBezTo>
                                    <a:pt x="53340" y="1905"/>
                                    <a:pt x="54292" y="2858"/>
                                    <a:pt x="54292" y="2858"/>
                                  </a:cubicBezTo>
                                  <a:cubicBezTo>
                                    <a:pt x="54292" y="2858"/>
                                    <a:pt x="55245" y="3810"/>
                                    <a:pt x="55245" y="3810"/>
                                  </a:cubicBezTo>
                                  <a:cubicBezTo>
                                    <a:pt x="55245" y="3810"/>
                                    <a:pt x="55245" y="3810"/>
                                    <a:pt x="55245" y="3810"/>
                                  </a:cubicBezTo>
                                  <a:cubicBezTo>
                                    <a:pt x="55245" y="3810"/>
                                    <a:pt x="54292" y="3810"/>
                                    <a:pt x="54292" y="2858"/>
                                  </a:cubicBezTo>
                                  <a:cubicBezTo>
                                    <a:pt x="53340" y="2858"/>
                                    <a:pt x="52388" y="1905"/>
                                    <a:pt x="52388" y="1905"/>
                                  </a:cubicBezTo>
                                  <a:cubicBezTo>
                                    <a:pt x="51435" y="1905"/>
                                    <a:pt x="50482" y="953"/>
                                    <a:pt x="49530" y="953"/>
                                  </a:cubicBezTo>
                                  <a:cubicBezTo>
                                    <a:pt x="48577" y="953"/>
                                    <a:pt x="47625" y="953"/>
                                    <a:pt x="46672" y="0"/>
                                  </a:cubicBezTo>
                                  <a:cubicBezTo>
                                    <a:pt x="45720" y="0"/>
                                    <a:pt x="44767" y="0"/>
                                    <a:pt x="43815" y="0"/>
                                  </a:cubicBezTo>
                                  <a:cubicBezTo>
                                    <a:pt x="42863" y="0"/>
                                    <a:pt x="41910" y="0"/>
                                    <a:pt x="40957" y="0"/>
                                  </a:cubicBezTo>
                                  <a:cubicBezTo>
                                    <a:pt x="39052" y="0"/>
                                    <a:pt x="37147" y="0"/>
                                    <a:pt x="35242" y="0"/>
                                  </a:cubicBezTo>
                                  <a:cubicBezTo>
                                    <a:pt x="33338" y="0"/>
                                    <a:pt x="31432" y="953"/>
                                    <a:pt x="30480" y="953"/>
                                  </a:cubicBezTo>
                                  <a:cubicBezTo>
                                    <a:pt x="28575" y="1905"/>
                                    <a:pt x="27622" y="1905"/>
                                    <a:pt x="25717" y="2858"/>
                                  </a:cubicBezTo>
                                  <a:cubicBezTo>
                                    <a:pt x="23813" y="3810"/>
                                    <a:pt x="22860" y="3810"/>
                                    <a:pt x="20955" y="4763"/>
                                  </a:cubicBezTo>
                                  <a:cubicBezTo>
                                    <a:pt x="20002" y="5715"/>
                                    <a:pt x="18097" y="5715"/>
                                    <a:pt x="17145" y="6667"/>
                                  </a:cubicBezTo>
                                  <a:cubicBezTo>
                                    <a:pt x="16192" y="7620"/>
                                    <a:pt x="14288" y="7620"/>
                                    <a:pt x="13335" y="8572"/>
                                  </a:cubicBezTo>
                                  <a:cubicBezTo>
                                    <a:pt x="12382" y="8572"/>
                                    <a:pt x="12382" y="9525"/>
                                    <a:pt x="11430" y="9525"/>
                                  </a:cubicBezTo>
                                  <a:cubicBezTo>
                                    <a:pt x="10477" y="9525"/>
                                    <a:pt x="10477" y="9525"/>
                                    <a:pt x="9525" y="10478"/>
                                  </a:cubicBezTo>
                                  <a:cubicBezTo>
                                    <a:pt x="8572" y="10478"/>
                                    <a:pt x="7620" y="11430"/>
                                    <a:pt x="7620" y="11430"/>
                                  </a:cubicBezTo>
                                  <a:cubicBezTo>
                                    <a:pt x="7620" y="11430"/>
                                    <a:pt x="6667" y="11430"/>
                                    <a:pt x="6667" y="12383"/>
                                  </a:cubicBezTo>
                                  <a:lnTo>
                                    <a:pt x="6667" y="12383"/>
                                  </a:lnTo>
                                  <a:cubicBezTo>
                                    <a:pt x="5715" y="12383"/>
                                    <a:pt x="5715" y="11430"/>
                                    <a:pt x="4763" y="11430"/>
                                  </a:cubicBezTo>
                                  <a:cubicBezTo>
                                    <a:pt x="3810" y="11430"/>
                                    <a:pt x="2857" y="10478"/>
                                    <a:pt x="2857" y="10478"/>
                                  </a:cubicBezTo>
                                  <a:cubicBezTo>
                                    <a:pt x="1905" y="9525"/>
                                    <a:pt x="952" y="9525"/>
                                    <a:pt x="952" y="9525"/>
                                  </a:cubicBezTo>
                                  <a:cubicBezTo>
                                    <a:pt x="952" y="9525"/>
                                    <a:pt x="0" y="11430"/>
                                    <a:pt x="0" y="11430"/>
                                  </a:cubicBezTo>
                                  <a:cubicBezTo>
                                    <a:pt x="3810" y="12383"/>
                                    <a:pt x="4763" y="12383"/>
                                    <a:pt x="5715" y="12383"/>
                                  </a:cubicBezTo>
                                  <a:close/>
                                </a:path>
                              </a:pathLst>
                            </a:custGeom>
                            <a:grpFill/>
                            <a:ln w="9525" cap="flat">
                              <a:noFill/>
                              <a:prstDash val="solid"/>
                              <a:miter/>
                            </a:ln>
                          </p:spPr>
                          <p:txBody>
                            <a:bodyPr rtlCol="0" anchor="ctr"/>
                            <a:lstStyle/>
                            <a:p>
                              <a:endParaRPr lang="en-US"/>
                            </a:p>
                          </p:txBody>
                        </p:sp>
                      </p:grpSp>
                      <p:grpSp>
                        <p:nvGrpSpPr>
                          <p:cNvPr id="348" name="Graphic 2">
                            <a:extLst>
                              <a:ext uri="{FF2B5EF4-FFF2-40B4-BE49-F238E27FC236}">
                                <a16:creationId xmlns:a16="http://schemas.microsoft.com/office/drawing/2014/main" id="{AE736AF3-0337-429B-AEF1-DA4B52809559}"/>
                              </a:ext>
                            </a:extLst>
                          </p:cNvPr>
                          <p:cNvGrpSpPr/>
                          <p:nvPr/>
                        </p:nvGrpSpPr>
                        <p:grpSpPr>
                          <a:xfrm>
                            <a:off x="3777796" y="2651632"/>
                            <a:ext cx="61912" cy="50482"/>
                            <a:chOff x="3777796" y="2651632"/>
                            <a:chExt cx="61912" cy="50482"/>
                          </a:xfrm>
                          <a:grpFill/>
                        </p:grpSpPr>
                        <p:sp>
                          <p:nvSpPr>
                            <p:cNvPr id="349" name="Freeform: Shape 348">
                              <a:extLst>
                                <a:ext uri="{FF2B5EF4-FFF2-40B4-BE49-F238E27FC236}">
                                  <a16:creationId xmlns:a16="http://schemas.microsoft.com/office/drawing/2014/main" id="{CAC3301D-5655-4044-AD2D-8FBB2A37997F}"/>
                                </a:ext>
                              </a:extLst>
                            </p:cNvPr>
                            <p:cNvSpPr/>
                            <p:nvPr/>
                          </p:nvSpPr>
                          <p:spPr>
                            <a:xfrm>
                              <a:off x="3777796" y="2651632"/>
                              <a:ext cx="60007" cy="50482"/>
                            </a:xfrm>
                            <a:custGeom>
                              <a:avLst/>
                              <a:gdLst>
                                <a:gd name="connsiteX0" fmla="*/ 10478 w 60007"/>
                                <a:gd name="connsiteY0" fmla="*/ 5715 h 50482"/>
                                <a:gd name="connsiteX1" fmla="*/ 12383 w 60007"/>
                                <a:gd name="connsiteY1" fmla="*/ 3810 h 50482"/>
                                <a:gd name="connsiteX2" fmla="*/ 14288 w 60007"/>
                                <a:gd name="connsiteY2" fmla="*/ 1905 h 50482"/>
                                <a:gd name="connsiteX3" fmla="*/ 15240 w 60007"/>
                                <a:gd name="connsiteY3" fmla="*/ 952 h 50482"/>
                                <a:gd name="connsiteX4" fmla="*/ 17145 w 60007"/>
                                <a:gd name="connsiteY4" fmla="*/ 0 h 50482"/>
                                <a:gd name="connsiteX5" fmla="*/ 17145 w 60007"/>
                                <a:gd name="connsiteY5" fmla="*/ 0 h 50482"/>
                                <a:gd name="connsiteX6" fmla="*/ 17145 w 60007"/>
                                <a:gd name="connsiteY6" fmla="*/ 0 h 50482"/>
                                <a:gd name="connsiteX7" fmla="*/ 17145 w 60007"/>
                                <a:gd name="connsiteY7" fmla="*/ 0 h 50482"/>
                                <a:gd name="connsiteX8" fmla="*/ 18098 w 60007"/>
                                <a:gd name="connsiteY8" fmla="*/ 0 h 50482"/>
                                <a:gd name="connsiteX9" fmla="*/ 21908 w 60007"/>
                                <a:gd name="connsiteY9" fmla="*/ 0 h 50482"/>
                                <a:gd name="connsiteX10" fmla="*/ 35243 w 60007"/>
                                <a:gd name="connsiteY10" fmla="*/ 1905 h 50482"/>
                                <a:gd name="connsiteX11" fmla="*/ 50483 w 60007"/>
                                <a:gd name="connsiteY11" fmla="*/ 10477 h 50482"/>
                                <a:gd name="connsiteX12" fmla="*/ 57150 w 60007"/>
                                <a:gd name="connsiteY12" fmla="*/ 19050 h 50482"/>
                                <a:gd name="connsiteX13" fmla="*/ 60008 w 60007"/>
                                <a:gd name="connsiteY13" fmla="*/ 31433 h 50482"/>
                                <a:gd name="connsiteX14" fmla="*/ 60008 w 60007"/>
                                <a:gd name="connsiteY14" fmla="*/ 32385 h 50482"/>
                                <a:gd name="connsiteX15" fmla="*/ 60008 w 60007"/>
                                <a:gd name="connsiteY15" fmla="*/ 32385 h 50482"/>
                                <a:gd name="connsiteX16" fmla="*/ 59055 w 60007"/>
                                <a:gd name="connsiteY16" fmla="*/ 36195 h 50482"/>
                                <a:gd name="connsiteX17" fmla="*/ 56198 w 60007"/>
                                <a:gd name="connsiteY17" fmla="*/ 42863 h 50482"/>
                                <a:gd name="connsiteX18" fmla="*/ 54293 w 60007"/>
                                <a:gd name="connsiteY18" fmla="*/ 44767 h 50482"/>
                                <a:gd name="connsiteX19" fmla="*/ 52388 w 60007"/>
                                <a:gd name="connsiteY19" fmla="*/ 46672 h 50482"/>
                                <a:gd name="connsiteX20" fmla="*/ 51435 w 60007"/>
                                <a:gd name="connsiteY20" fmla="*/ 47625 h 50482"/>
                                <a:gd name="connsiteX21" fmla="*/ 51435 w 60007"/>
                                <a:gd name="connsiteY21" fmla="*/ 47625 h 50482"/>
                                <a:gd name="connsiteX22" fmla="*/ 45720 w 60007"/>
                                <a:gd name="connsiteY22" fmla="*/ 50483 h 50482"/>
                                <a:gd name="connsiteX23" fmla="*/ 42863 w 60007"/>
                                <a:gd name="connsiteY23" fmla="*/ 50483 h 50482"/>
                                <a:gd name="connsiteX24" fmla="*/ 40958 w 60007"/>
                                <a:gd name="connsiteY24" fmla="*/ 50483 h 50482"/>
                                <a:gd name="connsiteX25" fmla="*/ 34290 w 60007"/>
                                <a:gd name="connsiteY25" fmla="*/ 47625 h 50482"/>
                                <a:gd name="connsiteX26" fmla="*/ 34290 w 60007"/>
                                <a:gd name="connsiteY26" fmla="*/ 47625 h 50482"/>
                                <a:gd name="connsiteX27" fmla="*/ 33338 w 60007"/>
                                <a:gd name="connsiteY27" fmla="*/ 46672 h 50482"/>
                                <a:gd name="connsiteX28" fmla="*/ 31433 w 60007"/>
                                <a:gd name="connsiteY28" fmla="*/ 47625 h 50482"/>
                                <a:gd name="connsiteX29" fmla="*/ 25718 w 60007"/>
                                <a:gd name="connsiteY29" fmla="*/ 47625 h 50482"/>
                                <a:gd name="connsiteX30" fmla="*/ 24765 w 60007"/>
                                <a:gd name="connsiteY30" fmla="*/ 47625 h 50482"/>
                                <a:gd name="connsiteX31" fmla="*/ 24765 w 60007"/>
                                <a:gd name="connsiteY31" fmla="*/ 47625 h 50482"/>
                                <a:gd name="connsiteX32" fmla="*/ 20003 w 60007"/>
                                <a:gd name="connsiteY32" fmla="*/ 45720 h 50482"/>
                                <a:gd name="connsiteX33" fmla="*/ 16193 w 60007"/>
                                <a:gd name="connsiteY33" fmla="*/ 41910 h 50482"/>
                                <a:gd name="connsiteX34" fmla="*/ 15240 w 60007"/>
                                <a:gd name="connsiteY34" fmla="*/ 40958 h 50482"/>
                                <a:gd name="connsiteX35" fmla="*/ 14288 w 60007"/>
                                <a:gd name="connsiteY35" fmla="*/ 40005 h 50482"/>
                                <a:gd name="connsiteX36" fmla="*/ 12383 w 60007"/>
                                <a:gd name="connsiteY36" fmla="*/ 38100 h 50482"/>
                                <a:gd name="connsiteX37" fmla="*/ 12383 w 60007"/>
                                <a:gd name="connsiteY37" fmla="*/ 38100 h 50482"/>
                                <a:gd name="connsiteX38" fmla="*/ 12383 w 60007"/>
                                <a:gd name="connsiteY38" fmla="*/ 38100 h 50482"/>
                                <a:gd name="connsiteX39" fmla="*/ 12383 w 60007"/>
                                <a:gd name="connsiteY39" fmla="*/ 38100 h 50482"/>
                                <a:gd name="connsiteX40" fmla="*/ 10478 w 60007"/>
                                <a:gd name="connsiteY40" fmla="*/ 37147 h 50482"/>
                                <a:gd name="connsiteX41" fmla="*/ 6668 w 60007"/>
                                <a:gd name="connsiteY41" fmla="*/ 35242 h 50482"/>
                                <a:gd name="connsiteX42" fmla="*/ 4763 w 60007"/>
                                <a:gd name="connsiteY42" fmla="*/ 35242 h 50482"/>
                                <a:gd name="connsiteX43" fmla="*/ 3810 w 60007"/>
                                <a:gd name="connsiteY43" fmla="*/ 35242 h 50482"/>
                                <a:gd name="connsiteX44" fmla="*/ 3810 w 60007"/>
                                <a:gd name="connsiteY44" fmla="*/ 35242 h 50482"/>
                                <a:gd name="connsiteX45" fmla="*/ 3810 w 60007"/>
                                <a:gd name="connsiteY45" fmla="*/ 35242 h 50482"/>
                                <a:gd name="connsiteX46" fmla="*/ 3810 w 60007"/>
                                <a:gd name="connsiteY46" fmla="*/ 35242 h 50482"/>
                                <a:gd name="connsiteX47" fmla="*/ 2858 w 60007"/>
                                <a:gd name="connsiteY47" fmla="*/ 35242 h 50482"/>
                                <a:gd name="connsiteX48" fmla="*/ 2858 w 60007"/>
                                <a:gd name="connsiteY48" fmla="*/ 35242 h 50482"/>
                                <a:gd name="connsiteX49" fmla="*/ 2858 w 60007"/>
                                <a:gd name="connsiteY49" fmla="*/ 35242 h 50482"/>
                                <a:gd name="connsiteX50" fmla="*/ 1905 w 60007"/>
                                <a:gd name="connsiteY50" fmla="*/ 34290 h 50482"/>
                                <a:gd name="connsiteX51" fmla="*/ 953 w 60007"/>
                                <a:gd name="connsiteY51" fmla="*/ 33338 h 50482"/>
                                <a:gd name="connsiteX52" fmla="*/ 0 w 60007"/>
                                <a:gd name="connsiteY52" fmla="*/ 30480 h 50482"/>
                                <a:gd name="connsiteX53" fmla="*/ 953 w 60007"/>
                                <a:gd name="connsiteY53" fmla="*/ 23813 h 50482"/>
                                <a:gd name="connsiteX54" fmla="*/ 3810 w 60007"/>
                                <a:gd name="connsiteY54" fmla="*/ 17145 h 50482"/>
                                <a:gd name="connsiteX55" fmla="*/ 6668 w 60007"/>
                                <a:gd name="connsiteY55" fmla="*/ 11430 h 50482"/>
                                <a:gd name="connsiteX56" fmla="*/ 10478 w 60007"/>
                                <a:gd name="connsiteY56" fmla="*/ 5715 h 50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60007" h="50482">
                                  <a:moveTo>
                                    <a:pt x="10478" y="5715"/>
                                  </a:moveTo>
                                  <a:cubicBezTo>
                                    <a:pt x="11430" y="4763"/>
                                    <a:pt x="11430" y="4763"/>
                                    <a:pt x="12383" y="3810"/>
                                  </a:cubicBezTo>
                                  <a:cubicBezTo>
                                    <a:pt x="13335" y="2858"/>
                                    <a:pt x="13335" y="2858"/>
                                    <a:pt x="14288" y="1905"/>
                                  </a:cubicBezTo>
                                  <a:cubicBezTo>
                                    <a:pt x="14288" y="1905"/>
                                    <a:pt x="15240" y="952"/>
                                    <a:pt x="15240" y="952"/>
                                  </a:cubicBezTo>
                                  <a:cubicBezTo>
                                    <a:pt x="15240" y="952"/>
                                    <a:pt x="16193" y="0"/>
                                    <a:pt x="17145" y="0"/>
                                  </a:cubicBezTo>
                                  <a:cubicBezTo>
                                    <a:pt x="17145" y="0"/>
                                    <a:pt x="17145" y="0"/>
                                    <a:pt x="17145" y="0"/>
                                  </a:cubicBezTo>
                                  <a:cubicBezTo>
                                    <a:pt x="17145" y="0"/>
                                    <a:pt x="17145" y="0"/>
                                    <a:pt x="17145" y="0"/>
                                  </a:cubicBezTo>
                                  <a:cubicBezTo>
                                    <a:pt x="17145" y="0"/>
                                    <a:pt x="17145" y="0"/>
                                    <a:pt x="17145" y="0"/>
                                  </a:cubicBezTo>
                                  <a:cubicBezTo>
                                    <a:pt x="17145" y="0"/>
                                    <a:pt x="18098" y="0"/>
                                    <a:pt x="18098" y="0"/>
                                  </a:cubicBezTo>
                                  <a:cubicBezTo>
                                    <a:pt x="19050" y="0"/>
                                    <a:pt x="20003" y="0"/>
                                    <a:pt x="21908" y="0"/>
                                  </a:cubicBezTo>
                                  <a:cubicBezTo>
                                    <a:pt x="25718" y="0"/>
                                    <a:pt x="30480" y="0"/>
                                    <a:pt x="35243" y="1905"/>
                                  </a:cubicBezTo>
                                  <a:cubicBezTo>
                                    <a:pt x="40005" y="2858"/>
                                    <a:pt x="45720" y="5715"/>
                                    <a:pt x="50483" y="10477"/>
                                  </a:cubicBezTo>
                                  <a:cubicBezTo>
                                    <a:pt x="52388" y="12383"/>
                                    <a:pt x="55245" y="15240"/>
                                    <a:pt x="57150" y="19050"/>
                                  </a:cubicBezTo>
                                  <a:cubicBezTo>
                                    <a:pt x="59055" y="22860"/>
                                    <a:pt x="60008" y="26670"/>
                                    <a:pt x="60008" y="31433"/>
                                  </a:cubicBezTo>
                                  <a:cubicBezTo>
                                    <a:pt x="60008" y="31433"/>
                                    <a:pt x="60008" y="31433"/>
                                    <a:pt x="60008" y="32385"/>
                                  </a:cubicBezTo>
                                  <a:cubicBezTo>
                                    <a:pt x="60008" y="32385"/>
                                    <a:pt x="60008" y="32385"/>
                                    <a:pt x="60008" y="32385"/>
                                  </a:cubicBezTo>
                                  <a:cubicBezTo>
                                    <a:pt x="60008" y="33338"/>
                                    <a:pt x="60008" y="34290"/>
                                    <a:pt x="59055" y="36195"/>
                                  </a:cubicBezTo>
                                  <a:cubicBezTo>
                                    <a:pt x="58103" y="39052"/>
                                    <a:pt x="57150" y="40958"/>
                                    <a:pt x="56198" y="42863"/>
                                  </a:cubicBezTo>
                                  <a:cubicBezTo>
                                    <a:pt x="55245" y="43815"/>
                                    <a:pt x="55245" y="44767"/>
                                    <a:pt x="54293" y="44767"/>
                                  </a:cubicBezTo>
                                  <a:cubicBezTo>
                                    <a:pt x="53340" y="45720"/>
                                    <a:pt x="53340" y="45720"/>
                                    <a:pt x="52388" y="46672"/>
                                  </a:cubicBezTo>
                                  <a:cubicBezTo>
                                    <a:pt x="52388" y="46672"/>
                                    <a:pt x="52388" y="46672"/>
                                    <a:pt x="51435" y="47625"/>
                                  </a:cubicBezTo>
                                  <a:cubicBezTo>
                                    <a:pt x="51435" y="47625"/>
                                    <a:pt x="51435" y="47625"/>
                                    <a:pt x="51435" y="47625"/>
                                  </a:cubicBezTo>
                                  <a:cubicBezTo>
                                    <a:pt x="49530" y="49530"/>
                                    <a:pt x="47625" y="49530"/>
                                    <a:pt x="45720" y="50483"/>
                                  </a:cubicBezTo>
                                  <a:cubicBezTo>
                                    <a:pt x="44768" y="50483"/>
                                    <a:pt x="43815" y="50483"/>
                                    <a:pt x="42863" y="50483"/>
                                  </a:cubicBezTo>
                                  <a:cubicBezTo>
                                    <a:pt x="41910" y="50483"/>
                                    <a:pt x="40958" y="50483"/>
                                    <a:pt x="40958" y="50483"/>
                                  </a:cubicBezTo>
                                  <a:cubicBezTo>
                                    <a:pt x="38100" y="50483"/>
                                    <a:pt x="35243" y="48577"/>
                                    <a:pt x="34290" y="47625"/>
                                  </a:cubicBezTo>
                                  <a:cubicBezTo>
                                    <a:pt x="34290" y="47625"/>
                                    <a:pt x="34290" y="47625"/>
                                    <a:pt x="34290" y="47625"/>
                                  </a:cubicBezTo>
                                  <a:cubicBezTo>
                                    <a:pt x="33338" y="46672"/>
                                    <a:pt x="33338" y="46672"/>
                                    <a:pt x="33338" y="46672"/>
                                  </a:cubicBezTo>
                                  <a:cubicBezTo>
                                    <a:pt x="32385" y="46672"/>
                                    <a:pt x="31433" y="46672"/>
                                    <a:pt x="31433" y="47625"/>
                                  </a:cubicBezTo>
                                  <a:cubicBezTo>
                                    <a:pt x="29528" y="47625"/>
                                    <a:pt x="27623" y="48577"/>
                                    <a:pt x="25718" y="47625"/>
                                  </a:cubicBezTo>
                                  <a:cubicBezTo>
                                    <a:pt x="25718" y="47625"/>
                                    <a:pt x="24765" y="47625"/>
                                    <a:pt x="24765" y="47625"/>
                                  </a:cubicBezTo>
                                  <a:cubicBezTo>
                                    <a:pt x="24765" y="47625"/>
                                    <a:pt x="24765" y="47625"/>
                                    <a:pt x="24765" y="47625"/>
                                  </a:cubicBezTo>
                                  <a:cubicBezTo>
                                    <a:pt x="22860" y="47625"/>
                                    <a:pt x="21908" y="46672"/>
                                    <a:pt x="20003" y="45720"/>
                                  </a:cubicBezTo>
                                  <a:cubicBezTo>
                                    <a:pt x="19050" y="44767"/>
                                    <a:pt x="17145" y="43815"/>
                                    <a:pt x="16193" y="41910"/>
                                  </a:cubicBezTo>
                                  <a:cubicBezTo>
                                    <a:pt x="16193" y="41910"/>
                                    <a:pt x="16193" y="41910"/>
                                    <a:pt x="15240" y="40958"/>
                                  </a:cubicBezTo>
                                  <a:cubicBezTo>
                                    <a:pt x="15240" y="40958"/>
                                    <a:pt x="15240" y="40958"/>
                                    <a:pt x="14288" y="40005"/>
                                  </a:cubicBezTo>
                                  <a:cubicBezTo>
                                    <a:pt x="13335" y="39052"/>
                                    <a:pt x="13335" y="39052"/>
                                    <a:pt x="12383" y="38100"/>
                                  </a:cubicBezTo>
                                  <a:cubicBezTo>
                                    <a:pt x="12383" y="38100"/>
                                    <a:pt x="12383" y="38100"/>
                                    <a:pt x="12383" y="38100"/>
                                  </a:cubicBezTo>
                                  <a:cubicBezTo>
                                    <a:pt x="12383" y="38100"/>
                                    <a:pt x="12383" y="38100"/>
                                    <a:pt x="12383" y="38100"/>
                                  </a:cubicBezTo>
                                  <a:lnTo>
                                    <a:pt x="12383" y="38100"/>
                                  </a:lnTo>
                                  <a:cubicBezTo>
                                    <a:pt x="12383" y="38100"/>
                                    <a:pt x="11430" y="37147"/>
                                    <a:pt x="10478" y="37147"/>
                                  </a:cubicBezTo>
                                  <a:cubicBezTo>
                                    <a:pt x="9525" y="37147"/>
                                    <a:pt x="8573" y="36195"/>
                                    <a:pt x="6668" y="35242"/>
                                  </a:cubicBezTo>
                                  <a:cubicBezTo>
                                    <a:pt x="5715" y="35242"/>
                                    <a:pt x="5715" y="35242"/>
                                    <a:pt x="4763" y="35242"/>
                                  </a:cubicBezTo>
                                  <a:cubicBezTo>
                                    <a:pt x="4763" y="35242"/>
                                    <a:pt x="3810" y="35242"/>
                                    <a:pt x="3810" y="35242"/>
                                  </a:cubicBezTo>
                                  <a:lnTo>
                                    <a:pt x="3810" y="35242"/>
                                  </a:lnTo>
                                  <a:lnTo>
                                    <a:pt x="3810" y="35242"/>
                                  </a:lnTo>
                                  <a:cubicBezTo>
                                    <a:pt x="3810" y="35242"/>
                                    <a:pt x="3810" y="35242"/>
                                    <a:pt x="3810" y="35242"/>
                                  </a:cubicBezTo>
                                  <a:cubicBezTo>
                                    <a:pt x="3810" y="35242"/>
                                    <a:pt x="2858" y="35242"/>
                                    <a:pt x="2858" y="35242"/>
                                  </a:cubicBezTo>
                                  <a:cubicBezTo>
                                    <a:pt x="2858" y="35242"/>
                                    <a:pt x="2858" y="35242"/>
                                    <a:pt x="2858" y="35242"/>
                                  </a:cubicBezTo>
                                  <a:lnTo>
                                    <a:pt x="2858" y="35242"/>
                                  </a:lnTo>
                                  <a:cubicBezTo>
                                    <a:pt x="2858" y="35242"/>
                                    <a:pt x="1905" y="35242"/>
                                    <a:pt x="1905" y="34290"/>
                                  </a:cubicBezTo>
                                  <a:cubicBezTo>
                                    <a:pt x="1905" y="34290"/>
                                    <a:pt x="1905" y="33338"/>
                                    <a:pt x="953" y="33338"/>
                                  </a:cubicBezTo>
                                  <a:cubicBezTo>
                                    <a:pt x="953" y="32385"/>
                                    <a:pt x="0" y="31433"/>
                                    <a:pt x="0" y="30480"/>
                                  </a:cubicBezTo>
                                  <a:cubicBezTo>
                                    <a:pt x="0" y="28575"/>
                                    <a:pt x="0" y="26670"/>
                                    <a:pt x="953" y="23813"/>
                                  </a:cubicBezTo>
                                  <a:cubicBezTo>
                                    <a:pt x="1905" y="21908"/>
                                    <a:pt x="2858" y="19050"/>
                                    <a:pt x="3810" y="17145"/>
                                  </a:cubicBezTo>
                                  <a:cubicBezTo>
                                    <a:pt x="4763" y="15240"/>
                                    <a:pt x="5715" y="13335"/>
                                    <a:pt x="6668" y="11430"/>
                                  </a:cubicBezTo>
                                  <a:cubicBezTo>
                                    <a:pt x="7620" y="8572"/>
                                    <a:pt x="8573" y="7620"/>
                                    <a:pt x="10478" y="5715"/>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21ED5359-409E-4863-A273-28682B7191C1}"/>
                                </a:ext>
                              </a:extLst>
                            </p:cNvPr>
                            <p:cNvSpPr/>
                            <p:nvPr/>
                          </p:nvSpPr>
                          <p:spPr>
                            <a:xfrm>
                              <a:off x="3781606" y="2651632"/>
                              <a:ext cx="58102" cy="48577"/>
                            </a:xfrm>
                            <a:custGeom>
                              <a:avLst/>
                              <a:gdLst>
                                <a:gd name="connsiteX0" fmla="*/ 11430 w 58102"/>
                                <a:gd name="connsiteY0" fmla="*/ 2858 h 48577"/>
                                <a:gd name="connsiteX1" fmla="*/ 11430 w 58102"/>
                                <a:gd name="connsiteY1" fmla="*/ 2858 h 48577"/>
                                <a:gd name="connsiteX2" fmla="*/ 10477 w 58102"/>
                                <a:gd name="connsiteY2" fmla="*/ 4763 h 48577"/>
                                <a:gd name="connsiteX3" fmla="*/ 8573 w 58102"/>
                                <a:gd name="connsiteY3" fmla="*/ 9525 h 48577"/>
                                <a:gd name="connsiteX4" fmla="*/ 4763 w 58102"/>
                                <a:gd name="connsiteY4" fmla="*/ 15240 h 48577"/>
                                <a:gd name="connsiteX5" fmla="*/ 3810 w 58102"/>
                                <a:gd name="connsiteY5" fmla="*/ 17145 h 48577"/>
                                <a:gd name="connsiteX6" fmla="*/ 2857 w 58102"/>
                                <a:gd name="connsiteY6" fmla="*/ 18097 h 48577"/>
                                <a:gd name="connsiteX7" fmla="*/ 2857 w 58102"/>
                                <a:gd name="connsiteY7" fmla="*/ 18097 h 48577"/>
                                <a:gd name="connsiteX8" fmla="*/ 2857 w 58102"/>
                                <a:gd name="connsiteY8" fmla="*/ 18097 h 48577"/>
                                <a:gd name="connsiteX9" fmla="*/ 2857 w 58102"/>
                                <a:gd name="connsiteY9" fmla="*/ 18097 h 48577"/>
                                <a:gd name="connsiteX10" fmla="*/ 952 w 58102"/>
                                <a:gd name="connsiteY10" fmla="*/ 21908 h 48577"/>
                                <a:gd name="connsiteX11" fmla="*/ 0 w 58102"/>
                                <a:gd name="connsiteY11" fmla="*/ 23813 h 48577"/>
                                <a:gd name="connsiteX12" fmla="*/ 0 w 58102"/>
                                <a:gd name="connsiteY12" fmla="*/ 25717 h 48577"/>
                                <a:gd name="connsiteX13" fmla="*/ 0 w 58102"/>
                                <a:gd name="connsiteY13" fmla="*/ 26670 h 48577"/>
                                <a:gd name="connsiteX14" fmla="*/ 0 w 58102"/>
                                <a:gd name="connsiteY14" fmla="*/ 27622 h 48577"/>
                                <a:gd name="connsiteX15" fmla="*/ 0 w 58102"/>
                                <a:gd name="connsiteY15" fmla="*/ 28575 h 48577"/>
                                <a:gd name="connsiteX16" fmla="*/ 0 w 58102"/>
                                <a:gd name="connsiteY16" fmla="*/ 30480 h 48577"/>
                                <a:gd name="connsiteX17" fmla="*/ 0 w 58102"/>
                                <a:gd name="connsiteY17" fmla="*/ 32385 h 48577"/>
                                <a:gd name="connsiteX18" fmla="*/ 0 w 58102"/>
                                <a:gd name="connsiteY18" fmla="*/ 33338 h 48577"/>
                                <a:gd name="connsiteX19" fmla="*/ 0 w 58102"/>
                                <a:gd name="connsiteY19" fmla="*/ 34290 h 48577"/>
                                <a:gd name="connsiteX20" fmla="*/ 0 w 58102"/>
                                <a:gd name="connsiteY20" fmla="*/ 34290 h 48577"/>
                                <a:gd name="connsiteX21" fmla="*/ 0 w 58102"/>
                                <a:gd name="connsiteY21" fmla="*/ 34290 h 48577"/>
                                <a:gd name="connsiteX22" fmla="*/ 0 w 58102"/>
                                <a:gd name="connsiteY22" fmla="*/ 34290 h 48577"/>
                                <a:gd name="connsiteX23" fmla="*/ 0 w 58102"/>
                                <a:gd name="connsiteY23" fmla="*/ 33338 h 48577"/>
                                <a:gd name="connsiteX24" fmla="*/ 0 w 58102"/>
                                <a:gd name="connsiteY24" fmla="*/ 32385 h 48577"/>
                                <a:gd name="connsiteX25" fmla="*/ 0 w 58102"/>
                                <a:gd name="connsiteY25" fmla="*/ 30480 h 48577"/>
                                <a:gd name="connsiteX26" fmla="*/ 952 w 58102"/>
                                <a:gd name="connsiteY26" fmla="*/ 28575 h 48577"/>
                                <a:gd name="connsiteX27" fmla="*/ 952 w 58102"/>
                                <a:gd name="connsiteY27" fmla="*/ 27622 h 48577"/>
                                <a:gd name="connsiteX28" fmla="*/ 952 w 58102"/>
                                <a:gd name="connsiteY28" fmla="*/ 26670 h 48577"/>
                                <a:gd name="connsiteX29" fmla="*/ 952 w 58102"/>
                                <a:gd name="connsiteY29" fmla="*/ 25717 h 48577"/>
                                <a:gd name="connsiteX30" fmla="*/ 1905 w 58102"/>
                                <a:gd name="connsiteY30" fmla="*/ 23813 h 48577"/>
                                <a:gd name="connsiteX31" fmla="*/ 2857 w 58102"/>
                                <a:gd name="connsiteY31" fmla="*/ 21908 h 48577"/>
                                <a:gd name="connsiteX32" fmla="*/ 4763 w 58102"/>
                                <a:gd name="connsiteY32" fmla="*/ 19050 h 48577"/>
                                <a:gd name="connsiteX33" fmla="*/ 4763 w 58102"/>
                                <a:gd name="connsiteY33" fmla="*/ 19050 h 48577"/>
                                <a:gd name="connsiteX34" fmla="*/ 4763 w 58102"/>
                                <a:gd name="connsiteY34" fmla="*/ 19050 h 48577"/>
                                <a:gd name="connsiteX35" fmla="*/ 4763 w 58102"/>
                                <a:gd name="connsiteY35" fmla="*/ 19050 h 48577"/>
                                <a:gd name="connsiteX36" fmla="*/ 5715 w 58102"/>
                                <a:gd name="connsiteY36" fmla="*/ 18097 h 48577"/>
                                <a:gd name="connsiteX37" fmla="*/ 6668 w 58102"/>
                                <a:gd name="connsiteY37" fmla="*/ 16192 h 48577"/>
                                <a:gd name="connsiteX38" fmla="*/ 10477 w 58102"/>
                                <a:gd name="connsiteY38" fmla="*/ 10477 h 48577"/>
                                <a:gd name="connsiteX39" fmla="*/ 13335 w 58102"/>
                                <a:gd name="connsiteY39" fmla="*/ 4763 h 48577"/>
                                <a:gd name="connsiteX40" fmla="*/ 13335 w 58102"/>
                                <a:gd name="connsiteY40" fmla="*/ 5715 h 48577"/>
                                <a:gd name="connsiteX41" fmla="*/ 14288 w 58102"/>
                                <a:gd name="connsiteY41" fmla="*/ 7620 h 48577"/>
                                <a:gd name="connsiteX42" fmla="*/ 15240 w 58102"/>
                                <a:gd name="connsiteY42" fmla="*/ 9525 h 48577"/>
                                <a:gd name="connsiteX43" fmla="*/ 17145 w 58102"/>
                                <a:gd name="connsiteY43" fmla="*/ 13335 h 48577"/>
                                <a:gd name="connsiteX44" fmla="*/ 17145 w 58102"/>
                                <a:gd name="connsiteY44" fmla="*/ 14288 h 48577"/>
                                <a:gd name="connsiteX45" fmla="*/ 17145 w 58102"/>
                                <a:gd name="connsiteY45" fmla="*/ 14288 h 48577"/>
                                <a:gd name="connsiteX46" fmla="*/ 17145 w 58102"/>
                                <a:gd name="connsiteY46" fmla="*/ 16192 h 48577"/>
                                <a:gd name="connsiteX47" fmla="*/ 17145 w 58102"/>
                                <a:gd name="connsiteY47" fmla="*/ 19050 h 48577"/>
                                <a:gd name="connsiteX48" fmla="*/ 15240 w 58102"/>
                                <a:gd name="connsiteY48" fmla="*/ 25717 h 48577"/>
                                <a:gd name="connsiteX49" fmla="*/ 14288 w 58102"/>
                                <a:gd name="connsiteY49" fmla="*/ 29527 h 48577"/>
                                <a:gd name="connsiteX50" fmla="*/ 13335 w 58102"/>
                                <a:gd name="connsiteY50" fmla="*/ 31433 h 48577"/>
                                <a:gd name="connsiteX51" fmla="*/ 13335 w 58102"/>
                                <a:gd name="connsiteY51" fmla="*/ 33338 h 48577"/>
                                <a:gd name="connsiteX52" fmla="*/ 12382 w 58102"/>
                                <a:gd name="connsiteY52" fmla="*/ 36195 h 48577"/>
                                <a:gd name="connsiteX53" fmla="*/ 12382 w 58102"/>
                                <a:gd name="connsiteY53" fmla="*/ 37147 h 48577"/>
                                <a:gd name="connsiteX54" fmla="*/ 12382 w 58102"/>
                                <a:gd name="connsiteY54" fmla="*/ 38100 h 48577"/>
                                <a:gd name="connsiteX55" fmla="*/ 12382 w 58102"/>
                                <a:gd name="connsiteY55" fmla="*/ 40958 h 48577"/>
                                <a:gd name="connsiteX56" fmla="*/ 12382 w 58102"/>
                                <a:gd name="connsiteY56" fmla="*/ 40958 h 48577"/>
                                <a:gd name="connsiteX57" fmla="*/ 12382 w 58102"/>
                                <a:gd name="connsiteY57" fmla="*/ 40958 h 48577"/>
                                <a:gd name="connsiteX58" fmla="*/ 12382 w 58102"/>
                                <a:gd name="connsiteY58" fmla="*/ 40958 h 48577"/>
                                <a:gd name="connsiteX59" fmla="*/ 12382 w 58102"/>
                                <a:gd name="connsiteY59" fmla="*/ 40958 h 48577"/>
                                <a:gd name="connsiteX60" fmla="*/ 12382 w 58102"/>
                                <a:gd name="connsiteY60" fmla="*/ 40958 h 48577"/>
                                <a:gd name="connsiteX61" fmla="*/ 13335 w 58102"/>
                                <a:gd name="connsiteY61" fmla="*/ 41910 h 48577"/>
                                <a:gd name="connsiteX62" fmla="*/ 13335 w 58102"/>
                                <a:gd name="connsiteY62" fmla="*/ 41910 h 48577"/>
                                <a:gd name="connsiteX63" fmla="*/ 13335 w 58102"/>
                                <a:gd name="connsiteY63" fmla="*/ 41910 h 48577"/>
                                <a:gd name="connsiteX64" fmla="*/ 13335 w 58102"/>
                                <a:gd name="connsiteY64" fmla="*/ 41910 h 48577"/>
                                <a:gd name="connsiteX65" fmla="*/ 13335 w 58102"/>
                                <a:gd name="connsiteY65" fmla="*/ 41910 h 48577"/>
                                <a:gd name="connsiteX66" fmla="*/ 13335 w 58102"/>
                                <a:gd name="connsiteY66" fmla="*/ 41910 h 48577"/>
                                <a:gd name="connsiteX67" fmla="*/ 13335 w 58102"/>
                                <a:gd name="connsiteY67" fmla="*/ 41910 h 48577"/>
                                <a:gd name="connsiteX68" fmla="*/ 13335 w 58102"/>
                                <a:gd name="connsiteY68" fmla="*/ 39052 h 48577"/>
                                <a:gd name="connsiteX69" fmla="*/ 13335 w 58102"/>
                                <a:gd name="connsiteY69" fmla="*/ 38100 h 48577"/>
                                <a:gd name="connsiteX70" fmla="*/ 13335 w 58102"/>
                                <a:gd name="connsiteY70" fmla="*/ 37147 h 48577"/>
                                <a:gd name="connsiteX71" fmla="*/ 14288 w 58102"/>
                                <a:gd name="connsiteY71" fmla="*/ 34290 h 48577"/>
                                <a:gd name="connsiteX72" fmla="*/ 15240 w 58102"/>
                                <a:gd name="connsiteY72" fmla="*/ 32385 h 48577"/>
                                <a:gd name="connsiteX73" fmla="*/ 16193 w 58102"/>
                                <a:gd name="connsiteY73" fmla="*/ 30480 h 48577"/>
                                <a:gd name="connsiteX74" fmla="*/ 17145 w 58102"/>
                                <a:gd name="connsiteY74" fmla="*/ 26670 h 48577"/>
                                <a:gd name="connsiteX75" fmla="*/ 19050 w 58102"/>
                                <a:gd name="connsiteY75" fmla="*/ 20002 h 48577"/>
                                <a:gd name="connsiteX76" fmla="*/ 19050 w 58102"/>
                                <a:gd name="connsiteY76" fmla="*/ 17145 h 48577"/>
                                <a:gd name="connsiteX77" fmla="*/ 19050 w 58102"/>
                                <a:gd name="connsiteY77" fmla="*/ 17145 h 48577"/>
                                <a:gd name="connsiteX78" fmla="*/ 20002 w 58102"/>
                                <a:gd name="connsiteY78" fmla="*/ 18097 h 48577"/>
                                <a:gd name="connsiteX79" fmla="*/ 21907 w 58102"/>
                                <a:gd name="connsiteY79" fmla="*/ 21908 h 48577"/>
                                <a:gd name="connsiteX80" fmla="*/ 23813 w 58102"/>
                                <a:gd name="connsiteY80" fmla="*/ 25717 h 48577"/>
                                <a:gd name="connsiteX81" fmla="*/ 23813 w 58102"/>
                                <a:gd name="connsiteY81" fmla="*/ 25717 h 48577"/>
                                <a:gd name="connsiteX82" fmla="*/ 23813 w 58102"/>
                                <a:gd name="connsiteY82" fmla="*/ 26670 h 48577"/>
                                <a:gd name="connsiteX83" fmla="*/ 23813 w 58102"/>
                                <a:gd name="connsiteY83" fmla="*/ 29527 h 48577"/>
                                <a:gd name="connsiteX84" fmla="*/ 23813 w 58102"/>
                                <a:gd name="connsiteY84" fmla="*/ 31433 h 48577"/>
                                <a:gd name="connsiteX85" fmla="*/ 23813 w 58102"/>
                                <a:gd name="connsiteY85" fmla="*/ 34290 h 48577"/>
                                <a:gd name="connsiteX86" fmla="*/ 23813 w 58102"/>
                                <a:gd name="connsiteY86" fmla="*/ 35242 h 48577"/>
                                <a:gd name="connsiteX87" fmla="*/ 23813 w 58102"/>
                                <a:gd name="connsiteY87" fmla="*/ 36195 h 48577"/>
                                <a:gd name="connsiteX88" fmla="*/ 23813 w 58102"/>
                                <a:gd name="connsiteY88" fmla="*/ 37147 h 48577"/>
                                <a:gd name="connsiteX89" fmla="*/ 23813 w 58102"/>
                                <a:gd name="connsiteY89" fmla="*/ 38100 h 48577"/>
                                <a:gd name="connsiteX90" fmla="*/ 23813 w 58102"/>
                                <a:gd name="connsiteY90" fmla="*/ 40958 h 48577"/>
                                <a:gd name="connsiteX91" fmla="*/ 23813 w 58102"/>
                                <a:gd name="connsiteY91" fmla="*/ 43815 h 48577"/>
                                <a:gd name="connsiteX92" fmla="*/ 23813 w 58102"/>
                                <a:gd name="connsiteY92" fmla="*/ 44767 h 48577"/>
                                <a:gd name="connsiteX93" fmla="*/ 23813 w 58102"/>
                                <a:gd name="connsiteY93" fmla="*/ 45720 h 48577"/>
                                <a:gd name="connsiteX94" fmla="*/ 23813 w 58102"/>
                                <a:gd name="connsiteY94" fmla="*/ 46672 h 48577"/>
                                <a:gd name="connsiteX95" fmla="*/ 23813 w 58102"/>
                                <a:gd name="connsiteY95" fmla="*/ 47625 h 48577"/>
                                <a:gd name="connsiteX96" fmla="*/ 23813 w 58102"/>
                                <a:gd name="connsiteY96" fmla="*/ 47625 h 48577"/>
                                <a:gd name="connsiteX97" fmla="*/ 23813 w 58102"/>
                                <a:gd name="connsiteY97" fmla="*/ 46672 h 48577"/>
                                <a:gd name="connsiteX98" fmla="*/ 23813 w 58102"/>
                                <a:gd name="connsiteY98" fmla="*/ 45720 h 48577"/>
                                <a:gd name="connsiteX99" fmla="*/ 23813 w 58102"/>
                                <a:gd name="connsiteY99" fmla="*/ 44767 h 48577"/>
                                <a:gd name="connsiteX100" fmla="*/ 23813 w 58102"/>
                                <a:gd name="connsiteY100" fmla="*/ 41910 h 48577"/>
                                <a:gd name="connsiteX101" fmla="*/ 23813 w 58102"/>
                                <a:gd name="connsiteY101" fmla="*/ 39052 h 48577"/>
                                <a:gd name="connsiteX102" fmla="*/ 23813 w 58102"/>
                                <a:gd name="connsiteY102" fmla="*/ 38100 h 48577"/>
                                <a:gd name="connsiteX103" fmla="*/ 23813 w 58102"/>
                                <a:gd name="connsiteY103" fmla="*/ 37147 h 48577"/>
                                <a:gd name="connsiteX104" fmla="*/ 23813 w 58102"/>
                                <a:gd name="connsiteY104" fmla="*/ 36195 h 48577"/>
                                <a:gd name="connsiteX105" fmla="*/ 23813 w 58102"/>
                                <a:gd name="connsiteY105" fmla="*/ 35242 h 48577"/>
                                <a:gd name="connsiteX106" fmla="*/ 23813 w 58102"/>
                                <a:gd name="connsiteY106" fmla="*/ 34290 h 48577"/>
                                <a:gd name="connsiteX107" fmla="*/ 23813 w 58102"/>
                                <a:gd name="connsiteY107" fmla="*/ 32385 h 48577"/>
                                <a:gd name="connsiteX108" fmla="*/ 24765 w 58102"/>
                                <a:gd name="connsiteY108" fmla="*/ 30480 h 48577"/>
                                <a:gd name="connsiteX109" fmla="*/ 24765 w 58102"/>
                                <a:gd name="connsiteY109" fmla="*/ 28575 h 48577"/>
                                <a:gd name="connsiteX110" fmla="*/ 25718 w 58102"/>
                                <a:gd name="connsiteY110" fmla="*/ 31433 h 48577"/>
                                <a:gd name="connsiteX111" fmla="*/ 27623 w 58102"/>
                                <a:gd name="connsiteY111" fmla="*/ 36195 h 48577"/>
                                <a:gd name="connsiteX112" fmla="*/ 28575 w 58102"/>
                                <a:gd name="connsiteY112" fmla="*/ 38100 h 48577"/>
                                <a:gd name="connsiteX113" fmla="*/ 29527 w 58102"/>
                                <a:gd name="connsiteY113" fmla="*/ 40005 h 48577"/>
                                <a:gd name="connsiteX114" fmla="*/ 30480 w 58102"/>
                                <a:gd name="connsiteY114" fmla="*/ 44767 h 48577"/>
                                <a:gd name="connsiteX115" fmla="*/ 30480 w 58102"/>
                                <a:gd name="connsiteY115" fmla="*/ 46672 h 48577"/>
                                <a:gd name="connsiteX116" fmla="*/ 30480 w 58102"/>
                                <a:gd name="connsiteY116" fmla="*/ 48577 h 48577"/>
                                <a:gd name="connsiteX117" fmla="*/ 30480 w 58102"/>
                                <a:gd name="connsiteY117" fmla="*/ 48577 h 48577"/>
                                <a:gd name="connsiteX118" fmla="*/ 30480 w 58102"/>
                                <a:gd name="connsiteY118" fmla="*/ 48577 h 48577"/>
                                <a:gd name="connsiteX119" fmla="*/ 30480 w 58102"/>
                                <a:gd name="connsiteY119" fmla="*/ 46672 h 48577"/>
                                <a:gd name="connsiteX120" fmla="*/ 30480 w 58102"/>
                                <a:gd name="connsiteY120" fmla="*/ 44767 h 48577"/>
                                <a:gd name="connsiteX121" fmla="*/ 29527 w 58102"/>
                                <a:gd name="connsiteY121" fmla="*/ 40005 h 48577"/>
                                <a:gd name="connsiteX122" fmla="*/ 29527 w 58102"/>
                                <a:gd name="connsiteY122" fmla="*/ 39052 h 48577"/>
                                <a:gd name="connsiteX123" fmla="*/ 29527 w 58102"/>
                                <a:gd name="connsiteY123" fmla="*/ 38100 h 48577"/>
                                <a:gd name="connsiteX124" fmla="*/ 29527 w 58102"/>
                                <a:gd name="connsiteY124" fmla="*/ 37147 h 48577"/>
                                <a:gd name="connsiteX125" fmla="*/ 29527 w 58102"/>
                                <a:gd name="connsiteY125" fmla="*/ 36195 h 48577"/>
                                <a:gd name="connsiteX126" fmla="*/ 27623 w 58102"/>
                                <a:gd name="connsiteY126" fmla="*/ 31433 h 48577"/>
                                <a:gd name="connsiteX127" fmla="*/ 25718 w 58102"/>
                                <a:gd name="connsiteY127" fmla="*/ 26670 h 48577"/>
                                <a:gd name="connsiteX128" fmla="*/ 23813 w 58102"/>
                                <a:gd name="connsiteY128" fmla="*/ 22860 h 48577"/>
                                <a:gd name="connsiteX129" fmla="*/ 24765 w 58102"/>
                                <a:gd name="connsiteY129" fmla="*/ 22860 h 48577"/>
                                <a:gd name="connsiteX130" fmla="*/ 27623 w 58102"/>
                                <a:gd name="connsiteY130" fmla="*/ 24765 h 48577"/>
                                <a:gd name="connsiteX131" fmla="*/ 34290 w 58102"/>
                                <a:gd name="connsiteY131" fmla="*/ 27622 h 48577"/>
                                <a:gd name="connsiteX132" fmla="*/ 38100 w 58102"/>
                                <a:gd name="connsiteY132" fmla="*/ 29527 h 48577"/>
                                <a:gd name="connsiteX133" fmla="*/ 41910 w 58102"/>
                                <a:gd name="connsiteY133" fmla="*/ 31433 h 48577"/>
                                <a:gd name="connsiteX134" fmla="*/ 45720 w 58102"/>
                                <a:gd name="connsiteY134" fmla="*/ 34290 h 48577"/>
                                <a:gd name="connsiteX135" fmla="*/ 48577 w 58102"/>
                                <a:gd name="connsiteY135" fmla="*/ 38100 h 48577"/>
                                <a:gd name="connsiteX136" fmla="*/ 49530 w 58102"/>
                                <a:gd name="connsiteY136" fmla="*/ 40005 h 48577"/>
                                <a:gd name="connsiteX137" fmla="*/ 50482 w 58102"/>
                                <a:gd name="connsiteY137" fmla="*/ 41910 h 48577"/>
                                <a:gd name="connsiteX138" fmla="*/ 50482 w 58102"/>
                                <a:gd name="connsiteY138" fmla="*/ 42863 h 48577"/>
                                <a:gd name="connsiteX139" fmla="*/ 50482 w 58102"/>
                                <a:gd name="connsiteY139" fmla="*/ 43815 h 48577"/>
                                <a:gd name="connsiteX140" fmla="*/ 50482 w 58102"/>
                                <a:gd name="connsiteY140" fmla="*/ 46672 h 48577"/>
                                <a:gd name="connsiteX141" fmla="*/ 50482 w 58102"/>
                                <a:gd name="connsiteY141" fmla="*/ 46672 h 48577"/>
                                <a:gd name="connsiteX142" fmla="*/ 50482 w 58102"/>
                                <a:gd name="connsiteY142" fmla="*/ 46672 h 48577"/>
                                <a:gd name="connsiteX143" fmla="*/ 50482 w 58102"/>
                                <a:gd name="connsiteY143" fmla="*/ 45720 h 48577"/>
                                <a:gd name="connsiteX144" fmla="*/ 49530 w 58102"/>
                                <a:gd name="connsiteY144" fmla="*/ 40958 h 48577"/>
                                <a:gd name="connsiteX145" fmla="*/ 47625 w 58102"/>
                                <a:gd name="connsiteY145" fmla="*/ 36195 h 48577"/>
                                <a:gd name="connsiteX146" fmla="*/ 44768 w 58102"/>
                                <a:gd name="connsiteY146" fmla="*/ 32385 h 48577"/>
                                <a:gd name="connsiteX147" fmla="*/ 40957 w 58102"/>
                                <a:gd name="connsiteY147" fmla="*/ 29527 h 48577"/>
                                <a:gd name="connsiteX148" fmla="*/ 37148 w 58102"/>
                                <a:gd name="connsiteY148" fmla="*/ 26670 h 48577"/>
                                <a:gd name="connsiteX149" fmla="*/ 33338 w 58102"/>
                                <a:gd name="connsiteY149" fmla="*/ 24765 h 48577"/>
                                <a:gd name="connsiteX150" fmla="*/ 26670 w 58102"/>
                                <a:gd name="connsiteY150" fmla="*/ 21908 h 48577"/>
                                <a:gd name="connsiteX151" fmla="*/ 24765 w 58102"/>
                                <a:gd name="connsiteY151" fmla="*/ 20002 h 48577"/>
                                <a:gd name="connsiteX152" fmla="*/ 22860 w 58102"/>
                                <a:gd name="connsiteY152" fmla="*/ 19050 h 48577"/>
                                <a:gd name="connsiteX153" fmla="*/ 21907 w 58102"/>
                                <a:gd name="connsiteY153" fmla="*/ 18097 h 48577"/>
                                <a:gd name="connsiteX154" fmla="*/ 20002 w 58102"/>
                                <a:gd name="connsiteY154" fmla="*/ 15240 h 48577"/>
                                <a:gd name="connsiteX155" fmla="*/ 19050 w 58102"/>
                                <a:gd name="connsiteY155" fmla="*/ 13335 h 48577"/>
                                <a:gd name="connsiteX156" fmla="*/ 18098 w 58102"/>
                                <a:gd name="connsiteY156" fmla="*/ 11430 h 48577"/>
                                <a:gd name="connsiteX157" fmla="*/ 16193 w 58102"/>
                                <a:gd name="connsiteY157" fmla="*/ 7620 h 48577"/>
                                <a:gd name="connsiteX158" fmla="*/ 16193 w 58102"/>
                                <a:gd name="connsiteY158" fmla="*/ 7620 h 48577"/>
                                <a:gd name="connsiteX159" fmla="*/ 16193 w 58102"/>
                                <a:gd name="connsiteY159" fmla="*/ 7620 h 48577"/>
                                <a:gd name="connsiteX160" fmla="*/ 19050 w 58102"/>
                                <a:gd name="connsiteY160" fmla="*/ 8572 h 48577"/>
                                <a:gd name="connsiteX161" fmla="*/ 20955 w 58102"/>
                                <a:gd name="connsiteY161" fmla="*/ 8572 h 48577"/>
                                <a:gd name="connsiteX162" fmla="*/ 22860 w 58102"/>
                                <a:gd name="connsiteY162" fmla="*/ 8572 h 48577"/>
                                <a:gd name="connsiteX163" fmla="*/ 26670 w 58102"/>
                                <a:gd name="connsiteY163" fmla="*/ 9525 h 48577"/>
                                <a:gd name="connsiteX164" fmla="*/ 31432 w 58102"/>
                                <a:gd name="connsiteY164" fmla="*/ 10477 h 48577"/>
                                <a:gd name="connsiteX165" fmla="*/ 36195 w 58102"/>
                                <a:gd name="connsiteY165" fmla="*/ 11430 h 48577"/>
                                <a:gd name="connsiteX166" fmla="*/ 40957 w 58102"/>
                                <a:gd name="connsiteY166" fmla="*/ 13335 h 48577"/>
                                <a:gd name="connsiteX167" fmla="*/ 45720 w 58102"/>
                                <a:gd name="connsiteY167" fmla="*/ 16192 h 48577"/>
                                <a:gd name="connsiteX168" fmla="*/ 49530 w 58102"/>
                                <a:gd name="connsiteY168" fmla="*/ 19050 h 48577"/>
                                <a:gd name="connsiteX169" fmla="*/ 51435 w 58102"/>
                                <a:gd name="connsiteY169" fmla="*/ 20955 h 48577"/>
                                <a:gd name="connsiteX170" fmla="*/ 53340 w 58102"/>
                                <a:gd name="connsiteY170" fmla="*/ 22860 h 48577"/>
                                <a:gd name="connsiteX171" fmla="*/ 55245 w 58102"/>
                                <a:gd name="connsiteY171" fmla="*/ 24765 h 48577"/>
                                <a:gd name="connsiteX172" fmla="*/ 56198 w 58102"/>
                                <a:gd name="connsiteY172" fmla="*/ 26670 h 48577"/>
                                <a:gd name="connsiteX173" fmla="*/ 57150 w 58102"/>
                                <a:gd name="connsiteY173" fmla="*/ 28575 h 48577"/>
                                <a:gd name="connsiteX174" fmla="*/ 58102 w 58102"/>
                                <a:gd name="connsiteY174" fmla="*/ 30480 h 48577"/>
                                <a:gd name="connsiteX175" fmla="*/ 58102 w 58102"/>
                                <a:gd name="connsiteY175" fmla="*/ 29527 h 48577"/>
                                <a:gd name="connsiteX176" fmla="*/ 58102 w 58102"/>
                                <a:gd name="connsiteY176" fmla="*/ 28575 h 48577"/>
                                <a:gd name="connsiteX177" fmla="*/ 57150 w 58102"/>
                                <a:gd name="connsiteY177" fmla="*/ 26670 h 48577"/>
                                <a:gd name="connsiteX178" fmla="*/ 56198 w 58102"/>
                                <a:gd name="connsiteY178" fmla="*/ 24765 h 48577"/>
                                <a:gd name="connsiteX179" fmla="*/ 54293 w 58102"/>
                                <a:gd name="connsiteY179" fmla="*/ 22860 h 48577"/>
                                <a:gd name="connsiteX180" fmla="*/ 52388 w 58102"/>
                                <a:gd name="connsiteY180" fmla="*/ 20955 h 48577"/>
                                <a:gd name="connsiteX181" fmla="*/ 50482 w 58102"/>
                                <a:gd name="connsiteY181" fmla="*/ 19050 h 48577"/>
                                <a:gd name="connsiteX182" fmla="*/ 46673 w 58102"/>
                                <a:gd name="connsiteY182" fmla="*/ 16192 h 48577"/>
                                <a:gd name="connsiteX183" fmla="*/ 41910 w 58102"/>
                                <a:gd name="connsiteY183" fmla="*/ 13335 h 48577"/>
                                <a:gd name="connsiteX184" fmla="*/ 37148 w 58102"/>
                                <a:gd name="connsiteY184" fmla="*/ 11430 h 48577"/>
                                <a:gd name="connsiteX185" fmla="*/ 32385 w 58102"/>
                                <a:gd name="connsiteY185" fmla="*/ 9525 h 48577"/>
                                <a:gd name="connsiteX186" fmla="*/ 28575 w 58102"/>
                                <a:gd name="connsiteY186" fmla="*/ 8572 h 48577"/>
                                <a:gd name="connsiteX187" fmla="*/ 24765 w 58102"/>
                                <a:gd name="connsiteY187" fmla="*/ 7620 h 48577"/>
                                <a:gd name="connsiteX188" fmla="*/ 22860 w 58102"/>
                                <a:gd name="connsiteY188" fmla="*/ 7620 h 48577"/>
                                <a:gd name="connsiteX189" fmla="*/ 20955 w 58102"/>
                                <a:gd name="connsiteY189" fmla="*/ 7620 h 48577"/>
                                <a:gd name="connsiteX190" fmla="*/ 18098 w 58102"/>
                                <a:gd name="connsiteY190" fmla="*/ 6667 h 48577"/>
                                <a:gd name="connsiteX191" fmla="*/ 17145 w 58102"/>
                                <a:gd name="connsiteY191" fmla="*/ 6667 h 48577"/>
                                <a:gd name="connsiteX192" fmla="*/ 17145 w 58102"/>
                                <a:gd name="connsiteY192" fmla="*/ 6667 h 48577"/>
                                <a:gd name="connsiteX193" fmla="*/ 16193 w 58102"/>
                                <a:gd name="connsiteY193" fmla="*/ 4763 h 48577"/>
                                <a:gd name="connsiteX194" fmla="*/ 15240 w 58102"/>
                                <a:gd name="connsiteY194" fmla="*/ 1905 h 48577"/>
                                <a:gd name="connsiteX195" fmla="*/ 14288 w 58102"/>
                                <a:gd name="connsiteY195" fmla="*/ 0 h 48577"/>
                                <a:gd name="connsiteX196" fmla="*/ 12382 w 58102"/>
                                <a:gd name="connsiteY196" fmla="*/ 952 h 48577"/>
                                <a:gd name="connsiteX197" fmla="*/ 11430 w 58102"/>
                                <a:gd name="connsiteY197" fmla="*/ 2858 h 4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58102" h="48577">
                                  <a:moveTo>
                                    <a:pt x="11430" y="2858"/>
                                  </a:moveTo>
                                  <a:cubicBezTo>
                                    <a:pt x="11430" y="2858"/>
                                    <a:pt x="11430" y="2858"/>
                                    <a:pt x="11430" y="2858"/>
                                  </a:cubicBezTo>
                                  <a:cubicBezTo>
                                    <a:pt x="11430" y="2858"/>
                                    <a:pt x="11430" y="3810"/>
                                    <a:pt x="10477" y="4763"/>
                                  </a:cubicBezTo>
                                  <a:cubicBezTo>
                                    <a:pt x="9525" y="5715"/>
                                    <a:pt x="9525" y="7620"/>
                                    <a:pt x="8573" y="9525"/>
                                  </a:cubicBezTo>
                                  <a:cubicBezTo>
                                    <a:pt x="7620" y="11430"/>
                                    <a:pt x="6668" y="13335"/>
                                    <a:pt x="4763" y="15240"/>
                                  </a:cubicBezTo>
                                  <a:cubicBezTo>
                                    <a:pt x="4763" y="16192"/>
                                    <a:pt x="3810" y="16192"/>
                                    <a:pt x="3810" y="17145"/>
                                  </a:cubicBezTo>
                                  <a:cubicBezTo>
                                    <a:pt x="3810" y="17145"/>
                                    <a:pt x="3810" y="18097"/>
                                    <a:pt x="2857" y="18097"/>
                                  </a:cubicBezTo>
                                  <a:lnTo>
                                    <a:pt x="2857" y="18097"/>
                                  </a:lnTo>
                                  <a:lnTo>
                                    <a:pt x="2857" y="18097"/>
                                  </a:lnTo>
                                  <a:lnTo>
                                    <a:pt x="2857" y="18097"/>
                                  </a:lnTo>
                                  <a:cubicBezTo>
                                    <a:pt x="1905" y="19050"/>
                                    <a:pt x="1905" y="20002"/>
                                    <a:pt x="952" y="21908"/>
                                  </a:cubicBezTo>
                                  <a:cubicBezTo>
                                    <a:pt x="952" y="22860"/>
                                    <a:pt x="952" y="22860"/>
                                    <a:pt x="0" y="23813"/>
                                  </a:cubicBezTo>
                                  <a:cubicBezTo>
                                    <a:pt x="0" y="24765"/>
                                    <a:pt x="0" y="24765"/>
                                    <a:pt x="0" y="25717"/>
                                  </a:cubicBezTo>
                                  <a:cubicBezTo>
                                    <a:pt x="0" y="25717"/>
                                    <a:pt x="0" y="26670"/>
                                    <a:pt x="0" y="26670"/>
                                  </a:cubicBezTo>
                                  <a:cubicBezTo>
                                    <a:pt x="0" y="26670"/>
                                    <a:pt x="0" y="27622"/>
                                    <a:pt x="0" y="27622"/>
                                  </a:cubicBezTo>
                                  <a:cubicBezTo>
                                    <a:pt x="0" y="27622"/>
                                    <a:pt x="0" y="28575"/>
                                    <a:pt x="0" y="28575"/>
                                  </a:cubicBezTo>
                                  <a:cubicBezTo>
                                    <a:pt x="0" y="29527"/>
                                    <a:pt x="0" y="30480"/>
                                    <a:pt x="0" y="30480"/>
                                  </a:cubicBezTo>
                                  <a:cubicBezTo>
                                    <a:pt x="0" y="31433"/>
                                    <a:pt x="0" y="31433"/>
                                    <a:pt x="0" y="32385"/>
                                  </a:cubicBezTo>
                                  <a:cubicBezTo>
                                    <a:pt x="0" y="32385"/>
                                    <a:pt x="0" y="33338"/>
                                    <a:pt x="0" y="33338"/>
                                  </a:cubicBezTo>
                                  <a:cubicBezTo>
                                    <a:pt x="0" y="33338"/>
                                    <a:pt x="0" y="33338"/>
                                    <a:pt x="0" y="34290"/>
                                  </a:cubicBezTo>
                                  <a:cubicBezTo>
                                    <a:pt x="0" y="34290"/>
                                    <a:pt x="0" y="34290"/>
                                    <a:pt x="0" y="34290"/>
                                  </a:cubicBezTo>
                                  <a:lnTo>
                                    <a:pt x="0" y="34290"/>
                                  </a:lnTo>
                                  <a:cubicBezTo>
                                    <a:pt x="0" y="34290"/>
                                    <a:pt x="0" y="34290"/>
                                    <a:pt x="0" y="34290"/>
                                  </a:cubicBezTo>
                                  <a:cubicBezTo>
                                    <a:pt x="0" y="34290"/>
                                    <a:pt x="0" y="34290"/>
                                    <a:pt x="0" y="33338"/>
                                  </a:cubicBezTo>
                                  <a:cubicBezTo>
                                    <a:pt x="0" y="33338"/>
                                    <a:pt x="0" y="32385"/>
                                    <a:pt x="0" y="32385"/>
                                  </a:cubicBezTo>
                                  <a:cubicBezTo>
                                    <a:pt x="0" y="32385"/>
                                    <a:pt x="0" y="31433"/>
                                    <a:pt x="0" y="30480"/>
                                  </a:cubicBezTo>
                                  <a:cubicBezTo>
                                    <a:pt x="0" y="29527"/>
                                    <a:pt x="0" y="28575"/>
                                    <a:pt x="952" y="28575"/>
                                  </a:cubicBezTo>
                                  <a:cubicBezTo>
                                    <a:pt x="952" y="28575"/>
                                    <a:pt x="952" y="27622"/>
                                    <a:pt x="952" y="27622"/>
                                  </a:cubicBezTo>
                                  <a:cubicBezTo>
                                    <a:pt x="952" y="27622"/>
                                    <a:pt x="952" y="26670"/>
                                    <a:pt x="952" y="26670"/>
                                  </a:cubicBezTo>
                                  <a:cubicBezTo>
                                    <a:pt x="952" y="26670"/>
                                    <a:pt x="952" y="25717"/>
                                    <a:pt x="952" y="25717"/>
                                  </a:cubicBezTo>
                                  <a:cubicBezTo>
                                    <a:pt x="952" y="24765"/>
                                    <a:pt x="952" y="24765"/>
                                    <a:pt x="1905" y="23813"/>
                                  </a:cubicBezTo>
                                  <a:cubicBezTo>
                                    <a:pt x="1905" y="22860"/>
                                    <a:pt x="1905" y="22860"/>
                                    <a:pt x="2857" y="21908"/>
                                  </a:cubicBezTo>
                                  <a:cubicBezTo>
                                    <a:pt x="2857" y="20955"/>
                                    <a:pt x="3810" y="20002"/>
                                    <a:pt x="4763" y="19050"/>
                                  </a:cubicBezTo>
                                  <a:lnTo>
                                    <a:pt x="4763" y="19050"/>
                                  </a:lnTo>
                                  <a:lnTo>
                                    <a:pt x="4763" y="19050"/>
                                  </a:lnTo>
                                  <a:lnTo>
                                    <a:pt x="4763" y="19050"/>
                                  </a:lnTo>
                                  <a:cubicBezTo>
                                    <a:pt x="4763" y="19050"/>
                                    <a:pt x="4763" y="18097"/>
                                    <a:pt x="5715" y="18097"/>
                                  </a:cubicBezTo>
                                  <a:cubicBezTo>
                                    <a:pt x="5715" y="17145"/>
                                    <a:pt x="6668" y="17145"/>
                                    <a:pt x="6668" y="16192"/>
                                  </a:cubicBezTo>
                                  <a:cubicBezTo>
                                    <a:pt x="7620" y="14288"/>
                                    <a:pt x="9525" y="12383"/>
                                    <a:pt x="10477" y="10477"/>
                                  </a:cubicBezTo>
                                  <a:cubicBezTo>
                                    <a:pt x="12382" y="7620"/>
                                    <a:pt x="13335" y="5715"/>
                                    <a:pt x="13335" y="4763"/>
                                  </a:cubicBezTo>
                                  <a:cubicBezTo>
                                    <a:pt x="13335" y="4763"/>
                                    <a:pt x="13335" y="5715"/>
                                    <a:pt x="13335" y="5715"/>
                                  </a:cubicBezTo>
                                  <a:cubicBezTo>
                                    <a:pt x="13335" y="5715"/>
                                    <a:pt x="13335" y="6667"/>
                                    <a:pt x="14288" y="7620"/>
                                  </a:cubicBezTo>
                                  <a:cubicBezTo>
                                    <a:pt x="14288" y="8572"/>
                                    <a:pt x="15240" y="8572"/>
                                    <a:pt x="15240" y="9525"/>
                                  </a:cubicBezTo>
                                  <a:cubicBezTo>
                                    <a:pt x="16193" y="10477"/>
                                    <a:pt x="16193" y="11430"/>
                                    <a:pt x="17145" y="13335"/>
                                  </a:cubicBezTo>
                                  <a:cubicBezTo>
                                    <a:pt x="17145" y="13335"/>
                                    <a:pt x="17145" y="14288"/>
                                    <a:pt x="17145" y="14288"/>
                                  </a:cubicBezTo>
                                  <a:cubicBezTo>
                                    <a:pt x="17145" y="14288"/>
                                    <a:pt x="17145" y="14288"/>
                                    <a:pt x="17145" y="14288"/>
                                  </a:cubicBezTo>
                                  <a:cubicBezTo>
                                    <a:pt x="17145" y="15240"/>
                                    <a:pt x="17145" y="15240"/>
                                    <a:pt x="17145" y="16192"/>
                                  </a:cubicBezTo>
                                  <a:cubicBezTo>
                                    <a:pt x="17145" y="17145"/>
                                    <a:pt x="17145" y="18097"/>
                                    <a:pt x="17145" y="19050"/>
                                  </a:cubicBezTo>
                                  <a:cubicBezTo>
                                    <a:pt x="17145" y="20955"/>
                                    <a:pt x="16193" y="23813"/>
                                    <a:pt x="15240" y="25717"/>
                                  </a:cubicBezTo>
                                  <a:cubicBezTo>
                                    <a:pt x="15240" y="26670"/>
                                    <a:pt x="14288" y="27622"/>
                                    <a:pt x="14288" y="29527"/>
                                  </a:cubicBezTo>
                                  <a:cubicBezTo>
                                    <a:pt x="14288" y="30480"/>
                                    <a:pt x="14288" y="30480"/>
                                    <a:pt x="13335" y="31433"/>
                                  </a:cubicBezTo>
                                  <a:cubicBezTo>
                                    <a:pt x="13335" y="32385"/>
                                    <a:pt x="13335" y="32385"/>
                                    <a:pt x="13335" y="33338"/>
                                  </a:cubicBezTo>
                                  <a:cubicBezTo>
                                    <a:pt x="13335" y="34290"/>
                                    <a:pt x="12382" y="35242"/>
                                    <a:pt x="12382" y="36195"/>
                                  </a:cubicBezTo>
                                  <a:cubicBezTo>
                                    <a:pt x="12382" y="36195"/>
                                    <a:pt x="12382" y="37147"/>
                                    <a:pt x="12382" y="37147"/>
                                  </a:cubicBezTo>
                                  <a:cubicBezTo>
                                    <a:pt x="12382" y="37147"/>
                                    <a:pt x="12382" y="38100"/>
                                    <a:pt x="12382" y="38100"/>
                                  </a:cubicBezTo>
                                  <a:cubicBezTo>
                                    <a:pt x="12382" y="39052"/>
                                    <a:pt x="12382" y="40005"/>
                                    <a:pt x="12382" y="40958"/>
                                  </a:cubicBezTo>
                                  <a:cubicBezTo>
                                    <a:pt x="12382" y="40958"/>
                                    <a:pt x="12382" y="40958"/>
                                    <a:pt x="12382" y="40958"/>
                                  </a:cubicBezTo>
                                  <a:cubicBezTo>
                                    <a:pt x="12382" y="40958"/>
                                    <a:pt x="12382" y="40958"/>
                                    <a:pt x="12382" y="40958"/>
                                  </a:cubicBezTo>
                                  <a:cubicBezTo>
                                    <a:pt x="12382" y="40958"/>
                                    <a:pt x="12382" y="40958"/>
                                    <a:pt x="12382" y="40958"/>
                                  </a:cubicBezTo>
                                  <a:cubicBezTo>
                                    <a:pt x="12382" y="40958"/>
                                    <a:pt x="12382" y="40958"/>
                                    <a:pt x="12382" y="40958"/>
                                  </a:cubicBezTo>
                                  <a:cubicBezTo>
                                    <a:pt x="12382" y="40958"/>
                                    <a:pt x="12382" y="40958"/>
                                    <a:pt x="12382" y="40958"/>
                                  </a:cubicBezTo>
                                  <a:cubicBezTo>
                                    <a:pt x="12382" y="40958"/>
                                    <a:pt x="12382" y="40958"/>
                                    <a:pt x="13335" y="41910"/>
                                  </a:cubicBezTo>
                                  <a:cubicBezTo>
                                    <a:pt x="13335" y="41910"/>
                                    <a:pt x="13335" y="41910"/>
                                    <a:pt x="13335" y="41910"/>
                                  </a:cubicBezTo>
                                  <a:cubicBezTo>
                                    <a:pt x="13335" y="41910"/>
                                    <a:pt x="13335" y="41910"/>
                                    <a:pt x="13335" y="41910"/>
                                  </a:cubicBezTo>
                                  <a:cubicBezTo>
                                    <a:pt x="13335" y="41910"/>
                                    <a:pt x="13335" y="41910"/>
                                    <a:pt x="13335" y="41910"/>
                                  </a:cubicBezTo>
                                  <a:cubicBezTo>
                                    <a:pt x="13335" y="41910"/>
                                    <a:pt x="13335" y="41910"/>
                                    <a:pt x="13335" y="41910"/>
                                  </a:cubicBezTo>
                                  <a:cubicBezTo>
                                    <a:pt x="13335" y="41910"/>
                                    <a:pt x="13335" y="41910"/>
                                    <a:pt x="13335" y="41910"/>
                                  </a:cubicBezTo>
                                  <a:cubicBezTo>
                                    <a:pt x="13335" y="41910"/>
                                    <a:pt x="13335" y="41910"/>
                                    <a:pt x="13335" y="41910"/>
                                  </a:cubicBezTo>
                                  <a:cubicBezTo>
                                    <a:pt x="13335" y="40958"/>
                                    <a:pt x="13335" y="40958"/>
                                    <a:pt x="13335" y="39052"/>
                                  </a:cubicBezTo>
                                  <a:cubicBezTo>
                                    <a:pt x="13335" y="39052"/>
                                    <a:pt x="13335" y="38100"/>
                                    <a:pt x="13335" y="38100"/>
                                  </a:cubicBezTo>
                                  <a:cubicBezTo>
                                    <a:pt x="13335" y="38100"/>
                                    <a:pt x="13335" y="37147"/>
                                    <a:pt x="13335" y="37147"/>
                                  </a:cubicBezTo>
                                  <a:cubicBezTo>
                                    <a:pt x="13335" y="36195"/>
                                    <a:pt x="13335" y="35242"/>
                                    <a:pt x="14288" y="34290"/>
                                  </a:cubicBezTo>
                                  <a:cubicBezTo>
                                    <a:pt x="14288" y="33338"/>
                                    <a:pt x="14288" y="33338"/>
                                    <a:pt x="15240" y="32385"/>
                                  </a:cubicBezTo>
                                  <a:cubicBezTo>
                                    <a:pt x="15240" y="31433"/>
                                    <a:pt x="15240" y="31433"/>
                                    <a:pt x="16193" y="30480"/>
                                  </a:cubicBezTo>
                                  <a:cubicBezTo>
                                    <a:pt x="16193" y="29527"/>
                                    <a:pt x="17145" y="28575"/>
                                    <a:pt x="17145" y="26670"/>
                                  </a:cubicBezTo>
                                  <a:cubicBezTo>
                                    <a:pt x="18098" y="24765"/>
                                    <a:pt x="19050" y="21908"/>
                                    <a:pt x="19050" y="20002"/>
                                  </a:cubicBezTo>
                                  <a:cubicBezTo>
                                    <a:pt x="19050" y="19050"/>
                                    <a:pt x="19050" y="18097"/>
                                    <a:pt x="19050" y="17145"/>
                                  </a:cubicBezTo>
                                  <a:cubicBezTo>
                                    <a:pt x="19050" y="17145"/>
                                    <a:pt x="19050" y="17145"/>
                                    <a:pt x="19050" y="17145"/>
                                  </a:cubicBezTo>
                                  <a:cubicBezTo>
                                    <a:pt x="19050" y="17145"/>
                                    <a:pt x="19050" y="18097"/>
                                    <a:pt x="20002" y="18097"/>
                                  </a:cubicBezTo>
                                  <a:cubicBezTo>
                                    <a:pt x="20955" y="19050"/>
                                    <a:pt x="21907" y="20955"/>
                                    <a:pt x="21907" y="21908"/>
                                  </a:cubicBezTo>
                                  <a:cubicBezTo>
                                    <a:pt x="22860" y="22860"/>
                                    <a:pt x="22860" y="24765"/>
                                    <a:pt x="23813" y="25717"/>
                                  </a:cubicBezTo>
                                  <a:cubicBezTo>
                                    <a:pt x="23813" y="25717"/>
                                    <a:pt x="23813" y="25717"/>
                                    <a:pt x="23813" y="25717"/>
                                  </a:cubicBezTo>
                                  <a:cubicBezTo>
                                    <a:pt x="23813" y="25717"/>
                                    <a:pt x="23813" y="25717"/>
                                    <a:pt x="23813" y="26670"/>
                                  </a:cubicBezTo>
                                  <a:cubicBezTo>
                                    <a:pt x="23813" y="27622"/>
                                    <a:pt x="23813" y="28575"/>
                                    <a:pt x="23813" y="29527"/>
                                  </a:cubicBezTo>
                                  <a:cubicBezTo>
                                    <a:pt x="23813" y="30480"/>
                                    <a:pt x="23813" y="31433"/>
                                    <a:pt x="23813" y="31433"/>
                                  </a:cubicBezTo>
                                  <a:cubicBezTo>
                                    <a:pt x="23813" y="32385"/>
                                    <a:pt x="23813" y="33338"/>
                                    <a:pt x="23813" y="34290"/>
                                  </a:cubicBezTo>
                                  <a:cubicBezTo>
                                    <a:pt x="23813" y="34290"/>
                                    <a:pt x="23813" y="35242"/>
                                    <a:pt x="23813" y="35242"/>
                                  </a:cubicBezTo>
                                  <a:cubicBezTo>
                                    <a:pt x="23813" y="35242"/>
                                    <a:pt x="23813" y="36195"/>
                                    <a:pt x="23813" y="36195"/>
                                  </a:cubicBezTo>
                                  <a:cubicBezTo>
                                    <a:pt x="23813" y="36195"/>
                                    <a:pt x="23813" y="37147"/>
                                    <a:pt x="23813" y="37147"/>
                                  </a:cubicBezTo>
                                  <a:cubicBezTo>
                                    <a:pt x="23813" y="37147"/>
                                    <a:pt x="23813" y="38100"/>
                                    <a:pt x="23813" y="38100"/>
                                  </a:cubicBezTo>
                                  <a:cubicBezTo>
                                    <a:pt x="23813" y="39052"/>
                                    <a:pt x="23813" y="40005"/>
                                    <a:pt x="23813" y="40958"/>
                                  </a:cubicBezTo>
                                  <a:cubicBezTo>
                                    <a:pt x="23813" y="41910"/>
                                    <a:pt x="23813" y="42863"/>
                                    <a:pt x="23813" y="43815"/>
                                  </a:cubicBezTo>
                                  <a:cubicBezTo>
                                    <a:pt x="23813" y="43815"/>
                                    <a:pt x="23813" y="44767"/>
                                    <a:pt x="23813" y="44767"/>
                                  </a:cubicBezTo>
                                  <a:cubicBezTo>
                                    <a:pt x="23813" y="44767"/>
                                    <a:pt x="23813" y="45720"/>
                                    <a:pt x="23813" y="45720"/>
                                  </a:cubicBezTo>
                                  <a:cubicBezTo>
                                    <a:pt x="23813" y="45720"/>
                                    <a:pt x="23813" y="45720"/>
                                    <a:pt x="23813" y="46672"/>
                                  </a:cubicBezTo>
                                  <a:cubicBezTo>
                                    <a:pt x="23813" y="46672"/>
                                    <a:pt x="23813" y="46672"/>
                                    <a:pt x="23813" y="47625"/>
                                  </a:cubicBezTo>
                                  <a:cubicBezTo>
                                    <a:pt x="23813" y="47625"/>
                                    <a:pt x="23813" y="47625"/>
                                    <a:pt x="23813" y="47625"/>
                                  </a:cubicBezTo>
                                  <a:cubicBezTo>
                                    <a:pt x="23813" y="47625"/>
                                    <a:pt x="23813" y="46672"/>
                                    <a:pt x="23813" y="46672"/>
                                  </a:cubicBezTo>
                                  <a:cubicBezTo>
                                    <a:pt x="23813" y="46672"/>
                                    <a:pt x="23813" y="45720"/>
                                    <a:pt x="23813" y="45720"/>
                                  </a:cubicBezTo>
                                  <a:cubicBezTo>
                                    <a:pt x="23813" y="45720"/>
                                    <a:pt x="23813" y="44767"/>
                                    <a:pt x="23813" y="44767"/>
                                  </a:cubicBezTo>
                                  <a:cubicBezTo>
                                    <a:pt x="23813" y="43815"/>
                                    <a:pt x="23813" y="42863"/>
                                    <a:pt x="23813" y="41910"/>
                                  </a:cubicBezTo>
                                  <a:cubicBezTo>
                                    <a:pt x="23813" y="40958"/>
                                    <a:pt x="23813" y="40005"/>
                                    <a:pt x="23813" y="39052"/>
                                  </a:cubicBezTo>
                                  <a:lnTo>
                                    <a:pt x="23813" y="38100"/>
                                  </a:lnTo>
                                  <a:lnTo>
                                    <a:pt x="23813" y="37147"/>
                                  </a:lnTo>
                                  <a:cubicBezTo>
                                    <a:pt x="23813" y="37147"/>
                                    <a:pt x="23813" y="36195"/>
                                    <a:pt x="23813" y="36195"/>
                                  </a:cubicBezTo>
                                  <a:cubicBezTo>
                                    <a:pt x="23813" y="36195"/>
                                    <a:pt x="23813" y="35242"/>
                                    <a:pt x="23813" y="35242"/>
                                  </a:cubicBezTo>
                                  <a:cubicBezTo>
                                    <a:pt x="23813" y="35242"/>
                                    <a:pt x="23813" y="34290"/>
                                    <a:pt x="23813" y="34290"/>
                                  </a:cubicBezTo>
                                  <a:cubicBezTo>
                                    <a:pt x="23813" y="33338"/>
                                    <a:pt x="23813" y="32385"/>
                                    <a:pt x="23813" y="32385"/>
                                  </a:cubicBezTo>
                                  <a:cubicBezTo>
                                    <a:pt x="23813" y="31433"/>
                                    <a:pt x="23813" y="30480"/>
                                    <a:pt x="24765" y="30480"/>
                                  </a:cubicBezTo>
                                  <a:cubicBezTo>
                                    <a:pt x="24765" y="29527"/>
                                    <a:pt x="24765" y="29527"/>
                                    <a:pt x="24765" y="28575"/>
                                  </a:cubicBezTo>
                                  <a:cubicBezTo>
                                    <a:pt x="25718" y="29527"/>
                                    <a:pt x="25718" y="30480"/>
                                    <a:pt x="25718" y="31433"/>
                                  </a:cubicBezTo>
                                  <a:cubicBezTo>
                                    <a:pt x="26670" y="33338"/>
                                    <a:pt x="27623" y="34290"/>
                                    <a:pt x="27623" y="36195"/>
                                  </a:cubicBezTo>
                                  <a:cubicBezTo>
                                    <a:pt x="27623" y="37147"/>
                                    <a:pt x="28575" y="38100"/>
                                    <a:pt x="28575" y="38100"/>
                                  </a:cubicBezTo>
                                  <a:cubicBezTo>
                                    <a:pt x="28575" y="39052"/>
                                    <a:pt x="29527" y="40005"/>
                                    <a:pt x="29527" y="40005"/>
                                  </a:cubicBezTo>
                                  <a:cubicBezTo>
                                    <a:pt x="30480" y="41910"/>
                                    <a:pt x="30480" y="42863"/>
                                    <a:pt x="30480" y="44767"/>
                                  </a:cubicBezTo>
                                  <a:cubicBezTo>
                                    <a:pt x="30480" y="45720"/>
                                    <a:pt x="30480" y="46672"/>
                                    <a:pt x="30480" y="46672"/>
                                  </a:cubicBezTo>
                                  <a:cubicBezTo>
                                    <a:pt x="30480" y="47625"/>
                                    <a:pt x="30480" y="47625"/>
                                    <a:pt x="30480" y="48577"/>
                                  </a:cubicBezTo>
                                  <a:cubicBezTo>
                                    <a:pt x="30480" y="48577"/>
                                    <a:pt x="30480" y="48577"/>
                                    <a:pt x="30480" y="48577"/>
                                  </a:cubicBezTo>
                                  <a:lnTo>
                                    <a:pt x="30480" y="48577"/>
                                  </a:lnTo>
                                  <a:cubicBezTo>
                                    <a:pt x="30480" y="47625"/>
                                    <a:pt x="30480" y="47625"/>
                                    <a:pt x="30480" y="46672"/>
                                  </a:cubicBezTo>
                                  <a:cubicBezTo>
                                    <a:pt x="30480" y="45720"/>
                                    <a:pt x="30480" y="44767"/>
                                    <a:pt x="30480" y="44767"/>
                                  </a:cubicBezTo>
                                  <a:cubicBezTo>
                                    <a:pt x="30480" y="42863"/>
                                    <a:pt x="29527" y="41910"/>
                                    <a:pt x="29527" y="40005"/>
                                  </a:cubicBezTo>
                                  <a:cubicBezTo>
                                    <a:pt x="29527" y="40005"/>
                                    <a:pt x="29527" y="39052"/>
                                    <a:pt x="29527" y="39052"/>
                                  </a:cubicBezTo>
                                  <a:cubicBezTo>
                                    <a:pt x="29527" y="39052"/>
                                    <a:pt x="29527" y="38100"/>
                                    <a:pt x="29527" y="38100"/>
                                  </a:cubicBezTo>
                                  <a:cubicBezTo>
                                    <a:pt x="29527" y="38100"/>
                                    <a:pt x="29527" y="37147"/>
                                    <a:pt x="29527" y="37147"/>
                                  </a:cubicBezTo>
                                  <a:cubicBezTo>
                                    <a:pt x="29527" y="37147"/>
                                    <a:pt x="29527" y="36195"/>
                                    <a:pt x="29527" y="36195"/>
                                  </a:cubicBezTo>
                                  <a:cubicBezTo>
                                    <a:pt x="28575" y="34290"/>
                                    <a:pt x="27623" y="33338"/>
                                    <a:pt x="27623" y="31433"/>
                                  </a:cubicBezTo>
                                  <a:cubicBezTo>
                                    <a:pt x="26670" y="29527"/>
                                    <a:pt x="25718" y="28575"/>
                                    <a:pt x="25718" y="26670"/>
                                  </a:cubicBezTo>
                                  <a:cubicBezTo>
                                    <a:pt x="24765" y="25717"/>
                                    <a:pt x="24765" y="24765"/>
                                    <a:pt x="23813" y="22860"/>
                                  </a:cubicBezTo>
                                  <a:cubicBezTo>
                                    <a:pt x="23813" y="22860"/>
                                    <a:pt x="23813" y="22860"/>
                                    <a:pt x="24765" y="22860"/>
                                  </a:cubicBezTo>
                                  <a:cubicBezTo>
                                    <a:pt x="25718" y="23813"/>
                                    <a:pt x="26670" y="23813"/>
                                    <a:pt x="27623" y="24765"/>
                                  </a:cubicBezTo>
                                  <a:cubicBezTo>
                                    <a:pt x="29527" y="25717"/>
                                    <a:pt x="31432" y="26670"/>
                                    <a:pt x="34290" y="27622"/>
                                  </a:cubicBezTo>
                                  <a:cubicBezTo>
                                    <a:pt x="35243" y="28575"/>
                                    <a:pt x="37148" y="28575"/>
                                    <a:pt x="38100" y="29527"/>
                                  </a:cubicBezTo>
                                  <a:cubicBezTo>
                                    <a:pt x="39052" y="30480"/>
                                    <a:pt x="40957" y="30480"/>
                                    <a:pt x="41910" y="31433"/>
                                  </a:cubicBezTo>
                                  <a:cubicBezTo>
                                    <a:pt x="42863" y="32385"/>
                                    <a:pt x="43815" y="33338"/>
                                    <a:pt x="45720" y="34290"/>
                                  </a:cubicBezTo>
                                  <a:cubicBezTo>
                                    <a:pt x="46673" y="35242"/>
                                    <a:pt x="47625" y="37147"/>
                                    <a:pt x="48577" y="38100"/>
                                  </a:cubicBezTo>
                                  <a:cubicBezTo>
                                    <a:pt x="48577" y="39052"/>
                                    <a:pt x="49530" y="40005"/>
                                    <a:pt x="49530" y="40005"/>
                                  </a:cubicBezTo>
                                  <a:cubicBezTo>
                                    <a:pt x="49530" y="40958"/>
                                    <a:pt x="50482" y="41910"/>
                                    <a:pt x="50482" y="41910"/>
                                  </a:cubicBezTo>
                                  <a:cubicBezTo>
                                    <a:pt x="50482" y="41910"/>
                                    <a:pt x="50482" y="42863"/>
                                    <a:pt x="50482" y="42863"/>
                                  </a:cubicBezTo>
                                  <a:cubicBezTo>
                                    <a:pt x="50482" y="42863"/>
                                    <a:pt x="50482" y="43815"/>
                                    <a:pt x="50482" y="43815"/>
                                  </a:cubicBezTo>
                                  <a:cubicBezTo>
                                    <a:pt x="50482" y="44767"/>
                                    <a:pt x="50482" y="45720"/>
                                    <a:pt x="50482" y="46672"/>
                                  </a:cubicBezTo>
                                  <a:cubicBezTo>
                                    <a:pt x="50482" y="46672"/>
                                    <a:pt x="50482" y="46672"/>
                                    <a:pt x="50482" y="46672"/>
                                  </a:cubicBezTo>
                                  <a:cubicBezTo>
                                    <a:pt x="50482" y="46672"/>
                                    <a:pt x="50482" y="46672"/>
                                    <a:pt x="50482" y="46672"/>
                                  </a:cubicBezTo>
                                  <a:lnTo>
                                    <a:pt x="50482" y="45720"/>
                                  </a:lnTo>
                                  <a:cubicBezTo>
                                    <a:pt x="50482" y="43815"/>
                                    <a:pt x="49530" y="41910"/>
                                    <a:pt x="49530" y="40958"/>
                                  </a:cubicBezTo>
                                  <a:cubicBezTo>
                                    <a:pt x="48577" y="39052"/>
                                    <a:pt x="48577" y="38100"/>
                                    <a:pt x="47625" y="36195"/>
                                  </a:cubicBezTo>
                                  <a:cubicBezTo>
                                    <a:pt x="46673" y="34290"/>
                                    <a:pt x="45720" y="33338"/>
                                    <a:pt x="44768" y="32385"/>
                                  </a:cubicBezTo>
                                  <a:cubicBezTo>
                                    <a:pt x="43815" y="31433"/>
                                    <a:pt x="42863" y="30480"/>
                                    <a:pt x="40957" y="29527"/>
                                  </a:cubicBezTo>
                                  <a:cubicBezTo>
                                    <a:pt x="40005" y="28575"/>
                                    <a:pt x="38100" y="27622"/>
                                    <a:pt x="37148" y="26670"/>
                                  </a:cubicBezTo>
                                  <a:cubicBezTo>
                                    <a:pt x="36195" y="25717"/>
                                    <a:pt x="34290" y="25717"/>
                                    <a:pt x="33338" y="24765"/>
                                  </a:cubicBezTo>
                                  <a:cubicBezTo>
                                    <a:pt x="30480" y="23813"/>
                                    <a:pt x="28575" y="22860"/>
                                    <a:pt x="26670" y="21908"/>
                                  </a:cubicBezTo>
                                  <a:cubicBezTo>
                                    <a:pt x="25718" y="21908"/>
                                    <a:pt x="24765" y="20955"/>
                                    <a:pt x="24765" y="20002"/>
                                  </a:cubicBezTo>
                                  <a:cubicBezTo>
                                    <a:pt x="23813" y="20002"/>
                                    <a:pt x="23813" y="19050"/>
                                    <a:pt x="22860" y="19050"/>
                                  </a:cubicBezTo>
                                  <a:cubicBezTo>
                                    <a:pt x="22860" y="19050"/>
                                    <a:pt x="21907" y="18097"/>
                                    <a:pt x="21907" y="18097"/>
                                  </a:cubicBezTo>
                                  <a:cubicBezTo>
                                    <a:pt x="20955" y="17145"/>
                                    <a:pt x="20955" y="16192"/>
                                    <a:pt x="20002" y="15240"/>
                                  </a:cubicBezTo>
                                  <a:cubicBezTo>
                                    <a:pt x="20002" y="14288"/>
                                    <a:pt x="19050" y="14288"/>
                                    <a:pt x="19050" y="13335"/>
                                  </a:cubicBezTo>
                                  <a:cubicBezTo>
                                    <a:pt x="19050" y="12383"/>
                                    <a:pt x="18098" y="12383"/>
                                    <a:pt x="18098" y="11430"/>
                                  </a:cubicBezTo>
                                  <a:cubicBezTo>
                                    <a:pt x="17145" y="10477"/>
                                    <a:pt x="17145" y="8572"/>
                                    <a:pt x="16193" y="7620"/>
                                  </a:cubicBezTo>
                                  <a:cubicBezTo>
                                    <a:pt x="16193" y="7620"/>
                                    <a:pt x="16193" y="7620"/>
                                    <a:pt x="16193" y="7620"/>
                                  </a:cubicBezTo>
                                  <a:cubicBezTo>
                                    <a:pt x="16193" y="7620"/>
                                    <a:pt x="16193" y="7620"/>
                                    <a:pt x="16193" y="7620"/>
                                  </a:cubicBezTo>
                                  <a:cubicBezTo>
                                    <a:pt x="17145" y="7620"/>
                                    <a:pt x="18098" y="7620"/>
                                    <a:pt x="19050" y="8572"/>
                                  </a:cubicBezTo>
                                  <a:cubicBezTo>
                                    <a:pt x="19050" y="8572"/>
                                    <a:pt x="20002" y="8572"/>
                                    <a:pt x="20955" y="8572"/>
                                  </a:cubicBezTo>
                                  <a:cubicBezTo>
                                    <a:pt x="21907" y="8572"/>
                                    <a:pt x="21907" y="8572"/>
                                    <a:pt x="22860" y="8572"/>
                                  </a:cubicBezTo>
                                  <a:cubicBezTo>
                                    <a:pt x="23813" y="8572"/>
                                    <a:pt x="25718" y="9525"/>
                                    <a:pt x="26670" y="9525"/>
                                  </a:cubicBezTo>
                                  <a:cubicBezTo>
                                    <a:pt x="27623" y="9525"/>
                                    <a:pt x="29527" y="10477"/>
                                    <a:pt x="31432" y="10477"/>
                                  </a:cubicBezTo>
                                  <a:cubicBezTo>
                                    <a:pt x="33338" y="10477"/>
                                    <a:pt x="34290" y="11430"/>
                                    <a:pt x="36195" y="11430"/>
                                  </a:cubicBezTo>
                                  <a:cubicBezTo>
                                    <a:pt x="38100" y="12383"/>
                                    <a:pt x="39052" y="12383"/>
                                    <a:pt x="40957" y="13335"/>
                                  </a:cubicBezTo>
                                  <a:cubicBezTo>
                                    <a:pt x="42863" y="14288"/>
                                    <a:pt x="43815" y="15240"/>
                                    <a:pt x="45720" y="16192"/>
                                  </a:cubicBezTo>
                                  <a:cubicBezTo>
                                    <a:pt x="47625" y="17145"/>
                                    <a:pt x="48577" y="18097"/>
                                    <a:pt x="49530" y="19050"/>
                                  </a:cubicBezTo>
                                  <a:cubicBezTo>
                                    <a:pt x="50482" y="20002"/>
                                    <a:pt x="50482" y="20002"/>
                                    <a:pt x="51435" y="20955"/>
                                  </a:cubicBezTo>
                                  <a:cubicBezTo>
                                    <a:pt x="52388" y="21908"/>
                                    <a:pt x="52388" y="21908"/>
                                    <a:pt x="53340" y="22860"/>
                                  </a:cubicBezTo>
                                  <a:cubicBezTo>
                                    <a:pt x="54293" y="23813"/>
                                    <a:pt x="54293" y="23813"/>
                                    <a:pt x="55245" y="24765"/>
                                  </a:cubicBezTo>
                                  <a:cubicBezTo>
                                    <a:pt x="56198" y="25717"/>
                                    <a:pt x="56198" y="26670"/>
                                    <a:pt x="56198" y="26670"/>
                                  </a:cubicBezTo>
                                  <a:cubicBezTo>
                                    <a:pt x="56198" y="27622"/>
                                    <a:pt x="57150" y="28575"/>
                                    <a:pt x="57150" y="28575"/>
                                  </a:cubicBezTo>
                                  <a:cubicBezTo>
                                    <a:pt x="57150" y="29527"/>
                                    <a:pt x="57150" y="29527"/>
                                    <a:pt x="58102" y="30480"/>
                                  </a:cubicBezTo>
                                  <a:cubicBezTo>
                                    <a:pt x="58102" y="30480"/>
                                    <a:pt x="58102" y="30480"/>
                                    <a:pt x="58102" y="29527"/>
                                  </a:cubicBezTo>
                                  <a:cubicBezTo>
                                    <a:pt x="58102" y="29527"/>
                                    <a:pt x="58102" y="28575"/>
                                    <a:pt x="58102" y="28575"/>
                                  </a:cubicBezTo>
                                  <a:cubicBezTo>
                                    <a:pt x="58102" y="27622"/>
                                    <a:pt x="57150" y="26670"/>
                                    <a:pt x="57150" y="26670"/>
                                  </a:cubicBezTo>
                                  <a:cubicBezTo>
                                    <a:pt x="57150" y="25717"/>
                                    <a:pt x="56198" y="24765"/>
                                    <a:pt x="56198" y="24765"/>
                                  </a:cubicBezTo>
                                  <a:cubicBezTo>
                                    <a:pt x="55245" y="23813"/>
                                    <a:pt x="55245" y="23813"/>
                                    <a:pt x="54293" y="22860"/>
                                  </a:cubicBezTo>
                                  <a:cubicBezTo>
                                    <a:pt x="53340" y="21908"/>
                                    <a:pt x="53340" y="21908"/>
                                    <a:pt x="52388" y="20955"/>
                                  </a:cubicBezTo>
                                  <a:cubicBezTo>
                                    <a:pt x="51435" y="20002"/>
                                    <a:pt x="51435" y="20002"/>
                                    <a:pt x="50482" y="19050"/>
                                  </a:cubicBezTo>
                                  <a:cubicBezTo>
                                    <a:pt x="49530" y="18097"/>
                                    <a:pt x="47625" y="17145"/>
                                    <a:pt x="46673" y="16192"/>
                                  </a:cubicBezTo>
                                  <a:cubicBezTo>
                                    <a:pt x="44768" y="15240"/>
                                    <a:pt x="43815" y="14288"/>
                                    <a:pt x="41910" y="13335"/>
                                  </a:cubicBezTo>
                                  <a:cubicBezTo>
                                    <a:pt x="40005" y="12383"/>
                                    <a:pt x="39052" y="12383"/>
                                    <a:pt x="37148" y="11430"/>
                                  </a:cubicBezTo>
                                  <a:cubicBezTo>
                                    <a:pt x="35243" y="10477"/>
                                    <a:pt x="34290" y="10477"/>
                                    <a:pt x="32385" y="9525"/>
                                  </a:cubicBezTo>
                                  <a:cubicBezTo>
                                    <a:pt x="30480" y="9525"/>
                                    <a:pt x="29527" y="8572"/>
                                    <a:pt x="28575" y="8572"/>
                                  </a:cubicBezTo>
                                  <a:cubicBezTo>
                                    <a:pt x="27623" y="8572"/>
                                    <a:pt x="25718" y="7620"/>
                                    <a:pt x="24765" y="7620"/>
                                  </a:cubicBezTo>
                                  <a:cubicBezTo>
                                    <a:pt x="23813" y="7620"/>
                                    <a:pt x="23813" y="7620"/>
                                    <a:pt x="22860" y="7620"/>
                                  </a:cubicBezTo>
                                  <a:cubicBezTo>
                                    <a:pt x="21907" y="7620"/>
                                    <a:pt x="21907" y="7620"/>
                                    <a:pt x="20955" y="7620"/>
                                  </a:cubicBezTo>
                                  <a:cubicBezTo>
                                    <a:pt x="20002" y="7620"/>
                                    <a:pt x="19050" y="6667"/>
                                    <a:pt x="18098" y="6667"/>
                                  </a:cubicBezTo>
                                  <a:cubicBezTo>
                                    <a:pt x="17145" y="6667"/>
                                    <a:pt x="17145" y="6667"/>
                                    <a:pt x="17145" y="6667"/>
                                  </a:cubicBezTo>
                                  <a:lnTo>
                                    <a:pt x="17145" y="6667"/>
                                  </a:lnTo>
                                  <a:cubicBezTo>
                                    <a:pt x="17145" y="5715"/>
                                    <a:pt x="17145" y="5715"/>
                                    <a:pt x="16193" y="4763"/>
                                  </a:cubicBezTo>
                                  <a:cubicBezTo>
                                    <a:pt x="16193" y="3810"/>
                                    <a:pt x="15240" y="2858"/>
                                    <a:pt x="15240" y="1905"/>
                                  </a:cubicBezTo>
                                  <a:cubicBezTo>
                                    <a:pt x="14288" y="952"/>
                                    <a:pt x="14288" y="0"/>
                                    <a:pt x="14288" y="0"/>
                                  </a:cubicBezTo>
                                  <a:cubicBezTo>
                                    <a:pt x="14288" y="0"/>
                                    <a:pt x="12382" y="952"/>
                                    <a:pt x="12382" y="952"/>
                                  </a:cubicBezTo>
                                  <a:cubicBezTo>
                                    <a:pt x="10477" y="1905"/>
                                    <a:pt x="11430" y="1905"/>
                                    <a:pt x="11430" y="2858"/>
                                  </a:cubicBezTo>
                                  <a:close/>
                                </a:path>
                              </a:pathLst>
                            </a:custGeom>
                            <a:grpFill/>
                            <a:ln w="9525" cap="flat">
                              <a:noFill/>
                              <a:prstDash val="solid"/>
                              <a:miter/>
                            </a:ln>
                          </p:spPr>
                          <p:txBody>
                            <a:bodyPr rtlCol="0" anchor="ctr"/>
                            <a:lstStyle/>
                            <a:p>
                              <a:endParaRPr lang="en-US"/>
                            </a:p>
                          </p:txBody>
                        </p:sp>
                      </p:grpSp>
                      <p:grpSp>
                        <p:nvGrpSpPr>
                          <p:cNvPr id="351" name="Graphic 2">
                            <a:extLst>
                              <a:ext uri="{FF2B5EF4-FFF2-40B4-BE49-F238E27FC236}">
                                <a16:creationId xmlns:a16="http://schemas.microsoft.com/office/drawing/2014/main" id="{AE736AF3-0337-429B-AEF1-DA4B52809559}"/>
                              </a:ext>
                            </a:extLst>
                          </p:cNvPr>
                          <p:cNvGrpSpPr/>
                          <p:nvPr/>
                        </p:nvGrpSpPr>
                        <p:grpSpPr>
                          <a:xfrm>
                            <a:off x="3826374" y="2686874"/>
                            <a:ext cx="41909" cy="33337"/>
                            <a:chOff x="3826374" y="2686874"/>
                            <a:chExt cx="41909" cy="33337"/>
                          </a:xfrm>
                          <a:grpFill/>
                        </p:grpSpPr>
                        <p:sp>
                          <p:nvSpPr>
                            <p:cNvPr id="352" name="Freeform: Shape 351">
                              <a:extLst>
                                <a:ext uri="{FF2B5EF4-FFF2-40B4-BE49-F238E27FC236}">
                                  <a16:creationId xmlns:a16="http://schemas.microsoft.com/office/drawing/2014/main" id="{B4F2F56F-2D3C-4823-9BD1-7693841C26E3}"/>
                                </a:ext>
                              </a:extLst>
                            </p:cNvPr>
                            <p:cNvSpPr/>
                            <p:nvPr/>
                          </p:nvSpPr>
                          <p:spPr>
                            <a:xfrm>
                              <a:off x="3826374" y="2686874"/>
                              <a:ext cx="41909" cy="33337"/>
                            </a:xfrm>
                            <a:custGeom>
                              <a:avLst/>
                              <a:gdLst>
                                <a:gd name="connsiteX0" fmla="*/ 3810 w 41909"/>
                                <a:gd name="connsiteY0" fmla="*/ 7620 h 33337"/>
                                <a:gd name="connsiteX1" fmla="*/ 4763 w 41909"/>
                                <a:gd name="connsiteY1" fmla="*/ 5715 h 33337"/>
                                <a:gd name="connsiteX2" fmla="*/ 5715 w 41909"/>
                                <a:gd name="connsiteY2" fmla="*/ 3810 h 33337"/>
                                <a:gd name="connsiteX3" fmla="*/ 5715 w 41909"/>
                                <a:gd name="connsiteY3" fmla="*/ 2858 h 33337"/>
                                <a:gd name="connsiteX4" fmla="*/ 6668 w 41909"/>
                                <a:gd name="connsiteY4" fmla="*/ 1905 h 33337"/>
                                <a:gd name="connsiteX5" fmla="*/ 6668 w 41909"/>
                                <a:gd name="connsiteY5" fmla="*/ 1905 h 33337"/>
                                <a:gd name="connsiteX6" fmla="*/ 6668 w 41909"/>
                                <a:gd name="connsiteY6" fmla="*/ 1905 h 33337"/>
                                <a:gd name="connsiteX7" fmla="*/ 6668 w 41909"/>
                                <a:gd name="connsiteY7" fmla="*/ 1905 h 33337"/>
                                <a:gd name="connsiteX8" fmla="*/ 7620 w 41909"/>
                                <a:gd name="connsiteY8" fmla="*/ 1905 h 33337"/>
                                <a:gd name="connsiteX9" fmla="*/ 10477 w 41909"/>
                                <a:gd name="connsiteY9" fmla="*/ 953 h 33337"/>
                                <a:gd name="connsiteX10" fmla="*/ 20002 w 41909"/>
                                <a:gd name="connsiteY10" fmla="*/ 0 h 33337"/>
                                <a:gd name="connsiteX11" fmla="*/ 31432 w 41909"/>
                                <a:gd name="connsiteY11" fmla="*/ 2858 h 33337"/>
                                <a:gd name="connsiteX12" fmla="*/ 37147 w 41909"/>
                                <a:gd name="connsiteY12" fmla="*/ 7620 h 33337"/>
                                <a:gd name="connsiteX13" fmla="*/ 41910 w 41909"/>
                                <a:gd name="connsiteY13" fmla="*/ 16192 h 33337"/>
                                <a:gd name="connsiteX14" fmla="*/ 41910 w 41909"/>
                                <a:gd name="connsiteY14" fmla="*/ 16192 h 33337"/>
                                <a:gd name="connsiteX15" fmla="*/ 41910 w 41909"/>
                                <a:gd name="connsiteY15" fmla="*/ 16192 h 33337"/>
                                <a:gd name="connsiteX16" fmla="*/ 41910 w 41909"/>
                                <a:gd name="connsiteY16" fmla="*/ 19050 h 33337"/>
                                <a:gd name="connsiteX17" fmla="*/ 40957 w 41909"/>
                                <a:gd name="connsiteY17" fmla="*/ 24765 h 33337"/>
                                <a:gd name="connsiteX18" fmla="*/ 40005 w 41909"/>
                                <a:gd name="connsiteY18" fmla="*/ 26670 h 33337"/>
                                <a:gd name="connsiteX19" fmla="*/ 39052 w 41909"/>
                                <a:gd name="connsiteY19" fmla="*/ 28575 h 33337"/>
                                <a:gd name="connsiteX20" fmla="*/ 39052 w 41909"/>
                                <a:gd name="connsiteY20" fmla="*/ 29528 h 33337"/>
                                <a:gd name="connsiteX21" fmla="*/ 39052 w 41909"/>
                                <a:gd name="connsiteY21" fmla="*/ 29528 h 33337"/>
                                <a:gd name="connsiteX22" fmla="*/ 36195 w 41909"/>
                                <a:gd name="connsiteY22" fmla="*/ 32385 h 33337"/>
                                <a:gd name="connsiteX23" fmla="*/ 34290 w 41909"/>
                                <a:gd name="connsiteY23" fmla="*/ 33338 h 33337"/>
                                <a:gd name="connsiteX24" fmla="*/ 32385 w 41909"/>
                                <a:gd name="connsiteY24" fmla="*/ 33338 h 33337"/>
                                <a:gd name="connsiteX25" fmla="*/ 27622 w 41909"/>
                                <a:gd name="connsiteY25" fmla="*/ 32385 h 33337"/>
                                <a:gd name="connsiteX26" fmla="*/ 27622 w 41909"/>
                                <a:gd name="connsiteY26" fmla="*/ 32385 h 33337"/>
                                <a:gd name="connsiteX27" fmla="*/ 26670 w 41909"/>
                                <a:gd name="connsiteY27" fmla="*/ 31433 h 33337"/>
                                <a:gd name="connsiteX28" fmla="*/ 24765 w 41909"/>
                                <a:gd name="connsiteY28" fmla="*/ 32385 h 33337"/>
                                <a:gd name="connsiteX29" fmla="*/ 20955 w 41909"/>
                                <a:gd name="connsiteY29" fmla="*/ 33338 h 33337"/>
                                <a:gd name="connsiteX30" fmla="*/ 20002 w 41909"/>
                                <a:gd name="connsiteY30" fmla="*/ 33338 h 33337"/>
                                <a:gd name="connsiteX31" fmla="*/ 20002 w 41909"/>
                                <a:gd name="connsiteY31" fmla="*/ 33338 h 33337"/>
                                <a:gd name="connsiteX32" fmla="*/ 16193 w 41909"/>
                                <a:gd name="connsiteY32" fmla="*/ 33338 h 33337"/>
                                <a:gd name="connsiteX33" fmla="*/ 12382 w 41909"/>
                                <a:gd name="connsiteY33" fmla="*/ 31433 h 33337"/>
                                <a:gd name="connsiteX34" fmla="*/ 12382 w 41909"/>
                                <a:gd name="connsiteY34" fmla="*/ 31433 h 33337"/>
                                <a:gd name="connsiteX35" fmla="*/ 12382 w 41909"/>
                                <a:gd name="connsiteY35" fmla="*/ 31433 h 33337"/>
                                <a:gd name="connsiteX36" fmla="*/ 10477 w 41909"/>
                                <a:gd name="connsiteY36" fmla="*/ 30480 h 33337"/>
                                <a:gd name="connsiteX37" fmla="*/ 10477 w 41909"/>
                                <a:gd name="connsiteY37" fmla="*/ 30480 h 33337"/>
                                <a:gd name="connsiteX38" fmla="*/ 10477 w 41909"/>
                                <a:gd name="connsiteY38" fmla="*/ 30480 h 33337"/>
                                <a:gd name="connsiteX39" fmla="*/ 10477 w 41909"/>
                                <a:gd name="connsiteY39" fmla="*/ 30480 h 33337"/>
                                <a:gd name="connsiteX40" fmla="*/ 9525 w 41909"/>
                                <a:gd name="connsiteY40" fmla="*/ 30480 h 33337"/>
                                <a:gd name="connsiteX41" fmla="*/ 6668 w 41909"/>
                                <a:gd name="connsiteY41" fmla="*/ 30480 h 33337"/>
                                <a:gd name="connsiteX42" fmla="*/ 5715 w 41909"/>
                                <a:gd name="connsiteY42" fmla="*/ 30480 h 33337"/>
                                <a:gd name="connsiteX43" fmla="*/ 4763 w 41909"/>
                                <a:gd name="connsiteY43" fmla="*/ 30480 h 33337"/>
                                <a:gd name="connsiteX44" fmla="*/ 4763 w 41909"/>
                                <a:gd name="connsiteY44" fmla="*/ 30480 h 33337"/>
                                <a:gd name="connsiteX45" fmla="*/ 4763 w 41909"/>
                                <a:gd name="connsiteY45" fmla="*/ 30480 h 33337"/>
                                <a:gd name="connsiteX46" fmla="*/ 4763 w 41909"/>
                                <a:gd name="connsiteY46" fmla="*/ 30480 h 33337"/>
                                <a:gd name="connsiteX47" fmla="*/ 3810 w 41909"/>
                                <a:gd name="connsiteY47" fmla="*/ 30480 h 33337"/>
                                <a:gd name="connsiteX48" fmla="*/ 3810 w 41909"/>
                                <a:gd name="connsiteY48" fmla="*/ 30480 h 33337"/>
                                <a:gd name="connsiteX49" fmla="*/ 3810 w 41909"/>
                                <a:gd name="connsiteY49" fmla="*/ 30480 h 33337"/>
                                <a:gd name="connsiteX50" fmla="*/ 2857 w 41909"/>
                                <a:gd name="connsiteY50" fmla="*/ 30480 h 33337"/>
                                <a:gd name="connsiteX51" fmla="*/ 1905 w 41909"/>
                                <a:gd name="connsiteY51" fmla="*/ 29528 h 33337"/>
                                <a:gd name="connsiteX52" fmla="*/ 952 w 41909"/>
                                <a:gd name="connsiteY52" fmla="*/ 27622 h 33337"/>
                                <a:gd name="connsiteX53" fmla="*/ 0 w 41909"/>
                                <a:gd name="connsiteY53" fmla="*/ 22860 h 33337"/>
                                <a:gd name="connsiteX54" fmla="*/ 952 w 41909"/>
                                <a:gd name="connsiteY54" fmla="*/ 18097 h 33337"/>
                                <a:gd name="connsiteX55" fmla="*/ 1905 w 41909"/>
                                <a:gd name="connsiteY55" fmla="*/ 13335 h 33337"/>
                                <a:gd name="connsiteX56" fmla="*/ 3810 w 41909"/>
                                <a:gd name="connsiteY56" fmla="*/ 7620 h 33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1909" h="33337">
                                  <a:moveTo>
                                    <a:pt x="3810" y="7620"/>
                                  </a:moveTo>
                                  <a:cubicBezTo>
                                    <a:pt x="3810" y="6667"/>
                                    <a:pt x="4763" y="6667"/>
                                    <a:pt x="4763" y="5715"/>
                                  </a:cubicBezTo>
                                  <a:cubicBezTo>
                                    <a:pt x="4763" y="4763"/>
                                    <a:pt x="5715" y="4763"/>
                                    <a:pt x="5715" y="3810"/>
                                  </a:cubicBezTo>
                                  <a:cubicBezTo>
                                    <a:pt x="5715" y="3810"/>
                                    <a:pt x="5715" y="2858"/>
                                    <a:pt x="5715" y="2858"/>
                                  </a:cubicBezTo>
                                  <a:cubicBezTo>
                                    <a:pt x="5715" y="2858"/>
                                    <a:pt x="6668" y="1905"/>
                                    <a:pt x="6668" y="1905"/>
                                  </a:cubicBezTo>
                                  <a:cubicBezTo>
                                    <a:pt x="6668" y="1905"/>
                                    <a:pt x="6668" y="1905"/>
                                    <a:pt x="6668" y="1905"/>
                                  </a:cubicBezTo>
                                  <a:cubicBezTo>
                                    <a:pt x="6668" y="1905"/>
                                    <a:pt x="6668" y="1905"/>
                                    <a:pt x="6668" y="1905"/>
                                  </a:cubicBezTo>
                                  <a:cubicBezTo>
                                    <a:pt x="6668" y="1905"/>
                                    <a:pt x="6668" y="1905"/>
                                    <a:pt x="6668" y="1905"/>
                                  </a:cubicBezTo>
                                  <a:cubicBezTo>
                                    <a:pt x="6668" y="1905"/>
                                    <a:pt x="6668" y="1905"/>
                                    <a:pt x="7620" y="1905"/>
                                  </a:cubicBezTo>
                                  <a:cubicBezTo>
                                    <a:pt x="8572" y="1905"/>
                                    <a:pt x="9525" y="953"/>
                                    <a:pt x="10477" y="953"/>
                                  </a:cubicBezTo>
                                  <a:cubicBezTo>
                                    <a:pt x="12382" y="0"/>
                                    <a:pt x="16193" y="0"/>
                                    <a:pt x="20002" y="0"/>
                                  </a:cubicBezTo>
                                  <a:cubicBezTo>
                                    <a:pt x="23813" y="0"/>
                                    <a:pt x="27622" y="953"/>
                                    <a:pt x="31432" y="2858"/>
                                  </a:cubicBezTo>
                                  <a:cubicBezTo>
                                    <a:pt x="33338" y="3810"/>
                                    <a:pt x="35243" y="5715"/>
                                    <a:pt x="37147" y="7620"/>
                                  </a:cubicBezTo>
                                  <a:cubicBezTo>
                                    <a:pt x="39052" y="9525"/>
                                    <a:pt x="40957" y="12383"/>
                                    <a:pt x="41910" y="16192"/>
                                  </a:cubicBezTo>
                                  <a:cubicBezTo>
                                    <a:pt x="41910" y="16192"/>
                                    <a:pt x="41910" y="16192"/>
                                    <a:pt x="41910" y="16192"/>
                                  </a:cubicBezTo>
                                  <a:cubicBezTo>
                                    <a:pt x="41910" y="16192"/>
                                    <a:pt x="41910" y="16192"/>
                                    <a:pt x="41910" y="16192"/>
                                  </a:cubicBezTo>
                                  <a:cubicBezTo>
                                    <a:pt x="41910" y="17145"/>
                                    <a:pt x="41910" y="18097"/>
                                    <a:pt x="41910" y="19050"/>
                                  </a:cubicBezTo>
                                  <a:cubicBezTo>
                                    <a:pt x="41910" y="20955"/>
                                    <a:pt x="41910" y="22860"/>
                                    <a:pt x="40957" y="24765"/>
                                  </a:cubicBezTo>
                                  <a:cubicBezTo>
                                    <a:pt x="40957" y="25717"/>
                                    <a:pt x="40957" y="25717"/>
                                    <a:pt x="40005" y="26670"/>
                                  </a:cubicBezTo>
                                  <a:cubicBezTo>
                                    <a:pt x="40005" y="27622"/>
                                    <a:pt x="39052" y="27622"/>
                                    <a:pt x="39052" y="28575"/>
                                  </a:cubicBezTo>
                                  <a:cubicBezTo>
                                    <a:pt x="39052" y="28575"/>
                                    <a:pt x="39052" y="28575"/>
                                    <a:pt x="39052" y="29528"/>
                                  </a:cubicBezTo>
                                  <a:cubicBezTo>
                                    <a:pt x="39052" y="29528"/>
                                    <a:pt x="39052" y="29528"/>
                                    <a:pt x="39052" y="29528"/>
                                  </a:cubicBezTo>
                                  <a:cubicBezTo>
                                    <a:pt x="38100" y="30480"/>
                                    <a:pt x="37147" y="31433"/>
                                    <a:pt x="36195" y="32385"/>
                                  </a:cubicBezTo>
                                  <a:cubicBezTo>
                                    <a:pt x="35243" y="32385"/>
                                    <a:pt x="35243" y="33338"/>
                                    <a:pt x="34290" y="33338"/>
                                  </a:cubicBezTo>
                                  <a:cubicBezTo>
                                    <a:pt x="33338" y="33338"/>
                                    <a:pt x="33338" y="33338"/>
                                    <a:pt x="32385" y="33338"/>
                                  </a:cubicBezTo>
                                  <a:cubicBezTo>
                                    <a:pt x="30480" y="33338"/>
                                    <a:pt x="28575" y="33338"/>
                                    <a:pt x="27622" y="32385"/>
                                  </a:cubicBezTo>
                                  <a:cubicBezTo>
                                    <a:pt x="27622" y="32385"/>
                                    <a:pt x="27622" y="32385"/>
                                    <a:pt x="27622" y="32385"/>
                                  </a:cubicBezTo>
                                  <a:cubicBezTo>
                                    <a:pt x="26670" y="32385"/>
                                    <a:pt x="26670" y="32385"/>
                                    <a:pt x="26670" y="31433"/>
                                  </a:cubicBezTo>
                                  <a:cubicBezTo>
                                    <a:pt x="25718" y="31433"/>
                                    <a:pt x="25718" y="32385"/>
                                    <a:pt x="24765" y="32385"/>
                                  </a:cubicBezTo>
                                  <a:cubicBezTo>
                                    <a:pt x="23813" y="33338"/>
                                    <a:pt x="21907" y="33338"/>
                                    <a:pt x="20955" y="33338"/>
                                  </a:cubicBezTo>
                                  <a:cubicBezTo>
                                    <a:pt x="20955" y="33338"/>
                                    <a:pt x="20955" y="33338"/>
                                    <a:pt x="20002" y="33338"/>
                                  </a:cubicBezTo>
                                  <a:cubicBezTo>
                                    <a:pt x="20002" y="33338"/>
                                    <a:pt x="20002" y="33338"/>
                                    <a:pt x="20002" y="33338"/>
                                  </a:cubicBezTo>
                                  <a:cubicBezTo>
                                    <a:pt x="19050" y="33338"/>
                                    <a:pt x="17145" y="33338"/>
                                    <a:pt x="16193" y="33338"/>
                                  </a:cubicBezTo>
                                  <a:cubicBezTo>
                                    <a:pt x="15240" y="33338"/>
                                    <a:pt x="14288" y="32385"/>
                                    <a:pt x="12382" y="31433"/>
                                  </a:cubicBezTo>
                                  <a:cubicBezTo>
                                    <a:pt x="12382" y="31433"/>
                                    <a:pt x="12382" y="31433"/>
                                    <a:pt x="12382" y="31433"/>
                                  </a:cubicBezTo>
                                  <a:cubicBezTo>
                                    <a:pt x="12382" y="31433"/>
                                    <a:pt x="12382" y="31433"/>
                                    <a:pt x="12382" y="31433"/>
                                  </a:cubicBezTo>
                                  <a:cubicBezTo>
                                    <a:pt x="11430" y="31433"/>
                                    <a:pt x="11430" y="30480"/>
                                    <a:pt x="10477" y="30480"/>
                                  </a:cubicBezTo>
                                  <a:cubicBezTo>
                                    <a:pt x="10477" y="30480"/>
                                    <a:pt x="10477" y="30480"/>
                                    <a:pt x="10477" y="30480"/>
                                  </a:cubicBezTo>
                                  <a:cubicBezTo>
                                    <a:pt x="10477" y="30480"/>
                                    <a:pt x="10477" y="30480"/>
                                    <a:pt x="10477" y="30480"/>
                                  </a:cubicBezTo>
                                  <a:lnTo>
                                    <a:pt x="10477" y="30480"/>
                                  </a:lnTo>
                                  <a:cubicBezTo>
                                    <a:pt x="10477" y="30480"/>
                                    <a:pt x="9525" y="30480"/>
                                    <a:pt x="9525" y="30480"/>
                                  </a:cubicBezTo>
                                  <a:cubicBezTo>
                                    <a:pt x="8572" y="30480"/>
                                    <a:pt x="7620" y="30480"/>
                                    <a:pt x="6668" y="30480"/>
                                  </a:cubicBezTo>
                                  <a:cubicBezTo>
                                    <a:pt x="6668" y="30480"/>
                                    <a:pt x="5715" y="30480"/>
                                    <a:pt x="5715" y="30480"/>
                                  </a:cubicBezTo>
                                  <a:cubicBezTo>
                                    <a:pt x="5715" y="30480"/>
                                    <a:pt x="5715" y="30480"/>
                                    <a:pt x="4763" y="30480"/>
                                  </a:cubicBezTo>
                                  <a:lnTo>
                                    <a:pt x="4763" y="30480"/>
                                  </a:lnTo>
                                  <a:lnTo>
                                    <a:pt x="4763" y="30480"/>
                                  </a:lnTo>
                                  <a:cubicBezTo>
                                    <a:pt x="4763" y="30480"/>
                                    <a:pt x="4763" y="30480"/>
                                    <a:pt x="4763" y="30480"/>
                                  </a:cubicBezTo>
                                  <a:cubicBezTo>
                                    <a:pt x="4763" y="30480"/>
                                    <a:pt x="4763" y="30480"/>
                                    <a:pt x="3810" y="30480"/>
                                  </a:cubicBezTo>
                                  <a:cubicBezTo>
                                    <a:pt x="3810" y="30480"/>
                                    <a:pt x="3810" y="30480"/>
                                    <a:pt x="3810" y="30480"/>
                                  </a:cubicBezTo>
                                  <a:lnTo>
                                    <a:pt x="3810" y="30480"/>
                                  </a:lnTo>
                                  <a:cubicBezTo>
                                    <a:pt x="3810" y="30480"/>
                                    <a:pt x="3810" y="30480"/>
                                    <a:pt x="2857" y="30480"/>
                                  </a:cubicBezTo>
                                  <a:cubicBezTo>
                                    <a:pt x="2857" y="30480"/>
                                    <a:pt x="2857" y="30480"/>
                                    <a:pt x="1905" y="29528"/>
                                  </a:cubicBezTo>
                                  <a:cubicBezTo>
                                    <a:pt x="1905" y="29528"/>
                                    <a:pt x="952" y="28575"/>
                                    <a:pt x="952" y="27622"/>
                                  </a:cubicBezTo>
                                  <a:cubicBezTo>
                                    <a:pt x="0" y="26670"/>
                                    <a:pt x="0" y="24765"/>
                                    <a:pt x="0" y="22860"/>
                                  </a:cubicBezTo>
                                  <a:cubicBezTo>
                                    <a:pt x="0" y="20955"/>
                                    <a:pt x="0" y="19050"/>
                                    <a:pt x="952" y="18097"/>
                                  </a:cubicBezTo>
                                  <a:cubicBezTo>
                                    <a:pt x="952" y="16192"/>
                                    <a:pt x="1905" y="15240"/>
                                    <a:pt x="1905" y="13335"/>
                                  </a:cubicBezTo>
                                  <a:cubicBezTo>
                                    <a:pt x="1905" y="10478"/>
                                    <a:pt x="2857" y="9525"/>
                                    <a:pt x="3810" y="7620"/>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53647FD4-96E0-47EF-B243-3E54C92BCF97}"/>
                                </a:ext>
                              </a:extLst>
                            </p:cNvPr>
                            <p:cNvSpPr/>
                            <p:nvPr/>
                          </p:nvSpPr>
                          <p:spPr>
                            <a:xfrm>
                              <a:off x="3827326" y="2690289"/>
                              <a:ext cx="35242" cy="29922"/>
                            </a:xfrm>
                            <a:custGeom>
                              <a:avLst/>
                              <a:gdLst>
                                <a:gd name="connsiteX0" fmla="*/ 5715 w 35242"/>
                                <a:gd name="connsiteY0" fmla="*/ 1347 h 29922"/>
                                <a:gd name="connsiteX1" fmla="*/ 5715 w 35242"/>
                                <a:gd name="connsiteY1" fmla="*/ 1347 h 29922"/>
                                <a:gd name="connsiteX2" fmla="*/ 5715 w 35242"/>
                                <a:gd name="connsiteY2" fmla="*/ 3252 h 29922"/>
                                <a:gd name="connsiteX3" fmla="*/ 4763 w 35242"/>
                                <a:gd name="connsiteY3" fmla="*/ 7062 h 29922"/>
                                <a:gd name="connsiteX4" fmla="*/ 3810 w 35242"/>
                                <a:gd name="connsiteY4" fmla="*/ 11825 h 29922"/>
                                <a:gd name="connsiteX5" fmla="*/ 3810 w 35242"/>
                                <a:gd name="connsiteY5" fmla="*/ 12777 h 29922"/>
                                <a:gd name="connsiteX6" fmla="*/ 3810 w 35242"/>
                                <a:gd name="connsiteY6" fmla="*/ 13730 h 29922"/>
                                <a:gd name="connsiteX7" fmla="*/ 3810 w 35242"/>
                                <a:gd name="connsiteY7" fmla="*/ 13730 h 29922"/>
                                <a:gd name="connsiteX8" fmla="*/ 3810 w 35242"/>
                                <a:gd name="connsiteY8" fmla="*/ 13730 h 29922"/>
                                <a:gd name="connsiteX9" fmla="*/ 3810 w 35242"/>
                                <a:gd name="connsiteY9" fmla="*/ 13730 h 29922"/>
                                <a:gd name="connsiteX10" fmla="*/ 3810 w 35242"/>
                                <a:gd name="connsiteY10" fmla="*/ 16587 h 29922"/>
                                <a:gd name="connsiteX11" fmla="*/ 3810 w 35242"/>
                                <a:gd name="connsiteY11" fmla="*/ 17540 h 29922"/>
                                <a:gd name="connsiteX12" fmla="*/ 3810 w 35242"/>
                                <a:gd name="connsiteY12" fmla="*/ 18492 h 29922"/>
                                <a:gd name="connsiteX13" fmla="*/ 3810 w 35242"/>
                                <a:gd name="connsiteY13" fmla="*/ 19444 h 29922"/>
                                <a:gd name="connsiteX14" fmla="*/ 3810 w 35242"/>
                                <a:gd name="connsiteY14" fmla="*/ 20397 h 29922"/>
                                <a:gd name="connsiteX15" fmla="*/ 3810 w 35242"/>
                                <a:gd name="connsiteY15" fmla="*/ 21350 h 29922"/>
                                <a:gd name="connsiteX16" fmla="*/ 3810 w 35242"/>
                                <a:gd name="connsiteY16" fmla="*/ 23255 h 29922"/>
                                <a:gd name="connsiteX17" fmla="*/ 3810 w 35242"/>
                                <a:gd name="connsiteY17" fmla="*/ 24207 h 29922"/>
                                <a:gd name="connsiteX18" fmla="*/ 3810 w 35242"/>
                                <a:gd name="connsiteY18" fmla="*/ 25160 h 29922"/>
                                <a:gd name="connsiteX19" fmla="*/ 3810 w 35242"/>
                                <a:gd name="connsiteY19" fmla="*/ 25160 h 29922"/>
                                <a:gd name="connsiteX20" fmla="*/ 3810 w 35242"/>
                                <a:gd name="connsiteY20" fmla="*/ 25160 h 29922"/>
                                <a:gd name="connsiteX21" fmla="*/ 3810 w 35242"/>
                                <a:gd name="connsiteY21" fmla="*/ 25160 h 29922"/>
                                <a:gd name="connsiteX22" fmla="*/ 3810 w 35242"/>
                                <a:gd name="connsiteY22" fmla="*/ 25160 h 29922"/>
                                <a:gd name="connsiteX23" fmla="*/ 3810 w 35242"/>
                                <a:gd name="connsiteY23" fmla="*/ 25160 h 29922"/>
                                <a:gd name="connsiteX24" fmla="*/ 3810 w 35242"/>
                                <a:gd name="connsiteY24" fmla="*/ 24207 h 29922"/>
                                <a:gd name="connsiteX25" fmla="*/ 3810 w 35242"/>
                                <a:gd name="connsiteY25" fmla="*/ 23255 h 29922"/>
                                <a:gd name="connsiteX26" fmla="*/ 3810 w 35242"/>
                                <a:gd name="connsiteY26" fmla="*/ 21350 h 29922"/>
                                <a:gd name="connsiteX27" fmla="*/ 3810 w 35242"/>
                                <a:gd name="connsiteY27" fmla="*/ 20397 h 29922"/>
                                <a:gd name="connsiteX28" fmla="*/ 3810 w 35242"/>
                                <a:gd name="connsiteY28" fmla="*/ 19444 h 29922"/>
                                <a:gd name="connsiteX29" fmla="*/ 3810 w 35242"/>
                                <a:gd name="connsiteY29" fmla="*/ 18492 h 29922"/>
                                <a:gd name="connsiteX30" fmla="*/ 3810 w 35242"/>
                                <a:gd name="connsiteY30" fmla="*/ 17540 h 29922"/>
                                <a:gd name="connsiteX31" fmla="*/ 3810 w 35242"/>
                                <a:gd name="connsiteY31" fmla="*/ 16587 h 29922"/>
                                <a:gd name="connsiteX32" fmla="*/ 4763 w 35242"/>
                                <a:gd name="connsiteY32" fmla="*/ 13730 h 29922"/>
                                <a:gd name="connsiteX33" fmla="*/ 4763 w 35242"/>
                                <a:gd name="connsiteY33" fmla="*/ 13730 h 29922"/>
                                <a:gd name="connsiteX34" fmla="*/ 4763 w 35242"/>
                                <a:gd name="connsiteY34" fmla="*/ 13730 h 29922"/>
                                <a:gd name="connsiteX35" fmla="*/ 4763 w 35242"/>
                                <a:gd name="connsiteY35" fmla="*/ 13730 h 29922"/>
                                <a:gd name="connsiteX36" fmla="*/ 4763 w 35242"/>
                                <a:gd name="connsiteY36" fmla="*/ 12777 h 29922"/>
                                <a:gd name="connsiteX37" fmla="*/ 4763 w 35242"/>
                                <a:gd name="connsiteY37" fmla="*/ 11825 h 29922"/>
                                <a:gd name="connsiteX38" fmla="*/ 6668 w 35242"/>
                                <a:gd name="connsiteY38" fmla="*/ 7062 h 29922"/>
                                <a:gd name="connsiteX39" fmla="*/ 5715 w 35242"/>
                                <a:gd name="connsiteY39" fmla="*/ 1347 h 29922"/>
                                <a:gd name="connsiteX40" fmla="*/ 6668 w 35242"/>
                                <a:gd name="connsiteY40" fmla="*/ 2300 h 29922"/>
                                <a:gd name="connsiteX41" fmla="*/ 7620 w 35242"/>
                                <a:gd name="connsiteY41" fmla="*/ 3252 h 29922"/>
                                <a:gd name="connsiteX42" fmla="*/ 8573 w 35242"/>
                                <a:gd name="connsiteY42" fmla="*/ 4205 h 29922"/>
                                <a:gd name="connsiteX43" fmla="*/ 10478 w 35242"/>
                                <a:gd name="connsiteY43" fmla="*/ 6110 h 29922"/>
                                <a:gd name="connsiteX44" fmla="*/ 10478 w 35242"/>
                                <a:gd name="connsiteY44" fmla="*/ 6110 h 29922"/>
                                <a:gd name="connsiteX45" fmla="*/ 10478 w 35242"/>
                                <a:gd name="connsiteY45" fmla="*/ 6110 h 29922"/>
                                <a:gd name="connsiteX46" fmla="*/ 10478 w 35242"/>
                                <a:gd name="connsiteY46" fmla="*/ 8015 h 29922"/>
                                <a:gd name="connsiteX47" fmla="*/ 10478 w 35242"/>
                                <a:gd name="connsiteY47" fmla="*/ 9919 h 29922"/>
                                <a:gd name="connsiteX48" fmla="*/ 10478 w 35242"/>
                                <a:gd name="connsiteY48" fmla="*/ 14682 h 29922"/>
                                <a:gd name="connsiteX49" fmla="*/ 10478 w 35242"/>
                                <a:gd name="connsiteY49" fmla="*/ 17540 h 29922"/>
                                <a:gd name="connsiteX50" fmla="*/ 10478 w 35242"/>
                                <a:gd name="connsiteY50" fmla="*/ 18492 h 29922"/>
                                <a:gd name="connsiteX51" fmla="*/ 10478 w 35242"/>
                                <a:gd name="connsiteY51" fmla="*/ 19444 h 29922"/>
                                <a:gd name="connsiteX52" fmla="*/ 10478 w 35242"/>
                                <a:gd name="connsiteY52" fmla="*/ 21350 h 29922"/>
                                <a:gd name="connsiteX53" fmla="*/ 10478 w 35242"/>
                                <a:gd name="connsiteY53" fmla="*/ 22302 h 29922"/>
                                <a:gd name="connsiteX54" fmla="*/ 10478 w 35242"/>
                                <a:gd name="connsiteY54" fmla="*/ 23255 h 29922"/>
                                <a:gd name="connsiteX55" fmla="*/ 11430 w 35242"/>
                                <a:gd name="connsiteY55" fmla="*/ 25160 h 29922"/>
                                <a:gd name="connsiteX56" fmla="*/ 11430 w 35242"/>
                                <a:gd name="connsiteY56" fmla="*/ 25160 h 29922"/>
                                <a:gd name="connsiteX57" fmla="*/ 11430 w 35242"/>
                                <a:gd name="connsiteY57" fmla="*/ 25160 h 29922"/>
                                <a:gd name="connsiteX58" fmla="*/ 11430 w 35242"/>
                                <a:gd name="connsiteY58" fmla="*/ 25160 h 29922"/>
                                <a:gd name="connsiteX59" fmla="*/ 11430 w 35242"/>
                                <a:gd name="connsiteY59" fmla="*/ 25160 h 29922"/>
                                <a:gd name="connsiteX60" fmla="*/ 11430 w 35242"/>
                                <a:gd name="connsiteY60" fmla="*/ 25160 h 29922"/>
                                <a:gd name="connsiteX61" fmla="*/ 11430 w 35242"/>
                                <a:gd name="connsiteY61" fmla="*/ 25160 h 29922"/>
                                <a:gd name="connsiteX62" fmla="*/ 11430 w 35242"/>
                                <a:gd name="connsiteY62" fmla="*/ 25160 h 29922"/>
                                <a:gd name="connsiteX63" fmla="*/ 11430 w 35242"/>
                                <a:gd name="connsiteY63" fmla="*/ 25160 h 29922"/>
                                <a:gd name="connsiteX64" fmla="*/ 11430 w 35242"/>
                                <a:gd name="connsiteY64" fmla="*/ 25160 h 29922"/>
                                <a:gd name="connsiteX65" fmla="*/ 11430 w 35242"/>
                                <a:gd name="connsiteY65" fmla="*/ 25160 h 29922"/>
                                <a:gd name="connsiteX66" fmla="*/ 11430 w 35242"/>
                                <a:gd name="connsiteY66" fmla="*/ 25160 h 29922"/>
                                <a:gd name="connsiteX67" fmla="*/ 11430 w 35242"/>
                                <a:gd name="connsiteY67" fmla="*/ 25160 h 29922"/>
                                <a:gd name="connsiteX68" fmla="*/ 10478 w 35242"/>
                                <a:gd name="connsiteY68" fmla="*/ 23255 h 29922"/>
                                <a:gd name="connsiteX69" fmla="*/ 10478 w 35242"/>
                                <a:gd name="connsiteY69" fmla="*/ 22302 h 29922"/>
                                <a:gd name="connsiteX70" fmla="*/ 10478 w 35242"/>
                                <a:gd name="connsiteY70" fmla="*/ 21350 h 29922"/>
                                <a:gd name="connsiteX71" fmla="*/ 10478 w 35242"/>
                                <a:gd name="connsiteY71" fmla="*/ 19444 h 29922"/>
                                <a:gd name="connsiteX72" fmla="*/ 10478 w 35242"/>
                                <a:gd name="connsiteY72" fmla="*/ 18492 h 29922"/>
                                <a:gd name="connsiteX73" fmla="*/ 10478 w 35242"/>
                                <a:gd name="connsiteY73" fmla="*/ 17540 h 29922"/>
                                <a:gd name="connsiteX74" fmla="*/ 10478 w 35242"/>
                                <a:gd name="connsiteY74" fmla="*/ 14682 h 29922"/>
                                <a:gd name="connsiteX75" fmla="*/ 10478 w 35242"/>
                                <a:gd name="connsiteY75" fmla="*/ 9919 h 29922"/>
                                <a:gd name="connsiteX76" fmla="*/ 10478 w 35242"/>
                                <a:gd name="connsiteY76" fmla="*/ 8015 h 29922"/>
                                <a:gd name="connsiteX77" fmla="*/ 10478 w 35242"/>
                                <a:gd name="connsiteY77" fmla="*/ 8015 h 29922"/>
                                <a:gd name="connsiteX78" fmla="*/ 11430 w 35242"/>
                                <a:gd name="connsiteY78" fmla="*/ 8967 h 29922"/>
                                <a:gd name="connsiteX79" fmla="*/ 13335 w 35242"/>
                                <a:gd name="connsiteY79" fmla="*/ 11825 h 29922"/>
                                <a:gd name="connsiteX80" fmla="*/ 15240 w 35242"/>
                                <a:gd name="connsiteY80" fmla="*/ 13730 h 29922"/>
                                <a:gd name="connsiteX81" fmla="*/ 15240 w 35242"/>
                                <a:gd name="connsiteY81" fmla="*/ 13730 h 29922"/>
                                <a:gd name="connsiteX82" fmla="*/ 15240 w 35242"/>
                                <a:gd name="connsiteY82" fmla="*/ 14682 h 29922"/>
                                <a:gd name="connsiteX83" fmla="*/ 15240 w 35242"/>
                                <a:gd name="connsiteY83" fmla="*/ 16587 h 29922"/>
                                <a:gd name="connsiteX84" fmla="*/ 15240 w 35242"/>
                                <a:gd name="connsiteY84" fmla="*/ 18492 h 29922"/>
                                <a:gd name="connsiteX85" fmla="*/ 15240 w 35242"/>
                                <a:gd name="connsiteY85" fmla="*/ 20397 h 29922"/>
                                <a:gd name="connsiteX86" fmla="*/ 15240 w 35242"/>
                                <a:gd name="connsiteY86" fmla="*/ 21350 h 29922"/>
                                <a:gd name="connsiteX87" fmla="*/ 15240 w 35242"/>
                                <a:gd name="connsiteY87" fmla="*/ 22302 h 29922"/>
                                <a:gd name="connsiteX88" fmla="*/ 15240 w 35242"/>
                                <a:gd name="connsiteY88" fmla="*/ 23255 h 29922"/>
                                <a:gd name="connsiteX89" fmla="*/ 15240 w 35242"/>
                                <a:gd name="connsiteY89" fmla="*/ 24207 h 29922"/>
                                <a:gd name="connsiteX90" fmla="*/ 15240 w 35242"/>
                                <a:gd name="connsiteY90" fmla="*/ 26112 h 29922"/>
                                <a:gd name="connsiteX91" fmla="*/ 15240 w 35242"/>
                                <a:gd name="connsiteY91" fmla="*/ 28017 h 29922"/>
                                <a:gd name="connsiteX92" fmla="*/ 15240 w 35242"/>
                                <a:gd name="connsiteY92" fmla="*/ 28969 h 29922"/>
                                <a:gd name="connsiteX93" fmla="*/ 15240 w 35242"/>
                                <a:gd name="connsiteY93" fmla="*/ 29922 h 29922"/>
                                <a:gd name="connsiteX94" fmla="*/ 15240 w 35242"/>
                                <a:gd name="connsiteY94" fmla="*/ 29922 h 29922"/>
                                <a:gd name="connsiteX95" fmla="*/ 15240 w 35242"/>
                                <a:gd name="connsiteY95" fmla="*/ 29922 h 29922"/>
                                <a:gd name="connsiteX96" fmla="*/ 15240 w 35242"/>
                                <a:gd name="connsiteY96" fmla="*/ 29922 h 29922"/>
                                <a:gd name="connsiteX97" fmla="*/ 15240 w 35242"/>
                                <a:gd name="connsiteY97" fmla="*/ 28969 h 29922"/>
                                <a:gd name="connsiteX98" fmla="*/ 15240 w 35242"/>
                                <a:gd name="connsiteY98" fmla="*/ 28017 h 29922"/>
                                <a:gd name="connsiteX99" fmla="*/ 15240 w 35242"/>
                                <a:gd name="connsiteY99" fmla="*/ 27065 h 29922"/>
                                <a:gd name="connsiteX100" fmla="*/ 15240 w 35242"/>
                                <a:gd name="connsiteY100" fmla="*/ 25160 h 29922"/>
                                <a:gd name="connsiteX101" fmla="*/ 15240 w 35242"/>
                                <a:gd name="connsiteY101" fmla="*/ 23255 h 29922"/>
                                <a:gd name="connsiteX102" fmla="*/ 15240 w 35242"/>
                                <a:gd name="connsiteY102" fmla="*/ 23255 h 29922"/>
                                <a:gd name="connsiteX103" fmla="*/ 15240 w 35242"/>
                                <a:gd name="connsiteY103" fmla="*/ 23255 h 29922"/>
                                <a:gd name="connsiteX104" fmla="*/ 15240 w 35242"/>
                                <a:gd name="connsiteY104" fmla="*/ 22302 h 29922"/>
                                <a:gd name="connsiteX105" fmla="*/ 15240 w 35242"/>
                                <a:gd name="connsiteY105" fmla="*/ 21350 h 29922"/>
                                <a:gd name="connsiteX106" fmla="*/ 15240 w 35242"/>
                                <a:gd name="connsiteY106" fmla="*/ 20397 h 29922"/>
                                <a:gd name="connsiteX107" fmla="*/ 15240 w 35242"/>
                                <a:gd name="connsiteY107" fmla="*/ 18492 h 29922"/>
                                <a:gd name="connsiteX108" fmla="*/ 15240 w 35242"/>
                                <a:gd name="connsiteY108" fmla="*/ 16587 h 29922"/>
                                <a:gd name="connsiteX109" fmla="*/ 15240 w 35242"/>
                                <a:gd name="connsiteY109" fmla="*/ 14682 h 29922"/>
                                <a:gd name="connsiteX110" fmla="*/ 16193 w 35242"/>
                                <a:gd name="connsiteY110" fmla="*/ 16587 h 29922"/>
                                <a:gd name="connsiteX111" fmla="*/ 18098 w 35242"/>
                                <a:gd name="connsiteY111" fmla="*/ 19444 h 29922"/>
                                <a:gd name="connsiteX112" fmla="*/ 19050 w 35242"/>
                                <a:gd name="connsiteY112" fmla="*/ 20397 h 29922"/>
                                <a:gd name="connsiteX113" fmla="*/ 20003 w 35242"/>
                                <a:gd name="connsiteY113" fmla="*/ 21350 h 29922"/>
                                <a:gd name="connsiteX114" fmla="*/ 21907 w 35242"/>
                                <a:gd name="connsiteY114" fmla="*/ 24207 h 29922"/>
                                <a:gd name="connsiteX115" fmla="*/ 22860 w 35242"/>
                                <a:gd name="connsiteY115" fmla="*/ 26112 h 29922"/>
                                <a:gd name="connsiteX116" fmla="*/ 23813 w 35242"/>
                                <a:gd name="connsiteY116" fmla="*/ 27065 h 29922"/>
                                <a:gd name="connsiteX117" fmla="*/ 23813 w 35242"/>
                                <a:gd name="connsiteY117" fmla="*/ 27065 h 29922"/>
                                <a:gd name="connsiteX118" fmla="*/ 23813 w 35242"/>
                                <a:gd name="connsiteY118" fmla="*/ 27065 h 29922"/>
                                <a:gd name="connsiteX119" fmla="*/ 22860 w 35242"/>
                                <a:gd name="connsiteY119" fmla="*/ 26112 h 29922"/>
                                <a:gd name="connsiteX120" fmla="*/ 21907 w 35242"/>
                                <a:gd name="connsiteY120" fmla="*/ 24207 h 29922"/>
                                <a:gd name="connsiteX121" fmla="*/ 20003 w 35242"/>
                                <a:gd name="connsiteY121" fmla="*/ 21350 h 29922"/>
                                <a:gd name="connsiteX122" fmla="*/ 19050 w 35242"/>
                                <a:gd name="connsiteY122" fmla="*/ 20397 h 29922"/>
                                <a:gd name="connsiteX123" fmla="*/ 19050 w 35242"/>
                                <a:gd name="connsiteY123" fmla="*/ 19444 h 29922"/>
                                <a:gd name="connsiteX124" fmla="*/ 18098 w 35242"/>
                                <a:gd name="connsiteY124" fmla="*/ 18492 h 29922"/>
                                <a:gd name="connsiteX125" fmla="*/ 17145 w 35242"/>
                                <a:gd name="connsiteY125" fmla="*/ 17540 h 29922"/>
                                <a:gd name="connsiteX126" fmla="*/ 15240 w 35242"/>
                                <a:gd name="connsiteY126" fmla="*/ 14682 h 29922"/>
                                <a:gd name="connsiteX127" fmla="*/ 12382 w 35242"/>
                                <a:gd name="connsiteY127" fmla="*/ 11825 h 29922"/>
                                <a:gd name="connsiteX128" fmla="*/ 10478 w 35242"/>
                                <a:gd name="connsiteY128" fmla="*/ 9919 h 29922"/>
                                <a:gd name="connsiteX129" fmla="*/ 10478 w 35242"/>
                                <a:gd name="connsiteY129" fmla="*/ 9919 h 29922"/>
                                <a:gd name="connsiteX130" fmla="*/ 12382 w 35242"/>
                                <a:gd name="connsiteY130" fmla="*/ 10872 h 29922"/>
                                <a:gd name="connsiteX131" fmla="*/ 17145 w 35242"/>
                                <a:gd name="connsiteY131" fmla="*/ 11825 h 29922"/>
                                <a:gd name="connsiteX132" fmla="*/ 20003 w 35242"/>
                                <a:gd name="connsiteY132" fmla="*/ 12777 h 29922"/>
                                <a:gd name="connsiteX133" fmla="*/ 22860 w 35242"/>
                                <a:gd name="connsiteY133" fmla="*/ 13730 h 29922"/>
                                <a:gd name="connsiteX134" fmla="*/ 25718 w 35242"/>
                                <a:gd name="connsiteY134" fmla="*/ 15635 h 29922"/>
                                <a:gd name="connsiteX135" fmla="*/ 28575 w 35242"/>
                                <a:gd name="connsiteY135" fmla="*/ 17540 h 29922"/>
                                <a:gd name="connsiteX136" fmla="*/ 29528 w 35242"/>
                                <a:gd name="connsiteY136" fmla="*/ 18492 h 29922"/>
                                <a:gd name="connsiteX137" fmla="*/ 30480 w 35242"/>
                                <a:gd name="connsiteY137" fmla="*/ 20397 h 29922"/>
                                <a:gd name="connsiteX138" fmla="*/ 31432 w 35242"/>
                                <a:gd name="connsiteY138" fmla="*/ 21350 h 29922"/>
                                <a:gd name="connsiteX139" fmla="*/ 31432 w 35242"/>
                                <a:gd name="connsiteY139" fmla="*/ 22302 h 29922"/>
                                <a:gd name="connsiteX140" fmla="*/ 32385 w 35242"/>
                                <a:gd name="connsiteY140" fmla="*/ 24207 h 29922"/>
                                <a:gd name="connsiteX141" fmla="*/ 32385 w 35242"/>
                                <a:gd name="connsiteY141" fmla="*/ 24207 h 29922"/>
                                <a:gd name="connsiteX142" fmla="*/ 32385 w 35242"/>
                                <a:gd name="connsiteY142" fmla="*/ 24207 h 29922"/>
                                <a:gd name="connsiteX143" fmla="*/ 32385 w 35242"/>
                                <a:gd name="connsiteY143" fmla="*/ 24207 h 29922"/>
                                <a:gd name="connsiteX144" fmla="*/ 30480 w 35242"/>
                                <a:gd name="connsiteY144" fmla="*/ 21350 h 29922"/>
                                <a:gd name="connsiteX145" fmla="*/ 28575 w 35242"/>
                                <a:gd name="connsiteY145" fmla="*/ 18492 h 29922"/>
                                <a:gd name="connsiteX146" fmla="*/ 25718 w 35242"/>
                                <a:gd name="connsiteY146" fmla="*/ 16587 h 29922"/>
                                <a:gd name="connsiteX147" fmla="*/ 22860 w 35242"/>
                                <a:gd name="connsiteY147" fmla="*/ 14682 h 29922"/>
                                <a:gd name="connsiteX148" fmla="*/ 20003 w 35242"/>
                                <a:gd name="connsiteY148" fmla="*/ 13730 h 29922"/>
                                <a:gd name="connsiteX149" fmla="*/ 17145 w 35242"/>
                                <a:gd name="connsiteY149" fmla="*/ 12777 h 29922"/>
                                <a:gd name="connsiteX150" fmla="*/ 12382 w 35242"/>
                                <a:gd name="connsiteY150" fmla="*/ 11825 h 29922"/>
                                <a:gd name="connsiteX151" fmla="*/ 10478 w 35242"/>
                                <a:gd name="connsiteY151" fmla="*/ 10872 h 29922"/>
                                <a:gd name="connsiteX152" fmla="*/ 9525 w 35242"/>
                                <a:gd name="connsiteY152" fmla="*/ 9919 h 29922"/>
                                <a:gd name="connsiteX153" fmla="*/ 8573 w 35242"/>
                                <a:gd name="connsiteY153" fmla="*/ 9919 h 29922"/>
                                <a:gd name="connsiteX154" fmla="*/ 6668 w 35242"/>
                                <a:gd name="connsiteY154" fmla="*/ 8015 h 29922"/>
                                <a:gd name="connsiteX155" fmla="*/ 5715 w 35242"/>
                                <a:gd name="connsiteY155" fmla="*/ 7062 h 29922"/>
                                <a:gd name="connsiteX156" fmla="*/ 4763 w 35242"/>
                                <a:gd name="connsiteY156" fmla="*/ 6110 h 29922"/>
                                <a:gd name="connsiteX157" fmla="*/ 2857 w 35242"/>
                                <a:gd name="connsiteY157" fmla="*/ 4205 h 29922"/>
                                <a:gd name="connsiteX158" fmla="*/ 2857 w 35242"/>
                                <a:gd name="connsiteY158" fmla="*/ 4205 h 29922"/>
                                <a:gd name="connsiteX159" fmla="*/ 2857 w 35242"/>
                                <a:gd name="connsiteY159" fmla="*/ 4205 h 29922"/>
                                <a:gd name="connsiteX160" fmla="*/ 4763 w 35242"/>
                                <a:gd name="connsiteY160" fmla="*/ 4205 h 29922"/>
                                <a:gd name="connsiteX161" fmla="*/ 5715 w 35242"/>
                                <a:gd name="connsiteY161" fmla="*/ 4205 h 29922"/>
                                <a:gd name="connsiteX162" fmla="*/ 6668 w 35242"/>
                                <a:gd name="connsiteY162" fmla="*/ 4205 h 29922"/>
                                <a:gd name="connsiteX163" fmla="*/ 9525 w 35242"/>
                                <a:gd name="connsiteY163" fmla="*/ 4205 h 29922"/>
                                <a:gd name="connsiteX164" fmla="*/ 12382 w 35242"/>
                                <a:gd name="connsiteY164" fmla="*/ 4205 h 29922"/>
                                <a:gd name="connsiteX165" fmla="*/ 16193 w 35242"/>
                                <a:gd name="connsiteY165" fmla="*/ 4205 h 29922"/>
                                <a:gd name="connsiteX166" fmla="*/ 20003 w 35242"/>
                                <a:gd name="connsiteY166" fmla="*/ 4205 h 29922"/>
                                <a:gd name="connsiteX167" fmla="*/ 23813 w 35242"/>
                                <a:gd name="connsiteY167" fmla="*/ 5157 h 29922"/>
                                <a:gd name="connsiteX168" fmla="*/ 27623 w 35242"/>
                                <a:gd name="connsiteY168" fmla="*/ 6110 h 29922"/>
                                <a:gd name="connsiteX169" fmla="*/ 29528 w 35242"/>
                                <a:gd name="connsiteY169" fmla="*/ 7062 h 29922"/>
                                <a:gd name="connsiteX170" fmla="*/ 31432 w 35242"/>
                                <a:gd name="connsiteY170" fmla="*/ 8015 h 29922"/>
                                <a:gd name="connsiteX171" fmla="*/ 32385 w 35242"/>
                                <a:gd name="connsiteY171" fmla="*/ 8967 h 29922"/>
                                <a:gd name="connsiteX172" fmla="*/ 33338 w 35242"/>
                                <a:gd name="connsiteY172" fmla="*/ 9919 h 29922"/>
                                <a:gd name="connsiteX173" fmla="*/ 34290 w 35242"/>
                                <a:gd name="connsiteY173" fmla="*/ 10872 h 29922"/>
                                <a:gd name="connsiteX174" fmla="*/ 35243 w 35242"/>
                                <a:gd name="connsiteY174" fmla="*/ 11825 h 29922"/>
                                <a:gd name="connsiteX175" fmla="*/ 35243 w 35242"/>
                                <a:gd name="connsiteY175" fmla="*/ 11825 h 29922"/>
                                <a:gd name="connsiteX176" fmla="*/ 35243 w 35242"/>
                                <a:gd name="connsiteY176" fmla="*/ 10872 h 29922"/>
                                <a:gd name="connsiteX177" fmla="*/ 34290 w 35242"/>
                                <a:gd name="connsiteY177" fmla="*/ 9919 h 29922"/>
                                <a:gd name="connsiteX178" fmla="*/ 33338 w 35242"/>
                                <a:gd name="connsiteY178" fmla="*/ 8967 h 29922"/>
                                <a:gd name="connsiteX179" fmla="*/ 32385 w 35242"/>
                                <a:gd name="connsiteY179" fmla="*/ 8015 h 29922"/>
                                <a:gd name="connsiteX180" fmla="*/ 30480 w 35242"/>
                                <a:gd name="connsiteY180" fmla="*/ 7062 h 29922"/>
                                <a:gd name="connsiteX181" fmla="*/ 28575 w 35242"/>
                                <a:gd name="connsiteY181" fmla="*/ 6110 h 29922"/>
                                <a:gd name="connsiteX182" fmla="*/ 24765 w 35242"/>
                                <a:gd name="connsiteY182" fmla="*/ 5157 h 29922"/>
                                <a:gd name="connsiteX183" fmla="*/ 20955 w 35242"/>
                                <a:gd name="connsiteY183" fmla="*/ 4205 h 29922"/>
                                <a:gd name="connsiteX184" fmla="*/ 17145 w 35242"/>
                                <a:gd name="connsiteY184" fmla="*/ 4205 h 29922"/>
                                <a:gd name="connsiteX185" fmla="*/ 13335 w 35242"/>
                                <a:gd name="connsiteY185" fmla="*/ 4205 h 29922"/>
                                <a:gd name="connsiteX186" fmla="*/ 10478 w 35242"/>
                                <a:gd name="connsiteY186" fmla="*/ 4205 h 29922"/>
                                <a:gd name="connsiteX187" fmla="*/ 7620 w 35242"/>
                                <a:gd name="connsiteY187" fmla="*/ 4205 h 29922"/>
                                <a:gd name="connsiteX188" fmla="*/ 6668 w 35242"/>
                                <a:gd name="connsiteY188" fmla="*/ 4205 h 29922"/>
                                <a:gd name="connsiteX189" fmla="*/ 5715 w 35242"/>
                                <a:gd name="connsiteY189" fmla="*/ 4205 h 29922"/>
                                <a:gd name="connsiteX190" fmla="*/ 3810 w 35242"/>
                                <a:gd name="connsiteY190" fmla="*/ 4205 h 29922"/>
                                <a:gd name="connsiteX191" fmla="*/ 2857 w 35242"/>
                                <a:gd name="connsiteY191" fmla="*/ 4205 h 29922"/>
                                <a:gd name="connsiteX192" fmla="*/ 2857 w 35242"/>
                                <a:gd name="connsiteY192" fmla="*/ 4205 h 29922"/>
                                <a:gd name="connsiteX193" fmla="*/ 1905 w 35242"/>
                                <a:gd name="connsiteY193" fmla="*/ 3252 h 29922"/>
                                <a:gd name="connsiteX194" fmla="*/ 953 w 35242"/>
                                <a:gd name="connsiteY194" fmla="*/ 1347 h 29922"/>
                                <a:gd name="connsiteX195" fmla="*/ 0 w 35242"/>
                                <a:gd name="connsiteY195" fmla="*/ 394 h 29922"/>
                                <a:gd name="connsiteX196" fmla="*/ 5715 w 35242"/>
                                <a:gd name="connsiteY196" fmla="*/ 1347 h 29922"/>
                                <a:gd name="connsiteX197" fmla="*/ 5715 w 35242"/>
                                <a:gd name="connsiteY197" fmla="*/ 1347 h 29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35242" h="29922">
                                  <a:moveTo>
                                    <a:pt x="5715" y="1347"/>
                                  </a:moveTo>
                                  <a:cubicBezTo>
                                    <a:pt x="5715" y="1347"/>
                                    <a:pt x="5715" y="1347"/>
                                    <a:pt x="5715" y="1347"/>
                                  </a:cubicBezTo>
                                  <a:cubicBezTo>
                                    <a:pt x="5715" y="1347"/>
                                    <a:pt x="5715" y="2300"/>
                                    <a:pt x="5715" y="3252"/>
                                  </a:cubicBezTo>
                                  <a:cubicBezTo>
                                    <a:pt x="5715" y="4205"/>
                                    <a:pt x="5715" y="5157"/>
                                    <a:pt x="4763" y="7062"/>
                                  </a:cubicBezTo>
                                  <a:cubicBezTo>
                                    <a:pt x="4763" y="8015"/>
                                    <a:pt x="3810" y="9919"/>
                                    <a:pt x="3810" y="11825"/>
                                  </a:cubicBezTo>
                                  <a:cubicBezTo>
                                    <a:pt x="3810" y="11825"/>
                                    <a:pt x="3810" y="12777"/>
                                    <a:pt x="3810" y="12777"/>
                                  </a:cubicBezTo>
                                  <a:cubicBezTo>
                                    <a:pt x="3810" y="12777"/>
                                    <a:pt x="3810" y="12777"/>
                                    <a:pt x="3810" y="13730"/>
                                  </a:cubicBezTo>
                                  <a:lnTo>
                                    <a:pt x="3810" y="13730"/>
                                  </a:lnTo>
                                  <a:lnTo>
                                    <a:pt x="3810" y="13730"/>
                                  </a:lnTo>
                                  <a:lnTo>
                                    <a:pt x="3810" y="13730"/>
                                  </a:lnTo>
                                  <a:cubicBezTo>
                                    <a:pt x="3810" y="14682"/>
                                    <a:pt x="3810" y="15635"/>
                                    <a:pt x="3810" y="16587"/>
                                  </a:cubicBezTo>
                                  <a:cubicBezTo>
                                    <a:pt x="3810" y="16587"/>
                                    <a:pt x="3810" y="17540"/>
                                    <a:pt x="3810" y="17540"/>
                                  </a:cubicBezTo>
                                  <a:cubicBezTo>
                                    <a:pt x="3810" y="17540"/>
                                    <a:pt x="3810" y="18492"/>
                                    <a:pt x="3810" y="18492"/>
                                  </a:cubicBezTo>
                                  <a:cubicBezTo>
                                    <a:pt x="3810" y="18492"/>
                                    <a:pt x="3810" y="18492"/>
                                    <a:pt x="3810" y="19444"/>
                                  </a:cubicBezTo>
                                  <a:cubicBezTo>
                                    <a:pt x="3810" y="19444"/>
                                    <a:pt x="3810" y="19444"/>
                                    <a:pt x="3810" y="20397"/>
                                  </a:cubicBezTo>
                                  <a:cubicBezTo>
                                    <a:pt x="3810" y="20397"/>
                                    <a:pt x="3810" y="21350"/>
                                    <a:pt x="3810" y="21350"/>
                                  </a:cubicBezTo>
                                  <a:cubicBezTo>
                                    <a:pt x="3810" y="22302"/>
                                    <a:pt x="3810" y="22302"/>
                                    <a:pt x="3810" y="23255"/>
                                  </a:cubicBezTo>
                                  <a:cubicBezTo>
                                    <a:pt x="3810" y="23255"/>
                                    <a:pt x="3810" y="24207"/>
                                    <a:pt x="3810" y="24207"/>
                                  </a:cubicBezTo>
                                  <a:cubicBezTo>
                                    <a:pt x="3810" y="24207"/>
                                    <a:pt x="3810" y="25160"/>
                                    <a:pt x="3810" y="25160"/>
                                  </a:cubicBezTo>
                                  <a:cubicBezTo>
                                    <a:pt x="3810" y="25160"/>
                                    <a:pt x="3810" y="25160"/>
                                    <a:pt x="3810" y="25160"/>
                                  </a:cubicBezTo>
                                  <a:cubicBezTo>
                                    <a:pt x="3810" y="25160"/>
                                    <a:pt x="3810" y="25160"/>
                                    <a:pt x="3810" y="25160"/>
                                  </a:cubicBezTo>
                                  <a:lnTo>
                                    <a:pt x="3810" y="25160"/>
                                  </a:lnTo>
                                  <a:cubicBezTo>
                                    <a:pt x="3810" y="25160"/>
                                    <a:pt x="3810" y="25160"/>
                                    <a:pt x="3810" y="25160"/>
                                  </a:cubicBezTo>
                                  <a:cubicBezTo>
                                    <a:pt x="3810" y="25160"/>
                                    <a:pt x="3810" y="25160"/>
                                    <a:pt x="3810" y="25160"/>
                                  </a:cubicBezTo>
                                  <a:cubicBezTo>
                                    <a:pt x="3810" y="25160"/>
                                    <a:pt x="3810" y="25160"/>
                                    <a:pt x="3810" y="24207"/>
                                  </a:cubicBezTo>
                                  <a:cubicBezTo>
                                    <a:pt x="3810" y="24207"/>
                                    <a:pt x="3810" y="23255"/>
                                    <a:pt x="3810" y="23255"/>
                                  </a:cubicBezTo>
                                  <a:cubicBezTo>
                                    <a:pt x="3810" y="22302"/>
                                    <a:pt x="3810" y="22302"/>
                                    <a:pt x="3810" y="21350"/>
                                  </a:cubicBezTo>
                                  <a:cubicBezTo>
                                    <a:pt x="3810" y="21350"/>
                                    <a:pt x="3810" y="20397"/>
                                    <a:pt x="3810" y="20397"/>
                                  </a:cubicBezTo>
                                  <a:cubicBezTo>
                                    <a:pt x="3810" y="20397"/>
                                    <a:pt x="3810" y="20397"/>
                                    <a:pt x="3810" y="19444"/>
                                  </a:cubicBezTo>
                                  <a:cubicBezTo>
                                    <a:pt x="3810" y="19444"/>
                                    <a:pt x="3810" y="19444"/>
                                    <a:pt x="3810" y="18492"/>
                                  </a:cubicBezTo>
                                  <a:cubicBezTo>
                                    <a:pt x="3810" y="18492"/>
                                    <a:pt x="3810" y="17540"/>
                                    <a:pt x="3810" y="17540"/>
                                  </a:cubicBezTo>
                                  <a:cubicBezTo>
                                    <a:pt x="3810" y="17540"/>
                                    <a:pt x="3810" y="16587"/>
                                    <a:pt x="3810" y="16587"/>
                                  </a:cubicBezTo>
                                  <a:cubicBezTo>
                                    <a:pt x="3810" y="15635"/>
                                    <a:pt x="3810" y="14682"/>
                                    <a:pt x="4763" y="13730"/>
                                  </a:cubicBezTo>
                                  <a:lnTo>
                                    <a:pt x="4763" y="13730"/>
                                  </a:lnTo>
                                  <a:lnTo>
                                    <a:pt x="4763" y="13730"/>
                                  </a:lnTo>
                                  <a:lnTo>
                                    <a:pt x="4763" y="13730"/>
                                  </a:lnTo>
                                  <a:cubicBezTo>
                                    <a:pt x="4763" y="13730"/>
                                    <a:pt x="4763" y="13730"/>
                                    <a:pt x="4763" y="12777"/>
                                  </a:cubicBezTo>
                                  <a:cubicBezTo>
                                    <a:pt x="4763" y="12777"/>
                                    <a:pt x="4763" y="11825"/>
                                    <a:pt x="4763" y="11825"/>
                                  </a:cubicBezTo>
                                  <a:cubicBezTo>
                                    <a:pt x="5715" y="9919"/>
                                    <a:pt x="5715" y="8967"/>
                                    <a:pt x="6668" y="7062"/>
                                  </a:cubicBezTo>
                                  <a:cubicBezTo>
                                    <a:pt x="5715" y="4205"/>
                                    <a:pt x="5715" y="3252"/>
                                    <a:pt x="5715" y="1347"/>
                                  </a:cubicBezTo>
                                  <a:cubicBezTo>
                                    <a:pt x="6668" y="2300"/>
                                    <a:pt x="6668" y="2300"/>
                                    <a:pt x="6668" y="2300"/>
                                  </a:cubicBezTo>
                                  <a:cubicBezTo>
                                    <a:pt x="6668" y="2300"/>
                                    <a:pt x="6668" y="3252"/>
                                    <a:pt x="7620" y="3252"/>
                                  </a:cubicBezTo>
                                  <a:cubicBezTo>
                                    <a:pt x="7620" y="3252"/>
                                    <a:pt x="8573" y="4205"/>
                                    <a:pt x="8573" y="4205"/>
                                  </a:cubicBezTo>
                                  <a:cubicBezTo>
                                    <a:pt x="9525" y="5157"/>
                                    <a:pt x="9525" y="5157"/>
                                    <a:pt x="10478" y="6110"/>
                                  </a:cubicBezTo>
                                  <a:cubicBezTo>
                                    <a:pt x="10478" y="6110"/>
                                    <a:pt x="10478" y="6110"/>
                                    <a:pt x="10478" y="6110"/>
                                  </a:cubicBezTo>
                                  <a:cubicBezTo>
                                    <a:pt x="10478" y="6110"/>
                                    <a:pt x="10478" y="6110"/>
                                    <a:pt x="10478" y="6110"/>
                                  </a:cubicBezTo>
                                  <a:cubicBezTo>
                                    <a:pt x="10478" y="6110"/>
                                    <a:pt x="10478" y="7062"/>
                                    <a:pt x="10478" y="8015"/>
                                  </a:cubicBezTo>
                                  <a:cubicBezTo>
                                    <a:pt x="10478" y="8967"/>
                                    <a:pt x="10478" y="8967"/>
                                    <a:pt x="10478" y="9919"/>
                                  </a:cubicBezTo>
                                  <a:cubicBezTo>
                                    <a:pt x="10478" y="11825"/>
                                    <a:pt x="10478" y="12777"/>
                                    <a:pt x="10478" y="14682"/>
                                  </a:cubicBezTo>
                                  <a:cubicBezTo>
                                    <a:pt x="10478" y="15635"/>
                                    <a:pt x="10478" y="16587"/>
                                    <a:pt x="10478" y="17540"/>
                                  </a:cubicBezTo>
                                  <a:cubicBezTo>
                                    <a:pt x="10478" y="17540"/>
                                    <a:pt x="10478" y="18492"/>
                                    <a:pt x="10478" y="18492"/>
                                  </a:cubicBezTo>
                                  <a:cubicBezTo>
                                    <a:pt x="10478" y="18492"/>
                                    <a:pt x="10478" y="19444"/>
                                    <a:pt x="10478" y="19444"/>
                                  </a:cubicBezTo>
                                  <a:cubicBezTo>
                                    <a:pt x="10478" y="20397"/>
                                    <a:pt x="10478" y="21350"/>
                                    <a:pt x="10478" y="21350"/>
                                  </a:cubicBezTo>
                                  <a:cubicBezTo>
                                    <a:pt x="10478" y="21350"/>
                                    <a:pt x="10478" y="22302"/>
                                    <a:pt x="10478" y="22302"/>
                                  </a:cubicBezTo>
                                  <a:cubicBezTo>
                                    <a:pt x="10478" y="22302"/>
                                    <a:pt x="10478" y="23255"/>
                                    <a:pt x="10478" y="23255"/>
                                  </a:cubicBezTo>
                                  <a:cubicBezTo>
                                    <a:pt x="10478" y="24207"/>
                                    <a:pt x="10478" y="24207"/>
                                    <a:pt x="11430" y="25160"/>
                                  </a:cubicBezTo>
                                  <a:cubicBezTo>
                                    <a:pt x="11430" y="25160"/>
                                    <a:pt x="11430" y="25160"/>
                                    <a:pt x="11430" y="25160"/>
                                  </a:cubicBezTo>
                                  <a:cubicBezTo>
                                    <a:pt x="11430" y="25160"/>
                                    <a:pt x="11430" y="25160"/>
                                    <a:pt x="11430" y="25160"/>
                                  </a:cubicBezTo>
                                  <a:cubicBezTo>
                                    <a:pt x="11430" y="25160"/>
                                    <a:pt x="11430" y="25160"/>
                                    <a:pt x="11430" y="25160"/>
                                  </a:cubicBezTo>
                                  <a:cubicBezTo>
                                    <a:pt x="11430" y="25160"/>
                                    <a:pt x="11430" y="25160"/>
                                    <a:pt x="11430" y="25160"/>
                                  </a:cubicBezTo>
                                  <a:cubicBezTo>
                                    <a:pt x="11430" y="25160"/>
                                    <a:pt x="11430" y="25160"/>
                                    <a:pt x="11430" y="25160"/>
                                  </a:cubicBezTo>
                                  <a:cubicBezTo>
                                    <a:pt x="11430" y="25160"/>
                                    <a:pt x="11430" y="25160"/>
                                    <a:pt x="11430" y="25160"/>
                                  </a:cubicBezTo>
                                  <a:cubicBezTo>
                                    <a:pt x="11430" y="25160"/>
                                    <a:pt x="11430" y="25160"/>
                                    <a:pt x="11430" y="25160"/>
                                  </a:cubicBezTo>
                                  <a:cubicBezTo>
                                    <a:pt x="11430" y="25160"/>
                                    <a:pt x="11430" y="25160"/>
                                    <a:pt x="11430" y="25160"/>
                                  </a:cubicBezTo>
                                  <a:cubicBezTo>
                                    <a:pt x="11430" y="25160"/>
                                    <a:pt x="11430" y="25160"/>
                                    <a:pt x="11430" y="25160"/>
                                  </a:cubicBezTo>
                                  <a:cubicBezTo>
                                    <a:pt x="11430" y="25160"/>
                                    <a:pt x="11430" y="25160"/>
                                    <a:pt x="11430" y="25160"/>
                                  </a:cubicBezTo>
                                  <a:cubicBezTo>
                                    <a:pt x="11430" y="25160"/>
                                    <a:pt x="11430" y="25160"/>
                                    <a:pt x="11430" y="25160"/>
                                  </a:cubicBezTo>
                                  <a:cubicBezTo>
                                    <a:pt x="11430" y="25160"/>
                                    <a:pt x="11430" y="25160"/>
                                    <a:pt x="11430" y="25160"/>
                                  </a:cubicBezTo>
                                  <a:cubicBezTo>
                                    <a:pt x="11430" y="25160"/>
                                    <a:pt x="11430" y="24207"/>
                                    <a:pt x="10478" y="23255"/>
                                  </a:cubicBezTo>
                                  <a:cubicBezTo>
                                    <a:pt x="10478" y="23255"/>
                                    <a:pt x="10478" y="22302"/>
                                    <a:pt x="10478" y="22302"/>
                                  </a:cubicBezTo>
                                  <a:cubicBezTo>
                                    <a:pt x="10478" y="22302"/>
                                    <a:pt x="10478" y="21350"/>
                                    <a:pt x="10478" y="21350"/>
                                  </a:cubicBezTo>
                                  <a:cubicBezTo>
                                    <a:pt x="10478" y="20397"/>
                                    <a:pt x="10478" y="20397"/>
                                    <a:pt x="10478" y="19444"/>
                                  </a:cubicBezTo>
                                  <a:cubicBezTo>
                                    <a:pt x="10478" y="19444"/>
                                    <a:pt x="10478" y="18492"/>
                                    <a:pt x="10478" y="18492"/>
                                  </a:cubicBezTo>
                                  <a:cubicBezTo>
                                    <a:pt x="10478" y="18492"/>
                                    <a:pt x="10478" y="17540"/>
                                    <a:pt x="10478" y="17540"/>
                                  </a:cubicBezTo>
                                  <a:cubicBezTo>
                                    <a:pt x="10478" y="16587"/>
                                    <a:pt x="10478" y="15635"/>
                                    <a:pt x="10478" y="14682"/>
                                  </a:cubicBezTo>
                                  <a:cubicBezTo>
                                    <a:pt x="10478" y="12777"/>
                                    <a:pt x="10478" y="10872"/>
                                    <a:pt x="10478" y="9919"/>
                                  </a:cubicBezTo>
                                  <a:cubicBezTo>
                                    <a:pt x="10478" y="8967"/>
                                    <a:pt x="10478" y="8015"/>
                                    <a:pt x="10478" y="8015"/>
                                  </a:cubicBezTo>
                                  <a:cubicBezTo>
                                    <a:pt x="10478" y="8015"/>
                                    <a:pt x="10478" y="8015"/>
                                    <a:pt x="10478" y="8015"/>
                                  </a:cubicBezTo>
                                  <a:cubicBezTo>
                                    <a:pt x="10478" y="8015"/>
                                    <a:pt x="10478" y="8967"/>
                                    <a:pt x="11430" y="8967"/>
                                  </a:cubicBezTo>
                                  <a:cubicBezTo>
                                    <a:pt x="12382" y="9919"/>
                                    <a:pt x="13335" y="10872"/>
                                    <a:pt x="13335" y="11825"/>
                                  </a:cubicBezTo>
                                  <a:cubicBezTo>
                                    <a:pt x="14288" y="12777"/>
                                    <a:pt x="14288" y="13730"/>
                                    <a:pt x="15240" y="13730"/>
                                  </a:cubicBezTo>
                                  <a:cubicBezTo>
                                    <a:pt x="15240" y="13730"/>
                                    <a:pt x="15240" y="13730"/>
                                    <a:pt x="15240" y="13730"/>
                                  </a:cubicBezTo>
                                  <a:cubicBezTo>
                                    <a:pt x="15240" y="13730"/>
                                    <a:pt x="15240" y="13730"/>
                                    <a:pt x="15240" y="14682"/>
                                  </a:cubicBezTo>
                                  <a:cubicBezTo>
                                    <a:pt x="15240" y="14682"/>
                                    <a:pt x="15240" y="15635"/>
                                    <a:pt x="15240" y="16587"/>
                                  </a:cubicBezTo>
                                  <a:cubicBezTo>
                                    <a:pt x="15240" y="16587"/>
                                    <a:pt x="15240" y="17540"/>
                                    <a:pt x="15240" y="18492"/>
                                  </a:cubicBezTo>
                                  <a:cubicBezTo>
                                    <a:pt x="15240" y="19444"/>
                                    <a:pt x="15240" y="19444"/>
                                    <a:pt x="15240" y="20397"/>
                                  </a:cubicBezTo>
                                  <a:cubicBezTo>
                                    <a:pt x="15240" y="20397"/>
                                    <a:pt x="15240" y="21350"/>
                                    <a:pt x="15240" y="21350"/>
                                  </a:cubicBezTo>
                                  <a:cubicBezTo>
                                    <a:pt x="15240" y="21350"/>
                                    <a:pt x="15240" y="22302"/>
                                    <a:pt x="15240" y="22302"/>
                                  </a:cubicBezTo>
                                  <a:cubicBezTo>
                                    <a:pt x="15240" y="22302"/>
                                    <a:pt x="15240" y="23255"/>
                                    <a:pt x="15240" y="23255"/>
                                  </a:cubicBezTo>
                                  <a:cubicBezTo>
                                    <a:pt x="15240" y="23255"/>
                                    <a:pt x="15240" y="24207"/>
                                    <a:pt x="15240" y="24207"/>
                                  </a:cubicBezTo>
                                  <a:cubicBezTo>
                                    <a:pt x="15240" y="25160"/>
                                    <a:pt x="15240" y="25160"/>
                                    <a:pt x="15240" y="26112"/>
                                  </a:cubicBezTo>
                                  <a:cubicBezTo>
                                    <a:pt x="15240" y="27065"/>
                                    <a:pt x="15240" y="27065"/>
                                    <a:pt x="15240" y="28017"/>
                                  </a:cubicBezTo>
                                  <a:cubicBezTo>
                                    <a:pt x="15240" y="28017"/>
                                    <a:pt x="15240" y="28969"/>
                                    <a:pt x="15240" y="28969"/>
                                  </a:cubicBezTo>
                                  <a:cubicBezTo>
                                    <a:pt x="15240" y="28969"/>
                                    <a:pt x="15240" y="29922"/>
                                    <a:pt x="15240" y="29922"/>
                                  </a:cubicBezTo>
                                  <a:cubicBezTo>
                                    <a:pt x="15240" y="29922"/>
                                    <a:pt x="15240" y="29922"/>
                                    <a:pt x="15240" y="29922"/>
                                  </a:cubicBezTo>
                                  <a:cubicBezTo>
                                    <a:pt x="15240" y="29922"/>
                                    <a:pt x="15240" y="29922"/>
                                    <a:pt x="15240" y="29922"/>
                                  </a:cubicBezTo>
                                  <a:cubicBezTo>
                                    <a:pt x="15240" y="29922"/>
                                    <a:pt x="15240" y="29922"/>
                                    <a:pt x="15240" y="29922"/>
                                  </a:cubicBezTo>
                                  <a:cubicBezTo>
                                    <a:pt x="15240" y="29922"/>
                                    <a:pt x="15240" y="28969"/>
                                    <a:pt x="15240" y="28969"/>
                                  </a:cubicBezTo>
                                  <a:cubicBezTo>
                                    <a:pt x="15240" y="28969"/>
                                    <a:pt x="15240" y="28017"/>
                                    <a:pt x="15240" y="28017"/>
                                  </a:cubicBezTo>
                                  <a:cubicBezTo>
                                    <a:pt x="15240" y="28017"/>
                                    <a:pt x="15240" y="27065"/>
                                    <a:pt x="15240" y="27065"/>
                                  </a:cubicBezTo>
                                  <a:cubicBezTo>
                                    <a:pt x="15240" y="26112"/>
                                    <a:pt x="15240" y="26112"/>
                                    <a:pt x="15240" y="25160"/>
                                  </a:cubicBezTo>
                                  <a:cubicBezTo>
                                    <a:pt x="15240" y="24207"/>
                                    <a:pt x="15240" y="24207"/>
                                    <a:pt x="15240" y="23255"/>
                                  </a:cubicBezTo>
                                  <a:lnTo>
                                    <a:pt x="15240" y="23255"/>
                                  </a:lnTo>
                                  <a:lnTo>
                                    <a:pt x="15240" y="23255"/>
                                  </a:lnTo>
                                  <a:cubicBezTo>
                                    <a:pt x="15240" y="23255"/>
                                    <a:pt x="15240" y="22302"/>
                                    <a:pt x="15240" y="22302"/>
                                  </a:cubicBezTo>
                                  <a:cubicBezTo>
                                    <a:pt x="15240" y="22302"/>
                                    <a:pt x="15240" y="21350"/>
                                    <a:pt x="15240" y="21350"/>
                                  </a:cubicBezTo>
                                  <a:cubicBezTo>
                                    <a:pt x="15240" y="21350"/>
                                    <a:pt x="15240" y="20397"/>
                                    <a:pt x="15240" y="20397"/>
                                  </a:cubicBezTo>
                                  <a:cubicBezTo>
                                    <a:pt x="15240" y="19444"/>
                                    <a:pt x="15240" y="19444"/>
                                    <a:pt x="15240" y="18492"/>
                                  </a:cubicBezTo>
                                  <a:cubicBezTo>
                                    <a:pt x="15240" y="17540"/>
                                    <a:pt x="15240" y="17540"/>
                                    <a:pt x="15240" y="16587"/>
                                  </a:cubicBezTo>
                                  <a:cubicBezTo>
                                    <a:pt x="15240" y="15635"/>
                                    <a:pt x="15240" y="15635"/>
                                    <a:pt x="15240" y="14682"/>
                                  </a:cubicBezTo>
                                  <a:cubicBezTo>
                                    <a:pt x="16193" y="15635"/>
                                    <a:pt x="16193" y="15635"/>
                                    <a:pt x="16193" y="16587"/>
                                  </a:cubicBezTo>
                                  <a:cubicBezTo>
                                    <a:pt x="17145" y="17540"/>
                                    <a:pt x="18098" y="18492"/>
                                    <a:pt x="18098" y="19444"/>
                                  </a:cubicBezTo>
                                  <a:cubicBezTo>
                                    <a:pt x="18098" y="19444"/>
                                    <a:pt x="19050" y="20397"/>
                                    <a:pt x="19050" y="20397"/>
                                  </a:cubicBezTo>
                                  <a:cubicBezTo>
                                    <a:pt x="19050" y="21350"/>
                                    <a:pt x="20003" y="21350"/>
                                    <a:pt x="20003" y="21350"/>
                                  </a:cubicBezTo>
                                  <a:cubicBezTo>
                                    <a:pt x="20955" y="22302"/>
                                    <a:pt x="20955" y="23255"/>
                                    <a:pt x="21907" y="24207"/>
                                  </a:cubicBezTo>
                                  <a:cubicBezTo>
                                    <a:pt x="21907" y="24207"/>
                                    <a:pt x="21907" y="25160"/>
                                    <a:pt x="22860" y="26112"/>
                                  </a:cubicBezTo>
                                  <a:cubicBezTo>
                                    <a:pt x="22860" y="26112"/>
                                    <a:pt x="22860" y="27065"/>
                                    <a:pt x="23813" y="27065"/>
                                  </a:cubicBezTo>
                                  <a:cubicBezTo>
                                    <a:pt x="23813" y="27065"/>
                                    <a:pt x="23813" y="27065"/>
                                    <a:pt x="23813" y="27065"/>
                                  </a:cubicBezTo>
                                  <a:lnTo>
                                    <a:pt x="23813" y="27065"/>
                                  </a:lnTo>
                                  <a:cubicBezTo>
                                    <a:pt x="23813" y="27065"/>
                                    <a:pt x="23813" y="26112"/>
                                    <a:pt x="22860" y="26112"/>
                                  </a:cubicBezTo>
                                  <a:cubicBezTo>
                                    <a:pt x="22860" y="25160"/>
                                    <a:pt x="22860" y="25160"/>
                                    <a:pt x="21907" y="24207"/>
                                  </a:cubicBezTo>
                                  <a:cubicBezTo>
                                    <a:pt x="21907" y="23255"/>
                                    <a:pt x="20955" y="22302"/>
                                    <a:pt x="20003" y="21350"/>
                                  </a:cubicBezTo>
                                  <a:cubicBezTo>
                                    <a:pt x="20003" y="21350"/>
                                    <a:pt x="20003" y="21350"/>
                                    <a:pt x="19050" y="20397"/>
                                  </a:cubicBezTo>
                                  <a:cubicBezTo>
                                    <a:pt x="19050" y="20397"/>
                                    <a:pt x="19050" y="19444"/>
                                    <a:pt x="19050" y="19444"/>
                                  </a:cubicBezTo>
                                  <a:cubicBezTo>
                                    <a:pt x="19050" y="19444"/>
                                    <a:pt x="19050" y="18492"/>
                                    <a:pt x="18098" y="18492"/>
                                  </a:cubicBezTo>
                                  <a:cubicBezTo>
                                    <a:pt x="18098" y="18492"/>
                                    <a:pt x="18098" y="17540"/>
                                    <a:pt x="17145" y="17540"/>
                                  </a:cubicBezTo>
                                  <a:cubicBezTo>
                                    <a:pt x="16193" y="16587"/>
                                    <a:pt x="15240" y="15635"/>
                                    <a:pt x="15240" y="14682"/>
                                  </a:cubicBezTo>
                                  <a:cubicBezTo>
                                    <a:pt x="14288" y="13730"/>
                                    <a:pt x="13335" y="12777"/>
                                    <a:pt x="12382" y="11825"/>
                                  </a:cubicBezTo>
                                  <a:cubicBezTo>
                                    <a:pt x="11430" y="10872"/>
                                    <a:pt x="11430" y="10872"/>
                                    <a:pt x="10478" y="9919"/>
                                  </a:cubicBezTo>
                                  <a:cubicBezTo>
                                    <a:pt x="10478" y="9919"/>
                                    <a:pt x="10478" y="9919"/>
                                    <a:pt x="10478" y="9919"/>
                                  </a:cubicBezTo>
                                  <a:cubicBezTo>
                                    <a:pt x="11430" y="9919"/>
                                    <a:pt x="11430" y="9919"/>
                                    <a:pt x="12382" y="10872"/>
                                  </a:cubicBezTo>
                                  <a:cubicBezTo>
                                    <a:pt x="14288" y="10872"/>
                                    <a:pt x="15240" y="11825"/>
                                    <a:pt x="17145" y="11825"/>
                                  </a:cubicBezTo>
                                  <a:cubicBezTo>
                                    <a:pt x="18098" y="11825"/>
                                    <a:pt x="19050" y="11825"/>
                                    <a:pt x="20003" y="12777"/>
                                  </a:cubicBezTo>
                                  <a:cubicBezTo>
                                    <a:pt x="20955" y="12777"/>
                                    <a:pt x="21907" y="13730"/>
                                    <a:pt x="22860" y="13730"/>
                                  </a:cubicBezTo>
                                  <a:cubicBezTo>
                                    <a:pt x="23813" y="13730"/>
                                    <a:pt x="24765" y="14682"/>
                                    <a:pt x="25718" y="15635"/>
                                  </a:cubicBezTo>
                                  <a:cubicBezTo>
                                    <a:pt x="26670" y="16587"/>
                                    <a:pt x="27623" y="16587"/>
                                    <a:pt x="28575" y="17540"/>
                                  </a:cubicBezTo>
                                  <a:cubicBezTo>
                                    <a:pt x="28575" y="17540"/>
                                    <a:pt x="29528" y="18492"/>
                                    <a:pt x="29528" y="18492"/>
                                  </a:cubicBezTo>
                                  <a:cubicBezTo>
                                    <a:pt x="29528" y="18492"/>
                                    <a:pt x="30480" y="19444"/>
                                    <a:pt x="30480" y="20397"/>
                                  </a:cubicBezTo>
                                  <a:cubicBezTo>
                                    <a:pt x="30480" y="20397"/>
                                    <a:pt x="30480" y="21350"/>
                                    <a:pt x="31432" y="21350"/>
                                  </a:cubicBezTo>
                                  <a:cubicBezTo>
                                    <a:pt x="31432" y="21350"/>
                                    <a:pt x="31432" y="22302"/>
                                    <a:pt x="31432" y="22302"/>
                                  </a:cubicBezTo>
                                  <a:cubicBezTo>
                                    <a:pt x="31432" y="23255"/>
                                    <a:pt x="32385" y="23255"/>
                                    <a:pt x="32385" y="24207"/>
                                  </a:cubicBezTo>
                                  <a:cubicBezTo>
                                    <a:pt x="32385" y="24207"/>
                                    <a:pt x="32385" y="24207"/>
                                    <a:pt x="32385" y="24207"/>
                                  </a:cubicBezTo>
                                  <a:cubicBezTo>
                                    <a:pt x="32385" y="24207"/>
                                    <a:pt x="32385" y="24207"/>
                                    <a:pt x="32385" y="24207"/>
                                  </a:cubicBezTo>
                                  <a:lnTo>
                                    <a:pt x="32385" y="24207"/>
                                  </a:lnTo>
                                  <a:cubicBezTo>
                                    <a:pt x="32385" y="23255"/>
                                    <a:pt x="31432" y="22302"/>
                                    <a:pt x="30480" y="21350"/>
                                  </a:cubicBezTo>
                                  <a:cubicBezTo>
                                    <a:pt x="29528" y="20397"/>
                                    <a:pt x="29528" y="19444"/>
                                    <a:pt x="28575" y="18492"/>
                                  </a:cubicBezTo>
                                  <a:cubicBezTo>
                                    <a:pt x="27623" y="17540"/>
                                    <a:pt x="26670" y="16587"/>
                                    <a:pt x="25718" y="16587"/>
                                  </a:cubicBezTo>
                                  <a:cubicBezTo>
                                    <a:pt x="24765" y="15635"/>
                                    <a:pt x="23813" y="15635"/>
                                    <a:pt x="22860" y="14682"/>
                                  </a:cubicBezTo>
                                  <a:cubicBezTo>
                                    <a:pt x="21907" y="14682"/>
                                    <a:pt x="20955" y="13730"/>
                                    <a:pt x="20003" y="13730"/>
                                  </a:cubicBezTo>
                                  <a:cubicBezTo>
                                    <a:pt x="19050" y="13730"/>
                                    <a:pt x="18098" y="13730"/>
                                    <a:pt x="17145" y="12777"/>
                                  </a:cubicBezTo>
                                  <a:cubicBezTo>
                                    <a:pt x="15240" y="12777"/>
                                    <a:pt x="13335" y="11825"/>
                                    <a:pt x="12382" y="11825"/>
                                  </a:cubicBezTo>
                                  <a:cubicBezTo>
                                    <a:pt x="11430" y="11825"/>
                                    <a:pt x="11430" y="11825"/>
                                    <a:pt x="10478" y="10872"/>
                                  </a:cubicBezTo>
                                  <a:cubicBezTo>
                                    <a:pt x="9525" y="10872"/>
                                    <a:pt x="9525" y="10872"/>
                                    <a:pt x="9525" y="9919"/>
                                  </a:cubicBezTo>
                                  <a:cubicBezTo>
                                    <a:pt x="9525" y="9919"/>
                                    <a:pt x="8573" y="9919"/>
                                    <a:pt x="8573" y="9919"/>
                                  </a:cubicBezTo>
                                  <a:cubicBezTo>
                                    <a:pt x="7620" y="8967"/>
                                    <a:pt x="7620" y="8967"/>
                                    <a:pt x="6668" y="8015"/>
                                  </a:cubicBezTo>
                                  <a:cubicBezTo>
                                    <a:pt x="6668" y="8015"/>
                                    <a:pt x="5715" y="7062"/>
                                    <a:pt x="5715" y="7062"/>
                                  </a:cubicBezTo>
                                  <a:cubicBezTo>
                                    <a:pt x="5715" y="7062"/>
                                    <a:pt x="4763" y="6110"/>
                                    <a:pt x="4763" y="6110"/>
                                  </a:cubicBezTo>
                                  <a:cubicBezTo>
                                    <a:pt x="3810" y="5157"/>
                                    <a:pt x="3810" y="4205"/>
                                    <a:pt x="2857" y="4205"/>
                                  </a:cubicBezTo>
                                  <a:cubicBezTo>
                                    <a:pt x="2857" y="4205"/>
                                    <a:pt x="2857" y="4205"/>
                                    <a:pt x="2857" y="4205"/>
                                  </a:cubicBezTo>
                                  <a:cubicBezTo>
                                    <a:pt x="2857" y="4205"/>
                                    <a:pt x="2857" y="4205"/>
                                    <a:pt x="2857" y="4205"/>
                                  </a:cubicBezTo>
                                  <a:cubicBezTo>
                                    <a:pt x="3810" y="4205"/>
                                    <a:pt x="3810" y="4205"/>
                                    <a:pt x="4763" y="4205"/>
                                  </a:cubicBezTo>
                                  <a:cubicBezTo>
                                    <a:pt x="4763" y="4205"/>
                                    <a:pt x="5715" y="4205"/>
                                    <a:pt x="5715" y="4205"/>
                                  </a:cubicBezTo>
                                  <a:cubicBezTo>
                                    <a:pt x="5715" y="4205"/>
                                    <a:pt x="6668" y="4205"/>
                                    <a:pt x="6668" y="4205"/>
                                  </a:cubicBezTo>
                                  <a:cubicBezTo>
                                    <a:pt x="7620" y="4205"/>
                                    <a:pt x="8573" y="4205"/>
                                    <a:pt x="9525" y="4205"/>
                                  </a:cubicBezTo>
                                  <a:cubicBezTo>
                                    <a:pt x="10478" y="4205"/>
                                    <a:pt x="11430" y="4205"/>
                                    <a:pt x="12382" y="4205"/>
                                  </a:cubicBezTo>
                                  <a:cubicBezTo>
                                    <a:pt x="13335" y="4205"/>
                                    <a:pt x="14288" y="4205"/>
                                    <a:pt x="16193" y="4205"/>
                                  </a:cubicBezTo>
                                  <a:cubicBezTo>
                                    <a:pt x="17145" y="4205"/>
                                    <a:pt x="18098" y="4205"/>
                                    <a:pt x="20003" y="4205"/>
                                  </a:cubicBezTo>
                                  <a:cubicBezTo>
                                    <a:pt x="20955" y="4205"/>
                                    <a:pt x="22860" y="4205"/>
                                    <a:pt x="23813" y="5157"/>
                                  </a:cubicBezTo>
                                  <a:cubicBezTo>
                                    <a:pt x="24765" y="5157"/>
                                    <a:pt x="25718" y="6110"/>
                                    <a:pt x="27623" y="6110"/>
                                  </a:cubicBezTo>
                                  <a:cubicBezTo>
                                    <a:pt x="28575" y="6110"/>
                                    <a:pt x="28575" y="7062"/>
                                    <a:pt x="29528" y="7062"/>
                                  </a:cubicBezTo>
                                  <a:cubicBezTo>
                                    <a:pt x="30480" y="7062"/>
                                    <a:pt x="30480" y="8015"/>
                                    <a:pt x="31432" y="8015"/>
                                  </a:cubicBezTo>
                                  <a:cubicBezTo>
                                    <a:pt x="32385" y="8015"/>
                                    <a:pt x="32385" y="8967"/>
                                    <a:pt x="32385" y="8967"/>
                                  </a:cubicBezTo>
                                  <a:cubicBezTo>
                                    <a:pt x="32385" y="8967"/>
                                    <a:pt x="33338" y="9919"/>
                                    <a:pt x="33338" y="9919"/>
                                  </a:cubicBezTo>
                                  <a:cubicBezTo>
                                    <a:pt x="33338" y="9919"/>
                                    <a:pt x="34290" y="10872"/>
                                    <a:pt x="34290" y="10872"/>
                                  </a:cubicBezTo>
                                  <a:cubicBezTo>
                                    <a:pt x="34290" y="10872"/>
                                    <a:pt x="34290" y="11825"/>
                                    <a:pt x="35243" y="11825"/>
                                  </a:cubicBezTo>
                                  <a:cubicBezTo>
                                    <a:pt x="35243" y="11825"/>
                                    <a:pt x="35243" y="11825"/>
                                    <a:pt x="35243" y="11825"/>
                                  </a:cubicBezTo>
                                  <a:cubicBezTo>
                                    <a:pt x="35243" y="11825"/>
                                    <a:pt x="35243" y="11825"/>
                                    <a:pt x="35243" y="10872"/>
                                  </a:cubicBezTo>
                                  <a:cubicBezTo>
                                    <a:pt x="35243" y="10872"/>
                                    <a:pt x="34290" y="9919"/>
                                    <a:pt x="34290" y="9919"/>
                                  </a:cubicBezTo>
                                  <a:cubicBezTo>
                                    <a:pt x="34290" y="9919"/>
                                    <a:pt x="33338" y="8967"/>
                                    <a:pt x="33338" y="8967"/>
                                  </a:cubicBezTo>
                                  <a:cubicBezTo>
                                    <a:pt x="33338" y="8967"/>
                                    <a:pt x="32385" y="8015"/>
                                    <a:pt x="32385" y="8015"/>
                                  </a:cubicBezTo>
                                  <a:cubicBezTo>
                                    <a:pt x="31432" y="8015"/>
                                    <a:pt x="31432" y="7062"/>
                                    <a:pt x="30480" y="7062"/>
                                  </a:cubicBezTo>
                                  <a:cubicBezTo>
                                    <a:pt x="29528" y="7062"/>
                                    <a:pt x="29528" y="6110"/>
                                    <a:pt x="28575" y="6110"/>
                                  </a:cubicBezTo>
                                  <a:cubicBezTo>
                                    <a:pt x="27623" y="5157"/>
                                    <a:pt x="26670" y="5157"/>
                                    <a:pt x="24765" y="5157"/>
                                  </a:cubicBezTo>
                                  <a:cubicBezTo>
                                    <a:pt x="23813" y="5157"/>
                                    <a:pt x="22860" y="4205"/>
                                    <a:pt x="20955" y="4205"/>
                                  </a:cubicBezTo>
                                  <a:cubicBezTo>
                                    <a:pt x="20003" y="4205"/>
                                    <a:pt x="19050" y="4205"/>
                                    <a:pt x="17145" y="4205"/>
                                  </a:cubicBezTo>
                                  <a:cubicBezTo>
                                    <a:pt x="16193" y="4205"/>
                                    <a:pt x="15240" y="4205"/>
                                    <a:pt x="13335" y="4205"/>
                                  </a:cubicBezTo>
                                  <a:cubicBezTo>
                                    <a:pt x="12382" y="4205"/>
                                    <a:pt x="11430" y="4205"/>
                                    <a:pt x="10478" y="4205"/>
                                  </a:cubicBezTo>
                                  <a:cubicBezTo>
                                    <a:pt x="9525" y="4205"/>
                                    <a:pt x="8573" y="4205"/>
                                    <a:pt x="7620" y="4205"/>
                                  </a:cubicBezTo>
                                  <a:cubicBezTo>
                                    <a:pt x="7620" y="4205"/>
                                    <a:pt x="6668" y="4205"/>
                                    <a:pt x="6668" y="4205"/>
                                  </a:cubicBezTo>
                                  <a:cubicBezTo>
                                    <a:pt x="6668" y="4205"/>
                                    <a:pt x="5715" y="4205"/>
                                    <a:pt x="5715" y="4205"/>
                                  </a:cubicBezTo>
                                  <a:cubicBezTo>
                                    <a:pt x="4763" y="4205"/>
                                    <a:pt x="4763" y="4205"/>
                                    <a:pt x="3810" y="4205"/>
                                  </a:cubicBezTo>
                                  <a:cubicBezTo>
                                    <a:pt x="3810" y="4205"/>
                                    <a:pt x="2857" y="4205"/>
                                    <a:pt x="2857" y="4205"/>
                                  </a:cubicBezTo>
                                  <a:lnTo>
                                    <a:pt x="2857" y="4205"/>
                                  </a:lnTo>
                                  <a:cubicBezTo>
                                    <a:pt x="2857" y="4205"/>
                                    <a:pt x="2857" y="3252"/>
                                    <a:pt x="1905" y="3252"/>
                                  </a:cubicBezTo>
                                  <a:cubicBezTo>
                                    <a:pt x="1905" y="2300"/>
                                    <a:pt x="953" y="2300"/>
                                    <a:pt x="953" y="1347"/>
                                  </a:cubicBezTo>
                                  <a:cubicBezTo>
                                    <a:pt x="0" y="394"/>
                                    <a:pt x="0" y="394"/>
                                    <a:pt x="0" y="394"/>
                                  </a:cubicBezTo>
                                  <a:cubicBezTo>
                                    <a:pt x="5715" y="-558"/>
                                    <a:pt x="4763" y="394"/>
                                    <a:pt x="5715" y="1347"/>
                                  </a:cubicBezTo>
                                  <a:cubicBezTo>
                                    <a:pt x="4763" y="394"/>
                                    <a:pt x="4763" y="1347"/>
                                    <a:pt x="5715" y="1347"/>
                                  </a:cubicBezTo>
                                  <a:close/>
                                </a:path>
                              </a:pathLst>
                            </a:custGeom>
                            <a:grpFill/>
                            <a:ln w="9525" cap="flat">
                              <a:noFill/>
                              <a:prstDash val="solid"/>
                              <a:miter/>
                            </a:ln>
                          </p:spPr>
                          <p:txBody>
                            <a:bodyPr rtlCol="0" anchor="ctr"/>
                            <a:lstStyle/>
                            <a:p>
                              <a:endParaRPr lang="en-US"/>
                            </a:p>
                          </p:txBody>
                        </p:sp>
                      </p:grpSp>
                      <p:grpSp>
                        <p:nvGrpSpPr>
                          <p:cNvPr id="354" name="Graphic 2">
                            <a:extLst>
                              <a:ext uri="{FF2B5EF4-FFF2-40B4-BE49-F238E27FC236}">
                                <a16:creationId xmlns:a16="http://schemas.microsoft.com/office/drawing/2014/main" id="{AE736AF3-0337-429B-AEF1-DA4B52809559}"/>
                              </a:ext>
                            </a:extLst>
                          </p:cNvPr>
                          <p:cNvGrpSpPr/>
                          <p:nvPr/>
                        </p:nvGrpSpPr>
                        <p:grpSpPr>
                          <a:xfrm>
                            <a:off x="3825421" y="2731641"/>
                            <a:ext cx="41910" cy="33337"/>
                            <a:chOff x="3825421" y="2731641"/>
                            <a:chExt cx="41910" cy="33337"/>
                          </a:xfrm>
                          <a:grpFill/>
                        </p:grpSpPr>
                        <p:sp>
                          <p:nvSpPr>
                            <p:cNvPr id="355" name="Freeform: Shape 354">
                              <a:extLst>
                                <a:ext uri="{FF2B5EF4-FFF2-40B4-BE49-F238E27FC236}">
                                  <a16:creationId xmlns:a16="http://schemas.microsoft.com/office/drawing/2014/main" id="{228165A4-92CC-4221-82AF-FA9415F16F7F}"/>
                                </a:ext>
                              </a:extLst>
                            </p:cNvPr>
                            <p:cNvSpPr/>
                            <p:nvPr/>
                          </p:nvSpPr>
                          <p:spPr>
                            <a:xfrm>
                              <a:off x="3825421" y="2731641"/>
                              <a:ext cx="41910" cy="33337"/>
                            </a:xfrm>
                            <a:custGeom>
                              <a:avLst/>
                              <a:gdLst>
                                <a:gd name="connsiteX0" fmla="*/ 3810 w 41910"/>
                                <a:gd name="connsiteY0" fmla="*/ 7620 h 33337"/>
                                <a:gd name="connsiteX1" fmla="*/ 4763 w 41910"/>
                                <a:gd name="connsiteY1" fmla="*/ 5715 h 33337"/>
                                <a:gd name="connsiteX2" fmla="*/ 5715 w 41910"/>
                                <a:gd name="connsiteY2" fmla="*/ 3810 h 33337"/>
                                <a:gd name="connsiteX3" fmla="*/ 5715 w 41910"/>
                                <a:gd name="connsiteY3" fmla="*/ 2858 h 33337"/>
                                <a:gd name="connsiteX4" fmla="*/ 6668 w 41910"/>
                                <a:gd name="connsiteY4" fmla="*/ 1905 h 33337"/>
                                <a:gd name="connsiteX5" fmla="*/ 6668 w 41910"/>
                                <a:gd name="connsiteY5" fmla="*/ 1905 h 33337"/>
                                <a:gd name="connsiteX6" fmla="*/ 6668 w 41910"/>
                                <a:gd name="connsiteY6" fmla="*/ 1905 h 33337"/>
                                <a:gd name="connsiteX7" fmla="*/ 6668 w 41910"/>
                                <a:gd name="connsiteY7" fmla="*/ 1905 h 33337"/>
                                <a:gd name="connsiteX8" fmla="*/ 7620 w 41910"/>
                                <a:gd name="connsiteY8" fmla="*/ 1905 h 33337"/>
                                <a:gd name="connsiteX9" fmla="*/ 10478 w 41910"/>
                                <a:gd name="connsiteY9" fmla="*/ 953 h 33337"/>
                                <a:gd name="connsiteX10" fmla="*/ 20003 w 41910"/>
                                <a:gd name="connsiteY10" fmla="*/ 0 h 33337"/>
                                <a:gd name="connsiteX11" fmla="*/ 31433 w 41910"/>
                                <a:gd name="connsiteY11" fmla="*/ 2858 h 33337"/>
                                <a:gd name="connsiteX12" fmla="*/ 37148 w 41910"/>
                                <a:gd name="connsiteY12" fmla="*/ 7620 h 33337"/>
                                <a:gd name="connsiteX13" fmla="*/ 41910 w 41910"/>
                                <a:gd name="connsiteY13" fmla="*/ 16192 h 33337"/>
                                <a:gd name="connsiteX14" fmla="*/ 41910 w 41910"/>
                                <a:gd name="connsiteY14" fmla="*/ 16192 h 33337"/>
                                <a:gd name="connsiteX15" fmla="*/ 41910 w 41910"/>
                                <a:gd name="connsiteY15" fmla="*/ 16192 h 33337"/>
                                <a:gd name="connsiteX16" fmla="*/ 41910 w 41910"/>
                                <a:gd name="connsiteY16" fmla="*/ 19050 h 33337"/>
                                <a:gd name="connsiteX17" fmla="*/ 40958 w 41910"/>
                                <a:gd name="connsiteY17" fmla="*/ 24765 h 33337"/>
                                <a:gd name="connsiteX18" fmla="*/ 40005 w 41910"/>
                                <a:gd name="connsiteY18" fmla="*/ 26670 h 33337"/>
                                <a:gd name="connsiteX19" fmla="*/ 39053 w 41910"/>
                                <a:gd name="connsiteY19" fmla="*/ 28575 h 33337"/>
                                <a:gd name="connsiteX20" fmla="*/ 39053 w 41910"/>
                                <a:gd name="connsiteY20" fmla="*/ 29528 h 33337"/>
                                <a:gd name="connsiteX21" fmla="*/ 39053 w 41910"/>
                                <a:gd name="connsiteY21" fmla="*/ 29528 h 33337"/>
                                <a:gd name="connsiteX22" fmla="*/ 36195 w 41910"/>
                                <a:gd name="connsiteY22" fmla="*/ 32385 h 33337"/>
                                <a:gd name="connsiteX23" fmla="*/ 34290 w 41910"/>
                                <a:gd name="connsiteY23" fmla="*/ 33338 h 33337"/>
                                <a:gd name="connsiteX24" fmla="*/ 32385 w 41910"/>
                                <a:gd name="connsiteY24" fmla="*/ 33338 h 33337"/>
                                <a:gd name="connsiteX25" fmla="*/ 27623 w 41910"/>
                                <a:gd name="connsiteY25" fmla="*/ 32385 h 33337"/>
                                <a:gd name="connsiteX26" fmla="*/ 27623 w 41910"/>
                                <a:gd name="connsiteY26" fmla="*/ 32385 h 33337"/>
                                <a:gd name="connsiteX27" fmla="*/ 26670 w 41910"/>
                                <a:gd name="connsiteY27" fmla="*/ 31433 h 33337"/>
                                <a:gd name="connsiteX28" fmla="*/ 24765 w 41910"/>
                                <a:gd name="connsiteY28" fmla="*/ 32385 h 33337"/>
                                <a:gd name="connsiteX29" fmla="*/ 20955 w 41910"/>
                                <a:gd name="connsiteY29" fmla="*/ 33338 h 33337"/>
                                <a:gd name="connsiteX30" fmla="*/ 20003 w 41910"/>
                                <a:gd name="connsiteY30" fmla="*/ 33338 h 33337"/>
                                <a:gd name="connsiteX31" fmla="*/ 20003 w 41910"/>
                                <a:gd name="connsiteY31" fmla="*/ 33338 h 33337"/>
                                <a:gd name="connsiteX32" fmla="*/ 16193 w 41910"/>
                                <a:gd name="connsiteY32" fmla="*/ 33338 h 33337"/>
                                <a:gd name="connsiteX33" fmla="*/ 12383 w 41910"/>
                                <a:gd name="connsiteY33" fmla="*/ 31433 h 33337"/>
                                <a:gd name="connsiteX34" fmla="*/ 12383 w 41910"/>
                                <a:gd name="connsiteY34" fmla="*/ 31433 h 33337"/>
                                <a:gd name="connsiteX35" fmla="*/ 12383 w 41910"/>
                                <a:gd name="connsiteY35" fmla="*/ 31433 h 33337"/>
                                <a:gd name="connsiteX36" fmla="*/ 10478 w 41910"/>
                                <a:gd name="connsiteY36" fmla="*/ 30480 h 33337"/>
                                <a:gd name="connsiteX37" fmla="*/ 10478 w 41910"/>
                                <a:gd name="connsiteY37" fmla="*/ 30480 h 33337"/>
                                <a:gd name="connsiteX38" fmla="*/ 10478 w 41910"/>
                                <a:gd name="connsiteY38" fmla="*/ 30480 h 33337"/>
                                <a:gd name="connsiteX39" fmla="*/ 10478 w 41910"/>
                                <a:gd name="connsiteY39" fmla="*/ 30480 h 33337"/>
                                <a:gd name="connsiteX40" fmla="*/ 9525 w 41910"/>
                                <a:gd name="connsiteY40" fmla="*/ 30480 h 33337"/>
                                <a:gd name="connsiteX41" fmla="*/ 6668 w 41910"/>
                                <a:gd name="connsiteY41" fmla="*/ 30480 h 33337"/>
                                <a:gd name="connsiteX42" fmla="*/ 5715 w 41910"/>
                                <a:gd name="connsiteY42" fmla="*/ 30480 h 33337"/>
                                <a:gd name="connsiteX43" fmla="*/ 4763 w 41910"/>
                                <a:gd name="connsiteY43" fmla="*/ 30480 h 33337"/>
                                <a:gd name="connsiteX44" fmla="*/ 4763 w 41910"/>
                                <a:gd name="connsiteY44" fmla="*/ 30480 h 33337"/>
                                <a:gd name="connsiteX45" fmla="*/ 4763 w 41910"/>
                                <a:gd name="connsiteY45" fmla="*/ 30480 h 33337"/>
                                <a:gd name="connsiteX46" fmla="*/ 4763 w 41910"/>
                                <a:gd name="connsiteY46" fmla="*/ 30480 h 33337"/>
                                <a:gd name="connsiteX47" fmla="*/ 3810 w 41910"/>
                                <a:gd name="connsiteY47" fmla="*/ 30480 h 33337"/>
                                <a:gd name="connsiteX48" fmla="*/ 3810 w 41910"/>
                                <a:gd name="connsiteY48" fmla="*/ 30480 h 33337"/>
                                <a:gd name="connsiteX49" fmla="*/ 3810 w 41910"/>
                                <a:gd name="connsiteY49" fmla="*/ 30480 h 33337"/>
                                <a:gd name="connsiteX50" fmla="*/ 2858 w 41910"/>
                                <a:gd name="connsiteY50" fmla="*/ 30480 h 33337"/>
                                <a:gd name="connsiteX51" fmla="*/ 1905 w 41910"/>
                                <a:gd name="connsiteY51" fmla="*/ 29528 h 33337"/>
                                <a:gd name="connsiteX52" fmla="*/ 953 w 41910"/>
                                <a:gd name="connsiteY52" fmla="*/ 27623 h 33337"/>
                                <a:gd name="connsiteX53" fmla="*/ 0 w 41910"/>
                                <a:gd name="connsiteY53" fmla="*/ 22860 h 33337"/>
                                <a:gd name="connsiteX54" fmla="*/ 953 w 41910"/>
                                <a:gd name="connsiteY54" fmla="*/ 18098 h 33337"/>
                                <a:gd name="connsiteX55" fmla="*/ 1905 w 41910"/>
                                <a:gd name="connsiteY55" fmla="*/ 13335 h 33337"/>
                                <a:gd name="connsiteX56" fmla="*/ 3810 w 41910"/>
                                <a:gd name="connsiteY56" fmla="*/ 7620 h 33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1910" h="33337">
                                  <a:moveTo>
                                    <a:pt x="3810" y="7620"/>
                                  </a:moveTo>
                                  <a:cubicBezTo>
                                    <a:pt x="3810" y="6667"/>
                                    <a:pt x="4763" y="6667"/>
                                    <a:pt x="4763" y="5715"/>
                                  </a:cubicBezTo>
                                  <a:cubicBezTo>
                                    <a:pt x="4763" y="4763"/>
                                    <a:pt x="5715" y="4763"/>
                                    <a:pt x="5715" y="3810"/>
                                  </a:cubicBezTo>
                                  <a:cubicBezTo>
                                    <a:pt x="5715" y="3810"/>
                                    <a:pt x="5715" y="2858"/>
                                    <a:pt x="5715" y="2858"/>
                                  </a:cubicBezTo>
                                  <a:cubicBezTo>
                                    <a:pt x="5715" y="2858"/>
                                    <a:pt x="6668" y="1905"/>
                                    <a:pt x="6668" y="1905"/>
                                  </a:cubicBezTo>
                                  <a:cubicBezTo>
                                    <a:pt x="6668" y="1905"/>
                                    <a:pt x="6668" y="1905"/>
                                    <a:pt x="6668" y="1905"/>
                                  </a:cubicBezTo>
                                  <a:cubicBezTo>
                                    <a:pt x="6668" y="1905"/>
                                    <a:pt x="6668" y="1905"/>
                                    <a:pt x="6668" y="1905"/>
                                  </a:cubicBezTo>
                                  <a:cubicBezTo>
                                    <a:pt x="6668" y="1905"/>
                                    <a:pt x="6668" y="1905"/>
                                    <a:pt x="6668" y="1905"/>
                                  </a:cubicBezTo>
                                  <a:cubicBezTo>
                                    <a:pt x="6668" y="1905"/>
                                    <a:pt x="6668" y="1905"/>
                                    <a:pt x="7620" y="1905"/>
                                  </a:cubicBezTo>
                                  <a:cubicBezTo>
                                    <a:pt x="8573" y="1905"/>
                                    <a:pt x="9525" y="953"/>
                                    <a:pt x="10478" y="953"/>
                                  </a:cubicBezTo>
                                  <a:cubicBezTo>
                                    <a:pt x="12383" y="0"/>
                                    <a:pt x="16193" y="0"/>
                                    <a:pt x="20003" y="0"/>
                                  </a:cubicBezTo>
                                  <a:cubicBezTo>
                                    <a:pt x="23813" y="0"/>
                                    <a:pt x="27623" y="953"/>
                                    <a:pt x="31433" y="2858"/>
                                  </a:cubicBezTo>
                                  <a:cubicBezTo>
                                    <a:pt x="33338" y="3810"/>
                                    <a:pt x="35243" y="5715"/>
                                    <a:pt x="37148" y="7620"/>
                                  </a:cubicBezTo>
                                  <a:cubicBezTo>
                                    <a:pt x="39053" y="9525"/>
                                    <a:pt x="40958" y="12383"/>
                                    <a:pt x="41910" y="16192"/>
                                  </a:cubicBezTo>
                                  <a:cubicBezTo>
                                    <a:pt x="41910" y="16192"/>
                                    <a:pt x="41910" y="16192"/>
                                    <a:pt x="41910" y="16192"/>
                                  </a:cubicBezTo>
                                  <a:cubicBezTo>
                                    <a:pt x="41910" y="16192"/>
                                    <a:pt x="41910" y="16192"/>
                                    <a:pt x="41910" y="16192"/>
                                  </a:cubicBezTo>
                                  <a:cubicBezTo>
                                    <a:pt x="41910" y="17145"/>
                                    <a:pt x="41910" y="18098"/>
                                    <a:pt x="41910" y="19050"/>
                                  </a:cubicBezTo>
                                  <a:cubicBezTo>
                                    <a:pt x="41910" y="20955"/>
                                    <a:pt x="41910" y="22860"/>
                                    <a:pt x="40958" y="24765"/>
                                  </a:cubicBezTo>
                                  <a:cubicBezTo>
                                    <a:pt x="40958" y="25717"/>
                                    <a:pt x="40958" y="25717"/>
                                    <a:pt x="40005" y="26670"/>
                                  </a:cubicBezTo>
                                  <a:cubicBezTo>
                                    <a:pt x="40005" y="27623"/>
                                    <a:pt x="39053" y="27623"/>
                                    <a:pt x="39053" y="28575"/>
                                  </a:cubicBezTo>
                                  <a:cubicBezTo>
                                    <a:pt x="39053" y="28575"/>
                                    <a:pt x="39053" y="28575"/>
                                    <a:pt x="39053" y="29528"/>
                                  </a:cubicBezTo>
                                  <a:cubicBezTo>
                                    <a:pt x="39053" y="29528"/>
                                    <a:pt x="39053" y="29528"/>
                                    <a:pt x="39053" y="29528"/>
                                  </a:cubicBezTo>
                                  <a:cubicBezTo>
                                    <a:pt x="38100" y="30480"/>
                                    <a:pt x="37148" y="31433"/>
                                    <a:pt x="36195" y="32385"/>
                                  </a:cubicBezTo>
                                  <a:cubicBezTo>
                                    <a:pt x="35243" y="32385"/>
                                    <a:pt x="35243" y="33338"/>
                                    <a:pt x="34290" y="33338"/>
                                  </a:cubicBezTo>
                                  <a:cubicBezTo>
                                    <a:pt x="33338" y="33338"/>
                                    <a:pt x="33338" y="33338"/>
                                    <a:pt x="32385" y="33338"/>
                                  </a:cubicBezTo>
                                  <a:cubicBezTo>
                                    <a:pt x="30480" y="33338"/>
                                    <a:pt x="28575" y="33338"/>
                                    <a:pt x="27623" y="32385"/>
                                  </a:cubicBezTo>
                                  <a:cubicBezTo>
                                    <a:pt x="27623" y="32385"/>
                                    <a:pt x="27623" y="32385"/>
                                    <a:pt x="27623" y="32385"/>
                                  </a:cubicBezTo>
                                  <a:cubicBezTo>
                                    <a:pt x="26670" y="32385"/>
                                    <a:pt x="26670" y="32385"/>
                                    <a:pt x="26670" y="31433"/>
                                  </a:cubicBezTo>
                                  <a:cubicBezTo>
                                    <a:pt x="25718" y="31433"/>
                                    <a:pt x="25718" y="32385"/>
                                    <a:pt x="24765" y="32385"/>
                                  </a:cubicBezTo>
                                  <a:cubicBezTo>
                                    <a:pt x="23813" y="33338"/>
                                    <a:pt x="21908" y="33338"/>
                                    <a:pt x="20955" y="33338"/>
                                  </a:cubicBezTo>
                                  <a:cubicBezTo>
                                    <a:pt x="20955" y="33338"/>
                                    <a:pt x="20955" y="33338"/>
                                    <a:pt x="20003" y="33338"/>
                                  </a:cubicBezTo>
                                  <a:cubicBezTo>
                                    <a:pt x="20003" y="33338"/>
                                    <a:pt x="20003" y="33338"/>
                                    <a:pt x="20003" y="33338"/>
                                  </a:cubicBezTo>
                                  <a:cubicBezTo>
                                    <a:pt x="19050" y="33338"/>
                                    <a:pt x="17145" y="33338"/>
                                    <a:pt x="16193" y="33338"/>
                                  </a:cubicBezTo>
                                  <a:cubicBezTo>
                                    <a:pt x="15240" y="33338"/>
                                    <a:pt x="14288" y="32385"/>
                                    <a:pt x="12383" y="31433"/>
                                  </a:cubicBezTo>
                                  <a:cubicBezTo>
                                    <a:pt x="12383" y="31433"/>
                                    <a:pt x="12383" y="31433"/>
                                    <a:pt x="12383" y="31433"/>
                                  </a:cubicBezTo>
                                  <a:cubicBezTo>
                                    <a:pt x="12383" y="31433"/>
                                    <a:pt x="12383" y="31433"/>
                                    <a:pt x="12383" y="31433"/>
                                  </a:cubicBezTo>
                                  <a:cubicBezTo>
                                    <a:pt x="11430" y="31433"/>
                                    <a:pt x="11430" y="30480"/>
                                    <a:pt x="10478" y="30480"/>
                                  </a:cubicBezTo>
                                  <a:cubicBezTo>
                                    <a:pt x="10478" y="30480"/>
                                    <a:pt x="10478" y="30480"/>
                                    <a:pt x="10478" y="30480"/>
                                  </a:cubicBezTo>
                                  <a:cubicBezTo>
                                    <a:pt x="10478" y="30480"/>
                                    <a:pt x="10478" y="30480"/>
                                    <a:pt x="10478" y="30480"/>
                                  </a:cubicBezTo>
                                  <a:lnTo>
                                    <a:pt x="10478" y="30480"/>
                                  </a:lnTo>
                                  <a:cubicBezTo>
                                    <a:pt x="10478" y="30480"/>
                                    <a:pt x="9525" y="30480"/>
                                    <a:pt x="9525" y="30480"/>
                                  </a:cubicBezTo>
                                  <a:cubicBezTo>
                                    <a:pt x="8573" y="30480"/>
                                    <a:pt x="7620" y="30480"/>
                                    <a:pt x="6668" y="30480"/>
                                  </a:cubicBezTo>
                                  <a:cubicBezTo>
                                    <a:pt x="6668" y="30480"/>
                                    <a:pt x="5715" y="30480"/>
                                    <a:pt x="5715" y="30480"/>
                                  </a:cubicBezTo>
                                  <a:cubicBezTo>
                                    <a:pt x="5715" y="30480"/>
                                    <a:pt x="5715" y="30480"/>
                                    <a:pt x="4763" y="30480"/>
                                  </a:cubicBezTo>
                                  <a:lnTo>
                                    <a:pt x="4763" y="30480"/>
                                  </a:lnTo>
                                  <a:lnTo>
                                    <a:pt x="4763" y="30480"/>
                                  </a:lnTo>
                                  <a:cubicBezTo>
                                    <a:pt x="4763" y="30480"/>
                                    <a:pt x="4763" y="30480"/>
                                    <a:pt x="4763" y="30480"/>
                                  </a:cubicBezTo>
                                  <a:cubicBezTo>
                                    <a:pt x="4763" y="30480"/>
                                    <a:pt x="4763" y="30480"/>
                                    <a:pt x="3810" y="30480"/>
                                  </a:cubicBezTo>
                                  <a:cubicBezTo>
                                    <a:pt x="3810" y="30480"/>
                                    <a:pt x="3810" y="30480"/>
                                    <a:pt x="3810" y="30480"/>
                                  </a:cubicBezTo>
                                  <a:lnTo>
                                    <a:pt x="3810" y="30480"/>
                                  </a:lnTo>
                                  <a:cubicBezTo>
                                    <a:pt x="3810" y="30480"/>
                                    <a:pt x="3810" y="30480"/>
                                    <a:pt x="2858" y="30480"/>
                                  </a:cubicBezTo>
                                  <a:cubicBezTo>
                                    <a:pt x="2858" y="30480"/>
                                    <a:pt x="2858" y="30480"/>
                                    <a:pt x="1905" y="29528"/>
                                  </a:cubicBezTo>
                                  <a:cubicBezTo>
                                    <a:pt x="1905" y="29528"/>
                                    <a:pt x="953" y="28575"/>
                                    <a:pt x="953" y="27623"/>
                                  </a:cubicBezTo>
                                  <a:cubicBezTo>
                                    <a:pt x="0" y="26670"/>
                                    <a:pt x="0" y="24765"/>
                                    <a:pt x="0" y="22860"/>
                                  </a:cubicBezTo>
                                  <a:cubicBezTo>
                                    <a:pt x="0" y="20955"/>
                                    <a:pt x="0" y="19050"/>
                                    <a:pt x="953" y="18098"/>
                                  </a:cubicBezTo>
                                  <a:cubicBezTo>
                                    <a:pt x="953" y="16192"/>
                                    <a:pt x="1905" y="15240"/>
                                    <a:pt x="1905" y="13335"/>
                                  </a:cubicBezTo>
                                  <a:cubicBezTo>
                                    <a:pt x="2858" y="10478"/>
                                    <a:pt x="2858" y="9525"/>
                                    <a:pt x="3810" y="7620"/>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26191C35-4D59-41A3-9F28-7C9CABB6323F}"/>
                                </a:ext>
                              </a:extLst>
                            </p:cNvPr>
                            <p:cNvSpPr/>
                            <p:nvPr/>
                          </p:nvSpPr>
                          <p:spPr>
                            <a:xfrm>
                              <a:off x="3826374" y="2735057"/>
                              <a:ext cx="35242" cy="29921"/>
                            </a:xfrm>
                            <a:custGeom>
                              <a:avLst/>
                              <a:gdLst>
                                <a:gd name="connsiteX0" fmla="*/ 5715 w 35242"/>
                                <a:gd name="connsiteY0" fmla="*/ 1347 h 29921"/>
                                <a:gd name="connsiteX1" fmla="*/ 5715 w 35242"/>
                                <a:gd name="connsiteY1" fmla="*/ 1347 h 29921"/>
                                <a:gd name="connsiteX2" fmla="*/ 5715 w 35242"/>
                                <a:gd name="connsiteY2" fmla="*/ 3252 h 29921"/>
                                <a:gd name="connsiteX3" fmla="*/ 4763 w 35242"/>
                                <a:gd name="connsiteY3" fmla="*/ 7062 h 29921"/>
                                <a:gd name="connsiteX4" fmla="*/ 3810 w 35242"/>
                                <a:gd name="connsiteY4" fmla="*/ 11825 h 29921"/>
                                <a:gd name="connsiteX5" fmla="*/ 3810 w 35242"/>
                                <a:gd name="connsiteY5" fmla="*/ 12777 h 29921"/>
                                <a:gd name="connsiteX6" fmla="*/ 3810 w 35242"/>
                                <a:gd name="connsiteY6" fmla="*/ 13730 h 29921"/>
                                <a:gd name="connsiteX7" fmla="*/ 3810 w 35242"/>
                                <a:gd name="connsiteY7" fmla="*/ 13730 h 29921"/>
                                <a:gd name="connsiteX8" fmla="*/ 3810 w 35242"/>
                                <a:gd name="connsiteY8" fmla="*/ 13730 h 29921"/>
                                <a:gd name="connsiteX9" fmla="*/ 3810 w 35242"/>
                                <a:gd name="connsiteY9" fmla="*/ 13730 h 29921"/>
                                <a:gd name="connsiteX10" fmla="*/ 3810 w 35242"/>
                                <a:gd name="connsiteY10" fmla="*/ 16587 h 29921"/>
                                <a:gd name="connsiteX11" fmla="*/ 3810 w 35242"/>
                                <a:gd name="connsiteY11" fmla="*/ 17539 h 29921"/>
                                <a:gd name="connsiteX12" fmla="*/ 3810 w 35242"/>
                                <a:gd name="connsiteY12" fmla="*/ 18492 h 29921"/>
                                <a:gd name="connsiteX13" fmla="*/ 3810 w 35242"/>
                                <a:gd name="connsiteY13" fmla="*/ 19445 h 29921"/>
                                <a:gd name="connsiteX14" fmla="*/ 3810 w 35242"/>
                                <a:gd name="connsiteY14" fmla="*/ 20397 h 29921"/>
                                <a:gd name="connsiteX15" fmla="*/ 3810 w 35242"/>
                                <a:gd name="connsiteY15" fmla="*/ 21350 h 29921"/>
                                <a:gd name="connsiteX16" fmla="*/ 3810 w 35242"/>
                                <a:gd name="connsiteY16" fmla="*/ 23255 h 29921"/>
                                <a:gd name="connsiteX17" fmla="*/ 3810 w 35242"/>
                                <a:gd name="connsiteY17" fmla="*/ 24207 h 29921"/>
                                <a:gd name="connsiteX18" fmla="*/ 3810 w 35242"/>
                                <a:gd name="connsiteY18" fmla="*/ 25159 h 29921"/>
                                <a:gd name="connsiteX19" fmla="*/ 3810 w 35242"/>
                                <a:gd name="connsiteY19" fmla="*/ 25159 h 29921"/>
                                <a:gd name="connsiteX20" fmla="*/ 3810 w 35242"/>
                                <a:gd name="connsiteY20" fmla="*/ 25159 h 29921"/>
                                <a:gd name="connsiteX21" fmla="*/ 3810 w 35242"/>
                                <a:gd name="connsiteY21" fmla="*/ 25159 h 29921"/>
                                <a:gd name="connsiteX22" fmla="*/ 3810 w 35242"/>
                                <a:gd name="connsiteY22" fmla="*/ 25159 h 29921"/>
                                <a:gd name="connsiteX23" fmla="*/ 3810 w 35242"/>
                                <a:gd name="connsiteY23" fmla="*/ 25159 h 29921"/>
                                <a:gd name="connsiteX24" fmla="*/ 3810 w 35242"/>
                                <a:gd name="connsiteY24" fmla="*/ 24207 h 29921"/>
                                <a:gd name="connsiteX25" fmla="*/ 3810 w 35242"/>
                                <a:gd name="connsiteY25" fmla="*/ 23255 h 29921"/>
                                <a:gd name="connsiteX26" fmla="*/ 3810 w 35242"/>
                                <a:gd name="connsiteY26" fmla="*/ 21350 h 29921"/>
                                <a:gd name="connsiteX27" fmla="*/ 3810 w 35242"/>
                                <a:gd name="connsiteY27" fmla="*/ 20397 h 29921"/>
                                <a:gd name="connsiteX28" fmla="*/ 3810 w 35242"/>
                                <a:gd name="connsiteY28" fmla="*/ 19445 h 29921"/>
                                <a:gd name="connsiteX29" fmla="*/ 3810 w 35242"/>
                                <a:gd name="connsiteY29" fmla="*/ 18492 h 29921"/>
                                <a:gd name="connsiteX30" fmla="*/ 3810 w 35242"/>
                                <a:gd name="connsiteY30" fmla="*/ 17539 h 29921"/>
                                <a:gd name="connsiteX31" fmla="*/ 3810 w 35242"/>
                                <a:gd name="connsiteY31" fmla="*/ 16587 h 29921"/>
                                <a:gd name="connsiteX32" fmla="*/ 4763 w 35242"/>
                                <a:gd name="connsiteY32" fmla="*/ 13730 h 29921"/>
                                <a:gd name="connsiteX33" fmla="*/ 4763 w 35242"/>
                                <a:gd name="connsiteY33" fmla="*/ 13730 h 29921"/>
                                <a:gd name="connsiteX34" fmla="*/ 4763 w 35242"/>
                                <a:gd name="connsiteY34" fmla="*/ 13730 h 29921"/>
                                <a:gd name="connsiteX35" fmla="*/ 4763 w 35242"/>
                                <a:gd name="connsiteY35" fmla="*/ 13730 h 29921"/>
                                <a:gd name="connsiteX36" fmla="*/ 4763 w 35242"/>
                                <a:gd name="connsiteY36" fmla="*/ 12777 h 29921"/>
                                <a:gd name="connsiteX37" fmla="*/ 4763 w 35242"/>
                                <a:gd name="connsiteY37" fmla="*/ 11825 h 29921"/>
                                <a:gd name="connsiteX38" fmla="*/ 6668 w 35242"/>
                                <a:gd name="connsiteY38" fmla="*/ 7062 h 29921"/>
                                <a:gd name="connsiteX39" fmla="*/ 5715 w 35242"/>
                                <a:gd name="connsiteY39" fmla="*/ 1347 h 29921"/>
                                <a:gd name="connsiteX40" fmla="*/ 6668 w 35242"/>
                                <a:gd name="connsiteY40" fmla="*/ 2300 h 29921"/>
                                <a:gd name="connsiteX41" fmla="*/ 7620 w 35242"/>
                                <a:gd name="connsiteY41" fmla="*/ 3252 h 29921"/>
                                <a:gd name="connsiteX42" fmla="*/ 8572 w 35242"/>
                                <a:gd name="connsiteY42" fmla="*/ 4205 h 29921"/>
                                <a:gd name="connsiteX43" fmla="*/ 10477 w 35242"/>
                                <a:gd name="connsiteY43" fmla="*/ 6109 h 29921"/>
                                <a:gd name="connsiteX44" fmla="*/ 10477 w 35242"/>
                                <a:gd name="connsiteY44" fmla="*/ 6109 h 29921"/>
                                <a:gd name="connsiteX45" fmla="*/ 10477 w 35242"/>
                                <a:gd name="connsiteY45" fmla="*/ 6109 h 29921"/>
                                <a:gd name="connsiteX46" fmla="*/ 10477 w 35242"/>
                                <a:gd name="connsiteY46" fmla="*/ 8014 h 29921"/>
                                <a:gd name="connsiteX47" fmla="*/ 10477 w 35242"/>
                                <a:gd name="connsiteY47" fmla="*/ 9920 h 29921"/>
                                <a:gd name="connsiteX48" fmla="*/ 10477 w 35242"/>
                                <a:gd name="connsiteY48" fmla="*/ 14682 h 29921"/>
                                <a:gd name="connsiteX49" fmla="*/ 10477 w 35242"/>
                                <a:gd name="connsiteY49" fmla="*/ 17539 h 29921"/>
                                <a:gd name="connsiteX50" fmla="*/ 10477 w 35242"/>
                                <a:gd name="connsiteY50" fmla="*/ 18492 h 29921"/>
                                <a:gd name="connsiteX51" fmla="*/ 10477 w 35242"/>
                                <a:gd name="connsiteY51" fmla="*/ 19445 h 29921"/>
                                <a:gd name="connsiteX52" fmla="*/ 10477 w 35242"/>
                                <a:gd name="connsiteY52" fmla="*/ 21350 h 29921"/>
                                <a:gd name="connsiteX53" fmla="*/ 10477 w 35242"/>
                                <a:gd name="connsiteY53" fmla="*/ 22302 h 29921"/>
                                <a:gd name="connsiteX54" fmla="*/ 10477 w 35242"/>
                                <a:gd name="connsiteY54" fmla="*/ 23255 h 29921"/>
                                <a:gd name="connsiteX55" fmla="*/ 11430 w 35242"/>
                                <a:gd name="connsiteY55" fmla="*/ 25159 h 29921"/>
                                <a:gd name="connsiteX56" fmla="*/ 11430 w 35242"/>
                                <a:gd name="connsiteY56" fmla="*/ 25159 h 29921"/>
                                <a:gd name="connsiteX57" fmla="*/ 11430 w 35242"/>
                                <a:gd name="connsiteY57" fmla="*/ 25159 h 29921"/>
                                <a:gd name="connsiteX58" fmla="*/ 11430 w 35242"/>
                                <a:gd name="connsiteY58" fmla="*/ 25159 h 29921"/>
                                <a:gd name="connsiteX59" fmla="*/ 11430 w 35242"/>
                                <a:gd name="connsiteY59" fmla="*/ 25159 h 29921"/>
                                <a:gd name="connsiteX60" fmla="*/ 11430 w 35242"/>
                                <a:gd name="connsiteY60" fmla="*/ 25159 h 29921"/>
                                <a:gd name="connsiteX61" fmla="*/ 11430 w 35242"/>
                                <a:gd name="connsiteY61" fmla="*/ 25159 h 29921"/>
                                <a:gd name="connsiteX62" fmla="*/ 11430 w 35242"/>
                                <a:gd name="connsiteY62" fmla="*/ 25159 h 29921"/>
                                <a:gd name="connsiteX63" fmla="*/ 11430 w 35242"/>
                                <a:gd name="connsiteY63" fmla="*/ 25159 h 29921"/>
                                <a:gd name="connsiteX64" fmla="*/ 11430 w 35242"/>
                                <a:gd name="connsiteY64" fmla="*/ 25159 h 29921"/>
                                <a:gd name="connsiteX65" fmla="*/ 11430 w 35242"/>
                                <a:gd name="connsiteY65" fmla="*/ 25159 h 29921"/>
                                <a:gd name="connsiteX66" fmla="*/ 11430 w 35242"/>
                                <a:gd name="connsiteY66" fmla="*/ 25159 h 29921"/>
                                <a:gd name="connsiteX67" fmla="*/ 11430 w 35242"/>
                                <a:gd name="connsiteY67" fmla="*/ 25159 h 29921"/>
                                <a:gd name="connsiteX68" fmla="*/ 10477 w 35242"/>
                                <a:gd name="connsiteY68" fmla="*/ 23255 h 29921"/>
                                <a:gd name="connsiteX69" fmla="*/ 10477 w 35242"/>
                                <a:gd name="connsiteY69" fmla="*/ 22302 h 29921"/>
                                <a:gd name="connsiteX70" fmla="*/ 10477 w 35242"/>
                                <a:gd name="connsiteY70" fmla="*/ 21350 h 29921"/>
                                <a:gd name="connsiteX71" fmla="*/ 10477 w 35242"/>
                                <a:gd name="connsiteY71" fmla="*/ 19445 h 29921"/>
                                <a:gd name="connsiteX72" fmla="*/ 10477 w 35242"/>
                                <a:gd name="connsiteY72" fmla="*/ 18492 h 29921"/>
                                <a:gd name="connsiteX73" fmla="*/ 10477 w 35242"/>
                                <a:gd name="connsiteY73" fmla="*/ 17539 h 29921"/>
                                <a:gd name="connsiteX74" fmla="*/ 10477 w 35242"/>
                                <a:gd name="connsiteY74" fmla="*/ 14682 h 29921"/>
                                <a:gd name="connsiteX75" fmla="*/ 10477 w 35242"/>
                                <a:gd name="connsiteY75" fmla="*/ 9920 h 29921"/>
                                <a:gd name="connsiteX76" fmla="*/ 10477 w 35242"/>
                                <a:gd name="connsiteY76" fmla="*/ 8014 h 29921"/>
                                <a:gd name="connsiteX77" fmla="*/ 10477 w 35242"/>
                                <a:gd name="connsiteY77" fmla="*/ 8014 h 29921"/>
                                <a:gd name="connsiteX78" fmla="*/ 11430 w 35242"/>
                                <a:gd name="connsiteY78" fmla="*/ 8967 h 29921"/>
                                <a:gd name="connsiteX79" fmla="*/ 13335 w 35242"/>
                                <a:gd name="connsiteY79" fmla="*/ 11825 h 29921"/>
                                <a:gd name="connsiteX80" fmla="*/ 15240 w 35242"/>
                                <a:gd name="connsiteY80" fmla="*/ 13730 h 29921"/>
                                <a:gd name="connsiteX81" fmla="*/ 15240 w 35242"/>
                                <a:gd name="connsiteY81" fmla="*/ 13730 h 29921"/>
                                <a:gd name="connsiteX82" fmla="*/ 15240 w 35242"/>
                                <a:gd name="connsiteY82" fmla="*/ 14682 h 29921"/>
                                <a:gd name="connsiteX83" fmla="*/ 15240 w 35242"/>
                                <a:gd name="connsiteY83" fmla="*/ 16587 h 29921"/>
                                <a:gd name="connsiteX84" fmla="*/ 15240 w 35242"/>
                                <a:gd name="connsiteY84" fmla="*/ 18492 h 29921"/>
                                <a:gd name="connsiteX85" fmla="*/ 15240 w 35242"/>
                                <a:gd name="connsiteY85" fmla="*/ 20397 h 29921"/>
                                <a:gd name="connsiteX86" fmla="*/ 15240 w 35242"/>
                                <a:gd name="connsiteY86" fmla="*/ 21350 h 29921"/>
                                <a:gd name="connsiteX87" fmla="*/ 15240 w 35242"/>
                                <a:gd name="connsiteY87" fmla="*/ 22302 h 29921"/>
                                <a:gd name="connsiteX88" fmla="*/ 15240 w 35242"/>
                                <a:gd name="connsiteY88" fmla="*/ 23255 h 29921"/>
                                <a:gd name="connsiteX89" fmla="*/ 15240 w 35242"/>
                                <a:gd name="connsiteY89" fmla="*/ 24207 h 29921"/>
                                <a:gd name="connsiteX90" fmla="*/ 15240 w 35242"/>
                                <a:gd name="connsiteY90" fmla="*/ 26112 h 29921"/>
                                <a:gd name="connsiteX91" fmla="*/ 15240 w 35242"/>
                                <a:gd name="connsiteY91" fmla="*/ 28017 h 29921"/>
                                <a:gd name="connsiteX92" fmla="*/ 15240 w 35242"/>
                                <a:gd name="connsiteY92" fmla="*/ 28970 h 29921"/>
                                <a:gd name="connsiteX93" fmla="*/ 15240 w 35242"/>
                                <a:gd name="connsiteY93" fmla="*/ 29922 h 29921"/>
                                <a:gd name="connsiteX94" fmla="*/ 15240 w 35242"/>
                                <a:gd name="connsiteY94" fmla="*/ 29922 h 29921"/>
                                <a:gd name="connsiteX95" fmla="*/ 15240 w 35242"/>
                                <a:gd name="connsiteY95" fmla="*/ 29922 h 29921"/>
                                <a:gd name="connsiteX96" fmla="*/ 15240 w 35242"/>
                                <a:gd name="connsiteY96" fmla="*/ 29922 h 29921"/>
                                <a:gd name="connsiteX97" fmla="*/ 15240 w 35242"/>
                                <a:gd name="connsiteY97" fmla="*/ 28970 h 29921"/>
                                <a:gd name="connsiteX98" fmla="*/ 15240 w 35242"/>
                                <a:gd name="connsiteY98" fmla="*/ 28017 h 29921"/>
                                <a:gd name="connsiteX99" fmla="*/ 15240 w 35242"/>
                                <a:gd name="connsiteY99" fmla="*/ 27064 h 29921"/>
                                <a:gd name="connsiteX100" fmla="*/ 15240 w 35242"/>
                                <a:gd name="connsiteY100" fmla="*/ 25159 h 29921"/>
                                <a:gd name="connsiteX101" fmla="*/ 15240 w 35242"/>
                                <a:gd name="connsiteY101" fmla="*/ 23255 h 29921"/>
                                <a:gd name="connsiteX102" fmla="*/ 15240 w 35242"/>
                                <a:gd name="connsiteY102" fmla="*/ 23255 h 29921"/>
                                <a:gd name="connsiteX103" fmla="*/ 15240 w 35242"/>
                                <a:gd name="connsiteY103" fmla="*/ 23255 h 29921"/>
                                <a:gd name="connsiteX104" fmla="*/ 15240 w 35242"/>
                                <a:gd name="connsiteY104" fmla="*/ 22302 h 29921"/>
                                <a:gd name="connsiteX105" fmla="*/ 15240 w 35242"/>
                                <a:gd name="connsiteY105" fmla="*/ 21350 h 29921"/>
                                <a:gd name="connsiteX106" fmla="*/ 15240 w 35242"/>
                                <a:gd name="connsiteY106" fmla="*/ 20397 h 29921"/>
                                <a:gd name="connsiteX107" fmla="*/ 15240 w 35242"/>
                                <a:gd name="connsiteY107" fmla="*/ 18492 h 29921"/>
                                <a:gd name="connsiteX108" fmla="*/ 15240 w 35242"/>
                                <a:gd name="connsiteY108" fmla="*/ 16587 h 29921"/>
                                <a:gd name="connsiteX109" fmla="*/ 15240 w 35242"/>
                                <a:gd name="connsiteY109" fmla="*/ 14682 h 29921"/>
                                <a:gd name="connsiteX110" fmla="*/ 16193 w 35242"/>
                                <a:gd name="connsiteY110" fmla="*/ 16587 h 29921"/>
                                <a:gd name="connsiteX111" fmla="*/ 18097 w 35242"/>
                                <a:gd name="connsiteY111" fmla="*/ 19445 h 29921"/>
                                <a:gd name="connsiteX112" fmla="*/ 19050 w 35242"/>
                                <a:gd name="connsiteY112" fmla="*/ 20397 h 29921"/>
                                <a:gd name="connsiteX113" fmla="*/ 20002 w 35242"/>
                                <a:gd name="connsiteY113" fmla="*/ 21350 h 29921"/>
                                <a:gd name="connsiteX114" fmla="*/ 21907 w 35242"/>
                                <a:gd name="connsiteY114" fmla="*/ 24207 h 29921"/>
                                <a:gd name="connsiteX115" fmla="*/ 22860 w 35242"/>
                                <a:gd name="connsiteY115" fmla="*/ 26112 h 29921"/>
                                <a:gd name="connsiteX116" fmla="*/ 23813 w 35242"/>
                                <a:gd name="connsiteY116" fmla="*/ 27064 h 29921"/>
                                <a:gd name="connsiteX117" fmla="*/ 23813 w 35242"/>
                                <a:gd name="connsiteY117" fmla="*/ 27064 h 29921"/>
                                <a:gd name="connsiteX118" fmla="*/ 23813 w 35242"/>
                                <a:gd name="connsiteY118" fmla="*/ 27064 h 29921"/>
                                <a:gd name="connsiteX119" fmla="*/ 22860 w 35242"/>
                                <a:gd name="connsiteY119" fmla="*/ 26112 h 29921"/>
                                <a:gd name="connsiteX120" fmla="*/ 21907 w 35242"/>
                                <a:gd name="connsiteY120" fmla="*/ 24207 h 29921"/>
                                <a:gd name="connsiteX121" fmla="*/ 20002 w 35242"/>
                                <a:gd name="connsiteY121" fmla="*/ 21350 h 29921"/>
                                <a:gd name="connsiteX122" fmla="*/ 19050 w 35242"/>
                                <a:gd name="connsiteY122" fmla="*/ 20397 h 29921"/>
                                <a:gd name="connsiteX123" fmla="*/ 19050 w 35242"/>
                                <a:gd name="connsiteY123" fmla="*/ 19445 h 29921"/>
                                <a:gd name="connsiteX124" fmla="*/ 18097 w 35242"/>
                                <a:gd name="connsiteY124" fmla="*/ 18492 h 29921"/>
                                <a:gd name="connsiteX125" fmla="*/ 17145 w 35242"/>
                                <a:gd name="connsiteY125" fmla="*/ 17539 h 29921"/>
                                <a:gd name="connsiteX126" fmla="*/ 15240 w 35242"/>
                                <a:gd name="connsiteY126" fmla="*/ 14682 h 29921"/>
                                <a:gd name="connsiteX127" fmla="*/ 12382 w 35242"/>
                                <a:gd name="connsiteY127" fmla="*/ 11825 h 29921"/>
                                <a:gd name="connsiteX128" fmla="*/ 10477 w 35242"/>
                                <a:gd name="connsiteY128" fmla="*/ 9920 h 29921"/>
                                <a:gd name="connsiteX129" fmla="*/ 10477 w 35242"/>
                                <a:gd name="connsiteY129" fmla="*/ 9920 h 29921"/>
                                <a:gd name="connsiteX130" fmla="*/ 12382 w 35242"/>
                                <a:gd name="connsiteY130" fmla="*/ 10872 h 29921"/>
                                <a:gd name="connsiteX131" fmla="*/ 17145 w 35242"/>
                                <a:gd name="connsiteY131" fmla="*/ 11825 h 29921"/>
                                <a:gd name="connsiteX132" fmla="*/ 20002 w 35242"/>
                                <a:gd name="connsiteY132" fmla="*/ 12777 h 29921"/>
                                <a:gd name="connsiteX133" fmla="*/ 22860 w 35242"/>
                                <a:gd name="connsiteY133" fmla="*/ 13730 h 29921"/>
                                <a:gd name="connsiteX134" fmla="*/ 25718 w 35242"/>
                                <a:gd name="connsiteY134" fmla="*/ 15634 h 29921"/>
                                <a:gd name="connsiteX135" fmla="*/ 28575 w 35242"/>
                                <a:gd name="connsiteY135" fmla="*/ 17539 h 29921"/>
                                <a:gd name="connsiteX136" fmla="*/ 29527 w 35242"/>
                                <a:gd name="connsiteY136" fmla="*/ 18492 h 29921"/>
                                <a:gd name="connsiteX137" fmla="*/ 30480 w 35242"/>
                                <a:gd name="connsiteY137" fmla="*/ 20397 h 29921"/>
                                <a:gd name="connsiteX138" fmla="*/ 31432 w 35242"/>
                                <a:gd name="connsiteY138" fmla="*/ 21350 h 29921"/>
                                <a:gd name="connsiteX139" fmla="*/ 31432 w 35242"/>
                                <a:gd name="connsiteY139" fmla="*/ 22302 h 29921"/>
                                <a:gd name="connsiteX140" fmla="*/ 32385 w 35242"/>
                                <a:gd name="connsiteY140" fmla="*/ 24207 h 29921"/>
                                <a:gd name="connsiteX141" fmla="*/ 32385 w 35242"/>
                                <a:gd name="connsiteY141" fmla="*/ 24207 h 29921"/>
                                <a:gd name="connsiteX142" fmla="*/ 32385 w 35242"/>
                                <a:gd name="connsiteY142" fmla="*/ 24207 h 29921"/>
                                <a:gd name="connsiteX143" fmla="*/ 32385 w 35242"/>
                                <a:gd name="connsiteY143" fmla="*/ 24207 h 29921"/>
                                <a:gd name="connsiteX144" fmla="*/ 30480 w 35242"/>
                                <a:gd name="connsiteY144" fmla="*/ 21350 h 29921"/>
                                <a:gd name="connsiteX145" fmla="*/ 28575 w 35242"/>
                                <a:gd name="connsiteY145" fmla="*/ 18492 h 29921"/>
                                <a:gd name="connsiteX146" fmla="*/ 25718 w 35242"/>
                                <a:gd name="connsiteY146" fmla="*/ 16587 h 29921"/>
                                <a:gd name="connsiteX147" fmla="*/ 22860 w 35242"/>
                                <a:gd name="connsiteY147" fmla="*/ 14682 h 29921"/>
                                <a:gd name="connsiteX148" fmla="*/ 20002 w 35242"/>
                                <a:gd name="connsiteY148" fmla="*/ 13730 h 29921"/>
                                <a:gd name="connsiteX149" fmla="*/ 17145 w 35242"/>
                                <a:gd name="connsiteY149" fmla="*/ 12777 h 29921"/>
                                <a:gd name="connsiteX150" fmla="*/ 12382 w 35242"/>
                                <a:gd name="connsiteY150" fmla="*/ 11825 h 29921"/>
                                <a:gd name="connsiteX151" fmla="*/ 10477 w 35242"/>
                                <a:gd name="connsiteY151" fmla="*/ 10872 h 29921"/>
                                <a:gd name="connsiteX152" fmla="*/ 9525 w 35242"/>
                                <a:gd name="connsiteY152" fmla="*/ 9920 h 29921"/>
                                <a:gd name="connsiteX153" fmla="*/ 8572 w 35242"/>
                                <a:gd name="connsiteY153" fmla="*/ 9920 h 29921"/>
                                <a:gd name="connsiteX154" fmla="*/ 6668 w 35242"/>
                                <a:gd name="connsiteY154" fmla="*/ 8014 h 29921"/>
                                <a:gd name="connsiteX155" fmla="*/ 5715 w 35242"/>
                                <a:gd name="connsiteY155" fmla="*/ 7062 h 29921"/>
                                <a:gd name="connsiteX156" fmla="*/ 4763 w 35242"/>
                                <a:gd name="connsiteY156" fmla="*/ 6109 h 29921"/>
                                <a:gd name="connsiteX157" fmla="*/ 2857 w 35242"/>
                                <a:gd name="connsiteY157" fmla="*/ 4205 h 29921"/>
                                <a:gd name="connsiteX158" fmla="*/ 2857 w 35242"/>
                                <a:gd name="connsiteY158" fmla="*/ 4205 h 29921"/>
                                <a:gd name="connsiteX159" fmla="*/ 2857 w 35242"/>
                                <a:gd name="connsiteY159" fmla="*/ 4205 h 29921"/>
                                <a:gd name="connsiteX160" fmla="*/ 4763 w 35242"/>
                                <a:gd name="connsiteY160" fmla="*/ 4205 h 29921"/>
                                <a:gd name="connsiteX161" fmla="*/ 5715 w 35242"/>
                                <a:gd name="connsiteY161" fmla="*/ 4205 h 29921"/>
                                <a:gd name="connsiteX162" fmla="*/ 6668 w 35242"/>
                                <a:gd name="connsiteY162" fmla="*/ 4205 h 29921"/>
                                <a:gd name="connsiteX163" fmla="*/ 9525 w 35242"/>
                                <a:gd name="connsiteY163" fmla="*/ 4205 h 29921"/>
                                <a:gd name="connsiteX164" fmla="*/ 12382 w 35242"/>
                                <a:gd name="connsiteY164" fmla="*/ 4205 h 29921"/>
                                <a:gd name="connsiteX165" fmla="*/ 16193 w 35242"/>
                                <a:gd name="connsiteY165" fmla="*/ 4205 h 29921"/>
                                <a:gd name="connsiteX166" fmla="*/ 20002 w 35242"/>
                                <a:gd name="connsiteY166" fmla="*/ 4205 h 29921"/>
                                <a:gd name="connsiteX167" fmla="*/ 23813 w 35242"/>
                                <a:gd name="connsiteY167" fmla="*/ 5157 h 29921"/>
                                <a:gd name="connsiteX168" fmla="*/ 27622 w 35242"/>
                                <a:gd name="connsiteY168" fmla="*/ 6109 h 29921"/>
                                <a:gd name="connsiteX169" fmla="*/ 29527 w 35242"/>
                                <a:gd name="connsiteY169" fmla="*/ 7062 h 29921"/>
                                <a:gd name="connsiteX170" fmla="*/ 31432 w 35242"/>
                                <a:gd name="connsiteY170" fmla="*/ 8014 h 29921"/>
                                <a:gd name="connsiteX171" fmla="*/ 32385 w 35242"/>
                                <a:gd name="connsiteY171" fmla="*/ 8967 h 29921"/>
                                <a:gd name="connsiteX172" fmla="*/ 33338 w 35242"/>
                                <a:gd name="connsiteY172" fmla="*/ 9920 h 29921"/>
                                <a:gd name="connsiteX173" fmla="*/ 34290 w 35242"/>
                                <a:gd name="connsiteY173" fmla="*/ 10872 h 29921"/>
                                <a:gd name="connsiteX174" fmla="*/ 35243 w 35242"/>
                                <a:gd name="connsiteY174" fmla="*/ 11825 h 29921"/>
                                <a:gd name="connsiteX175" fmla="*/ 35243 w 35242"/>
                                <a:gd name="connsiteY175" fmla="*/ 11825 h 29921"/>
                                <a:gd name="connsiteX176" fmla="*/ 35243 w 35242"/>
                                <a:gd name="connsiteY176" fmla="*/ 10872 h 29921"/>
                                <a:gd name="connsiteX177" fmla="*/ 34290 w 35242"/>
                                <a:gd name="connsiteY177" fmla="*/ 9920 h 29921"/>
                                <a:gd name="connsiteX178" fmla="*/ 33338 w 35242"/>
                                <a:gd name="connsiteY178" fmla="*/ 8967 h 29921"/>
                                <a:gd name="connsiteX179" fmla="*/ 32385 w 35242"/>
                                <a:gd name="connsiteY179" fmla="*/ 8014 h 29921"/>
                                <a:gd name="connsiteX180" fmla="*/ 30480 w 35242"/>
                                <a:gd name="connsiteY180" fmla="*/ 7062 h 29921"/>
                                <a:gd name="connsiteX181" fmla="*/ 28575 w 35242"/>
                                <a:gd name="connsiteY181" fmla="*/ 6109 h 29921"/>
                                <a:gd name="connsiteX182" fmla="*/ 24765 w 35242"/>
                                <a:gd name="connsiteY182" fmla="*/ 5157 h 29921"/>
                                <a:gd name="connsiteX183" fmla="*/ 20955 w 35242"/>
                                <a:gd name="connsiteY183" fmla="*/ 4205 h 29921"/>
                                <a:gd name="connsiteX184" fmla="*/ 17145 w 35242"/>
                                <a:gd name="connsiteY184" fmla="*/ 4205 h 29921"/>
                                <a:gd name="connsiteX185" fmla="*/ 13335 w 35242"/>
                                <a:gd name="connsiteY185" fmla="*/ 4205 h 29921"/>
                                <a:gd name="connsiteX186" fmla="*/ 10477 w 35242"/>
                                <a:gd name="connsiteY186" fmla="*/ 4205 h 29921"/>
                                <a:gd name="connsiteX187" fmla="*/ 7620 w 35242"/>
                                <a:gd name="connsiteY187" fmla="*/ 4205 h 29921"/>
                                <a:gd name="connsiteX188" fmla="*/ 6668 w 35242"/>
                                <a:gd name="connsiteY188" fmla="*/ 4205 h 29921"/>
                                <a:gd name="connsiteX189" fmla="*/ 5715 w 35242"/>
                                <a:gd name="connsiteY189" fmla="*/ 4205 h 29921"/>
                                <a:gd name="connsiteX190" fmla="*/ 3810 w 35242"/>
                                <a:gd name="connsiteY190" fmla="*/ 4205 h 29921"/>
                                <a:gd name="connsiteX191" fmla="*/ 2857 w 35242"/>
                                <a:gd name="connsiteY191" fmla="*/ 4205 h 29921"/>
                                <a:gd name="connsiteX192" fmla="*/ 2857 w 35242"/>
                                <a:gd name="connsiteY192" fmla="*/ 4205 h 29921"/>
                                <a:gd name="connsiteX193" fmla="*/ 1905 w 35242"/>
                                <a:gd name="connsiteY193" fmla="*/ 3252 h 29921"/>
                                <a:gd name="connsiteX194" fmla="*/ 952 w 35242"/>
                                <a:gd name="connsiteY194" fmla="*/ 1347 h 29921"/>
                                <a:gd name="connsiteX195" fmla="*/ 0 w 35242"/>
                                <a:gd name="connsiteY195" fmla="*/ 395 h 29921"/>
                                <a:gd name="connsiteX196" fmla="*/ 5715 w 35242"/>
                                <a:gd name="connsiteY196" fmla="*/ 1347 h 29921"/>
                                <a:gd name="connsiteX197" fmla="*/ 5715 w 35242"/>
                                <a:gd name="connsiteY197" fmla="*/ 1347 h 29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35242" h="29921">
                                  <a:moveTo>
                                    <a:pt x="5715" y="1347"/>
                                  </a:moveTo>
                                  <a:cubicBezTo>
                                    <a:pt x="5715" y="1347"/>
                                    <a:pt x="5715" y="1347"/>
                                    <a:pt x="5715" y="1347"/>
                                  </a:cubicBezTo>
                                  <a:cubicBezTo>
                                    <a:pt x="5715" y="1347"/>
                                    <a:pt x="5715" y="2300"/>
                                    <a:pt x="5715" y="3252"/>
                                  </a:cubicBezTo>
                                  <a:cubicBezTo>
                                    <a:pt x="5715" y="4205"/>
                                    <a:pt x="5715" y="5157"/>
                                    <a:pt x="4763" y="7062"/>
                                  </a:cubicBezTo>
                                  <a:cubicBezTo>
                                    <a:pt x="4763" y="8014"/>
                                    <a:pt x="3810" y="9920"/>
                                    <a:pt x="3810" y="11825"/>
                                  </a:cubicBezTo>
                                  <a:cubicBezTo>
                                    <a:pt x="3810" y="11825"/>
                                    <a:pt x="3810" y="12777"/>
                                    <a:pt x="3810" y="12777"/>
                                  </a:cubicBezTo>
                                  <a:cubicBezTo>
                                    <a:pt x="3810" y="12777"/>
                                    <a:pt x="3810" y="12777"/>
                                    <a:pt x="3810" y="13730"/>
                                  </a:cubicBezTo>
                                  <a:lnTo>
                                    <a:pt x="3810" y="13730"/>
                                  </a:lnTo>
                                  <a:lnTo>
                                    <a:pt x="3810" y="13730"/>
                                  </a:lnTo>
                                  <a:lnTo>
                                    <a:pt x="3810" y="13730"/>
                                  </a:lnTo>
                                  <a:cubicBezTo>
                                    <a:pt x="3810" y="14682"/>
                                    <a:pt x="3810" y="15634"/>
                                    <a:pt x="3810" y="16587"/>
                                  </a:cubicBezTo>
                                  <a:cubicBezTo>
                                    <a:pt x="3810" y="16587"/>
                                    <a:pt x="3810" y="17539"/>
                                    <a:pt x="3810" y="17539"/>
                                  </a:cubicBezTo>
                                  <a:cubicBezTo>
                                    <a:pt x="3810" y="17539"/>
                                    <a:pt x="3810" y="18492"/>
                                    <a:pt x="3810" y="18492"/>
                                  </a:cubicBezTo>
                                  <a:cubicBezTo>
                                    <a:pt x="3810" y="18492"/>
                                    <a:pt x="3810" y="18492"/>
                                    <a:pt x="3810" y="19445"/>
                                  </a:cubicBezTo>
                                  <a:cubicBezTo>
                                    <a:pt x="3810" y="19445"/>
                                    <a:pt x="3810" y="19445"/>
                                    <a:pt x="3810" y="20397"/>
                                  </a:cubicBezTo>
                                  <a:cubicBezTo>
                                    <a:pt x="3810" y="20397"/>
                                    <a:pt x="3810" y="21350"/>
                                    <a:pt x="3810" y="21350"/>
                                  </a:cubicBezTo>
                                  <a:cubicBezTo>
                                    <a:pt x="3810" y="22302"/>
                                    <a:pt x="3810" y="22302"/>
                                    <a:pt x="3810" y="23255"/>
                                  </a:cubicBezTo>
                                  <a:cubicBezTo>
                                    <a:pt x="3810" y="23255"/>
                                    <a:pt x="3810" y="24207"/>
                                    <a:pt x="3810" y="24207"/>
                                  </a:cubicBezTo>
                                  <a:cubicBezTo>
                                    <a:pt x="3810" y="24207"/>
                                    <a:pt x="3810" y="25159"/>
                                    <a:pt x="3810" y="25159"/>
                                  </a:cubicBezTo>
                                  <a:cubicBezTo>
                                    <a:pt x="3810" y="25159"/>
                                    <a:pt x="3810" y="25159"/>
                                    <a:pt x="3810" y="25159"/>
                                  </a:cubicBezTo>
                                  <a:cubicBezTo>
                                    <a:pt x="3810" y="25159"/>
                                    <a:pt x="3810" y="25159"/>
                                    <a:pt x="3810" y="25159"/>
                                  </a:cubicBezTo>
                                  <a:lnTo>
                                    <a:pt x="3810" y="25159"/>
                                  </a:lnTo>
                                  <a:cubicBezTo>
                                    <a:pt x="3810" y="25159"/>
                                    <a:pt x="3810" y="25159"/>
                                    <a:pt x="3810" y="25159"/>
                                  </a:cubicBezTo>
                                  <a:cubicBezTo>
                                    <a:pt x="3810" y="25159"/>
                                    <a:pt x="3810" y="25159"/>
                                    <a:pt x="3810" y="25159"/>
                                  </a:cubicBezTo>
                                  <a:cubicBezTo>
                                    <a:pt x="3810" y="25159"/>
                                    <a:pt x="3810" y="25159"/>
                                    <a:pt x="3810" y="24207"/>
                                  </a:cubicBezTo>
                                  <a:cubicBezTo>
                                    <a:pt x="3810" y="24207"/>
                                    <a:pt x="3810" y="23255"/>
                                    <a:pt x="3810" y="23255"/>
                                  </a:cubicBezTo>
                                  <a:cubicBezTo>
                                    <a:pt x="3810" y="22302"/>
                                    <a:pt x="3810" y="22302"/>
                                    <a:pt x="3810" y="21350"/>
                                  </a:cubicBezTo>
                                  <a:cubicBezTo>
                                    <a:pt x="3810" y="21350"/>
                                    <a:pt x="3810" y="20397"/>
                                    <a:pt x="3810" y="20397"/>
                                  </a:cubicBezTo>
                                  <a:cubicBezTo>
                                    <a:pt x="3810" y="20397"/>
                                    <a:pt x="3810" y="20397"/>
                                    <a:pt x="3810" y="19445"/>
                                  </a:cubicBezTo>
                                  <a:cubicBezTo>
                                    <a:pt x="3810" y="19445"/>
                                    <a:pt x="3810" y="19445"/>
                                    <a:pt x="3810" y="18492"/>
                                  </a:cubicBezTo>
                                  <a:cubicBezTo>
                                    <a:pt x="3810" y="18492"/>
                                    <a:pt x="3810" y="17539"/>
                                    <a:pt x="3810" y="17539"/>
                                  </a:cubicBezTo>
                                  <a:cubicBezTo>
                                    <a:pt x="3810" y="17539"/>
                                    <a:pt x="3810" y="16587"/>
                                    <a:pt x="3810" y="16587"/>
                                  </a:cubicBezTo>
                                  <a:cubicBezTo>
                                    <a:pt x="3810" y="15634"/>
                                    <a:pt x="3810" y="14682"/>
                                    <a:pt x="4763" y="13730"/>
                                  </a:cubicBezTo>
                                  <a:lnTo>
                                    <a:pt x="4763" y="13730"/>
                                  </a:lnTo>
                                  <a:lnTo>
                                    <a:pt x="4763" y="13730"/>
                                  </a:lnTo>
                                  <a:lnTo>
                                    <a:pt x="4763" y="13730"/>
                                  </a:lnTo>
                                  <a:cubicBezTo>
                                    <a:pt x="4763" y="13730"/>
                                    <a:pt x="4763" y="13730"/>
                                    <a:pt x="4763" y="12777"/>
                                  </a:cubicBezTo>
                                  <a:cubicBezTo>
                                    <a:pt x="4763" y="12777"/>
                                    <a:pt x="4763" y="11825"/>
                                    <a:pt x="4763" y="11825"/>
                                  </a:cubicBezTo>
                                  <a:cubicBezTo>
                                    <a:pt x="5715" y="9920"/>
                                    <a:pt x="5715" y="8967"/>
                                    <a:pt x="6668" y="7062"/>
                                  </a:cubicBezTo>
                                  <a:cubicBezTo>
                                    <a:pt x="5715" y="4205"/>
                                    <a:pt x="5715" y="3252"/>
                                    <a:pt x="5715" y="1347"/>
                                  </a:cubicBezTo>
                                  <a:cubicBezTo>
                                    <a:pt x="6668" y="2300"/>
                                    <a:pt x="6668" y="2300"/>
                                    <a:pt x="6668" y="2300"/>
                                  </a:cubicBezTo>
                                  <a:cubicBezTo>
                                    <a:pt x="6668" y="2300"/>
                                    <a:pt x="6668" y="3252"/>
                                    <a:pt x="7620" y="3252"/>
                                  </a:cubicBezTo>
                                  <a:cubicBezTo>
                                    <a:pt x="7620" y="3252"/>
                                    <a:pt x="8572" y="4205"/>
                                    <a:pt x="8572" y="4205"/>
                                  </a:cubicBezTo>
                                  <a:cubicBezTo>
                                    <a:pt x="9525" y="5157"/>
                                    <a:pt x="9525" y="5157"/>
                                    <a:pt x="10477" y="6109"/>
                                  </a:cubicBezTo>
                                  <a:cubicBezTo>
                                    <a:pt x="10477" y="6109"/>
                                    <a:pt x="10477" y="6109"/>
                                    <a:pt x="10477" y="6109"/>
                                  </a:cubicBezTo>
                                  <a:cubicBezTo>
                                    <a:pt x="10477" y="6109"/>
                                    <a:pt x="10477" y="6109"/>
                                    <a:pt x="10477" y="6109"/>
                                  </a:cubicBezTo>
                                  <a:cubicBezTo>
                                    <a:pt x="10477" y="6109"/>
                                    <a:pt x="10477" y="7062"/>
                                    <a:pt x="10477" y="8014"/>
                                  </a:cubicBezTo>
                                  <a:cubicBezTo>
                                    <a:pt x="10477" y="8967"/>
                                    <a:pt x="10477" y="8967"/>
                                    <a:pt x="10477" y="9920"/>
                                  </a:cubicBezTo>
                                  <a:cubicBezTo>
                                    <a:pt x="10477" y="11825"/>
                                    <a:pt x="10477" y="12777"/>
                                    <a:pt x="10477" y="14682"/>
                                  </a:cubicBezTo>
                                  <a:cubicBezTo>
                                    <a:pt x="10477" y="15634"/>
                                    <a:pt x="10477" y="16587"/>
                                    <a:pt x="10477" y="17539"/>
                                  </a:cubicBezTo>
                                  <a:cubicBezTo>
                                    <a:pt x="10477" y="17539"/>
                                    <a:pt x="10477" y="18492"/>
                                    <a:pt x="10477" y="18492"/>
                                  </a:cubicBezTo>
                                  <a:cubicBezTo>
                                    <a:pt x="10477" y="18492"/>
                                    <a:pt x="10477" y="19445"/>
                                    <a:pt x="10477" y="19445"/>
                                  </a:cubicBezTo>
                                  <a:cubicBezTo>
                                    <a:pt x="10477" y="20397"/>
                                    <a:pt x="10477" y="21350"/>
                                    <a:pt x="10477" y="21350"/>
                                  </a:cubicBezTo>
                                  <a:cubicBezTo>
                                    <a:pt x="10477" y="21350"/>
                                    <a:pt x="10477" y="22302"/>
                                    <a:pt x="10477" y="22302"/>
                                  </a:cubicBezTo>
                                  <a:cubicBezTo>
                                    <a:pt x="10477" y="22302"/>
                                    <a:pt x="10477" y="23255"/>
                                    <a:pt x="10477" y="23255"/>
                                  </a:cubicBezTo>
                                  <a:cubicBezTo>
                                    <a:pt x="10477" y="24207"/>
                                    <a:pt x="10477" y="24207"/>
                                    <a:pt x="11430" y="25159"/>
                                  </a:cubicBezTo>
                                  <a:cubicBezTo>
                                    <a:pt x="11430" y="25159"/>
                                    <a:pt x="11430" y="25159"/>
                                    <a:pt x="11430" y="25159"/>
                                  </a:cubicBezTo>
                                  <a:cubicBezTo>
                                    <a:pt x="11430" y="25159"/>
                                    <a:pt x="11430" y="25159"/>
                                    <a:pt x="11430" y="25159"/>
                                  </a:cubicBezTo>
                                  <a:cubicBezTo>
                                    <a:pt x="11430" y="25159"/>
                                    <a:pt x="11430" y="25159"/>
                                    <a:pt x="11430" y="25159"/>
                                  </a:cubicBezTo>
                                  <a:cubicBezTo>
                                    <a:pt x="11430" y="25159"/>
                                    <a:pt x="11430" y="25159"/>
                                    <a:pt x="11430" y="25159"/>
                                  </a:cubicBezTo>
                                  <a:cubicBezTo>
                                    <a:pt x="11430" y="25159"/>
                                    <a:pt x="11430" y="25159"/>
                                    <a:pt x="11430" y="25159"/>
                                  </a:cubicBezTo>
                                  <a:cubicBezTo>
                                    <a:pt x="11430" y="25159"/>
                                    <a:pt x="11430" y="25159"/>
                                    <a:pt x="11430" y="25159"/>
                                  </a:cubicBezTo>
                                  <a:cubicBezTo>
                                    <a:pt x="11430" y="25159"/>
                                    <a:pt x="11430" y="25159"/>
                                    <a:pt x="11430" y="25159"/>
                                  </a:cubicBezTo>
                                  <a:cubicBezTo>
                                    <a:pt x="11430" y="25159"/>
                                    <a:pt x="11430" y="25159"/>
                                    <a:pt x="11430" y="25159"/>
                                  </a:cubicBezTo>
                                  <a:cubicBezTo>
                                    <a:pt x="11430" y="25159"/>
                                    <a:pt x="11430" y="25159"/>
                                    <a:pt x="11430" y="25159"/>
                                  </a:cubicBezTo>
                                  <a:cubicBezTo>
                                    <a:pt x="11430" y="25159"/>
                                    <a:pt x="11430" y="25159"/>
                                    <a:pt x="11430" y="25159"/>
                                  </a:cubicBezTo>
                                  <a:cubicBezTo>
                                    <a:pt x="11430" y="25159"/>
                                    <a:pt x="11430" y="25159"/>
                                    <a:pt x="11430" y="25159"/>
                                  </a:cubicBezTo>
                                  <a:cubicBezTo>
                                    <a:pt x="11430" y="25159"/>
                                    <a:pt x="11430" y="25159"/>
                                    <a:pt x="11430" y="25159"/>
                                  </a:cubicBezTo>
                                  <a:cubicBezTo>
                                    <a:pt x="11430" y="25159"/>
                                    <a:pt x="11430" y="24207"/>
                                    <a:pt x="10477" y="23255"/>
                                  </a:cubicBezTo>
                                  <a:cubicBezTo>
                                    <a:pt x="10477" y="23255"/>
                                    <a:pt x="10477" y="22302"/>
                                    <a:pt x="10477" y="22302"/>
                                  </a:cubicBezTo>
                                  <a:cubicBezTo>
                                    <a:pt x="10477" y="22302"/>
                                    <a:pt x="10477" y="21350"/>
                                    <a:pt x="10477" y="21350"/>
                                  </a:cubicBezTo>
                                  <a:cubicBezTo>
                                    <a:pt x="10477" y="20397"/>
                                    <a:pt x="10477" y="20397"/>
                                    <a:pt x="10477" y="19445"/>
                                  </a:cubicBezTo>
                                  <a:cubicBezTo>
                                    <a:pt x="10477" y="19445"/>
                                    <a:pt x="10477" y="18492"/>
                                    <a:pt x="10477" y="18492"/>
                                  </a:cubicBezTo>
                                  <a:cubicBezTo>
                                    <a:pt x="10477" y="18492"/>
                                    <a:pt x="10477" y="17539"/>
                                    <a:pt x="10477" y="17539"/>
                                  </a:cubicBezTo>
                                  <a:cubicBezTo>
                                    <a:pt x="10477" y="16587"/>
                                    <a:pt x="10477" y="15634"/>
                                    <a:pt x="10477" y="14682"/>
                                  </a:cubicBezTo>
                                  <a:cubicBezTo>
                                    <a:pt x="10477" y="12777"/>
                                    <a:pt x="10477" y="10872"/>
                                    <a:pt x="10477" y="9920"/>
                                  </a:cubicBezTo>
                                  <a:cubicBezTo>
                                    <a:pt x="10477" y="8967"/>
                                    <a:pt x="10477" y="8014"/>
                                    <a:pt x="10477" y="8014"/>
                                  </a:cubicBezTo>
                                  <a:cubicBezTo>
                                    <a:pt x="10477" y="8014"/>
                                    <a:pt x="10477" y="8014"/>
                                    <a:pt x="10477" y="8014"/>
                                  </a:cubicBezTo>
                                  <a:cubicBezTo>
                                    <a:pt x="10477" y="8014"/>
                                    <a:pt x="10477" y="8967"/>
                                    <a:pt x="11430" y="8967"/>
                                  </a:cubicBezTo>
                                  <a:cubicBezTo>
                                    <a:pt x="12382" y="9920"/>
                                    <a:pt x="13335" y="10872"/>
                                    <a:pt x="13335" y="11825"/>
                                  </a:cubicBezTo>
                                  <a:cubicBezTo>
                                    <a:pt x="14288" y="12777"/>
                                    <a:pt x="14288" y="13730"/>
                                    <a:pt x="15240" y="13730"/>
                                  </a:cubicBezTo>
                                  <a:cubicBezTo>
                                    <a:pt x="15240" y="13730"/>
                                    <a:pt x="15240" y="13730"/>
                                    <a:pt x="15240" y="13730"/>
                                  </a:cubicBezTo>
                                  <a:cubicBezTo>
                                    <a:pt x="15240" y="13730"/>
                                    <a:pt x="15240" y="13730"/>
                                    <a:pt x="15240" y="14682"/>
                                  </a:cubicBezTo>
                                  <a:cubicBezTo>
                                    <a:pt x="15240" y="14682"/>
                                    <a:pt x="15240" y="15634"/>
                                    <a:pt x="15240" y="16587"/>
                                  </a:cubicBezTo>
                                  <a:cubicBezTo>
                                    <a:pt x="15240" y="16587"/>
                                    <a:pt x="15240" y="17539"/>
                                    <a:pt x="15240" y="18492"/>
                                  </a:cubicBezTo>
                                  <a:cubicBezTo>
                                    <a:pt x="15240" y="19445"/>
                                    <a:pt x="15240" y="19445"/>
                                    <a:pt x="15240" y="20397"/>
                                  </a:cubicBezTo>
                                  <a:cubicBezTo>
                                    <a:pt x="15240" y="20397"/>
                                    <a:pt x="15240" y="21350"/>
                                    <a:pt x="15240" y="21350"/>
                                  </a:cubicBezTo>
                                  <a:cubicBezTo>
                                    <a:pt x="15240" y="21350"/>
                                    <a:pt x="15240" y="22302"/>
                                    <a:pt x="15240" y="22302"/>
                                  </a:cubicBezTo>
                                  <a:cubicBezTo>
                                    <a:pt x="15240" y="22302"/>
                                    <a:pt x="15240" y="23255"/>
                                    <a:pt x="15240" y="23255"/>
                                  </a:cubicBezTo>
                                  <a:cubicBezTo>
                                    <a:pt x="15240" y="23255"/>
                                    <a:pt x="15240" y="24207"/>
                                    <a:pt x="15240" y="24207"/>
                                  </a:cubicBezTo>
                                  <a:cubicBezTo>
                                    <a:pt x="15240" y="25159"/>
                                    <a:pt x="15240" y="25159"/>
                                    <a:pt x="15240" y="26112"/>
                                  </a:cubicBezTo>
                                  <a:cubicBezTo>
                                    <a:pt x="15240" y="27064"/>
                                    <a:pt x="15240" y="27064"/>
                                    <a:pt x="15240" y="28017"/>
                                  </a:cubicBezTo>
                                  <a:cubicBezTo>
                                    <a:pt x="15240" y="28017"/>
                                    <a:pt x="15240" y="28970"/>
                                    <a:pt x="15240" y="28970"/>
                                  </a:cubicBezTo>
                                  <a:cubicBezTo>
                                    <a:pt x="15240" y="28970"/>
                                    <a:pt x="15240" y="29922"/>
                                    <a:pt x="15240" y="29922"/>
                                  </a:cubicBezTo>
                                  <a:cubicBezTo>
                                    <a:pt x="15240" y="29922"/>
                                    <a:pt x="15240" y="29922"/>
                                    <a:pt x="15240" y="29922"/>
                                  </a:cubicBezTo>
                                  <a:cubicBezTo>
                                    <a:pt x="15240" y="29922"/>
                                    <a:pt x="15240" y="29922"/>
                                    <a:pt x="15240" y="29922"/>
                                  </a:cubicBezTo>
                                  <a:cubicBezTo>
                                    <a:pt x="15240" y="29922"/>
                                    <a:pt x="15240" y="29922"/>
                                    <a:pt x="15240" y="29922"/>
                                  </a:cubicBezTo>
                                  <a:cubicBezTo>
                                    <a:pt x="15240" y="29922"/>
                                    <a:pt x="15240" y="28970"/>
                                    <a:pt x="15240" y="28970"/>
                                  </a:cubicBezTo>
                                  <a:cubicBezTo>
                                    <a:pt x="15240" y="28970"/>
                                    <a:pt x="15240" y="28017"/>
                                    <a:pt x="15240" y="28017"/>
                                  </a:cubicBezTo>
                                  <a:cubicBezTo>
                                    <a:pt x="15240" y="28017"/>
                                    <a:pt x="15240" y="27064"/>
                                    <a:pt x="15240" y="27064"/>
                                  </a:cubicBezTo>
                                  <a:cubicBezTo>
                                    <a:pt x="15240" y="26112"/>
                                    <a:pt x="15240" y="26112"/>
                                    <a:pt x="15240" y="25159"/>
                                  </a:cubicBezTo>
                                  <a:cubicBezTo>
                                    <a:pt x="15240" y="24207"/>
                                    <a:pt x="15240" y="24207"/>
                                    <a:pt x="15240" y="23255"/>
                                  </a:cubicBezTo>
                                  <a:lnTo>
                                    <a:pt x="15240" y="23255"/>
                                  </a:lnTo>
                                  <a:lnTo>
                                    <a:pt x="15240" y="23255"/>
                                  </a:lnTo>
                                  <a:cubicBezTo>
                                    <a:pt x="15240" y="23255"/>
                                    <a:pt x="15240" y="22302"/>
                                    <a:pt x="15240" y="22302"/>
                                  </a:cubicBezTo>
                                  <a:cubicBezTo>
                                    <a:pt x="15240" y="22302"/>
                                    <a:pt x="15240" y="21350"/>
                                    <a:pt x="15240" y="21350"/>
                                  </a:cubicBezTo>
                                  <a:cubicBezTo>
                                    <a:pt x="15240" y="21350"/>
                                    <a:pt x="15240" y="20397"/>
                                    <a:pt x="15240" y="20397"/>
                                  </a:cubicBezTo>
                                  <a:cubicBezTo>
                                    <a:pt x="15240" y="19445"/>
                                    <a:pt x="15240" y="19445"/>
                                    <a:pt x="15240" y="18492"/>
                                  </a:cubicBezTo>
                                  <a:cubicBezTo>
                                    <a:pt x="15240" y="17539"/>
                                    <a:pt x="15240" y="17539"/>
                                    <a:pt x="15240" y="16587"/>
                                  </a:cubicBezTo>
                                  <a:cubicBezTo>
                                    <a:pt x="15240" y="15634"/>
                                    <a:pt x="15240" y="15634"/>
                                    <a:pt x="15240" y="14682"/>
                                  </a:cubicBezTo>
                                  <a:cubicBezTo>
                                    <a:pt x="16193" y="15634"/>
                                    <a:pt x="16193" y="15634"/>
                                    <a:pt x="16193" y="16587"/>
                                  </a:cubicBezTo>
                                  <a:cubicBezTo>
                                    <a:pt x="17145" y="17539"/>
                                    <a:pt x="18097" y="18492"/>
                                    <a:pt x="18097" y="19445"/>
                                  </a:cubicBezTo>
                                  <a:cubicBezTo>
                                    <a:pt x="18097" y="19445"/>
                                    <a:pt x="19050" y="20397"/>
                                    <a:pt x="19050" y="20397"/>
                                  </a:cubicBezTo>
                                  <a:cubicBezTo>
                                    <a:pt x="19050" y="21350"/>
                                    <a:pt x="20002" y="21350"/>
                                    <a:pt x="20002" y="21350"/>
                                  </a:cubicBezTo>
                                  <a:cubicBezTo>
                                    <a:pt x="20955" y="22302"/>
                                    <a:pt x="20955" y="23255"/>
                                    <a:pt x="21907" y="24207"/>
                                  </a:cubicBezTo>
                                  <a:cubicBezTo>
                                    <a:pt x="21907" y="24207"/>
                                    <a:pt x="21907" y="25159"/>
                                    <a:pt x="22860" y="26112"/>
                                  </a:cubicBezTo>
                                  <a:cubicBezTo>
                                    <a:pt x="22860" y="26112"/>
                                    <a:pt x="22860" y="27064"/>
                                    <a:pt x="23813" y="27064"/>
                                  </a:cubicBezTo>
                                  <a:cubicBezTo>
                                    <a:pt x="23813" y="27064"/>
                                    <a:pt x="23813" y="27064"/>
                                    <a:pt x="23813" y="27064"/>
                                  </a:cubicBezTo>
                                  <a:lnTo>
                                    <a:pt x="23813" y="27064"/>
                                  </a:lnTo>
                                  <a:cubicBezTo>
                                    <a:pt x="23813" y="27064"/>
                                    <a:pt x="23813" y="26112"/>
                                    <a:pt x="22860" y="26112"/>
                                  </a:cubicBezTo>
                                  <a:cubicBezTo>
                                    <a:pt x="22860" y="25159"/>
                                    <a:pt x="22860" y="25159"/>
                                    <a:pt x="21907" y="24207"/>
                                  </a:cubicBezTo>
                                  <a:cubicBezTo>
                                    <a:pt x="21907" y="23255"/>
                                    <a:pt x="20955" y="22302"/>
                                    <a:pt x="20002" y="21350"/>
                                  </a:cubicBezTo>
                                  <a:cubicBezTo>
                                    <a:pt x="20002" y="21350"/>
                                    <a:pt x="20002" y="21350"/>
                                    <a:pt x="19050" y="20397"/>
                                  </a:cubicBezTo>
                                  <a:cubicBezTo>
                                    <a:pt x="19050" y="20397"/>
                                    <a:pt x="19050" y="19445"/>
                                    <a:pt x="19050" y="19445"/>
                                  </a:cubicBezTo>
                                  <a:cubicBezTo>
                                    <a:pt x="19050" y="19445"/>
                                    <a:pt x="19050" y="18492"/>
                                    <a:pt x="18097" y="18492"/>
                                  </a:cubicBezTo>
                                  <a:cubicBezTo>
                                    <a:pt x="18097" y="18492"/>
                                    <a:pt x="18097" y="17539"/>
                                    <a:pt x="17145" y="17539"/>
                                  </a:cubicBezTo>
                                  <a:cubicBezTo>
                                    <a:pt x="16193" y="16587"/>
                                    <a:pt x="15240" y="15634"/>
                                    <a:pt x="15240" y="14682"/>
                                  </a:cubicBezTo>
                                  <a:cubicBezTo>
                                    <a:pt x="14288" y="13730"/>
                                    <a:pt x="13335" y="12777"/>
                                    <a:pt x="12382" y="11825"/>
                                  </a:cubicBezTo>
                                  <a:cubicBezTo>
                                    <a:pt x="11430" y="10872"/>
                                    <a:pt x="11430" y="10872"/>
                                    <a:pt x="10477" y="9920"/>
                                  </a:cubicBezTo>
                                  <a:cubicBezTo>
                                    <a:pt x="10477" y="9920"/>
                                    <a:pt x="10477" y="9920"/>
                                    <a:pt x="10477" y="9920"/>
                                  </a:cubicBezTo>
                                  <a:cubicBezTo>
                                    <a:pt x="11430" y="9920"/>
                                    <a:pt x="11430" y="9920"/>
                                    <a:pt x="12382" y="10872"/>
                                  </a:cubicBezTo>
                                  <a:cubicBezTo>
                                    <a:pt x="14288" y="10872"/>
                                    <a:pt x="15240" y="11825"/>
                                    <a:pt x="17145" y="11825"/>
                                  </a:cubicBezTo>
                                  <a:cubicBezTo>
                                    <a:pt x="18097" y="11825"/>
                                    <a:pt x="19050" y="11825"/>
                                    <a:pt x="20002" y="12777"/>
                                  </a:cubicBezTo>
                                  <a:cubicBezTo>
                                    <a:pt x="20955" y="12777"/>
                                    <a:pt x="21907" y="13730"/>
                                    <a:pt x="22860" y="13730"/>
                                  </a:cubicBezTo>
                                  <a:cubicBezTo>
                                    <a:pt x="23813" y="13730"/>
                                    <a:pt x="24765" y="14682"/>
                                    <a:pt x="25718" y="15634"/>
                                  </a:cubicBezTo>
                                  <a:cubicBezTo>
                                    <a:pt x="26670" y="16587"/>
                                    <a:pt x="27622" y="16587"/>
                                    <a:pt x="28575" y="17539"/>
                                  </a:cubicBezTo>
                                  <a:cubicBezTo>
                                    <a:pt x="28575" y="17539"/>
                                    <a:pt x="29527" y="18492"/>
                                    <a:pt x="29527" y="18492"/>
                                  </a:cubicBezTo>
                                  <a:cubicBezTo>
                                    <a:pt x="29527" y="18492"/>
                                    <a:pt x="30480" y="19445"/>
                                    <a:pt x="30480" y="20397"/>
                                  </a:cubicBezTo>
                                  <a:cubicBezTo>
                                    <a:pt x="30480" y="20397"/>
                                    <a:pt x="30480" y="21350"/>
                                    <a:pt x="31432" y="21350"/>
                                  </a:cubicBezTo>
                                  <a:cubicBezTo>
                                    <a:pt x="31432" y="21350"/>
                                    <a:pt x="31432" y="22302"/>
                                    <a:pt x="31432" y="22302"/>
                                  </a:cubicBezTo>
                                  <a:cubicBezTo>
                                    <a:pt x="31432" y="23255"/>
                                    <a:pt x="32385" y="23255"/>
                                    <a:pt x="32385" y="24207"/>
                                  </a:cubicBezTo>
                                  <a:cubicBezTo>
                                    <a:pt x="32385" y="24207"/>
                                    <a:pt x="32385" y="24207"/>
                                    <a:pt x="32385" y="24207"/>
                                  </a:cubicBezTo>
                                  <a:cubicBezTo>
                                    <a:pt x="32385" y="24207"/>
                                    <a:pt x="32385" y="24207"/>
                                    <a:pt x="32385" y="24207"/>
                                  </a:cubicBezTo>
                                  <a:lnTo>
                                    <a:pt x="32385" y="24207"/>
                                  </a:lnTo>
                                  <a:cubicBezTo>
                                    <a:pt x="32385" y="23255"/>
                                    <a:pt x="31432" y="22302"/>
                                    <a:pt x="30480" y="21350"/>
                                  </a:cubicBezTo>
                                  <a:cubicBezTo>
                                    <a:pt x="29527" y="20397"/>
                                    <a:pt x="29527" y="19445"/>
                                    <a:pt x="28575" y="18492"/>
                                  </a:cubicBezTo>
                                  <a:cubicBezTo>
                                    <a:pt x="27622" y="17539"/>
                                    <a:pt x="26670" y="16587"/>
                                    <a:pt x="25718" y="16587"/>
                                  </a:cubicBezTo>
                                  <a:cubicBezTo>
                                    <a:pt x="24765" y="15634"/>
                                    <a:pt x="23813" y="15634"/>
                                    <a:pt x="22860" y="14682"/>
                                  </a:cubicBezTo>
                                  <a:cubicBezTo>
                                    <a:pt x="21907" y="14682"/>
                                    <a:pt x="20955" y="13730"/>
                                    <a:pt x="20002" y="13730"/>
                                  </a:cubicBezTo>
                                  <a:cubicBezTo>
                                    <a:pt x="19050" y="13730"/>
                                    <a:pt x="18097" y="13730"/>
                                    <a:pt x="17145" y="12777"/>
                                  </a:cubicBezTo>
                                  <a:cubicBezTo>
                                    <a:pt x="15240" y="12777"/>
                                    <a:pt x="13335" y="11825"/>
                                    <a:pt x="12382" y="11825"/>
                                  </a:cubicBezTo>
                                  <a:cubicBezTo>
                                    <a:pt x="11430" y="11825"/>
                                    <a:pt x="11430" y="11825"/>
                                    <a:pt x="10477" y="10872"/>
                                  </a:cubicBezTo>
                                  <a:cubicBezTo>
                                    <a:pt x="9525" y="10872"/>
                                    <a:pt x="9525" y="10872"/>
                                    <a:pt x="9525" y="9920"/>
                                  </a:cubicBezTo>
                                  <a:cubicBezTo>
                                    <a:pt x="9525" y="9920"/>
                                    <a:pt x="8572" y="9920"/>
                                    <a:pt x="8572" y="9920"/>
                                  </a:cubicBezTo>
                                  <a:cubicBezTo>
                                    <a:pt x="7620" y="8967"/>
                                    <a:pt x="7620" y="8967"/>
                                    <a:pt x="6668" y="8014"/>
                                  </a:cubicBezTo>
                                  <a:cubicBezTo>
                                    <a:pt x="6668" y="8014"/>
                                    <a:pt x="5715" y="7062"/>
                                    <a:pt x="5715" y="7062"/>
                                  </a:cubicBezTo>
                                  <a:cubicBezTo>
                                    <a:pt x="5715" y="7062"/>
                                    <a:pt x="4763" y="6109"/>
                                    <a:pt x="4763" y="6109"/>
                                  </a:cubicBezTo>
                                  <a:cubicBezTo>
                                    <a:pt x="3810" y="5157"/>
                                    <a:pt x="3810" y="4205"/>
                                    <a:pt x="2857" y="4205"/>
                                  </a:cubicBezTo>
                                  <a:cubicBezTo>
                                    <a:pt x="2857" y="4205"/>
                                    <a:pt x="2857" y="4205"/>
                                    <a:pt x="2857" y="4205"/>
                                  </a:cubicBezTo>
                                  <a:cubicBezTo>
                                    <a:pt x="2857" y="4205"/>
                                    <a:pt x="2857" y="4205"/>
                                    <a:pt x="2857" y="4205"/>
                                  </a:cubicBezTo>
                                  <a:cubicBezTo>
                                    <a:pt x="3810" y="4205"/>
                                    <a:pt x="3810" y="4205"/>
                                    <a:pt x="4763" y="4205"/>
                                  </a:cubicBezTo>
                                  <a:cubicBezTo>
                                    <a:pt x="4763" y="4205"/>
                                    <a:pt x="5715" y="4205"/>
                                    <a:pt x="5715" y="4205"/>
                                  </a:cubicBezTo>
                                  <a:cubicBezTo>
                                    <a:pt x="5715" y="4205"/>
                                    <a:pt x="6668" y="4205"/>
                                    <a:pt x="6668" y="4205"/>
                                  </a:cubicBezTo>
                                  <a:cubicBezTo>
                                    <a:pt x="7620" y="4205"/>
                                    <a:pt x="8572" y="4205"/>
                                    <a:pt x="9525" y="4205"/>
                                  </a:cubicBezTo>
                                  <a:cubicBezTo>
                                    <a:pt x="10477" y="4205"/>
                                    <a:pt x="11430" y="4205"/>
                                    <a:pt x="12382" y="4205"/>
                                  </a:cubicBezTo>
                                  <a:cubicBezTo>
                                    <a:pt x="13335" y="4205"/>
                                    <a:pt x="14288" y="4205"/>
                                    <a:pt x="16193" y="4205"/>
                                  </a:cubicBezTo>
                                  <a:cubicBezTo>
                                    <a:pt x="17145" y="4205"/>
                                    <a:pt x="18097" y="4205"/>
                                    <a:pt x="20002" y="4205"/>
                                  </a:cubicBezTo>
                                  <a:cubicBezTo>
                                    <a:pt x="20955" y="4205"/>
                                    <a:pt x="22860" y="4205"/>
                                    <a:pt x="23813" y="5157"/>
                                  </a:cubicBezTo>
                                  <a:cubicBezTo>
                                    <a:pt x="24765" y="5157"/>
                                    <a:pt x="25718" y="6109"/>
                                    <a:pt x="27622" y="6109"/>
                                  </a:cubicBezTo>
                                  <a:cubicBezTo>
                                    <a:pt x="28575" y="6109"/>
                                    <a:pt x="28575" y="7062"/>
                                    <a:pt x="29527" y="7062"/>
                                  </a:cubicBezTo>
                                  <a:cubicBezTo>
                                    <a:pt x="30480" y="7062"/>
                                    <a:pt x="30480" y="8014"/>
                                    <a:pt x="31432" y="8014"/>
                                  </a:cubicBezTo>
                                  <a:cubicBezTo>
                                    <a:pt x="32385" y="8014"/>
                                    <a:pt x="32385" y="8967"/>
                                    <a:pt x="32385" y="8967"/>
                                  </a:cubicBezTo>
                                  <a:cubicBezTo>
                                    <a:pt x="32385" y="8967"/>
                                    <a:pt x="33338" y="9920"/>
                                    <a:pt x="33338" y="9920"/>
                                  </a:cubicBezTo>
                                  <a:cubicBezTo>
                                    <a:pt x="33338" y="9920"/>
                                    <a:pt x="34290" y="10872"/>
                                    <a:pt x="34290" y="10872"/>
                                  </a:cubicBezTo>
                                  <a:cubicBezTo>
                                    <a:pt x="34290" y="10872"/>
                                    <a:pt x="34290" y="11825"/>
                                    <a:pt x="35243" y="11825"/>
                                  </a:cubicBezTo>
                                  <a:cubicBezTo>
                                    <a:pt x="35243" y="11825"/>
                                    <a:pt x="35243" y="11825"/>
                                    <a:pt x="35243" y="11825"/>
                                  </a:cubicBezTo>
                                  <a:cubicBezTo>
                                    <a:pt x="35243" y="11825"/>
                                    <a:pt x="35243" y="11825"/>
                                    <a:pt x="35243" y="10872"/>
                                  </a:cubicBezTo>
                                  <a:cubicBezTo>
                                    <a:pt x="35243" y="10872"/>
                                    <a:pt x="34290" y="9920"/>
                                    <a:pt x="34290" y="9920"/>
                                  </a:cubicBezTo>
                                  <a:cubicBezTo>
                                    <a:pt x="34290" y="9920"/>
                                    <a:pt x="33338" y="8967"/>
                                    <a:pt x="33338" y="8967"/>
                                  </a:cubicBezTo>
                                  <a:cubicBezTo>
                                    <a:pt x="33338" y="8967"/>
                                    <a:pt x="32385" y="8014"/>
                                    <a:pt x="32385" y="8014"/>
                                  </a:cubicBezTo>
                                  <a:cubicBezTo>
                                    <a:pt x="31432" y="8014"/>
                                    <a:pt x="31432" y="7062"/>
                                    <a:pt x="30480" y="7062"/>
                                  </a:cubicBezTo>
                                  <a:cubicBezTo>
                                    <a:pt x="29527" y="7062"/>
                                    <a:pt x="29527" y="6109"/>
                                    <a:pt x="28575" y="6109"/>
                                  </a:cubicBezTo>
                                  <a:cubicBezTo>
                                    <a:pt x="27622" y="5157"/>
                                    <a:pt x="26670" y="5157"/>
                                    <a:pt x="24765" y="5157"/>
                                  </a:cubicBezTo>
                                  <a:cubicBezTo>
                                    <a:pt x="23813" y="5157"/>
                                    <a:pt x="22860" y="4205"/>
                                    <a:pt x="20955" y="4205"/>
                                  </a:cubicBezTo>
                                  <a:cubicBezTo>
                                    <a:pt x="20002" y="4205"/>
                                    <a:pt x="19050" y="4205"/>
                                    <a:pt x="17145" y="4205"/>
                                  </a:cubicBezTo>
                                  <a:cubicBezTo>
                                    <a:pt x="16193" y="4205"/>
                                    <a:pt x="15240" y="4205"/>
                                    <a:pt x="13335" y="4205"/>
                                  </a:cubicBezTo>
                                  <a:cubicBezTo>
                                    <a:pt x="12382" y="4205"/>
                                    <a:pt x="11430" y="4205"/>
                                    <a:pt x="10477" y="4205"/>
                                  </a:cubicBezTo>
                                  <a:cubicBezTo>
                                    <a:pt x="9525" y="4205"/>
                                    <a:pt x="8572" y="4205"/>
                                    <a:pt x="7620" y="4205"/>
                                  </a:cubicBezTo>
                                  <a:cubicBezTo>
                                    <a:pt x="7620" y="4205"/>
                                    <a:pt x="6668" y="4205"/>
                                    <a:pt x="6668" y="4205"/>
                                  </a:cubicBezTo>
                                  <a:cubicBezTo>
                                    <a:pt x="6668" y="4205"/>
                                    <a:pt x="5715" y="4205"/>
                                    <a:pt x="5715" y="4205"/>
                                  </a:cubicBezTo>
                                  <a:cubicBezTo>
                                    <a:pt x="4763" y="4205"/>
                                    <a:pt x="4763" y="4205"/>
                                    <a:pt x="3810" y="4205"/>
                                  </a:cubicBezTo>
                                  <a:cubicBezTo>
                                    <a:pt x="3810" y="4205"/>
                                    <a:pt x="2857" y="4205"/>
                                    <a:pt x="2857" y="4205"/>
                                  </a:cubicBezTo>
                                  <a:lnTo>
                                    <a:pt x="2857" y="4205"/>
                                  </a:lnTo>
                                  <a:cubicBezTo>
                                    <a:pt x="2857" y="4205"/>
                                    <a:pt x="2857" y="3252"/>
                                    <a:pt x="1905" y="3252"/>
                                  </a:cubicBezTo>
                                  <a:cubicBezTo>
                                    <a:pt x="1905" y="2300"/>
                                    <a:pt x="952" y="2300"/>
                                    <a:pt x="952" y="1347"/>
                                  </a:cubicBezTo>
                                  <a:cubicBezTo>
                                    <a:pt x="0" y="395"/>
                                    <a:pt x="0" y="395"/>
                                    <a:pt x="0" y="395"/>
                                  </a:cubicBezTo>
                                  <a:cubicBezTo>
                                    <a:pt x="5715" y="-558"/>
                                    <a:pt x="4763" y="395"/>
                                    <a:pt x="5715" y="1347"/>
                                  </a:cubicBezTo>
                                  <a:cubicBezTo>
                                    <a:pt x="4763" y="395"/>
                                    <a:pt x="4763" y="1347"/>
                                    <a:pt x="5715" y="1347"/>
                                  </a:cubicBezTo>
                                  <a:close/>
                                </a:path>
                              </a:pathLst>
                            </a:custGeom>
                            <a:grpFill/>
                            <a:ln w="9525" cap="flat">
                              <a:noFill/>
                              <a:prstDash val="solid"/>
                              <a:miter/>
                            </a:ln>
                          </p:spPr>
                          <p:txBody>
                            <a:bodyPr rtlCol="0" anchor="ctr"/>
                            <a:lstStyle/>
                            <a:p>
                              <a:endParaRPr lang="en-US"/>
                            </a:p>
                          </p:txBody>
                        </p:sp>
                      </p:grpSp>
                      <p:grpSp>
                        <p:nvGrpSpPr>
                          <p:cNvPr id="357" name="Graphic 2">
                            <a:extLst>
                              <a:ext uri="{FF2B5EF4-FFF2-40B4-BE49-F238E27FC236}">
                                <a16:creationId xmlns:a16="http://schemas.microsoft.com/office/drawing/2014/main" id="{AE736AF3-0337-429B-AEF1-DA4B52809559}"/>
                              </a:ext>
                            </a:extLst>
                          </p:cNvPr>
                          <p:cNvGrpSpPr/>
                          <p:nvPr/>
                        </p:nvGrpSpPr>
                        <p:grpSpPr>
                          <a:xfrm>
                            <a:off x="3779701" y="2236937"/>
                            <a:ext cx="159693" cy="115653"/>
                            <a:chOff x="3779701" y="2236937"/>
                            <a:chExt cx="159693" cy="115653"/>
                          </a:xfrm>
                          <a:grpFill/>
                        </p:grpSpPr>
                        <p:sp>
                          <p:nvSpPr>
                            <p:cNvPr id="358" name="Freeform: Shape 357">
                              <a:extLst>
                                <a:ext uri="{FF2B5EF4-FFF2-40B4-BE49-F238E27FC236}">
                                  <a16:creationId xmlns:a16="http://schemas.microsoft.com/office/drawing/2014/main" id="{0EACDD81-6893-4D0A-8FAE-826D190F1371}"/>
                                </a:ext>
                              </a:extLst>
                            </p:cNvPr>
                            <p:cNvSpPr/>
                            <p:nvPr/>
                          </p:nvSpPr>
                          <p:spPr>
                            <a:xfrm>
                              <a:off x="3780654" y="2236937"/>
                              <a:ext cx="158740" cy="115653"/>
                            </a:xfrm>
                            <a:custGeom>
                              <a:avLst/>
                              <a:gdLst>
                                <a:gd name="connsiteX0" fmla="*/ 111442 w 158740"/>
                                <a:gd name="connsiteY0" fmla="*/ 357 h 115653"/>
                                <a:gd name="connsiteX1" fmla="*/ 105727 w 158740"/>
                                <a:gd name="connsiteY1" fmla="*/ 5120 h 115653"/>
                                <a:gd name="connsiteX2" fmla="*/ 105727 w 158740"/>
                                <a:gd name="connsiteY2" fmla="*/ 5120 h 115653"/>
                                <a:gd name="connsiteX3" fmla="*/ 104775 w 158740"/>
                                <a:gd name="connsiteY3" fmla="*/ 6072 h 115653"/>
                                <a:gd name="connsiteX4" fmla="*/ 86677 w 158740"/>
                                <a:gd name="connsiteY4" fmla="*/ 4167 h 115653"/>
                                <a:gd name="connsiteX5" fmla="*/ 73342 w 158740"/>
                                <a:gd name="connsiteY5" fmla="*/ 13692 h 115653"/>
                                <a:gd name="connsiteX6" fmla="*/ 76200 w 158740"/>
                                <a:gd name="connsiteY6" fmla="*/ 23217 h 115653"/>
                                <a:gd name="connsiteX7" fmla="*/ 84772 w 158740"/>
                                <a:gd name="connsiteY7" fmla="*/ 37505 h 115653"/>
                                <a:gd name="connsiteX8" fmla="*/ 79057 w 158740"/>
                                <a:gd name="connsiteY8" fmla="*/ 37505 h 115653"/>
                                <a:gd name="connsiteX9" fmla="*/ 72390 w 158740"/>
                                <a:gd name="connsiteY9" fmla="*/ 37505 h 115653"/>
                                <a:gd name="connsiteX10" fmla="*/ 56197 w 158740"/>
                                <a:gd name="connsiteY10" fmla="*/ 37505 h 115653"/>
                                <a:gd name="connsiteX11" fmla="*/ 38100 w 158740"/>
                                <a:gd name="connsiteY11" fmla="*/ 41315 h 115653"/>
                                <a:gd name="connsiteX12" fmla="*/ 38100 w 158740"/>
                                <a:gd name="connsiteY12" fmla="*/ 41315 h 115653"/>
                                <a:gd name="connsiteX13" fmla="*/ 38100 w 158740"/>
                                <a:gd name="connsiteY13" fmla="*/ 41315 h 115653"/>
                                <a:gd name="connsiteX14" fmla="*/ 3810 w 158740"/>
                                <a:gd name="connsiteY14" fmla="*/ 71795 h 115653"/>
                                <a:gd name="connsiteX15" fmla="*/ 0 w 158740"/>
                                <a:gd name="connsiteY15" fmla="*/ 88940 h 115653"/>
                                <a:gd name="connsiteX16" fmla="*/ 0 w 158740"/>
                                <a:gd name="connsiteY16" fmla="*/ 92750 h 115653"/>
                                <a:gd name="connsiteX17" fmla="*/ 0 w 158740"/>
                                <a:gd name="connsiteY17" fmla="*/ 92750 h 115653"/>
                                <a:gd name="connsiteX18" fmla="*/ 2857 w 158740"/>
                                <a:gd name="connsiteY18" fmla="*/ 100370 h 115653"/>
                                <a:gd name="connsiteX19" fmla="*/ 5715 w 158740"/>
                                <a:gd name="connsiteY19" fmla="*/ 109895 h 115653"/>
                                <a:gd name="connsiteX20" fmla="*/ 11430 w 158740"/>
                                <a:gd name="connsiteY20" fmla="*/ 112752 h 115653"/>
                                <a:gd name="connsiteX21" fmla="*/ 11430 w 158740"/>
                                <a:gd name="connsiteY21" fmla="*/ 112752 h 115653"/>
                                <a:gd name="connsiteX22" fmla="*/ 43815 w 158740"/>
                                <a:gd name="connsiteY22" fmla="*/ 112752 h 115653"/>
                                <a:gd name="connsiteX23" fmla="*/ 43815 w 158740"/>
                                <a:gd name="connsiteY23" fmla="*/ 112752 h 115653"/>
                                <a:gd name="connsiteX24" fmla="*/ 50482 w 158740"/>
                                <a:gd name="connsiteY24" fmla="*/ 110847 h 115653"/>
                                <a:gd name="connsiteX25" fmla="*/ 57150 w 158740"/>
                                <a:gd name="connsiteY25" fmla="*/ 108942 h 115653"/>
                                <a:gd name="connsiteX26" fmla="*/ 69532 w 158740"/>
                                <a:gd name="connsiteY26" fmla="*/ 107037 h 115653"/>
                                <a:gd name="connsiteX27" fmla="*/ 125730 w 158740"/>
                                <a:gd name="connsiteY27" fmla="*/ 81320 h 115653"/>
                                <a:gd name="connsiteX28" fmla="*/ 137160 w 158740"/>
                                <a:gd name="connsiteY28" fmla="*/ 68937 h 115653"/>
                                <a:gd name="connsiteX29" fmla="*/ 147638 w 158740"/>
                                <a:gd name="connsiteY29" fmla="*/ 60365 h 115653"/>
                                <a:gd name="connsiteX30" fmla="*/ 147638 w 158740"/>
                                <a:gd name="connsiteY30" fmla="*/ 60365 h 115653"/>
                                <a:gd name="connsiteX31" fmla="*/ 147638 w 158740"/>
                                <a:gd name="connsiteY31" fmla="*/ 60365 h 115653"/>
                                <a:gd name="connsiteX32" fmla="*/ 147638 w 158740"/>
                                <a:gd name="connsiteY32" fmla="*/ 60365 h 115653"/>
                                <a:gd name="connsiteX33" fmla="*/ 151447 w 158740"/>
                                <a:gd name="connsiteY33" fmla="*/ 56555 h 115653"/>
                                <a:gd name="connsiteX34" fmla="*/ 151447 w 158740"/>
                                <a:gd name="connsiteY34" fmla="*/ 56555 h 115653"/>
                                <a:gd name="connsiteX35" fmla="*/ 151447 w 158740"/>
                                <a:gd name="connsiteY35" fmla="*/ 56555 h 115653"/>
                                <a:gd name="connsiteX36" fmla="*/ 157163 w 158740"/>
                                <a:gd name="connsiteY36" fmla="*/ 44172 h 115653"/>
                                <a:gd name="connsiteX37" fmla="*/ 158115 w 158740"/>
                                <a:gd name="connsiteY37" fmla="*/ 27027 h 115653"/>
                                <a:gd name="connsiteX38" fmla="*/ 150495 w 158740"/>
                                <a:gd name="connsiteY38" fmla="*/ 11787 h 115653"/>
                                <a:gd name="connsiteX39" fmla="*/ 150495 w 158740"/>
                                <a:gd name="connsiteY39" fmla="*/ 10835 h 115653"/>
                                <a:gd name="connsiteX40" fmla="*/ 150495 w 158740"/>
                                <a:gd name="connsiteY40" fmla="*/ 10835 h 115653"/>
                                <a:gd name="connsiteX41" fmla="*/ 140970 w 158740"/>
                                <a:gd name="connsiteY41" fmla="*/ 3215 h 115653"/>
                                <a:gd name="connsiteX42" fmla="*/ 111442 w 158740"/>
                                <a:gd name="connsiteY42" fmla="*/ 357 h 115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58740" h="115653">
                                  <a:moveTo>
                                    <a:pt x="111442" y="357"/>
                                  </a:moveTo>
                                  <a:cubicBezTo>
                                    <a:pt x="106680" y="1310"/>
                                    <a:pt x="108585" y="3215"/>
                                    <a:pt x="105727" y="5120"/>
                                  </a:cubicBezTo>
                                  <a:lnTo>
                                    <a:pt x="105727" y="5120"/>
                                  </a:lnTo>
                                  <a:cubicBezTo>
                                    <a:pt x="105727" y="5120"/>
                                    <a:pt x="104775" y="6072"/>
                                    <a:pt x="104775" y="6072"/>
                                  </a:cubicBezTo>
                                  <a:cubicBezTo>
                                    <a:pt x="102870" y="4167"/>
                                    <a:pt x="89535" y="3215"/>
                                    <a:pt x="86677" y="4167"/>
                                  </a:cubicBezTo>
                                  <a:cubicBezTo>
                                    <a:pt x="80963" y="5120"/>
                                    <a:pt x="74295" y="7977"/>
                                    <a:pt x="73342" y="13692"/>
                                  </a:cubicBezTo>
                                  <a:cubicBezTo>
                                    <a:pt x="72390" y="17502"/>
                                    <a:pt x="74295" y="20360"/>
                                    <a:pt x="76200" y="23217"/>
                                  </a:cubicBezTo>
                                  <a:cubicBezTo>
                                    <a:pt x="80010" y="27980"/>
                                    <a:pt x="81915" y="32742"/>
                                    <a:pt x="84772" y="37505"/>
                                  </a:cubicBezTo>
                                  <a:cubicBezTo>
                                    <a:pt x="82867" y="37505"/>
                                    <a:pt x="80010" y="37505"/>
                                    <a:pt x="79057" y="37505"/>
                                  </a:cubicBezTo>
                                  <a:cubicBezTo>
                                    <a:pt x="77152" y="37505"/>
                                    <a:pt x="74295" y="37505"/>
                                    <a:pt x="72390" y="37505"/>
                                  </a:cubicBezTo>
                                  <a:cubicBezTo>
                                    <a:pt x="66675" y="37505"/>
                                    <a:pt x="60960" y="37505"/>
                                    <a:pt x="56197" y="37505"/>
                                  </a:cubicBezTo>
                                  <a:cubicBezTo>
                                    <a:pt x="50482" y="38457"/>
                                    <a:pt x="42863" y="40362"/>
                                    <a:pt x="38100" y="41315"/>
                                  </a:cubicBezTo>
                                  <a:lnTo>
                                    <a:pt x="38100" y="41315"/>
                                  </a:lnTo>
                                  <a:cubicBezTo>
                                    <a:pt x="38100" y="41315"/>
                                    <a:pt x="38100" y="41315"/>
                                    <a:pt x="38100" y="41315"/>
                                  </a:cubicBezTo>
                                  <a:cubicBezTo>
                                    <a:pt x="23813" y="46077"/>
                                    <a:pt x="10477" y="56555"/>
                                    <a:pt x="3810" y="71795"/>
                                  </a:cubicBezTo>
                                  <a:cubicBezTo>
                                    <a:pt x="1905" y="75605"/>
                                    <a:pt x="0" y="83225"/>
                                    <a:pt x="0" y="88940"/>
                                  </a:cubicBezTo>
                                  <a:cubicBezTo>
                                    <a:pt x="0" y="89892"/>
                                    <a:pt x="0" y="90845"/>
                                    <a:pt x="0" y="92750"/>
                                  </a:cubicBezTo>
                                  <a:cubicBezTo>
                                    <a:pt x="0" y="92750"/>
                                    <a:pt x="0" y="92750"/>
                                    <a:pt x="0" y="92750"/>
                                  </a:cubicBezTo>
                                  <a:cubicBezTo>
                                    <a:pt x="0" y="95607"/>
                                    <a:pt x="952" y="98465"/>
                                    <a:pt x="2857" y="100370"/>
                                  </a:cubicBezTo>
                                  <a:cubicBezTo>
                                    <a:pt x="1905" y="104180"/>
                                    <a:pt x="2857" y="107990"/>
                                    <a:pt x="5715" y="109895"/>
                                  </a:cubicBezTo>
                                  <a:cubicBezTo>
                                    <a:pt x="7620" y="110847"/>
                                    <a:pt x="9525" y="111800"/>
                                    <a:pt x="11430" y="112752"/>
                                  </a:cubicBezTo>
                                  <a:lnTo>
                                    <a:pt x="11430" y="112752"/>
                                  </a:lnTo>
                                  <a:cubicBezTo>
                                    <a:pt x="20002" y="117515"/>
                                    <a:pt x="31432" y="115610"/>
                                    <a:pt x="43815" y="112752"/>
                                  </a:cubicBezTo>
                                  <a:cubicBezTo>
                                    <a:pt x="43815" y="112752"/>
                                    <a:pt x="43815" y="112752"/>
                                    <a:pt x="43815" y="112752"/>
                                  </a:cubicBezTo>
                                  <a:cubicBezTo>
                                    <a:pt x="45720" y="111800"/>
                                    <a:pt x="48577" y="111800"/>
                                    <a:pt x="50482" y="110847"/>
                                  </a:cubicBezTo>
                                  <a:cubicBezTo>
                                    <a:pt x="53340" y="109895"/>
                                    <a:pt x="55245" y="109895"/>
                                    <a:pt x="57150" y="108942"/>
                                  </a:cubicBezTo>
                                  <a:cubicBezTo>
                                    <a:pt x="61913" y="107990"/>
                                    <a:pt x="65722" y="107037"/>
                                    <a:pt x="69532" y="107037"/>
                                  </a:cubicBezTo>
                                  <a:cubicBezTo>
                                    <a:pt x="91440" y="104180"/>
                                    <a:pt x="109538" y="102275"/>
                                    <a:pt x="125730" y="81320"/>
                                  </a:cubicBezTo>
                                  <a:cubicBezTo>
                                    <a:pt x="129540" y="78462"/>
                                    <a:pt x="134302" y="73700"/>
                                    <a:pt x="137160" y="68937"/>
                                  </a:cubicBezTo>
                                  <a:cubicBezTo>
                                    <a:pt x="140017" y="67032"/>
                                    <a:pt x="144780" y="63222"/>
                                    <a:pt x="147638" y="60365"/>
                                  </a:cubicBezTo>
                                  <a:lnTo>
                                    <a:pt x="147638" y="60365"/>
                                  </a:lnTo>
                                  <a:lnTo>
                                    <a:pt x="147638" y="60365"/>
                                  </a:lnTo>
                                  <a:cubicBezTo>
                                    <a:pt x="147638" y="60365"/>
                                    <a:pt x="147638" y="60365"/>
                                    <a:pt x="147638" y="60365"/>
                                  </a:cubicBezTo>
                                  <a:lnTo>
                                    <a:pt x="151447" y="56555"/>
                                  </a:lnTo>
                                  <a:lnTo>
                                    <a:pt x="151447" y="56555"/>
                                  </a:lnTo>
                                  <a:cubicBezTo>
                                    <a:pt x="151447" y="56555"/>
                                    <a:pt x="151447" y="56555"/>
                                    <a:pt x="151447" y="56555"/>
                                  </a:cubicBezTo>
                                  <a:cubicBezTo>
                                    <a:pt x="154305" y="52745"/>
                                    <a:pt x="156210" y="48935"/>
                                    <a:pt x="157163" y="44172"/>
                                  </a:cubicBezTo>
                                  <a:cubicBezTo>
                                    <a:pt x="159067" y="38457"/>
                                    <a:pt x="159067" y="32742"/>
                                    <a:pt x="158115" y="27027"/>
                                  </a:cubicBezTo>
                                  <a:cubicBezTo>
                                    <a:pt x="157163" y="21312"/>
                                    <a:pt x="154305" y="16550"/>
                                    <a:pt x="150495" y="11787"/>
                                  </a:cubicBezTo>
                                  <a:cubicBezTo>
                                    <a:pt x="150495" y="11787"/>
                                    <a:pt x="150495" y="11787"/>
                                    <a:pt x="150495" y="10835"/>
                                  </a:cubicBezTo>
                                  <a:lnTo>
                                    <a:pt x="150495" y="10835"/>
                                  </a:lnTo>
                                  <a:cubicBezTo>
                                    <a:pt x="147638" y="7977"/>
                                    <a:pt x="143827" y="5120"/>
                                    <a:pt x="140970" y="3215"/>
                                  </a:cubicBezTo>
                                  <a:cubicBezTo>
                                    <a:pt x="129540" y="357"/>
                                    <a:pt x="120015" y="-595"/>
                                    <a:pt x="111442" y="357"/>
                                  </a:cubicBezTo>
                                  <a:close/>
                                </a:path>
                              </a:pathLst>
                            </a:custGeom>
                            <a:grpFill/>
                            <a:ln w="9525" cap="flat">
                              <a:noFill/>
                              <a:prstDash val="solid"/>
                              <a:miter/>
                            </a:ln>
                          </p:spPr>
                          <p:txBody>
                            <a:bodyPr rtlCol="0" anchor="ctr"/>
                            <a:lstStyle/>
                            <a:p>
                              <a:endParaRPr lang="en-US"/>
                            </a:p>
                          </p:txBody>
                        </p:sp>
                        <p:grpSp>
                          <p:nvGrpSpPr>
                            <p:cNvPr id="359" name="Graphic 2">
                              <a:extLst>
                                <a:ext uri="{FF2B5EF4-FFF2-40B4-BE49-F238E27FC236}">
                                  <a16:creationId xmlns:a16="http://schemas.microsoft.com/office/drawing/2014/main" id="{AE736AF3-0337-429B-AEF1-DA4B52809559}"/>
                                </a:ext>
                              </a:extLst>
                            </p:cNvPr>
                            <p:cNvGrpSpPr/>
                            <p:nvPr/>
                          </p:nvGrpSpPr>
                          <p:grpSpPr>
                            <a:xfrm>
                              <a:off x="3779701" y="2238246"/>
                              <a:ext cx="148590" cy="110490"/>
                              <a:chOff x="3779701" y="2238246"/>
                              <a:chExt cx="148590" cy="110490"/>
                            </a:xfrm>
                            <a:grpFill/>
                          </p:grpSpPr>
                          <p:sp>
                            <p:nvSpPr>
                              <p:cNvPr id="360" name="Freeform: Shape 359">
                                <a:extLst>
                                  <a:ext uri="{FF2B5EF4-FFF2-40B4-BE49-F238E27FC236}">
                                    <a16:creationId xmlns:a16="http://schemas.microsoft.com/office/drawing/2014/main" id="{39BD0E63-9640-49E1-B32A-9C3D8183A1FD}"/>
                                  </a:ext>
                                </a:extLst>
                              </p:cNvPr>
                              <p:cNvSpPr/>
                              <p:nvPr/>
                            </p:nvSpPr>
                            <p:spPr>
                              <a:xfrm>
                                <a:off x="3779701" y="2269679"/>
                                <a:ext cx="144780" cy="79057"/>
                              </a:xfrm>
                              <a:custGeom>
                                <a:avLst/>
                                <a:gdLst>
                                  <a:gd name="connsiteX0" fmla="*/ 100013 w 144780"/>
                                  <a:gd name="connsiteY0" fmla="*/ 12383 h 79057"/>
                                  <a:gd name="connsiteX1" fmla="*/ 102870 w 144780"/>
                                  <a:gd name="connsiteY1" fmla="*/ 13335 h 79057"/>
                                  <a:gd name="connsiteX2" fmla="*/ 106680 w 144780"/>
                                  <a:gd name="connsiteY2" fmla="*/ 14288 h 79057"/>
                                  <a:gd name="connsiteX3" fmla="*/ 120015 w 144780"/>
                                  <a:gd name="connsiteY3" fmla="*/ 19050 h 79057"/>
                                  <a:gd name="connsiteX4" fmla="*/ 131445 w 144780"/>
                                  <a:gd name="connsiteY4" fmla="*/ 23813 h 79057"/>
                                  <a:gd name="connsiteX5" fmla="*/ 140018 w 144780"/>
                                  <a:gd name="connsiteY5" fmla="*/ 26670 h 79057"/>
                                  <a:gd name="connsiteX6" fmla="*/ 144780 w 144780"/>
                                  <a:gd name="connsiteY6" fmla="*/ 27623 h 79057"/>
                                  <a:gd name="connsiteX7" fmla="*/ 141923 w 144780"/>
                                  <a:gd name="connsiteY7" fmla="*/ 30480 h 79057"/>
                                  <a:gd name="connsiteX8" fmla="*/ 140018 w 144780"/>
                                  <a:gd name="connsiteY8" fmla="*/ 29528 h 79057"/>
                                  <a:gd name="connsiteX9" fmla="*/ 120015 w 144780"/>
                                  <a:gd name="connsiteY9" fmla="*/ 21908 h 79057"/>
                                  <a:gd name="connsiteX10" fmla="*/ 119063 w 144780"/>
                                  <a:gd name="connsiteY10" fmla="*/ 21908 h 79057"/>
                                  <a:gd name="connsiteX11" fmla="*/ 115253 w 144780"/>
                                  <a:gd name="connsiteY11" fmla="*/ 21908 h 79057"/>
                                  <a:gd name="connsiteX12" fmla="*/ 101918 w 144780"/>
                                  <a:gd name="connsiteY12" fmla="*/ 24765 h 79057"/>
                                  <a:gd name="connsiteX13" fmla="*/ 94298 w 144780"/>
                                  <a:gd name="connsiteY13" fmla="*/ 28575 h 79057"/>
                                  <a:gd name="connsiteX14" fmla="*/ 86678 w 144780"/>
                                  <a:gd name="connsiteY14" fmla="*/ 35242 h 79057"/>
                                  <a:gd name="connsiteX15" fmla="*/ 71438 w 144780"/>
                                  <a:gd name="connsiteY15" fmla="*/ 51435 h 79057"/>
                                  <a:gd name="connsiteX16" fmla="*/ 67628 w 144780"/>
                                  <a:gd name="connsiteY16" fmla="*/ 55245 h 79057"/>
                                  <a:gd name="connsiteX17" fmla="*/ 65723 w 144780"/>
                                  <a:gd name="connsiteY17" fmla="*/ 57150 h 79057"/>
                                  <a:gd name="connsiteX18" fmla="*/ 63818 w 144780"/>
                                  <a:gd name="connsiteY18" fmla="*/ 59055 h 79057"/>
                                  <a:gd name="connsiteX19" fmla="*/ 60007 w 144780"/>
                                  <a:gd name="connsiteY19" fmla="*/ 62865 h 79057"/>
                                  <a:gd name="connsiteX20" fmla="*/ 56198 w 144780"/>
                                  <a:gd name="connsiteY20" fmla="*/ 66675 h 79057"/>
                                  <a:gd name="connsiteX21" fmla="*/ 52388 w 144780"/>
                                  <a:gd name="connsiteY21" fmla="*/ 69533 h 79057"/>
                                  <a:gd name="connsiteX22" fmla="*/ 48578 w 144780"/>
                                  <a:gd name="connsiteY22" fmla="*/ 72390 h 79057"/>
                                  <a:gd name="connsiteX23" fmla="*/ 42863 w 144780"/>
                                  <a:gd name="connsiteY23" fmla="*/ 78105 h 79057"/>
                                  <a:gd name="connsiteX24" fmla="*/ 41910 w 144780"/>
                                  <a:gd name="connsiteY24" fmla="*/ 79058 h 79057"/>
                                  <a:gd name="connsiteX25" fmla="*/ 41910 w 144780"/>
                                  <a:gd name="connsiteY25" fmla="*/ 79058 h 79057"/>
                                  <a:gd name="connsiteX26" fmla="*/ 43815 w 144780"/>
                                  <a:gd name="connsiteY26" fmla="*/ 77153 h 79057"/>
                                  <a:gd name="connsiteX27" fmla="*/ 49530 w 144780"/>
                                  <a:gd name="connsiteY27" fmla="*/ 71438 h 79057"/>
                                  <a:gd name="connsiteX28" fmla="*/ 52388 w 144780"/>
                                  <a:gd name="connsiteY28" fmla="*/ 68580 h 79057"/>
                                  <a:gd name="connsiteX29" fmla="*/ 56198 w 144780"/>
                                  <a:gd name="connsiteY29" fmla="*/ 65723 h 79057"/>
                                  <a:gd name="connsiteX30" fmla="*/ 60007 w 144780"/>
                                  <a:gd name="connsiteY30" fmla="*/ 61913 h 79057"/>
                                  <a:gd name="connsiteX31" fmla="*/ 63818 w 144780"/>
                                  <a:gd name="connsiteY31" fmla="*/ 58103 h 79057"/>
                                  <a:gd name="connsiteX32" fmla="*/ 65723 w 144780"/>
                                  <a:gd name="connsiteY32" fmla="*/ 56198 h 79057"/>
                                  <a:gd name="connsiteX33" fmla="*/ 67628 w 144780"/>
                                  <a:gd name="connsiteY33" fmla="*/ 54292 h 79057"/>
                                  <a:gd name="connsiteX34" fmla="*/ 71438 w 144780"/>
                                  <a:gd name="connsiteY34" fmla="*/ 50483 h 79057"/>
                                  <a:gd name="connsiteX35" fmla="*/ 86678 w 144780"/>
                                  <a:gd name="connsiteY35" fmla="*/ 34290 h 79057"/>
                                  <a:gd name="connsiteX36" fmla="*/ 94298 w 144780"/>
                                  <a:gd name="connsiteY36" fmla="*/ 27623 h 79057"/>
                                  <a:gd name="connsiteX37" fmla="*/ 102870 w 144780"/>
                                  <a:gd name="connsiteY37" fmla="*/ 22860 h 79057"/>
                                  <a:gd name="connsiteX38" fmla="*/ 116205 w 144780"/>
                                  <a:gd name="connsiteY38" fmla="*/ 19050 h 79057"/>
                                  <a:gd name="connsiteX39" fmla="*/ 117157 w 144780"/>
                                  <a:gd name="connsiteY39" fmla="*/ 19050 h 79057"/>
                                  <a:gd name="connsiteX40" fmla="*/ 107632 w 144780"/>
                                  <a:gd name="connsiteY40" fmla="*/ 15240 h 79057"/>
                                  <a:gd name="connsiteX41" fmla="*/ 92393 w 144780"/>
                                  <a:gd name="connsiteY41" fmla="*/ 11430 h 79057"/>
                                  <a:gd name="connsiteX42" fmla="*/ 75248 w 144780"/>
                                  <a:gd name="connsiteY42" fmla="*/ 9525 h 79057"/>
                                  <a:gd name="connsiteX43" fmla="*/ 73343 w 144780"/>
                                  <a:gd name="connsiteY43" fmla="*/ 9525 h 79057"/>
                                  <a:gd name="connsiteX44" fmla="*/ 71438 w 144780"/>
                                  <a:gd name="connsiteY44" fmla="*/ 10478 h 79057"/>
                                  <a:gd name="connsiteX45" fmla="*/ 66675 w 144780"/>
                                  <a:gd name="connsiteY45" fmla="*/ 13335 h 79057"/>
                                  <a:gd name="connsiteX46" fmla="*/ 61913 w 144780"/>
                                  <a:gd name="connsiteY46" fmla="*/ 19050 h 79057"/>
                                  <a:gd name="connsiteX47" fmla="*/ 60007 w 144780"/>
                                  <a:gd name="connsiteY47" fmla="*/ 22860 h 79057"/>
                                  <a:gd name="connsiteX48" fmla="*/ 59055 w 144780"/>
                                  <a:gd name="connsiteY48" fmla="*/ 24765 h 79057"/>
                                  <a:gd name="connsiteX49" fmla="*/ 57150 w 144780"/>
                                  <a:gd name="connsiteY49" fmla="*/ 26670 h 79057"/>
                                  <a:gd name="connsiteX50" fmla="*/ 50482 w 144780"/>
                                  <a:gd name="connsiteY50" fmla="*/ 33338 h 79057"/>
                                  <a:gd name="connsiteX51" fmla="*/ 36195 w 144780"/>
                                  <a:gd name="connsiteY51" fmla="*/ 48578 h 79057"/>
                                  <a:gd name="connsiteX52" fmla="*/ 29528 w 144780"/>
                                  <a:gd name="connsiteY52" fmla="*/ 56198 h 79057"/>
                                  <a:gd name="connsiteX53" fmla="*/ 23813 w 144780"/>
                                  <a:gd name="connsiteY53" fmla="*/ 62865 h 79057"/>
                                  <a:gd name="connsiteX54" fmla="*/ 20955 w 144780"/>
                                  <a:gd name="connsiteY54" fmla="*/ 65723 h 79057"/>
                                  <a:gd name="connsiteX55" fmla="*/ 18098 w 144780"/>
                                  <a:gd name="connsiteY55" fmla="*/ 68580 h 79057"/>
                                  <a:gd name="connsiteX56" fmla="*/ 13335 w 144780"/>
                                  <a:gd name="connsiteY56" fmla="*/ 73342 h 79057"/>
                                  <a:gd name="connsiteX57" fmla="*/ 10478 w 144780"/>
                                  <a:gd name="connsiteY57" fmla="*/ 77153 h 79057"/>
                                  <a:gd name="connsiteX58" fmla="*/ 10478 w 144780"/>
                                  <a:gd name="connsiteY58" fmla="*/ 77153 h 79057"/>
                                  <a:gd name="connsiteX59" fmla="*/ 10478 w 144780"/>
                                  <a:gd name="connsiteY59" fmla="*/ 77153 h 79057"/>
                                  <a:gd name="connsiteX60" fmla="*/ 10478 w 144780"/>
                                  <a:gd name="connsiteY60" fmla="*/ 77153 h 79057"/>
                                  <a:gd name="connsiteX61" fmla="*/ 13335 w 144780"/>
                                  <a:gd name="connsiteY61" fmla="*/ 73342 h 79057"/>
                                  <a:gd name="connsiteX62" fmla="*/ 18098 w 144780"/>
                                  <a:gd name="connsiteY62" fmla="*/ 68580 h 79057"/>
                                  <a:gd name="connsiteX63" fmla="*/ 20955 w 144780"/>
                                  <a:gd name="connsiteY63" fmla="*/ 65723 h 79057"/>
                                  <a:gd name="connsiteX64" fmla="*/ 23813 w 144780"/>
                                  <a:gd name="connsiteY64" fmla="*/ 62865 h 79057"/>
                                  <a:gd name="connsiteX65" fmla="*/ 29528 w 144780"/>
                                  <a:gd name="connsiteY65" fmla="*/ 55245 h 79057"/>
                                  <a:gd name="connsiteX66" fmla="*/ 36195 w 144780"/>
                                  <a:gd name="connsiteY66" fmla="*/ 47625 h 79057"/>
                                  <a:gd name="connsiteX67" fmla="*/ 49530 w 144780"/>
                                  <a:gd name="connsiteY67" fmla="*/ 32385 h 79057"/>
                                  <a:gd name="connsiteX68" fmla="*/ 56198 w 144780"/>
                                  <a:gd name="connsiteY68" fmla="*/ 25717 h 79057"/>
                                  <a:gd name="connsiteX69" fmla="*/ 57150 w 144780"/>
                                  <a:gd name="connsiteY69" fmla="*/ 23813 h 79057"/>
                                  <a:gd name="connsiteX70" fmla="*/ 58103 w 144780"/>
                                  <a:gd name="connsiteY70" fmla="*/ 21908 h 79057"/>
                                  <a:gd name="connsiteX71" fmla="*/ 60007 w 144780"/>
                                  <a:gd name="connsiteY71" fmla="*/ 18098 h 79057"/>
                                  <a:gd name="connsiteX72" fmla="*/ 64770 w 144780"/>
                                  <a:gd name="connsiteY72" fmla="*/ 12383 h 79057"/>
                                  <a:gd name="connsiteX73" fmla="*/ 68580 w 144780"/>
                                  <a:gd name="connsiteY73" fmla="*/ 9525 h 79057"/>
                                  <a:gd name="connsiteX74" fmla="*/ 56198 w 144780"/>
                                  <a:gd name="connsiteY74" fmla="*/ 10478 h 79057"/>
                                  <a:gd name="connsiteX75" fmla="*/ 38100 w 144780"/>
                                  <a:gd name="connsiteY75" fmla="*/ 15240 h 79057"/>
                                  <a:gd name="connsiteX76" fmla="*/ 29528 w 144780"/>
                                  <a:gd name="connsiteY76" fmla="*/ 18098 h 79057"/>
                                  <a:gd name="connsiteX77" fmla="*/ 21907 w 144780"/>
                                  <a:gd name="connsiteY77" fmla="*/ 21908 h 79057"/>
                                  <a:gd name="connsiteX78" fmla="*/ 15240 w 144780"/>
                                  <a:gd name="connsiteY78" fmla="*/ 26670 h 79057"/>
                                  <a:gd name="connsiteX79" fmla="*/ 9525 w 144780"/>
                                  <a:gd name="connsiteY79" fmla="*/ 32385 h 79057"/>
                                  <a:gd name="connsiteX80" fmla="*/ 1905 w 144780"/>
                                  <a:gd name="connsiteY80" fmla="*/ 44767 h 79057"/>
                                  <a:gd name="connsiteX81" fmla="*/ 0 w 144780"/>
                                  <a:gd name="connsiteY81" fmla="*/ 52388 h 79057"/>
                                  <a:gd name="connsiteX82" fmla="*/ 953 w 144780"/>
                                  <a:gd name="connsiteY82" fmla="*/ 46673 h 79057"/>
                                  <a:gd name="connsiteX83" fmla="*/ 953 w 144780"/>
                                  <a:gd name="connsiteY83" fmla="*/ 46673 h 79057"/>
                                  <a:gd name="connsiteX84" fmla="*/ 1905 w 144780"/>
                                  <a:gd name="connsiteY84" fmla="*/ 44767 h 79057"/>
                                  <a:gd name="connsiteX85" fmla="*/ 9525 w 144780"/>
                                  <a:gd name="connsiteY85" fmla="*/ 31433 h 79057"/>
                                  <a:gd name="connsiteX86" fmla="*/ 21907 w 144780"/>
                                  <a:gd name="connsiteY86" fmla="*/ 20003 h 79057"/>
                                  <a:gd name="connsiteX87" fmla="*/ 29528 w 144780"/>
                                  <a:gd name="connsiteY87" fmla="*/ 15240 h 79057"/>
                                  <a:gd name="connsiteX88" fmla="*/ 38100 w 144780"/>
                                  <a:gd name="connsiteY88" fmla="*/ 11430 h 79057"/>
                                  <a:gd name="connsiteX89" fmla="*/ 56198 w 144780"/>
                                  <a:gd name="connsiteY89" fmla="*/ 6667 h 79057"/>
                                  <a:gd name="connsiteX90" fmla="*/ 63818 w 144780"/>
                                  <a:gd name="connsiteY90" fmla="*/ 5715 h 79057"/>
                                  <a:gd name="connsiteX91" fmla="*/ 61913 w 144780"/>
                                  <a:gd name="connsiteY91" fmla="*/ 4763 h 79057"/>
                                  <a:gd name="connsiteX92" fmla="*/ 58103 w 144780"/>
                                  <a:gd name="connsiteY92" fmla="*/ 3810 h 79057"/>
                                  <a:gd name="connsiteX93" fmla="*/ 54293 w 144780"/>
                                  <a:gd name="connsiteY93" fmla="*/ 2858 h 79057"/>
                                  <a:gd name="connsiteX94" fmla="*/ 50482 w 144780"/>
                                  <a:gd name="connsiteY94" fmla="*/ 2858 h 79057"/>
                                  <a:gd name="connsiteX95" fmla="*/ 46673 w 144780"/>
                                  <a:gd name="connsiteY95" fmla="*/ 2858 h 79057"/>
                                  <a:gd name="connsiteX96" fmla="*/ 42863 w 144780"/>
                                  <a:gd name="connsiteY96" fmla="*/ 2858 h 79057"/>
                                  <a:gd name="connsiteX97" fmla="*/ 39053 w 144780"/>
                                  <a:gd name="connsiteY97" fmla="*/ 2858 h 79057"/>
                                  <a:gd name="connsiteX98" fmla="*/ 39053 w 144780"/>
                                  <a:gd name="connsiteY98" fmla="*/ 2858 h 79057"/>
                                  <a:gd name="connsiteX99" fmla="*/ 41910 w 144780"/>
                                  <a:gd name="connsiteY99" fmla="*/ 1905 h 79057"/>
                                  <a:gd name="connsiteX100" fmla="*/ 42863 w 144780"/>
                                  <a:gd name="connsiteY100" fmla="*/ 1905 h 79057"/>
                                  <a:gd name="connsiteX101" fmla="*/ 46673 w 144780"/>
                                  <a:gd name="connsiteY101" fmla="*/ 1905 h 79057"/>
                                  <a:gd name="connsiteX102" fmla="*/ 50482 w 144780"/>
                                  <a:gd name="connsiteY102" fmla="*/ 1905 h 79057"/>
                                  <a:gd name="connsiteX103" fmla="*/ 54293 w 144780"/>
                                  <a:gd name="connsiteY103" fmla="*/ 1905 h 79057"/>
                                  <a:gd name="connsiteX104" fmla="*/ 58103 w 144780"/>
                                  <a:gd name="connsiteY104" fmla="*/ 2858 h 79057"/>
                                  <a:gd name="connsiteX105" fmla="*/ 61913 w 144780"/>
                                  <a:gd name="connsiteY105" fmla="*/ 3810 h 79057"/>
                                  <a:gd name="connsiteX106" fmla="*/ 64770 w 144780"/>
                                  <a:gd name="connsiteY106" fmla="*/ 4763 h 79057"/>
                                  <a:gd name="connsiteX107" fmla="*/ 68580 w 144780"/>
                                  <a:gd name="connsiteY107" fmla="*/ 5715 h 79057"/>
                                  <a:gd name="connsiteX108" fmla="*/ 74295 w 144780"/>
                                  <a:gd name="connsiteY108" fmla="*/ 5715 h 79057"/>
                                  <a:gd name="connsiteX109" fmla="*/ 91440 w 144780"/>
                                  <a:gd name="connsiteY109" fmla="*/ 6667 h 79057"/>
                                  <a:gd name="connsiteX110" fmla="*/ 98107 w 144780"/>
                                  <a:gd name="connsiteY110" fmla="*/ 7620 h 79057"/>
                                  <a:gd name="connsiteX111" fmla="*/ 94298 w 144780"/>
                                  <a:gd name="connsiteY111" fmla="*/ 5715 h 79057"/>
                                  <a:gd name="connsiteX112" fmla="*/ 87630 w 144780"/>
                                  <a:gd name="connsiteY112" fmla="*/ 1905 h 79057"/>
                                  <a:gd name="connsiteX113" fmla="*/ 84773 w 144780"/>
                                  <a:gd name="connsiteY113" fmla="*/ 953 h 79057"/>
                                  <a:gd name="connsiteX114" fmla="*/ 81915 w 144780"/>
                                  <a:gd name="connsiteY114" fmla="*/ 0 h 79057"/>
                                  <a:gd name="connsiteX115" fmla="*/ 80963 w 144780"/>
                                  <a:gd name="connsiteY115" fmla="*/ 0 h 79057"/>
                                  <a:gd name="connsiteX116" fmla="*/ 81915 w 144780"/>
                                  <a:gd name="connsiteY116" fmla="*/ 0 h 79057"/>
                                  <a:gd name="connsiteX117" fmla="*/ 81915 w 144780"/>
                                  <a:gd name="connsiteY117" fmla="*/ 0 h 79057"/>
                                  <a:gd name="connsiteX118" fmla="*/ 84773 w 144780"/>
                                  <a:gd name="connsiteY118" fmla="*/ 953 h 79057"/>
                                  <a:gd name="connsiteX119" fmla="*/ 88582 w 144780"/>
                                  <a:gd name="connsiteY119" fmla="*/ 1905 h 79057"/>
                                  <a:gd name="connsiteX120" fmla="*/ 95250 w 144780"/>
                                  <a:gd name="connsiteY120" fmla="*/ 4763 h 79057"/>
                                  <a:gd name="connsiteX121" fmla="*/ 100013 w 144780"/>
                                  <a:gd name="connsiteY121" fmla="*/ 12383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44780" h="79057">
                                    <a:moveTo>
                                      <a:pt x="100013" y="12383"/>
                                    </a:moveTo>
                                    <a:cubicBezTo>
                                      <a:pt x="100965" y="12383"/>
                                      <a:pt x="101918" y="13335"/>
                                      <a:pt x="102870" y="13335"/>
                                    </a:cubicBezTo>
                                    <a:cubicBezTo>
                                      <a:pt x="103823" y="13335"/>
                                      <a:pt x="105728" y="14288"/>
                                      <a:pt x="106680" y="14288"/>
                                    </a:cubicBezTo>
                                    <a:cubicBezTo>
                                      <a:pt x="111443" y="16192"/>
                                      <a:pt x="116205" y="17145"/>
                                      <a:pt x="120015" y="19050"/>
                                    </a:cubicBezTo>
                                    <a:cubicBezTo>
                                      <a:pt x="123825" y="20955"/>
                                      <a:pt x="127635" y="21908"/>
                                      <a:pt x="131445" y="23813"/>
                                    </a:cubicBezTo>
                                    <a:cubicBezTo>
                                      <a:pt x="134303" y="24765"/>
                                      <a:pt x="138113" y="25717"/>
                                      <a:pt x="140018" y="26670"/>
                                    </a:cubicBezTo>
                                    <a:cubicBezTo>
                                      <a:pt x="141923" y="27623"/>
                                      <a:pt x="143828" y="27623"/>
                                      <a:pt x="144780" y="27623"/>
                                    </a:cubicBezTo>
                                    <a:cubicBezTo>
                                      <a:pt x="143828" y="28575"/>
                                      <a:pt x="142875" y="29528"/>
                                      <a:pt x="141923" y="30480"/>
                                    </a:cubicBezTo>
                                    <a:cubicBezTo>
                                      <a:pt x="140970" y="30480"/>
                                      <a:pt x="140018" y="30480"/>
                                      <a:pt x="140018" y="29528"/>
                                    </a:cubicBezTo>
                                    <a:cubicBezTo>
                                      <a:pt x="135255" y="28575"/>
                                      <a:pt x="127635" y="25717"/>
                                      <a:pt x="120015" y="21908"/>
                                    </a:cubicBezTo>
                                    <a:lnTo>
                                      <a:pt x="119063" y="21908"/>
                                    </a:lnTo>
                                    <a:cubicBezTo>
                                      <a:pt x="118110" y="21908"/>
                                      <a:pt x="117157" y="21908"/>
                                      <a:pt x="115253" y="21908"/>
                                    </a:cubicBezTo>
                                    <a:cubicBezTo>
                                      <a:pt x="112395" y="21908"/>
                                      <a:pt x="107632" y="22860"/>
                                      <a:pt x="101918" y="24765"/>
                                    </a:cubicBezTo>
                                    <a:cubicBezTo>
                                      <a:pt x="99060" y="25717"/>
                                      <a:pt x="96203" y="27623"/>
                                      <a:pt x="94298" y="28575"/>
                                    </a:cubicBezTo>
                                    <a:cubicBezTo>
                                      <a:pt x="91440" y="30480"/>
                                      <a:pt x="89535" y="32385"/>
                                      <a:pt x="86678" y="35242"/>
                                    </a:cubicBezTo>
                                    <a:cubicBezTo>
                                      <a:pt x="81915" y="40005"/>
                                      <a:pt x="76200" y="45720"/>
                                      <a:pt x="71438" y="51435"/>
                                    </a:cubicBezTo>
                                    <a:cubicBezTo>
                                      <a:pt x="70485" y="52388"/>
                                      <a:pt x="68580" y="54292"/>
                                      <a:pt x="67628" y="55245"/>
                                    </a:cubicBezTo>
                                    <a:lnTo>
                                      <a:pt x="65723" y="57150"/>
                                    </a:lnTo>
                                    <a:lnTo>
                                      <a:pt x="63818" y="59055"/>
                                    </a:lnTo>
                                    <a:cubicBezTo>
                                      <a:pt x="62865" y="60008"/>
                                      <a:pt x="60960" y="61913"/>
                                      <a:pt x="60007" y="62865"/>
                                    </a:cubicBezTo>
                                    <a:cubicBezTo>
                                      <a:pt x="59055" y="63817"/>
                                      <a:pt x="57150" y="64770"/>
                                      <a:pt x="56198" y="66675"/>
                                    </a:cubicBezTo>
                                    <a:cubicBezTo>
                                      <a:pt x="55245" y="67628"/>
                                      <a:pt x="54293" y="68580"/>
                                      <a:pt x="52388" y="69533"/>
                                    </a:cubicBezTo>
                                    <a:cubicBezTo>
                                      <a:pt x="51435" y="70485"/>
                                      <a:pt x="50482" y="71438"/>
                                      <a:pt x="48578" y="72390"/>
                                    </a:cubicBezTo>
                                    <a:cubicBezTo>
                                      <a:pt x="46673" y="74295"/>
                                      <a:pt x="44768" y="76200"/>
                                      <a:pt x="42863" y="78105"/>
                                    </a:cubicBezTo>
                                    <a:cubicBezTo>
                                      <a:pt x="42863" y="78105"/>
                                      <a:pt x="41910" y="79058"/>
                                      <a:pt x="41910" y="79058"/>
                                    </a:cubicBezTo>
                                    <a:cubicBezTo>
                                      <a:pt x="41910" y="79058"/>
                                      <a:pt x="41910" y="79058"/>
                                      <a:pt x="41910" y="79058"/>
                                    </a:cubicBezTo>
                                    <a:cubicBezTo>
                                      <a:pt x="42863" y="78105"/>
                                      <a:pt x="42863" y="78105"/>
                                      <a:pt x="43815" y="77153"/>
                                    </a:cubicBezTo>
                                    <a:cubicBezTo>
                                      <a:pt x="45720" y="75248"/>
                                      <a:pt x="47625" y="73342"/>
                                      <a:pt x="49530" y="71438"/>
                                    </a:cubicBezTo>
                                    <a:cubicBezTo>
                                      <a:pt x="50482" y="70485"/>
                                      <a:pt x="51435" y="69533"/>
                                      <a:pt x="52388" y="68580"/>
                                    </a:cubicBezTo>
                                    <a:cubicBezTo>
                                      <a:pt x="53340" y="67628"/>
                                      <a:pt x="54293" y="66675"/>
                                      <a:pt x="56198" y="65723"/>
                                    </a:cubicBezTo>
                                    <a:cubicBezTo>
                                      <a:pt x="57150" y="64770"/>
                                      <a:pt x="58103" y="63817"/>
                                      <a:pt x="60007" y="61913"/>
                                    </a:cubicBezTo>
                                    <a:cubicBezTo>
                                      <a:pt x="60960" y="60960"/>
                                      <a:pt x="62865" y="59055"/>
                                      <a:pt x="63818" y="58103"/>
                                    </a:cubicBezTo>
                                    <a:lnTo>
                                      <a:pt x="65723" y="56198"/>
                                    </a:lnTo>
                                    <a:lnTo>
                                      <a:pt x="67628" y="54292"/>
                                    </a:lnTo>
                                    <a:cubicBezTo>
                                      <a:pt x="68580" y="53340"/>
                                      <a:pt x="70485" y="51435"/>
                                      <a:pt x="71438" y="50483"/>
                                    </a:cubicBezTo>
                                    <a:cubicBezTo>
                                      <a:pt x="76200" y="44767"/>
                                      <a:pt x="80963" y="39053"/>
                                      <a:pt x="86678" y="34290"/>
                                    </a:cubicBezTo>
                                    <a:cubicBezTo>
                                      <a:pt x="89535" y="31433"/>
                                      <a:pt x="91440" y="29528"/>
                                      <a:pt x="94298" y="27623"/>
                                    </a:cubicBezTo>
                                    <a:cubicBezTo>
                                      <a:pt x="97155" y="25717"/>
                                      <a:pt x="100013" y="23813"/>
                                      <a:pt x="102870" y="22860"/>
                                    </a:cubicBezTo>
                                    <a:cubicBezTo>
                                      <a:pt x="108585" y="20955"/>
                                      <a:pt x="113348" y="20003"/>
                                      <a:pt x="116205" y="19050"/>
                                    </a:cubicBezTo>
                                    <a:cubicBezTo>
                                      <a:pt x="116205" y="19050"/>
                                      <a:pt x="117157" y="19050"/>
                                      <a:pt x="117157" y="19050"/>
                                    </a:cubicBezTo>
                                    <a:cubicBezTo>
                                      <a:pt x="114300" y="18098"/>
                                      <a:pt x="111443" y="16192"/>
                                      <a:pt x="107632" y="15240"/>
                                    </a:cubicBezTo>
                                    <a:cubicBezTo>
                                      <a:pt x="102870" y="13335"/>
                                      <a:pt x="97155" y="12383"/>
                                      <a:pt x="92393" y="11430"/>
                                    </a:cubicBezTo>
                                    <a:cubicBezTo>
                                      <a:pt x="86678" y="10478"/>
                                      <a:pt x="80963" y="10478"/>
                                      <a:pt x="75248" y="9525"/>
                                    </a:cubicBezTo>
                                    <a:lnTo>
                                      <a:pt x="73343" y="9525"/>
                                    </a:lnTo>
                                    <a:cubicBezTo>
                                      <a:pt x="72390" y="9525"/>
                                      <a:pt x="72390" y="9525"/>
                                      <a:pt x="71438" y="10478"/>
                                    </a:cubicBezTo>
                                    <a:cubicBezTo>
                                      <a:pt x="70485" y="11430"/>
                                      <a:pt x="68580" y="12383"/>
                                      <a:pt x="66675" y="13335"/>
                                    </a:cubicBezTo>
                                    <a:cubicBezTo>
                                      <a:pt x="64770" y="14288"/>
                                      <a:pt x="63818" y="17145"/>
                                      <a:pt x="61913" y="19050"/>
                                    </a:cubicBezTo>
                                    <a:cubicBezTo>
                                      <a:pt x="60960" y="20003"/>
                                      <a:pt x="60960" y="21908"/>
                                      <a:pt x="60007" y="22860"/>
                                    </a:cubicBezTo>
                                    <a:cubicBezTo>
                                      <a:pt x="60007" y="23813"/>
                                      <a:pt x="59055" y="23813"/>
                                      <a:pt x="59055" y="24765"/>
                                    </a:cubicBezTo>
                                    <a:cubicBezTo>
                                      <a:pt x="58103" y="25717"/>
                                      <a:pt x="58103" y="25717"/>
                                      <a:pt x="57150" y="26670"/>
                                    </a:cubicBezTo>
                                    <a:cubicBezTo>
                                      <a:pt x="55245" y="29528"/>
                                      <a:pt x="52388" y="31433"/>
                                      <a:pt x="50482" y="33338"/>
                                    </a:cubicBezTo>
                                    <a:cubicBezTo>
                                      <a:pt x="45720" y="38100"/>
                                      <a:pt x="40957" y="43815"/>
                                      <a:pt x="36195" y="48578"/>
                                    </a:cubicBezTo>
                                    <a:cubicBezTo>
                                      <a:pt x="34290" y="51435"/>
                                      <a:pt x="31432" y="53340"/>
                                      <a:pt x="29528" y="56198"/>
                                    </a:cubicBezTo>
                                    <a:cubicBezTo>
                                      <a:pt x="27623" y="59055"/>
                                      <a:pt x="25718" y="60960"/>
                                      <a:pt x="23813" y="62865"/>
                                    </a:cubicBezTo>
                                    <a:cubicBezTo>
                                      <a:pt x="22860" y="63817"/>
                                      <a:pt x="21907" y="64770"/>
                                      <a:pt x="20955" y="65723"/>
                                    </a:cubicBezTo>
                                    <a:cubicBezTo>
                                      <a:pt x="20003" y="66675"/>
                                      <a:pt x="19050" y="67628"/>
                                      <a:pt x="18098" y="68580"/>
                                    </a:cubicBezTo>
                                    <a:cubicBezTo>
                                      <a:pt x="16193" y="70485"/>
                                      <a:pt x="15240" y="72390"/>
                                      <a:pt x="13335" y="73342"/>
                                    </a:cubicBezTo>
                                    <a:cubicBezTo>
                                      <a:pt x="12382" y="75248"/>
                                      <a:pt x="11430" y="76200"/>
                                      <a:pt x="10478" y="77153"/>
                                    </a:cubicBezTo>
                                    <a:lnTo>
                                      <a:pt x="10478" y="77153"/>
                                    </a:lnTo>
                                    <a:lnTo>
                                      <a:pt x="10478" y="77153"/>
                                    </a:lnTo>
                                    <a:lnTo>
                                      <a:pt x="10478" y="77153"/>
                                    </a:lnTo>
                                    <a:cubicBezTo>
                                      <a:pt x="11430" y="76200"/>
                                      <a:pt x="12382" y="75248"/>
                                      <a:pt x="13335" y="73342"/>
                                    </a:cubicBezTo>
                                    <a:cubicBezTo>
                                      <a:pt x="14288" y="71438"/>
                                      <a:pt x="16193" y="70485"/>
                                      <a:pt x="18098" y="68580"/>
                                    </a:cubicBezTo>
                                    <a:cubicBezTo>
                                      <a:pt x="19050" y="67628"/>
                                      <a:pt x="20003" y="66675"/>
                                      <a:pt x="20955" y="65723"/>
                                    </a:cubicBezTo>
                                    <a:cubicBezTo>
                                      <a:pt x="21907" y="64770"/>
                                      <a:pt x="22860" y="63817"/>
                                      <a:pt x="23813" y="62865"/>
                                    </a:cubicBezTo>
                                    <a:cubicBezTo>
                                      <a:pt x="25718" y="60960"/>
                                      <a:pt x="27623" y="58103"/>
                                      <a:pt x="29528" y="55245"/>
                                    </a:cubicBezTo>
                                    <a:cubicBezTo>
                                      <a:pt x="31432" y="52388"/>
                                      <a:pt x="34290" y="50483"/>
                                      <a:pt x="36195" y="47625"/>
                                    </a:cubicBezTo>
                                    <a:cubicBezTo>
                                      <a:pt x="40957" y="41910"/>
                                      <a:pt x="45720" y="37148"/>
                                      <a:pt x="49530" y="32385"/>
                                    </a:cubicBezTo>
                                    <a:cubicBezTo>
                                      <a:pt x="51435" y="29528"/>
                                      <a:pt x="54293" y="27623"/>
                                      <a:pt x="56198" y="25717"/>
                                    </a:cubicBezTo>
                                    <a:cubicBezTo>
                                      <a:pt x="56198" y="24765"/>
                                      <a:pt x="57150" y="24765"/>
                                      <a:pt x="57150" y="23813"/>
                                    </a:cubicBezTo>
                                    <a:cubicBezTo>
                                      <a:pt x="57150" y="22860"/>
                                      <a:pt x="58103" y="22860"/>
                                      <a:pt x="58103" y="21908"/>
                                    </a:cubicBezTo>
                                    <a:cubicBezTo>
                                      <a:pt x="59055" y="20955"/>
                                      <a:pt x="59055" y="19050"/>
                                      <a:pt x="60007" y="18098"/>
                                    </a:cubicBezTo>
                                    <a:cubicBezTo>
                                      <a:pt x="60960" y="16192"/>
                                      <a:pt x="62865" y="13335"/>
                                      <a:pt x="64770" y="12383"/>
                                    </a:cubicBezTo>
                                    <a:cubicBezTo>
                                      <a:pt x="65723" y="11430"/>
                                      <a:pt x="66675" y="10478"/>
                                      <a:pt x="68580" y="9525"/>
                                    </a:cubicBezTo>
                                    <a:cubicBezTo>
                                      <a:pt x="64770" y="9525"/>
                                      <a:pt x="60007" y="9525"/>
                                      <a:pt x="56198" y="10478"/>
                                    </a:cubicBezTo>
                                    <a:cubicBezTo>
                                      <a:pt x="50482" y="11430"/>
                                      <a:pt x="43815" y="12383"/>
                                      <a:pt x="38100" y="15240"/>
                                    </a:cubicBezTo>
                                    <a:cubicBezTo>
                                      <a:pt x="35243" y="16192"/>
                                      <a:pt x="32385" y="17145"/>
                                      <a:pt x="29528" y="18098"/>
                                    </a:cubicBezTo>
                                    <a:cubicBezTo>
                                      <a:pt x="26670" y="19050"/>
                                      <a:pt x="23813" y="20955"/>
                                      <a:pt x="21907" y="21908"/>
                                    </a:cubicBezTo>
                                    <a:cubicBezTo>
                                      <a:pt x="19050" y="23813"/>
                                      <a:pt x="17145" y="24765"/>
                                      <a:pt x="15240" y="26670"/>
                                    </a:cubicBezTo>
                                    <a:cubicBezTo>
                                      <a:pt x="13335" y="28575"/>
                                      <a:pt x="11430" y="30480"/>
                                      <a:pt x="9525" y="32385"/>
                                    </a:cubicBezTo>
                                    <a:cubicBezTo>
                                      <a:pt x="5715" y="36195"/>
                                      <a:pt x="3810" y="40958"/>
                                      <a:pt x="1905" y="44767"/>
                                    </a:cubicBezTo>
                                    <a:cubicBezTo>
                                      <a:pt x="953" y="47625"/>
                                      <a:pt x="0" y="50483"/>
                                      <a:pt x="0" y="52388"/>
                                    </a:cubicBezTo>
                                    <a:cubicBezTo>
                                      <a:pt x="0" y="50483"/>
                                      <a:pt x="0" y="48578"/>
                                      <a:pt x="953" y="46673"/>
                                    </a:cubicBezTo>
                                    <a:lnTo>
                                      <a:pt x="953" y="46673"/>
                                    </a:lnTo>
                                    <a:cubicBezTo>
                                      <a:pt x="953" y="45720"/>
                                      <a:pt x="953" y="44767"/>
                                      <a:pt x="1905" y="44767"/>
                                    </a:cubicBezTo>
                                    <a:cubicBezTo>
                                      <a:pt x="3810" y="40958"/>
                                      <a:pt x="5715" y="36195"/>
                                      <a:pt x="9525" y="31433"/>
                                    </a:cubicBezTo>
                                    <a:cubicBezTo>
                                      <a:pt x="13335" y="27623"/>
                                      <a:pt x="17145" y="22860"/>
                                      <a:pt x="21907" y="20003"/>
                                    </a:cubicBezTo>
                                    <a:cubicBezTo>
                                      <a:pt x="24765" y="18098"/>
                                      <a:pt x="26670" y="17145"/>
                                      <a:pt x="29528" y="15240"/>
                                    </a:cubicBezTo>
                                    <a:cubicBezTo>
                                      <a:pt x="32385" y="14288"/>
                                      <a:pt x="35243" y="13335"/>
                                      <a:pt x="38100" y="11430"/>
                                    </a:cubicBezTo>
                                    <a:cubicBezTo>
                                      <a:pt x="43815" y="9525"/>
                                      <a:pt x="50482" y="7620"/>
                                      <a:pt x="56198" y="6667"/>
                                    </a:cubicBezTo>
                                    <a:cubicBezTo>
                                      <a:pt x="59055" y="5715"/>
                                      <a:pt x="60960" y="5715"/>
                                      <a:pt x="63818" y="5715"/>
                                    </a:cubicBezTo>
                                    <a:cubicBezTo>
                                      <a:pt x="62865" y="5715"/>
                                      <a:pt x="62865" y="5715"/>
                                      <a:pt x="61913" y="4763"/>
                                    </a:cubicBezTo>
                                    <a:cubicBezTo>
                                      <a:pt x="60960" y="4763"/>
                                      <a:pt x="60007" y="3810"/>
                                      <a:pt x="58103" y="3810"/>
                                    </a:cubicBezTo>
                                    <a:cubicBezTo>
                                      <a:pt x="57150" y="3810"/>
                                      <a:pt x="55245" y="3810"/>
                                      <a:pt x="54293" y="2858"/>
                                    </a:cubicBezTo>
                                    <a:cubicBezTo>
                                      <a:pt x="53340" y="2858"/>
                                      <a:pt x="51435" y="2858"/>
                                      <a:pt x="50482" y="2858"/>
                                    </a:cubicBezTo>
                                    <a:cubicBezTo>
                                      <a:pt x="49530" y="2858"/>
                                      <a:pt x="47625" y="2858"/>
                                      <a:pt x="46673" y="2858"/>
                                    </a:cubicBezTo>
                                    <a:cubicBezTo>
                                      <a:pt x="45720" y="2858"/>
                                      <a:pt x="43815" y="2858"/>
                                      <a:pt x="42863" y="2858"/>
                                    </a:cubicBezTo>
                                    <a:cubicBezTo>
                                      <a:pt x="41910" y="2858"/>
                                      <a:pt x="40005" y="2858"/>
                                      <a:pt x="39053" y="2858"/>
                                    </a:cubicBezTo>
                                    <a:lnTo>
                                      <a:pt x="39053" y="2858"/>
                                    </a:lnTo>
                                    <a:cubicBezTo>
                                      <a:pt x="40005" y="2858"/>
                                      <a:pt x="40957" y="1905"/>
                                      <a:pt x="41910" y="1905"/>
                                    </a:cubicBezTo>
                                    <a:cubicBezTo>
                                      <a:pt x="41910" y="1905"/>
                                      <a:pt x="42863" y="1905"/>
                                      <a:pt x="42863" y="1905"/>
                                    </a:cubicBezTo>
                                    <a:cubicBezTo>
                                      <a:pt x="43815" y="1905"/>
                                      <a:pt x="45720" y="1905"/>
                                      <a:pt x="46673" y="1905"/>
                                    </a:cubicBezTo>
                                    <a:cubicBezTo>
                                      <a:pt x="47625" y="1905"/>
                                      <a:pt x="49530" y="1905"/>
                                      <a:pt x="50482" y="1905"/>
                                    </a:cubicBezTo>
                                    <a:cubicBezTo>
                                      <a:pt x="51435" y="1905"/>
                                      <a:pt x="53340" y="1905"/>
                                      <a:pt x="54293" y="1905"/>
                                    </a:cubicBezTo>
                                    <a:cubicBezTo>
                                      <a:pt x="55245" y="1905"/>
                                      <a:pt x="57150" y="1905"/>
                                      <a:pt x="58103" y="2858"/>
                                    </a:cubicBezTo>
                                    <a:cubicBezTo>
                                      <a:pt x="59055" y="2858"/>
                                      <a:pt x="60960" y="2858"/>
                                      <a:pt x="61913" y="3810"/>
                                    </a:cubicBezTo>
                                    <a:cubicBezTo>
                                      <a:pt x="62865" y="3810"/>
                                      <a:pt x="63818" y="3810"/>
                                      <a:pt x="64770" y="4763"/>
                                    </a:cubicBezTo>
                                    <a:cubicBezTo>
                                      <a:pt x="65723" y="4763"/>
                                      <a:pt x="67628" y="5715"/>
                                      <a:pt x="68580" y="5715"/>
                                    </a:cubicBezTo>
                                    <a:cubicBezTo>
                                      <a:pt x="70485" y="5715"/>
                                      <a:pt x="72390" y="5715"/>
                                      <a:pt x="74295" y="5715"/>
                                    </a:cubicBezTo>
                                    <a:cubicBezTo>
                                      <a:pt x="80010" y="5715"/>
                                      <a:pt x="86678" y="5715"/>
                                      <a:pt x="91440" y="6667"/>
                                    </a:cubicBezTo>
                                    <a:cubicBezTo>
                                      <a:pt x="93345" y="6667"/>
                                      <a:pt x="95250" y="7620"/>
                                      <a:pt x="98107" y="7620"/>
                                    </a:cubicBezTo>
                                    <a:cubicBezTo>
                                      <a:pt x="97155" y="6667"/>
                                      <a:pt x="95250" y="6667"/>
                                      <a:pt x="94298" y="5715"/>
                                    </a:cubicBezTo>
                                    <a:cubicBezTo>
                                      <a:pt x="92393" y="4763"/>
                                      <a:pt x="89535" y="3810"/>
                                      <a:pt x="87630" y="1905"/>
                                    </a:cubicBezTo>
                                    <a:cubicBezTo>
                                      <a:pt x="86678" y="1905"/>
                                      <a:pt x="85725" y="953"/>
                                      <a:pt x="84773" y="953"/>
                                    </a:cubicBezTo>
                                    <a:lnTo>
                                      <a:pt x="81915" y="0"/>
                                    </a:lnTo>
                                    <a:cubicBezTo>
                                      <a:pt x="81915" y="0"/>
                                      <a:pt x="81915" y="0"/>
                                      <a:pt x="80963" y="0"/>
                                    </a:cubicBezTo>
                                    <a:cubicBezTo>
                                      <a:pt x="80963" y="0"/>
                                      <a:pt x="81915" y="0"/>
                                      <a:pt x="81915" y="0"/>
                                    </a:cubicBezTo>
                                    <a:cubicBezTo>
                                      <a:pt x="81915" y="0"/>
                                      <a:pt x="81915" y="0"/>
                                      <a:pt x="81915" y="0"/>
                                    </a:cubicBezTo>
                                    <a:cubicBezTo>
                                      <a:pt x="82868" y="0"/>
                                      <a:pt x="83820" y="953"/>
                                      <a:pt x="84773" y="953"/>
                                    </a:cubicBezTo>
                                    <a:cubicBezTo>
                                      <a:pt x="85725" y="953"/>
                                      <a:pt x="86678" y="1905"/>
                                      <a:pt x="88582" y="1905"/>
                                    </a:cubicBezTo>
                                    <a:cubicBezTo>
                                      <a:pt x="90488" y="2858"/>
                                      <a:pt x="93345" y="3810"/>
                                      <a:pt x="95250" y="4763"/>
                                    </a:cubicBezTo>
                                    <a:cubicBezTo>
                                      <a:pt x="95250" y="10478"/>
                                      <a:pt x="98107" y="11430"/>
                                      <a:pt x="100013" y="12383"/>
                                    </a:cubicBezTo>
                                    <a:close/>
                                  </a:path>
                                </a:pathLst>
                              </a:custGeom>
                              <a:grpFill/>
                              <a:ln w="9525" cap="flat">
                                <a:noFill/>
                                <a:prstDash val="solid"/>
                                <a:miter/>
                              </a:ln>
                            </p:spPr>
                            <p:txBody>
                              <a:bodyPr rtlCol="0" anchor="ctr"/>
                              <a:lstStyle/>
                              <a:p>
                                <a:endParaRPr lang="en-US"/>
                              </a:p>
                            </p:txBody>
                          </p:sp>
                          <p:sp>
                            <p:nvSpPr>
                              <p:cNvPr id="361" name="Freeform: Shape 360">
                                <a:extLst>
                                  <a:ext uri="{FF2B5EF4-FFF2-40B4-BE49-F238E27FC236}">
                                    <a16:creationId xmlns:a16="http://schemas.microsoft.com/office/drawing/2014/main" id="{88F0F16A-CC86-4821-BD54-4D8443711136}"/>
                                  </a:ext>
                                </a:extLst>
                              </p:cNvPr>
                              <p:cNvSpPr/>
                              <p:nvPr/>
                            </p:nvSpPr>
                            <p:spPr>
                              <a:xfrm>
                                <a:off x="3854949" y="2238246"/>
                                <a:ext cx="73342" cy="55245"/>
                              </a:xfrm>
                              <a:custGeom>
                                <a:avLst/>
                                <a:gdLst>
                                  <a:gd name="connsiteX0" fmla="*/ 48577 w 73342"/>
                                  <a:gd name="connsiteY0" fmla="*/ 0 h 55245"/>
                                  <a:gd name="connsiteX1" fmla="*/ 48577 w 73342"/>
                                  <a:gd name="connsiteY1" fmla="*/ 0 h 55245"/>
                                  <a:gd name="connsiteX2" fmla="*/ 50482 w 73342"/>
                                  <a:gd name="connsiteY2" fmla="*/ 1905 h 55245"/>
                                  <a:gd name="connsiteX3" fmla="*/ 51435 w 73342"/>
                                  <a:gd name="connsiteY3" fmla="*/ 2858 h 55245"/>
                                  <a:gd name="connsiteX4" fmla="*/ 53340 w 73342"/>
                                  <a:gd name="connsiteY4" fmla="*/ 6668 h 55245"/>
                                  <a:gd name="connsiteX5" fmla="*/ 55245 w 73342"/>
                                  <a:gd name="connsiteY5" fmla="*/ 11430 h 55245"/>
                                  <a:gd name="connsiteX6" fmla="*/ 57150 w 73342"/>
                                  <a:gd name="connsiteY6" fmla="*/ 20955 h 55245"/>
                                  <a:gd name="connsiteX7" fmla="*/ 58102 w 73342"/>
                                  <a:gd name="connsiteY7" fmla="*/ 24765 h 55245"/>
                                  <a:gd name="connsiteX8" fmla="*/ 59055 w 73342"/>
                                  <a:gd name="connsiteY8" fmla="*/ 25718 h 55245"/>
                                  <a:gd name="connsiteX9" fmla="*/ 63818 w 73342"/>
                                  <a:gd name="connsiteY9" fmla="*/ 31433 h 55245"/>
                                  <a:gd name="connsiteX10" fmla="*/ 67627 w 73342"/>
                                  <a:gd name="connsiteY10" fmla="*/ 36195 h 55245"/>
                                  <a:gd name="connsiteX11" fmla="*/ 67627 w 73342"/>
                                  <a:gd name="connsiteY11" fmla="*/ 33338 h 55245"/>
                                  <a:gd name="connsiteX12" fmla="*/ 69532 w 73342"/>
                                  <a:gd name="connsiteY12" fmla="*/ 27623 h 55245"/>
                                  <a:gd name="connsiteX13" fmla="*/ 71438 w 73342"/>
                                  <a:gd name="connsiteY13" fmla="*/ 20955 h 55245"/>
                                  <a:gd name="connsiteX14" fmla="*/ 72390 w 73342"/>
                                  <a:gd name="connsiteY14" fmla="*/ 14288 h 55245"/>
                                  <a:gd name="connsiteX15" fmla="*/ 72390 w 73342"/>
                                  <a:gd name="connsiteY15" fmla="*/ 11430 h 55245"/>
                                  <a:gd name="connsiteX16" fmla="*/ 71438 w 73342"/>
                                  <a:gd name="connsiteY16" fmla="*/ 8573 h 55245"/>
                                  <a:gd name="connsiteX17" fmla="*/ 71438 w 73342"/>
                                  <a:gd name="connsiteY17" fmla="*/ 7620 h 55245"/>
                                  <a:gd name="connsiteX18" fmla="*/ 71438 w 73342"/>
                                  <a:gd name="connsiteY18" fmla="*/ 7620 h 55245"/>
                                  <a:gd name="connsiteX19" fmla="*/ 72390 w 73342"/>
                                  <a:gd name="connsiteY19" fmla="*/ 10478 h 55245"/>
                                  <a:gd name="connsiteX20" fmla="*/ 72390 w 73342"/>
                                  <a:gd name="connsiteY20" fmla="*/ 13335 h 55245"/>
                                  <a:gd name="connsiteX21" fmla="*/ 71438 w 73342"/>
                                  <a:gd name="connsiteY21" fmla="*/ 20003 h 55245"/>
                                  <a:gd name="connsiteX22" fmla="*/ 69532 w 73342"/>
                                  <a:gd name="connsiteY22" fmla="*/ 26670 h 55245"/>
                                  <a:gd name="connsiteX23" fmla="*/ 68580 w 73342"/>
                                  <a:gd name="connsiteY23" fmla="*/ 32385 h 55245"/>
                                  <a:gd name="connsiteX24" fmla="*/ 68580 w 73342"/>
                                  <a:gd name="connsiteY24" fmla="*/ 36195 h 55245"/>
                                  <a:gd name="connsiteX25" fmla="*/ 68580 w 73342"/>
                                  <a:gd name="connsiteY25" fmla="*/ 37148 h 55245"/>
                                  <a:gd name="connsiteX26" fmla="*/ 70485 w 73342"/>
                                  <a:gd name="connsiteY26" fmla="*/ 40958 h 55245"/>
                                  <a:gd name="connsiteX27" fmla="*/ 72390 w 73342"/>
                                  <a:gd name="connsiteY27" fmla="*/ 46673 h 55245"/>
                                  <a:gd name="connsiteX28" fmla="*/ 73343 w 73342"/>
                                  <a:gd name="connsiteY28" fmla="*/ 51435 h 55245"/>
                                  <a:gd name="connsiteX29" fmla="*/ 73343 w 73342"/>
                                  <a:gd name="connsiteY29" fmla="*/ 51435 h 55245"/>
                                  <a:gd name="connsiteX30" fmla="*/ 70485 w 73342"/>
                                  <a:gd name="connsiteY30" fmla="*/ 55245 h 55245"/>
                                  <a:gd name="connsiteX31" fmla="*/ 69532 w 73342"/>
                                  <a:gd name="connsiteY31" fmla="*/ 47625 h 55245"/>
                                  <a:gd name="connsiteX32" fmla="*/ 68580 w 73342"/>
                                  <a:gd name="connsiteY32" fmla="*/ 44768 h 55245"/>
                                  <a:gd name="connsiteX33" fmla="*/ 68580 w 73342"/>
                                  <a:gd name="connsiteY33" fmla="*/ 44768 h 55245"/>
                                  <a:gd name="connsiteX34" fmla="*/ 66675 w 73342"/>
                                  <a:gd name="connsiteY34" fmla="*/ 43815 h 55245"/>
                                  <a:gd name="connsiteX35" fmla="*/ 63818 w 73342"/>
                                  <a:gd name="connsiteY35" fmla="*/ 42863 h 55245"/>
                                  <a:gd name="connsiteX36" fmla="*/ 60007 w 73342"/>
                                  <a:gd name="connsiteY36" fmla="*/ 41910 h 55245"/>
                                  <a:gd name="connsiteX37" fmla="*/ 55245 w 73342"/>
                                  <a:gd name="connsiteY37" fmla="*/ 40958 h 55245"/>
                                  <a:gd name="connsiteX38" fmla="*/ 49530 w 73342"/>
                                  <a:gd name="connsiteY38" fmla="*/ 40005 h 55245"/>
                                  <a:gd name="connsiteX39" fmla="*/ 43815 w 73342"/>
                                  <a:gd name="connsiteY39" fmla="*/ 39053 h 55245"/>
                                  <a:gd name="connsiteX40" fmla="*/ 37147 w 73342"/>
                                  <a:gd name="connsiteY40" fmla="*/ 37148 h 55245"/>
                                  <a:gd name="connsiteX41" fmla="*/ 31432 w 73342"/>
                                  <a:gd name="connsiteY41" fmla="*/ 35243 h 55245"/>
                                  <a:gd name="connsiteX42" fmla="*/ 25718 w 73342"/>
                                  <a:gd name="connsiteY42" fmla="*/ 33338 h 55245"/>
                                  <a:gd name="connsiteX43" fmla="*/ 20002 w 73342"/>
                                  <a:gd name="connsiteY43" fmla="*/ 30480 h 55245"/>
                                  <a:gd name="connsiteX44" fmla="*/ 17145 w 73342"/>
                                  <a:gd name="connsiteY44" fmla="*/ 29528 h 55245"/>
                                  <a:gd name="connsiteX45" fmla="*/ 15240 w 73342"/>
                                  <a:gd name="connsiteY45" fmla="*/ 28575 h 55245"/>
                                  <a:gd name="connsiteX46" fmla="*/ 11430 w 73342"/>
                                  <a:gd name="connsiteY46" fmla="*/ 26670 h 55245"/>
                                  <a:gd name="connsiteX47" fmla="*/ 8572 w 73342"/>
                                  <a:gd name="connsiteY47" fmla="*/ 24765 h 55245"/>
                                  <a:gd name="connsiteX48" fmla="*/ 6668 w 73342"/>
                                  <a:gd name="connsiteY48" fmla="*/ 23813 h 55245"/>
                                  <a:gd name="connsiteX49" fmla="*/ 8572 w 73342"/>
                                  <a:gd name="connsiteY49" fmla="*/ 24765 h 55245"/>
                                  <a:gd name="connsiteX50" fmla="*/ 11430 w 73342"/>
                                  <a:gd name="connsiteY50" fmla="*/ 26670 h 55245"/>
                                  <a:gd name="connsiteX51" fmla="*/ 15240 w 73342"/>
                                  <a:gd name="connsiteY51" fmla="*/ 28575 h 55245"/>
                                  <a:gd name="connsiteX52" fmla="*/ 17145 w 73342"/>
                                  <a:gd name="connsiteY52" fmla="*/ 29528 h 55245"/>
                                  <a:gd name="connsiteX53" fmla="*/ 20002 w 73342"/>
                                  <a:gd name="connsiteY53" fmla="*/ 30480 h 55245"/>
                                  <a:gd name="connsiteX54" fmla="*/ 25718 w 73342"/>
                                  <a:gd name="connsiteY54" fmla="*/ 32385 h 55245"/>
                                  <a:gd name="connsiteX55" fmla="*/ 31432 w 73342"/>
                                  <a:gd name="connsiteY55" fmla="*/ 34290 h 55245"/>
                                  <a:gd name="connsiteX56" fmla="*/ 38100 w 73342"/>
                                  <a:gd name="connsiteY56" fmla="*/ 36195 h 55245"/>
                                  <a:gd name="connsiteX57" fmla="*/ 44768 w 73342"/>
                                  <a:gd name="connsiteY57" fmla="*/ 38100 h 55245"/>
                                  <a:gd name="connsiteX58" fmla="*/ 50482 w 73342"/>
                                  <a:gd name="connsiteY58" fmla="*/ 39053 h 55245"/>
                                  <a:gd name="connsiteX59" fmla="*/ 56197 w 73342"/>
                                  <a:gd name="connsiteY59" fmla="*/ 40005 h 55245"/>
                                  <a:gd name="connsiteX60" fmla="*/ 60960 w 73342"/>
                                  <a:gd name="connsiteY60" fmla="*/ 40958 h 55245"/>
                                  <a:gd name="connsiteX61" fmla="*/ 65722 w 73342"/>
                                  <a:gd name="connsiteY61" fmla="*/ 41910 h 55245"/>
                                  <a:gd name="connsiteX62" fmla="*/ 68580 w 73342"/>
                                  <a:gd name="connsiteY62" fmla="*/ 42863 h 55245"/>
                                  <a:gd name="connsiteX63" fmla="*/ 68580 w 73342"/>
                                  <a:gd name="connsiteY63" fmla="*/ 42863 h 55245"/>
                                  <a:gd name="connsiteX64" fmla="*/ 68580 w 73342"/>
                                  <a:gd name="connsiteY64" fmla="*/ 41910 h 55245"/>
                                  <a:gd name="connsiteX65" fmla="*/ 65722 w 73342"/>
                                  <a:gd name="connsiteY65" fmla="*/ 36195 h 55245"/>
                                  <a:gd name="connsiteX66" fmla="*/ 61913 w 73342"/>
                                  <a:gd name="connsiteY66" fmla="*/ 30480 h 55245"/>
                                  <a:gd name="connsiteX67" fmla="*/ 60960 w 73342"/>
                                  <a:gd name="connsiteY67" fmla="*/ 29528 h 55245"/>
                                  <a:gd name="connsiteX68" fmla="*/ 59055 w 73342"/>
                                  <a:gd name="connsiteY68" fmla="*/ 28575 h 55245"/>
                                  <a:gd name="connsiteX69" fmla="*/ 52388 w 73342"/>
                                  <a:gd name="connsiteY69" fmla="*/ 25718 h 55245"/>
                                  <a:gd name="connsiteX70" fmla="*/ 47625 w 73342"/>
                                  <a:gd name="connsiteY70" fmla="*/ 24765 h 55245"/>
                                  <a:gd name="connsiteX71" fmla="*/ 41910 w 73342"/>
                                  <a:gd name="connsiteY71" fmla="*/ 23813 h 55245"/>
                                  <a:gd name="connsiteX72" fmla="*/ 36195 w 73342"/>
                                  <a:gd name="connsiteY72" fmla="*/ 21908 h 55245"/>
                                  <a:gd name="connsiteX73" fmla="*/ 30480 w 73342"/>
                                  <a:gd name="connsiteY73" fmla="*/ 20003 h 55245"/>
                                  <a:gd name="connsiteX74" fmla="*/ 24765 w 73342"/>
                                  <a:gd name="connsiteY74" fmla="*/ 18098 h 55245"/>
                                  <a:gd name="connsiteX75" fmla="*/ 19050 w 73342"/>
                                  <a:gd name="connsiteY75" fmla="*/ 16193 h 55245"/>
                                  <a:gd name="connsiteX76" fmla="*/ 13335 w 73342"/>
                                  <a:gd name="connsiteY76" fmla="*/ 14288 h 55245"/>
                                  <a:gd name="connsiteX77" fmla="*/ 8572 w 73342"/>
                                  <a:gd name="connsiteY77" fmla="*/ 12383 h 55245"/>
                                  <a:gd name="connsiteX78" fmla="*/ 1905 w 73342"/>
                                  <a:gd name="connsiteY78" fmla="*/ 9525 h 55245"/>
                                  <a:gd name="connsiteX79" fmla="*/ 0 w 73342"/>
                                  <a:gd name="connsiteY79" fmla="*/ 8573 h 55245"/>
                                  <a:gd name="connsiteX80" fmla="*/ 1905 w 73342"/>
                                  <a:gd name="connsiteY80" fmla="*/ 9525 h 55245"/>
                                  <a:gd name="connsiteX81" fmla="*/ 8572 w 73342"/>
                                  <a:gd name="connsiteY81" fmla="*/ 12383 h 55245"/>
                                  <a:gd name="connsiteX82" fmla="*/ 13335 w 73342"/>
                                  <a:gd name="connsiteY82" fmla="*/ 14288 h 55245"/>
                                  <a:gd name="connsiteX83" fmla="*/ 19050 w 73342"/>
                                  <a:gd name="connsiteY83" fmla="*/ 16193 h 55245"/>
                                  <a:gd name="connsiteX84" fmla="*/ 24765 w 73342"/>
                                  <a:gd name="connsiteY84" fmla="*/ 18098 h 55245"/>
                                  <a:gd name="connsiteX85" fmla="*/ 30480 w 73342"/>
                                  <a:gd name="connsiteY85" fmla="*/ 20003 h 55245"/>
                                  <a:gd name="connsiteX86" fmla="*/ 36195 w 73342"/>
                                  <a:gd name="connsiteY86" fmla="*/ 21908 h 55245"/>
                                  <a:gd name="connsiteX87" fmla="*/ 41910 w 73342"/>
                                  <a:gd name="connsiteY87" fmla="*/ 23813 h 55245"/>
                                  <a:gd name="connsiteX88" fmla="*/ 47625 w 73342"/>
                                  <a:gd name="connsiteY88" fmla="*/ 24765 h 55245"/>
                                  <a:gd name="connsiteX89" fmla="*/ 52388 w 73342"/>
                                  <a:gd name="connsiteY89" fmla="*/ 25718 h 55245"/>
                                  <a:gd name="connsiteX90" fmla="*/ 58102 w 73342"/>
                                  <a:gd name="connsiteY90" fmla="*/ 27623 h 55245"/>
                                  <a:gd name="connsiteX91" fmla="*/ 57150 w 73342"/>
                                  <a:gd name="connsiteY91" fmla="*/ 25718 h 55245"/>
                                  <a:gd name="connsiteX92" fmla="*/ 52388 w 73342"/>
                                  <a:gd name="connsiteY92" fmla="*/ 20003 h 55245"/>
                                  <a:gd name="connsiteX93" fmla="*/ 47625 w 73342"/>
                                  <a:gd name="connsiteY93" fmla="*/ 15240 h 55245"/>
                                  <a:gd name="connsiteX94" fmla="*/ 42863 w 73342"/>
                                  <a:gd name="connsiteY94" fmla="*/ 10478 h 55245"/>
                                  <a:gd name="connsiteX95" fmla="*/ 38100 w 73342"/>
                                  <a:gd name="connsiteY95" fmla="*/ 6668 h 55245"/>
                                  <a:gd name="connsiteX96" fmla="*/ 31432 w 73342"/>
                                  <a:gd name="connsiteY96" fmla="*/ 1905 h 55245"/>
                                  <a:gd name="connsiteX97" fmla="*/ 31432 w 73342"/>
                                  <a:gd name="connsiteY97" fmla="*/ 1905 h 55245"/>
                                  <a:gd name="connsiteX98" fmla="*/ 39052 w 73342"/>
                                  <a:gd name="connsiteY98" fmla="*/ 5715 h 55245"/>
                                  <a:gd name="connsiteX99" fmla="*/ 43815 w 73342"/>
                                  <a:gd name="connsiteY99" fmla="*/ 9525 h 55245"/>
                                  <a:gd name="connsiteX100" fmla="*/ 48577 w 73342"/>
                                  <a:gd name="connsiteY100" fmla="*/ 14288 h 55245"/>
                                  <a:gd name="connsiteX101" fmla="*/ 53340 w 73342"/>
                                  <a:gd name="connsiteY101" fmla="*/ 19050 h 55245"/>
                                  <a:gd name="connsiteX102" fmla="*/ 55245 w 73342"/>
                                  <a:gd name="connsiteY102" fmla="*/ 20955 h 55245"/>
                                  <a:gd name="connsiteX103" fmla="*/ 55245 w 73342"/>
                                  <a:gd name="connsiteY103" fmla="*/ 19050 h 55245"/>
                                  <a:gd name="connsiteX104" fmla="*/ 54293 w 73342"/>
                                  <a:gd name="connsiteY104" fmla="*/ 14288 h 55245"/>
                                  <a:gd name="connsiteX105" fmla="*/ 53340 w 73342"/>
                                  <a:gd name="connsiteY105" fmla="*/ 9525 h 55245"/>
                                  <a:gd name="connsiteX106" fmla="*/ 52388 w 73342"/>
                                  <a:gd name="connsiteY106" fmla="*/ 4763 h 55245"/>
                                  <a:gd name="connsiteX107" fmla="*/ 50482 w 73342"/>
                                  <a:gd name="connsiteY107" fmla="*/ 953 h 55245"/>
                                  <a:gd name="connsiteX108" fmla="*/ 49530 w 73342"/>
                                  <a:gd name="connsiteY108" fmla="*/ 0 h 55245"/>
                                  <a:gd name="connsiteX109" fmla="*/ 48577 w 73342"/>
                                  <a:gd name="connsiteY109" fmla="*/ 0 h 55245"/>
                                  <a:gd name="connsiteX110" fmla="*/ 48577 w 73342"/>
                                  <a:gd name="connsiteY110" fmla="*/ 0 h 55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73342" h="55245">
                                    <a:moveTo>
                                      <a:pt x="48577" y="0"/>
                                    </a:moveTo>
                                    <a:cubicBezTo>
                                      <a:pt x="48577" y="0"/>
                                      <a:pt x="48577" y="0"/>
                                      <a:pt x="48577" y="0"/>
                                    </a:cubicBezTo>
                                    <a:cubicBezTo>
                                      <a:pt x="49530" y="953"/>
                                      <a:pt x="50482" y="953"/>
                                      <a:pt x="50482" y="1905"/>
                                    </a:cubicBezTo>
                                    <a:cubicBezTo>
                                      <a:pt x="50482" y="1905"/>
                                      <a:pt x="51435" y="2858"/>
                                      <a:pt x="51435" y="2858"/>
                                    </a:cubicBezTo>
                                    <a:cubicBezTo>
                                      <a:pt x="52388" y="3810"/>
                                      <a:pt x="53340" y="5715"/>
                                      <a:pt x="53340" y="6668"/>
                                    </a:cubicBezTo>
                                    <a:cubicBezTo>
                                      <a:pt x="54293" y="8573"/>
                                      <a:pt x="54293" y="9525"/>
                                      <a:pt x="55245" y="11430"/>
                                    </a:cubicBezTo>
                                    <a:cubicBezTo>
                                      <a:pt x="56197" y="15240"/>
                                      <a:pt x="56197" y="18098"/>
                                      <a:pt x="57150" y="20955"/>
                                    </a:cubicBezTo>
                                    <a:cubicBezTo>
                                      <a:pt x="57150" y="22860"/>
                                      <a:pt x="58102" y="24765"/>
                                      <a:pt x="58102" y="24765"/>
                                    </a:cubicBezTo>
                                    <a:lnTo>
                                      <a:pt x="59055" y="25718"/>
                                    </a:lnTo>
                                    <a:cubicBezTo>
                                      <a:pt x="60960" y="27623"/>
                                      <a:pt x="61913" y="29528"/>
                                      <a:pt x="63818" y="31433"/>
                                    </a:cubicBezTo>
                                    <a:cubicBezTo>
                                      <a:pt x="64770" y="33338"/>
                                      <a:pt x="66675" y="34290"/>
                                      <a:pt x="67627" y="36195"/>
                                    </a:cubicBezTo>
                                    <a:cubicBezTo>
                                      <a:pt x="67627" y="35243"/>
                                      <a:pt x="67627" y="34290"/>
                                      <a:pt x="67627" y="33338"/>
                                    </a:cubicBezTo>
                                    <a:cubicBezTo>
                                      <a:pt x="67627" y="31433"/>
                                      <a:pt x="68580" y="29528"/>
                                      <a:pt x="69532" y="27623"/>
                                    </a:cubicBezTo>
                                    <a:cubicBezTo>
                                      <a:pt x="70485" y="25718"/>
                                      <a:pt x="70485" y="22860"/>
                                      <a:pt x="71438" y="20955"/>
                                    </a:cubicBezTo>
                                    <a:cubicBezTo>
                                      <a:pt x="72390" y="19050"/>
                                      <a:pt x="72390" y="16193"/>
                                      <a:pt x="72390" y="14288"/>
                                    </a:cubicBezTo>
                                    <a:cubicBezTo>
                                      <a:pt x="72390" y="13335"/>
                                      <a:pt x="72390" y="12383"/>
                                      <a:pt x="72390" y="11430"/>
                                    </a:cubicBezTo>
                                    <a:cubicBezTo>
                                      <a:pt x="72390" y="10478"/>
                                      <a:pt x="72390" y="9525"/>
                                      <a:pt x="71438" y="8573"/>
                                    </a:cubicBezTo>
                                    <a:cubicBezTo>
                                      <a:pt x="71438" y="8573"/>
                                      <a:pt x="71438" y="8573"/>
                                      <a:pt x="71438" y="7620"/>
                                    </a:cubicBezTo>
                                    <a:cubicBezTo>
                                      <a:pt x="71438" y="7620"/>
                                      <a:pt x="71438" y="7620"/>
                                      <a:pt x="71438" y="7620"/>
                                    </a:cubicBezTo>
                                    <a:cubicBezTo>
                                      <a:pt x="71438" y="8573"/>
                                      <a:pt x="72390" y="9525"/>
                                      <a:pt x="72390" y="10478"/>
                                    </a:cubicBezTo>
                                    <a:cubicBezTo>
                                      <a:pt x="72390" y="11430"/>
                                      <a:pt x="72390" y="12383"/>
                                      <a:pt x="72390" y="13335"/>
                                    </a:cubicBezTo>
                                    <a:cubicBezTo>
                                      <a:pt x="72390" y="15240"/>
                                      <a:pt x="72390" y="18098"/>
                                      <a:pt x="71438" y="20003"/>
                                    </a:cubicBezTo>
                                    <a:cubicBezTo>
                                      <a:pt x="70485" y="21908"/>
                                      <a:pt x="70485" y="24765"/>
                                      <a:pt x="69532" y="26670"/>
                                    </a:cubicBezTo>
                                    <a:cubicBezTo>
                                      <a:pt x="68580" y="28575"/>
                                      <a:pt x="68580" y="30480"/>
                                      <a:pt x="68580" y="32385"/>
                                    </a:cubicBezTo>
                                    <a:cubicBezTo>
                                      <a:pt x="68580" y="34290"/>
                                      <a:pt x="68580" y="35243"/>
                                      <a:pt x="68580" y="36195"/>
                                    </a:cubicBezTo>
                                    <a:cubicBezTo>
                                      <a:pt x="68580" y="37148"/>
                                      <a:pt x="68580" y="37148"/>
                                      <a:pt x="68580" y="37148"/>
                                    </a:cubicBezTo>
                                    <a:cubicBezTo>
                                      <a:pt x="69532" y="38100"/>
                                      <a:pt x="69532" y="40005"/>
                                      <a:pt x="70485" y="40958"/>
                                    </a:cubicBezTo>
                                    <a:cubicBezTo>
                                      <a:pt x="71438" y="42863"/>
                                      <a:pt x="71438" y="44768"/>
                                      <a:pt x="72390" y="46673"/>
                                    </a:cubicBezTo>
                                    <a:cubicBezTo>
                                      <a:pt x="72390" y="48578"/>
                                      <a:pt x="73343" y="49530"/>
                                      <a:pt x="73343" y="51435"/>
                                    </a:cubicBezTo>
                                    <a:lnTo>
                                      <a:pt x="73343" y="51435"/>
                                    </a:lnTo>
                                    <a:lnTo>
                                      <a:pt x="70485" y="55245"/>
                                    </a:lnTo>
                                    <a:cubicBezTo>
                                      <a:pt x="70485" y="53340"/>
                                      <a:pt x="70485" y="50483"/>
                                      <a:pt x="69532" y="47625"/>
                                    </a:cubicBezTo>
                                    <a:cubicBezTo>
                                      <a:pt x="69532" y="46673"/>
                                      <a:pt x="69532" y="45720"/>
                                      <a:pt x="68580" y="44768"/>
                                    </a:cubicBezTo>
                                    <a:cubicBezTo>
                                      <a:pt x="68580" y="44768"/>
                                      <a:pt x="68580" y="44768"/>
                                      <a:pt x="68580" y="44768"/>
                                    </a:cubicBezTo>
                                    <a:cubicBezTo>
                                      <a:pt x="68580" y="44768"/>
                                      <a:pt x="67627" y="43815"/>
                                      <a:pt x="66675" y="43815"/>
                                    </a:cubicBezTo>
                                    <a:cubicBezTo>
                                      <a:pt x="65722" y="43815"/>
                                      <a:pt x="64770" y="42863"/>
                                      <a:pt x="63818" y="42863"/>
                                    </a:cubicBezTo>
                                    <a:cubicBezTo>
                                      <a:pt x="62865" y="42863"/>
                                      <a:pt x="60960" y="41910"/>
                                      <a:pt x="60007" y="41910"/>
                                    </a:cubicBezTo>
                                    <a:cubicBezTo>
                                      <a:pt x="58102" y="41910"/>
                                      <a:pt x="57150" y="40958"/>
                                      <a:pt x="55245" y="40958"/>
                                    </a:cubicBezTo>
                                    <a:cubicBezTo>
                                      <a:pt x="53340" y="40958"/>
                                      <a:pt x="51435" y="40005"/>
                                      <a:pt x="49530" y="40005"/>
                                    </a:cubicBezTo>
                                    <a:cubicBezTo>
                                      <a:pt x="47625" y="40005"/>
                                      <a:pt x="45720" y="39053"/>
                                      <a:pt x="43815" y="39053"/>
                                    </a:cubicBezTo>
                                    <a:cubicBezTo>
                                      <a:pt x="41910" y="39053"/>
                                      <a:pt x="40005" y="38100"/>
                                      <a:pt x="37147" y="37148"/>
                                    </a:cubicBezTo>
                                    <a:cubicBezTo>
                                      <a:pt x="35243" y="36195"/>
                                      <a:pt x="33338" y="36195"/>
                                      <a:pt x="31432" y="35243"/>
                                    </a:cubicBezTo>
                                    <a:cubicBezTo>
                                      <a:pt x="29527" y="34290"/>
                                      <a:pt x="27622" y="33338"/>
                                      <a:pt x="25718" y="33338"/>
                                    </a:cubicBezTo>
                                    <a:cubicBezTo>
                                      <a:pt x="23813" y="32385"/>
                                      <a:pt x="21907" y="31433"/>
                                      <a:pt x="20002" y="30480"/>
                                    </a:cubicBezTo>
                                    <a:cubicBezTo>
                                      <a:pt x="19050" y="30480"/>
                                      <a:pt x="18097" y="29528"/>
                                      <a:pt x="17145" y="29528"/>
                                    </a:cubicBezTo>
                                    <a:cubicBezTo>
                                      <a:pt x="16193" y="29528"/>
                                      <a:pt x="15240" y="28575"/>
                                      <a:pt x="15240" y="28575"/>
                                    </a:cubicBezTo>
                                    <a:cubicBezTo>
                                      <a:pt x="13335" y="27623"/>
                                      <a:pt x="12382" y="26670"/>
                                      <a:pt x="11430" y="26670"/>
                                    </a:cubicBezTo>
                                    <a:cubicBezTo>
                                      <a:pt x="10477" y="25718"/>
                                      <a:pt x="9525" y="25718"/>
                                      <a:pt x="8572" y="24765"/>
                                    </a:cubicBezTo>
                                    <a:cubicBezTo>
                                      <a:pt x="7620" y="24765"/>
                                      <a:pt x="7620" y="23813"/>
                                      <a:pt x="6668" y="23813"/>
                                    </a:cubicBezTo>
                                    <a:cubicBezTo>
                                      <a:pt x="6668" y="23813"/>
                                      <a:pt x="7620" y="24765"/>
                                      <a:pt x="8572" y="24765"/>
                                    </a:cubicBezTo>
                                    <a:cubicBezTo>
                                      <a:pt x="9525" y="25718"/>
                                      <a:pt x="10477" y="25718"/>
                                      <a:pt x="11430" y="26670"/>
                                    </a:cubicBezTo>
                                    <a:cubicBezTo>
                                      <a:pt x="12382" y="27623"/>
                                      <a:pt x="14288" y="27623"/>
                                      <a:pt x="15240" y="28575"/>
                                    </a:cubicBezTo>
                                    <a:cubicBezTo>
                                      <a:pt x="16193" y="28575"/>
                                      <a:pt x="17145" y="29528"/>
                                      <a:pt x="17145" y="29528"/>
                                    </a:cubicBezTo>
                                    <a:cubicBezTo>
                                      <a:pt x="18097" y="29528"/>
                                      <a:pt x="19050" y="30480"/>
                                      <a:pt x="20002" y="30480"/>
                                    </a:cubicBezTo>
                                    <a:cubicBezTo>
                                      <a:pt x="21907" y="31433"/>
                                      <a:pt x="23813" y="32385"/>
                                      <a:pt x="25718" y="32385"/>
                                    </a:cubicBezTo>
                                    <a:cubicBezTo>
                                      <a:pt x="27622" y="33338"/>
                                      <a:pt x="29527" y="34290"/>
                                      <a:pt x="31432" y="34290"/>
                                    </a:cubicBezTo>
                                    <a:cubicBezTo>
                                      <a:pt x="33338" y="35243"/>
                                      <a:pt x="35243" y="35243"/>
                                      <a:pt x="38100" y="36195"/>
                                    </a:cubicBezTo>
                                    <a:cubicBezTo>
                                      <a:pt x="40005" y="37148"/>
                                      <a:pt x="41910" y="37148"/>
                                      <a:pt x="44768" y="38100"/>
                                    </a:cubicBezTo>
                                    <a:cubicBezTo>
                                      <a:pt x="46672" y="38100"/>
                                      <a:pt x="48577" y="39053"/>
                                      <a:pt x="50482" y="39053"/>
                                    </a:cubicBezTo>
                                    <a:cubicBezTo>
                                      <a:pt x="52388" y="39053"/>
                                      <a:pt x="54293" y="40005"/>
                                      <a:pt x="56197" y="40005"/>
                                    </a:cubicBezTo>
                                    <a:cubicBezTo>
                                      <a:pt x="58102" y="40005"/>
                                      <a:pt x="60007" y="40005"/>
                                      <a:pt x="60960" y="40958"/>
                                    </a:cubicBezTo>
                                    <a:cubicBezTo>
                                      <a:pt x="62865" y="40958"/>
                                      <a:pt x="63818" y="41910"/>
                                      <a:pt x="65722" y="41910"/>
                                    </a:cubicBezTo>
                                    <a:cubicBezTo>
                                      <a:pt x="66675" y="41910"/>
                                      <a:pt x="68580" y="42863"/>
                                      <a:pt x="68580" y="42863"/>
                                    </a:cubicBezTo>
                                    <a:cubicBezTo>
                                      <a:pt x="68580" y="42863"/>
                                      <a:pt x="68580" y="42863"/>
                                      <a:pt x="68580" y="42863"/>
                                    </a:cubicBezTo>
                                    <a:lnTo>
                                      <a:pt x="68580" y="41910"/>
                                    </a:lnTo>
                                    <a:cubicBezTo>
                                      <a:pt x="67627" y="40005"/>
                                      <a:pt x="66675" y="38100"/>
                                      <a:pt x="65722" y="36195"/>
                                    </a:cubicBezTo>
                                    <a:cubicBezTo>
                                      <a:pt x="64770" y="34290"/>
                                      <a:pt x="63818" y="32385"/>
                                      <a:pt x="61913" y="30480"/>
                                    </a:cubicBezTo>
                                    <a:lnTo>
                                      <a:pt x="60960" y="29528"/>
                                    </a:lnTo>
                                    <a:cubicBezTo>
                                      <a:pt x="60960" y="29528"/>
                                      <a:pt x="60007" y="28575"/>
                                      <a:pt x="59055" y="28575"/>
                                    </a:cubicBezTo>
                                    <a:cubicBezTo>
                                      <a:pt x="57150" y="27623"/>
                                      <a:pt x="55245" y="26670"/>
                                      <a:pt x="52388" y="25718"/>
                                    </a:cubicBezTo>
                                    <a:cubicBezTo>
                                      <a:pt x="50482" y="25718"/>
                                      <a:pt x="49530" y="24765"/>
                                      <a:pt x="47625" y="24765"/>
                                    </a:cubicBezTo>
                                    <a:cubicBezTo>
                                      <a:pt x="45720" y="24765"/>
                                      <a:pt x="43815" y="23813"/>
                                      <a:pt x="41910" y="23813"/>
                                    </a:cubicBezTo>
                                    <a:cubicBezTo>
                                      <a:pt x="40005" y="22860"/>
                                      <a:pt x="38100" y="22860"/>
                                      <a:pt x="36195" y="21908"/>
                                    </a:cubicBezTo>
                                    <a:cubicBezTo>
                                      <a:pt x="34290" y="20955"/>
                                      <a:pt x="32385" y="20955"/>
                                      <a:pt x="30480" y="20003"/>
                                    </a:cubicBezTo>
                                    <a:cubicBezTo>
                                      <a:pt x="28575" y="19050"/>
                                      <a:pt x="26670" y="19050"/>
                                      <a:pt x="24765" y="18098"/>
                                    </a:cubicBezTo>
                                    <a:lnTo>
                                      <a:pt x="19050" y="16193"/>
                                    </a:lnTo>
                                    <a:cubicBezTo>
                                      <a:pt x="17145" y="15240"/>
                                      <a:pt x="15240" y="15240"/>
                                      <a:pt x="13335" y="14288"/>
                                    </a:cubicBezTo>
                                    <a:cubicBezTo>
                                      <a:pt x="11430" y="13335"/>
                                      <a:pt x="10477" y="13335"/>
                                      <a:pt x="8572" y="12383"/>
                                    </a:cubicBezTo>
                                    <a:cubicBezTo>
                                      <a:pt x="5715" y="11430"/>
                                      <a:pt x="2857" y="10478"/>
                                      <a:pt x="1905" y="9525"/>
                                    </a:cubicBezTo>
                                    <a:cubicBezTo>
                                      <a:pt x="952" y="9525"/>
                                      <a:pt x="0" y="8573"/>
                                      <a:pt x="0" y="8573"/>
                                    </a:cubicBezTo>
                                    <a:cubicBezTo>
                                      <a:pt x="952" y="8573"/>
                                      <a:pt x="952" y="9525"/>
                                      <a:pt x="1905" y="9525"/>
                                    </a:cubicBezTo>
                                    <a:cubicBezTo>
                                      <a:pt x="3810" y="10478"/>
                                      <a:pt x="5715" y="11430"/>
                                      <a:pt x="8572" y="12383"/>
                                    </a:cubicBezTo>
                                    <a:cubicBezTo>
                                      <a:pt x="10477" y="13335"/>
                                      <a:pt x="11430" y="13335"/>
                                      <a:pt x="13335" y="14288"/>
                                    </a:cubicBezTo>
                                    <a:cubicBezTo>
                                      <a:pt x="15240" y="15240"/>
                                      <a:pt x="17145" y="15240"/>
                                      <a:pt x="19050" y="16193"/>
                                    </a:cubicBezTo>
                                    <a:cubicBezTo>
                                      <a:pt x="20955" y="17145"/>
                                      <a:pt x="22860" y="17145"/>
                                      <a:pt x="24765" y="18098"/>
                                    </a:cubicBezTo>
                                    <a:cubicBezTo>
                                      <a:pt x="26670" y="19050"/>
                                      <a:pt x="28575" y="19050"/>
                                      <a:pt x="30480" y="20003"/>
                                    </a:cubicBezTo>
                                    <a:cubicBezTo>
                                      <a:pt x="32385" y="20955"/>
                                      <a:pt x="34290" y="20955"/>
                                      <a:pt x="36195" y="21908"/>
                                    </a:cubicBezTo>
                                    <a:cubicBezTo>
                                      <a:pt x="38100" y="22860"/>
                                      <a:pt x="40005" y="22860"/>
                                      <a:pt x="41910" y="23813"/>
                                    </a:cubicBezTo>
                                    <a:cubicBezTo>
                                      <a:pt x="43815" y="24765"/>
                                      <a:pt x="45720" y="24765"/>
                                      <a:pt x="47625" y="24765"/>
                                    </a:cubicBezTo>
                                    <a:cubicBezTo>
                                      <a:pt x="49530" y="24765"/>
                                      <a:pt x="51435" y="25718"/>
                                      <a:pt x="52388" y="25718"/>
                                    </a:cubicBezTo>
                                    <a:cubicBezTo>
                                      <a:pt x="54293" y="25718"/>
                                      <a:pt x="56197" y="26670"/>
                                      <a:pt x="58102" y="27623"/>
                                    </a:cubicBezTo>
                                    <a:lnTo>
                                      <a:pt x="57150" y="25718"/>
                                    </a:lnTo>
                                    <a:cubicBezTo>
                                      <a:pt x="55245" y="23813"/>
                                      <a:pt x="54293" y="21908"/>
                                      <a:pt x="52388" y="20003"/>
                                    </a:cubicBezTo>
                                    <a:cubicBezTo>
                                      <a:pt x="50482" y="18098"/>
                                      <a:pt x="49530" y="16193"/>
                                      <a:pt x="47625" y="15240"/>
                                    </a:cubicBezTo>
                                    <a:cubicBezTo>
                                      <a:pt x="45720" y="13335"/>
                                      <a:pt x="44768" y="12383"/>
                                      <a:pt x="42863" y="10478"/>
                                    </a:cubicBezTo>
                                    <a:cubicBezTo>
                                      <a:pt x="40957" y="8573"/>
                                      <a:pt x="40005" y="7620"/>
                                      <a:pt x="38100" y="6668"/>
                                    </a:cubicBezTo>
                                    <a:cubicBezTo>
                                      <a:pt x="35243" y="4763"/>
                                      <a:pt x="33338" y="2858"/>
                                      <a:pt x="31432" y="1905"/>
                                    </a:cubicBezTo>
                                    <a:lnTo>
                                      <a:pt x="31432" y="1905"/>
                                    </a:lnTo>
                                    <a:cubicBezTo>
                                      <a:pt x="33338" y="1905"/>
                                      <a:pt x="36195" y="3810"/>
                                      <a:pt x="39052" y="5715"/>
                                    </a:cubicBezTo>
                                    <a:cubicBezTo>
                                      <a:pt x="40957" y="6668"/>
                                      <a:pt x="41910" y="8573"/>
                                      <a:pt x="43815" y="9525"/>
                                    </a:cubicBezTo>
                                    <a:cubicBezTo>
                                      <a:pt x="45720" y="10478"/>
                                      <a:pt x="47625" y="12383"/>
                                      <a:pt x="48577" y="14288"/>
                                    </a:cubicBezTo>
                                    <a:cubicBezTo>
                                      <a:pt x="50482" y="16193"/>
                                      <a:pt x="52388" y="17145"/>
                                      <a:pt x="53340" y="19050"/>
                                    </a:cubicBezTo>
                                    <a:lnTo>
                                      <a:pt x="55245" y="20955"/>
                                    </a:lnTo>
                                    <a:cubicBezTo>
                                      <a:pt x="55245" y="20003"/>
                                      <a:pt x="55245" y="20003"/>
                                      <a:pt x="55245" y="19050"/>
                                    </a:cubicBezTo>
                                    <a:cubicBezTo>
                                      <a:pt x="55245" y="18098"/>
                                      <a:pt x="55245" y="16193"/>
                                      <a:pt x="54293" y="14288"/>
                                    </a:cubicBezTo>
                                    <a:cubicBezTo>
                                      <a:pt x="54293" y="12383"/>
                                      <a:pt x="54293" y="10478"/>
                                      <a:pt x="53340" y="9525"/>
                                    </a:cubicBezTo>
                                    <a:cubicBezTo>
                                      <a:pt x="53340" y="7620"/>
                                      <a:pt x="52388" y="5715"/>
                                      <a:pt x="52388" y="4763"/>
                                    </a:cubicBezTo>
                                    <a:cubicBezTo>
                                      <a:pt x="51435" y="2858"/>
                                      <a:pt x="51435" y="1905"/>
                                      <a:pt x="50482" y="953"/>
                                    </a:cubicBezTo>
                                    <a:cubicBezTo>
                                      <a:pt x="50482" y="0"/>
                                      <a:pt x="49530" y="0"/>
                                      <a:pt x="49530" y="0"/>
                                    </a:cubicBezTo>
                                    <a:cubicBezTo>
                                      <a:pt x="49530" y="953"/>
                                      <a:pt x="49530" y="0"/>
                                      <a:pt x="48577" y="0"/>
                                    </a:cubicBezTo>
                                    <a:cubicBezTo>
                                      <a:pt x="48577" y="0"/>
                                      <a:pt x="48577" y="0"/>
                                      <a:pt x="48577" y="0"/>
                                    </a:cubicBezTo>
                                    <a:close/>
                                  </a:path>
                                </a:pathLst>
                              </a:custGeom>
                              <a:grpFill/>
                              <a:ln w="9525" cap="flat">
                                <a:noFill/>
                                <a:prstDash val="solid"/>
                                <a:miter/>
                              </a:ln>
                            </p:spPr>
                            <p:txBody>
                              <a:bodyPr rtlCol="0" anchor="ctr"/>
                              <a:lstStyle/>
                              <a:p>
                                <a:endParaRPr lang="en-US"/>
                              </a:p>
                            </p:txBody>
                          </p:sp>
                        </p:grpSp>
                      </p:grpSp>
                      <p:grpSp>
                        <p:nvGrpSpPr>
                          <p:cNvPr id="362" name="Graphic 2">
                            <a:extLst>
                              <a:ext uri="{FF2B5EF4-FFF2-40B4-BE49-F238E27FC236}">
                                <a16:creationId xmlns:a16="http://schemas.microsoft.com/office/drawing/2014/main" id="{AE736AF3-0337-429B-AEF1-DA4B52809559}"/>
                              </a:ext>
                            </a:extLst>
                          </p:cNvPr>
                          <p:cNvGrpSpPr/>
                          <p:nvPr/>
                        </p:nvGrpSpPr>
                        <p:grpSpPr>
                          <a:xfrm>
                            <a:off x="3635874" y="1711291"/>
                            <a:ext cx="298170" cy="210896"/>
                            <a:chOff x="3635874" y="1711291"/>
                            <a:chExt cx="298170" cy="210896"/>
                          </a:xfrm>
                          <a:grpFill/>
                        </p:grpSpPr>
                        <p:sp>
                          <p:nvSpPr>
                            <p:cNvPr id="363" name="Freeform: Shape 362">
                              <a:extLst>
                                <a:ext uri="{FF2B5EF4-FFF2-40B4-BE49-F238E27FC236}">
                                  <a16:creationId xmlns:a16="http://schemas.microsoft.com/office/drawing/2014/main" id="{C668EA51-EB5A-462D-9D66-C3B65CF0F2CC}"/>
                                </a:ext>
                              </a:extLst>
                            </p:cNvPr>
                            <p:cNvSpPr/>
                            <p:nvPr/>
                          </p:nvSpPr>
                          <p:spPr>
                            <a:xfrm>
                              <a:off x="3639683" y="1711291"/>
                              <a:ext cx="294361" cy="210896"/>
                            </a:xfrm>
                            <a:custGeom>
                              <a:avLst/>
                              <a:gdLst>
                                <a:gd name="connsiteX0" fmla="*/ 213360 w 294361"/>
                                <a:gd name="connsiteY0" fmla="*/ 223 h 210896"/>
                                <a:gd name="connsiteX1" fmla="*/ 202883 w 294361"/>
                                <a:gd name="connsiteY1" fmla="*/ 9748 h 210896"/>
                                <a:gd name="connsiteX2" fmla="*/ 202883 w 294361"/>
                                <a:gd name="connsiteY2" fmla="*/ 9748 h 210896"/>
                                <a:gd name="connsiteX3" fmla="*/ 200978 w 294361"/>
                                <a:gd name="connsiteY3" fmla="*/ 11653 h 210896"/>
                                <a:gd name="connsiteX4" fmla="*/ 166688 w 294361"/>
                                <a:gd name="connsiteY4" fmla="*/ 6890 h 210896"/>
                                <a:gd name="connsiteX5" fmla="*/ 141923 w 294361"/>
                                <a:gd name="connsiteY5" fmla="*/ 24035 h 210896"/>
                                <a:gd name="connsiteX6" fmla="*/ 147638 w 294361"/>
                                <a:gd name="connsiteY6" fmla="*/ 41180 h 210896"/>
                                <a:gd name="connsiteX7" fmla="*/ 162878 w 294361"/>
                                <a:gd name="connsiteY7" fmla="*/ 66898 h 210896"/>
                                <a:gd name="connsiteX8" fmla="*/ 151448 w 294361"/>
                                <a:gd name="connsiteY8" fmla="*/ 65945 h 210896"/>
                                <a:gd name="connsiteX9" fmla="*/ 139065 w 294361"/>
                                <a:gd name="connsiteY9" fmla="*/ 64993 h 210896"/>
                                <a:gd name="connsiteX10" fmla="*/ 108585 w 294361"/>
                                <a:gd name="connsiteY10" fmla="*/ 64993 h 210896"/>
                                <a:gd name="connsiteX11" fmla="*/ 74295 w 294361"/>
                                <a:gd name="connsiteY11" fmla="*/ 71660 h 210896"/>
                                <a:gd name="connsiteX12" fmla="*/ 74295 w 294361"/>
                                <a:gd name="connsiteY12" fmla="*/ 71660 h 210896"/>
                                <a:gd name="connsiteX13" fmla="*/ 74295 w 294361"/>
                                <a:gd name="connsiteY13" fmla="*/ 71660 h 210896"/>
                                <a:gd name="connsiteX14" fmla="*/ 9525 w 294361"/>
                                <a:gd name="connsiteY14" fmla="*/ 126905 h 210896"/>
                                <a:gd name="connsiteX15" fmla="*/ 953 w 294361"/>
                                <a:gd name="connsiteY15" fmla="*/ 158338 h 210896"/>
                                <a:gd name="connsiteX16" fmla="*/ 0 w 294361"/>
                                <a:gd name="connsiteY16" fmla="*/ 165005 h 210896"/>
                                <a:gd name="connsiteX17" fmla="*/ 0 w 294361"/>
                                <a:gd name="connsiteY17" fmla="*/ 165958 h 210896"/>
                                <a:gd name="connsiteX18" fmla="*/ 3810 w 294361"/>
                                <a:gd name="connsiteY18" fmla="*/ 180245 h 210896"/>
                                <a:gd name="connsiteX19" fmla="*/ 7620 w 294361"/>
                                <a:gd name="connsiteY19" fmla="*/ 198343 h 210896"/>
                                <a:gd name="connsiteX20" fmla="*/ 18098 w 294361"/>
                                <a:gd name="connsiteY20" fmla="*/ 205010 h 210896"/>
                                <a:gd name="connsiteX21" fmla="*/ 18098 w 294361"/>
                                <a:gd name="connsiteY21" fmla="*/ 205010 h 210896"/>
                                <a:gd name="connsiteX22" fmla="*/ 78105 w 294361"/>
                                <a:gd name="connsiteY22" fmla="*/ 205963 h 210896"/>
                                <a:gd name="connsiteX23" fmla="*/ 79058 w 294361"/>
                                <a:gd name="connsiteY23" fmla="*/ 205963 h 210896"/>
                                <a:gd name="connsiteX24" fmla="*/ 91440 w 294361"/>
                                <a:gd name="connsiteY24" fmla="*/ 203105 h 210896"/>
                                <a:gd name="connsiteX25" fmla="*/ 104775 w 294361"/>
                                <a:gd name="connsiteY25" fmla="*/ 200248 h 210896"/>
                                <a:gd name="connsiteX26" fmla="*/ 127635 w 294361"/>
                                <a:gd name="connsiteY26" fmla="*/ 196438 h 210896"/>
                                <a:gd name="connsiteX27" fmla="*/ 232410 w 294361"/>
                                <a:gd name="connsiteY27" fmla="*/ 150718 h 210896"/>
                                <a:gd name="connsiteX28" fmla="*/ 253365 w 294361"/>
                                <a:gd name="connsiteY28" fmla="*/ 127858 h 210896"/>
                                <a:gd name="connsiteX29" fmla="*/ 272415 w 294361"/>
                                <a:gd name="connsiteY29" fmla="*/ 113570 h 210896"/>
                                <a:gd name="connsiteX30" fmla="*/ 272415 w 294361"/>
                                <a:gd name="connsiteY30" fmla="*/ 113570 h 210896"/>
                                <a:gd name="connsiteX31" fmla="*/ 272415 w 294361"/>
                                <a:gd name="connsiteY31" fmla="*/ 113570 h 210896"/>
                                <a:gd name="connsiteX32" fmla="*/ 272415 w 294361"/>
                                <a:gd name="connsiteY32" fmla="*/ 113570 h 210896"/>
                                <a:gd name="connsiteX33" fmla="*/ 279083 w 294361"/>
                                <a:gd name="connsiteY33" fmla="*/ 105950 h 210896"/>
                                <a:gd name="connsiteX34" fmla="*/ 279083 w 294361"/>
                                <a:gd name="connsiteY34" fmla="*/ 105950 h 210896"/>
                                <a:gd name="connsiteX35" fmla="*/ 280035 w 294361"/>
                                <a:gd name="connsiteY35" fmla="*/ 104998 h 210896"/>
                                <a:gd name="connsiteX36" fmla="*/ 291465 w 294361"/>
                                <a:gd name="connsiteY36" fmla="*/ 83090 h 210896"/>
                                <a:gd name="connsiteX37" fmla="*/ 293370 w 294361"/>
                                <a:gd name="connsiteY37" fmla="*/ 51658 h 210896"/>
                                <a:gd name="connsiteX38" fmla="*/ 280035 w 294361"/>
                                <a:gd name="connsiteY38" fmla="*/ 24035 h 210896"/>
                                <a:gd name="connsiteX39" fmla="*/ 279083 w 294361"/>
                                <a:gd name="connsiteY39" fmla="*/ 23083 h 210896"/>
                                <a:gd name="connsiteX40" fmla="*/ 279083 w 294361"/>
                                <a:gd name="connsiteY40" fmla="*/ 23083 h 210896"/>
                                <a:gd name="connsiteX41" fmla="*/ 261938 w 294361"/>
                                <a:gd name="connsiteY41" fmla="*/ 9748 h 210896"/>
                                <a:gd name="connsiteX42" fmla="*/ 213360 w 294361"/>
                                <a:gd name="connsiteY42" fmla="*/ 223 h 210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94361" h="210896">
                                  <a:moveTo>
                                    <a:pt x="213360" y="223"/>
                                  </a:moveTo>
                                  <a:cubicBezTo>
                                    <a:pt x="203835" y="1175"/>
                                    <a:pt x="207645" y="4985"/>
                                    <a:pt x="202883" y="9748"/>
                                  </a:cubicBezTo>
                                  <a:lnTo>
                                    <a:pt x="202883" y="9748"/>
                                  </a:lnTo>
                                  <a:cubicBezTo>
                                    <a:pt x="201930" y="10700"/>
                                    <a:pt x="201930" y="10700"/>
                                    <a:pt x="200978" y="11653"/>
                                  </a:cubicBezTo>
                                  <a:cubicBezTo>
                                    <a:pt x="197168" y="7843"/>
                                    <a:pt x="172403" y="5938"/>
                                    <a:pt x="166688" y="6890"/>
                                  </a:cubicBezTo>
                                  <a:cubicBezTo>
                                    <a:pt x="156210" y="8795"/>
                                    <a:pt x="142875" y="14510"/>
                                    <a:pt x="141923" y="24035"/>
                                  </a:cubicBezTo>
                                  <a:cubicBezTo>
                                    <a:pt x="140970" y="29750"/>
                                    <a:pt x="143828" y="36418"/>
                                    <a:pt x="147638" y="41180"/>
                                  </a:cubicBezTo>
                                  <a:cubicBezTo>
                                    <a:pt x="154305" y="50705"/>
                                    <a:pt x="158115" y="59278"/>
                                    <a:pt x="162878" y="66898"/>
                                  </a:cubicBezTo>
                                  <a:cubicBezTo>
                                    <a:pt x="160020" y="66898"/>
                                    <a:pt x="154305" y="65945"/>
                                    <a:pt x="151448" y="65945"/>
                                  </a:cubicBezTo>
                                  <a:cubicBezTo>
                                    <a:pt x="146685" y="65945"/>
                                    <a:pt x="142875" y="64993"/>
                                    <a:pt x="139065" y="64993"/>
                                  </a:cubicBezTo>
                                  <a:cubicBezTo>
                                    <a:pt x="128588" y="64040"/>
                                    <a:pt x="119063" y="64040"/>
                                    <a:pt x="108585" y="64993"/>
                                  </a:cubicBezTo>
                                  <a:cubicBezTo>
                                    <a:pt x="99060" y="65945"/>
                                    <a:pt x="84773" y="69755"/>
                                    <a:pt x="74295" y="71660"/>
                                  </a:cubicBezTo>
                                  <a:lnTo>
                                    <a:pt x="74295" y="71660"/>
                                  </a:lnTo>
                                  <a:cubicBezTo>
                                    <a:pt x="74295" y="71660"/>
                                    <a:pt x="74295" y="71660"/>
                                    <a:pt x="74295" y="71660"/>
                                  </a:cubicBezTo>
                                  <a:cubicBezTo>
                                    <a:pt x="48578" y="80233"/>
                                    <a:pt x="23813" y="98330"/>
                                    <a:pt x="9525" y="126905"/>
                                  </a:cubicBezTo>
                                  <a:cubicBezTo>
                                    <a:pt x="5715" y="134525"/>
                                    <a:pt x="2858" y="147860"/>
                                    <a:pt x="953" y="158338"/>
                                  </a:cubicBezTo>
                                  <a:cubicBezTo>
                                    <a:pt x="953" y="160243"/>
                                    <a:pt x="0" y="162148"/>
                                    <a:pt x="0" y="165005"/>
                                  </a:cubicBezTo>
                                  <a:cubicBezTo>
                                    <a:pt x="0" y="165005"/>
                                    <a:pt x="0" y="165958"/>
                                    <a:pt x="0" y="165958"/>
                                  </a:cubicBezTo>
                                  <a:cubicBezTo>
                                    <a:pt x="0" y="170720"/>
                                    <a:pt x="1905" y="175483"/>
                                    <a:pt x="3810" y="180245"/>
                                  </a:cubicBezTo>
                                  <a:cubicBezTo>
                                    <a:pt x="2858" y="187865"/>
                                    <a:pt x="3810" y="194533"/>
                                    <a:pt x="7620" y="198343"/>
                                  </a:cubicBezTo>
                                  <a:cubicBezTo>
                                    <a:pt x="10478" y="200248"/>
                                    <a:pt x="14288" y="203105"/>
                                    <a:pt x="18098" y="205010"/>
                                  </a:cubicBezTo>
                                  <a:lnTo>
                                    <a:pt x="18098" y="205010"/>
                                  </a:lnTo>
                                  <a:cubicBezTo>
                                    <a:pt x="34290" y="214535"/>
                                    <a:pt x="55245" y="210725"/>
                                    <a:pt x="78105" y="205963"/>
                                  </a:cubicBezTo>
                                  <a:cubicBezTo>
                                    <a:pt x="78105" y="205963"/>
                                    <a:pt x="79058" y="205963"/>
                                    <a:pt x="79058" y="205963"/>
                                  </a:cubicBezTo>
                                  <a:cubicBezTo>
                                    <a:pt x="82868" y="205010"/>
                                    <a:pt x="87630" y="204058"/>
                                    <a:pt x="91440" y="203105"/>
                                  </a:cubicBezTo>
                                  <a:cubicBezTo>
                                    <a:pt x="96203" y="202153"/>
                                    <a:pt x="100013" y="201200"/>
                                    <a:pt x="104775" y="200248"/>
                                  </a:cubicBezTo>
                                  <a:cubicBezTo>
                                    <a:pt x="113348" y="198343"/>
                                    <a:pt x="120968" y="197390"/>
                                    <a:pt x="127635" y="196438"/>
                                  </a:cubicBezTo>
                                  <a:cubicBezTo>
                                    <a:pt x="168593" y="192628"/>
                                    <a:pt x="202883" y="188818"/>
                                    <a:pt x="232410" y="150718"/>
                                  </a:cubicBezTo>
                                  <a:cubicBezTo>
                                    <a:pt x="240030" y="145003"/>
                                    <a:pt x="248603" y="136430"/>
                                    <a:pt x="253365" y="127858"/>
                                  </a:cubicBezTo>
                                  <a:cubicBezTo>
                                    <a:pt x="258128" y="125000"/>
                                    <a:pt x="267653" y="117380"/>
                                    <a:pt x="272415" y="113570"/>
                                  </a:cubicBezTo>
                                  <a:lnTo>
                                    <a:pt x="272415" y="113570"/>
                                  </a:lnTo>
                                  <a:lnTo>
                                    <a:pt x="272415" y="113570"/>
                                  </a:lnTo>
                                  <a:cubicBezTo>
                                    <a:pt x="272415" y="113570"/>
                                    <a:pt x="272415" y="113570"/>
                                    <a:pt x="272415" y="113570"/>
                                  </a:cubicBezTo>
                                  <a:lnTo>
                                    <a:pt x="279083" y="105950"/>
                                  </a:lnTo>
                                  <a:lnTo>
                                    <a:pt x="279083" y="105950"/>
                                  </a:lnTo>
                                  <a:cubicBezTo>
                                    <a:pt x="279083" y="105950"/>
                                    <a:pt x="279083" y="105950"/>
                                    <a:pt x="280035" y="104998"/>
                                  </a:cubicBezTo>
                                  <a:cubicBezTo>
                                    <a:pt x="284798" y="98330"/>
                                    <a:pt x="288608" y="90710"/>
                                    <a:pt x="291465" y="83090"/>
                                  </a:cubicBezTo>
                                  <a:cubicBezTo>
                                    <a:pt x="294323" y="72613"/>
                                    <a:pt x="295275" y="62135"/>
                                    <a:pt x="293370" y="51658"/>
                                  </a:cubicBezTo>
                                  <a:cubicBezTo>
                                    <a:pt x="291465" y="41180"/>
                                    <a:pt x="286703" y="31655"/>
                                    <a:pt x="280035" y="24035"/>
                                  </a:cubicBezTo>
                                  <a:cubicBezTo>
                                    <a:pt x="280035" y="24035"/>
                                    <a:pt x="279083" y="23083"/>
                                    <a:pt x="279083" y="23083"/>
                                  </a:cubicBezTo>
                                  <a:lnTo>
                                    <a:pt x="279083" y="23083"/>
                                  </a:lnTo>
                                  <a:cubicBezTo>
                                    <a:pt x="274320" y="18320"/>
                                    <a:pt x="267653" y="12605"/>
                                    <a:pt x="261938" y="9748"/>
                                  </a:cubicBezTo>
                                  <a:cubicBezTo>
                                    <a:pt x="246698" y="1175"/>
                                    <a:pt x="229553" y="-730"/>
                                    <a:pt x="213360" y="223"/>
                                  </a:cubicBezTo>
                                  <a:close/>
                                </a:path>
                              </a:pathLst>
                            </a:custGeom>
                            <a:grpFill/>
                            <a:ln w="9525" cap="flat">
                              <a:noFill/>
                              <a:prstDash val="solid"/>
                              <a:miter/>
                            </a:ln>
                          </p:spPr>
                          <p:txBody>
                            <a:bodyPr rtlCol="0" anchor="ctr"/>
                            <a:lstStyle/>
                            <a:p>
                              <a:endParaRPr lang="en-US"/>
                            </a:p>
                          </p:txBody>
                        </p:sp>
                        <p:grpSp>
                          <p:nvGrpSpPr>
                            <p:cNvPr id="364" name="Graphic 2">
                              <a:extLst>
                                <a:ext uri="{FF2B5EF4-FFF2-40B4-BE49-F238E27FC236}">
                                  <a16:creationId xmlns:a16="http://schemas.microsoft.com/office/drawing/2014/main" id="{AE736AF3-0337-429B-AEF1-DA4B52809559}"/>
                                </a:ext>
                              </a:extLst>
                            </p:cNvPr>
                            <p:cNvGrpSpPr/>
                            <p:nvPr/>
                          </p:nvGrpSpPr>
                          <p:grpSpPr>
                            <a:xfrm>
                              <a:off x="3635874" y="1713419"/>
                              <a:ext cx="281140" cy="204787"/>
                              <a:chOff x="3635874" y="1713419"/>
                              <a:chExt cx="281140" cy="204787"/>
                            </a:xfrm>
                            <a:grpFill/>
                          </p:grpSpPr>
                          <p:sp>
                            <p:nvSpPr>
                              <p:cNvPr id="365" name="Freeform: Shape 364">
                                <a:extLst>
                                  <a:ext uri="{FF2B5EF4-FFF2-40B4-BE49-F238E27FC236}">
                                    <a16:creationId xmlns:a16="http://schemas.microsoft.com/office/drawing/2014/main" id="{31707162-D005-4773-A116-6EE9ECA1A4B9}"/>
                                  </a:ext>
                                </a:extLst>
                              </p:cNvPr>
                              <p:cNvSpPr/>
                              <p:nvPr/>
                            </p:nvSpPr>
                            <p:spPr>
                              <a:xfrm>
                                <a:off x="3635874" y="1776284"/>
                                <a:ext cx="281140" cy="141922"/>
                              </a:xfrm>
                              <a:custGeom>
                                <a:avLst/>
                                <a:gdLst>
                                  <a:gd name="connsiteX0" fmla="*/ 194310 w 281140"/>
                                  <a:gd name="connsiteY0" fmla="*/ 18098 h 141922"/>
                                  <a:gd name="connsiteX1" fmla="*/ 199072 w 281140"/>
                                  <a:gd name="connsiteY1" fmla="*/ 20002 h 141922"/>
                                  <a:gd name="connsiteX2" fmla="*/ 205740 w 281140"/>
                                  <a:gd name="connsiteY2" fmla="*/ 21907 h 141922"/>
                                  <a:gd name="connsiteX3" fmla="*/ 230505 w 281140"/>
                                  <a:gd name="connsiteY3" fmla="*/ 31432 h 141922"/>
                                  <a:gd name="connsiteX4" fmla="*/ 250507 w 281140"/>
                                  <a:gd name="connsiteY4" fmla="*/ 40005 h 141922"/>
                                  <a:gd name="connsiteX5" fmla="*/ 266700 w 281140"/>
                                  <a:gd name="connsiteY5" fmla="*/ 45720 h 141922"/>
                                  <a:gd name="connsiteX6" fmla="*/ 280988 w 281140"/>
                                  <a:gd name="connsiteY6" fmla="*/ 48577 h 141922"/>
                                  <a:gd name="connsiteX7" fmla="*/ 280035 w 281140"/>
                                  <a:gd name="connsiteY7" fmla="*/ 54292 h 141922"/>
                                  <a:gd name="connsiteX8" fmla="*/ 264795 w 281140"/>
                                  <a:gd name="connsiteY8" fmla="*/ 52388 h 141922"/>
                                  <a:gd name="connsiteX9" fmla="*/ 227647 w 281140"/>
                                  <a:gd name="connsiteY9" fmla="*/ 37148 h 141922"/>
                                  <a:gd name="connsiteX10" fmla="*/ 226695 w 281140"/>
                                  <a:gd name="connsiteY10" fmla="*/ 36195 h 141922"/>
                                  <a:gd name="connsiteX11" fmla="*/ 220027 w 281140"/>
                                  <a:gd name="connsiteY11" fmla="*/ 37148 h 141922"/>
                                  <a:gd name="connsiteX12" fmla="*/ 195263 w 281140"/>
                                  <a:gd name="connsiteY12" fmla="*/ 42863 h 141922"/>
                                  <a:gd name="connsiteX13" fmla="*/ 180022 w 281140"/>
                                  <a:gd name="connsiteY13" fmla="*/ 50482 h 141922"/>
                                  <a:gd name="connsiteX14" fmla="*/ 165735 w 281140"/>
                                  <a:gd name="connsiteY14" fmla="*/ 61913 h 141922"/>
                                  <a:gd name="connsiteX15" fmla="*/ 137160 w 281140"/>
                                  <a:gd name="connsiteY15" fmla="*/ 90488 h 141922"/>
                                  <a:gd name="connsiteX16" fmla="*/ 129540 w 281140"/>
                                  <a:gd name="connsiteY16" fmla="*/ 98107 h 141922"/>
                                  <a:gd name="connsiteX17" fmla="*/ 125730 w 281140"/>
                                  <a:gd name="connsiteY17" fmla="*/ 101917 h 141922"/>
                                  <a:gd name="connsiteX18" fmla="*/ 121920 w 281140"/>
                                  <a:gd name="connsiteY18" fmla="*/ 105727 h 141922"/>
                                  <a:gd name="connsiteX19" fmla="*/ 114300 w 281140"/>
                                  <a:gd name="connsiteY19" fmla="*/ 112395 h 141922"/>
                                  <a:gd name="connsiteX20" fmla="*/ 107632 w 281140"/>
                                  <a:gd name="connsiteY20" fmla="*/ 119063 h 141922"/>
                                  <a:gd name="connsiteX21" fmla="*/ 100965 w 281140"/>
                                  <a:gd name="connsiteY21" fmla="*/ 124777 h 141922"/>
                                  <a:gd name="connsiteX22" fmla="*/ 94297 w 281140"/>
                                  <a:gd name="connsiteY22" fmla="*/ 130492 h 141922"/>
                                  <a:gd name="connsiteX23" fmla="*/ 82868 w 281140"/>
                                  <a:gd name="connsiteY23" fmla="*/ 140017 h 141922"/>
                                  <a:gd name="connsiteX24" fmla="*/ 80010 w 281140"/>
                                  <a:gd name="connsiteY24" fmla="*/ 141923 h 141922"/>
                                  <a:gd name="connsiteX25" fmla="*/ 79057 w 281140"/>
                                  <a:gd name="connsiteY25" fmla="*/ 141923 h 141922"/>
                                  <a:gd name="connsiteX26" fmla="*/ 81915 w 281140"/>
                                  <a:gd name="connsiteY26" fmla="*/ 139065 h 141922"/>
                                  <a:gd name="connsiteX27" fmla="*/ 93345 w 281140"/>
                                  <a:gd name="connsiteY27" fmla="*/ 129540 h 141922"/>
                                  <a:gd name="connsiteX28" fmla="*/ 99060 w 281140"/>
                                  <a:gd name="connsiteY28" fmla="*/ 123825 h 141922"/>
                                  <a:gd name="connsiteX29" fmla="*/ 105727 w 281140"/>
                                  <a:gd name="connsiteY29" fmla="*/ 118110 h 141922"/>
                                  <a:gd name="connsiteX30" fmla="*/ 112395 w 281140"/>
                                  <a:gd name="connsiteY30" fmla="*/ 111442 h 141922"/>
                                  <a:gd name="connsiteX31" fmla="*/ 119063 w 281140"/>
                                  <a:gd name="connsiteY31" fmla="*/ 104775 h 141922"/>
                                  <a:gd name="connsiteX32" fmla="*/ 122872 w 281140"/>
                                  <a:gd name="connsiteY32" fmla="*/ 100965 h 141922"/>
                                  <a:gd name="connsiteX33" fmla="*/ 126682 w 281140"/>
                                  <a:gd name="connsiteY33" fmla="*/ 97155 h 141922"/>
                                  <a:gd name="connsiteX34" fmla="*/ 133350 w 281140"/>
                                  <a:gd name="connsiteY34" fmla="*/ 89535 h 141922"/>
                                  <a:gd name="connsiteX35" fmla="*/ 161925 w 281140"/>
                                  <a:gd name="connsiteY35" fmla="*/ 60007 h 141922"/>
                                  <a:gd name="connsiteX36" fmla="*/ 176213 w 281140"/>
                                  <a:gd name="connsiteY36" fmla="*/ 47625 h 141922"/>
                                  <a:gd name="connsiteX37" fmla="*/ 191452 w 281140"/>
                                  <a:gd name="connsiteY37" fmla="*/ 40005 h 141922"/>
                                  <a:gd name="connsiteX38" fmla="*/ 217170 w 281140"/>
                                  <a:gd name="connsiteY38" fmla="*/ 33338 h 141922"/>
                                  <a:gd name="connsiteX39" fmla="*/ 218122 w 281140"/>
                                  <a:gd name="connsiteY39" fmla="*/ 33338 h 141922"/>
                                  <a:gd name="connsiteX40" fmla="*/ 200977 w 281140"/>
                                  <a:gd name="connsiteY40" fmla="*/ 26670 h 141922"/>
                                  <a:gd name="connsiteX41" fmla="*/ 172402 w 281140"/>
                                  <a:gd name="connsiteY41" fmla="*/ 19050 h 141922"/>
                                  <a:gd name="connsiteX42" fmla="*/ 140970 w 281140"/>
                                  <a:gd name="connsiteY42" fmla="*/ 15240 h 141922"/>
                                  <a:gd name="connsiteX43" fmla="*/ 138113 w 281140"/>
                                  <a:gd name="connsiteY43" fmla="*/ 15240 h 141922"/>
                                  <a:gd name="connsiteX44" fmla="*/ 134302 w 281140"/>
                                  <a:gd name="connsiteY44" fmla="*/ 16192 h 141922"/>
                                  <a:gd name="connsiteX45" fmla="*/ 125730 w 281140"/>
                                  <a:gd name="connsiteY45" fmla="*/ 21907 h 141922"/>
                                  <a:gd name="connsiteX46" fmla="*/ 117157 w 281140"/>
                                  <a:gd name="connsiteY46" fmla="*/ 32385 h 141922"/>
                                  <a:gd name="connsiteX47" fmla="*/ 113347 w 281140"/>
                                  <a:gd name="connsiteY47" fmla="*/ 39052 h 141922"/>
                                  <a:gd name="connsiteX48" fmla="*/ 110490 w 281140"/>
                                  <a:gd name="connsiteY48" fmla="*/ 42863 h 141922"/>
                                  <a:gd name="connsiteX49" fmla="*/ 107632 w 281140"/>
                                  <a:gd name="connsiteY49" fmla="*/ 46673 h 141922"/>
                                  <a:gd name="connsiteX50" fmla="*/ 95250 w 281140"/>
                                  <a:gd name="connsiteY50" fmla="*/ 60007 h 141922"/>
                                  <a:gd name="connsiteX51" fmla="*/ 68580 w 281140"/>
                                  <a:gd name="connsiteY51" fmla="*/ 87630 h 141922"/>
                                  <a:gd name="connsiteX52" fmla="*/ 56197 w 281140"/>
                                  <a:gd name="connsiteY52" fmla="*/ 100965 h 141922"/>
                                  <a:gd name="connsiteX53" fmla="*/ 44768 w 281140"/>
                                  <a:gd name="connsiteY53" fmla="*/ 113348 h 141922"/>
                                  <a:gd name="connsiteX54" fmla="*/ 39052 w 281140"/>
                                  <a:gd name="connsiteY54" fmla="*/ 119063 h 141922"/>
                                  <a:gd name="connsiteX55" fmla="*/ 34290 w 281140"/>
                                  <a:gd name="connsiteY55" fmla="*/ 124777 h 141922"/>
                                  <a:gd name="connsiteX56" fmla="*/ 25718 w 281140"/>
                                  <a:gd name="connsiteY56" fmla="*/ 133350 h 141922"/>
                                  <a:gd name="connsiteX57" fmla="*/ 19050 w 281140"/>
                                  <a:gd name="connsiteY57" fmla="*/ 140017 h 141922"/>
                                  <a:gd name="connsiteX58" fmla="*/ 19050 w 281140"/>
                                  <a:gd name="connsiteY58" fmla="*/ 140017 h 141922"/>
                                  <a:gd name="connsiteX59" fmla="*/ 19050 w 281140"/>
                                  <a:gd name="connsiteY59" fmla="*/ 140017 h 141922"/>
                                  <a:gd name="connsiteX60" fmla="*/ 19050 w 281140"/>
                                  <a:gd name="connsiteY60" fmla="*/ 139065 h 141922"/>
                                  <a:gd name="connsiteX61" fmla="*/ 24765 w 281140"/>
                                  <a:gd name="connsiteY61" fmla="*/ 132398 h 141922"/>
                                  <a:gd name="connsiteX62" fmla="*/ 33338 w 281140"/>
                                  <a:gd name="connsiteY62" fmla="*/ 122873 h 141922"/>
                                  <a:gd name="connsiteX63" fmla="*/ 38100 w 281140"/>
                                  <a:gd name="connsiteY63" fmla="*/ 117157 h 141922"/>
                                  <a:gd name="connsiteX64" fmla="*/ 43815 w 281140"/>
                                  <a:gd name="connsiteY64" fmla="*/ 111442 h 141922"/>
                                  <a:gd name="connsiteX65" fmla="*/ 55245 w 281140"/>
                                  <a:gd name="connsiteY65" fmla="*/ 98107 h 141922"/>
                                  <a:gd name="connsiteX66" fmla="*/ 67627 w 281140"/>
                                  <a:gd name="connsiteY66" fmla="*/ 84773 h 141922"/>
                                  <a:gd name="connsiteX67" fmla="*/ 93345 w 281140"/>
                                  <a:gd name="connsiteY67" fmla="*/ 56198 h 141922"/>
                                  <a:gd name="connsiteX68" fmla="*/ 105727 w 281140"/>
                                  <a:gd name="connsiteY68" fmla="*/ 42863 h 141922"/>
                                  <a:gd name="connsiteX69" fmla="*/ 108585 w 281140"/>
                                  <a:gd name="connsiteY69" fmla="*/ 39052 h 141922"/>
                                  <a:gd name="connsiteX70" fmla="*/ 110490 w 281140"/>
                                  <a:gd name="connsiteY70" fmla="*/ 36195 h 141922"/>
                                  <a:gd name="connsiteX71" fmla="*/ 114300 w 281140"/>
                                  <a:gd name="connsiteY71" fmla="*/ 29527 h 141922"/>
                                  <a:gd name="connsiteX72" fmla="*/ 122872 w 281140"/>
                                  <a:gd name="connsiteY72" fmla="*/ 18098 h 141922"/>
                                  <a:gd name="connsiteX73" fmla="*/ 129540 w 281140"/>
                                  <a:gd name="connsiteY73" fmla="*/ 13335 h 141922"/>
                                  <a:gd name="connsiteX74" fmla="*/ 106680 w 281140"/>
                                  <a:gd name="connsiteY74" fmla="*/ 15240 h 141922"/>
                                  <a:gd name="connsiteX75" fmla="*/ 73343 w 281140"/>
                                  <a:gd name="connsiteY75" fmla="*/ 22860 h 141922"/>
                                  <a:gd name="connsiteX76" fmla="*/ 57150 w 281140"/>
                                  <a:gd name="connsiteY76" fmla="*/ 28575 h 141922"/>
                                  <a:gd name="connsiteX77" fmla="*/ 41910 w 281140"/>
                                  <a:gd name="connsiteY77" fmla="*/ 36195 h 141922"/>
                                  <a:gd name="connsiteX78" fmla="*/ 28575 w 281140"/>
                                  <a:gd name="connsiteY78" fmla="*/ 44767 h 141922"/>
                                  <a:gd name="connsiteX79" fmla="*/ 18097 w 281140"/>
                                  <a:gd name="connsiteY79" fmla="*/ 55245 h 141922"/>
                                  <a:gd name="connsiteX80" fmla="*/ 3810 w 281140"/>
                                  <a:gd name="connsiteY80" fmla="*/ 78105 h 141922"/>
                                  <a:gd name="connsiteX81" fmla="*/ 0 w 281140"/>
                                  <a:gd name="connsiteY81" fmla="*/ 92392 h 141922"/>
                                  <a:gd name="connsiteX82" fmla="*/ 1905 w 281140"/>
                                  <a:gd name="connsiteY82" fmla="*/ 81915 h 141922"/>
                                  <a:gd name="connsiteX83" fmla="*/ 1905 w 281140"/>
                                  <a:gd name="connsiteY83" fmla="*/ 81915 h 141922"/>
                                  <a:gd name="connsiteX84" fmla="*/ 3810 w 281140"/>
                                  <a:gd name="connsiteY84" fmla="*/ 78105 h 141922"/>
                                  <a:gd name="connsiteX85" fmla="*/ 18097 w 281140"/>
                                  <a:gd name="connsiteY85" fmla="*/ 54292 h 141922"/>
                                  <a:gd name="connsiteX86" fmla="*/ 41910 w 281140"/>
                                  <a:gd name="connsiteY86" fmla="*/ 33338 h 141922"/>
                                  <a:gd name="connsiteX87" fmla="*/ 57150 w 281140"/>
                                  <a:gd name="connsiteY87" fmla="*/ 25717 h 141922"/>
                                  <a:gd name="connsiteX88" fmla="*/ 73343 w 281140"/>
                                  <a:gd name="connsiteY88" fmla="*/ 20002 h 141922"/>
                                  <a:gd name="connsiteX89" fmla="*/ 106680 w 281140"/>
                                  <a:gd name="connsiteY89" fmla="*/ 12382 h 141922"/>
                                  <a:gd name="connsiteX90" fmla="*/ 120968 w 281140"/>
                                  <a:gd name="connsiteY90" fmla="*/ 10477 h 141922"/>
                                  <a:gd name="connsiteX91" fmla="*/ 117157 w 281140"/>
                                  <a:gd name="connsiteY91" fmla="*/ 9525 h 141922"/>
                                  <a:gd name="connsiteX92" fmla="*/ 110490 w 281140"/>
                                  <a:gd name="connsiteY92" fmla="*/ 7620 h 141922"/>
                                  <a:gd name="connsiteX93" fmla="*/ 103822 w 281140"/>
                                  <a:gd name="connsiteY93" fmla="*/ 6667 h 141922"/>
                                  <a:gd name="connsiteX94" fmla="*/ 97155 w 281140"/>
                                  <a:gd name="connsiteY94" fmla="*/ 5715 h 141922"/>
                                  <a:gd name="connsiteX95" fmla="*/ 89535 w 281140"/>
                                  <a:gd name="connsiteY95" fmla="*/ 5715 h 141922"/>
                                  <a:gd name="connsiteX96" fmla="*/ 82868 w 281140"/>
                                  <a:gd name="connsiteY96" fmla="*/ 5715 h 141922"/>
                                  <a:gd name="connsiteX97" fmla="*/ 76200 w 281140"/>
                                  <a:gd name="connsiteY97" fmla="*/ 6667 h 141922"/>
                                  <a:gd name="connsiteX98" fmla="*/ 75247 w 281140"/>
                                  <a:gd name="connsiteY98" fmla="*/ 6667 h 141922"/>
                                  <a:gd name="connsiteX99" fmla="*/ 80963 w 281140"/>
                                  <a:gd name="connsiteY99" fmla="*/ 4763 h 141922"/>
                                  <a:gd name="connsiteX100" fmla="*/ 82868 w 281140"/>
                                  <a:gd name="connsiteY100" fmla="*/ 4763 h 141922"/>
                                  <a:gd name="connsiteX101" fmla="*/ 89535 w 281140"/>
                                  <a:gd name="connsiteY101" fmla="*/ 4763 h 141922"/>
                                  <a:gd name="connsiteX102" fmla="*/ 97155 w 281140"/>
                                  <a:gd name="connsiteY102" fmla="*/ 4763 h 141922"/>
                                  <a:gd name="connsiteX103" fmla="*/ 104775 w 281140"/>
                                  <a:gd name="connsiteY103" fmla="*/ 5715 h 141922"/>
                                  <a:gd name="connsiteX104" fmla="*/ 111443 w 281140"/>
                                  <a:gd name="connsiteY104" fmla="*/ 6667 h 141922"/>
                                  <a:gd name="connsiteX105" fmla="*/ 118110 w 281140"/>
                                  <a:gd name="connsiteY105" fmla="*/ 7620 h 141922"/>
                                  <a:gd name="connsiteX106" fmla="*/ 123825 w 281140"/>
                                  <a:gd name="connsiteY106" fmla="*/ 8573 h 141922"/>
                                  <a:gd name="connsiteX107" fmla="*/ 130493 w 281140"/>
                                  <a:gd name="connsiteY107" fmla="*/ 10477 h 141922"/>
                                  <a:gd name="connsiteX108" fmla="*/ 140970 w 281140"/>
                                  <a:gd name="connsiteY108" fmla="*/ 10477 h 141922"/>
                                  <a:gd name="connsiteX109" fmla="*/ 173355 w 281140"/>
                                  <a:gd name="connsiteY109" fmla="*/ 13335 h 141922"/>
                                  <a:gd name="connsiteX110" fmla="*/ 184785 w 281140"/>
                                  <a:gd name="connsiteY110" fmla="*/ 15240 h 141922"/>
                                  <a:gd name="connsiteX111" fmla="*/ 177165 w 281140"/>
                                  <a:gd name="connsiteY111" fmla="*/ 11430 h 141922"/>
                                  <a:gd name="connsiteX112" fmla="*/ 164782 w 281140"/>
                                  <a:gd name="connsiteY112" fmla="*/ 4763 h 141922"/>
                                  <a:gd name="connsiteX113" fmla="*/ 159068 w 281140"/>
                                  <a:gd name="connsiteY113" fmla="*/ 1905 h 141922"/>
                                  <a:gd name="connsiteX114" fmla="*/ 153352 w 281140"/>
                                  <a:gd name="connsiteY114" fmla="*/ 0 h 141922"/>
                                  <a:gd name="connsiteX115" fmla="*/ 152400 w 281140"/>
                                  <a:gd name="connsiteY115" fmla="*/ 0 h 141922"/>
                                  <a:gd name="connsiteX116" fmla="*/ 154305 w 281140"/>
                                  <a:gd name="connsiteY116" fmla="*/ 0 h 141922"/>
                                  <a:gd name="connsiteX117" fmla="*/ 154305 w 281140"/>
                                  <a:gd name="connsiteY117" fmla="*/ 0 h 141922"/>
                                  <a:gd name="connsiteX118" fmla="*/ 159068 w 281140"/>
                                  <a:gd name="connsiteY118" fmla="*/ 1905 h 141922"/>
                                  <a:gd name="connsiteX119" fmla="*/ 164782 w 281140"/>
                                  <a:gd name="connsiteY119" fmla="*/ 4763 h 141922"/>
                                  <a:gd name="connsiteX120" fmla="*/ 178118 w 281140"/>
                                  <a:gd name="connsiteY120" fmla="*/ 10477 h 141922"/>
                                  <a:gd name="connsiteX121" fmla="*/ 194310 w 281140"/>
                                  <a:gd name="connsiteY121" fmla="*/ 18098 h 141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281140" h="141922">
                                    <a:moveTo>
                                      <a:pt x="194310" y="18098"/>
                                    </a:moveTo>
                                    <a:cubicBezTo>
                                      <a:pt x="196215" y="19050"/>
                                      <a:pt x="198120" y="20002"/>
                                      <a:pt x="199072" y="20002"/>
                                    </a:cubicBezTo>
                                    <a:cubicBezTo>
                                      <a:pt x="200977" y="20955"/>
                                      <a:pt x="203835" y="20955"/>
                                      <a:pt x="205740" y="21907"/>
                                    </a:cubicBezTo>
                                    <a:cubicBezTo>
                                      <a:pt x="215265" y="24765"/>
                                      <a:pt x="222885" y="28575"/>
                                      <a:pt x="230505" y="31432"/>
                                    </a:cubicBezTo>
                                    <a:cubicBezTo>
                                      <a:pt x="238125" y="34290"/>
                                      <a:pt x="244793" y="38100"/>
                                      <a:pt x="250507" y="40005"/>
                                    </a:cubicBezTo>
                                    <a:cubicBezTo>
                                      <a:pt x="256222" y="42863"/>
                                      <a:pt x="261938" y="43815"/>
                                      <a:pt x="266700" y="45720"/>
                                    </a:cubicBezTo>
                                    <a:cubicBezTo>
                                      <a:pt x="270510" y="46673"/>
                                      <a:pt x="279082" y="48577"/>
                                      <a:pt x="280988" y="48577"/>
                                    </a:cubicBezTo>
                                    <a:cubicBezTo>
                                      <a:pt x="279082" y="49530"/>
                                      <a:pt x="282893" y="52388"/>
                                      <a:pt x="280035" y="54292"/>
                                    </a:cubicBezTo>
                                    <a:cubicBezTo>
                                      <a:pt x="279082" y="54292"/>
                                      <a:pt x="265747" y="52388"/>
                                      <a:pt x="264795" y="52388"/>
                                    </a:cubicBezTo>
                                    <a:cubicBezTo>
                                      <a:pt x="255270" y="49530"/>
                                      <a:pt x="242888" y="44767"/>
                                      <a:pt x="227647" y="37148"/>
                                    </a:cubicBezTo>
                                    <a:lnTo>
                                      <a:pt x="226695" y="36195"/>
                                    </a:lnTo>
                                    <a:cubicBezTo>
                                      <a:pt x="224790" y="36195"/>
                                      <a:pt x="222885" y="36195"/>
                                      <a:pt x="220027" y="37148"/>
                                    </a:cubicBezTo>
                                    <a:cubicBezTo>
                                      <a:pt x="214313" y="38100"/>
                                      <a:pt x="204788" y="39052"/>
                                      <a:pt x="195263" y="42863"/>
                                    </a:cubicBezTo>
                                    <a:cubicBezTo>
                                      <a:pt x="190500" y="44767"/>
                                      <a:pt x="184785" y="47625"/>
                                      <a:pt x="180022" y="50482"/>
                                    </a:cubicBezTo>
                                    <a:cubicBezTo>
                                      <a:pt x="175260" y="53340"/>
                                      <a:pt x="170497" y="58102"/>
                                      <a:pt x="165735" y="61913"/>
                                    </a:cubicBezTo>
                                    <a:cubicBezTo>
                                      <a:pt x="156210" y="70485"/>
                                      <a:pt x="146685" y="80963"/>
                                      <a:pt x="137160" y="90488"/>
                                    </a:cubicBezTo>
                                    <a:cubicBezTo>
                                      <a:pt x="135255" y="93345"/>
                                      <a:pt x="132397" y="95250"/>
                                      <a:pt x="129540" y="98107"/>
                                    </a:cubicBezTo>
                                    <a:lnTo>
                                      <a:pt x="125730" y="101917"/>
                                    </a:lnTo>
                                    <a:lnTo>
                                      <a:pt x="121920" y="105727"/>
                                    </a:lnTo>
                                    <a:cubicBezTo>
                                      <a:pt x="119063" y="107632"/>
                                      <a:pt x="117157" y="110490"/>
                                      <a:pt x="114300" y="112395"/>
                                    </a:cubicBezTo>
                                    <a:cubicBezTo>
                                      <a:pt x="111443" y="114300"/>
                                      <a:pt x="109538" y="116205"/>
                                      <a:pt x="107632" y="119063"/>
                                    </a:cubicBezTo>
                                    <a:cubicBezTo>
                                      <a:pt x="105727" y="120967"/>
                                      <a:pt x="102870" y="122873"/>
                                      <a:pt x="100965" y="124777"/>
                                    </a:cubicBezTo>
                                    <a:cubicBezTo>
                                      <a:pt x="99060" y="126682"/>
                                      <a:pt x="97155" y="128588"/>
                                      <a:pt x="94297" y="130492"/>
                                    </a:cubicBezTo>
                                    <a:cubicBezTo>
                                      <a:pt x="89535" y="133350"/>
                                      <a:pt x="86677" y="137160"/>
                                      <a:pt x="82868" y="140017"/>
                                    </a:cubicBezTo>
                                    <a:cubicBezTo>
                                      <a:pt x="81915" y="140970"/>
                                      <a:pt x="80963" y="141923"/>
                                      <a:pt x="80010" y="141923"/>
                                    </a:cubicBezTo>
                                    <a:cubicBezTo>
                                      <a:pt x="80010" y="141923"/>
                                      <a:pt x="79057" y="141923"/>
                                      <a:pt x="79057" y="141923"/>
                                    </a:cubicBezTo>
                                    <a:cubicBezTo>
                                      <a:pt x="80010" y="140970"/>
                                      <a:pt x="80963" y="140017"/>
                                      <a:pt x="81915" y="139065"/>
                                    </a:cubicBezTo>
                                    <a:cubicBezTo>
                                      <a:pt x="85725" y="136207"/>
                                      <a:pt x="88582" y="132398"/>
                                      <a:pt x="93345" y="129540"/>
                                    </a:cubicBezTo>
                                    <a:cubicBezTo>
                                      <a:pt x="95250" y="127635"/>
                                      <a:pt x="97155" y="125730"/>
                                      <a:pt x="99060" y="123825"/>
                                    </a:cubicBezTo>
                                    <a:cubicBezTo>
                                      <a:pt x="100965" y="121920"/>
                                      <a:pt x="103822" y="120015"/>
                                      <a:pt x="105727" y="118110"/>
                                    </a:cubicBezTo>
                                    <a:cubicBezTo>
                                      <a:pt x="107632" y="116205"/>
                                      <a:pt x="110490" y="113348"/>
                                      <a:pt x="112395" y="111442"/>
                                    </a:cubicBezTo>
                                    <a:cubicBezTo>
                                      <a:pt x="115252" y="109538"/>
                                      <a:pt x="117157" y="106680"/>
                                      <a:pt x="119063" y="104775"/>
                                    </a:cubicBezTo>
                                    <a:lnTo>
                                      <a:pt x="122872" y="100965"/>
                                    </a:lnTo>
                                    <a:lnTo>
                                      <a:pt x="126682" y="97155"/>
                                    </a:lnTo>
                                    <a:cubicBezTo>
                                      <a:pt x="128588" y="94298"/>
                                      <a:pt x="131445" y="92392"/>
                                      <a:pt x="133350" y="89535"/>
                                    </a:cubicBezTo>
                                    <a:cubicBezTo>
                                      <a:pt x="142875" y="80010"/>
                                      <a:pt x="152400" y="69532"/>
                                      <a:pt x="161925" y="60007"/>
                                    </a:cubicBezTo>
                                    <a:cubicBezTo>
                                      <a:pt x="166688" y="55245"/>
                                      <a:pt x="171450" y="51435"/>
                                      <a:pt x="176213" y="47625"/>
                                    </a:cubicBezTo>
                                    <a:cubicBezTo>
                                      <a:pt x="180975" y="43815"/>
                                      <a:pt x="186690" y="41910"/>
                                      <a:pt x="191452" y="40005"/>
                                    </a:cubicBezTo>
                                    <a:cubicBezTo>
                                      <a:pt x="201930" y="36195"/>
                                      <a:pt x="210502" y="34290"/>
                                      <a:pt x="217170" y="33338"/>
                                    </a:cubicBezTo>
                                    <a:cubicBezTo>
                                      <a:pt x="218122" y="33338"/>
                                      <a:pt x="218122" y="33338"/>
                                      <a:pt x="218122" y="33338"/>
                                    </a:cubicBezTo>
                                    <a:cubicBezTo>
                                      <a:pt x="212407" y="31432"/>
                                      <a:pt x="206693" y="28575"/>
                                      <a:pt x="200977" y="26670"/>
                                    </a:cubicBezTo>
                                    <a:cubicBezTo>
                                      <a:pt x="192405" y="23813"/>
                                      <a:pt x="182880" y="20955"/>
                                      <a:pt x="172402" y="19050"/>
                                    </a:cubicBezTo>
                                    <a:cubicBezTo>
                                      <a:pt x="161925" y="17145"/>
                                      <a:pt x="151447" y="16192"/>
                                      <a:pt x="140970" y="15240"/>
                                    </a:cubicBezTo>
                                    <a:lnTo>
                                      <a:pt x="138113" y="15240"/>
                                    </a:lnTo>
                                    <a:cubicBezTo>
                                      <a:pt x="137160" y="15240"/>
                                      <a:pt x="136207" y="16192"/>
                                      <a:pt x="134302" y="16192"/>
                                    </a:cubicBezTo>
                                    <a:cubicBezTo>
                                      <a:pt x="131445" y="17145"/>
                                      <a:pt x="128588" y="19050"/>
                                      <a:pt x="125730" y="21907"/>
                                    </a:cubicBezTo>
                                    <a:cubicBezTo>
                                      <a:pt x="122872" y="24765"/>
                                      <a:pt x="120015" y="27623"/>
                                      <a:pt x="117157" y="32385"/>
                                    </a:cubicBezTo>
                                    <a:cubicBezTo>
                                      <a:pt x="116205" y="34290"/>
                                      <a:pt x="114300" y="37148"/>
                                      <a:pt x="113347" y="39052"/>
                                    </a:cubicBezTo>
                                    <a:cubicBezTo>
                                      <a:pt x="112395" y="40005"/>
                                      <a:pt x="111443" y="41910"/>
                                      <a:pt x="110490" y="42863"/>
                                    </a:cubicBezTo>
                                    <a:cubicBezTo>
                                      <a:pt x="109538" y="43815"/>
                                      <a:pt x="108585" y="44767"/>
                                      <a:pt x="107632" y="46673"/>
                                    </a:cubicBezTo>
                                    <a:cubicBezTo>
                                      <a:pt x="103822" y="51435"/>
                                      <a:pt x="99060" y="55245"/>
                                      <a:pt x="95250" y="60007"/>
                                    </a:cubicBezTo>
                                    <a:cubicBezTo>
                                      <a:pt x="86677" y="68580"/>
                                      <a:pt x="77152" y="78105"/>
                                      <a:pt x="68580" y="87630"/>
                                    </a:cubicBezTo>
                                    <a:cubicBezTo>
                                      <a:pt x="64770" y="92392"/>
                                      <a:pt x="60007" y="97155"/>
                                      <a:pt x="56197" y="100965"/>
                                    </a:cubicBezTo>
                                    <a:cubicBezTo>
                                      <a:pt x="52388" y="105727"/>
                                      <a:pt x="48577" y="109538"/>
                                      <a:pt x="44768" y="113348"/>
                                    </a:cubicBezTo>
                                    <a:cubicBezTo>
                                      <a:pt x="42863" y="115252"/>
                                      <a:pt x="40957" y="117157"/>
                                      <a:pt x="39052" y="119063"/>
                                    </a:cubicBezTo>
                                    <a:cubicBezTo>
                                      <a:pt x="37147" y="120967"/>
                                      <a:pt x="36195" y="122873"/>
                                      <a:pt x="34290" y="124777"/>
                                    </a:cubicBezTo>
                                    <a:cubicBezTo>
                                      <a:pt x="31432" y="128588"/>
                                      <a:pt x="27622" y="131445"/>
                                      <a:pt x="25718" y="133350"/>
                                    </a:cubicBezTo>
                                    <a:cubicBezTo>
                                      <a:pt x="23813" y="136207"/>
                                      <a:pt x="21907" y="138113"/>
                                      <a:pt x="19050" y="140017"/>
                                    </a:cubicBezTo>
                                    <a:lnTo>
                                      <a:pt x="19050" y="140017"/>
                                    </a:lnTo>
                                    <a:lnTo>
                                      <a:pt x="19050" y="140017"/>
                                    </a:lnTo>
                                    <a:lnTo>
                                      <a:pt x="19050" y="139065"/>
                                    </a:lnTo>
                                    <a:cubicBezTo>
                                      <a:pt x="20955" y="137160"/>
                                      <a:pt x="22860" y="135255"/>
                                      <a:pt x="24765" y="132398"/>
                                    </a:cubicBezTo>
                                    <a:cubicBezTo>
                                      <a:pt x="27622" y="129540"/>
                                      <a:pt x="30480" y="126682"/>
                                      <a:pt x="33338" y="122873"/>
                                    </a:cubicBezTo>
                                    <a:cubicBezTo>
                                      <a:pt x="35243" y="120967"/>
                                      <a:pt x="36195" y="119063"/>
                                      <a:pt x="38100" y="117157"/>
                                    </a:cubicBezTo>
                                    <a:cubicBezTo>
                                      <a:pt x="40005" y="115252"/>
                                      <a:pt x="41910" y="113348"/>
                                      <a:pt x="43815" y="111442"/>
                                    </a:cubicBezTo>
                                    <a:cubicBezTo>
                                      <a:pt x="47625" y="107632"/>
                                      <a:pt x="51435" y="102870"/>
                                      <a:pt x="55245" y="98107"/>
                                    </a:cubicBezTo>
                                    <a:cubicBezTo>
                                      <a:pt x="59055" y="93345"/>
                                      <a:pt x="63818" y="89535"/>
                                      <a:pt x="67627" y="84773"/>
                                    </a:cubicBezTo>
                                    <a:cubicBezTo>
                                      <a:pt x="76200" y="75248"/>
                                      <a:pt x="84772" y="65723"/>
                                      <a:pt x="93345" y="56198"/>
                                    </a:cubicBezTo>
                                    <a:cubicBezTo>
                                      <a:pt x="98107" y="51435"/>
                                      <a:pt x="101918" y="47625"/>
                                      <a:pt x="105727" y="42863"/>
                                    </a:cubicBezTo>
                                    <a:cubicBezTo>
                                      <a:pt x="106680" y="41910"/>
                                      <a:pt x="107632" y="40957"/>
                                      <a:pt x="108585" y="39052"/>
                                    </a:cubicBezTo>
                                    <a:cubicBezTo>
                                      <a:pt x="109538" y="38100"/>
                                      <a:pt x="110490" y="37148"/>
                                      <a:pt x="110490" y="36195"/>
                                    </a:cubicBezTo>
                                    <a:cubicBezTo>
                                      <a:pt x="111443" y="34290"/>
                                      <a:pt x="113347" y="31432"/>
                                      <a:pt x="114300" y="29527"/>
                                    </a:cubicBezTo>
                                    <a:cubicBezTo>
                                      <a:pt x="117157" y="24765"/>
                                      <a:pt x="120015" y="20955"/>
                                      <a:pt x="122872" y="18098"/>
                                    </a:cubicBezTo>
                                    <a:cubicBezTo>
                                      <a:pt x="124777" y="16192"/>
                                      <a:pt x="127635" y="14288"/>
                                      <a:pt x="129540" y="13335"/>
                                    </a:cubicBezTo>
                                    <a:cubicBezTo>
                                      <a:pt x="121920" y="13335"/>
                                      <a:pt x="114300" y="14288"/>
                                      <a:pt x="106680" y="15240"/>
                                    </a:cubicBezTo>
                                    <a:cubicBezTo>
                                      <a:pt x="95250" y="17145"/>
                                      <a:pt x="83820" y="19050"/>
                                      <a:pt x="73343" y="22860"/>
                                    </a:cubicBezTo>
                                    <a:cubicBezTo>
                                      <a:pt x="67627" y="24765"/>
                                      <a:pt x="62865" y="26670"/>
                                      <a:pt x="57150" y="28575"/>
                                    </a:cubicBezTo>
                                    <a:cubicBezTo>
                                      <a:pt x="52388" y="30480"/>
                                      <a:pt x="46672" y="33338"/>
                                      <a:pt x="41910" y="36195"/>
                                    </a:cubicBezTo>
                                    <a:cubicBezTo>
                                      <a:pt x="37147" y="39052"/>
                                      <a:pt x="33338" y="41910"/>
                                      <a:pt x="28575" y="44767"/>
                                    </a:cubicBezTo>
                                    <a:cubicBezTo>
                                      <a:pt x="24765" y="48577"/>
                                      <a:pt x="20955" y="51435"/>
                                      <a:pt x="18097" y="55245"/>
                                    </a:cubicBezTo>
                                    <a:cubicBezTo>
                                      <a:pt x="11430" y="61913"/>
                                      <a:pt x="6668" y="70485"/>
                                      <a:pt x="3810" y="78105"/>
                                    </a:cubicBezTo>
                                    <a:cubicBezTo>
                                      <a:pt x="1905" y="82867"/>
                                      <a:pt x="952" y="87630"/>
                                      <a:pt x="0" y="92392"/>
                                    </a:cubicBezTo>
                                    <a:cubicBezTo>
                                      <a:pt x="0" y="89535"/>
                                      <a:pt x="952" y="85725"/>
                                      <a:pt x="1905" y="81915"/>
                                    </a:cubicBezTo>
                                    <a:lnTo>
                                      <a:pt x="1905" y="81915"/>
                                    </a:lnTo>
                                    <a:cubicBezTo>
                                      <a:pt x="2857" y="80963"/>
                                      <a:pt x="2857" y="79057"/>
                                      <a:pt x="3810" y="78105"/>
                                    </a:cubicBezTo>
                                    <a:cubicBezTo>
                                      <a:pt x="6668" y="70485"/>
                                      <a:pt x="11430" y="61913"/>
                                      <a:pt x="18097" y="54292"/>
                                    </a:cubicBezTo>
                                    <a:cubicBezTo>
                                      <a:pt x="24765" y="46673"/>
                                      <a:pt x="32385" y="39052"/>
                                      <a:pt x="41910" y="33338"/>
                                    </a:cubicBezTo>
                                    <a:cubicBezTo>
                                      <a:pt x="46672" y="30480"/>
                                      <a:pt x="51435" y="27623"/>
                                      <a:pt x="57150" y="25717"/>
                                    </a:cubicBezTo>
                                    <a:cubicBezTo>
                                      <a:pt x="61913" y="23813"/>
                                      <a:pt x="67627" y="21907"/>
                                      <a:pt x="73343" y="20002"/>
                                    </a:cubicBezTo>
                                    <a:cubicBezTo>
                                      <a:pt x="83820" y="16192"/>
                                      <a:pt x="95250" y="14288"/>
                                      <a:pt x="106680" y="12382"/>
                                    </a:cubicBezTo>
                                    <a:cubicBezTo>
                                      <a:pt x="111443" y="11430"/>
                                      <a:pt x="116205" y="11430"/>
                                      <a:pt x="120968" y="10477"/>
                                    </a:cubicBezTo>
                                    <a:cubicBezTo>
                                      <a:pt x="120015" y="10477"/>
                                      <a:pt x="119063" y="9525"/>
                                      <a:pt x="117157" y="9525"/>
                                    </a:cubicBezTo>
                                    <a:cubicBezTo>
                                      <a:pt x="115252" y="8573"/>
                                      <a:pt x="113347" y="8573"/>
                                      <a:pt x="110490" y="7620"/>
                                    </a:cubicBezTo>
                                    <a:cubicBezTo>
                                      <a:pt x="108585" y="7620"/>
                                      <a:pt x="105727" y="6667"/>
                                      <a:pt x="103822" y="6667"/>
                                    </a:cubicBezTo>
                                    <a:cubicBezTo>
                                      <a:pt x="101918" y="6667"/>
                                      <a:pt x="99060" y="5715"/>
                                      <a:pt x="97155" y="5715"/>
                                    </a:cubicBezTo>
                                    <a:cubicBezTo>
                                      <a:pt x="94297" y="5715"/>
                                      <a:pt x="92393" y="5715"/>
                                      <a:pt x="89535" y="5715"/>
                                    </a:cubicBezTo>
                                    <a:cubicBezTo>
                                      <a:pt x="87630" y="5715"/>
                                      <a:pt x="84772" y="5715"/>
                                      <a:pt x="82868" y="5715"/>
                                    </a:cubicBezTo>
                                    <a:cubicBezTo>
                                      <a:pt x="80963" y="5715"/>
                                      <a:pt x="78105" y="5715"/>
                                      <a:pt x="76200" y="6667"/>
                                    </a:cubicBezTo>
                                    <a:lnTo>
                                      <a:pt x="75247" y="6667"/>
                                    </a:lnTo>
                                    <a:cubicBezTo>
                                      <a:pt x="77152" y="6667"/>
                                      <a:pt x="79057" y="5715"/>
                                      <a:pt x="80963" y="4763"/>
                                    </a:cubicBezTo>
                                    <a:cubicBezTo>
                                      <a:pt x="81915" y="4763"/>
                                      <a:pt x="81915" y="4763"/>
                                      <a:pt x="82868" y="4763"/>
                                    </a:cubicBezTo>
                                    <a:cubicBezTo>
                                      <a:pt x="84772" y="4763"/>
                                      <a:pt x="87630" y="4763"/>
                                      <a:pt x="89535" y="4763"/>
                                    </a:cubicBezTo>
                                    <a:cubicBezTo>
                                      <a:pt x="91440" y="4763"/>
                                      <a:pt x="94297" y="4763"/>
                                      <a:pt x="97155" y="4763"/>
                                    </a:cubicBezTo>
                                    <a:cubicBezTo>
                                      <a:pt x="100013" y="4763"/>
                                      <a:pt x="101918" y="4763"/>
                                      <a:pt x="104775" y="5715"/>
                                    </a:cubicBezTo>
                                    <a:cubicBezTo>
                                      <a:pt x="107632" y="5715"/>
                                      <a:pt x="109538" y="6667"/>
                                      <a:pt x="111443" y="6667"/>
                                    </a:cubicBezTo>
                                    <a:cubicBezTo>
                                      <a:pt x="113347" y="6667"/>
                                      <a:pt x="116205" y="7620"/>
                                      <a:pt x="118110" y="7620"/>
                                    </a:cubicBezTo>
                                    <a:cubicBezTo>
                                      <a:pt x="120015" y="8573"/>
                                      <a:pt x="121920" y="8573"/>
                                      <a:pt x="123825" y="8573"/>
                                    </a:cubicBezTo>
                                    <a:cubicBezTo>
                                      <a:pt x="126682" y="9525"/>
                                      <a:pt x="128588" y="9525"/>
                                      <a:pt x="130493" y="10477"/>
                                    </a:cubicBezTo>
                                    <a:cubicBezTo>
                                      <a:pt x="134302" y="10477"/>
                                      <a:pt x="138113" y="10477"/>
                                      <a:pt x="140970" y="10477"/>
                                    </a:cubicBezTo>
                                    <a:cubicBezTo>
                                      <a:pt x="152400" y="10477"/>
                                      <a:pt x="162877" y="11430"/>
                                      <a:pt x="173355" y="13335"/>
                                    </a:cubicBezTo>
                                    <a:cubicBezTo>
                                      <a:pt x="177165" y="14288"/>
                                      <a:pt x="180975" y="15240"/>
                                      <a:pt x="184785" y="15240"/>
                                    </a:cubicBezTo>
                                    <a:cubicBezTo>
                                      <a:pt x="181927" y="14288"/>
                                      <a:pt x="180022" y="12382"/>
                                      <a:pt x="177165" y="11430"/>
                                    </a:cubicBezTo>
                                    <a:cubicBezTo>
                                      <a:pt x="172402" y="9525"/>
                                      <a:pt x="168593" y="6667"/>
                                      <a:pt x="164782" y="4763"/>
                                    </a:cubicBezTo>
                                    <a:cubicBezTo>
                                      <a:pt x="162877" y="3810"/>
                                      <a:pt x="160972" y="2857"/>
                                      <a:pt x="159068" y="1905"/>
                                    </a:cubicBezTo>
                                    <a:lnTo>
                                      <a:pt x="153352" y="0"/>
                                    </a:lnTo>
                                    <a:cubicBezTo>
                                      <a:pt x="153352" y="0"/>
                                      <a:pt x="152400" y="0"/>
                                      <a:pt x="152400" y="0"/>
                                    </a:cubicBezTo>
                                    <a:cubicBezTo>
                                      <a:pt x="153352" y="0"/>
                                      <a:pt x="153352" y="0"/>
                                      <a:pt x="154305" y="0"/>
                                    </a:cubicBezTo>
                                    <a:cubicBezTo>
                                      <a:pt x="154305" y="0"/>
                                      <a:pt x="154305" y="0"/>
                                      <a:pt x="154305" y="0"/>
                                    </a:cubicBezTo>
                                    <a:cubicBezTo>
                                      <a:pt x="156210" y="952"/>
                                      <a:pt x="157163" y="952"/>
                                      <a:pt x="159068" y="1905"/>
                                    </a:cubicBezTo>
                                    <a:cubicBezTo>
                                      <a:pt x="160972" y="2857"/>
                                      <a:pt x="162877" y="3810"/>
                                      <a:pt x="164782" y="4763"/>
                                    </a:cubicBezTo>
                                    <a:cubicBezTo>
                                      <a:pt x="168593" y="6667"/>
                                      <a:pt x="173355" y="8573"/>
                                      <a:pt x="178118" y="10477"/>
                                    </a:cubicBezTo>
                                    <a:cubicBezTo>
                                      <a:pt x="185738" y="14288"/>
                                      <a:pt x="189547" y="16192"/>
                                      <a:pt x="194310" y="18098"/>
                                    </a:cubicBezTo>
                                    <a:close/>
                                  </a:path>
                                </a:pathLst>
                              </a:custGeom>
                              <a:grpFill/>
                              <a:ln w="9525" cap="flat">
                                <a:noFill/>
                                <a:prstDash val="solid"/>
                                <a:miter/>
                              </a:ln>
                            </p:spPr>
                            <p:txBody>
                              <a:bodyPr rtlCol="0" anchor="ctr"/>
                              <a:lstStyle/>
                              <a:p>
                                <a:endParaRPr lang="en-US"/>
                              </a:p>
                            </p:txBody>
                          </p:sp>
                          <p:sp>
                            <p:nvSpPr>
                              <p:cNvPr id="366" name="Freeform: Shape 365">
                                <a:extLst>
                                  <a:ext uri="{FF2B5EF4-FFF2-40B4-BE49-F238E27FC236}">
                                    <a16:creationId xmlns:a16="http://schemas.microsoft.com/office/drawing/2014/main" id="{2DADF425-C6DC-409E-9E18-30AFFBDDEDC6}"/>
                                  </a:ext>
                                </a:extLst>
                              </p:cNvPr>
                              <p:cNvSpPr/>
                              <p:nvPr/>
                            </p:nvSpPr>
                            <p:spPr>
                              <a:xfrm>
                                <a:off x="3783511" y="1713419"/>
                                <a:ext cx="133350" cy="114300"/>
                              </a:xfrm>
                              <a:custGeom>
                                <a:avLst/>
                                <a:gdLst>
                                  <a:gd name="connsiteX0" fmla="*/ 89535 w 133350"/>
                                  <a:gd name="connsiteY0" fmla="*/ 0 h 114300"/>
                                  <a:gd name="connsiteX1" fmla="*/ 90488 w 133350"/>
                                  <a:gd name="connsiteY1" fmla="*/ 952 h 114300"/>
                                  <a:gd name="connsiteX2" fmla="*/ 92393 w 133350"/>
                                  <a:gd name="connsiteY2" fmla="*/ 2857 h 114300"/>
                                  <a:gd name="connsiteX3" fmla="*/ 94297 w 133350"/>
                                  <a:gd name="connsiteY3" fmla="*/ 5715 h 114300"/>
                                  <a:gd name="connsiteX4" fmla="*/ 98107 w 133350"/>
                                  <a:gd name="connsiteY4" fmla="*/ 13335 h 114300"/>
                                  <a:gd name="connsiteX5" fmla="*/ 100965 w 133350"/>
                                  <a:gd name="connsiteY5" fmla="*/ 22860 h 114300"/>
                                  <a:gd name="connsiteX6" fmla="*/ 103822 w 133350"/>
                                  <a:gd name="connsiteY6" fmla="*/ 40957 h 114300"/>
                                  <a:gd name="connsiteX7" fmla="*/ 104775 w 133350"/>
                                  <a:gd name="connsiteY7" fmla="*/ 48577 h 114300"/>
                                  <a:gd name="connsiteX8" fmla="*/ 106680 w 133350"/>
                                  <a:gd name="connsiteY8" fmla="*/ 51435 h 114300"/>
                                  <a:gd name="connsiteX9" fmla="*/ 115252 w 133350"/>
                                  <a:gd name="connsiteY9" fmla="*/ 61913 h 114300"/>
                                  <a:gd name="connsiteX10" fmla="*/ 121920 w 133350"/>
                                  <a:gd name="connsiteY10" fmla="*/ 71438 h 114300"/>
                                  <a:gd name="connsiteX11" fmla="*/ 122872 w 133350"/>
                                  <a:gd name="connsiteY11" fmla="*/ 66675 h 114300"/>
                                  <a:gd name="connsiteX12" fmla="*/ 125730 w 133350"/>
                                  <a:gd name="connsiteY12" fmla="*/ 56197 h 114300"/>
                                  <a:gd name="connsiteX13" fmla="*/ 129540 w 133350"/>
                                  <a:gd name="connsiteY13" fmla="*/ 43815 h 114300"/>
                                  <a:gd name="connsiteX14" fmla="*/ 132397 w 133350"/>
                                  <a:gd name="connsiteY14" fmla="*/ 31432 h 114300"/>
                                  <a:gd name="connsiteX15" fmla="*/ 132397 w 133350"/>
                                  <a:gd name="connsiteY15" fmla="*/ 25717 h 114300"/>
                                  <a:gd name="connsiteX16" fmla="*/ 131445 w 133350"/>
                                  <a:gd name="connsiteY16" fmla="*/ 20955 h 114300"/>
                                  <a:gd name="connsiteX17" fmla="*/ 131445 w 133350"/>
                                  <a:gd name="connsiteY17" fmla="*/ 20002 h 114300"/>
                                  <a:gd name="connsiteX18" fmla="*/ 132397 w 133350"/>
                                  <a:gd name="connsiteY18" fmla="*/ 20955 h 114300"/>
                                  <a:gd name="connsiteX19" fmla="*/ 133350 w 133350"/>
                                  <a:gd name="connsiteY19" fmla="*/ 25717 h 114300"/>
                                  <a:gd name="connsiteX20" fmla="*/ 133350 w 133350"/>
                                  <a:gd name="connsiteY20" fmla="*/ 31432 h 114300"/>
                                  <a:gd name="connsiteX21" fmla="*/ 131445 w 133350"/>
                                  <a:gd name="connsiteY21" fmla="*/ 43815 h 114300"/>
                                  <a:gd name="connsiteX22" fmla="*/ 128588 w 133350"/>
                                  <a:gd name="connsiteY22" fmla="*/ 56197 h 114300"/>
                                  <a:gd name="connsiteX23" fmla="*/ 125730 w 133350"/>
                                  <a:gd name="connsiteY23" fmla="*/ 66675 h 114300"/>
                                  <a:gd name="connsiteX24" fmla="*/ 124777 w 133350"/>
                                  <a:gd name="connsiteY24" fmla="*/ 74295 h 114300"/>
                                  <a:gd name="connsiteX25" fmla="*/ 124777 w 133350"/>
                                  <a:gd name="connsiteY25" fmla="*/ 77152 h 114300"/>
                                  <a:gd name="connsiteX26" fmla="*/ 127635 w 133350"/>
                                  <a:gd name="connsiteY26" fmla="*/ 84772 h 114300"/>
                                  <a:gd name="connsiteX27" fmla="*/ 130493 w 133350"/>
                                  <a:gd name="connsiteY27" fmla="*/ 95250 h 114300"/>
                                  <a:gd name="connsiteX28" fmla="*/ 131445 w 133350"/>
                                  <a:gd name="connsiteY28" fmla="*/ 103822 h 114300"/>
                                  <a:gd name="connsiteX29" fmla="*/ 131445 w 133350"/>
                                  <a:gd name="connsiteY29" fmla="*/ 114300 h 114300"/>
                                  <a:gd name="connsiteX30" fmla="*/ 126682 w 133350"/>
                                  <a:gd name="connsiteY30" fmla="*/ 111442 h 114300"/>
                                  <a:gd name="connsiteX31" fmla="*/ 126682 w 133350"/>
                                  <a:gd name="connsiteY31" fmla="*/ 94297 h 114300"/>
                                  <a:gd name="connsiteX32" fmla="*/ 125730 w 133350"/>
                                  <a:gd name="connsiteY32" fmla="*/ 89535 h 114300"/>
                                  <a:gd name="connsiteX33" fmla="*/ 125730 w 133350"/>
                                  <a:gd name="connsiteY33" fmla="*/ 89535 h 114300"/>
                                  <a:gd name="connsiteX34" fmla="*/ 122872 w 133350"/>
                                  <a:gd name="connsiteY34" fmla="*/ 87630 h 114300"/>
                                  <a:gd name="connsiteX35" fmla="*/ 117157 w 133350"/>
                                  <a:gd name="connsiteY35" fmla="*/ 85725 h 114300"/>
                                  <a:gd name="connsiteX36" fmla="*/ 109538 w 133350"/>
                                  <a:gd name="connsiteY36" fmla="*/ 83820 h 114300"/>
                                  <a:gd name="connsiteX37" fmla="*/ 100013 w 133350"/>
                                  <a:gd name="connsiteY37" fmla="*/ 81915 h 114300"/>
                                  <a:gd name="connsiteX38" fmla="*/ 89535 w 133350"/>
                                  <a:gd name="connsiteY38" fmla="*/ 80010 h 114300"/>
                                  <a:gd name="connsiteX39" fmla="*/ 78105 w 133350"/>
                                  <a:gd name="connsiteY39" fmla="*/ 77152 h 114300"/>
                                  <a:gd name="connsiteX40" fmla="*/ 66675 w 133350"/>
                                  <a:gd name="connsiteY40" fmla="*/ 73342 h 114300"/>
                                  <a:gd name="connsiteX41" fmla="*/ 55245 w 133350"/>
                                  <a:gd name="connsiteY41" fmla="*/ 69532 h 114300"/>
                                  <a:gd name="connsiteX42" fmla="*/ 44768 w 133350"/>
                                  <a:gd name="connsiteY42" fmla="*/ 64770 h 114300"/>
                                  <a:gd name="connsiteX43" fmla="*/ 35243 w 133350"/>
                                  <a:gd name="connsiteY43" fmla="*/ 60007 h 114300"/>
                                  <a:gd name="connsiteX44" fmla="*/ 30480 w 133350"/>
                                  <a:gd name="connsiteY44" fmla="*/ 58102 h 114300"/>
                                  <a:gd name="connsiteX45" fmla="*/ 26670 w 133350"/>
                                  <a:gd name="connsiteY45" fmla="*/ 56197 h 114300"/>
                                  <a:gd name="connsiteX46" fmla="*/ 19050 w 133350"/>
                                  <a:gd name="connsiteY46" fmla="*/ 52388 h 114300"/>
                                  <a:gd name="connsiteX47" fmla="*/ 13335 w 133350"/>
                                  <a:gd name="connsiteY47" fmla="*/ 48577 h 114300"/>
                                  <a:gd name="connsiteX48" fmla="*/ 10477 w 133350"/>
                                  <a:gd name="connsiteY48" fmla="*/ 46672 h 114300"/>
                                  <a:gd name="connsiteX49" fmla="*/ 13335 w 133350"/>
                                  <a:gd name="connsiteY49" fmla="*/ 48577 h 114300"/>
                                  <a:gd name="connsiteX50" fmla="*/ 19050 w 133350"/>
                                  <a:gd name="connsiteY50" fmla="*/ 52388 h 114300"/>
                                  <a:gd name="connsiteX51" fmla="*/ 26670 w 133350"/>
                                  <a:gd name="connsiteY51" fmla="*/ 56197 h 114300"/>
                                  <a:gd name="connsiteX52" fmla="*/ 30480 w 133350"/>
                                  <a:gd name="connsiteY52" fmla="*/ 58102 h 114300"/>
                                  <a:gd name="connsiteX53" fmla="*/ 35243 w 133350"/>
                                  <a:gd name="connsiteY53" fmla="*/ 60007 h 114300"/>
                                  <a:gd name="connsiteX54" fmla="*/ 44768 w 133350"/>
                                  <a:gd name="connsiteY54" fmla="*/ 64770 h 114300"/>
                                  <a:gd name="connsiteX55" fmla="*/ 55245 w 133350"/>
                                  <a:gd name="connsiteY55" fmla="*/ 69532 h 114300"/>
                                  <a:gd name="connsiteX56" fmla="*/ 66675 w 133350"/>
                                  <a:gd name="connsiteY56" fmla="*/ 73342 h 114300"/>
                                  <a:gd name="connsiteX57" fmla="*/ 78105 w 133350"/>
                                  <a:gd name="connsiteY57" fmla="*/ 76200 h 114300"/>
                                  <a:gd name="connsiteX58" fmla="*/ 89535 w 133350"/>
                                  <a:gd name="connsiteY58" fmla="*/ 79057 h 114300"/>
                                  <a:gd name="connsiteX59" fmla="*/ 100013 w 133350"/>
                                  <a:gd name="connsiteY59" fmla="*/ 80963 h 114300"/>
                                  <a:gd name="connsiteX60" fmla="*/ 109538 w 133350"/>
                                  <a:gd name="connsiteY60" fmla="*/ 81915 h 114300"/>
                                  <a:gd name="connsiteX61" fmla="*/ 118110 w 133350"/>
                                  <a:gd name="connsiteY61" fmla="*/ 83820 h 114300"/>
                                  <a:gd name="connsiteX62" fmla="*/ 123825 w 133350"/>
                                  <a:gd name="connsiteY62" fmla="*/ 86677 h 114300"/>
                                  <a:gd name="connsiteX63" fmla="*/ 124777 w 133350"/>
                                  <a:gd name="connsiteY63" fmla="*/ 86677 h 114300"/>
                                  <a:gd name="connsiteX64" fmla="*/ 124777 w 133350"/>
                                  <a:gd name="connsiteY64" fmla="*/ 85725 h 114300"/>
                                  <a:gd name="connsiteX65" fmla="*/ 120015 w 133350"/>
                                  <a:gd name="connsiteY65" fmla="*/ 75247 h 114300"/>
                                  <a:gd name="connsiteX66" fmla="*/ 113347 w 133350"/>
                                  <a:gd name="connsiteY66" fmla="*/ 63817 h 114300"/>
                                  <a:gd name="connsiteX67" fmla="*/ 112395 w 133350"/>
                                  <a:gd name="connsiteY67" fmla="*/ 61913 h 114300"/>
                                  <a:gd name="connsiteX68" fmla="*/ 109538 w 133350"/>
                                  <a:gd name="connsiteY68" fmla="*/ 60007 h 114300"/>
                                  <a:gd name="connsiteX69" fmla="*/ 97155 w 133350"/>
                                  <a:gd name="connsiteY69" fmla="*/ 55245 h 114300"/>
                                  <a:gd name="connsiteX70" fmla="*/ 88582 w 133350"/>
                                  <a:gd name="connsiteY70" fmla="*/ 52388 h 114300"/>
                                  <a:gd name="connsiteX71" fmla="*/ 78105 w 133350"/>
                                  <a:gd name="connsiteY71" fmla="*/ 49530 h 114300"/>
                                  <a:gd name="connsiteX72" fmla="*/ 67627 w 133350"/>
                                  <a:gd name="connsiteY72" fmla="*/ 46672 h 114300"/>
                                  <a:gd name="connsiteX73" fmla="*/ 56197 w 133350"/>
                                  <a:gd name="connsiteY73" fmla="*/ 42863 h 114300"/>
                                  <a:gd name="connsiteX74" fmla="*/ 45720 w 133350"/>
                                  <a:gd name="connsiteY74" fmla="*/ 39052 h 114300"/>
                                  <a:gd name="connsiteX75" fmla="*/ 35243 w 133350"/>
                                  <a:gd name="connsiteY75" fmla="*/ 35242 h 114300"/>
                                  <a:gd name="connsiteX76" fmla="*/ 25718 w 133350"/>
                                  <a:gd name="connsiteY76" fmla="*/ 31432 h 114300"/>
                                  <a:gd name="connsiteX77" fmla="*/ 17145 w 133350"/>
                                  <a:gd name="connsiteY77" fmla="*/ 27622 h 114300"/>
                                  <a:gd name="connsiteX78" fmla="*/ 3810 w 133350"/>
                                  <a:gd name="connsiteY78" fmla="*/ 21907 h 114300"/>
                                  <a:gd name="connsiteX79" fmla="*/ 0 w 133350"/>
                                  <a:gd name="connsiteY79" fmla="*/ 20002 h 114300"/>
                                  <a:gd name="connsiteX80" fmla="*/ 3810 w 133350"/>
                                  <a:gd name="connsiteY80" fmla="*/ 21907 h 114300"/>
                                  <a:gd name="connsiteX81" fmla="*/ 17145 w 133350"/>
                                  <a:gd name="connsiteY81" fmla="*/ 27622 h 114300"/>
                                  <a:gd name="connsiteX82" fmla="*/ 25718 w 133350"/>
                                  <a:gd name="connsiteY82" fmla="*/ 31432 h 114300"/>
                                  <a:gd name="connsiteX83" fmla="*/ 35243 w 133350"/>
                                  <a:gd name="connsiteY83" fmla="*/ 35242 h 114300"/>
                                  <a:gd name="connsiteX84" fmla="*/ 45720 w 133350"/>
                                  <a:gd name="connsiteY84" fmla="*/ 39052 h 114300"/>
                                  <a:gd name="connsiteX85" fmla="*/ 57150 w 133350"/>
                                  <a:gd name="connsiteY85" fmla="*/ 42863 h 114300"/>
                                  <a:gd name="connsiteX86" fmla="*/ 68580 w 133350"/>
                                  <a:gd name="connsiteY86" fmla="*/ 45720 h 114300"/>
                                  <a:gd name="connsiteX87" fmla="*/ 79057 w 133350"/>
                                  <a:gd name="connsiteY87" fmla="*/ 48577 h 114300"/>
                                  <a:gd name="connsiteX88" fmla="*/ 89535 w 133350"/>
                                  <a:gd name="connsiteY88" fmla="*/ 51435 h 114300"/>
                                  <a:gd name="connsiteX89" fmla="*/ 99060 w 133350"/>
                                  <a:gd name="connsiteY89" fmla="*/ 53340 h 114300"/>
                                  <a:gd name="connsiteX90" fmla="*/ 109538 w 133350"/>
                                  <a:gd name="connsiteY90" fmla="*/ 56197 h 114300"/>
                                  <a:gd name="connsiteX91" fmla="*/ 107632 w 133350"/>
                                  <a:gd name="connsiteY91" fmla="*/ 53340 h 114300"/>
                                  <a:gd name="connsiteX92" fmla="*/ 99060 w 133350"/>
                                  <a:gd name="connsiteY92" fmla="*/ 42863 h 114300"/>
                                  <a:gd name="connsiteX93" fmla="*/ 90488 w 133350"/>
                                  <a:gd name="connsiteY93" fmla="*/ 33338 h 114300"/>
                                  <a:gd name="connsiteX94" fmla="*/ 81915 w 133350"/>
                                  <a:gd name="connsiteY94" fmla="*/ 24765 h 114300"/>
                                  <a:gd name="connsiteX95" fmla="*/ 73343 w 133350"/>
                                  <a:gd name="connsiteY95" fmla="*/ 17145 h 114300"/>
                                  <a:gd name="connsiteX96" fmla="*/ 60007 w 133350"/>
                                  <a:gd name="connsiteY96" fmla="*/ 8572 h 114300"/>
                                  <a:gd name="connsiteX97" fmla="*/ 60007 w 133350"/>
                                  <a:gd name="connsiteY97" fmla="*/ 8572 h 114300"/>
                                  <a:gd name="connsiteX98" fmla="*/ 73343 w 133350"/>
                                  <a:gd name="connsiteY98" fmla="*/ 16192 h 114300"/>
                                  <a:gd name="connsiteX99" fmla="*/ 81915 w 133350"/>
                                  <a:gd name="connsiteY99" fmla="*/ 23813 h 114300"/>
                                  <a:gd name="connsiteX100" fmla="*/ 91440 w 133350"/>
                                  <a:gd name="connsiteY100" fmla="*/ 32385 h 114300"/>
                                  <a:gd name="connsiteX101" fmla="*/ 100965 w 133350"/>
                                  <a:gd name="connsiteY101" fmla="*/ 41910 h 114300"/>
                                  <a:gd name="connsiteX102" fmla="*/ 103822 w 133350"/>
                                  <a:gd name="connsiteY102" fmla="*/ 45720 h 114300"/>
                                  <a:gd name="connsiteX103" fmla="*/ 103822 w 133350"/>
                                  <a:gd name="connsiteY103" fmla="*/ 41910 h 114300"/>
                                  <a:gd name="connsiteX104" fmla="*/ 102870 w 133350"/>
                                  <a:gd name="connsiteY104" fmla="*/ 33338 h 114300"/>
                                  <a:gd name="connsiteX105" fmla="*/ 101918 w 133350"/>
                                  <a:gd name="connsiteY105" fmla="*/ 23813 h 114300"/>
                                  <a:gd name="connsiteX106" fmla="*/ 100013 w 133350"/>
                                  <a:gd name="connsiteY106" fmla="*/ 14288 h 114300"/>
                                  <a:gd name="connsiteX107" fmla="*/ 96202 w 133350"/>
                                  <a:gd name="connsiteY107" fmla="*/ 6667 h 114300"/>
                                  <a:gd name="connsiteX108" fmla="*/ 94297 w 133350"/>
                                  <a:gd name="connsiteY108" fmla="*/ 3810 h 114300"/>
                                  <a:gd name="connsiteX109" fmla="*/ 92393 w 133350"/>
                                  <a:gd name="connsiteY109" fmla="*/ 1905 h 114300"/>
                                  <a:gd name="connsiteX110" fmla="*/ 89535 w 133350"/>
                                  <a:gd name="connsiteY110" fmla="*/ 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33350" h="114300">
                                    <a:moveTo>
                                      <a:pt x="89535" y="0"/>
                                    </a:moveTo>
                                    <a:cubicBezTo>
                                      <a:pt x="89535" y="0"/>
                                      <a:pt x="90488" y="952"/>
                                      <a:pt x="90488" y="952"/>
                                    </a:cubicBezTo>
                                    <a:cubicBezTo>
                                      <a:pt x="91440" y="1905"/>
                                      <a:pt x="91440" y="1905"/>
                                      <a:pt x="92393" y="2857"/>
                                    </a:cubicBezTo>
                                    <a:cubicBezTo>
                                      <a:pt x="93345" y="3810"/>
                                      <a:pt x="94297" y="4763"/>
                                      <a:pt x="94297" y="5715"/>
                                    </a:cubicBezTo>
                                    <a:cubicBezTo>
                                      <a:pt x="96202" y="7620"/>
                                      <a:pt x="97155" y="10477"/>
                                      <a:pt x="98107" y="13335"/>
                                    </a:cubicBezTo>
                                    <a:cubicBezTo>
                                      <a:pt x="99060" y="16192"/>
                                      <a:pt x="100013" y="19050"/>
                                      <a:pt x="100965" y="22860"/>
                                    </a:cubicBezTo>
                                    <a:cubicBezTo>
                                      <a:pt x="101918" y="29527"/>
                                      <a:pt x="102870" y="36195"/>
                                      <a:pt x="103822" y="40957"/>
                                    </a:cubicBezTo>
                                    <a:cubicBezTo>
                                      <a:pt x="104775" y="44767"/>
                                      <a:pt x="104775" y="47625"/>
                                      <a:pt x="104775" y="48577"/>
                                    </a:cubicBezTo>
                                    <a:lnTo>
                                      <a:pt x="106680" y="51435"/>
                                    </a:lnTo>
                                    <a:cubicBezTo>
                                      <a:pt x="109538" y="55245"/>
                                      <a:pt x="112395" y="58102"/>
                                      <a:pt x="115252" y="61913"/>
                                    </a:cubicBezTo>
                                    <a:cubicBezTo>
                                      <a:pt x="117157" y="64770"/>
                                      <a:pt x="120015" y="67627"/>
                                      <a:pt x="121920" y="71438"/>
                                    </a:cubicBezTo>
                                    <a:cubicBezTo>
                                      <a:pt x="121920" y="69532"/>
                                      <a:pt x="121920" y="68580"/>
                                      <a:pt x="122872" y="66675"/>
                                    </a:cubicBezTo>
                                    <a:cubicBezTo>
                                      <a:pt x="123825" y="63817"/>
                                      <a:pt x="124777" y="60007"/>
                                      <a:pt x="125730" y="56197"/>
                                    </a:cubicBezTo>
                                    <a:cubicBezTo>
                                      <a:pt x="126682" y="52388"/>
                                      <a:pt x="128588" y="48577"/>
                                      <a:pt x="129540" y="43815"/>
                                    </a:cubicBezTo>
                                    <a:cubicBezTo>
                                      <a:pt x="130493" y="40005"/>
                                      <a:pt x="131445" y="35242"/>
                                      <a:pt x="132397" y="31432"/>
                                    </a:cubicBezTo>
                                    <a:cubicBezTo>
                                      <a:pt x="132397" y="29527"/>
                                      <a:pt x="132397" y="27622"/>
                                      <a:pt x="132397" y="25717"/>
                                    </a:cubicBezTo>
                                    <a:cubicBezTo>
                                      <a:pt x="132397" y="23813"/>
                                      <a:pt x="132397" y="21907"/>
                                      <a:pt x="131445" y="20955"/>
                                    </a:cubicBezTo>
                                    <a:cubicBezTo>
                                      <a:pt x="131445" y="20955"/>
                                      <a:pt x="131445" y="20002"/>
                                      <a:pt x="131445" y="20002"/>
                                    </a:cubicBezTo>
                                    <a:cubicBezTo>
                                      <a:pt x="131445" y="20002"/>
                                      <a:pt x="132397" y="20955"/>
                                      <a:pt x="132397" y="20955"/>
                                    </a:cubicBezTo>
                                    <a:cubicBezTo>
                                      <a:pt x="133350" y="22860"/>
                                      <a:pt x="133350" y="23813"/>
                                      <a:pt x="133350" y="25717"/>
                                    </a:cubicBezTo>
                                    <a:cubicBezTo>
                                      <a:pt x="133350" y="27622"/>
                                      <a:pt x="133350" y="29527"/>
                                      <a:pt x="133350" y="31432"/>
                                    </a:cubicBezTo>
                                    <a:cubicBezTo>
                                      <a:pt x="133350" y="35242"/>
                                      <a:pt x="132397" y="40005"/>
                                      <a:pt x="131445" y="43815"/>
                                    </a:cubicBezTo>
                                    <a:cubicBezTo>
                                      <a:pt x="130493" y="47625"/>
                                      <a:pt x="129540" y="52388"/>
                                      <a:pt x="128588" y="56197"/>
                                    </a:cubicBezTo>
                                    <a:cubicBezTo>
                                      <a:pt x="127635" y="60007"/>
                                      <a:pt x="126682" y="63817"/>
                                      <a:pt x="125730" y="66675"/>
                                    </a:cubicBezTo>
                                    <a:cubicBezTo>
                                      <a:pt x="124777" y="69532"/>
                                      <a:pt x="124777" y="72390"/>
                                      <a:pt x="124777" y="74295"/>
                                    </a:cubicBezTo>
                                    <a:cubicBezTo>
                                      <a:pt x="124777" y="75247"/>
                                      <a:pt x="124777" y="76200"/>
                                      <a:pt x="124777" y="77152"/>
                                    </a:cubicBezTo>
                                    <a:cubicBezTo>
                                      <a:pt x="125730" y="80010"/>
                                      <a:pt x="127635" y="81915"/>
                                      <a:pt x="127635" y="84772"/>
                                    </a:cubicBezTo>
                                    <a:cubicBezTo>
                                      <a:pt x="128588" y="88582"/>
                                      <a:pt x="129540" y="92392"/>
                                      <a:pt x="130493" y="95250"/>
                                    </a:cubicBezTo>
                                    <a:cubicBezTo>
                                      <a:pt x="131445" y="98107"/>
                                      <a:pt x="131445" y="100965"/>
                                      <a:pt x="131445" y="103822"/>
                                    </a:cubicBezTo>
                                    <a:lnTo>
                                      <a:pt x="131445" y="114300"/>
                                    </a:lnTo>
                                    <a:lnTo>
                                      <a:pt x="126682" y="111442"/>
                                    </a:lnTo>
                                    <a:cubicBezTo>
                                      <a:pt x="126682" y="107632"/>
                                      <a:pt x="127635" y="100013"/>
                                      <a:pt x="126682" y="94297"/>
                                    </a:cubicBezTo>
                                    <a:cubicBezTo>
                                      <a:pt x="126682" y="92392"/>
                                      <a:pt x="125730" y="91440"/>
                                      <a:pt x="125730" y="89535"/>
                                    </a:cubicBezTo>
                                    <a:cubicBezTo>
                                      <a:pt x="125730" y="89535"/>
                                      <a:pt x="125730" y="89535"/>
                                      <a:pt x="125730" y="89535"/>
                                    </a:cubicBezTo>
                                    <a:cubicBezTo>
                                      <a:pt x="124777" y="88582"/>
                                      <a:pt x="123825" y="87630"/>
                                      <a:pt x="122872" y="87630"/>
                                    </a:cubicBezTo>
                                    <a:cubicBezTo>
                                      <a:pt x="121920" y="86677"/>
                                      <a:pt x="120015" y="85725"/>
                                      <a:pt x="117157" y="85725"/>
                                    </a:cubicBezTo>
                                    <a:cubicBezTo>
                                      <a:pt x="115252" y="84772"/>
                                      <a:pt x="112395" y="83820"/>
                                      <a:pt x="109538" y="83820"/>
                                    </a:cubicBezTo>
                                    <a:cubicBezTo>
                                      <a:pt x="106680" y="82867"/>
                                      <a:pt x="103822" y="82867"/>
                                      <a:pt x="100013" y="81915"/>
                                    </a:cubicBezTo>
                                    <a:cubicBezTo>
                                      <a:pt x="96202" y="80963"/>
                                      <a:pt x="93345" y="80963"/>
                                      <a:pt x="89535" y="80010"/>
                                    </a:cubicBezTo>
                                    <a:cubicBezTo>
                                      <a:pt x="85725" y="79057"/>
                                      <a:pt x="81915" y="78105"/>
                                      <a:pt x="78105" y="77152"/>
                                    </a:cubicBezTo>
                                    <a:cubicBezTo>
                                      <a:pt x="74295" y="76200"/>
                                      <a:pt x="70485" y="74295"/>
                                      <a:pt x="66675" y="73342"/>
                                    </a:cubicBezTo>
                                    <a:cubicBezTo>
                                      <a:pt x="62865" y="72390"/>
                                      <a:pt x="59055" y="70485"/>
                                      <a:pt x="55245" y="69532"/>
                                    </a:cubicBezTo>
                                    <a:cubicBezTo>
                                      <a:pt x="51435" y="68580"/>
                                      <a:pt x="47625" y="66675"/>
                                      <a:pt x="44768" y="64770"/>
                                    </a:cubicBezTo>
                                    <a:cubicBezTo>
                                      <a:pt x="40957" y="63817"/>
                                      <a:pt x="38100" y="61913"/>
                                      <a:pt x="35243" y="60007"/>
                                    </a:cubicBezTo>
                                    <a:cubicBezTo>
                                      <a:pt x="33338" y="59055"/>
                                      <a:pt x="32385" y="58102"/>
                                      <a:pt x="30480" y="58102"/>
                                    </a:cubicBezTo>
                                    <a:cubicBezTo>
                                      <a:pt x="29527" y="57150"/>
                                      <a:pt x="27622" y="56197"/>
                                      <a:pt x="26670" y="56197"/>
                                    </a:cubicBezTo>
                                    <a:cubicBezTo>
                                      <a:pt x="23813" y="54292"/>
                                      <a:pt x="21907" y="53340"/>
                                      <a:pt x="19050" y="52388"/>
                                    </a:cubicBezTo>
                                    <a:cubicBezTo>
                                      <a:pt x="17145" y="51435"/>
                                      <a:pt x="15240" y="49530"/>
                                      <a:pt x="13335" y="48577"/>
                                    </a:cubicBezTo>
                                    <a:cubicBezTo>
                                      <a:pt x="12382" y="47625"/>
                                      <a:pt x="11430" y="47625"/>
                                      <a:pt x="10477" y="46672"/>
                                    </a:cubicBezTo>
                                    <a:cubicBezTo>
                                      <a:pt x="11430" y="47625"/>
                                      <a:pt x="12382" y="47625"/>
                                      <a:pt x="13335" y="48577"/>
                                    </a:cubicBezTo>
                                    <a:cubicBezTo>
                                      <a:pt x="15240" y="49530"/>
                                      <a:pt x="17145" y="50482"/>
                                      <a:pt x="19050" y="52388"/>
                                    </a:cubicBezTo>
                                    <a:cubicBezTo>
                                      <a:pt x="20955" y="53340"/>
                                      <a:pt x="23813" y="55245"/>
                                      <a:pt x="26670" y="56197"/>
                                    </a:cubicBezTo>
                                    <a:cubicBezTo>
                                      <a:pt x="27622" y="57150"/>
                                      <a:pt x="29527" y="58102"/>
                                      <a:pt x="30480" y="58102"/>
                                    </a:cubicBezTo>
                                    <a:cubicBezTo>
                                      <a:pt x="32385" y="59055"/>
                                      <a:pt x="33338" y="60007"/>
                                      <a:pt x="35243" y="60007"/>
                                    </a:cubicBezTo>
                                    <a:cubicBezTo>
                                      <a:pt x="38100" y="61913"/>
                                      <a:pt x="41910" y="62865"/>
                                      <a:pt x="44768" y="64770"/>
                                    </a:cubicBezTo>
                                    <a:cubicBezTo>
                                      <a:pt x="48577" y="65722"/>
                                      <a:pt x="51435" y="67627"/>
                                      <a:pt x="55245" y="69532"/>
                                    </a:cubicBezTo>
                                    <a:cubicBezTo>
                                      <a:pt x="59055" y="70485"/>
                                      <a:pt x="62865" y="72390"/>
                                      <a:pt x="66675" y="73342"/>
                                    </a:cubicBezTo>
                                    <a:cubicBezTo>
                                      <a:pt x="70485" y="74295"/>
                                      <a:pt x="74295" y="76200"/>
                                      <a:pt x="78105" y="76200"/>
                                    </a:cubicBezTo>
                                    <a:cubicBezTo>
                                      <a:pt x="81915" y="77152"/>
                                      <a:pt x="85725" y="78105"/>
                                      <a:pt x="89535" y="79057"/>
                                    </a:cubicBezTo>
                                    <a:cubicBezTo>
                                      <a:pt x="93345" y="80010"/>
                                      <a:pt x="97155" y="80010"/>
                                      <a:pt x="100013" y="80963"/>
                                    </a:cubicBezTo>
                                    <a:cubicBezTo>
                                      <a:pt x="103822" y="81915"/>
                                      <a:pt x="106680" y="81915"/>
                                      <a:pt x="109538" y="81915"/>
                                    </a:cubicBezTo>
                                    <a:cubicBezTo>
                                      <a:pt x="112395" y="82867"/>
                                      <a:pt x="115252" y="82867"/>
                                      <a:pt x="118110" y="83820"/>
                                    </a:cubicBezTo>
                                    <a:cubicBezTo>
                                      <a:pt x="120015" y="84772"/>
                                      <a:pt x="122872" y="85725"/>
                                      <a:pt x="123825" y="86677"/>
                                    </a:cubicBezTo>
                                    <a:cubicBezTo>
                                      <a:pt x="123825" y="86677"/>
                                      <a:pt x="123825" y="86677"/>
                                      <a:pt x="124777" y="86677"/>
                                    </a:cubicBezTo>
                                    <a:lnTo>
                                      <a:pt x="124777" y="85725"/>
                                    </a:lnTo>
                                    <a:cubicBezTo>
                                      <a:pt x="123825" y="81915"/>
                                      <a:pt x="121920" y="79057"/>
                                      <a:pt x="120015" y="75247"/>
                                    </a:cubicBezTo>
                                    <a:cubicBezTo>
                                      <a:pt x="118110" y="71438"/>
                                      <a:pt x="116205" y="67627"/>
                                      <a:pt x="113347" y="63817"/>
                                    </a:cubicBezTo>
                                    <a:lnTo>
                                      <a:pt x="112395" y="61913"/>
                                    </a:lnTo>
                                    <a:cubicBezTo>
                                      <a:pt x="111443" y="61913"/>
                                      <a:pt x="111443" y="60960"/>
                                      <a:pt x="109538" y="60007"/>
                                    </a:cubicBezTo>
                                    <a:cubicBezTo>
                                      <a:pt x="106680" y="58102"/>
                                      <a:pt x="102870" y="57150"/>
                                      <a:pt x="97155" y="55245"/>
                                    </a:cubicBezTo>
                                    <a:cubicBezTo>
                                      <a:pt x="94297" y="54292"/>
                                      <a:pt x="91440" y="53340"/>
                                      <a:pt x="88582" y="52388"/>
                                    </a:cubicBezTo>
                                    <a:cubicBezTo>
                                      <a:pt x="85725" y="51435"/>
                                      <a:pt x="81915" y="50482"/>
                                      <a:pt x="78105" y="49530"/>
                                    </a:cubicBezTo>
                                    <a:cubicBezTo>
                                      <a:pt x="74295" y="48577"/>
                                      <a:pt x="71438" y="47625"/>
                                      <a:pt x="67627" y="46672"/>
                                    </a:cubicBezTo>
                                    <a:cubicBezTo>
                                      <a:pt x="63818" y="45720"/>
                                      <a:pt x="60007" y="43815"/>
                                      <a:pt x="56197" y="42863"/>
                                    </a:cubicBezTo>
                                    <a:cubicBezTo>
                                      <a:pt x="52388" y="41910"/>
                                      <a:pt x="48577" y="40005"/>
                                      <a:pt x="45720" y="39052"/>
                                    </a:cubicBezTo>
                                    <a:lnTo>
                                      <a:pt x="35243" y="35242"/>
                                    </a:lnTo>
                                    <a:cubicBezTo>
                                      <a:pt x="31432" y="34290"/>
                                      <a:pt x="28575" y="32385"/>
                                      <a:pt x="25718" y="31432"/>
                                    </a:cubicBezTo>
                                    <a:cubicBezTo>
                                      <a:pt x="22860" y="30480"/>
                                      <a:pt x="20002" y="28575"/>
                                      <a:pt x="17145" y="27622"/>
                                    </a:cubicBezTo>
                                    <a:cubicBezTo>
                                      <a:pt x="11430" y="24765"/>
                                      <a:pt x="7620" y="22860"/>
                                      <a:pt x="3810" y="21907"/>
                                    </a:cubicBezTo>
                                    <a:cubicBezTo>
                                      <a:pt x="1905" y="20955"/>
                                      <a:pt x="952" y="20955"/>
                                      <a:pt x="0" y="20002"/>
                                    </a:cubicBezTo>
                                    <a:cubicBezTo>
                                      <a:pt x="952" y="20002"/>
                                      <a:pt x="1905" y="20955"/>
                                      <a:pt x="3810" y="21907"/>
                                    </a:cubicBezTo>
                                    <a:cubicBezTo>
                                      <a:pt x="6668" y="22860"/>
                                      <a:pt x="11430" y="25717"/>
                                      <a:pt x="17145" y="27622"/>
                                    </a:cubicBezTo>
                                    <a:cubicBezTo>
                                      <a:pt x="20002" y="28575"/>
                                      <a:pt x="22860" y="30480"/>
                                      <a:pt x="25718" y="31432"/>
                                    </a:cubicBezTo>
                                    <a:cubicBezTo>
                                      <a:pt x="28575" y="32385"/>
                                      <a:pt x="32385" y="34290"/>
                                      <a:pt x="35243" y="35242"/>
                                    </a:cubicBezTo>
                                    <a:cubicBezTo>
                                      <a:pt x="39052" y="36195"/>
                                      <a:pt x="41910" y="38100"/>
                                      <a:pt x="45720" y="39052"/>
                                    </a:cubicBezTo>
                                    <a:cubicBezTo>
                                      <a:pt x="49530" y="40005"/>
                                      <a:pt x="53340" y="41910"/>
                                      <a:pt x="57150" y="42863"/>
                                    </a:cubicBezTo>
                                    <a:cubicBezTo>
                                      <a:pt x="60960" y="43815"/>
                                      <a:pt x="64770" y="44767"/>
                                      <a:pt x="68580" y="45720"/>
                                    </a:cubicBezTo>
                                    <a:cubicBezTo>
                                      <a:pt x="72390" y="46672"/>
                                      <a:pt x="76200" y="47625"/>
                                      <a:pt x="79057" y="48577"/>
                                    </a:cubicBezTo>
                                    <a:cubicBezTo>
                                      <a:pt x="82868" y="49530"/>
                                      <a:pt x="85725" y="50482"/>
                                      <a:pt x="89535" y="51435"/>
                                    </a:cubicBezTo>
                                    <a:cubicBezTo>
                                      <a:pt x="92393" y="52388"/>
                                      <a:pt x="96202" y="53340"/>
                                      <a:pt x="99060" y="53340"/>
                                    </a:cubicBezTo>
                                    <a:cubicBezTo>
                                      <a:pt x="102870" y="54292"/>
                                      <a:pt x="106680" y="55245"/>
                                      <a:pt x="109538" y="56197"/>
                                    </a:cubicBezTo>
                                    <a:lnTo>
                                      <a:pt x="107632" y="53340"/>
                                    </a:lnTo>
                                    <a:cubicBezTo>
                                      <a:pt x="104775" y="49530"/>
                                      <a:pt x="101918" y="46672"/>
                                      <a:pt x="99060" y="42863"/>
                                    </a:cubicBezTo>
                                    <a:cubicBezTo>
                                      <a:pt x="96202" y="39052"/>
                                      <a:pt x="93345" y="36195"/>
                                      <a:pt x="90488" y="33338"/>
                                    </a:cubicBezTo>
                                    <a:cubicBezTo>
                                      <a:pt x="87630" y="30480"/>
                                      <a:pt x="84772" y="27622"/>
                                      <a:pt x="81915" y="24765"/>
                                    </a:cubicBezTo>
                                    <a:cubicBezTo>
                                      <a:pt x="79057" y="21907"/>
                                      <a:pt x="76200" y="19050"/>
                                      <a:pt x="73343" y="17145"/>
                                    </a:cubicBezTo>
                                    <a:cubicBezTo>
                                      <a:pt x="68580" y="13335"/>
                                      <a:pt x="63818" y="10477"/>
                                      <a:pt x="60007" y="8572"/>
                                    </a:cubicBezTo>
                                    <a:lnTo>
                                      <a:pt x="60007" y="8572"/>
                                    </a:lnTo>
                                    <a:cubicBezTo>
                                      <a:pt x="63818" y="8572"/>
                                      <a:pt x="68580" y="12382"/>
                                      <a:pt x="73343" y="16192"/>
                                    </a:cubicBezTo>
                                    <a:cubicBezTo>
                                      <a:pt x="76200" y="18097"/>
                                      <a:pt x="79057" y="20955"/>
                                      <a:pt x="81915" y="23813"/>
                                    </a:cubicBezTo>
                                    <a:cubicBezTo>
                                      <a:pt x="84772" y="26670"/>
                                      <a:pt x="88582" y="28575"/>
                                      <a:pt x="91440" y="32385"/>
                                    </a:cubicBezTo>
                                    <a:cubicBezTo>
                                      <a:pt x="94297" y="35242"/>
                                      <a:pt x="98107" y="38100"/>
                                      <a:pt x="100965" y="41910"/>
                                    </a:cubicBezTo>
                                    <a:lnTo>
                                      <a:pt x="103822" y="45720"/>
                                    </a:lnTo>
                                    <a:cubicBezTo>
                                      <a:pt x="103822" y="44767"/>
                                      <a:pt x="103822" y="43815"/>
                                      <a:pt x="103822" y="41910"/>
                                    </a:cubicBezTo>
                                    <a:cubicBezTo>
                                      <a:pt x="103822" y="40005"/>
                                      <a:pt x="103822" y="37147"/>
                                      <a:pt x="102870" y="33338"/>
                                    </a:cubicBezTo>
                                    <a:cubicBezTo>
                                      <a:pt x="102870" y="30480"/>
                                      <a:pt x="102870" y="26670"/>
                                      <a:pt x="101918" y="23813"/>
                                    </a:cubicBezTo>
                                    <a:cubicBezTo>
                                      <a:pt x="101918" y="20955"/>
                                      <a:pt x="100965" y="17145"/>
                                      <a:pt x="100013" y="14288"/>
                                    </a:cubicBezTo>
                                    <a:cubicBezTo>
                                      <a:pt x="99060" y="11430"/>
                                      <a:pt x="98107" y="8572"/>
                                      <a:pt x="96202" y="6667"/>
                                    </a:cubicBezTo>
                                    <a:cubicBezTo>
                                      <a:pt x="95250" y="5715"/>
                                      <a:pt x="95250" y="4763"/>
                                      <a:pt x="94297" y="3810"/>
                                    </a:cubicBezTo>
                                    <a:cubicBezTo>
                                      <a:pt x="93345" y="2857"/>
                                      <a:pt x="93345" y="2857"/>
                                      <a:pt x="92393" y="1905"/>
                                    </a:cubicBezTo>
                                    <a:cubicBezTo>
                                      <a:pt x="90488" y="952"/>
                                      <a:pt x="90488" y="0"/>
                                      <a:pt x="89535" y="0"/>
                                    </a:cubicBezTo>
                                    <a:close/>
                                  </a:path>
                                </a:pathLst>
                              </a:custGeom>
                              <a:grpFill/>
                              <a:ln w="9525" cap="flat">
                                <a:noFill/>
                                <a:prstDash val="solid"/>
                                <a:miter/>
                              </a:ln>
                            </p:spPr>
                            <p:txBody>
                              <a:bodyPr rtlCol="0" anchor="ctr"/>
                              <a:lstStyle/>
                              <a:p>
                                <a:endParaRPr lang="en-US"/>
                              </a:p>
                            </p:txBody>
                          </p:sp>
                        </p:grpSp>
                      </p:grpSp>
                      <p:grpSp>
                        <p:nvGrpSpPr>
                          <p:cNvPr id="367" name="Graphic 2">
                            <a:extLst>
                              <a:ext uri="{FF2B5EF4-FFF2-40B4-BE49-F238E27FC236}">
                                <a16:creationId xmlns:a16="http://schemas.microsoft.com/office/drawing/2014/main" id="{AE736AF3-0337-429B-AEF1-DA4B52809559}"/>
                              </a:ext>
                            </a:extLst>
                          </p:cNvPr>
                          <p:cNvGrpSpPr/>
                          <p:nvPr/>
                        </p:nvGrpSpPr>
                        <p:grpSpPr>
                          <a:xfrm>
                            <a:off x="3771455" y="2423984"/>
                            <a:ext cx="145405" cy="105727"/>
                            <a:chOff x="3771455" y="2423984"/>
                            <a:chExt cx="145405" cy="105727"/>
                          </a:xfrm>
                          <a:grpFill/>
                        </p:grpSpPr>
                        <p:sp>
                          <p:nvSpPr>
                            <p:cNvPr id="368" name="Freeform: Shape 367">
                              <a:extLst>
                                <a:ext uri="{FF2B5EF4-FFF2-40B4-BE49-F238E27FC236}">
                                  <a16:creationId xmlns:a16="http://schemas.microsoft.com/office/drawing/2014/main" id="{01DA6BD5-F901-433B-9E4A-9B63D2CA8800}"/>
                                </a:ext>
                              </a:extLst>
                            </p:cNvPr>
                            <p:cNvSpPr/>
                            <p:nvPr/>
                          </p:nvSpPr>
                          <p:spPr>
                            <a:xfrm>
                              <a:off x="3771455" y="2423984"/>
                              <a:ext cx="145405" cy="104818"/>
                            </a:xfrm>
                            <a:custGeom>
                              <a:avLst/>
                              <a:gdLst>
                                <a:gd name="connsiteX0" fmla="*/ 39678 w 145405"/>
                                <a:gd name="connsiteY0" fmla="*/ 0 h 104818"/>
                                <a:gd name="connsiteX1" fmla="*/ 45393 w 145405"/>
                                <a:gd name="connsiteY1" fmla="*/ 4763 h 104818"/>
                                <a:gd name="connsiteX2" fmla="*/ 45393 w 145405"/>
                                <a:gd name="connsiteY2" fmla="*/ 4763 h 104818"/>
                                <a:gd name="connsiteX3" fmla="*/ 46345 w 145405"/>
                                <a:gd name="connsiteY3" fmla="*/ 5715 h 104818"/>
                                <a:gd name="connsiteX4" fmla="*/ 63490 w 145405"/>
                                <a:gd name="connsiteY4" fmla="*/ 2858 h 104818"/>
                                <a:gd name="connsiteX5" fmla="*/ 75873 w 145405"/>
                                <a:gd name="connsiteY5" fmla="*/ 11430 h 104818"/>
                                <a:gd name="connsiteX6" fmla="*/ 73015 w 145405"/>
                                <a:gd name="connsiteY6" fmla="*/ 20003 h 104818"/>
                                <a:gd name="connsiteX7" fmla="*/ 65395 w 145405"/>
                                <a:gd name="connsiteY7" fmla="*/ 33338 h 104818"/>
                                <a:gd name="connsiteX8" fmla="*/ 71111 w 145405"/>
                                <a:gd name="connsiteY8" fmla="*/ 33338 h 104818"/>
                                <a:gd name="connsiteX9" fmla="*/ 76826 w 145405"/>
                                <a:gd name="connsiteY9" fmla="*/ 33338 h 104818"/>
                                <a:gd name="connsiteX10" fmla="*/ 92065 w 145405"/>
                                <a:gd name="connsiteY10" fmla="*/ 33338 h 104818"/>
                                <a:gd name="connsiteX11" fmla="*/ 109211 w 145405"/>
                                <a:gd name="connsiteY11" fmla="*/ 37148 h 104818"/>
                                <a:gd name="connsiteX12" fmla="*/ 109211 w 145405"/>
                                <a:gd name="connsiteY12" fmla="*/ 37148 h 104818"/>
                                <a:gd name="connsiteX13" fmla="*/ 109211 w 145405"/>
                                <a:gd name="connsiteY13" fmla="*/ 37148 h 104818"/>
                                <a:gd name="connsiteX14" fmla="*/ 141595 w 145405"/>
                                <a:gd name="connsiteY14" fmla="*/ 64770 h 104818"/>
                                <a:gd name="connsiteX15" fmla="*/ 145406 w 145405"/>
                                <a:gd name="connsiteY15" fmla="*/ 80963 h 104818"/>
                                <a:gd name="connsiteX16" fmla="*/ 145406 w 145405"/>
                                <a:gd name="connsiteY16" fmla="*/ 83820 h 104818"/>
                                <a:gd name="connsiteX17" fmla="*/ 145406 w 145405"/>
                                <a:gd name="connsiteY17" fmla="*/ 83820 h 104818"/>
                                <a:gd name="connsiteX18" fmla="*/ 143501 w 145405"/>
                                <a:gd name="connsiteY18" fmla="*/ 90488 h 104818"/>
                                <a:gd name="connsiteX19" fmla="*/ 141595 w 145405"/>
                                <a:gd name="connsiteY19" fmla="*/ 99060 h 104818"/>
                                <a:gd name="connsiteX20" fmla="*/ 136833 w 145405"/>
                                <a:gd name="connsiteY20" fmla="*/ 101918 h 104818"/>
                                <a:gd name="connsiteX21" fmla="*/ 136833 w 145405"/>
                                <a:gd name="connsiteY21" fmla="*/ 101918 h 104818"/>
                                <a:gd name="connsiteX22" fmla="*/ 106353 w 145405"/>
                                <a:gd name="connsiteY22" fmla="*/ 101918 h 104818"/>
                                <a:gd name="connsiteX23" fmla="*/ 106353 w 145405"/>
                                <a:gd name="connsiteY23" fmla="*/ 101918 h 104818"/>
                                <a:gd name="connsiteX24" fmla="*/ 100638 w 145405"/>
                                <a:gd name="connsiteY24" fmla="*/ 100013 h 104818"/>
                                <a:gd name="connsiteX25" fmla="*/ 93970 w 145405"/>
                                <a:gd name="connsiteY25" fmla="*/ 99060 h 104818"/>
                                <a:gd name="connsiteX26" fmla="*/ 82540 w 145405"/>
                                <a:gd name="connsiteY26" fmla="*/ 97155 h 104818"/>
                                <a:gd name="connsiteX27" fmla="*/ 30153 w 145405"/>
                                <a:gd name="connsiteY27" fmla="*/ 74295 h 104818"/>
                                <a:gd name="connsiteX28" fmla="*/ 19676 w 145405"/>
                                <a:gd name="connsiteY28" fmla="*/ 62865 h 104818"/>
                                <a:gd name="connsiteX29" fmla="*/ 10151 w 145405"/>
                                <a:gd name="connsiteY29" fmla="*/ 55245 h 104818"/>
                                <a:gd name="connsiteX30" fmla="*/ 10151 w 145405"/>
                                <a:gd name="connsiteY30" fmla="*/ 55245 h 104818"/>
                                <a:gd name="connsiteX31" fmla="*/ 10151 w 145405"/>
                                <a:gd name="connsiteY31" fmla="*/ 55245 h 104818"/>
                                <a:gd name="connsiteX32" fmla="*/ 10151 w 145405"/>
                                <a:gd name="connsiteY32" fmla="*/ 55245 h 104818"/>
                                <a:gd name="connsiteX33" fmla="*/ 7293 w 145405"/>
                                <a:gd name="connsiteY33" fmla="*/ 51435 h 104818"/>
                                <a:gd name="connsiteX34" fmla="*/ 7293 w 145405"/>
                                <a:gd name="connsiteY34" fmla="*/ 51435 h 104818"/>
                                <a:gd name="connsiteX35" fmla="*/ 7293 w 145405"/>
                                <a:gd name="connsiteY35" fmla="*/ 51435 h 104818"/>
                                <a:gd name="connsiteX36" fmla="*/ 1578 w 145405"/>
                                <a:gd name="connsiteY36" fmla="*/ 40005 h 104818"/>
                                <a:gd name="connsiteX37" fmla="*/ 626 w 145405"/>
                                <a:gd name="connsiteY37" fmla="*/ 23813 h 104818"/>
                                <a:gd name="connsiteX38" fmla="*/ 7293 w 145405"/>
                                <a:gd name="connsiteY38" fmla="*/ 9525 h 104818"/>
                                <a:gd name="connsiteX39" fmla="*/ 7293 w 145405"/>
                                <a:gd name="connsiteY39" fmla="*/ 8573 h 104818"/>
                                <a:gd name="connsiteX40" fmla="*/ 7293 w 145405"/>
                                <a:gd name="connsiteY40" fmla="*/ 8573 h 104818"/>
                                <a:gd name="connsiteX41" fmla="*/ 15865 w 145405"/>
                                <a:gd name="connsiteY41" fmla="*/ 1905 h 104818"/>
                                <a:gd name="connsiteX42" fmla="*/ 39678 w 145405"/>
                                <a:gd name="connsiteY42" fmla="*/ 0 h 104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5405" h="104818">
                                  <a:moveTo>
                                    <a:pt x="39678" y="0"/>
                                  </a:moveTo>
                                  <a:cubicBezTo>
                                    <a:pt x="44440" y="0"/>
                                    <a:pt x="42536" y="1905"/>
                                    <a:pt x="45393" y="4763"/>
                                  </a:cubicBezTo>
                                  <a:lnTo>
                                    <a:pt x="45393" y="4763"/>
                                  </a:lnTo>
                                  <a:cubicBezTo>
                                    <a:pt x="45393" y="4763"/>
                                    <a:pt x="46345" y="5715"/>
                                    <a:pt x="46345" y="5715"/>
                                  </a:cubicBezTo>
                                  <a:cubicBezTo>
                                    <a:pt x="48251" y="3810"/>
                                    <a:pt x="60633" y="2858"/>
                                    <a:pt x="63490" y="2858"/>
                                  </a:cubicBezTo>
                                  <a:cubicBezTo>
                                    <a:pt x="69206" y="3810"/>
                                    <a:pt x="74920" y="6668"/>
                                    <a:pt x="75873" y="11430"/>
                                  </a:cubicBezTo>
                                  <a:cubicBezTo>
                                    <a:pt x="76826" y="14288"/>
                                    <a:pt x="74920" y="17145"/>
                                    <a:pt x="73015" y="20003"/>
                                  </a:cubicBezTo>
                                  <a:cubicBezTo>
                                    <a:pt x="70158" y="24765"/>
                                    <a:pt x="67301" y="28575"/>
                                    <a:pt x="65395" y="33338"/>
                                  </a:cubicBezTo>
                                  <a:cubicBezTo>
                                    <a:pt x="67301" y="33338"/>
                                    <a:pt x="69206" y="33338"/>
                                    <a:pt x="71111" y="33338"/>
                                  </a:cubicBezTo>
                                  <a:cubicBezTo>
                                    <a:pt x="73015" y="33338"/>
                                    <a:pt x="74920" y="33338"/>
                                    <a:pt x="76826" y="33338"/>
                                  </a:cubicBezTo>
                                  <a:cubicBezTo>
                                    <a:pt x="81588" y="33338"/>
                                    <a:pt x="87303" y="33338"/>
                                    <a:pt x="92065" y="33338"/>
                                  </a:cubicBezTo>
                                  <a:cubicBezTo>
                                    <a:pt x="96828" y="33338"/>
                                    <a:pt x="104448" y="35243"/>
                                    <a:pt x="109211" y="37148"/>
                                  </a:cubicBezTo>
                                  <a:lnTo>
                                    <a:pt x="109211" y="37148"/>
                                  </a:lnTo>
                                  <a:cubicBezTo>
                                    <a:pt x="109211" y="37148"/>
                                    <a:pt x="109211" y="37148"/>
                                    <a:pt x="109211" y="37148"/>
                                  </a:cubicBezTo>
                                  <a:cubicBezTo>
                                    <a:pt x="122545" y="40958"/>
                                    <a:pt x="134928" y="50483"/>
                                    <a:pt x="141595" y="64770"/>
                                  </a:cubicBezTo>
                                  <a:cubicBezTo>
                                    <a:pt x="143501" y="68580"/>
                                    <a:pt x="145406" y="75248"/>
                                    <a:pt x="145406" y="80963"/>
                                  </a:cubicBezTo>
                                  <a:cubicBezTo>
                                    <a:pt x="145406" y="81915"/>
                                    <a:pt x="145406" y="82868"/>
                                    <a:pt x="145406" y="83820"/>
                                  </a:cubicBezTo>
                                  <a:cubicBezTo>
                                    <a:pt x="145406" y="83820"/>
                                    <a:pt x="145406" y="83820"/>
                                    <a:pt x="145406" y="83820"/>
                                  </a:cubicBezTo>
                                  <a:cubicBezTo>
                                    <a:pt x="145406" y="86678"/>
                                    <a:pt x="144453" y="88583"/>
                                    <a:pt x="143501" y="90488"/>
                                  </a:cubicBezTo>
                                  <a:cubicBezTo>
                                    <a:pt x="144453" y="94298"/>
                                    <a:pt x="143501" y="98108"/>
                                    <a:pt x="141595" y="99060"/>
                                  </a:cubicBezTo>
                                  <a:cubicBezTo>
                                    <a:pt x="140643" y="100013"/>
                                    <a:pt x="137786" y="100965"/>
                                    <a:pt x="136833" y="101918"/>
                                  </a:cubicBezTo>
                                  <a:lnTo>
                                    <a:pt x="136833" y="101918"/>
                                  </a:lnTo>
                                  <a:cubicBezTo>
                                    <a:pt x="128261" y="106680"/>
                                    <a:pt x="118736" y="104775"/>
                                    <a:pt x="106353" y="101918"/>
                                  </a:cubicBezTo>
                                  <a:cubicBezTo>
                                    <a:pt x="106353" y="101918"/>
                                    <a:pt x="106353" y="101918"/>
                                    <a:pt x="106353" y="101918"/>
                                  </a:cubicBezTo>
                                  <a:cubicBezTo>
                                    <a:pt x="104448" y="101918"/>
                                    <a:pt x="102543" y="100965"/>
                                    <a:pt x="100638" y="100013"/>
                                  </a:cubicBezTo>
                                  <a:cubicBezTo>
                                    <a:pt x="98733" y="99060"/>
                                    <a:pt x="95876" y="99060"/>
                                    <a:pt x="93970" y="99060"/>
                                  </a:cubicBezTo>
                                  <a:cubicBezTo>
                                    <a:pt x="90161" y="98108"/>
                                    <a:pt x="86351" y="97155"/>
                                    <a:pt x="82540" y="97155"/>
                                  </a:cubicBezTo>
                                  <a:cubicBezTo>
                                    <a:pt x="62538" y="95250"/>
                                    <a:pt x="45393" y="93345"/>
                                    <a:pt x="30153" y="74295"/>
                                  </a:cubicBezTo>
                                  <a:cubicBezTo>
                                    <a:pt x="26343" y="71438"/>
                                    <a:pt x="22533" y="66675"/>
                                    <a:pt x="19676" y="62865"/>
                                  </a:cubicBezTo>
                                  <a:cubicBezTo>
                                    <a:pt x="17770" y="61913"/>
                                    <a:pt x="12056" y="57150"/>
                                    <a:pt x="10151" y="55245"/>
                                  </a:cubicBezTo>
                                  <a:lnTo>
                                    <a:pt x="10151" y="55245"/>
                                  </a:lnTo>
                                  <a:lnTo>
                                    <a:pt x="10151" y="55245"/>
                                  </a:lnTo>
                                  <a:cubicBezTo>
                                    <a:pt x="10151" y="55245"/>
                                    <a:pt x="10151" y="55245"/>
                                    <a:pt x="10151" y="55245"/>
                                  </a:cubicBezTo>
                                  <a:lnTo>
                                    <a:pt x="7293" y="51435"/>
                                  </a:lnTo>
                                  <a:lnTo>
                                    <a:pt x="7293" y="51435"/>
                                  </a:lnTo>
                                  <a:cubicBezTo>
                                    <a:pt x="7293" y="51435"/>
                                    <a:pt x="7293" y="51435"/>
                                    <a:pt x="7293" y="51435"/>
                                  </a:cubicBezTo>
                                  <a:cubicBezTo>
                                    <a:pt x="4436" y="48578"/>
                                    <a:pt x="2531" y="44768"/>
                                    <a:pt x="1578" y="40005"/>
                                  </a:cubicBezTo>
                                  <a:cubicBezTo>
                                    <a:pt x="-327" y="35243"/>
                                    <a:pt x="-327" y="29528"/>
                                    <a:pt x="626" y="23813"/>
                                  </a:cubicBezTo>
                                  <a:cubicBezTo>
                                    <a:pt x="1578" y="19050"/>
                                    <a:pt x="3483" y="14288"/>
                                    <a:pt x="7293" y="9525"/>
                                  </a:cubicBezTo>
                                  <a:cubicBezTo>
                                    <a:pt x="7293" y="9525"/>
                                    <a:pt x="7293" y="9525"/>
                                    <a:pt x="7293" y="8573"/>
                                  </a:cubicBezTo>
                                  <a:lnTo>
                                    <a:pt x="7293" y="8573"/>
                                  </a:lnTo>
                                  <a:cubicBezTo>
                                    <a:pt x="9198" y="5715"/>
                                    <a:pt x="13008" y="2858"/>
                                    <a:pt x="15865" y="1905"/>
                                  </a:cubicBezTo>
                                  <a:cubicBezTo>
                                    <a:pt x="23486" y="0"/>
                                    <a:pt x="32058" y="0"/>
                                    <a:pt x="39678" y="0"/>
                                  </a:cubicBezTo>
                                  <a:close/>
                                </a:path>
                              </a:pathLst>
                            </a:custGeom>
                            <a:grpFill/>
                            <a:ln w="9525" cap="flat">
                              <a:noFill/>
                              <a:prstDash val="solid"/>
                              <a:miter/>
                            </a:ln>
                          </p:spPr>
                          <p:txBody>
                            <a:bodyPr rtlCol="0" anchor="ctr"/>
                            <a:lstStyle/>
                            <a:p>
                              <a:endParaRPr lang="en-US"/>
                            </a:p>
                          </p:txBody>
                        </p:sp>
                        <p:grpSp>
                          <p:nvGrpSpPr>
                            <p:cNvPr id="369" name="Graphic 2">
                              <a:extLst>
                                <a:ext uri="{FF2B5EF4-FFF2-40B4-BE49-F238E27FC236}">
                                  <a16:creationId xmlns:a16="http://schemas.microsoft.com/office/drawing/2014/main" id="{AE736AF3-0337-429B-AEF1-DA4B52809559}"/>
                                </a:ext>
                              </a:extLst>
                            </p:cNvPr>
                            <p:cNvGrpSpPr/>
                            <p:nvPr/>
                          </p:nvGrpSpPr>
                          <p:grpSpPr>
                            <a:xfrm>
                              <a:off x="3779701" y="2424937"/>
                              <a:ext cx="137160" cy="104775"/>
                              <a:chOff x="3779701" y="2424937"/>
                              <a:chExt cx="137160" cy="104775"/>
                            </a:xfrm>
                            <a:grpFill/>
                          </p:grpSpPr>
                          <p:sp>
                            <p:nvSpPr>
                              <p:cNvPr id="370" name="Freeform: Shape 369">
                                <a:extLst>
                                  <a:ext uri="{FF2B5EF4-FFF2-40B4-BE49-F238E27FC236}">
                                    <a16:creationId xmlns:a16="http://schemas.microsoft.com/office/drawing/2014/main" id="{8CE92BF7-CE7E-46D7-9FB2-E21B1A652A04}"/>
                                  </a:ext>
                                </a:extLst>
                              </p:cNvPr>
                              <p:cNvSpPr/>
                              <p:nvPr/>
                            </p:nvSpPr>
                            <p:spPr>
                              <a:xfrm>
                                <a:off x="3781606" y="2462084"/>
                                <a:ext cx="135255" cy="67627"/>
                              </a:xfrm>
                              <a:custGeom>
                                <a:avLst/>
                                <a:gdLst>
                                  <a:gd name="connsiteX0" fmla="*/ 41910 w 135255"/>
                                  <a:gd name="connsiteY0" fmla="*/ 3810 h 67627"/>
                                  <a:gd name="connsiteX1" fmla="*/ 39052 w 135255"/>
                                  <a:gd name="connsiteY1" fmla="*/ 4763 h 67627"/>
                                  <a:gd name="connsiteX2" fmla="*/ 35243 w 135255"/>
                                  <a:gd name="connsiteY2" fmla="*/ 5715 h 67627"/>
                                  <a:gd name="connsiteX3" fmla="*/ 22860 w 135255"/>
                                  <a:gd name="connsiteY3" fmla="*/ 10478 h 67627"/>
                                  <a:gd name="connsiteX4" fmla="*/ 12382 w 135255"/>
                                  <a:gd name="connsiteY4" fmla="*/ 15240 h 67627"/>
                                  <a:gd name="connsiteX5" fmla="*/ 4763 w 135255"/>
                                  <a:gd name="connsiteY5" fmla="*/ 18098 h 67627"/>
                                  <a:gd name="connsiteX6" fmla="*/ 0 w 135255"/>
                                  <a:gd name="connsiteY6" fmla="*/ 19050 h 67627"/>
                                  <a:gd name="connsiteX7" fmla="*/ 2857 w 135255"/>
                                  <a:gd name="connsiteY7" fmla="*/ 21908 h 67627"/>
                                  <a:gd name="connsiteX8" fmla="*/ 4763 w 135255"/>
                                  <a:gd name="connsiteY8" fmla="*/ 20955 h 67627"/>
                                  <a:gd name="connsiteX9" fmla="*/ 22860 w 135255"/>
                                  <a:gd name="connsiteY9" fmla="*/ 13335 h 67627"/>
                                  <a:gd name="connsiteX10" fmla="*/ 23813 w 135255"/>
                                  <a:gd name="connsiteY10" fmla="*/ 13335 h 67627"/>
                                  <a:gd name="connsiteX11" fmla="*/ 27623 w 135255"/>
                                  <a:gd name="connsiteY11" fmla="*/ 13335 h 67627"/>
                                  <a:gd name="connsiteX12" fmla="*/ 40005 w 135255"/>
                                  <a:gd name="connsiteY12" fmla="*/ 16193 h 67627"/>
                                  <a:gd name="connsiteX13" fmla="*/ 47625 w 135255"/>
                                  <a:gd name="connsiteY13" fmla="*/ 20003 h 67627"/>
                                  <a:gd name="connsiteX14" fmla="*/ 55245 w 135255"/>
                                  <a:gd name="connsiteY14" fmla="*/ 25718 h 67627"/>
                                  <a:gd name="connsiteX15" fmla="*/ 69532 w 135255"/>
                                  <a:gd name="connsiteY15" fmla="*/ 40005 h 67627"/>
                                  <a:gd name="connsiteX16" fmla="*/ 73343 w 135255"/>
                                  <a:gd name="connsiteY16" fmla="*/ 43815 h 67627"/>
                                  <a:gd name="connsiteX17" fmla="*/ 75248 w 135255"/>
                                  <a:gd name="connsiteY17" fmla="*/ 45720 h 67627"/>
                                  <a:gd name="connsiteX18" fmla="*/ 77152 w 135255"/>
                                  <a:gd name="connsiteY18" fmla="*/ 47625 h 67627"/>
                                  <a:gd name="connsiteX19" fmla="*/ 80963 w 135255"/>
                                  <a:gd name="connsiteY19" fmla="*/ 50483 h 67627"/>
                                  <a:gd name="connsiteX20" fmla="*/ 84773 w 135255"/>
                                  <a:gd name="connsiteY20" fmla="*/ 53340 h 67627"/>
                                  <a:gd name="connsiteX21" fmla="*/ 87630 w 135255"/>
                                  <a:gd name="connsiteY21" fmla="*/ 56198 h 67627"/>
                                  <a:gd name="connsiteX22" fmla="*/ 90488 w 135255"/>
                                  <a:gd name="connsiteY22" fmla="*/ 59055 h 67627"/>
                                  <a:gd name="connsiteX23" fmla="*/ 96202 w 135255"/>
                                  <a:gd name="connsiteY23" fmla="*/ 63818 h 67627"/>
                                  <a:gd name="connsiteX24" fmla="*/ 97155 w 135255"/>
                                  <a:gd name="connsiteY24" fmla="*/ 64770 h 67627"/>
                                  <a:gd name="connsiteX25" fmla="*/ 97155 w 135255"/>
                                  <a:gd name="connsiteY25" fmla="*/ 64770 h 67627"/>
                                  <a:gd name="connsiteX26" fmla="*/ 95250 w 135255"/>
                                  <a:gd name="connsiteY26" fmla="*/ 63818 h 67627"/>
                                  <a:gd name="connsiteX27" fmla="*/ 89535 w 135255"/>
                                  <a:gd name="connsiteY27" fmla="*/ 59055 h 67627"/>
                                  <a:gd name="connsiteX28" fmla="*/ 86677 w 135255"/>
                                  <a:gd name="connsiteY28" fmla="*/ 56198 h 67627"/>
                                  <a:gd name="connsiteX29" fmla="*/ 83820 w 135255"/>
                                  <a:gd name="connsiteY29" fmla="*/ 53340 h 67627"/>
                                  <a:gd name="connsiteX30" fmla="*/ 80010 w 135255"/>
                                  <a:gd name="connsiteY30" fmla="*/ 50483 h 67627"/>
                                  <a:gd name="connsiteX31" fmla="*/ 76200 w 135255"/>
                                  <a:gd name="connsiteY31" fmla="*/ 46673 h 67627"/>
                                  <a:gd name="connsiteX32" fmla="*/ 74295 w 135255"/>
                                  <a:gd name="connsiteY32" fmla="*/ 44768 h 67627"/>
                                  <a:gd name="connsiteX33" fmla="*/ 72390 w 135255"/>
                                  <a:gd name="connsiteY33" fmla="*/ 42863 h 67627"/>
                                  <a:gd name="connsiteX34" fmla="*/ 68580 w 135255"/>
                                  <a:gd name="connsiteY34" fmla="*/ 39053 h 67627"/>
                                  <a:gd name="connsiteX35" fmla="*/ 54293 w 135255"/>
                                  <a:gd name="connsiteY35" fmla="*/ 24765 h 67627"/>
                                  <a:gd name="connsiteX36" fmla="*/ 46673 w 135255"/>
                                  <a:gd name="connsiteY36" fmla="*/ 19050 h 67627"/>
                                  <a:gd name="connsiteX37" fmla="*/ 39052 w 135255"/>
                                  <a:gd name="connsiteY37" fmla="*/ 15240 h 67627"/>
                                  <a:gd name="connsiteX38" fmla="*/ 26670 w 135255"/>
                                  <a:gd name="connsiteY38" fmla="*/ 12383 h 67627"/>
                                  <a:gd name="connsiteX39" fmla="*/ 25718 w 135255"/>
                                  <a:gd name="connsiteY39" fmla="*/ 12383 h 67627"/>
                                  <a:gd name="connsiteX40" fmla="*/ 34290 w 135255"/>
                                  <a:gd name="connsiteY40" fmla="*/ 8573 h 67627"/>
                                  <a:gd name="connsiteX41" fmla="*/ 48577 w 135255"/>
                                  <a:gd name="connsiteY41" fmla="*/ 4763 h 67627"/>
                                  <a:gd name="connsiteX42" fmla="*/ 64770 w 135255"/>
                                  <a:gd name="connsiteY42" fmla="*/ 2858 h 67627"/>
                                  <a:gd name="connsiteX43" fmla="*/ 65723 w 135255"/>
                                  <a:gd name="connsiteY43" fmla="*/ 2858 h 67627"/>
                                  <a:gd name="connsiteX44" fmla="*/ 67627 w 135255"/>
                                  <a:gd name="connsiteY44" fmla="*/ 3810 h 67627"/>
                                  <a:gd name="connsiteX45" fmla="*/ 72390 w 135255"/>
                                  <a:gd name="connsiteY45" fmla="*/ 6668 h 67627"/>
                                  <a:gd name="connsiteX46" fmla="*/ 76200 w 135255"/>
                                  <a:gd name="connsiteY46" fmla="*/ 11430 h 67627"/>
                                  <a:gd name="connsiteX47" fmla="*/ 78105 w 135255"/>
                                  <a:gd name="connsiteY47" fmla="*/ 15240 h 67627"/>
                                  <a:gd name="connsiteX48" fmla="*/ 79057 w 135255"/>
                                  <a:gd name="connsiteY48" fmla="*/ 17145 h 67627"/>
                                  <a:gd name="connsiteX49" fmla="*/ 80010 w 135255"/>
                                  <a:gd name="connsiteY49" fmla="*/ 19050 h 67627"/>
                                  <a:gd name="connsiteX50" fmla="*/ 86677 w 135255"/>
                                  <a:gd name="connsiteY50" fmla="*/ 25718 h 67627"/>
                                  <a:gd name="connsiteX51" fmla="*/ 100013 w 135255"/>
                                  <a:gd name="connsiteY51" fmla="*/ 40005 h 67627"/>
                                  <a:gd name="connsiteX52" fmla="*/ 106680 w 135255"/>
                                  <a:gd name="connsiteY52" fmla="*/ 46673 h 67627"/>
                                  <a:gd name="connsiteX53" fmla="*/ 112395 w 135255"/>
                                  <a:gd name="connsiteY53" fmla="*/ 53340 h 67627"/>
                                  <a:gd name="connsiteX54" fmla="*/ 115252 w 135255"/>
                                  <a:gd name="connsiteY54" fmla="*/ 56198 h 67627"/>
                                  <a:gd name="connsiteX55" fmla="*/ 118110 w 135255"/>
                                  <a:gd name="connsiteY55" fmla="*/ 59055 h 67627"/>
                                  <a:gd name="connsiteX56" fmla="*/ 122873 w 135255"/>
                                  <a:gd name="connsiteY56" fmla="*/ 63818 h 67627"/>
                                  <a:gd name="connsiteX57" fmla="*/ 125730 w 135255"/>
                                  <a:gd name="connsiteY57" fmla="*/ 67628 h 67627"/>
                                  <a:gd name="connsiteX58" fmla="*/ 125730 w 135255"/>
                                  <a:gd name="connsiteY58" fmla="*/ 67628 h 67627"/>
                                  <a:gd name="connsiteX59" fmla="*/ 125730 w 135255"/>
                                  <a:gd name="connsiteY59" fmla="*/ 67628 h 67627"/>
                                  <a:gd name="connsiteX60" fmla="*/ 125730 w 135255"/>
                                  <a:gd name="connsiteY60" fmla="*/ 67628 h 67627"/>
                                  <a:gd name="connsiteX61" fmla="*/ 122873 w 135255"/>
                                  <a:gd name="connsiteY61" fmla="*/ 63818 h 67627"/>
                                  <a:gd name="connsiteX62" fmla="*/ 118110 w 135255"/>
                                  <a:gd name="connsiteY62" fmla="*/ 59055 h 67627"/>
                                  <a:gd name="connsiteX63" fmla="*/ 116205 w 135255"/>
                                  <a:gd name="connsiteY63" fmla="*/ 56198 h 67627"/>
                                  <a:gd name="connsiteX64" fmla="*/ 113348 w 135255"/>
                                  <a:gd name="connsiteY64" fmla="*/ 53340 h 67627"/>
                                  <a:gd name="connsiteX65" fmla="*/ 107632 w 135255"/>
                                  <a:gd name="connsiteY65" fmla="*/ 46673 h 67627"/>
                                  <a:gd name="connsiteX66" fmla="*/ 100965 w 135255"/>
                                  <a:gd name="connsiteY66" fmla="*/ 40005 h 67627"/>
                                  <a:gd name="connsiteX67" fmla="*/ 88582 w 135255"/>
                                  <a:gd name="connsiteY67" fmla="*/ 25718 h 67627"/>
                                  <a:gd name="connsiteX68" fmla="*/ 82868 w 135255"/>
                                  <a:gd name="connsiteY68" fmla="*/ 19050 h 67627"/>
                                  <a:gd name="connsiteX69" fmla="*/ 81915 w 135255"/>
                                  <a:gd name="connsiteY69" fmla="*/ 17145 h 67627"/>
                                  <a:gd name="connsiteX70" fmla="*/ 80963 w 135255"/>
                                  <a:gd name="connsiteY70" fmla="*/ 15240 h 67627"/>
                                  <a:gd name="connsiteX71" fmla="*/ 79057 w 135255"/>
                                  <a:gd name="connsiteY71" fmla="*/ 11430 h 67627"/>
                                  <a:gd name="connsiteX72" fmla="*/ 74295 w 135255"/>
                                  <a:gd name="connsiteY72" fmla="*/ 5715 h 67627"/>
                                  <a:gd name="connsiteX73" fmla="*/ 71438 w 135255"/>
                                  <a:gd name="connsiteY73" fmla="*/ 3810 h 67627"/>
                                  <a:gd name="connsiteX74" fmla="*/ 82868 w 135255"/>
                                  <a:gd name="connsiteY74" fmla="*/ 4763 h 67627"/>
                                  <a:gd name="connsiteX75" fmla="*/ 99060 w 135255"/>
                                  <a:gd name="connsiteY75" fmla="*/ 8573 h 67627"/>
                                  <a:gd name="connsiteX76" fmla="*/ 106680 w 135255"/>
                                  <a:gd name="connsiteY76" fmla="*/ 11430 h 67627"/>
                                  <a:gd name="connsiteX77" fmla="*/ 114300 w 135255"/>
                                  <a:gd name="connsiteY77" fmla="*/ 15240 h 67627"/>
                                  <a:gd name="connsiteX78" fmla="*/ 120968 w 135255"/>
                                  <a:gd name="connsiteY78" fmla="*/ 20003 h 67627"/>
                                  <a:gd name="connsiteX79" fmla="*/ 126682 w 135255"/>
                                  <a:gd name="connsiteY79" fmla="*/ 25718 h 67627"/>
                                  <a:gd name="connsiteX80" fmla="*/ 133350 w 135255"/>
                                  <a:gd name="connsiteY80" fmla="*/ 37148 h 67627"/>
                                  <a:gd name="connsiteX81" fmla="*/ 135255 w 135255"/>
                                  <a:gd name="connsiteY81" fmla="*/ 43815 h 67627"/>
                                  <a:gd name="connsiteX82" fmla="*/ 134302 w 135255"/>
                                  <a:gd name="connsiteY82" fmla="*/ 39053 h 67627"/>
                                  <a:gd name="connsiteX83" fmla="*/ 134302 w 135255"/>
                                  <a:gd name="connsiteY83" fmla="*/ 39053 h 67627"/>
                                  <a:gd name="connsiteX84" fmla="*/ 133350 w 135255"/>
                                  <a:gd name="connsiteY84" fmla="*/ 37148 h 67627"/>
                                  <a:gd name="connsiteX85" fmla="*/ 126682 w 135255"/>
                                  <a:gd name="connsiteY85" fmla="*/ 25718 h 67627"/>
                                  <a:gd name="connsiteX86" fmla="*/ 114300 w 135255"/>
                                  <a:gd name="connsiteY86" fmla="*/ 15240 h 67627"/>
                                  <a:gd name="connsiteX87" fmla="*/ 106680 w 135255"/>
                                  <a:gd name="connsiteY87" fmla="*/ 11430 h 67627"/>
                                  <a:gd name="connsiteX88" fmla="*/ 99060 w 135255"/>
                                  <a:gd name="connsiteY88" fmla="*/ 8573 h 67627"/>
                                  <a:gd name="connsiteX89" fmla="*/ 81915 w 135255"/>
                                  <a:gd name="connsiteY89" fmla="*/ 4763 h 67627"/>
                                  <a:gd name="connsiteX90" fmla="*/ 75248 w 135255"/>
                                  <a:gd name="connsiteY90" fmla="*/ 3810 h 67627"/>
                                  <a:gd name="connsiteX91" fmla="*/ 77152 w 135255"/>
                                  <a:gd name="connsiteY91" fmla="*/ 2858 h 67627"/>
                                  <a:gd name="connsiteX92" fmla="*/ 80010 w 135255"/>
                                  <a:gd name="connsiteY92" fmla="*/ 1905 h 67627"/>
                                  <a:gd name="connsiteX93" fmla="*/ 83820 w 135255"/>
                                  <a:gd name="connsiteY93" fmla="*/ 953 h 67627"/>
                                  <a:gd name="connsiteX94" fmla="*/ 87630 w 135255"/>
                                  <a:gd name="connsiteY94" fmla="*/ 953 h 67627"/>
                                  <a:gd name="connsiteX95" fmla="*/ 91440 w 135255"/>
                                  <a:gd name="connsiteY95" fmla="*/ 953 h 67627"/>
                                  <a:gd name="connsiteX96" fmla="*/ 95250 w 135255"/>
                                  <a:gd name="connsiteY96" fmla="*/ 953 h 67627"/>
                                  <a:gd name="connsiteX97" fmla="*/ 98107 w 135255"/>
                                  <a:gd name="connsiteY97" fmla="*/ 953 h 67627"/>
                                  <a:gd name="connsiteX98" fmla="*/ 98107 w 135255"/>
                                  <a:gd name="connsiteY98" fmla="*/ 953 h 67627"/>
                                  <a:gd name="connsiteX99" fmla="*/ 95250 w 135255"/>
                                  <a:gd name="connsiteY99" fmla="*/ 0 h 67627"/>
                                  <a:gd name="connsiteX100" fmla="*/ 94298 w 135255"/>
                                  <a:gd name="connsiteY100" fmla="*/ 0 h 67627"/>
                                  <a:gd name="connsiteX101" fmla="*/ 90488 w 135255"/>
                                  <a:gd name="connsiteY101" fmla="*/ 0 h 67627"/>
                                  <a:gd name="connsiteX102" fmla="*/ 86677 w 135255"/>
                                  <a:gd name="connsiteY102" fmla="*/ 0 h 67627"/>
                                  <a:gd name="connsiteX103" fmla="*/ 82868 w 135255"/>
                                  <a:gd name="connsiteY103" fmla="*/ 0 h 67627"/>
                                  <a:gd name="connsiteX104" fmla="*/ 79057 w 135255"/>
                                  <a:gd name="connsiteY104" fmla="*/ 953 h 67627"/>
                                  <a:gd name="connsiteX105" fmla="*/ 76200 w 135255"/>
                                  <a:gd name="connsiteY105" fmla="*/ 1905 h 67627"/>
                                  <a:gd name="connsiteX106" fmla="*/ 73343 w 135255"/>
                                  <a:gd name="connsiteY106" fmla="*/ 2858 h 67627"/>
                                  <a:gd name="connsiteX107" fmla="*/ 70485 w 135255"/>
                                  <a:gd name="connsiteY107" fmla="*/ 3810 h 67627"/>
                                  <a:gd name="connsiteX108" fmla="*/ 64770 w 135255"/>
                                  <a:gd name="connsiteY108" fmla="*/ 3810 h 67627"/>
                                  <a:gd name="connsiteX109" fmla="*/ 48577 w 135255"/>
                                  <a:gd name="connsiteY109" fmla="*/ 5715 h 67627"/>
                                  <a:gd name="connsiteX110" fmla="*/ 42863 w 135255"/>
                                  <a:gd name="connsiteY110" fmla="*/ 6668 h 67627"/>
                                  <a:gd name="connsiteX111" fmla="*/ 46673 w 135255"/>
                                  <a:gd name="connsiteY111" fmla="*/ 4763 h 67627"/>
                                  <a:gd name="connsiteX112" fmla="*/ 53340 w 135255"/>
                                  <a:gd name="connsiteY112" fmla="*/ 1905 h 67627"/>
                                  <a:gd name="connsiteX113" fmla="*/ 56198 w 135255"/>
                                  <a:gd name="connsiteY113" fmla="*/ 953 h 67627"/>
                                  <a:gd name="connsiteX114" fmla="*/ 59055 w 135255"/>
                                  <a:gd name="connsiteY114" fmla="*/ 0 h 67627"/>
                                  <a:gd name="connsiteX115" fmla="*/ 59055 w 135255"/>
                                  <a:gd name="connsiteY115" fmla="*/ 0 h 67627"/>
                                  <a:gd name="connsiteX116" fmla="*/ 58102 w 135255"/>
                                  <a:gd name="connsiteY116" fmla="*/ 0 h 67627"/>
                                  <a:gd name="connsiteX117" fmla="*/ 58102 w 135255"/>
                                  <a:gd name="connsiteY117" fmla="*/ 0 h 67627"/>
                                  <a:gd name="connsiteX118" fmla="*/ 55245 w 135255"/>
                                  <a:gd name="connsiteY118" fmla="*/ 953 h 67627"/>
                                  <a:gd name="connsiteX119" fmla="*/ 52388 w 135255"/>
                                  <a:gd name="connsiteY119" fmla="*/ 1905 h 67627"/>
                                  <a:gd name="connsiteX120" fmla="*/ 45720 w 135255"/>
                                  <a:gd name="connsiteY120" fmla="*/ 4763 h 67627"/>
                                  <a:gd name="connsiteX121" fmla="*/ 41910 w 135255"/>
                                  <a:gd name="connsiteY121" fmla="*/ 3810 h 67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35255" h="67627">
                                    <a:moveTo>
                                      <a:pt x="41910" y="3810"/>
                                    </a:moveTo>
                                    <a:cubicBezTo>
                                      <a:pt x="40957" y="3810"/>
                                      <a:pt x="40005" y="4763"/>
                                      <a:pt x="39052" y="4763"/>
                                    </a:cubicBezTo>
                                    <a:cubicBezTo>
                                      <a:pt x="38100" y="4763"/>
                                      <a:pt x="37148" y="5715"/>
                                      <a:pt x="35243" y="5715"/>
                                    </a:cubicBezTo>
                                    <a:cubicBezTo>
                                      <a:pt x="30480" y="7620"/>
                                      <a:pt x="26670" y="8573"/>
                                      <a:pt x="22860" y="10478"/>
                                    </a:cubicBezTo>
                                    <a:cubicBezTo>
                                      <a:pt x="19050" y="12383"/>
                                      <a:pt x="16193" y="13335"/>
                                      <a:pt x="12382" y="15240"/>
                                    </a:cubicBezTo>
                                    <a:cubicBezTo>
                                      <a:pt x="9525" y="16193"/>
                                      <a:pt x="6668" y="17145"/>
                                      <a:pt x="4763" y="18098"/>
                                    </a:cubicBezTo>
                                    <a:cubicBezTo>
                                      <a:pt x="2857" y="19050"/>
                                      <a:pt x="1905" y="19050"/>
                                      <a:pt x="0" y="19050"/>
                                    </a:cubicBezTo>
                                    <a:cubicBezTo>
                                      <a:pt x="952" y="20003"/>
                                      <a:pt x="1905" y="20955"/>
                                      <a:pt x="2857" y="21908"/>
                                    </a:cubicBezTo>
                                    <a:cubicBezTo>
                                      <a:pt x="3810" y="21908"/>
                                      <a:pt x="3810" y="21908"/>
                                      <a:pt x="4763" y="20955"/>
                                    </a:cubicBezTo>
                                    <a:cubicBezTo>
                                      <a:pt x="9525" y="20003"/>
                                      <a:pt x="16193" y="17145"/>
                                      <a:pt x="22860" y="13335"/>
                                    </a:cubicBezTo>
                                    <a:lnTo>
                                      <a:pt x="23813" y="13335"/>
                                    </a:lnTo>
                                    <a:cubicBezTo>
                                      <a:pt x="24765" y="13335"/>
                                      <a:pt x="25718" y="13335"/>
                                      <a:pt x="27623" y="13335"/>
                                    </a:cubicBezTo>
                                    <a:cubicBezTo>
                                      <a:pt x="30480" y="13335"/>
                                      <a:pt x="35243" y="14288"/>
                                      <a:pt x="40005" y="16193"/>
                                    </a:cubicBezTo>
                                    <a:cubicBezTo>
                                      <a:pt x="42863" y="17145"/>
                                      <a:pt x="44768" y="18098"/>
                                      <a:pt x="47625" y="20003"/>
                                    </a:cubicBezTo>
                                    <a:cubicBezTo>
                                      <a:pt x="50482" y="21908"/>
                                      <a:pt x="52388" y="23813"/>
                                      <a:pt x="55245" y="25718"/>
                                    </a:cubicBezTo>
                                    <a:cubicBezTo>
                                      <a:pt x="60007" y="30480"/>
                                      <a:pt x="64770" y="35243"/>
                                      <a:pt x="69532" y="40005"/>
                                    </a:cubicBezTo>
                                    <a:cubicBezTo>
                                      <a:pt x="70485" y="40958"/>
                                      <a:pt x="72390" y="41910"/>
                                      <a:pt x="73343" y="43815"/>
                                    </a:cubicBezTo>
                                    <a:lnTo>
                                      <a:pt x="75248" y="45720"/>
                                    </a:lnTo>
                                    <a:lnTo>
                                      <a:pt x="77152" y="47625"/>
                                    </a:lnTo>
                                    <a:cubicBezTo>
                                      <a:pt x="78105" y="48578"/>
                                      <a:pt x="79057" y="49530"/>
                                      <a:pt x="80963" y="50483"/>
                                    </a:cubicBezTo>
                                    <a:cubicBezTo>
                                      <a:pt x="81915" y="51435"/>
                                      <a:pt x="82868" y="52388"/>
                                      <a:pt x="84773" y="53340"/>
                                    </a:cubicBezTo>
                                    <a:cubicBezTo>
                                      <a:pt x="85725" y="54293"/>
                                      <a:pt x="86677" y="55245"/>
                                      <a:pt x="87630" y="56198"/>
                                    </a:cubicBezTo>
                                    <a:cubicBezTo>
                                      <a:pt x="88582" y="57150"/>
                                      <a:pt x="89535" y="58103"/>
                                      <a:pt x="90488" y="59055"/>
                                    </a:cubicBezTo>
                                    <a:cubicBezTo>
                                      <a:pt x="92393" y="60960"/>
                                      <a:pt x="94298" y="62865"/>
                                      <a:pt x="96202" y="63818"/>
                                    </a:cubicBezTo>
                                    <a:cubicBezTo>
                                      <a:pt x="96202" y="63818"/>
                                      <a:pt x="97155" y="64770"/>
                                      <a:pt x="97155" y="64770"/>
                                    </a:cubicBezTo>
                                    <a:cubicBezTo>
                                      <a:pt x="97155" y="64770"/>
                                      <a:pt x="97155" y="64770"/>
                                      <a:pt x="97155" y="64770"/>
                                    </a:cubicBezTo>
                                    <a:cubicBezTo>
                                      <a:pt x="96202" y="64770"/>
                                      <a:pt x="96202" y="63818"/>
                                      <a:pt x="95250" y="63818"/>
                                    </a:cubicBezTo>
                                    <a:cubicBezTo>
                                      <a:pt x="93345" y="62865"/>
                                      <a:pt x="91440" y="60960"/>
                                      <a:pt x="89535" y="59055"/>
                                    </a:cubicBezTo>
                                    <a:cubicBezTo>
                                      <a:pt x="88582" y="58103"/>
                                      <a:pt x="87630" y="57150"/>
                                      <a:pt x="86677" y="56198"/>
                                    </a:cubicBezTo>
                                    <a:cubicBezTo>
                                      <a:pt x="85725" y="55245"/>
                                      <a:pt x="84773" y="54293"/>
                                      <a:pt x="83820" y="53340"/>
                                    </a:cubicBezTo>
                                    <a:cubicBezTo>
                                      <a:pt x="82868" y="52388"/>
                                      <a:pt x="81915" y="51435"/>
                                      <a:pt x="80010" y="50483"/>
                                    </a:cubicBezTo>
                                    <a:cubicBezTo>
                                      <a:pt x="79057" y="49530"/>
                                      <a:pt x="78105" y="48578"/>
                                      <a:pt x="76200" y="46673"/>
                                    </a:cubicBezTo>
                                    <a:lnTo>
                                      <a:pt x="74295" y="44768"/>
                                    </a:lnTo>
                                    <a:lnTo>
                                      <a:pt x="72390" y="42863"/>
                                    </a:lnTo>
                                    <a:cubicBezTo>
                                      <a:pt x="71438" y="41910"/>
                                      <a:pt x="70485" y="40005"/>
                                      <a:pt x="68580" y="39053"/>
                                    </a:cubicBezTo>
                                    <a:cubicBezTo>
                                      <a:pt x="63818" y="34290"/>
                                      <a:pt x="59055" y="28575"/>
                                      <a:pt x="54293" y="24765"/>
                                    </a:cubicBezTo>
                                    <a:cubicBezTo>
                                      <a:pt x="51435" y="22860"/>
                                      <a:pt x="49530" y="20003"/>
                                      <a:pt x="46673" y="19050"/>
                                    </a:cubicBezTo>
                                    <a:cubicBezTo>
                                      <a:pt x="43815" y="17145"/>
                                      <a:pt x="41910" y="16193"/>
                                      <a:pt x="39052" y="15240"/>
                                    </a:cubicBezTo>
                                    <a:cubicBezTo>
                                      <a:pt x="34290" y="13335"/>
                                      <a:pt x="29527" y="12383"/>
                                      <a:pt x="26670" y="12383"/>
                                    </a:cubicBezTo>
                                    <a:cubicBezTo>
                                      <a:pt x="26670" y="12383"/>
                                      <a:pt x="25718" y="12383"/>
                                      <a:pt x="25718" y="12383"/>
                                    </a:cubicBezTo>
                                    <a:cubicBezTo>
                                      <a:pt x="28575" y="11430"/>
                                      <a:pt x="31432" y="10478"/>
                                      <a:pt x="34290" y="8573"/>
                                    </a:cubicBezTo>
                                    <a:cubicBezTo>
                                      <a:pt x="39052" y="6668"/>
                                      <a:pt x="43815" y="5715"/>
                                      <a:pt x="48577" y="4763"/>
                                    </a:cubicBezTo>
                                    <a:cubicBezTo>
                                      <a:pt x="53340" y="3810"/>
                                      <a:pt x="59055" y="2858"/>
                                      <a:pt x="64770" y="2858"/>
                                    </a:cubicBezTo>
                                    <a:lnTo>
                                      <a:pt x="65723" y="2858"/>
                                    </a:lnTo>
                                    <a:cubicBezTo>
                                      <a:pt x="66675" y="2858"/>
                                      <a:pt x="66675" y="2858"/>
                                      <a:pt x="67627" y="3810"/>
                                    </a:cubicBezTo>
                                    <a:cubicBezTo>
                                      <a:pt x="68580" y="4763"/>
                                      <a:pt x="70485" y="5715"/>
                                      <a:pt x="72390" y="6668"/>
                                    </a:cubicBezTo>
                                    <a:cubicBezTo>
                                      <a:pt x="74295" y="7620"/>
                                      <a:pt x="75248" y="9525"/>
                                      <a:pt x="76200" y="11430"/>
                                    </a:cubicBezTo>
                                    <a:cubicBezTo>
                                      <a:pt x="77152" y="12383"/>
                                      <a:pt x="77152" y="13335"/>
                                      <a:pt x="78105" y="15240"/>
                                    </a:cubicBezTo>
                                    <a:cubicBezTo>
                                      <a:pt x="78105" y="16193"/>
                                      <a:pt x="79057" y="16193"/>
                                      <a:pt x="79057" y="17145"/>
                                    </a:cubicBezTo>
                                    <a:cubicBezTo>
                                      <a:pt x="79057" y="18098"/>
                                      <a:pt x="80010" y="18098"/>
                                      <a:pt x="80010" y="19050"/>
                                    </a:cubicBezTo>
                                    <a:cubicBezTo>
                                      <a:pt x="81915" y="20955"/>
                                      <a:pt x="83820" y="22860"/>
                                      <a:pt x="86677" y="25718"/>
                                    </a:cubicBezTo>
                                    <a:cubicBezTo>
                                      <a:pt x="90488" y="30480"/>
                                      <a:pt x="95250" y="35243"/>
                                      <a:pt x="100013" y="40005"/>
                                    </a:cubicBezTo>
                                    <a:cubicBezTo>
                                      <a:pt x="101918" y="41910"/>
                                      <a:pt x="103823" y="44768"/>
                                      <a:pt x="106680" y="46673"/>
                                    </a:cubicBezTo>
                                    <a:cubicBezTo>
                                      <a:pt x="108585" y="48578"/>
                                      <a:pt x="110490" y="51435"/>
                                      <a:pt x="112395" y="53340"/>
                                    </a:cubicBezTo>
                                    <a:cubicBezTo>
                                      <a:pt x="113348" y="54293"/>
                                      <a:pt x="114300" y="55245"/>
                                      <a:pt x="115252" y="56198"/>
                                    </a:cubicBezTo>
                                    <a:cubicBezTo>
                                      <a:pt x="116205" y="57150"/>
                                      <a:pt x="117157" y="58103"/>
                                      <a:pt x="118110" y="59055"/>
                                    </a:cubicBezTo>
                                    <a:cubicBezTo>
                                      <a:pt x="120015" y="60960"/>
                                      <a:pt x="120968" y="61913"/>
                                      <a:pt x="122873" y="63818"/>
                                    </a:cubicBezTo>
                                    <a:cubicBezTo>
                                      <a:pt x="123825" y="64770"/>
                                      <a:pt x="124777" y="66675"/>
                                      <a:pt x="125730" y="67628"/>
                                    </a:cubicBezTo>
                                    <a:lnTo>
                                      <a:pt x="125730" y="67628"/>
                                    </a:lnTo>
                                    <a:lnTo>
                                      <a:pt x="125730" y="67628"/>
                                    </a:lnTo>
                                    <a:lnTo>
                                      <a:pt x="125730" y="67628"/>
                                    </a:lnTo>
                                    <a:cubicBezTo>
                                      <a:pt x="124777" y="66675"/>
                                      <a:pt x="123825" y="65723"/>
                                      <a:pt x="122873" y="63818"/>
                                    </a:cubicBezTo>
                                    <a:cubicBezTo>
                                      <a:pt x="121920" y="62865"/>
                                      <a:pt x="120015" y="60960"/>
                                      <a:pt x="118110" y="59055"/>
                                    </a:cubicBezTo>
                                    <a:cubicBezTo>
                                      <a:pt x="117157" y="58103"/>
                                      <a:pt x="116205" y="57150"/>
                                      <a:pt x="116205" y="56198"/>
                                    </a:cubicBezTo>
                                    <a:cubicBezTo>
                                      <a:pt x="115252" y="55245"/>
                                      <a:pt x="114300" y="54293"/>
                                      <a:pt x="113348" y="53340"/>
                                    </a:cubicBezTo>
                                    <a:cubicBezTo>
                                      <a:pt x="111443" y="51435"/>
                                      <a:pt x="109538" y="49530"/>
                                      <a:pt x="107632" y="46673"/>
                                    </a:cubicBezTo>
                                    <a:cubicBezTo>
                                      <a:pt x="105727" y="44768"/>
                                      <a:pt x="103823" y="41910"/>
                                      <a:pt x="100965" y="40005"/>
                                    </a:cubicBezTo>
                                    <a:cubicBezTo>
                                      <a:pt x="97155" y="35243"/>
                                      <a:pt x="92393" y="30480"/>
                                      <a:pt x="88582" y="25718"/>
                                    </a:cubicBezTo>
                                    <a:cubicBezTo>
                                      <a:pt x="86677" y="23813"/>
                                      <a:pt x="83820" y="20955"/>
                                      <a:pt x="82868" y="19050"/>
                                    </a:cubicBezTo>
                                    <a:cubicBezTo>
                                      <a:pt x="82868" y="18098"/>
                                      <a:pt x="81915" y="18098"/>
                                      <a:pt x="81915" y="17145"/>
                                    </a:cubicBezTo>
                                    <a:cubicBezTo>
                                      <a:pt x="81915" y="16193"/>
                                      <a:pt x="80963" y="16193"/>
                                      <a:pt x="80963" y="15240"/>
                                    </a:cubicBezTo>
                                    <a:cubicBezTo>
                                      <a:pt x="80010" y="14288"/>
                                      <a:pt x="80010" y="13335"/>
                                      <a:pt x="79057" y="11430"/>
                                    </a:cubicBezTo>
                                    <a:cubicBezTo>
                                      <a:pt x="78105" y="9525"/>
                                      <a:pt x="76200" y="7620"/>
                                      <a:pt x="74295" y="5715"/>
                                    </a:cubicBezTo>
                                    <a:cubicBezTo>
                                      <a:pt x="73343" y="4763"/>
                                      <a:pt x="72390" y="3810"/>
                                      <a:pt x="71438" y="3810"/>
                                    </a:cubicBezTo>
                                    <a:cubicBezTo>
                                      <a:pt x="75248" y="3810"/>
                                      <a:pt x="79057" y="3810"/>
                                      <a:pt x="82868" y="4763"/>
                                    </a:cubicBezTo>
                                    <a:cubicBezTo>
                                      <a:pt x="88582" y="5715"/>
                                      <a:pt x="94298" y="6668"/>
                                      <a:pt x="99060" y="8573"/>
                                    </a:cubicBezTo>
                                    <a:cubicBezTo>
                                      <a:pt x="101918" y="9525"/>
                                      <a:pt x="104775" y="10478"/>
                                      <a:pt x="106680" y="11430"/>
                                    </a:cubicBezTo>
                                    <a:cubicBezTo>
                                      <a:pt x="109538" y="12383"/>
                                      <a:pt x="111443" y="13335"/>
                                      <a:pt x="114300" y="15240"/>
                                    </a:cubicBezTo>
                                    <a:cubicBezTo>
                                      <a:pt x="116205" y="16193"/>
                                      <a:pt x="119063" y="18098"/>
                                      <a:pt x="120968" y="20003"/>
                                    </a:cubicBezTo>
                                    <a:cubicBezTo>
                                      <a:pt x="122873" y="21908"/>
                                      <a:pt x="124777" y="23813"/>
                                      <a:pt x="126682" y="25718"/>
                                    </a:cubicBezTo>
                                    <a:cubicBezTo>
                                      <a:pt x="129540" y="29528"/>
                                      <a:pt x="132398" y="33338"/>
                                      <a:pt x="133350" y="37148"/>
                                    </a:cubicBezTo>
                                    <a:cubicBezTo>
                                      <a:pt x="134302" y="40005"/>
                                      <a:pt x="135255" y="41910"/>
                                      <a:pt x="135255" y="43815"/>
                                    </a:cubicBezTo>
                                    <a:cubicBezTo>
                                      <a:pt x="135255" y="41910"/>
                                      <a:pt x="134302" y="40005"/>
                                      <a:pt x="134302" y="39053"/>
                                    </a:cubicBezTo>
                                    <a:lnTo>
                                      <a:pt x="134302" y="39053"/>
                                    </a:lnTo>
                                    <a:cubicBezTo>
                                      <a:pt x="134302" y="38100"/>
                                      <a:pt x="134302" y="38100"/>
                                      <a:pt x="133350" y="37148"/>
                                    </a:cubicBezTo>
                                    <a:cubicBezTo>
                                      <a:pt x="131445" y="33338"/>
                                      <a:pt x="129540" y="28575"/>
                                      <a:pt x="126682" y="25718"/>
                                    </a:cubicBezTo>
                                    <a:cubicBezTo>
                                      <a:pt x="123825" y="21908"/>
                                      <a:pt x="119063" y="18098"/>
                                      <a:pt x="114300" y="15240"/>
                                    </a:cubicBezTo>
                                    <a:cubicBezTo>
                                      <a:pt x="111443" y="14288"/>
                                      <a:pt x="109538" y="12383"/>
                                      <a:pt x="106680" y="11430"/>
                                    </a:cubicBezTo>
                                    <a:cubicBezTo>
                                      <a:pt x="103823" y="10478"/>
                                      <a:pt x="100965" y="9525"/>
                                      <a:pt x="99060" y="8573"/>
                                    </a:cubicBezTo>
                                    <a:cubicBezTo>
                                      <a:pt x="93345" y="6668"/>
                                      <a:pt x="87630" y="5715"/>
                                      <a:pt x="81915" y="4763"/>
                                    </a:cubicBezTo>
                                    <a:cubicBezTo>
                                      <a:pt x="80010" y="4763"/>
                                      <a:pt x="77152" y="3810"/>
                                      <a:pt x="75248" y="3810"/>
                                    </a:cubicBezTo>
                                    <a:cubicBezTo>
                                      <a:pt x="76200" y="3810"/>
                                      <a:pt x="76200" y="3810"/>
                                      <a:pt x="77152" y="2858"/>
                                    </a:cubicBezTo>
                                    <a:cubicBezTo>
                                      <a:pt x="78105" y="2858"/>
                                      <a:pt x="79057" y="1905"/>
                                      <a:pt x="80010" y="1905"/>
                                    </a:cubicBezTo>
                                    <a:cubicBezTo>
                                      <a:pt x="80963" y="1905"/>
                                      <a:pt x="81915" y="1905"/>
                                      <a:pt x="83820" y="953"/>
                                    </a:cubicBezTo>
                                    <a:cubicBezTo>
                                      <a:pt x="84773" y="953"/>
                                      <a:pt x="85725" y="953"/>
                                      <a:pt x="87630" y="953"/>
                                    </a:cubicBezTo>
                                    <a:cubicBezTo>
                                      <a:pt x="88582" y="953"/>
                                      <a:pt x="90488" y="953"/>
                                      <a:pt x="91440" y="953"/>
                                    </a:cubicBezTo>
                                    <a:cubicBezTo>
                                      <a:pt x="92393" y="953"/>
                                      <a:pt x="93345" y="953"/>
                                      <a:pt x="95250" y="953"/>
                                    </a:cubicBezTo>
                                    <a:cubicBezTo>
                                      <a:pt x="96202" y="953"/>
                                      <a:pt x="97155" y="953"/>
                                      <a:pt x="98107" y="953"/>
                                    </a:cubicBezTo>
                                    <a:lnTo>
                                      <a:pt x="98107" y="953"/>
                                    </a:lnTo>
                                    <a:cubicBezTo>
                                      <a:pt x="97155" y="953"/>
                                      <a:pt x="96202" y="953"/>
                                      <a:pt x="95250" y="0"/>
                                    </a:cubicBezTo>
                                    <a:cubicBezTo>
                                      <a:pt x="95250" y="0"/>
                                      <a:pt x="94298" y="0"/>
                                      <a:pt x="94298" y="0"/>
                                    </a:cubicBezTo>
                                    <a:cubicBezTo>
                                      <a:pt x="93345" y="0"/>
                                      <a:pt x="92393" y="0"/>
                                      <a:pt x="90488" y="0"/>
                                    </a:cubicBezTo>
                                    <a:cubicBezTo>
                                      <a:pt x="89535" y="0"/>
                                      <a:pt x="87630" y="0"/>
                                      <a:pt x="86677" y="0"/>
                                    </a:cubicBezTo>
                                    <a:cubicBezTo>
                                      <a:pt x="85725" y="0"/>
                                      <a:pt x="83820" y="0"/>
                                      <a:pt x="82868" y="0"/>
                                    </a:cubicBezTo>
                                    <a:cubicBezTo>
                                      <a:pt x="81915" y="0"/>
                                      <a:pt x="80963" y="0"/>
                                      <a:pt x="79057" y="953"/>
                                    </a:cubicBezTo>
                                    <a:cubicBezTo>
                                      <a:pt x="78105" y="953"/>
                                      <a:pt x="77152" y="953"/>
                                      <a:pt x="76200" y="1905"/>
                                    </a:cubicBezTo>
                                    <a:cubicBezTo>
                                      <a:pt x="75248" y="1905"/>
                                      <a:pt x="74295" y="1905"/>
                                      <a:pt x="73343" y="2858"/>
                                    </a:cubicBezTo>
                                    <a:cubicBezTo>
                                      <a:pt x="72390" y="2858"/>
                                      <a:pt x="71438" y="3810"/>
                                      <a:pt x="70485" y="3810"/>
                                    </a:cubicBezTo>
                                    <a:cubicBezTo>
                                      <a:pt x="68580" y="3810"/>
                                      <a:pt x="66675" y="3810"/>
                                      <a:pt x="64770" y="3810"/>
                                    </a:cubicBezTo>
                                    <a:cubicBezTo>
                                      <a:pt x="59055" y="3810"/>
                                      <a:pt x="53340" y="4763"/>
                                      <a:pt x="48577" y="5715"/>
                                    </a:cubicBezTo>
                                    <a:cubicBezTo>
                                      <a:pt x="46673" y="5715"/>
                                      <a:pt x="44768" y="6668"/>
                                      <a:pt x="42863" y="6668"/>
                                    </a:cubicBezTo>
                                    <a:cubicBezTo>
                                      <a:pt x="43815" y="5715"/>
                                      <a:pt x="45720" y="5715"/>
                                      <a:pt x="46673" y="4763"/>
                                    </a:cubicBezTo>
                                    <a:cubicBezTo>
                                      <a:pt x="48577" y="3810"/>
                                      <a:pt x="51435" y="2858"/>
                                      <a:pt x="53340" y="1905"/>
                                    </a:cubicBezTo>
                                    <a:cubicBezTo>
                                      <a:pt x="54293" y="1905"/>
                                      <a:pt x="55245" y="953"/>
                                      <a:pt x="56198" y="953"/>
                                    </a:cubicBezTo>
                                    <a:lnTo>
                                      <a:pt x="59055" y="0"/>
                                    </a:lnTo>
                                    <a:cubicBezTo>
                                      <a:pt x="59055" y="0"/>
                                      <a:pt x="59055" y="0"/>
                                      <a:pt x="59055" y="0"/>
                                    </a:cubicBezTo>
                                    <a:cubicBezTo>
                                      <a:pt x="59055" y="0"/>
                                      <a:pt x="58102" y="0"/>
                                      <a:pt x="58102" y="0"/>
                                    </a:cubicBezTo>
                                    <a:cubicBezTo>
                                      <a:pt x="58102" y="0"/>
                                      <a:pt x="58102" y="0"/>
                                      <a:pt x="58102" y="0"/>
                                    </a:cubicBezTo>
                                    <a:cubicBezTo>
                                      <a:pt x="57150" y="0"/>
                                      <a:pt x="56198" y="953"/>
                                      <a:pt x="55245" y="953"/>
                                    </a:cubicBezTo>
                                    <a:cubicBezTo>
                                      <a:pt x="54293" y="953"/>
                                      <a:pt x="53340" y="1905"/>
                                      <a:pt x="52388" y="1905"/>
                                    </a:cubicBezTo>
                                    <a:cubicBezTo>
                                      <a:pt x="50482" y="2858"/>
                                      <a:pt x="47625" y="3810"/>
                                      <a:pt x="45720" y="4763"/>
                                    </a:cubicBezTo>
                                    <a:cubicBezTo>
                                      <a:pt x="45720" y="1905"/>
                                      <a:pt x="43815" y="2858"/>
                                      <a:pt x="41910" y="3810"/>
                                    </a:cubicBezTo>
                                    <a:close/>
                                  </a:path>
                                </a:pathLst>
                              </a:custGeom>
                              <a:grpFill/>
                              <a:ln w="9525" cap="flat">
                                <a:noFill/>
                                <a:prstDash val="solid"/>
                                <a:miter/>
                              </a:ln>
                            </p:spPr>
                            <p:txBody>
                              <a:bodyPr rtlCol="0" anchor="ctr"/>
                              <a:lstStyle/>
                              <a:p>
                                <a:endParaRPr lang="en-US"/>
                              </a:p>
                            </p:txBody>
                          </p:sp>
                          <p:sp>
                            <p:nvSpPr>
                              <p:cNvPr id="371" name="Freeform: Shape 370">
                                <a:extLst>
                                  <a:ext uri="{FF2B5EF4-FFF2-40B4-BE49-F238E27FC236}">
                                    <a16:creationId xmlns:a16="http://schemas.microsoft.com/office/drawing/2014/main" id="{1D745F55-935E-469B-891C-B929B6CE3613}"/>
                                  </a:ext>
                                </a:extLst>
                              </p:cNvPr>
                              <p:cNvSpPr/>
                              <p:nvPr/>
                            </p:nvSpPr>
                            <p:spPr>
                              <a:xfrm>
                                <a:off x="3779701" y="2424937"/>
                                <a:ext cx="68580" cy="52387"/>
                              </a:xfrm>
                              <a:custGeom>
                                <a:avLst/>
                                <a:gdLst>
                                  <a:gd name="connsiteX0" fmla="*/ 20955 w 68580"/>
                                  <a:gd name="connsiteY0" fmla="*/ 0 h 52387"/>
                                  <a:gd name="connsiteX1" fmla="*/ 20955 w 68580"/>
                                  <a:gd name="connsiteY1" fmla="*/ 0 h 52387"/>
                                  <a:gd name="connsiteX2" fmla="*/ 19050 w 68580"/>
                                  <a:gd name="connsiteY2" fmla="*/ 953 h 52387"/>
                                  <a:gd name="connsiteX3" fmla="*/ 18098 w 68580"/>
                                  <a:gd name="connsiteY3" fmla="*/ 1905 h 52387"/>
                                  <a:gd name="connsiteX4" fmla="*/ 16193 w 68580"/>
                                  <a:gd name="connsiteY4" fmla="*/ 5715 h 52387"/>
                                  <a:gd name="connsiteX5" fmla="*/ 15240 w 68580"/>
                                  <a:gd name="connsiteY5" fmla="*/ 10478 h 52387"/>
                                  <a:gd name="connsiteX6" fmla="*/ 14288 w 68580"/>
                                  <a:gd name="connsiteY6" fmla="*/ 19050 h 52387"/>
                                  <a:gd name="connsiteX7" fmla="*/ 13335 w 68580"/>
                                  <a:gd name="connsiteY7" fmla="*/ 22860 h 52387"/>
                                  <a:gd name="connsiteX8" fmla="*/ 12382 w 68580"/>
                                  <a:gd name="connsiteY8" fmla="*/ 23813 h 52387"/>
                                  <a:gd name="connsiteX9" fmla="*/ 8573 w 68580"/>
                                  <a:gd name="connsiteY9" fmla="*/ 29528 h 52387"/>
                                  <a:gd name="connsiteX10" fmla="*/ 5715 w 68580"/>
                                  <a:gd name="connsiteY10" fmla="*/ 34290 h 52387"/>
                                  <a:gd name="connsiteX11" fmla="*/ 5715 w 68580"/>
                                  <a:gd name="connsiteY11" fmla="*/ 31433 h 52387"/>
                                  <a:gd name="connsiteX12" fmla="*/ 3810 w 68580"/>
                                  <a:gd name="connsiteY12" fmla="*/ 25717 h 52387"/>
                                  <a:gd name="connsiteX13" fmla="*/ 1905 w 68580"/>
                                  <a:gd name="connsiteY13" fmla="*/ 20003 h 52387"/>
                                  <a:gd name="connsiteX14" fmla="*/ 953 w 68580"/>
                                  <a:gd name="connsiteY14" fmla="*/ 14288 h 52387"/>
                                  <a:gd name="connsiteX15" fmla="*/ 953 w 68580"/>
                                  <a:gd name="connsiteY15" fmla="*/ 11430 h 52387"/>
                                  <a:gd name="connsiteX16" fmla="*/ 953 w 68580"/>
                                  <a:gd name="connsiteY16" fmla="*/ 8572 h 52387"/>
                                  <a:gd name="connsiteX17" fmla="*/ 953 w 68580"/>
                                  <a:gd name="connsiteY17" fmla="*/ 7620 h 52387"/>
                                  <a:gd name="connsiteX18" fmla="*/ 953 w 68580"/>
                                  <a:gd name="connsiteY18" fmla="*/ 7620 h 52387"/>
                                  <a:gd name="connsiteX19" fmla="*/ 0 w 68580"/>
                                  <a:gd name="connsiteY19" fmla="*/ 10478 h 52387"/>
                                  <a:gd name="connsiteX20" fmla="*/ 0 w 68580"/>
                                  <a:gd name="connsiteY20" fmla="*/ 13335 h 52387"/>
                                  <a:gd name="connsiteX21" fmla="*/ 953 w 68580"/>
                                  <a:gd name="connsiteY21" fmla="*/ 20003 h 52387"/>
                                  <a:gd name="connsiteX22" fmla="*/ 2857 w 68580"/>
                                  <a:gd name="connsiteY22" fmla="*/ 25717 h 52387"/>
                                  <a:gd name="connsiteX23" fmla="*/ 3810 w 68580"/>
                                  <a:gd name="connsiteY23" fmla="*/ 31433 h 52387"/>
                                  <a:gd name="connsiteX24" fmla="*/ 3810 w 68580"/>
                                  <a:gd name="connsiteY24" fmla="*/ 35242 h 52387"/>
                                  <a:gd name="connsiteX25" fmla="*/ 3810 w 68580"/>
                                  <a:gd name="connsiteY25" fmla="*/ 36195 h 52387"/>
                                  <a:gd name="connsiteX26" fmla="*/ 1905 w 68580"/>
                                  <a:gd name="connsiteY26" fmla="*/ 40005 h 52387"/>
                                  <a:gd name="connsiteX27" fmla="*/ 953 w 68580"/>
                                  <a:gd name="connsiteY27" fmla="*/ 45720 h 52387"/>
                                  <a:gd name="connsiteX28" fmla="*/ 0 w 68580"/>
                                  <a:gd name="connsiteY28" fmla="*/ 49530 h 52387"/>
                                  <a:gd name="connsiteX29" fmla="*/ 0 w 68580"/>
                                  <a:gd name="connsiteY29" fmla="*/ 49530 h 52387"/>
                                  <a:gd name="connsiteX30" fmla="*/ 2857 w 68580"/>
                                  <a:gd name="connsiteY30" fmla="*/ 52388 h 52387"/>
                                  <a:gd name="connsiteX31" fmla="*/ 2857 w 68580"/>
                                  <a:gd name="connsiteY31" fmla="*/ 45720 h 52387"/>
                                  <a:gd name="connsiteX32" fmla="*/ 2857 w 68580"/>
                                  <a:gd name="connsiteY32" fmla="*/ 42863 h 52387"/>
                                  <a:gd name="connsiteX33" fmla="*/ 2857 w 68580"/>
                                  <a:gd name="connsiteY33" fmla="*/ 42863 h 52387"/>
                                  <a:gd name="connsiteX34" fmla="*/ 4763 w 68580"/>
                                  <a:gd name="connsiteY34" fmla="*/ 41910 h 52387"/>
                                  <a:gd name="connsiteX35" fmla="*/ 7620 w 68580"/>
                                  <a:gd name="connsiteY35" fmla="*/ 40958 h 52387"/>
                                  <a:gd name="connsiteX36" fmla="*/ 11430 w 68580"/>
                                  <a:gd name="connsiteY36" fmla="*/ 40005 h 52387"/>
                                  <a:gd name="connsiteX37" fmla="*/ 16193 w 68580"/>
                                  <a:gd name="connsiteY37" fmla="*/ 39053 h 52387"/>
                                  <a:gd name="connsiteX38" fmla="*/ 21907 w 68580"/>
                                  <a:gd name="connsiteY38" fmla="*/ 38100 h 52387"/>
                                  <a:gd name="connsiteX39" fmla="*/ 27623 w 68580"/>
                                  <a:gd name="connsiteY39" fmla="*/ 37147 h 52387"/>
                                  <a:gd name="connsiteX40" fmla="*/ 33338 w 68580"/>
                                  <a:gd name="connsiteY40" fmla="*/ 35242 h 52387"/>
                                  <a:gd name="connsiteX41" fmla="*/ 39053 w 68580"/>
                                  <a:gd name="connsiteY41" fmla="*/ 33338 h 52387"/>
                                  <a:gd name="connsiteX42" fmla="*/ 44768 w 68580"/>
                                  <a:gd name="connsiteY42" fmla="*/ 31433 h 52387"/>
                                  <a:gd name="connsiteX43" fmla="*/ 49530 w 68580"/>
                                  <a:gd name="connsiteY43" fmla="*/ 29528 h 52387"/>
                                  <a:gd name="connsiteX44" fmla="*/ 51435 w 68580"/>
                                  <a:gd name="connsiteY44" fmla="*/ 28575 h 52387"/>
                                  <a:gd name="connsiteX45" fmla="*/ 53340 w 68580"/>
                                  <a:gd name="connsiteY45" fmla="*/ 27622 h 52387"/>
                                  <a:gd name="connsiteX46" fmla="*/ 57150 w 68580"/>
                                  <a:gd name="connsiteY46" fmla="*/ 25717 h 52387"/>
                                  <a:gd name="connsiteX47" fmla="*/ 60007 w 68580"/>
                                  <a:gd name="connsiteY47" fmla="*/ 23813 h 52387"/>
                                  <a:gd name="connsiteX48" fmla="*/ 60960 w 68580"/>
                                  <a:gd name="connsiteY48" fmla="*/ 22860 h 52387"/>
                                  <a:gd name="connsiteX49" fmla="*/ 60007 w 68580"/>
                                  <a:gd name="connsiteY49" fmla="*/ 23813 h 52387"/>
                                  <a:gd name="connsiteX50" fmla="*/ 57150 w 68580"/>
                                  <a:gd name="connsiteY50" fmla="*/ 25717 h 52387"/>
                                  <a:gd name="connsiteX51" fmla="*/ 53340 w 68580"/>
                                  <a:gd name="connsiteY51" fmla="*/ 27622 h 52387"/>
                                  <a:gd name="connsiteX52" fmla="*/ 51435 w 68580"/>
                                  <a:gd name="connsiteY52" fmla="*/ 28575 h 52387"/>
                                  <a:gd name="connsiteX53" fmla="*/ 49530 w 68580"/>
                                  <a:gd name="connsiteY53" fmla="*/ 29528 h 52387"/>
                                  <a:gd name="connsiteX54" fmla="*/ 44768 w 68580"/>
                                  <a:gd name="connsiteY54" fmla="*/ 31433 h 52387"/>
                                  <a:gd name="connsiteX55" fmla="*/ 39053 w 68580"/>
                                  <a:gd name="connsiteY55" fmla="*/ 33338 h 52387"/>
                                  <a:gd name="connsiteX56" fmla="*/ 33338 w 68580"/>
                                  <a:gd name="connsiteY56" fmla="*/ 35242 h 52387"/>
                                  <a:gd name="connsiteX57" fmla="*/ 27623 w 68580"/>
                                  <a:gd name="connsiteY57" fmla="*/ 37147 h 52387"/>
                                  <a:gd name="connsiteX58" fmla="*/ 21907 w 68580"/>
                                  <a:gd name="connsiteY58" fmla="*/ 38100 h 52387"/>
                                  <a:gd name="connsiteX59" fmla="*/ 16193 w 68580"/>
                                  <a:gd name="connsiteY59" fmla="*/ 39053 h 52387"/>
                                  <a:gd name="connsiteX60" fmla="*/ 11430 w 68580"/>
                                  <a:gd name="connsiteY60" fmla="*/ 40005 h 52387"/>
                                  <a:gd name="connsiteX61" fmla="*/ 7620 w 68580"/>
                                  <a:gd name="connsiteY61" fmla="*/ 40958 h 52387"/>
                                  <a:gd name="connsiteX62" fmla="*/ 4763 w 68580"/>
                                  <a:gd name="connsiteY62" fmla="*/ 41910 h 52387"/>
                                  <a:gd name="connsiteX63" fmla="*/ 4763 w 68580"/>
                                  <a:gd name="connsiteY63" fmla="*/ 41910 h 52387"/>
                                  <a:gd name="connsiteX64" fmla="*/ 4763 w 68580"/>
                                  <a:gd name="connsiteY64" fmla="*/ 40958 h 52387"/>
                                  <a:gd name="connsiteX65" fmla="*/ 6668 w 68580"/>
                                  <a:gd name="connsiteY65" fmla="*/ 35242 h 52387"/>
                                  <a:gd name="connsiteX66" fmla="*/ 10478 w 68580"/>
                                  <a:gd name="connsiteY66" fmla="*/ 29528 h 52387"/>
                                  <a:gd name="connsiteX67" fmla="*/ 11430 w 68580"/>
                                  <a:gd name="connsiteY67" fmla="*/ 28575 h 52387"/>
                                  <a:gd name="connsiteX68" fmla="*/ 12382 w 68580"/>
                                  <a:gd name="connsiteY68" fmla="*/ 27622 h 52387"/>
                                  <a:gd name="connsiteX69" fmla="*/ 19050 w 68580"/>
                                  <a:gd name="connsiteY69" fmla="*/ 24765 h 52387"/>
                                  <a:gd name="connsiteX70" fmla="*/ 23813 w 68580"/>
                                  <a:gd name="connsiteY70" fmla="*/ 23813 h 52387"/>
                                  <a:gd name="connsiteX71" fmla="*/ 28575 w 68580"/>
                                  <a:gd name="connsiteY71" fmla="*/ 22860 h 52387"/>
                                  <a:gd name="connsiteX72" fmla="*/ 34290 w 68580"/>
                                  <a:gd name="connsiteY72" fmla="*/ 20955 h 52387"/>
                                  <a:gd name="connsiteX73" fmla="*/ 40005 w 68580"/>
                                  <a:gd name="connsiteY73" fmla="*/ 19050 h 52387"/>
                                  <a:gd name="connsiteX74" fmla="*/ 45720 w 68580"/>
                                  <a:gd name="connsiteY74" fmla="*/ 17145 h 52387"/>
                                  <a:gd name="connsiteX75" fmla="*/ 50482 w 68580"/>
                                  <a:gd name="connsiteY75" fmla="*/ 15240 h 52387"/>
                                  <a:gd name="connsiteX76" fmla="*/ 55245 w 68580"/>
                                  <a:gd name="connsiteY76" fmla="*/ 13335 h 52387"/>
                                  <a:gd name="connsiteX77" fmla="*/ 60007 w 68580"/>
                                  <a:gd name="connsiteY77" fmla="*/ 11430 h 52387"/>
                                  <a:gd name="connsiteX78" fmla="*/ 66675 w 68580"/>
                                  <a:gd name="connsiteY78" fmla="*/ 8572 h 52387"/>
                                  <a:gd name="connsiteX79" fmla="*/ 68580 w 68580"/>
                                  <a:gd name="connsiteY79" fmla="*/ 7620 h 52387"/>
                                  <a:gd name="connsiteX80" fmla="*/ 66675 w 68580"/>
                                  <a:gd name="connsiteY80" fmla="*/ 8572 h 52387"/>
                                  <a:gd name="connsiteX81" fmla="*/ 60007 w 68580"/>
                                  <a:gd name="connsiteY81" fmla="*/ 11430 h 52387"/>
                                  <a:gd name="connsiteX82" fmla="*/ 55245 w 68580"/>
                                  <a:gd name="connsiteY82" fmla="*/ 13335 h 52387"/>
                                  <a:gd name="connsiteX83" fmla="*/ 50482 w 68580"/>
                                  <a:gd name="connsiteY83" fmla="*/ 15240 h 52387"/>
                                  <a:gd name="connsiteX84" fmla="*/ 44768 w 68580"/>
                                  <a:gd name="connsiteY84" fmla="*/ 17145 h 52387"/>
                                  <a:gd name="connsiteX85" fmla="*/ 39053 w 68580"/>
                                  <a:gd name="connsiteY85" fmla="*/ 19050 h 52387"/>
                                  <a:gd name="connsiteX86" fmla="*/ 33338 w 68580"/>
                                  <a:gd name="connsiteY86" fmla="*/ 20955 h 52387"/>
                                  <a:gd name="connsiteX87" fmla="*/ 27623 w 68580"/>
                                  <a:gd name="connsiteY87" fmla="*/ 22860 h 52387"/>
                                  <a:gd name="connsiteX88" fmla="*/ 22860 w 68580"/>
                                  <a:gd name="connsiteY88" fmla="*/ 23813 h 52387"/>
                                  <a:gd name="connsiteX89" fmla="*/ 18098 w 68580"/>
                                  <a:gd name="connsiteY89" fmla="*/ 24765 h 52387"/>
                                  <a:gd name="connsiteX90" fmla="*/ 13335 w 68580"/>
                                  <a:gd name="connsiteY90" fmla="*/ 26670 h 52387"/>
                                  <a:gd name="connsiteX91" fmla="*/ 14288 w 68580"/>
                                  <a:gd name="connsiteY91" fmla="*/ 24765 h 52387"/>
                                  <a:gd name="connsiteX92" fmla="*/ 18098 w 68580"/>
                                  <a:gd name="connsiteY92" fmla="*/ 20003 h 52387"/>
                                  <a:gd name="connsiteX93" fmla="*/ 22860 w 68580"/>
                                  <a:gd name="connsiteY93" fmla="*/ 15240 h 52387"/>
                                  <a:gd name="connsiteX94" fmla="*/ 27623 w 68580"/>
                                  <a:gd name="connsiteY94" fmla="*/ 10478 h 52387"/>
                                  <a:gd name="connsiteX95" fmla="*/ 31432 w 68580"/>
                                  <a:gd name="connsiteY95" fmla="*/ 6667 h 52387"/>
                                  <a:gd name="connsiteX96" fmla="*/ 38100 w 68580"/>
                                  <a:gd name="connsiteY96" fmla="*/ 2858 h 52387"/>
                                  <a:gd name="connsiteX97" fmla="*/ 38100 w 68580"/>
                                  <a:gd name="connsiteY97" fmla="*/ 2858 h 52387"/>
                                  <a:gd name="connsiteX98" fmla="*/ 31432 w 68580"/>
                                  <a:gd name="connsiteY98" fmla="*/ 6667 h 52387"/>
                                  <a:gd name="connsiteX99" fmla="*/ 26670 w 68580"/>
                                  <a:gd name="connsiteY99" fmla="*/ 10478 h 52387"/>
                                  <a:gd name="connsiteX100" fmla="*/ 21907 w 68580"/>
                                  <a:gd name="connsiteY100" fmla="*/ 14288 h 52387"/>
                                  <a:gd name="connsiteX101" fmla="*/ 17145 w 68580"/>
                                  <a:gd name="connsiteY101" fmla="*/ 19050 h 52387"/>
                                  <a:gd name="connsiteX102" fmla="*/ 15240 w 68580"/>
                                  <a:gd name="connsiteY102" fmla="*/ 20955 h 52387"/>
                                  <a:gd name="connsiteX103" fmla="*/ 15240 w 68580"/>
                                  <a:gd name="connsiteY103" fmla="*/ 19050 h 52387"/>
                                  <a:gd name="connsiteX104" fmla="*/ 15240 w 68580"/>
                                  <a:gd name="connsiteY104" fmla="*/ 15240 h 52387"/>
                                  <a:gd name="connsiteX105" fmla="*/ 15240 w 68580"/>
                                  <a:gd name="connsiteY105" fmla="*/ 10478 h 52387"/>
                                  <a:gd name="connsiteX106" fmla="*/ 16193 w 68580"/>
                                  <a:gd name="connsiteY106" fmla="*/ 5715 h 52387"/>
                                  <a:gd name="connsiteX107" fmla="*/ 18098 w 68580"/>
                                  <a:gd name="connsiteY107" fmla="*/ 1905 h 52387"/>
                                  <a:gd name="connsiteX108" fmla="*/ 19050 w 68580"/>
                                  <a:gd name="connsiteY108" fmla="*/ 953 h 52387"/>
                                  <a:gd name="connsiteX109" fmla="*/ 20955 w 68580"/>
                                  <a:gd name="connsiteY109" fmla="*/ 0 h 52387"/>
                                  <a:gd name="connsiteX110" fmla="*/ 20955 w 68580"/>
                                  <a:gd name="connsiteY110" fmla="*/ 0 h 5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8580" h="52387">
                                    <a:moveTo>
                                      <a:pt x="20955" y="0"/>
                                    </a:moveTo>
                                    <a:cubicBezTo>
                                      <a:pt x="20955" y="0"/>
                                      <a:pt x="20955" y="953"/>
                                      <a:pt x="20955" y="0"/>
                                    </a:cubicBezTo>
                                    <a:cubicBezTo>
                                      <a:pt x="20003" y="953"/>
                                      <a:pt x="20003" y="953"/>
                                      <a:pt x="19050" y="953"/>
                                    </a:cubicBezTo>
                                    <a:cubicBezTo>
                                      <a:pt x="19050" y="953"/>
                                      <a:pt x="18098" y="1905"/>
                                      <a:pt x="18098" y="1905"/>
                                    </a:cubicBezTo>
                                    <a:cubicBezTo>
                                      <a:pt x="17145" y="2858"/>
                                      <a:pt x="16193" y="3810"/>
                                      <a:pt x="16193" y="5715"/>
                                    </a:cubicBezTo>
                                    <a:cubicBezTo>
                                      <a:pt x="15240" y="7620"/>
                                      <a:pt x="15240" y="8572"/>
                                      <a:pt x="15240" y="10478"/>
                                    </a:cubicBezTo>
                                    <a:cubicBezTo>
                                      <a:pt x="14288" y="13335"/>
                                      <a:pt x="14288" y="17145"/>
                                      <a:pt x="14288" y="19050"/>
                                    </a:cubicBezTo>
                                    <a:cubicBezTo>
                                      <a:pt x="14288" y="20955"/>
                                      <a:pt x="13335" y="22860"/>
                                      <a:pt x="13335" y="22860"/>
                                    </a:cubicBezTo>
                                    <a:lnTo>
                                      <a:pt x="12382" y="23813"/>
                                    </a:lnTo>
                                    <a:cubicBezTo>
                                      <a:pt x="10478" y="25717"/>
                                      <a:pt x="9525" y="27622"/>
                                      <a:pt x="8573" y="29528"/>
                                    </a:cubicBezTo>
                                    <a:cubicBezTo>
                                      <a:pt x="7620" y="31433"/>
                                      <a:pt x="6668" y="32385"/>
                                      <a:pt x="5715" y="34290"/>
                                    </a:cubicBezTo>
                                    <a:cubicBezTo>
                                      <a:pt x="5715" y="33338"/>
                                      <a:pt x="5715" y="32385"/>
                                      <a:pt x="5715" y="31433"/>
                                    </a:cubicBezTo>
                                    <a:cubicBezTo>
                                      <a:pt x="5715" y="29528"/>
                                      <a:pt x="4763" y="27622"/>
                                      <a:pt x="3810" y="25717"/>
                                    </a:cubicBezTo>
                                    <a:cubicBezTo>
                                      <a:pt x="2857" y="23813"/>
                                      <a:pt x="2857" y="21908"/>
                                      <a:pt x="1905" y="20003"/>
                                    </a:cubicBezTo>
                                    <a:cubicBezTo>
                                      <a:pt x="953" y="18097"/>
                                      <a:pt x="953" y="16192"/>
                                      <a:pt x="953" y="14288"/>
                                    </a:cubicBezTo>
                                    <a:cubicBezTo>
                                      <a:pt x="953" y="13335"/>
                                      <a:pt x="953" y="12383"/>
                                      <a:pt x="953" y="11430"/>
                                    </a:cubicBezTo>
                                    <a:cubicBezTo>
                                      <a:pt x="953" y="10478"/>
                                      <a:pt x="953" y="9525"/>
                                      <a:pt x="953" y="8572"/>
                                    </a:cubicBezTo>
                                    <a:cubicBezTo>
                                      <a:pt x="953" y="8572"/>
                                      <a:pt x="953" y="8572"/>
                                      <a:pt x="953" y="7620"/>
                                    </a:cubicBezTo>
                                    <a:cubicBezTo>
                                      <a:pt x="953" y="7620"/>
                                      <a:pt x="953" y="7620"/>
                                      <a:pt x="953" y="7620"/>
                                    </a:cubicBezTo>
                                    <a:cubicBezTo>
                                      <a:pt x="953" y="8572"/>
                                      <a:pt x="953" y="9525"/>
                                      <a:pt x="0" y="10478"/>
                                    </a:cubicBezTo>
                                    <a:cubicBezTo>
                                      <a:pt x="0" y="11430"/>
                                      <a:pt x="0" y="12383"/>
                                      <a:pt x="0" y="13335"/>
                                    </a:cubicBezTo>
                                    <a:cubicBezTo>
                                      <a:pt x="0" y="15240"/>
                                      <a:pt x="0" y="17145"/>
                                      <a:pt x="953" y="20003"/>
                                    </a:cubicBezTo>
                                    <a:cubicBezTo>
                                      <a:pt x="1905" y="21908"/>
                                      <a:pt x="1905" y="23813"/>
                                      <a:pt x="2857" y="25717"/>
                                    </a:cubicBezTo>
                                    <a:cubicBezTo>
                                      <a:pt x="3810" y="27622"/>
                                      <a:pt x="3810" y="29528"/>
                                      <a:pt x="3810" y="31433"/>
                                    </a:cubicBezTo>
                                    <a:cubicBezTo>
                                      <a:pt x="3810" y="33338"/>
                                      <a:pt x="3810" y="34290"/>
                                      <a:pt x="3810" y="35242"/>
                                    </a:cubicBezTo>
                                    <a:cubicBezTo>
                                      <a:pt x="3810" y="36195"/>
                                      <a:pt x="3810" y="36195"/>
                                      <a:pt x="3810" y="36195"/>
                                    </a:cubicBezTo>
                                    <a:cubicBezTo>
                                      <a:pt x="2857" y="37147"/>
                                      <a:pt x="2857" y="39053"/>
                                      <a:pt x="1905" y="40005"/>
                                    </a:cubicBezTo>
                                    <a:cubicBezTo>
                                      <a:pt x="953" y="41910"/>
                                      <a:pt x="953" y="43815"/>
                                      <a:pt x="953" y="45720"/>
                                    </a:cubicBezTo>
                                    <a:cubicBezTo>
                                      <a:pt x="953" y="47625"/>
                                      <a:pt x="0" y="48578"/>
                                      <a:pt x="0" y="49530"/>
                                    </a:cubicBezTo>
                                    <a:lnTo>
                                      <a:pt x="0" y="49530"/>
                                    </a:lnTo>
                                    <a:lnTo>
                                      <a:pt x="2857" y="52388"/>
                                    </a:lnTo>
                                    <a:cubicBezTo>
                                      <a:pt x="2857" y="50483"/>
                                      <a:pt x="2857" y="48578"/>
                                      <a:pt x="2857" y="45720"/>
                                    </a:cubicBezTo>
                                    <a:cubicBezTo>
                                      <a:pt x="2857" y="44767"/>
                                      <a:pt x="2857" y="43815"/>
                                      <a:pt x="2857" y="42863"/>
                                    </a:cubicBezTo>
                                    <a:cubicBezTo>
                                      <a:pt x="2857" y="42863"/>
                                      <a:pt x="2857" y="42863"/>
                                      <a:pt x="2857" y="42863"/>
                                    </a:cubicBezTo>
                                    <a:cubicBezTo>
                                      <a:pt x="2857" y="42863"/>
                                      <a:pt x="3810" y="41910"/>
                                      <a:pt x="4763" y="41910"/>
                                    </a:cubicBezTo>
                                    <a:cubicBezTo>
                                      <a:pt x="5715" y="41910"/>
                                      <a:pt x="6668" y="40958"/>
                                      <a:pt x="7620" y="40958"/>
                                    </a:cubicBezTo>
                                    <a:cubicBezTo>
                                      <a:pt x="8573" y="40958"/>
                                      <a:pt x="10478" y="40005"/>
                                      <a:pt x="11430" y="40005"/>
                                    </a:cubicBezTo>
                                    <a:cubicBezTo>
                                      <a:pt x="13335" y="40005"/>
                                      <a:pt x="14288" y="39053"/>
                                      <a:pt x="16193" y="39053"/>
                                    </a:cubicBezTo>
                                    <a:cubicBezTo>
                                      <a:pt x="18098" y="39053"/>
                                      <a:pt x="20003" y="38100"/>
                                      <a:pt x="21907" y="38100"/>
                                    </a:cubicBezTo>
                                    <a:cubicBezTo>
                                      <a:pt x="23813" y="38100"/>
                                      <a:pt x="25718" y="37147"/>
                                      <a:pt x="27623" y="37147"/>
                                    </a:cubicBezTo>
                                    <a:cubicBezTo>
                                      <a:pt x="29528" y="37147"/>
                                      <a:pt x="31432" y="36195"/>
                                      <a:pt x="33338" y="35242"/>
                                    </a:cubicBezTo>
                                    <a:cubicBezTo>
                                      <a:pt x="35243" y="34290"/>
                                      <a:pt x="37148" y="34290"/>
                                      <a:pt x="39053" y="33338"/>
                                    </a:cubicBezTo>
                                    <a:cubicBezTo>
                                      <a:pt x="40957" y="32385"/>
                                      <a:pt x="42863" y="31433"/>
                                      <a:pt x="44768" y="31433"/>
                                    </a:cubicBezTo>
                                    <a:cubicBezTo>
                                      <a:pt x="46673" y="30480"/>
                                      <a:pt x="48578" y="29528"/>
                                      <a:pt x="49530" y="29528"/>
                                    </a:cubicBezTo>
                                    <a:cubicBezTo>
                                      <a:pt x="50482" y="29528"/>
                                      <a:pt x="51435" y="28575"/>
                                      <a:pt x="51435" y="28575"/>
                                    </a:cubicBezTo>
                                    <a:cubicBezTo>
                                      <a:pt x="52388" y="28575"/>
                                      <a:pt x="52388" y="27622"/>
                                      <a:pt x="53340" y="27622"/>
                                    </a:cubicBezTo>
                                    <a:cubicBezTo>
                                      <a:pt x="54293" y="26670"/>
                                      <a:pt x="56198" y="25717"/>
                                      <a:pt x="57150" y="25717"/>
                                    </a:cubicBezTo>
                                    <a:cubicBezTo>
                                      <a:pt x="58103" y="24765"/>
                                      <a:pt x="59055" y="24765"/>
                                      <a:pt x="60007" y="23813"/>
                                    </a:cubicBezTo>
                                    <a:cubicBezTo>
                                      <a:pt x="60960" y="23813"/>
                                      <a:pt x="60960" y="22860"/>
                                      <a:pt x="60960" y="22860"/>
                                    </a:cubicBezTo>
                                    <a:cubicBezTo>
                                      <a:pt x="60960" y="22860"/>
                                      <a:pt x="60007" y="23813"/>
                                      <a:pt x="60007" y="23813"/>
                                    </a:cubicBezTo>
                                    <a:cubicBezTo>
                                      <a:pt x="59055" y="24765"/>
                                      <a:pt x="58103" y="24765"/>
                                      <a:pt x="57150" y="25717"/>
                                    </a:cubicBezTo>
                                    <a:cubicBezTo>
                                      <a:pt x="56198" y="26670"/>
                                      <a:pt x="55245" y="26670"/>
                                      <a:pt x="53340" y="27622"/>
                                    </a:cubicBezTo>
                                    <a:cubicBezTo>
                                      <a:pt x="52388" y="27622"/>
                                      <a:pt x="52388" y="28575"/>
                                      <a:pt x="51435" y="28575"/>
                                    </a:cubicBezTo>
                                    <a:cubicBezTo>
                                      <a:pt x="50482" y="28575"/>
                                      <a:pt x="49530" y="29528"/>
                                      <a:pt x="49530" y="29528"/>
                                    </a:cubicBezTo>
                                    <a:cubicBezTo>
                                      <a:pt x="47625" y="30480"/>
                                      <a:pt x="46673" y="31433"/>
                                      <a:pt x="44768" y="31433"/>
                                    </a:cubicBezTo>
                                    <a:cubicBezTo>
                                      <a:pt x="42863" y="32385"/>
                                      <a:pt x="40957" y="33338"/>
                                      <a:pt x="39053" y="33338"/>
                                    </a:cubicBezTo>
                                    <a:cubicBezTo>
                                      <a:pt x="37148" y="34290"/>
                                      <a:pt x="35243" y="34290"/>
                                      <a:pt x="33338" y="35242"/>
                                    </a:cubicBezTo>
                                    <a:cubicBezTo>
                                      <a:pt x="31432" y="36195"/>
                                      <a:pt x="29528" y="36195"/>
                                      <a:pt x="27623" y="37147"/>
                                    </a:cubicBezTo>
                                    <a:cubicBezTo>
                                      <a:pt x="25718" y="37147"/>
                                      <a:pt x="23813" y="38100"/>
                                      <a:pt x="21907" y="38100"/>
                                    </a:cubicBezTo>
                                    <a:cubicBezTo>
                                      <a:pt x="20003" y="38100"/>
                                      <a:pt x="18098" y="39053"/>
                                      <a:pt x="16193" y="39053"/>
                                    </a:cubicBezTo>
                                    <a:cubicBezTo>
                                      <a:pt x="14288" y="39053"/>
                                      <a:pt x="13335" y="39053"/>
                                      <a:pt x="11430" y="40005"/>
                                    </a:cubicBezTo>
                                    <a:cubicBezTo>
                                      <a:pt x="9525" y="40005"/>
                                      <a:pt x="8573" y="40958"/>
                                      <a:pt x="7620" y="40958"/>
                                    </a:cubicBezTo>
                                    <a:cubicBezTo>
                                      <a:pt x="6668" y="40958"/>
                                      <a:pt x="5715" y="41910"/>
                                      <a:pt x="4763" y="41910"/>
                                    </a:cubicBezTo>
                                    <a:cubicBezTo>
                                      <a:pt x="4763" y="41910"/>
                                      <a:pt x="4763" y="41910"/>
                                      <a:pt x="4763" y="41910"/>
                                    </a:cubicBezTo>
                                    <a:lnTo>
                                      <a:pt x="4763" y="40958"/>
                                    </a:lnTo>
                                    <a:cubicBezTo>
                                      <a:pt x="5715" y="39053"/>
                                      <a:pt x="5715" y="37147"/>
                                      <a:pt x="6668" y="35242"/>
                                    </a:cubicBezTo>
                                    <a:cubicBezTo>
                                      <a:pt x="7620" y="33338"/>
                                      <a:pt x="8573" y="31433"/>
                                      <a:pt x="10478" y="29528"/>
                                    </a:cubicBezTo>
                                    <a:lnTo>
                                      <a:pt x="11430" y="28575"/>
                                    </a:lnTo>
                                    <a:cubicBezTo>
                                      <a:pt x="11430" y="28575"/>
                                      <a:pt x="12382" y="27622"/>
                                      <a:pt x="12382" y="27622"/>
                                    </a:cubicBezTo>
                                    <a:cubicBezTo>
                                      <a:pt x="13335" y="26670"/>
                                      <a:pt x="16193" y="25717"/>
                                      <a:pt x="19050" y="24765"/>
                                    </a:cubicBezTo>
                                    <a:cubicBezTo>
                                      <a:pt x="20003" y="24765"/>
                                      <a:pt x="21907" y="23813"/>
                                      <a:pt x="23813" y="23813"/>
                                    </a:cubicBezTo>
                                    <a:cubicBezTo>
                                      <a:pt x="25718" y="23813"/>
                                      <a:pt x="26670" y="22860"/>
                                      <a:pt x="28575" y="22860"/>
                                    </a:cubicBezTo>
                                    <a:cubicBezTo>
                                      <a:pt x="30480" y="21908"/>
                                      <a:pt x="32385" y="21908"/>
                                      <a:pt x="34290" y="20955"/>
                                    </a:cubicBezTo>
                                    <a:cubicBezTo>
                                      <a:pt x="36195" y="20003"/>
                                      <a:pt x="38100" y="20003"/>
                                      <a:pt x="40005" y="19050"/>
                                    </a:cubicBezTo>
                                    <a:cubicBezTo>
                                      <a:pt x="41910" y="18097"/>
                                      <a:pt x="43815" y="18097"/>
                                      <a:pt x="45720" y="17145"/>
                                    </a:cubicBezTo>
                                    <a:lnTo>
                                      <a:pt x="50482" y="15240"/>
                                    </a:lnTo>
                                    <a:cubicBezTo>
                                      <a:pt x="52388" y="14288"/>
                                      <a:pt x="53340" y="14288"/>
                                      <a:pt x="55245" y="13335"/>
                                    </a:cubicBezTo>
                                    <a:cubicBezTo>
                                      <a:pt x="57150" y="12383"/>
                                      <a:pt x="58103" y="12383"/>
                                      <a:pt x="60007" y="11430"/>
                                    </a:cubicBezTo>
                                    <a:cubicBezTo>
                                      <a:pt x="62865" y="10478"/>
                                      <a:pt x="64770" y="9525"/>
                                      <a:pt x="66675" y="8572"/>
                                    </a:cubicBezTo>
                                    <a:cubicBezTo>
                                      <a:pt x="67628" y="8572"/>
                                      <a:pt x="67628" y="7620"/>
                                      <a:pt x="68580" y="7620"/>
                                    </a:cubicBezTo>
                                    <a:cubicBezTo>
                                      <a:pt x="68580" y="7620"/>
                                      <a:pt x="67628" y="7620"/>
                                      <a:pt x="66675" y="8572"/>
                                    </a:cubicBezTo>
                                    <a:cubicBezTo>
                                      <a:pt x="64770" y="9525"/>
                                      <a:pt x="62865" y="10478"/>
                                      <a:pt x="60007" y="11430"/>
                                    </a:cubicBezTo>
                                    <a:cubicBezTo>
                                      <a:pt x="59055" y="12383"/>
                                      <a:pt x="57150" y="12383"/>
                                      <a:pt x="55245" y="13335"/>
                                    </a:cubicBezTo>
                                    <a:cubicBezTo>
                                      <a:pt x="53340" y="14288"/>
                                      <a:pt x="52388" y="14288"/>
                                      <a:pt x="50482" y="15240"/>
                                    </a:cubicBezTo>
                                    <a:cubicBezTo>
                                      <a:pt x="48578" y="16192"/>
                                      <a:pt x="46673" y="16192"/>
                                      <a:pt x="44768" y="17145"/>
                                    </a:cubicBezTo>
                                    <a:cubicBezTo>
                                      <a:pt x="42863" y="18097"/>
                                      <a:pt x="40957" y="18097"/>
                                      <a:pt x="39053" y="19050"/>
                                    </a:cubicBezTo>
                                    <a:cubicBezTo>
                                      <a:pt x="37148" y="20003"/>
                                      <a:pt x="35243" y="20003"/>
                                      <a:pt x="33338" y="20955"/>
                                    </a:cubicBezTo>
                                    <a:cubicBezTo>
                                      <a:pt x="31432" y="21908"/>
                                      <a:pt x="29528" y="21908"/>
                                      <a:pt x="27623" y="22860"/>
                                    </a:cubicBezTo>
                                    <a:cubicBezTo>
                                      <a:pt x="25718" y="23813"/>
                                      <a:pt x="23813" y="23813"/>
                                      <a:pt x="22860" y="23813"/>
                                    </a:cubicBezTo>
                                    <a:cubicBezTo>
                                      <a:pt x="20955" y="23813"/>
                                      <a:pt x="20003" y="24765"/>
                                      <a:pt x="18098" y="24765"/>
                                    </a:cubicBezTo>
                                    <a:cubicBezTo>
                                      <a:pt x="16193" y="24765"/>
                                      <a:pt x="14288" y="25717"/>
                                      <a:pt x="13335" y="26670"/>
                                    </a:cubicBezTo>
                                    <a:lnTo>
                                      <a:pt x="14288" y="24765"/>
                                    </a:lnTo>
                                    <a:cubicBezTo>
                                      <a:pt x="15240" y="22860"/>
                                      <a:pt x="17145" y="20955"/>
                                      <a:pt x="18098" y="20003"/>
                                    </a:cubicBezTo>
                                    <a:cubicBezTo>
                                      <a:pt x="19050" y="18097"/>
                                      <a:pt x="20955" y="17145"/>
                                      <a:pt x="22860" y="15240"/>
                                    </a:cubicBezTo>
                                    <a:cubicBezTo>
                                      <a:pt x="23813" y="13335"/>
                                      <a:pt x="25718" y="12383"/>
                                      <a:pt x="27623" y="10478"/>
                                    </a:cubicBezTo>
                                    <a:cubicBezTo>
                                      <a:pt x="28575" y="9525"/>
                                      <a:pt x="30480" y="7620"/>
                                      <a:pt x="31432" y="6667"/>
                                    </a:cubicBezTo>
                                    <a:cubicBezTo>
                                      <a:pt x="34290" y="4763"/>
                                      <a:pt x="36195" y="2858"/>
                                      <a:pt x="38100" y="2858"/>
                                    </a:cubicBezTo>
                                    <a:lnTo>
                                      <a:pt x="38100" y="2858"/>
                                    </a:lnTo>
                                    <a:cubicBezTo>
                                      <a:pt x="36195" y="2858"/>
                                      <a:pt x="33338" y="4763"/>
                                      <a:pt x="31432" y="6667"/>
                                    </a:cubicBezTo>
                                    <a:cubicBezTo>
                                      <a:pt x="30480" y="7620"/>
                                      <a:pt x="28575" y="8572"/>
                                      <a:pt x="26670" y="10478"/>
                                    </a:cubicBezTo>
                                    <a:cubicBezTo>
                                      <a:pt x="24765" y="11430"/>
                                      <a:pt x="23813" y="13335"/>
                                      <a:pt x="21907" y="14288"/>
                                    </a:cubicBezTo>
                                    <a:cubicBezTo>
                                      <a:pt x="20003" y="16192"/>
                                      <a:pt x="19050" y="17145"/>
                                      <a:pt x="17145" y="19050"/>
                                    </a:cubicBezTo>
                                    <a:lnTo>
                                      <a:pt x="15240" y="20955"/>
                                    </a:lnTo>
                                    <a:cubicBezTo>
                                      <a:pt x="15240" y="20003"/>
                                      <a:pt x="15240" y="20003"/>
                                      <a:pt x="15240" y="19050"/>
                                    </a:cubicBezTo>
                                    <a:cubicBezTo>
                                      <a:pt x="15240" y="18097"/>
                                      <a:pt x="15240" y="16192"/>
                                      <a:pt x="15240" y="15240"/>
                                    </a:cubicBezTo>
                                    <a:cubicBezTo>
                                      <a:pt x="15240" y="13335"/>
                                      <a:pt x="15240" y="12383"/>
                                      <a:pt x="15240" y="10478"/>
                                    </a:cubicBezTo>
                                    <a:cubicBezTo>
                                      <a:pt x="15240" y="8572"/>
                                      <a:pt x="16193" y="7620"/>
                                      <a:pt x="16193" y="5715"/>
                                    </a:cubicBezTo>
                                    <a:cubicBezTo>
                                      <a:pt x="16193" y="3810"/>
                                      <a:pt x="17145" y="2858"/>
                                      <a:pt x="18098" y="1905"/>
                                    </a:cubicBezTo>
                                    <a:cubicBezTo>
                                      <a:pt x="18098" y="953"/>
                                      <a:pt x="19050" y="953"/>
                                      <a:pt x="19050" y="953"/>
                                    </a:cubicBezTo>
                                    <a:cubicBezTo>
                                      <a:pt x="20003" y="953"/>
                                      <a:pt x="20003" y="953"/>
                                      <a:pt x="20955" y="0"/>
                                    </a:cubicBezTo>
                                    <a:cubicBezTo>
                                      <a:pt x="20955" y="953"/>
                                      <a:pt x="20955" y="0"/>
                                      <a:pt x="20955" y="0"/>
                                    </a:cubicBezTo>
                                    <a:close/>
                                  </a:path>
                                </a:pathLst>
                              </a:custGeom>
                              <a:grpFill/>
                              <a:ln w="9525" cap="flat">
                                <a:noFill/>
                                <a:prstDash val="solid"/>
                                <a:miter/>
                              </a:ln>
                            </p:spPr>
                            <p:txBody>
                              <a:bodyPr rtlCol="0" anchor="ctr"/>
                              <a:lstStyle/>
                              <a:p>
                                <a:endParaRPr lang="en-US"/>
                              </a:p>
                            </p:txBody>
                          </p:sp>
                        </p:grpSp>
                      </p:grpSp>
                    </p:grpSp>
                  </p:grpSp>
                </p:grpSp>
                <p:grpSp>
                  <p:nvGrpSpPr>
                    <p:cNvPr id="373" name="Graphic 2">
                      <a:extLst>
                        <a:ext uri="{FF2B5EF4-FFF2-40B4-BE49-F238E27FC236}">
                          <a16:creationId xmlns:a16="http://schemas.microsoft.com/office/drawing/2014/main" id="{AE736AF3-0337-429B-AEF1-DA4B52809559}"/>
                        </a:ext>
                      </a:extLst>
                    </p:cNvPr>
                    <p:cNvGrpSpPr/>
                    <p:nvPr/>
                  </p:nvGrpSpPr>
                  <p:grpSpPr>
                    <a:xfrm>
                      <a:off x="1447028" y="1290509"/>
                      <a:ext cx="587692" cy="1279207"/>
                      <a:chOff x="1447028" y="1290509"/>
                      <a:chExt cx="587692" cy="1279207"/>
                    </a:xfrm>
                  </p:grpSpPr>
                  <p:grpSp>
                    <p:nvGrpSpPr>
                      <p:cNvPr id="374" name="Graphic 2">
                        <a:extLst>
                          <a:ext uri="{FF2B5EF4-FFF2-40B4-BE49-F238E27FC236}">
                            <a16:creationId xmlns:a16="http://schemas.microsoft.com/office/drawing/2014/main" id="{AE736AF3-0337-429B-AEF1-DA4B52809559}"/>
                          </a:ext>
                        </a:extLst>
                      </p:cNvPr>
                      <p:cNvGrpSpPr/>
                      <p:nvPr/>
                    </p:nvGrpSpPr>
                    <p:grpSpPr>
                      <a:xfrm>
                        <a:off x="1697536" y="1381949"/>
                        <a:ext cx="86677" cy="913447"/>
                        <a:chOff x="1697536" y="1381949"/>
                        <a:chExt cx="86677" cy="913447"/>
                      </a:xfrm>
                      <a:solidFill>
                        <a:srgbClr val="5052A6"/>
                      </a:solidFill>
                    </p:grpSpPr>
                    <p:sp>
                      <p:nvSpPr>
                        <p:cNvPr id="375" name="Freeform: Shape 374">
                          <a:extLst>
                            <a:ext uri="{FF2B5EF4-FFF2-40B4-BE49-F238E27FC236}">
                              <a16:creationId xmlns:a16="http://schemas.microsoft.com/office/drawing/2014/main" id="{EC85CCEC-D441-4FDF-AA4B-BF5DCF8AD633}"/>
                            </a:ext>
                          </a:extLst>
                        </p:cNvPr>
                        <p:cNvSpPr/>
                        <p:nvPr/>
                      </p:nvSpPr>
                      <p:spPr>
                        <a:xfrm>
                          <a:off x="1776594" y="1381949"/>
                          <a:ext cx="7620" cy="913447"/>
                        </a:xfrm>
                        <a:custGeom>
                          <a:avLst/>
                          <a:gdLst>
                            <a:gd name="connsiteX0" fmla="*/ 0 w 7620"/>
                            <a:gd name="connsiteY0" fmla="*/ 0 h 913447"/>
                            <a:gd name="connsiteX1" fmla="*/ 7620 w 7620"/>
                            <a:gd name="connsiteY1" fmla="*/ 0 h 913447"/>
                            <a:gd name="connsiteX2" fmla="*/ 7620 w 7620"/>
                            <a:gd name="connsiteY2" fmla="*/ 913447 h 913447"/>
                            <a:gd name="connsiteX3" fmla="*/ 0 w 7620"/>
                            <a:gd name="connsiteY3" fmla="*/ 913447 h 913447"/>
                          </a:gdLst>
                          <a:ahLst/>
                          <a:cxnLst>
                            <a:cxn ang="0">
                              <a:pos x="connsiteX0" y="connsiteY0"/>
                            </a:cxn>
                            <a:cxn ang="0">
                              <a:pos x="connsiteX1" y="connsiteY1"/>
                            </a:cxn>
                            <a:cxn ang="0">
                              <a:pos x="connsiteX2" y="connsiteY2"/>
                            </a:cxn>
                            <a:cxn ang="0">
                              <a:pos x="connsiteX3" y="connsiteY3"/>
                            </a:cxn>
                          </a:cxnLst>
                          <a:rect l="l" t="t" r="r" b="b"/>
                          <a:pathLst>
                            <a:path w="7620" h="913447">
                              <a:moveTo>
                                <a:pt x="0" y="0"/>
                              </a:moveTo>
                              <a:lnTo>
                                <a:pt x="7620" y="0"/>
                              </a:lnTo>
                              <a:lnTo>
                                <a:pt x="7620" y="913447"/>
                              </a:lnTo>
                              <a:lnTo>
                                <a:pt x="0" y="913447"/>
                              </a:lnTo>
                              <a:close/>
                            </a:path>
                          </a:pathLst>
                        </a:custGeom>
                        <a:solidFill>
                          <a:schemeClr val="tx2"/>
                        </a:solidFill>
                        <a:ln w="9525" cap="flat">
                          <a:noFill/>
                          <a:prstDash val="solid"/>
                          <a:miter/>
                        </a:ln>
                      </p:spPr>
                      <p:txBody>
                        <a:bodyPr rtlCol="0" anchor="ctr"/>
                        <a:lstStyle/>
                        <a:p>
                          <a:endParaRPr lang="en-US"/>
                        </a:p>
                      </p:txBody>
                    </p:sp>
                    <p:sp>
                      <p:nvSpPr>
                        <p:cNvPr id="376" name="Freeform: Shape 375">
                          <a:extLst>
                            <a:ext uri="{FF2B5EF4-FFF2-40B4-BE49-F238E27FC236}">
                              <a16:creationId xmlns:a16="http://schemas.microsoft.com/office/drawing/2014/main" id="{314B0B8C-99FD-4874-8B9C-C6C3E64195F5}"/>
                            </a:ext>
                          </a:extLst>
                        </p:cNvPr>
                        <p:cNvSpPr/>
                        <p:nvPr/>
                      </p:nvSpPr>
                      <p:spPr>
                        <a:xfrm>
                          <a:off x="1697536" y="1381949"/>
                          <a:ext cx="7620" cy="913447"/>
                        </a:xfrm>
                        <a:custGeom>
                          <a:avLst/>
                          <a:gdLst>
                            <a:gd name="connsiteX0" fmla="*/ 0 w 7620"/>
                            <a:gd name="connsiteY0" fmla="*/ 0 h 913447"/>
                            <a:gd name="connsiteX1" fmla="*/ 7620 w 7620"/>
                            <a:gd name="connsiteY1" fmla="*/ 0 h 913447"/>
                            <a:gd name="connsiteX2" fmla="*/ 7620 w 7620"/>
                            <a:gd name="connsiteY2" fmla="*/ 913447 h 913447"/>
                            <a:gd name="connsiteX3" fmla="*/ 0 w 7620"/>
                            <a:gd name="connsiteY3" fmla="*/ 913447 h 913447"/>
                          </a:gdLst>
                          <a:ahLst/>
                          <a:cxnLst>
                            <a:cxn ang="0">
                              <a:pos x="connsiteX0" y="connsiteY0"/>
                            </a:cxn>
                            <a:cxn ang="0">
                              <a:pos x="connsiteX1" y="connsiteY1"/>
                            </a:cxn>
                            <a:cxn ang="0">
                              <a:pos x="connsiteX2" y="connsiteY2"/>
                            </a:cxn>
                            <a:cxn ang="0">
                              <a:pos x="connsiteX3" y="connsiteY3"/>
                            </a:cxn>
                          </a:cxnLst>
                          <a:rect l="l" t="t" r="r" b="b"/>
                          <a:pathLst>
                            <a:path w="7620" h="913447">
                              <a:moveTo>
                                <a:pt x="0" y="0"/>
                              </a:moveTo>
                              <a:lnTo>
                                <a:pt x="7620" y="0"/>
                              </a:lnTo>
                              <a:lnTo>
                                <a:pt x="7620" y="913447"/>
                              </a:lnTo>
                              <a:lnTo>
                                <a:pt x="0" y="913447"/>
                              </a:lnTo>
                              <a:close/>
                            </a:path>
                          </a:pathLst>
                        </a:custGeom>
                        <a:solidFill>
                          <a:schemeClr val="tx2"/>
                        </a:solidFill>
                        <a:ln w="9525" cap="flat">
                          <a:noFill/>
                          <a:prstDash val="solid"/>
                          <a:miter/>
                        </a:ln>
                      </p:spPr>
                      <p:txBody>
                        <a:bodyPr rtlCol="0" anchor="ctr"/>
                        <a:lstStyle/>
                        <a:p>
                          <a:endParaRPr lang="en-US"/>
                        </a:p>
                      </p:txBody>
                    </p:sp>
                  </p:grpSp>
                  <p:grpSp>
                    <p:nvGrpSpPr>
                      <p:cNvPr id="377" name="Graphic 2">
                        <a:extLst>
                          <a:ext uri="{FF2B5EF4-FFF2-40B4-BE49-F238E27FC236}">
                            <a16:creationId xmlns:a16="http://schemas.microsoft.com/office/drawing/2014/main" id="{AE736AF3-0337-429B-AEF1-DA4B52809559}"/>
                          </a:ext>
                        </a:extLst>
                      </p:cNvPr>
                      <p:cNvGrpSpPr/>
                      <p:nvPr/>
                    </p:nvGrpSpPr>
                    <p:grpSpPr>
                      <a:xfrm>
                        <a:off x="1623241" y="1290509"/>
                        <a:ext cx="235267" cy="91440"/>
                        <a:chOff x="1623241" y="1290509"/>
                        <a:chExt cx="235267" cy="91440"/>
                      </a:xfrm>
                      <a:solidFill>
                        <a:srgbClr val="5052A6"/>
                      </a:solidFill>
                    </p:grpSpPr>
                    <p:sp>
                      <p:nvSpPr>
                        <p:cNvPr id="378" name="Freeform: Shape 377">
                          <a:extLst>
                            <a:ext uri="{FF2B5EF4-FFF2-40B4-BE49-F238E27FC236}">
                              <a16:creationId xmlns:a16="http://schemas.microsoft.com/office/drawing/2014/main" id="{A801A730-69B4-4BC6-9D30-34C2AC919B38}"/>
                            </a:ext>
                          </a:extLst>
                        </p:cNvPr>
                        <p:cNvSpPr/>
                        <p:nvPr/>
                      </p:nvSpPr>
                      <p:spPr>
                        <a:xfrm>
                          <a:off x="1842316" y="1290509"/>
                          <a:ext cx="16192" cy="91440"/>
                        </a:xfrm>
                        <a:custGeom>
                          <a:avLst/>
                          <a:gdLst>
                            <a:gd name="connsiteX0" fmla="*/ 0 w 16192"/>
                            <a:gd name="connsiteY0" fmla="*/ 0 h 91440"/>
                            <a:gd name="connsiteX1" fmla="*/ 16193 w 16192"/>
                            <a:gd name="connsiteY1" fmla="*/ 0 h 91440"/>
                            <a:gd name="connsiteX2" fmla="*/ 16193 w 16192"/>
                            <a:gd name="connsiteY2" fmla="*/ 91440 h 91440"/>
                            <a:gd name="connsiteX3" fmla="*/ 0 w 16192"/>
                            <a:gd name="connsiteY3" fmla="*/ 91440 h 91440"/>
                          </a:gdLst>
                          <a:ahLst/>
                          <a:cxnLst>
                            <a:cxn ang="0">
                              <a:pos x="connsiteX0" y="connsiteY0"/>
                            </a:cxn>
                            <a:cxn ang="0">
                              <a:pos x="connsiteX1" y="connsiteY1"/>
                            </a:cxn>
                            <a:cxn ang="0">
                              <a:pos x="connsiteX2" y="connsiteY2"/>
                            </a:cxn>
                            <a:cxn ang="0">
                              <a:pos x="connsiteX3" y="connsiteY3"/>
                            </a:cxn>
                          </a:cxnLst>
                          <a:rect l="l" t="t" r="r" b="b"/>
                          <a:pathLst>
                            <a:path w="16192" h="91440">
                              <a:moveTo>
                                <a:pt x="0" y="0"/>
                              </a:moveTo>
                              <a:lnTo>
                                <a:pt x="16193" y="0"/>
                              </a:lnTo>
                              <a:lnTo>
                                <a:pt x="16193" y="91440"/>
                              </a:lnTo>
                              <a:lnTo>
                                <a:pt x="0" y="91440"/>
                              </a:lnTo>
                              <a:close/>
                            </a:path>
                          </a:pathLst>
                        </a:custGeom>
                        <a:solidFill>
                          <a:schemeClr val="tx2"/>
                        </a:solidFill>
                        <a:ln w="9525" cap="flat">
                          <a:noFill/>
                          <a:prstDash val="solid"/>
                          <a:miter/>
                        </a:ln>
                      </p:spPr>
                      <p:txBody>
                        <a:bodyPr rtlCol="0" anchor="ctr"/>
                        <a:lstStyle/>
                        <a:p>
                          <a:endParaRPr lang="en-US"/>
                        </a:p>
                      </p:txBody>
                    </p:sp>
                    <p:sp>
                      <p:nvSpPr>
                        <p:cNvPr id="379" name="Freeform: Shape 378">
                          <a:extLst>
                            <a:ext uri="{FF2B5EF4-FFF2-40B4-BE49-F238E27FC236}">
                              <a16:creationId xmlns:a16="http://schemas.microsoft.com/office/drawing/2014/main" id="{F1725280-ACF7-44E4-9312-335024558239}"/>
                            </a:ext>
                          </a:extLst>
                        </p:cNvPr>
                        <p:cNvSpPr/>
                        <p:nvPr/>
                      </p:nvSpPr>
                      <p:spPr>
                        <a:xfrm>
                          <a:off x="1623241" y="1290509"/>
                          <a:ext cx="16192" cy="91440"/>
                        </a:xfrm>
                        <a:custGeom>
                          <a:avLst/>
                          <a:gdLst>
                            <a:gd name="connsiteX0" fmla="*/ 0 w 16192"/>
                            <a:gd name="connsiteY0" fmla="*/ 0 h 91440"/>
                            <a:gd name="connsiteX1" fmla="*/ 16193 w 16192"/>
                            <a:gd name="connsiteY1" fmla="*/ 0 h 91440"/>
                            <a:gd name="connsiteX2" fmla="*/ 16193 w 16192"/>
                            <a:gd name="connsiteY2" fmla="*/ 91440 h 91440"/>
                            <a:gd name="connsiteX3" fmla="*/ 0 w 16192"/>
                            <a:gd name="connsiteY3" fmla="*/ 91440 h 91440"/>
                          </a:gdLst>
                          <a:ahLst/>
                          <a:cxnLst>
                            <a:cxn ang="0">
                              <a:pos x="connsiteX0" y="connsiteY0"/>
                            </a:cxn>
                            <a:cxn ang="0">
                              <a:pos x="connsiteX1" y="connsiteY1"/>
                            </a:cxn>
                            <a:cxn ang="0">
                              <a:pos x="connsiteX2" y="connsiteY2"/>
                            </a:cxn>
                            <a:cxn ang="0">
                              <a:pos x="connsiteX3" y="connsiteY3"/>
                            </a:cxn>
                          </a:cxnLst>
                          <a:rect l="l" t="t" r="r" b="b"/>
                          <a:pathLst>
                            <a:path w="16192" h="91440">
                              <a:moveTo>
                                <a:pt x="0" y="0"/>
                              </a:moveTo>
                              <a:lnTo>
                                <a:pt x="16193" y="0"/>
                              </a:lnTo>
                              <a:lnTo>
                                <a:pt x="16193" y="91440"/>
                              </a:lnTo>
                              <a:lnTo>
                                <a:pt x="0" y="91440"/>
                              </a:lnTo>
                              <a:close/>
                            </a:path>
                          </a:pathLst>
                        </a:custGeom>
                        <a:solidFill>
                          <a:schemeClr val="tx2"/>
                        </a:solidFill>
                        <a:ln w="9525" cap="flat">
                          <a:noFill/>
                          <a:prstDash val="solid"/>
                          <a:miter/>
                        </a:ln>
                      </p:spPr>
                      <p:txBody>
                        <a:bodyPr rtlCol="0" anchor="ctr"/>
                        <a:lstStyle/>
                        <a:p>
                          <a:endParaRPr lang="en-US"/>
                        </a:p>
                      </p:txBody>
                    </p:sp>
                  </p:grpSp>
                  <p:sp>
                    <p:nvSpPr>
                      <p:cNvPr id="380" name="Freeform: Shape 379">
                        <a:extLst>
                          <a:ext uri="{FF2B5EF4-FFF2-40B4-BE49-F238E27FC236}">
                            <a16:creationId xmlns:a16="http://schemas.microsoft.com/office/drawing/2014/main" id="{31BDDC9D-B1FC-40D7-AA29-5C7CC9CA719E}"/>
                          </a:ext>
                        </a:extLst>
                      </p:cNvPr>
                      <p:cNvSpPr/>
                      <p:nvPr/>
                    </p:nvSpPr>
                    <p:spPr>
                      <a:xfrm>
                        <a:off x="1447028" y="2278252"/>
                        <a:ext cx="587692" cy="291464"/>
                      </a:xfrm>
                      <a:custGeom>
                        <a:avLst/>
                        <a:gdLst>
                          <a:gd name="connsiteX0" fmla="*/ 166688 w 587692"/>
                          <a:gd name="connsiteY0" fmla="*/ 0 h 291464"/>
                          <a:gd name="connsiteX1" fmla="*/ 421005 w 587692"/>
                          <a:gd name="connsiteY1" fmla="*/ 0 h 291464"/>
                          <a:gd name="connsiteX2" fmla="*/ 587693 w 587692"/>
                          <a:gd name="connsiteY2" fmla="*/ 291465 h 291464"/>
                          <a:gd name="connsiteX3" fmla="*/ 0 w 587692"/>
                          <a:gd name="connsiteY3" fmla="*/ 291465 h 291464"/>
                        </a:gdLst>
                        <a:ahLst/>
                        <a:cxnLst>
                          <a:cxn ang="0">
                            <a:pos x="connsiteX0" y="connsiteY0"/>
                          </a:cxn>
                          <a:cxn ang="0">
                            <a:pos x="connsiteX1" y="connsiteY1"/>
                          </a:cxn>
                          <a:cxn ang="0">
                            <a:pos x="connsiteX2" y="connsiteY2"/>
                          </a:cxn>
                          <a:cxn ang="0">
                            <a:pos x="connsiteX3" y="connsiteY3"/>
                          </a:cxn>
                        </a:cxnLst>
                        <a:rect l="l" t="t" r="r" b="b"/>
                        <a:pathLst>
                          <a:path w="587692" h="291464">
                            <a:moveTo>
                              <a:pt x="166688" y="0"/>
                            </a:moveTo>
                            <a:lnTo>
                              <a:pt x="421005" y="0"/>
                            </a:lnTo>
                            <a:lnTo>
                              <a:pt x="587693" y="291465"/>
                            </a:lnTo>
                            <a:lnTo>
                              <a:pt x="0" y="291465"/>
                            </a:lnTo>
                            <a:close/>
                          </a:path>
                        </a:pathLst>
                      </a:custGeom>
                      <a:solidFill>
                        <a:schemeClr val="tx2"/>
                      </a:solidFill>
                      <a:ln w="9525" cap="flat">
                        <a:noFill/>
                        <a:prstDash val="solid"/>
                        <a:miter/>
                      </a:ln>
                    </p:spPr>
                    <p:txBody>
                      <a:bodyPr rtlCol="0" anchor="ctr"/>
                      <a:lstStyle/>
                      <a:p>
                        <a:endParaRPr lang="en-US"/>
                      </a:p>
                    </p:txBody>
                  </p:sp>
                  <p:sp>
                    <p:nvSpPr>
                      <p:cNvPr id="381" name="Freeform: Shape 380">
                        <a:extLst>
                          <a:ext uri="{FF2B5EF4-FFF2-40B4-BE49-F238E27FC236}">
                            <a16:creationId xmlns:a16="http://schemas.microsoft.com/office/drawing/2014/main" id="{D9029AE8-BD48-4A90-84B2-B5D37B02440D}"/>
                          </a:ext>
                        </a:extLst>
                      </p:cNvPr>
                      <p:cNvSpPr/>
                      <p:nvPr/>
                    </p:nvSpPr>
                    <p:spPr>
                      <a:xfrm>
                        <a:off x="1602286" y="1368614"/>
                        <a:ext cx="277177" cy="27622"/>
                      </a:xfrm>
                      <a:custGeom>
                        <a:avLst/>
                        <a:gdLst>
                          <a:gd name="connsiteX0" fmla="*/ 0 w 277177"/>
                          <a:gd name="connsiteY0" fmla="*/ 0 h 27622"/>
                          <a:gd name="connsiteX1" fmla="*/ 277178 w 277177"/>
                          <a:gd name="connsiteY1" fmla="*/ 0 h 27622"/>
                          <a:gd name="connsiteX2" fmla="*/ 277178 w 277177"/>
                          <a:gd name="connsiteY2" fmla="*/ 27623 h 27622"/>
                          <a:gd name="connsiteX3" fmla="*/ 0 w 277177"/>
                          <a:gd name="connsiteY3" fmla="*/ 27623 h 27622"/>
                        </a:gdLst>
                        <a:ahLst/>
                        <a:cxnLst>
                          <a:cxn ang="0">
                            <a:pos x="connsiteX0" y="connsiteY0"/>
                          </a:cxn>
                          <a:cxn ang="0">
                            <a:pos x="connsiteX1" y="connsiteY1"/>
                          </a:cxn>
                          <a:cxn ang="0">
                            <a:pos x="connsiteX2" y="connsiteY2"/>
                          </a:cxn>
                          <a:cxn ang="0">
                            <a:pos x="connsiteX3" y="connsiteY3"/>
                          </a:cxn>
                        </a:cxnLst>
                        <a:rect l="l" t="t" r="r" b="b"/>
                        <a:pathLst>
                          <a:path w="277177" h="27622">
                            <a:moveTo>
                              <a:pt x="0" y="0"/>
                            </a:moveTo>
                            <a:lnTo>
                              <a:pt x="277178" y="0"/>
                            </a:lnTo>
                            <a:lnTo>
                              <a:pt x="277178" y="27623"/>
                            </a:lnTo>
                            <a:lnTo>
                              <a:pt x="0" y="27623"/>
                            </a:lnTo>
                            <a:close/>
                          </a:path>
                        </a:pathLst>
                      </a:custGeom>
                      <a:solidFill>
                        <a:schemeClr val="tx2"/>
                      </a:solidFill>
                      <a:ln w="9525" cap="flat">
                        <a:noFill/>
                        <a:prstDash val="solid"/>
                        <a:miter/>
                      </a:ln>
                    </p:spPr>
                    <p:txBody>
                      <a:bodyPr rtlCol="0" anchor="ctr"/>
                      <a:lstStyle/>
                      <a:p>
                        <a:endParaRPr lang="en-US"/>
                      </a:p>
                    </p:txBody>
                  </p:sp>
                </p:grpSp>
                <p:sp>
                  <p:nvSpPr>
                    <p:cNvPr id="382" name="Freeform: Shape 381">
                      <a:extLst>
                        <a:ext uri="{FF2B5EF4-FFF2-40B4-BE49-F238E27FC236}">
                          <a16:creationId xmlns:a16="http://schemas.microsoft.com/office/drawing/2014/main" id="{CC89323C-A3E7-4919-A370-0808F3D83A77}"/>
                        </a:ext>
                      </a:extLst>
                    </p:cNvPr>
                    <p:cNvSpPr/>
                    <p:nvPr/>
                  </p:nvSpPr>
                  <p:spPr>
                    <a:xfrm>
                      <a:off x="1023166" y="1263839"/>
                      <a:ext cx="3169920" cy="34290"/>
                    </a:xfrm>
                    <a:custGeom>
                      <a:avLst/>
                      <a:gdLst>
                        <a:gd name="connsiteX0" fmla="*/ 0 w 3169920"/>
                        <a:gd name="connsiteY0" fmla="*/ 0 h 34290"/>
                        <a:gd name="connsiteX1" fmla="*/ 3169920 w 3169920"/>
                        <a:gd name="connsiteY1" fmla="*/ 0 h 34290"/>
                        <a:gd name="connsiteX2" fmla="*/ 3169920 w 3169920"/>
                        <a:gd name="connsiteY2" fmla="*/ 34290 h 34290"/>
                        <a:gd name="connsiteX3" fmla="*/ 0 w 3169920"/>
                        <a:gd name="connsiteY3" fmla="*/ 34290 h 34290"/>
                      </a:gdLst>
                      <a:ahLst/>
                      <a:cxnLst>
                        <a:cxn ang="0">
                          <a:pos x="connsiteX0" y="connsiteY0"/>
                        </a:cxn>
                        <a:cxn ang="0">
                          <a:pos x="connsiteX1" y="connsiteY1"/>
                        </a:cxn>
                        <a:cxn ang="0">
                          <a:pos x="connsiteX2" y="connsiteY2"/>
                        </a:cxn>
                        <a:cxn ang="0">
                          <a:pos x="connsiteX3" y="connsiteY3"/>
                        </a:cxn>
                      </a:cxnLst>
                      <a:rect l="l" t="t" r="r" b="b"/>
                      <a:pathLst>
                        <a:path w="3169920" h="34290">
                          <a:moveTo>
                            <a:pt x="0" y="0"/>
                          </a:moveTo>
                          <a:lnTo>
                            <a:pt x="3169920" y="0"/>
                          </a:lnTo>
                          <a:lnTo>
                            <a:pt x="3169920" y="34290"/>
                          </a:lnTo>
                          <a:lnTo>
                            <a:pt x="0" y="34290"/>
                          </a:lnTo>
                          <a:close/>
                        </a:path>
                      </a:pathLst>
                    </a:custGeom>
                    <a:solidFill>
                      <a:schemeClr val="tx2"/>
                    </a:solidFill>
                    <a:ln w="9525" cap="flat">
                      <a:noFill/>
                      <a:prstDash val="solid"/>
                      <a:miter/>
                    </a:ln>
                  </p:spPr>
                  <p:txBody>
                    <a:bodyPr rtlCol="0" anchor="ctr"/>
                    <a:lstStyle/>
                    <a:p>
                      <a:endParaRPr lang="en-US"/>
                    </a:p>
                  </p:txBody>
                </p:sp>
              </p:grpSp>
              <p:sp>
                <p:nvSpPr>
                  <p:cNvPr id="383" name="Freeform: Shape 382">
                    <a:extLst>
                      <a:ext uri="{FF2B5EF4-FFF2-40B4-BE49-F238E27FC236}">
                        <a16:creationId xmlns:a16="http://schemas.microsoft.com/office/drawing/2014/main" id="{EF2FC91C-F5EF-4ED3-BB6F-405D7D5F851C}"/>
                      </a:ext>
                    </a:extLst>
                  </p:cNvPr>
                  <p:cNvSpPr/>
                  <p:nvPr/>
                </p:nvSpPr>
                <p:spPr>
                  <a:xfrm>
                    <a:off x="598899" y="2566858"/>
                    <a:ext cx="2289809" cy="1498282"/>
                  </a:xfrm>
                  <a:custGeom>
                    <a:avLst/>
                    <a:gdLst>
                      <a:gd name="connsiteX0" fmla="*/ 2289810 w 2289809"/>
                      <a:gd name="connsiteY0" fmla="*/ 1498283 h 1498282"/>
                      <a:gd name="connsiteX1" fmla="*/ 1430655 w 2289809"/>
                      <a:gd name="connsiteY1" fmla="*/ 0 h 1498282"/>
                      <a:gd name="connsiteX2" fmla="*/ 843915 w 2289809"/>
                      <a:gd name="connsiteY2" fmla="*/ 0 h 1498282"/>
                      <a:gd name="connsiteX3" fmla="*/ 0 w 2289809"/>
                      <a:gd name="connsiteY3" fmla="*/ 1498283 h 1498282"/>
                    </a:gdLst>
                    <a:ahLst/>
                    <a:cxnLst>
                      <a:cxn ang="0">
                        <a:pos x="connsiteX0" y="connsiteY0"/>
                      </a:cxn>
                      <a:cxn ang="0">
                        <a:pos x="connsiteX1" y="connsiteY1"/>
                      </a:cxn>
                      <a:cxn ang="0">
                        <a:pos x="connsiteX2" y="connsiteY2"/>
                      </a:cxn>
                      <a:cxn ang="0">
                        <a:pos x="connsiteX3" y="connsiteY3"/>
                      </a:cxn>
                    </a:cxnLst>
                    <a:rect l="l" t="t" r="r" b="b"/>
                    <a:pathLst>
                      <a:path w="2289809" h="1498282">
                        <a:moveTo>
                          <a:pt x="2289810" y="1498283"/>
                        </a:moveTo>
                        <a:lnTo>
                          <a:pt x="1430655" y="0"/>
                        </a:lnTo>
                        <a:lnTo>
                          <a:pt x="843915" y="0"/>
                        </a:lnTo>
                        <a:lnTo>
                          <a:pt x="0" y="1498283"/>
                        </a:lnTo>
                        <a:close/>
                      </a:path>
                    </a:pathLst>
                  </a:custGeom>
                  <a:solidFill>
                    <a:srgbClr val="FFFFFF">
                      <a:alpha val="33000"/>
                    </a:srgbClr>
                  </a:solidFill>
                  <a:ln w="9525" cap="flat">
                    <a:noFill/>
                    <a:prstDash val="solid"/>
                    <a:miter/>
                  </a:ln>
                </p:spPr>
                <p:txBody>
                  <a:bodyPr rtlCol="0" anchor="ctr"/>
                  <a:lstStyle/>
                  <a:p>
                    <a:endParaRPr lang="en-US"/>
                  </a:p>
                </p:txBody>
              </p:sp>
            </p:grpSp>
          </p:grpSp>
          <p:sp>
            <p:nvSpPr>
              <p:cNvPr id="385" name="Freeform: Shape 384">
                <a:extLst>
                  <a:ext uri="{FF2B5EF4-FFF2-40B4-BE49-F238E27FC236}">
                    <a16:creationId xmlns:a16="http://schemas.microsoft.com/office/drawing/2014/main" id="{1EC81082-295C-41DD-BAE3-D9CD1505DE31}"/>
                  </a:ext>
                </a:extLst>
              </p:cNvPr>
              <p:cNvSpPr/>
              <p:nvPr/>
            </p:nvSpPr>
            <p:spPr>
              <a:xfrm>
                <a:off x="-1021850" y="929512"/>
                <a:ext cx="5575936" cy="5577839"/>
              </a:xfrm>
              <a:custGeom>
                <a:avLst/>
                <a:gdLst>
                  <a:gd name="connsiteX0" fmla="*/ 2788920 w 5575936"/>
                  <a:gd name="connsiteY0" fmla="*/ 0 h 5577839"/>
                  <a:gd name="connsiteX1" fmla="*/ 0 w 5575936"/>
                  <a:gd name="connsiteY1" fmla="*/ 2788920 h 5577839"/>
                  <a:gd name="connsiteX2" fmla="*/ 304800 w 5575936"/>
                  <a:gd name="connsiteY2" fmla="*/ 4057650 h 5577839"/>
                  <a:gd name="connsiteX3" fmla="*/ 360045 w 5575936"/>
                  <a:gd name="connsiteY3" fmla="*/ 4160520 h 5577839"/>
                  <a:gd name="connsiteX4" fmla="*/ 422910 w 5575936"/>
                  <a:gd name="connsiteY4" fmla="*/ 4266248 h 5577839"/>
                  <a:gd name="connsiteX5" fmla="*/ 478155 w 5575936"/>
                  <a:gd name="connsiteY5" fmla="*/ 4351020 h 5577839"/>
                  <a:gd name="connsiteX6" fmla="*/ 541020 w 5575936"/>
                  <a:gd name="connsiteY6" fmla="*/ 4440555 h 5577839"/>
                  <a:gd name="connsiteX7" fmla="*/ 543878 w 5575936"/>
                  <a:gd name="connsiteY7" fmla="*/ 4444365 h 5577839"/>
                  <a:gd name="connsiteX8" fmla="*/ 596265 w 5575936"/>
                  <a:gd name="connsiteY8" fmla="*/ 4512945 h 5577839"/>
                  <a:gd name="connsiteX9" fmla="*/ 659130 w 5575936"/>
                  <a:gd name="connsiteY9" fmla="*/ 4590098 h 5577839"/>
                  <a:gd name="connsiteX10" fmla="*/ 714375 w 5575936"/>
                  <a:gd name="connsiteY10" fmla="*/ 4653915 h 5577839"/>
                  <a:gd name="connsiteX11" fmla="*/ 777240 w 5575936"/>
                  <a:gd name="connsiteY11" fmla="*/ 4721543 h 5577839"/>
                  <a:gd name="connsiteX12" fmla="*/ 824865 w 5575936"/>
                  <a:gd name="connsiteY12" fmla="*/ 4770120 h 5577839"/>
                  <a:gd name="connsiteX13" fmla="*/ 832485 w 5575936"/>
                  <a:gd name="connsiteY13" fmla="*/ 4777740 h 5577839"/>
                  <a:gd name="connsiteX14" fmla="*/ 895350 w 5575936"/>
                  <a:gd name="connsiteY14" fmla="*/ 4837748 h 5577839"/>
                  <a:gd name="connsiteX15" fmla="*/ 936308 w 5575936"/>
                  <a:gd name="connsiteY15" fmla="*/ 4874895 h 5577839"/>
                  <a:gd name="connsiteX16" fmla="*/ 951548 w 5575936"/>
                  <a:gd name="connsiteY16" fmla="*/ 4888230 h 5577839"/>
                  <a:gd name="connsiteX17" fmla="*/ 1014412 w 5575936"/>
                  <a:gd name="connsiteY17" fmla="*/ 4941570 h 5577839"/>
                  <a:gd name="connsiteX18" fmla="*/ 1069658 w 5575936"/>
                  <a:gd name="connsiteY18" fmla="*/ 4986338 h 5577839"/>
                  <a:gd name="connsiteX19" fmla="*/ 1102995 w 5575936"/>
                  <a:gd name="connsiteY19" fmla="*/ 5012055 h 5577839"/>
                  <a:gd name="connsiteX20" fmla="*/ 1132523 w 5575936"/>
                  <a:gd name="connsiteY20" fmla="*/ 5033963 h 5577839"/>
                  <a:gd name="connsiteX21" fmla="*/ 1187767 w 5575936"/>
                  <a:gd name="connsiteY21" fmla="*/ 5073968 h 5577839"/>
                  <a:gd name="connsiteX22" fmla="*/ 1250633 w 5575936"/>
                  <a:gd name="connsiteY22" fmla="*/ 5116830 h 5577839"/>
                  <a:gd name="connsiteX23" fmla="*/ 1259205 w 5575936"/>
                  <a:gd name="connsiteY23" fmla="*/ 5122545 h 5577839"/>
                  <a:gd name="connsiteX24" fmla="*/ 1305878 w 5575936"/>
                  <a:gd name="connsiteY24" fmla="*/ 5153025 h 5577839"/>
                  <a:gd name="connsiteX25" fmla="*/ 1307783 w 5575936"/>
                  <a:gd name="connsiteY25" fmla="*/ 5153978 h 5577839"/>
                  <a:gd name="connsiteX26" fmla="*/ 1372553 w 5575936"/>
                  <a:gd name="connsiteY26" fmla="*/ 5193030 h 5577839"/>
                  <a:gd name="connsiteX27" fmla="*/ 2787015 w 5575936"/>
                  <a:gd name="connsiteY27" fmla="*/ 5577840 h 5577839"/>
                  <a:gd name="connsiteX28" fmla="*/ 3951923 w 5575936"/>
                  <a:gd name="connsiteY28" fmla="*/ 5323523 h 5577839"/>
                  <a:gd name="connsiteX29" fmla="*/ 4697730 w 5575936"/>
                  <a:gd name="connsiteY29" fmla="*/ 4820603 h 5577839"/>
                  <a:gd name="connsiteX30" fmla="*/ 4697730 w 5575936"/>
                  <a:gd name="connsiteY30" fmla="*/ 4820603 h 5577839"/>
                  <a:gd name="connsiteX31" fmla="*/ 4950143 w 5575936"/>
                  <a:gd name="connsiteY31" fmla="*/ 4550093 h 5577839"/>
                  <a:gd name="connsiteX32" fmla="*/ 5575935 w 5575936"/>
                  <a:gd name="connsiteY32" fmla="*/ 2788920 h 5577839"/>
                  <a:gd name="connsiteX33" fmla="*/ 2788920 w 5575936"/>
                  <a:gd name="connsiteY33" fmla="*/ 0 h 5577839"/>
                  <a:gd name="connsiteX34" fmla="*/ 4746308 w 5575936"/>
                  <a:gd name="connsiteY34" fmla="*/ 4381500 h 5577839"/>
                  <a:gd name="connsiteX35" fmla="*/ 4517708 w 5575936"/>
                  <a:gd name="connsiteY35" fmla="*/ 4626293 h 5577839"/>
                  <a:gd name="connsiteX36" fmla="*/ 4517708 w 5575936"/>
                  <a:gd name="connsiteY36" fmla="*/ 4626293 h 5577839"/>
                  <a:gd name="connsiteX37" fmla="*/ 3843338 w 5575936"/>
                  <a:gd name="connsiteY37" fmla="*/ 5081588 h 5577839"/>
                  <a:gd name="connsiteX38" fmla="*/ 2789873 w 5575936"/>
                  <a:gd name="connsiteY38" fmla="*/ 5311140 h 5577839"/>
                  <a:gd name="connsiteX39" fmla="*/ 1509713 w 5575936"/>
                  <a:gd name="connsiteY39" fmla="*/ 4963478 h 5577839"/>
                  <a:gd name="connsiteX40" fmla="*/ 1451610 w 5575936"/>
                  <a:gd name="connsiteY40" fmla="*/ 4928235 h 5577839"/>
                  <a:gd name="connsiteX41" fmla="*/ 1449705 w 5575936"/>
                  <a:gd name="connsiteY41" fmla="*/ 4927283 h 5577839"/>
                  <a:gd name="connsiteX42" fmla="*/ 1406842 w 5575936"/>
                  <a:gd name="connsiteY42" fmla="*/ 4899660 h 5577839"/>
                  <a:gd name="connsiteX43" fmla="*/ 1399223 w 5575936"/>
                  <a:gd name="connsiteY43" fmla="*/ 4894898 h 5577839"/>
                  <a:gd name="connsiteX44" fmla="*/ 1342073 w 5575936"/>
                  <a:gd name="connsiteY44" fmla="*/ 4855845 h 5577839"/>
                  <a:gd name="connsiteX45" fmla="*/ 1291590 w 5575936"/>
                  <a:gd name="connsiteY45" fmla="*/ 4819650 h 5577839"/>
                  <a:gd name="connsiteX46" fmla="*/ 1264920 w 5575936"/>
                  <a:gd name="connsiteY46" fmla="*/ 4799648 h 5577839"/>
                  <a:gd name="connsiteX47" fmla="*/ 1234440 w 5575936"/>
                  <a:gd name="connsiteY47" fmla="*/ 4775835 h 5577839"/>
                  <a:gd name="connsiteX48" fmla="*/ 1183958 w 5575936"/>
                  <a:gd name="connsiteY48" fmla="*/ 4735830 h 5577839"/>
                  <a:gd name="connsiteX49" fmla="*/ 1126808 w 5575936"/>
                  <a:gd name="connsiteY49" fmla="*/ 4687253 h 5577839"/>
                  <a:gd name="connsiteX50" fmla="*/ 1113473 w 5575936"/>
                  <a:gd name="connsiteY50" fmla="*/ 4674870 h 5577839"/>
                  <a:gd name="connsiteX51" fmla="*/ 1077278 w 5575936"/>
                  <a:gd name="connsiteY51" fmla="*/ 4641533 h 5577839"/>
                  <a:gd name="connsiteX52" fmla="*/ 1020128 w 5575936"/>
                  <a:gd name="connsiteY52" fmla="*/ 4587240 h 5577839"/>
                  <a:gd name="connsiteX53" fmla="*/ 1013460 w 5575936"/>
                  <a:gd name="connsiteY53" fmla="*/ 4580573 h 5577839"/>
                  <a:gd name="connsiteX54" fmla="*/ 969645 w 5575936"/>
                  <a:gd name="connsiteY54" fmla="*/ 4536758 h 5577839"/>
                  <a:gd name="connsiteX55" fmla="*/ 912495 w 5575936"/>
                  <a:gd name="connsiteY55" fmla="*/ 4475798 h 5577839"/>
                  <a:gd name="connsiteX56" fmla="*/ 862012 w 5575936"/>
                  <a:gd name="connsiteY56" fmla="*/ 4418648 h 5577839"/>
                  <a:gd name="connsiteX57" fmla="*/ 804862 w 5575936"/>
                  <a:gd name="connsiteY57" fmla="*/ 4349115 h 5577839"/>
                  <a:gd name="connsiteX58" fmla="*/ 757237 w 5575936"/>
                  <a:gd name="connsiteY58" fmla="*/ 4287203 h 5577839"/>
                  <a:gd name="connsiteX59" fmla="*/ 754380 w 5575936"/>
                  <a:gd name="connsiteY59" fmla="*/ 4283393 h 5577839"/>
                  <a:gd name="connsiteX60" fmla="*/ 697230 w 5575936"/>
                  <a:gd name="connsiteY60" fmla="*/ 4202430 h 5577839"/>
                  <a:gd name="connsiteX61" fmla="*/ 646748 w 5575936"/>
                  <a:gd name="connsiteY61" fmla="*/ 4125278 h 5577839"/>
                  <a:gd name="connsiteX62" fmla="*/ 589598 w 5575936"/>
                  <a:gd name="connsiteY62" fmla="*/ 4029075 h 5577839"/>
                  <a:gd name="connsiteX63" fmla="*/ 539115 w 5575936"/>
                  <a:gd name="connsiteY63" fmla="*/ 3935730 h 5577839"/>
                  <a:gd name="connsiteX64" fmla="*/ 262890 w 5575936"/>
                  <a:gd name="connsiteY64" fmla="*/ 2787968 h 5577839"/>
                  <a:gd name="connsiteX65" fmla="*/ 2788920 w 5575936"/>
                  <a:gd name="connsiteY65" fmla="*/ 264795 h 5577839"/>
                  <a:gd name="connsiteX66" fmla="*/ 5312093 w 5575936"/>
                  <a:gd name="connsiteY66" fmla="*/ 2787968 h 5577839"/>
                  <a:gd name="connsiteX67" fmla="*/ 4746308 w 5575936"/>
                  <a:gd name="connsiteY67" fmla="*/ 4381500 h 5577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5575936" h="5577839">
                    <a:moveTo>
                      <a:pt x="2788920" y="0"/>
                    </a:moveTo>
                    <a:cubicBezTo>
                      <a:pt x="1248728" y="0"/>
                      <a:pt x="0" y="1248728"/>
                      <a:pt x="0" y="2788920"/>
                    </a:cubicBezTo>
                    <a:cubicBezTo>
                      <a:pt x="0" y="3246120"/>
                      <a:pt x="109538" y="3677603"/>
                      <a:pt x="304800" y="4057650"/>
                    </a:cubicBezTo>
                    <a:cubicBezTo>
                      <a:pt x="322897" y="4091940"/>
                      <a:pt x="340995" y="4126230"/>
                      <a:pt x="360045" y="4160520"/>
                    </a:cubicBezTo>
                    <a:cubicBezTo>
                      <a:pt x="380047" y="4196715"/>
                      <a:pt x="401003" y="4231958"/>
                      <a:pt x="422910" y="4266248"/>
                    </a:cubicBezTo>
                    <a:cubicBezTo>
                      <a:pt x="441008" y="4294823"/>
                      <a:pt x="459105" y="4323398"/>
                      <a:pt x="478155" y="4351020"/>
                    </a:cubicBezTo>
                    <a:cubicBezTo>
                      <a:pt x="498158" y="4381500"/>
                      <a:pt x="519112" y="4411028"/>
                      <a:pt x="541020" y="4440555"/>
                    </a:cubicBezTo>
                    <a:cubicBezTo>
                      <a:pt x="541973" y="4441508"/>
                      <a:pt x="542925" y="4443413"/>
                      <a:pt x="543878" y="4444365"/>
                    </a:cubicBezTo>
                    <a:cubicBezTo>
                      <a:pt x="561023" y="4467225"/>
                      <a:pt x="578168" y="4490085"/>
                      <a:pt x="596265" y="4512945"/>
                    </a:cubicBezTo>
                    <a:cubicBezTo>
                      <a:pt x="617220" y="4538663"/>
                      <a:pt x="638175" y="4564380"/>
                      <a:pt x="659130" y="4590098"/>
                    </a:cubicBezTo>
                    <a:cubicBezTo>
                      <a:pt x="677228" y="4612005"/>
                      <a:pt x="695325" y="4632960"/>
                      <a:pt x="714375" y="4653915"/>
                    </a:cubicBezTo>
                    <a:cubicBezTo>
                      <a:pt x="735330" y="4676775"/>
                      <a:pt x="756285" y="4699635"/>
                      <a:pt x="777240" y="4721543"/>
                    </a:cubicBezTo>
                    <a:cubicBezTo>
                      <a:pt x="793433" y="4737735"/>
                      <a:pt x="808673" y="4753928"/>
                      <a:pt x="824865" y="4770120"/>
                    </a:cubicBezTo>
                    <a:cubicBezTo>
                      <a:pt x="827723" y="4772978"/>
                      <a:pt x="829628" y="4774883"/>
                      <a:pt x="832485" y="4777740"/>
                    </a:cubicBezTo>
                    <a:cubicBezTo>
                      <a:pt x="853440" y="4797743"/>
                      <a:pt x="874395" y="4817745"/>
                      <a:pt x="895350" y="4837748"/>
                    </a:cubicBezTo>
                    <a:cubicBezTo>
                      <a:pt x="908685" y="4850130"/>
                      <a:pt x="922020" y="4862513"/>
                      <a:pt x="936308" y="4874895"/>
                    </a:cubicBezTo>
                    <a:cubicBezTo>
                      <a:pt x="941070" y="4879658"/>
                      <a:pt x="945833" y="4883468"/>
                      <a:pt x="951548" y="4888230"/>
                    </a:cubicBezTo>
                    <a:cubicBezTo>
                      <a:pt x="972503" y="4906328"/>
                      <a:pt x="993458" y="4924425"/>
                      <a:pt x="1014412" y="4941570"/>
                    </a:cubicBezTo>
                    <a:cubicBezTo>
                      <a:pt x="1032510" y="4956810"/>
                      <a:pt x="1051560" y="4971098"/>
                      <a:pt x="1069658" y="4986338"/>
                    </a:cubicBezTo>
                    <a:cubicBezTo>
                      <a:pt x="1081088" y="4994910"/>
                      <a:pt x="1092517" y="5003483"/>
                      <a:pt x="1102995" y="5012055"/>
                    </a:cubicBezTo>
                    <a:cubicBezTo>
                      <a:pt x="1112520" y="5019675"/>
                      <a:pt x="1122045" y="5027295"/>
                      <a:pt x="1132523" y="5033963"/>
                    </a:cubicBezTo>
                    <a:cubicBezTo>
                      <a:pt x="1150620" y="5047298"/>
                      <a:pt x="1169670" y="5060633"/>
                      <a:pt x="1187767" y="5073968"/>
                    </a:cubicBezTo>
                    <a:cubicBezTo>
                      <a:pt x="1208723" y="5088255"/>
                      <a:pt x="1229678" y="5102543"/>
                      <a:pt x="1250633" y="5116830"/>
                    </a:cubicBezTo>
                    <a:cubicBezTo>
                      <a:pt x="1253490" y="5118735"/>
                      <a:pt x="1256348" y="5120640"/>
                      <a:pt x="1259205" y="5122545"/>
                    </a:cubicBezTo>
                    <a:cubicBezTo>
                      <a:pt x="1274445" y="5133023"/>
                      <a:pt x="1290638" y="5142548"/>
                      <a:pt x="1305878" y="5153025"/>
                    </a:cubicBezTo>
                    <a:cubicBezTo>
                      <a:pt x="1306830" y="5153025"/>
                      <a:pt x="1307783" y="5153978"/>
                      <a:pt x="1307783" y="5153978"/>
                    </a:cubicBezTo>
                    <a:cubicBezTo>
                      <a:pt x="1328738" y="5167313"/>
                      <a:pt x="1350645" y="5180648"/>
                      <a:pt x="1372553" y="5193030"/>
                    </a:cubicBezTo>
                    <a:cubicBezTo>
                      <a:pt x="1786890" y="5437823"/>
                      <a:pt x="2270760" y="5577840"/>
                      <a:pt x="2787015" y="5577840"/>
                    </a:cubicBezTo>
                    <a:cubicBezTo>
                      <a:pt x="3202305" y="5577840"/>
                      <a:pt x="3597593" y="5487353"/>
                      <a:pt x="3951923" y="5323523"/>
                    </a:cubicBezTo>
                    <a:cubicBezTo>
                      <a:pt x="4228148" y="5196840"/>
                      <a:pt x="4479608" y="5026343"/>
                      <a:pt x="4697730" y="4820603"/>
                    </a:cubicBezTo>
                    <a:lnTo>
                      <a:pt x="4697730" y="4820603"/>
                    </a:lnTo>
                    <a:cubicBezTo>
                      <a:pt x="4788218" y="4735830"/>
                      <a:pt x="4872038" y="4645343"/>
                      <a:pt x="4950143" y="4550093"/>
                    </a:cubicBezTo>
                    <a:cubicBezTo>
                      <a:pt x="5341620" y="4070033"/>
                      <a:pt x="5575935" y="3457575"/>
                      <a:pt x="5575935" y="2788920"/>
                    </a:cubicBezTo>
                    <a:cubicBezTo>
                      <a:pt x="5577840" y="1248728"/>
                      <a:pt x="4329113" y="0"/>
                      <a:pt x="2788920" y="0"/>
                    </a:cubicBezTo>
                    <a:close/>
                    <a:moveTo>
                      <a:pt x="4746308" y="4381500"/>
                    </a:moveTo>
                    <a:cubicBezTo>
                      <a:pt x="4675823" y="4468178"/>
                      <a:pt x="4599623" y="4550093"/>
                      <a:pt x="4517708" y="4626293"/>
                    </a:cubicBezTo>
                    <a:lnTo>
                      <a:pt x="4517708" y="4626293"/>
                    </a:lnTo>
                    <a:cubicBezTo>
                      <a:pt x="4320540" y="4812030"/>
                      <a:pt x="4092893" y="4966335"/>
                      <a:pt x="3843338" y="5081588"/>
                    </a:cubicBezTo>
                    <a:cubicBezTo>
                      <a:pt x="3522345" y="5229225"/>
                      <a:pt x="3166110" y="5311140"/>
                      <a:pt x="2789873" y="5311140"/>
                    </a:cubicBezTo>
                    <a:cubicBezTo>
                      <a:pt x="2323148" y="5311140"/>
                      <a:pt x="1884998" y="5184458"/>
                      <a:pt x="1509713" y="4963478"/>
                    </a:cubicBezTo>
                    <a:cubicBezTo>
                      <a:pt x="1489710" y="4952048"/>
                      <a:pt x="1470660" y="4939665"/>
                      <a:pt x="1451610" y="4928235"/>
                    </a:cubicBezTo>
                    <a:cubicBezTo>
                      <a:pt x="1450658" y="4928235"/>
                      <a:pt x="1450658" y="4927283"/>
                      <a:pt x="1449705" y="4927283"/>
                    </a:cubicBezTo>
                    <a:cubicBezTo>
                      <a:pt x="1435417" y="4918710"/>
                      <a:pt x="1421130" y="4909185"/>
                      <a:pt x="1406842" y="4899660"/>
                    </a:cubicBezTo>
                    <a:cubicBezTo>
                      <a:pt x="1403985" y="4897755"/>
                      <a:pt x="1402080" y="4895850"/>
                      <a:pt x="1399223" y="4894898"/>
                    </a:cubicBezTo>
                    <a:cubicBezTo>
                      <a:pt x="1380173" y="4882515"/>
                      <a:pt x="1361123" y="4869180"/>
                      <a:pt x="1342073" y="4855845"/>
                    </a:cubicBezTo>
                    <a:cubicBezTo>
                      <a:pt x="1324928" y="4844415"/>
                      <a:pt x="1308735" y="4832033"/>
                      <a:pt x="1291590" y="4819650"/>
                    </a:cubicBezTo>
                    <a:cubicBezTo>
                      <a:pt x="1283017" y="4812983"/>
                      <a:pt x="1273492" y="4806315"/>
                      <a:pt x="1264920" y="4799648"/>
                    </a:cubicBezTo>
                    <a:cubicBezTo>
                      <a:pt x="1254442" y="4792028"/>
                      <a:pt x="1244917" y="4784408"/>
                      <a:pt x="1234440" y="4775835"/>
                    </a:cubicBezTo>
                    <a:cubicBezTo>
                      <a:pt x="1217295" y="4762500"/>
                      <a:pt x="1201103" y="4749165"/>
                      <a:pt x="1183958" y="4735830"/>
                    </a:cubicBezTo>
                    <a:cubicBezTo>
                      <a:pt x="1164908" y="4719638"/>
                      <a:pt x="1145858" y="4703445"/>
                      <a:pt x="1126808" y="4687253"/>
                    </a:cubicBezTo>
                    <a:cubicBezTo>
                      <a:pt x="1122045" y="4683443"/>
                      <a:pt x="1117283" y="4679633"/>
                      <a:pt x="1113473" y="4674870"/>
                    </a:cubicBezTo>
                    <a:cubicBezTo>
                      <a:pt x="1101090" y="4664393"/>
                      <a:pt x="1088708" y="4652963"/>
                      <a:pt x="1077278" y="4641533"/>
                    </a:cubicBezTo>
                    <a:cubicBezTo>
                      <a:pt x="1058228" y="4623435"/>
                      <a:pt x="1039178" y="4605338"/>
                      <a:pt x="1020128" y="4587240"/>
                    </a:cubicBezTo>
                    <a:cubicBezTo>
                      <a:pt x="1018223" y="4585335"/>
                      <a:pt x="1015365" y="4582478"/>
                      <a:pt x="1013460" y="4580573"/>
                    </a:cubicBezTo>
                    <a:cubicBezTo>
                      <a:pt x="999173" y="4566285"/>
                      <a:pt x="983933" y="4551045"/>
                      <a:pt x="969645" y="4536758"/>
                    </a:cubicBezTo>
                    <a:cubicBezTo>
                      <a:pt x="950595" y="4516755"/>
                      <a:pt x="931545" y="4495800"/>
                      <a:pt x="912495" y="4475798"/>
                    </a:cubicBezTo>
                    <a:cubicBezTo>
                      <a:pt x="895350" y="4456748"/>
                      <a:pt x="878205" y="4437698"/>
                      <a:pt x="862012" y="4418648"/>
                    </a:cubicBezTo>
                    <a:cubicBezTo>
                      <a:pt x="842962" y="4395788"/>
                      <a:pt x="823912" y="4372928"/>
                      <a:pt x="804862" y="4349115"/>
                    </a:cubicBezTo>
                    <a:cubicBezTo>
                      <a:pt x="788670" y="4328160"/>
                      <a:pt x="772478" y="4308158"/>
                      <a:pt x="757237" y="4287203"/>
                    </a:cubicBezTo>
                    <a:cubicBezTo>
                      <a:pt x="756285" y="4286250"/>
                      <a:pt x="755333" y="4285298"/>
                      <a:pt x="754380" y="4283393"/>
                    </a:cubicBezTo>
                    <a:cubicBezTo>
                      <a:pt x="735330" y="4256723"/>
                      <a:pt x="716280" y="4230053"/>
                      <a:pt x="697230" y="4202430"/>
                    </a:cubicBezTo>
                    <a:cubicBezTo>
                      <a:pt x="680085" y="4176713"/>
                      <a:pt x="662940" y="4151948"/>
                      <a:pt x="646748" y="4125278"/>
                    </a:cubicBezTo>
                    <a:cubicBezTo>
                      <a:pt x="626745" y="4093845"/>
                      <a:pt x="607695" y="4061460"/>
                      <a:pt x="589598" y="4029075"/>
                    </a:cubicBezTo>
                    <a:cubicBezTo>
                      <a:pt x="572453" y="3998595"/>
                      <a:pt x="555308" y="3967163"/>
                      <a:pt x="539115" y="3935730"/>
                    </a:cubicBezTo>
                    <a:cubicBezTo>
                      <a:pt x="362903" y="3590925"/>
                      <a:pt x="262890" y="3201353"/>
                      <a:pt x="262890" y="2787968"/>
                    </a:cubicBezTo>
                    <a:cubicBezTo>
                      <a:pt x="265747" y="1394460"/>
                      <a:pt x="1395413" y="264795"/>
                      <a:pt x="2788920" y="264795"/>
                    </a:cubicBezTo>
                    <a:cubicBezTo>
                      <a:pt x="4182428" y="264795"/>
                      <a:pt x="5312093" y="1394460"/>
                      <a:pt x="5312093" y="2787968"/>
                    </a:cubicBezTo>
                    <a:cubicBezTo>
                      <a:pt x="5312093" y="3392805"/>
                      <a:pt x="5099685" y="3947160"/>
                      <a:pt x="4746308" y="4381500"/>
                    </a:cubicBezTo>
                    <a:close/>
                  </a:path>
                </a:pathLst>
              </a:custGeom>
              <a:solidFill>
                <a:schemeClr val="accent1"/>
              </a:solidFill>
              <a:ln w="9525" cap="flat">
                <a:noFill/>
                <a:prstDash val="solid"/>
                <a:miter/>
              </a:ln>
            </p:spPr>
            <p:txBody>
              <a:bodyPr rtlCol="0" anchor="ctr"/>
              <a:lstStyle/>
              <a:p>
                <a:endParaRPr lang="en-US"/>
              </a:p>
            </p:txBody>
          </p:sp>
        </p:grpSp>
        <p:grpSp>
          <p:nvGrpSpPr>
            <p:cNvPr id="696" name="Group 695">
              <a:extLst>
                <a:ext uri="{FF2B5EF4-FFF2-40B4-BE49-F238E27FC236}">
                  <a16:creationId xmlns:a16="http://schemas.microsoft.com/office/drawing/2014/main" id="{113620BE-BF77-42C6-99F4-8D0A8F550C08}"/>
                </a:ext>
              </a:extLst>
            </p:cNvPr>
            <p:cNvGrpSpPr/>
            <p:nvPr/>
          </p:nvGrpSpPr>
          <p:grpSpPr>
            <a:xfrm>
              <a:off x="937116" y="2195646"/>
              <a:ext cx="4089665" cy="3529609"/>
              <a:chOff x="14401944" y="-1152177"/>
              <a:chExt cx="6190297" cy="5342572"/>
            </a:xfrm>
          </p:grpSpPr>
          <p:grpSp>
            <p:nvGrpSpPr>
              <p:cNvPr id="388" name="Graphic 2">
                <a:extLst>
                  <a:ext uri="{FF2B5EF4-FFF2-40B4-BE49-F238E27FC236}">
                    <a16:creationId xmlns:a16="http://schemas.microsoft.com/office/drawing/2014/main" id="{AE736AF3-0337-429B-AEF1-DA4B52809559}"/>
                  </a:ext>
                </a:extLst>
              </p:cNvPr>
              <p:cNvGrpSpPr/>
              <p:nvPr/>
            </p:nvGrpSpPr>
            <p:grpSpPr>
              <a:xfrm>
                <a:off x="19246763" y="3140740"/>
                <a:ext cx="1106400" cy="886778"/>
                <a:chOff x="3516263" y="5222429"/>
                <a:chExt cx="1106400" cy="886778"/>
              </a:xfrm>
            </p:grpSpPr>
            <p:grpSp>
              <p:nvGrpSpPr>
                <p:cNvPr id="389" name="Graphic 2">
                  <a:extLst>
                    <a:ext uri="{FF2B5EF4-FFF2-40B4-BE49-F238E27FC236}">
                      <a16:creationId xmlns:a16="http://schemas.microsoft.com/office/drawing/2014/main" id="{AE736AF3-0337-429B-AEF1-DA4B52809559}"/>
                    </a:ext>
                  </a:extLst>
                </p:cNvPr>
                <p:cNvGrpSpPr/>
                <p:nvPr/>
              </p:nvGrpSpPr>
              <p:grpSpPr>
                <a:xfrm>
                  <a:off x="3516263" y="5222429"/>
                  <a:ext cx="1106400" cy="690562"/>
                  <a:chOff x="3516263" y="5222429"/>
                  <a:chExt cx="1106400" cy="690562"/>
                </a:xfrm>
              </p:grpSpPr>
              <p:sp>
                <p:nvSpPr>
                  <p:cNvPr id="390" name="Freeform: Shape 389">
                    <a:extLst>
                      <a:ext uri="{FF2B5EF4-FFF2-40B4-BE49-F238E27FC236}">
                        <a16:creationId xmlns:a16="http://schemas.microsoft.com/office/drawing/2014/main" id="{9DFECC47-38C0-436E-929A-3DE07A5E7314}"/>
                      </a:ext>
                    </a:extLst>
                  </p:cNvPr>
                  <p:cNvSpPr/>
                  <p:nvPr/>
                </p:nvSpPr>
                <p:spPr>
                  <a:xfrm>
                    <a:off x="3815896" y="5435789"/>
                    <a:ext cx="587692" cy="323850"/>
                  </a:xfrm>
                  <a:custGeom>
                    <a:avLst/>
                    <a:gdLst>
                      <a:gd name="connsiteX0" fmla="*/ 295275 w 587692"/>
                      <a:gd name="connsiteY0" fmla="*/ 43815 h 323850"/>
                      <a:gd name="connsiteX1" fmla="*/ 2858 w 587692"/>
                      <a:gd name="connsiteY1" fmla="*/ 0 h 323850"/>
                      <a:gd name="connsiteX2" fmla="*/ 0 w 587692"/>
                      <a:gd name="connsiteY2" fmla="*/ 256222 h 323850"/>
                      <a:gd name="connsiteX3" fmla="*/ 291465 w 587692"/>
                      <a:gd name="connsiteY3" fmla="*/ 323850 h 323850"/>
                      <a:gd name="connsiteX4" fmla="*/ 584835 w 587692"/>
                      <a:gd name="connsiteY4" fmla="*/ 261938 h 323850"/>
                      <a:gd name="connsiteX5" fmla="*/ 587693 w 587692"/>
                      <a:gd name="connsiteY5" fmla="*/ 5715 h 323850"/>
                      <a:gd name="connsiteX6" fmla="*/ 295275 w 587692"/>
                      <a:gd name="connsiteY6" fmla="*/ 4381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7692" h="323850">
                        <a:moveTo>
                          <a:pt x="295275" y="43815"/>
                        </a:moveTo>
                        <a:cubicBezTo>
                          <a:pt x="171450" y="43815"/>
                          <a:pt x="57150" y="26670"/>
                          <a:pt x="2858" y="0"/>
                        </a:cubicBezTo>
                        <a:lnTo>
                          <a:pt x="0" y="256222"/>
                        </a:lnTo>
                        <a:cubicBezTo>
                          <a:pt x="40958" y="296228"/>
                          <a:pt x="165735" y="320992"/>
                          <a:pt x="291465" y="323850"/>
                        </a:cubicBezTo>
                        <a:cubicBezTo>
                          <a:pt x="418148" y="323850"/>
                          <a:pt x="542925" y="300990"/>
                          <a:pt x="584835" y="261938"/>
                        </a:cubicBezTo>
                        <a:lnTo>
                          <a:pt x="587693" y="5715"/>
                        </a:lnTo>
                        <a:cubicBezTo>
                          <a:pt x="533400" y="31432"/>
                          <a:pt x="419100" y="45720"/>
                          <a:pt x="295275" y="43815"/>
                        </a:cubicBezTo>
                        <a:close/>
                      </a:path>
                    </a:pathLst>
                  </a:custGeom>
                  <a:solidFill>
                    <a:schemeClr val="accent1">
                      <a:lumMod val="75000"/>
                    </a:schemeClr>
                  </a:solidFill>
                  <a:ln w="9525" cap="flat">
                    <a:noFill/>
                    <a:prstDash val="solid"/>
                    <a:miter/>
                  </a:ln>
                </p:spPr>
                <p:txBody>
                  <a:bodyPr rtlCol="0" anchor="ctr"/>
                  <a:lstStyle/>
                  <a:p>
                    <a:endParaRPr lang="en-US"/>
                  </a:p>
                </p:txBody>
              </p:sp>
              <p:grpSp>
                <p:nvGrpSpPr>
                  <p:cNvPr id="391" name="Graphic 2">
                    <a:extLst>
                      <a:ext uri="{FF2B5EF4-FFF2-40B4-BE49-F238E27FC236}">
                        <a16:creationId xmlns:a16="http://schemas.microsoft.com/office/drawing/2014/main" id="{AE736AF3-0337-429B-AEF1-DA4B52809559}"/>
                      </a:ext>
                    </a:extLst>
                  </p:cNvPr>
                  <p:cNvGrpSpPr/>
                  <p:nvPr/>
                </p:nvGrpSpPr>
                <p:grpSpPr>
                  <a:xfrm>
                    <a:off x="3516263" y="5222429"/>
                    <a:ext cx="1106400" cy="690562"/>
                    <a:chOff x="3516263" y="5222429"/>
                    <a:chExt cx="1106400" cy="690562"/>
                  </a:xfrm>
                </p:grpSpPr>
                <p:grpSp>
                  <p:nvGrpSpPr>
                    <p:cNvPr id="392" name="Graphic 2">
                      <a:extLst>
                        <a:ext uri="{FF2B5EF4-FFF2-40B4-BE49-F238E27FC236}">
                          <a16:creationId xmlns:a16="http://schemas.microsoft.com/office/drawing/2014/main" id="{AE736AF3-0337-429B-AEF1-DA4B52809559}"/>
                        </a:ext>
                      </a:extLst>
                    </p:cNvPr>
                    <p:cNvGrpSpPr/>
                    <p:nvPr/>
                  </p:nvGrpSpPr>
                  <p:grpSpPr>
                    <a:xfrm>
                      <a:off x="3516263" y="5430623"/>
                      <a:ext cx="254865" cy="482368"/>
                      <a:chOff x="3516263" y="5430623"/>
                      <a:chExt cx="254865" cy="482368"/>
                    </a:xfrm>
                  </p:grpSpPr>
                  <p:sp>
                    <p:nvSpPr>
                      <p:cNvPr id="393" name="Freeform: Shape 392">
                        <a:extLst>
                          <a:ext uri="{FF2B5EF4-FFF2-40B4-BE49-F238E27FC236}">
                            <a16:creationId xmlns:a16="http://schemas.microsoft.com/office/drawing/2014/main" id="{5DFF73FD-4910-4EC8-B480-24B76DC343FA}"/>
                          </a:ext>
                        </a:extLst>
                      </p:cNvPr>
                      <p:cNvSpPr/>
                      <p:nvPr/>
                    </p:nvSpPr>
                    <p:spPr>
                      <a:xfrm>
                        <a:off x="3586344" y="5430623"/>
                        <a:ext cx="184785" cy="281390"/>
                      </a:xfrm>
                      <a:custGeom>
                        <a:avLst/>
                        <a:gdLst>
                          <a:gd name="connsiteX0" fmla="*/ 7620 w 184785"/>
                          <a:gd name="connsiteY0" fmla="*/ 281391 h 281390"/>
                          <a:gd name="connsiteX1" fmla="*/ 0 w 184785"/>
                          <a:gd name="connsiteY1" fmla="*/ 280438 h 281390"/>
                          <a:gd name="connsiteX2" fmla="*/ 184785 w 184785"/>
                          <a:gd name="connsiteY2" fmla="*/ 403 h 281390"/>
                          <a:gd name="connsiteX3" fmla="*/ 183832 w 184785"/>
                          <a:gd name="connsiteY3" fmla="*/ 8976 h 281390"/>
                          <a:gd name="connsiteX4" fmla="*/ 181927 w 184785"/>
                          <a:gd name="connsiteY4" fmla="*/ 8976 h 281390"/>
                          <a:gd name="connsiteX5" fmla="*/ 7620 w 184785"/>
                          <a:gd name="connsiteY5" fmla="*/ 281391 h 281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4785" h="281390">
                            <a:moveTo>
                              <a:pt x="7620" y="281391"/>
                            </a:moveTo>
                            <a:lnTo>
                              <a:pt x="0" y="280438"/>
                            </a:lnTo>
                            <a:cubicBezTo>
                              <a:pt x="44768" y="14691"/>
                              <a:pt x="143827" y="-3407"/>
                              <a:pt x="184785" y="403"/>
                            </a:cubicBezTo>
                            <a:lnTo>
                              <a:pt x="183832" y="8976"/>
                            </a:lnTo>
                            <a:cubicBezTo>
                              <a:pt x="182880" y="8976"/>
                              <a:pt x="182880" y="8976"/>
                              <a:pt x="181927" y="8976"/>
                            </a:cubicBezTo>
                            <a:cubicBezTo>
                              <a:pt x="142875" y="5166"/>
                              <a:pt x="51435" y="26121"/>
                              <a:pt x="7620" y="281391"/>
                            </a:cubicBezTo>
                            <a:close/>
                          </a:path>
                        </a:pathLst>
                      </a:custGeom>
                      <a:solidFill>
                        <a:schemeClr val="accent1"/>
                      </a:solidFill>
                      <a:ln w="9525" cap="flat">
                        <a:noFill/>
                        <a:prstDash val="solid"/>
                        <a:miter/>
                      </a:ln>
                    </p:spPr>
                    <p:txBody>
                      <a:bodyPr rtlCol="0" anchor="ctr"/>
                      <a:lstStyle/>
                      <a:p>
                        <a:endParaRPr lang="en-US"/>
                      </a:p>
                    </p:txBody>
                  </p:sp>
                  <p:grpSp>
                    <p:nvGrpSpPr>
                      <p:cNvPr id="394" name="Graphic 2">
                        <a:extLst>
                          <a:ext uri="{FF2B5EF4-FFF2-40B4-BE49-F238E27FC236}">
                            <a16:creationId xmlns:a16="http://schemas.microsoft.com/office/drawing/2014/main" id="{AE736AF3-0337-429B-AEF1-DA4B52809559}"/>
                          </a:ext>
                        </a:extLst>
                      </p:cNvPr>
                      <p:cNvGrpSpPr/>
                      <p:nvPr/>
                    </p:nvGrpSpPr>
                    <p:grpSpPr>
                      <a:xfrm>
                        <a:off x="3516263" y="5707252"/>
                        <a:ext cx="88295" cy="205740"/>
                        <a:chOff x="3516263" y="5707252"/>
                        <a:chExt cx="88295" cy="205740"/>
                      </a:xfrm>
                    </p:grpSpPr>
                    <p:grpSp>
                      <p:nvGrpSpPr>
                        <p:cNvPr id="395" name="Graphic 2">
                          <a:extLst>
                            <a:ext uri="{FF2B5EF4-FFF2-40B4-BE49-F238E27FC236}">
                              <a16:creationId xmlns:a16="http://schemas.microsoft.com/office/drawing/2014/main" id="{AE736AF3-0337-429B-AEF1-DA4B52809559}"/>
                            </a:ext>
                          </a:extLst>
                        </p:cNvPr>
                        <p:cNvGrpSpPr/>
                        <p:nvPr/>
                      </p:nvGrpSpPr>
                      <p:grpSpPr>
                        <a:xfrm>
                          <a:off x="3516263" y="5733921"/>
                          <a:ext cx="77825" cy="179070"/>
                          <a:chOff x="3516263" y="5733921"/>
                          <a:chExt cx="77825" cy="179070"/>
                        </a:xfrm>
                      </p:grpSpPr>
                      <p:sp>
                        <p:nvSpPr>
                          <p:cNvPr id="396" name="Freeform: Shape 395">
                            <a:extLst>
                              <a:ext uri="{FF2B5EF4-FFF2-40B4-BE49-F238E27FC236}">
                                <a16:creationId xmlns:a16="http://schemas.microsoft.com/office/drawing/2014/main" id="{E0FC701D-2192-451E-BE0C-ACBBE680157E}"/>
                              </a:ext>
                            </a:extLst>
                          </p:cNvPr>
                          <p:cNvSpPr/>
                          <p:nvPr/>
                        </p:nvSpPr>
                        <p:spPr>
                          <a:xfrm>
                            <a:off x="3585391" y="5733921"/>
                            <a:ext cx="714" cy="714"/>
                          </a:xfrm>
                          <a:custGeom>
                            <a:avLst/>
                            <a:gdLst>
                              <a:gd name="connsiteX0" fmla="*/ 0 w 714"/>
                              <a:gd name="connsiteY0" fmla="*/ 0 h 714"/>
                              <a:gd name="connsiteX1" fmla="*/ 0 w 714"/>
                              <a:gd name="connsiteY1" fmla="*/ 0 h 714"/>
                              <a:gd name="connsiteX2" fmla="*/ 0 w 714"/>
                              <a:gd name="connsiteY2" fmla="*/ 0 h 714"/>
                            </a:gdLst>
                            <a:ahLst/>
                            <a:cxnLst>
                              <a:cxn ang="0">
                                <a:pos x="connsiteX0" y="connsiteY0"/>
                              </a:cxn>
                              <a:cxn ang="0">
                                <a:pos x="connsiteX1" y="connsiteY1"/>
                              </a:cxn>
                              <a:cxn ang="0">
                                <a:pos x="connsiteX2" y="connsiteY2"/>
                              </a:cxn>
                            </a:cxnLst>
                            <a:rect l="l" t="t" r="r" b="b"/>
                            <a:pathLst>
                              <a:path w="714" h="714">
                                <a:moveTo>
                                  <a:pt x="0" y="0"/>
                                </a:moveTo>
                                <a:cubicBezTo>
                                  <a:pt x="952" y="953"/>
                                  <a:pt x="952" y="953"/>
                                  <a:pt x="0" y="0"/>
                                </a:cubicBezTo>
                                <a:cubicBezTo>
                                  <a:pt x="952" y="953"/>
                                  <a:pt x="952" y="953"/>
                                  <a:pt x="0" y="0"/>
                                </a:cubicBezTo>
                                <a:close/>
                              </a:path>
                            </a:pathLst>
                          </a:custGeom>
                          <a:solidFill>
                            <a:srgbClr val="D7D0E1"/>
                          </a:solidFill>
                          <a:ln w="9525" cap="flat">
                            <a:noFill/>
                            <a:prstDash val="solid"/>
                            <a:miter/>
                          </a:ln>
                        </p:spPr>
                        <p:txBody>
                          <a:bodyPr rtlCol="0" anchor="ctr"/>
                          <a:lstStyle/>
                          <a:p>
                            <a:endParaRPr lang="en-US"/>
                          </a:p>
                        </p:txBody>
                      </p:sp>
                      <p:sp>
                        <p:nvSpPr>
                          <p:cNvPr id="397" name="Freeform: Shape 396">
                            <a:extLst>
                              <a:ext uri="{FF2B5EF4-FFF2-40B4-BE49-F238E27FC236}">
                                <a16:creationId xmlns:a16="http://schemas.microsoft.com/office/drawing/2014/main" id="{07C89AFE-6D23-4409-8174-86E2B02F218F}"/>
                              </a:ext>
                            </a:extLst>
                          </p:cNvPr>
                          <p:cNvSpPr/>
                          <p:nvPr/>
                        </p:nvSpPr>
                        <p:spPr>
                          <a:xfrm>
                            <a:off x="3573961" y="5737731"/>
                            <a:ext cx="952" cy="952"/>
                          </a:xfrm>
                          <a:custGeom>
                            <a:avLst/>
                            <a:gdLst>
                              <a:gd name="connsiteX0" fmla="*/ 0 w 952"/>
                              <a:gd name="connsiteY0" fmla="*/ 953 h 952"/>
                              <a:gd name="connsiteX1" fmla="*/ 952 w 952"/>
                              <a:gd name="connsiteY1" fmla="*/ 0 h 952"/>
                              <a:gd name="connsiteX2" fmla="*/ 0 w 952"/>
                              <a:gd name="connsiteY2" fmla="*/ 953 h 952"/>
                            </a:gdLst>
                            <a:ahLst/>
                            <a:cxnLst>
                              <a:cxn ang="0">
                                <a:pos x="connsiteX0" y="connsiteY0"/>
                              </a:cxn>
                              <a:cxn ang="0">
                                <a:pos x="connsiteX1" y="connsiteY1"/>
                              </a:cxn>
                              <a:cxn ang="0">
                                <a:pos x="connsiteX2" y="connsiteY2"/>
                              </a:cxn>
                            </a:cxnLst>
                            <a:rect l="l" t="t" r="r" b="b"/>
                            <a:pathLst>
                              <a:path w="952" h="952">
                                <a:moveTo>
                                  <a:pt x="0" y="953"/>
                                </a:moveTo>
                                <a:cubicBezTo>
                                  <a:pt x="0" y="953"/>
                                  <a:pt x="0" y="0"/>
                                  <a:pt x="952" y="0"/>
                                </a:cubicBezTo>
                                <a:cubicBezTo>
                                  <a:pt x="0" y="0"/>
                                  <a:pt x="0" y="0"/>
                                  <a:pt x="0" y="953"/>
                                </a:cubicBezTo>
                                <a:close/>
                              </a:path>
                            </a:pathLst>
                          </a:custGeom>
                          <a:solidFill>
                            <a:srgbClr val="D7D0E1"/>
                          </a:solidFill>
                          <a:ln w="9525" cap="flat">
                            <a:noFill/>
                            <a:prstDash val="solid"/>
                            <a:miter/>
                          </a:ln>
                        </p:spPr>
                        <p:txBody>
                          <a:bodyPr rtlCol="0" anchor="ctr"/>
                          <a:lstStyle/>
                          <a:p>
                            <a:endParaRPr lang="en-US"/>
                          </a:p>
                        </p:txBody>
                      </p:sp>
                      <p:sp>
                        <p:nvSpPr>
                          <p:cNvPr id="398" name="Freeform: Shape 397">
                            <a:extLst>
                              <a:ext uri="{FF2B5EF4-FFF2-40B4-BE49-F238E27FC236}">
                                <a16:creationId xmlns:a16="http://schemas.microsoft.com/office/drawing/2014/main" id="{F309BB32-8FDD-4001-A8AC-1985CCBE0EBD}"/>
                              </a:ext>
                            </a:extLst>
                          </p:cNvPr>
                          <p:cNvSpPr/>
                          <p:nvPr/>
                        </p:nvSpPr>
                        <p:spPr>
                          <a:xfrm>
                            <a:off x="3516263" y="5733921"/>
                            <a:ext cx="74843" cy="179070"/>
                          </a:xfrm>
                          <a:custGeom>
                            <a:avLst/>
                            <a:gdLst>
                              <a:gd name="connsiteX0" fmla="*/ 71033 w 74843"/>
                              <a:gd name="connsiteY0" fmla="*/ 38100 h 179070"/>
                              <a:gd name="connsiteX1" fmla="*/ 70081 w 74843"/>
                              <a:gd name="connsiteY1" fmla="*/ 41910 h 179070"/>
                              <a:gd name="connsiteX2" fmla="*/ 68176 w 74843"/>
                              <a:gd name="connsiteY2" fmla="*/ 51435 h 179070"/>
                              <a:gd name="connsiteX3" fmla="*/ 70081 w 74843"/>
                              <a:gd name="connsiteY3" fmla="*/ 40958 h 179070"/>
                              <a:gd name="connsiteX4" fmla="*/ 74843 w 74843"/>
                              <a:gd name="connsiteY4" fmla="*/ 10478 h 179070"/>
                              <a:gd name="connsiteX5" fmla="*/ 73891 w 74843"/>
                              <a:gd name="connsiteY5" fmla="*/ 1905 h 179070"/>
                              <a:gd name="connsiteX6" fmla="*/ 73891 w 74843"/>
                              <a:gd name="connsiteY6" fmla="*/ 4763 h 179070"/>
                              <a:gd name="connsiteX7" fmla="*/ 73891 w 74843"/>
                              <a:gd name="connsiteY7" fmla="*/ 4763 h 179070"/>
                              <a:gd name="connsiteX8" fmla="*/ 73891 w 74843"/>
                              <a:gd name="connsiteY8" fmla="*/ 4763 h 179070"/>
                              <a:gd name="connsiteX9" fmla="*/ 73891 w 74843"/>
                              <a:gd name="connsiteY9" fmla="*/ 6668 h 179070"/>
                              <a:gd name="connsiteX10" fmla="*/ 72938 w 74843"/>
                              <a:gd name="connsiteY10" fmla="*/ 9525 h 179070"/>
                              <a:gd name="connsiteX11" fmla="*/ 71033 w 74843"/>
                              <a:gd name="connsiteY11" fmla="*/ 0 h 179070"/>
                              <a:gd name="connsiteX12" fmla="*/ 71986 w 74843"/>
                              <a:gd name="connsiteY12" fmla="*/ 3810 h 179070"/>
                              <a:gd name="connsiteX13" fmla="*/ 71986 w 74843"/>
                              <a:gd name="connsiteY13" fmla="*/ 2858 h 179070"/>
                              <a:gd name="connsiteX14" fmla="*/ 71033 w 74843"/>
                              <a:gd name="connsiteY14" fmla="*/ 0 h 179070"/>
                              <a:gd name="connsiteX15" fmla="*/ 71033 w 74843"/>
                              <a:gd name="connsiteY15" fmla="*/ 1905 h 179070"/>
                              <a:gd name="connsiteX16" fmla="*/ 70081 w 74843"/>
                              <a:gd name="connsiteY16" fmla="*/ 953 h 179070"/>
                              <a:gd name="connsiteX17" fmla="*/ 71033 w 74843"/>
                              <a:gd name="connsiteY17" fmla="*/ 1905 h 179070"/>
                              <a:gd name="connsiteX18" fmla="*/ 67223 w 74843"/>
                              <a:gd name="connsiteY18" fmla="*/ 12383 h 179070"/>
                              <a:gd name="connsiteX19" fmla="*/ 68176 w 74843"/>
                              <a:gd name="connsiteY19" fmla="*/ 953 h 179070"/>
                              <a:gd name="connsiteX20" fmla="*/ 65318 w 74843"/>
                              <a:gd name="connsiteY20" fmla="*/ 7620 h 179070"/>
                              <a:gd name="connsiteX21" fmla="*/ 65318 w 74843"/>
                              <a:gd name="connsiteY21" fmla="*/ 1905 h 179070"/>
                              <a:gd name="connsiteX22" fmla="*/ 65318 w 74843"/>
                              <a:gd name="connsiteY22" fmla="*/ 3810 h 179070"/>
                              <a:gd name="connsiteX23" fmla="*/ 64366 w 74843"/>
                              <a:gd name="connsiteY23" fmla="*/ 2858 h 179070"/>
                              <a:gd name="connsiteX24" fmla="*/ 64366 w 74843"/>
                              <a:gd name="connsiteY24" fmla="*/ 1905 h 179070"/>
                              <a:gd name="connsiteX25" fmla="*/ 63413 w 74843"/>
                              <a:gd name="connsiteY25" fmla="*/ 1905 h 179070"/>
                              <a:gd name="connsiteX26" fmla="*/ 63413 w 74843"/>
                              <a:gd name="connsiteY26" fmla="*/ 1905 h 179070"/>
                              <a:gd name="connsiteX27" fmla="*/ 63413 w 74843"/>
                              <a:gd name="connsiteY27" fmla="*/ 1905 h 179070"/>
                              <a:gd name="connsiteX28" fmla="*/ 58651 w 74843"/>
                              <a:gd name="connsiteY28" fmla="*/ 18097 h 179070"/>
                              <a:gd name="connsiteX29" fmla="*/ 61508 w 74843"/>
                              <a:gd name="connsiteY29" fmla="*/ 953 h 179070"/>
                              <a:gd name="connsiteX30" fmla="*/ 59603 w 74843"/>
                              <a:gd name="connsiteY30" fmla="*/ 5715 h 179070"/>
                              <a:gd name="connsiteX31" fmla="*/ 59603 w 74843"/>
                              <a:gd name="connsiteY31" fmla="*/ 3810 h 179070"/>
                              <a:gd name="connsiteX32" fmla="*/ 58651 w 74843"/>
                              <a:gd name="connsiteY32" fmla="*/ 4763 h 179070"/>
                              <a:gd name="connsiteX33" fmla="*/ 57698 w 74843"/>
                              <a:gd name="connsiteY33" fmla="*/ 3810 h 179070"/>
                              <a:gd name="connsiteX34" fmla="*/ 57698 w 74843"/>
                              <a:gd name="connsiteY34" fmla="*/ 2858 h 179070"/>
                              <a:gd name="connsiteX35" fmla="*/ 57698 w 74843"/>
                              <a:gd name="connsiteY35" fmla="*/ 3810 h 179070"/>
                              <a:gd name="connsiteX36" fmla="*/ 57698 w 74843"/>
                              <a:gd name="connsiteY36" fmla="*/ 3810 h 179070"/>
                              <a:gd name="connsiteX37" fmla="*/ 57698 w 74843"/>
                              <a:gd name="connsiteY37" fmla="*/ 4763 h 179070"/>
                              <a:gd name="connsiteX38" fmla="*/ 57698 w 74843"/>
                              <a:gd name="connsiteY38" fmla="*/ 4763 h 179070"/>
                              <a:gd name="connsiteX39" fmla="*/ 53888 w 74843"/>
                              <a:gd name="connsiteY39" fmla="*/ 12383 h 179070"/>
                              <a:gd name="connsiteX40" fmla="*/ 53888 w 74843"/>
                              <a:gd name="connsiteY40" fmla="*/ 11430 h 179070"/>
                              <a:gd name="connsiteX41" fmla="*/ 55793 w 74843"/>
                              <a:gd name="connsiteY41" fmla="*/ 6668 h 179070"/>
                              <a:gd name="connsiteX42" fmla="*/ 53888 w 74843"/>
                              <a:gd name="connsiteY42" fmla="*/ 9525 h 179070"/>
                              <a:gd name="connsiteX43" fmla="*/ 54841 w 74843"/>
                              <a:gd name="connsiteY43" fmla="*/ 5715 h 179070"/>
                              <a:gd name="connsiteX44" fmla="*/ 48173 w 74843"/>
                              <a:gd name="connsiteY44" fmla="*/ 21908 h 179070"/>
                              <a:gd name="connsiteX45" fmla="*/ 44363 w 74843"/>
                              <a:gd name="connsiteY45" fmla="*/ 29528 h 179070"/>
                              <a:gd name="connsiteX46" fmla="*/ 41506 w 74843"/>
                              <a:gd name="connsiteY46" fmla="*/ 37147 h 179070"/>
                              <a:gd name="connsiteX47" fmla="*/ 3406 w 74843"/>
                              <a:gd name="connsiteY47" fmla="*/ 117158 h 179070"/>
                              <a:gd name="connsiteX48" fmla="*/ 5311 w 74843"/>
                              <a:gd name="connsiteY48" fmla="*/ 119063 h 179070"/>
                              <a:gd name="connsiteX49" fmla="*/ 27218 w 74843"/>
                              <a:gd name="connsiteY49" fmla="*/ 70485 h 179070"/>
                              <a:gd name="connsiteX50" fmla="*/ 31028 w 74843"/>
                              <a:gd name="connsiteY50" fmla="*/ 62865 h 179070"/>
                              <a:gd name="connsiteX51" fmla="*/ 30076 w 74843"/>
                              <a:gd name="connsiteY51" fmla="*/ 64770 h 179070"/>
                              <a:gd name="connsiteX52" fmla="*/ 27218 w 74843"/>
                              <a:gd name="connsiteY52" fmla="*/ 72390 h 179070"/>
                              <a:gd name="connsiteX53" fmla="*/ 23408 w 74843"/>
                              <a:gd name="connsiteY53" fmla="*/ 80010 h 179070"/>
                              <a:gd name="connsiteX54" fmla="*/ 11026 w 74843"/>
                              <a:gd name="connsiteY54" fmla="*/ 112395 h 179070"/>
                              <a:gd name="connsiteX55" fmla="*/ 1501 w 74843"/>
                              <a:gd name="connsiteY55" fmla="*/ 134303 h 179070"/>
                              <a:gd name="connsiteX56" fmla="*/ 1501 w 74843"/>
                              <a:gd name="connsiteY56" fmla="*/ 140017 h 179070"/>
                              <a:gd name="connsiteX57" fmla="*/ 7216 w 74843"/>
                              <a:gd name="connsiteY57" fmla="*/ 127635 h 179070"/>
                              <a:gd name="connsiteX58" fmla="*/ 6263 w 74843"/>
                              <a:gd name="connsiteY58" fmla="*/ 160020 h 179070"/>
                              <a:gd name="connsiteX59" fmla="*/ 8168 w 74843"/>
                              <a:gd name="connsiteY59" fmla="*/ 140017 h 179070"/>
                              <a:gd name="connsiteX60" fmla="*/ 11978 w 74843"/>
                              <a:gd name="connsiteY60" fmla="*/ 129540 h 179070"/>
                              <a:gd name="connsiteX61" fmla="*/ 9121 w 74843"/>
                              <a:gd name="connsiteY61" fmla="*/ 171450 h 179070"/>
                              <a:gd name="connsiteX62" fmla="*/ 17693 w 74843"/>
                              <a:gd name="connsiteY62" fmla="*/ 120015 h 179070"/>
                              <a:gd name="connsiteX63" fmla="*/ 19598 w 74843"/>
                              <a:gd name="connsiteY63" fmla="*/ 112395 h 179070"/>
                              <a:gd name="connsiteX64" fmla="*/ 20551 w 74843"/>
                              <a:gd name="connsiteY64" fmla="*/ 111442 h 179070"/>
                              <a:gd name="connsiteX65" fmla="*/ 12931 w 74843"/>
                              <a:gd name="connsiteY65" fmla="*/ 148590 h 179070"/>
                              <a:gd name="connsiteX66" fmla="*/ 12931 w 74843"/>
                              <a:gd name="connsiteY66" fmla="*/ 148590 h 179070"/>
                              <a:gd name="connsiteX67" fmla="*/ 12931 w 74843"/>
                              <a:gd name="connsiteY67" fmla="*/ 150495 h 179070"/>
                              <a:gd name="connsiteX68" fmla="*/ 11978 w 74843"/>
                              <a:gd name="connsiteY68" fmla="*/ 163830 h 179070"/>
                              <a:gd name="connsiteX69" fmla="*/ 11978 w 74843"/>
                              <a:gd name="connsiteY69" fmla="*/ 177165 h 179070"/>
                              <a:gd name="connsiteX70" fmla="*/ 12931 w 74843"/>
                              <a:gd name="connsiteY70" fmla="*/ 163830 h 179070"/>
                              <a:gd name="connsiteX71" fmla="*/ 16741 w 74843"/>
                              <a:gd name="connsiteY71" fmla="*/ 147638 h 179070"/>
                              <a:gd name="connsiteX72" fmla="*/ 18646 w 74843"/>
                              <a:gd name="connsiteY72" fmla="*/ 141922 h 179070"/>
                              <a:gd name="connsiteX73" fmla="*/ 25313 w 74843"/>
                              <a:gd name="connsiteY73" fmla="*/ 120967 h 179070"/>
                              <a:gd name="connsiteX74" fmla="*/ 35791 w 74843"/>
                              <a:gd name="connsiteY74" fmla="*/ 89535 h 179070"/>
                              <a:gd name="connsiteX75" fmla="*/ 38648 w 74843"/>
                              <a:gd name="connsiteY75" fmla="*/ 80010 h 179070"/>
                              <a:gd name="connsiteX76" fmla="*/ 38648 w 74843"/>
                              <a:gd name="connsiteY76" fmla="*/ 79058 h 179070"/>
                              <a:gd name="connsiteX77" fmla="*/ 37695 w 74843"/>
                              <a:gd name="connsiteY77" fmla="*/ 80963 h 179070"/>
                              <a:gd name="connsiteX78" fmla="*/ 24361 w 74843"/>
                              <a:gd name="connsiteY78" fmla="*/ 126683 h 179070"/>
                              <a:gd name="connsiteX79" fmla="*/ 15788 w 74843"/>
                              <a:gd name="connsiteY79" fmla="*/ 153353 h 179070"/>
                              <a:gd name="connsiteX80" fmla="*/ 11026 w 74843"/>
                              <a:gd name="connsiteY80" fmla="*/ 165735 h 179070"/>
                              <a:gd name="connsiteX81" fmla="*/ 12931 w 74843"/>
                              <a:gd name="connsiteY81" fmla="*/ 168592 h 179070"/>
                              <a:gd name="connsiteX82" fmla="*/ 14836 w 74843"/>
                              <a:gd name="connsiteY82" fmla="*/ 174308 h 179070"/>
                              <a:gd name="connsiteX83" fmla="*/ 23408 w 74843"/>
                              <a:gd name="connsiteY83" fmla="*/ 140017 h 179070"/>
                              <a:gd name="connsiteX84" fmla="*/ 23408 w 74843"/>
                              <a:gd name="connsiteY84" fmla="*/ 141922 h 179070"/>
                              <a:gd name="connsiteX85" fmla="*/ 29123 w 74843"/>
                              <a:gd name="connsiteY85" fmla="*/ 132397 h 179070"/>
                              <a:gd name="connsiteX86" fmla="*/ 33886 w 74843"/>
                              <a:gd name="connsiteY86" fmla="*/ 117158 h 179070"/>
                              <a:gd name="connsiteX87" fmla="*/ 38648 w 74843"/>
                              <a:gd name="connsiteY87" fmla="*/ 107633 h 179070"/>
                              <a:gd name="connsiteX88" fmla="*/ 18646 w 74843"/>
                              <a:gd name="connsiteY88" fmla="*/ 165735 h 179070"/>
                              <a:gd name="connsiteX89" fmla="*/ 23408 w 74843"/>
                              <a:gd name="connsiteY89" fmla="*/ 158115 h 179070"/>
                              <a:gd name="connsiteX90" fmla="*/ 23408 w 74843"/>
                              <a:gd name="connsiteY90" fmla="*/ 157163 h 179070"/>
                              <a:gd name="connsiteX91" fmla="*/ 33886 w 74843"/>
                              <a:gd name="connsiteY91" fmla="*/ 134303 h 179070"/>
                              <a:gd name="connsiteX92" fmla="*/ 32933 w 74843"/>
                              <a:gd name="connsiteY92" fmla="*/ 138113 h 179070"/>
                              <a:gd name="connsiteX93" fmla="*/ 29123 w 74843"/>
                              <a:gd name="connsiteY93" fmla="*/ 144780 h 179070"/>
                              <a:gd name="connsiteX94" fmla="*/ 29123 w 74843"/>
                              <a:gd name="connsiteY94" fmla="*/ 146685 h 179070"/>
                              <a:gd name="connsiteX95" fmla="*/ 16741 w 74843"/>
                              <a:gd name="connsiteY95" fmla="*/ 176213 h 179070"/>
                              <a:gd name="connsiteX96" fmla="*/ 17693 w 74843"/>
                              <a:gd name="connsiteY96" fmla="*/ 179070 h 179070"/>
                              <a:gd name="connsiteX97" fmla="*/ 24361 w 74843"/>
                              <a:gd name="connsiteY97" fmla="*/ 167640 h 179070"/>
                              <a:gd name="connsiteX98" fmla="*/ 24361 w 74843"/>
                              <a:gd name="connsiteY98" fmla="*/ 167640 h 179070"/>
                              <a:gd name="connsiteX99" fmla="*/ 32933 w 74843"/>
                              <a:gd name="connsiteY99" fmla="*/ 153353 h 179070"/>
                              <a:gd name="connsiteX100" fmla="*/ 35791 w 74843"/>
                              <a:gd name="connsiteY100" fmla="*/ 150495 h 179070"/>
                              <a:gd name="connsiteX101" fmla="*/ 40553 w 74843"/>
                              <a:gd name="connsiteY101" fmla="*/ 139065 h 179070"/>
                              <a:gd name="connsiteX102" fmla="*/ 40553 w 74843"/>
                              <a:gd name="connsiteY102" fmla="*/ 145733 h 179070"/>
                              <a:gd name="connsiteX103" fmla="*/ 50078 w 74843"/>
                              <a:gd name="connsiteY103" fmla="*/ 121920 h 179070"/>
                              <a:gd name="connsiteX104" fmla="*/ 59603 w 74843"/>
                              <a:gd name="connsiteY104" fmla="*/ 83820 h 179070"/>
                              <a:gd name="connsiteX105" fmla="*/ 61508 w 74843"/>
                              <a:gd name="connsiteY105" fmla="*/ 76200 h 179070"/>
                              <a:gd name="connsiteX106" fmla="*/ 71033 w 74843"/>
                              <a:gd name="connsiteY106" fmla="*/ 38100 h 179070"/>
                              <a:gd name="connsiteX107" fmla="*/ 52936 w 74843"/>
                              <a:gd name="connsiteY107" fmla="*/ 66675 h 179070"/>
                              <a:gd name="connsiteX108" fmla="*/ 56745 w 74843"/>
                              <a:gd name="connsiteY108" fmla="*/ 54293 h 179070"/>
                              <a:gd name="connsiteX109" fmla="*/ 51983 w 74843"/>
                              <a:gd name="connsiteY109" fmla="*/ 68580 h 179070"/>
                              <a:gd name="connsiteX110" fmla="*/ 52936 w 74843"/>
                              <a:gd name="connsiteY110" fmla="*/ 66675 h 179070"/>
                              <a:gd name="connsiteX111" fmla="*/ 70081 w 74843"/>
                              <a:gd name="connsiteY111" fmla="*/ 4763 h 179070"/>
                              <a:gd name="connsiteX112" fmla="*/ 69128 w 74843"/>
                              <a:gd name="connsiteY112" fmla="*/ 13335 h 179070"/>
                              <a:gd name="connsiteX113" fmla="*/ 70081 w 74843"/>
                              <a:gd name="connsiteY113" fmla="*/ 3810 h 179070"/>
                              <a:gd name="connsiteX114" fmla="*/ 70081 w 74843"/>
                              <a:gd name="connsiteY114" fmla="*/ 4763 h 179070"/>
                              <a:gd name="connsiteX115" fmla="*/ 63413 w 74843"/>
                              <a:gd name="connsiteY115" fmla="*/ 28575 h 179070"/>
                              <a:gd name="connsiteX116" fmla="*/ 62461 w 74843"/>
                              <a:gd name="connsiteY116" fmla="*/ 32385 h 179070"/>
                              <a:gd name="connsiteX117" fmla="*/ 65318 w 74843"/>
                              <a:gd name="connsiteY117" fmla="*/ 20003 h 179070"/>
                              <a:gd name="connsiteX118" fmla="*/ 63413 w 74843"/>
                              <a:gd name="connsiteY118" fmla="*/ 28575 h 179070"/>
                              <a:gd name="connsiteX119" fmla="*/ 62461 w 74843"/>
                              <a:gd name="connsiteY119" fmla="*/ 3810 h 179070"/>
                              <a:gd name="connsiteX120" fmla="*/ 60556 w 74843"/>
                              <a:gd name="connsiteY120" fmla="*/ 10478 h 179070"/>
                              <a:gd name="connsiteX121" fmla="*/ 62461 w 74843"/>
                              <a:gd name="connsiteY121" fmla="*/ 3810 h 179070"/>
                              <a:gd name="connsiteX122" fmla="*/ 24361 w 74843"/>
                              <a:gd name="connsiteY122" fmla="*/ 117158 h 179070"/>
                              <a:gd name="connsiteX123" fmla="*/ 20551 w 74843"/>
                              <a:gd name="connsiteY123" fmla="*/ 127635 h 179070"/>
                              <a:gd name="connsiteX124" fmla="*/ 31028 w 74843"/>
                              <a:gd name="connsiteY124" fmla="*/ 92392 h 179070"/>
                              <a:gd name="connsiteX125" fmla="*/ 33886 w 74843"/>
                              <a:gd name="connsiteY125" fmla="*/ 85725 h 179070"/>
                              <a:gd name="connsiteX126" fmla="*/ 37695 w 74843"/>
                              <a:gd name="connsiteY126" fmla="*/ 79058 h 179070"/>
                              <a:gd name="connsiteX127" fmla="*/ 38648 w 74843"/>
                              <a:gd name="connsiteY127" fmla="*/ 77153 h 179070"/>
                              <a:gd name="connsiteX128" fmla="*/ 32933 w 74843"/>
                              <a:gd name="connsiteY128" fmla="*/ 94297 h 179070"/>
                              <a:gd name="connsiteX129" fmla="*/ 24361 w 74843"/>
                              <a:gd name="connsiteY129" fmla="*/ 117158 h 179070"/>
                              <a:gd name="connsiteX130" fmla="*/ 46268 w 74843"/>
                              <a:gd name="connsiteY130" fmla="*/ 47625 h 179070"/>
                              <a:gd name="connsiteX131" fmla="*/ 45316 w 74843"/>
                              <a:gd name="connsiteY131" fmla="*/ 49530 h 179070"/>
                              <a:gd name="connsiteX132" fmla="*/ 47220 w 74843"/>
                              <a:gd name="connsiteY132" fmla="*/ 44768 h 179070"/>
                              <a:gd name="connsiteX133" fmla="*/ 46268 w 74843"/>
                              <a:gd name="connsiteY133" fmla="*/ 47625 h 179070"/>
                              <a:gd name="connsiteX134" fmla="*/ 43411 w 74843"/>
                              <a:gd name="connsiteY134" fmla="*/ 40958 h 179070"/>
                              <a:gd name="connsiteX135" fmla="*/ 43411 w 74843"/>
                              <a:gd name="connsiteY135" fmla="*/ 40958 h 179070"/>
                              <a:gd name="connsiteX136" fmla="*/ 44363 w 74843"/>
                              <a:gd name="connsiteY136" fmla="*/ 39053 h 179070"/>
                              <a:gd name="connsiteX137" fmla="*/ 35791 w 74843"/>
                              <a:gd name="connsiteY137" fmla="*/ 66675 h 179070"/>
                              <a:gd name="connsiteX138" fmla="*/ 34838 w 74843"/>
                              <a:gd name="connsiteY138" fmla="*/ 69533 h 179070"/>
                              <a:gd name="connsiteX139" fmla="*/ 41506 w 74843"/>
                              <a:gd name="connsiteY139" fmla="*/ 46672 h 179070"/>
                              <a:gd name="connsiteX140" fmla="*/ 43411 w 74843"/>
                              <a:gd name="connsiteY140" fmla="*/ 40958 h 179070"/>
                              <a:gd name="connsiteX141" fmla="*/ 10073 w 74843"/>
                              <a:gd name="connsiteY141" fmla="*/ 130492 h 179070"/>
                              <a:gd name="connsiteX142" fmla="*/ 11026 w 74843"/>
                              <a:gd name="connsiteY142" fmla="*/ 125730 h 179070"/>
                              <a:gd name="connsiteX143" fmla="*/ 14836 w 74843"/>
                              <a:gd name="connsiteY143" fmla="*/ 110490 h 179070"/>
                              <a:gd name="connsiteX144" fmla="*/ 28171 w 74843"/>
                              <a:gd name="connsiteY144" fmla="*/ 76200 h 179070"/>
                              <a:gd name="connsiteX145" fmla="*/ 16741 w 74843"/>
                              <a:gd name="connsiteY145" fmla="*/ 111442 h 179070"/>
                              <a:gd name="connsiteX146" fmla="*/ 16741 w 74843"/>
                              <a:gd name="connsiteY146" fmla="*/ 112395 h 179070"/>
                              <a:gd name="connsiteX147" fmla="*/ 16741 w 74843"/>
                              <a:gd name="connsiteY147" fmla="*/ 113347 h 179070"/>
                              <a:gd name="connsiteX148" fmla="*/ 16741 w 74843"/>
                              <a:gd name="connsiteY148" fmla="*/ 114300 h 179070"/>
                              <a:gd name="connsiteX149" fmla="*/ 15788 w 74843"/>
                              <a:gd name="connsiteY149" fmla="*/ 120015 h 179070"/>
                              <a:gd name="connsiteX150" fmla="*/ 10073 w 74843"/>
                              <a:gd name="connsiteY150" fmla="*/ 130492 h 179070"/>
                              <a:gd name="connsiteX151" fmla="*/ 35791 w 74843"/>
                              <a:gd name="connsiteY151" fmla="*/ 98108 h 179070"/>
                              <a:gd name="connsiteX152" fmla="*/ 52936 w 74843"/>
                              <a:gd name="connsiteY152" fmla="*/ 46672 h 179070"/>
                              <a:gd name="connsiteX153" fmla="*/ 55793 w 74843"/>
                              <a:gd name="connsiteY153" fmla="*/ 33338 h 179070"/>
                              <a:gd name="connsiteX154" fmla="*/ 58651 w 74843"/>
                              <a:gd name="connsiteY154" fmla="*/ 25718 h 179070"/>
                              <a:gd name="connsiteX155" fmla="*/ 54841 w 74843"/>
                              <a:gd name="connsiteY155" fmla="*/ 40958 h 179070"/>
                              <a:gd name="connsiteX156" fmla="*/ 35791 w 74843"/>
                              <a:gd name="connsiteY156" fmla="*/ 98108 h 179070"/>
                              <a:gd name="connsiteX157" fmla="*/ 33886 w 74843"/>
                              <a:gd name="connsiteY157" fmla="*/ 103822 h 179070"/>
                              <a:gd name="connsiteX158" fmla="*/ 35791 w 74843"/>
                              <a:gd name="connsiteY158" fmla="*/ 98108 h 179070"/>
                              <a:gd name="connsiteX159" fmla="*/ 46268 w 74843"/>
                              <a:gd name="connsiteY159" fmla="*/ 85725 h 179070"/>
                              <a:gd name="connsiteX160" fmla="*/ 45316 w 74843"/>
                              <a:gd name="connsiteY160" fmla="*/ 89535 h 179070"/>
                              <a:gd name="connsiteX161" fmla="*/ 43411 w 74843"/>
                              <a:gd name="connsiteY161" fmla="*/ 96203 h 179070"/>
                              <a:gd name="connsiteX162" fmla="*/ 46268 w 74843"/>
                              <a:gd name="connsiteY162" fmla="*/ 85725 h 179070"/>
                              <a:gd name="connsiteX163" fmla="*/ 40553 w 74843"/>
                              <a:gd name="connsiteY163" fmla="*/ 134303 h 179070"/>
                              <a:gd name="connsiteX164" fmla="*/ 42458 w 74843"/>
                              <a:gd name="connsiteY164" fmla="*/ 129540 h 179070"/>
                              <a:gd name="connsiteX165" fmla="*/ 44363 w 74843"/>
                              <a:gd name="connsiteY165" fmla="*/ 125730 h 179070"/>
                              <a:gd name="connsiteX166" fmla="*/ 50078 w 74843"/>
                              <a:gd name="connsiteY166" fmla="*/ 112395 h 179070"/>
                              <a:gd name="connsiteX167" fmla="*/ 37695 w 74843"/>
                              <a:gd name="connsiteY167" fmla="*/ 144780 h 179070"/>
                              <a:gd name="connsiteX168" fmla="*/ 40553 w 74843"/>
                              <a:gd name="connsiteY168" fmla="*/ 134303 h 17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74843" h="179070">
                                <a:moveTo>
                                  <a:pt x="71033" y="38100"/>
                                </a:moveTo>
                                <a:cubicBezTo>
                                  <a:pt x="71033" y="40005"/>
                                  <a:pt x="70081" y="40958"/>
                                  <a:pt x="70081" y="41910"/>
                                </a:cubicBezTo>
                                <a:cubicBezTo>
                                  <a:pt x="69128" y="44768"/>
                                  <a:pt x="68176" y="47625"/>
                                  <a:pt x="68176" y="51435"/>
                                </a:cubicBezTo>
                                <a:cubicBezTo>
                                  <a:pt x="69128" y="47625"/>
                                  <a:pt x="69128" y="44768"/>
                                  <a:pt x="70081" y="40958"/>
                                </a:cubicBezTo>
                                <a:cubicBezTo>
                                  <a:pt x="72938" y="27622"/>
                                  <a:pt x="74843" y="17145"/>
                                  <a:pt x="74843" y="10478"/>
                                </a:cubicBezTo>
                                <a:cubicBezTo>
                                  <a:pt x="74843" y="6668"/>
                                  <a:pt x="74843" y="3810"/>
                                  <a:pt x="73891" y="1905"/>
                                </a:cubicBezTo>
                                <a:cubicBezTo>
                                  <a:pt x="73891" y="1905"/>
                                  <a:pt x="74843" y="2858"/>
                                  <a:pt x="73891" y="4763"/>
                                </a:cubicBezTo>
                                <a:cubicBezTo>
                                  <a:pt x="73891" y="4763"/>
                                  <a:pt x="73891" y="4763"/>
                                  <a:pt x="73891" y="4763"/>
                                </a:cubicBezTo>
                                <a:cubicBezTo>
                                  <a:pt x="73891" y="4763"/>
                                  <a:pt x="73891" y="4763"/>
                                  <a:pt x="73891" y="4763"/>
                                </a:cubicBezTo>
                                <a:cubicBezTo>
                                  <a:pt x="73891" y="5715"/>
                                  <a:pt x="73891" y="6668"/>
                                  <a:pt x="73891" y="6668"/>
                                </a:cubicBezTo>
                                <a:cubicBezTo>
                                  <a:pt x="73891" y="7620"/>
                                  <a:pt x="72938" y="8572"/>
                                  <a:pt x="72938" y="9525"/>
                                </a:cubicBezTo>
                                <a:cubicBezTo>
                                  <a:pt x="72938" y="3810"/>
                                  <a:pt x="72938" y="0"/>
                                  <a:pt x="71033" y="0"/>
                                </a:cubicBezTo>
                                <a:cubicBezTo>
                                  <a:pt x="71986" y="0"/>
                                  <a:pt x="71986" y="1905"/>
                                  <a:pt x="71986" y="3810"/>
                                </a:cubicBezTo>
                                <a:cubicBezTo>
                                  <a:pt x="71986" y="3810"/>
                                  <a:pt x="71986" y="3810"/>
                                  <a:pt x="71986" y="2858"/>
                                </a:cubicBezTo>
                                <a:cubicBezTo>
                                  <a:pt x="71986" y="1905"/>
                                  <a:pt x="71986" y="953"/>
                                  <a:pt x="71033" y="0"/>
                                </a:cubicBezTo>
                                <a:cubicBezTo>
                                  <a:pt x="71033" y="0"/>
                                  <a:pt x="71033" y="953"/>
                                  <a:pt x="71033" y="1905"/>
                                </a:cubicBezTo>
                                <a:cubicBezTo>
                                  <a:pt x="71033" y="1905"/>
                                  <a:pt x="71033" y="953"/>
                                  <a:pt x="70081" y="953"/>
                                </a:cubicBezTo>
                                <a:cubicBezTo>
                                  <a:pt x="70081" y="953"/>
                                  <a:pt x="70081" y="1905"/>
                                  <a:pt x="71033" y="1905"/>
                                </a:cubicBezTo>
                                <a:cubicBezTo>
                                  <a:pt x="70081" y="2858"/>
                                  <a:pt x="68176" y="7620"/>
                                  <a:pt x="67223" y="12383"/>
                                </a:cubicBezTo>
                                <a:cubicBezTo>
                                  <a:pt x="68176" y="5715"/>
                                  <a:pt x="69128" y="953"/>
                                  <a:pt x="68176" y="953"/>
                                </a:cubicBezTo>
                                <a:cubicBezTo>
                                  <a:pt x="67223" y="2858"/>
                                  <a:pt x="66270" y="4763"/>
                                  <a:pt x="65318" y="7620"/>
                                </a:cubicBezTo>
                                <a:cubicBezTo>
                                  <a:pt x="65318" y="3810"/>
                                  <a:pt x="65318" y="-1905"/>
                                  <a:pt x="65318" y="1905"/>
                                </a:cubicBezTo>
                                <a:cubicBezTo>
                                  <a:pt x="65318" y="2858"/>
                                  <a:pt x="65318" y="2858"/>
                                  <a:pt x="65318" y="3810"/>
                                </a:cubicBezTo>
                                <a:cubicBezTo>
                                  <a:pt x="65318" y="3810"/>
                                  <a:pt x="65318" y="2858"/>
                                  <a:pt x="64366" y="2858"/>
                                </a:cubicBezTo>
                                <a:cubicBezTo>
                                  <a:pt x="64366" y="2858"/>
                                  <a:pt x="64366" y="1905"/>
                                  <a:pt x="64366" y="1905"/>
                                </a:cubicBezTo>
                                <a:cubicBezTo>
                                  <a:pt x="64366" y="1905"/>
                                  <a:pt x="64366" y="1905"/>
                                  <a:pt x="63413" y="1905"/>
                                </a:cubicBezTo>
                                <a:cubicBezTo>
                                  <a:pt x="63413" y="1905"/>
                                  <a:pt x="63413" y="1905"/>
                                  <a:pt x="63413" y="1905"/>
                                </a:cubicBezTo>
                                <a:cubicBezTo>
                                  <a:pt x="63413" y="1905"/>
                                  <a:pt x="63413" y="1905"/>
                                  <a:pt x="63413" y="1905"/>
                                </a:cubicBezTo>
                                <a:cubicBezTo>
                                  <a:pt x="61508" y="3810"/>
                                  <a:pt x="59603" y="11430"/>
                                  <a:pt x="58651" y="18097"/>
                                </a:cubicBezTo>
                                <a:cubicBezTo>
                                  <a:pt x="60556" y="9525"/>
                                  <a:pt x="61508" y="953"/>
                                  <a:pt x="61508" y="953"/>
                                </a:cubicBezTo>
                                <a:cubicBezTo>
                                  <a:pt x="60556" y="2858"/>
                                  <a:pt x="59603" y="4763"/>
                                  <a:pt x="59603" y="5715"/>
                                </a:cubicBezTo>
                                <a:cubicBezTo>
                                  <a:pt x="59603" y="4763"/>
                                  <a:pt x="59603" y="3810"/>
                                  <a:pt x="59603" y="3810"/>
                                </a:cubicBezTo>
                                <a:cubicBezTo>
                                  <a:pt x="59603" y="3810"/>
                                  <a:pt x="58651" y="4763"/>
                                  <a:pt x="58651" y="4763"/>
                                </a:cubicBezTo>
                                <a:cubicBezTo>
                                  <a:pt x="58651" y="4763"/>
                                  <a:pt x="58651" y="3810"/>
                                  <a:pt x="57698" y="3810"/>
                                </a:cubicBezTo>
                                <a:cubicBezTo>
                                  <a:pt x="57698" y="3810"/>
                                  <a:pt x="57698" y="3810"/>
                                  <a:pt x="57698" y="2858"/>
                                </a:cubicBezTo>
                                <a:cubicBezTo>
                                  <a:pt x="57698" y="2858"/>
                                  <a:pt x="57698" y="2858"/>
                                  <a:pt x="57698" y="3810"/>
                                </a:cubicBezTo>
                                <a:cubicBezTo>
                                  <a:pt x="57698" y="3810"/>
                                  <a:pt x="57698" y="3810"/>
                                  <a:pt x="57698" y="3810"/>
                                </a:cubicBezTo>
                                <a:cubicBezTo>
                                  <a:pt x="57698" y="3810"/>
                                  <a:pt x="57698" y="3810"/>
                                  <a:pt x="57698" y="4763"/>
                                </a:cubicBezTo>
                                <a:cubicBezTo>
                                  <a:pt x="57698" y="4763"/>
                                  <a:pt x="57698" y="4763"/>
                                  <a:pt x="57698" y="4763"/>
                                </a:cubicBezTo>
                                <a:cubicBezTo>
                                  <a:pt x="56745" y="5715"/>
                                  <a:pt x="54841" y="8572"/>
                                  <a:pt x="53888" y="12383"/>
                                </a:cubicBezTo>
                                <a:cubicBezTo>
                                  <a:pt x="53888" y="12383"/>
                                  <a:pt x="53888" y="11430"/>
                                  <a:pt x="53888" y="11430"/>
                                </a:cubicBezTo>
                                <a:cubicBezTo>
                                  <a:pt x="54841" y="8572"/>
                                  <a:pt x="55793" y="6668"/>
                                  <a:pt x="55793" y="6668"/>
                                </a:cubicBezTo>
                                <a:cubicBezTo>
                                  <a:pt x="55793" y="6668"/>
                                  <a:pt x="54841" y="7620"/>
                                  <a:pt x="53888" y="9525"/>
                                </a:cubicBezTo>
                                <a:cubicBezTo>
                                  <a:pt x="53888" y="7620"/>
                                  <a:pt x="54841" y="5715"/>
                                  <a:pt x="54841" y="5715"/>
                                </a:cubicBezTo>
                                <a:cubicBezTo>
                                  <a:pt x="51983" y="7620"/>
                                  <a:pt x="50078" y="14288"/>
                                  <a:pt x="48173" y="21908"/>
                                </a:cubicBezTo>
                                <a:cubicBezTo>
                                  <a:pt x="46268" y="25718"/>
                                  <a:pt x="45316" y="28575"/>
                                  <a:pt x="44363" y="29528"/>
                                </a:cubicBezTo>
                                <a:cubicBezTo>
                                  <a:pt x="43411" y="32385"/>
                                  <a:pt x="42458" y="34290"/>
                                  <a:pt x="41506" y="37147"/>
                                </a:cubicBezTo>
                                <a:cubicBezTo>
                                  <a:pt x="28171" y="62865"/>
                                  <a:pt x="8168" y="89535"/>
                                  <a:pt x="3406" y="117158"/>
                                </a:cubicBezTo>
                                <a:cubicBezTo>
                                  <a:pt x="3406" y="118110"/>
                                  <a:pt x="3406" y="120967"/>
                                  <a:pt x="5311" y="119063"/>
                                </a:cubicBezTo>
                                <a:cubicBezTo>
                                  <a:pt x="6263" y="119063"/>
                                  <a:pt x="24361" y="77153"/>
                                  <a:pt x="27218" y="70485"/>
                                </a:cubicBezTo>
                                <a:cubicBezTo>
                                  <a:pt x="28171" y="67628"/>
                                  <a:pt x="30076" y="65722"/>
                                  <a:pt x="31028" y="62865"/>
                                </a:cubicBezTo>
                                <a:cubicBezTo>
                                  <a:pt x="31028" y="63818"/>
                                  <a:pt x="31028" y="63818"/>
                                  <a:pt x="30076" y="64770"/>
                                </a:cubicBezTo>
                                <a:cubicBezTo>
                                  <a:pt x="29123" y="66675"/>
                                  <a:pt x="28171" y="69533"/>
                                  <a:pt x="27218" y="72390"/>
                                </a:cubicBezTo>
                                <a:cubicBezTo>
                                  <a:pt x="26266" y="75247"/>
                                  <a:pt x="25313" y="77153"/>
                                  <a:pt x="23408" y="80010"/>
                                </a:cubicBezTo>
                                <a:cubicBezTo>
                                  <a:pt x="18646" y="90488"/>
                                  <a:pt x="14836" y="100965"/>
                                  <a:pt x="11026" y="112395"/>
                                </a:cubicBezTo>
                                <a:cubicBezTo>
                                  <a:pt x="8168" y="120015"/>
                                  <a:pt x="5311" y="126683"/>
                                  <a:pt x="1501" y="134303"/>
                                </a:cubicBezTo>
                                <a:cubicBezTo>
                                  <a:pt x="-2309" y="141922"/>
                                  <a:pt x="2453" y="140017"/>
                                  <a:pt x="1501" y="140017"/>
                                </a:cubicBezTo>
                                <a:cubicBezTo>
                                  <a:pt x="3406" y="136208"/>
                                  <a:pt x="5311" y="131445"/>
                                  <a:pt x="7216" y="127635"/>
                                </a:cubicBezTo>
                                <a:cubicBezTo>
                                  <a:pt x="5311" y="138113"/>
                                  <a:pt x="2453" y="155258"/>
                                  <a:pt x="6263" y="160020"/>
                                </a:cubicBezTo>
                                <a:cubicBezTo>
                                  <a:pt x="5311" y="159067"/>
                                  <a:pt x="7216" y="149542"/>
                                  <a:pt x="8168" y="140017"/>
                                </a:cubicBezTo>
                                <a:cubicBezTo>
                                  <a:pt x="9121" y="136208"/>
                                  <a:pt x="11026" y="133350"/>
                                  <a:pt x="11978" y="129540"/>
                                </a:cubicBezTo>
                                <a:cubicBezTo>
                                  <a:pt x="8168" y="146685"/>
                                  <a:pt x="4358" y="169545"/>
                                  <a:pt x="9121" y="171450"/>
                                </a:cubicBezTo>
                                <a:cubicBezTo>
                                  <a:pt x="6263" y="169545"/>
                                  <a:pt x="16741" y="125730"/>
                                  <a:pt x="17693" y="120015"/>
                                </a:cubicBezTo>
                                <a:cubicBezTo>
                                  <a:pt x="18646" y="117158"/>
                                  <a:pt x="18646" y="115253"/>
                                  <a:pt x="19598" y="112395"/>
                                </a:cubicBezTo>
                                <a:cubicBezTo>
                                  <a:pt x="19598" y="112395"/>
                                  <a:pt x="19598" y="111442"/>
                                  <a:pt x="20551" y="111442"/>
                                </a:cubicBezTo>
                                <a:cubicBezTo>
                                  <a:pt x="16741" y="123825"/>
                                  <a:pt x="13883" y="136208"/>
                                  <a:pt x="12931" y="148590"/>
                                </a:cubicBezTo>
                                <a:cubicBezTo>
                                  <a:pt x="12931" y="148590"/>
                                  <a:pt x="12931" y="148590"/>
                                  <a:pt x="12931" y="148590"/>
                                </a:cubicBezTo>
                                <a:cubicBezTo>
                                  <a:pt x="12931" y="149542"/>
                                  <a:pt x="12931" y="149542"/>
                                  <a:pt x="12931" y="150495"/>
                                </a:cubicBezTo>
                                <a:cubicBezTo>
                                  <a:pt x="12931" y="151447"/>
                                  <a:pt x="10073" y="162878"/>
                                  <a:pt x="11978" y="163830"/>
                                </a:cubicBezTo>
                                <a:cubicBezTo>
                                  <a:pt x="11026" y="170497"/>
                                  <a:pt x="10073" y="176213"/>
                                  <a:pt x="11978" y="177165"/>
                                </a:cubicBezTo>
                                <a:cubicBezTo>
                                  <a:pt x="10073" y="176213"/>
                                  <a:pt x="11026" y="171450"/>
                                  <a:pt x="12931" y="163830"/>
                                </a:cubicBezTo>
                                <a:cubicBezTo>
                                  <a:pt x="14836" y="160972"/>
                                  <a:pt x="15788" y="154305"/>
                                  <a:pt x="16741" y="147638"/>
                                </a:cubicBezTo>
                                <a:cubicBezTo>
                                  <a:pt x="17693" y="145733"/>
                                  <a:pt x="17693" y="143828"/>
                                  <a:pt x="18646" y="141922"/>
                                </a:cubicBezTo>
                                <a:cubicBezTo>
                                  <a:pt x="20551" y="138113"/>
                                  <a:pt x="25313" y="121920"/>
                                  <a:pt x="25313" y="120967"/>
                                </a:cubicBezTo>
                                <a:cubicBezTo>
                                  <a:pt x="29123" y="110490"/>
                                  <a:pt x="31981" y="100013"/>
                                  <a:pt x="35791" y="89535"/>
                                </a:cubicBezTo>
                                <a:cubicBezTo>
                                  <a:pt x="37695" y="84772"/>
                                  <a:pt x="38648" y="81915"/>
                                  <a:pt x="38648" y="80010"/>
                                </a:cubicBezTo>
                                <a:cubicBezTo>
                                  <a:pt x="38648" y="80010"/>
                                  <a:pt x="38648" y="79058"/>
                                  <a:pt x="38648" y="79058"/>
                                </a:cubicBezTo>
                                <a:cubicBezTo>
                                  <a:pt x="38648" y="80010"/>
                                  <a:pt x="38648" y="80010"/>
                                  <a:pt x="37695" y="80963"/>
                                </a:cubicBezTo>
                                <a:cubicBezTo>
                                  <a:pt x="32933" y="96203"/>
                                  <a:pt x="28171" y="111442"/>
                                  <a:pt x="24361" y="126683"/>
                                </a:cubicBezTo>
                                <a:cubicBezTo>
                                  <a:pt x="21503" y="135255"/>
                                  <a:pt x="17693" y="145733"/>
                                  <a:pt x="15788" y="153353"/>
                                </a:cubicBezTo>
                                <a:cubicBezTo>
                                  <a:pt x="14836" y="157163"/>
                                  <a:pt x="12931" y="161925"/>
                                  <a:pt x="11026" y="165735"/>
                                </a:cubicBezTo>
                                <a:cubicBezTo>
                                  <a:pt x="10073" y="169545"/>
                                  <a:pt x="11978" y="168592"/>
                                  <a:pt x="12931" y="168592"/>
                                </a:cubicBezTo>
                                <a:cubicBezTo>
                                  <a:pt x="12931" y="171450"/>
                                  <a:pt x="13883" y="173355"/>
                                  <a:pt x="14836" y="174308"/>
                                </a:cubicBezTo>
                                <a:cubicBezTo>
                                  <a:pt x="12931" y="173355"/>
                                  <a:pt x="17693" y="157163"/>
                                  <a:pt x="23408" y="140017"/>
                                </a:cubicBezTo>
                                <a:cubicBezTo>
                                  <a:pt x="23408" y="140970"/>
                                  <a:pt x="23408" y="140970"/>
                                  <a:pt x="23408" y="141922"/>
                                </a:cubicBezTo>
                                <a:cubicBezTo>
                                  <a:pt x="18646" y="160020"/>
                                  <a:pt x="28171" y="135255"/>
                                  <a:pt x="29123" y="132397"/>
                                </a:cubicBezTo>
                                <a:cubicBezTo>
                                  <a:pt x="31028" y="126683"/>
                                  <a:pt x="31981" y="121920"/>
                                  <a:pt x="33886" y="117158"/>
                                </a:cubicBezTo>
                                <a:cubicBezTo>
                                  <a:pt x="35791" y="114300"/>
                                  <a:pt x="36743" y="110490"/>
                                  <a:pt x="38648" y="107633"/>
                                </a:cubicBezTo>
                                <a:cubicBezTo>
                                  <a:pt x="29123" y="136208"/>
                                  <a:pt x="20551" y="160020"/>
                                  <a:pt x="18646" y="165735"/>
                                </a:cubicBezTo>
                                <a:cubicBezTo>
                                  <a:pt x="17693" y="170497"/>
                                  <a:pt x="23408" y="160020"/>
                                  <a:pt x="23408" y="158115"/>
                                </a:cubicBezTo>
                                <a:cubicBezTo>
                                  <a:pt x="23408" y="158115"/>
                                  <a:pt x="23408" y="158115"/>
                                  <a:pt x="23408" y="157163"/>
                                </a:cubicBezTo>
                                <a:cubicBezTo>
                                  <a:pt x="25313" y="153353"/>
                                  <a:pt x="29123" y="144780"/>
                                  <a:pt x="33886" y="134303"/>
                                </a:cubicBezTo>
                                <a:cubicBezTo>
                                  <a:pt x="33886" y="135255"/>
                                  <a:pt x="32933" y="137160"/>
                                  <a:pt x="32933" y="138113"/>
                                </a:cubicBezTo>
                                <a:cubicBezTo>
                                  <a:pt x="31981" y="140017"/>
                                  <a:pt x="31028" y="142875"/>
                                  <a:pt x="29123" y="144780"/>
                                </a:cubicBezTo>
                                <a:cubicBezTo>
                                  <a:pt x="28171" y="146685"/>
                                  <a:pt x="29123" y="146685"/>
                                  <a:pt x="29123" y="146685"/>
                                </a:cubicBezTo>
                                <a:cubicBezTo>
                                  <a:pt x="25313" y="157163"/>
                                  <a:pt x="21503" y="166688"/>
                                  <a:pt x="16741" y="176213"/>
                                </a:cubicBezTo>
                                <a:cubicBezTo>
                                  <a:pt x="16741" y="178117"/>
                                  <a:pt x="16741" y="178117"/>
                                  <a:pt x="17693" y="179070"/>
                                </a:cubicBezTo>
                                <a:cubicBezTo>
                                  <a:pt x="18646" y="179070"/>
                                  <a:pt x="21503" y="175260"/>
                                  <a:pt x="24361" y="167640"/>
                                </a:cubicBezTo>
                                <a:cubicBezTo>
                                  <a:pt x="24361" y="167640"/>
                                  <a:pt x="24361" y="167640"/>
                                  <a:pt x="24361" y="167640"/>
                                </a:cubicBezTo>
                                <a:cubicBezTo>
                                  <a:pt x="27218" y="166688"/>
                                  <a:pt x="30076" y="161925"/>
                                  <a:pt x="32933" y="153353"/>
                                </a:cubicBezTo>
                                <a:cubicBezTo>
                                  <a:pt x="33886" y="152400"/>
                                  <a:pt x="35791" y="150495"/>
                                  <a:pt x="35791" y="150495"/>
                                </a:cubicBezTo>
                                <a:cubicBezTo>
                                  <a:pt x="37695" y="147638"/>
                                  <a:pt x="39601" y="142875"/>
                                  <a:pt x="40553" y="139065"/>
                                </a:cubicBezTo>
                                <a:cubicBezTo>
                                  <a:pt x="39601" y="141922"/>
                                  <a:pt x="39601" y="143828"/>
                                  <a:pt x="40553" y="145733"/>
                                </a:cubicBezTo>
                                <a:cubicBezTo>
                                  <a:pt x="40553" y="146685"/>
                                  <a:pt x="49126" y="125730"/>
                                  <a:pt x="50078" y="121920"/>
                                </a:cubicBezTo>
                                <a:cubicBezTo>
                                  <a:pt x="52936" y="109538"/>
                                  <a:pt x="56745" y="96203"/>
                                  <a:pt x="59603" y="83820"/>
                                </a:cubicBezTo>
                                <a:cubicBezTo>
                                  <a:pt x="60556" y="80963"/>
                                  <a:pt x="60556" y="79058"/>
                                  <a:pt x="61508" y="76200"/>
                                </a:cubicBezTo>
                                <a:cubicBezTo>
                                  <a:pt x="66270" y="64770"/>
                                  <a:pt x="69128" y="51435"/>
                                  <a:pt x="71033" y="38100"/>
                                </a:cubicBezTo>
                                <a:close/>
                                <a:moveTo>
                                  <a:pt x="52936" y="66675"/>
                                </a:moveTo>
                                <a:cubicBezTo>
                                  <a:pt x="53888" y="62865"/>
                                  <a:pt x="55793" y="59055"/>
                                  <a:pt x="56745" y="54293"/>
                                </a:cubicBezTo>
                                <a:cubicBezTo>
                                  <a:pt x="54841" y="59055"/>
                                  <a:pt x="53888" y="63818"/>
                                  <a:pt x="51983" y="68580"/>
                                </a:cubicBezTo>
                                <a:cubicBezTo>
                                  <a:pt x="52936" y="67628"/>
                                  <a:pt x="52936" y="66675"/>
                                  <a:pt x="52936" y="66675"/>
                                </a:cubicBezTo>
                                <a:close/>
                                <a:moveTo>
                                  <a:pt x="70081" y="4763"/>
                                </a:moveTo>
                                <a:cubicBezTo>
                                  <a:pt x="70081" y="6668"/>
                                  <a:pt x="69128" y="9525"/>
                                  <a:pt x="69128" y="13335"/>
                                </a:cubicBezTo>
                                <a:cubicBezTo>
                                  <a:pt x="70081" y="8572"/>
                                  <a:pt x="70081" y="3810"/>
                                  <a:pt x="70081" y="3810"/>
                                </a:cubicBezTo>
                                <a:cubicBezTo>
                                  <a:pt x="70081" y="3810"/>
                                  <a:pt x="70081" y="4763"/>
                                  <a:pt x="70081" y="4763"/>
                                </a:cubicBezTo>
                                <a:close/>
                                <a:moveTo>
                                  <a:pt x="63413" y="28575"/>
                                </a:moveTo>
                                <a:cubicBezTo>
                                  <a:pt x="63413" y="29528"/>
                                  <a:pt x="62461" y="31433"/>
                                  <a:pt x="62461" y="32385"/>
                                </a:cubicBezTo>
                                <a:cubicBezTo>
                                  <a:pt x="63413" y="27622"/>
                                  <a:pt x="64366" y="23813"/>
                                  <a:pt x="65318" y="20003"/>
                                </a:cubicBezTo>
                                <a:cubicBezTo>
                                  <a:pt x="64366" y="23813"/>
                                  <a:pt x="63413" y="27622"/>
                                  <a:pt x="63413" y="28575"/>
                                </a:cubicBezTo>
                                <a:close/>
                                <a:moveTo>
                                  <a:pt x="62461" y="3810"/>
                                </a:moveTo>
                                <a:cubicBezTo>
                                  <a:pt x="62461" y="4763"/>
                                  <a:pt x="62461" y="7620"/>
                                  <a:pt x="60556" y="10478"/>
                                </a:cubicBezTo>
                                <a:cubicBezTo>
                                  <a:pt x="62461" y="7620"/>
                                  <a:pt x="62461" y="4763"/>
                                  <a:pt x="62461" y="3810"/>
                                </a:cubicBezTo>
                                <a:close/>
                                <a:moveTo>
                                  <a:pt x="24361" y="117158"/>
                                </a:moveTo>
                                <a:cubicBezTo>
                                  <a:pt x="23408" y="120967"/>
                                  <a:pt x="21503" y="123825"/>
                                  <a:pt x="20551" y="127635"/>
                                </a:cubicBezTo>
                                <a:cubicBezTo>
                                  <a:pt x="23408" y="115253"/>
                                  <a:pt x="27218" y="103822"/>
                                  <a:pt x="31028" y="92392"/>
                                </a:cubicBezTo>
                                <a:cubicBezTo>
                                  <a:pt x="31028" y="91440"/>
                                  <a:pt x="31981" y="88583"/>
                                  <a:pt x="33886" y="85725"/>
                                </a:cubicBezTo>
                                <a:cubicBezTo>
                                  <a:pt x="34838" y="83820"/>
                                  <a:pt x="35791" y="80963"/>
                                  <a:pt x="37695" y="79058"/>
                                </a:cubicBezTo>
                                <a:cubicBezTo>
                                  <a:pt x="37695" y="79058"/>
                                  <a:pt x="38648" y="78105"/>
                                  <a:pt x="38648" y="77153"/>
                                </a:cubicBezTo>
                                <a:cubicBezTo>
                                  <a:pt x="36743" y="82867"/>
                                  <a:pt x="34838" y="88583"/>
                                  <a:pt x="32933" y="94297"/>
                                </a:cubicBezTo>
                                <a:cubicBezTo>
                                  <a:pt x="29123" y="100965"/>
                                  <a:pt x="26266" y="109538"/>
                                  <a:pt x="24361" y="117158"/>
                                </a:cubicBezTo>
                                <a:close/>
                                <a:moveTo>
                                  <a:pt x="46268" y="47625"/>
                                </a:moveTo>
                                <a:cubicBezTo>
                                  <a:pt x="46268" y="48578"/>
                                  <a:pt x="45316" y="48578"/>
                                  <a:pt x="45316" y="49530"/>
                                </a:cubicBezTo>
                                <a:cubicBezTo>
                                  <a:pt x="46268" y="47625"/>
                                  <a:pt x="46268" y="45720"/>
                                  <a:pt x="47220" y="44768"/>
                                </a:cubicBezTo>
                                <a:cubicBezTo>
                                  <a:pt x="47220" y="45720"/>
                                  <a:pt x="46268" y="46672"/>
                                  <a:pt x="46268" y="47625"/>
                                </a:cubicBezTo>
                                <a:close/>
                                <a:moveTo>
                                  <a:pt x="43411" y="40958"/>
                                </a:moveTo>
                                <a:cubicBezTo>
                                  <a:pt x="43411" y="40958"/>
                                  <a:pt x="43411" y="40958"/>
                                  <a:pt x="43411" y="40958"/>
                                </a:cubicBezTo>
                                <a:cubicBezTo>
                                  <a:pt x="43411" y="40958"/>
                                  <a:pt x="43411" y="40005"/>
                                  <a:pt x="44363" y="39053"/>
                                </a:cubicBezTo>
                                <a:cubicBezTo>
                                  <a:pt x="41506" y="48578"/>
                                  <a:pt x="38648" y="58103"/>
                                  <a:pt x="35791" y="66675"/>
                                </a:cubicBezTo>
                                <a:cubicBezTo>
                                  <a:pt x="35791" y="67628"/>
                                  <a:pt x="34838" y="68580"/>
                                  <a:pt x="34838" y="69533"/>
                                </a:cubicBezTo>
                                <a:cubicBezTo>
                                  <a:pt x="36743" y="61913"/>
                                  <a:pt x="39601" y="54293"/>
                                  <a:pt x="41506" y="46672"/>
                                </a:cubicBezTo>
                                <a:cubicBezTo>
                                  <a:pt x="42458" y="43815"/>
                                  <a:pt x="43411" y="42863"/>
                                  <a:pt x="43411" y="40958"/>
                                </a:cubicBezTo>
                                <a:close/>
                                <a:moveTo>
                                  <a:pt x="10073" y="130492"/>
                                </a:moveTo>
                                <a:cubicBezTo>
                                  <a:pt x="10073" y="127635"/>
                                  <a:pt x="11026" y="125730"/>
                                  <a:pt x="11026" y="125730"/>
                                </a:cubicBezTo>
                                <a:cubicBezTo>
                                  <a:pt x="11978" y="120967"/>
                                  <a:pt x="12931" y="115253"/>
                                  <a:pt x="14836" y="110490"/>
                                </a:cubicBezTo>
                                <a:cubicBezTo>
                                  <a:pt x="19598" y="99060"/>
                                  <a:pt x="23408" y="87630"/>
                                  <a:pt x="28171" y="76200"/>
                                </a:cubicBezTo>
                                <a:cubicBezTo>
                                  <a:pt x="24361" y="87630"/>
                                  <a:pt x="20551" y="99060"/>
                                  <a:pt x="16741" y="111442"/>
                                </a:cubicBezTo>
                                <a:cubicBezTo>
                                  <a:pt x="16741" y="111442"/>
                                  <a:pt x="16741" y="112395"/>
                                  <a:pt x="16741" y="112395"/>
                                </a:cubicBezTo>
                                <a:cubicBezTo>
                                  <a:pt x="16741" y="112395"/>
                                  <a:pt x="16741" y="113347"/>
                                  <a:pt x="16741" y="113347"/>
                                </a:cubicBezTo>
                                <a:cubicBezTo>
                                  <a:pt x="16741" y="113347"/>
                                  <a:pt x="16741" y="114300"/>
                                  <a:pt x="16741" y="114300"/>
                                </a:cubicBezTo>
                                <a:cubicBezTo>
                                  <a:pt x="16741" y="116205"/>
                                  <a:pt x="15788" y="117158"/>
                                  <a:pt x="15788" y="120015"/>
                                </a:cubicBezTo>
                                <a:cubicBezTo>
                                  <a:pt x="12931" y="123825"/>
                                  <a:pt x="11026" y="127635"/>
                                  <a:pt x="10073" y="130492"/>
                                </a:cubicBezTo>
                                <a:close/>
                                <a:moveTo>
                                  <a:pt x="35791" y="98108"/>
                                </a:moveTo>
                                <a:cubicBezTo>
                                  <a:pt x="41506" y="80963"/>
                                  <a:pt x="47220" y="63818"/>
                                  <a:pt x="52936" y="46672"/>
                                </a:cubicBezTo>
                                <a:cubicBezTo>
                                  <a:pt x="52936" y="45720"/>
                                  <a:pt x="54841" y="40005"/>
                                  <a:pt x="55793" y="33338"/>
                                </a:cubicBezTo>
                                <a:cubicBezTo>
                                  <a:pt x="56745" y="30480"/>
                                  <a:pt x="57698" y="27622"/>
                                  <a:pt x="58651" y="25718"/>
                                </a:cubicBezTo>
                                <a:cubicBezTo>
                                  <a:pt x="57698" y="30480"/>
                                  <a:pt x="56745" y="36195"/>
                                  <a:pt x="54841" y="40958"/>
                                </a:cubicBezTo>
                                <a:cubicBezTo>
                                  <a:pt x="49126" y="60008"/>
                                  <a:pt x="38648" y="93345"/>
                                  <a:pt x="35791" y="98108"/>
                                </a:cubicBezTo>
                                <a:cubicBezTo>
                                  <a:pt x="36743" y="98108"/>
                                  <a:pt x="34838" y="100965"/>
                                  <a:pt x="33886" y="103822"/>
                                </a:cubicBezTo>
                                <a:cubicBezTo>
                                  <a:pt x="34838" y="102870"/>
                                  <a:pt x="35791" y="100965"/>
                                  <a:pt x="35791" y="98108"/>
                                </a:cubicBezTo>
                                <a:close/>
                                <a:moveTo>
                                  <a:pt x="46268" y="85725"/>
                                </a:moveTo>
                                <a:cubicBezTo>
                                  <a:pt x="46268" y="86678"/>
                                  <a:pt x="45316" y="88583"/>
                                  <a:pt x="45316" y="89535"/>
                                </a:cubicBezTo>
                                <a:cubicBezTo>
                                  <a:pt x="44363" y="91440"/>
                                  <a:pt x="43411" y="94297"/>
                                  <a:pt x="43411" y="96203"/>
                                </a:cubicBezTo>
                                <a:cubicBezTo>
                                  <a:pt x="44363" y="92392"/>
                                  <a:pt x="45316" y="89535"/>
                                  <a:pt x="46268" y="85725"/>
                                </a:cubicBezTo>
                                <a:close/>
                                <a:moveTo>
                                  <a:pt x="40553" y="134303"/>
                                </a:moveTo>
                                <a:cubicBezTo>
                                  <a:pt x="41506" y="132397"/>
                                  <a:pt x="41506" y="131445"/>
                                  <a:pt x="42458" y="129540"/>
                                </a:cubicBezTo>
                                <a:cubicBezTo>
                                  <a:pt x="43411" y="127635"/>
                                  <a:pt x="43411" y="126683"/>
                                  <a:pt x="44363" y="125730"/>
                                </a:cubicBezTo>
                                <a:cubicBezTo>
                                  <a:pt x="46268" y="120967"/>
                                  <a:pt x="48173" y="117158"/>
                                  <a:pt x="50078" y="112395"/>
                                </a:cubicBezTo>
                                <a:cubicBezTo>
                                  <a:pt x="46268" y="122872"/>
                                  <a:pt x="42458" y="134303"/>
                                  <a:pt x="37695" y="144780"/>
                                </a:cubicBezTo>
                                <a:cubicBezTo>
                                  <a:pt x="38648" y="141922"/>
                                  <a:pt x="39601" y="138113"/>
                                  <a:pt x="40553" y="134303"/>
                                </a:cubicBezTo>
                                <a:close/>
                              </a:path>
                            </a:pathLst>
                          </a:custGeom>
                          <a:solidFill>
                            <a:schemeClr val="accent1"/>
                          </a:solidFill>
                          <a:ln w="9525" cap="flat">
                            <a:noFill/>
                            <a:prstDash val="solid"/>
                            <a:miter/>
                          </a:ln>
                        </p:spPr>
                        <p:txBody>
                          <a:bodyPr rtlCol="0" anchor="ctr"/>
                          <a:lstStyle/>
                          <a:p>
                            <a:endParaRPr lang="en-US"/>
                          </a:p>
                        </p:txBody>
                      </p:sp>
                      <p:sp>
                        <p:nvSpPr>
                          <p:cNvPr id="399" name="Freeform: Shape 398">
                            <a:extLst>
                              <a:ext uri="{FF2B5EF4-FFF2-40B4-BE49-F238E27FC236}">
                                <a16:creationId xmlns:a16="http://schemas.microsoft.com/office/drawing/2014/main" id="{2C8E7D9D-2168-49B4-B08B-A71EAE5B19AE}"/>
                              </a:ext>
                            </a:extLst>
                          </p:cNvPr>
                          <p:cNvSpPr/>
                          <p:nvPr/>
                        </p:nvSpPr>
                        <p:spPr>
                          <a:xfrm>
                            <a:off x="3588249" y="5744399"/>
                            <a:ext cx="5839" cy="28575"/>
                          </a:xfrm>
                          <a:custGeom>
                            <a:avLst/>
                            <a:gdLst>
                              <a:gd name="connsiteX0" fmla="*/ 5715 w 5839"/>
                              <a:gd name="connsiteY0" fmla="*/ 0 h 28575"/>
                              <a:gd name="connsiteX1" fmla="*/ 0 w 5839"/>
                              <a:gd name="connsiteY1" fmla="*/ 28575 h 28575"/>
                              <a:gd name="connsiteX2" fmla="*/ 5715 w 5839"/>
                              <a:gd name="connsiteY2" fmla="*/ 0 h 28575"/>
                            </a:gdLst>
                            <a:ahLst/>
                            <a:cxnLst>
                              <a:cxn ang="0">
                                <a:pos x="connsiteX0" y="connsiteY0"/>
                              </a:cxn>
                              <a:cxn ang="0">
                                <a:pos x="connsiteX1" y="connsiteY1"/>
                              </a:cxn>
                              <a:cxn ang="0">
                                <a:pos x="connsiteX2" y="connsiteY2"/>
                              </a:cxn>
                            </a:cxnLst>
                            <a:rect l="l" t="t" r="r" b="b"/>
                            <a:pathLst>
                              <a:path w="5839" h="28575">
                                <a:moveTo>
                                  <a:pt x="5715" y="0"/>
                                </a:moveTo>
                                <a:cubicBezTo>
                                  <a:pt x="2857" y="9525"/>
                                  <a:pt x="1905" y="19050"/>
                                  <a:pt x="0" y="28575"/>
                                </a:cubicBezTo>
                                <a:cubicBezTo>
                                  <a:pt x="1905" y="19050"/>
                                  <a:pt x="6668" y="1905"/>
                                  <a:pt x="5715" y="0"/>
                                </a:cubicBezTo>
                                <a:close/>
                              </a:path>
                            </a:pathLst>
                          </a:custGeom>
                          <a:solidFill>
                            <a:srgbClr val="D7D0E1"/>
                          </a:solidFill>
                          <a:ln w="9525" cap="flat">
                            <a:noFill/>
                            <a:prstDash val="solid"/>
                            <a:miter/>
                          </a:ln>
                        </p:spPr>
                        <p:txBody>
                          <a:bodyPr rtlCol="0" anchor="ctr"/>
                          <a:lstStyle/>
                          <a:p>
                            <a:endParaRPr lang="en-US"/>
                          </a:p>
                        </p:txBody>
                      </p:sp>
                    </p:grpSp>
                    <p:grpSp>
                      <p:nvGrpSpPr>
                        <p:cNvPr id="400" name="Graphic 2">
                          <a:extLst>
                            <a:ext uri="{FF2B5EF4-FFF2-40B4-BE49-F238E27FC236}">
                              <a16:creationId xmlns:a16="http://schemas.microsoft.com/office/drawing/2014/main" id="{AE736AF3-0337-429B-AEF1-DA4B52809559}"/>
                            </a:ext>
                          </a:extLst>
                        </p:cNvPr>
                        <p:cNvGrpSpPr/>
                        <p:nvPr/>
                      </p:nvGrpSpPr>
                      <p:grpSpPr>
                        <a:xfrm>
                          <a:off x="3558760" y="5718392"/>
                          <a:ext cx="45797" cy="44645"/>
                          <a:chOff x="3558760" y="5718392"/>
                          <a:chExt cx="45797" cy="44645"/>
                        </a:xfrm>
                      </p:grpSpPr>
                      <p:sp>
                        <p:nvSpPr>
                          <p:cNvPr id="401" name="Freeform: Shape 400">
                            <a:extLst>
                              <a:ext uri="{FF2B5EF4-FFF2-40B4-BE49-F238E27FC236}">
                                <a16:creationId xmlns:a16="http://schemas.microsoft.com/office/drawing/2014/main" id="{86A4E4EF-61FD-47BC-B031-A00219E90F22}"/>
                              </a:ext>
                            </a:extLst>
                          </p:cNvPr>
                          <p:cNvSpPr/>
                          <p:nvPr/>
                        </p:nvSpPr>
                        <p:spPr>
                          <a:xfrm>
                            <a:off x="3558760" y="5719084"/>
                            <a:ext cx="45797" cy="43952"/>
                          </a:xfrm>
                          <a:custGeom>
                            <a:avLst/>
                            <a:gdLst>
                              <a:gd name="connsiteX0" fmla="*/ 913 w 45797"/>
                              <a:gd name="connsiteY0" fmla="*/ 19600 h 43952"/>
                              <a:gd name="connsiteX1" fmla="*/ 18058 w 45797"/>
                              <a:gd name="connsiteY1" fmla="*/ 42459 h 43952"/>
                              <a:gd name="connsiteX2" fmla="*/ 44728 w 45797"/>
                              <a:gd name="connsiteY2" fmla="*/ 31030 h 43952"/>
                              <a:gd name="connsiteX3" fmla="*/ 29488 w 45797"/>
                              <a:gd name="connsiteY3" fmla="*/ 550 h 43952"/>
                              <a:gd name="connsiteX4" fmla="*/ 913 w 45797"/>
                              <a:gd name="connsiteY4" fmla="*/ 19600 h 43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97" h="43952">
                                <a:moveTo>
                                  <a:pt x="913" y="19600"/>
                                </a:moveTo>
                                <a:cubicBezTo>
                                  <a:pt x="-2897" y="33887"/>
                                  <a:pt x="5676" y="39602"/>
                                  <a:pt x="18058" y="42459"/>
                                </a:cubicBezTo>
                                <a:cubicBezTo>
                                  <a:pt x="30441" y="45317"/>
                                  <a:pt x="40918" y="45317"/>
                                  <a:pt x="44728" y="31030"/>
                                </a:cubicBezTo>
                                <a:cubicBezTo>
                                  <a:pt x="48538" y="16742"/>
                                  <a:pt x="41871" y="3407"/>
                                  <a:pt x="29488" y="550"/>
                                </a:cubicBezTo>
                                <a:cubicBezTo>
                                  <a:pt x="17106" y="-2308"/>
                                  <a:pt x="4723" y="6265"/>
                                  <a:pt x="913" y="19600"/>
                                </a:cubicBezTo>
                                <a:close/>
                              </a:path>
                            </a:pathLst>
                          </a:custGeom>
                          <a:solidFill>
                            <a:srgbClr val="AEA2C4"/>
                          </a:solidFill>
                          <a:ln w="9525" cap="flat">
                            <a:noFill/>
                            <a:prstDash val="solid"/>
                            <a:miter/>
                          </a:ln>
                        </p:spPr>
                        <p:txBody>
                          <a:bodyPr rtlCol="0" anchor="ctr"/>
                          <a:lstStyle/>
                          <a:p>
                            <a:endParaRPr lang="en-US"/>
                          </a:p>
                        </p:txBody>
                      </p:sp>
                      <p:sp>
                        <p:nvSpPr>
                          <p:cNvPr id="402" name="Freeform: Shape 401">
                            <a:extLst>
                              <a:ext uri="{FF2B5EF4-FFF2-40B4-BE49-F238E27FC236}">
                                <a16:creationId xmlns:a16="http://schemas.microsoft.com/office/drawing/2014/main" id="{49F82C80-687E-41C3-AA35-E218F970740D}"/>
                              </a:ext>
                            </a:extLst>
                          </p:cNvPr>
                          <p:cNvSpPr/>
                          <p:nvPr/>
                        </p:nvSpPr>
                        <p:spPr>
                          <a:xfrm>
                            <a:off x="3558820" y="5718392"/>
                            <a:ext cx="45737" cy="42769"/>
                          </a:xfrm>
                          <a:custGeom>
                            <a:avLst/>
                            <a:gdLst>
                              <a:gd name="connsiteX0" fmla="*/ 853 w 45737"/>
                              <a:gd name="connsiteY0" fmla="*/ 19340 h 42769"/>
                              <a:gd name="connsiteX1" fmla="*/ 17998 w 45737"/>
                              <a:gd name="connsiteY1" fmla="*/ 41247 h 42769"/>
                              <a:gd name="connsiteX2" fmla="*/ 44668 w 45737"/>
                              <a:gd name="connsiteY2" fmla="*/ 30770 h 42769"/>
                              <a:gd name="connsiteX3" fmla="*/ 29428 w 45737"/>
                              <a:gd name="connsiteY3" fmla="*/ 290 h 42769"/>
                              <a:gd name="connsiteX4" fmla="*/ 853 w 45737"/>
                              <a:gd name="connsiteY4" fmla="*/ 19340 h 42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37" h="42769">
                                <a:moveTo>
                                  <a:pt x="853" y="19340"/>
                                </a:moveTo>
                                <a:cubicBezTo>
                                  <a:pt x="-2957" y="32675"/>
                                  <a:pt x="6568" y="38390"/>
                                  <a:pt x="17998" y="41247"/>
                                </a:cubicBezTo>
                                <a:cubicBezTo>
                                  <a:pt x="30381" y="44105"/>
                                  <a:pt x="40858" y="44105"/>
                                  <a:pt x="44668" y="30770"/>
                                </a:cubicBezTo>
                                <a:cubicBezTo>
                                  <a:pt x="48478" y="17435"/>
                                  <a:pt x="41811" y="4100"/>
                                  <a:pt x="29428" y="290"/>
                                </a:cubicBezTo>
                                <a:cubicBezTo>
                                  <a:pt x="17046" y="-1615"/>
                                  <a:pt x="4663" y="6005"/>
                                  <a:pt x="853" y="19340"/>
                                </a:cubicBezTo>
                                <a:close/>
                              </a:path>
                            </a:pathLst>
                          </a:custGeom>
                          <a:solidFill>
                            <a:schemeClr val="accent1">
                              <a:lumMod val="75000"/>
                            </a:schemeClr>
                          </a:solidFill>
                          <a:ln w="9525" cap="flat">
                            <a:noFill/>
                            <a:prstDash val="solid"/>
                            <a:miter/>
                          </a:ln>
                        </p:spPr>
                        <p:txBody>
                          <a:bodyPr rtlCol="0" anchor="ctr"/>
                          <a:lstStyle/>
                          <a:p>
                            <a:endParaRPr lang="en-US"/>
                          </a:p>
                        </p:txBody>
                      </p:sp>
                      <p:sp>
                        <p:nvSpPr>
                          <p:cNvPr id="403" name="Freeform: Shape 402">
                            <a:extLst>
                              <a:ext uri="{FF2B5EF4-FFF2-40B4-BE49-F238E27FC236}">
                                <a16:creationId xmlns:a16="http://schemas.microsoft.com/office/drawing/2014/main" id="{E565BB93-5F71-4A3E-9538-54FEE7268D35}"/>
                              </a:ext>
                            </a:extLst>
                          </p:cNvPr>
                          <p:cNvSpPr/>
                          <p:nvPr/>
                        </p:nvSpPr>
                        <p:spPr>
                          <a:xfrm>
                            <a:off x="3575866" y="5719634"/>
                            <a:ext cx="28691" cy="42479"/>
                          </a:xfrm>
                          <a:custGeom>
                            <a:avLst/>
                            <a:gdLst>
                              <a:gd name="connsiteX0" fmla="*/ 23813 w 28691"/>
                              <a:gd name="connsiteY0" fmla="*/ 28575 h 42479"/>
                              <a:gd name="connsiteX1" fmla="*/ 11430 w 28691"/>
                              <a:gd name="connsiteY1" fmla="*/ 0 h 42479"/>
                              <a:gd name="connsiteX2" fmla="*/ 12382 w 28691"/>
                              <a:gd name="connsiteY2" fmla="*/ 0 h 42479"/>
                              <a:gd name="connsiteX3" fmla="*/ 27622 w 28691"/>
                              <a:gd name="connsiteY3" fmla="*/ 30480 h 42479"/>
                              <a:gd name="connsiteX4" fmla="*/ 952 w 28691"/>
                              <a:gd name="connsiteY4" fmla="*/ 40958 h 42479"/>
                              <a:gd name="connsiteX5" fmla="*/ 0 w 28691"/>
                              <a:gd name="connsiteY5" fmla="*/ 40958 h 42479"/>
                              <a:gd name="connsiteX6" fmla="*/ 23813 w 28691"/>
                              <a:gd name="connsiteY6" fmla="*/ 28575 h 42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91" h="42479">
                                <a:moveTo>
                                  <a:pt x="23813" y="28575"/>
                                </a:moveTo>
                                <a:cubicBezTo>
                                  <a:pt x="27622" y="15240"/>
                                  <a:pt x="21907" y="3810"/>
                                  <a:pt x="11430" y="0"/>
                                </a:cubicBezTo>
                                <a:cubicBezTo>
                                  <a:pt x="11430" y="0"/>
                                  <a:pt x="12382" y="0"/>
                                  <a:pt x="12382" y="0"/>
                                </a:cubicBezTo>
                                <a:cubicBezTo>
                                  <a:pt x="24765" y="2858"/>
                                  <a:pt x="31432" y="17145"/>
                                  <a:pt x="27622" y="30480"/>
                                </a:cubicBezTo>
                                <a:cubicBezTo>
                                  <a:pt x="23813" y="43815"/>
                                  <a:pt x="13335" y="43815"/>
                                  <a:pt x="952" y="40958"/>
                                </a:cubicBezTo>
                                <a:cubicBezTo>
                                  <a:pt x="952" y="40958"/>
                                  <a:pt x="0" y="40958"/>
                                  <a:pt x="0" y="40958"/>
                                </a:cubicBezTo>
                                <a:cubicBezTo>
                                  <a:pt x="11430" y="42863"/>
                                  <a:pt x="20002" y="40958"/>
                                  <a:pt x="23813" y="28575"/>
                                </a:cubicBezTo>
                                <a:close/>
                              </a:path>
                            </a:pathLst>
                          </a:custGeom>
                          <a:solidFill>
                            <a:srgbClr val="9A8BB5">
                              <a:alpha val="40000"/>
                            </a:srgbClr>
                          </a:solidFill>
                          <a:ln w="9525" cap="flat">
                            <a:noFill/>
                            <a:prstDash val="solid"/>
                            <a:miter/>
                          </a:ln>
                        </p:spPr>
                        <p:txBody>
                          <a:bodyPr rtlCol="0" anchor="ctr"/>
                          <a:lstStyle/>
                          <a:p>
                            <a:endParaRPr lang="en-US"/>
                          </a:p>
                        </p:txBody>
                      </p:sp>
                      <p:sp>
                        <p:nvSpPr>
                          <p:cNvPr id="404" name="Freeform: Shape 403">
                            <a:extLst>
                              <a:ext uri="{FF2B5EF4-FFF2-40B4-BE49-F238E27FC236}">
                                <a16:creationId xmlns:a16="http://schemas.microsoft.com/office/drawing/2014/main" id="{10CBB935-C023-4573-9A74-36B05575213C}"/>
                              </a:ext>
                            </a:extLst>
                          </p:cNvPr>
                          <p:cNvSpPr/>
                          <p:nvPr/>
                        </p:nvSpPr>
                        <p:spPr>
                          <a:xfrm>
                            <a:off x="3558820" y="5719989"/>
                            <a:ext cx="30380" cy="40602"/>
                          </a:xfrm>
                          <a:custGeom>
                            <a:avLst/>
                            <a:gdLst>
                              <a:gd name="connsiteX0" fmla="*/ 9425 w 30380"/>
                              <a:gd name="connsiteY0" fmla="*/ 19647 h 40602"/>
                              <a:gd name="connsiteX1" fmla="*/ 30381 w 30380"/>
                              <a:gd name="connsiteY1" fmla="*/ 597 h 40602"/>
                              <a:gd name="connsiteX2" fmla="*/ 29428 w 30380"/>
                              <a:gd name="connsiteY2" fmla="*/ 597 h 40602"/>
                              <a:gd name="connsiteX3" fmla="*/ 853 w 30380"/>
                              <a:gd name="connsiteY3" fmla="*/ 18695 h 40602"/>
                              <a:gd name="connsiteX4" fmla="*/ 17998 w 30380"/>
                              <a:gd name="connsiteY4" fmla="*/ 40602 h 40602"/>
                              <a:gd name="connsiteX5" fmla="*/ 18950 w 30380"/>
                              <a:gd name="connsiteY5" fmla="*/ 40602 h 40602"/>
                              <a:gd name="connsiteX6" fmla="*/ 9425 w 30380"/>
                              <a:gd name="connsiteY6" fmla="*/ 19647 h 40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80" h="40602">
                                <a:moveTo>
                                  <a:pt x="9425" y="19647"/>
                                </a:moveTo>
                                <a:cubicBezTo>
                                  <a:pt x="12283" y="10122"/>
                                  <a:pt x="17998" y="-2260"/>
                                  <a:pt x="30381" y="597"/>
                                </a:cubicBezTo>
                                <a:cubicBezTo>
                                  <a:pt x="30381" y="597"/>
                                  <a:pt x="29428" y="597"/>
                                  <a:pt x="29428" y="597"/>
                                </a:cubicBezTo>
                                <a:cubicBezTo>
                                  <a:pt x="17046" y="-2260"/>
                                  <a:pt x="4663" y="5360"/>
                                  <a:pt x="853" y="18695"/>
                                </a:cubicBezTo>
                                <a:cubicBezTo>
                                  <a:pt x="-2957" y="32030"/>
                                  <a:pt x="6568" y="37745"/>
                                  <a:pt x="17998" y="40602"/>
                                </a:cubicBezTo>
                                <a:cubicBezTo>
                                  <a:pt x="17998" y="40602"/>
                                  <a:pt x="18950" y="40602"/>
                                  <a:pt x="18950" y="40602"/>
                                </a:cubicBezTo>
                                <a:cubicBezTo>
                                  <a:pt x="7521" y="37745"/>
                                  <a:pt x="6568" y="29172"/>
                                  <a:pt x="9425" y="19647"/>
                                </a:cubicBezTo>
                                <a:close/>
                              </a:path>
                            </a:pathLst>
                          </a:custGeom>
                          <a:solidFill>
                            <a:srgbClr val="8673A6">
                              <a:alpha val="25000"/>
                            </a:srgbClr>
                          </a:solidFill>
                          <a:ln w="9525" cap="flat">
                            <a:noFill/>
                            <a:prstDash val="solid"/>
                            <a:miter/>
                          </a:ln>
                        </p:spPr>
                        <p:txBody>
                          <a:bodyPr rtlCol="0" anchor="ctr"/>
                          <a:lstStyle/>
                          <a:p>
                            <a:endParaRPr lang="en-US"/>
                          </a:p>
                        </p:txBody>
                      </p:sp>
                      <p:sp>
                        <p:nvSpPr>
                          <p:cNvPr id="405" name="Freeform: Shape 404">
                            <a:extLst>
                              <a:ext uri="{FF2B5EF4-FFF2-40B4-BE49-F238E27FC236}">
                                <a16:creationId xmlns:a16="http://schemas.microsoft.com/office/drawing/2014/main" id="{1AA35B51-54D8-4A05-8A38-7CF8EDF922C1}"/>
                              </a:ext>
                            </a:extLst>
                          </p:cNvPr>
                          <p:cNvSpPr/>
                          <p:nvPr/>
                        </p:nvSpPr>
                        <p:spPr>
                          <a:xfrm>
                            <a:off x="3558820" y="5719037"/>
                            <a:ext cx="30380" cy="40602"/>
                          </a:xfrm>
                          <a:custGeom>
                            <a:avLst/>
                            <a:gdLst>
                              <a:gd name="connsiteX0" fmla="*/ 5616 w 30380"/>
                              <a:gd name="connsiteY0" fmla="*/ 19647 h 40602"/>
                              <a:gd name="connsiteX1" fmla="*/ 30381 w 30380"/>
                              <a:gd name="connsiteY1" fmla="*/ 597 h 40602"/>
                              <a:gd name="connsiteX2" fmla="*/ 29428 w 30380"/>
                              <a:gd name="connsiteY2" fmla="*/ 597 h 40602"/>
                              <a:gd name="connsiteX3" fmla="*/ 853 w 30380"/>
                              <a:gd name="connsiteY3" fmla="*/ 18695 h 40602"/>
                              <a:gd name="connsiteX4" fmla="*/ 17998 w 30380"/>
                              <a:gd name="connsiteY4" fmla="*/ 40602 h 40602"/>
                              <a:gd name="connsiteX5" fmla="*/ 18950 w 30380"/>
                              <a:gd name="connsiteY5" fmla="*/ 40602 h 40602"/>
                              <a:gd name="connsiteX6" fmla="*/ 5616 w 30380"/>
                              <a:gd name="connsiteY6" fmla="*/ 19647 h 40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80" h="40602">
                                <a:moveTo>
                                  <a:pt x="5616" y="19647"/>
                                </a:moveTo>
                                <a:cubicBezTo>
                                  <a:pt x="9425" y="6312"/>
                                  <a:pt x="17998" y="-1308"/>
                                  <a:pt x="30381" y="597"/>
                                </a:cubicBezTo>
                                <a:cubicBezTo>
                                  <a:pt x="30381" y="597"/>
                                  <a:pt x="29428" y="597"/>
                                  <a:pt x="29428" y="597"/>
                                </a:cubicBezTo>
                                <a:cubicBezTo>
                                  <a:pt x="17046" y="-2260"/>
                                  <a:pt x="4663" y="5360"/>
                                  <a:pt x="853" y="18695"/>
                                </a:cubicBezTo>
                                <a:cubicBezTo>
                                  <a:pt x="-2957" y="32030"/>
                                  <a:pt x="6568" y="37745"/>
                                  <a:pt x="17998" y="40602"/>
                                </a:cubicBezTo>
                                <a:cubicBezTo>
                                  <a:pt x="17998" y="40602"/>
                                  <a:pt x="18950" y="40602"/>
                                  <a:pt x="18950" y="40602"/>
                                </a:cubicBezTo>
                                <a:cubicBezTo>
                                  <a:pt x="7521" y="38697"/>
                                  <a:pt x="2758" y="32982"/>
                                  <a:pt x="5616" y="19647"/>
                                </a:cubicBezTo>
                                <a:close/>
                              </a:path>
                            </a:pathLst>
                          </a:custGeom>
                          <a:solidFill>
                            <a:srgbClr val="5D4589">
                              <a:alpha val="50000"/>
                            </a:srgbClr>
                          </a:solidFill>
                          <a:ln w="9525" cap="flat">
                            <a:noFill/>
                            <a:prstDash val="solid"/>
                            <a:miter/>
                          </a:ln>
                        </p:spPr>
                        <p:txBody>
                          <a:bodyPr rtlCol="0" anchor="ctr"/>
                          <a:lstStyle/>
                          <a:p>
                            <a:endParaRPr lang="en-US"/>
                          </a:p>
                        </p:txBody>
                      </p:sp>
                    </p:grpSp>
                    <p:grpSp>
                      <p:nvGrpSpPr>
                        <p:cNvPr id="406" name="Graphic 2">
                          <a:extLst>
                            <a:ext uri="{FF2B5EF4-FFF2-40B4-BE49-F238E27FC236}">
                              <a16:creationId xmlns:a16="http://schemas.microsoft.com/office/drawing/2014/main" id="{AE736AF3-0337-429B-AEF1-DA4B52809559}"/>
                            </a:ext>
                          </a:extLst>
                        </p:cNvPr>
                        <p:cNvGrpSpPr/>
                        <p:nvPr/>
                      </p:nvGrpSpPr>
                      <p:grpSpPr>
                        <a:xfrm>
                          <a:off x="3577344" y="5707252"/>
                          <a:ext cx="21725" cy="21098"/>
                          <a:chOff x="3577344" y="5707252"/>
                          <a:chExt cx="21725" cy="21098"/>
                        </a:xfrm>
                      </p:grpSpPr>
                      <p:sp>
                        <p:nvSpPr>
                          <p:cNvPr id="407" name="Freeform: Shape 406">
                            <a:extLst>
                              <a:ext uri="{FF2B5EF4-FFF2-40B4-BE49-F238E27FC236}">
                                <a16:creationId xmlns:a16="http://schemas.microsoft.com/office/drawing/2014/main" id="{B787A361-4BB5-4860-8D73-0BF2446C1F6F}"/>
                              </a:ext>
                            </a:extLst>
                          </p:cNvPr>
                          <p:cNvSpPr/>
                          <p:nvPr/>
                        </p:nvSpPr>
                        <p:spPr>
                          <a:xfrm>
                            <a:off x="3577344" y="5716777"/>
                            <a:ext cx="21381" cy="11573"/>
                          </a:xfrm>
                          <a:custGeom>
                            <a:avLst/>
                            <a:gdLst>
                              <a:gd name="connsiteX0" fmla="*/ 426 w 21381"/>
                              <a:gd name="connsiteY0" fmla="*/ 0 h 11573"/>
                              <a:gd name="connsiteX1" fmla="*/ 426 w 21381"/>
                              <a:gd name="connsiteY1" fmla="*/ 0 h 11573"/>
                              <a:gd name="connsiteX2" fmla="*/ 8999 w 21381"/>
                              <a:gd name="connsiteY2" fmla="*/ 9525 h 11573"/>
                              <a:gd name="connsiteX3" fmla="*/ 21382 w 21381"/>
                              <a:gd name="connsiteY3" fmla="*/ 5715 h 11573"/>
                              <a:gd name="connsiteX4" fmla="*/ 21382 w 21381"/>
                              <a:gd name="connsiteY4" fmla="*/ 5715 h 11573"/>
                              <a:gd name="connsiteX5" fmla="*/ 8999 w 21381"/>
                              <a:gd name="connsiteY5" fmla="*/ 10478 h 11573"/>
                              <a:gd name="connsiteX6" fmla="*/ 426 w 21381"/>
                              <a:gd name="connsiteY6" fmla="*/ 0 h 11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381" h="11573">
                                <a:moveTo>
                                  <a:pt x="426" y="0"/>
                                </a:moveTo>
                                <a:cubicBezTo>
                                  <a:pt x="426" y="0"/>
                                  <a:pt x="426" y="0"/>
                                  <a:pt x="426" y="0"/>
                                </a:cubicBezTo>
                                <a:cubicBezTo>
                                  <a:pt x="-526" y="5715"/>
                                  <a:pt x="3284" y="7620"/>
                                  <a:pt x="8999" y="9525"/>
                                </a:cubicBezTo>
                                <a:cubicBezTo>
                                  <a:pt x="14714" y="11430"/>
                                  <a:pt x="19476" y="10478"/>
                                  <a:pt x="21382" y="5715"/>
                                </a:cubicBezTo>
                                <a:cubicBezTo>
                                  <a:pt x="21382" y="5715"/>
                                  <a:pt x="21382" y="5715"/>
                                  <a:pt x="21382" y="5715"/>
                                </a:cubicBezTo>
                                <a:cubicBezTo>
                                  <a:pt x="19476" y="12382"/>
                                  <a:pt x="14714" y="12382"/>
                                  <a:pt x="8999" y="10478"/>
                                </a:cubicBezTo>
                                <a:cubicBezTo>
                                  <a:pt x="3284" y="9525"/>
                                  <a:pt x="-1478" y="6667"/>
                                  <a:pt x="426" y="0"/>
                                </a:cubicBezTo>
                                <a:close/>
                              </a:path>
                            </a:pathLst>
                          </a:custGeom>
                          <a:solidFill>
                            <a:srgbClr val="AEA2C4">
                              <a:alpha val="61000"/>
                            </a:srgbClr>
                          </a:solidFill>
                          <a:ln w="9525" cap="flat">
                            <a:noFill/>
                            <a:prstDash val="solid"/>
                            <a:miter/>
                          </a:ln>
                        </p:spPr>
                        <p:txBody>
                          <a:bodyPr rtlCol="0" anchor="ctr"/>
                          <a:lstStyle/>
                          <a:p>
                            <a:endParaRPr lang="en-US"/>
                          </a:p>
                        </p:txBody>
                      </p:sp>
                      <p:sp>
                        <p:nvSpPr>
                          <p:cNvPr id="408" name="Freeform: Shape 407">
                            <a:extLst>
                              <a:ext uri="{FF2B5EF4-FFF2-40B4-BE49-F238E27FC236}">
                                <a16:creationId xmlns:a16="http://schemas.microsoft.com/office/drawing/2014/main" id="{E84097FF-9F6C-4CE7-B729-3B8DB407ED9E}"/>
                              </a:ext>
                            </a:extLst>
                          </p:cNvPr>
                          <p:cNvSpPr/>
                          <p:nvPr/>
                        </p:nvSpPr>
                        <p:spPr>
                          <a:xfrm>
                            <a:off x="3577625" y="5708204"/>
                            <a:ext cx="21444" cy="18723"/>
                          </a:xfrm>
                          <a:custGeom>
                            <a:avLst/>
                            <a:gdLst>
                              <a:gd name="connsiteX0" fmla="*/ 8719 w 21444"/>
                              <a:gd name="connsiteY0" fmla="*/ 18097 h 18723"/>
                              <a:gd name="connsiteX1" fmla="*/ 8719 w 21444"/>
                              <a:gd name="connsiteY1" fmla="*/ 18097 h 18723"/>
                              <a:gd name="connsiteX2" fmla="*/ 19196 w 21444"/>
                              <a:gd name="connsiteY2" fmla="*/ 17145 h 18723"/>
                              <a:gd name="connsiteX3" fmla="*/ 20149 w 21444"/>
                              <a:gd name="connsiteY3" fmla="*/ 16192 h 18723"/>
                              <a:gd name="connsiteX4" fmla="*/ 21101 w 21444"/>
                              <a:gd name="connsiteY4" fmla="*/ 13335 h 18723"/>
                              <a:gd name="connsiteX5" fmla="*/ 21101 w 21444"/>
                              <a:gd name="connsiteY5" fmla="*/ 13335 h 18723"/>
                              <a:gd name="connsiteX6" fmla="*/ 17291 w 21444"/>
                              <a:gd name="connsiteY6" fmla="*/ 1905 h 18723"/>
                              <a:gd name="connsiteX7" fmla="*/ 12529 w 21444"/>
                              <a:gd name="connsiteY7" fmla="*/ 2857 h 18723"/>
                              <a:gd name="connsiteX8" fmla="*/ 9671 w 21444"/>
                              <a:gd name="connsiteY8" fmla="*/ 0 h 18723"/>
                              <a:gd name="connsiteX9" fmla="*/ 146 w 21444"/>
                              <a:gd name="connsiteY9" fmla="*/ 8572 h 18723"/>
                              <a:gd name="connsiteX10" fmla="*/ 146 w 21444"/>
                              <a:gd name="connsiteY10" fmla="*/ 8572 h 18723"/>
                              <a:gd name="connsiteX11" fmla="*/ 146 w 21444"/>
                              <a:gd name="connsiteY11" fmla="*/ 9525 h 18723"/>
                              <a:gd name="connsiteX12" fmla="*/ 8719 w 21444"/>
                              <a:gd name="connsiteY12" fmla="*/ 18097 h 18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444" h="18723">
                                <a:moveTo>
                                  <a:pt x="8719" y="18097"/>
                                </a:moveTo>
                                <a:cubicBezTo>
                                  <a:pt x="8719" y="18097"/>
                                  <a:pt x="8719" y="18097"/>
                                  <a:pt x="8719" y="18097"/>
                                </a:cubicBezTo>
                                <a:cubicBezTo>
                                  <a:pt x="13481" y="19050"/>
                                  <a:pt x="17291" y="19050"/>
                                  <a:pt x="19196" y="17145"/>
                                </a:cubicBezTo>
                                <a:cubicBezTo>
                                  <a:pt x="19196" y="17145"/>
                                  <a:pt x="19196" y="17145"/>
                                  <a:pt x="20149" y="16192"/>
                                </a:cubicBezTo>
                                <a:cubicBezTo>
                                  <a:pt x="21101" y="15240"/>
                                  <a:pt x="21101" y="14288"/>
                                  <a:pt x="21101" y="13335"/>
                                </a:cubicBezTo>
                                <a:cubicBezTo>
                                  <a:pt x="21101" y="13335"/>
                                  <a:pt x="21101" y="13335"/>
                                  <a:pt x="21101" y="13335"/>
                                </a:cubicBezTo>
                                <a:cubicBezTo>
                                  <a:pt x="22054" y="8572"/>
                                  <a:pt x="21101" y="3810"/>
                                  <a:pt x="17291" y="1905"/>
                                </a:cubicBezTo>
                                <a:cubicBezTo>
                                  <a:pt x="16338" y="2857"/>
                                  <a:pt x="14433" y="2857"/>
                                  <a:pt x="12529" y="2857"/>
                                </a:cubicBezTo>
                                <a:cubicBezTo>
                                  <a:pt x="10624" y="1905"/>
                                  <a:pt x="9671" y="952"/>
                                  <a:pt x="9671" y="0"/>
                                </a:cubicBezTo>
                                <a:cubicBezTo>
                                  <a:pt x="4908" y="952"/>
                                  <a:pt x="2051" y="3810"/>
                                  <a:pt x="146" y="8572"/>
                                </a:cubicBezTo>
                                <a:cubicBezTo>
                                  <a:pt x="146" y="8572"/>
                                  <a:pt x="146" y="8572"/>
                                  <a:pt x="146" y="8572"/>
                                </a:cubicBezTo>
                                <a:cubicBezTo>
                                  <a:pt x="146" y="9525"/>
                                  <a:pt x="146" y="9525"/>
                                  <a:pt x="146" y="9525"/>
                                </a:cubicBezTo>
                                <a:cubicBezTo>
                                  <a:pt x="-806" y="14288"/>
                                  <a:pt x="3004" y="17145"/>
                                  <a:pt x="8719" y="18097"/>
                                </a:cubicBezTo>
                                <a:close/>
                              </a:path>
                            </a:pathLst>
                          </a:custGeom>
                          <a:solidFill>
                            <a:srgbClr val="5D4589">
                              <a:alpha val="61000"/>
                            </a:srgbClr>
                          </a:solidFill>
                          <a:ln w="9525" cap="flat">
                            <a:noFill/>
                            <a:prstDash val="solid"/>
                            <a:miter/>
                          </a:ln>
                        </p:spPr>
                        <p:txBody>
                          <a:bodyPr rtlCol="0" anchor="ctr"/>
                          <a:lstStyle/>
                          <a:p>
                            <a:endParaRPr lang="en-US"/>
                          </a:p>
                        </p:txBody>
                      </p:sp>
                      <p:sp>
                        <p:nvSpPr>
                          <p:cNvPr id="409" name="Freeform: Shape 408">
                            <a:extLst>
                              <a:ext uri="{FF2B5EF4-FFF2-40B4-BE49-F238E27FC236}">
                                <a16:creationId xmlns:a16="http://schemas.microsoft.com/office/drawing/2014/main" id="{7FEAAFF3-4016-4FE1-8FE8-7725C5D4A92A}"/>
                              </a:ext>
                            </a:extLst>
                          </p:cNvPr>
                          <p:cNvSpPr/>
                          <p:nvPr/>
                        </p:nvSpPr>
                        <p:spPr>
                          <a:xfrm>
                            <a:off x="3577625" y="5707252"/>
                            <a:ext cx="21444" cy="19675"/>
                          </a:xfrm>
                          <a:custGeom>
                            <a:avLst/>
                            <a:gdLst>
                              <a:gd name="connsiteX0" fmla="*/ 8719 w 21444"/>
                              <a:gd name="connsiteY0" fmla="*/ 19050 h 19675"/>
                              <a:gd name="connsiteX1" fmla="*/ 8719 w 21444"/>
                              <a:gd name="connsiteY1" fmla="*/ 19050 h 19675"/>
                              <a:gd name="connsiteX2" fmla="*/ 19196 w 21444"/>
                              <a:gd name="connsiteY2" fmla="*/ 18097 h 19675"/>
                              <a:gd name="connsiteX3" fmla="*/ 20149 w 21444"/>
                              <a:gd name="connsiteY3" fmla="*/ 17145 h 19675"/>
                              <a:gd name="connsiteX4" fmla="*/ 21101 w 21444"/>
                              <a:gd name="connsiteY4" fmla="*/ 14288 h 19675"/>
                              <a:gd name="connsiteX5" fmla="*/ 21101 w 21444"/>
                              <a:gd name="connsiteY5" fmla="*/ 14288 h 19675"/>
                              <a:gd name="connsiteX6" fmla="*/ 17291 w 21444"/>
                              <a:gd name="connsiteY6" fmla="*/ 2857 h 19675"/>
                              <a:gd name="connsiteX7" fmla="*/ 12529 w 21444"/>
                              <a:gd name="connsiteY7" fmla="*/ 3810 h 19675"/>
                              <a:gd name="connsiteX8" fmla="*/ 9671 w 21444"/>
                              <a:gd name="connsiteY8" fmla="*/ 953 h 19675"/>
                              <a:gd name="connsiteX9" fmla="*/ 9671 w 21444"/>
                              <a:gd name="connsiteY9" fmla="*/ 0 h 19675"/>
                              <a:gd name="connsiteX10" fmla="*/ 146 w 21444"/>
                              <a:gd name="connsiteY10" fmla="*/ 8572 h 19675"/>
                              <a:gd name="connsiteX11" fmla="*/ 146 w 21444"/>
                              <a:gd name="connsiteY11" fmla="*/ 8572 h 19675"/>
                              <a:gd name="connsiteX12" fmla="*/ 146 w 21444"/>
                              <a:gd name="connsiteY12" fmla="*/ 9525 h 19675"/>
                              <a:gd name="connsiteX13" fmla="*/ 8719 w 21444"/>
                              <a:gd name="connsiteY13" fmla="*/ 19050 h 1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44" h="19675">
                                <a:moveTo>
                                  <a:pt x="8719" y="19050"/>
                                </a:moveTo>
                                <a:cubicBezTo>
                                  <a:pt x="8719" y="19050"/>
                                  <a:pt x="8719" y="19050"/>
                                  <a:pt x="8719" y="19050"/>
                                </a:cubicBezTo>
                                <a:cubicBezTo>
                                  <a:pt x="13481" y="20003"/>
                                  <a:pt x="17291" y="20003"/>
                                  <a:pt x="19196" y="18097"/>
                                </a:cubicBezTo>
                                <a:cubicBezTo>
                                  <a:pt x="19196" y="18097"/>
                                  <a:pt x="19196" y="18097"/>
                                  <a:pt x="20149" y="17145"/>
                                </a:cubicBezTo>
                                <a:cubicBezTo>
                                  <a:pt x="21101" y="16192"/>
                                  <a:pt x="21101" y="15240"/>
                                  <a:pt x="21101" y="14288"/>
                                </a:cubicBezTo>
                                <a:cubicBezTo>
                                  <a:pt x="21101" y="14288"/>
                                  <a:pt x="21101" y="14288"/>
                                  <a:pt x="21101" y="14288"/>
                                </a:cubicBezTo>
                                <a:cubicBezTo>
                                  <a:pt x="22054" y="9525"/>
                                  <a:pt x="21101" y="4763"/>
                                  <a:pt x="17291" y="2857"/>
                                </a:cubicBezTo>
                                <a:cubicBezTo>
                                  <a:pt x="16338" y="3810"/>
                                  <a:pt x="14433" y="4763"/>
                                  <a:pt x="12529" y="3810"/>
                                </a:cubicBezTo>
                                <a:cubicBezTo>
                                  <a:pt x="10624" y="3810"/>
                                  <a:pt x="9671" y="1905"/>
                                  <a:pt x="9671" y="953"/>
                                </a:cubicBezTo>
                                <a:cubicBezTo>
                                  <a:pt x="9671" y="953"/>
                                  <a:pt x="9671" y="953"/>
                                  <a:pt x="9671" y="0"/>
                                </a:cubicBezTo>
                                <a:cubicBezTo>
                                  <a:pt x="4908" y="953"/>
                                  <a:pt x="2051" y="3810"/>
                                  <a:pt x="146" y="8572"/>
                                </a:cubicBezTo>
                                <a:cubicBezTo>
                                  <a:pt x="146" y="8572"/>
                                  <a:pt x="146" y="8572"/>
                                  <a:pt x="146" y="8572"/>
                                </a:cubicBezTo>
                                <a:cubicBezTo>
                                  <a:pt x="146" y="9525"/>
                                  <a:pt x="146" y="9525"/>
                                  <a:pt x="146" y="9525"/>
                                </a:cubicBezTo>
                                <a:cubicBezTo>
                                  <a:pt x="-806" y="15240"/>
                                  <a:pt x="3004" y="18097"/>
                                  <a:pt x="8719" y="19050"/>
                                </a:cubicBezTo>
                                <a:close/>
                              </a:path>
                            </a:pathLst>
                          </a:custGeom>
                          <a:solidFill>
                            <a:schemeClr val="accent1">
                              <a:lumMod val="75000"/>
                            </a:schemeClr>
                          </a:solidFill>
                          <a:ln w="9525" cap="flat">
                            <a:noFill/>
                            <a:prstDash val="solid"/>
                            <a:miter/>
                          </a:ln>
                        </p:spPr>
                        <p:txBody>
                          <a:bodyPr rtlCol="0" anchor="ctr"/>
                          <a:lstStyle/>
                          <a:p>
                            <a:endParaRPr lang="en-US"/>
                          </a:p>
                        </p:txBody>
                      </p:sp>
                      <p:sp>
                        <p:nvSpPr>
                          <p:cNvPr id="410" name="Freeform: Shape 409">
                            <a:extLst>
                              <a:ext uri="{FF2B5EF4-FFF2-40B4-BE49-F238E27FC236}">
                                <a16:creationId xmlns:a16="http://schemas.microsoft.com/office/drawing/2014/main" id="{C16B610F-42DE-44E3-AC28-3AB131E9C772}"/>
                              </a:ext>
                            </a:extLst>
                          </p:cNvPr>
                          <p:cNvSpPr/>
                          <p:nvPr/>
                        </p:nvSpPr>
                        <p:spPr>
                          <a:xfrm>
                            <a:off x="3578228" y="5708204"/>
                            <a:ext cx="10020" cy="18097"/>
                          </a:xfrm>
                          <a:custGeom>
                            <a:avLst/>
                            <a:gdLst>
                              <a:gd name="connsiteX0" fmla="*/ 8115 w 10020"/>
                              <a:gd name="connsiteY0" fmla="*/ 18097 h 18097"/>
                              <a:gd name="connsiteX1" fmla="*/ 8115 w 10020"/>
                              <a:gd name="connsiteY1" fmla="*/ 18097 h 18097"/>
                              <a:gd name="connsiteX2" fmla="*/ 1448 w 10020"/>
                              <a:gd name="connsiteY2" fmla="*/ 8572 h 18097"/>
                              <a:gd name="connsiteX3" fmla="*/ 10021 w 10020"/>
                              <a:gd name="connsiteY3" fmla="*/ 952 h 18097"/>
                              <a:gd name="connsiteX4" fmla="*/ 10021 w 10020"/>
                              <a:gd name="connsiteY4" fmla="*/ 0 h 18097"/>
                              <a:gd name="connsiteX5" fmla="*/ 496 w 10020"/>
                              <a:gd name="connsiteY5" fmla="*/ 8572 h 18097"/>
                              <a:gd name="connsiteX6" fmla="*/ 496 w 10020"/>
                              <a:gd name="connsiteY6" fmla="*/ 8572 h 18097"/>
                              <a:gd name="connsiteX7" fmla="*/ 496 w 10020"/>
                              <a:gd name="connsiteY7" fmla="*/ 9525 h 18097"/>
                              <a:gd name="connsiteX8" fmla="*/ 8115 w 10020"/>
                              <a:gd name="connsiteY8" fmla="*/ 18097 h 18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20" h="18097">
                                <a:moveTo>
                                  <a:pt x="8115" y="18097"/>
                                </a:moveTo>
                                <a:cubicBezTo>
                                  <a:pt x="8115" y="18097"/>
                                  <a:pt x="8115" y="18097"/>
                                  <a:pt x="8115" y="18097"/>
                                </a:cubicBezTo>
                                <a:cubicBezTo>
                                  <a:pt x="3353" y="17145"/>
                                  <a:pt x="-457" y="14288"/>
                                  <a:pt x="1448" y="8572"/>
                                </a:cubicBezTo>
                                <a:cubicBezTo>
                                  <a:pt x="2401" y="4763"/>
                                  <a:pt x="6210" y="952"/>
                                  <a:pt x="10021" y="952"/>
                                </a:cubicBezTo>
                                <a:cubicBezTo>
                                  <a:pt x="10021" y="952"/>
                                  <a:pt x="10021" y="952"/>
                                  <a:pt x="10021" y="0"/>
                                </a:cubicBezTo>
                                <a:cubicBezTo>
                                  <a:pt x="5258" y="952"/>
                                  <a:pt x="2401" y="3810"/>
                                  <a:pt x="496" y="8572"/>
                                </a:cubicBezTo>
                                <a:cubicBezTo>
                                  <a:pt x="496" y="8572"/>
                                  <a:pt x="496" y="8572"/>
                                  <a:pt x="496" y="8572"/>
                                </a:cubicBezTo>
                                <a:cubicBezTo>
                                  <a:pt x="496" y="9525"/>
                                  <a:pt x="496" y="9525"/>
                                  <a:pt x="496" y="9525"/>
                                </a:cubicBezTo>
                                <a:cubicBezTo>
                                  <a:pt x="-1410" y="14288"/>
                                  <a:pt x="2401" y="17145"/>
                                  <a:pt x="8115" y="18097"/>
                                </a:cubicBezTo>
                                <a:close/>
                              </a:path>
                            </a:pathLst>
                          </a:custGeom>
                          <a:solidFill>
                            <a:srgbClr val="8673A6">
                              <a:alpha val="50000"/>
                            </a:srgbClr>
                          </a:solidFill>
                          <a:ln w="9525" cap="flat">
                            <a:noFill/>
                            <a:prstDash val="solid"/>
                            <a:miter/>
                          </a:ln>
                        </p:spPr>
                        <p:txBody>
                          <a:bodyPr rtlCol="0" anchor="ctr"/>
                          <a:lstStyle/>
                          <a:p>
                            <a:endParaRPr lang="en-US"/>
                          </a:p>
                        </p:txBody>
                      </p:sp>
                    </p:grpSp>
                  </p:grpSp>
                </p:grpSp>
                <p:sp>
                  <p:nvSpPr>
                    <p:cNvPr id="411" name="Freeform: Shape 410">
                      <a:extLst>
                        <a:ext uri="{FF2B5EF4-FFF2-40B4-BE49-F238E27FC236}">
                          <a16:creationId xmlns:a16="http://schemas.microsoft.com/office/drawing/2014/main" id="{AE416F24-2B63-404A-A26B-9EEE210B22D7}"/>
                        </a:ext>
                      </a:extLst>
                    </p:cNvPr>
                    <p:cNvSpPr/>
                    <p:nvPr/>
                  </p:nvSpPr>
                  <p:spPr>
                    <a:xfrm>
                      <a:off x="3599679" y="5222429"/>
                      <a:ext cx="1022984" cy="209550"/>
                    </a:xfrm>
                    <a:custGeom>
                      <a:avLst/>
                      <a:gdLst>
                        <a:gd name="connsiteX0" fmla="*/ 1022985 w 1022984"/>
                        <a:gd name="connsiteY0" fmla="*/ 195263 h 209550"/>
                        <a:gd name="connsiteX1" fmla="*/ 1022985 w 1022984"/>
                        <a:gd name="connsiteY1" fmla="*/ 209550 h 209550"/>
                        <a:gd name="connsiteX2" fmla="*/ 513397 w 1022984"/>
                        <a:gd name="connsiteY2" fmla="*/ 16192 h 209550"/>
                        <a:gd name="connsiteX3" fmla="*/ 0 w 1022984"/>
                        <a:gd name="connsiteY3" fmla="*/ 199072 h 209550"/>
                        <a:gd name="connsiteX4" fmla="*/ 0 w 1022984"/>
                        <a:gd name="connsiteY4" fmla="*/ 185738 h 209550"/>
                        <a:gd name="connsiteX5" fmla="*/ 513397 w 1022984"/>
                        <a:gd name="connsiteY5" fmla="*/ 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2984" h="209550">
                          <a:moveTo>
                            <a:pt x="1022985" y="195263"/>
                          </a:moveTo>
                          <a:lnTo>
                            <a:pt x="1022985" y="209550"/>
                          </a:lnTo>
                          <a:lnTo>
                            <a:pt x="513397" y="16192"/>
                          </a:lnTo>
                          <a:lnTo>
                            <a:pt x="0" y="199072"/>
                          </a:lnTo>
                          <a:lnTo>
                            <a:pt x="0" y="185738"/>
                          </a:lnTo>
                          <a:lnTo>
                            <a:pt x="513397" y="0"/>
                          </a:lnTo>
                          <a:close/>
                        </a:path>
                      </a:pathLst>
                    </a:custGeom>
                    <a:solidFill>
                      <a:schemeClr val="accent1">
                        <a:lumMod val="75000"/>
                      </a:schemeClr>
                    </a:solidFill>
                    <a:ln w="9525" cap="flat">
                      <a:noFill/>
                      <a:prstDash val="solid"/>
                      <a:miter/>
                    </a:ln>
                  </p:spPr>
                  <p:txBody>
                    <a:bodyPr rtlCol="0" anchor="ctr"/>
                    <a:lstStyle/>
                    <a:p>
                      <a:endParaRPr lang="en-US"/>
                    </a:p>
                  </p:txBody>
                </p:sp>
                <p:sp>
                  <p:nvSpPr>
                    <p:cNvPr id="412" name="Freeform: Shape 411">
                      <a:extLst>
                        <a:ext uri="{FF2B5EF4-FFF2-40B4-BE49-F238E27FC236}">
                          <a16:creationId xmlns:a16="http://schemas.microsoft.com/office/drawing/2014/main" id="{FBE36714-3C62-4C02-904F-46EA7F16F816}"/>
                        </a:ext>
                      </a:extLst>
                    </p:cNvPr>
                    <p:cNvSpPr/>
                    <p:nvPr/>
                  </p:nvSpPr>
                  <p:spPr>
                    <a:xfrm>
                      <a:off x="3599679" y="5238621"/>
                      <a:ext cx="1022984" cy="367665"/>
                    </a:xfrm>
                    <a:custGeom>
                      <a:avLst/>
                      <a:gdLst>
                        <a:gd name="connsiteX0" fmla="*/ 1022985 w 1022984"/>
                        <a:gd name="connsiteY0" fmla="*/ 193358 h 367665"/>
                        <a:gd name="connsiteX1" fmla="*/ 509588 w 1022984"/>
                        <a:gd name="connsiteY1" fmla="*/ 367665 h 367665"/>
                        <a:gd name="connsiteX2" fmla="*/ 218122 w 1022984"/>
                        <a:gd name="connsiteY2" fmla="*/ 261938 h 367665"/>
                        <a:gd name="connsiteX3" fmla="*/ 0 w 1022984"/>
                        <a:gd name="connsiteY3" fmla="*/ 182880 h 367665"/>
                        <a:gd name="connsiteX4" fmla="*/ 513397 w 1022984"/>
                        <a:gd name="connsiteY4" fmla="*/ 0 h 367665"/>
                        <a:gd name="connsiteX5" fmla="*/ 813435 w 1022984"/>
                        <a:gd name="connsiteY5" fmla="*/ 113347 h 367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2984" h="367665">
                          <a:moveTo>
                            <a:pt x="1022985" y="193358"/>
                          </a:moveTo>
                          <a:lnTo>
                            <a:pt x="509588" y="367665"/>
                          </a:lnTo>
                          <a:lnTo>
                            <a:pt x="218122" y="261938"/>
                          </a:lnTo>
                          <a:lnTo>
                            <a:pt x="0" y="182880"/>
                          </a:lnTo>
                          <a:lnTo>
                            <a:pt x="513397" y="0"/>
                          </a:lnTo>
                          <a:lnTo>
                            <a:pt x="813435" y="113347"/>
                          </a:lnTo>
                          <a:close/>
                        </a:path>
                      </a:pathLst>
                    </a:custGeom>
                    <a:solidFill>
                      <a:schemeClr val="accent1"/>
                    </a:solidFill>
                    <a:ln w="9525" cap="flat">
                      <a:noFill/>
                      <a:prstDash val="solid"/>
                      <a:miter/>
                    </a:ln>
                  </p:spPr>
                  <p:txBody>
                    <a:bodyPr rtlCol="0" anchor="ctr"/>
                    <a:lstStyle/>
                    <a:p>
                      <a:endParaRPr lang="en-US"/>
                    </a:p>
                  </p:txBody>
                </p:sp>
                <p:sp>
                  <p:nvSpPr>
                    <p:cNvPr id="413" name="Freeform: Shape 412">
                      <a:extLst>
                        <a:ext uri="{FF2B5EF4-FFF2-40B4-BE49-F238E27FC236}">
                          <a16:creationId xmlns:a16="http://schemas.microsoft.com/office/drawing/2014/main" id="{D8342E45-D48A-475E-8707-97CA25EE4183}"/>
                        </a:ext>
                      </a:extLst>
                    </p:cNvPr>
                    <p:cNvSpPr/>
                    <p:nvPr/>
                  </p:nvSpPr>
                  <p:spPr>
                    <a:xfrm>
                      <a:off x="3817801" y="5338124"/>
                      <a:ext cx="804862" cy="268162"/>
                    </a:xfrm>
                    <a:custGeom>
                      <a:avLst/>
                      <a:gdLst>
                        <a:gd name="connsiteX0" fmla="*/ 804863 w 804862"/>
                        <a:gd name="connsiteY0" fmla="*/ 93855 h 268162"/>
                        <a:gd name="connsiteX1" fmla="*/ 291465 w 804862"/>
                        <a:gd name="connsiteY1" fmla="*/ 268162 h 268162"/>
                        <a:gd name="connsiteX2" fmla="*/ 0 w 804862"/>
                        <a:gd name="connsiteY2" fmla="*/ 162435 h 268162"/>
                        <a:gd name="connsiteX3" fmla="*/ 953 w 804862"/>
                        <a:gd name="connsiteY3" fmla="*/ 96712 h 268162"/>
                        <a:gd name="connsiteX4" fmla="*/ 595313 w 804862"/>
                        <a:gd name="connsiteY4" fmla="*/ 13844 h 268162"/>
                        <a:gd name="connsiteX5" fmla="*/ 804863 w 804862"/>
                        <a:gd name="connsiteY5" fmla="*/ 93855 h 268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4862" h="268162">
                          <a:moveTo>
                            <a:pt x="804863" y="93855"/>
                          </a:moveTo>
                          <a:lnTo>
                            <a:pt x="291465" y="268162"/>
                          </a:lnTo>
                          <a:lnTo>
                            <a:pt x="0" y="162435"/>
                          </a:lnTo>
                          <a:lnTo>
                            <a:pt x="953" y="96712"/>
                          </a:lnTo>
                          <a:cubicBezTo>
                            <a:pt x="116205" y="-2348"/>
                            <a:pt x="380048" y="-15683"/>
                            <a:pt x="595313" y="13844"/>
                          </a:cubicBezTo>
                          <a:lnTo>
                            <a:pt x="804863" y="93855"/>
                          </a:lnTo>
                          <a:close/>
                        </a:path>
                      </a:pathLst>
                    </a:custGeom>
                    <a:solidFill>
                      <a:schemeClr val="bg2">
                        <a:alpha val="22000"/>
                      </a:schemeClr>
                    </a:solidFill>
                    <a:ln w="9525" cap="flat">
                      <a:noFill/>
                      <a:prstDash val="solid"/>
                      <a:miter/>
                    </a:ln>
                  </p:spPr>
                  <p:txBody>
                    <a:bodyPr rtlCol="0" anchor="ctr"/>
                    <a:lstStyle/>
                    <a:p>
                      <a:endParaRPr lang="en-US"/>
                    </a:p>
                  </p:txBody>
                </p:sp>
                <p:sp>
                  <p:nvSpPr>
                    <p:cNvPr id="414" name="Freeform: Shape 413">
                      <a:extLst>
                        <a:ext uri="{FF2B5EF4-FFF2-40B4-BE49-F238E27FC236}">
                          <a16:creationId xmlns:a16="http://schemas.microsoft.com/office/drawing/2014/main" id="{CD1B9687-59D2-40D9-BB5B-E5396E4591B6}"/>
                        </a:ext>
                      </a:extLst>
                    </p:cNvPr>
                    <p:cNvSpPr/>
                    <p:nvPr/>
                  </p:nvSpPr>
                  <p:spPr>
                    <a:xfrm>
                      <a:off x="3815896" y="5373877"/>
                      <a:ext cx="587692" cy="323850"/>
                    </a:xfrm>
                    <a:custGeom>
                      <a:avLst/>
                      <a:gdLst>
                        <a:gd name="connsiteX0" fmla="*/ 585788 w 587692"/>
                        <a:gd name="connsiteY0" fmla="*/ 323850 h 323850"/>
                        <a:gd name="connsiteX1" fmla="*/ 293370 w 587692"/>
                        <a:gd name="connsiteY1" fmla="*/ 280035 h 323850"/>
                        <a:gd name="connsiteX2" fmla="*/ 0 w 587692"/>
                        <a:gd name="connsiteY2" fmla="*/ 318135 h 323850"/>
                        <a:gd name="connsiteX3" fmla="*/ 1905 w 587692"/>
                        <a:gd name="connsiteY3" fmla="*/ 127635 h 323850"/>
                        <a:gd name="connsiteX4" fmla="*/ 2858 w 587692"/>
                        <a:gd name="connsiteY4" fmla="*/ 61913 h 323850"/>
                        <a:gd name="connsiteX5" fmla="*/ 296228 w 587692"/>
                        <a:gd name="connsiteY5" fmla="*/ 0 h 323850"/>
                        <a:gd name="connsiteX6" fmla="*/ 587693 w 587692"/>
                        <a:gd name="connsiteY6" fmla="*/ 67628 h 323850"/>
                        <a:gd name="connsiteX7" fmla="*/ 584835 w 587692"/>
                        <a:gd name="connsiteY7" fmla="*/ 316230 h 323850"/>
                        <a:gd name="connsiteX8" fmla="*/ 585788 w 587692"/>
                        <a:gd name="connsiteY8" fmla="*/ 323850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7692" h="323850">
                          <a:moveTo>
                            <a:pt x="585788" y="323850"/>
                          </a:moveTo>
                          <a:cubicBezTo>
                            <a:pt x="531495" y="297180"/>
                            <a:pt x="418148" y="279082"/>
                            <a:pt x="293370" y="280035"/>
                          </a:cubicBezTo>
                          <a:cubicBezTo>
                            <a:pt x="169545" y="277178"/>
                            <a:pt x="55245" y="292417"/>
                            <a:pt x="0" y="318135"/>
                          </a:cubicBezTo>
                          <a:lnTo>
                            <a:pt x="1905" y="127635"/>
                          </a:lnTo>
                          <a:lnTo>
                            <a:pt x="2858" y="61913"/>
                          </a:lnTo>
                          <a:cubicBezTo>
                            <a:pt x="44768" y="22860"/>
                            <a:pt x="169545" y="0"/>
                            <a:pt x="296228" y="0"/>
                          </a:cubicBezTo>
                          <a:cubicBezTo>
                            <a:pt x="422910" y="1905"/>
                            <a:pt x="546735" y="27622"/>
                            <a:pt x="587693" y="67628"/>
                          </a:cubicBezTo>
                          <a:lnTo>
                            <a:pt x="584835" y="316230"/>
                          </a:lnTo>
                          <a:lnTo>
                            <a:pt x="585788" y="323850"/>
                          </a:lnTo>
                          <a:close/>
                        </a:path>
                      </a:pathLst>
                    </a:custGeom>
                    <a:solidFill>
                      <a:schemeClr val="accent1"/>
                    </a:solidFill>
                    <a:ln w="9525" cap="flat">
                      <a:noFill/>
                      <a:prstDash val="solid"/>
                      <a:miter/>
                    </a:ln>
                  </p:spPr>
                  <p:txBody>
                    <a:bodyPr rtlCol="0" anchor="ctr"/>
                    <a:lstStyle/>
                    <a:p>
                      <a:endParaRPr lang="en-US"/>
                    </a:p>
                  </p:txBody>
                </p:sp>
                <p:sp>
                  <p:nvSpPr>
                    <p:cNvPr id="415" name="Freeform: Shape 414">
                      <a:extLst>
                        <a:ext uri="{FF2B5EF4-FFF2-40B4-BE49-F238E27FC236}">
                          <a16:creationId xmlns:a16="http://schemas.microsoft.com/office/drawing/2014/main" id="{A33AB300-99A6-4DED-957B-21B422640D87}"/>
                        </a:ext>
                      </a:extLst>
                    </p:cNvPr>
                    <p:cNvSpPr/>
                    <p:nvPr/>
                  </p:nvSpPr>
                  <p:spPr>
                    <a:xfrm>
                      <a:off x="3815896" y="5497471"/>
                      <a:ext cx="585787" cy="200255"/>
                    </a:xfrm>
                    <a:custGeom>
                      <a:avLst/>
                      <a:gdLst>
                        <a:gd name="connsiteX0" fmla="*/ 585788 w 585787"/>
                        <a:gd name="connsiteY0" fmla="*/ 200256 h 200255"/>
                        <a:gd name="connsiteX1" fmla="*/ 293370 w 585787"/>
                        <a:gd name="connsiteY1" fmla="*/ 156441 h 200255"/>
                        <a:gd name="connsiteX2" fmla="*/ 0 w 585787"/>
                        <a:gd name="connsiteY2" fmla="*/ 194541 h 200255"/>
                        <a:gd name="connsiteX3" fmla="*/ 1905 w 585787"/>
                        <a:gd name="connsiteY3" fmla="*/ 4041 h 200255"/>
                        <a:gd name="connsiteX4" fmla="*/ 584835 w 585787"/>
                        <a:gd name="connsiteY4" fmla="*/ 192636 h 200255"/>
                        <a:gd name="connsiteX5" fmla="*/ 585788 w 585787"/>
                        <a:gd name="connsiteY5" fmla="*/ 200256 h 20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5787" h="200255">
                          <a:moveTo>
                            <a:pt x="585788" y="200256"/>
                          </a:moveTo>
                          <a:cubicBezTo>
                            <a:pt x="531495" y="173586"/>
                            <a:pt x="418148" y="155488"/>
                            <a:pt x="293370" y="156441"/>
                          </a:cubicBezTo>
                          <a:cubicBezTo>
                            <a:pt x="169545" y="153583"/>
                            <a:pt x="55245" y="168823"/>
                            <a:pt x="0" y="194541"/>
                          </a:cubicBezTo>
                          <a:lnTo>
                            <a:pt x="1905" y="4041"/>
                          </a:lnTo>
                          <a:cubicBezTo>
                            <a:pt x="251460" y="-19772"/>
                            <a:pt x="499110" y="64048"/>
                            <a:pt x="584835" y="192636"/>
                          </a:cubicBezTo>
                          <a:lnTo>
                            <a:pt x="585788" y="200256"/>
                          </a:lnTo>
                          <a:close/>
                        </a:path>
                      </a:pathLst>
                    </a:custGeom>
                    <a:solidFill>
                      <a:schemeClr val="bg2">
                        <a:alpha val="22000"/>
                      </a:schemeClr>
                    </a:solidFill>
                    <a:ln w="9525" cap="flat">
                      <a:noFill/>
                      <a:prstDash val="solid"/>
                      <a:miter/>
                    </a:ln>
                  </p:spPr>
                  <p:txBody>
                    <a:bodyPr rtlCol="0" anchor="ctr"/>
                    <a:lstStyle/>
                    <a:p>
                      <a:endParaRPr lang="en-US"/>
                    </a:p>
                  </p:txBody>
                </p:sp>
              </p:grpSp>
            </p:grpSp>
            <p:grpSp>
              <p:nvGrpSpPr>
                <p:cNvPr id="416" name="Graphic 2">
                  <a:extLst>
                    <a:ext uri="{FF2B5EF4-FFF2-40B4-BE49-F238E27FC236}">
                      <a16:creationId xmlns:a16="http://schemas.microsoft.com/office/drawing/2014/main" id="{AE736AF3-0337-429B-AEF1-DA4B52809559}"/>
                    </a:ext>
                  </a:extLst>
                </p:cNvPr>
                <p:cNvGrpSpPr/>
                <p:nvPr/>
              </p:nvGrpSpPr>
              <p:grpSpPr>
                <a:xfrm>
                  <a:off x="3660638" y="5690107"/>
                  <a:ext cx="942023" cy="419100"/>
                  <a:chOff x="3660638" y="5690107"/>
                  <a:chExt cx="942023" cy="419100"/>
                </a:xfrm>
              </p:grpSpPr>
              <p:grpSp>
                <p:nvGrpSpPr>
                  <p:cNvPr id="417" name="Graphic 2">
                    <a:extLst>
                      <a:ext uri="{FF2B5EF4-FFF2-40B4-BE49-F238E27FC236}">
                        <a16:creationId xmlns:a16="http://schemas.microsoft.com/office/drawing/2014/main" id="{AE736AF3-0337-429B-AEF1-DA4B52809559}"/>
                      </a:ext>
                    </a:extLst>
                  </p:cNvPr>
                  <p:cNvGrpSpPr/>
                  <p:nvPr/>
                </p:nvGrpSpPr>
                <p:grpSpPr>
                  <a:xfrm>
                    <a:off x="3660638" y="5899656"/>
                    <a:ext cx="942022" cy="209551"/>
                    <a:chOff x="3660638" y="5899656"/>
                    <a:chExt cx="942022" cy="209551"/>
                  </a:xfrm>
                </p:grpSpPr>
                <p:sp>
                  <p:nvSpPr>
                    <p:cNvPr id="418" name="Freeform: Shape 417">
                      <a:extLst>
                        <a:ext uri="{FF2B5EF4-FFF2-40B4-BE49-F238E27FC236}">
                          <a16:creationId xmlns:a16="http://schemas.microsoft.com/office/drawing/2014/main" id="{3F1A4D6E-FC2E-41F4-A647-DB9B4EE4E749}"/>
                        </a:ext>
                      </a:extLst>
                    </p:cNvPr>
                    <p:cNvSpPr/>
                    <p:nvPr/>
                  </p:nvSpPr>
                  <p:spPr>
                    <a:xfrm>
                      <a:off x="3660638" y="5899656"/>
                      <a:ext cx="942022" cy="209550"/>
                    </a:xfrm>
                    <a:custGeom>
                      <a:avLst/>
                      <a:gdLst>
                        <a:gd name="connsiteX0" fmla="*/ 20955 w 942022"/>
                        <a:gd name="connsiteY0" fmla="*/ 209550 h 209550"/>
                        <a:gd name="connsiteX1" fmla="*/ 921068 w 942022"/>
                        <a:gd name="connsiteY1" fmla="*/ 209550 h 209550"/>
                        <a:gd name="connsiteX2" fmla="*/ 942023 w 942022"/>
                        <a:gd name="connsiteY2" fmla="*/ 188595 h 209550"/>
                        <a:gd name="connsiteX3" fmla="*/ 942023 w 942022"/>
                        <a:gd name="connsiteY3" fmla="*/ 20955 h 209550"/>
                        <a:gd name="connsiteX4" fmla="*/ 921068 w 942022"/>
                        <a:gd name="connsiteY4" fmla="*/ 0 h 209550"/>
                        <a:gd name="connsiteX5" fmla="*/ 20955 w 942022"/>
                        <a:gd name="connsiteY5" fmla="*/ 0 h 209550"/>
                        <a:gd name="connsiteX6" fmla="*/ 0 w 942022"/>
                        <a:gd name="connsiteY6" fmla="*/ 20955 h 209550"/>
                        <a:gd name="connsiteX7" fmla="*/ 0 w 942022"/>
                        <a:gd name="connsiteY7" fmla="*/ 188595 h 209550"/>
                        <a:gd name="connsiteX8" fmla="*/ 20955 w 942022"/>
                        <a:gd name="connsiteY8" fmla="*/ 20955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42022" h="209550">
                          <a:moveTo>
                            <a:pt x="20955" y="209550"/>
                          </a:moveTo>
                          <a:lnTo>
                            <a:pt x="921068" y="209550"/>
                          </a:lnTo>
                          <a:cubicBezTo>
                            <a:pt x="932498" y="209550"/>
                            <a:pt x="942023" y="200025"/>
                            <a:pt x="942023" y="188595"/>
                          </a:cubicBezTo>
                          <a:lnTo>
                            <a:pt x="942023" y="20955"/>
                          </a:lnTo>
                          <a:cubicBezTo>
                            <a:pt x="942023" y="9525"/>
                            <a:pt x="932498" y="0"/>
                            <a:pt x="921068" y="0"/>
                          </a:cubicBezTo>
                          <a:lnTo>
                            <a:pt x="20955" y="0"/>
                          </a:lnTo>
                          <a:cubicBezTo>
                            <a:pt x="9525" y="0"/>
                            <a:pt x="0" y="9525"/>
                            <a:pt x="0" y="20955"/>
                          </a:cubicBezTo>
                          <a:lnTo>
                            <a:pt x="0" y="188595"/>
                          </a:lnTo>
                          <a:cubicBezTo>
                            <a:pt x="0" y="200025"/>
                            <a:pt x="9525" y="209550"/>
                            <a:pt x="20955" y="209550"/>
                          </a:cubicBezTo>
                          <a:close/>
                        </a:path>
                      </a:pathLst>
                    </a:custGeom>
                    <a:solidFill>
                      <a:schemeClr val="accent2"/>
                    </a:solidFill>
                    <a:ln w="9525" cap="flat">
                      <a:noFill/>
                      <a:prstDash val="solid"/>
                      <a:miter/>
                    </a:ln>
                  </p:spPr>
                  <p:txBody>
                    <a:bodyPr rtlCol="0" anchor="ctr"/>
                    <a:lstStyle/>
                    <a:p>
                      <a:endParaRPr lang="en-US"/>
                    </a:p>
                  </p:txBody>
                </p:sp>
                <p:sp>
                  <p:nvSpPr>
                    <p:cNvPr id="419" name="Freeform: Shape 418">
                      <a:extLst>
                        <a:ext uri="{FF2B5EF4-FFF2-40B4-BE49-F238E27FC236}">
                          <a16:creationId xmlns:a16="http://schemas.microsoft.com/office/drawing/2014/main" id="{CA681137-6954-428F-8EA2-90E6476BA46C}"/>
                        </a:ext>
                      </a:extLst>
                    </p:cNvPr>
                    <p:cNvSpPr/>
                    <p:nvPr/>
                  </p:nvSpPr>
                  <p:spPr>
                    <a:xfrm>
                      <a:off x="4529319" y="5899657"/>
                      <a:ext cx="52387" cy="209550"/>
                    </a:xfrm>
                    <a:custGeom>
                      <a:avLst/>
                      <a:gdLst>
                        <a:gd name="connsiteX0" fmla="*/ 0 w 52387"/>
                        <a:gd name="connsiteY0" fmla="*/ 0 h 209550"/>
                        <a:gd name="connsiteX1" fmla="*/ 52388 w 52387"/>
                        <a:gd name="connsiteY1" fmla="*/ 0 h 209550"/>
                        <a:gd name="connsiteX2" fmla="*/ 52388 w 52387"/>
                        <a:gd name="connsiteY2" fmla="*/ 209550 h 209550"/>
                        <a:gd name="connsiteX3" fmla="*/ 0 w 52387"/>
                        <a:gd name="connsiteY3" fmla="*/ 209550 h 209550"/>
                      </a:gdLst>
                      <a:ahLst/>
                      <a:cxnLst>
                        <a:cxn ang="0">
                          <a:pos x="connsiteX0" y="connsiteY0"/>
                        </a:cxn>
                        <a:cxn ang="0">
                          <a:pos x="connsiteX1" y="connsiteY1"/>
                        </a:cxn>
                        <a:cxn ang="0">
                          <a:pos x="connsiteX2" y="connsiteY2"/>
                        </a:cxn>
                        <a:cxn ang="0">
                          <a:pos x="connsiteX3" y="connsiteY3"/>
                        </a:cxn>
                      </a:cxnLst>
                      <a:rect l="l" t="t" r="r" b="b"/>
                      <a:pathLst>
                        <a:path w="52387" h="209550">
                          <a:moveTo>
                            <a:pt x="0" y="0"/>
                          </a:moveTo>
                          <a:lnTo>
                            <a:pt x="52388" y="0"/>
                          </a:lnTo>
                          <a:lnTo>
                            <a:pt x="52388" y="209550"/>
                          </a:lnTo>
                          <a:lnTo>
                            <a:pt x="0" y="209550"/>
                          </a:lnTo>
                          <a:close/>
                        </a:path>
                      </a:pathLst>
                    </a:custGeom>
                    <a:solidFill>
                      <a:schemeClr val="accent2">
                        <a:lumMod val="60000"/>
                        <a:lumOff val="40000"/>
                      </a:schemeClr>
                    </a:solidFill>
                    <a:ln w="9525" cap="flat">
                      <a:noFill/>
                      <a:prstDash val="solid"/>
                      <a:miter/>
                    </a:ln>
                  </p:spPr>
                  <p:txBody>
                    <a:bodyPr rtlCol="0" anchor="ctr"/>
                    <a:lstStyle/>
                    <a:p>
                      <a:endParaRPr lang="en-US"/>
                    </a:p>
                  </p:txBody>
                </p:sp>
                <p:sp>
                  <p:nvSpPr>
                    <p:cNvPr id="420" name="Freeform: Shape 419">
                      <a:extLst>
                        <a:ext uri="{FF2B5EF4-FFF2-40B4-BE49-F238E27FC236}">
                          <a16:creationId xmlns:a16="http://schemas.microsoft.com/office/drawing/2014/main" id="{356830D1-D3B2-4CD5-A387-1D29D5D45DF1}"/>
                        </a:ext>
                      </a:extLst>
                    </p:cNvPr>
                    <p:cNvSpPr/>
                    <p:nvPr/>
                  </p:nvSpPr>
                  <p:spPr>
                    <a:xfrm>
                      <a:off x="4445499" y="5899657"/>
                      <a:ext cx="52387" cy="209550"/>
                    </a:xfrm>
                    <a:custGeom>
                      <a:avLst/>
                      <a:gdLst>
                        <a:gd name="connsiteX0" fmla="*/ 0 w 52387"/>
                        <a:gd name="connsiteY0" fmla="*/ 0 h 209550"/>
                        <a:gd name="connsiteX1" fmla="*/ 52388 w 52387"/>
                        <a:gd name="connsiteY1" fmla="*/ 0 h 209550"/>
                        <a:gd name="connsiteX2" fmla="*/ 52388 w 52387"/>
                        <a:gd name="connsiteY2" fmla="*/ 209550 h 209550"/>
                        <a:gd name="connsiteX3" fmla="*/ 0 w 52387"/>
                        <a:gd name="connsiteY3" fmla="*/ 209550 h 209550"/>
                      </a:gdLst>
                      <a:ahLst/>
                      <a:cxnLst>
                        <a:cxn ang="0">
                          <a:pos x="connsiteX0" y="connsiteY0"/>
                        </a:cxn>
                        <a:cxn ang="0">
                          <a:pos x="connsiteX1" y="connsiteY1"/>
                        </a:cxn>
                        <a:cxn ang="0">
                          <a:pos x="connsiteX2" y="connsiteY2"/>
                        </a:cxn>
                        <a:cxn ang="0">
                          <a:pos x="connsiteX3" y="connsiteY3"/>
                        </a:cxn>
                      </a:cxnLst>
                      <a:rect l="l" t="t" r="r" b="b"/>
                      <a:pathLst>
                        <a:path w="52387" h="209550">
                          <a:moveTo>
                            <a:pt x="0" y="0"/>
                          </a:moveTo>
                          <a:lnTo>
                            <a:pt x="52388" y="0"/>
                          </a:lnTo>
                          <a:lnTo>
                            <a:pt x="52388" y="209550"/>
                          </a:lnTo>
                          <a:lnTo>
                            <a:pt x="0" y="209550"/>
                          </a:lnTo>
                          <a:close/>
                        </a:path>
                      </a:pathLst>
                    </a:custGeom>
                    <a:solidFill>
                      <a:schemeClr val="accent2">
                        <a:lumMod val="60000"/>
                        <a:lumOff val="40000"/>
                      </a:schemeClr>
                    </a:solidFill>
                    <a:ln w="9525" cap="flat">
                      <a:noFill/>
                      <a:prstDash val="solid"/>
                      <a:miter/>
                    </a:ln>
                  </p:spPr>
                  <p:txBody>
                    <a:bodyPr rtlCol="0" anchor="ctr"/>
                    <a:lstStyle/>
                    <a:p>
                      <a:endParaRPr lang="en-US"/>
                    </a:p>
                  </p:txBody>
                </p:sp>
                <p:sp>
                  <p:nvSpPr>
                    <p:cNvPr id="421" name="Freeform: Shape 420">
                      <a:extLst>
                        <a:ext uri="{FF2B5EF4-FFF2-40B4-BE49-F238E27FC236}">
                          <a16:creationId xmlns:a16="http://schemas.microsoft.com/office/drawing/2014/main" id="{2A5C388B-CC85-4D83-8A76-A1207A0C8A53}"/>
                        </a:ext>
                      </a:extLst>
                    </p:cNvPr>
                    <p:cNvSpPr/>
                    <p:nvPr/>
                  </p:nvSpPr>
                  <p:spPr>
                    <a:xfrm>
                      <a:off x="3765414" y="5899657"/>
                      <a:ext cx="52387" cy="209550"/>
                    </a:xfrm>
                    <a:custGeom>
                      <a:avLst/>
                      <a:gdLst>
                        <a:gd name="connsiteX0" fmla="*/ 0 w 52387"/>
                        <a:gd name="connsiteY0" fmla="*/ 0 h 209550"/>
                        <a:gd name="connsiteX1" fmla="*/ 52387 w 52387"/>
                        <a:gd name="connsiteY1" fmla="*/ 0 h 209550"/>
                        <a:gd name="connsiteX2" fmla="*/ 52387 w 52387"/>
                        <a:gd name="connsiteY2" fmla="*/ 209550 h 209550"/>
                        <a:gd name="connsiteX3" fmla="*/ 0 w 52387"/>
                        <a:gd name="connsiteY3" fmla="*/ 209550 h 209550"/>
                      </a:gdLst>
                      <a:ahLst/>
                      <a:cxnLst>
                        <a:cxn ang="0">
                          <a:pos x="connsiteX0" y="connsiteY0"/>
                        </a:cxn>
                        <a:cxn ang="0">
                          <a:pos x="connsiteX1" y="connsiteY1"/>
                        </a:cxn>
                        <a:cxn ang="0">
                          <a:pos x="connsiteX2" y="connsiteY2"/>
                        </a:cxn>
                        <a:cxn ang="0">
                          <a:pos x="connsiteX3" y="connsiteY3"/>
                        </a:cxn>
                      </a:cxnLst>
                      <a:rect l="l" t="t" r="r" b="b"/>
                      <a:pathLst>
                        <a:path w="52387" h="209550">
                          <a:moveTo>
                            <a:pt x="0" y="0"/>
                          </a:moveTo>
                          <a:lnTo>
                            <a:pt x="52387" y="0"/>
                          </a:lnTo>
                          <a:lnTo>
                            <a:pt x="52387" y="209550"/>
                          </a:lnTo>
                          <a:lnTo>
                            <a:pt x="0" y="209550"/>
                          </a:lnTo>
                          <a:close/>
                        </a:path>
                      </a:pathLst>
                    </a:custGeom>
                    <a:solidFill>
                      <a:schemeClr val="accent2">
                        <a:lumMod val="60000"/>
                        <a:lumOff val="40000"/>
                      </a:schemeClr>
                    </a:solidFill>
                    <a:ln w="9525" cap="flat">
                      <a:noFill/>
                      <a:prstDash val="solid"/>
                      <a:miter/>
                    </a:ln>
                  </p:spPr>
                  <p:txBody>
                    <a:bodyPr rtlCol="0" anchor="ctr"/>
                    <a:lstStyle/>
                    <a:p>
                      <a:endParaRPr lang="en-US"/>
                    </a:p>
                  </p:txBody>
                </p:sp>
                <p:sp>
                  <p:nvSpPr>
                    <p:cNvPr id="422" name="Freeform: Shape 421">
                      <a:extLst>
                        <a:ext uri="{FF2B5EF4-FFF2-40B4-BE49-F238E27FC236}">
                          <a16:creationId xmlns:a16="http://schemas.microsoft.com/office/drawing/2014/main" id="{DEA1E8C6-D6E4-43DF-A5BB-9E2748C67293}"/>
                        </a:ext>
                      </a:extLst>
                    </p:cNvPr>
                    <p:cNvSpPr/>
                    <p:nvPr/>
                  </p:nvSpPr>
                  <p:spPr>
                    <a:xfrm>
                      <a:off x="3681594" y="5899657"/>
                      <a:ext cx="52387" cy="209550"/>
                    </a:xfrm>
                    <a:custGeom>
                      <a:avLst/>
                      <a:gdLst>
                        <a:gd name="connsiteX0" fmla="*/ 0 w 52387"/>
                        <a:gd name="connsiteY0" fmla="*/ 0 h 209550"/>
                        <a:gd name="connsiteX1" fmla="*/ 52388 w 52387"/>
                        <a:gd name="connsiteY1" fmla="*/ 0 h 209550"/>
                        <a:gd name="connsiteX2" fmla="*/ 52388 w 52387"/>
                        <a:gd name="connsiteY2" fmla="*/ 209550 h 209550"/>
                        <a:gd name="connsiteX3" fmla="*/ 0 w 52387"/>
                        <a:gd name="connsiteY3" fmla="*/ 209550 h 209550"/>
                      </a:gdLst>
                      <a:ahLst/>
                      <a:cxnLst>
                        <a:cxn ang="0">
                          <a:pos x="connsiteX0" y="connsiteY0"/>
                        </a:cxn>
                        <a:cxn ang="0">
                          <a:pos x="connsiteX1" y="connsiteY1"/>
                        </a:cxn>
                        <a:cxn ang="0">
                          <a:pos x="connsiteX2" y="connsiteY2"/>
                        </a:cxn>
                        <a:cxn ang="0">
                          <a:pos x="connsiteX3" y="connsiteY3"/>
                        </a:cxn>
                      </a:cxnLst>
                      <a:rect l="l" t="t" r="r" b="b"/>
                      <a:pathLst>
                        <a:path w="52387" h="209550">
                          <a:moveTo>
                            <a:pt x="0" y="0"/>
                          </a:moveTo>
                          <a:lnTo>
                            <a:pt x="52388" y="0"/>
                          </a:lnTo>
                          <a:lnTo>
                            <a:pt x="52388" y="209550"/>
                          </a:lnTo>
                          <a:lnTo>
                            <a:pt x="0" y="209550"/>
                          </a:lnTo>
                          <a:close/>
                        </a:path>
                      </a:pathLst>
                    </a:custGeom>
                    <a:solidFill>
                      <a:schemeClr val="accent2">
                        <a:lumMod val="60000"/>
                        <a:lumOff val="40000"/>
                      </a:schemeClr>
                    </a:solidFill>
                    <a:ln w="9525" cap="flat">
                      <a:noFill/>
                      <a:prstDash val="solid"/>
                      <a:miter/>
                    </a:ln>
                  </p:spPr>
                  <p:txBody>
                    <a:bodyPr rtlCol="0" anchor="ctr"/>
                    <a:lstStyle/>
                    <a:p>
                      <a:endParaRPr lang="en-US"/>
                    </a:p>
                  </p:txBody>
                </p:sp>
                <p:sp>
                  <p:nvSpPr>
                    <p:cNvPr id="423" name="Freeform: Shape 422">
                      <a:extLst>
                        <a:ext uri="{FF2B5EF4-FFF2-40B4-BE49-F238E27FC236}">
                          <a16:creationId xmlns:a16="http://schemas.microsoft.com/office/drawing/2014/main" id="{9FB004D3-F759-4F91-A622-AFB95D836569}"/>
                        </a:ext>
                      </a:extLst>
                    </p:cNvPr>
                    <p:cNvSpPr/>
                    <p:nvPr/>
                  </p:nvSpPr>
                  <p:spPr>
                    <a:xfrm>
                      <a:off x="4297861" y="5918707"/>
                      <a:ext cx="100965" cy="171450"/>
                    </a:xfrm>
                    <a:custGeom>
                      <a:avLst/>
                      <a:gdLst>
                        <a:gd name="connsiteX0" fmla="*/ 0 w 100965"/>
                        <a:gd name="connsiteY0" fmla="*/ 0 h 171450"/>
                        <a:gd name="connsiteX1" fmla="*/ 100965 w 100965"/>
                        <a:gd name="connsiteY1" fmla="*/ 0 h 171450"/>
                        <a:gd name="connsiteX2" fmla="*/ 100965 w 100965"/>
                        <a:gd name="connsiteY2" fmla="*/ 171450 h 171450"/>
                        <a:gd name="connsiteX3" fmla="*/ 0 w 100965"/>
                        <a:gd name="connsiteY3" fmla="*/ 171450 h 171450"/>
                      </a:gdLst>
                      <a:ahLst/>
                      <a:cxnLst>
                        <a:cxn ang="0">
                          <a:pos x="connsiteX0" y="connsiteY0"/>
                        </a:cxn>
                        <a:cxn ang="0">
                          <a:pos x="connsiteX1" y="connsiteY1"/>
                        </a:cxn>
                        <a:cxn ang="0">
                          <a:pos x="connsiteX2" y="connsiteY2"/>
                        </a:cxn>
                        <a:cxn ang="0">
                          <a:pos x="connsiteX3" y="connsiteY3"/>
                        </a:cxn>
                      </a:cxnLst>
                      <a:rect l="l" t="t" r="r" b="b"/>
                      <a:pathLst>
                        <a:path w="100965" h="171450">
                          <a:moveTo>
                            <a:pt x="0" y="0"/>
                          </a:moveTo>
                          <a:lnTo>
                            <a:pt x="100965" y="0"/>
                          </a:lnTo>
                          <a:lnTo>
                            <a:pt x="100965" y="171450"/>
                          </a:lnTo>
                          <a:lnTo>
                            <a:pt x="0" y="171450"/>
                          </a:lnTo>
                          <a:close/>
                        </a:path>
                      </a:pathLst>
                    </a:custGeom>
                    <a:solidFill>
                      <a:schemeClr val="accent2">
                        <a:lumMod val="60000"/>
                        <a:lumOff val="40000"/>
                      </a:schemeClr>
                    </a:solidFill>
                    <a:ln w="9525" cap="flat">
                      <a:noFill/>
                      <a:prstDash val="solid"/>
                      <a:miter/>
                    </a:ln>
                  </p:spPr>
                  <p:txBody>
                    <a:bodyPr rtlCol="0" anchor="ctr"/>
                    <a:lstStyle/>
                    <a:p>
                      <a:endParaRPr lang="en-US"/>
                    </a:p>
                  </p:txBody>
                </p:sp>
              </p:grpSp>
              <p:grpSp>
                <p:nvGrpSpPr>
                  <p:cNvPr id="424" name="Graphic 2">
                    <a:extLst>
                      <a:ext uri="{FF2B5EF4-FFF2-40B4-BE49-F238E27FC236}">
                        <a16:creationId xmlns:a16="http://schemas.microsoft.com/office/drawing/2014/main" id="{AE736AF3-0337-429B-AEF1-DA4B52809559}"/>
                      </a:ext>
                    </a:extLst>
                  </p:cNvPr>
                  <p:cNvGrpSpPr/>
                  <p:nvPr/>
                </p:nvGrpSpPr>
                <p:grpSpPr>
                  <a:xfrm>
                    <a:off x="3765413" y="5794881"/>
                    <a:ext cx="837247" cy="104775"/>
                    <a:chOff x="3765413" y="5794881"/>
                    <a:chExt cx="837247" cy="104775"/>
                  </a:xfrm>
                </p:grpSpPr>
                <p:sp>
                  <p:nvSpPr>
                    <p:cNvPr id="425" name="Freeform: Shape 424">
                      <a:extLst>
                        <a:ext uri="{FF2B5EF4-FFF2-40B4-BE49-F238E27FC236}">
                          <a16:creationId xmlns:a16="http://schemas.microsoft.com/office/drawing/2014/main" id="{36255A48-5A5B-4433-B411-4A3BCD73EE24}"/>
                        </a:ext>
                      </a:extLst>
                    </p:cNvPr>
                    <p:cNvSpPr/>
                    <p:nvPr/>
                  </p:nvSpPr>
                  <p:spPr>
                    <a:xfrm>
                      <a:off x="3765413" y="5794881"/>
                      <a:ext cx="837247" cy="104775"/>
                    </a:xfrm>
                    <a:custGeom>
                      <a:avLst/>
                      <a:gdLst>
                        <a:gd name="connsiteX0" fmla="*/ 10478 w 837247"/>
                        <a:gd name="connsiteY0" fmla="*/ 104775 h 104775"/>
                        <a:gd name="connsiteX1" fmla="*/ 826770 w 837247"/>
                        <a:gd name="connsiteY1" fmla="*/ 104775 h 104775"/>
                        <a:gd name="connsiteX2" fmla="*/ 837248 w 837247"/>
                        <a:gd name="connsiteY2" fmla="*/ 94298 h 104775"/>
                        <a:gd name="connsiteX3" fmla="*/ 837248 w 837247"/>
                        <a:gd name="connsiteY3" fmla="*/ 10478 h 104775"/>
                        <a:gd name="connsiteX4" fmla="*/ 826770 w 837247"/>
                        <a:gd name="connsiteY4" fmla="*/ 0 h 104775"/>
                        <a:gd name="connsiteX5" fmla="*/ 10478 w 837247"/>
                        <a:gd name="connsiteY5" fmla="*/ 0 h 104775"/>
                        <a:gd name="connsiteX6" fmla="*/ 0 w 837247"/>
                        <a:gd name="connsiteY6" fmla="*/ 10478 h 104775"/>
                        <a:gd name="connsiteX7" fmla="*/ 0 w 837247"/>
                        <a:gd name="connsiteY7" fmla="*/ 94298 h 104775"/>
                        <a:gd name="connsiteX8" fmla="*/ 10478 w 837247"/>
                        <a:gd name="connsiteY8"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7247" h="104775">
                          <a:moveTo>
                            <a:pt x="10478" y="104775"/>
                          </a:moveTo>
                          <a:lnTo>
                            <a:pt x="826770" y="104775"/>
                          </a:lnTo>
                          <a:cubicBezTo>
                            <a:pt x="832485" y="104775"/>
                            <a:pt x="837248" y="100013"/>
                            <a:pt x="837248" y="94298"/>
                          </a:cubicBezTo>
                          <a:lnTo>
                            <a:pt x="837248" y="10478"/>
                          </a:lnTo>
                          <a:cubicBezTo>
                            <a:pt x="837248" y="4763"/>
                            <a:pt x="832485" y="0"/>
                            <a:pt x="826770" y="0"/>
                          </a:cubicBezTo>
                          <a:lnTo>
                            <a:pt x="10478" y="0"/>
                          </a:lnTo>
                          <a:cubicBezTo>
                            <a:pt x="4763" y="0"/>
                            <a:pt x="0" y="4763"/>
                            <a:pt x="0" y="10478"/>
                          </a:cubicBezTo>
                          <a:lnTo>
                            <a:pt x="0" y="94298"/>
                          </a:lnTo>
                          <a:cubicBezTo>
                            <a:pt x="0" y="100013"/>
                            <a:pt x="4763" y="104775"/>
                            <a:pt x="10478" y="104775"/>
                          </a:cubicBezTo>
                          <a:close/>
                        </a:path>
                      </a:pathLst>
                    </a:custGeom>
                    <a:solidFill>
                      <a:schemeClr val="accent6"/>
                    </a:solidFill>
                    <a:ln w="9525" cap="flat">
                      <a:noFill/>
                      <a:prstDash val="solid"/>
                      <a:miter/>
                    </a:ln>
                  </p:spPr>
                  <p:txBody>
                    <a:bodyPr rtlCol="0" anchor="ctr"/>
                    <a:lstStyle/>
                    <a:p>
                      <a:endParaRPr lang="en-US"/>
                    </a:p>
                  </p:txBody>
                </p:sp>
                <p:sp>
                  <p:nvSpPr>
                    <p:cNvPr id="426" name="Freeform: Shape 425">
                      <a:extLst>
                        <a:ext uri="{FF2B5EF4-FFF2-40B4-BE49-F238E27FC236}">
                          <a16:creationId xmlns:a16="http://schemas.microsoft.com/office/drawing/2014/main" id="{1C6EA12E-FDC3-48F9-B212-59F1724A1411}"/>
                        </a:ext>
                      </a:extLst>
                    </p:cNvPr>
                    <p:cNvSpPr/>
                    <p:nvPr/>
                  </p:nvSpPr>
                  <p:spPr>
                    <a:xfrm>
                      <a:off x="3860664" y="5805359"/>
                      <a:ext cx="637222" cy="83819"/>
                    </a:xfrm>
                    <a:custGeom>
                      <a:avLst/>
                      <a:gdLst>
                        <a:gd name="connsiteX0" fmla="*/ 0 w 637222"/>
                        <a:gd name="connsiteY0" fmla="*/ 0 h 83819"/>
                        <a:gd name="connsiteX1" fmla="*/ 637223 w 637222"/>
                        <a:gd name="connsiteY1" fmla="*/ 0 h 83819"/>
                        <a:gd name="connsiteX2" fmla="*/ 637223 w 637222"/>
                        <a:gd name="connsiteY2" fmla="*/ 83820 h 83819"/>
                        <a:gd name="connsiteX3" fmla="*/ 0 w 637222"/>
                        <a:gd name="connsiteY3" fmla="*/ 83820 h 83819"/>
                      </a:gdLst>
                      <a:ahLst/>
                      <a:cxnLst>
                        <a:cxn ang="0">
                          <a:pos x="connsiteX0" y="connsiteY0"/>
                        </a:cxn>
                        <a:cxn ang="0">
                          <a:pos x="connsiteX1" y="connsiteY1"/>
                        </a:cxn>
                        <a:cxn ang="0">
                          <a:pos x="connsiteX2" y="connsiteY2"/>
                        </a:cxn>
                        <a:cxn ang="0">
                          <a:pos x="connsiteX3" y="connsiteY3"/>
                        </a:cxn>
                      </a:cxnLst>
                      <a:rect l="l" t="t" r="r" b="b"/>
                      <a:pathLst>
                        <a:path w="637222" h="83819">
                          <a:moveTo>
                            <a:pt x="0" y="0"/>
                          </a:moveTo>
                          <a:lnTo>
                            <a:pt x="637223" y="0"/>
                          </a:lnTo>
                          <a:lnTo>
                            <a:pt x="637223" y="83820"/>
                          </a:lnTo>
                          <a:lnTo>
                            <a:pt x="0" y="83820"/>
                          </a:lnTo>
                          <a:close/>
                        </a:path>
                      </a:pathLst>
                    </a:custGeom>
                    <a:solidFill>
                      <a:srgbClr val="F4F5F9">
                        <a:alpha val="76000"/>
                      </a:srgbClr>
                    </a:solidFill>
                    <a:ln w="9525" cap="flat">
                      <a:noFill/>
                      <a:prstDash val="solid"/>
                      <a:miter/>
                    </a:ln>
                  </p:spPr>
                  <p:txBody>
                    <a:bodyPr rtlCol="0" anchor="ctr"/>
                    <a:lstStyle/>
                    <a:p>
                      <a:endParaRPr lang="en-US"/>
                    </a:p>
                  </p:txBody>
                </p:sp>
                <p:sp>
                  <p:nvSpPr>
                    <p:cNvPr id="427" name="Freeform: Shape 426">
                      <a:extLst>
                        <a:ext uri="{FF2B5EF4-FFF2-40B4-BE49-F238E27FC236}">
                          <a16:creationId xmlns:a16="http://schemas.microsoft.com/office/drawing/2014/main" id="{47E2BB63-3A2B-4D99-A522-83E09CDC071F}"/>
                        </a:ext>
                      </a:extLst>
                    </p:cNvPr>
                    <p:cNvSpPr/>
                    <p:nvPr/>
                  </p:nvSpPr>
                  <p:spPr>
                    <a:xfrm>
                      <a:off x="4422639" y="5812979"/>
                      <a:ext cx="67627" cy="67627"/>
                    </a:xfrm>
                    <a:custGeom>
                      <a:avLst/>
                      <a:gdLst>
                        <a:gd name="connsiteX0" fmla="*/ 0 w 67627"/>
                        <a:gd name="connsiteY0" fmla="*/ 0 h 67627"/>
                        <a:gd name="connsiteX1" fmla="*/ 67627 w 67627"/>
                        <a:gd name="connsiteY1" fmla="*/ 0 h 67627"/>
                        <a:gd name="connsiteX2" fmla="*/ 67627 w 67627"/>
                        <a:gd name="connsiteY2" fmla="*/ 67627 h 67627"/>
                        <a:gd name="connsiteX3" fmla="*/ 0 w 67627"/>
                        <a:gd name="connsiteY3" fmla="*/ 67627 h 67627"/>
                      </a:gdLst>
                      <a:ahLst/>
                      <a:cxnLst>
                        <a:cxn ang="0">
                          <a:pos x="connsiteX0" y="connsiteY0"/>
                        </a:cxn>
                        <a:cxn ang="0">
                          <a:pos x="connsiteX1" y="connsiteY1"/>
                        </a:cxn>
                        <a:cxn ang="0">
                          <a:pos x="connsiteX2" y="connsiteY2"/>
                        </a:cxn>
                        <a:cxn ang="0">
                          <a:pos x="connsiteX3" y="connsiteY3"/>
                        </a:cxn>
                      </a:cxnLst>
                      <a:rect l="l" t="t" r="r" b="b"/>
                      <a:pathLst>
                        <a:path w="67627" h="67627">
                          <a:moveTo>
                            <a:pt x="0" y="0"/>
                          </a:moveTo>
                          <a:lnTo>
                            <a:pt x="67627" y="0"/>
                          </a:lnTo>
                          <a:lnTo>
                            <a:pt x="67627" y="67627"/>
                          </a:lnTo>
                          <a:lnTo>
                            <a:pt x="0" y="67627"/>
                          </a:lnTo>
                          <a:close/>
                        </a:path>
                      </a:pathLst>
                    </a:custGeom>
                    <a:solidFill>
                      <a:schemeClr val="accent6">
                        <a:lumMod val="75000"/>
                      </a:schemeClr>
                    </a:solidFill>
                    <a:ln w="9525" cap="flat">
                      <a:noFill/>
                      <a:prstDash val="solid"/>
                      <a:miter/>
                    </a:ln>
                  </p:spPr>
                  <p:txBody>
                    <a:bodyPr rtlCol="0" anchor="ctr"/>
                    <a:lstStyle/>
                    <a:p>
                      <a:endParaRPr lang="en-US"/>
                    </a:p>
                  </p:txBody>
                </p:sp>
                <p:sp>
                  <p:nvSpPr>
                    <p:cNvPr id="428" name="Freeform: Shape 427">
                      <a:extLst>
                        <a:ext uri="{FF2B5EF4-FFF2-40B4-BE49-F238E27FC236}">
                          <a16:creationId xmlns:a16="http://schemas.microsoft.com/office/drawing/2014/main" id="{437E0810-0038-4094-9D1C-5630F116F58B}"/>
                        </a:ext>
                      </a:extLst>
                    </p:cNvPr>
                    <p:cNvSpPr/>
                    <p:nvPr/>
                  </p:nvSpPr>
                  <p:spPr>
                    <a:xfrm>
                      <a:off x="3824469" y="5805359"/>
                      <a:ext cx="13334" cy="83819"/>
                    </a:xfrm>
                    <a:custGeom>
                      <a:avLst/>
                      <a:gdLst>
                        <a:gd name="connsiteX0" fmla="*/ 0 w 13334"/>
                        <a:gd name="connsiteY0" fmla="*/ 0 h 83819"/>
                        <a:gd name="connsiteX1" fmla="*/ 13335 w 13334"/>
                        <a:gd name="connsiteY1" fmla="*/ 0 h 83819"/>
                        <a:gd name="connsiteX2" fmla="*/ 13335 w 13334"/>
                        <a:gd name="connsiteY2" fmla="*/ 83820 h 83819"/>
                        <a:gd name="connsiteX3" fmla="*/ 0 w 13334"/>
                        <a:gd name="connsiteY3" fmla="*/ 83820 h 83819"/>
                      </a:gdLst>
                      <a:ahLst/>
                      <a:cxnLst>
                        <a:cxn ang="0">
                          <a:pos x="connsiteX0" y="connsiteY0"/>
                        </a:cxn>
                        <a:cxn ang="0">
                          <a:pos x="connsiteX1" y="connsiteY1"/>
                        </a:cxn>
                        <a:cxn ang="0">
                          <a:pos x="connsiteX2" y="connsiteY2"/>
                        </a:cxn>
                        <a:cxn ang="0">
                          <a:pos x="connsiteX3" y="connsiteY3"/>
                        </a:cxn>
                      </a:cxnLst>
                      <a:rect l="l" t="t" r="r" b="b"/>
                      <a:pathLst>
                        <a:path w="13334" h="83819">
                          <a:moveTo>
                            <a:pt x="0" y="0"/>
                          </a:moveTo>
                          <a:lnTo>
                            <a:pt x="13335" y="0"/>
                          </a:lnTo>
                          <a:lnTo>
                            <a:pt x="13335" y="83820"/>
                          </a:lnTo>
                          <a:lnTo>
                            <a:pt x="0" y="83820"/>
                          </a:lnTo>
                          <a:close/>
                        </a:path>
                      </a:pathLst>
                    </a:custGeom>
                    <a:solidFill>
                      <a:srgbClr val="F4F5F9"/>
                    </a:solidFill>
                    <a:ln w="9525" cap="flat">
                      <a:noFill/>
                      <a:prstDash val="solid"/>
                      <a:miter/>
                    </a:ln>
                  </p:spPr>
                  <p:txBody>
                    <a:bodyPr rtlCol="0" anchor="ctr"/>
                    <a:lstStyle/>
                    <a:p>
                      <a:endParaRPr lang="en-US"/>
                    </a:p>
                  </p:txBody>
                </p:sp>
                <p:sp>
                  <p:nvSpPr>
                    <p:cNvPr id="429" name="Freeform: Shape 428">
                      <a:extLst>
                        <a:ext uri="{FF2B5EF4-FFF2-40B4-BE49-F238E27FC236}">
                          <a16:creationId xmlns:a16="http://schemas.microsoft.com/office/drawing/2014/main" id="{0E9008D3-ED80-449F-8488-92C46C0136CE}"/>
                        </a:ext>
                      </a:extLst>
                    </p:cNvPr>
                    <p:cNvSpPr/>
                    <p:nvPr/>
                  </p:nvSpPr>
                  <p:spPr>
                    <a:xfrm>
                      <a:off x="3791131" y="5805359"/>
                      <a:ext cx="13334" cy="83819"/>
                    </a:xfrm>
                    <a:custGeom>
                      <a:avLst/>
                      <a:gdLst>
                        <a:gd name="connsiteX0" fmla="*/ 0 w 13334"/>
                        <a:gd name="connsiteY0" fmla="*/ 0 h 83819"/>
                        <a:gd name="connsiteX1" fmla="*/ 13335 w 13334"/>
                        <a:gd name="connsiteY1" fmla="*/ 0 h 83819"/>
                        <a:gd name="connsiteX2" fmla="*/ 13335 w 13334"/>
                        <a:gd name="connsiteY2" fmla="*/ 83820 h 83819"/>
                        <a:gd name="connsiteX3" fmla="*/ 0 w 13334"/>
                        <a:gd name="connsiteY3" fmla="*/ 83820 h 83819"/>
                      </a:gdLst>
                      <a:ahLst/>
                      <a:cxnLst>
                        <a:cxn ang="0">
                          <a:pos x="connsiteX0" y="connsiteY0"/>
                        </a:cxn>
                        <a:cxn ang="0">
                          <a:pos x="connsiteX1" y="connsiteY1"/>
                        </a:cxn>
                        <a:cxn ang="0">
                          <a:pos x="connsiteX2" y="connsiteY2"/>
                        </a:cxn>
                        <a:cxn ang="0">
                          <a:pos x="connsiteX3" y="connsiteY3"/>
                        </a:cxn>
                      </a:cxnLst>
                      <a:rect l="l" t="t" r="r" b="b"/>
                      <a:pathLst>
                        <a:path w="13334" h="83819">
                          <a:moveTo>
                            <a:pt x="0" y="0"/>
                          </a:moveTo>
                          <a:lnTo>
                            <a:pt x="13335" y="0"/>
                          </a:lnTo>
                          <a:lnTo>
                            <a:pt x="13335" y="83820"/>
                          </a:lnTo>
                          <a:lnTo>
                            <a:pt x="0" y="83820"/>
                          </a:lnTo>
                          <a:close/>
                        </a:path>
                      </a:pathLst>
                    </a:custGeom>
                    <a:solidFill>
                      <a:srgbClr val="F4F5F9"/>
                    </a:solidFill>
                    <a:ln w="9525" cap="flat">
                      <a:noFill/>
                      <a:prstDash val="solid"/>
                      <a:miter/>
                    </a:ln>
                  </p:spPr>
                  <p:txBody>
                    <a:bodyPr rtlCol="0" anchor="ctr"/>
                    <a:lstStyle/>
                    <a:p>
                      <a:endParaRPr lang="en-US"/>
                    </a:p>
                  </p:txBody>
                </p:sp>
              </p:grpSp>
              <p:grpSp>
                <p:nvGrpSpPr>
                  <p:cNvPr id="430" name="Graphic 2">
                    <a:extLst>
                      <a:ext uri="{FF2B5EF4-FFF2-40B4-BE49-F238E27FC236}">
                        <a16:creationId xmlns:a16="http://schemas.microsoft.com/office/drawing/2014/main" id="{AE736AF3-0337-429B-AEF1-DA4B52809559}"/>
                      </a:ext>
                    </a:extLst>
                  </p:cNvPr>
                  <p:cNvGrpSpPr/>
                  <p:nvPr/>
                </p:nvGrpSpPr>
                <p:grpSpPr>
                  <a:xfrm>
                    <a:off x="3660639" y="5690107"/>
                    <a:ext cx="942022" cy="104775"/>
                    <a:chOff x="3660639" y="5690107"/>
                    <a:chExt cx="942022" cy="104775"/>
                  </a:xfrm>
                </p:grpSpPr>
                <p:sp>
                  <p:nvSpPr>
                    <p:cNvPr id="431" name="Freeform: Shape 430">
                      <a:extLst>
                        <a:ext uri="{FF2B5EF4-FFF2-40B4-BE49-F238E27FC236}">
                          <a16:creationId xmlns:a16="http://schemas.microsoft.com/office/drawing/2014/main" id="{C41D32E0-D300-4E24-B573-A372ADD2ECC9}"/>
                        </a:ext>
                      </a:extLst>
                    </p:cNvPr>
                    <p:cNvSpPr/>
                    <p:nvPr/>
                  </p:nvSpPr>
                  <p:spPr>
                    <a:xfrm>
                      <a:off x="3660639" y="5690107"/>
                      <a:ext cx="942022" cy="104775"/>
                    </a:xfrm>
                    <a:custGeom>
                      <a:avLst/>
                      <a:gdLst>
                        <a:gd name="connsiteX0" fmla="*/ 0 w 942022"/>
                        <a:gd name="connsiteY0" fmla="*/ 0 h 104775"/>
                        <a:gd name="connsiteX1" fmla="*/ 942023 w 942022"/>
                        <a:gd name="connsiteY1" fmla="*/ 0 h 104775"/>
                        <a:gd name="connsiteX2" fmla="*/ 942023 w 942022"/>
                        <a:gd name="connsiteY2" fmla="*/ 104775 h 104775"/>
                        <a:gd name="connsiteX3" fmla="*/ 0 w 942022"/>
                        <a:gd name="connsiteY3" fmla="*/ 104775 h 104775"/>
                      </a:gdLst>
                      <a:ahLst/>
                      <a:cxnLst>
                        <a:cxn ang="0">
                          <a:pos x="connsiteX0" y="connsiteY0"/>
                        </a:cxn>
                        <a:cxn ang="0">
                          <a:pos x="connsiteX1" y="connsiteY1"/>
                        </a:cxn>
                        <a:cxn ang="0">
                          <a:pos x="connsiteX2" y="connsiteY2"/>
                        </a:cxn>
                        <a:cxn ang="0">
                          <a:pos x="connsiteX3" y="connsiteY3"/>
                        </a:cxn>
                      </a:cxnLst>
                      <a:rect l="l" t="t" r="r" b="b"/>
                      <a:pathLst>
                        <a:path w="942022" h="104775">
                          <a:moveTo>
                            <a:pt x="0" y="0"/>
                          </a:moveTo>
                          <a:lnTo>
                            <a:pt x="942023" y="0"/>
                          </a:lnTo>
                          <a:lnTo>
                            <a:pt x="942023" y="104775"/>
                          </a:lnTo>
                          <a:lnTo>
                            <a:pt x="0" y="104775"/>
                          </a:lnTo>
                          <a:close/>
                        </a:path>
                      </a:pathLst>
                    </a:custGeom>
                    <a:solidFill>
                      <a:schemeClr val="accent4"/>
                    </a:solidFill>
                    <a:ln w="9525" cap="flat">
                      <a:noFill/>
                      <a:prstDash val="solid"/>
                      <a:miter/>
                    </a:ln>
                  </p:spPr>
                  <p:txBody>
                    <a:bodyPr rtlCol="0" anchor="ctr"/>
                    <a:lstStyle/>
                    <a:p>
                      <a:endParaRPr lang="en-US"/>
                    </a:p>
                  </p:txBody>
                </p:sp>
                <p:sp>
                  <p:nvSpPr>
                    <p:cNvPr id="432" name="Freeform: Shape 431">
                      <a:extLst>
                        <a:ext uri="{FF2B5EF4-FFF2-40B4-BE49-F238E27FC236}">
                          <a16:creationId xmlns:a16="http://schemas.microsoft.com/office/drawing/2014/main" id="{0AFAF886-C7ED-4DFE-9820-C5CFC042C921}"/>
                        </a:ext>
                      </a:extLst>
                    </p:cNvPr>
                    <p:cNvSpPr/>
                    <p:nvPr/>
                  </p:nvSpPr>
                  <p:spPr>
                    <a:xfrm>
                      <a:off x="3681594" y="5696774"/>
                      <a:ext cx="100965" cy="91440"/>
                    </a:xfrm>
                    <a:custGeom>
                      <a:avLst/>
                      <a:gdLst>
                        <a:gd name="connsiteX0" fmla="*/ 0 w 100965"/>
                        <a:gd name="connsiteY0" fmla="*/ 0 h 91440"/>
                        <a:gd name="connsiteX1" fmla="*/ 100965 w 100965"/>
                        <a:gd name="connsiteY1" fmla="*/ 0 h 91440"/>
                        <a:gd name="connsiteX2" fmla="*/ 100965 w 100965"/>
                        <a:gd name="connsiteY2" fmla="*/ 91440 h 91440"/>
                        <a:gd name="connsiteX3" fmla="*/ 0 w 100965"/>
                        <a:gd name="connsiteY3" fmla="*/ 91440 h 91440"/>
                      </a:gdLst>
                      <a:ahLst/>
                      <a:cxnLst>
                        <a:cxn ang="0">
                          <a:pos x="connsiteX0" y="connsiteY0"/>
                        </a:cxn>
                        <a:cxn ang="0">
                          <a:pos x="connsiteX1" y="connsiteY1"/>
                        </a:cxn>
                        <a:cxn ang="0">
                          <a:pos x="connsiteX2" y="connsiteY2"/>
                        </a:cxn>
                        <a:cxn ang="0">
                          <a:pos x="connsiteX3" y="connsiteY3"/>
                        </a:cxn>
                      </a:cxnLst>
                      <a:rect l="l" t="t" r="r" b="b"/>
                      <a:pathLst>
                        <a:path w="100965" h="91440">
                          <a:moveTo>
                            <a:pt x="0" y="0"/>
                          </a:moveTo>
                          <a:lnTo>
                            <a:pt x="100965" y="0"/>
                          </a:lnTo>
                          <a:lnTo>
                            <a:pt x="100965" y="91440"/>
                          </a:lnTo>
                          <a:lnTo>
                            <a:pt x="0" y="91440"/>
                          </a:lnTo>
                          <a:close/>
                        </a:path>
                      </a:pathLst>
                    </a:custGeom>
                    <a:solidFill>
                      <a:srgbClr val="F4F5F9">
                        <a:alpha val="76000"/>
                      </a:srgbClr>
                    </a:solidFill>
                    <a:ln w="9525" cap="flat">
                      <a:noFill/>
                      <a:prstDash val="solid"/>
                      <a:miter/>
                    </a:ln>
                  </p:spPr>
                  <p:txBody>
                    <a:bodyPr rtlCol="0" anchor="ctr"/>
                    <a:lstStyle/>
                    <a:p>
                      <a:endParaRPr lang="en-US"/>
                    </a:p>
                  </p:txBody>
                </p:sp>
                <p:sp>
                  <p:nvSpPr>
                    <p:cNvPr id="433" name="Freeform: Shape 432">
                      <a:extLst>
                        <a:ext uri="{FF2B5EF4-FFF2-40B4-BE49-F238E27FC236}">
                          <a16:creationId xmlns:a16="http://schemas.microsoft.com/office/drawing/2014/main" id="{C6049207-4DDC-49F7-B2F7-6B68220C3776}"/>
                        </a:ext>
                      </a:extLst>
                    </p:cNvPr>
                    <p:cNvSpPr/>
                    <p:nvPr/>
                  </p:nvSpPr>
                  <p:spPr>
                    <a:xfrm>
                      <a:off x="3954009" y="5696774"/>
                      <a:ext cx="20955" cy="91440"/>
                    </a:xfrm>
                    <a:custGeom>
                      <a:avLst/>
                      <a:gdLst>
                        <a:gd name="connsiteX0" fmla="*/ 0 w 20955"/>
                        <a:gd name="connsiteY0" fmla="*/ 0 h 91440"/>
                        <a:gd name="connsiteX1" fmla="*/ 20955 w 20955"/>
                        <a:gd name="connsiteY1" fmla="*/ 0 h 91440"/>
                        <a:gd name="connsiteX2" fmla="*/ 20955 w 20955"/>
                        <a:gd name="connsiteY2" fmla="*/ 91440 h 91440"/>
                        <a:gd name="connsiteX3" fmla="*/ 0 w 20955"/>
                        <a:gd name="connsiteY3" fmla="*/ 91440 h 91440"/>
                      </a:gdLst>
                      <a:ahLst/>
                      <a:cxnLst>
                        <a:cxn ang="0">
                          <a:pos x="connsiteX0" y="connsiteY0"/>
                        </a:cxn>
                        <a:cxn ang="0">
                          <a:pos x="connsiteX1" y="connsiteY1"/>
                        </a:cxn>
                        <a:cxn ang="0">
                          <a:pos x="connsiteX2" y="connsiteY2"/>
                        </a:cxn>
                        <a:cxn ang="0">
                          <a:pos x="connsiteX3" y="connsiteY3"/>
                        </a:cxn>
                      </a:cxnLst>
                      <a:rect l="l" t="t" r="r" b="b"/>
                      <a:pathLst>
                        <a:path w="20955" h="91440">
                          <a:moveTo>
                            <a:pt x="0" y="0"/>
                          </a:moveTo>
                          <a:lnTo>
                            <a:pt x="20955" y="0"/>
                          </a:lnTo>
                          <a:lnTo>
                            <a:pt x="20955" y="91440"/>
                          </a:lnTo>
                          <a:lnTo>
                            <a:pt x="0" y="91440"/>
                          </a:lnTo>
                          <a:close/>
                        </a:path>
                      </a:pathLst>
                    </a:custGeom>
                    <a:solidFill>
                      <a:srgbClr val="F4F5F9">
                        <a:alpha val="76000"/>
                      </a:srgbClr>
                    </a:solidFill>
                    <a:ln w="9525" cap="flat">
                      <a:noFill/>
                      <a:prstDash val="solid"/>
                      <a:miter/>
                    </a:ln>
                  </p:spPr>
                  <p:txBody>
                    <a:bodyPr rtlCol="0" anchor="ctr"/>
                    <a:lstStyle/>
                    <a:p>
                      <a:endParaRPr lang="en-US"/>
                    </a:p>
                  </p:txBody>
                </p:sp>
                <p:sp>
                  <p:nvSpPr>
                    <p:cNvPr id="434" name="Freeform: Shape 433">
                      <a:extLst>
                        <a:ext uri="{FF2B5EF4-FFF2-40B4-BE49-F238E27FC236}">
                          <a16:creationId xmlns:a16="http://schemas.microsoft.com/office/drawing/2014/main" id="{1063C07D-F4C5-43BB-9F89-9B026C546BF0}"/>
                        </a:ext>
                      </a:extLst>
                    </p:cNvPr>
                    <p:cNvSpPr/>
                    <p:nvPr/>
                  </p:nvSpPr>
                  <p:spPr>
                    <a:xfrm>
                      <a:off x="4560751" y="5696774"/>
                      <a:ext cx="20955" cy="91440"/>
                    </a:xfrm>
                    <a:custGeom>
                      <a:avLst/>
                      <a:gdLst>
                        <a:gd name="connsiteX0" fmla="*/ 0 w 20955"/>
                        <a:gd name="connsiteY0" fmla="*/ 0 h 91440"/>
                        <a:gd name="connsiteX1" fmla="*/ 20955 w 20955"/>
                        <a:gd name="connsiteY1" fmla="*/ 0 h 91440"/>
                        <a:gd name="connsiteX2" fmla="*/ 20955 w 20955"/>
                        <a:gd name="connsiteY2" fmla="*/ 91440 h 91440"/>
                        <a:gd name="connsiteX3" fmla="*/ 0 w 20955"/>
                        <a:gd name="connsiteY3" fmla="*/ 91440 h 91440"/>
                      </a:gdLst>
                      <a:ahLst/>
                      <a:cxnLst>
                        <a:cxn ang="0">
                          <a:pos x="connsiteX0" y="connsiteY0"/>
                        </a:cxn>
                        <a:cxn ang="0">
                          <a:pos x="connsiteX1" y="connsiteY1"/>
                        </a:cxn>
                        <a:cxn ang="0">
                          <a:pos x="connsiteX2" y="connsiteY2"/>
                        </a:cxn>
                        <a:cxn ang="0">
                          <a:pos x="connsiteX3" y="connsiteY3"/>
                        </a:cxn>
                      </a:cxnLst>
                      <a:rect l="l" t="t" r="r" b="b"/>
                      <a:pathLst>
                        <a:path w="20955" h="91440">
                          <a:moveTo>
                            <a:pt x="0" y="0"/>
                          </a:moveTo>
                          <a:lnTo>
                            <a:pt x="20955" y="0"/>
                          </a:lnTo>
                          <a:lnTo>
                            <a:pt x="20955" y="91440"/>
                          </a:lnTo>
                          <a:lnTo>
                            <a:pt x="0" y="91440"/>
                          </a:lnTo>
                          <a:close/>
                        </a:path>
                      </a:pathLst>
                    </a:custGeom>
                    <a:solidFill>
                      <a:srgbClr val="F4F5F9"/>
                    </a:solidFill>
                    <a:ln w="9525" cap="flat">
                      <a:noFill/>
                      <a:prstDash val="solid"/>
                      <a:miter/>
                    </a:ln>
                  </p:spPr>
                  <p:txBody>
                    <a:bodyPr rtlCol="0" anchor="ctr"/>
                    <a:lstStyle/>
                    <a:p>
                      <a:endParaRPr lang="en-US"/>
                    </a:p>
                  </p:txBody>
                </p:sp>
                <p:sp>
                  <p:nvSpPr>
                    <p:cNvPr id="435" name="Freeform: Shape 434">
                      <a:extLst>
                        <a:ext uri="{FF2B5EF4-FFF2-40B4-BE49-F238E27FC236}">
                          <a16:creationId xmlns:a16="http://schemas.microsoft.com/office/drawing/2014/main" id="{1C5BACC0-CDB9-4F5E-8443-F255D8F1FFB3}"/>
                        </a:ext>
                      </a:extLst>
                    </p:cNvPr>
                    <p:cNvSpPr/>
                    <p:nvPr/>
                  </p:nvSpPr>
                  <p:spPr>
                    <a:xfrm>
                      <a:off x="4056879" y="5696774"/>
                      <a:ext cx="417194" cy="91440"/>
                    </a:xfrm>
                    <a:custGeom>
                      <a:avLst/>
                      <a:gdLst>
                        <a:gd name="connsiteX0" fmla="*/ 0 w 417194"/>
                        <a:gd name="connsiteY0" fmla="*/ 0 h 91440"/>
                        <a:gd name="connsiteX1" fmla="*/ 417195 w 417194"/>
                        <a:gd name="connsiteY1" fmla="*/ 0 h 91440"/>
                        <a:gd name="connsiteX2" fmla="*/ 417195 w 417194"/>
                        <a:gd name="connsiteY2" fmla="*/ 91440 h 91440"/>
                        <a:gd name="connsiteX3" fmla="*/ 0 w 417194"/>
                        <a:gd name="connsiteY3" fmla="*/ 91440 h 91440"/>
                      </a:gdLst>
                      <a:ahLst/>
                      <a:cxnLst>
                        <a:cxn ang="0">
                          <a:pos x="connsiteX0" y="connsiteY0"/>
                        </a:cxn>
                        <a:cxn ang="0">
                          <a:pos x="connsiteX1" y="connsiteY1"/>
                        </a:cxn>
                        <a:cxn ang="0">
                          <a:pos x="connsiteX2" y="connsiteY2"/>
                        </a:cxn>
                        <a:cxn ang="0">
                          <a:pos x="connsiteX3" y="connsiteY3"/>
                        </a:cxn>
                      </a:cxnLst>
                      <a:rect l="l" t="t" r="r" b="b"/>
                      <a:pathLst>
                        <a:path w="417194" h="91440">
                          <a:moveTo>
                            <a:pt x="0" y="0"/>
                          </a:moveTo>
                          <a:lnTo>
                            <a:pt x="417195" y="0"/>
                          </a:lnTo>
                          <a:lnTo>
                            <a:pt x="417195" y="91440"/>
                          </a:lnTo>
                          <a:lnTo>
                            <a:pt x="0" y="91440"/>
                          </a:lnTo>
                          <a:close/>
                        </a:path>
                      </a:pathLst>
                    </a:custGeom>
                    <a:solidFill>
                      <a:srgbClr val="F4F5F9">
                        <a:alpha val="76000"/>
                      </a:srgbClr>
                    </a:solidFill>
                    <a:ln w="9525" cap="flat">
                      <a:noFill/>
                      <a:prstDash val="solid"/>
                      <a:miter/>
                    </a:ln>
                  </p:spPr>
                  <p:txBody>
                    <a:bodyPr rtlCol="0" anchor="ctr"/>
                    <a:lstStyle/>
                    <a:p>
                      <a:endParaRPr lang="en-US"/>
                    </a:p>
                  </p:txBody>
                </p:sp>
              </p:grpSp>
            </p:grpSp>
          </p:grpSp>
          <p:grpSp>
            <p:nvGrpSpPr>
              <p:cNvPr id="437" name="Graphic 2">
                <a:extLst>
                  <a:ext uri="{FF2B5EF4-FFF2-40B4-BE49-F238E27FC236}">
                    <a16:creationId xmlns:a16="http://schemas.microsoft.com/office/drawing/2014/main" id="{AE736AF3-0337-429B-AEF1-DA4B52809559}"/>
                  </a:ext>
                </a:extLst>
              </p:cNvPr>
              <p:cNvGrpSpPr/>
              <p:nvPr/>
            </p:nvGrpSpPr>
            <p:grpSpPr>
              <a:xfrm>
                <a:off x="14641975" y="3235990"/>
                <a:ext cx="1210627" cy="791527"/>
                <a:chOff x="-1088525" y="5317679"/>
                <a:chExt cx="1210627" cy="791527"/>
              </a:xfrm>
            </p:grpSpPr>
            <p:grpSp>
              <p:nvGrpSpPr>
                <p:cNvPr id="438" name="Graphic 2">
                  <a:extLst>
                    <a:ext uri="{FF2B5EF4-FFF2-40B4-BE49-F238E27FC236}">
                      <a16:creationId xmlns:a16="http://schemas.microsoft.com/office/drawing/2014/main" id="{AE736AF3-0337-429B-AEF1-DA4B52809559}"/>
                    </a:ext>
                  </a:extLst>
                </p:cNvPr>
                <p:cNvGrpSpPr/>
                <p:nvPr/>
              </p:nvGrpSpPr>
              <p:grpSpPr>
                <a:xfrm>
                  <a:off x="-1088525" y="5570092"/>
                  <a:ext cx="1208722" cy="142875"/>
                  <a:chOff x="-1088525" y="5570092"/>
                  <a:chExt cx="1208722" cy="142875"/>
                </a:xfrm>
              </p:grpSpPr>
              <p:sp>
                <p:nvSpPr>
                  <p:cNvPr id="439" name="Freeform: Shape 438">
                    <a:extLst>
                      <a:ext uri="{FF2B5EF4-FFF2-40B4-BE49-F238E27FC236}">
                        <a16:creationId xmlns:a16="http://schemas.microsoft.com/office/drawing/2014/main" id="{75E2C707-3B24-4AC4-90A5-4E0FE4BE21BC}"/>
                      </a:ext>
                    </a:extLst>
                  </p:cNvPr>
                  <p:cNvSpPr/>
                  <p:nvPr/>
                </p:nvSpPr>
                <p:spPr>
                  <a:xfrm>
                    <a:off x="-533218" y="5587237"/>
                    <a:ext cx="643890" cy="107632"/>
                  </a:xfrm>
                  <a:custGeom>
                    <a:avLst/>
                    <a:gdLst>
                      <a:gd name="connsiteX0" fmla="*/ 642938 w 643890"/>
                      <a:gd name="connsiteY0" fmla="*/ 107632 h 107632"/>
                      <a:gd name="connsiteX1" fmla="*/ 0 w 643890"/>
                      <a:gd name="connsiteY1" fmla="*/ 107632 h 107632"/>
                      <a:gd name="connsiteX2" fmla="*/ 0 w 643890"/>
                      <a:gd name="connsiteY2" fmla="*/ 0 h 107632"/>
                      <a:gd name="connsiteX3" fmla="*/ 643890 w 643890"/>
                      <a:gd name="connsiteY3" fmla="*/ 0 h 107632"/>
                      <a:gd name="connsiteX4" fmla="*/ 642938 w 643890"/>
                      <a:gd name="connsiteY4" fmla="*/ 107632 h 107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3890" h="107632">
                        <a:moveTo>
                          <a:pt x="642938" y="107632"/>
                        </a:moveTo>
                        <a:lnTo>
                          <a:pt x="0" y="107632"/>
                        </a:lnTo>
                        <a:lnTo>
                          <a:pt x="0" y="0"/>
                        </a:lnTo>
                        <a:lnTo>
                          <a:pt x="643890" y="0"/>
                        </a:lnTo>
                        <a:cubicBezTo>
                          <a:pt x="633413" y="39053"/>
                          <a:pt x="633413" y="75247"/>
                          <a:pt x="642938" y="107632"/>
                        </a:cubicBezTo>
                        <a:close/>
                      </a:path>
                    </a:pathLst>
                  </a:custGeom>
                  <a:solidFill>
                    <a:srgbClr val="DFE5FC"/>
                  </a:solidFill>
                  <a:ln w="9525" cap="flat">
                    <a:noFill/>
                    <a:prstDash val="solid"/>
                    <a:miter/>
                  </a:ln>
                </p:spPr>
                <p:txBody>
                  <a:bodyPr rtlCol="0" anchor="ctr"/>
                  <a:lstStyle/>
                  <a:p>
                    <a:endParaRPr lang="en-US"/>
                  </a:p>
                </p:txBody>
              </p:sp>
              <p:sp>
                <p:nvSpPr>
                  <p:cNvPr id="440" name="Freeform: Shape 439">
                    <a:extLst>
                      <a:ext uri="{FF2B5EF4-FFF2-40B4-BE49-F238E27FC236}">
                        <a16:creationId xmlns:a16="http://schemas.microsoft.com/office/drawing/2014/main" id="{F27F5ADB-A736-4E2D-ACD6-13148321A0E5}"/>
                      </a:ext>
                    </a:extLst>
                  </p:cNvPr>
                  <p:cNvSpPr/>
                  <p:nvPr/>
                </p:nvSpPr>
                <p:spPr>
                  <a:xfrm>
                    <a:off x="-1075190" y="5586284"/>
                    <a:ext cx="570547" cy="107632"/>
                  </a:xfrm>
                  <a:custGeom>
                    <a:avLst/>
                    <a:gdLst>
                      <a:gd name="connsiteX0" fmla="*/ 570548 w 570547"/>
                      <a:gd name="connsiteY0" fmla="*/ 0 h 107632"/>
                      <a:gd name="connsiteX1" fmla="*/ 49530 w 570547"/>
                      <a:gd name="connsiteY1" fmla="*/ 0 h 107632"/>
                      <a:gd name="connsiteX2" fmla="*/ 41910 w 570547"/>
                      <a:gd name="connsiteY2" fmla="*/ 0 h 107632"/>
                      <a:gd name="connsiteX3" fmla="*/ 0 w 570547"/>
                      <a:gd name="connsiteY3" fmla="*/ 53340 h 107632"/>
                      <a:gd name="connsiteX4" fmla="*/ 0 w 570547"/>
                      <a:gd name="connsiteY4" fmla="*/ 54293 h 107632"/>
                      <a:gd name="connsiteX5" fmla="*/ 41910 w 570547"/>
                      <a:gd name="connsiteY5" fmla="*/ 107633 h 107632"/>
                      <a:gd name="connsiteX6" fmla="*/ 555308 w 570547"/>
                      <a:gd name="connsiteY6" fmla="*/ 107633 h 107632"/>
                      <a:gd name="connsiteX7" fmla="*/ 555308 w 570547"/>
                      <a:gd name="connsiteY7" fmla="*/ 107633 h 107632"/>
                      <a:gd name="connsiteX8" fmla="*/ 570548 w 570547"/>
                      <a:gd name="connsiteY8" fmla="*/ 107633 h 107632"/>
                      <a:gd name="connsiteX9" fmla="*/ 570548 w 570547"/>
                      <a:gd name="connsiteY9" fmla="*/ 0 h 107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0547" h="107632">
                        <a:moveTo>
                          <a:pt x="570548" y="0"/>
                        </a:moveTo>
                        <a:lnTo>
                          <a:pt x="49530" y="0"/>
                        </a:lnTo>
                        <a:lnTo>
                          <a:pt x="41910" y="0"/>
                        </a:lnTo>
                        <a:cubicBezTo>
                          <a:pt x="19050" y="0"/>
                          <a:pt x="0" y="23813"/>
                          <a:pt x="0" y="53340"/>
                        </a:cubicBezTo>
                        <a:lnTo>
                          <a:pt x="0" y="54293"/>
                        </a:lnTo>
                        <a:cubicBezTo>
                          <a:pt x="0" y="83820"/>
                          <a:pt x="19050" y="107633"/>
                          <a:pt x="41910" y="107633"/>
                        </a:cubicBezTo>
                        <a:lnTo>
                          <a:pt x="555308" y="107633"/>
                        </a:lnTo>
                        <a:lnTo>
                          <a:pt x="555308" y="107633"/>
                        </a:lnTo>
                        <a:lnTo>
                          <a:pt x="570548" y="107633"/>
                        </a:lnTo>
                        <a:cubicBezTo>
                          <a:pt x="558165" y="76200"/>
                          <a:pt x="558165" y="40005"/>
                          <a:pt x="570548" y="0"/>
                        </a:cubicBezTo>
                        <a:close/>
                      </a:path>
                    </a:pathLst>
                  </a:custGeom>
                  <a:solidFill>
                    <a:srgbClr val="F5F6FA"/>
                  </a:solidFill>
                  <a:ln w="9525" cap="flat">
                    <a:noFill/>
                    <a:prstDash val="solid"/>
                    <a:miter/>
                  </a:ln>
                </p:spPr>
                <p:txBody>
                  <a:bodyPr rtlCol="0" anchor="ctr"/>
                  <a:lstStyle/>
                  <a:p>
                    <a:endParaRPr lang="en-US"/>
                  </a:p>
                </p:txBody>
              </p:sp>
              <p:sp>
                <p:nvSpPr>
                  <p:cNvPr id="441" name="Freeform: Shape 440">
                    <a:extLst>
                      <a:ext uri="{FF2B5EF4-FFF2-40B4-BE49-F238E27FC236}">
                        <a16:creationId xmlns:a16="http://schemas.microsoft.com/office/drawing/2014/main" id="{C63B59F8-8C2E-40D6-BE54-4A5D0C408609}"/>
                      </a:ext>
                    </a:extLst>
                  </p:cNvPr>
                  <p:cNvSpPr/>
                  <p:nvPr/>
                </p:nvSpPr>
                <p:spPr>
                  <a:xfrm>
                    <a:off x="-498928" y="5695674"/>
                    <a:ext cx="619125" cy="16339"/>
                  </a:xfrm>
                  <a:custGeom>
                    <a:avLst/>
                    <a:gdLst>
                      <a:gd name="connsiteX0" fmla="*/ 619125 w 619125"/>
                      <a:gd name="connsiteY0" fmla="*/ 7767 h 16339"/>
                      <a:gd name="connsiteX1" fmla="*/ 619125 w 619125"/>
                      <a:gd name="connsiteY1" fmla="*/ 7767 h 16339"/>
                      <a:gd name="connsiteX2" fmla="*/ 611505 w 619125"/>
                      <a:gd name="connsiteY2" fmla="*/ 16340 h 16339"/>
                      <a:gd name="connsiteX3" fmla="*/ 0 w 619125"/>
                      <a:gd name="connsiteY3" fmla="*/ 16340 h 16339"/>
                      <a:gd name="connsiteX4" fmla="*/ 0 w 619125"/>
                      <a:gd name="connsiteY4" fmla="*/ 147 h 16339"/>
                      <a:gd name="connsiteX5" fmla="*/ 611505 w 619125"/>
                      <a:gd name="connsiteY5" fmla="*/ 147 h 16339"/>
                      <a:gd name="connsiteX6" fmla="*/ 619125 w 619125"/>
                      <a:gd name="connsiteY6" fmla="*/ 7767 h 16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9125" h="16339">
                        <a:moveTo>
                          <a:pt x="619125" y="7767"/>
                        </a:moveTo>
                        <a:lnTo>
                          <a:pt x="619125" y="7767"/>
                        </a:lnTo>
                        <a:cubicBezTo>
                          <a:pt x="619125" y="12530"/>
                          <a:pt x="615315" y="16340"/>
                          <a:pt x="611505" y="16340"/>
                        </a:cubicBezTo>
                        <a:lnTo>
                          <a:pt x="0" y="16340"/>
                        </a:lnTo>
                        <a:lnTo>
                          <a:pt x="0" y="147"/>
                        </a:lnTo>
                        <a:lnTo>
                          <a:pt x="611505" y="147"/>
                        </a:lnTo>
                        <a:cubicBezTo>
                          <a:pt x="616268" y="-806"/>
                          <a:pt x="619125" y="3005"/>
                          <a:pt x="619125" y="7767"/>
                        </a:cubicBezTo>
                        <a:close/>
                      </a:path>
                    </a:pathLst>
                  </a:custGeom>
                  <a:solidFill>
                    <a:schemeClr val="accent2">
                      <a:lumMod val="60000"/>
                      <a:lumOff val="40000"/>
                    </a:schemeClr>
                  </a:solidFill>
                  <a:ln w="9525" cap="flat">
                    <a:noFill/>
                    <a:prstDash val="solid"/>
                    <a:miter/>
                  </a:ln>
                </p:spPr>
                <p:txBody>
                  <a:bodyPr rtlCol="0" anchor="ctr"/>
                  <a:lstStyle/>
                  <a:p>
                    <a:endParaRPr lang="en-US"/>
                  </a:p>
                </p:txBody>
              </p:sp>
              <p:sp>
                <p:nvSpPr>
                  <p:cNvPr id="442" name="Freeform: Shape 441">
                    <a:extLst>
                      <a:ext uri="{FF2B5EF4-FFF2-40B4-BE49-F238E27FC236}">
                        <a16:creationId xmlns:a16="http://schemas.microsoft.com/office/drawing/2014/main" id="{021AC5B3-2D63-4977-A874-38FDF10DA69A}"/>
                      </a:ext>
                    </a:extLst>
                  </p:cNvPr>
                  <p:cNvSpPr/>
                  <p:nvPr/>
                </p:nvSpPr>
                <p:spPr>
                  <a:xfrm>
                    <a:off x="-498928" y="5570092"/>
                    <a:ext cx="619125" cy="17144"/>
                  </a:xfrm>
                  <a:custGeom>
                    <a:avLst/>
                    <a:gdLst>
                      <a:gd name="connsiteX0" fmla="*/ 619125 w 619125"/>
                      <a:gd name="connsiteY0" fmla="*/ 8572 h 17144"/>
                      <a:gd name="connsiteX1" fmla="*/ 611505 w 619125"/>
                      <a:gd name="connsiteY1" fmla="*/ 17145 h 17144"/>
                      <a:gd name="connsiteX2" fmla="*/ 0 w 619125"/>
                      <a:gd name="connsiteY2" fmla="*/ 17145 h 17144"/>
                      <a:gd name="connsiteX3" fmla="*/ 0 w 619125"/>
                      <a:gd name="connsiteY3" fmla="*/ 0 h 17144"/>
                      <a:gd name="connsiteX4" fmla="*/ 611505 w 619125"/>
                      <a:gd name="connsiteY4" fmla="*/ 0 h 17144"/>
                      <a:gd name="connsiteX5" fmla="*/ 619125 w 619125"/>
                      <a:gd name="connsiteY5" fmla="*/ 8572 h 1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9125" h="17144">
                        <a:moveTo>
                          <a:pt x="619125" y="8572"/>
                        </a:moveTo>
                        <a:cubicBezTo>
                          <a:pt x="619125" y="13335"/>
                          <a:pt x="615315" y="17145"/>
                          <a:pt x="611505" y="17145"/>
                        </a:cubicBezTo>
                        <a:lnTo>
                          <a:pt x="0" y="17145"/>
                        </a:lnTo>
                        <a:lnTo>
                          <a:pt x="0" y="0"/>
                        </a:lnTo>
                        <a:lnTo>
                          <a:pt x="611505" y="0"/>
                        </a:lnTo>
                        <a:cubicBezTo>
                          <a:pt x="616268" y="0"/>
                          <a:pt x="619125" y="3810"/>
                          <a:pt x="619125" y="8572"/>
                        </a:cubicBezTo>
                        <a:close/>
                      </a:path>
                    </a:pathLst>
                  </a:custGeom>
                  <a:solidFill>
                    <a:schemeClr val="accent2">
                      <a:lumMod val="60000"/>
                      <a:lumOff val="40000"/>
                    </a:schemeClr>
                  </a:solidFill>
                  <a:ln w="9525" cap="flat">
                    <a:noFill/>
                    <a:prstDash val="solid"/>
                    <a:miter/>
                  </a:ln>
                </p:spPr>
                <p:txBody>
                  <a:bodyPr rtlCol="0" anchor="ctr"/>
                  <a:lstStyle/>
                  <a:p>
                    <a:endParaRPr lang="en-US"/>
                  </a:p>
                </p:txBody>
              </p:sp>
              <p:sp>
                <p:nvSpPr>
                  <p:cNvPr id="443" name="Freeform: Shape 442">
                    <a:extLst>
                      <a:ext uri="{FF2B5EF4-FFF2-40B4-BE49-F238E27FC236}">
                        <a16:creationId xmlns:a16="http://schemas.microsoft.com/office/drawing/2014/main" id="{82480D1C-2099-4694-80A7-008CEC5DCEE2}"/>
                      </a:ext>
                    </a:extLst>
                  </p:cNvPr>
                  <p:cNvSpPr/>
                  <p:nvPr/>
                </p:nvSpPr>
                <p:spPr>
                  <a:xfrm>
                    <a:off x="-1088525" y="5570897"/>
                    <a:ext cx="598169" cy="142069"/>
                  </a:xfrm>
                  <a:custGeom>
                    <a:avLst/>
                    <a:gdLst>
                      <a:gd name="connsiteX0" fmla="*/ 598170 w 598169"/>
                      <a:gd name="connsiteY0" fmla="*/ 7767 h 142069"/>
                      <a:gd name="connsiteX1" fmla="*/ 598170 w 598169"/>
                      <a:gd name="connsiteY1" fmla="*/ 7767 h 142069"/>
                      <a:gd name="connsiteX2" fmla="*/ 590550 w 598169"/>
                      <a:gd name="connsiteY2" fmla="*/ 16339 h 142069"/>
                      <a:gd name="connsiteX3" fmla="*/ 66675 w 598169"/>
                      <a:gd name="connsiteY3" fmla="*/ 16339 h 142069"/>
                      <a:gd name="connsiteX4" fmla="*/ 20955 w 598169"/>
                      <a:gd name="connsiteY4" fmla="*/ 70632 h 142069"/>
                      <a:gd name="connsiteX5" fmla="*/ 20955 w 598169"/>
                      <a:gd name="connsiteY5" fmla="*/ 71584 h 142069"/>
                      <a:gd name="connsiteX6" fmla="*/ 66675 w 598169"/>
                      <a:gd name="connsiteY6" fmla="*/ 124924 h 142069"/>
                      <a:gd name="connsiteX7" fmla="*/ 590550 w 598169"/>
                      <a:gd name="connsiteY7" fmla="*/ 124924 h 142069"/>
                      <a:gd name="connsiteX8" fmla="*/ 598170 w 598169"/>
                      <a:gd name="connsiteY8" fmla="*/ 133497 h 142069"/>
                      <a:gd name="connsiteX9" fmla="*/ 598170 w 598169"/>
                      <a:gd name="connsiteY9" fmla="*/ 133497 h 142069"/>
                      <a:gd name="connsiteX10" fmla="*/ 590550 w 598169"/>
                      <a:gd name="connsiteY10" fmla="*/ 142070 h 142069"/>
                      <a:gd name="connsiteX11" fmla="*/ 58102 w 598169"/>
                      <a:gd name="connsiteY11" fmla="*/ 142070 h 142069"/>
                      <a:gd name="connsiteX12" fmla="*/ 0 w 598169"/>
                      <a:gd name="connsiteY12" fmla="*/ 71584 h 142069"/>
                      <a:gd name="connsiteX13" fmla="*/ 0 w 598169"/>
                      <a:gd name="connsiteY13" fmla="*/ 70632 h 142069"/>
                      <a:gd name="connsiteX14" fmla="*/ 63817 w 598169"/>
                      <a:gd name="connsiteY14" fmla="*/ 147 h 142069"/>
                      <a:gd name="connsiteX15" fmla="*/ 591503 w 598169"/>
                      <a:gd name="connsiteY15" fmla="*/ 147 h 142069"/>
                      <a:gd name="connsiteX16" fmla="*/ 598170 w 598169"/>
                      <a:gd name="connsiteY16" fmla="*/ 7767 h 14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98169" h="142069">
                        <a:moveTo>
                          <a:pt x="598170" y="7767"/>
                        </a:moveTo>
                        <a:lnTo>
                          <a:pt x="598170" y="7767"/>
                        </a:lnTo>
                        <a:cubicBezTo>
                          <a:pt x="598170" y="12530"/>
                          <a:pt x="594360" y="16339"/>
                          <a:pt x="590550" y="16339"/>
                        </a:cubicBezTo>
                        <a:lnTo>
                          <a:pt x="66675" y="16339"/>
                        </a:lnTo>
                        <a:cubicBezTo>
                          <a:pt x="36195" y="16339"/>
                          <a:pt x="20955" y="41105"/>
                          <a:pt x="20955" y="70632"/>
                        </a:cubicBezTo>
                        <a:lnTo>
                          <a:pt x="20955" y="71584"/>
                        </a:lnTo>
                        <a:cubicBezTo>
                          <a:pt x="20955" y="101112"/>
                          <a:pt x="38100" y="124924"/>
                          <a:pt x="66675" y="124924"/>
                        </a:cubicBezTo>
                        <a:lnTo>
                          <a:pt x="590550" y="124924"/>
                        </a:lnTo>
                        <a:cubicBezTo>
                          <a:pt x="594360" y="124924"/>
                          <a:pt x="598170" y="128734"/>
                          <a:pt x="598170" y="133497"/>
                        </a:cubicBezTo>
                        <a:lnTo>
                          <a:pt x="598170" y="133497"/>
                        </a:lnTo>
                        <a:cubicBezTo>
                          <a:pt x="598170" y="138259"/>
                          <a:pt x="594360" y="142070"/>
                          <a:pt x="590550" y="142070"/>
                        </a:cubicBezTo>
                        <a:lnTo>
                          <a:pt x="58102" y="142070"/>
                        </a:lnTo>
                        <a:cubicBezTo>
                          <a:pt x="17145" y="142070"/>
                          <a:pt x="0" y="110637"/>
                          <a:pt x="0" y="71584"/>
                        </a:cubicBezTo>
                        <a:lnTo>
                          <a:pt x="0" y="70632"/>
                        </a:lnTo>
                        <a:cubicBezTo>
                          <a:pt x="0" y="32532"/>
                          <a:pt x="24765" y="2052"/>
                          <a:pt x="63817" y="147"/>
                        </a:cubicBezTo>
                        <a:lnTo>
                          <a:pt x="591503" y="147"/>
                        </a:lnTo>
                        <a:cubicBezTo>
                          <a:pt x="594360" y="-805"/>
                          <a:pt x="598170" y="3005"/>
                          <a:pt x="598170" y="7767"/>
                        </a:cubicBezTo>
                        <a:close/>
                      </a:path>
                    </a:pathLst>
                  </a:custGeom>
                  <a:solidFill>
                    <a:schemeClr val="accent2">
                      <a:lumMod val="60000"/>
                      <a:lumOff val="40000"/>
                    </a:schemeClr>
                  </a:solidFill>
                  <a:ln w="9525" cap="flat">
                    <a:noFill/>
                    <a:prstDash val="solid"/>
                    <a:miter/>
                  </a:ln>
                </p:spPr>
                <p:txBody>
                  <a:bodyPr rtlCol="0" anchor="ctr"/>
                  <a:lstStyle/>
                  <a:p>
                    <a:endParaRPr lang="en-US"/>
                  </a:p>
                </p:txBody>
              </p:sp>
            </p:grpSp>
            <p:grpSp>
              <p:nvGrpSpPr>
                <p:cNvPr id="444" name="Graphic 2">
                  <a:extLst>
                    <a:ext uri="{FF2B5EF4-FFF2-40B4-BE49-F238E27FC236}">
                      <a16:creationId xmlns:a16="http://schemas.microsoft.com/office/drawing/2014/main" id="{AE736AF3-0337-429B-AEF1-DA4B52809559}"/>
                    </a:ext>
                  </a:extLst>
                </p:cNvPr>
                <p:cNvGrpSpPr/>
                <p:nvPr/>
              </p:nvGrpSpPr>
              <p:grpSpPr>
                <a:xfrm>
                  <a:off x="-1087573" y="5853937"/>
                  <a:ext cx="1208722" cy="113347"/>
                  <a:chOff x="-1087573" y="5853937"/>
                  <a:chExt cx="1208722" cy="113347"/>
                </a:xfrm>
              </p:grpSpPr>
              <p:sp>
                <p:nvSpPr>
                  <p:cNvPr id="445" name="Freeform: Shape 444">
                    <a:extLst>
                      <a:ext uri="{FF2B5EF4-FFF2-40B4-BE49-F238E27FC236}">
                        <a16:creationId xmlns:a16="http://schemas.microsoft.com/office/drawing/2014/main" id="{20920C5E-6967-48F7-8AAB-0627B91E499A}"/>
                      </a:ext>
                    </a:extLst>
                  </p:cNvPr>
                  <p:cNvSpPr/>
                  <p:nvPr/>
                </p:nvSpPr>
                <p:spPr>
                  <a:xfrm>
                    <a:off x="-533218" y="5867272"/>
                    <a:ext cx="643890" cy="86677"/>
                  </a:xfrm>
                  <a:custGeom>
                    <a:avLst/>
                    <a:gdLst>
                      <a:gd name="connsiteX0" fmla="*/ 642938 w 643890"/>
                      <a:gd name="connsiteY0" fmla="*/ 86677 h 86677"/>
                      <a:gd name="connsiteX1" fmla="*/ 0 w 643890"/>
                      <a:gd name="connsiteY1" fmla="*/ 86677 h 86677"/>
                      <a:gd name="connsiteX2" fmla="*/ 0 w 643890"/>
                      <a:gd name="connsiteY2" fmla="*/ 0 h 86677"/>
                      <a:gd name="connsiteX3" fmla="*/ 643890 w 643890"/>
                      <a:gd name="connsiteY3" fmla="*/ 0 h 86677"/>
                      <a:gd name="connsiteX4" fmla="*/ 642938 w 643890"/>
                      <a:gd name="connsiteY4" fmla="*/ 86677 h 86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3890" h="86677">
                        <a:moveTo>
                          <a:pt x="642938" y="86677"/>
                        </a:moveTo>
                        <a:lnTo>
                          <a:pt x="0" y="86677"/>
                        </a:lnTo>
                        <a:lnTo>
                          <a:pt x="0" y="0"/>
                        </a:lnTo>
                        <a:lnTo>
                          <a:pt x="643890" y="0"/>
                        </a:lnTo>
                        <a:cubicBezTo>
                          <a:pt x="633413" y="31432"/>
                          <a:pt x="633413" y="60007"/>
                          <a:pt x="642938" y="86677"/>
                        </a:cubicBezTo>
                        <a:close/>
                      </a:path>
                    </a:pathLst>
                  </a:custGeom>
                  <a:solidFill>
                    <a:srgbClr val="DFE5FC"/>
                  </a:solidFill>
                  <a:ln w="9525" cap="flat">
                    <a:noFill/>
                    <a:prstDash val="solid"/>
                    <a:miter/>
                  </a:ln>
                </p:spPr>
                <p:txBody>
                  <a:bodyPr rtlCol="0" anchor="ctr"/>
                  <a:lstStyle/>
                  <a:p>
                    <a:endParaRPr lang="en-US"/>
                  </a:p>
                </p:txBody>
              </p:sp>
              <p:sp>
                <p:nvSpPr>
                  <p:cNvPr id="446" name="Freeform: Shape 445">
                    <a:extLst>
                      <a:ext uri="{FF2B5EF4-FFF2-40B4-BE49-F238E27FC236}">
                        <a16:creationId xmlns:a16="http://schemas.microsoft.com/office/drawing/2014/main" id="{F18FE4EF-2FFC-4F2A-924F-AAFA3628B84F}"/>
                      </a:ext>
                    </a:extLst>
                  </p:cNvPr>
                  <p:cNvSpPr/>
                  <p:nvPr/>
                </p:nvSpPr>
                <p:spPr>
                  <a:xfrm>
                    <a:off x="-1075190" y="5867272"/>
                    <a:ext cx="570547" cy="86677"/>
                  </a:xfrm>
                  <a:custGeom>
                    <a:avLst/>
                    <a:gdLst>
                      <a:gd name="connsiteX0" fmla="*/ 570548 w 570547"/>
                      <a:gd name="connsiteY0" fmla="*/ 0 h 86677"/>
                      <a:gd name="connsiteX1" fmla="*/ 49530 w 570547"/>
                      <a:gd name="connsiteY1" fmla="*/ 0 h 86677"/>
                      <a:gd name="connsiteX2" fmla="*/ 41910 w 570547"/>
                      <a:gd name="connsiteY2" fmla="*/ 0 h 86677"/>
                      <a:gd name="connsiteX3" fmla="*/ 0 w 570547"/>
                      <a:gd name="connsiteY3" fmla="*/ 42863 h 86677"/>
                      <a:gd name="connsiteX4" fmla="*/ 0 w 570547"/>
                      <a:gd name="connsiteY4" fmla="*/ 43815 h 86677"/>
                      <a:gd name="connsiteX5" fmla="*/ 41910 w 570547"/>
                      <a:gd name="connsiteY5" fmla="*/ 86677 h 86677"/>
                      <a:gd name="connsiteX6" fmla="*/ 555308 w 570547"/>
                      <a:gd name="connsiteY6" fmla="*/ 86677 h 86677"/>
                      <a:gd name="connsiteX7" fmla="*/ 555308 w 570547"/>
                      <a:gd name="connsiteY7" fmla="*/ 86677 h 86677"/>
                      <a:gd name="connsiteX8" fmla="*/ 570548 w 570547"/>
                      <a:gd name="connsiteY8" fmla="*/ 86677 h 86677"/>
                      <a:gd name="connsiteX9" fmla="*/ 570548 w 570547"/>
                      <a:gd name="connsiteY9" fmla="*/ 0 h 86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0547" h="86677">
                        <a:moveTo>
                          <a:pt x="570548" y="0"/>
                        </a:moveTo>
                        <a:lnTo>
                          <a:pt x="49530" y="0"/>
                        </a:lnTo>
                        <a:lnTo>
                          <a:pt x="41910" y="0"/>
                        </a:lnTo>
                        <a:cubicBezTo>
                          <a:pt x="19050" y="0"/>
                          <a:pt x="0" y="19050"/>
                          <a:pt x="0" y="42863"/>
                        </a:cubicBezTo>
                        <a:lnTo>
                          <a:pt x="0" y="43815"/>
                        </a:lnTo>
                        <a:cubicBezTo>
                          <a:pt x="0" y="67627"/>
                          <a:pt x="19050" y="86677"/>
                          <a:pt x="41910" y="86677"/>
                        </a:cubicBezTo>
                        <a:lnTo>
                          <a:pt x="555308" y="86677"/>
                        </a:lnTo>
                        <a:lnTo>
                          <a:pt x="555308" y="86677"/>
                        </a:lnTo>
                        <a:lnTo>
                          <a:pt x="570548" y="86677"/>
                        </a:lnTo>
                        <a:cubicBezTo>
                          <a:pt x="558165" y="60007"/>
                          <a:pt x="558165" y="31432"/>
                          <a:pt x="570548" y="0"/>
                        </a:cubicBezTo>
                        <a:close/>
                      </a:path>
                    </a:pathLst>
                  </a:custGeom>
                  <a:solidFill>
                    <a:srgbClr val="F5F6FA"/>
                  </a:solidFill>
                  <a:ln w="9525" cap="flat">
                    <a:noFill/>
                    <a:prstDash val="solid"/>
                    <a:miter/>
                  </a:ln>
                </p:spPr>
                <p:txBody>
                  <a:bodyPr rtlCol="0" anchor="ctr"/>
                  <a:lstStyle/>
                  <a:p>
                    <a:endParaRPr lang="en-US"/>
                  </a:p>
                </p:txBody>
              </p:sp>
              <p:sp>
                <p:nvSpPr>
                  <p:cNvPr id="447" name="Freeform: Shape 446">
                    <a:extLst>
                      <a:ext uri="{FF2B5EF4-FFF2-40B4-BE49-F238E27FC236}">
                        <a16:creationId xmlns:a16="http://schemas.microsoft.com/office/drawing/2014/main" id="{16747CB2-FA07-4A38-A4EA-90752F49B56B}"/>
                      </a:ext>
                    </a:extLst>
                  </p:cNvPr>
                  <p:cNvSpPr/>
                  <p:nvPr/>
                </p:nvSpPr>
                <p:spPr>
                  <a:xfrm>
                    <a:off x="-497976" y="5953949"/>
                    <a:ext cx="619125" cy="13335"/>
                  </a:xfrm>
                  <a:custGeom>
                    <a:avLst/>
                    <a:gdLst>
                      <a:gd name="connsiteX0" fmla="*/ 619125 w 619125"/>
                      <a:gd name="connsiteY0" fmla="*/ 6668 h 13335"/>
                      <a:gd name="connsiteX1" fmla="*/ 619125 w 619125"/>
                      <a:gd name="connsiteY1" fmla="*/ 6668 h 13335"/>
                      <a:gd name="connsiteX2" fmla="*/ 611505 w 619125"/>
                      <a:gd name="connsiteY2" fmla="*/ 13335 h 13335"/>
                      <a:gd name="connsiteX3" fmla="*/ 0 w 619125"/>
                      <a:gd name="connsiteY3" fmla="*/ 13335 h 13335"/>
                      <a:gd name="connsiteX4" fmla="*/ 0 w 619125"/>
                      <a:gd name="connsiteY4" fmla="*/ 0 h 13335"/>
                      <a:gd name="connsiteX5" fmla="*/ 611505 w 619125"/>
                      <a:gd name="connsiteY5" fmla="*/ 0 h 13335"/>
                      <a:gd name="connsiteX6" fmla="*/ 619125 w 619125"/>
                      <a:gd name="connsiteY6" fmla="*/ 6668 h 13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9125" h="13335">
                        <a:moveTo>
                          <a:pt x="619125" y="6668"/>
                        </a:moveTo>
                        <a:lnTo>
                          <a:pt x="619125" y="6668"/>
                        </a:lnTo>
                        <a:cubicBezTo>
                          <a:pt x="619125" y="10477"/>
                          <a:pt x="615315" y="13335"/>
                          <a:pt x="611505" y="13335"/>
                        </a:cubicBezTo>
                        <a:lnTo>
                          <a:pt x="0" y="13335"/>
                        </a:lnTo>
                        <a:lnTo>
                          <a:pt x="0" y="0"/>
                        </a:lnTo>
                        <a:lnTo>
                          <a:pt x="611505" y="0"/>
                        </a:lnTo>
                        <a:cubicBezTo>
                          <a:pt x="616268" y="0"/>
                          <a:pt x="619125" y="2857"/>
                          <a:pt x="619125" y="6668"/>
                        </a:cubicBezTo>
                        <a:close/>
                      </a:path>
                    </a:pathLst>
                  </a:custGeom>
                  <a:solidFill>
                    <a:schemeClr val="accent2">
                      <a:lumMod val="60000"/>
                      <a:lumOff val="40000"/>
                    </a:schemeClr>
                  </a:solidFill>
                  <a:ln w="9525" cap="flat">
                    <a:noFill/>
                    <a:prstDash val="solid"/>
                    <a:miter/>
                  </a:ln>
                </p:spPr>
                <p:txBody>
                  <a:bodyPr rtlCol="0" anchor="ctr"/>
                  <a:lstStyle/>
                  <a:p>
                    <a:endParaRPr lang="en-US"/>
                  </a:p>
                </p:txBody>
              </p:sp>
              <p:sp>
                <p:nvSpPr>
                  <p:cNvPr id="448" name="Freeform: Shape 447">
                    <a:extLst>
                      <a:ext uri="{FF2B5EF4-FFF2-40B4-BE49-F238E27FC236}">
                        <a16:creationId xmlns:a16="http://schemas.microsoft.com/office/drawing/2014/main" id="{A8D130E0-0870-479A-8DDA-E608235A0784}"/>
                      </a:ext>
                    </a:extLst>
                  </p:cNvPr>
                  <p:cNvSpPr/>
                  <p:nvPr/>
                </p:nvSpPr>
                <p:spPr>
                  <a:xfrm>
                    <a:off x="-497976" y="5853937"/>
                    <a:ext cx="619125" cy="13335"/>
                  </a:xfrm>
                  <a:custGeom>
                    <a:avLst/>
                    <a:gdLst>
                      <a:gd name="connsiteX0" fmla="*/ 619125 w 619125"/>
                      <a:gd name="connsiteY0" fmla="*/ 6668 h 13335"/>
                      <a:gd name="connsiteX1" fmla="*/ 611505 w 619125"/>
                      <a:gd name="connsiteY1" fmla="*/ 13335 h 13335"/>
                      <a:gd name="connsiteX2" fmla="*/ 0 w 619125"/>
                      <a:gd name="connsiteY2" fmla="*/ 13335 h 13335"/>
                      <a:gd name="connsiteX3" fmla="*/ 0 w 619125"/>
                      <a:gd name="connsiteY3" fmla="*/ 0 h 13335"/>
                      <a:gd name="connsiteX4" fmla="*/ 611505 w 619125"/>
                      <a:gd name="connsiteY4" fmla="*/ 0 h 13335"/>
                      <a:gd name="connsiteX5" fmla="*/ 619125 w 619125"/>
                      <a:gd name="connsiteY5" fmla="*/ 6668 h 13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9125" h="13335">
                        <a:moveTo>
                          <a:pt x="619125" y="6668"/>
                        </a:moveTo>
                        <a:cubicBezTo>
                          <a:pt x="619125" y="10477"/>
                          <a:pt x="615315" y="13335"/>
                          <a:pt x="611505" y="13335"/>
                        </a:cubicBezTo>
                        <a:lnTo>
                          <a:pt x="0" y="13335"/>
                        </a:lnTo>
                        <a:lnTo>
                          <a:pt x="0" y="0"/>
                        </a:lnTo>
                        <a:lnTo>
                          <a:pt x="611505" y="0"/>
                        </a:lnTo>
                        <a:cubicBezTo>
                          <a:pt x="616268" y="0"/>
                          <a:pt x="619125" y="2857"/>
                          <a:pt x="619125" y="6668"/>
                        </a:cubicBezTo>
                        <a:close/>
                      </a:path>
                    </a:pathLst>
                  </a:custGeom>
                  <a:solidFill>
                    <a:schemeClr val="accent2">
                      <a:lumMod val="60000"/>
                      <a:lumOff val="40000"/>
                    </a:schemeClr>
                  </a:solidFill>
                  <a:ln w="9525" cap="flat">
                    <a:noFill/>
                    <a:prstDash val="solid"/>
                    <a:miter/>
                  </a:ln>
                </p:spPr>
                <p:txBody>
                  <a:bodyPr rtlCol="0" anchor="ctr"/>
                  <a:lstStyle/>
                  <a:p>
                    <a:endParaRPr lang="en-US"/>
                  </a:p>
                </p:txBody>
              </p:sp>
              <p:sp>
                <p:nvSpPr>
                  <p:cNvPr id="449" name="Freeform: Shape 448">
                    <a:extLst>
                      <a:ext uri="{FF2B5EF4-FFF2-40B4-BE49-F238E27FC236}">
                        <a16:creationId xmlns:a16="http://schemas.microsoft.com/office/drawing/2014/main" id="{8A5B323E-8A0D-4908-A509-199F1004B7AB}"/>
                      </a:ext>
                    </a:extLst>
                  </p:cNvPr>
                  <p:cNvSpPr/>
                  <p:nvPr/>
                </p:nvSpPr>
                <p:spPr>
                  <a:xfrm>
                    <a:off x="-1087573" y="5853937"/>
                    <a:ext cx="598169" cy="113347"/>
                  </a:xfrm>
                  <a:custGeom>
                    <a:avLst/>
                    <a:gdLst>
                      <a:gd name="connsiteX0" fmla="*/ 598170 w 598169"/>
                      <a:gd name="connsiteY0" fmla="*/ 6668 h 113347"/>
                      <a:gd name="connsiteX1" fmla="*/ 598170 w 598169"/>
                      <a:gd name="connsiteY1" fmla="*/ 6668 h 113347"/>
                      <a:gd name="connsiteX2" fmla="*/ 590550 w 598169"/>
                      <a:gd name="connsiteY2" fmla="*/ 13335 h 113347"/>
                      <a:gd name="connsiteX3" fmla="*/ 54293 w 598169"/>
                      <a:gd name="connsiteY3" fmla="*/ 13335 h 113347"/>
                      <a:gd name="connsiteX4" fmla="*/ 12383 w 598169"/>
                      <a:gd name="connsiteY4" fmla="*/ 56198 h 113347"/>
                      <a:gd name="connsiteX5" fmla="*/ 12383 w 598169"/>
                      <a:gd name="connsiteY5" fmla="*/ 57150 h 113347"/>
                      <a:gd name="connsiteX6" fmla="*/ 54293 w 598169"/>
                      <a:gd name="connsiteY6" fmla="*/ 100013 h 113347"/>
                      <a:gd name="connsiteX7" fmla="*/ 590550 w 598169"/>
                      <a:gd name="connsiteY7" fmla="*/ 100013 h 113347"/>
                      <a:gd name="connsiteX8" fmla="*/ 598170 w 598169"/>
                      <a:gd name="connsiteY8" fmla="*/ 106680 h 113347"/>
                      <a:gd name="connsiteX9" fmla="*/ 598170 w 598169"/>
                      <a:gd name="connsiteY9" fmla="*/ 106680 h 113347"/>
                      <a:gd name="connsiteX10" fmla="*/ 590550 w 598169"/>
                      <a:gd name="connsiteY10" fmla="*/ 113348 h 113347"/>
                      <a:gd name="connsiteX11" fmla="*/ 54293 w 598169"/>
                      <a:gd name="connsiteY11" fmla="*/ 113348 h 113347"/>
                      <a:gd name="connsiteX12" fmla="*/ 0 w 598169"/>
                      <a:gd name="connsiteY12" fmla="*/ 57150 h 113347"/>
                      <a:gd name="connsiteX13" fmla="*/ 0 w 598169"/>
                      <a:gd name="connsiteY13" fmla="*/ 56198 h 113347"/>
                      <a:gd name="connsiteX14" fmla="*/ 54293 w 598169"/>
                      <a:gd name="connsiteY14" fmla="*/ 0 h 113347"/>
                      <a:gd name="connsiteX15" fmla="*/ 590550 w 598169"/>
                      <a:gd name="connsiteY15" fmla="*/ 0 h 113347"/>
                      <a:gd name="connsiteX16" fmla="*/ 598170 w 598169"/>
                      <a:gd name="connsiteY16" fmla="*/ 6668 h 1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98169" h="113347">
                        <a:moveTo>
                          <a:pt x="598170" y="6668"/>
                        </a:moveTo>
                        <a:lnTo>
                          <a:pt x="598170" y="6668"/>
                        </a:lnTo>
                        <a:cubicBezTo>
                          <a:pt x="598170" y="10477"/>
                          <a:pt x="595313" y="13335"/>
                          <a:pt x="590550" y="13335"/>
                        </a:cubicBezTo>
                        <a:lnTo>
                          <a:pt x="54293" y="13335"/>
                        </a:lnTo>
                        <a:cubicBezTo>
                          <a:pt x="31433" y="13335"/>
                          <a:pt x="12383" y="32385"/>
                          <a:pt x="12383" y="56198"/>
                        </a:cubicBezTo>
                        <a:lnTo>
                          <a:pt x="12383" y="57150"/>
                        </a:lnTo>
                        <a:cubicBezTo>
                          <a:pt x="12383" y="80963"/>
                          <a:pt x="31433" y="100013"/>
                          <a:pt x="54293" y="100013"/>
                        </a:cubicBezTo>
                        <a:lnTo>
                          <a:pt x="590550" y="100013"/>
                        </a:lnTo>
                        <a:cubicBezTo>
                          <a:pt x="594360" y="100013"/>
                          <a:pt x="598170" y="102870"/>
                          <a:pt x="598170" y="106680"/>
                        </a:cubicBezTo>
                        <a:lnTo>
                          <a:pt x="598170" y="106680"/>
                        </a:lnTo>
                        <a:cubicBezTo>
                          <a:pt x="598170" y="110490"/>
                          <a:pt x="595313" y="113348"/>
                          <a:pt x="590550" y="113348"/>
                        </a:cubicBezTo>
                        <a:lnTo>
                          <a:pt x="54293" y="113348"/>
                        </a:lnTo>
                        <a:cubicBezTo>
                          <a:pt x="23813" y="113348"/>
                          <a:pt x="0" y="88582"/>
                          <a:pt x="0" y="57150"/>
                        </a:cubicBezTo>
                        <a:lnTo>
                          <a:pt x="0" y="56198"/>
                        </a:lnTo>
                        <a:cubicBezTo>
                          <a:pt x="0" y="25718"/>
                          <a:pt x="24765" y="0"/>
                          <a:pt x="54293" y="0"/>
                        </a:cubicBezTo>
                        <a:lnTo>
                          <a:pt x="590550" y="0"/>
                        </a:lnTo>
                        <a:cubicBezTo>
                          <a:pt x="594360" y="0"/>
                          <a:pt x="598170" y="2857"/>
                          <a:pt x="598170" y="6668"/>
                        </a:cubicBezTo>
                        <a:close/>
                      </a:path>
                    </a:pathLst>
                  </a:custGeom>
                  <a:solidFill>
                    <a:schemeClr val="accent2">
                      <a:lumMod val="60000"/>
                      <a:lumOff val="40000"/>
                    </a:schemeClr>
                  </a:solidFill>
                  <a:ln w="9525" cap="flat">
                    <a:noFill/>
                    <a:prstDash val="solid"/>
                    <a:miter/>
                  </a:ln>
                </p:spPr>
                <p:txBody>
                  <a:bodyPr rtlCol="0" anchor="ctr"/>
                  <a:lstStyle/>
                  <a:p>
                    <a:endParaRPr lang="en-US"/>
                  </a:p>
                </p:txBody>
              </p:sp>
            </p:grpSp>
            <p:grpSp>
              <p:nvGrpSpPr>
                <p:cNvPr id="450" name="Graphic 2">
                  <a:extLst>
                    <a:ext uri="{FF2B5EF4-FFF2-40B4-BE49-F238E27FC236}">
                      <a16:creationId xmlns:a16="http://schemas.microsoft.com/office/drawing/2014/main" id="{AE736AF3-0337-429B-AEF1-DA4B52809559}"/>
                    </a:ext>
                  </a:extLst>
                </p:cNvPr>
                <p:cNvGrpSpPr/>
                <p:nvPr/>
              </p:nvGrpSpPr>
              <p:grpSpPr>
                <a:xfrm>
                  <a:off x="-1088525" y="5711062"/>
                  <a:ext cx="1209674" cy="142875"/>
                  <a:chOff x="-1088525" y="5711062"/>
                  <a:chExt cx="1209674" cy="142875"/>
                </a:xfrm>
              </p:grpSpPr>
              <p:grpSp>
                <p:nvGrpSpPr>
                  <p:cNvPr id="451" name="Graphic 2">
                    <a:extLst>
                      <a:ext uri="{FF2B5EF4-FFF2-40B4-BE49-F238E27FC236}">
                        <a16:creationId xmlns:a16="http://schemas.microsoft.com/office/drawing/2014/main" id="{AE736AF3-0337-429B-AEF1-DA4B52809559}"/>
                      </a:ext>
                    </a:extLst>
                  </p:cNvPr>
                  <p:cNvGrpSpPr/>
                  <p:nvPr/>
                </p:nvGrpSpPr>
                <p:grpSpPr>
                  <a:xfrm>
                    <a:off x="-1088525" y="5712014"/>
                    <a:ext cx="1199197" cy="141922"/>
                    <a:chOff x="-1088525" y="5712014"/>
                    <a:chExt cx="1199197" cy="141922"/>
                  </a:xfrm>
                </p:grpSpPr>
                <p:sp>
                  <p:nvSpPr>
                    <p:cNvPr id="452" name="Freeform: Shape 451">
                      <a:extLst>
                        <a:ext uri="{FF2B5EF4-FFF2-40B4-BE49-F238E27FC236}">
                          <a16:creationId xmlns:a16="http://schemas.microsoft.com/office/drawing/2014/main" id="{AB4A83DD-6C90-44A8-AE92-E11CEF944384}"/>
                        </a:ext>
                      </a:extLst>
                    </p:cNvPr>
                    <p:cNvSpPr/>
                    <p:nvPr/>
                  </p:nvSpPr>
                  <p:spPr>
                    <a:xfrm>
                      <a:off x="-533218" y="5728206"/>
                      <a:ext cx="643890" cy="108585"/>
                    </a:xfrm>
                    <a:custGeom>
                      <a:avLst/>
                      <a:gdLst>
                        <a:gd name="connsiteX0" fmla="*/ 642938 w 643890"/>
                        <a:gd name="connsiteY0" fmla="*/ 108585 h 108585"/>
                        <a:gd name="connsiteX1" fmla="*/ 0 w 643890"/>
                        <a:gd name="connsiteY1" fmla="*/ 108585 h 108585"/>
                        <a:gd name="connsiteX2" fmla="*/ 0 w 643890"/>
                        <a:gd name="connsiteY2" fmla="*/ 0 h 108585"/>
                        <a:gd name="connsiteX3" fmla="*/ 643890 w 643890"/>
                        <a:gd name="connsiteY3" fmla="*/ 0 h 108585"/>
                        <a:gd name="connsiteX4" fmla="*/ 642938 w 643890"/>
                        <a:gd name="connsiteY4" fmla="*/ 108585 h 10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3890" h="108585">
                          <a:moveTo>
                            <a:pt x="642938" y="108585"/>
                          </a:moveTo>
                          <a:lnTo>
                            <a:pt x="0" y="108585"/>
                          </a:lnTo>
                          <a:lnTo>
                            <a:pt x="0" y="0"/>
                          </a:lnTo>
                          <a:lnTo>
                            <a:pt x="643890" y="0"/>
                          </a:lnTo>
                          <a:cubicBezTo>
                            <a:pt x="633413" y="40005"/>
                            <a:pt x="633413" y="76200"/>
                            <a:pt x="642938" y="108585"/>
                          </a:cubicBezTo>
                          <a:close/>
                        </a:path>
                      </a:pathLst>
                    </a:custGeom>
                    <a:solidFill>
                      <a:srgbClr val="DFE5FC"/>
                    </a:solidFill>
                    <a:ln w="9525" cap="flat">
                      <a:noFill/>
                      <a:prstDash val="solid"/>
                      <a:miter/>
                    </a:ln>
                  </p:spPr>
                  <p:txBody>
                    <a:bodyPr rtlCol="0" anchor="ctr"/>
                    <a:lstStyle/>
                    <a:p>
                      <a:endParaRPr lang="en-US"/>
                    </a:p>
                  </p:txBody>
                </p:sp>
                <p:sp>
                  <p:nvSpPr>
                    <p:cNvPr id="453" name="Freeform: Shape 452">
                      <a:extLst>
                        <a:ext uri="{FF2B5EF4-FFF2-40B4-BE49-F238E27FC236}">
                          <a16:creationId xmlns:a16="http://schemas.microsoft.com/office/drawing/2014/main" id="{861B2C9B-6985-475C-AA2B-C3B0E7886979}"/>
                        </a:ext>
                      </a:extLst>
                    </p:cNvPr>
                    <p:cNvSpPr/>
                    <p:nvPr/>
                  </p:nvSpPr>
                  <p:spPr>
                    <a:xfrm>
                      <a:off x="-1088525" y="5712014"/>
                      <a:ext cx="599122" cy="141922"/>
                    </a:xfrm>
                    <a:custGeom>
                      <a:avLst/>
                      <a:gdLst>
                        <a:gd name="connsiteX0" fmla="*/ 583883 w 599122"/>
                        <a:gd name="connsiteY0" fmla="*/ 17145 h 141922"/>
                        <a:gd name="connsiteX1" fmla="*/ 591503 w 599122"/>
                        <a:gd name="connsiteY1" fmla="*/ 17145 h 141922"/>
                        <a:gd name="connsiteX2" fmla="*/ 599123 w 599122"/>
                        <a:gd name="connsiteY2" fmla="*/ 8572 h 141922"/>
                        <a:gd name="connsiteX3" fmla="*/ 599123 w 599122"/>
                        <a:gd name="connsiteY3" fmla="*/ 8572 h 141922"/>
                        <a:gd name="connsiteX4" fmla="*/ 591503 w 599122"/>
                        <a:gd name="connsiteY4" fmla="*/ 0 h 141922"/>
                        <a:gd name="connsiteX5" fmla="*/ 63817 w 599122"/>
                        <a:gd name="connsiteY5" fmla="*/ 0 h 141922"/>
                        <a:gd name="connsiteX6" fmla="*/ 0 w 599122"/>
                        <a:gd name="connsiteY6" fmla="*/ 70485 h 141922"/>
                        <a:gd name="connsiteX7" fmla="*/ 0 w 599122"/>
                        <a:gd name="connsiteY7" fmla="*/ 71438 h 141922"/>
                        <a:gd name="connsiteX8" fmla="*/ 58102 w 599122"/>
                        <a:gd name="connsiteY8" fmla="*/ 141922 h 141922"/>
                        <a:gd name="connsiteX9" fmla="*/ 590550 w 599122"/>
                        <a:gd name="connsiteY9" fmla="*/ 141922 h 141922"/>
                        <a:gd name="connsiteX10" fmla="*/ 598170 w 599122"/>
                        <a:gd name="connsiteY10" fmla="*/ 133350 h 141922"/>
                        <a:gd name="connsiteX11" fmla="*/ 590550 w 599122"/>
                        <a:gd name="connsiteY11" fmla="*/ 124778 h 141922"/>
                        <a:gd name="connsiteX12" fmla="*/ 582930 w 599122"/>
                        <a:gd name="connsiteY12" fmla="*/ 124778 h 141922"/>
                        <a:gd name="connsiteX13" fmla="*/ 583883 w 599122"/>
                        <a:gd name="connsiteY13" fmla="*/ 17145 h 141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122" h="141922">
                          <a:moveTo>
                            <a:pt x="583883" y="17145"/>
                          </a:moveTo>
                          <a:lnTo>
                            <a:pt x="591503" y="17145"/>
                          </a:lnTo>
                          <a:cubicBezTo>
                            <a:pt x="595312" y="17145"/>
                            <a:pt x="599123" y="13335"/>
                            <a:pt x="599123" y="8572"/>
                          </a:cubicBezTo>
                          <a:lnTo>
                            <a:pt x="599123" y="8572"/>
                          </a:lnTo>
                          <a:cubicBezTo>
                            <a:pt x="599123" y="3810"/>
                            <a:pt x="596265" y="0"/>
                            <a:pt x="591503" y="0"/>
                          </a:cubicBezTo>
                          <a:lnTo>
                            <a:pt x="63817" y="0"/>
                          </a:lnTo>
                          <a:cubicBezTo>
                            <a:pt x="25717" y="953"/>
                            <a:pt x="0" y="31432"/>
                            <a:pt x="0" y="70485"/>
                          </a:cubicBezTo>
                          <a:lnTo>
                            <a:pt x="0" y="71438"/>
                          </a:lnTo>
                          <a:cubicBezTo>
                            <a:pt x="0" y="110490"/>
                            <a:pt x="18097" y="141922"/>
                            <a:pt x="58102" y="141922"/>
                          </a:cubicBezTo>
                          <a:lnTo>
                            <a:pt x="590550" y="141922"/>
                          </a:lnTo>
                          <a:cubicBezTo>
                            <a:pt x="594360" y="141922"/>
                            <a:pt x="598170" y="138112"/>
                            <a:pt x="598170" y="133350"/>
                          </a:cubicBezTo>
                          <a:cubicBezTo>
                            <a:pt x="598170" y="128587"/>
                            <a:pt x="595312" y="124778"/>
                            <a:pt x="590550" y="124778"/>
                          </a:cubicBezTo>
                          <a:lnTo>
                            <a:pt x="582930" y="124778"/>
                          </a:lnTo>
                          <a:cubicBezTo>
                            <a:pt x="551498" y="109537"/>
                            <a:pt x="554355" y="27622"/>
                            <a:pt x="583883" y="17145"/>
                          </a:cubicBezTo>
                          <a:close/>
                        </a:path>
                      </a:pathLst>
                    </a:custGeom>
                    <a:solidFill>
                      <a:schemeClr val="accent1"/>
                    </a:solidFill>
                    <a:ln w="9525" cap="flat">
                      <a:noFill/>
                      <a:prstDash val="solid"/>
                      <a:miter/>
                    </a:ln>
                  </p:spPr>
                  <p:txBody>
                    <a:bodyPr rtlCol="0" anchor="ctr"/>
                    <a:lstStyle/>
                    <a:p>
                      <a:endParaRPr lang="en-US"/>
                    </a:p>
                  </p:txBody>
                </p:sp>
              </p:grpSp>
              <p:sp>
                <p:nvSpPr>
                  <p:cNvPr id="454" name="Freeform: Shape 453">
                    <a:extLst>
                      <a:ext uri="{FF2B5EF4-FFF2-40B4-BE49-F238E27FC236}">
                        <a16:creationId xmlns:a16="http://schemas.microsoft.com/office/drawing/2014/main" id="{06ABCBC0-1E41-403A-A4D2-9048856E4765}"/>
                      </a:ext>
                    </a:extLst>
                  </p:cNvPr>
                  <p:cNvSpPr/>
                  <p:nvPr/>
                </p:nvSpPr>
                <p:spPr>
                  <a:xfrm>
                    <a:off x="-538933" y="5711062"/>
                    <a:ext cx="660082" cy="141922"/>
                  </a:xfrm>
                  <a:custGeom>
                    <a:avLst/>
                    <a:gdLst>
                      <a:gd name="connsiteX0" fmla="*/ 652462 w 660082"/>
                      <a:gd name="connsiteY0" fmla="*/ 125730 h 141922"/>
                      <a:gd name="connsiteX1" fmla="*/ 40005 w 660082"/>
                      <a:gd name="connsiteY1" fmla="*/ 125730 h 141922"/>
                      <a:gd name="connsiteX2" fmla="*/ 21907 w 660082"/>
                      <a:gd name="connsiteY2" fmla="*/ 71438 h 141922"/>
                      <a:gd name="connsiteX3" fmla="*/ 40957 w 660082"/>
                      <a:gd name="connsiteY3" fmla="*/ 17145 h 141922"/>
                      <a:gd name="connsiteX4" fmla="*/ 652462 w 660082"/>
                      <a:gd name="connsiteY4" fmla="*/ 17145 h 141922"/>
                      <a:gd name="connsiteX5" fmla="*/ 660082 w 660082"/>
                      <a:gd name="connsiteY5" fmla="*/ 8572 h 141922"/>
                      <a:gd name="connsiteX6" fmla="*/ 652462 w 660082"/>
                      <a:gd name="connsiteY6" fmla="*/ 0 h 141922"/>
                      <a:gd name="connsiteX7" fmla="*/ 34290 w 660082"/>
                      <a:gd name="connsiteY7" fmla="*/ 0 h 141922"/>
                      <a:gd name="connsiteX8" fmla="*/ 0 w 660082"/>
                      <a:gd name="connsiteY8" fmla="*/ 71438 h 141922"/>
                      <a:gd name="connsiteX9" fmla="*/ 34290 w 660082"/>
                      <a:gd name="connsiteY9" fmla="*/ 141923 h 141922"/>
                      <a:gd name="connsiteX10" fmla="*/ 652462 w 660082"/>
                      <a:gd name="connsiteY10" fmla="*/ 141923 h 141922"/>
                      <a:gd name="connsiteX11" fmla="*/ 660082 w 660082"/>
                      <a:gd name="connsiteY11" fmla="*/ 133350 h 141922"/>
                      <a:gd name="connsiteX12" fmla="*/ 660082 w 660082"/>
                      <a:gd name="connsiteY12" fmla="*/ 133350 h 141922"/>
                      <a:gd name="connsiteX13" fmla="*/ 652462 w 660082"/>
                      <a:gd name="connsiteY13" fmla="*/ 125730 h 141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0082" h="141922">
                        <a:moveTo>
                          <a:pt x="652462" y="125730"/>
                        </a:moveTo>
                        <a:lnTo>
                          <a:pt x="40005" y="125730"/>
                        </a:lnTo>
                        <a:cubicBezTo>
                          <a:pt x="35242" y="120015"/>
                          <a:pt x="21907" y="103823"/>
                          <a:pt x="21907" y="71438"/>
                        </a:cubicBezTo>
                        <a:cubicBezTo>
                          <a:pt x="21907" y="35243"/>
                          <a:pt x="38100" y="20003"/>
                          <a:pt x="40957" y="17145"/>
                        </a:cubicBezTo>
                        <a:lnTo>
                          <a:pt x="652462" y="17145"/>
                        </a:lnTo>
                        <a:cubicBezTo>
                          <a:pt x="656273" y="17145"/>
                          <a:pt x="660082" y="13335"/>
                          <a:pt x="660082" y="8572"/>
                        </a:cubicBezTo>
                        <a:cubicBezTo>
                          <a:pt x="660082" y="3810"/>
                          <a:pt x="656273" y="0"/>
                          <a:pt x="652462" y="0"/>
                        </a:cubicBezTo>
                        <a:lnTo>
                          <a:pt x="34290" y="0"/>
                        </a:lnTo>
                        <a:cubicBezTo>
                          <a:pt x="23813" y="0"/>
                          <a:pt x="0" y="22860"/>
                          <a:pt x="0" y="71438"/>
                        </a:cubicBezTo>
                        <a:cubicBezTo>
                          <a:pt x="0" y="120015"/>
                          <a:pt x="23813" y="141923"/>
                          <a:pt x="34290" y="141923"/>
                        </a:cubicBezTo>
                        <a:lnTo>
                          <a:pt x="652462" y="141923"/>
                        </a:lnTo>
                        <a:cubicBezTo>
                          <a:pt x="656273" y="141923"/>
                          <a:pt x="660082" y="138113"/>
                          <a:pt x="660082" y="133350"/>
                        </a:cubicBezTo>
                        <a:lnTo>
                          <a:pt x="660082" y="133350"/>
                        </a:lnTo>
                        <a:cubicBezTo>
                          <a:pt x="660082" y="129540"/>
                          <a:pt x="657225" y="125730"/>
                          <a:pt x="652462" y="125730"/>
                        </a:cubicBezTo>
                        <a:close/>
                      </a:path>
                    </a:pathLst>
                  </a:custGeom>
                  <a:solidFill>
                    <a:schemeClr val="accent1">
                      <a:lumMod val="60000"/>
                      <a:lumOff val="40000"/>
                    </a:schemeClr>
                  </a:solidFill>
                  <a:ln w="9525" cap="flat">
                    <a:noFill/>
                    <a:prstDash val="solid"/>
                    <a:miter/>
                  </a:ln>
                </p:spPr>
                <p:txBody>
                  <a:bodyPr rtlCol="0" anchor="ctr"/>
                  <a:lstStyle/>
                  <a:p>
                    <a:endParaRPr lang="en-US"/>
                  </a:p>
                </p:txBody>
              </p:sp>
            </p:grpSp>
            <p:grpSp>
              <p:nvGrpSpPr>
                <p:cNvPr id="455" name="Graphic 2">
                  <a:extLst>
                    <a:ext uri="{FF2B5EF4-FFF2-40B4-BE49-F238E27FC236}">
                      <a16:creationId xmlns:a16="http://schemas.microsoft.com/office/drawing/2014/main" id="{AE736AF3-0337-429B-AEF1-DA4B52809559}"/>
                    </a:ext>
                  </a:extLst>
                </p:cNvPr>
                <p:cNvGrpSpPr/>
                <p:nvPr/>
              </p:nvGrpSpPr>
              <p:grpSpPr>
                <a:xfrm>
                  <a:off x="-1088525" y="5966331"/>
                  <a:ext cx="1210627" cy="142875"/>
                  <a:chOff x="-1088525" y="5966331"/>
                  <a:chExt cx="1210627" cy="142875"/>
                </a:xfrm>
              </p:grpSpPr>
              <p:grpSp>
                <p:nvGrpSpPr>
                  <p:cNvPr id="456" name="Graphic 2">
                    <a:extLst>
                      <a:ext uri="{FF2B5EF4-FFF2-40B4-BE49-F238E27FC236}">
                        <a16:creationId xmlns:a16="http://schemas.microsoft.com/office/drawing/2014/main" id="{AE736AF3-0337-429B-AEF1-DA4B52809559}"/>
                      </a:ext>
                    </a:extLst>
                  </p:cNvPr>
                  <p:cNvGrpSpPr/>
                  <p:nvPr/>
                </p:nvGrpSpPr>
                <p:grpSpPr>
                  <a:xfrm>
                    <a:off x="-1077096" y="5967284"/>
                    <a:ext cx="1199197" cy="141922"/>
                    <a:chOff x="-1077096" y="5967284"/>
                    <a:chExt cx="1199197" cy="141922"/>
                  </a:xfrm>
                </p:grpSpPr>
                <p:sp>
                  <p:nvSpPr>
                    <p:cNvPr id="457" name="Freeform: Shape 456">
                      <a:extLst>
                        <a:ext uri="{FF2B5EF4-FFF2-40B4-BE49-F238E27FC236}">
                          <a16:creationId xmlns:a16="http://schemas.microsoft.com/office/drawing/2014/main" id="{6BE9E445-0564-445D-A1DE-1AE90CBA2A1E}"/>
                        </a:ext>
                      </a:extLst>
                    </p:cNvPr>
                    <p:cNvSpPr/>
                    <p:nvPr/>
                  </p:nvSpPr>
                  <p:spPr>
                    <a:xfrm>
                      <a:off x="-1077096" y="5983476"/>
                      <a:ext cx="643890" cy="108585"/>
                    </a:xfrm>
                    <a:custGeom>
                      <a:avLst/>
                      <a:gdLst>
                        <a:gd name="connsiteX0" fmla="*/ 0 w 643890"/>
                        <a:gd name="connsiteY0" fmla="*/ 108585 h 108585"/>
                        <a:gd name="connsiteX1" fmla="*/ 643890 w 643890"/>
                        <a:gd name="connsiteY1" fmla="*/ 108585 h 108585"/>
                        <a:gd name="connsiteX2" fmla="*/ 643890 w 643890"/>
                        <a:gd name="connsiteY2" fmla="*/ 0 h 108585"/>
                        <a:gd name="connsiteX3" fmla="*/ 0 w 643890"/>
                        <a:gd name="connsiteY3" fmla="*/ 0 h 108585"/>
                        <a:gd name="connsiteX4" fmla="*/ 0 w 643890"/>
                        <a:gd name="connsiteY4" fmla="*/ 108585 h 10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3890" h="108585">
                          <a:moveTo>
                            <a:pt x="0" y="108585"/>
                          </a:moveTo>
                          <a:lnTo>
                            <a:pt x="643890" y="108585"/>
                          </a:lnTo>
                          <a:lnTo>
                            <a:pt x="643890" y="0"/>
                          </a:lnTo>
                          <a:lnTo>
                            <a:pt x="0" y="0"/>
                          </a:lnTo>
                          <a:cubicBezTo>
                            <a:pt x="10478" y="40005"/>
                            <a:pt x="10478" y="76200"/>
                            <a:pt x="0" y="108585"/>
                          </a:cubicBezTo>
                          <a:close/>
                        </a:path>
                      </a:pathLst>
                    </a:custGeom>
                    <a:solidFill>
                      <a:srgbClr val="F5F6FA"/>
                    </a:solidFill>
                    <a:ln w="9525" cap="flat">
                      <a:noFill/>
                      <a:prstDash val="solid"/>
                      <a:miter/>
                    </a:ln>
                  </p:spPr>
                  <p:txBody>
                    <a:bodyPr rtlCol="0" anchor="ctr"/>
                    <a:lstStyle/>
                    <a:p>
                      <a:endParaRPr lang="en-US"/>
                    </a:p>
                  </p:txBody>
                </p:sp>
                <p:sp>
                  <p:nvSpPr>
                    <p:cNvPr id="458" name="Freeform: Shape 457">
                      <a:extLst>
                        <a:ext uri="{FF2B5EF4-FFF2-40B4-BE49-F238E27FC236}">
                          <a16:creationId xmlns:a16="http://schemas.microsoft.com/office/drawing/2014/main" id="{40495B2B-A2A3-4E01-A44B-AFCFB314C8F9}"/>
                        </a:ext>
                      </a:extLst>
                    </p:cNvPr>
                    <p:cNvSpPr/>
                    <p:nvPr/>
                  </p:nvSpPr>
                  <p:spPr>
                    <a:xfrm>
                      <a:off x="-477020" y="5967284"/>
                      <a:ext cx="599122" cy="141922"/>
                    </a:xfrm>
                    <a:custGeom>
                      <a:avLst/>
                      <a:gdLst>
                        <a:gd name="connsiteX0" fmla="*/ 15240 w 599122"/>
                        <a:gd name="connsiteY0" fmla="*/ 17145 h 141922"/>
                        <a:gd name="connsiteX1" fmla="*/ 7620 w 599122"/>
                        <a:gd name="connsiteY1" fmla="*/ 17145 h 141922"/>
                        <a:gd name="connsiteX2" fmla="*/ 0 w 599122"/>
                        <a:gd name="connsiteY2" fmla="*/ 8572 h 141922"/>
                        <a:gd name="connsiteX3" fmla="*/ 0 w 599122"/>
                        <a:gd name="connsiteY3" fmla="*/ 8572 h 141922"/>
                        <a:gd name="connsiteX4" fmla="*/ 7620 w 599122"/>
                        <a:gd name="connsiteY4" fmla="*/ 0 h 141922"/>
                        <a:gd name="connsiteX5" fmla="*/ 535305 w 599122"/>
                        <a:gd name="connsiteY5" fmla="*/ 0 h 141922"/>
                        <a:gd name="connsiteX6" fmla="*/ 599123 w 599122"/>
                        <a:gd name="connsiteY6" fmla="*/ 70485 h 141922"/>
                        <a:gd name="connsiteX7" fmla="*/ 599123 w 599122"/>
                        <a:gd name="connsiteY7" fmla="*/ 71438 h 141922"/>
                        <a:gd name="connsiteX8" fmla="*/ 541020 w 599122"/>
                        <a:gd name="connsiteY8" fmla="*/ 141922 h 141922"/>
                        <a:gd name="connsiteX9" fmla="*/ 7620 w 599122"/>
                        <a:gd name="connsiteY9" fmla="*/ 141922 h 141922"/>
                        <a:gd name="connsiteX10" fmla="*/ 0 w 599122"/>
                        <a:gd name="connsiteY10" fmla="*/ 133350 h 141922"/>
                        <a:gd name="connsiteX11" fmla="*/ 7620 w 599122"/>
                        <a:gd name="connsiteY11" fmla="*/ 124777 h 141922"/>
                        <a:gd name="connsiteX12" fmla="*/ 15240 w 599122"/>
                        <a:gd name="connsiteY12" fmla="*/ 124777 h 141922"/>
                        <a:gd name="connsiteX13" fmla="*/ 15240 w 599122"/>
                        <a:gd name="connsiteY13" fmla="*/ 17145 h 141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122" h="141922">
                          <a:moveTo>
                            <a:pt x="15240" y="17145"/>
                          </a:moveTo>
                          <a:lnTo>
                            <a:pt x="7620" y="17145"/>
                          </a:lnTo>
                          <a:cubicBezTo>
                            <a:pt x="3810" y="17145"/>
                            <a:pt x="0" y="13335"/>
                            <a:pt x="0" y="8572"/>
                          </a:cubicBezTo>
                          <a:lnTo>
                            <a:pt x="0" y="8572"/>
                          </a:lnTo>
                          <a:cubicBezTo>
                            <a:pt x="0" y="3810"/>
                            <a:pt x="2857" y="0"/>
                            <a:pt x="7620" y="0"/>
                          </a:cubicBezTo>
                          <a:lnTo>
                            <a:pt x="535305" y="0"/>
                          </a:lnTo>
                          <a:cubicBezTo>
                            <a:pt x="573405" y="952"/>
                            <a:pt x="599123" y="31432"/>
                            <a:pt x="599123" y="70485"/>
                          </a:cubicBezTo>
                          <a:lnTo>
                            <a:pt x="599123" y="71438"/>
                          </a:lnTo>
                          <a:cubicBezTo>
                            <a:pt x="599123" y="110490"/>
                            <a:pt x="581025" y="141922"/>
                            <a:pt x="541020" y="141922"/>
                          </a:cubicBezTo>
                          <a:lnTo>
                            <a:pt x="7620" y="141922"/>
                          </a:lnTo>
                          <a:cubicBezTo>
                            <a:pt x="3810" y="141922"/>
                            <a:pt x="0" y="138113"/>
                            <a:pt x="0" y="133350"/>
                          </a:cubicBezTo>
                          <a:cubicBezTo>
                            <a:pt x="0" y="128588"/>
                            <a:pt x="2857" y="124777"/>
                            <a:pt x="7620" y="124777"/>
                          </a:cubicBezTo>
                          <a:lnTo>
                            <a:pt x="15240" y="124777"/>
                          </a:lnTo>
                          <a:cubicBezTo>
                            <a:pt x="47625" y="109538"/>
                            <a:pt x="44767" y="27622"/>
                            <a:pt x="15240" y="17145"/>
                          </a:cubicBezTo>
                          <a:close/>
                        </a:path>
                      </a:pathLst>
                    </a:custGeom>
                    <a:solidFill>
                      <a:schemeClr val="accent1"/>
                    </a:solidFill>
                    <a:ln w="9525" cap="flat">
                      <a:noFill/>
                      <a:prstDash val="solid"/>
                      <a:miter/>
                    </a:ln>
                  </p:spPr>
                  <p:txBody>
                    <a:bodyPr rtlCol="0" anchor="ctr"/>
                    <a:lstStyle/>
                    <a:p>
                      <a:endParaRPr lang="en-US"/>
                    </a:p>
                  </p:txBody>
                </p:sp>
              </p:grpSp>
              <p:sp>
                <p:nvSpPr>
                  <p:cNvPr id="459" name="Freeform: Shape 458">
                    <a:extLst>
                      <a:ext uri="{FF2B5EF4-FFF2-40B4-BE49-F238E27FC236}">
                        <a16:creationId xmlns:a16="http://schemas.microsoft.com/office/drawing/2014/main" id="{D6E64D57-F94F-4902-AF77-D591C21F9BF1}"/>
                      </a:ext>
                    </a:extLst>
                  </p:cNvPr>
                  <p:cNvSpPr/>
                  <p:nvPr/>
                </p:nvSpPr>
                <p:spPr>
                  <a:xfrm>
                    <a:off x="-1088525" y="5966331"/>
                    <a:ext cx="661034" cy="141922"/>
                  </a:xfrm>
                  <a:custGeom>
                    <a:avLst/>
                    <a:gdLst>
                      <a:gd name="connsiteX0" fmla="*/ 7620 w 661034"/>
                      <a:gd name="connsiteY0" fmla="*/ 125730 h 141922"/>
                      <a:gd name="connsiteX1" fmla="*/ 620078 w 661034"/>
                      <a:gd name="connsiteY1" fmla="*/ 125730 h 141922"/>
                      <a:gd name="connsiteX2" fmla="*/ 638175 w 661034"/>
                      <a:gd name="connsiteY2" fmla="*/ 71438 h 141922"/>
                      <a:gd name="connsiteX3" fmla="*/ 619125 w 661034"/>
                      <a:gd name="connsiteY3" fmla="*/ 17145 h 141922"/>
                      <a:gd name="connsiteX4" fmla="*/ 7620 w 661034"/>
                      <a:gd name="connsiteY4" fmla="*/ 17145 h 141922"/>
                      <a:gd name="connsiteX5" fmla="*/ 0 w 661034"/>
                      <a:gd name="connsiteY5" fmla="*/ 8573 h 141922"/>
                      <a:gd name="connsiteX6" fmla="*/ 7620 w 661034"/>
                      <a:gd name="connsiteY6" fmla="*/ 0 h 141922"/>
                      <a:gd name="connsiteX7" fmla="*/ 626745 w 661034"/>
                      <a:gd name="connsiteY7" fmla="*/ 0 h 141922"/>
                      <a:gd name="connsiteX8" fmla="*/ 661035 w 661034"/>
                      <a:gd name="connsiteY8" fmla="*/ 71438 h 141922"/>
                      <a:gd name="connsiteX9" fmla="*/ 626745 w 661034"/>
                      <a:gd name="connsiteY9" fmla="*/ 141923 h 141922"/>
                      <a:gd name="connsiteX10" fmla="*/ 7620 w 661034"/>
                      <a:gd name="connsiteY10" fmla="*/ 141923 h 141922"/>
                      <a:gd name="connsiteX11" fmla="*/ 0 w 661034"/>
                      <a:gd name="connsiteY11" fmla="*/ 133350 h 141922"/>
                      <a:gd name="connsiteX12" fmla="*/ 0 w 661034"/>
                      <a:gd name="connsiteY12" fmla="*/ 133350 h 141922"/>
                      <a:gd name="connsiteX13" fmla="*/ 7620 w 661034"/>
                      <a:gd name="connsiteY13" fmla="*/ 125730 h 141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1034" h="141922">
                        <a:moveTo>
                          <a:pt x="7620" y="125730"/>
                        </a:moveTo>
                        <a:lnTo>
                          <a:pt x="620078" y="125730"/>
                        </a:lnTo>
                        <a:cubicBezTo>
                          <a:pt x="624840" y="120015"/>
                          <a:pt x="638175" y="103823"/>
                          <a:pt x="638175" y="71438"/>
                        </a:cubicBezTo>
                        <a:cubicBezTo>
                          <a:pt x="638175" y="35243"/>
                          <a:pt x="621983" y="20003"/>
                          <a:pt x="619125" y="17145"/>
                        </a:cubicBezTo>
                        <a:lnTo>
                          <a:pt x="7620" y="17145"/>
                        </a:lnTo>
                        <a:cubicBezTo>
                          <a:pt x="3810" y="17145"/>
                          <a:pt x="0" y="13335"/>
                          <a:pt x="0" y="8573"/>
                        </a:cubicBezTo>
                        <a:cubicBezTo>
                          <a:pt x="0" y="3810"/>
                          <a:pt x="3810" y="0"/>
                          <a:pt x="7620" y="0"/>
                        </a:cubicBezTo>
                        <a:lnTo>
                          <a:pt x="626745" y="0"/>
                        </a:lnTo>
                        <a:cubicBezTo>
                          <a:pt x="637223" y="0"/>
                          <a:pt x="661035" y="22860"/>
                          <a:pt x="661035" y="71438"/>
                        </a:cubicBezTo>
                        <a:cubicBezTo>
                          <a:pt x="661035" y="120015"/>
                          <a:pt x="637223" y="141923"/>
                          <a:pt x="626745" y="141923"/>
                        </a:cubicBezTo>
                        <a:lnTo>
                          <a:pt x="7620" y="141923"/>
                        </a:lnTo>
                        <a:cubicBezTo>
                          <a:pt x="3810" y="141923"/>
                          <a:pt x="0" y="138113"/>
                          <a:pt x="0" y="133350"/>
                        </a:cubicBezTo>
                        <a:lnTo>
                          <a:pt x="0" y="133350"/>
                        </a:lnTo>
                        <a:cubicBezTo>
                          <a:pt x="0" y="129540"/>
                          <a:pt x="3810" y="125730"/>
                          <a:pt x="7620" y="125730"/>
                        </a:cubicBezTo>
                        <a:close/>
                      </a:path>
                    </a:pathLst>
                  </a:custGeom>
                  <a:solidFill>
                    <a:schemeClr val="accent1">
                      <a:lumMod val="60000"/>
                      <a:lumOff val="40000"/>
                    </a:schemeClr>
                  </a:solidFill>
                  <a:ln w="9525" cap="flat">
                    <a:noFill/>
                    <a:prstDash val="solid"/>
                    <a:miter/>
                  </a:ln>
                </p:spPr>
                <p:txBody>
                  <a:bodyPr rtlCol="0" anchor="ctr"/>
                  <a:lstStyle/>
                  <a:p>
                    <a:endParaRPr lang="en-US"/>
                  </a:p>
                </p:txBody>
              </p:sp>
            </p:grpSp>
            <p:grpSp>
              <p:nvGrpSpPr>
                <p:cNvPr id="460" name="Graphic 2">
                  <a:extLst>
                    <a:ext uri="{FF2B5EF4-FFF2-40B4-BE49-F238E27FC236}">
                      <a16:creationId xmlns:a16="http://schemas.microsoft.com/office/drawing/2014/main" id="{AE736AF3-0337-429B-AEF1-DA4B52809559}"/>
                    </a:ext>
                  </a:extLst>
                </p:cNvPr>
                <p:cNvGrpSpPr/>
                <p:nvPr/>
              </p:nvGrpSpPr>
              <p:grpSpPr>
                <a:xfrm>
                  <a:off x="-1087573" y="5317679"/>
                  <a:ext cx="1208722" cy="113347"/>
                  <a:chOff x="-1087573" y="5317679"/>
                  <a:chExt cx="1208722" cy="113347"/>
                </a:xfrm>
              </p:grpSpPr>
              <p:sp>
                <p:nvSpPr>
                  <p:cNvPr id="461" name="Freeform: Shape 460">
                    <a:extLst>
                      <a:ext uri="{FF2B5EF4-FFF2-40B4-BE49-F238E27FC236}">
                        <a16:creationId xmlns:a16="http://schemas.microsoft.com/office/drawing/2014/main" id="{3F0D3A00-26FF-4B23-AF52-C16D83BC2798}"/>
                      </a:ext>
                    </a:extLst>
                  </p:cNvPr>
                  <p:cNvSpPr/>
                  <p:nvPr/>
                </p:nvSpPr>
                <p:spPr>
                  <a:xfrm>
                    <a:off x="-533218" y="5331014"/>
                    <a:ext cx="643890" cy="86677"/>
                  </a:xfrm>
                  <a:custGeom>
                    <a:avLst/>
                    <a:gdLst>
                      <a:gd name="connsiteX0" fmla="*/ 636270 w 643890"/>
                      <a:gd name="connsiteY0" fmla="*/ 55245 h 86677"/>
                      <a:gd name="connsiteX1" fmla="*/ 643890 w 643890"/>
                      <a:gd name="connsiteY1" fmla="*/ 86678 h 86677"/>
                      <a:gd name="connsiteX2" fmla="*/ 0 w 643890"/>
                      <a:gd name="connsiteY2" fmla="*/ 86678 h 86677"/>
                      <a:gd name="connsiteX3" fmla="*/ 0 w 643890"/>
                      <a:gd name="connsiteY3" fmla="*/ 0 h 86677"/>
                      <a:gd name="connsiteX4" fmla="*/ 643890 w 643890"/>
                      <a:gd name="connsiteY4" fmla="*/ 0 h 86677"/>
                      <a:gd name="connsiteX5" fmla="*/ 636270 w 643890"/>
                      <a:gd name="connsiteY5" fmla="*/ 36195 h 86677"/>
                      <a:gd name="connsiteX6" fmla="*/ 636270 w 643890"/>
                      <a:gd name="connsiteY6" fmla="*/ 55245 h 86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3890" h="86677">
                        <a:moveTo>
                          <a:pt x="636270" y="55245"/>
                        </a:moveTo>
                        <a:cubicBezTo>
                          <a:pt x="637222" y="66675"/>
                          <a:pt x="639128" y="77153"/>
                          <a:pt x="643890" y="86678"/>
                        </a:cubicBezTo>
                        <a:lnTo>
                          <a:pt x="0" y="86678"/>
                        </a:lnTo>
                        <a:lnTo>
                          <a:pt x="0" y="0"/>
                        </a:lnTo>
                        <a:lnTo>
                          <a:pt x="643890" y="0"/>
                        </a:lnTo>
                        <a:cubicBezTo>
                          <a:pt x="640080" y="12382"/>
                          <a:pt x="637222" y="24765"/>
                          <a:pt x="636270" y="36195"/>
                        </a:cubicBezTo>
                        <a:cubicBezTo>
                          <a:pt x="635318" y="42863"/>
                          <a:pt x="635318" y="48578"/>
                          <a:pt x="636270" y="55245"/>
                        </a:cubicBezTo>
                        <a:close/>
                      </a:path>
                    </a:pathLst>
                  </a:custGeom>
                  <a:solidFill>
                    <a:srgbClr val="DFE5FC"/>
                  </a:solidFill>
                  <a:ln w="9525" cap="flat">
                    <a:noFill/>
                    <a:prstDash val="solid"/>
                    <a:miter/>
                  </a:ln>
                </p:spPr>
                <p:txBody>
                  <a:bodyPr rtlCol="0" anchor="ctr"/>
                  <a:lstStyle/>
                  <a:p>
                    <a:endParaRPr lang="en-US"/>
                  </a:p>
                </p:txBody>
              </p:sp>
              <p:sp>
                <p:nvSpPr>
                  <p:cNvPr id="462" name="Freeform: Shape 461">
                    <a:extLst>
                      <a:ext uri="{FF2B5EF4-FFF2-40B4-BE49-F238E27FC236}">
                        <a16:creationId xmlns:a16="http://schemas.microsoft.com/office/drawing/2014/main" id="{CEA32DDC-165F-4301-A33A-B91AC6FDA2B5}"/>
                      </a:ext>
                    </a:extLst>
                  </p:cNvPr>
                  <p:cNvSpPr/>
                  <p:nvPr/>
                </p:nvSpPr>
                <p:spPr>
                  <a:xfrm>
                    <a:off x="-1075190" y="5331014"/>
                    <a:ext cx="570547" cy="86677"/>
                  </a:xfrm>
                  <a:custGeom>
                    <a:avLst/>
                    <a:gdLst>
                      <a:gd name="connsiteX0" fmla="*/ 570548 w 570547"/>
                      <a:gd name="connsiteY0" fmla="*/ 0 h 86677"/>
                      <a:gd name="connsiteX1" fmla="*/ 49530 w 570547"/>
                      <a:gd name="connsiteY1" fmla="*/ 0 h 86677"/>
                      <a:gd name="connsiteX2" fmla="*/ 41910 w 570547"/>
                      <a:gd name="connsiteY2" fmla="*/ 0 h 86677"/>
                      <a:gd name="connsiteX3" fmla="*/ 0 w 570547"/>
                      <a:gd name="connsiteY3" fmla="*/ 42863 h 86677"/>
                      <a:gd name="connsiteX4" fmla="*/ 0 w 570547"/>
                      <a:gd name="connsiteY4" fmla="*/ 43815 h 86677"/>
                      <a:gd name="connsiteX5" fmla="*/ 41910 w 570547"/>
                      <a:gd name="connsiteY5" fmla="*/ 86678 h 86677"/>
                      <a:gd name="connsiteX6" fmla="*/ 555308 w 570547"/>
                      <a:gd name="connsiteY6" fmla="*/ 86678 h 86677"/>
                      <a:gd name="connsiteX7" fmla="*/ 555308 w 570547"/>
                      <a:gd name="connsiteY7" fmla="*/ 86678 h 86677"/>
                      <a:gd name="connsiteX8" fmla="*/ 570548 w 570547"/>
                      <a:gd name="connsiteY8" fmla="*/ 86678 h 86677"/>
                      <a:gd name="connsiteX9" fmla="*/ 570548 w 570547"/>
                      <a:gd name="connsiteY9" fmla="*/ 0 h 86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0547" h="86677">
                        <a:moveTo>
                          <a:pt x="570548" y="0"/>
                        </a:moveTo>
                        <a:lnTo>
                          <a:pt x="49530" y="0"/>
                        </a:lnTo>
                        <a:lnTo>
                          <a:pt x="41910" y="0"/>
                        </a:lnTo>
                        <a:cubicBezTo>
                          <a:pt x="19050" y="0"/>
                          <a:pt x="0" y="19050"/>
                          <a:pt x="0" y="42863"/>
                        </a:cubicBezTo>
                        <a:lnTo>
                          <a:pt x="0" y="43815"/>
                        </a:lnTo>
                        <a:cubicBezTo>
                          <a:pt x="0" y="67628"/>
                          <a:pt x="19050" y="86678"/>
                          <a:pt x="41910" y="86678"/>
                        </a:cubicBezTo>
                        <a:lnTo>
                          <a:pt x="555308" y="86678"/>
                        </a:lnTo>
                        <a:lnTo>
                          <a:pt x="555308" y="86678"/>
                        </a:lnTo>
                        <a:lnTo>
                          <a:pt x="570548" y="86678"/>
                        </a:lnTo>
                        <a:cubicBezTo>
                          <a:pt x="558165" y="60007"/>
                          <a:pt x="558165" y="31432"/>
                          <a:pt x="570548" y="0"/>
                        </a:cubicBezTo>
                        <a:close/>
                      </a:path>
                    </a:pathLst>
                  </a:custGeom>
                  <a:solidFill>
                    <a:srgbClr val="F5F6FA"/>
                  </a:solidFill>
                  <a:ln w="9525" cap="flat">
                    <a:noFill/>
                    <a:prstDash val="solid"/>
                    <a:miter/>
                  </a:ln>
                </p:spPr>
                <p:txBody>
                  <a:bodyPr rtlCol="0" anchor="ctr"/>
                  <a:lstStyle/>
                  <a:p>
                    <a:endParaRPr lang="en-US"/>
                  </a:p>
                </p:txBody>
              </p:sp>
              <p:sp>
                <p:nvSpPr>
                  <p:cNvPr id="463" name="Freeform: Shape 462">
                    <a:extLst>
                      <a:ext uri="{FF2B5EF4-FFF2-40B4-BE49-F238E27FC236}">
                        <a16:creationId xmlns:a16="http://schemas.microsoft.com/office/drawing/2014/main" id="{0809B460-8F07-4B86-B6B0-60A0E73C4E46}"/>
                      </a:ext>
                    </a:extLst>
                  </p:cNvPr>
                  <p:cNvSpPr/>
                  <p:nvPr/>
                </p:nvSpPr>
                <p:spPr>
                  <a:xfrm>
                    <a:off x="-497976" y="5417692"/>
                    <a:ext cx="619125" cy="13334"/>
                  </a:xfrm>
                  <a:custGeom>
                    <a:avLst/>
                    <a:gdLst>
                      <a:gd name="connsiteX0" fmla="*/ 619125 w 619125"/>
                      <a:gd name="connsiteY0" fmla="*/ 6667 h 13334"/>
                      <a:gd name="connsiteX1" fmla="*/ 619125 w 619125"/>
                      <a:gd name="connsiteY1" fmla="*/ 6667 h 13334"/>
                      <a:gd name="connsiteX2" fmla="*/ 611505 w 619125"/>
                      <a:gd name="connsiteY2" fmla="*/ 13335 h 13334"/>
                      <a:gd name="connsiteX3" fmla="*/ 0 w 619125"/>
                      <a:gd name="connsiteY3" fmla="*/ 13335 h 13334"/>
                      <a:gd name="connsiteX4" fmla="*/ 0 w 619125"/>
                      <a:gd name="connsiteY4" fmla="*/ 0 h 13334"/>
                      <a:gd name="connsiteX5" fmla="*/ 611505 w 619125"/>
                      <a:gd name="connsiteY5" fmla="*/ 0 h 13334"/>
                      <a:gd name="connsiteX6" fmla="*/ 619125 w 619125"/>
                      <a:gd name="connsiteY6" fmla="*/ 6667 h 1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9125" h="13334">
                        <a:moveTo>
                          <a:pt x="619125" y="6667"/>
                        </a:moveTo>
                        <a:lnTo>
                          <a:pt x="619125" y="6667"/>
                        </a:lnTo>
                        <a:cubicBezTo>
                          <a:pt x="619125" y="10477"/>
                          <a:pt x="615315" y="13335"/>
                          <a:pt x="611505" y="13335"/>
                        </a:cubicBezTo>
                        <a:lnTo>
                          <a:pt x="0" y="13335"/>
                        </a:lnTo>
                        <a:lnTo>
                          <a:pt x="0" y="0"/>
                        </a:lnTo>
                        <a:lnTo>
                          <a:pt x="611505" y="0"/>
                        </a:lnTo>
                        <a:cubicBezTo>
                          <a:pt x="616268" y="0"/>
                          <a:pt x="619125" y="2857"/>
                          <a:pt x="619125" y="6667"/>
                        </a:cubicBezTo>
                        <a:close/>
                      </a:path>
                    </a:pathLst>
                  </a:custGeom>
                  <a:solidFill>
                    <a:schemeClr val="accent3">
                      <a:lumMod val="60000"/>
                      <a:lumOff val="40000"/>
                    </a:schemeClr>
                  </a:solidFill>
                  <a:ln w="9525" cap="flat">
                    <a:noFill/>
                    <a:prstDash val="solid"/>
                    <a:miter/>
                  </a:ln>
                </p:spPr>
                <p:txBody>
                  <a:bodyPr rtlCol="0" anchor="ctr"/>
                  <a:lstStyle/>
                  <a:p>
                    <a:endParaRPr lang="en-US"/>
                  </a:p>
                </p:txBody>
              </p:sp>
              <p:sp>
                <p:nvSpPr>
                  <p:cNvPr id="464" name="Freeform: Shape 463">
                    <a:extLst>
                      <a:ext uri="{FF2B5EF4-FFF2-40B4-BE49-F238E27FC236}">
                        <a16:creationId xmlns:a16="http://schemas.microsoft.com/office/drawing/2014/main" id="{0C12FDF5-63D3-488E-B140-39B960A4C271}"/>
                      </a:ext>
                    </a:extLst>
                  </p:cNvPr>
                  <p:cNvSpPr/>
                  <p:nvPr/>
                </p:nvSpPr>
                <p:spPr>
                  <a:xfrm>
                    <a:off x="-497976" y="5317679"/>
                    <a:ext cx="619125" cy="13334"/>
                  </a:xfrm>
                  <a:custGeom>
                    <a:avLst/>
                    <a:gdLst>
                      <a:gd name="connsiteX0" fmla="*/ 619125 w 619125"/>
                      <a:gd name="connsiteY0" fmla="*/ 6667 h 13334"/>
                      <a:gd name="connsiteX1" fmla="*/ 611505 w 619125"/>
                      <a:gd name="connsiteY1" fmla="*/ 13335 h 13334"/>
                      <a:gd name="connsiteX2" fmla="*/ 0 w 619125"/>
                      <a:gd name="connsiteY2" fmla="*/ 13335 h 13334"/>
                      <a:gd name="connsiteX3" fmla="*/ 0 w 619125"/>
                      <a:gd name="connsiteY3" fmla="*/ 0 h 13334"/>
                      <a:gd name="connsiteX4" fmla="*/ 611505 w 619125"/>
                      <a:gd name="connsiteY4" fmla="*/ 0 h 13334"/>
                      <a:gd name="connsiteX5" fmla="*/ 619125 w 619125"/>
                      <a:gd name="connsiteY5" fmla="*/ 6667 h 1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9125" h="13334">
                        <a:moveTo>
                          <a:pt x="619125" y="6667"/>
                        </a:moveTo>
                        <a:cubicBezTo>
                          <a:pt x="619125" y="10477"/>
                          <a:pt x="615315" y="13335"/>
                          <a:pt x="611505" y="13335"/>
                        </a:cubicBezTo>
                        <a:lnTo>
                          <a:pt x="0" y="13335"/>
                        </a:lnTo>
                        <a:lnTo>
                          <a:pt x="0" y="0"/>
                        </a:lnTo>
                        <a:lnTo>
                          <a:pt x="611505" y="0"/>
                        </a:lnTo>
                        <a:cubicBezTo>
                          <a:pt x="616268" y="0"/>
                          <a:pt x="619125" y="2857"/>
                          <a:pt x="619125" y="6667"/>
                        </a:cubicBezTo>
                        <a:close/>
                      </a:path>
                    </a:pathLst>
                  </a:custGeom>
                  <a:solidFill>
                    <a:schemeClr val="accent3">
                      <a:lumMod val="60000"/>
                      <a:lumOff val="40000"/>
                    </a:schemeClr>
                  </a:solidFill>
                  <a:ln w="9525" cap="flat">
                    <a:noFill/>
                    <a:prstDash val="solid"/>
                    <a:miter/>
                  </a:ln>
                </p:spPr>
                <p:txBody>
                  <a:bodyPr rtlCol="0" anchor="ctr"/>
                  <a:lstStyle/>
                  <a:p>
                    <a:endParaRPr lang="en-US"/>
                  </a:p>
                </p:txBody>
              </p:sp>
              <p:sp>
                <p:nvSpPr>
                  <p:cNvPr id="465" name="Freeform: Shape 464">
                    <a:extLst>
                      <a:ext uri="{FF2B5EF4-FFF2-40B4-BE49-F238E27FC236}">
                        <a16:creationId xmlns:a16="http://schemas.microsoft.com/office/drawing/2014/main" id="{10AF872D-AAF0-4C5D-90D0-64B5D24E590D}"/>
                      </a:ext>
                    </a:extLst>
                  </p:cNvPr>
                  <p:cNvSpPr/>
                  <p:nvPr/>
                </p:nvSpPr>
                <p:spPr>
                  <a:xfrm>
                    <a:off x="-1087573" y="5317679"/>
                    <a:ext cx="598169" cy="113347"/>
                  </a:xfrm>
                  <a:custGeom>
                    <a:avLst/>
                    <a:gdLst>
                      <a:gd name="connsiteX0" fmla="*/ 598170 w 598169"/>
                      <a:gd name="connsiteY0" fmla="*/ 6667 h 113347"/>
                      <a:gd name="connsiteX1" fmla="*/ 598170 w 598169"/>
                      <a:gd name="connsiteY1" fmla="*/ 6667 h 113347"/>
                      <a:gd name="connsiteX2" fmla="*/ 590550 w 598169"/>
                      <a:gd name="connsiteY2" fmla="*/ 13335 h 113347"/>
                      <a:gd name="connsiteX3" fmla="*/ 54293 w 598169"/>
                      <a:gd name="connsiteY3" fmla="*/ 13335 h 113347"/>
                      <a:gd name="connsiteX4" fmla="*/ 12383 w 598169"/>
                      <a:gd name="connsiteY4" fmla="*/ 56197 h 113347"/>
                      <a:gd name="connsiteX5" fmla="*/ 12383 w 598169"/>
                      <a:gd name="connsiteY5" fmla="*/ 57150 h 113347"/>
                      <a:gd name="connsiteX6" fmla="*/ 54293 w 598169"/>
                      <a:gd name="connsiteY6" fmla="*/ 100013 h 113347"/>
                      <a:gd name="connsiteX7" fmla="*/ 590550 w 598169"/>
                      <a:gd name="connsiteY7" fmla="*/ 100013 h 113347"/>
                      <a:gd name="connsiteX8" fmla="*/ 598170 w 598169"/>
                      <a:gd name="connsiteY8" fmla="*/ 106680 h 113347"/>
                      <a:gd name="connsiteX9" fmla="*/ 598170 w 598169"/>
                      <a:gd name="connsiteY9" fmla="*/ 106680 h 113347"/>
                      <a:gd name="connsiteX10" fmla="*/ 590550 w 598169"/>
                      <a:gd name="connsiteY10" fmla="*/ 113347 h 113347"/>
                      <a:gd name="connsiteX11" fmla="*/ 54293 w 598169"/>
                      <a:gd name="connsiteY11" fmla="*/ 113347 h 113347"/>
                      <a:gd name="connsiteX12" fmla="*/ 0 w 598169"/>
                      <a:gd name="connsiteY12" fmla="*/ 57150 h 113347"/>
                      <a:gd name="connsiteX13" fmla="*/ 0 w 598169"/>
                      <a:gd name="connsiteY13" fmla="*/ 56197 h 113347"/>
                      <a:gd name="connsiteX14" fmla="*/ 54293 w 598169"/>
                      <a:gd name="connsiteY14" fmla="*/ 0 h 113347"/>
                      <a:gd name="connsiteX15" fmla="*/ 590550 w 598169"/>
                      <a:gd name="connsiteY15" fmla="*/ 0 h 113347"/>
                      <a:gd name="connsiteX16" fmla="*/ 598170 w 598169"/>
                      <a:gd name="connsiteY16" fmla="*/ 6667 h 1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98169" h="113347">
                        <a:moveTo>
                          <a:pt x="598170" y="6667"/>
                        </a:moveTo>
                        <a:lnTo>
                          <a:pt x="598170" y="6667"/>
                        </a:lnTo>
                        <a:cubicBezTo>
                          <a:pt x="598170" y="10477"/>
                          <a:pt x="595313" y="13335"/>
                          <a:pt x="590550" y="13335"/>
                        </a:cubicBezTo>
                        <a:lnTo>
                          <a:pt x="54293" y="13335"/>
                        </a:lnTo>
                        <a:cubicBezTo>
                          <a:pt x="31433" y="13335"/>
                          <a:pt x="12383" y="32385"/>
                          <a:pt x="12383" y="56197"/>
                        </a:cubicBezTo>
                        <a:lnTo>
                          <a:pt x="12383" y="57150"/>
                        </a:lnTo>
                        <a:cubicBezTo>
                          <a:pt x="12383" y="80963"/>
                          <a:pt x="31433" y="100013"/>
                          <a:pt x="54293" y="100013"/>
                        </a:cubicBezTo>
                        <a:lnTo>
                          <a:pt x="590550" y="100013"/>
                        </a:lnTo>
                        <a:cubicBezTo>
                          <a:pt x="594360" y="100013"/>
                          <a:pt x="598170" y="102870"/>
                          <a:pt x="598170" y="106680"/>
                        </a:cubicBezTo>
                        <a:lnTo>
                          <a:pt x="598170" y="106680"/>
                        </a:lnTo>
                        <a:cubicBezTo>
                          <a:pt x="598170" y="110490"/>
                          <a:pt x="595313" y="113347"/>
                          <a:pt x="590550" y="113347"/>
                        </a:cubicBezTo>
                        <a:lnTo>
                          <a:pt x="54293" y="113347"/>
                        </a:lnTo>
                        <a:cubicBezTo>
                          <a:pt x="23813" y="113347"/>
                          <a:pt x="0" y="88582"/>
                          <a:pt x="0" y="57150"/>
                        </a:cubicBezTo>
                        <a:lnTo>
                          <a:pt x="0" y="56197"/>
                        </a:lnTo>
                        <a:cubicBezTo>
                          <a:pt x="0" y="25717"/>
                          <a:pt x="24765" y="0"/>
                          <a:pt x="54293" y="0"/>
                        </a:cubicBezTo>
                        <a:lnTo>
                          <a:pt x="590550" y="0"/>
                        </a:lnTo>
                        <a:cubicBezTo>
                          <a:pt x="594360" y="0"/>
                          <a:pt x="598170" y="2857"/>
                          <a:pt x="598170" y="6667"/>
                        </a:cubicBezTo>
                        <a:close/>
                      </a:path>
                    </a:pathLst>
                  </a:custGeom>
                  <a:solidFill>
                    <a:schemeClr val="accent2">
                      <a:lumMod val="60000"/>
                      <a:lumOff val="40000"/>
                    </a:schemeClr>
                  </a:solidFill>
                  <a:ln w="9525" cap="flat">
                    <a:noFill/>
                    <a:prstDash val="solid"/>
                    <a:miter/>
                  </a:ln>
                </p:spPr>
                <p:txBody>
                  <a:bodyPr rtlCol="0" anchor="ctr"/>
                  <a:lstStyle/>
                  <a:p>
                    <a:endParaRPr lang="en-US"/>
                  </a:p>
                </p:txBody>
              </p:sp>
            </p:grpSp>
            <p:grpSp>
              <p:nvGrpSpPr>
                <p:cNvPr id="466" name="Graphic 2">
                  <a:extLst>
                    <a:ext uri="{FF2B5EF4-FFF2-40B4-BE49-F238E27FC236}">
                      <a16:creationId xmlns:a16="http://schemas.microsoft.com/office/drawing/2014/main" id="{AE736AF3-0337-429B-AEF1-DA4B52809559}"/>
                    </a:ext>
                  </a:extLst>
                </p:cNvPr>
                <p:cNvGrpSpPr/>
                <p:nvPr/>
              </p:nvGrpSpPr>
              <p:grpSpPr>
                <a:xfrm>
                  <a:off x="-1088525" y="5431027"/>
                  <a:ext cx="1210627" cy="141922"/>
                  <a:chOff x="-1088525" y="5431027"/>
                  <a:chExt cx="1210627" cy="141922"/>
                </a:xfrm>
              </p:grpSpPr>
              <p:grpSp>
                <p:nvGrpSpPr>
                  <p:cNvPr id="467" name="Graphic 2">
                    <a:extLst>
                      <a:ext uri="{FF2B5EF4-FFF2-40B4-BE49-F238E27FC236}">
                        <a16:creationId xmlns:a16="http://schemas.microsoft.com/office/drawing/2014/main" id="{AE736AF3-0337-429B-AEF1-DA4B52809559}"/>
                      </a:ext>
                    </a:extLst>
                  </p:cNvPr>
                  <p:cNvGrpSpPr/>
                  <p:nvPr/>
                </p:nvGrpSpPr>
                <p:grpSpPr>
                  <a:xfrm>
                    <a:off x="-1077096" y="5431027"/>
                    <a:ext cx="1199197" cy="141922"/>
                    <a:chOff x="-1077096" y="5431027"/>
                    <a:chExt cx="1199197" cy="141922"/>
                  </a:xfrm>
                </p:grpSpPr>
                <p:sp>
                  <p:nvSpPr>
                    <p:cNvPr id="468" name="Freeform: Shape 467">
                      <a:extLst>
                        <a:ext uri="{FF2B5EF4-FFF2-40B4-BE49-F238E27FC236}">
                          <a16:creationId xmlns:a16="http://schemas.microsoft.com/office/drawing/2014/main" id="{3B9557C9-7AF4-4AB9-B8AD-EA1254D71232}"/>
                        </a:ext>
                      </a:extLst>
                    </p:cNvPr>
                    <p:cNvSpPr/>
                    <p:nvPr/>
                  </p:nvSpPr>
                  <p:spPr>
                    <a:xfrm>
                      <a:off x="-1077096" y="5448171"/>
                      <a:ext cx="643890" cy="108584"/>
                    </a:xfrm>
                    <a:custGeom>
                      <a:avLst/>
                      <a:gdLst>
                        <a:gd name="connsiteX0" fmla="*/ 0 w 643890"/>
                        <a:gd name="connsiteY0" fmla="*/ 108585 h 108584"/>
                        <a:gd name="connsiteX1" fmla="*/ 643890 w 643890"/>
                        <a:gd name="connsiteY1" fmla="*/ 108585 h 108584"/>
                        <a:gd name="connsiteX2" fmla="*/ 643890 w 643890"/>
                        <a:gd name="connsiteY2" fmla="*/ 0 h 108584"/>
                        <a:gd name="connsiteX3" fmla="*/ 0 w 643890"/>
                        <a:gd name="connsiteY3" fmla="*/ 0 h 108584"/>
                        <a:gd name="connsiteX4" fmla="*/ 0 w 643890"/>
                        <a:gd name="connsiteY4" fmla="*/ 108585 h 108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3890" h="108584">
                          <a:moveTo>
                            <a:pt x="0" y="108585"/>
                          </a:moveTo>
                          <a:lnTo>
                            <a:pt x="643890" y="108585"/>
                          </a:lnTo>
                          <a:lnTo>
                            <a:pt x="643890" y="0"/>
                          </a:lnTo>
                          <a:lnTo>
                            <a:pt x="0" y="0"/>
                          </a:lnTo>
                          <a:cubicBezTo>
                            <a:pt x="10478" y="39053"/>
                            <a:pt x="10478" y="75247"/>
                            <a:pt x="0" y="108585"/>
                          </a:cubicBezTo>
                          <a:close/>
                        </a:path>
                      </a:pathLst>
                    </a:custGeom>
                    <a:solidFill>
                      <a:srgbClr val="F5F6FA"/>
                    </a:solidFill>
                    <a:ln w="9525" cap="flat">
                      <a:noFill/>
                      <a:prstDash val="solid"/>
                      <a:miter/>
                    </a:ln>
                  </p:spPr>
                  <p:txBody>
                    <a:bodyPr rtlCol="0" anchor="ctr"/>
                    <a:lstStyle/>
                    <a:p>
                      <a:endParaRPr lang="en-US"/>
                    </a:p>
                  </p:txBody>
                </p:sp>
                <p:sp>
                  <p:nvSpPr>
                    <p:cNvPr id="469" name="Freeform: Shape 468">
                      <a:extLst>
                        <a:ext uri="{FF2B5EF4-FFF2-40B4-BE49-F238E27FC236}">
                          <a16:creationId xmlns:a16="http://schemas.microsoft.com/office/drawing/2014/main" id="{8F72F439-AD57-4ED8-8BEE-42863F28AEF0}"/>
                        </a:ext>
                      </a:extLst>
                    </p:cNvPr>
                    <p:cNvSpPr/>
                    <p:nvPr/>
                  </p:nvSpPr>
                  <p:spPr>
                    <a:xfrm>
                      <a:off x="-477020" y="5431027"/>
                      <a:ext cx="599122" cy="141922"/>
                    </a:xfrm>
                    <a:custGeom>
                      <a:avLst/>
                      <a:gdLst>
                        <a:gd name="connsiteX0" fmla="*/ 15240 w 599122"/>
                        <a:gd name="connsiteY0" fmla="*/ 17145 h 141922"/>
                        <a:gd name="connsiteX1" fmla="*/ 7620 w 599122"/>
                        <a:gd name="connsiteY1" fmla="*/ 17145 h 141922"/>
                        <a:gd name="connsiteX2" fmla="*/ 0 w 599122"/>
                        <a:gd name="connsiteY2" fmla="*/ 8572 h 141922"/>
                        <a:gd name="connsiteX3" fmla="*/ 0 w 599122"/>
                        <a:gd name="connsiteY3" fmla="*/ 8572 h 141922"/>
                        <a:gd name="connsiteX4" fmla="*/ 7620 w 599122"/>
                        <a:gd name="connsiteY4" fmla="*/ 0 h 141922"/>
                        <a:gd name="connsiteX5" fmla="*/ 535305 w 599122"/>
                        <a:gd name="connsiteY5" fmla="*/ 0 h 141922"/>
                        <a:gd name="connsiteX6" fmla="*/ 599123 w 599122"/>
                        <a:gd name="connsiteY6" fmla="*/ 70485 h 141922"/>
                        <a:gd name="connsiteX7" fmla="*/ 599123 w 599122"/>
                        <a:gd name="connsiteY7" fmla="*/ 71438 h 141922"/>
                        <a:gd name="connsiteX8" fmla="*/ 541020 w 599122"/>
                        <a:gd name="connsiteY8" fmla="*/ 141922 h 141922"/>
                        <a:gd name="connsiteX9" fmla="*/ 7620 w 599122"/>
                        <a:gd name="connsiteY9" fmla="*/ 141922 h 141922"/>
                        <a:gd name="connsiteX10" fmla="*/ 0 w 599122"/>
                        <a:gd name="connsiteY10" fmla="*/ 133350 h 141922"/>
                        <a:gd name="connsiteX11" fmla="*/ 7620 w 599122"/>
                        <a:gd name="connsiteY11" fmla="*/ 124778 h 141922"/>
                        <a:gd name="connsiteX12" fmla="*/ 15240 w 599122"/>
                        <a:gd name="connsiteY12" fmla="*/ 124778 h 141922"/>
                        <a:gd name="connsiteX13" fmla="*/ 15240 w 599122"/>
                        <a:gd name="connsiteY13" fmla="*/ 17145 h 141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122" h="141922">
                          <a:moveTo>
                            <a:pt x="15240" y="17145"/>
                          </a:moveTo>
                          <a:lnTo>
                            <a:pt x="7620" y="17145"/>
                          </a:lnTo>
                          <a:cubicBezTo>
                            <a:pt x="3810" y="17145"/>
                            <a:pt x="0" y="13335"/>
                            <a:pt x="0" y="8572"/>
                          </a:cubicBezTo>
                          <a:lnTo>
                            <a:pt x="0" y="8572"/>
                          </a:lnTo>
                          <a:cubicBezTo>
                            <a:pt x="0" y="3810"/>
                            <a:pt x="2857" y="0"/>
                            <a:pt x="7620" y="0"/>
                          </a:cubicBezTo>
                          <a:lnTo>
                            <a:pt x="535305" y="0"/>
                          </a:lnTo>
                          <a:cubicBezTo>
                            <a:pt x="573405" y="953"/>
                            <a:pt x="599123" y="31432"/>
                            <a:pt x="599123" y="70485"/>
                          </a:cubicBezTo>
                          <a:lnTo>
                            <a:pt x="599123" y="71438"/>
                          </a:lnTo>
                          <a:cubicBezTo>
                            <a:pt x="599123" y="110490"/>
                            <a:pt x="581025" y="141922"/>
                            <a:pt x="541020" y="141922"/>
                          </a:cubicBezTo>
                          <a:lnTo>
                            <a:pt x="7620" y="141922"/>
                          </a:lnTo>
                          <a:cubicBezTo>
                            <a:pt x="3810" y="141922"/>
                            <a:pt x="0" y="138113"/>
                            <a:pt x="0" y="133350"/>
                          </a:cubicBezTo>
                          <a:cubicBezTo>
                            <a:pt x="0" y="128588"/>
                            <a:pt x="2857" y="124778"/>
                            <a:pt x="7620" y="124778"/>
                          </a:cubicBezTo>
                          <a:lnTo>
                            <a:pt x="15240" y="124778"/>
                          </a:lnTo>
                          <a:cubicBezTo>
                            <a:pt x="47625" y="109538"/>
                            <a:pt x="44767" y="27622"/>
                            <a:pt x="15240" y="17145"/>
                          </a:cubicBezTo>
                          <a:close/>
                        </a:path>
                      </a:pathLst>
                    </a:custGeom>
                    <a:solidFill>
                      <a:schemeClr val="accent1"/>
                    </a:solidFill>
                    <a:ln w="9525" cap="flat">
                      <a:noFill/>
                      <a:prstDash val="solid"/>
                      <a:miter/>
                    </a:ln>
                  </p:spPr>
                  <p:txBody>
                    <a:bodyPr rtlCol="0" anchor="ctr"/>
                    <a:lstStyle/>
                    <a:p>
                      <a:endParaRPr lang="en-US"/>
                    </a:p>
                  </p:txBody>
                </p:sp>
              </p:grpSp>
              <p:sp>
                <p:nvSpPr>
                  <p:cNvPr id="470" name="Freeform: Shape 469">
                    <a:extLst>
                      <a:ext uri="{FF2B5EF4-FFF2-40B4-BE49-F238E27FC236}">
                        <a16:creationId xmlns:a16="http://schemas.microsoft.com/office/drawing/2014/main" id="{92A82039-02E6-4650-9CAE-17AD1DB5DDA0}"/>
                      </a:ext>
                    </a:extLst>
                  </p:cNvPr>
                  <p:cNvSpPr/>
                  <p:nvPr/>
                </p:nvSpPr>
                <p:spPr>
                  <a:xfrm>
                    <a:off x="-1088525" y="5431027"/>
                    <a:ext cx="661034" cy="141922"/>
                  </a:xfrm>
                  <a:custGeom>
                    <a:avLst/>
                    <a:gdLst>
                      <a:gd name="connsiteX0" fmla="*/ 7620 w 661034"/>
                      <a:gd name="connsiteY0" fmla="*/ 125730 h 141922"/>
                      <a:gd name="connsiteX1" fmla="*/ 620078 w 661034"/>
                      <a:gd name="connsiteY1" fmla="*/ 125730 h 141922"/>
                      <a:gd name="connsiteX2" fmla="*/ 638175 w 661034"/>
                      <a:gd name="connsiteY2" fmla="*/ 71438 h 141922"/>
                      <a:gd name="connsiteX3" fmla="*/ 619125 w 661034"/>
                      <a:gd name="connsiteY3" fmla="*/ 17145 h 141922"/>
                      <a:gd name="connsiteX4" fmla="*/ 7620 w 661034"/>
                      <a:gd name="connsiteY4" fmla="*/ 17145 h 141922"/>
                      <a:gd name="connsiteX5" fmla="*/ 0 w 661034"/>
                      <a:gd name="connsiteY5" fmla="*/ 8572 h 141922"/>
                      <a:gd name="connsiteX6" fmla="*/ 7620 w 661034"/>
                      <a:gd name="connsiteY6" fmla="*/ 0 h 141922"/>
                      <a:gd name="connsiteX7" fmla="*/ 626745 w 661034"/>
                      <a:gd name="connsiteY7" fmla="*/ 0 h 141922"/>
                      <a:gd name="connsiteX8" fmla="*/ 661035 w 661034"/>
                      <a:gd name="connsiteY8" fmla="*/ 71438 h 141922"/>
                      <a:gd name="connsiteX9" fmla="*/ 626745 w 661034"/>
                      <a:gd name="connsiteY9" fmla="*/ 141922 h 141922"/>
                      <a:gd name="connsiteX10" fmla="*/ 7620 w 661034"/>
                      <a:gd name="connsiteY10" fmla="*/ 141922 h 141922"/>
                      <a:gd name="connsiteX11" fmla="*/ 0 w 661034"/>
                      <a:gd name="connsiteY11" fmla="*/ 133350 h 141922"/>
                      <a:gd name="connsiteX12" fmla="*/ 0 w 661034"/>
                      <a:gd name="connsiteY12" fmla="*/ 133350 h 141922"/>
                      <a:gd name="connsiteX13" fmla="*/ 7620 w 661034"/>
                      <a:gd name="connsiteY13" fmla="*/ 125730 h 141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1034" h="141922">
                        <a:moveTo>
                          <a:pt x="7620" y="125730"/>
                        </a:moveTo>
                        <a:lnTo>
                          <a:pt x="620078" y="125730"/>
                        </a:lnTo>
                        <a:cubicBezTo>
                          <a:pt x="624840" y="120015"/>
                          <a:pt x="638175" y="103822"/>
                          <a:pt x="638175" y="71438"/>
                        </a:cubicBezTo>
                        <a:cubicBezTo>
                          <a:pt x="638175" y="35242"/>
                          <a:pt x="621983" y="20003"/>
                          <a:pt x="619125" y="17145"/>
                        </a:cubicBezTo>
                        <a:lnTo>
                          <a:pt x="7620" y="17145"/>
                        </a:lnTo>
                        <a:cubicBezTo>
                          <a:pt x="3810" y="17145"/>
                          <a:pt x="0" y="13335"/>
                          <a:pt x="0" y="8572"/>
                        </a:cubicBezTo>
                        <a:cubicBezTo>
                          <a:pt x="0" y="3810"/>
                          <a:pt x="3810" y="0"/>
                          <a:pt x="7620" y="0"/>
                        </a:cubicBezTo>
                        <a:lnTo>
                          <a:pt x="626745" y="0"/>
                        </a:lnTo>
                        <a:cubicBezTo>
                          <a:pt x="637223" y="0"/>
                          <a:pt x="661035" y="22860"/>
                          <a:pt x="661035" y="71438"/>
                        </a:cubicBezTo>
                        <a:cubicBezTo>
                          <a:pt x="661035" y="120015"/>
                          <a:pt x="637223" y="141922"/>
                          <a:pt x="626745" y="141922"/>
                        </a:cubicBezTo>
                        <a:lnTo>
                          <a:pt x="7620" y="141922"/>
                        </a:lnTo>
                        <a:cubicBezTo>
                          <a:pt x="3810" y="141922"/>
                          <a:pt x="0" y="138113"/>
                          <a:pt x="0" y="133350"/>
                        </a:cubicBezTo>
                        <a:lnTo>
                          <a:pt x="0" y="133350"/>
                        </a:lnTo>
                        <a:cubicBezTo>
                          <a:pt x="0" y="128588"/>
                          <a:pt x="3810" y="125730"/>
                          <a:pt x="7620" y="125730"/>
                        </a:cubicBezTo>
                        <a:close/>
                      </a:path>
                    </a:pathLst>
                  </a:custGeom>
                  <a:solidFill>
                    <a:schemeClr val="accent1">
                      <a:lumMod val="60000"/>
                      <a:lumOff val="40000"/>
                    </a:schemeClr>
                  </a:solidFill>
                  <a:ln w="9525" cap="flat">
                    <a:noFill/>
                    <a:prstDash val="solid"/>
                    <a:miter/>
                  </a:ln>
                </p:spPr>
                <p:txBody>
                  <a:bodyPr rtlCol="0" anchor="ctr"/>
                  <a:lstStyle/>
                  <a:p>
                    <a:endParaRPr lang="en-US"/>
                  </a:p>
                </p:txBody>
              </p:sp>
            </p:grpSp>
          </p:grpSp>
          <p:grpSp>
            <p:nvGrpSpPr>
              <p:cNvPr id="695" name="Group 694">
                <a:extLst>
                  <a:ext uri="{FF2B5EF4-FFF2-40B4-BE49-F238E27FC236}">
                    <a16:creationId xmlns:a16="http://schemas.microsoft.com/office/drawing/2014/main" id="{D0B99AB5-6AAE-4479-A404-5A78D92A9A91}"/>
                  </a:ext>
                </a:extLst>
              </p:cNvPr>
              <p:cNvGrpSpPr/>
              <p:nvPr/>
            </p:nvGrpSpPr>
            <p:grpSpPr>
              <a:xfrm>
                <a:off x="14741034" y="2021478"/>
                <a:ext cx="987510" cy="1213559"/>
                <a:chOff x="14741034" y="2021478"/>
                <a:chExt cx="987510" cy="1213559"/>
              </a:xfrm>
            </p:grpSpPr>
            <p:grpSp>
              <p:nvGrpSpPr>
                <p:cNvPr id="694" name="Group 693">
                  <a:extLst>
                    <a:ext uri="{FF2B5EF4-FFF2-40B4-BE49-F238E27FC236}">
                      <a16:creationId xmlns:a16="http://schemas.microsoft.com/office/drawing/2014/main" id="{DA4B738F-A842-4795-B76C-8135B9035A03}"/>
                    </a:ext>
                  </a:extLst>
                </p:cNvPr>
                <p:cNvGrpSpPr/>
                <p:nvPr/>
              </p:nvGrpSpPr>
              <p:grpSpPr>
                <a:xfrm>
                  <a:off x="14741034" y="2021478"/>
                  <a:ext cx="987510" cy="1213559"/>
                  <a:chOff x="14741034" y="2021478"/>
                  <a:chExt cx="987510" cy="1213559"/>
                </a:xfrm>
              </p:grpSpPr>
              <p:sp>
                <p:nvSpPr>
                  <p:cNvPr id="472" name="Freeform: Shape 471">
                    <a:extLst>
                      <a:ext uri="{FF2B5EF4-FFF2-40B4-BE49-F238E27FC236}">
                        <a16:creationId xmlns:a16="http://schemas.microsoft.com/office/drawing/2014/main" id="{33F543D5-4F5A-48A3-BD4A-9330C4430094}"/>
                      </a:ext>
                    </a:extLst>
                  </p:cNvPr>
                  <p:cNvSpPr/>
                  <p:nvPr/>
                </p:nvSpPr>
                <p:spPr>
                  <a:xfrm>
                    <a:off x="14741034" y="2021478"/>
                    <a:ext cx="801409" cy="1213559"/>
                  </a:xfrm>
                  <a:custGeom>
                    <a:avLst/>
                    <a:gdLst>
                      <a:gd name="connsiteX0" fmla="*/ 772478 w 801409"/>
                      <a:gd name="connsiteY0" fmla="*/ 889710 h 1213559"/>
                      <a:gd name="connsiteX1" fmla="*/ 531495 w 801409"/>
                      <a:gd name="connsiteY1" fmla="*/ 952575 h 1213559"/>
                      <a:gd name="connsiteX2" fmla="*/ 520065 w 801409"/>
                      <a:gd name="connsiteY2" fmla="*/ 948765 h 1213559"/>
                      <a:gd name="connsiteX3" fmla="*/ 509588 w 801409"/>
                      <a:gd name="connsiteY3" fmla="*/ 952575 h 1213559"/>
                      <a:gd name="connsiteX4" fmla="*/ 39053 w 801409"/>
                      <a:gd name="connsiteY4" fmla="*/ 460132 h 1213559"/>
                      <a:gd name="connsiteX5" fmla="*/ 280035 w 801409"/>
                      <a:gd name="connsiteY5" fmla="*/ 36270 h 1213559"/>
                      <a:gd name="connsiteX6" fmla="*/ 286703 w 801409"/>
                      <a:gd name="connsiteY6" fmla="*/ 9600 h 1213559"/>
                      <a:gd name="connsiteX7" fmla="*/ 260033 w 801409"/>
                      <a:gd name="connsiteY7" fmla="*/ 2932 h 1213559"/>
                      <a:gd name="connsiteX8" fmla="*/ 0 w 801409"/>
                      <a:gd name="connsiteY8" fmla="*/ 459180 h 1213559"/>
                      <a:gd name="connsiteX9" fmla="*/ 500063 w 801409"/>
                      <a:gd name="connsiteY9" fmla="*/ 989722 h 1213559"/>
                      <a:gd name="connsiteX10" fmla="*/ 500063 w 801409"/>
                      <a:gd name="connsiteY10" fmla="*/ 1136407 h 1213559"/>
                      <a:gd name="connsiteX11" fmla="*/ 342900 w 801409"/>
                      <a:gd name="connsiteY11" fmla="*/ 1136407 h 1213559"/>
                      <a:gd name="connsiteX12" fmla="*/ 294323 w 801409"/>
                      <a:gd name="connsiteY12" fmla="*/ 1184985 h 1213559"/>
                      <a:gd name="connsiteX13" fmla="*/ 294323 w 801409"/>
                      <a:gd name="connsiteY13" fmla="*/ 1213560 h 1213559"/>
                      <a:gd name="connsiteX14" fmla="*/ 744855 w 801409"/>
                      <a:gd name="connsiteY14" fmla="*/ 1213560 h 1213559"/>
                      <a:gd name="connsiteX15" fmla="*/ 744855 w 801409"/>
                      <a:gd name="connsiteY15" fmla="*/ 1184985 h 1213559"/>
                      <a:gd name="connsiteX16" fmla="*/ 696278 w 801409"/>
                      <a:gd name="connsiteY16" fmla="*/ 1136407 h 1213559"/>
                      <a:gd name="connsiteX17" fmla="*/ 539115 w 801409"/>
                      <a:gd name="connsiteY17" fmla="*/ 1136407 h 1213559"/>
                      <a:gd name="connsiteX18" fmla="*/ 539115 w 801409"/>
                      <a:gd name="connsiteY18" fmla="*/ 990675 h 1213559"/>
                      <a:gd name="connsiteX19" fmla="*/ 791528 w 801409"/>
                      <a:gd name="connsiteY19" fmla="*/ 923047 h 1213559"/>
                      <a:gd name="connsiteX20" fmla="*/ 799148 w 801409"/>
                      <a:gd name="connsiteY20" fmla="*/ 896377 h 1213559"/>
                      <a:gd name="connsiteX21" fmla="*/ 772478 w 801409"/>
                      <a:gd name="connsiteY21" fmla="*/ 889710 h 1213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01409" h="1213559">
                        <a:moveTo>
                          <a:pt x="772478" y="889710"/>
                        </a:moveTo>
                        <a:cubicBezTo>
                          <a:pt x="699135" y="930667"/>
                          <a:pt x="616268" y="952575"/>
                          <a:pt x="531495" y="952575"/>
                        </a:cubicBezTo>
                        <a:cubicBezTo>
                          <a:pt x="528638" y="949717"/>
                          <a:pt x="523875" y="948765"/>
                          <a:pt x="520065" y="948765"/>
                        </a:cubicBezTo>
                        <a:cubicBezTo>
                          <a:pt x="516255" y="948765"/>
                          <a:pt x="512445" y="949717"/>
                          <a:pt x="509588" y="952575"/>
                        </a:cubicBezTo>
                        <a:cubicBezTo>
                          <a:pt x="248603" y="941145"/>
                          <a:pt x="39053" y="724927"/>
                          <a:pt x="39053" y="460132"/>
                        </a:cubicBezTo>
                        <a:cubicBezTo>
                          <a:pt x="39053" y="287730"/>
                          <a:pt x="131445" y="124852"/>
                          <a:pt x="280035" y="36270"/>
                        </a:cubicBezTo>
                        <a:cubicBezTo>
                          <a:pt x="289560" y="30555"/>
                          <a:pt x="292418" y="19125"/>
                          <a:pt x="286703" y="9600"/>
                        </a:cubicBezTo>
                        <a:cubicBezTo>
                          <a:pt x="280988" y="75"/>
                          <a:pt x="269558" y="-2783"/>
                          <a:pt x="260033" y="2932"/>
                        </a:cubicBezTo>
                        <a:cubicBezTo>
                          <a:pt x="100013" y="98182"/>
                          <a:pt x="0" y="273442"/>
                          <a:pt x="0" y="459180"/>
                        </a:cubicBezTo>
                        <a:cubicBezTo>
                          <a:pt x="0" y="742072"/>
                          <a:pt x="221933" y="973530"/>
                          <a:pt x="500063" y="989722"/>
                        </a:cubicBezTo>
                        <a:lnTo>
                          <a:pt x="500063" y="1136407"/>
                        </a:lnTo>
                        <a:lnTo>
                          <a:pt x="342900" y="1136407"/>
                        </a:lnTo>
                        <a:cubicBezTo>
                          <a:pt x="316230" y="1136407"/>
                          <a:pt x="294323" y="1158315"/>
                          <a:pt x="294323" y="1184985"/>
                        </a:cubicBezTo>
                        <a:lnTo>
                          <a:pt x="294323" y="1213560"/>
                        </a:lnTo>
                        <a:lnTo>
                          <a:pt x="744855" y="1213560"/>
                        </a:lnTo>
                        <a:lnTo>
                          <a:pt x="744855" y="1184985"/>
                        </a:lnTo>
                        <a:cubicBezTo>
                          <a:pt x="744855" y="1158315"/>
                          <a:pt x="722948" y="1136407"/>
                          <a:pt x="696278" y="1136407"/>
                        </a:cubicBezTo>
                        <a:lnTo>
                          <a:pt x="539115" y="1136407"/>
                        </a:lnTo>
                        <a:lnTo>
                          <a:pt x="539115" y="990675"/>
                        </a:lnTo>
                        <a:cubicBezTo>
                          <a:pt x="627698" y="989722"/>
                          <a:pt x="714375" y="965910"/>
                          <a:pt x="791528" y="923047"/>
                        </a:cubicBezTo>
                        <a:cubicBezTo>
                          <a:pt x="801053" y="918285"/>
                          <a:pt x="803910" y="905902"/>
                          <a:pt x="799148" y="896377"/>
                        </a:cubicBezTo>
                        <a:cubicBezTo>
                          <a:pt x="793433" y="887805"/>
                          <a:pt x="781050" y="883995"/>
                          <a:pt x="772478" y="889710"/>
                        </a:cubicBezTo>
                        <a:close/>
                      </a:path>
                    </a:pathLst>
                  </a:custGeom>
                  <a:solidFill>
                    <a:schemeClr val="tx2"/>
                  </a:solidFill>
                  <a:ln w="9525" cap="flat">
                    <a:noFill/>
                    <a:prstDash val="solid"/>
                    <a:miter/>
                  </a:ln>
                </p:spPr>
                <p:txBody>
                  <a:bodyPr rtlCol="0" anchor="ctr"/>
                  <a:lstStyle/>
                  <a:p>
                    <a:endParaRPr lang="en-US"/>
                  </a:p>
                </p:txBody>
              </p:sp>
              <p:sp>
                <p:nvSpPr>
                  <p:cNvPr id="474" name="Freeform: Shape 473">
                    <a:extLst>
                      <a:ext uri="{FF2B5EF4-FFF2-40B4-BE49-F238E27FC236}">
                        <a16:creationId xmlns:a16="http://schemas.microsoft.com/office/drawing/2014/main" id="{AC73D3F4-04A5-4500-A532-C7967F71DCA0}"/>
                      </a:ext>
                    </a:extLst>
                  </p:cNvPr>
                  <p:cNvSpPr/>
                  <p:nvPr/>
                </p:nvSpPr>
                <p:spPr>
                  <a:xfrm rot="19799956">
                    <a:off x="14817975" y="2023242"/>
                    <a:ext cx="910569" cy="916284"/>
                  </a:xfrm>
                  <a:custGeom>
                    <a:avLst/>
                    <a:gdLst>
                      <a:gd name="connsiteX0" fmla="*/ 910570 w 910569"/>
                      <a:gd name="connsiteY0" fmla="*/ 458142 h 916284"/>
                      <a:gd name="connsiteX1" fmla="*/ 455285 w 910569"/>
                      <a:gd name="connsiteY1" fmla="*/ 916285 h 916284"/>
                      <a:gd name="connsiteX2" fmla="*/ 0 w 910569"/>
                      <a:gd name="connsiteY2" fmla="*/ 458142 h 916284"/>
                      <a:gd name="connsiteX3" fmla="*/ 455285 w 910569"/>
                      <a:gd name="connsiteY3" fmla="*/ 0 h 916284"/>
                      <a:gd name="connsiteX4" fmla="*/ 910570 w 910569"/>
                      <a:gd name="connsiteY4" fmla="*/ 458142 h 9162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0569" h="916284">
                        <a:moveTo>
                          <a:pt x="910570" y="458142"/>
                        </a:moveTo>
                        <a:cubicBezTo>
                          <a:pt x="910570" y="711168"/>
                          <a:pt x="706732" y="916285"/>
                          <a:pt x="455285" y="916285"/>
                        </a:cubicBezTo>
                        <a:cubicBezTo>
                          <a:pt x="203838" y="916285"/>
                          <a:pt x="0" y="711168"/>
                          <a:pt x="0" y="458142"/>
                        </a:cubicBezTo>
                        <a:cubicBezTo>
                          <a:pt x="0" y="205117"/>
                          <a:pt x="203838" y="0"/>
                          <a:pt x="455285" y="0"/>
                        </a:cubicBezTo>
                        <a:cubicBezTo>
                          <a:pt x="706732" y="0"/>
                          <a:pt x="910570" y="205117"/>
                          <a:pt x="910570" y="458142"/>
                        </a:cubicBezTo>
                        <a:close/>
                      </a:path>
                    </a:pathLst>
                  </a:custGeom>
                  <a:gradFill>
                    <a:gsLst>
                      <a:gs pos="0">
                        <a:schemeClr val="accent1"/>
                      </a:gs>
                      <a:gs pos="100000">
                        <a:schemeClr val="accent2"/>
                      </a:gs>
                    </a:gsLst>
                    <a:lin ang="0" scaled="1"/>
                  </a:gradFill>
                  <a:ln w="9525" cap="flat">
                    <a:noFill/>
                    <a:prstDash val="solid"/>
                    <a:miter/>
                  </a:ln>
                </p:spPr>
                <p:txBody>
                  <a:bodyPr rtlCol="0" anchor="ctr"/>
                  <a:lstStyle/>
                  <a:p>
                    <a:endParaRPr lang="en-US"/>
                  </a:p>
                </p:txBody>
              </p:sp>
            </p:grpSp>
            <p:grpSp>
              <p:nvGrpSpPr>
                <p:cNvPr id="693" name="Group 692">
                  <a:extLst>
                    <a:ext uri="{FF2B5EF4-FFF2-40B4-BE49-F238E27FC236}">
                      <a16:creationId xmlns:a16="http://schemas.microsoft.com/office/drawing/2014/main" id="{6D70E48A-5193-486E-8340-7A0B3E5B0E28}"/>
                    </a:ext>
                  </a:extLst>
                </p:cNvPr>
                <p:cNvGrpSpPr/>
                <p:nvPr/>
              </p:nvGrpSpPr>
              <p:grpSpPr>
                <a:xfrm>
                  <a:off x="14820092" y="2023145"/>
                  <a:ext cx="904345" cy="891614"/>
                  <a:chOff x="14820092" y="2023145"/>
                  <a:chExt cx="904345" cy="891614"/>
                </a:xfrm>
              </p:grpSpPr>
              <p:sp>
                <p:nvSpPr>
                  <p:cNvPr id="476" name="Freeform: Shape 475">
                    <a:extLst>
                      <a:ext uri="{FF2B5EF4-FFF2-40B4-BE49-F238E27FC236}">
                        <a16:creationId xmlns:a16="http://schemas.microsoft.com/office/drawing/2014/main" id="{94B9C4F1-4C1E-459D-97B1-A4481ADC9F7C}"/>
                      </a:ext>
                    </a:extLst>
                  </p:cNvPr>
                  <p:cNvSpPr/>
                  <p:nvPr/>
                </p:nvSpPr>
                <p:spPr>
                  <a:xfrm>
                    <a:off x="15327774" y="2128232"/>
                    <a:ext cx="10340" cy="7620"/>
                  </a:xfrm>
                  <a:custGeom>
                    <a:avLst/>
                    <a:gdLst>
                      <a:gd name="connsiteX0" fmla="*/ 2858 w 10340"/>
                      <a:gd name="connsiteY0" fmla="*/ 1905 h 7620"/>
                      <a:gd name="connsiteX1" fmla="*/ 0 w 10340"/>
                      <a:gd name="connsiteY1" fmla="*/ 1905 h 7620"/>
                      <a:gd name="connsiteX2" fmla="*/ 9525 w 10340"/>
                      <a:gd name="connsiteY2" fmla="*/ 7620 h 7620"/>
                      <a:gd name="connsiteX3" fmla="*/ 8573 w 10340"/>
                      <a:gd name="connsiteY3" fmla="*/ 4763 h 7620"/>
                      <a:gd name="connsiteX4" fmla="*/ 2858 w 10340"/>
                      <a:gd name="connsiteY4" fmla="*/ 0 h 7620"/>
                      <a:gd name="connsiteX5" fmla="*/ 2858 w 10340"/>
                      <a:gd name="connsiteY5" fmla="*/ 1905 h 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40" h="7620">
                        <a:moveTo>
                          <a:pt x="2858" y="1905"/>
                        </a:moveTo>
                        <a:cubicBezTo>
                          <a:pt x="1905" y="2858"/>
                          <a:pt x="953" y="1905"/>
                          <a:pt x="0" y="1905"/>
                        </a:cubicBezTo>
                        <a:cubicBezTo>
                          <a:pt x="0" y="2858"/>
                          <a:pt x="8573" y="7620"/>
                          <a:pt x="9525" y="7620"/>
                        </a:cubicBezTo>
                        <a:cubicBezTo>
                          <a:pt x="11430" y="6668"/>
                          <a:pt x="9525" y="5715"/>
                          <a:pt x="8573" y="4763"/>
                        </a:cubicBezTo>
                        <a:cubicBezTo>
                          <a:pt x="6668" y="2858"/>
                          <a:pt x="6668" y="0"/>
                          <a:pt x="2858" y="0"/>
                        </a:cubicBezTo>
                        <a:cubicBezTo>
                          <a:pt x="3810" y="953"/>
                          <a:pt x="3810" y="953"/>
                          <a:pt x="2858" y="1905"/>
                        </a:cubicBezTo>
                        <a:close/>
                      </a:path>
                    </a:pathLst>
                  </a:custGeom>
                  <a:solidFill>
                    <a:schemeClr val="bg2">
                      <a:alpha val="34000"/>
                    </a:schemeClr>
                  </a:solidFill>
                  <a:ln w="9525" cap="flat">
                    <a:noFill/>
                    <a:prstDash val="solid"/>
                    <a:miter/>
                  </a:ln>
                </p:spPr>
                <p:txBody>
                  <a:bodyPr rtlCol="0" anchor="ctr"/>
                  <a:lstStyle/>
                  <a:p>
                    <a:endParaRPr lang="en-US"/>
                  </a:p>
                </p:txBody>
              </p:sp>
              <p:sp>
                <p:nvSpPr>
                  <p:cNvPr id="477" name="Freeform: Shape 476">
                    <a:extLst>
                      <a:ext uri="{FF2B5EF4-FFF2-40B4-BE49-F238E27FC236}">
                        <a16:creationId xmlns:a16="http://schemas.microsoft.com/office/drawing/2014/main" id="{4825095C-EF73-49EA-9C9C-D8D3A3E90DCC}"/>
                      </a:ext>
                    </a:extLst>
                  </p:cNvPr>
                  <p:cNvSpPr/>
                  <p:nvPr/>
                </p:nvSpPr>
                <p:spPr>
                  <a:xfrm>
                    <a:off x="15340082" y="2136805"/>
                    <a:ext cx="17220" cy="14287"/>
                  </a:xfrm>
                  <a:custGeom>
                    <a:avLst/>
                    <a:gdLst>
                      <a:gd name="connsiteX0" fmla="*/ 1027 w 17220"/>
                      <a:gd name="connsiteY0" fmla="*/ 5715 h 14287"/>
                      <a:gd name="connsiteX1" fmla="*/ 7695 w 17220"/>
                      <a:gd name="connsiteY1" fmla="*/ 10478 h 14287"/>
                      <a:gd name="connsiteX2" fmla="*/ 13410 w 17220"/>
                      <a:gd name="connsiteY2" fmla="*/ 14288 h 14287"/>
                      <a:gd name="connsiteX3" fmla="*/ 16267 w 17220"/>
                      <a:gd name="connsiteY3" fmla="*/ 11430 h 14287"/>
                      <a:gd name="connsiteX4" fmla="*/ 17220 w 17220"/>
                      <a:gd name="connsiteY4" fmla="*/ 10478 h 14287"/>
                      <a:gd name="connsiteX5" fmla="*/ 15315 w 17220"/>
                      <a:gd name="connsiteY5" fmla="*/ 7620 h 14287"/>
                      <a:gd name="connsiteX6" fmla="*/ 9600 w 17220"/>
                      <a:gd name="connsiteY6" fmla="*/ 3810 h 14287"/>
                      <a:gd name="connsiteX7" fmla="*/ 3885 w 17220"/>
                      <a:gd name="connsiteY7" fmla="*/ 0 h 14287"/>
                      <a:gd name="connsiteX8" fmla="*/ 1027 w 17220"/>
                      <a:gd name="connsiteY8" fmla="*/ 5715 h 14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20" h="14287">
                        <a:moveTo>
                          <a:pt x="1027" y="5715"/>
                        </a:moveTo>
                        <a:cubicBezTo>
                          <a:pt x="2933" y="7620"/>
                          <a:pt x="5790" y="8573"/>
                          <a:pt x="7695" y="10478"/>
                        </a:cubicBezTo>
                        <a:cubicBezTo>
                          <a:pt x="8648" y="11430"/>
                          <a:pt x="10552" y="14288"/>
                          <a:pt x="13410" y="14288"/>
                        </a:cubicBezTo>
                        <a:cubicBezTo>
                          <a:pt x="14363" y="14288"/>
                          <a:pt x="15315" y="12383"/>
                          <a:pt x="16267" y="11430"/>
                        </a:cubicBezTo>
                        <a:cubicBezTo>
                          <a:pt x="16267" y="11430"/>
                          <a:pt x="17220" y="11430"/>
                          <a:pt x="17220" y="10478"/>
                        </a:cubicBezTo>
                        <a:cubicBezTo>
                          <a:pt x="17220" y="9525"/>
                          <a:pt x="16267" y="8573"/>
                          <a:pt x="15315" y="7620"/>
                        </a:cubicBezTo>
                        <a:cubicBezTo>
                          <a:pt x="13410" y="5715"/>
                          <a:pt x="11505" y="4763"/>
                          <a:pt x="9600" y="3810"/>
                        </a:cubicBezTo>
                        <a:cubicBezTo>
                          <a:pt x="7695" y="1905"/>
                          <a:pt x="6742" y="0"/>
                          <a:pt x="3885" y="0"/>
                        </a:cubicBezTo>
                        <a:cubicBezTo>
                          <a:pt x="1980" y="0"/>
                          <a:pt x="-1830" y="2858"/>
                          <a:pt x="1027" y="5715"/>
                        </a:cubicBezTo>
                        <a:close/>
                      </a:path>
                    </a:pathLst>
                  </a:custGeom>
                  <a:solidFill>
                    <a:schemeClr val="bg2">
                      <a:alpha val="34000"/>
                    </a:schemeClr>
                  </a:solidFill>
                  <a:ln w="9525" cap="flat">
                    <a:noFill/>
                    <a:prstDash val="solid"/>
                    <a:miter/>
                  </a:ln>
                </p:spPr>
                <p:txBody>
                  <a:bodyPr rtlCol="0" anchor="ctr"/>
                  <a:lstStyle/>
                  <a:p>
                    <a:endParaRPr lang="en-US"/>
                  </a:p>
                </p:txBody>
              </p:sp>
              <p:sp>
                <p:nvSpPr>
                  <p:cNvPr id="478" name="Freeform: Shape 477">
                    <a:extLst>
                      <a:ext uri="{FF2B5EF4-FFF2-40B4-BE49-F238E27FC236}">
                        <a16:creationId xmlns:a16="http://schemas.microsoft.com/office/drawing/2014/main" id="{798DB669-E1A6-431B-A88D-0DC176807314}"/>
                      </a:ext>
                    </a:extLst>
                  </p:cNvPr>
                  <p:cNvSpPr/>
                  <p:nvPr/>
                </p:nvSpPr>
                <p:spPr>
                  <a:xfrm>
                    <a:off x="15443854" y="2129291"/>
                    <a:ext cx="13654" cy="4329"/>
                  </a:xfrm>
                  <a:custGeom>
                    <a:avLst/>
                    <a:gdLst>
                      <a:gd name="connsiteX0" fmla="*/ 4888 w 13654"/>
                      <a:gd name="connsiteY0" fmla="*/ 3704 h 4329"/>
                      <a:gd name="connsiteX1" fmla="*/ 11555 w 13654"/>
                      <a:gd name="connsiteY1" fmla="*/ 2752 h 4329"/>
                      <a:gd name="connsiteX2" fmla="*/ 13460 w 13654"/>
                      <a:gd name="connsiteY2" fmla="*/ 847 h 4329"/>
                      <a:gd name="connsiteX3" fmla="*/ 11555 w 13654"/>
                      <a:gd name="connsiteY3" fmla="*/ 847 h 4329"/>
                      <a:gd name="connsiteX4" fmla="*/ 5840 w 13654"/>
                      <a:gd name="connsiteY4" fmla="*/ 1799 h 4329"/>
                      <a:gd name="connsiteX5" fmla="*/ 125 w 13654"/>
                      <a:gd name="connsiteY5" fmla="*/ 2752 h 4329"/>
                      <a:gd name="connsiteX6" fmla="*/ 4888 w 13654"/>
                      <a:gd name="connsiteY6" fmla="*/ 3704 h 4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4" h="4329">
                        <a:moveTo>
                          <a:pt x="4888" y="3704"/>
                        </a:moveTo>
                        <a:cubicBezTo>
                          <a:pt x="7745" y="3704"/>
                          <a:pt x="9650" y="4657"/>
                          <a:pt x="11555" y="2752"/>
                        </a:cubicBezTo>
                        <a:cubicBezTo>
                          <a:pt x="12508" y="1799"/>
                          <a:pt x="12508" y="1799"/>
                          <a:pt x="13460" y="847"/>
                        </a:cubicBezTo>
                        <a:cubicBezTo>
                          <a:pt x="14413" y="-1058"/>
                          <a:pt x="11555" y="847"/>
                          <a:pt x="11555" y="847"/>
                        </a:cubicBezTo>
                        <a:cubicBezTo>
                          <a:pt x="8698" y="847"/>
                          <a:pt x="7745" y="-106"/>
                          <a:pt x="5840" y="1799"/>
                        </a:cubicBezTo>
                        <a:cubicBezTo>
                          <a:pt x="3935" y="2752"/>
                          <a:pt x="2030" y="1799"/>
                          <a:pt x="125" y="2752"/>
                        </a:cubicBezTo>
                        <a:cubicBezTo>
                          <a:pt x="-827" y="4657"/>
                          <a:pt x="3935" y="4657"/>
                          <a:pt x="4888" y="3704"/>
                        </a:cubicBezTo>
                        <a:close/>
                      </a:path>
                    </a:pathLst>
                  </a:custGeom>
                  <a:solidFill>
                    <a:schemeClr val="bg2">
                      <a:alpha val="34000"/>
                    </a:schemeClr>
                  </a:solidFill>
                  <a:ln w="9525" cap="flat">
                    <a:noFill/>
                    <a:prstDash val="solid"/>
                    <a:miter/>
                  </a:ln>
                </p:spPr>
                <p:txBody>
                  <a:bodyPr rtlCol="0" anchor="ctr"/>
                  <a:lstStyle/>
                  <a:p>
                    <a:endParaRPr lang="en-US"/>
                  </a:p>
                </p:txBody>
              </p:sp>
              <p:sp>
                <p:nvSpPr>
                  <p:cNvPr id="479" name="Freeform: Shape 478">
                    <a:extLst>
                      <a:ext uri="{FF2B5EF4-FFF2-40B4-BE49-F238E27FC236}">
                        <a16:creationId xmlns:a16="http://schemas.microsoft.com/office/drawing/2014/main" id="{F67D8740-A2E6-480E-A0A4-59F0247525FB}"/>
                      </a:ext>
                    </a:extLst>
                  </p:cNvPr>
                  <p:cNvSpPr/>
                  <p:nvPr/>
                </p:nvSpPr>
                <p:spPr>
                  <a:xfrm>
                    <a:off x="15697344" y="2506375"/>
                    <a:ext cx="27093" cy="129540"/>
                  </a:xfrm>
                  <a:custGeom>
                    <a:avLst/>
                    <a:gdLst>
                      <a:gd name="connsiteX0" fmla="*/ 25717 w 27093"/>
                      <a:gd name="connsiteY0" fmla="*/ 14288 h 129540"/>
                      <a:gd name="connsiteX1" fmla="*/ 25717 w 27093"/>
                      <a:gd name="connsiteY1" fmla="*/ 14288 h 129540"/>
                      <a:gd name="connsiteX2" fmla="*/ 21908 w 27093"/>
                      <a:gd name="connsiteY2" fmla="*/ 36195 h 129540"/>
                      <a:gd name="connsiteX3" fmla="*/ 18097 w 27093"/>
                      <a:gd name="connsiteY3" fmla="*/ 43815 h 129540"/>
                      <a:gd name="connsiteX4" fmla="*/ 17145 w 27093"/>
                      <a:gd name="connsiteY4" fmla="*/ 49530 h 129540"/>
                      <a:gd name="connsiteX5" fmla="*/ 15240 w 27093"/>
                      <a:gd name="connsiteY5" fmla="*/ 65722 h 129540"/>
                      <a:gd name="connsiteX6" fmla="*/ 3810 w 27093"/>
                      <a:gd name="connsiteY6" fmla="*/ 111442 h 129540"/>
                      <a:gd name="connsiteX7" fmla="*/ 0 w 27093"/>
                      <a:gd name="connsiteY7" fmla="*/ 129540 h 129540"/>
                      <a:gd name="connsiteX8" fmla="*/ 5715 w 27093"/>
                      <a:gd name="connsiteY8" fmla="*/ 116205 h 129540"/>
                      <a:gd name="connsiteX9" fmla="*/ 13335 w 27093"/>
                      <a:gd name="connsiteY9" fmla="*/ 89535 h 129540"/>
                      <a:gd name="connsiteX10" fmla="*/ 20955 w 27093"/>
                      <a:gd name="connsiteY10" fmla="*/ 59055 h 129540"/>
                      <a:gd name="connsiteX11" fmla="*/ 23813 w 27093"/>
                      <a:gd name="connsiteY11" fmla="*/ 44767 h 129540"/>
                      <a:gd name="connsiteX12" fmla="*/ 25717 w 27093"/>
                      <a:gd name="connsiteY12" fmla="*/ 27622 h 129540"/>
                      <a:gd name="connsiteX13" fmla="*/ 24765 w 27093"/>
                      <a:gd name="connsiteY13" fmla="*/ 35242 h 129540"/>
                      <a:gd name="connsiteX14" fmla="*/ 26670 w 27093"/>
                      <a:gd name="connsiteY14" fmla="*/ 20003 h 129540"/>
                      <a:gd name="connsiteX15" fmla="*/ 26670 w 27093"/>
                      <a:gd name="connsiteY15" fmla="*/ 0 h 129540"/>
                      <a:gd name="connsiteX16" fmla="*/ 25717 w 27093"/>
                      <a:gd name="connsiteY16" fmla="*/ 14288 h 129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093" h="129540">
                        <a:moveTo>
                          <a:pt x="25717" y="14288"/>
                        </a:moveTo>
                        <a:cubicBezTo>
                          <a:pt x="25717" y="14288"/>
                          <a:pt x="25717" y="14288"/>
                          <a:pt x="25717" y="14288"/>
                        </a:cubicBezTo>
                        <a:cubicBezTo>
                          <a:pt x="24765" y="20955"/>
                          <a:pt x="23813" y="29528"/>
                          <a:pt x="21908" y="36195"/>
                        </a:cubicBezTo>
                        <a:cubicBezTo>
                          <a:pt x="20955" y="39053"/>
                          <a:pt x="19050" y="41910"/>
                          <a:pt x="18097" y="43815"/>
                        </a:cubicBezTo>
                        <a:cubicBezTo>
                          <a:pt x="17145" y="45720"/>
                          <a:pt x="17145" y="47625"/>
                          <a:pt x="17145" y="49530"/>
                        </a:cubicBezTo>
                        <a:cubicBezTo>
                          <a:pt x="16192" y="55245"/>
                          <a:pt x="15240" y="60960"/>
                          <a:pt x="15240" y="65722"/>
                        </a:cubicBezTo>
                        <a:cubicBezTo>
                          <a:pt x="13335" y="80963"/>
                          <a:pt x="7620" y="96203"/>
                          <a:pt x="3810" y="111442"/>
                        </a:cubicBezTo>
                        <a:cubicBezTo>
                          <a:pt x="1905" y="117157"/>
                          <a:pt x="0" y="123825"/>
                          <a:pt x="0" y="129540"/>
                        </a:cubicBezTo>
                        <a:cubicBezTo>
                          <a:pt x="2858" y="126682"/>
                          <a:pt x="4763" y="120015"/>
                          <a:pt x="5715" y="116205"/>
                        </a:cubicBezTo>
                        <a:cubicBezTo>
                          <a:pt x="8572" y="107632"/>
                          <a:pt x="11430" y="99060"/>
                          <a:pt x="13335" y="89535"/>
                        </a:cubicBezTo>
                        <a:cubicBezTo>
                          <a:pt x="16192" y="79057"/>
                          <a:pt x="19050" y="69532"/>
                          <a:pt x="20955" y="59055"/>
                        </a:cubicBezTo>
                        <a:cubicBezTo>
                          <a:pt x="21908" y="54292"/>
                          <a:pt x="22860" y="49530"/>
                          <a:pt x="23813" y="44767"/>
                        </a:cubicBezTo>
                        <a:cubicBezTo>
                          <a:pt x="24765" y="39053"/>
                          <a:pt x="24765" y="33338"/>
                          <a:pt x="25717" y="27622"/>
                        </a:cubicBezTo>
                        <a:cubicBezTo>
                          <a:pt x="25717" y="30480"/>
                          <a:pt x="25717" y="32385"/>
                          <a:pt x="24765" y="35242"/>
                        </a:cubicBezTo>
                        <a:cubicBezTo>
                          <a:pt x="26670" y="30480"/>
                          <a:pt x="26670" y="24765"/>
                          <a:pt x="26670" y="20003"/>
                        </a:cubicBezTo>
                        <a:cubicBezTo>
                          <a:pt x="26670" y="13335"/>
                          <a:pt x="27622" y="6667"/>
                          <a:pt x="26670" y="0"/>
                        </a:cubicBezTo>
                        <a:cubicBezTo>
                          <a:pt x="27622" y="4763"/>
                          <a:pt x="25717" y="14288"/>
                          <a:pt x="25717" y="14288"/>
                        </a:cubicBezTo>
                        <a:close/>
                      </a:path>
                    </a:pathLst>
                  </a:custGeom>
                  <a:solidFill>
                    <a:schemeClr val="bg2">
                      <a:alpha val="34000"/>
                    </a:schemeClr>
                  </a:solidFill>
                  <a:ln w="9525" cap="flat">
                    <a:noFill/>
                    <a:prstDash val="solid"/>
                    <a:miter/>
                  </a:ln>
                </p:spPr>
                <p:txBody>
                  <a:bodyPr rtlCol="0" anchor="ctr"/>
                  <a:lstStyle/>
                  <a:p>
                    <a:endParaRPr lang="en-US"/>
                  </a:p>
                </p:txBody>
              </p:sp>
              <p:sp>
                <p:nvSpPr>
                  <p:cNvPr id="480" name="Freeform: Shape 479">
                    <a:extLst>
                      <a:ext uri="{FF2B5EF4-FFF2-40B4-BE49-F238E27FC236}">
                        <a16:creationId xmlns:a16="http://schemas.microsoft.com/office/drawing/2014/main" id="{8292520C-2472-42AB-9597-1099800C988A}"/>
                      </a:ext>
                    </a:extLst>
                  </p:cNvPr>
                  <p:cNvSpPr/>
                  <p:nvPr/>
                </p:nvSpPr>
                <p:spPr>
                  <a:xfrm>
                    <a:off x="15126797" y="2044413"/>
                    <a:ext cx="11430" cy="3809"/>
                  </a:xfrm>
                  <a:custGeom>
                    <a:avLst/>
                    <a:gdLst>
                      <a:gd name="connsiteX0" fmla="*/ 10477 w 11430"/>
                      <a:gd name="connsiteY0" fmla="*/ 0 h 3809"/>
                      <a:gd name="connsiteX1" fmla="*/ 8573 w 11430"/>
                      <a:gd name="connsiteY1" fmla="*/ 953 h 3809"/>
                      <a:gd name="connsiteX2" fmla="*/ 4763 w 11430"/>
                      <a:gd name="connsiteY2" fmla="*/ 1905 h 3809"/>
                      <a:gd name="connsiteX3" fmla="*/ 5715 w 11430"/>
                      <a:gd name="connsiteY3" fmla="*/ 1905 h 3809"/>
                      <a:gd name="connsiteX4" fmla="*/ 0 w 11430"/>
                      <a:gd name="connsiteY4" fmla="*/ 3810 h 3809"/>
                      <a:gd name="connsiteX5" fmla="*/ 11430 w 11430"/>
                      <a:gd name="connsiteY5" fmla="*/ 0 h 3809"/>
                      <a:gd name="connsiteX6" fmla="*/ 10477 w 11430"/>
                      <a:gd name="connsiteY6" fmla="*/ 0 h 3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30" h="3809">
                        <a:moveTo>
                          <a:pt x="10477" y="0"/>
                        </a:moveTo>
                        <a:cubicBezTo>
                          <a:pt x="10477" y="0"/>
                          <a:pt x="7620" y="953"/>
                          <a:pt x="8573" y="953"/>
                        </a:cubicBezTo>
                        <a:cubicBezTo>
                          <a:pt x="7620" y="953"/>
                          <a:pt x="6668" y="1905"/>
                          <a:pt x="4763" y="1905"/>
                        </a:cubicBezTo>
                        <a:cubicBezTo>
                          <a:pt x="4763" y="1905"/>
                          <a:pt x="4763" y="1905"/>
                          <a:pt x="5715" y="1905"/>
                        </a:cubicBezTo>
                        <a:cubicBezTo>
                          <a:pt x="3810" y="2857"/>
                          <a:pt x="1905" y="2857"/>
                          <a:pt x="0" y="3810"/>
                        </a:cubicBezTo>
                        <a:cubicBezTo>
                          <a:pt x="3810" y="2857"/>
                          <a:pt x="7620" y="953"/>
                          <a:pt x="11430" y="0"/>
                        </a:cubicBezTo>
                        <a:cubicBezTo>
                          <a:pt x="11430" y="0"/>
                          <a:pt x="11430" y="0"/>
                          <a:pt x="10477" y="0"/>
                        </a:cubicBezTo>
                        <a:close/>
                      </a:path>
                    </a:pathLst>
                  </a:custGeom>
                  <a:solidFill>
                    <a:schemeClr val="bg2">
                      <a:alpha val="34000"/>
                    </a:schemeClr>
                  </a:solidFill>
                  <a:ln w="9525" cap="flat">
                    <a:noFill/>
                    <a:prstDash val="solid"/>
                    <a:miter/>
                  </a:ln>
                </p:spPr>
                <p:txBody>
                  <a:bodyPr rtlCol="0" anchor="ctr"/>
                  <a:lstStyle/>
                  <a:p>
                    <a:endParaRPr lang="en-US"/>
                  </a:p>
                </p:txBody>
              </p:sp>
              <p:sp>
                <p:nvSpPr>
                  <p:cNvPr id="482" name="Freeform: Shape 481">
                    <a:extLst>
                      <a:ext uri="{FF2B5EF4-FFF2-40B4-BE49-F238E27FC236}">
                        <a16:creationId xmlns:a16="http://schemas.microsoft.com/office/drawing/2014/main" id="{32305C56-4970-45EA-ABAF-7DF14EABF992}"/>
                      </a:ext>
                    </a:extLst>
                  </p:cNvPr>
                  <p:cNvSpPr/>
                  <p:nvPr/>
                </p:nvSpPr>
                <p:spPr>
                  <a:xfrm>
                    <a:off x="15139737" y="2033935"/>
                    <a:ext cx="40399" cy="9525"/>
                  </a:xfrm>
                  <a:custGeom>
                    <a:avLst/>
                    <a:gdLst>
                      <a:gd name="connsiteX0" fmla="*/ 1347 w 40399"/>
                      <a:gd name="connsiteY0" fmla="*/ 9525 h 9525"/>
                      <a:gd name="connsiteX1" fmla="*/ 15635 w 40399"/>
                      <a:gd name="connsiteY1" fmla="*/ 5715 h 9525"/>
                      <a:gd name="connsiteX2" fmla="*/ 17540 w 40399"/>
                      <a:gd name="connsiteY2" fmla="*/ 5715 h 9525"/>
                      <a:gd name="connsiteX3" fmla="*/ 19445 w 40399"/>
                      <a:gd name="connsiteY3" fmla="*/ 4763 h 9525"/>
                      <a:gd name="connsiteX4" fmla="*/ 25160 w 40399"/>
                      <a:gd name="connsiteY4" fmla="*/ 3810 h 9525"/>
                      <a:gd name="connsiteX5" fmla="*/ 34685 w 40399"/>
                      <a:gd name="connsiteY5" fmla="*/ 1905 h 9525"/>
                      <a:gd name="connsiteX6" fmla="*/ 32780 w 40399"/>
                      <a:gd name="connsiteY6" fmla="*/ 1905 h 9525"/>
                      <a:gd name="connsiteX7" fmla="*/ 35637 w 40399"/>
                      <a:gd name="connsiteY7" fmla="*/ 953 h 9525"/>
                      <a:gd name="connsiteX8" fmla="*/ 40400 w 40399"/>
                      <a:gd name="connsiteY8" fmla="*/ 0 h 9525"/>
                      <a:gd name="connsiteX9" fmla="*/ 5157 w 40399"/>
                      <a:gd name="connsiteY9" fmla="*/ 8572 h 9525"/>
                      <a:gd name="connsiteX10" fmla="*/ 4205 w 40399"/>
                      <a:gd name="connsiteY10" fmla="*/ 8572 h 9525"/>
                      <a:gd name="connsiteX11" fmla="*/ 395 w 40399"/>
                      <a:gd name="connsiteY11" fmla="*/ 9525 h 9525"/>
                      <a:gd name="connsiteX12" fmla="*/ 1347 w 40399"/>
                      <a:gd name="connsiteY12" fmla="*/ 9525 h 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399" h="9525">
                        <a:moveTo>
                          <a:pt x="1347" y="9525"/>
                        </a:moveTo>
                        <a:cubicBezTo>
                          <a:pt x="6110" y="7620"/>
                          <a:pt x="10872" y="6668"/>
                          <a:pt x="15635" y="5715"/>
                        </a:cubicBezTo>
                        <a:cubicBezTo>
                          <a:pt x="14682" y="5715"/>
                          <a:pt x="16587" y="5715"/>
                          <a:pt x="17540" y="5715"/>
                        </a:cubicBezTo>
                        <a:cubicBezTo>
                          <a:pt x="18492" y="5715"/>
                          <a:pt x="19445" y="5715"/>
                          <a:pt x="19445" y="4763"/>
                        </a:cubicBezTo>
                        <a:cubicBezTo>
                          <a:pt x="21350" y="3810"/>
                          <a:pt x="23255" y="3810"/>
                          <a:pt x="25160" y="3810"/>
                        </a:cubicBezTo>
                        <a:cubicBezTo>
                          <a:pt x="28017" y="2857"/>
                          <a:pt x="32780" y="2857"/>
                          <a:pt x="34685" y="1905"/>
                        </a:cubicBezTo>
                        <a:cubicBezTo>
                          <a:pt x="33732" y="1905"/>
                          <a:pt x="33732" y="1905"/>
                          <a:pt x="32780" y="1905"/>
                        </a:cubicBezTo>
                        <a:cubicBezTo>
                          <a:pt x="33732" y="1905"/>
                          <a:pt x="34685" y="1905"/>
                          <a:pt x="35637" y="953"/>
                        </a:cubicBezTo>
                        <a:cubicBezTo>
                          <a:pt x="35637" y="953"/>
                          <a:pt x="39447" y="0"/>
                          <a:pt x="40400" y="0"/>
                        </a:cubicBezTo>
                        <a:cubicBezTo>
                          <a:pt x="28017" y="2857"/>
                          <a:pt x="16587" y="5715"/>
                          <a:pt x="5157" y="8572"/>
                        </a:cubicBezTo>
                        <a:cubicBezTo>
                          <a:pt x="8967" y="7620"/>
                          <a:pt x="4205" y="8572"/>
                          <a:pt x="4205" y="8572"/>
                        </a:cubicBezTo>
                        <a:cubicBezTo>
                          <a:pt x="3252" y="8572"/>
                          <a:pt x="1347" y="9525"/>
                          <a:pt x="395" y="9525"/>
                        </a:cubicBezTo>
                        <a:cubicBezTo>
                          <a:pt x="-558" y="9525"/>
                          <a:pt x="395" y="9525"/>
                          <a:pt x="1347" y="9525"/>
                        </a:cubicBezTo>
                        <a:close/>
                      </a:path>
                    </a:pathLst>
                  </a:custGeom>
                  <a:solidFill>
                    <a:schemeClr val="bg2">
                      <a:alpha val="34000"/>
                    </a:schemeClr>
                  </a:solidFill>
                  <a:ln w="9525" cap="flat">
                    <a:noFill/>
                    <a:prstDash val="solid"/>
                    <a:miter/>
                  </a:ln>
                </p:spPr>
                <p:txBody>
                  <a:bodyPr rtlCol="0" anchor="ctr"/>
                  <a:lstStyle/>
                  <a:p>
                    <a:endParaRPr lang="en-US"/>
                  </a:p>
                </p:txBody>
              </p:sp>
              <p:sp>
                <p:nvSpPr>
                  <p:cNvPr id="483" name="Freeform: Shape 482">
                    <a:extLst>
                      <a:ext uri="{FF2B5EF4-FFF2-40B4-BE49-F238E27FC236}">
                        <a16:creationId xmlns:a16="http://schemas.microsoft.com/office/drawing/2014/main" id="{9E429D8D-E757-4B29-92AB-500E054685AD}"/>
                      </a:ext>
                    </a:extLst>
                  </p:cNvPr>
                  <p:cNvSpPr/>
                  <p:nvPr/>
                </p:nvSpPr>
                <p:spPr>
                  <a:xfrm>
                    <a:off x="15186805" y="2031755"/>
                    <a:ext cx="8572" cy="2179"/>
                  </a:xfrm>
                  <a:custGeom>
                    <a:avLst/>
                    <a:gdLst>
                      <a:gd name="connsiteX0" fmla="*/ 6667 w 8572"/>
                      <a:gd name="connsiteY0" fmla="*/ 275 h 2179"/>
                      <a:gd name="connsiteX1" fmla="*/ 8573 w 8572"/>
                      <a:gd name="connsiteY1" fmla="*/ 275 h 2179"/>
                      <a:gd name="connsiteX2" fmla="*/ 0 w 8572"/>
                      <a:gd name="connsiteY2" fmla="*/ 2180 h 2179"/>
                      <a:gd name="connsiteX3" fmla="*/ 6667 w 8572"/>
                      <a:gd name="connsiteY3" fmla="*/ 275 h 2179"/>
                    </a:gdLst>
                    <a:ahLst/>
                    <a:cxnLst>
                      <a:cxn ang="0">
                        <a:pos x="connsiteX0" y="connsiteY0"/>
                      </a:cxn>
                      <a:cxn ang="0">
                        <a:pos x="connsiteX1" y="connsiteY1"/>
                      </a:cxn>
                      <a:cxn ang="0">
                        <a:pos x="connsiteX2" y="connsiteY2"/>
                      </a:cxn>
                      <a:cxn ang="0">
                        <a:pos x="connsiteX3" y="connsiteY3"/>
                      </a:cxn>
                    </a:cxnLst>
                    <a:rect l="l" t="t" r="r" b="b"/>
                    <a:pathLst>
                      <a:path w="8572" h="2179">
                        <a:moveTo>
                          <a:pt x="6667" y="275"/>
                        </a:moveTo>
                        <a:cubicBezTo>
                          <a:pt x="8573" y="-677"/>
                          <a:pt x="5715" y="1227"/>
                          <a:pt x="8573" y="275"/>
                        </a:cubicBezTo>
                        <a:cubicBezTo>
                          <a:pt x="5715" y="275"/>
                          <a:pt x="1905" y="1227"/>
                          <a:pt x="0" y="2180"/>
                        </a:cubicBezTo>
                        <a:cubicBezTo>
                          <a:pt x="1905" y="1227"/>
                          <a:pt x="5715" y="-677"/>
                          <a:pt x="6667" y="275"/>
                        </a:cubicBezTo>
                        <a:close/>
                      </a:path>
                    </a:pathLst>
                  </a:custGeom>
                  <a:solidFill>
                    <a:schemeClr val="bg2">
                      <a:alpha val="34000"/>
                    </a:schemeClr>
                  </a:solidFill>
                  <a:ln w="9525" cap="flat">
                    <a:noFill/>
                    <a:prstDash val="solid"/>
                    <a:miter/>
                  </a:ln>
                </p:spPr>
                <p:txBody>
                  <a:bodyPr rtlCol="0" anchor="ctr"/>
                  <a:lstStyle/>
                  <a:p>
                    <a:endParaRPr lang="en-US"/>
                  </a:p>
                </p:txBody>
              </p:sp>
              <p:sp>
                <p:nvSpPr>
                  <p:cNvPr id="484" name="Freeform: Shape 483">
                    <a:extLst>
                      <a:ext uri="{FF2B5EF4-FFF2-40B4-BE49-F238E27FC236}">
                        <a16:creationId xmlns:a16="http://schemas.microsoft.com/office/drawing/2014/main" id="{146343D2-7855-42CA-913F-0BE8103614EA}"/>
                      </a:ext>
                    </a:extLst>
                  </p:cNvPr>
                  <p:cNvSpPr/>
                  <p:nvPr/>
                </p:nvSpPr>
                <p:spPr>
                  <a:xfrm>
                    <a:off x="15076315" y="2060605"/>
                    <a:ext cx="25717" cy="12382"/>
                  </a:xfrm>
                  <a:custGeom>
                    <a:avLst/>
                    <a:gdLst>
                      <a:gd name="connsiteX0" fmla="*/ 18097 w 25717"/>
                      <a:gd name="connsiteY0" fmla="*/ 1905 h 12382"/>
                      <a:gd name="connsiteX1" fmla="*/ 23813 w 25717"/>
                      <a:gd name="connsiteY1" fmla="*/ 0 h 12382"/>
                      <a:gd name="connsiteX2" fmla="*/ 23813 w 25717"/>
                      <a:gd name="connsiteY2" fmla="*/ 0 h 12382"/>
                      <a:gd name="connsiteX3" fmla="*/ 3810 w 25717"/>
                      <a:gd name="connsiteY3" fmla="*/ 8573 h 12382"/>
                      <a:gd name="connsiteX4" fmla="*/ 4763 w 25717"/>
                      <a:gd name="connsiteY4" fmla="*/ 8573 h 12382"/>
                      <a:gd name="connsiteX5" fmla="*/ 0 w 25717"/>
                      <a:gd name="connsiteY5" fmla="*/ 10478 h 12382"/>
                      <a:gd name="connsiteX6" fmla="*/ 7620 w 25717"/>
                      <a:gd name="connsiteY6" fmla="*/ 7620 h 12382"/>
                      <a:gd name="connsiteX7" fmla="*/ 952 w 25717"/>
                      <a:gd name="connsiteY7" fmla="*/ 10478 h 12382"/>
                      <a:gd name="connsiteX8" fmla="*/ 3810 w 25717"/>
                      <a:gd name="connsiteY8" fmla="*/ 9525 h 12382"/>
                      <a:gd name="connsiteX9" fmla="*/ 952 w 25717"/>
                      <a:gd name="connsiteY9" fmla="*/ 10478 h 12382"/>
                      <a:gd name="connsiteX10" fmla="*/ 0 w 25717"/>
                      <a:gd name="connsiteY10" fmla="*/ 11430 h 12382"/>
                      <a:gd name="connsiteX11" fmla="*/ 952 w 25717"/>
                      <a:gd name="connsiteY11" fmla="*/ 11430 h 12382"/>
                      <a:gd name="connsiteX12" fmla="*/ 0 w 25717"/>
                      <a:gd name="connsiteY12" fmla="*/ 12383 h 12382"/>
                      <a:gd name="connsiteX13" fmla="*/ 0 w 25717"/>
                      <a:gd name="connsiteY13" fmla="*/ 12383 h 12382"/>
                      <a:gd name="connsiteX14" fmla="*/ 12382 w 25717"/>
                      <a:gd name="connsiteY14" fmla="*/ 7620 h 12382"/>
                      <a:gd name="connsiteX15" fmla="*/ 9525 w 25717"/>
                      <a:gd name="connsiteY15" fmla="*/ 8573 h 12382"/>
                      <a:gd name="connsiteX16" fmla="*/ 9525 w 25717"/>
                      <a:gd name="connsiteY16" fmla="*/ 8573 h 12382"/>
                      <a:gd name="connsiteX17" fmla="*/ 8572 w 25717"/>
                      <a:gd name="connsiteY17" fmla="*/ 8573 h 12382"/>
                      <a:gd name="connsiteX18" fmla="*/ 9525 w 25717"/>
                      <a:gd name="connsiteY18" fmla="*/ 7620 h 12382"/>
                      <a:gd name="connsiteX19" fmla="*/ 12382 w 25717"/>
                      <a:gd name="connsiteY19" fmla="*/ 6668 h 12382"/>
                      <a:gd name="connsiteX20" fmla="*/ 13335 w 25717"/>
                      <a:gd name="connsiteY20" fmla="*/ 6668 h 12382"/>
                      <a:gd name="connsiteX21" fmla="*/ 12382 w 25717"/>
                      <a:gd name="connsiteY21" fmla="*/ 6668 h 12382"/>
                      <a:gd name="connsiteX22" fmla="*/ 15240 w 25717"/>
                      <a:gd name="connsiteY22" fmla="*/ 5715 h 12382"/>
                      <a:gd name="connsiteX23" fmla="*/ 17145 w 25717"/>
                      <a:gd name="connsiteY23" fmla="*/ 4763 h 12382"/>
                      <a:gd name="connsiteX24" fmla="*/ 16192 w 25717"/>
                      <a:gd name="connsiteY24" fmla="*/ 4763 h 12382"/>
                      <a:gd name="connsiteX25" fmla="*/ 17145 w 25717"/>
                      <a:gd name="connsiteY25" fmla="*/ 4763 h 12382"/>
                      <a:gd name="connsiteX26" fmla="*/ 16192 w 25717"/>
                      <a:gd name="connsiteY26" fmla="*/ 4763 h 12382"/>
                      <a:gd name="connsiteX27" fmla="*/ 25717 w 25717"/>
                      <a:gd name="connsiteY27" fmla="*/ 953 h 12382"/>
                      <a:gd name="connsiteX28" fmla="*/ 14288 w 25717"/>
                      <a:gd name="connsiteY28" fmla="*/ 3810 h 12382"/>
                      <a:gd name="connsiteX29" fmla="*/ 12382 w 25717"/>
                      <a:gd name="connsiteY29" fmla="*/ 4763 h 12382"/>
                      <a:gd name="connsiteX30" fmla="*/ 12382 w 25717"/>
                      <a:gd name="connsiteY30" fmla="*/ 4763 h 12382"/>
                      <a:gd name="connsiteX31" fmla="*/ 18097 w 25717"/>
                      <a:gd name="connsiteY31" fmla="*/ 1905 h 12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717" h="12382">
                        <a:moveTo>
                          <a:pt x="18097" y="1905"/>
                        </a:moveTo>
                        <a:cubicBezTo>
                          <a:pt x="20002" y="953"/>
                          <a:pt x="21907" y="953"/>
                          <a:pt x="23813" y="0"/>
                        </a:cubicBezTo>
                        <a:cubicBezTo>
                          <a:pt x="22860" y="0"/>
                          <a:pt x="22860" y="0"/>
                          <a:pt x="23813" y="0"/>
                        </a:cubicBezTo>
                        <a:cubicBezTo>
                          <a:pt x="17145" y="1905"/>
                          <a:pt x="9525" y="4763"/>
                          <a:pt x="3810" y="8573"/>
                        </a:cubicBezTo>
                        <a:cubicBezTo>
                          <a:pt x="3810" y="8573"/>
                          <a:pt x="4763" y="8573"/>
                          <a:pt x="4763" y="8573"/>
                        </a:cubicBezTo>
                        <a:cubicBezTo>
                          <a:pt x="2857" y="9525"/>
                          <a:pt x="1905" y="9525"/>
                          <a:pt x="0" y="10478"/>
                        </a:cubicBezTo>
                        <a:cubicBezTo>
                          <a:pt x="2857" y="9525"/>
                          <a:pt x="4763" y="8573"/>
                          <a:pt x="7620" y="7620"/>
                        </a:cubicBezTo>
                        <a:cubicBezTo>
                          <a:pt x="5715" y="8573"/>
                          <a:pt x="2857" y="9525"/>
                          <a:pt x="952" y="10478"/>
                        </a:cubicBezTo>
                        <a:cubicBezTo>
                          <a:pt x="1905" y="10478"/>
                          <a:pt x="2857" y="9525"/>
                          <a:pt x="3810" y="9525"/>
                        </a:cubicBezTo>
                        <a:cubicBezTo>
                          <a:pt x="2857" y="9525"/>
                          <a:pt x="1905" y="10478"/>
                          <a:pt x="952" y="10478"/>
                        </a:cubicBezTo>
                        <a:cubicBezTo>
                          <a:pt x="1905" y="10478"/>
                          <a:pt x="0" y="10478"/>
                          <a:pt x="0" y="11430"/>
                        </a:cubicBezTo>
                        <a:cubicBezTo>
                          <a:pt x="0" y="11430"/>
                          <a:pt x="0" y="11430"/>
                          <a:pt x="952" y="11430"/>
                        </a:cubicBezTo>
                        <a:cubicBezTo>
                          <a:pt x="952" y="11430"/>
                          <a:pt x="0" y="11430"/>
                          <a:pt x="0" y="12383"/>
                        </a:cubicBezTo>
                        <a:cubicBezTo>
                          <a:pt x="0" y="12383"/>
                          <a:pt x="0" y="12383"/>
                          <a:pt x="0" y="12383"/>
                        </a:cubicBezTo>
                        <a:cubicBezTo>
                          <a:pt x="3810" y="10478"/>
                          <a:pt x="9525" y="9525"/>
                          <a:pt x="12382" y="7620"/>
                        </a:cubicBezTo>
                        <a:cubicBezTo>
                          <a:pt x="11430" y="7620"/>
                          <a:pt x="10477" y="7620"/>
                          <a:pt x="9525" y="8573"/>
                        </a:cubicBezTo>
                        <a:cubicBezTo>
                          <a:pt x="9525" y="8573"/>
                          <a:pt x="9525" y="8573"/>
                          <a:pt x="9525" y="8573"/>
                        </a:cubicBezTo>
                        <a:cubicBezTo>
                          <a:pt x="9525" y="8573"/>
                          <a:pt x="8572" y="8573"/>
                          <a:pt x="8572" y="8573"/>
                        </a:cubicBezTo>
                        <a:cubicBezTo>
                          <a:pt x="9525" y="8573"/>
                          <a:pt x="12382" y="7620"/>
                          <a:pt x="9525" y="7620"/>
                        </a:cubicBezTo>
                        <a:cubicBezTo>
                          <a:pt x="10477" y="7620"/>
                          <a:pt x="11430" y="6668"/>
                          <a:pt x="12382" y="6668"/>
                        </a:cubicBezTo>
                        <a:cubicBezTo>
                          <a:pt x="11430" y="7620"/>
                          <a:pt x="12382" y="6668"/>
                          <a:pt x="13335" y="6668"/>
                        </a:cubicBezTo>
                        <a:cubicBezTo>
                          <a:pt x="13335" y="6668"/>
                          <a:pt x="12382" y="6668"/>
                          <a:pt x="12382" y="6668"/>
                        </a:cubicBezTo>
                        <a:cubicBezTo>
                          <a:pt x="13335" y="6668"/>
                          <a:pt x="14288" y="5715"/>
                          <a:pt x="15240" y="5715"/>
                        </a:cubicBezTo>
                        <a:cubicBezTo>
                          <a:pt x="13335" y="5715"/>
                          <a:pt x="16192" y="4763"/>
                          <a:pt x="17145" y="4763"/>
                        </a:cubicBezTo>
                        <a:cubicBezTo>
                          <a:pt x="17145" y="4763"/>
                          <a:pt x="16192" y="4763"/>
                          <a:pt x="16192" y="4763"/>
                        </a:cubicBezTo>
                        <a:cubicBezTo>
                          <a:pt x="16192" y="4763"/>
                          <a:pt x="17145" y="4763"/>
                          <a:pt x="17145" y="4763"/>
                        </a:cubicBezTo>
                        <a:cubicBezTo>
                          <a:pt x="17145" y="4763"/>
                          <a:pt x="17145" y="4763"/>
                          <a:pt x="16192" y="4763"/>
                        </a:cubicBezTo>
                        <a:cubicBezTo>
                          <a:pt x="19050" y="3810"/>
                          <a:pt x="22860" y="2858"/>
                          <a:pt x="25717" y="953"/>
                        </a:cubicBezTo>
                        <a:cubicBezTo>
                          <a:pt x="21907" y="1905"/>
                          <a:pt x="18097" y="2858"/>
                          <a:pt x="14288" y="3810"/>
                        </a:cubicBezTo>
                        <a:cubicBezTo>
                          <a:pt x="15240" y="2858"/>
                          <a:pt x="12382" y="4763"/>
                          <a:pt x="12382" y="4763"/>
                        </a:cubicBezTo>
                        <a:cubicBezTo>
                          <a:pt x="12382" y="4763"/>
                          <a:pt x="12382" y="4763"/>
                          <a:pt x="12382" y="4763"/>
                        </a:cubicBezTo>
                        <a:cubicBezTo>
                          <a:pt x="13335" y="3810"/>
                          <a:pt x="15240" y="2858"/>
                          <a:pt x="18097" y="1905"/>
                        </a:cubicBezTo>
                        <a:close/>
                      </a:path>
                    </a:pathLst>
                  </a:custGeom>
                  <a:solidFill>
                    <a:schemeClr val="bg2">
                      <a:alpha val="34000"/>
                    </a:schemeClr>
                  </a:solidFill>
                  <a:ln w="9525" cap="flat">
                    <a:noFill/>
                    <a:prstDash val="solid"/>
                    <a:miter/>
                  </a:ln>
                </p:spPr>
                <p:txBody>
                  <a:bodyPr rtlCol="0" anchor="ctr"/>
                  <a:lstStyle/>
                  <a:p>
                    <a:endParaRPr lang="en-US"/>
                  </a:p>
                </p:txBody>
              </p:sp>
              <p:sp>
                <p:nvSpPr>
                  <p:cNvPr id="485" name="Freeform: Shape 484">
                    <a:extLst>
                      <a:ext uri="{FF2B5EF4-FFF2-40B4-BE49-F238E27FC236}">
                        <a16:creationId xmlns:a16="http://schemas.microsoft.com/office/drawing/2014/main" id="{6F73FC97-7D3E-4617-9358-5E38FBBFF88B}"/>
                      </a:ext>
                    </a:extLst>
                  </p:cNvPr>
                  <p:cNvSpPr/>
                  <p:nvPr/>
                </p:nvSpPr>
                <p:spPr>
                  <a:xfrm>
                    <a:off x="15073457" y="2063463"/>
                    <a:ext cx="12382" cy="7619"/>
                  </a:xfrm>
                  <a:custGeom>
                    <a:avLst/>
                    <a:gdLst>
                      <a:gd name="connsiteX0" fmla="*/ 2858 w 12382"/>
                      <a:gd name="connsiteY0" fmla="*/ 5715 h 7619"/>
                      <a:gd name="connsiteX1" fmla="*/ 1905 w 12382"/>
                      <a:gd name="connsiteY1" fmla="*/ 6667 h 7619"/>
                      <a:gd name="connsiteX2" fmla="*/ 2858 w 12382"/>
                      <a:gd name="connsiteY2" fmla="*/ 5715 h 7619"/>
                      <a:gd name="connsiteX3" fmla="*/ 0 w 12382"/>
                      <a:gd name="connsiteY3" fmla="*/ 7620 h 7619"/>
                      <a:gd name="connsiteX4" fmla="*/ 2858 w 12382"/>
                      <a:gd name="connsiteY4" fmla="*/ 5715 h 7619"/>
                      <a:gd name="connsiteX5" fmla="*/ 952 w 12382"/>
                      <a:gd name="connsiteY5" fmla="*/ 6667 h 7619"/>
                      <a:gd name="connsiteX6" fmla="*/ 4763 w 12382"/>
                      <a:gd name="connsiteY6" fmla="*/ 4763 h 7619"/>
                      <a:gd name="connsiteX7" fmla="*/ 4763 w 12382"/>
                      <a:gd name="connsiteY7" fmla="*/ 4763 h 7619"/>
                      <a:gd name="connsiteX8" fmla="*/ 6667 w 12382"/>
                      <a:gd name="connsiteY8" fmla="*/ 3810 h 7619"/>
                      <a:gd name="connsiteX9" fmla="*/ 6667 w 12382"/>
                      <a:gd name="connsiteY9" fmla="*/ 3810 h 7619"/>
                      <a:gd name="connsiteX10" fmla="*/ 9525 w 12382"/>
                      <a:gd name="connsiteY10" fmla="*/ 1905 h 7619"/>
                      <a:gd name="connsiteX11" fmla="*/ 8573 w 12382"/>
                      <a:gd name="connsiteY11" fmla="*/ 1905 h 7619"/>
                      <a:gd name="connsiteX12" fmla="*/ 12383 w 12382"/>
                      <a:gd name="connsiteY12" fmla="*/ 0 h 7619"/>
                      <a:gd name="connsiteX13" fmla="*/ 2858 w 12382"/>
                      <a:gd name="connsiteY13" fmla="*/ 5715 h 7619"/>
                      <a:gd name="connsiteX14" fmla="*/ 3810 w 12382"/>
                      <a:gd name="connsiteY14" fmla="*/ 4763 h 7619"/>
                      <a:gd name="connsiteX15" fmla="*/ 2858 w 12382"/>
                      <a:gd name="connsiteY15" fmla="*/ 5715 h 7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382" h="7619">
                        <a:moveTo>
                          <a:pt x="2858" y="5715"/>
                        </a:moveTo>
                        <a:cubicBezTo>
                          <a:pt x="2858" y="5715"/>
                          <a:pt x="1905" y="5715"/>
                          <a:pt x="1905" y="6667"/>
                        </a:cubicBezTo>
                        <a:cubicBezTo>
                          <a:pt x="2858" y="5715"/>
                          <a:pt x="3810" y="5715"/>
                          <a:pt x="2858" y="5715"/>
                        </a:cubicBezTo>
                        <a:cubicBezTo>
                          <a:pt x="2858" y="5715"/>
                          <a:pt x="952" y="6667"/>
                          <a:pt x="0" y="7620"/>
                        </a:cubicBezTo>
                        <a:cubicBezTo>
                          <a:pt x="952" y="7620"/>
                          <a:pt x="1905" y="6667"/>
                          <a:pt x="2858" y="5715"/>
                        </a:cubicBezTo>
                        <a:cubicBezTo>
                          <a:pt x="1905" y="6667"/>
                          <a:pt x="952" y="6667"/>
                          <a:pt x="952" y="6667"/>
                        </a:cubicBezTo>
                        <a:cubicBezTo>
                          <a:pt x="1905" y="5715"/>
                          <a:pt x="3810" y="5715"/>
                          <a:pt x="4763" y="4763"/>
                        </a:cubicBezTo>
                        <a:cubicBezTo>
                          <a:pt x="5715" y="4763"/>
                          <a:pt x="6667" y="4763"/>
                          <a:pt x="4763" y="4763"/>
                        </a:cubicBezTo>
                        <a:cubicBezTo>
                          <a:pt x="7620" y="3810"/>
                          <a:pt x="3810" y="4763"/>
                          <a:pt x="6667" y="3810"/>
                        </a:cubicBezTo>
                        <a:cubicBezTo>
                          <a:pt x="6667" y="3810"/>
                          <a:pt x="6667" y="3810"/>
                          <a:pt x="6667" y="3810"/>
                        </a:cubicBezTo>
                        <a:cubicBezTo>
                          <a:pt x="7620" y="3810"/>
                          <a:pt x="8573" y="2857"/>
                          <a:pt x="9525" y="1905"/>
                        </a:cubicBezTo>
                        <a:cubicBezTo>
                          <a:pt x="9525" y="1905"/>
                          <a:pt x="8573" y="1905"/>
                          <a:pt x="8573" y="1905"/>
                        </a:cubicBezTo>
                        <a:cubicBezTo>
                          <a:pt x="9525" y="953"/>
                          <a:pt x="11430" y="953"/>
                          <a:pt x="12383" y="0"/>
                        </a:cubicBezTo>
                        <a:cubicBezTo>
                          <a:pt x="10477" y="2857"/>
                          <a:pt x="6667" y="3810"/>
                          <a:pt x="2858" y="5715"/>
                        </a:cubicBezTo>
                        <a:cubicBezTo>
                          <a:pt x="3810" y="5715"/>
                          <a:pt x="3810" y="5715"/>
                          <a:pt x="3810" y="4763"/>
                        </a:cubicBezTo>
                        <a:cubicBezTo>
                          <a:pt x="3810" y="5715"/>
                          <a:pt x="3810" y="5715"/>
                          <a:pt x="2858" y="5715"/>
                        </a:cubicBezTo>
                        <a:close/>
                      </a:path>
                    </a:pathLst>
                  </a:custGeom>
                  <a:solidFill>
                    <a:schemeClr val="bg2">
                      <a:alpha val="34000"/>
                    </a:schemeClr>
                  </a:solidFill>
                  <a:ln w="9525" cap="flat">
                    <a:noFill/>
                    <a:prstDash val="solid"/>
                    <a:miter/>
                  </a:ln>
                </p:spPr>
                <p:txBody>
                  <a:bodyPr rtlCol="0" anchor="ctr"/>
                  <a:lstStyle/>
                  <a:p>
                    <a:endParaRPr lang="en-US"/>
                  </a:p>
                </p:txBody>
              </p:sp>
              <p:sp>
                <p:nvSpPr>
                  <p:cNvPr id="486" name="Freeform: Shape 485">
                    <a:extLst>
                      <a:ext uri="{FF2B5EF4-FFF2-40B4-BE49-F238E27FC236}">
                        <a16:creationId xmlns:a16="http://schemas.microsoft.com/office/drawing/2014/main" id="{A9DC8937-4DC4-4925-9524-83EBA7902558}"/>
                      </a:ext>
                    </a:extLst>
                  </p:cNvPr>
                  <p:cNvSpPr/>
                  <p:nvPr/>
                </p:nvSpPr>
                <p:spPr>
                  <a:xfrm>
                    <a:off x="15247765" y="2057122"/>
                    <a:ext cx="6667" cy="2530"/>
                  </a:xfrm>
                  <a:custGeom>
                    <a:avLst/>
                    <a:gdLst>
                      <a:gd name="connsiteX0" fmla="*/ 5715 w 6667"/>
                      <a:gd name="connsiteY0" fmla="*/ 1578 h 2530"/>
                      <a:gd name="connsiteX1" fmla="*/ 0 w 6667"/>
                      <a:gd name="connsiteY1" fmla="*/ 626 h 2530"/>
                      <a:gd name="connsiteX2" fmla="*/ 6667 w 6667"/>
                      <a:gd name="connsiteY2" fmla="*/ 2531 h 2530"/>
                      <a:gd name="connsiteX3" fmla="*/ 5715 w 6667"/>
                      <a:gd name="connsiteY3" fmla="*/ 1578 h 2530"/>
                    </a:gdLst>
                    <a:ahLst/>
                    <a:cxnLst>
                      <a:cxn ang="0">
                        <a:pos x="connsiteX0" y="connsiteY0"/>
                      </a:cxn>
                      <a:cxn ang="0">
                        <a:pos x="connsiteX1" y="connsiteY1"/>
                      </a:cxn>
                      <a:cxn ang="0">
                        <a:pos x="connsiteX2" y="connsiteY2"/>
                      </a:cxn>
                      <a:cxn ang="0">
                        <a:pos x="connsiteX3" y="connsiteY3"/>
                      </a:cxn>
                    </a:cxnLst>
                    <a:rect l="l" t="t" r="r" b="b"/>
                    <a:pathLst>
                      <a:path w="6667" h="2530">
                        <a:moveTo>
                          <a:pt x="5715" y="1578"/>
                        </a:moveTo>
                        <a:cubicBezTo>
                          <a:pt x="4763" y="-327"/>
                          <a:pt x="1905" y="-327"/>
                          <a:pt x="0" y="626"/>
                        </a:cubicBezTo>
                        <a:cubicBezTo>
                          <a:pt x="952" y="2531"/>
                          <a:pt x="4763" y="2531"/>
                          <a:pt x="6667" y="2531"/>
                        </a:cubicBezTo>
                        <a:cubicBezTo>
                          <a:pt x="6667" y="2531"/>
                          <a:pt x="5715" y="1578"/>
                          <a:pt x="5715" y="1578"/>
                        </a:cubicBezTo>
                        <a:close/>
                      </a:path>
                    </a:pathLst>
                  </a:custGeom>
                  <a:solidFill>
                    <a:schemeClr val="bg2">
                      <a:alpha val="34000"/>
                    </a:schemeClr>
                  </a:solidFill>
                  <a:ln w="9525" cap="flat">
                    <a:noFill/>
                    <a:prstDash val="solid"/>
                    <a:miter/>
                  </a:ln>
                </p:spPr>
                <p:txBody>
                  <a:bodyPr rtlCol="0" anchor="ctr"/>
                  <a:lstStyle/>
                  <a:p>
                    <a:endParaRPr lang="en-US"/>
                  </a:p>
                </p:txBody>
              </p:sp>
              <p:sp>
                <p:nvSpPr>
                  <p:cNvPr id="487" name="Freeform: Shape 486">
                    <a:extLst>
                      <a:ext uri="{FF2B5EF4-FFF2-40B4-BE49-F238E27FC236}">
                        <a16:creationId xmlns:a16="http://schemas.microsoft.com/office/drawing/2014/main" id="{58F4F5B7-713A-4755-BC81-BEB796B72378}"/>
                      </a:ext>
                    </a:extLst>
                  </p:cNvPr>
                  <p:cNvSpPr/>
                  <p:nvPr/>
                </p:nvSpPr>
                <p:spPr>
                  <a:xfrm>
                    <a:off x="15241097" y="2072141"/>
                    <a:ext cx="11430" cy="5875"/>
                  </a:xfrm>
                  <a:custGeom>
                    <a:avLst/>
                    <a:gdLst>
                      <a:gd name="connsiteX0" fmla="*/ 2858 w 11430"/>
                      <a:gd name="connsiteY0" fmla="*/ 3704 h 5875"/>
                      <a:gd name="connsiteX1" fmla="*/ 5715 w 11430"/>
                      <a:gd name="connsiteY1" fmla="*/ 4657 h 5875"/>
                      <a:gd name="connsiteX2" fmla="*/ 9525 w 11430"/>
                      <a:gd name="connsiteY2" fmla="*/ 3704 h 5875"/>
                      <a:gd name="connsiteX3" fmla="*/ 6668 w 11430"/>
                      <a:gd name="connsiteY3" fmla="*/ 5609 h 5875"/>
                      <a:gd name="connsiteX4" fmla="*/ 11430 w 11430"/>
                      <a:gd name="connsiteY4" fmla="*/ 4657 h 5875"/>
                      <a:gd name="connsiteX5" fmla="*/ 8573 w 11430"/>
                      <a:gd name="connsiteY5" fmla="*/ 2752 h 5875"/>
                      <a:gd name="connsiteX6" fmla="*/ 6668 w 11430"/>
                      <a:gd name="connsiteY6" fmla="*/ 847 h 5875"/>
                      <a:gd name="connsiteX7" fmla="*/ 952 w 11430"/>
                      <a:gd name="connsiteY7" fmla="*/ 847 h 5875"/>
                      <a:gd name="connsiteX8" fmla="*/ 2858 w 11430"/>
                      <a:gd name="connsiteY8" fmla="*/ 1799 h 5875"/>
                      <a:gd name="connsiteX9" fmla="*/ 0 w 11430"/>
                      <a:gd name="connsiteY9" fmla="*/ 1799 h 5875"/>
                      <a:gd name="connsiteX10" fmla="*/ 0 w 11430"/>
                      <a:gd name="connsiteY10" fmla="*/ 2752 h 5875"/>
                      <a:gd name="connsiteX11" fmla="*/ 2858 w 11430"/>
                      <a:gd name="connsiteY11" fmla="*/ 3704 h 5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30" h="5875">
                        <a:moveTo>
                          <a:pt x="2858" y="3704"/>
                        </a:moveTo>
                        <a:cubicBezTo>
                          <a:pt x="3810" y="3704"/>
                          <a:pt x="4763" y="4657"/>
                          <a:pt x="5715" y="4657"/>
                        </a:cubicBezTo>
                        <a:cubicBezTo>
                          <a:pt x="7620" y="4657"/>
                          <a:pt x="7620" y="3704"/>
                          <a:pt x="9525" y="3704"/>
                        </a:cubicBezTo>
                        <a:cubicBezTo>
                          <a:pt x="8573" y="4657"/>
                          <a:pt x="8573" y="5609"/>
                          <a:pt x="6668" y="5609"/>
                        </a:cubicBezTo>
                        <a:cubicBezTo>
                          <a:pt x="8573" y="6562"/>
                          <a:pt x="9525" y="4657"/>
                          <a:pt x="11430" y="4657"/>
                        </a:cubicBezTo>
                        <a:cubicBezTo>
                          <a:pt x="11430" y="3704"/>
                          <a:pt x="9525" y="2752"/>
                          <a:pt x="8573" y="2752"/>
                        </a:cubicBezTo>
                        <a:cubicBezTo>
                          <a:pt x="7620" y="2752"/>
                          <a:pt x="4763" y="1799"/>
                          <a:pt x="6668" y="847"/>
                        </a:cubicBezTo>
                        <a:cubicBezTo>
                          <a:pt x="5715" y="847"/>
                          <a:pt x="1905" y="-1058"/>
                          <a:pt x="952" y="847"/>
                        </a:cubicBezTo>
                        <a:cubicBezTo>
                          <a:pt x="1905" y="1799"/>
                          <a:pt x="2858" y="847"/>
                          <a:pt x="2858" y="1799"/>
                        </a:cubicBezTo>
                        <a:cubicBezTo>
                          <a:pt x="1905" y="847"/>
                          <a:pt x="952" y="1799"/>
                          <a:pt x="0" y="1799"/>
                        </a:cubicBezTo>
                        <a:cubicBezTo>
                          <a:pt x="0" y="2752"/>
                          <a:pt x="1905" y="1799"/>
                          <a:pt x="0" y="2752"/>
                        </a:cubicBezTo>
                        <a:cubicBezTo>
                          <a:pt x="1905" y="3704"/>
                          <a:pt x="1905" y="3704"/>
                          <a:pt x="2858" y="3704"/>
                        </a:cubicBezTo>
                        <a:close/>
                      </a:path>
                    </a:pathLst>
                  </a:custGeom>
                  <a:solidFill>
                    <a:schemeClr val="bg2">
                      <a:alpha val="34000"/>
                    </a:schemeClr>
                  </a:solidFill>
                  <a:ln w="9525" cap="flat">
                    <a:noFill/>
                    <a:prstDash val="solid"/>
                    <a:miter/>
                  </a:ln>
                </p:spPr>
                <p:txBody>
                  <a:bodyPr rtlCol="0" anchor="ctr"/>
                  <a:lstStyle/>
                  <a:p>
                    <a:endParaRPr lang="en-US"/>
                  </a:p>
                </p:txBody>
              </p:sp>
              <p:sp>
                <p:nvSpPr>
                  <p:cNvPr id="488" name="Freeform: Shape 487">
                    <a:extLst>
                      <a:ext uri="{FF2B5EF4-FFF2-40B4-BE49-F238E27FC236}">
                        <a16:creationId xmlns:a16="http://schemas.microsoft.com/office/drawing/2014/main" id="{CE85C3F0-CDD0-4054-9E4E-D3EC4F58A2CA}"/>
                      </a:ext>
                    </a:extLst>
                  </p:cNvPr>
                  <p:cNvSpPr/>
                  <p:nvPr/>
                </p:nvSpPr>
                <p:spPr>
                  <a:xfrm>
                    <a:off x="15240714" y="2077124"/>
                    <a:ext cx="6098" cy="2200"/>
                  </a:xfrm>
                  <a:custGeom>
                    <a:avLst/>
                    <a:gdLst>
                      <a:gd name="connsiteX0" fmla="*/ 383 w 6098"/>
                      <a:gd name="connsiteY0" fmla="*/ 626 h 2200"/>
                      <a:gd name="connsiteX1" fmla="*/ 6098 w 6098"/>
                      <a:gd name="connsiteY1" fmla="*/ 1578 h 2200"/>
                      <a:gd name="connsiteX2" fmla="*/ 383 w 6098"/>
                      <a:gd name="connsiteY2" fmla="*/ 626 h 2200"/>
                    </a:gdLst>
                    <a:ahLst/>
                    <a:cxnLst>
                      <a:cxn ang="0">
                        <a:pos x="connsiteX0" y="connsiteY0"/>
                      </a:cxn>
                      <a:cxn ang="0">
                        <a:pos x="connsiteX1" y="connsiteY1"/>
                      </a:cxn>
                      <a:cxn ang="0">
                        <a:pos x="connsiteX2" y="connsiteY2"/>
                      </a:cxn>
                    </a:cxnLst>
                    <a:rect l="l" t="t" r="r" b="b"/>
                    <a:pathLst>
                      <a:path w="6098" h="2200">
                        <a:moveTo>
                          <a:pt x="383" y="626"/>
                        </a:moveTo>
                        <a:cubicBezTo>
                          <a:pt x="-1522" y="3483"/>
                          <a:pt x="4193" y="1578"/>
                          <a:pt x="6098" y="1578"/>
                        </a:cubicBezTo>
                        <a:cubicBezTo>
                          <a:pt x="4193" y="-327"/>
                          <a:pt x="2288" y="-327"/>
                          <a:pt x="383" y="626"/>
                        </a:cubicBezTo>
                        <a:close/>
                      </a:path>
                    </a:pathLst>
                  </a:custGeom>
                  <a:solidFill>
                    <a:schemeClr val="bg2">
                      <a:alpha val="34000"/>
                    </a:schemeClr>
                  </a:solidFill>
                  <a:ln w="9525" cap="flat">
                    <a:noFill/>
                    <a:prstDash val="solid"/>
                    <a:miter/>
                  </a:ln>
                </p:spPr>
                <p:txBody>
                  <a:bodyPr rtlCol="0" anchor="ctr"/>
                  <a:lstStyle/>
                  <a:p>
                    <a:endParaRPr lang="en-US"/>
                  </a:p>
                </p:txBody>
              </p:sp>
              <p:sp>
                <p:nvSpPr>
                  <p:cNvPr id="489" name="Freeform: Shape 488">
                    <a:extLst>
                      <a:ext uri="{FF2B5EF4-FFF2-40B4-BE49-F238E27FC236}">
                        <a16:creationId xmlns:a16="http://schemas.microsoft.com/office/drawing/2014/main" id="{6E65B934-66C1-4E47-9072-AA6BE8FE32E2}"/>
                      </a:ext>
                    </a:extLst>
                  </p:cNvPr>
                  <p:cNvSpPr/>
                  <p:nvPr/>
                </p:nvSpPr>
                <p:spPr>
                  <a:xfrm>
                    <a:off x="15173469" y="2112367"/>
                    <a:ext cx="26670" cy="24111"/>
                  </a:xfrm>
                  <a:custGeom>
                    <a:avLst/>
                    <a:gdLst>
                      <a:gd name="connsiteX0" fmla="*/ 1905 w 26670"/>
                      <a:gd name="connsiteY0" fmla="*/ 14913 h 24111"/>
                      <a:gd name="connsiteX1" fmla="*/ 1905 w 26670"/>
                      <a:gd name="connsiteY1" fmla="*/ 17771 h 24111"/>
                      <a:gd name="connsiteX2" fmla="*/ 9525 w 26670"/>
                      <a:gd name="connsiteY2" fmla="*/ 15866 h 24111"/>
                      <a:gd name="connsiteX3" fmla="*/ 9525 w 26670"/>
                      <a:gd name="connsiteY3" fmla="*/ 19675 h 24111"/>
                      <a:gd name="connsiteX4" fmla="*/ 10477 w 26670"/>
                      <a:gd name="connsiteY4" fmla="*/ 21581 h 24111"/>
                      <a:gd name="connsiteX5" fmla="*/ 9525 w 26670"/>
                      <a:gd name="connsiteY5" fmla="*/ 22533 h 24111"/>
                      <a:gd name="connsiteX6" fmla="*/ 15240 w 26670"/>
                      <a:gd name="connsiteY6" fmla="*/ 23486 h 24111"/>
                      <a:gd name="connsiteX7" fmla="*/ 20955 w 26670"/>
                      <a:gd name="connsiteY7" fmla="*/ 18723 h 24111"/>
                      <a:gd name="connsiteX8" fmla="*/ 21908 w 26670"/>
                      <a:gd name="connsiteY8" fmla="*/ 15866 h 24111"/>
                      <a:gd name="connsiteX9" fmla="*/ 26670 w 26670"/>
                      <a:gd name="connsiteY9" fmla="*/ 13008 h 24111"/>
                      <a:gd name="connsiteX10" fmla="*/ 20002 w 26670"/>
                      <a:gd name="connsiteY10" fmla="*/ 6341 h 24111"/>
                      <a:gd name="connsiteX11" fmla="*/ 17145 w 26670"/>
                      <a:gd name="connsiteY11" fmla="*/ 5388 h 24111"/>
                      <a:gd name="connsiteX12" fmla="*/ 18098 w 26670"/>
                      <a:gd name="connsiteY12" fmla="*/ 1578 h 24111"/>
                      <a:gd name="connsiteX13" fmla="*/ 9525 w 26670"/>
                      <a:gd name="connsiteY13" fmla="*/ 625 h 24111"/>
                      <a:gd name="connsiteX14" fmla="*/ 4763 w 26670"/>
                      <a:gd name="connsiteY14" fmla="*/ 3483 h 24111"/>
                      <a:gd name="connsiteX15" fmla="*/ 2858 w 26670"/>
                      <a:gd name="connsiteY15" fmla="*/ 5388 h 24111"/>
                      <a:gd name="connsiteX16" fmla="*/ 2858 w 26670"/>
                      <a:gd name="connsiteY16" fmla="*/ 7293 h 24111"/>
                      <a:gd name="connsiteX17" fmla="*/ 6667 w 26670"/>
                      <a:gd name="connsiteY17" fmla="*/ 6341 h 24111"/>
                      <a:gd name="connsiteX18" fmla="*/ 0 w 26670"/>
                      <a:gd name="connsiteY18" fmla="*/ 12056 h 24111"/>
                      <a:gd name="connsiteX19" fmla="*/ 1905 w 26670"/>
                      <a:gd name="connsiteY19" fmla="*/ 14913 h 24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6670" h="24111">
                        <a:moveTo>
                          <a:pt x="1905" y="14913"/>
                        </a:moveTo>
                        <a:cubicBezTo>
                          <a:pt x="2858" y="15866"/>
                          <a:pt x="1905" y="16818"/>
                          <a:pt x="1905" y="17771"/>
                        </a:cubicBezTo>
                        <a:cubicBezTo>
                          <a:pt x="4763" y="18723"/>
                          <a:pt x="6667" y="14913"/>
                          <a:pt x="9525" y="15866"/>
                        </a:cubicBezTo>
                        <a:cubicBezTo>
                          <a:pt x="8573" y="16818"/>
                          <a:pt x="8573" y="18723"/>
                          <a:pt x="9525" y="19675"/>
                        </a:cubicBezTo>
                        <a:cubicBezTo>
                          <a:pt x="9525" y="20628"/>
                          <a:pt x="10477" y="21581"/>
                          <a:pt x="10477" y="21581"/>
                        </a:cubicBezTo>
                        <a:cubicBezTo>
                          <a:pt x="10477" y="21581"/>
                          <a:pt x="9525" y="22533"/>
                          <a:pt x="9525" y="22533"/>
                        </a:cubicBezTo>
                        <a:cubicBezTo>
                          <a:pt x="10477" y="24438"/>
                          <a:pt x="13335" y="24438"/>
                          <a:pt x="15240" y="23486"/>
                        </a:cubicBezTo>
                        <a:cubicBezTo>
                          <a:pt x="17145" y="22533"/>
                          <a:pt x="19050" y="20628"/>
                          <a:pt x="20955" y="18723"/>
                        </a:cubicBezTo>
                        <a:cubicBezTo>
                          <a:pt x="21908" y="17771"/>
                          <a:pt x="21908" y="16818"/>
                          <a:pt x="21908" y="15866"/>
                        </a:cubicBezTo>
                        <a:cubicBezTo>
                          <a:pt x="22860" y="14913"/>
                          <a:pt x="24765" y="13961"/>
                          <a:pt x="26670" y="13008"/>
                        </a:cubicBezTo>
                        <a:cubicBezTo>
                          <a:pt x="24765" y="10150"/>
                          <a:pt x="23813" y="8246"/>
                          <a:pt x="20002" y="6341"/>
                        </a:cubicBezTo>
                        <a:cubicBezTo>
                          <a:pt x="19050" y="6341"/>
                          <a:pt x="17145" y="6341"/>
                          <a:pt x="17145" y="5388"/>
                        </a:cubicBezTo>
                        <a:cubicBezTo>
                          <a:pt x="16192" y="4436"/>
                          <a:pt x="18098" y="3483"/>
                          <a:pt x="18098" y="1578"/>
                        </a:cubicBezTo>
                        <a:cubicBezTo>
                          <a:pt x="17145" y="-327"/>
                          <a:pt x="10477" y="-327"/>
                          <a:pt x="9525" y="625"/>
                        </a:cubicBezTo>
                        <a:cubicBezTo>
                          <a:pt x="6667" y="1578"/>
                          <a:pt x="5715" y="1578"/>
                          <a:pt x="4763" y="3483"/>
                        </a:cubicBezTo>
                        <a:cubicBezTo>
                          <a:pt x="3810" y="4436"/>
                          <a:pt x="3810" y="4436"/>
                          <a:pt x="2858" y="5388"/>
                        </a:cubicBezTo>
                        <a:cubicBezTo>
                          <a:pt x="2858" y="6341"/>
                          <a:pt x="3810" y="6341"/>
                          <a:pt x="2858" y="7293"/>
                        </a:cubicBezTo>
                        <a:cubicBezTo>
                          <a:pt x="3810" y="7293"/>
                          <a:pt x="4763" y="6341"/>
                          <a:pt x="6667" y="6341"/>
                        </a:cubicBezTo>
                        <a:cubicBezTo>
                          <a:pt x="6667" y="10150"/>
                          <a:pt x="1905" y="9198"/>
                          <a:pt x="0" y="12056"/>
                        </a:cubicBezTo>
                        <a:cubicBezTo>
                          <a:pt x="0" y="14913"/>
                          <a:pt x="952" y="15866"/>
                          <a:pt x="1905" y="14913"/>
                        </a:cubicBezTo>
                        <a:close/>
                      </a:path>
                    </a:pathLst>
                  </a:custGeom>
                  <a:solidFill>
                    <a:schemeClr val="bg2">
                      <a:alpha val="34000"/>
                    </a:schemeClr>
                  </a:solidFill>
                  <a:ln w="9525" cap="flat">
                    <a:noFill/>
                    <a:prstDash val="solid"/>
                    <a:miter/>
                  </a:ln>
                </p:spPr>
                <p:txBody>
                  <a:bodyPr rtlCol="0" anchor="ctr"/>
                  <a:lstStyle/>
                  <a:p>
                    <a:endParaRPr lang="en-US"/>
                  </a:p>
                </p:txBody>
              </p:sp>
              <p:sp>
                <p:nvSpPr>
                  <p:cNvPr id="490" name="Freeform: Shape 489">
                    <a:extLst>
                      <a:ext uri="{FF2B5EF4-FFF2-40B4-BE49-F238E27FC236}">
                        <a16:creationId xmlns:a16="http://schemas.microsoft.com/office/drawing/2014/main" id="{95DFBD04-25D4-45D2-B27D-0F04EB3C12F6}"/>
                      </a:ext>
                    </a:extLst>
                  </p:cNvPr>
                  <p:cNvSpPr/>
                  <p:nvPr/>
                </p:nvSpPr>
                <p:spPr>
                  <a:xfrm>
                    <a:off x="15168707" y="2095490"/>
                    <a:ext cx="70485" cy="35599"/>
                  </a:xfrm>
                  <a:custGeom>
                    <a:avLst/>
                    <a:gdLst>
                      <a:gd name="connsiteX0" fmla="*/ 7620 w 70485"/>
                      <a:gd name="connsiteY0" fmla="*/ 1310 h 35599"/>
                      <a:gd name="connsiteX1" fmla="*/ 0 w 70485"/>
                      <a:gd name="connsiteY1" fmla="*/ 3215 h 35599"/>
                      <a:gd name="connsiteX2" fmla="*/ 2858 w 70485"/>
                      <a:gd name="connsiteY2" fmla="*/ 6072 h 35599"/>
                      <a:gd name="connsiteX3" fmla="*/ 4763 w 70485"/>
                      <a:gd name="connsiteY3" fmla="*/ 8930 h 35599"/>
                      <a:gd name="connsiteX4" fmla="*/ 952 w 70485"/>
                      <a:gd name="connsiteY4" fmla="*/ 7977 h 35599"/>
                      <a:gd name="connsiteX5" fmla="*/ 0 w 70485"/>
                      <a:gd name="connsiteY5" fmla="*/ 8930 h 35599"/>
                      <a:gd name="connsiteX6" fmla="*/ 6667 w 70485"/>
                      <a:gd name="connsiteY6" fmla="*/ 10835 h 35599"/>
                      <a:gd name="connsiteX7" fmla="*/ 10477 w 70485"/>
                      <a:gd name="connsiteY7" fmla="*/ 8930 h 35599"/>
                      <a:gd name="connsiteX8" fmla="*/ 16192 w 70485"/>
                      <a:gd name="connsiteY8" fmla="*/ 14645 h 35599"/>
                      <a:gd name="connsiteX9" fmla="*/ 16192 w 70485"/>
                      <a:gd name="connsiteY9" fmla="*/ 11787 h 35599"/>
                      <a:gd name="connsiteX10" fmla="*/ 20002 w 70485"/>
                      <a:gd name="connsiteY10" fmla="*/ 11787 h 35599"/>
                      <a:gd name="connsiteX11" fmla="*/ 23813 w 70485"/>
                      <a:gd name="connsiteY11" fmla="*/ 15597 h 35599"/>
                      <a:gd name="connsiteX12" fmla="*/ 22860 w 70485"/>
                      <a:gd name="connsiteY12" fmla="*/ 14645 h 35599"/>
                      <a:gd name="connsiteX13" fmla="*/ 25717 w 70485"/>
                      <a:gd name="connsiteY13" fmla="*/ 13692 h 35599"/>
                      <a:gd name="connsiteX14" fmla="*/ 27623 w 70485"/>
                      <a:gd name="connsiteY14" fmla="*/ 11787 h 35599"/>
                      <a:gd name="connsiteX15" fmla="*/ 29527 w 70485"/>
                      <a:gd name="connsiteY15" fmla="*/ 12740 h 35599"/>
                      <a:gd name="connsiteX16" fmla="*/ 37148 w 70485"/>
                      <a:gd name="connsiteY16" fmla="*/ 15597 h 35599"/>
                      <a:gd name="connsiteX17" fmla="*/ 32385 w 70485"/>
                      <a:gd name="connsiteY17" fmla="*/ 20360 h 35599"/>
                      <a:gd name="connsiteX18" fmla="*/ 34290 w 70485"/>
                      <a:gd name="connsiteY18" fmla="*/ 20360 h 35599"/>
                      <a:gd name="connsiteX19" fmla="*/ 34290 w 70485"/>
                      <a:gd name="connsiteY19" fmla="*/ 22265 h 35599"/>
                      <a:gd name="connsiteX20" fmla="*/ 40005 w 70485"/>
                      <a:gd name="connsiteY20" fmla="*/ 22265 h 35599"/>
                      <a:gd name="connsiteX21" fmla="*/ 38100 w 70485"/>
                      <a:gd name="connsiteY21" fmla="*/ 27027 h 35599"/>
                      <a:gd name="connsiteX22" fmla="*/ 42863 w 70485"/>
                      <a:gd name="connsiteY22" fmla="*/ 25122 h 35599"/>
                      <a:gd name="connsiteX23" fmla="*/ 49530 w 70485"/>
                      <a:gd name="connsiteY23" fmla="*/ 25122 h 35599"/>
                      <a:gd name="connsiteX24" fmla="*/ 47625 w 70485"/>
                      <a:gd name="connsiteY24" fmla="*/ 27027 h 35599"/>
                      <a:gd name="connsiteX25" fmla="*/ 46673 w 70485"/>
                      <a:gd name="connsiteY25" fmla="*/ 28932 h 35599"/>
                      <a:gd name="connsiteX26" fmla="*/ 46673 w 70485"/>
                      <a:gd name="connsiteY26" fmla="*/ 31790 h 35599"/>
                      <a:gd name="connsiteX27" fmla="*/ 46673 w 70485"/>
                      <a:gd name="connsiteY27" fmla="*/ 35600 h 35599"/>
                      <a:gd name="connsiteX28" fmla="*/ 50483 w 70485"/>
                      <a:gd name="connsiteY28" fmla="*/ 34647 h 35599"/>
                      <a:gd name="connsiteX29" fmla="*/ 55245 w 70485"/>
                      <a:gd name="connsiteY29" fmla="*/ 29885 h 35599"/>
                      <a:gd name="connsiteX30" fmla="*/ 60008 w 70485"/>
                      <a:gd name="connsiteY30" fmla="*/ 24170 h 35599"/>
                      <a:gd name="connsiteX31" fmla="*/ 60960 w 70485"/>
                      <a:gd name="connsiteY31" fmla="*/ 23217 h 35599"/>
                      <a:gd name="connsiteX32" fmla="*/ 62865 w 70485"/>
                      <a:gd name="connsiteY32" fmla="*/ 23217 h 35599"/>
                      <a:gd name="connsiteX33" fmla="*/ 62865 w 70485"/>
                      <a:gd name="connsiteY33" fmla="*/ 22265 h 35599"/>
                      <a:gd name="connsiteX34" fmla="*/ 65723 w 70485"/>
                      <a:gd name="connsiteY34" fmla="*/ 20360 h 35599"/>
                      <a:gd name="connsiteX35" fmla="*/ 68580 w 70485"/>
                      <a:gd name="connsiteY35" fmla="*/ 19407 h 35599"/>
                      <a:gd name="connsiteX36" fmla="*/ 70485 w 70485"/>
                      <a:gd name="connsiteY36" fmla="*/ 15597 h 35599"/>
                      <a:gd name="connsiteX37" fmla="*/ 66675 w 70485"/>
                      <a:gd name="connsiteY37" fmla="*/ 15597 h 35599"/>
                      <a:gd name="connsiteX38" fmla="*/ 62865 w 70485"/>
                      <a:gd name="connsiteY38" fmla="*/ 8930 h 35599"/>
                      <a:gd name="connsiteX39" fmla="*/ 58102 w 70485"/>
                      <a:gd name="connsiteY39" fmla="*/ 9882 h 35599"/>
                      <a:gd name="connsiteX40" fmla="*/ 55245 w 70485"/>
                      <a:gd name="connsiteY40" fmla="*/ 11787 h 35599"/>
                      <a:gd name="connsiteX41" fmla="*/ 48577 w 70485"/>
                      <a:gd name="connsiteY41" fmla="*/ 8930 h 35599"/>
                      <a:gd name="connsiteX42" fmla="*/ 40005 w 70485"/>
                      <a:gd name="connsiteY42" fmla="*/ 7977 h 35599"/>
                      <a:gd name="connsiteX43" fmla="*/ 33338 w 70485"/>
                      <a:gd name="connsiteY43" fmla="*/ 7025 h 35599"/>
                      <a:gd name="connsiteX44" fmla="*/ 21908 w 70485"/>
                      <a:gd name="connsiteY44" fmla="*/ 7977 h 35599"/>
                      <a:gd name="connsiteX45" fmla="*/ 22860 w 70485"/>
                      <a:gd name="connsiteY45" fmla="*/ 5120 h 35599"/>
                      <a:gd name="connsiteX46" fmla="*/ 19050 w 70485"/>
                      <a:gd name="connsiteY46" fmla="*/ 357 h 35599"/>
                      <a:gd name="connsiteX47" fmla="*/ 7620 w 70485"/>
                      <a:gd name="connsiteY47" fmla="*/ 1310 h 3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70485" h="35599">
                        <a:moveTo>
                          <a:pt x="7620" y="1310"/>
                        </a:moveTo>
                        <a:cubicBezTo>
                          <a:pt x="7620" y="-2500"/>
                          <a:pt x="1905" y="3215"/>
                          <a:pt x="0" y="3215"/>
                        </a:cubicBezTo>
                        <a:cubicBezTo>
                          <a:pt x="952" y="4167"/>
                          <a:pt x="1905" y="6072"/>
                          <a:pt x="2858" y="6072"/>
                        </a:cubicBezTo>
                        <a:cubicBezTo>
                          <a:pt x="1905" y="7977"/>
                          <a:pt x="3810" y="8930"/>
                          <a:pt x="4763" y="8930"/>
                        </a:cubicBezTo>
                        <a:cubicBezTo>
                          <a:pt x="3810" y="9882"/>
                          <a:pt x="1905" y="8930"/>
                          <a:pt x="952" y="7977"/>
                        </a:cubicBezTo>
                        <a:cubicBezTo>
                          <a:pt x="952" y="7977"/>
                          <a:pt x="0" y="8930"/>
                          <a:pt x="0" y="8930"/>
                        </a:cubicBezTo>
                        <a:cubicBezTo>
                          <a:pt x="952" y="9882"/>
                          <a:pt x="8573" y="7977"/>
                          <a:pt x="6667" y="10835"/>
                        </a:cubicBezTo>
                        <a:cubicBezTo>
                          <a:pt x="8573" y="10835"/>
                          <a:pt x="10477" y="10835"/>
                          <a:pt x="10477" y="8930"/>
                        </a:cubicBezTo>
                        <a:cubicBezTo>
                          <a:pt x="11430" y="8930"/>
                          <a:pt x="15240" y="13692"/>
                          <a:pt x="16192" y="14645"/>
                        </a:cubicBezTo>
                        <a:cubicBezTo>
                          <a:pt x="17145" y="13692"/>
                          <a:pt x="16192" y="12740"/>
                          <a:pt x="16192" y="11787"/>
                        </a:cubicBezTo>
                        <a:cubicBezTo>
                          <a:pt x="17145" y="11787"/>
                          <a:pt x="19050" y="10835"/>
                          <a:pt x="20002" y="11787"/>
                        </a:cubicBezTo>
                        <a:cubicBezTo>
                          <a:pt x="21908" y="13692"/>
                          <a:pt x="20002" y="14645"/>
                          <a:pt x="23813" y="15597"/>
                        </a:cubicBezTo>
                        <a:cubicBezTo>
                          <a:pt x="23813" y="15597"/>
                          <a:pt x="23813" y="14645"/>
                          <a:pt x="22860" y="14645"/>
                        </a:cubicBezTo>
                        <a:cubicBezTo>
                          <a:pt x="22860" y="14645"/>
                          <a:pt x="25717" y="13692"/>
                          <a:pt x="25717" y="13692"/>
                        </a:cubicBezTo>
                        <a:cubicBezTo>
                          <a:pt x="25717" y="13692"/>
                          <a:pt x="26670" y="11787"/>
                          <a:pt x="27623" y="11787"/>
                        </a:cubicBezTo>
                        <a:cubicBezTo>
                          <a:pt x="27623" y="11787"/>
                          <a:pt x="29527" y="12740"/>
                          <a:pt x="29527" y="12740"/>
                        </a:cubicBezTo>
                        <a:cubicBezTo>
                          <a:pt x="31433" y="13692"/>
                          <a:pt x="37148" y="13692"/>
                          <a:pt x="37148" y="15597"/>
                        </a:cubicBezTo>
                        <a:cubicBezTo>
                          <a:pt x="38100" y="17502"/>
                          <a:pt x="33338" y="19407"/>
                          <a:pt x="32385" y="20360"/>
                        </a:cubicBezTo>
                        <a:cubicBezTo>
                          <a:pt x="33338" y="20360"/>
                          <a:pt x="33338" y="20360"/>
                          <a:pt x="34290" y="20360"/>
                        </a:cubicBezTo>
                        <a:cubicBezTo>
                          <a:pt x="34290" y="21312"/>
                          <a:pt x="34290" y="21312"/>
                          <a:pt x="34290" y="22265"/>
                        </a:cubicBezTo>
                        <a:cubicBezTo>
                          <a:pt x="35242" y="20360"/>
                          <a:pt x="39052" y="20360"/>
                          <a:pt x="40005" y="22265"/>
                        </a:cubicBezTo>
                        <a:cubicBezTo>
                          <a:pt x="40958" y="23217"/>
                          <a:pt x="38100" y="26075"/>
                          <a:pt x="38100" y="27027"/>
                        </a:cubicBezTo>
                        <a:cubicBezTo>
                          <a:pt x="41910" y="27980"/>
                          <a:pt x="40005" y="27027"/>
                          <a:pt x="42863" y="25122"/>
                        </a:cubicBezTo>
                        <a:cubicBezTo>
                          <a:pt x="44767" y="24170"/>
                          <a:pt x="47625" y="24170"/>
                          <a:pt x="49530" y="25122"/>
                        </a:cubicBezTo>
                        <a:cubicBezTo>
                          <a:pt x="49530" y="26075"/>
                          <a:pt x="47625" y="27027"/>
                          <a:pt x="47625" y="27027"/>
                        </a:cubicBezTo>
                        <a:cubicBezTo>
                          <a:pt x="46673" y="27980"/>
                          <a:pt x="48577" y="27027"/>
                          <a:pt x="46673" y="28932"/>
                        </a:cubicBezTo>
                        <a:cubicBezTo>
                          <a:pt x="48577" y="30837"/>
                          <a:pt x="46673" y="30837"/>
                          <a:pt x="46673" y="31790"/>
                        </a:cubicBezTo>
                        <a:cubicBezTo>
                          <a:pt x="46673" y="33695"/>
                          <a:pt x="47625" y="33695"/>
                          <a:pt x="46673" y="35600"/>
                        </a:cubicBezTo>
                        <a:cubicBezTo>
                          <a:pt x="47625" y="35600"/>
                          <a:pt x="48577" y="34647"/>
                          <a:pt x="50483" y="34647"/>
                        </a:cubicBezTo>
                        <a:cubicBezTo>
                          <a:pt x="48577" y="31790"/>
                          <a:pt x="53340" y="29885"/>
                          <a:pt x="55245" y="29885"/>
                        </a:cubicBezTo>
                        <a:cubicBezTo>
                          <a:pt x="53340" y="26075"/>
                          <a:pt x="58102" y="26075"/>
                          <a:pt x="60008" y="24170"/>
                        </a:cubicBezTo>
                        <a:cubicBezTo>
                          <a:pt x="60960" y="23217"/>
                          <a:pt x="60008" y="23217"/>
                          <a:pt x="60960" y="23217"/>
                        </a:cubicBezTo>
                        <a:cubicBezTo>
                          <a:pt x="61913" y="23217"/>
                          <a:pt x="62865" y="23217"/>
                          <a:pt x="62865" y="23217"/>
                        </a:cubicBezTo>
                        <a:cubicBezTo>
                          <a:pt x="63817" y="23217"/>
                          <a:pt x="63817" y="23217"/>
                          <a:pt x="62865" y="22265"/>
                        </a:cubicBezTo>
                        <a:cubicBezTo>
                          <a:pt x="64770" y="21312"/>
                          <a:pt x="64770" y="20360"/>
                          <a:pt x="65723" y="20360"/>
                        </a:cubicBezTo>
                        <a:cubicBezTo>
                          <a:pt x="66675" y="19407"/>
                          <a:pt x="67627" y="19407"/>
                          <a:pt x="68580" y="19407"/>
                        </a:cubicBezTo>
                        <a:cubicBezTo>
                          <a:pt x="69533" y="18455"/>
                          <a:pt x="70485" y="16550"/>
                          <a:pt x="70485" y="15597"/>
                        </a:cubicBezTo>
                        <a:cubicBezTo>
                          <a:pt x="69533" y="12740"/>
                          <a:pt x="68580" y="15597"/>
                          <a:pt x="66675" y="15597"/>
                        </a:cubicBezTo>
                        <a:cubicBezTo>
                          <a:pt x="65723" y="12740"/>
                          <a:pt x="66675" y="9882"/>
                          <a:pt x="62865" y="8930"/>
                        </a:cubicBezTo>
                        <a:cubicBezTo>
                          <a:pt x="61913" y="8930"/>
                          <a:pt x="59055" y="8930"/>
                          <a:pt x="58102" y="9882"/>
                        </a:cubicBezTo>
                        <a:cubicBezTo>
                          <a:pt x="57150" y="9882"/>
                          <a:pt x="56198" y="11787"/>
                          <a:pt x="55245" y="11787"/>
                        </a:cubicBezTo>
                        <a:cubicBezTo>
                          <a:pt x="53340" y="11787"/>
                          <a:pt x="50483" y="9882"/>
                          <a:pt x="48577" y="8930"/>
                        </a:cubicBezTo>
                        <a:cubicBezTo>
                          <a:pt x="45720" y="7977"/>
                          <a:pt x="42863" y="7977"/>
                          <a:pt x="40005" y="7977"/>
                        </a:cubicBezTo>
                        <a:cubicBezTo>
                          <a:pt x="38100" y="7977"/>
                          <a:pt x="36195" y="7977"/>
                          <a:pt x="33338" y="7025"/>
                        </a:cubicBezTo>
                        <a:cubicBezTo>
                          <a:pt x="28575" y="6072"/>
                          <a:pt x="25717" y="6072"/>
                          <a:pt x="21908" y="7977"/>
                        </a:cubicBezTo>
                        <a:cubicBezTo>
                          <a:pt x="20955" y="7025"/>
                          <a:pt x="22860" y="6072"/>
                          <a:pt x="22860" y="5120"/>
                        </a:cubicBezTo>
                        <a:cubicBezTo>
                          <a:pt x="20955" y="6072"/>
                          <a:pt x="20955" y="1310"/>
                          <a:pt x="19050" y="357"/>
                        </a:cubicBezTo>
                        <a:cubicBezTo>
                          <a:pt x="14288" y="-1548"/>
                          <a:pt x="6667" y="9882"/>
                          <a:pt x="7620" y="1310"/>
                        </a:cubicBezTo>
                        <a:close/>
                      </a:path>
                    </a:pathLst>
                  </a:custGeom>
                  <a:solidFill>
                    <a:schemeClr val="bg2">
                      <a:alpha val="34000"/>
                    </a:schemeClr>
                  </a:solidFill>
                  <a:ln w="9525" cap="flat">
                    <a:noFill/>
                    <a:prstDash val="solid"/>
                    <a:miter/>
                  </a:ln>
                </p:spPr>
                <p:txBody>
                  <a:bodyPr rtlCol="0" anchor="ctr"/>
                  <a:lstStyle/>
                  <a:p>
                    <a:endParaRPr lang="en-US"/>
                  </a:p>
                </p:txBody>
              </p:sp>
              <p:sp>
                <p:nvSpPr>
                  <p:cNvPr id="491" name="Freeform: Shape 490">
                    <a:extLst>
                      <a:ext uri="{FF2B5EF4-FFF2-40B4-BE49-F238E27FC236}">
                        <a16:creationId xmlns:a16="http://schemas.microsoft.com/office/drawing/2014/main" id="{6B98D52B-AB52-43B2-92F5-5BE2F0F25C84}"/>
                      </a:ext>
                    </a:extLst>
                  </p:cNvPr>
                  <p:cNvSpPr/>
                  <p:nvPr/>
                </p:nvSpPr>
                <p:spPr>
                  <a:xfrm>
                    <a:off x="15076315" y="2096800"/>
                    <a:ext cx="32173" cy="20155"/>
                  </a:xfrm>
                  <a:custGeom>
                    <a:avLst/>
                    <a:gdLst>
                      <a:gd name="connsiteX0" fmla="*/ 30480 w 32173"/>
                      <a:gd name="connsiteY0" fmla="*/ 0 h 20155"/>
                      <a:gd name="connsiteX1" fmla="*/ 23813 w 32173"/>
                      <a:gd name="connsiteY1" fmla="*/ 0 h 20155"/>
                      <a:gd name="connsiteX2" fmla="*/ 19050 w 32173"/>
                      <a:gd name="connsiteY2" fmla="*/ 1905 h 20155"/>
                      <a:gd name="connsiteX3" fmla="*/ 18097 w 32173"/>
                      <a:gd name="connsiteY3" fmla="*/ 4763 h 20155"/>
                      <a:gd name="connsiteX4" fmla="*/ 15240 w 32173"/>
                      <a:gd name="connsiteY4" fmla="*/ 5715 h 20155"/>
                      <a:gd name="connsiteX5" fmla="*/ 17145 w 32173"/>
                      <a:gd name="connsiteY5" fmla="*/ 6667 h 20155"/>
                      <a:gd name="connsiteX6" fmla="*/ 12382 w 32173"/>
                      <a:gd name="connsiteY6" fmla="*/ 8572 h 20155"/>
                      <a:gd name="connsiteX7" fmla="*/ 9525 w 32173"/>
                      <a:gd name="connsiteY7" fmla="*/ 10478 h 20155"/>
                      <a:gd name="connsiteX8" fmla="*/ 11430 w 32173"/>
                      <a:gd name="connsiteY8" fmla="*/ 12382 h 20155"/>
                      <a:gd name="connsiteX9" fmla="*/ 10477 w 32173"/>
                      <a:gd name="connsiteY9" fmla="*/ 14288 h 20155"/>
                      <a:gd name="connsiteX10" fmla="*/ 7620 w 32173"/>
                      <a:gd name="connsiteY10" fmla="*/ 13335 h 20155"/>
                      <a:gd name="connsiteX11" fmla="*/ 952 w 32173"/>
                      <a:gd name="connsiteY11" fmla="*/ 13335 h 20155"/>
                      <a:gd name="connsiteX12" fmla="*/ 4763 w 32173"/>
                      <a:gd name="connsiteY12" fmla="*/ 14288 h 20155"/>
                      <a:gd name="connsiteX13" fmla="*/ 1905 w 32173"/>
                      <a:gd name="connsiteY13" fmla="*/ 14288 h 20155"/>
                      <a:gd name="connsiteX14" fmla="*/ 1905 w 32173"/>
                      <a:gd name="connsiteY14" fmla="*/ 16192 h 20155"/>
                      <a:gd name="connsiteX15" fmla="*/ 0 w 32173"/>
                      <a:gd name="connsiteY15" fmla="*/ 18097 h 20155"/>
                      <a:gd name="connsiteX16" fmla="*/ 7620 w 32173"/>
                      <a:gd name="connsiteY16" fmla="*/ 14288 h 20155"/>
                      <a:gd name="connsiteX17" fmla="*/ 6667 w 32173"/>
                      <a:gd name="connsiteY17" fmla="*/ 15240 h 20155"/>
                      <a:gd name="connsiteX18" fmla="*/ 9525 w 32173"/>
                      <a:gd name="connsiteY18" fmla="*/ 13335 h 20155"/>
                      <a:gd name="connsiteX19" fmla="*/ 9525 w 32173"/>
                      <a:gd name="connsiteY19" fmla="*/ 14288 h 20155"/>
                      <a:gd name="connsiteX20" fmla="*/ 2857 w 32173"/>
                      <a:gd name="connsiteY20" fmla="*/ 19050 h 20155"/>
                      <a:gd name="connsiteX21" fmla="*/ 5715 w 32173"/>
                      <a:gd name="connsiteY21" fmla="*/ 18097 h 20155"/>
                      <a:gd name="connsiteX22" fmla="*/ 9525 w 32173"/>
                      <a:gd name="connsiteY22" fmla="*/ 17145 h 20155"/>
                      <a:gd name="connsiteX23" fmla="*/ 9525 w 32173"/>
                      <a:gd name="connsiteY23" fmla="*/ 20003 h 20155"/>
                      <a:gd name="connsiteX24" fmla="*/ 19050 w 32173"/>
                      <a:gd name="connsiteY24" fmla="*/ 17145 h 20155"/>
                      <a:gd name="connsiteX25" fmla="*/ 25717 w 32173"/>
                      <a:gd name="connsiteY25" fmla="*/ 14288 h 20155"/>
                      <a:gd name="connsiteX26" fmla="*/ 26670 w 32173"/>
                      <a:gd name="connsiteY26" fmla="*/ 11430 h 20155"/>
                      <a:gd name="connsiteX27" fmla="*/ 29527 w 32173"/>
                      <a:gd name="connsiteY27" fmla="*/ 9525 h 20155"/>
                      <a:gd name="connsiteX28" fmla="*/ 30480 w 32173"/>
                      <a:gd name="connsiteY28" fmla="*/ 7620 h 20155"/>
                      <a:gd name="connsiteX29" fmla="*/ 30480 w 32173"/>
                      <a:gd name="connsiteY29" fmla="*/ 0 h 20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2173" h="20155">
                        <a:moveTo>
                          <a:pt x="30480" y="0"/>
                        </a:moveTo>
                        <a:cubicBezTo>
                          <a:pt x="28575" y="0"/>
                          <a:pt x="24765" y="1905"/>
                          <a:pt x="23813" y="0"/>
                        </a:cubicBezTo>
                        <a:cubicBezTo>
                          <a:pt x="21907" y="1905"/>
                          <a:pt x="20002" y="0"/>
                          <a:pt x="19050" y="1905"/>
                        </a:cubicBezTo>
                        <a:cubicBezTo>
                          <a:pt x="21907" y="2857"/>
                          <a:pt x="17145" y="2857"/>
                          <a:pt x="18097" y="4763"/>
                        </a:cubicBezTo>
                        <a:cubicBezTo>
                          <a:pt x="17145" y="4763"/>
                          <a:pt x="16192" y="4763"/>
                          <a:pt x="15240" y="5715"/>
                        </a:cubicBezTo>
                        <a:cubicBezTo>
                          <a:pt x="16192" y="5715"/>
                          <a:pt x="16192" y="5715"/>
                          <a:pt x="17145" y="6667"/>
                        </a:cubicBezTo>
                        <a:cubicBezTo>
                          <a:pt x="15240" y="6667"/>
                          <a:pt x="13335" y="6667"/>
                          <a:pt x="12382" y="8572"/>
                        </a:cubicBezTo>
                        <a:cubicBezTo>
                          <a:pt x="14288" y="10478"/>
                          <a:pt x="10477" y="9525"/>
                          <a:pt x="9525" y="10478"/>
                        </a:cubicBezTo>
                        <a:cubicBezTo>
                          <a:pt x="10477" y="10478"/>
                          <a:pt x="11430" y="11430"/>
                          <a:pt x="11430" y="12382"/>
                        </a:cubicBezTo>
                        <a:cubicBezTo>
                          <a:pt x="10477" y="11430"/>
                          <a:pt x="9525" y="13335"/>
                          <a:pt x="10477" y="14288"/>
                        </a:cubicBezTo>
                        <a:cubicBezTo>
                          <a:pt x="9525" y="14288"/>
                          <a:pt x="8572" y="13335"/>
                          <a:pt x="7620" y="13335"/>
                        </a:cubicBezTo>
                        <a:cubicBezTo>
                          <a:pt x="8572" y="10478"/>
                          <a:pt x="1905" y="13335"/>
                          <a:pt x="952" y="13335"/>
                        </a:cubicBezTo>
                        <a:cubicBezTo>
                          <a:pt x="1905" y="15240"/>
                          <a:pt x="2857" y="13335"/>
                          <a:pt x="4763" y="14288"/>
                        </a:cubicBezTo>
                        <a:cubicBezTo>
                          <a:pt x="3810" y="14288"/>
                          <a:pt x="1905" y="14288"/>
                          <a:pt x="1905" y="14288"/>
                        </a:cubicBezTo>
                        <a:cubicBezTo>
                          <a:pt x="952" y="15240"/>
                          <a:pt x="952" y="16192"/>
                          <a:pt x="1905" y="16192"/>
                        </a:cubicBezTo>
                        <a:cubicBezTo>
                          <a:pt x="952" y="16192"/>
                          <a:pt x="0" y="17145"/>
                          <a:pt x="0" y="18097"/>
                        </a:cubicBezTo>
                        <a:cubicBezTo>
                          <a:pt x="1905" y="17145"/>
                          <a:pt x="7620" y="13335"/>
                          <a:pt x="7620" y="14288"/>
                        </a:cubicBezTo>
                        <a:cubicBezTo>
                          <a:pt x="6667" y="15240"/>
                          <a:pt x="6667" y="15240"/>
                          <a:pt x="6667" y="15240"/>
                        </a:cubicBezTo>
                        <a:cubicBezTo>
                          <a:pt x="7620" y="14288"/>
                          <a:pt x="8572" y="14288"/>
                          <a:pt x="9525" y="13335"/>
                        </a:cubicBezTo>
                        <a:cubicBezTo>
                          <a:pt x="9525" y="13335"/>
                          <a:pt x="9525" y="14288"/>
                          <a:pt x="9525" y="14288"/>
                        </a:cubicBezTo>
                        <a:cubicBezTo>
                          <a:pt x="7620" y="14288"/>
                          <a:pt x="4763" y="17145"/>
                          <a:pt x="2857" y="19050"/>
                        </a:cubicBezTo>
                        <a:cubicBezTo>
                          <a:pt x="3810" y="19050"/>
                          <a:pt x="4763" y="18097"/>
                          <a:pt x="5715" y="18097"/>
                        </a:cubicBezTo>
                        <a:cubicBezTo>
                          <a:pt x="7620" y="17145"/>
                          <a:pt x="7620" y="17145"/>
                          <a:pt x="9525" y="17145"/>
                        </a:cubicBezTo>
                        <a:cubicBezTo>
                          <a:pt x="12382" y="17145"/>
                          <a:pt x="13335" y="18097"/>
                          <a:pt x="9525" y="20003"/>
                        </a:cubicBezTo>
                        <a:cubicBezTo>
                          <a:pt x="10477" y="20955"/>
                          <a:pt x="17145" y="17145"/>
                          <a:pt x="19050" y="17145"/>
                        </a:cubicBezTo>
                        <a:cubicBezTo>
                          <a:pt x="21907" y="16192"/>
                          <a:pt x="24765" y="16192"/>
                          <a:pt x="25717" y="14288"/>
                        </a:cubicBezTo>
                        <a:cubicBezTo>
                          <a:pt x="26670" y="13335"/>
                          <a:pt x="26670" y="12382"/>
                          <a:pt x="26670" y="11430"/>
                        </a:cubicBezTo>
                        <a:cubicBezTo>
                          <a:pt x="27622" y="10478"/>
                          <a:pt x="28575" y="10478"/>
                          <a:pt x="29527" y="9525"/>
                        </a:cubicBezTo>
                        <a:cubicBezTo>
                          <a:pt x="30480" y="8572"/>
                          <a:pt x="30480" y="7620"/>
                          <a:pt x="30480" y="7620"/>
                        </a:cubicBezTo>
                        <a:cubicBezTo>
                          <a:pt x="30480" y="4763"/>
                          <a:pt x="34290" y="1905"/>
                          <a:pt x="30480" y="0"/>
                        </a:cubicBezTo>
                        <a:close/>
                      </a:path>
                    </a:pathLst>
                  </a:custGeom>
                  <a:solidFill>
                    <a:schemeClr val="bg2">
                      <a:alpha val="34000"/>
                    </a:schemeClr>
                  </a:solidFill>
                  <a:ln w="9525" cap="flat">
                    <a:noFill/>
                    <a:prstDash val="solid"/>
                    <a:miter/>
                  </a:ln>
                </p:spPr>
                <p:txBody>
                  <a:bodyPr rtlCol="0" anchor="ctr"/>
                  <a:lstStyle/>
                  <a:p>
                    <a:endParaRPr lang="en-US"/>
                  </a:p>
                </p:txBody>
              </p:sp>
              <p:sp>
                <p:nvSpPr>
                  <p:cNvPr id="492" name="Freeform: Shape 491">
                    <a:extLst>
                      <a:ext uri="{FF2B5EF4-FFF2-40B4-BE49-F238E27FC236}">
                        <a16:creationId xmlns:a16="http://schemas.microsoft.com/office/drawing/2014/main" id="{426C2C2D-CAB1-4CA8-B38B-9D0E37D714FE}"/>
                      </a:ext>
                    </a:extLst>
                  </p:cNvPr>
                  <p:cNvSpPr/>
                  <p:nvPr/>
                </p:nvSpPr>
                <p:spPr>
                  <a:xfrm>
                    <a:off x="15163944" y="2102790"/>
                    <a:ext cx="3049" cy="3535"/>
                  </a:xfrm>
                  <a:custGeom>
                    <a:avLst/>
                    <a:gdLst>
                      <a:gd name="connsiteX0" fmla="*/ 0 w 3049"/>
                      <a:gd name="connsiteY0" fmla="*/ 1630 h 3535"/>
                      <a:gd name="connsiteX1" fmla="*/ 0 w 3049"/>
                      <a:gd name="connsiteY1" fmla="*/ 2583 h 3535"/>
                      <a:gd name="connsiteX2" fmla="*/ 2858 w 3049"/>
                      <a:gd name="connsiteY2" fmla="*/ 3535 h 3535"/>
                      <a:gd name="connsiteX3" fmla="*/ 0 w 3049"/>
                      <a:gd name="connsiteY3" fmla="*/ 1630 h 3535"/>
                    </a:gdLst>
                    <a:ahLst/>
                    <a:cxnLst>
                      <a:cxn ang="0">
                        <a:pos x="connsiteX0" y="connsiteY0"/>
                      </a:cxn>
                      <a:cxn ang="0">
                        <a:pos x="connsiteX1" y="connsiteY1"/>
                      </a:cxn>
                      <a:cxn ang="0">
                        <a:pos x="connsiteX2" y="connsiteY2"/>
                      </a:cxn>
                      <a:cxn ang="0">
                        <a:pos x="connsiteX3" y="connsiteY3"/>
                      </a:cxn>
                    </a:cxnLst>
                    <a:rect l="l" t="t" r="r" b="b"/>
                    <a:pathLst>
                      <a:path w="3049" h="3535">
                        <a:moveTo>
                          <a:pt x="0" y="1630"/>
                        </a:moveTo>
                        <a:cubicBezTo>
                          <a:pt x="0" y="1630"/>
                          <a:pt x="0" y="2583"/>
                          <a:pt x="0" y="2583"/>
                        </a:cubicBezTo>
                        <a:cubicBezTo>
                          <a:pt x="952" y="2583"/>
                          <a:pt x="1905" y="3535"/>
                          <a:pt x="2858" y="3535"/>
                        </a:cubicBezTo>
                        <a:cubicBezTo>
                          <a:pt x="3810" y="1630"/>
                          <a:pt x="952" y="-2180"/>
                          <a:pt x="0" y="1630"/>
                        </a:cubicBezTo>
                        <a:close/>
                      </a:path>
                    </a:pathLst>
                  </a:custGeom>
                  <a:solidFill>
                    <a:schemeClr val="bg2">
                      <a:alpha val="34000"/>
                    </a:schemeClr>
                  </a:solidFill>
                  <a:ln w="9525" cap="flat">
                    <a:noFill/>
                    <a:prstDash val="solid"/>
                    <a:miter/>
                  </a:ln>
                </p:spPr>
                <p:txBody>
                  <a:bodyPr rtlCol="0" anchor="ctr"/>
                  <a:lstStyle/>
                  <a:p>
                    <a:endParaRPr lang="en-US"/>
                  </a:p>
                </p:txBody>
              </p:sp>
              <p:sp>
                <p:nvSpPr>
                  <p:cNvPr id="493" name="Freeform: Shape 492">
                    <a:extLst>
                      <a:ext uri="{FF2B5EF4-FFF2-40B4-BE49-F238E27FC236}">
                        <a16:creationId xmlns:a16="http://schemas.microsoft.com/office/drawing/2014/main" id="{9318F0FE-5EB2-4A06-AB16-65ED1270D0CD}"/>
                      </a:ext>
                    </a:extLst>
                  </p:cNvPr>
                  <p:cNvSpPr/>
                  <p:nvPr/>
                </p:nvSpPr>
                <p:spPr>
                  <a:xfrm>
                    <a:off x="15152515" y="2023145"/>
                    <a:ext cx="562213" cy="725165"/>
                  </a:xfrm>
                  <a:custGeom>
                    <a:avLst/>
                    <a:gdLst>
                      <a:gd name="connsiteX0" fmla="*/ 484822 w 562213"/>
                      <a:gd name="connsiteY0" fmla="*/ 180335 h 725165"/>
                      <a:gd name="connsiteX1" fmla="*/ 484822 w 562213"/>
                      <a:gd name="connsiteY1" fmla="*/ 180335 h 725165"/>
                      <a:gd name="connsiteX2" fmla="*/ 473392 w 562213"/>
                      <a:gd name="connsiteY2" fmla="*/ 166048 h 725165"/>
                      <a:gd name="connsiteX3" fmla="*/ 476250 w 562213"/>
                      <a:gd name="connsiteY3" fmla="*/ 169858 h 725165"/>
                      <a:gd name="connsiteX4" fmla="*/ 451485 w 562213"/>
                      <a:gd name="connsiteY4" fmla="*/ 142235 h 725165"/>
                      <a:gd name="connsiteX5" fmla="*/ 434340 w 562213"/>
                      <a:gd name="connsiteY5" fmla="*/ 126043 h 725165"/>
                      <a:gd name="connsiteX6" fmla="*/ 446722 w 562213"/>
                      <a:gd name="connsiteY6" fmla="*/ 140330 h 725165"/>
                      <a:gd name="connsiteX7" fmla="*/ 447675 w 562213"/>
                      <a:gd name="connsiteY7" fmla="*/ 143188 h 725165"/>
                      <a:gd name="connsiteX8" fmla="*/ 439103 w 562213"/>
                      <a:gd name="connsiteY8" fmla="*/ 135568 h 725165"/>
                      <a:gd name="connsiteX9" fmla="*/ 431482 w 562213"/>
                      <a:gd name="connsiteY9" fmla="*/ 128900 h 725165"/>
                      <a:gd name="connsiteX10" fmla="*/ 438150 w 562213"/>
                      <a:gd name="connsiteY10" fmla="*/ 135568 h 725165"/>
                      <a:gd name="connsiteX11" fmla="*/ 431482 w 562213"/>
                      <a:gd name="connsiteY11" fmla="*/ 128900 h 725165"/>
                      <a:gd name="connsiteX12" fmla="*/ 439103 w 562213"/>
                      <a:gd name="connsiteY12" fmla="*/ 136521 h 725165"/>
                      <a:gd name="connsiteX13" fmla="*/ 402907 w 562213"/>
                      <a:gd name="connsiteY13" fmla="*/ 106040 h 725165"/>
                      <a:gd name="connsiteX14" fmla="*/ 421005 w 562213"/>
                      <a:gd name="connsiteY14" fmla="*/ 117471 h 725165"/>
                      <a:gd name="connsiteX15" fmla="*/ 432435 w 562213"/>
                      <a:gd name="connsiteY15" fmla="*/ 124138 h 725165"/>
                      <a:gd name="connsiteX16" fmla="*/ 428625 w 562213"/>
                      <a:gd name="connsiteY16" fmla="*/ 120328 h 725165"/>
                      <a:gd name="connsiteX17" fmla="*/ 441007 w 562213"/>
                      <a:gd name="connsiteY17" fmla="*/ 130805 h 725165"/>
                      <a:gd name="connsiteX18" fmla="*/ 137160 w 562213"/>
                      <a:gd name="connsiteY18" fmla="*/ 313 h 725165"/>
                      <a:gd name="connsiteX19" fmla="*/ 41910 w 562213"/>
                      <a:gd name="connsiteY19" fmla="*/ 6980 h 725165"/>
                      <a:gd name="connsiteX20" fmla="*/ 63817 w 562213"/>
                      <a:gd name="connsiteY20" fmla="*/ 4123 h 725165"/>
                      <a:gd name="connsiteX21" fmla="*/ 86677 w 562213"/>
                      <a:gd name="connsiteY21" fmla="*/ 2218 h 725165"/>
                      <a:gd name="connsiteX22" fmla="*/ 131445 w 562213"/>
                      <a:gd name="connsiteY22" fmla="*/ 1265 h 725165"/>
                      <a:gd name="connsiteX23" fmla="*/ 220980 w 562213"/>
                      <a:gd name="connsiteY23" fmla="*/ 13648 h 725165"/>
                      <a:gd name="connsiteX24" fmla="*/ 44767 w 562213"/>
                      <a:gd name="connsiteY24" fmla="*/ 6980 h 725165"/>
                      <a:gd name="connsiteX25" fmla="*/ 58102 w 562213"/>
                      <a:gd name="connsiteY25" fmla="*/ 6028 h 725165"/>
                      <a:gd name="connsiteX26" fmla="*/ 54292 w 562213"/>
                      <a:gd name="connsiteY26" fmla="*/ 7933 h 725165"/>
                      <a:gd name="connsiteX27" fmla="*/ 64770 w 562213"/>
                      <a:gd name="connsiteY27" fmla="*/ 6980 h 725165"/>
                      <a:gd name="connsiteX28" fmla="*/ 60007 w 562213"/>
                      <a:gd name="connsiteY28" fmla="*/ 7933 h 725165"/>
                      <a:gd name="connsiteX29" fmla="*/ 75247 w 562213"/>
                      <a:gd name="connsiteY29" fmla="*/ 7933 h 725165"/>
                      <a:gd name="connsiteX30" fmla="*/ 66675 w 562213"/>
                      <a:gd name="connsiteY30" fmla="*/ 9838 h 725165"/>
                      <a:gd name="connsiteX31" fmla="*/ 80010 w 562213"/>
                      <a:gd name="connsiteY31" fmla="*/ 8885 h 725165"/>
                      <a:gd name="connsiteX32" fmla="*/ 63817 w 562213"/>
                      <a:gd name="connsiteY32" fmla="*/ 12696 h 725165"/>
                      <a:gd name="connsiteX33" fmla="*/ 44767 w 562213"/>
                      <a:gd name="connsiteY33" fmla="*/ 14600 h 725165"/>
                      <a:gd name="connsiteX34" fmla="*/ 60007 w 562213"/>
                      <a:gd name="connsiteY34" fmla="*/ 9838 h 725165"/>
                      <a:gd name="connsiteX35" fmla="*/ 46672 w 562213"/>
                      <a:gd name="connsiteY35" fmla="*/ 9838 h 725165"/>
                      <a:gd name="connsiteX36" fmla="*/ 28575 w 562213"/>
                      <a:gd name="connsiteY36" fmla="*/ 14600 h 725165"/>
                      <a:gd name="connsiteX37" fmla="*/ 16192 w 562213"/>
                      <a:gd name="connsiteY37" fmla="*/ 19363 h 725165"/>
                      <a:gd name="connsiteX38" fmla="*/ 6667 w 562213"/>
                      <a:gd name="connsiteY38" fmla="*/ 21268 h 725165"/>
                      <a:gd name="connsiteX39" fmla="*/ 9525 w 562213"/>
                      <a:gd name="connsiteY39" fmla="*/ 21268 h 725165"/>
                      <a:gd name="connsiteX40" fmla="*/ 2857 w 562213"/>
                      <a:gd name="connsiteY40" fmla="*/ 22221 h 725165"/>
                      <a:gd name="connsiteX41" fmla="*/ 8572 w 562213"/>
                      <a:gd name="connsiteY41" fmla="*/ 22221 h 725165"/>
                      <a:gd name="connsiteX42" fmla="*/ 3810 w 562213"/>
                      <a:gd name="connsiteY42" fmla="*/ 23173 h 725165"/>
                      <a:gd name="connsiteX43" fmla="*/ 7620 w 562213"/>
                      <a:gd name="connsiteY43" fmla="*/ 23173 h 725165"/>
                      <a:gd name="connsiteX44" fmla="*/ 952 w 562213"/>
                      <a:gd name="connsiteY44" fmla="*/ 24125 h 725165"/>
                      <a:gd name="connsiteX45" fmla="*/ 952 w 562213"/>
                      <a:gd name="connsiteY45" fmla="*/ 25078 h 725165"/>
                      <a:gd name="connsiteX46" fmla="*/ 3810 w 562213"/>
                      <a:gd name="connsiteY46" fmla="*/ 26030 h 725165"/>
                      <a:gd name="connsiteX47" fmla="*/ 5715 w 562213"/>
                      <a:gd name="connsiteY47" fmla="*/ 26983 h 725165"/>
                      <a:gd name="connsiteX48" fmla="*/ 3810 w 562213"/>
                      <a:gd name="connsiteY48" fmla="*/ 28888 h 725165"/>
                      <a:gd name="connsiteX49" fmla="*/ 0 w 562213"/>
                      <a:gd name="connsiteY49" fmla="*/ 29840 h 725165"/>
                      <a:gd name="connsiteX50" fmla="*/ 6667 w 562213"/>
                      <a:gd name="connsiteY50" fmla="*/ 30793 h 725165"/>
                      <a:gd name="connsiteX51" fmla="*/ 2857 w 562213"/>
                      <a:gd name="connsiteY51" fmla="*/ 31746 h 725165"/>
                      <a:gd name="connsiteX52" fmla="*/ 6667 w 562213"/>
                      <a:gd name="connsiteY52" fmla="*/ 32698 h 725165"/>
                      <a:gd name="connsiteX53" fmla="*/ 6667 w 562213"/>
                      <a:gd name="connsiteY53" fmla="*/ 35555 h 725165"/>
                      <a:gd name="connsiteX54" fmla="*/ 11430 w 562213"/>
                      <a:gd name="connsiteY54" fmla="*/ 32698 h 725165"/>
                      <a:gd name="connsiteX55" fmla="*/ 19050 w 562213"/>
                      <a:gd name="connsiteY55" fmla="*/ 36508 h 725165"/>
                      <a:gd name="connsiteX56" fmla="*/ 24765 w 562213"/>
                      <a:gd name="connsiteY56" fmla="*/ 39365 h 725165"/>
                      <a:gd name="connsiteX57" fmla="*/ 32385 w 562213"/>
                      <a:gd name="connsiteY57" fmla="*/ 40318 h 725165"/>
                      <a:gd name="connsiteX58" fmla="*/ 28575 w 562213"/>
                      <a:gd name="connsiteY58" fmla="*/ 46033 h 725165"/>
                      <a:gd name="connsiteX59" fmla="*/ 29527 w 562213"/>
                      <a:gd name="connsiteY59" fmla="*/ 49843 h 725165"/>
                      <a:gd name="connsiteX60" fmla="*/ 38100 w 562213"/>
                      <a:gd name="connsiteY60" fmla="*/ 54605 h 725165"/>
                      <a:gd name="connsiteX61" fmla="*/ 60007 w 562213"/>
                      <a:gd name="connsiteY61" fmla="*/ 57463 h 725165"/>
                      <a:gd name="connsiteX62" fmla="*/ 65722 w 562213"/>
                      <a:gd name="connsiteY62" fmla="*/ 54605 h 725165"/>
                      <a:gd name="connsiteX63" fmla="*/ 64770 w 562213"/>
                      <a:gd name="connsiteY63" fmla="*/ 48890 h 725165"/>
                      <a:gd name="connsiteX64" fmla="*/ 61913 w 562213"/>
                      <a:gd name="connsiteY64" fmla="*/ 47938 h 725165"/>
                      <a:gd name="connsiteX65" fmla="*/ 67627 w 562213"/>
                      <a:gd name="connsiteY65" fmla="*/ 47938 h 725165"/>
                      <a:gd name="connsiteX66" fmla="*/ 81915 w 562213"/>
                      <a:gd name="connsiteY66" fmla="*/ 49843 h 725165"/>
                      <a:gd name="connsiteX67" fmla="*/ 102870 w 562213"/>
                      <a:gd name="connsiteY67" fmla="*/ 50796 h 725165"/>
                      <a:gd name="connsiteX68" fmla="*/ 100013 w 562213"/>
                      <a:gd name="connsiteY68" fmla="*/ 48890 h 725165"/>
                      <a:gd name="connsiteX69" fmla="*/ 102870 w 562213"/>
                      <a:gd name="connsiteY69" fmla="*/ 46033 h 725165"/>
                      <a:gd name="connsiteX70" fmla="*/ 100013 w 562213"/>
                      <a:gd name="connsiteY70" fmla="*/ 44128 h 725165"/>
                      <a:gd name="connsiteX71" fmla="*/ 86677 w 562213"/>
                      <a:gd name="connsiteY71" fmla="*/ 38413 h 725165"/>
                      <a:gd name="connsiteX72" fmla="*/ 83820 w 562213"/>
                      <a:gd name="connsiteY72" fmla="*/ 34603 h 725165"/>
                      <a:gd name="connsiteX73" fmla="*/ 75247 w 562213"/>
                      <a:gd name="connsiteY73" fmla="*/ 34603 h 725165"/>
                      <a:gd name="connsiteX74" fmla="*/ 64770 w 562213"/>
                      <a:gd name="connsiteY74" fmla="*/ 34603 h 725165"/>
                      <a:gd name="connsiteX75" fmla="*/ 52388 w 562213"/>
                      <a:gd name="connsiteY75" fmla="*/ 28888 h 725165"/>
                      <a:gd name="connsiteX76" fmla="*/ 47625 w 562213"/>
                      <a:gd name="connsiteY76" fmla="*/ 28888 h 725165"/>
                      <a:gd name="connsiteX77" fmla="*/ 43815 w 562213"/>
                      <a:gd name="connsiteY77" fmla="*/ 27935 h 725165"/>
                      <a:gd name="connsiteX78" fmla="*/ 46672 w 562213"/>
                      <a:gd name="connsiteY78" fmla="*/ 25078 h 725165"/>
                      <a:gd name="connsiteX79" fmla="*/ 52388 w 562213"/>
                      <a:gd name="connsiteY79" fmla="*/ 25078 h 725165"/>
                      <a:gd name="connsiteX80" fmla="*/ 57150 w 562213"/>
                      <a:gd name="connsiteY80" fmla="*/ 26030 h 725165"/>
                      <a:gd name="connsiteX81" fmla="*/ 59055 w 562213"/>
                      <a:gd name="connsiteY81" fmla="*/ 27935 h 725165"/>
                      <a:gd name="connsiteX82" fmla="*/ 59055 w 562213"/>
                      <a:gd name="connsiteY82" fmla="*/ 28888 h 725165"/>
                      <a:gd name="connsiteX83" fmla="*/ 79057 w 562213"/>
                      <a:gd name="connsiteY83" fmla="*/ 31746 h 725165"/>
                      <a:gd name="connsiteX84" fmla="*/ 91440 w 562213"/>
                      <a:gd name="connsiteY84" fmla="*/ 30793 h 725165"/>
                      <a:gd name="connsiteX85" fmla="*/ 95250 w 562213"/>
                      <a:gd name="connsiteY85" fmla="*/ 25078 h 725165"/>
                      <a:gd name="connsiteX86" fmla="*/ 105727 w 562213"/>
                      <a:gd name="connsiteY86" fmla="*/ 22221 h 725165"/>
                      <a:gd name="connsiteX87" fmla="*/ 103822 w 562213"/>
                      <a:gd name="connsiteY87" fmla="*/ 25078 h 725165"/>
                      <a:gd name="connsiteX88" fmla="*/ 105727 w 562213"/>
                      <a:gd name="connsiteY88" fmla="*/ 25078 h 725165"/>
                      <a:gd name="connsiteX89" fmla="*/ 98107 w 562213"/>
                      <a:gd name="connsiteY89" fmla="*/ 29840 h 725165"/>
                      <a:gd name="connsiteX90" fmla="*/ 100965 w 562213"/>
                      <a:gd name="connsiteY90" fmla="*/ 31746 h 725165"/>
                      <a:gd name="connsiteX91" fmla="*/ 104775 w 562213"/>
                      <a:gd name="connsiteY91" fmla="*/ 31746 h 725165"/>
                      <a:gd name="connsiteX92" fmla="*/ 106680 w 562213"/>
                      <a:gd name="connsiteY92" fmla="*/ 31746 h 725165"/>
                      <a:gd name="connsiteX93" fmla="*/ 109538 w 562213"/>
                      <a:gd name="connsiteY93" fmla="*/ 30793 h 725165"/>
                      <a:gd name="connsiteX94" fmla="*/ 120015 w 562213"/>
                      <a:gd name="connsiteY94" fmla="*/ 33650 h 725165"/>
                      <a:gd name="connsiteX95" fmla="*/ 110490 w 562213"/>
                      <a:gd name="connsiteY95" fmla="*/ 35555 h 725165"/>
                      <a:gd name="connsiteX96" fmla="*/ 120015 w 562213"/>
                      <a:gd name="connsiteY96" fmla="*/ 40318 h 725165"/>
                      <a:gd name="connsiteX97" fmla="*/ 126682 w 562213"/>
                      <a:gd name="connsiteY97" fmla="*/ 44128 h 725165"/>
                      <a:gd name="connsiteX98" fmla="*/ 129540 w 562213"/>
                      <a:gd name="connsiteY98" fmla="*/ 46985 h 725165"/>
                      <a:gd name="connsiteX99" fmla="*/ 125730 w 562213"/>
                      <a:gd name="connsiteY99" fmla="*/ 48890 h 725165"/>
                      <a:gd name="connsiteX100" fmla="*/ 119063 w 562213"/>
                      <a:gd name="connsiteY100" fmla="*/ 52700 h 725165"/>
                      <a:gd name="connsiteX101" fmla="*/ 112395 w 562213"/>
                      <a:gd name="connsiteY101" fmla="*/ 56510 h 725165"/>
                      <a:gd name="connsiteX102" fmla="*/ 110490 w 562213"/>
                      <a:gd name="connsiteY102" fmla="*/ 56510 h 725165"/>
                      <a:gd name="connsiteX103" fmla="*/ 108585 w 562213"/>
                      <a:gd name="connsiteY103" fmla="*/ 59368 h 725165"/>
                      <a:gd name="connsiteX104" fmla="*/ 107632 w 562213"/>
                      <a:gd name="connsiteY104" fmla="*/ 62225 h 725165"/>
                      <a:gd name="connsiteX105" fmla="*/ 104775 w 562213"/>
                      <a:gd name="connsiteY105" fmla="*/ 61273 h 725165"/>
                      <a:gd name="connsiteX106" fmla="*/ 100013 w 562213"/>
                      <a:gd name="connsiteY106" fmla="*/ 62225 h 725165"/>
                      <a:gd name="connsiteX107" fmla="*/ 93345 w 562213"/>
                      <a:gd name="connsiteY107" fmla="*/ 62225 h 725165"/>
                      <a:gd name="connsiteX108" fmla="*/ 87630 w 562213"/>
                      <a:gd name="connsiteY108" fmla="*/ 58415 h 725165"/>
                      <a:gd name="connsiteX109" fmla="*/ 88582 w 562213"/>
                      <a:gd name="connsiteY109" fmla="*/ 56510 h 725165"/>
                      <a:gd name="connsiteX110" fmla="*/ 83820 w 562213"/>
                      <a:gd name="connsiteY110" fmla="*/ 56510 h 725165"/>
                      <a:gd name="connsiteX111" fmla="*/ 76200 w 562213"/>
                      <a:gd name="connsiteY111" fmla="*/ 55558 h 725165"/>
                      <a:gd name="connsiteX112" fmla="*/ 77152 w 562213"/>
                      <a:gd name="connsiteY112" fmla="*/ 56510 h 725165"/>
                      <a:gd name="connsiteX113" fmla="*/ 78105 w 562213"/>
                      <a:gd name="connsiteY113" fmla="*/ 58415 h 725165"/>
                      <a:gd name="connsiteX114" fmla="*/ 77152 w 562213"/>
                      <a:gd name="connsiteY114" fmla="*/ 59368 h 725165"/>
                      <a:gd name="connsiteX115" fmla="*/ 82867 w 562213"/>
                      <a:gd name="connsiteY115" fmla="*/ 63178 h 725165"/>
                      <a:gd name="connsiteX116" fmla="*/ 92392 w 562213"/>
                      <a:gd name="connsiteY116" fmla="*/ 66035 h 725165"/>
                      <a:gd name="connsiteX117" fmla="*/ 95250 w 562213"/>
                      <a:gd name="connsiteY117" fmla="*/ 70798 h 725165"/>
                      <a:gd name="connsiteX118" fmla="*/ 90488 w 562213"/>
                      <a:gd name="connsiteY118" fmla="*/ 78418 h 725165"/>
                      <a:gd name="connsiteX119" fmla="*/ 95250 w 562213"/>
                      <a:gd name="connsiteY119" fmla="*/ 82228 h 725165"/>
                      <a:gd name="connsiteX120" fmla="*/ 98107 w 562213"/>
                      <a:gd name="connsiteY120" fmla="*/ 86990 h 725165"/>
                      <a:gd name="connsiteX121" fmla="*/ 95250 w 562213"/>
                      <a:gd name="connsiteY121" fmla="*/ 93658 h 725165"/>
                      <a:gd name="connsiteX122" fmla="*/ 97155 w 562213"/>
                      <a:gd name="connsiteY122" fmla="*/ 97468 h 725165"/>
                      <a:gd name="connsiteX123" fmla="*/ 86677 w 562213"/>
                      <a:gd name="connsiteY123" fmla="*/ 108898 h 725165"/>
                      <a:gd name="connsiteX124" fmla="*/ 93345 w 562213"/>
                      <a:gd name="connsiteY124" fmla="*/ 112708 h 725165"/>
                      <a:gd name="connsiteX125" fmla="*/ 88582 w 562213"/>
                      <a:gd name="connsiteY125" fmla="*/ 115565 h 725165"/>
                      <a:gd name="connsiteX126" fmla="*/ 84772 w 562213"/>
                      <a:gd name="connsiteY126" fmla="*/ 115565 h 725165"/>
                      <a:gd name="connsiteX127" fmla="*/ 83820 w 562213"/>
                      <a:gd name="connsiteY127" fmla="*/ 118423 h 725165"/>
                      <a:gd name="connsiteX128" fmla="*/ 80963 w 562213"/>
                      <a:gd name="connsiteY128" fmla="*/ 120328 h 725165"/>
                      <a:gd name="connsiteX129" fmla="*/ 90488 w 562213"/>
                      <a:gd name="connsiteY129" fmla="*/ 122233 h 725165"/>
                      <a:gd name="connsiteX130" fmla="*/ 103822 w 562213"/>
                      <a:gd name="connsiteY130" fmla="*/ 122233 h 725165"/>
                      <a:gd name="connsiteX131" fmla="*/ 111442 w 562213"/>
                      <a:gd name="connsiteY131" fmla="*/ 122233 h 725165"/>
                      <a:gd name="connsiteX132" fmla="*/ 123825 w 562213"/>
                      <a:gd name="connsiteY132" fmla="*/ 132710 h 725165"/>
                      <a:gd name="connsiteX133" fmla="*/ 128588 w 562213"/>
                      <a:gd name="connsiteY133" fmla="*/ 138425 h 725165"/>
                      <a:gd name="connsiteX134" fmla="*/ 118110 w 562213"/>
                      <a:gd name="connsiteY134" fmla="*/ 144140 h 725165"/>
                      <a:gd name="connsiteX135" fmla="*/ 102870 w 562213"/>
                      <a:gd name="connsiteY135" fmla="*/ 150808 h 725165"/>
                      <a:gd name="connsiteX136" fmla="*/ 95250 w 562213"/>
                      <a:gd name="connsiteY136" fmla="*/ 155571 h 725165"/>
                      <a:gd name="connsiteX137" fmla="*/ 90488 w 562213"/>
                      <a:gd name="connsiteY137" fmla="*/ 161285 h 725165"/>
                      <a:gd name="connsiteX138" fmla="*/ 100965 w 562213"/>
                      <a:gd name="connsiteY138" fmla="*/ 171763 h 725165"/>
                      <a:gd name="connsiteX139" fmla="*/ 110490 w 562213"/>
                      <a:gd name="connsiteY139" fmla="*/ 185098 h 725165"/>
                      <a:gd name="connsiteX140" fmla="*/ 114300 w 562213"/>
                      <a:gd name="connsiteY140" fmla="*/ 191765 h 725165"/>
                      <a:gd name="connsiteX141" fmla="*/ 117157 w 562213"/>
                      <a:gd name="connsiteY141" fmla="*/ 189860 h 725165"/>
                      <a:gd name="connsiteX142" fmla="*/ 121920 w 562213"/>
                      <a:gd name="connsiteY142" fmla="*/ 193671 h 725165"/>
                      <a:gd name="connsiteX143" fmla="*/ 123825 w 562213"/>
                      <a:gd name="connsiteY143" fmla="*/ 196528 h 725165"/>
                      <a:gd name="connsiteX144" fmla="*/ 123825 w 562213"/>
                      <a:gd name="connsiteY144" fmla="*/ 198433 h 725165"/>
                      <a:gd name="connsiteX145" fmla="*/ 131445 w 562213"/>
                      <a:gd name="connsiteY145" fmla="*/ 195575 h 725165"/>
                      <a:gd name="connsiteX146" fmla="*/ 140017 w 562213"/>
                      <a:gd name="connsiteY146" fmla="*/ 193671 h 725165"/>
                      <a:gd name="connsiteX147" fmla="*/ 148590 w 562213"/>
                      <a:gd name="connsiteY147" fmla="*/ 195575 h 725165"/>
                      <a:gd name="connsiteX148" fmla="*/ 152400 w 562213"/>
                      <a:gd name="connsiteY148" fmla="*/ 195575 h 725165"/>
                      <a:gd name="connsiteX149" fmla="*/ 152400 w 562213"/>
                      <a:gd name="connsiteY149" fmla="*/ 190813 h 725165"/>
                      <a:gd name="connsiteX150" fmla="*/ 158115 w 562213"/>
                      <a:gd name="connsiteY150" fmla="*/ 184146 h 725165"/>
                      <a:gd name="connsiteX151" fmla="*/ 165735 w 562213"/>
                      <a:gd name="connsiteY151" fmla="*/ 181288 h 725165"/>
                      <a:gd name="connsiteX152" fmla="*/ 166688 w 562213"/>
                      <a:gd name="connsiteY152" fmla="*/ 172715 h 725165"/>
                      <a:gd name="connsiteX153" fmla="*/ 167640 w 562213"/>
                      <a:gd name="connsiteY153" fmla="*/ 167953 h 725165"/>
                      <a:gd name="connsiteX154" fmla="*/ 165735 w 562213"/>
                      <a:gd name="connsiteY154" fmla="*/ 162238 h 725165"/>
                      <a:gd name="connsiteX155" fmla="*/ 165735 w 562213"/>
                      <a:gd name="connsiteY155" fmla="*/ 159380 h 725165"/>
                      <a:gd name="connsiteX156" fmla="*/ 160020 w 562213"/>
                      <a:gd name="connsiteY156" fmla="*/ 157475 h 725165"/>
                      <a:gd name="connsiteX157" fmla="*/ 156210 w 562213"/>
                      <a:gd name="connsiteY157" fmla="*/ 146046 h 725165"/>
                      <a:gd name="connsiteX158" fmla="*/ 160972 w 562213"/>
                      <a:gd name="connsiteY158" fmla="*/ 132710 h 725165"/>
                      <a:gd name="connsiteX159" fmla="*/ 157163 w 562213"/>
                      <a:gd name="connsiteY159" fmla="*/ 129853 h 725165"/>
                      <a:gd name="connsiteX160" fmla="*/ 152400 w 562213"/>
                      <a:gd name="connsiteY160" fmla="*/ 126043 h 725165"/>
                      <a:gd name="connsiteX161" fmla="*/ 152400 w 562213"/>
                      <a:gd name="connsiteY161" fmla="*/ 121280 h 725165"/>
                      <a:gd name="connsiteX162" fmla="*/ 160020 w 562213"/>
                      <a:gd name="connsiteY162" fmla="*/ 119375 h 725165"/>
                      <a:gd name="connsiteX163" fmla="*/ 168592 w 562213"/>
                      <a:gd name="connsiteY163" fmla="*/ 116518 h 725165"/>
                      <a:gd name="connsiteX164" fmla="*/ 171450 w 562213"/>
                      <a:gd name="connsiteY164" fmla="*/ 105088 h 725165"/>
                      <a:gd name="connsiteX165" fmla="*/ 175260 w 562213"/>
                      <a:gd name="connsiteY165" fmla="*/ 106040 h 725165"/>
                      <a:gd name="connsiteX166" fmla="*/ 183832 w 562213"/>
                      <a:gd name="connsiteY166" fmla="*/ 106993 h 725165"/>
                      <a:gd name="connsiteX167" fmla="*/ 203835 w 562213"/>
                      <a:gd name="connsiteY167" fmla="*/ 108898 h 725165"/>
                      <a:gd name="connsiteX168" fmla="*/ 220027 w 562213"/>
                      <a:gd name="connsiteY168" fmla="*/ 110803 h 725165"/>
                      <a:gd name="connsiteX169" fmla="*/ 227647 w 562213"/>
                      <a:gd name="connsiteY169" fmla="*/ 110803 h 725165"/>
                      <a:gd name="connsiteX170" fmla="*/ 243840 w 562213"/>
                      <a:gd name="connsiteY170" fmla="*/ 117471 h 725165"/>
                      <a:gd name="connsiteX171" fmla="*/ 238125 w 562213"/>
                      <a:gd name="connsiteY171" fmla="*/ 126043 h 725165"/>
                      <a:gd name="connsiteX172" fmla="*/ 232410 w 562213"/>
                      <a:gd name="connsiteY172" fmla="*/ 128900 h 725165"/>
                      <a:gd name="connsiteX173" fmla="*/ 235267 w 562213"/>
                      <a:gd name="connsiteY173" fmla="*/ 129853 h 725165"/>
                      <a:gd name="connsiteX174" fmla="*/ 245745 w 562213"/>
                      <a:gd name="connsiteY174" fmla="*/ 129853 h 725165"/>
                      <a:gd name="connsiteX175" fmla="*/ 253365 w 562213"/>
                      <a:gd name="connsiteY175" fmla="*/ 129853 h 725165"/>
                      <a:gd name="connsiteX176" fmla="*/ 246697 w 562213"/>
                      <a:gd name="connsiteY176" fmla="*/ 122233 h 725165"/>
                      <a:gd name="connsiteX177" fmla="*/ 246697 w 562213"/>
                      <a:gd name="connsiteY177" fmla="*/ 119375 h 725165"/>
                      <a:gd name="connsiteX178" fmla="*/ 246697 w 562213"/>
                      <a:gd name="connsiteY178" fmla="*/ 116518 h 725165"/>
                      <a:gd name="connsiteX179" fmla="*/ 240030 w 562213"/>
                      <a:gd name="connsiteY179" fmla="*/ 108898 h 725165"/>
                      <a:gd name="connsiteX180" fmla="*/ 237172 w 562213"/>
                      <a:gd name="connsiteY180" fmla="*/ 108898 h 725165"/>
                      <a:gd name="connsiteX181" fmla="*/ 233363 w 562213"/>
                      <a:gd name="connsiteY181" fmla="*/ 105088 h 725165"/>
                      <a:gd name="connsiteX182" fmla="*/ 240982 w 562213"/>
                      <a:gd name="connsiteY182" fmla="*/ 103183 h 725165"/>
                      <a:gd name="connsiteX183" fmla="*/ 234315 w 562213"/>
                      <a:gd name="connsiteY183" fmla="*/ 101278 h 725165"/>
                      <a:gd name="connsiteX184" fmla="*/ 226695 w 562213"/>
                      <a:gd name="connsiteY184" fmla="*/ 101278 h 725165"/>
                      <a:gd name="connsiteX185" fmla="*/ 222885 w 562213"/>
                      <a:gd name="connsiteY185" fmla="*/ 101278 h 725165"/>
                      <a:gd name="connsiteX186" fmla="*/ 221932 w 562213"/>
                      <a:gd name="connsiteY186" fmla="*/ 100325 h 725165"/>
                      <a:gd name="connsiteX187" fmla="*/ 218122 w 562213"/>
                      <a:gd name="connsiteY187" fmla="*/ 100325 h 725165"/>
                      <a:gd name="connsiteX188" fmla="*/ 216217 w 562213"/>
                      <a:gd name="connsiteY188" fmla="*/ 101278 h 725165"/>
                      <a:gd name="connsiteX189" fmla="*/ 205740 w 562213"/>
                      <a:gd name="connsiteY189" fmla="*/ 100325 h 725165"/>
                      <a:gd name="connsiteX190" fmla="*/ 194310 w 562213"/>
                      <a:gd name="connsiteY190" fmla="*/ 97468 h 725165"/>
                      <a:gd name="connsiteX191" fmla="*/ 185738 w 562213"/>
                      <a:gd name="connsiteY191" fmla="*/ 95563 h 725165"/>
                      <a:gd name="connsiteX192" fmla="*/ 185738 w 562213"/>
                      <a:gd name="connsiteY192" fmla="*/ 94610 h 725165"/>
                      <a:gd name="connsiteX193" fmla="*/ 180022 w 562213"/>
                      <a:gd name="connsiteY193" fmla="*/ 87943 h 725165"/>
                      <a:gd name="connsiteX194" fmla="*/ 188595 w 562213"/>
                      <a:gd name="connsiteY194" fmla="*/ 89848 h 725165"/>
                      <a:gd name="connsiteX195" fmla="*/ 187642 w 562213"/>
                      <a:gd name="connsiteY195" fmla="*/ 86990 h 725165"/>
                      <a:gd name="connsiteX196" fmla="*/ 200025 w 562213"/>
                      <a:gd name="connsiteY196" fmla="*/ 89848 h 725165"/>
                      <a:gd name="connsiteX197" fmla="*/ 215265 w 562213"/>
                      <a:gd name="connsiteY197" fmla="*/ 90800 h 725165"/>
                      <a:gd name="connsiteX198" fmla="*/ 231457 w 562213"/>
                      <a:gd name="connsiteY198" fmla="*/ 91753 h 725165"/>
                      <a:gd name="connsiteX199" fmla="*/ 243840 w 562213"/>
                      <a:gd name="connsiteY199" fmla="*/ 99373 h 725165"/>
                      <a:gd name="connsiteX200" fmla="*/ 252413 w 562213"/>
                      <a:gd name="connsiteY200" fmla="*/ 101278 h 725165"/>
                      <a:gd name="connsiteX201" fmla="*/ 260032 w 562213"/>
                      <a:gd name="connsiteY201" fmla="*/ 103183 h 725165"/>
                      <a:gd name="connsiteX202" fmla="*/ 264795 w 562213"/>
                      <a:gd name="connsiteY202" fmla="*/ 106993 h 725165"/>
                      <a:gd name="connsiteX203" fmla="*/ 266700 w 562213"/>
                      <a:gd name="connsiteY203" fmla="*/ 106040 h 725165"/>
                      <a:gd name="connsiteX204" fmla="*/ 271463 w 562213"/>
                      <a:gd name="connsiteY204" fmla="*/ 109850 h 725165"/>
                      <a:gd name="connsiteX205" fmla="*/ 280988 w 562213"/>
                      <a:gd name="connsiteY205" fmla="*/ 111755 h 725165"/>
                      <a:gd name="connsiteX206" fmla="*/ 290513 w 562213"/>
                      <a:gd name="connsiteY206" fmla="*/ 113660 h 725165"/>
                      <a:gd name="connsiteX207" fmla="*/ 284797 w 562213"/>
                      <a:gd name="connsiteY207" fmla="*/ 110803 h 725165"/>
                      <a:gd name="connsiteX208" fmla="*/ 279082 w 562213"/>
                      <a:gd name="connsiteY208" fmla="*/ 106993 h 725165"/>
                      <a:gd name="connsiteX209" fmla="*/ 279082 w 562213"/>
                      <a:gd name="connsiteY209" fmla="*/ 106040 h 725165"/>
                      <a:gd name="connsiteX210" fmla="*/ 278130 w 562213"/>
                      <a:gd name="connsiteY210" fmla="*/ 105088 h 725165"/>
                      <a:gd name="connsiteX211" fmla="*/ 276225 w 562213"/>
                      <a:gd name="connsiteY211" fmla="*/ 104135 h 725165"/>
                      <a:gd name="connsiteX212" fmla="*/ 280988 w 562213"/>
                      <a:gd name="connsiteY212" fmla="*/ 103183 h 725165"/>
                      <a:gd name="connsiteX213" fmla="*/ 270510 w 562213"/>
                      <a:gd name="connsiteY213" fmla="*/ 100325 h 725165"/>
                      <a:gd name="connsiteX214" fmla="*/ 262890 w 562213"/>
                      <a:gd name="connsiteY214" fmla="*/ 96515 h 725165"/>
                      <a:gd name="connsiteX215" fmla="*/ 255270 w 562213"/>
                      <a:gd name="connsiteY215" fmla="*/ 93658 h 725165"/>
                      <a:gd name="connsiteX216" fmla="*/ 260032 w 562213"/>
                      <a:gd name="connsiteY216" fmla="*/ 92705 h 725165"/>
                      <a:gd name="connsiteX217" fmla="*/ 258127 w 562213"/>
                      <a:gd name="connsiteY217" fmla="*/ 87943 h 725165"/>
                      <a:gd name="connsiteX218" fmla="*/ 260985 w 562213"/>
                      <a:gd name="connsiteY218" fmla="*/ 85085 h 725165"/>
                      <a:gd name="connsiteX219" fmla="*/ 265747 w 562213"/>
                      <a:gd name="connsiteY219" fmla="*/ 85085 h 725165"/>
                      <a:gd name="connsiteX220" fmla="*/ 269557 w 562213"/>
                      <a:gd name="connsiteY220" fmla="*/ 86038 h 725165"/>
                      <a:gd name="connsiteX221" fmla="*/ 272415 w 562213"/>
                      <a:gd name="connsiteY221" fmla="*/ 88896 h 725165"/>
                      <a:gd name="connsiteX222" fmla="*/ 275272 w 562213"/>
                      <a:gd name="connsiteY222" fmla="*/ 90800 h 725165"/>
                      <a:gd name="connsiteX223" fmla="*/ 278130 w 562213"/>
                      <a:gd name="connsiteY223" fmla="*/ 90800 h 725165"/>
                      <a:gd name="connsiteX224" fmla="*/ 287655 w 562213"/>
                      <a:gd name="connsiteY224" fmla="*/ 94610 h 725165"/>
                      <a:gd name="connsiteX225" fmla="*/ 297180 w 562213"/>
                      <a:gd name="connsiteY225" fmla="*/ 98421 h 725165"/>
                      <a:gd name="connsiteX226" fmla="*/ 304800 w 562213"/>
                      <a:gd name="connsiteY226" fmla="*/ 100325 h 725165"/>
                      <a:gd name="connsiteX227" fmla="*/ 310515 w 562213"/>
                      <a:gd name="connsiteY227" fmla="*/ 100325 h 725165"/>
                      <a:gd name="connsiteX228" fmla="*/ 313372 w 562213"/>
                      <a:gd name="connsiteY228" fmla="*/ 99373 h 725165"/>
                      <a:gd name="connsiteX229" fmla="*/ 312420 w 562213"/>
                      <a:gd name="connsiteY229" fmla="*/ 96515 h 725165"/>
                      <a:gd name="connsiteX230" fmla="*/ 326707 w 562213"/>
                      <a:gd name="connsiteY230" fmla="*/ 96515 h 725165"/>
                      <a:gd name="connsiteX231" fmla="*/ 325755 w 562213"/>
                      <a:gd name="connsiteY231" fmla="*/ 90800 h 725165"/>
                      <a:gd name="connsiteX232" fmla="*/ 327660 w 562213"/>
                      <a:gd name="connsiteY232" fmla="*/ 88896 h 725165"/>
                      <a:gd name="connsiteX233" fmla="*/ 326707 w 562213"/>
                      <a:gd name="connsiteY233" fmla="*/ 85085 h 725165"/>
                      <a:gd name="connsiteX234" fmla="*/ 337185 w 562213"/>
                      <a:gd name="connsiteY234" fmla="*/ 92705 h 725165"/>
                      <a:gd name="connsiteX235" fmla="*/ 355282 w 562213"/>
                      <a:gd name="connsiteY235" fmla="*/ 107946 h 725165"/>
                      <a:gd name="connsiteX236" fmla="*/ 366713 w 562213"/>
                      <a:gd name="connsiteY236" fmla="*/ 123185 h 725165"/>
                      <a:gd name="connsiteX237" fmla="*/ 353378 w 562213"/>
                      <a:gd name="connsiteY237" fmla="*/ 131758 h 725165"/>
                      <a:gd name="connsiteX238" fmla="*/ 340042 w 562213"/>
                      <a:gd name="connsiteY238" fmla="*/ 135568 h 725165"/>
                      <a:gd name="connsiteX239" fmla="*/ 337185 w 562213"/>
                      <a:gd name="connsiteY239" fmla="*/ 137473 h 725165"/>
                      <a:gd name="connsiteX240" fmla="*/ 329565 w 562213"/>
                      <a:gd name="connsiteY240" fmla="*/ 137473 h 725165"/>
                      <a:gd name="connsiteX241" fmla="*/ 324803 w 562213"/>
                      <a:gd name="connsiteY241" fmla="*/ 137473 h 725165"/>
                      <a:gd name="connsiteX242" fmla="*/ 314325 w 562213"/>
                      <a:gd name="connsiteY242" fmla="*/ 134615 h 725165"/>
                      <a:gd name="connsiteX243" fmla="*/ 310515 w 562213"/>
                      <a:gd name="connsiteY243" fmla="*/ 138425 h 725165"/>
                      <a:gd name="connsiteX244" fmla="*/ 308610 w 562213"/>
                      <a:gd name="connsiteY244" fmla="*/ 141283 h 725165"/>
                      <a:gd name="connsiteX245" fmla="*/ 311467 w 562213"/>
                      <a:gd name="connsiteY245" fmla="*/ 146046 h 725165"/>
                      <a:gd name="connsiteX246" fmla="*/ 318135 w 562213"/>
                      <a:gd name="connsiteY246" fmla="*/ 157475 h 725165"/>
                      <a:gd name="connsiteX247" fmla="*/ 306705 w 562213"/>
                      <a:gd name="connsiteY247" fmla="*/ 159380 h 725165"/>
                      <a:gd name="connsiteX248" fmla="*/ 292417 w 562213"/>
                      <a:gd name="connsiteY248" fmla="*/ 158428 h 725165"/>
                      <a:gd name="connsiteX249" fmla="*/ 285750 w 562213"/>
                      <a:gd name="connsiteY249" fmla="*/ 155571 h 725165"/>
                      <a:gd name="connsiteX250" fmla="*/ 283845 w 562213"/>
                      <a:gd name="connsiteY250" fmla="*/ 155571 h 725165"/>
                      <a:gd name="connsiteX251" fmla="*/ 281940 w 562213"/>
                      <a:gd name="connsiteY251" fmla="*/ 156523 h 725165"/>
                      <a:gd name="connsiteX252" fmla="*/ 279082 w 562213"/>
                      <a:gd name="connsiteY252" fmla="*/ 155571 h 725165"/>
                      <a:gd name="connsiteX253" fmla="*/ 265747 w 562213"/>
                      <a:gd name="connsiteY253" fmla="*/ 159380 h 725165"/>
                      <a:gd name="connsiteX254" fmla="*/ 260985 w 562213"/>
                      <a:gd name="connsiteY254" fmla="*/ 161285 h 725165"/>
                      <a:gd name="connsiteX255" fmla="*/ 253365 w 562213"/>
                      <a:gd name="connsiteY255" fmla="*/ 158428 h 725165"/>
                      <a:gd name="connsiteX256" fmla="*/ 254317 w 562213"/>
                      <a:gd name="connsiteY256" fmla="*/ 160333 h 725165"/>
                      <a:gd name="connsiteX257" fmla="*/ 250507 w 562213"/>
                      <a:gd name="connsiteY257" fmla="*/ 159380 h 725165"/>
                      <a:gd name="connsiteX258" fmla="*/ 246697 w 562213"/>
                      <a:gd name="connsiteY258" fmla="*/ 156523 h 725165"/>
                      <a:gd name="connsiteX259" fmla="*/ 243840 w 562213"/>
                      <a:gd name="connsiteY259" fmla="*/ 147950 h 725165"/>
                      <a:gd name="connsiteX260" fmla="*/ 236220 w 562213"/>
                      <a:gd name="connsiteY260" fmla="*/ 144140 h 725165"/>
                      <a:gd name="connsiteX261" fmla="*/ 232410 w 562213"/>
                      <a:gd name="connsiteY261" fmla="*/ 137473 h 725165"/>
                      <a:gd name="connsiteX262" fmla="*/ 231457 w 562213"/>
                      <a:gd name="connsiteY262" fmla="*/ 139378 h 725165"/>
                      <a:gd name="connsiteX263" fmla="*/ 224790 w 562213"/>
                      <a:gd name="connsiteY263" fmla="*/ 138425 h 725165"/>
                      <a:gd name="connsiteX264" fmla="*/ 222885 w 562213"/>
                      <a:gd name="connsiteY264" fmla="*/ 140330 h 725165"/>
                      <a:gd name="connsiteX265" fmla="*/ 221932 w 562213"/>
                      <a:gd name="connsiteY265" fmla="*/ 143188 h 725165"/>
                      <a:gd name="connsiteX266" fmla="*/ 220027 w 562213"/>
                      <a:gd name="connsiteY266" fmla="*/ 146046 h 725165"/>
                      <a:gd name="connsiteX267" fmla="*/ 214313 w 562213"/>
                      <a:gd name="connsiteY267" fmla="*/ 146046 h 725165"/>
                      <a:gd name="connsiteX268" fmla="*/ 210502 w 562213"/>
                      <a:gd name="connsiteY268" fmla="*/ 148903 h 725165"/>
                      <a:gd name="connsiteX269" fmla="*/ 203835 w 562213"/>
                      <a:gd name="connsiteY269" fmla="*/ 156523 h 725165"/>
                      <a:gd name="connsiteX270" fmla="*/ 193357 w 562213"/>
                      <a:gd name="connsiteY270" fmla="*/ 163190 h 725165"/>
                      <a:gd name="connsiteX271" fmla="*/ 184785 w 562213"/>
                      <a:gd name="connsiteY271" fmla="*/ 174621 h 725165"/>
                      <a:gd name="connsiteX272" fmla="*/ 184785 w 562213"/>
                      <a:gd name="connsiteY272" fmla="*/ 177478 h 725165"/>
                      <a:gd name="connsiteX273" fmla="*/ 180975 w 562213"/>
                      <a:gd name="connsiteY273" fmla="*/ 180335 h 725165"/>
                      <a:gd name="connsiteX274" fmla="*/ 180975 w 562213"/>
                      <a:gd name="connsiteY274" fmla="*/ 184146 h 725165"/>
                      <a:gd name="connsiteX275" fmla="*/ 180022 w 562213"/>
                      <a:gd name="connsiteY275" fmla="*/ 186050 h 725165"/>
                      <a:gd name="connsiteX276" fmla="*/ 165735 w 562213"/>
                      <a:gd name="connsiteY276" fmla="*/ 193671 h 725165"/>
                      <a:gd name="connsiteX277" fmla="*/ 157163 w 562213"/>
                      <a:gd name="connsiteY277" fmla="*/ 195575 h 725165"/>
                      <a:gd name="connsiteX278" fmla="*/ 153352 w 562213"/>
                      <a:gd name="connsiteY278" fmla="*/ 200338 h 725165"/>
                      <a:gd name="connsiteX279" fmla="*/ 156210 w 562213"/>
                      <a:gd name="connsiteY279" fmla="*/ 207005 h 725165"/>
                      <a:gd name="connsiteX280" fmla="*/ 156210 w 562213"/>
                      <a:gd name="connsiteY280" fmla="*/ 213673 h 725165"/>
                      <a:gd name="connsiteX281" fmla="*/ 150495 w 562213"/>
                      <a:gd name="connsiteY281" fmla="*/ 225103 h 725165"/>
                      <a:gd name="connsiteX282" fmla="*/ 149542 w 562213"/>
                      <a:gd name="connsiteY282" fmla="*/ 229865 h 725165"/>
                      <a:gd name="connsiteX283" fmla="*/ 153352 w 562213"/>
                      <a:gd name="connsiteY283" fmla="*/ 240343 h 725165"/>
                      <a:gd name="connsiteX284" fmla="*/ 162877 w 562213"/>
                      <a:gd name="connsiteY284" fmla="*/ 256535 h 725165"/>
                      <a:gd name="connsiteX285" fmla="*/ 160020 w 562213"/>
                      <a:gd name="connsiteY285" fmla="*/ 267965 h 725165"/>
                      <a:gd name="connsiteX286" fmla="*/ 153352 w 562213"/>
                      <a:gd name="connsiteY286" fmla="*/ 287015 h 725165"/>
                      <a:gd name="connsiteX287" fmla="*/ 154305 w 562213"/>
                      <a:gd name="connsiteY287" fmla="*/ 295588 h 725165"/>
                      <a:gd name="connsiteX288" fmla="*/ 152400 w 562213"/>
                      <a:gd name="connsiteY288" fmla="*/ 298446 h 725165"/>
                      <a:gd name="connsiteX289" fmla="*/ 154305 w 562213"/>
                      <a:gd name="connsiteY289" fmla="*/ 304160 h 725165"/>
                      <a:gd name="connsiteX290" fmla="*/ 153352 w 562213"/>
                      <a:gd name="connsiteY290" fmla="*/ 308923 h 725165"/>
                      <a:gd name="connsiteX291" fmla="*/ 153352 w 562213"/>
                      <a:gd name="connsiteY291" fmla="*/ 313685 h 725165"/>
                      <a:gd name="connsiteX292" fmla="*/ 155257 w 562213"/>
                      <a:gd name="connsiteY292" fmla="*/ 323210 h 725165"/>
                      <a:gd name="connsiteX293" fmla="*/ 156210 w 562213"/>
                      <a:gd name="connsiteY293" fmla="*/ 329878 h 725165"/>
                      <a:gd name="connsiteX294" fmla="*/ 158115 w 562213"/>
                      <a:gd name="connsiteY294" fmla="*/ 334640 h 725165"/>
                      <a:gd name="connsiteX295" fmla="*/ 158115 w 562213"/>
                      <a:gd name="connsiteY295" fmla="*/ 342260 h 725165"/>
                      <a:gd name="connsiteX296" fmla="*/ 162877 w 562213"/>
                      <a:gd name="connsiteY296" fmla="*/ 353690 h 725165"/>
                      <a:gd name="connsiteX297" fmla="*/ 162877 w 562213"/>
                      <a:gd name="connsiteY297" fmla="*/ 350833 h 725165"/>
                      <a:gd name="connsiteX298" fmla="*/ 165735 w 562213"/>
                      <a:gd name="connsiteY298" fmla="*/ 352738 h 725165"/>
                      <a:gd name="connsiteX299" fmla="*/ 168592 w 562213"/>
                      <a:gd name="connsiteY299" fmla="*/ 353690 h 725165"/>
                      <a:gd name="connsiteX300" fmla="*/ 173355 w 562213"/>
                      <a:gd name="connsiteY300" fmla="*/ 358453 h 725165"/>
                      <a:gd name="connsiteX301" fmla="*/ 174307 w 562213"/>
                      <a:gd name="connsiteY301" fmla="*/ 365121 h 725165"/>
                      <a:gd name="connsiteX302" fmla="*/ 180022 w 562213"/>
                      <a:gd name="connsiteY302" fmla="*/ 369883 h 725165"/>
                      <a:gd name="connsiteX303" fmla="*/ 190500 w 562213"/>
                      <a:gd name="connsiteY303" fmla="*/ 389885 h 725165"/>
                      <a:gd name="connsiteX304" fmla="*/ 191452 w 562213"/>
                      <a:gd name="connsiteY304" fmla="*/ 409888 h 725165"/>
                      <a:gd name="connsiteX305" fmla="*/ 204788 w 562213"/>
                      <a:gd name="connsiteY305" fmla="*/ 420365 h 725165"/>
                      <a:gd name="connsiteX306" fmla="*/ 214313 w 562213"/>
                      <a:gd name="connsiteY306" fmla="*/ 434653 h 725165"/>
                      <a:gd name="connsiteX307" fmla="*/ 217170 w 562213"/>
                      <a:gd name="connsiteY307" fmla="*/ 433700 h 725165"/>
                      <a:gd name="connsiteX308" fmla="*/ 220980 w 562213"/>
                      <a:gd name="connsiteY308" fmla="*/ 432748 h 725165"/>
                      <a:gd name="connsiteX309" fmla="*/ 227647 w 562213"/>
                      <a:gd name="connsiteY309" fmla="*/ 435605 h 725165"/>
                      <a:gd name="connsiteX310" fmla="*/ 237172 w 562213"/>
                      <a:gd name="connsiteY310" fmla="*/ 439415 h 725165"/>
                      <a:gd name="connsiteX311" fmla="*/ 250507 w 562213"/>
                      <a:gd name="connsiteY311" fmla="*/ 449893 h 725165"/>
                      <a:gd name="connsiteX312" fmla="*/ 264795 w 562213"/>
                      <a:gd name="connsiteY312" fmla="*/ 455608 h 725165"/>
                      <a:gd name="connsiteX313" fmla="*/ 285750 w 562213"/>
                      <a:gd name="connsiteY313" fmla="*/ 460371 h 725165"/>
                      <a:gd name="connsiteX314" fmla="*/ 303847 w 562213"/>
                      <a:gd name="connsiteY314" fmla="*/ 464180 h 725165"/>
                      <a:gd name="connsiteX315" fmla="*/ 309563 w 562213"/>
                      <a:gd name="connsiteY315" fmla="*/ 464180 h 725165"/>
                      <a:gd name="connsiteX316" fmla="*/ 314325 w 562213"/>
                      <a:gd name="connsiteY316" fmla="*/ 461323 h 725165"/>
                      <a:gd name="connsiteX317" fmla="*/ 322897 w 562213"/>
                      <a:gd name="connsiteY317" fmla="*/ 452750 h 725165"/>
                      <a:gd name="connsiteX318" fmla="*/ 339090 w 562213"/>
                      <a:gd name="connsiteY318" fmla="*/ 439415 h 725165"/>
                      <a:gd name="connsiteX319" fmla="*/ 343853 w 562213"/>
                      <a:gd name="connsiteY319" fmla="*/ 440368 h 725165"/>
                      <a:gd name="connsiteX320" fmla="*/ 345757 w 562213"/>
                      <a:gd name="connsiteY320" fmla="*/ 441321 h 725165"/>
                      <a:gd name="connsiteX321" fmla="*/ 348615 w 562213"/>
                      <a:gd name="connsiteY321" fmla="*/ 436558 h 725165"/>
                      <a:gd name="connsiteX322" fmla="*/ 355282 w 562213"/>
                      <a:gd name="connsiteY322" fmla="*/ 427033 h 725165"/>
                      <a:gd name="connsiteX323" fmla="*/ 366713 w 562213"/>
                      <a:gd name="connsiteY323" fmla="*/ 409888 h 725165"/>
                      <a:gd name="connsiteX324" fmla="*/ 381000 w 562213"/>
                      <a:gd name="connsiteY324" fmla="*/ 407983 h 725165"/>
                      <a:gd name="connsiteX325" fmla="*/ 395288 w 562213"/>
                      <a:gd name="connsiteY325" fmla="*/ 417508 h 725165"/>
                      <a:gd name="connsiteX326" fmla="*/ 403860 w 562213"/>
                      <a:gd name="connsiteY326" fmla="*/ 411793 h 725165"/>
                      <a:gd name="connsiteX327" fmla="*/ 406717 w 562213"/>
                      <a:gd name="connsiteY327" fmla="*/ 405125 h 725165"/>
                      <a:gd name="connsiteX328" fmla="*/ 413385 w 562213"/>
                      <a:gd name="connsiteY328" fmla="*/ 409888 h 725165"/>
                      <a:gd name="connsiteX329" fmla="*/ 421005 w 562213"/>
                      <a:gd name="connsiteY329" fmla="*/ 416555 h 725165"/>
                      <a:gd name="connsiteX330" fmla="*/ 424815 w 562213"/>
                      <a:gd name="connsiteY330" fmla="*/ 433700 h 725165"/>
                      <a:gd name="connsiteX331" fmla="*/ 426720 w 562213"/>
                      <a:gd name="connsiteY331" fmla="*/ 437510 h 725165"/>
                      <a:gd name="connsiteX332" fmla="*/ 429578 w 562213"/>
                      <a:gd name="connsiteY332" fmla="*/ 445130 h 725165"/>
                      <a:gd name="connsiteX333" fmla="*/ 429578 w 562213"/>
                      <a:gd name="connsiteY333" fmla="*/ 451798 h 725165"/>
                      <a:gd name="connsiteX334" fmla="*/ 428625 w 562213"/>
                      <a:gd name="connsiteY334" fmla="*/ 456560 h 725165"/>
                      <a:gd name="connsiteX335" fmla="*/ 434340 w 562213"/>
                      <a:gd name="connsiteY335" fmla="*/ 465133 h 725165"/>
                      <a:gd name="connsiteX336" fmla="*/ 452438 w 562213"/>
                      <a:gd name="connsiteY336" fmla="*/ 481325 h 725165"/>
                      <a:gd name="connsiteX337" fmla="*/ 465772 w 562213"/>
                      <a:gd name="connsiteY337" fmla="*/ 504185 h 725165"/>
                      <a:gd name="connsiteX338" fmla="*/ 470535 w 562213"/>
                      <a:gd name="connsiteY338" fmla="*/ 515615 h 725165"/>
                      <a:gd name="connsiteX339" fmla="*/ 470535 w 562213"/>
                      <a:gd name="connsiteY339" fmla="*/ 519425 h 725165"/>
                      <a:gd name="connsiteX340" fmla="*/ 472440 w 562213"/>
                      <a:gd name="connsiteY340" fmla="*/ 525140 h 725165"/>
                      <a:gd name="connsiteX341" fmla="*/ 475297 w 562213"/>
                      <a:gd name="connsiteY341" fmla="*/ 546096 h 725165"/>
                      <a:gd name="connsiteX342" fmla="*/ 474345 w 562213"/>
                      <a:gd name="connsiteY342" fmla="*/ 556573 h 725165"/>
                      <a:gd name="connsiteX343" fmla="*/ 473392 w 562213"/>
                      <a:gd name="connsiteY343" fmla="*/ 560383 h 725165"/>
                      <a:gd name="connsiteX344" fmla="*/ 471488 w 562213"/>
                      <a:gd name="connsiteY344" fmla="*/ 576575 h 725165"/>
                      <a:gd name="connsiteX345" fmla="*/ 470535 w 562213"/>
                      <a:gd name="connsiteY345" fmla="*/ 587053 h 725165"/>
                      <a:gd name="connsiteX346" fmla="*/ 473392 w 562213"/>
                      <a:gd name="connsiteY346" fmla="*/ 600388 h 725165"/>
                      <a:gd name="connsiteX347" fmla="*/ 478155 w 562213"/>
                      <a:gd name="connsiteY347" fmla="*/ 627058 h 725165"/>
                      <a:gd name="connsiteX348" fmla="*/ 479108 w 562213"/>
                      <a:gd name="connsiteY348" fmla="*/ 648013 h 725165"/>
                      <a:gd name="connsiteX349" fmla="*/ 479108 w 562213"/>
                      <a:gd name="connsiteY349" fmla="*/ 654680 h 725165"/>
                      <a:gd name="connsiteX350" fmla="*/ 478155 w 562213"/>
                      <a:gd name="connsiteY350" fmla="*/ 665158 h 725165"/>
                      <a:gd name="connsiteX351" fmla="*/ 477202 w 562213"/>
                      <a:gd name="connsiteY351" fmla="*/ 680398 h 725165"/>
                      <a:gd name="connsiteX352" fmla="*/ 470535 w 562213"/>
                      <a:gd name="connsiteY352" fmla="*/ 724213 h 725165"/>
                      <a:gd name="connsiteX353" fmla="*/ 471488 w 562213"/>
                      <a:gd name="connsiteY353" fmla="*/ 722308 h 725165"/>
                      <a:gd name="connsiteX354" fmla="*/ 471488 w 562213"/>
                      <a:gd name="connsiteY354" fmla="*/ 723260 h 725165"/>
                      <a:gd name="connsiteX355" fmla="*/ 471488 w 562213"/>
                      <a:gd name="connsiteY355" fmla="*/ 725165 h 725165"/>
                      <a:gd name="connsiteX356" fmla="*/ 480060 w 562213"/>
                      <a:gd name="connsiteY356" fmla="*/ 716593 h 725165"/>
                      <a:gd name="connsiteX357" fmla="*/ 487680 w 562213"/>
                      <a:gd name="connsiteY357" fmla="*/ 712783 h 725165"/>
                      <a:gd name="connsiteX358" fmla="*/ 496252 w 562213"/>
                      <a:gd name="connsiteY358" fmla="*/ 698496 h 725165"/>
                      <a:gd name="connsiteX359" fmla="*/ 516255 w 562213"/>
                      <a:gd name="connsiteY359" fmla="*/ 665158 h 725165"/>
                      <a:gd name="connsiteX360" fmla="*/ 527685 w 562213"/>
                      <a:gd name="connsiteY360" fmla="*/ 635630 h 725165"/>
                      <a:gd name="connsiteX361" fmla="*/ 526733 w 562213"/>
                      <a:gd name="connsiteY361" fmla="*/ 637535 h 725165"/>
                      <a:gd name="connsiteX362" fmla="*/ 536258 w 562213"/>
                      <a:gd name="connsiteY362" fmla="*/ 617533 h 725165"/>
                      <a:gd name="connsiteX363" fmla="*/ 541972 w 562213"/>
                      <a:gd name="connsiteY363" fmla="*/ 595625 h 725165"/>
                      <a:gd name="connsiteX364" fmla="*/ 541972 w 562213"/>
                      <a:gd name="connsiteY364" fmla="*/ 592768 h 725165"/>
                      <a:gd name="connsiteX365" fmla="*/ 542925 w 562213"/>
                      <a:gd name="connsiteY365" fmla="*/ 588005 h 725165"/>
                      <a:gd name="connsiteX366" fmla="*/ 545783 w 562213"/>
                      <a:gd name="connsiteY366" fmla="*/ 576575 h 725165"/>
                      <a:gd name="connsiteX367" fmla="*/ 553402 w 562213"/>
                      <a:gd name="connsiteY367" fmla="*/ 556573 h 725165"/>
                      <a:gd name="connsiteX368" fmla="*/ 561022 w 562213"/>
                      <a:gd name="connsiteY368" fmla="*/ 535618 h 725165"/>
                      <a:gd name="connsiteX369" fmla="*/ 561975 w 562213"/>
                      <a:gd name="connsiteY369" fmla="*/ 512758 h 725165"/>
                      <a:gd name="connsiteX370" fmla="*/ 561022 w 562213"/>
                      <a:gd name="connsiteY370" fmla="*/ 463228 h 725165"/>
                      <a:gd name="connsiteX371" fmla="*/ 558165 w 562213"/>
                      <a:gd name="connsiteY371" fmla="*/ 447035 h 725165"/>
                      <a:gd name="connsiteX372" fmla="*/ 556260 w 562213"/>
                      <a:gd name="connsiteY372" fmla="*/ 439415 h 725165"/>
                      <a:gd name="connsiteX373" fmla="*/ 555308 w 562213"/>
                      <a:gd name="connsiteY373" fmla="*/ 385123 h 725165"/>
                      <a:gd name="connsiteX374" fmla="*/ 555308 w 562213"/>
                      <a:gd name="connsiteY374" fmla="*/ 367025 h 725165"/>
                      <a:gd name="connsiteX375" fmla="*/ 554355 w 562213"/>
                      <a:gd name="connsiteY375" fmla="*/ 341308 h 725165"/>
                      <a:gd name="connsiteX376" fmla="*/ 551497 w 562213"/>
                      <a:gd name="connsiteY376" fmla="*/ 325115 h 725165"/>
                      <a:gd name="connsiteX377" fmla="*/ 547688 w 562213"/>
                      <a:gd name="connsiteY377" fmla="*/ 308923 h 725165"/>
                      <a:gd name="connsiteX378" fmla="*/ 539115 w 562213"/>
                      <a:gd name="connsiteY378" fmla="*/ 282253 h 725165"/>
                      <a:gd name="connsiteX379" fmla="*/ 524827 w 562213"/>
                      <a:gd name="connsiteY379" fmla="*/ 251773 h 725165"/>
                      <a:gd name="connsiteX380" fmla="*/ 526733 w 562213"/>
                      <a:gd name="connsiteY380" fmla="*/ 257488 h 725165"/>
                      <a:gd name="connsiteX381" fmla="*/ 525780 w 562213"/>
                      <a:gd name="connsiteY381" fmla="*/ 258440 h 725165"/>
                      <a:gd name="connsiteX382" fmla="*/ 525780 w 562213"/>
                      <a:gd name="connsiteY382" fmla="*/ 260346 h 725165"/>
                      <a:gd name="connsiteX383" fmla="*/ 525780 w 562213"/>
                      <a:gd name="connsiteY383" fmla="*/ 262250 h 725165"/>
                      <a:gd name="connsiteX384" fmla="*/ 524827 w 562213"/>
                      <a:gd name="connsiteY384" fmla="*/ 264155 h 725165"/>
                      <a:gd name="connsiteX385" fmla="*/ 523875 w 562213"/>
                      <a:gd name="connsiteY385" fmla="*/ 268918 h 725165"/>
                      <a:gd name="connsiteX386" fmla="*/ 513397 w 562213"/>
                      <a:gd name="connsiteY386" fmla="*/ 261298 h 725165"/>
                      <a:gd name="connsiteX387" fmla="*/ 502920 w 562213"/>
                      <a:gd name="connsiteY387" fmla="*/ 242248 h 725165"/>
                      <a:gd name="connsiteX388" fmla="*/ 489585 w 562213"/>
                      <a:gd name="connsiteY388" fmla="*/ 231771 h 725165"/>
                      <a:gd name="connsiteX389" fmla="*/ 449580 w 562213"/>
                      <a:gd name="connsiteY389" fmla="*/ 187003 h 725165"/>
                      <a:gd name="connsiteX390" fmla="*/ 423863 w 562213"/>
                      <a:gd name="connsiteY390" fmla="*/ 169858 h 725165"/>
                      <a:gd name="connsiteX391" fmla="*/ 392430 w 562213"/>
                      <a:gd name="connsiteY391" fmla="*/ 147950 h 725165"/>
                      <a:gd name="connsiteX392" fmla="*/ 369570 w 562213"/>
                      <a:gd name="connsiteY392" fmla="*/ 130805 h 725165"/>
                      <a:gd name="connsiteX393" fmla="*/ 381953 w 562213"/>
                      <a:gd name="connsiteY393" fmla="*/ 137473 h 725165"/>
                      <a:gd name="connsiteX394" fmla="*/ 390525 w 562213"/>
                      <a:gd name="connsiteY394" fmla="*/ 143188 h 725165"/>
                      <a:gd name="connsiteX395" fmla="*/ 389572 w 562213"/>
                      <a:gd name="connsiteY395" fmla="*/ 141283 h 725165"/>
                      <a:gd name="connsiteX396" fmla="*/ 381953 w 562213"/>
                      <a:gd name="connsiteY396" fmla="*/ 131758 h 725165"/>
                      <a:gd name="connsiteX397" fmla="*/ 388620 w 562213"/>
                      <a:gd name="connsiteY397" fmla="*/ 136521 h 725165"/>
                      <a:gd name="connsiteX398" fmla="*/ 402907 w 562213"/>
                      <a:gd name="connsiteY398" fmla="*/ 146046 h 725165"/>
                      <a:gd name="connsiteX399" fmla="*/ 428625 w 562213"/>
                      <a:gd name="connsiteY399" fmla="*/ 165096 h 725165"/>
                      <a:gd name="connsiteX400" fmla="*/ 492442 w 562213"/>
                      <a:gd name="connsiteY400" fmla="*/ 223198 h 725165"/>
                      <a:gd name="connsiteX401" fmla="*/ 501015 w 562213"/>
                      <a:gd name="connsiteY401" fmla="*/ 236533 h 725165"/>
                      <a:gd name="connsiteX402" fmla="*/ 504825 w 562213"/>
                      <a:gd name="connsiteY402" fmla="*/ 243200 h 725165"/>
                      <a:gd name="connsiteX403" fmla="*/ 511492 w 562213"/>
                      <a:gd name="connsiteY403" fmla="*/ 250821 h 725165"/>
                      <a:gd name="connsiteX404" fmla="*/ 510540 w 562213"/>
                      <a:gd name="connsiteY404" fmla="*/ 231771 h 725165"/>
                      <a:gd name="connsiteX405" fmla="*/ 508635 w 562213"/>
                      <a:gd name="connsiteY405" fmla="*/ 221293 h 725165"/>
                      <a:gd name="connsiteX406" fmla="*/ 500063 w 562213"/>
                      <a:gd name="connsiteY406" fmla="*/ 203196 h 725165"/>
                      <a:gd name="connsiteX407" fmla="*/ 500063 w 562213"/>
                      <a:gd name="connsiteY407" fmla="*/ 202243 h 725165"/>
                      <a:gd name="connsiteX408" fmla="*/ 484822 w 562213"/>
                      <a:gd name="connsiteY408" fmla="*/ 180335 h 725165"/>
                      <a:gd name="connsiteX409" fmla="*/ 105727 w 562213"/>
                      <a:gd name="connsiteY409" fmla="*/ 15553 h 725165"/>
                      <a:gd name="connsiteX410" fmla="*/ 100965 w 562213"/>
                      <a:gd name="connsiteY410" fmla="*/ 16505 h 725165"/>
                      <a:gd name="connsiteX411" fmla="*/ 89535 w 562213"/>
                      <a:gd name="connsiteY411" fmla="*/ 15553 h 725165"/>
                      <a:gd name="connsiteX412" fmla="*/ 96202 w 562213"/>
                      <a:gd name="connsiteY412" fmla="*/ 14600 h 725165"/>
                      <a:gd name="connsiteX413" fmla="*/ 105727 w 562213"/>
                      <a:gd name="connsiteY413" fmla="*/ 15553 h 725165"/>
                      <a:gd name="connsiteX414" fmla="*/ 105727 w 562213"/>
                      <a:gd name="connsiteY414" fmla="*/ 15553 h 725165"/>
                      <a:gd name="connsiteX415" fmla="*/ 106680 w 562213"/>
                      <a:gd name="connsiteY415" fmla="*/ 10790 h 725165"/>
                      <a:gd name="connsiteX416" fmla="*/ 96202 w 562213"/>
                      <a:gd name="connsiteY416" fmla="*/ 11743 h 725165"/>
                      <a:gd name="connsiteX417" fmla="*/ 89535 w 562213"/>
                      <a:gd name="connsiteY417" fmla="*/ 11743 h 725165"/>
                      <a:gd name="connsiteX418" fmla="*/ 96202 w 562213"/>
                      <a:gd name="connsiteY418" fmla="*/ 10790 h 725165"/>
                      <a:gd name="connsiteX419" fmla="*/ 85725 w 562213"/>
                      <a:gd name="connsiteY419" fmla="*/ 10790 h 725165"/>
                      <a:gd name="connsiteX420" fmla="*/ 89535 w 562213"/>
                      <a:gd name="connsiteY420" fmla="*/ 9838 h 725165"/>
                      <a:gd name="connsiteX421" fmla="*/ 91440 w 562213"/>
                      <a:gd name="connsiteY421" fmla="*/ 9838 h 725165"/>
                      <a:gd name="connsiteX422" fmla="*/ 97155 w 562213"/>
                      <a:gd name="connsiteY422" fmla="*/ 9838 h 725165"/>
                      <a:gd name="connsiteX423" fmla="*/ 101917 w 562213"/>
                      <a:gd name="connsiteY423" fmla="*/ 9838 h 725165"/>
                      <a:gd name="connsiteX424" fmla="*/ 106680 w 562213"/>
                      <a:gd name="connsiteY424" fmla="*/ 10790 h 725165"/>
                      <a:gd name="connsiteX425" fmla="*/ 248602 w 562213"/>
                      <a:gd name="connsiteY425" fmla="*/ 43175 h 725165"/>
                      <a:gd name="connsiteX426" fmla="*/ 236220 w 562213"/>
                      <a:gd name="connsiteY426" fmla="*/ 40318 h 725165"/>
                      <a:gd name="connsiteX427" fmla="*/ 236220 w 562213"/>
                      <a:gd name="connsiteY427" fmla="*/ 37460 h 725165"/>
                      <a:gd name="connsiteX428" fmla="*/ 232410 w 562213"/>
                      <a:gd name="connsiteY428" fmla="*/ 32698 h 725165"/>
                      <a:gd name="connsiteX429" fmla="*/ 240030 w 562213"/>
                      <a:gd name="connsiteY429" fmla="*/ 33650 h 725165"/>
                      <a:gd name="connsiteX430" fmla="*/ 238125 w 562213"/>
                      <a:gd name="connsiteY430" fmla="*/ 34603 h 725165"/>
                      <a:gd name="connsiteX431" fmla="*/ 247650 w 562213"/>
                      <a:gd name="connsiteY431" fmla="*/ 38413 h 725165"/>
                      <a:gd name="connsiteX432" fmla="*/ 245745 w 562213"/>
                      <a:gd name="connsiteY432" fmla="*/ 38413 h 725165"/>
                      <a:gd name="connsiteX433" fmla="*/ 249555 w 562213"/>
                      <a:gd name="connsiteY433" fmla="*/ 42223 h 725165"/>
                      <a:gd name="connsiteX434" fmla="*/ 248602 w 562213"/>
                      <a:gd name="connsiteY434" fmla="*/ 43175 h 725165"/>
                      <a:gd name="connsiteX435" fmla="*/ 248602 w 562213"/>
                      <a:gd name="connsiteY435" fmla="*/ 43175 h 725165"/>
                      <a:gd name="connsiteX436" fmla="*/ 249555 w 562213"/>
                      <a:gd name="connsiteY436" fmla="*/ 66988 h 725165"/>
                      <a:gd name="connsiteX437" fmla="*/ 246697 w 562213"/>
                      <a:gd name="connsiteY437" fmla="*/ 64130 h 725165"/>
                      <a:gd name="connsiteX438" fmla="*/ 244792 w 562213"/>
                      <a:gd name="connsiteY438" fmla="*/ 60321 h 725165"/>
                      <a:gd name="connsiteX439" fmla="*/ 233363 w 562213"/>
                      <a:gd name="connsiteY439" fmla="*/ 53653 h 725165"/>
                      <a:gd name="connsiteX440" fmla="*/ 235267 w 562213"/>
                      <a:gd name="connsiteY440" fmla="*/ 53653 h 725165"/>
                      <a:gd name="connsiteX441" fmla="*/ 230505 w 562213"/>
                      <a:gd name="connsiteY441" fmla="*/ 50796 h 725165"/>
                      <a:gd name="connsiteX442" fmla="*/ 221932 w 562213"/>
                      <a:gd name="connsiteY442" fmla="*/ 43175 h 725165"/>
                      <a:gd name="connsiteX443" fmla="*/ 222885 w 562213"/>
                      <a:gd name="connsiteY443" fmla="*/ 41271 h 725165"/>
                      <a:gd name="connsiteX444" fmla="*/ 226695 w 562213"/>
                      <a:gd name="connsiteY444" fmla="*/ 45080 h 725165"/>
                      <a:gd name="connsiteX445" fmla="*/ 235267 w 562213"/>
                      <a:gd name="connsiteY445" fmla="*/ 43175 h 725165"/>
                      <a:gd name="connsiteX446" fmla="*/ 240030 w 562213"/>
                      <a:gd name="connsiteY446" fmla="*/ 46985 h 725165"/>
                      <a:gd name="connsiteX447" fmla="*/ 243840 w 562213"/>
                      <a:gd name="connsiteY447" fmla="*/ 46033 h 725165"/>
                      <a:gd name="connsiteX448" fmla="*/ 248602 w 562213"/>
                      <a:gd name="connsiteY448" fmla="*/ 48890 h 725165"/>
                      <a:gd name="connsiteX449" fmla="*/ 247650 w 562213"/>
                      <a:gd name="connsiteY449" fmla="*/ 45080 h 725165"/>
                      <a:gd name="connsiteX450" fmla="*/ 253365 w 562213"/>
                      <a:gd name="connsiteY450" fmla="*/ 41271 h 725165"/>
                      <a:gd name="connsiteX451" fmla="*/ 268605 w 562213"/>
                      <a:gd name="connsiteY451" fmla="*/ 43175 h 725165"/>
                      <a:gd name="connsiteX452" fmla="*/ 286703 w 562213"/>
                      <a:gd name="connsiteY452" fmla="*/ 46985 h 725165"/>
                      <a:gd name="connsiteX453" fmla="*/ 293370 w 562213"/>
                      <a:gd name="connsiteY453" fmla="*/ 50796 h 725165"/>
                      <a:gd name="connsiteX454" fmla="*/ 292417 w 562213"/>
                      <a:gd name="connsiteY454" fmla="*/ 56510 h 725165"/>
                      <a:gd name="connsiteX455" fmla="*/ 283845 w 562213"/>
                      <a:gd name="connsiteY455" fmla="*/ 57463 h 725165"/>
                      <a:gd name="connsiteX456" fmla="*/ 278130 w 562213"/>
                      <a:gd name="connsiteY456" fmla="*/ 57463 h 725165"/>
                      <a:gd name="connsiteX457" fmla="*/ 273367 w 562213"/>
                      <a:gd name="connsiteY457" fmla="*/ 56510 h 725165"/>
                      <a:gd name="connsiteX458" fmla="*/ 268605 w 562213"/>
                      <a:gd name="connsiteY458" fmla="*/ 59368 h 725165"/>
                      <a:gd name="connsiteX459" fmla="*/ 273367 w 562213"/>
                      <a:gd name="connsiteY459" fmla="*/ 66988 h 725165"/>
                      <a:gd name="connsiteX460" fmla="*/ 267653 w 562213"/>
                      <a:gd name="connsiteY460" fmla="*/ 66988 h 725165"/>
                      <a:gd name="connsiteX461" fmla="*/ 264795 w 562213"/>
                      <a:gd name="connsiteY461" fmla="*/ 69846 h 725165"/>
                      <a:gd name="connsiteX462" fmla="*/ 249555 w 562213"/>
                      <a:gd name="connsiteY462" fmla="*/ 66988 h 725165"/>
                      <a:gd name="connsiteX463" fmla="*/ 266700 w 562213"/>
                      <a:gd name="connsiteY463" fmla="*/ 76513 h 725165"/>
                      <a:gd name="connsiteX464" fmla="*/ 264795 w 562213"/>
                      <a:gd name="connsiteY464" fmla="*/ 76513 h 725165"/>
                      <a:gd name="connsiteX465" fmla="*/ 263842 w 562213"/>
                      <a:gd name="connsiteY465" fmla="*/ 72703 h 725165"/>
                      <a:gd name="connsiteX466" fmla="*/ 265747 w 562213"/>
                      <a:gd name="connsiteY466" fmla="*/ 69846 h 725165"/>
                      <a:gd name="connsiteX467" fmla="*/ 273367 w 562213"/>
                      <a:gd name="connsiteY467" fmla="*/ 72703 h 725165"/>
                      <a:gd name="connsiteX468" fmla="*/ 266700 w 562213"/>
                      <a:gd name="connsiteY468" fmla="*/ 76513 h 725165"/>
                      <a:gd name="connsiteX469" fmla="*/ 314325 w 562213"/>
                      <a:gd name="connsiteY469" fmla="*/ 48890 h 725165"/>
                      <a:gd name="connsiteX470" fmla="*/ 305753 w 562213"/>
                      <a:gd name="connsiteY470" fmla="*/ 46033 h 725165"/>
                      <a:gd name="connsiteX471" fmla="*/ 298132 w 562213"/>
                      <a:gd name="connsiteY471" fmla="*/ 43175 h 725165"/>
                      <a:gd name="connsiteX472" fmla="*/ 287655 w 562213"/>
                      <a:gd name="connsiteY472" fmla="*/ 38413 h 725165"/>
                      <a:gd name="connsiteX473" fmla="*/ 257175 w 562213"/>
                      <a:gd name="connsiteY473" fmla="*/ 24125 h 725165"/>
                      <a:gd name="connsiteX474" fmla="*/ 263842 w 562213"/>
                      <a:gd name="connsiteY474" fmla="*/ 25078 h 725165"/>
                      <a:gd name="connsiteX475" fmla="*/ 272415 w 562213"/>
                      <a:gd name="connsiteY475" fmla="*/ 28888 h 725165"/>
                      <a:gd name="connsiteX476" fmla="*/ 278130 w 562213"/>
                      <a:gd name="connsiteY476" fmla="*/ 31746 h 725165"/>
                      <a:gd name="connsiteX477" fmla="*/ 277178 w 562213"/>
                      <a:gd name="connsiteY477" fmla="*/ 31746 h 725165"/>
                      <a:gd name="connsiteX478" fmla="*/ 282892 w 562213"/>
                      <a:gd name="connsiteY478" fmla="*/ 33650 h 725165"/>
                      <a:gd name="connsiteX479" fmla="*/ 289560 w 562213"/>
                      <a:gd name="connsiteY479" fmla="*/ 35555 h 725165"/>
                      <a:gd name="connsiteX480" fmla="*/ 306705 w 562213"/>
                      <a:gd name="connsiteY480" fmla="*/ 42223 h 725165"/>
                      <a:gd name="connsiteX481" fmla="*/ 300990 w 562213"/>
                      <a:gd name="connsiteY481" fmla="*/ 39365 h 725165"/>
                      <a:gd name="connsiteX482" fmla="*/ 304800 w 562213"/>
                      <a:gd name="connsiteY482" fmla="*/ 41271 h 725165"/>
                      <a:gd name="connsiteX483" fmla="*/ 304800 w 562213"/>
                      <a:gd name="connsiteY483" fmla="*/ 41271 h 725165"/>
                      <a:gd name="connsiteX484" fmla="*/ 304800 w 562213"/>
                      <a:gd name="connsiteY484" fmla="*/ 41271 h 725165"/>
                      <a:gd name="connsiteX485" fmla="*/ 322897 w 562213"/>
                      <a:gd name="connsiteY485" fmla="*/ 50796 h 725165"/>
                      <a:gd name="connsiteX486" fmla="*/ 349567 w 562213"/>
                      <a:gd name="connsiteY486" fmla="*/ 65083 h 725165"/>
                      <a:gd name="connsiteX487" fmla="*/ 346710 w 562213"/>
                      <a:gd name="connsiteY487" fmla="*/ 66035 h 725165"/>
                      <a:gd name="connsiteX488" fmla="*/ 342900 w 562213"/>
                      <a:gd name="connsiteY488" fmla="*/ 65083 h 725165"/>
                      <a:gd name="connsiteX489" fmla="*/ 336232 w 562213"/>
                      <a:gd name="connsiteY489" fmla="*/ 62225 h 725165"/>
                      <a:gd name="connsiteX490" fmla="*/ 314325 w 562213"/>
                      <a:gd name="connsiteY490" fmla="*/ 48890 h 725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Lst>
                    <a:rect l="l" t="t" r="r" b="b"/>
                    <a:pathLst>
                      <a:path w="562213" h="725165">
                        <a:moveTo>
                          <a:pt x="484822" y="180335"/>
                        </a:moveTo>
                        <a:cubicBezTo>
                          <a:pt x="484822" y="181288"/>
                          <a:pt x="484822" y="181288"/>
                          <a:pt x="484822" y="180335"/>
                        </a:cubicBezTo>
                        <a:cubicBezTo>
                          <a:pt x="481965" y="175573"/>
                          <a:pt x="477202" y="170810"/>
                          <a:pt x="473392" y="166048"/>
                        </a:cubicBezTo>
                        <a:cubicBezTo>
                          <a:pt x="474345" y="167000"/>
                          <a:pt x="475297" y="168905"/>
                          <a:pt x="476250" y="169858"/>
                        </a:cubicBezTo>
                        <a:cubicBezTo>
                          <a:pt x="468630" y="160333"/>
                          <a:pt x="460057" y="150808"/>
                          <a:pt x="451485" y="142235"/>
                        </a:cubicBezTo>
                        <a:cubicBezTo>
                          <a:pt x="445770" y="136521"/>
                          <a:pt x="441007" y="130805"/>
                          <a:pt x="434340" y="126043"/>
                        </a:cubicBezTo>
                        <a:cubicBezTo>
                          <a:pt x="438150" y="130805"/>
                          <a:pt x="442913" y="135568"/>
                          <a:pt x="446722" y="140330"/>
                        </a:cubicBezTo>
                        <a:cubicBezTo>
                          <a:pt x="447675" y="142235"/>
                          <a:pt x="446722" y="142235"/>
                          <a:pt x="447675" y="143188"/>
                        </a:cubicBezTo>
                        <a:cubicBezTo>
                          <a:pt x="443865" y="142235"/>
                          <a:pt x="441960" y="137473"/>
                          <a:pt x="439103" y="135568"/>
                        </a:cubicBezTo>
                        <a:cubicBezTo>
                          <a:pt x="437197" y="132710"/>
                          <a:pt x="434340" y="130805"/>
                          <a:pt x="431482" y="128900"/>
                        </a:cubicBezTo>
                        <a:cubicBezTo>
                          <a:pt x="433388" y="130805"/>
                          <a:pt x="436245" y="133663"/>
                          <a:pt x="438150" y="135568"/>
                        </a:cubicBezTo>
                        <a:cubicBezTo>
                          <a:pt x="436245" y="133663"/>
                          <a:pt x="433388" y="130805"/>
                          <a:pt x="431482" y="128900"/>
                        </a:cubicBezTo>
                        <a:cubicBezTo>
                          <a:pt x="433388" y="131758"/>
                          <a:pt x="436245" y="134615"/>
                          <a:pt x="439103" y="136521"/>
                        </a:cubicBezTo>
                        <a:cubicBezTo>
                          <a:pt x="426720" y="126043"/>
                          <a:pt x="414338" y="116518"/>
                          <a:pt x="402907" y="106040"/>
                        </a:cubicBezTo>
                        <a:cubicBezTo>
                          <a:pt x="409575" y="108898"/>
                          <a:pt x="414338" y="113660"/>
                          <a:pt x="421005" y="117471"/>
                        </a:cubicBezTo>
                        <a:cubicBezTo>
                          <a:pt x="422910" y="118423"/>
                          <a:pt x="431482" y="125090"/>
                          <a:pt x="432435" y="124138"/>
                        </a:cubicBezTo>
                        <a:cubicBezTo>
                          <a:pt x="431482" y="122233"/>
                          <a:pt x="430530" y="121280"/>
                          <a:pt x="428625" y="120328"/>
                        </a:cubicBezTo>
                        <a:cubicBezTo>
                          <a:pt x="433388" y="123185"/>
                          <a:pt x="437197" y="126996"/>
                          <a:pt x="441007" y="130805"/>
                        </a:cubicBezTo>
                        <a:cubicBezTo>
                          <a:pt x="360045" y="51748"/>
                          <a:pt x="250507" y="5075"/>
                          <a:pt x="137160" y="313"/>
                        </a:cubicBezTo>
                        <a:cubicBezTo>
                          <a:pt x="105727" y="-640"/>
                          <a:pt x="73342" y="313"/>
                          <a:pt x="41910" y="6980"/>
                        </a:cubicBezTo>
                        <a:cubicBezTo>
                          <a:pt x="49530" y="6980"/>
                          <a:pt x="57150" y="5075"/>
                          <a:pt x="63817" y="4123"/>
                        </a:cubicBezTo>
                        <a:cubicBezTo>
                          <a:pt x="71438" y="3171"/>
                          <a:pt x="79057" y="2218"/>
                          <a:pt x="86677" y="2218"/>
                        </a:cubicBezTo>
                        <a:cubicBezTo>
                          <a:pt x="101917" y="1265"/>
                          <a:pt x="116205" y="1265"/>
                          <a:pt x="131445" y="1265"/>
                        </a:cubicBezTo>
                        <a:cubicBezTo>
                          <a:pt x="161925" y="2218"/>
                          <a:pt x="191452" y="6028"/>
                          <a:pt x="220980" y="13648"/>
                        </a:cubicBezTo>
                        <a:cubicBezTo>
                          <a:pt x="163830" y="313"/>
                          <a:pt x="102870" y="-2545"/>
                          <a:pt x="44767" y="6980"/>
                        </a:cubicBezTo>
                        <a:cubicBezTo>
                          <a:pt x="49530" y="6980"/>
                          <a:pt x="54292" y="6028"/>
                          <a:pt x="58102" y="6028"/>
                        </a:cubicBezTo>
                        <a:cubicBezTo>
                          <a:pt x="57150" y="6980"/>
                          <a:pt x="56197" y="6980"/>
                          <a:pt x="54292" y="7933"/>
                        </a:cubicBezTo>
                        <a:cubicBezTo>
                          <a:pt x="58102" y="6980"/>
                          <a:pt x="60960" y="6980"/>
                          <a:pt x="64770" y="6980"/>
                        </a:cubicBezTo>
                        <a:cubicBezTo>
                          <a:pt x="62865" y="6980"/>
                          <a:pt x="60960" y="7933"/>
                          <a:pt x="60007" y="7933"/>
                        </a:cubicBezTo>
                        <a:cubicBezTo>
                          <a:pt x="64770" y="7933"/>
                          <a:pt x="70485" y="6980"/>
                          <a:pt x="75247" y="7933"/>
                        </a:cubicBezTo>
                        <a:cubicBezTo>
                          <a:pt x="72390" y="8885"/>
                          <a:pt x="69532" y="8885"/>
                          <a:pt x="66675" y="9838"/>
                        </a:cubicBezTo>
                        <a:cubicBezTo>
                          <a:pt x="71438" y="9838"/>
                          <a:pt x="76200" y="8885"/>
                          <a:pt x="80010" y="8885"/>
                        </a:cubicBezTo>
                        <a:cubicBezTo>
                          <a:pt x="75247" y="12696"/>
                          <a:pt x="69532" y="12696"/>
                          <a:pt x="63817" y="12696"/>
                        </a:cubicBezTo>
                        <a:cubicBezTo>
                          <a:pt x="57150" y="12696"/>
                          <a:pt x="51435" y="13648"/>
                          <a:pt x="44767" y="14600"/>
                        </a:cubicBezTo>
                        <a:cubicBezTo>
                          <a:pt x="49530" y="12696"/>
                          <a:pt x="54292" y="11743"/>
                          <a:pt x="60007" y="9838"/>
                        </a:cubicBezTo>
                        <a:cubicBezTo>
                          <a:pt x="56197" y="7933"/>
                          <a:pt x="50482" y="9838"/>
                          <a:pt x="46672" y="9838"/>
                        </a:cubicBezTo>
                        <a:cubicBezTo>
                          <a:pt x="40957" y="10790"/>
                          <a:pt x="34290" y="12696"/>
                          <a:pt x="28575" y="14600"/>
                        </a:cubicBezTo>
                        <a:cubicBezTo>
                          <a:pt x="24765" y="15553"/>
                          <a:pt x="20002" y="17458"/>
                          <a:pt x="16192" y="19363"/>
                        </a:cubicBezTo>
                        <a:cubicBezTo>
                          <a:pt x="13335" y="20315"/>
                          <a:pt x="9525" y="20315"/>
                          <a:pt x="6667" y="21268"/>
                        </a:cubicBezTo>
                        <a:cubicBezTo>
                          <a:pt x="7620" y="21268"/>
                          <a:pt x="8572" y="21268"/>
                          <a:pt x="9525" y="21268"/>
                        </a:cubicBezTo>
                        <a:cubicBezTo>
                          <a:pt x="6667" y="21268"/>
                          <a:pt x="4763" y="22221"/>
                          <a:pt x="2857" y="22221"/>
                        </a:cubicBezTo>
                        <a:cubicBezTo>
                          <a:pt x="4763" y="22221"/>
                          <a:pt x="6667" y="22221"/>
                          <a:pt x="8572" y="22221"/>
                        </a:cubicBezTo>
                        <a:cubicBezTo>
                          <a:pt x="6667" y="22221"/>
                          <a:pt x="5715" y="22221"/>
                          <a:pt x="3810" y="23173"/>
                        </a:cubicBezTo>
                        <a:cubicBezTo>
                          <a:pt x="4763" y="23173"/>
                          <a:pt x="6667" y="23173"/>
                          <a:pt x="7620" y="23173"/>
                        </a:cubicBezTo>
                        <a:cubicBezTo>
                          <a:pt x="5715" y="23173"/>
                          <a:pt x="3810" y="23173"/>
                          <a:pt x="952" y="24125"/>
                        </a:cubicBezTo>
                        <a:cubicBezTo>
                          <a:pt x="2857" y="24125"/>
                          <a:pt x="2857" y="24125"/>
                          <a:pt x="952" y="25078"/>
                        </a:cubicBezTo>
                        <a:cubicBezTo>
                          <a:pt x="1905" y="25078"/>
                          <a:pt x="2857" y="25078"/>
                          <a:pt x="3810" y="26030"/>
                        </a:cubicBezTo>
                        <a:cubicBezTo>
                          <a:pt x="1905" y="27935"/>
                          <a:pt x="3810" y="26983"/>
                          <a:pt x="5715" y="26983"/>
                        </a:cubicBezTo>
                        <a:cubicBezTo>
                          <a:pt x="3810" y="27935"/>
                          <a:pt x="1905" y="26983"/>
                          <a:pt x="3810" y="28888"/>
                        </a:cubicBezTo>
                        <a:cubicBezTo>
                          <a:pt x="2857" y="28888"/>
                          <a:pt x="952" y="28888"/>
                          <a:pt x="0" y="29840"/>
                        </a:cubicBezTo>
                        <a:cubicBezTo>
                          <a:pt x="2857" y="29840"/>
                          <a:pt x="3810" y="31746"/>
                          <a:pt x="6667" y="30793"/>
                        </a:cubicBezTo>
                        <a:cubicBezTo>
                          <a:pt x="5715" y="31746"/>
                          <a:pt x="4763" y="32698"/>
                          <a:pt x="2857" y="31746"/>
                        </a:cubicBezTo>
                        <a:cubicBezTo>
                          <a:pt x="3810" y="33650"/>
                          <a:pt x="4763" y="32698"/>
                          <a:pt x="6667" y="32698"/>
                        </a:cubicBezTo>
                        <a:cubicBezTo>
                          <a:pt x="5715" y="33650"/>
                          <a:pt x="5715" y="34603"/>
                          <a:pt x="6667" y="35555"/>
                        </a:cubicBezTo>
                        <a:cubicBezTo>
                          <a:pt x="8572" y="32698"/>
                          <a:pt x="7620" y="31746"/>
                          <a:pt x="11430" y="32698"/>
                        </a:cubicBezTo>
                        <a:cubicBezTo>
                          <a:pt x="14288" y="33650"/>
                          <a:pt x="17145" y="35555"/>
                          <a:pt x="19050" y="36508"/>
                        </a:cubicBezTo>
                        <a:cubicBezTo>
                          <a:pt x="20955" y="37460"/>
                          <a:pt x="22860" y="38413"/>
                          <a:pt x="24765" y="39365"/>
                        </a:cubicBezTo>
                        <a:cubicBezTo>
                          <a:pt x="26670" y="40318"/>
                          <a:pt x="31432" y="44128"/>
                          <a:pt x="32385" y="40318"/>
                        </a:cubicBezTo>
                        <a:cubicBezTo>
                          <a:pt x="36195" y="42223"/>
                          <a:pt x="29527" y="44128"/>
                          <a:pt x="28575" y="46033"/>
                        </a:cubicBezTo>
                        <a:cubicBezTo>
                          <a:pt x="28575" y="46985"/>
                          <a:pt x="28575" y="47938"/>
                          <a:pt x="29527" y="49843"/>
                        </a:cubicBezTo>
                        <a:cubicBezTo>
                          <a:pt x="31432" y="52700"/>
                          <a:pt x="34290" y="53653"/>
                          <a:pt x="38100" y="54605"/>
                        </a:cubicBezTo>
                        <a:cubicBezTo>
                          <a:pt x="44767" y="56510"/>
                          <a:pt x="53340" y="57463"/>
                          <a:pt x="60007" y="57463"/>
                        </a:cubicBezTo>
                        <a:cubicBezTo>
                          <a:pt x="62865" y="57463"/>
                          <a:pt x="64770" y="56510"/>
                          <a:pt x="65722" y="54605"/>
                        </a:cubicBezTo>
                        <a:cubicBezTo>
                          <a:pt x="65722" y="53653"/>
                          <a:pt x="65722" y="49843"/>
                          <a:pt x="64770" y="48890"/>
                        </a:cubicBezTo>
                        <a:cubicBezTo>
                          <a:pt x="63817" y="47938"/>
                          <a:pt x="63817" y="47938"/>
                          <a:pt x="61913" y="47938"/>
                        </a:cubicBezTo>
                        <a:cubicBezTo>
                          <a:pt x="62865" y="46985"/>
                          <a:pt x="66675" y="47938"/>
                          <a:pt x="67627" y="47938"/>
                        </a:cubicBezTo>
                        <a:cubicBezTo>
                          <a:pt x="72390" y="47938"/>
                          <a:pt x="77152" y="48890"/>
                          <a:pt x="81915" y="49843"/>
                        </a:cubicBezTo>
                        <a:cubicBezTo>
                          <a:pt x="88582" y="50796"/>
                          <a:pt x="96202" y="54605"/>
                          <a:pt x="102870" y="50796"/>
                        </a:cubicBezTo>
                        <a:cubicBezTo>
                          <a:pt x="101917" y="49843"/>
                          <a:pt x="100965" y="49843"/>
                          <a:pt x="100013" y="48890"/>
                        </a:cubicBezTo>
                        <a:cubicBezTo>
                          <a:pt x="100965" y="46985"/>
                          <a:pt x="100965" y="46985"/>
                          <a:pt x="102870" y="46033"/>
                        </a:cubicBezTo>
                        <a:cubicBezTo>
                          <a:pt x="101917" y="45080"/>
                          <a:pt x="100965" y="45080"/>
                          <a:pt x="100013" y="44128"/>
                        </a:cubicBezTo>
                        <a:cubicBezTo>
                          <a:pt x="96202" y="42223"/>
                          <a:pt x="89535" y="41271"/>
                          <a:pt x="86677" y="38413"/>
                        </a:cubicBezTo>
                        <a:cubicBezTo>
                          <a:pt x="85725" y="37460"/>
                          <a:pt x="85725" y="35555"/>
                          <a:pt x="83820" y="34603"/>
                        </a:cubicBezTo>
                        <a:cubicBezTo>
                          <a:pt x="80963" y="32698"/>
                          <a:pt x="78105" y="33650"/>
                          <a:pt x="75247" y="34603"/>
                        </a:cubicBezTo>
                        <a:cubicBezTo>
                          <a:pt x="71438" y="34603"/>
                          <a:pt x="68580" y="35555"/>
                          <a:pt x="64770" y="34603"/>
                        </a:cubicBezTo>
                        <a:cubicBezTo>
                          <a:pt x="60007" y="33650"/>
                          <a:pt x="56197" y="30793"/>
                          <a:pt x="52388" y="28888"/>
                        </a:cubicBezTo>
                        <a:cubicBezTo>
                          <a:pt x="50482" y="27935"/>
                          <a:pt x="49530" y="28888"/>
                          <a:pt x="47625" y="28888"/>
                        </a:cubicBezTo>
                        <a:cubicBezTo>
                          <a:pt x="46672" y="28888"/>
                          <a:pt x="44767" y="28888"/>
                          <a:pt x="43815" y="27935"/>
                        </a:cubicBezTo>
                        <a:cubicBezTo>
                          <a:pt x="41910" y="26030"/>
                          <a:pt x="44767" y="25078"/>
                          <a:pt x="46672" y="25078"/>
                        </a:cubicBezTo>
                        <a:cubicBezTo>
                          <a:pt x="48577" y="25078"/>
                          <a:pt x="49530" y="25078"/>
                          <a:pt x="52388" y="25078"/>
                        </a:cubicBezTo>
                        <a:cubicBezTo>
                          <a:pt x="54292" y="25078"/>
                          <a:pt x="56197" y="26030"/>
                          <a:pt x="57150" y="26030"/>
                        </a:cubicBezTo>
                        <a:cubicBezTo>
                          <a:pt x="57150" y="26983"/>
                          <a:pt x="58102" y="27935"/>
                          <a:pt x="59055" y="27935"/>
                        </a:cubicBezTo>
                        <a:cubicBezTo>
                          <a:pt x="60960" y="27935"/>
                          <a:pt x="60960" y="28888"/>
                          <a:pt x="59055" y="28888"/>
                        </a:cubicBezTo>
                        <a:cubicBezTo>
                          <a:pt x="65722" y="29840"/>
                          <a:pt x="72390" y="30793"/>
                          <a:pt x="79057" y="31746"/>
                        </a:cubicBezTo>
                        <a:cubicBezTo>
                          <a:pt x="82867" y="31746"/>
                          <a:pt x="87630" y="32698"/>
                          <a:pt x="91440" y="30793"/>
                        </a:cubicBezTo>
                        <a:cubicBezTo>
                          <a:pt x="94297" y="28888"/>
                          <a:pt x="94297" y="26983"/>
                          <a:pt x="95250" y="25078"/>
                        </a:cubicBezTo>
                        <a:cubicBezTo>
                          <a:pt x="96202" y="23173"/>
                          <a:pt x="103822" y="22221"/>
                          <a:pt x="105727" y="22221"/>
                        </a:cubicBezTo>
                        <a:cubicBezTo>
                          <a:pt x="104775" y="23173"/>
                          <a:pt x="104775" y="25078"/>
                          <a:pt x="103822" y="25078"/>
                        </a:cubicBezTo>
                        <a:cubicBezTo>
                          <a:pt x="104775" y="25078"/>
                          <a:pt x="104775" y="25078"/>
                          <a:pt x="105727" y="25078"/>
                        </a:cubicBezTo>
                        <a:cubicBezTo>
                          <a:pt x="104775" y="26983"/>
                          <a:pt x="99060" y="26983"/>
                          <a:pt x="98107" y="29840"/>
                        </a:cubicBezTo>
                        <a:cubicBezTo>
                          <a:pt x="98107" y="31746"/>
                          <a:pt x="99060" y="31746"/>
                          <a:pt x="100965" y="31746"/>
                        </a:cubicBezTo>
                        <a:cubicBezTo>
                          <a:pt x="101917" y="31746"/>
                          <a:pt x="102870" y="31746"/>
                          <a:pt x="104775" y="31746"/>
                        </a:cubicBezTo>
                        <a:cubicBezTo>
                          <a:pt x="105727" y="31746"/>
                          <a:pt x="105727" y="31746"/>
                          <a:pt x="106680" y="31746"/>
                        </a:cubicBezTo>
                        <a:cubicBezTo>
                          <a:pt x="107632" y="31746"/>
                          <a:pt x="108585" y="31746"/>
                          <a:pt x="109538" y="30793"/>
                        </a:cubicBezTo>
                        <a:cubicBezTo>
                          <a:pt x="112395" y="30793"/>
                          <a:pt x="117157" y="32698"/>
                          <a:pt x="120015" y="33650"/>
                        </a:cubicBezTo>
                        <a:cubicBezTo>
                          <a:pt x="117157" y="37460"/>
                          <a:pt x="113347" y="34603"/>
                          <a:pt x="110490" y="35555"/>
                        </a:cubicBezTo>
                        <a:cubicBezTo>
                          <a:pt x="112395" y="38413"/>
                          <a:pt x="117157" y="39365"/>
                          <a:pt x="120015" y="40318"/>
                        </a:cubicBezTo>
                        <a:cubicBezTo>
                          <a:pt x="121920" y="40318"/>
                          <a:pt x="130492" y="42223"/>
                          <a:pt x="126682" y="44128"/>
                        </a:cubicBezTo>
                        <a:cubicBezTo>
                          <a:pt x="127635" y="45080"/>
                          <a:pt x="129540" y="45080"/>
                          <a:pt x="129540" y="46985"/>
                        </a:cubicBezTo>
                        <a:cubicBezTo>
                          <a:pt x="129540" y="47938"/>
                          <a:pt x="126682" y="48890"/>
                          <a:pt x="125730" y="48890"/>
                        </a:cubicBezTo>
                        <a:cubicBezTo>
                          <a:pt x="123825" y="49843"/>
                          <a:pt x="120967" y="51748"/>
                          <a:pt x="119063" y="52700"/>
                        </a:cubicBezTo>
                        <a:cubicBezTo>
                          <a:pt x="117157" y="53653"/>
                          <a:pt x="115252" y="55558"/>
                          <a:pt x="112395" y="56510"/>
                        </a:cubicBezTo>
                        <a:cubicBezTo>
                          <a:pt x="111442" y="56510"/>
                          <a:pt x="110490" y="56510"/>
                          <a:pt x="110490" y="56510"/>
                        </a:cubicBezTo>
                        <a:cubicBezTo>
                          <a:pt x="109538" y="57463"/>
                          <a:pt x="108585" y="57463"/>
                          <a:pt x="108585" y="59368"/>
                        </a:cubicBezTo>
                        <a:cubicBezTo>
                          <a:pt x="107632" y="61273"/>
                          <a:pt x="109538" y="61273"/>
                          <a:pt x="107632" y="62225"/>
                        </a:cubicBezTo>
                        <a:cubicBezTo>
                          <a:pt x="105727" y="63178"/>
                          <a:pt x="105727" y="63178"/>
                          <a:pt x="104775" y="61273"/>
                        </a:cubicBezTo>
                        <a:cubicBezTo>
                          <a:pt x="102870" y="62225"/>
                          <a:pt x="101917" y="62225"/>
                          <a:pt x="100013" y="62225"/>
                        </a:cubicBezTo>
                        <a:cubicBezTo>
                          <a:pt x="98107" y="62225"/>
                          <a:pt x="95250" y="63178"/>
                          <a:pt x="93345" y="62225"/>
                        </a:cubicBezTo>
                        <a:cubicBezTo>
                          <a:pt x="90488" y="61273"/>
                          <a:pt x="89535" y="59368"/>
                          <a:pt x="87630" y="58415"/>
                        </a:cubicBezTo>
                        <a:cubicBezTo>
                          <a:pt x="88582" y="57463"/>
                          <a:pt x="88582" y="57463"/>
                          <a:pt x="88582" y="56510"/>
                        </a:cubicBezTo>
                        <a:cubicBezTo>
                          <a:pt x="86677" y="56510"/>
                          <a:pt x="85725" y="56510"/>
                          <a:pt x="83820" y="56510"/>
                        </a:cubicBezTo>
                        <a:cubicBezTo>
                          <a:pt x="80963" y="56510"/>
                          <a:pt x="79057" y="53653"/>
                          <a:pt x="76200" y="55558"/>
                        </a:cubicBezTo>
                        <a:cubicBezTo>
                          <a:pt x="76200" y="55558"/>
                          <a:pt x="77152" y="56510"/>
                          <a:pt x="77152" y="56510"/>
                        </a:cubicBezTo>
                        <a:cubicBezTo>
                          <a:pt x="77152" y="56510"/>
                          <a:pt x="78105" y="57463"/>
                          <a:pt x="78105" y="58415"/>
                        </a:cubicBezTo>
                        <a:cubicBezTo>
                          <a:pt x="78105" y="58415"/>
                          <a:pt x="77152" y="59368"/>
                          <a:pt x="77152" y="59368"/>
                        </a:cubicBezTo>
                        <a:cubicBezTo>
                          <a:pt x="78105" y="62225"/>
                          <a:pt x="80963" y="62225"/>
                          <a:pt x="82867" y="63178"/>
                        </a:cubicBezTo>
                        <a:cubicBezTo>
                          <a:pt x="85725" y="64130"/>
                          <a:pt x="89535" y="65083"/>
                          <a:pt x="92392" y="66035"/>
                        </a:cubicBezTo>
                        <a:cubicBezTo>
                          <a:pt x="96202" y="66988"/>
                          <a:pt x="99060" y="67940"/>
                          <a:pt x="95250" y="70798"/>
                        </a:cubicBezTo>
                        <a:cubicBezTo>
                          <a:pt x="92392" y="72703"/>
                          <a:pt x="87630" y="74608"/>
                          <a:pt x="90488" y="78418"/>
                        </a:cubicBezTo>
                        <a:cubicBezTo>
                          <a:pt x="91440" y="80323"/>
                          <a:pt x="93345" y="81275"/>
                          <a:pt x="95250" y="82228"/>
                        </a:cubicBezTo>
                        <a:cubicBezTo>
                          <a:pt x="97155" y="84133"/>
                          <a:pt x="98107" y="84133"/>
                          <a:pt x="98107" y="86990"/>
                        </a:cubicBezTo>
                        <a:cubicBezTo>
                          <a:pt x="97155" y="88896"/>
                          <a:pt x="96202" y="91753"/>
                          <a:pt x="95250" y="93658"/>
                        </a:cubicBezTo>
                        <a:cubicBezTo>
                          <a:pt x="95250" y="96515"/>
                          <a:pt x="96202" y="94610"/>
                          <a:pt x="97155" y="97468"/>
                        </a:cubicBezTo>
                        <a:cubicBezTo>
                          <a:pt x="100013" y="102230"/>
                          <a:pt x="89535" y="106993"/>
                          <a:pt x="86677" y="108898"/>
                        </a:cubicBezTo>
                        <a:cubicBezTo>
                          <a:pt x="88582" y="109850"/>
                          <a:pt x="91440" y="110803"/>
                          <a:pt x="93345" y="112708"/>
                        </a:cubicBezTo>
                        <a:cubicBezTo>
                          <a:pt x="92392" y="113660"/>
                          <a:pt x="90488" y="114613"/>
                          <a:pt x="88582" y="115565"/>
                        </a:cubicBezTo>
                        <a:cubicBezTo>
                          <a:pt x="87630" y="115565"/>
                          <a:pt x="84772" y="114613"/>
                          <a:pt x="84772" y="115565"/>
                        </a:cubicBezTo>
                        <a:cubicBezTo>
                          <a:pt x="83820" y="115565"/>
                          <a:pt x="83820" y="118423"/>
                          <a:pt x="83820" y="118423"/>
                        </a:cubicBezTo>
                        <a:cubicBezTo>
                          <a:pt x="82867" y="119375"/>
                          <a:pt x="81915" y="120328"/>
                          <a:pt x="80963" y="120328"/>
                        </a:cubicBezTo>
                        <a:cubicBezTo>
                          <a:pt x="84772" y="122233"/>
                          <a:pt x="86677" y="122233"/>
                          <a:pt x="90488" y="122233"/>
                        </a:cubicBezTo>
                        <a:cubicBezTo>
                          <a:pt x="95250" y="122233"/>
                          <a:pt x="99060" y="122233"/>
                          <a:pt x="103822" y="122233"/>
                        </a:cubicBezTo>
                        <a:cubicBezTo>
                          <a:pt x="106680" y="122233"/>
                          <a:pt x="109538" y="121280"/>
                          <a:pt x="111442" y="122233"/>
                        </a:cubicBezTo>
                        <a:cubicBezTo>
                          <a:pt x="116205" y="124138"/>
                          <a:pt x="120015" y="128900"/>
                          <a:pt x="123825" y="132710"/>
                        </a:cubicBezTo>
                        <a:cubicBezTo>
                          <a:pt x="124777" y="133663"/>
                          <a:pt x="128588" y="136521"/>
                          <a:pt x="128588" y="138425"/>
                        </a:cubicBezTo>
                        <a:cubicBezTo>
                          <a:pt x="128588" y="141283"/>
                          <a:pt x="120967" y="143188"/>
                          <a:pt x="118110" y="144140"/>
                        </a:cubicBezTo>
                        <a:cubicBezTo>
                          <a:pt x="113347" y="146046"/>
                          <a:pt x="107632" y="147950"/>
                          <a:pt x="102870" y="150808"/>
                        </a:cubicBezTo>
                        <a:cubicBezTo>
                          <a:pt x="100013" y="151760"/>
                          <a:pt x="98107" y="153665"/>
                          <a:pt x="95250" y="155571"/>
                        </a:cubicBezTo>
                        <a:cubicBezTo>
                          <a:pt x="93345" y="157475"/>
                          <a:pt x="92392" y="161285"/>
                          <a:pt x="90488" y="161285"/>
                        </a:cubicBezTo>
                        <a:cubicBezTo>
                          <a:pt x="92392" y="166048"/>
                          <a:pt x="97155" y="168905"/>
                          <a:pt x="100965" y="171763"/>
                        </a:cubicBezTo>
                        <a:cubicBezTo>
                          <a:pt x="105727" y="175573"/>
                          <a:pt x="107632" y="179383"/>
                          <a:pt x="110490" y="185098"/>
                        </a:cubicBezTo>
                        <a:cubicBezTo>
                          <a:pt x="111442" y="186050"/>
                          <a:pt x="113347" y="190813"/>
                          <a:pt x="114300" y="191765"/>
                        </a:cubicBezTo>
                        <a:cubicBezTo>
                          <a:pt x="115252" y="191765"/>
                          <a:pt x="116205" y="189860"/>
                          <a:pt x="117157" y="189860"/>
                        </a:cubicBezTo>
                        <a:cubicBezTo>
                          <a:pt x="119063" y="189860"/>
                          <a:pt x="120967" y="192718"/>
                          <a:pt x="121920" y="193671"/>
                        </a:cubicBezTo>
                        <a:cubicBezTo>
                          <a:pt x="122872" y="194623"/>
                          <a:pt x="122872" y="195575"/>
                          <a:pt x="123825" y="196528"/>
                        </a:cubicBezTo>
                        <a:cubicBezTo>
                          <a:pt x="123825" y="196528"/>
                          <a:pt x="123825" y="198433"/>
                          <a:pt x="123825" y="198433"/>
                        </a:cubicBezTo>
                        <a:cubicBezTo>
                          <a:pt x="125730" y="202243"/>
                          <a:pt x="129540" y="197480"/>
                          <a:pt x="131445" y="195575"/>
                        </a:cubicBezTo>
                        <a:cubicBezTo>
                          <a:pt x="134302" y="191765"/>
                          <a:pt x="135255" y="191765"/>
                          <a:pt x="140017" y="193671"/>
                        </a:cubicBezTo>
                        <a:cubicBezTo>
                          <a:pt x="142875" y="194623"/>
                          <a:pt x="144780" y="194623"/>
                          <a:pt x="148590" y="195575"/>
                        </a:cubicBezTo>
                        <a:cubicBezTo>
                          <a:pt x="150495" y="195575"/>
                          <a:pt x="151447" y="197480"/>
                          <a:pt x="152400" y="195575"/>
                        </a:cubicBezTo>
                        <a:cubicBezTo>
                          <a:pt x="153352" y="193671"/>
                          <a:pt x="151447" y="192718"/>
                          <a:pt x="152400" y="190813"/>
                        </a:cubicBezTo>
                        <a:cubicBezTo>
                          <a:pt x="152400" y="187955"/>
                          <a:pt x="156210" y="186050"/>
                          <a:pt x="158115" y="184146"/>
                        </a:cubicBezTo>
                        <a:cubicBezTo>
                          <a:pt x="160972" y="183193"/>
                          <a:pt x="163830" y="184146"/>
                          <a:pt x="165735" y="181288"/>
                        </a:cubicBezTo>
                        <a:cubicBezTo>
                          <a:pt x="167640" y="178430"/>
                          <a:pt x="165735" y="174621"/>
                          <a:pt x="166688" y="172715"/>
                        </a:cubicBezTo>
                        <a:cubicBezTo>
                          <a:pt x="167640" y="170810"/>
                          <a:pt x="168592" y="170810"/>
                          <a:pt x="167640" y="167953"/>
                        </a:cubicBezTo>
                        <a:cubicBezTo>
                          <a:pt x="166688" y="165096"/>
                          <a:pt x="165735" y="165096"/>
                          <a:pt x="165735" y="162238"/>
                        </a:cubicBezTo>
                        <a:cubicBezTo>
                          <a:pt x="165735" y="160333"/>
                          <a:pt x="166688" y="161285"/>
                          <a:pt x="165735" y="159380"/>
                        </a:cubicBezTo>
                        <a:cubicBezTo>
                          <a:pt x="164782" y="158428"/>
                          <a:pt x="161925" y="158428"/>
                          <a:pt x="160020" y="157475"/>
                        </a:cubicBezTo>
                        <a:cubicBezTo>
                          <a:pt x="155257" y="155571"/>
                          <a:pt x="154305" y="150808"/>
                          <a:pt x="156210" y="146046"/>
                        </a:cubicBezTo>
                        <a:cubicBezTo>
                          <a:pt x="157163" y="142235"/>
                          <a:pt x="160972" y="137473"/>
                          <a:pt x="160972" y="132710"/>
                        </a:cubicBezTo>
                        <a:cubicBezTo>
                          <a:pt x="160972" y="130805"/>
                          <a:pt x="159067" y="129853"/>
                          <a:pt x="157163" y="129853"/>
                        </a:cubicBezTo>
                        <a:cubicBezTo>
                          <a:pt x="154305" y="128900"/>
                          <a:pt x="153352" y="128900"/>
                          <a:pt x="152400" y="126043"/>
                        </a:cubicBezTo>
                        <a:cubicBezTo>
                          <a:pt x="152400" y="125090"/>
                          <a:pt x="151447" y="122233"/>
                          <a:pt x="152400" y="121280"/>
                        </a:cubicBezTo>
                        <a:cubicBezTo>
                          <a:pt x="153352" y="120328"/>
                          <a:pt x="159067" y="120328"/>
                          <a:pt x="160020" y="119375"/>
                        </a:cubicBezTo>
                        <a:cubicBezTo>
                          <a:pt x="162877" y="118423"/>
                          <a:pt x="166688" y="118423"/>
                          <a:pt x="168592" y="116518"/>
                        </a:cubicBezTo>
                        <a:cubicBezTo>
                          <a:pt x="171450" y="113660"/>
                          <a:pt x="167640" y="106040"/>
                          <a:pt x="171450" y="105088"/>
                        </a:cubicBezTo>
                        <a:cubicBezTo>
                          <a:pt x="172402" y="105088"/>
                          <a:pt x="174307" y="105088"/>
                          <a:pt x="175260" y="106040"/>
                        </a:cubicBezTo>
                        <a:cubicBezTo>
                          <a:pt x="178117" y="106040"/>
                          <a:pt x="180975" y="106993"/>
                          <a:pt x="183832" y="106993"/>
                        </a:cubicBezTo>
                        <a:cubicBezTo>
                          <a:pt x="190500" y="107946"/>
                          <a:pt x="197167" y="108898"/>
                          <a:pt x="203835" y="108898"/>
                        </a:cubicBezTo>
                        <a:cubicBezTo>
                          <a:pt x="209550" y="109850"/>
                          <a:pt x="214313" y="109850"/>
                          <a:pt x="220027" y="110803"/>
                        </a:cubicBezTo>
                        <a:cubicBezTo>
                          <a:pt x="222885" y="110803"/>
                          <a:pt x="224790" y="110803"/>
                          <a:pt x="227647" y="110803"/>
                        </a:cubicBezTo>
                        <a:cubicBezTo>
                          <a:pt x="232410" y="110803"/>
                          <a:pt x="240982" y="113660"/>
                          <a:pt x="243840" y="117471"/>
                        </a:cubicBezTo>
                        <a:cubicBezTo>
                          <a:pt x="246697" y="121280"/>
                          <a:pt x="240982" y="125090"/>
                          <a:pt x="238125" y="126043"/>
                        </a:cubicBezTo>
                        <a:cubicBezTo>
                          <a:pt x="237172" y="126996"/>
                          <a:pt x="231457" y="127948"/>
                          <a:pt x="232410" y="128900"/>
                        </a:cubicBezTo>
                        <a:cubicBezTo>
                          <a:pt x="232410" y="129853"/>
                          <a:pt x="234315" y="129853"/>
                          <a:pt x="235267" y="129853"/>
                        </a:cubicBezTo>
                        <a:cubicBezTo>
                          <a:pt x="239077" y="130805"/>
                          <a:pt x="241935" y="129853"/>
                          <a:pt x="245745" y="129853"/>
                        </a:cubicBezTo>
                        <a:cubicBezTo>
                          <a:pt x="247650" y="129853"/>
                          <a:pt x="251460" y="132710"/>
                          <a:pt x="253365" y="129853"/>
                        </a:cubicBezTo>
                        <a:cubicBezTo>
                          <a:pt x="255270" y="126996"/>
                          <a:pt x="247650" y="124138"/>
                          <a:pt x="246697" y="122233"/>
                        </a:cubicBezTo>
                        <a:cubicBezTo>
                          <a:pt x="246697" y="121280"/>
                          <a:pt x="246697" y="120328"/>
                          <a:pt x="246697" y="119375"/>
                        </a:cubicBezTo>
                        <a:cubicBezTo>
                          <a:pt x="246697" y="117471"/>
                          <a:pt x="246697" y="118423"/>
                          <a:pt x="246697" y="116518"/>
                        </a:cubicBezTo>
                        <a:cubicBezTo>
                          <a:pt x="245745" y="113660"/>
                          <a:pt x="243840" y="109850"/>
                          <a:pt x="240030" y="108898"/>
                        </a:cubicBezTo>
                        <a:cubicBezTo>
                          <a:pt x="239077" y="108898"/>
                          <a:pt x="238125" y="108898"/>
                          <a:pt x="237172" y="108898"/>
                        </a:cubicBezTo>
                        <a:cubicBezTo>
                          <a:pt x="236220" y="108898"/>
                          <a:pt x="233363" y="106040"/>
                          <a:pt x="233363" y="105088"/>
                        </a:cubicBezTo>
                        <a:cubicBezTo>
                          <a:pt x="233363" y="101278"/>
                          <a:pt x="238125" y="103183"/>
                          <a:pt x="240982" y="103183"/>
                        </a:cubicBezTo>
                        <a:cubicBezTo>
                          <a:pt x="240982" y="100325"/>
                          <a:pt x="236220" y="101278"/>
                          <a:pt x="234315" y="101278"/>
                        </a:cubicBezTo>
                        <a:cubicBezTo>
                          <a:pt x="231457" y="101278"/>
                          <a:pt x="229552" y="101278"/>
                          <a:pt x="226695" y="101278"/>
                        </a:cubicBezTo>
                        <a:cubicBezTo>
                          <a:pt x="225742" y="101278"/>
                          <a:pt x="223838" y="102230"/>
                          <a:pt x="222885" y="101278"/>
                        </a:cubicBezTo>
                        <a:cubicBezTo>
                          <a:pt x="221932" y="101278"/>
                          <a:pt x="221932" y="100325"/>
                          <a:pt x="221932" y="100325"/>
                        </a:cubicBezTo>
                        <a:cubicBezTo>
                          <a:pt x="220027" y="99373"/>
                          <a:pt x="219075" y="99373"/>
                          <a:pt x="218122" y="100325"/>
                        </a:cubicBezTo>
                        <a:cubicBezTo>
                          <a:pt x="217170" y="100325"/>
                          <a:pt x="217170" y="101278"/>
                          <a:pt x="216217" y="101278"/>
                        </a:cubicBezTo>
                        <a:cubicBezTo>
                          <a:pt x="213360" y="102230"/>
                          <a:pt x="208597" y="100325"/>
                          <a:pt x="205740" y="100325"/>
                        </a:cubicBezTo>
                        <a:cubicBezTo>
                          <a:pt x="201930" y="99373"/>
                          <a:pt x="198120" y="98421"/>
                          <a:pt x="194310" y="97468"/>
                        </a:cubicBezTo>
                        <a:cubicBezTo>
                          <a:pt x="191452" y="96515"/>
                          <a:pt x="187642" y="96515"/>
                          <a:pt x="185738" y="95563"/>
                        </a:cubicBezTo>
                        <a:cubicBezTo>
                          <a:pt x="184785" y="94610"/>
                          <a:pt x="181927" y="93658"/>
                          <a:pt x="185738" y="94610"/>
                        </a:cubicBezTo>
                        <a:cubicBezTo>
                          <a:pt x="182880" y="93658"/>
                          <a:pt x="178117" y="91753"/>
                          <a:pt x="180022" y="87943"/>
                        </a:cubicBezTo>
                        <a:cubicBezTo>
                          <a:pt x="181927" y="85085"/>
                          <a:pt x="185738" y="88896"/>
                          <a:pt x="188595" y="89848"/>
                        </a:cubicBezTo>
                        <a:cubicBezTo>
                          <a:pt x="188595" y="87943"/>
                          <a:pt x="188595" y="87943"/>
                          <a:pt x="187642" y="86990"/>
                        </a:cubicBezTo>
                        <a:cubicBezTo>
                          <a:pt x="192405" y="86038"/>
                          <a:pt x="196215" y="87943"/>
                          <a:pt x="200025" y="89848"/>
                        </a:cubicBezTo>
                        <a:cubicBezTo>
                          <a:pt x="205740" y="91753"/>
                          <a:pt x="210502" y="90800"/>
                          <a:pt x="215265" y="90800"/>
                        </a:cubicBezTo>
                        <a:cubicBezTo>
                          <a:pt x="220027" y="90800"/>
                          <a:pt x="226695" y="89848"/>
                          <a:pt x="231457" y="91753"/>
                        </a:cubicBezTo>
                        <a:cubicBezTo>
                          <a:pt x="236220" y="92705"/>
                          <a:pt x="239077" y="97468"/>
                          <a:pt x="243840" y="99373"/>
                        </a:cubicBezTo>
                        <a:cubicBezTo>
                          <a:pt x="246697" y="100325"/>
                          <a:pt x="249555" y="100325"/>
                          <a:pt x="252413" y="101278"/>
                        </a:cubicBezTo>
                        <a:cubicBezTo>
                          <a:pt x="255270" y="102230"/>
                          <a:pt x="258127" y="102230"/>
                          <a:pt x="260032" y="103183"/>
                        </a:cubicBezTo>
                        <a:cubicBezTo>
                          <a:pt x="261938" y="104135"/>
                          <a:pt x="262890" y="106993"/>
                          <a:pt x="264795" y="106993"/>
                        </a:cubicBezTo>
                        <a:cubicBezTo>
                          <a:pt x="265747" y="106993"/>
                          <a:pt x="265747" y="106040"/>
                          <a:pt x="266700" y="106040"/>
                        </a:cubicBezTo>
                        <a:cubicBezTo>
                          <a:pt x="269557" y="106040"/>
                          <a:pt x="269557" y="108898"/>
                          <a:pt x="271463" y="109850"/>
                        </a:cubicBezTo>
                        <a:cubicBezTo>
                          <a:pt x="273367" y="110803"/>
                          <a:pt x="280035" y="110803"/>
                          <a:pt x="280988" y="111755"/>
                        </a:cubicBezTo>
                        <a:cubicBezTo>
                          <a:pt x="282892" y="111755"/>
                          <a:pt x="289560" y="115565"/>
                          <a:pt x="290513" y="113660"/>
                        </a:cubicBezTo>
                        <a:cubicBezTo>
                          <a:pt x="289560" y="111755"/>
                          <a:pt x="285750" y="111755"/>
                          <a:pt x="284797" y="110803"/>
                        </a:cubicBezTo>
                        <a:cubicBezTo>
                          <a:pt x="282892" y="109850"/>
                          <a:pt x="280988" y="108898"/>
                          <a:pt x="279082" y="106993"/>
                        </a:cubicBezTo>
                        <a:cubicBezTo>
                          <a:pt x="279082" y="106993"/>
                          <a:pt x="279082" y="106040"/>
                          <a:pt x="279082" y="106040"/>
                        </a:cubicBezTo>
                        <a:cubicBezTo>
                          <a:pt x="279082" y="106040"/>
                          <a:pt x="278130" y="105088"/>
                          <a:pt x="278130" y="105088"/>
                        </a:cubicBezTo>
                        <a:cubicBezTo>
                          <a:pt x="277178" y="104135"/>
                          <a:pt x="277178" y="105088"/>
                          <a:pt x="276225" y="104135"/>
                        </a:cubicBezTo>
                        <a:cubicBezTo>
                          <a:pt x="277178" y="102230"/>
                          <a:pt x="280035" y="103183"/>
                          <a:pt x="280988" y="103183"/>
                        </a:cubicBezTo>
                        <a:cubicBezTo>
                          <a:pt x="280988" y="100325"/>
                          <a:pt x="272415" y="100325"/>
                          <a:pt x="270510" y="100325"/>
                        </a:cubicBezTo>
                        <a:cubicBezTo>
                          <a:pt x="267653" y="99373"/>
                          <a:pt x="265747" y="97468"/>
                          <a:pt x="262890" y="96515"/>
                        </a:cubicBezTo>
                        <a:cubicBezTo>
                          <a:pt x="260032" y="95563"/>
                          <a:pt x="257175" y="94610"/>
                          <a:pt x="255270" y="93658"/>
                        </a:cubicBezTo>
                        <a:cubicBezTo>
                          <a:pt x="257175" y="91753"/>
                          <a:pt x="258127" y="93658"/>
                          <a:pt x="260032" y="92705"/>
                        </a:cubicBezTo>
                        <a:cubicBezTo>
                          <a:pt x="259080" y="91753"/>
                          <a:pt x="258127" y="89848"/>
                          <a:pt x="258127" y="87943"/>
                        </a:cubicBezTo>
                        <a:cubicBezTo>
                          <a:pt x="258127" y="86038"/>
                          <a:pt x="259080" y="86038"/>
                          <a:pt x="260985" y="85085"/>
                        </a:cubicBezTo>
                        <a:cubicBezTo>
                          <a:pt x="262890" y="85085"/>
                          <a:pt x="263842" y="85085"/>
                          <a:pt x="265747" y="85085"/>
                        </a:cubicBezTo>
                        <a:cubicBezTo>
                          <a:pt x="266700" y="85085"/>
                          <a:pt x="268605" y="85085"/>
                          <a:pt x="269557" y="86038"/>
                        </a:cubicBezTo>
                        <a:cubicBezTo>
                          <a:pt x="271463" y="86990"/>
                          <a:pt x="270510" y="86990"/>
                          <a:pt x="272415" y="88896"/>
                        </a:cubicBezTo>
                        <a:cubicBezTo>
                          <a:pt x="273367" y="89848"/>
                          <a:pt x="274320" y="90800"/>
                          <a:pt x="275272" y="90800"/>
                        </a:cubicBezTo>
                        <a:cubicBezTo>
                          <a:pt x="276225" y="90800"/>
                          <a:pt x="277178" y="90800"/>
                          <a:pt x="278130" y="90800"/>
                        </a:cubicBezTo>
                        <a:cubicBezTo>
                          <a:pt x="280988" y="91753"/>
                          <a:pt x="284797" y="93658"/>
                          <a:pt x="287655" y="94610"/>
                        </a:cubicBezTo>
                        <a:cubicBezTo>
                          <a:pt x="290513" y="95563"/>
                          <a:pt x="294322" y="97468"/>
                          <a:pt x="297180" y="98421"/>
                        </a:cubicBezTo>
                        <a:cubicBezTo>
                          <a:pt x="300038" y="100325"/>
                          <a:pt x="300990" y="100325"/>
                          <a:pt x="304800" y="100325"/>
                        </a:cubicBezTo>
                        <a:cubicBezTo>
                          <a:pt x="306705" y="100325"/>
                          <a:pt x="308610" y="100325"/>
                          <a:pt x="310515" y="100325"/>
                        </a:cubicBezTo>
                        <a:cubicBezTo>
                          <a:pt x="311467" y="100325"/>
                          <a:pt x="312420" y="100325"/>
                          <a:pt x="313372" y="99373"/>
                        </a:cubicBezTo>
                        <a:cubicBezTo>
                          <a:pt x="314325" y="97468"/>
                          <a:pt x="311467" y="97468"/>
                          <a:pt x="312420" y="96515"/>
                        </a:cubicBezTo>
                        <a:cubicBezTo>
                          <a:pt x="314325" y="93658"/>
                          <a:pt x="323850" y="99373"/>
                          <a:pt x="326707" y="96515"/>
                        </a:cubicBezTo>
                        <a:cubicBezTo>
                          <a:pt x="328613" y="94610"/>
                          <a:pt x="324803" y="92705"/>
                          <a:pt x="325755" y="90800"/>
                        </a:cubicBezTo>
                        <a:cubicBezTo>
                          <a:pt x="325755" y="89848"/>
                          <a:pt x="326707" y="90800"/>
                          <a:pt x="327660" y="88896"/>
                        </a:cubicBezTo>
                        <a:cubicBezTo>
                          <a:pt x="328613" y="86990"/>
                          <a:pt x="327660" y="86038"/>
                          <a:pt x="326707" y="85085"/>
                        </a:cubicBezTo>
                        <a:cubicBezTo>
                          <a:pt x="330517" y="86990"/>
                          <a:pt x="334328" y="89848"/>
                          <a:pt x="337185" y="92705"/>
                        </a:cubicBezTo>
                        <a:cubicBezTo>
                          <a:pt x="343853" y="97468"/>
                          <a:pt x="349567" y="103183"/>
                          <a:pt x="355282" y="107946"/>
                        </a:cubicBezTo>
                        <a:cubicBezTo>
                          <a:pt x="358140" y="110803"/>
                          <a:pt x="366713" y="117471"/>
                          <a:pt x="366713" y="123185"/>
                        </a:cubicBezTo>
                        <a:cubicBezTo>
                          <a:pt x="366713" y="126996"/>
                          <a:pt x="356235" y="130805"/>
                          <a:pt x="353378" y="131758"/>
                        </a:cubicBezTo>
                        <a:cubicBezTo>
                          <a:pt x="348615" y="134615"/>
                          <a:pt x="344805" y="133663"/>
                          <a:pt x="340042" y="135568"/>
                        </a:cubicBezTo>
                        <a:cubicBezTo>
                          <a:pt x="338138" y="135568"/>
                          <a:pt x="338138" y="137473"/>
                          <a:pt x="337185" y="137473"/>
                        </a:cubicBezTo>
                        <a:cubicBezTo>
                          <a:pt x="335280" y="138425"/>
                          <a:pt x="331470" y="137473"/>
                          <a:pt x="329565" y="137473"/>
                        </a:cubicBezTo>
                        <a:cubicBezTo>
                          <a:pt x="328613" y="137473"/>
                          <a:pt x="326707" y="138425"/>
                          <a:pt x="324803" y="137473"/>
                        </a:cubicBezTo>
                        <a:cubicBezTo>
                          <a:pt x="320992" y="137473"/>
                          <a:pt x="318135" y="132710"/>
                          <a:pt x="314325" y="134615"/>
                        </a:cubicBezTo>
                        <a:cubicBezTo>
                          <a:pt x="312420" y="135568"/>
                          <a:pt x="311467" y="137473"/>
                          <a:pt x="310515" y="138425"/>
                        </a:cubicBezTo>
                        <a:cubicBezTo>
                          <a:pt x="310515" y="139378"/>
                          <a:pt x="309563" y="140330"/>
                          <a:pt x="308610" y="141283"/>
                        </a:cubicBezTo>
                        <a:cubicBezTo>
                          <a:pt x="308610" y="143188"/>
                          <a:pt x="309563" y="144140"/>
                          <a:pt x="311467" y="146046"/>
                        </a:cubicBezTo>
                        <a:cubicBezTo>
                          <a:pt x="313372" y="147950"/>
                          <a:pt x="320992" y="154618"/>
                          <a:pt x="318135" y="157475"/>
                        </a:cubicBezTo>
                        <a:cubicBezTo>
                          <a:pt x="316230" y="159380"/>
                          <a:pt x="309563" y="159380"/>
                          <a:pt x="306705" y="159380"/>
                        </a:cubicBezTo>
                        <a:cubicBezTo>
                          <a:pt x="301942" y="159380"/>
                          <a:pt x="297180" y="160333"/>
                          <a:pt x="292417" y="158428"/>
                        </a:cubicBezTo>
                        <a:cubicBezTo>
                          <a:pt x="290513" y="157475"/>
                          <a:pt x="288607" y="155571"/>
                          <a:pt x="285750" y="155571"/>
                        </a:cubicBezTo>
                        <a:cubicBezTo>
                          <a:pt x="284797" y="155571"/>
                          <a:pt x="284797" y="155571"/>
                          <a:pt x="283845" y="155571"/>
                        </a:cubicBezTo>
                        <a:cubicBezTo>
                          <a:pt x="282892" y="155571"/>
                          <a:pt x="282892" y="156523"/>
                          <a:pt x="281940" y="156523"/>
                        </a:cubicBezTo>
                        <a:cubicBezTo>
                          <a:pt x="280988" y="156523"/>
                          <a:pt x="280035" y="155571"/>
                          <a:pt x="279082" y="155571"/>
                        </a:cubicBezTo>
                        <a:cubicBezTo>
                          <a:pt x="275272" y="154618"/>
                          <a:pt x="269557" y="157475"/>
                          <a:pt x="265747" y="159380"/>
                        </a:cubicBezTo>
                        <a:cubicBezTo>
                          <a:pt x="264795" y="159380"/>
                          <a:pt x="262890" y="161285"/>
                          <a:pt x="260985" y="161285"/>
                        </a:cubicBezTo>
                        <a:cubicBezTo>
                          <a:pt x="258127" y="161285"/>
                          <a:pt x="256222" y="156523"/>
                          <a:pt x="253365" y="158428"/>
                        </a:cubicBezTo>
                        <a:cubicBezTo>
                          <a:pt x="253365" y="159380"/>
                          <a:pt x="254317" y="159380"/>
                          <a:pt x="254317" y="160333"/>
                        </a:cubicBezTo>
                        <a:cubicBezTo>
                          <a:pt x="253365" y="160333"/>
                          <a:pt x="251460" y="160333"/>
                          <a:pt x="250507" y="159380"/>
                        </a:cubicBezTo>
                        <a:cubicBezTo>
                          <a:pt x="248602" y="158428"/>
                          <a:pt x="247650" y="158428"/>
                          <a:pt x="246697" y="156523"/>
                        </a:cubicBezTo>
                        <a:cubicBezTo>
                          <a:pt x="245745" y="153665"/>
                          <a:pt x="245745" y="150808"/>
                          <a:pt x="243840" y="147950"/>
                        </a:cubicBezTo>
                        <a:cubicBezTo>
                          <a:pt x="241935" y="145093"/>
                          <a:pt x="238125" y="146046"/>
                          <a:pt x="236220" y="144140"/>
                        </a:cubicBezTo>
                        <a:cubicBezTo>
                          <a:pt x="234315" y="142235"/>
                          <a:pt x="234315" y="137473"/>
                          <a:pt x="232410" y="137473"/>
                        </a:cubicBezTo>
                        <a:cubicBezTo>
                          <a:pt x="230505" y="137473"/>
                          <a:pt x="232410" y="139378"/>
                          <a:pt x="231457" y="139378"/>
                        </a:cubicBezTo>
                        <a:cubicBezTo>
                          <a:pt x="230505" y="140330"/>
                          <a:pt x="226695" y="138425"/>
                          <a:pt x="224790" y="138425"/>
                        </a:cubicBezTo>
                        <a:cubicBezTo>
                          <a:pt x="222885" y="137473"/>
                          <a:pt x="222885" y="138425"/>
                          <a:pt x="222885" y="140330"/>
                        </a:cubicBezTo>
                        <a:cubicBezTo>
                          <a:pt x="222885" y="141283"/>
                          <a:pt x="221932" y="142235"/>
                          <a:pt x="221932" y="143188"/>
                        </a:cubicBezTo>
                        <a:cubicBezTo>
                          <a:pt x="221932" y="144140"/>
                          <a:pt x="220980" y="146046"/>
                          <a:pt x="220027" y="146046"/>
                        </a:cubicBezTo>
                        <a:cubicBezTo>
                          <a:pt x="218122" y="146998"/>
                          <a:pt x="216217" y="146046"/>
                          <a:pt x="214313" y="146046"/>
                        </a:cubicBezTo>
                        <a:cubicBezTo>
                          <a:pt x="214313" y="148903"/>
                          <a:pt x="213360" y="149855"/>
                          <a:pt x="210502" y="148903"/>
                        </a:cubicBezTo>
                        <a:cubicBezTo>
                          <a:pt x="209550" y="153665"/>
                          <a:pt x="207645" y="154618"/>
                          <a:pt x="203835" y="156523"/>
                        </a:cubicBezTo>
                        <a:cubicBezTo>
                          <a:pt x="200025" y="157475"/>
                          <a:pt x="196215" y="160333"/>
                          <a:pt x="193357" y="163190"/>
                        </a:cubicBezTo>
                        <a:cubicBezTo>
                          <a:pt x="189547" y="166048"/>
                          <a:pt x="186690" y="169858"/>
                          <a:pt x="184785" y="174621"/>
                        </a:cubicBezTo>
                        <a:cubicBezTo>
                          <a:pt x="184785" y="175573"/>
                          <a:pt x="184785" y="176525"/>
                          <a:pt x="184785" y="177478"/>
                        </a:cubicBezTo>
                        <a:cubicBezTo>
                          <a:pt x="183832" y="178430"/>
                          <a:pt x="181927" y="179383"/>
                          <a:pt x="180975" y="180335"/>
                        </a:cubicBezTo>
                        <a:cubicBezTo>
                          <a:pt x="180022" y="182240"/>
                          <a:pt x="180975" y="182240"/>
                          <a:pt x="180975" y="184146"/>
                        </a:cubicBezTo>
                        <a:cubicBezTo>
                          <a:pt x="180975" y="186050"/>
                          <a:pt x="180975" y="185098"/>
                          <a:pt x="180022" y="186050"/>
                        </a:cubicBezTo>
                        <a:cubicBezTo>
                          <a:pt x="176213" y="189860"/>
                          <a:pt x="170497" y="191765"/>
                          <a:pt x="165735" y="193671"/>
                        </a:cubicBezTo>
                        <a:cubicBezTo>
                          <a:pt x="162877" y="194623"/>
                          <a:pt x="160020" y="195575"/>
                          <a:pt x="157163" y="195575"/>
                        </a:cubicBezTo>
                        <a:cubicBezTo>
                          <a:pt x="154305" y="196528"/>
                          <a:pt x="152400" y="196528"/>
                          <a:pt x="153352" y="200338"/>
                        </a:cubicBezTo>
                        <a:cubicBezTo>
                          <a:pt x="154305" y="202243"/>
                          <a:pt x="156210" y="204148"/>
                          <a:pt x="156210" y="207005"/>
                        </a:cubicBezTo>
                        <a:cubicBezTo>
                          <a:pt x="157163" y="208910"/>
                          <a:pt x="157163" y="211768"/>
                          <a:pt x="156210" y="213673"/>
                        </a:cubicBezTo>
                        <a:cubicBezTo>
                          <a:pt x="155257" y="217483"/>
                          <a:pt x="153352" y="221293"/>
                          <a:pt x="150495" y="225103"/>
                        </a:cubicBezTo>
                        <a:cubicBezTo>
                          <a:pt x="148590" y="227008"/>
                          <a:pt x="148590" y="227008"/>
                          <a:pt x="149542" y="229865"/>
                        </a:cubicBezTo>
                        <a:cubicBezTo>
                          <a:pt x="151447" y="233675"/>
                          <a:pt x="152400" y="236533"/>
                          <a:pt x="153352" y="240343"/>
                        </a:cubicBezTo>
                        <a:cubicBezTo>
                          <a:pt x="156210" y="246058"/>
                          <a:pt x="161925" y="249868"/>
                          <a:pt x="162877" y="256535"/>
                        </a:cubicBezTo>
                        <a:cubicBezTo>
                          <a:pt x="163830" y="260346"/>
                          <a:pt x="161925" y="264155"/>
                          <a:pt x="160020" y="267965"/>
                        </a:cubicBezTo>
                        <a:cubicBezTo>
                          <a:pt x="156210" y="273680"/>
                          <a:pt x="151447" y="279396"/>
                          <a:pt x="153352" y="287015"/>
                        </a:cubicBezTo>
                        <a:cubicBezTo>
                          <a:pt x="154305" y="290825"/>
                          <a:pt x="155257" y="291778"/>
                          <a:pt x="154305" y="295588"/>
                        </a:cubicBezTo>
                        <a:cubicBezTo>
                          <a:pt x="153352" y="296540"/>
                          <a:pt x="153352" y="297493"/>
                          <a:pt x="152400" y="298446"/>
                        </a:cubicBezTo>
                        <a:cubicBezTo>
                          <a:pt x="151447" y="301303"/>
                          <a:pt x="153352" y="301303"/>
                          <a:pt x="154305" y="304160"/>
                        </a:cubicBezTo>
                        <a:cubicBezTo>
                          <a:pt x="154305" y="305113"/>
                          <a:pt x="153352" y="307971"/>
                          <a:pt x="153352" y="308923"/>
                        </a:cubicBezTo>
                        <a:cubicBezTo>
                          <a:pt x="153352" y="310828"/>
                          <a:pt x="153352" y="312733"/>
                          <a:pt x="153352" y="313685"/>
                        </a:cubicBezTo>
                        <a:cubicBezTo>
                          <a:pt x="154305" y="316543"/>
                          <a:pt x="155257" y="320353"/>
                          <a:pt x="155257" y="323210"/>
                        </a:cubicBezTo>
                        <a:cubicBezTo>
                          <a:pt x="155257" y="325115"/>
                          <a:pt x="155257" y="327973"/>
                          <a:pt x="156210" y="329878"/>
                        </a:cubicBezTo>
                        <a:cubicBezTo>
                          <a:pt x="156210" y="331783"/>
                          <a:pt x="157163" y="332735"/>
                          <a:pt x="158115" y="334640"/>
                        </a:cubicBezTo>
                        <a:cubicBezTo>
                          <a:pt x="159067" y="337498"/>
                          <a:pt x="157163" y="339403"/>
                          <a:pt x="158115" y="342260"/>
                        </a:cubicBezTo>
                        <a:cubicBezTo>
                          <a:pt x="159067" y="346071"/>
                          <a:pt x="160972" y="350833"/>
                          <a:pt x="162877" y="353690"/>
                        </a:cubicBezTo>
                        <a:cubicBezTo>
                          <a:pt x="162877" y="352738"/>
                          <a:pt x="162877" y="351785"/>
                          <a:pt x="162877" y="350833"/>
                        </a:cubicBezTo>
                        <a:cubicBezTo>
                          <a:pt x="163830" y="351785"/>
                          <a:pt x="164782" y="352738"/>
                          <a:pt x="165735" y="352738"/>
                        </a:cubicBezTo>
                        <a:cubicBezTo>
                          <a:pt x="166688" y="353690"/>
                          <a:pt x="167640" y="352738"/>
                          <a:pt x="168592" y="353690"/>
                        </a:cubicBezTo>
                        <a:cubicBezTo>
                          <a:pt x="170497" y="354643"/>
                          <a:pt x="173355" y="356548"/>
                          <a:pt x="173355" y="358453"/>
                        </a:cubicBezTo>
                        <a:cubicBezTo>
                          <a:pt x="174307" y="360358"/>
                          <a:pt x="173355" y="363215"/>
                          <a:pt x="174307" y="365121"/>
                        </a:cubicBezTo>
                        <a:cubicBezTo>
                          <a:pt x="175260" y="367025"/>
                          <a:pt x="179070" y="367978"/>
                          <a:pt x="180022" y="369883"/>
                        </a:cubicBezTo>
                        <a:cubicBezTo>
                          <a:pt x="184785" y="375598"/>
                          <a:pt x="188595" y="383218"/>
                          <a:pt x="190500" y="389885"/>
                        </a:cubicBezTo>
                        <a:cubicBezTo>
                          <a:pt x="192405" y="395600"/>
                          <a:pt x="194310" y="404173"/>
                          <a:pt x="191452" y="409888"/>
                        </a:cubicBezTo>
                        <a:cubicBezTo>
                          <a:pt x="198120" y="410840"/>
                          <a:pt x="201930" y="414650"/>
                          <a:pt x="204788" y="420365"/>
                        </a:cubicBezTo>
                        <a:cubicBezTo>
                          <a:pt x="206692" y="424175"/>
                          <a:pt x="209550" y="433700"/>
                          <a:pt x="214313" y="434653"/>
                        </a:cubicBezTo>
                        <a:cubicBezTo>
                          <a:pt x="215265" y="434653"/>
                          <a:pt x="216217" y="434653"/>
                          <a:pt x="217170" y="433700"/>
                        </a:cubicBezTo>
                        <a:cubicBezTo>
                          <a:pt x="219075" y="432748"/>
                          <a:pt x="219075" y="431796"/>
                          <a:pt x="220980" y="432748"/>
                        </a:cubicBezTo>
                        <a:cubicBezTo>
                          <a:pt x="222885" y="433700"/>
                          <a:pt x="225742" y="434653"/>
                          <a:pt x="227647" y="435605"/>
                        </a:cubicBezTo>
                        <a:cubicBezTo>
                          <a:pt x="230505" y="437510"/>
                          <a:pt x="234315" y="438463"/>
                          <a:pt x="237172" y="439415"/>
                        </a:cubicBezTo>
                        <a:cubicBezTo>
                          <a:pt x="241935" y="442273"/>
                          <a:pt x="245745" y="446083"/>
                          <a:pt x="250507" y="449893"/>
                        </a:cubicBezTo>
                        <a:cubicBezTo>
                          <a:pt x="255270" y="453703"/>
                          <a:pt x="259080" y="454655"/>
                          <a:pt x="264795" y="455608"/>
                        </a:cubicBezTo>
                        <a:cubicBezTo>
                          <a:pt x="271463" y="456560"/>
                          <a:pt x="279082" y="458465"/>
                          <a:pt x="285750" y="460371"/>
                        </a:cubicBezTo>
                        <a:cubicBezTo>
                          <a:pt x="291465" y="462275"/>
                          <a:pt x="297180" y="464180"/>
                          <a:pt x="303847" y="464180"/>
                        </a:cubicBezTo>
                        <a:cubicBezTo>
                          <a:pt x="305753" y="464180"/>
                          <a:pt x="307657" y="464180"/>
                          <a:pt x="309563" y="464180"/>
                        </a:cubicBezTo>
                        <a:cubicBezTo>
                          <a:pt x="312420" y="464180"/>
                          <a:pt x="312420" y="463228"/>
                          <a:pt x="314325" y="461323"/>
                        </a:cubicBezTo>
                        <a:cubicBezTo>
                          <a:pt x="317182" y="458465"/>
                          <a:pt x="320040" y="455608"/>
                          <a:pt x="322897" y="452750"/>
                        </a:cubicBezTo>
                        <a:cubicBezTo>
                          <a:pt x="326707" y="448940"/>
                          <a:pt x="333375" y="440368"/>
                          <a:pt x="339090" y="439415"/>
                        </a:cubicBezTo>
                        <a:cubicBezTo>
                          <a:pt x="340995" y="439415"/>
                          <a:pt x="341947" y="439415"/>
                          <a:pt x="343853" y="440368"/>
                        </a:cubicBezTo>
                        <a:cubicBezTo>
                          <a:pt x="343853" y="440368"/>
                          <a:pt x="344805" y="441321"/>
                          <a:pt x="345757" y="441321"/>
                        </a:cubicBezTo>
                        <a:cubicBezTo>
                          <a:pt x="346710" y="441321"/>
                          <a:pt x="348615" y="437510"/>
                          <a:pt x="348615" y="436558"/>
                        </a:cubicBezTo>
                        <a:cubicBezTo>
                          <a:pt x="350520" y="433700"/>
                          <a:pt x="352425" y="429890"/>
                          <a:pt x="355282" y="427033"/>
                        </a:cubicBezTo>
                        <a:cubicBezTo>
                          <a:pt x="359092" y="421318"/>
                          <a:pt x="361950" y="414650"/>
                          <a:pt x="366713" y="409888"/>
                        </a:cubicBezTo>
                        <a:cubicBezTo>
                          <a:pt x="370522" y="406078"/>
                          <a:pt x="376238" y="406078"/>
                          <a:pt x="381000" y="407983"/>
                        </a:cubicBezTo>
                        <a:cubicBezTo>
                          <a:pt x="385763" y="409888"/>
                          <a:pt x="389572" y="415603"/>
                          <a:pt x="395288" y="417508"/>
                        </a:cubicBezTo>
                        <a:cubicBezTo>
                          <a:pt x="398145" y="418460"/>
                          <a:pt x="401955" y="414650"/>
                          <a:pt x="403860" y="411793"/>
                        </a:cubicBezTo>
                        <a:cubicBezTo>
                          <a:pt x="406717" y="408935"/>
                          <a:pt x="407670" y="408935"/>
                          <a:pt x="406717" y="405125"/>
                        </a:cubicBezTo>
                        <a:cubicBezTo>
                          <a:pt x="409575" y="406078"/>
                          <a:pt x="411480" y="407983"/>
                          <a:pt x="413385" y="409888"/>
                        </a:cubicBezTo>
                        <a:cubicBezTo>
                          <a:pt x="416242" y="411793"/>
                          <a:pt x="419100" y="412746"/>
                          <a:pt x="421005" y="416555"/>
                        </a:cubicBezTo>
                        <a:cubicBezTo>
                          <a:pt x="423863" y="421318"/>
                          <a:pt x="424815" y="427985"/>
                          <a:pt x="424815" y="433700"/>
                        </a:cubicBezTo>
                        <a:cubicBezTo>
                          <a:pt x="424815" y="436558"/>
                          <a:pt x="424815" y="435605"/>
                          <a:pt x="426720" y="437510"/>
                        </a:cubicBezTo>
                        <a:cubicBezTo>
                          <a:pt x="428625" y="439415"/>
                          <a:pt x="428625" y="442273"/>
                          <a:pt x="429578" y="445130"/>
                        </a:cubicBezTo>
                        <a:cubicBezTo>
                          <a:pt x="429578" y="447035"/>
                          <a:pt x="429578" y="449893"/>
                          <a:pt x="429578" y="451798"/>
                        </a:cubicBezTo>
                        <a:cubicBezTo>
                          <a:pt x="429578" y="452750"/>
                          <a:pt x="428625" y="455608"/>
                          <a:pt x="428625" y="456560"/>
                        </a:cubicBezTo>
                        <a:cubicBezTo>
                          <a:pt x="428625" y="458465"/>
                          <a:pt x="432435" y="463228"/>
                          <a:pt x="434340" y="465133"/>
                        </a:cubicBezTo>
                        <a:cubicBezTo>
                          <a:pt x="440055" y="470848"/>
                          <a:pt x="446722" y="475610"/>
                          <a:pt x="452438" y="481325"/>
                        </a:cubicBezTo>
                        <a:cubicBezTo>
                          <a:pt x="459105" y="487993"/>
                          <a:pt x="461963" y="495613"/>
                          <a:pt x="465772" y="504185"/>
                        </a:cubicBezTo>
                        <a:cubicBezTo>
                          <a:pt x="466725" y="507996"/>
                          <a:pt x="469583" y="511805"/>
                          <a:pt x="470535" y="515615"/>
                        </a:cubicBezTo>
                        <a:cubicBezTo>
                          <a:pt x="470535" y="516568"/>
                          <a:pt x="470535" y="518473"/>
                          <a:pt x="470535" y="519425"/>
                        </a:cubicBezTo>
                        <a:cubicBezTo>
                          <a:pt x="470535" y="521330"/>
                          <a:pt x="471488" y="523235"/>
                          <a:pt x="472440" y="525140"/>
                        </a:cubicBezTo>
                        <a:cubicBezTo>
                          <a:pt x="476250" y="531808"/>
                          <a:pt x="476250" y="537523"/>
                          <a:pt x="475297" y="546096"/>
                        </a:cubicBezTo>
                        <a:cubicBezTo>
                          <a:pt x="475297" y="549905"/>
                          <a:pt x="474345" y="553715"/>
                          <a:pt x="474345" y="556573"/>
                        </a:cubicBezTo>
                        <a:cubicBezTo>
                          <a:pt x="474345" y="558478"/>
                          <a:pt x="473392" y="559430"/>
                          <a:pt x="473392" y="560383"/>
                        </a:cubicBezTo>
                        <a:cubicBezTo>
                          <a:pt x="472440" y="566098"/>
                          <a:pt x="472440" y="570860"/>
                          <a:pt x="471488" y="576575"/>
                        </a:cubicBezTo>
                        <a:cubicBezTo>
                          <a:pt x="471488" y="580385"/>
                          <a:pt x="470535" y="583243"/>
                          <a:pt x="470535" y="587053"/>
                        </a:cubicBezTo>
                        <a:cubicBezTo>
                          <a:pt x="471488" y="591815"/>
                          <a:pt x="472440" y="596578"/>
                          <a:pt x="473392" y="600388"/>
                        </a:cubicBezTo>
                        <a:cubicBezTo>
                          <a:pt x="475297" y="608960"/>
                          <a:pt x="476250" y="618485"/>
                          <a:pt x="478155" y="627058"/>
                        </a:cubicBezTo>
                        <a:cubicBezTo>
                          <a:pt x="480060" y="634678"/>
                          <a:pt x="480060" y="640393"/>
                          <a:pt x="479108" y="648013"/>
                        </a:cubicBezTo>
                        <a:cubicBezTo>
                          <a:pt x="479108" y="649918"/>
                          <a:pt x="479108" y="651823"/>
                          <a:pt x="479108" y="654680"/>
                        </a:cubicBezTo>
                        <a:cubicBezTo>
                          <a:pt x="479108" y="658490"/>
                          <a:pt x="478155" y="661348"/>
                          <a:pt x="478155" y="665158"/>
                        </a:cubicBezTo>
                        <a:cubicBezTo>
                          <a:pt x="478155" y="669921"/>
                          <a:pt x="477202" y="675635"/>
                          <a:pt x="477202" y="680398"/>
                        </a:cubicBezTo>
                        <a:cubicBezTo>
                          <a:pt x="476250" y="695638"/>
                          <a:pt x="475297" y="709925"/>
                          <a:pt x="470535" y="724213"/>
                        </a:cubicBezTo>
                        <a:cubicBezTo>
                          <a:pt x="470535" y="723260"/>
                          <a:pt x="471488" y="723260"/>
                          <a:pt x="471488" y="722308"/>
                        </a:cubicBezTo>
                        <a:cubicBezTo>
                          <a:pt x="471488" y="722308"/>
                          <a:pt x="471488" y="723260"/>
                          <a:pt x="471488" y="723260"/>
                        </a:cubicBezTo>
                        <a:cubicBezTo>
                          <a:pt x="472440" y="722308"/>
                          <a:pt x="471488" y="725165"/>
                          <a:pt x="471488" y="725165"/>
                        </a:cubicBezTo>
                        <a:cubicBezTo>
                          <a:pt x="475297" y="723260"/>
                          <a:pt x="477202" y="718498"/>
                          <a:pt x="480060" y="716593"/>
                        </a:cubicBezTo>
                        <a:cubicBezTo>
                          <a:pt x="481965" y="714688"/>
                          <a:pt x="485775" y="714688"/>
                          <a:pt x="487680" y="712783"/>
                        </a:cubicBezTo>
                        <a:cubicBezTo>
                          <a:pt x="491490" y="708973"/>
                          <a:pt x="493395" y="703258"/>
                          <a:pt x="496252" y="698496"/>
                        </a:cubicBezTo>
                        <a:cubicBezTo>
                          <a:pt x="502920" y="687065"/>
                          <a:pt x="509588" y="676588"/>
                          <a:pt x="516255" y="665158"/>
                        </a:cubicBezTo>
                        <a:cubicBezTo>
                          <a:pt x="521970" y="656585"/>
                          <a:pt x="525780" y="646108"/>
                          <a:pt x="527685" y="635630"/>
                        </a:cubicBezTo>
                        <a:cubicBezTo>
                          <a:pt x="527685" y="636583"/>
                          <a:pt x="526733" y="636583"/>
                          <a:pt x="526733" y="637535"/>
                        </a:cubicBezTo>
                        <a:cubicBezTo>
                          <a:pt x="527685" y="629915"/>
                          <a:pt x="533400" y="624200"/>
                          <a:pt x="536258" y="617533"/>
                        </a:cubicBezTo>
                        <a:cubicBezTo>
                          <a:pt x="539115" y="610865"/>
                          <a:pt x="541020" y="603246"/>
                          <a:pt x="541972" y="595625"/>
                        </a:cubicBezTo>
                        <a:cubicBezTo>
                          <a:pt x="541020" y="599435"/>
                          <a:pt x="541972" y="594673"/>
                          <a:pt x="541972" y="592768"/>
                        </a:cubicBezTo>
                        <a:cubicBezTo>
                          <a:pt x="541972" y="590863"/>
                          <a:pt x="541972" y="588958"/>
                          <a:pt x="542925" y="588005"/>
                        </a:cubicBezTo>
                        <a:cubicBezTo>
                          <a:pt x="543877" y="584196"/>
                          <a:pt x="544830" y="580385"/>
                          <a:pt x="545783" y="576575"/>
                        </a:cubicBezTo>
                        <a:cubicBezTo>
                          <a:pt x="547688" y="569908"/>
                          <a:pt x="551497" y="563240"/>
                          <a:pt x="553402" y="556573"/>
                        </a:cubicBezTo>
                        <a:cubicBezTo>
                          <a:pt x="556260" y="549905"/>
                          <a:pt x="559118" y="542285"/>
                          <a:pt x="561022" y="535618"/>
                        </a:cubicBezTo>
                        <a:cubicBezTo>
                          <a:pt x="562927" y="527998"/>
                          <a:pt x="561975" y="520378"/>
                          <a:pt x="561975" y="512758"/>
                        </a:cubicBezTo>
                        <a:cubicBezTo>
                          <a:pt x="561975" y="496565"/>
                          <a:pt x="562927" y="479421"/>
                          <a:pt x="561022" y="463228"/>
                        </a:cubicBezTo>
                        <a:cubicBezTo>
                          <a:pt x="560070" y="457513"/>
                          <a:pt x="560070" y="451798"/>
                          <a:pt x="558165" y="447035"/>
                        </a:cubicBezTo>
                        <a:cubicBezTo>
                          <a:pt x="557213" y="444178"/>
                          <a:pt x="556260" y="442273"/>
                          <a:pt x="556260" y="439415"/>
                        </a:cubicBezTo>
                        <a:cubicBezTo>
                          <a:pt x="554355" y="421318"/>
                          <a:pt x="555308" y="403221"/>
                          <a:pt x="555308" y="385123"/>
                        </a:cubicBezTo>
                        <a:cubicBezTo>
                          <a:pt x="555308" y="379408"/>
                          <a:pt x="555308" y="372740"/>
                          <a:pt x="555308" y="367025"/>
                        </a:cubicBezTo>
                        <a:cubicBezTo>
                          <a:pt x="555308" y="358453"/>
                          <a:pt x="557213" y="349880"/>
                          <a:pt x="554355" y="341308"/>
                        </a:cubicBezTo>
                        <a:cubicBezTo>
                          <a:pt x="552450" y="336546"/>
                          <a:pt x="552450" y="330830"/>
                          <a:pt x="551497" y="325115"/>
                        </a:cubicBezTo>
                        <a:cubicBezTo>
                          <a:pt x="550545" y="319400"/>
                          <a:pt x="548640" y="314638"/>
                          <a:pt x="547688" y="308923"/>
                        </a:cubicBezTo>
                        <a:cubicBezTo>
                          <a:pt x="544830" y="300350"/>
                          <a:pt x="541972" y="290825"/>
                          <a:pt x="539115" y="282253"/>
                        </a:cubicBezTo>
                        <a:cubicBezTo>
                          <a:pt x="535305" y="271775"/>
                          <a:pt x="530543" y="261298"/>
                          <a:pt x="524827" y="251773"/>
                        </a:cubicBezTo>
                        <a:cubicBezTo>
                          <a:pt x="524827" y="253678"/>
                          <a:pt x="526733" y="256535"/>
                          <a:pt x="526733" y="257488"/>
                        </a:cubicBezTo>
                        <a:cubicBezTo>
                          <a:pt x="526733" y="257488"/>
                          <a:pt x="525780" y="258440"/>
                          <a:pt x="525780" y="258440"/>
                        </a:cubicBezTo>
                        <a:cubicBezTo>
                          <a:pt x="525780" y="259393"/>
                          <a:pt x="525780" y="260346"/>
                          <a:pt x="525780" y="260346"/>
                        </a:cubicBezTo>
                        <a:cubicBezTo>
                          <a:pt x="525780" y="261298"/>
                          <a:pt x="525780" y="262250"/>
                          <a:pt x="525780" y="262250"/>
                        </a:cubicBezTo>
                        <a:cubicBezTo>
                          <a:pt x="525780" y="263203"/>
                          <a:pt x="525780" y="264155"/>
                          <a:pt x="524827" y="264155"/>
                        </a:cubicBezTo>
                        <a:cubicBezTo>
                          <a:pt x="523875" y="266060"/>
                          <a:pt x="523875" y="266060"/>
                          <a:pt x="523875" y="268918"/>
                        </a:cubicBezTo>
                        <a:cubicBezTo>
                          <a:pt x="519113" y="268918"/>
                          <a:pt x="518160" y="261298"/>
                          <a:pt x="513397" y="261298"/>
                        </a:cubicBezTo>
                        <a:cubicBezTo>
                          <a:pt x="514350" y="253678"/>
                          <a:pt x="506730" y="247010"/>
                          <a:pt x="502920" y="242248"/>
                        </a:cubicBezTo>
                        <a:cubicBezTo>
                          <a:pt x="499110" y="238438"/>
                          <a:pt x="493395" y="235580"/>
                          <a:pt x="489585" y="231771"/>
                        </a:cubicBezTo>
                        <a:cubicBezTo>
                          <a:pt x="473392" y="219388"/>
                          <a:pt x="463867" y="200338"/>
                          <a:pt x="449580" y="187003"/>
                        </a:cubicBezTo>
                        <a:cubicBezTo>
                          <a:pt x="441960" y="180335"/>
                          <a:pt x="432435" y="175573"/>
                          <a:pt x="423863" y="169858"/>
                        </a:cubicBezTo>
                        <a:cubicBezTo>
                          <a:pt x="413385" y="162238"/>
                          <a:pt x="402907" y="155571"/>
                          <a:pt x="392430" y="147950"/>
                        </a:cubicBezTo>
                        <a:cubicBezTo>
                          <a:pt x="384810" y="142235"/>
                          <a:pt x="376238" y="137473"/>
                          <a:pt x="369570" y="130805"/>
                        </a:cubicBezTo>
                        <a:cubicBezTo>
                          <a:pt x="374332" y="131758"/>
                          <a:pt x="378142" y="134615"/>
                          <a:pt x="381953" y="137473"/>
                        </a:cubicBezTo>
                        <a:cubicBezTo>
                          <a:pt x="384810" y="139378"/>
                          <a:pt x="387667" y="141283"/>
                          <a:pt x="390525" y="143188"/>
                        </a:cubicBezTo>
                        <a:cubicBezTo>
                          <a:pt x="390525" y="142235"/>
                          <a:pt x="389572" y="141283"/>
                          <a:pt x="389572" y="141283"/>
                        </a:cubicBezTo>
                        <a:cubicBezTo>
                          <a:pt x="387667" y="137473"/>
                          <a:pt x="383857" y="134615"/>
                          <a:pt x="381953" y="131758"/>
                        </a:cubicBezTo>
                        <a:cubicBezTo>
                          <a:pt x="383857" y="132710"/>
                          <a:pt x="386715" y="134615"/>
                          <a:pt x="388620" y="136521"/>
                        </a:cubicBezTo>
                        <a:cubicBezTo>
                          <a:pt x="393382" y="139378"/>
                          <a:pt x="398145" y="143188"/>
                          <a:pt x="402907" y="146046"/>
                        </a:cubicBezTo>
                        <a:cubicBezTo>
                          <a:pt x="411480" y="151760"/>
                          <a:pt x="420053" y="158428"/>
                          <a:pt x="428625" y="165096"/>
                        </a:cubicBezTo>
                        <a:cubicBezTo>
                          <a:pt x="451485" y="182240"/>
                          <a:pt x="475297" y="200338"/>
                          <a:pt x="492442" y="223198"/>
                        </a:cubicBezTo>
                        <a:cubicBezTo>
                          <a:pt x="495300" y="227008"/>
                          <a:pt x="498158" y="231771"/>
                          <a:pt x="501015" y="236533"/>
                        </a:cubicBezTo>
                        <a:cubicBezTo>
                          <a:pt x="502920" y="238438"/>
                          <a:pt x="503872" y="241296"/>
                          <a:pt x="504825" y="243200"/>
                        </a:cubicBezTo>
                        <a:cubicBezTo>
                          <a:pt x="506730" y="247010"/>
                          <a:pt x="507683" y="248915"/>
                          <a:pt x="511492" y="250821"/>
                        </a:cubicBezTo>
                        <a:cubicBezTo>
                          <a:pt x="512445" y="245105"/>
                          <a:pt x="510540" y="237485"/>
                          <a:pt x="510540" y="231771"/>
                        </a:cubicBezTo>
                        <a:cubicBezTo>
                          <a:pt x="510540" y="227960"/>
                          <a:pt x="509588" y="224150"/>
                          <a:pt x="508635" y="221293"/>
                        </a:cubicBezTo>
                        <a:cubicBezTo>
                          <a:pt x="506730" y="214625"/>
                          <a:pt x="502920" y="209863"/>
                          <a:pt x="500063" y="203196"/>
                        </a:cubicBezTo>
                        <a:cubicBezTo>
                          <a:pt x="501967" y="205100"/>
                          <a:pt x="500063" y="203196"/>
                          <a:pt x="500063" y="202243"/>
                        </a:cubicBezTo>
                        <a:cubicBezTo>
                          <a:pt x="491490" y="190813"/>
                          <a:pt x="487680" y="186050"/>
                          <a:pt x="484822" y="180335"/>
                        </a:cubicBezTo>
                        <a:close/>
                        <a:moveTo>
                          <a:pt x="105727" y="15553"/>
                        </a:moveTo>
                        <a:cubicBezTo>
                          <a:pt x="104775" y="16505"/>
                          <a:pt x="101917" y="16505"/>
                          <a:pt x="100965" y="16505"/>
                        </a:cubicBezTo>
                        <a:cubicBezTo>
                          <a:pt x="97155" y="16505"/>
                          <a:pt x="93345" y="17458"/>
                          <a:pt x="89535" y="15553"/>
                        </a:cubicBezTo>
                        <a:cubicBezTo>
                          <a:pt x="90488" y="14600"/>
                          <a:pt x="94297" y="14600"/>
                          <a:pt x="96202" y="14600"/>
                        </a:cubicBezTo>
                        <a:cubicBezTo>
                          <a:pt x="100013" y="13648"/>
                          <a:pt x="102870" y="13648"/>
                          <a:pt x="105727" y="15553"/>
                        </a:cubicBezTo>
                        <a:cubicBezTo>
                          <a:pt x="105727" y="15553"/>
                          <a:pt x="105727" y="15553"/>
                          <a:pt x="105727" y="15553"/>
                        </a:cubicBezTo>
                        <a:close/>
                        <a:moveTo>
                          <a:pt x="106680" y="10790"/>
                        </a:moveTo>
                        <a:cubicBezTo>
                          <a:pt x="102870" y="10790"/>
                          <a:pt x="100013" y="11743"/>
                          <a:pt x="96202" y="11743"/>
                        </a:cubicBezTo>
                        <a:cubicBezTo>
                          <a:pt x="94297" y="11743"/>
                          <a:pt x="90488" y="12696"/>
                          <a:pt x="89535" y="11743"/>
                        </a:cubicBezTo>
                        <a:cubicBezTo>
                          <a:pt x="91440" y="10790"/>
                          <a:pt x="94297" y="11743"/>
                          <a:pt x="96202" y="10790"/>
                        </a:cubicBezTo>
                        <a:cubicBezTo>
                          <a:pt x="92392" y="10790"/>
                          <a:pt x="89535" y="10790"/>
                          <a:pt x="85725" y="10790"/>
                        </a:cubicBezTo>
                        <a:cubicBezTo>
                          <a:pt x="86677" y="10790"/>
                          <a:pt x="88582" y="10790"/>
                          <a:pt x="89535" y="9838"/>
                        </a:cubicBezTo>
                        <a:cubicBezTo>
                          <a:pt x="87630" y="8885"/>
                          <a:pt x="90488" y="9838"/>
                          <a:pt x="91440" y="9838"/>
                        </a:cubicBezTo>
                        <a:cubicBezTo>
                          <a:pt x="93345" y="9838"/>
                          <a:pt x="95250" y="9838"/>
                          <a:pt x="97155" y="9838"/>
                        </a:cubicBezTo>
                        <a:cubicBezTo>
                          <a:pt x="99060" y="9838"/>
                          <a:pt x="100013" y="9838"/>
                          <a:pt x="101917" y="9838"/>
                        </a:cubicBezTo>
                        <a:cubicBezTo>
                          <a:pt x="102870" y="9838"/>
                          <a:pt x="105727" y="10790"/>
                          <a:pt x="106680" y="10790"/>
                        </a:cubicBezTo>
                        <a:close/>
                        <a:moveTo>
                          <a:pt x="248602" y="43175"/>
                        </a:moveTo>
                        <a:cubicBezTo>
                          <a:pt x="245745" y="44128"/>
                          <a:pt x="238125" y="43175"/>
                          <a:pt x="236220" y="40318"/>
                        </a:cubicBezTo>
                        <a:cubicBezTo>
                          <a:pt x="235267" y="39365"/>
                          <a:pt x="236220" y="39365"/>
                          <a:pt x="236220" y="37460"/>
                        </a:cubicBezTo>
                        <a:cubicBezTo>
                          <a:pt x="236220" y="34603"/>
                          <a:pt x="233363" y="34603"/>
                          <a:pt x="232410" y="32698"/>
                        </a:cubicBezTo>
                        <a:cubicBezTo>
                          <a:pt x="232410" y="31746"/>
                          <a:pt x="239077" y="32698"/>
                          <a:pt x="240030" y="33650"/>
                        </a:cubicBezTo>
                        <a:cubicBezTo>
                          <a:pt x="239077" y="34603"/>
                          <a:pt x="238125" y="33650"/>
                          <a:pt x="238125" y="34603"/>
                        </a:cubicBezTo>
                        <a:cubicBezTo>
                          <a:pt x="239077" y="37460"/>
                          <a:pt x="245745" y="37460"/>
                          <a:pt x="247650" y="38413"/>
                        </a:cubicBezTo>
                        <a:cubicBezTo>
                          <a:pt x="247650" y="38413"/>
                          <a:pt x="245745" y="38413"/>
                          <a:pt x="245745" y="38413"/>
                        </a:cubicBezTo>
                        <a:cubicBezTo>
                          <a:pt x="245745" y="39365"/>
                          <a:pt x="249555" y="40318"/>
                          <a:pt x="249555" y="42223"/>
                        </a:cubicBezTo>
                        <a:cubicBezTo>
                          <a:pt x="249555" y="42223"/>
                          <a:pt x="248602" y="42223"/>
                          <a:pt x="248602" y="43175"/>
                        </a:cubicBezTo>
                        <a:cubicBezTo>
                          <a:pt x="248602" y="42223"/>
                          <a:pt x="248602" y="42223"/>
                          <a:pt x="248602" y="43175"/>
                        </a:cubicBezTo>
                        <a:close/>
                        <a:moveTo>
                          <a:pt x="249555" y="66988"/>
                        </a:moveTo>
                        <a:cubicBezTo>
                          <a:pt x="248602" y="66035"/>
                          <a:pt x="246697" y="65083"/>
                          <a:pt x="246697" y="64130"/>
                        </a:cubicBezTo>
                        <a:cubicBezTo>
                          <a:pt x="245745" y="63178"/>
                          <a:pt x="245745" y="61273"/>
                          <a:pt x="244792" y="60321"/>
                        </a:cubicBezTo>
                        <a:cubicBezTo>
                          <a:pt x="241935" y="57463"/>
                          <a:pt x="234315" y="58415"/>
                          <a:pt x="233363" y="53653"/>
                        </a:cubicBezTo>
                        <a:cubicBezTo>
                          <a:pt x="234315" y="53653"/>
                          <a:pt x="235267" y="53653"/>
                          <a:pt x="235267" y="53653"/>
                        </a:cubicBezTo>
                        <a:cubicBezTo>
                          <a:pt x="235267" y="52700"/>
                          <a:pt x="232410" y="51748"/>
                          <a:pt x="230505" y="50796"/>
                        </a:cubicBezTo>
                        <a:cubicBezTo>
                          <a:pt x="228600" y="49843"/>
                          <a:pt x="221932" y="45080"/>
                          <a:pt x="221932" y="43175"/>
                        </a:cubicBezTo>
                        <a:cubicBezTo>
                          <a:pt x="223838" y="42223"/>
                          <a:pt x="222885" y="43175"/>
                          <a:pt x="222885" y="41271"/>
                        </a:cubicBezTo>
                        <a:cubicBezTo>
                          <a:pt x="225742" y="41271"/>
                          <a:pt x="225742" y="44128"/>
                          <a:pt x="226695" y="45080"/>
                        </a:cubicBezTo>
                        <a:cubicBezTo>
                          <a:pt x="230505" y="46033"/>
                          <a:pt x="231457" y="40318"/>
                          <a:pt x="235267" y="43175"/>
                        </a:cubicBezTo>
                        <a:cubicBezTo>
                          <a:pt x="237172" y="44128"/>
                          <a:pt x="237172" y="46985"/>
                          <a:pt x="240030" y="46985"/>
                        </a:cubicBezTo>
                        <a:cubicBezTo>
                          <a:pt x="241935" y="46985"/>
                          <a:pt x="241935" y="46033"/>
                          <a:pt x="243840" y="46033"/>
                        </a:cubicBezTo>
                        <a:cubicBezTo>
                          <a:pt x="244792" y="46033"/>
                          <a:pt x="247650" y="49843"/>
                          <a:pt x="248602" y="48890"/>
                        </a:cubicBezTo>
                        <a:cubicBezTo>
                          <a:pt x="250507" y="47938"/>
                          <a:pt x="247650" y="46033"/>
                          <a:pt x="247650" y="45080"/>
                        </a:cubicBezTo>
                        <a:cubicBezTo>
                          <a:pt x="247650" y="43175"/>
                          <a:pt x="251460" y="41271"/>
                          <a:pt x="253365" y="41271"/>
                        </a:cubicBezTo>
                        <a:cubicBezTo>
                          <a:pt x="258127" y="40318"/>
                          <a:pt x="263842" y="42223"/>
                          <a:pt x="268605" y="43175"/>
                        </a:cubicBezTo>
                        <a:cubicBezTo>
                          <a:pt x="274320" y="44128"/>
                          <a:pt x="280988" y="45080"/>
                          <a:pt x="286703" y="46985"/>
                        </a:cubicBezTo>
                        <a:cubicBezTo>
                          <a:pt x="288607" y="47938"/>
                          <a:pt x="291465" y="48890"/>
                          <a:pt x="293370" y="50796"/>
                        </a:cubicBezTo>
                        <a:cubicBezTo>
                          <a:pt x="296228" y="53653"/>
                          <a:pt x="296228" y="54605"/>
                          <a:pt x="292417" y="56510"/>
                        </a:cubicBezTo>
                        <a:cubicBezTo>
                          <a:pt x="289560" y="58415"/>
                          <a:pt x="286703" y="57463"/>
                          <a:pt x="283845" y="57463"/>
                        </a:cubicBezTo>
                        <a:cubicBezTo>
                          <a:pt x="281940" y="57463"/>
                          <a:pt x="280035" y="57463"/>
                          <a:pt x="278130" y="57463"/>
                        </a:cubicBezTo>
                        <a:cubicBezTo>
                          <a:pt x="276225" y="57463"/>
                          <a:pt x="275272" y="56510"/>
                          <a:pt x="273367" y="56510"/>
                        </a:cubicBezTo>
                        <a:cubicBezTo>
                          <a:pt x="271463" y="56510"/>
                          <a:pt x="269557" y="57463"/>
                          <a:pt x="268605" y="59368"/>
                        </a:cubicBezTo>
                        <a:cubicBezTo>
                          <a:pt x="267653" y="63178"/>
                          <a:pt x="272415" y="64130"/>
                          <a:pt x="273367" y="66988"/>
                        </a:cubicBezTo>
                        <a:cubicBezTo>
                          <a:pt x="274320" y="70798"/>
                          <a:pt x="269557" y="66988"/>
                          <a:pt x="267653" y="66988"/>
                        </a:cubicBezTo>
                        <a:cubicBezTo>
                          <a:pt x="265747" y="66988"/>
                          <a:pt x="266700" y="68893"/>
                          <a:pt x="264795" y="69846"/>
                        </a:cubicBezTo>
                        <a:cubicBezTo>
                          <a:pt x="261938" y="70798"/>
                          <a:pt x="252413" y="68893"/>
                          <a:pt x="249555" y="66988"/>
                        </a:cubicBezTo>
                        <a:close/>
                        <a:moveTo>
                          <a:pt x="266700" y="76513"/>
                        </a:moveTo>
                        <a:cubicBezTo>
                          <a:pt x="264795" y="77465"/>
                          <a:pt x="265747" y="77465"/>
                          <a:pt x="264795" y="76513"/>
                        </a:cubicBezTo>
                        <a:cubicBezTo>
                          <a:pt x="263842" y="76513"/>
                          <a:pt x="263842" y="73655"/>
                          <a:pt x="263842" y="72703"/>
                        </a:cubicBezTo>
                        <a:cubicBezTo>
                          <a:pt x="263842" y="71750"/>
                          <a:pt x="263842" y="70798"/>
                          <a:pt x="265747" y="69846"/>
                        </a:cubicBezTo>
                        <a:cubicBezTo>
                          <a:pt x="267653" y="68893"/>
                          <a:pt x="271463" y="71750"/>
                          <a:pt x="273367" y="72703"/>
                        </a:cubicBezTo>
                        <a:cubicBezTo>
                          <a:pt x="270510" y="74608"/>
                          <a:pt x="269557" y="75560"/>
                          <a:pt x="266700" y="76513"/>
                        </a:cubicBezTo>
                        <a:close/>
                        <a:moveTo>
                          <a:pt x="314325" y="48890"/>
                        </a:moveTo>
                        <a:cubicBezTo>
                          <a:pt x="313372" y="48890"/>
                          <a:pt x="307657" y="46033"/>
                          <a:pt x="305753" y="46033"/>
                        </a:cubicBezTo>
                        <a:cubicBezTo>
                          <a:pt x="302895" y="45080"/>
                          <a:pt x="300990" y="44128"/>
                          <a:pt x="298132" y="43175"/>
                        </a:cubicBezTo>
                        <a:cubicBezTo>
                          <a:pt x="294322" y="41271"/>
                          <a:pt x="290513" y="40318"/>
                          <a:pt x="287655" y="38413"/>
                        </a:cubicBezTo>
                        <a:cubicBezTo>
                          <a:pt x="277178" y="33650"/>
                          <a:pt x="266700" y="28888"/>
                          <a:pt x="257175" y="24125"/>
                        </a:cubicBezTo>
                        <a:cubicBezTo>
                          <a:pt x="259080" y="23173"/>
                          <a:pt x="261938" y="24125"/>
                          <a:pt x="263842" y="25078"/>
                        </a:cubicBezTo>
                        <a:cubicBezTo>
                          <a:pt x="266700" y="26030"/>
                          <a:pt x="269557" y="27935"/>
                          <a:pt x="272415" y="28888"/>
                        </a:cubicBezTo>
                        <a:cubicBezTo>
                          <a:pt x="274320" y="29840"/>
                          <a:pt x="277178" y="30793"/>
                          <a:pt x="278130" y="31746"/>
                        </a:cubicBezTo>
                        <a:cubicBezTo>
                          <a:pt x="278130" y="31746"/>
                          <a:pt x="278130" y="31746"/>
                          <a:pt x="277178" y="31746"/>
                        </a:cubicBezTo>
                        <a:cubicBezTo>
                          <a:pt x="278130" y="32698"/>
                          <a:pt x="280988" y="32698"/>
                          <a:pt x="282892" y="33650"/>
                        </a:cubicBezTo>
                        <a:cubicBezTo>
                          <a:pt x="284797" y="34603"/>
                          <a:pt x="287655" y="35555"/>
                          <a:pt x="289560" y="35555"/>
                        </a:cubicBezTo>
                        <a:cubicBezTo>
                          <a:pt x="295275" y="37460"/>
                          <a:pt x="300990" y="40318"/>
                          <a:pt x="306705" y="42223"/>
                        </a:cubicBezTo>
                        <a:cubicBezTo>
                          <a:pt x="304800" y="41271"/>
                          <a:pt x="302895" y="40318"/>
                          <a:pt x="300990" y="39365"/>
                        </a:cubicBezTo>
                        <a:cubicBezTo>
                          <a:pt x="302895" y="39365"/>
                          <a:pt x="303847" y="40318"/>
                          <a:pt x="304800" y="41271"/>
                        </a:cubicBezTo>
                        <a:cubicBezTo>
                          <a:pt x="304800" y="41271"/>
                          <a:pt x="304800" y="41271"/>
                          <a:pt x="304800" y="41271"/>
                        </a:cubicBezTo>
                        <a:cubicBezTo>
                          <a:pt x="304800" y="41271"/>
                          <a:pt x="304800" y="41271"/>
                          <a:pt x="304800" y="41271"/>
                        </a:cubicBezTo>
                        <a:cubicBezTo>
                          <a:pt x="311467" y="44128"/>
                          <a:pt x="316230" y="47938"/>
                          <a:pt x="322897" y="50796"/>
                        </a:cubicBezTo>
                        <a:cubicBezTo>
                          <a:pt x="332422" y="54605"/>
                          <a:pt x="340995" y="60321"/>
                          <a:pt x="349567" y="65083"/>
                        </a:cubicBezTo>
                        <a:cubicBezTo>
                          <a:pt x="348615" y="65083"/>
                          <a:pt x="347663" y="66035"/>
                          <a:pt x="346710" y="66035"/>
                        </a:cubicBezTo>
                        <a:cubicBezTo>
                          <a:pt x="345757" y="66035"/>
                          <a:pt x="343853" y="65083"/>
                          <a:pt x="342900" y="65083"/>
                        </a:cubicBezTo>
                        <a:cubicBezTo>
                          <a:pt x="340995" y="64130"/>
                          <a:pt x="339090" y="63178"/>
                          <a:pt x="336232" y="62225"/>
                        </a:cubicBezTo>
                        <a:cubicBezTo>
                          <a:pt x="330517" y="57463"/>
                          <a:pt x="321945" y="52700"/>
                          <a:pt x="314325" y="48890"/>
                        </a:cubicBezTo>
                        <a:close/>
                      </a:path>
                    </a:pathLst>
                  </a:custGeom>
                  <a:solidFill>
                    <a:schemeClr val="bg2">
                      <a:alpha val="34000"/>
                    </a:schemeClr>
                  </a:solidFill>
                  <a:ln w="9525" cap="flat">
                    <a:noFill/>
                    <a:prstDash val="solid"/>
                    <a:miter/>
                  </a:ln>
                </p:spPr>
                <p:txBody>
                  <a:bodyPr rtlCol="0" anchor="ctr"/>
                  <a:lstStyle/>
                  <a:p>
                    <a:endParaRPr lang="en-US"/>
                  </a:p>
                </p:txBody>
              </p:sp>
              <p:sp>
                <p:nvSpPr>
                  <p:cNvPr id="494" name="Freeform: Shape 493">
                    <a:extLst>
                      <a:ext uri="{FF2B5EF4-FFF2-40B4-BE49-F238E27FC236}">
                        <a16:creationId xmlns:a16="http://schemas.microsoft.com/office/drawing/2014/main" id="{305E19A8-15B0-4406-8B15-55E52D084DB2}"/>
                      </a:ext>
                    </a:extLst>
                  </p:cNvPr>
                  <p:cNvSpPr/>
                  <p:nvPr/>
                </p:nvSpPr>
                <p:spPr>
                  <a:xfrm>
                    <a:off x="15182042" y="2032030"/>
                    <a:ext cx="3961" cy="952"/>
                  </a:xfrm>
                  <a:custGeom>
                    <a:avLst/>
                    <a:gdLst>
                      <a:gd name="connsiteX0" fmla="*/ 3810 w 3961"/>
                      <a:gd name="connsiteY0" fmla="*/ 0 h 952"/>
                      <a:gd name="connsiteX1" fmla="*/ 0 w 3961"/>
                      <a:gd name="connsiteY1" fmla="*/ 953 h 952"/>
                      <a:gd name="connsiteX2" fmla="*/ 3810 w 3961"/>
                      <a:gd name="connsiteY2" fmla="*/ 0 h 952"/>
                    </a:gdLst>
                    <a:ahLst/>
                    <a:cxnLst>
                      <a:cxn ang="0">
                        <a:pos x="connsiteX0" y="connsiteY0"/>
                      </a:cxn>
                      <a:cxn ang="0">
                        <a:pos x="connsiteX1" y="connsiteY1"/>
                      </a:cxn>
                      <a:cxn ang="0">
                        <a:pos x="connsiteX2" y="connsiteY2"/>
                      </a:cxn>
                    </a:cxnLst>
                    <a:rect l="l" t="t" r="r" b="b"/>
                    <a:pathLst>
                      <a:path w="3961" h="952">
                        <a:moveTo>
                          <a:pt x="3810" y="0"/>
                        </a:moveTo>
                        <a:cubicBezTo>
                          <a:pt x="2857" y="0"/>
                          <a:pt x="1905" y="0"/>
                          <a:pt x="0" y="953"/>
                        </a:cubicBezTo>
                        <a:cubicBezTo>
                          <a:pt x="952" y="953"/>
                          <a:pt x="4763" y="0"/>
                          <a:pt x="3810" y="0"/>
                        </a:cubicBezTo>
                        <a:close/>
                      </a:path>
                    </a:pathLst>
                  </a:custGeom>
                  <a:solidFill>
                    <a:schemeClr val="bg2">
                      <a:alpha val="34000"/>
                    </a:schemeClr>
                  </a:solidFill>
                  <a:ln w="9525" cap="flat">
                    <a:noFill/>
                    <a:prstDash val="solid"/>
                    <a:miter/>
                  </a:ln>
                </p:spPr>
                <p:txBody>
                  <a:bodyPr rtlCol="0" anchor="ctr"/>
                  <a:lstStyle/>
                  <a:p>
                    <a:endParaRPr lang="en-US"/>
                  </a:p>
                </p:txBody>
              </p:sp>
              <p:sp>
                <p:nvSpPr>
                  <p:cNvPr id="495" name="Freeform: Shape 494">
                    <a:extLst>
                      <a:ext uri="{FF2B5EF4-FFF2-40B4-BE49-F238E27FC236}">
                        <a16:creationId xmlns:a16="http://schemas.microsoft.com/office/drawing/2014/main" id="{8BD61817-82D4-428B-B14F-BA21721AD992}"/>
                      </a:ext>
                    </a:extLst>
                  </p:cNvPr>
                  <p:cNvSpPr/>
                  <p:nvPr/>
                </p:nvSpPr>
                <p:spPr>
                  <a:xfrm>
                    <a:off x="15180137" y="2032982"/>
                    <a:ext cx="1375" cy="9525"/>
                  </a:xfrm>
                  <a:custGeom>
                    <a:avLst/>
                    <a:gdLst>
                      <a:gd name="connsiteX0" fmla="*/ 953 w 1375"/>
                      <a:gd name="connsiteY0" fmla="*/ 0 h 9525"/>
                      <a:gd name="connsiteX1" fmla="*/ 0 w 1375"/>
                      <a:gd name="connsiteY1" fmla="*/ 0 h 9525"/>
                      <a:gd name="connsiteX2" fmla="*/ 953 w 1375"/>
                      <a:gd name="connsiteY2" fmla="*/ 0 h 9525"/>
                      <a:gd name="connsiteX3" fmla="*/ 953 w 1375"/>
                      <a:gd name="connsiteY3" fmla="*/ 0 h 9525"/>
                    </a:gdLst>
                    <a:ahLst/>
                    <a:cxnLst>
                      <a:cxn ang="0">
                        <a:pos x="connsiteX0" y="connsiteY0"/>
                      </a:cxn>
                      <a:cxn ang="0">
                        <a:pos x="connsiteX1" y="connsiteY1"/>
                      </a:cxn>
                      <a:cxn ang="0">
                        <a:pos x="connsiteX2" y="connsiteY2"/>
                      </a:cxn>
                      <a:cxn ang="0">
                        <a:pos x="connsiteX3" y="connsiteY3"/>
                      </a:cxn>
                    </a:cxnLst>
                    <a:rect l="l" t="t" r="r" b="b"/>
                    <a:pathLst>
                      <a:path w="1375" h="9525">
                        <a:moveTo>
                          <a:pt x="953" y="0"/>
                        </a:moveTo>
                        <a:cubicBezTo>
                          <a:pt x="953" y="0"/>
                          <a:pt x="0" y="0"/>
                          <a:pt x="0" y="0"/>
                        </a:cubicBezTo>
                        <a:cubicBezTo>
                          <a:pt x="0" y="0"/>
                          <a:pt x="953" y="0"/>
                          <a:pt x="953" y="0"/>
                        </a:cubicBezTo>
                        <a:cubicBezTo>
                          <a:pt x="1905" y="0"/>
                          <a:pt x="953" y="0"/>
                          <a:pt x="953" y="0"/>
                        </a:cubicBezTo>
                        <a:close/>
                      </a:path>
                    </a:pathLst>
                  </a:custGeom>
                  <a:solidFill>
                    <a:schemeClr val="bg2">
                      <a:alpha val="34000"/>
                    </a:schemeClr>
                  </a:solidFill>
                  <a:ln w="9525" cap="flat">
                    <a:noFill/>
                    <a:prstDash val="solid"/>
                    <a:miter/>
                  </a:ln>
                </p:spPr>
                <p:txBody>
                  <a:bodyPr rtlCol="0" anchor="ctr"/>
                  <a:lstStyle/>
                  <a:p>
                    <a:endParaRPr lang="en-US"/>
                  </a:p>
                </p:txBody>
              </p:sp>
              <p:sp>
                <p:nvSpPr>
                  <p:cNvPr id="497" name="Freeform: Shape 496">
                    <a:extLst>
                      <a:ext uri="{FF2B5EF4-FFF2-40B4-BE49-F238E27FC236}">
                        <a16:creationId xmlns:a16="http://schemas.microsoft.com/office/drawing/2014/main" id="{17635F87-BB17-48D7-B8B7-CED46867C752}"/>
                      </a:ext>
                    </a:extLst>
                  </p:cNvPr>
                  <p:cNvSpPr/>
                  <p:nvPr/>
                </p:nvSpPr>
                <p:spPr>
                  <a:xfrm>
                    <a:off x="15194424" y="2030125"/>
                    <a:ext cx="1905" cy="9525"/>
                  </a:xfrm>
                  <a:custGeom>
                    <a:avLst/>
                    <a:gdLst>
                      <a:gd name="connsiteX0" fmla="*/ 0 w 1905"/>
                      <a:gd name="connsiteY0" fmla="*/ 0 h 9525"/>
                      <a:gd name="connsiteX1" fmla="*/ 1905 w 1905"/>
                      <a:gd name="connsiteY1" fmla="*/ 0 h 9525"/>
                      <a:gd name="connsiteX2" fmla="*/ 0 w 1905"/>
                      <a:gd name="connsiteY2" fmla="*/ 0 h 9525"/>
                    </a:gdLst>
                    <a:ahLst/>
                    <a:cxnLst>
                      <a:cxn ang="0">
                        <a:pos x="connsiteX0" y="connsiteY0"/>
                      </a:cxn>
                      <a:cxn ang="0">
                        <a:pos x="connsiteX1" y="connsiteY1"/>
                      </a:cxn>
                      <a:cxn ang="0">
                        <a:pos x="connsiteX2" y="connsiteY2"/>
                      </a:cxn>
                    </a:cxnLst>
                    <a:rect l="l" t="t" r="r" b="b"/>
                    <a:pathLst>
                      <a:path w="1905" h="9525">
                        <a:moveTo>
                          <a:pt x="0" y="0"/>
                        </a:moveTo>
                        <a:cubicBezTo>
                          <a:pt x="953" y="0"/>
                          <a:pt x="1905" y="0"/>
                          <a:pt x="1905" y="0"/>
                        </a:cubicBezTo>
                        <a:cubicBezTo>
                          <a:pt x="953" y="0"/>
                          <a:pt x="953" y="0"/>
                          <a:pt x="0" y="0"/>
                        </a:cubicBezTo>
                        <a:close/>
                      </a:path>
                    </a:pathLst>
                  </a:custGeom>
                  <a:solidFill>
                    <a:schemeClr val="bg2">
                      <a:alpha val="34000"/>
                    </a:schemeClr>
                  </a:solidFill>
                  <a:ln w="9525" cap="flat">
                    <a:noFill/>
                    <a:prstDash val="solid"/>
                    <a:miter/>
                  </a:ln>
                </p:spPr>
                <p:txBody>
                  <a:bodyPr rtlCol="0" anchor="ctr"/>
                  <a:lstStyle/>
                  <a:p>
                    <a:endParaRPr lang="en-US"/>
                  </a:p>
                </p:txBody>
              </p:sp>
              <p:sp>
                <p:nvSpPr>
                  <p:cNvPr id="498" name="Freeform: Shape 497">
                    <a:extLst>
                      <a:ext uri="{FF2B5EF4-FFF2-40B4-BE49-F238E27FC236}">
                        <a16:creationId xmlns:a16="http://schemas.microsoft.com/office/drawing/2014/main" id="{BB8FF9CD-D6DE-414C-9E9B-92792053116B}"/>
                      </a:ext>
                    </a:extLst>
                  </p:cNvPr>
                  <p:cNvSpPr/>
                  <p:nvPr/>
                </p:nvSpPr>
                <p:spPr>
                  <a:xfrm>
                    <a:off x="15192519" y="2031078"/>
                    <a:ext cx="14287" cy="1904"/>
                  </a:xfrm>
                  <a:custGeom>
                    <a:avLst/>
                    <a:gdLst>
                      <a:gd name="connsiteX0" fmla="*/ 0 w 14287"/>
                      <a:gd name="connsiteY0" fmla="*/ 1905 h 1904"/>
                      <a:gd name="connsiteX1" fmla="*/ 14288 w 14287"/>
                      <a:gd name="connsiteY1" fmla="*/ 0 h 1904"/>
                      <a:gd name="connsiteX2" fmla="*/ 0 w 14287"/>
                      <a:gd name="connsiteY2" fmla="*/ 1905 h 1904"/>
                    </a:gdLst>
                    <a:ahLst/>
                    <a:cxnLst>
                      <a:cxn ang="0">
                        <a:pos x="connsiteX0" y="connsiteY0"/>
                      </a:cxn>
                      <a:cxn ang="0">
                        <a:pos x="connsiteX1" y="connsiteY1"/>
                      </a:cxn>
                      <a:cxn ang="0">
                        <a:pos x="connsiteX2" y="connsiteY2"/>
                      </a:cxn>
                    </a:cxnLst>
                    <a:rect l="l" t="t" r="r" b="b"/>
                    <a:pathLst>
                      <a:path w="14287" h="1904">
                        <a:moveTo>
                          <a:pt x="0" y="1905"/>
                        </a:moveTo>
                        <a:cubicBezTo>
                          <a:pt x="4763" y="952"/>
                          <a:pt x="9525" y="952"/>
                          <a:pt x="14288" y="0"/>
                        </a:cubicBezTo>
                        <a:cubicBezTo>
                          <a:pt x="9525" y="952"/>
                          <a:pt x="4763" y="1905"/>
                          <a:pt x="0" y="1905"/>
                        </a:cubicBezTo>
                        <a:close/>
                      </a:path>
                    </a:pathLst>
                  </a:custGeom>
                  <a:solidFill>
                    <a:schemeClr val="bg2">
                      <a:alpha val="34000"/>
                    </a:schemeClr>
                  </a:solidFill>
                  <a:ln w="9525" cap="flat">
                    <a:noFill/>
                    <a:prstDash val="solid"/>
                    <a:miter/>
                  </a:ln>
                </p:spPr>
                <p:txBody>
                  <a:bodyPr rtlCol="0" anchor="ctr"/>
                  <a:lstStyle/>
                  <a:p>
                    <a:endParaRPr lang="en-US"/>
                  </a:p>
                </p:txBody>
              </p:sp>
              <p:sp>
                <p:nvSpPr>
                  <p:cNvPr id="499" name="Freeform: Shape 498">
                    <a:extLst>
                      <a:ext uri="{FF2B5EF4-FFF2-40B4-BE49-F238E27FC236}">
                        <a16:creationId xmlns:a16="http://schemas.microsoft.com/office/drawing/2014/main" id="{6A49A89C-FBBD-48FA-8DCA-9B0196D2E0C1}"/>
                      </a:ext>
                    </a:extLst>
                  </p:cNvPr>
                  <p:cNvSpPr/>
                  <p:nvPr/>
                </p:nvSpPr>
                <p:spPr>
                  <a:xfrm>
                    <a:off x="15405456" y="2107807"/>
                    <a:ext cx="698" cy="423"/>
                  </a:xfrm>
                  <a:custGeom>
                    <a:avLst/>
                    <a:gdLst>
                      <a:gd name="connsiteX0" fmla="*/ 423 w 698"/>
                      <a:gd name="connsiteY0" fmla="*/ 423 h 423"/>
                      <a:gd name="connsiteX1" fmla="*/ 423 w 698"/>
                      <a:gd name="connsiteY1" fmla="*/ 423 h 423"/>
                      <a:gd name="connsiteX2" fmla="*/ 423 w 698"/>
                      <a:gd name="connsiteY2" fmla="*/ 423 h 423"/>
                    </a:gdLst>
                    <a:ahLst/>
                    <a:cxnLst>
                      <a:cxn ang="0">
                        <a:pos x="connsiteX0" y="connsiteY0"/>
                      </a:cxn>
                      <a:cxn ang="0">
                        <a:pos x="connsiteX1" y="connsiteY1"/>
                      </a:cxn>
                      <a:cxn ang="0">
                        <a:pos x="connsiteX2" y="connsiteY2"/>
                      </a:cxn>
                    </a:cxnLst>
                    <a:rect l="l" t="t" r="r" b="b"/>
                    <a:pathLst>
                      <a:path w="698" h="423">
                        <a:moveTo>
                          <a:pt x="423" y="423"/>
                        </a:moveTo>
                        <a:cubicBezTo>
                          <a:pt x="-529" y="423"/>
                          <a:pt x="1376" y="-529"/>
                          <a:pt x="423" y="423"/>
                        </a:cubicBezTo>
                        <a:cubicBezTo>
                          <a:pt x="-529" y="423"/>
                          <a:pt x="423" y="423"/>
                          <a:pt x="423" y="423"/>
                        </a:cubicBezTo>
                        <a:close/>
                      </a:path>
                    </a:pathLst>
                  </a:custGeom>
                  <a:solidFill>
                    <a:schemeClr val="bg2">
                      <a:alpha val="34000"/>
                    </a:schemeClr>
                  </a:solidFill>
                  <a:ln w="9525" cap="flat">
                    <a:noFill/>
                    <a:prstDash val="solid"/>
                    <a:miter/>
                  </a:ln>
                </p:spPr>
                <p:txBody>
                  <a:bodyPr rtlCol="0" anchor="ctr"/>
                  <a:lstStyle/>
                  <a:p>
                    <a:endParaRPr lang="en-US"/>
                  </a:p>
                </p:txBody>
              </p:sp>
              <p:sp>
                <p:nvSpPr>
                  <p:cNvPr id="500" name="Freeform: Shape 499">
                    <a:extLst>
                      <a:ext uri="{FF2B5EF4-FFF2-40B4-BE49-F238E27FC236}">
                        <a16:creationId xmlns:a16="http://schemas.microsoft.com/office/drawing/2014/main" id="{6B03C2F7-3C07-4F2A-B869-4E42B8ECCDF5}"/>
                      </a:ext>
                    </a:extLst>
                  </p:cNvPr>
                  <p:cNvSpPr/>
                  <p:nvPr/>
                </p:nvSpPr>
                <p:spPr>
                  <a:xfrm>
                    <a:off x="14990166" y="2083198"/>
                    <a:ext cx="79480" cy="100385"/>
                  </a:xfrm>
                  <a:custGeom>
                    <a:avLst/>
                    <a:gdLst>
                      <a:gd name="connsiteX0" fmla="*/ 77576 w 79480"/>
                      <a:gd name="connsiteY0" fmla="*/ 17412 h 100385"/>
                      <a:gd name="connsiteX1" fmla="*/ 79481 w 79480"/>
                      <a:gd name="connsiteY1" fmla="*/ 15507 h 100385"/>
                      <a:gd name="connsiteX2" fmla="*/ 69003 w 79480"/>
                      <a:gd name="connsiteY2" fmla="*/ 21222 h 100385"/>
                      <a:gd name="connsiteX3" fmla="*/ 70908 w 79480"/>
                      <a:gd name="connsiteY3" fmla="*/ 18364 h 100385"/>
                      <a:gd name="connsiteX4" fmla="*/ 68051 w 79480"/>
                      <a:gd name="connsiteY4" fmla="*/ 17412 h 100385"/>
                      <a:gd name="connsiteX5" fmla="*/ 76623 w 79480"/>
                      <a:gd name="connsiteY5" fmla="*/ 14554 h 100385"/>
                      <a:gd name="connsiteX6" fmla="*/ 79481 w 79480"/>
                      <a:gd name="connsiteY6" fmla="*/ 13602 h 100385"/>
                      <a:gd name="connsiteX7" fmla="*/ 75671 w 79480"/>
                      <a:gd name="connsiteY7" fmla="*/ 12649 h 100385"/>
                      <a:gd name="connsiteX8" fmla="*/ 75671 w 79480"/>
                      <a:gd name="connsiteY8" fmla="*/ 11697 h 100385"/>
                      <a:gd name="connsiteX9" fmla="*/ 67098 w 79480"/>
                      <a:gd name="connsiteY9" fmla="*/ 12649 h 100385"/>
                      <a:gd name="connsiteX10" fmla="*/ 74718 w 79480"/>
                      <a:gd name="connsiteY10" fmla="*/ 11697 h 100385"/>
                      <a:gd name="connsiteX11" fmla="*/ 72813 w 79480"/>
                      <a:gd name="connsiteY11" fmla="*/ 11697 h 100385"/>
                      <a:gd name="connsiteX12" fmla="*/ 73766 w 79480"/>
                      <a:gd name="connsiteY12" fmla="*/ 10744 h 100385"/>
                      <a:gd name="connsiteX13" fmla="*/ 72813 w 79480"/>
                      <a:gd name="connsiteY13" fmla="*/ 10744 h 100385"/>
                      <a:gd name="connsiteX14" fmla="*/ 73766 w 79480"/>
                      <a:gd name="connsiteY14" fmla="*/ 9792 h 100385"/>
                      <a:gd name="connsiteX15" fmla="*/ 67098 w 79480"/>
                      <a:gd name="connsiteY15" fmla="*/ 10744 h 100385"/>
                      <a:gd name="connsiteX16" fmla="*/ 69003 w 79480"/>
                      <a:gd name="connsiteY16" fmla="*/ 9792 h 100385"/>
                      <a:gd name="connsiteX17" fmla="*/ 74718 w 79480"/>
                      <a:gd name="connsiteY17" fmla="*/ 6934 h 100385"/>
                      <a:gd name="connsiteX18" fmla="*/ 73766 w 79480"/>
                      <a:gd name="connsiteY18" fmla="*/ 5982 h 100385"/>
                      <a:gd name="connsiteX19" fmla="*/ 69003 w 79480"/>
                      <a:gd name="connsiteY19" fmla="*/ 7887 h 100385"/>
                      <a:gd name="connsiteX20" fmla="*/ 72813 w 79480"/>
                      <a:gd name="connsiteY20" fmla="*/ 5982 h 100385"/>
                      <a:gd name="connsiteX21" fmla="*/ 71861 w 79480"/>
                      <a:gd name="connsiteY21" fmla="*/ 5982 h 100385"/>
                      <a:gd name="connsiteX22" fmla="*/ 74718 w 79480"/>
                      <a:gd name="connsiteY22" fmla="*/ 4077 h 100385"/>
                      <a:gd name="connsiteX23" fmla="*/ 71861 w 79480"/>
                      <a:gd name="connsiteY23" fmla="*/ 5029 h 100385"/>
                      <a:gd name="connsiteX24" fmla="*/ 71861 w 79480"/>
                      <a:gd name="connsiteY24" fmla="*/ 5029 h 100385"/>
                      <a:gd name="connsiteX25" fmla="*/ 69956 w 79480"/>
                      <a:gd name="connsiteY25" fmla="*/ 5982 h 100385"/>
                      <a:gd name="connsiteX26" fmla="*/ 69956 w 79480"/>
                      <a:gd name="connsiteY26" fmla="*/ 5982 h 100385"/>
                      <a:gd name="connsiteX27" fmla="*/ 69003 w 79480"/>
                      <a:gd name="connsiteY27" fmla="*/ 5982 h 100385"/>
                      <a:gd name="connsiteX28" fmla="*/ 71861 w 79480"/>
                      <a:gd name="connsiteY28" fmla="*/ 5029 h 100385"/>
                      <a:gd name="connsiteX29" fmla="*/ 69003 w 79480"/>
                      <a:gd name="connsiteY29" fmla="*/ 3124 h 100385"/>
                      <a:gd name="connsiteX30" fmla="*/ 66146 w 79480"/>
                      <a:gd name="connsiteY30" fmla="*/ 4077 h 100385"/>
                      <a:gd name="connsiteX31" fmla="*/ 68051 w 79480"/>
                      <a:gd name="connsiteY31" fmla="*/ 3124 h 100385"/>
                      <a:gd name="connsiteX32" fmla="*/ 69003 w 79480"/>
                      <a:gd name="connsiteY32" fmla="*/ 2172 h 100385"/>
                      <a:gd name="connsiteX33" fmla="*/ 65193 w 79480"/>
                      <a:gd name="connsiteY33" fmla="*/ 2172 h 100385"/>
                      <a:gd name="connsiteX34" fmla="*/ 62336 w 79480"/>
                      <a:gd name="connsiteY34" fmla="*/ 1219 h 100385"/>
                      <a:gd name="connsiteX35" fmla="*/ 62336 w 79480"/>
                      <a:gd name="connsiteY35" fmla="*/ 1219 h 100385"/>
                      <a:gd name="connsiteX36" fmla="*/ 63288 w 79480"/>
                      <a:gd name="connsiteY36" fmla="*/ 1219 h 100385"/>
                      <a:gd name="connsiteX37" fmla="*/ 62336 w 79480"/>
                      <a:gd name="connsiteY37" fmla="*/ 1219 h 100385"/>
                      <a:gd name="connsiteX38" fmla="*/ 63288 w 79480"/>
                      <a:gd name="connsiteY38" fmla="*/ 267 h 100385"/>
                      <a:gd name="connsiteX39" fmla="*/ 61383 w 79480"/>
                      <a:gd name="connsiteY39" fmla="*/ 1219 h 100385"/>
                      <a:gd name="connsiteX40" fmla="*/ 63288 w 79480"/>
                      <a:gd name="connsiteY40" fmla="*/ 267 h 100385"/>
                      <a:gd name="connsiteX41" fmla="*/ 61383 w 79480"/>
                      <a:gd name="connsiteY41" fmla="*/ 1219 h 100385"/>
                      <a:gd name="connsiteX42" fmla="*/ 62336 w 79480"/>
                      <a:gd name="connsiteY42" fmla="*/ 267 h 100385"/>
                      <a:gd name="connsiteX43" fmla="*/ 63288 w 79480"/>
                      <a:gd name="connsiteY43" fmla="*/ 267 h 100385"/>
                      <a:gd name="connsiteX44" fmla="*/ 57573 w 79480"/>
                      <a:gd name="connsiteY44" fmla="*/ 4077 h 100385"/>
                      <a:gd name="connsiteX45" fmla="*/ 57573 w 79480"/>
                      <a:gd name="connsiteY45" fmla="*/ 3124 h 100385"/>
                      <a:gd name="connsiteX46" fmla="*/ 54716 w 79480"/>
                      <a:gd name="connsiteY46" fmla="*/ 5029 h 100385"/>
                      <a:gd name="connsiteX47" fmla="*/ 51858 w 79480"/>
                      <a:gd name="connsiteY47" fmla="*/ 5982 h 100385"/>
                      <a:gd name="connsiteX48" fmla="*/ 56621 w 79480"/>
                      <a:gd name="connsiteY48" fmla="*/ 2172 h 100385"/>
                      <a:gd name="connsiteX49" fmla="*/ 51858 w 79480"/>
                      <a:gd name="connsiteY49" fmla="*/ 5029 h 100385"/>
                      <a:gd name="connsiteX50" fmla="*/ 53763 w 79480"/>
                      <a:gd name="connsiteY50" fmla="*/ 3124 h 100385"/>
                      <a:gd name="connsiteX51" fmla="*/ 49953 w 79480"/>
                      <a:gd name="connsiteY51" fmla="*/ 5982 h 100385"/>
                      <a:gd name="connsiteX52" fmla="*/ 49953 w 79480"/>
                      <a:gd name="connsiteY52" fmla="*/ 5982 h 100385"/>
                      <a:gd name="connsiteX53" fmla="*/ 49953 w 79480"/>
                      <a:gd name="connsiteY53" fmla="*/ 5982 h 100385"/>
                      <a:gd name="connsiteX54" fmla="*/ 49953 w 79480"/>
                      <a:gd name="connsiteY54" fmla="*/ 5982 h 100385"/>
                      <a:gd name="connsiteX55" fmla="*/ 48048 w 79480"/>
                      <a:gd name="connsiteY55" fmla="*/ 6934 h 100385"/>
                      <a:gd name="connsiteX56" fmla="*/ 48048 w 79480"/>
                      <a:gd name="connsiteY56" fmla="*/ 6934 h 100385"/>
                      <a:gd name="connsiteX57" fmla="*/ 46143 w 79480"/>
                      <a:gd name="connsiteY57" fmla="*/ 7887 h 100385"/>
                      <a:gd name="connsiteX58" fmla="*/ 47096 w 79480"/>
                      <a:gd name="connsiteY58" fmla="*/ 6934 h 100385"/>
                      <a:gd name="connsiteX59" fmla="*/ 44238 w 79480"/>
                      <a:gd name="connsiteY59" fmla="*/ 8839 h 100385"/>
                      <a:gd name="connsiteX60" fmla="*/ 41381 w 79480"/>
                      <a:gd name="connsiteY60" fmla="*/ 10744 h 100385"/>
                      <a:gd name="connsiteX61" fmla="*/ 42333 w 79480"/>
                      <a:gd name="connsiteY61" fmla="*/ 9792 h 100385"/>
                      <a:gd name="connsiteX62" fmla="*/ 39476 w 79480"/>
                      <a:gd name="connsiteY62" fmla="*/ 12649 h 100385"/>
                      <a:gd name="connsiteX63" fmla="*/ 42333 w 79480"/>
                      <a:gd name="connsiteY63" fmla="*/ 10744 h 100385"/>
                      <a:gd name="connsiteX64" fmla="*/ 37571 w 79480"/>
                      <a:gd name="connsiteY64" fmla="*/ 13602 h 100385"/>
                      <a:gd name="connsiteX65" fmla="*/ 35666 w 79480"/>
                      <a:gd name="connsiteY65" fmla="*/ 14554 h 100385"/>
                      <a:gd name="connsiteX66" fmla="*/ 33761 w 79480"/>
                      <a:gd name="connsiteY66" fmla="*/ 15507 h 100385"/>
                      <a:gd name="connsiteX67" fmla="*/ 31856 w 79480"/>
                      <a:gd name="connsiteY67" fmla="*/ 17412 h 100385"/>
                      <a:gd name="connsiteX68" fmla="*/ 32808 w 79480"/>
                      <a:gd name="connsiteY68" fmla="*/ 16459 h 100385"/>
                      <a:gd name="connsiteX69" fmla="*/ 26141 w 79480"/>
                      <a:gd name="connsiteY69" fmla="*/ 21222 h 100385"/>
                      <a:gd name="connsiteX70" fmla="*/ 24236 w 79480"/>
                      <a:gd name="connsiteY70" fmla="*/ 23127 h 100385"/>
                      <a:gd name="connsiteX71" fmla="*/ 15663 w 79480"/>
                      <a:gd name="connsiteY71" fmla="*/ 29794 h 100385"/>
                      <a:gd name="connsiteX72" fmla="*/ 10901 w 79480"/>
                      <a:gd name="connsiteY72" fmla="*/ 34557 h 100385"/>
                      <a:gd name="connsiteX73" fmla="*/ 14711 w 79480"/>
                      <a:gd name="connsiteY73" fmla="*/ 31699 h 100385"/>
                      <a:gd name="connsiteX74" fmla="*/ 5186 w 79480"/>
                      <a:gd name="connsiteY74" fmla="*/ 40272 h 100385"/>
                      <a:gd name="connsiteX75" fmla="*/ 7091 w 79480"/>
                      <a:gd name="connsiteY75" fmla="*/ 39319 h 100385"/>
                      <a:gd name="connsiteX76" fmla="*/ 8043 w 79480"/>
                      <a:gd name="connsiteY76" fmla="*/ 39319 h 100385"/>
                      <a:gd name="connsiteX77" fmla="*/ 7091 w 79480"/>
                      <a:gd name="connsiteY77" fmla="*/ 40272 h 100385"/>
                      <a:gd name="connsiteX78" fmla="*/ 9948 w 79480"/>
                      <a:gd name="connsiteY78" fmla="*/ 37414 h 100385"/>
                      <a:gd name="connsiteX79" fmla="*/ 11853 w 79480"/>
                      <a:gd name="connsiteY79" fmla="*/ 36462 h 100385"/>
                      <a:gd name="connsiteX80" fmla="*/ 12806 w 79480"/>
                      <a:gd name="connsiteY80" fmla="*/ 36462 h 100385"/>
                      <a:gd name="connsiteX81" fmla="*/ 10901 w 79480"/>
                      <a:gd name="connsiteY81" fmla="*/ 43129 h 100385"/>
                      <a:gd name="connsiteX82" fmla="*/ 7091 w 79480"/>
                      <a:gd name="connsiteY82" fmla="*/ 50749 h 100385"/>
                      <a:gd name="connsiteX83" fmla="*/ 7091 w 79480"/>
                      <a:gd name="connsiteY83" fmla="*/ 50749 h 100385"/>
                      <a:gd name="connsiteX84" fmla="*/ 6138 w 79480"/>
                      <a:gd name="connsiteY84" fmla="*/ 54559 h 100385"/>
                      <a:gd name="connsiteX85" fmla="*/ 9948 w 79480"/>
                      <a:gd name="connsiteY85" fmla="*/ 50749 h 100385"/>
                      <a:gd name="connsiteX86" fmla="*/ 8996 w 79480"/>
                      <a:gd name="connsiteY86" fmla="*/ 52654 h 100385"/>
                      <a:gd name="connsiteX87" fmla="*/ 5186 w 79480"/>
                      <a:gd name="connsiteY87" fmla="*/ 56464 h 100385"/>
                      <a:gd name="connsiteX88" fmla="*/ 9948 w 79480"/>
                      <a:gd name="connsiteY88" fmla="*/ 56464 h 100385"/>
                      <a:gd name="connsiteX89" fmla="*/ 9948 w 79480"/>
                      <a:gd name="connsiteY89" fmla="*/ 58369 h 100385"/>
                      <a:gd name="connsiteX90" fmla="*/ 10901 w 79480"/>
                      <a:gd name="connsiteY90" fmla="*/ 56464 h 100385"/>
                      <a:gd name="connsiteX91" fmla="*/ 8996 w 79480"/>
                      <a:gd name="connsiteY91" fmla="*/ 62179 h 100385"/>
                      <a:gd name="connsiteX92" fmla="*/ 4233 w 79480"/>
                      <a:gd name="connsiteY92" fmla="*/ 65989 h 100385"/>
                      <a:gd name="connsiteX93" fmla="*/ 423 w 79480"/>
                      <a:gd name="connsiteY93" fmla="*/ 73609 h 100385"/>
                      <a:gd name="connsiteX94" fmla="*/ 423 w 79480"/>
                      <a:gd name="connsiteY94" fmla="*/ 74562 h 100385"/>
                      <a:gd name="connsiteX95" fmla="*/ 1376 w 79480"/>
                      <a:gd name="connsiteY95" fmla="*/ 75514 h 100385"/>
                      <a:gd name="connsiteX96" fmla="*/ 423 w 79480"/>
                      <a:gd name="connsiteY96" fmla="*/ 77419 h 100385"/>
                      <a:gd name="connsiteX97" fmla="*/ 423 w 79480"/>
                      <a:gd name="connsiteY97" fmla="*/ 80277 h 100385"/>
                      <a:gd name="connsiteX98" fmla="*/ 1376 w 79480"/>
                      <a:gd name="connsiteY98" fmla="*/ 87897 h 100385"/>
                      <a:gd name="connsiteX99" fmla="*/ 4233 w 79480"/>
                      <a:gd name="connsiteY99" fmla="*/ 83134 h 100385"/>
                      <a:gd name="connsiteX100" fmla="*/ 2328 w 79480"/>
                      <a:gd name="connsiteY100" fmla="*/ 88849 h 100385"/>
                      <a:gd name="connsiteX101" fmla="*/ 4233 w 79480"/>
                      <a:gd name="connsiteY101" fmla="*/ 94564 h 100385"/>
                      <a:gd name="connsiteX102" fmla="*/ 5186 w 79480"/>
                      <a:gd name="connsiteY102" fmla="*/ 94564 h 100385"/>
                      <a:gd name="connsiteX103" fmla="*/ 7091 w 79480"/>
                      <a:gd name="connsiteY103" fmla="*/ 95517 h 100385"/>
                      <a:gd name="connsiteX104" fmla="*/ 8996 w 79480"/>
                      <a:gd name="connsiteY104" fmla="*/ 98374 h 100385"/>
                      <a:gd name="connsiteX105" fmla="*/ 9948 w 79480"/>
                      <a:gd name="connsiteY105" fmla="*/ 100279 h 100385"/>
                      <a:gd name="connsiteX106" fmla="*/ 16616 w 79480"/>
                      <a:gd name="connsiteY106" fmla="*/ 94564 h 100385"/>
                      <a:gd name="connsiteX107" fmla="*/ 16616 w 79480"/>
                      <a:gd name="connsiteY107" fmla="*/ 96469 h 100385"/>
                      <a:gd name="connsiteX108" fmla="*/ 18521 w 79480"/>
                      <a:gd name="connsiteY108" fmla="*/ 93612 h 100385"/>
                      <a:gd name="connsiteX109" fmla="*/ 18521 w 79480"/>
                      <a:gd name="connsiteY109" fmla="*/ 97422 h 100385"/>
                      <a:gd name="connsiteX110" fmla="*/ 24236 w 79480"/>
                      <a:gd name="connsiteY110" fmla="*/ 96469 h 100385"/>
                      <a:gd name="connsiteX111" fmla="*/ 27093 w 79480"/>
                      <a:gd name="connsiteY111" fmla="*/ 90754 h 100385"/>
                      <a:gd name="connsiteX112" fmla="*/ 28046 w 79480"/>
                      <a:gd name="connsiteY112" fmla="*/ 85992 h 100385"/>
                      <a:gd name="connsiteX113" fmla="*/ 28998 w 79480"/>
                      <a:gd name="connsiteY113" fmla="*/ 78372 h 100385"/>
                      <a:gd name="connsiteX114" fmla="*/ 33761 w 79480"/>
                      <a:gd name="connsiteY114" fmla="*/ 69799 h 100385"/>
                      <a:gd name="connsiteX115" fmla="*/ 31856 w 79480"/>
                      <a:gd name="connsiteY115" fmla="*/ 64084 h 100385"/>
                      <a:gd name="connsiteX116" fmla="*/ 35666 w 79480"/>
                      <a:gd name="connsiteY116" fmla="*/ 59322 h 100385"/>
                      <a:gd name="connsiteX117" fmla="*/ 41381 w 79480"/>
                      <a:gd name="connsiteY117" fmla="*/ 52654 h 100385"/>
                      <a:gd name="connsiteX118" fmla="*/ 41381 w 79480"/>
                      <a:gd name="connsiteY118" fmla="*/ 52654 h 100385"/>
                      <a:gd name="connsiteX119" fmla="*/ 39476 w 79480"/>
                      <a:gd name="connsiteY119" fmla="*/ 56464 h 100385"/>
                      <a:gd name="connsiteX120" fmla="*/ 43286 w 79480"/>
                      <a:gd name="connsiteY120" fmla="*/ 52654 h 100385"/>
                      <a:gd name="connsiteX121" fmla="*/ 44238 w 79480"/>
                      <a:gd name="connsiteY121" fmla="*/ 53607 h 100385"/>
                      <a:gd name="connsiteX122" fmla="*/ 48048 w 79480"/>
                      <a:gd name="connsiteY122" fmla="*/ 49797 h 100385"/>
                      <a:gd name="connsiteX123" fmla="*/ 50906 w 79480"/>
                      <a:gd name="connsiteY123" fmla="*/ 45034 h 100385"/>
                      <a:gd name="connsiteX124" fmla="*/ 53763 w 79480"/>
                      <a:gd name="connsiteY124" fmla="*/ 40272 h 100385"/>
                      <a:gd name="connsiteX125" fmla="*/ 52811 w 79480"/>
                      <a:gd name="connsiteY125" fmla="*/ 37414 h 100385"/>
                      <a:gd name="connsiteX126" fmla="*/ 52811 w 79480"/>
                      <a:gd name="connsiteY126" fmla="*/ 36462 h 100385"/>
                      <a:gd name="connsiteX127" fmla="*/ 59478 w 79480"/>
                      <a:gd name="connsiteY127" fmla="*/ 33604 h 100385"/>
                      <a:gd name="connsiteX128" fmla="*/ 63288 w 79480"/>
                      <a:gd name="connsiteY128" fmla="*/ 30747 h 100385"/>
                      <a:gd name="connsiteX129" fmla="*/ 69956 w 79480"/>
                      <a:gd name="connsiteY129" fmla="*/ 25032 h 100385"/>
                      <a:gd name="connsiteX130" fmla="*/ 70908 w 79480"/>
                      <a:gd name="connsiteY130" fmla="*/ 23127 h 100385"/>
                      <a:gd name="connsiteX131" fmla="*/ 77576 w 79480"/>
                      <a:gd name="connsiteY131" fmla="*/ 17412 h 100385"/>
                      <a:gd name="connsiteX132" fmla="*/ 49953 w 79480"/>
                      <a:gd name="connsiteY132" fmla="*/ 5029 h 100385"/>
                      <a:gd name="connsiteX133" fmla="*/ 49953 w 79480"/>
                      <a:gd name="connsiteY133" fmla="*/ 5029 h 100385"/>
                      <a:gd name="connsiteX134" fmla="*/ 49953 w 79480"/>
                      <a:gd name="connsiteY134" fmla="*/ 5029 h 100385"/>
                      <a:gd name="connsiteX135" fmla="*/ 49001 w 79480"/>
                      <a:gd name="connsiteY135" fmla="*/ 5982 h 100385"/>
                      <a:gd name="connsiteX136" fmla="*/ 49953 w 79480"/>
                      <a:gd name="connsiteY136" fmla="*/ 5029 h 100385"/>
                      <a:gd name="connsiteX137" fmla="*/ 49953 w 79480"/>
                      <a:gd name="connsiteY137" fmla="*/ 5029 h 100385"/>
                      <a:gd name="connsiteX138" fmla="*/ 49953 w 79480"/>
                      <a:gd name="connsiteY138" fmla="*/ 5029 h 100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79480" h="100385">
                        <a:moveTo>
                          <a:pt x="77576" y="17412"/>
                        </a:moveTo>
                        <a:cubicBezTo>
                          <a:pt x="77576" y="16459"/>
                          <a:pt x="78528" y="16459"/>
                          <a:pt x="79481" y="15507"/>
                        </a:cubicBezTo>
                        <a:cubicBezTo>
                          <a:pt x="75671" y="17412"/>
                          <a:pt x="71861" y="18364"/>
                          <a:pt x="69003" y="21222"/>
                        </a:cubicBezTo>
                        <a:cubicBezTo>
                          <a:pt x="68051" y="20269"/>
                          <a:pt x="70908" y="19317"/>
                          <a:pt x="70908" y="18364"/>
                        </a:cubicBezTo>
                        <a:cubicBezTo>
                          <a:pt x="70908" y="17412"/>
                          <a:pt x="69003" y="17412"/>
                          <a:pt x="68051" y="17412"/>
                        </a:cubicBezTo>
                        <a:cubicBezTo>
                          <a:pt x="69003" y="16459"/>
                          <a:pt x="78528" y="16459"/>
                          <a:pt x="76623" y="14554"/>
                        </a:cubicBezTo>
                        <a:cubicBezTo>
                          <a:pt x="77576" y="15507"/>
                          <a:pt x="78528" y="14554"/>
                          <a:pt x="79481" y="13602"/>
                        </a:cubicBezTo>
                        <a:cubicBezTo>
                          <a:pt x="78528" y="12649"/>
                          <a:pt x="76623" y="10744"/>
                          <a:pt x="75671" y="12649"/>
                        </a:cubicBezTo>
                        <a:cubicBezTo>
                          <a:pt x="75671" y="12649"/>
                          <a:pt x="75671" y="11697"/>
                          <a:pt x="75671" y="11697"/>
                        </a:cubicBezTo>
                        <a:cubicBezTo>
                          <a:pt x="73766" y="12649"/>
                          <a:pt x="69003" y="13602"/>
                          <a:pt x="67098" y="12649"/>
                        </a:cubicBezTo>
                        <a:cubicBezTo>
                          <a:pt x="69003" y="12649"/>
                          <a:pt x="72813" y="12649"/>
                          <a:pt x="74718" y="11697"/>
                        </a:cubicBezTo>
                        <a:cubicBezTo>
                          <a:pt x="74718" y="11697"/>
                          <a:pt x="73766" y="11697"/>
                          <a:pt x="72813" y="11697"/>
                        </a:cubicBezTo>
                        <a:cubicBezTo>
                          <a:pt x="73766" y="11697"/>
                          <a:pt x="73766" y="10744"/>
                          <a:pt x="73766" y="10744"/>
                        </a:cubicBezTo>
                        <a:cubicBezTo>
                          <a:pt x="73766" y="10744"/>
                          <a:pt x="72813" y="10744"/>
                          <a:pt x="72813" y="10744"/>
                        </a:cubicBezTo>
                        <a:cubicBezTo>
                          <a:pt x="72813" y="10744"/>
                          <a:pt x="72813" y="10744"/>
                          <a:pt x="73766" y="9792"/>
                        </a:cubicBezTo>
                        <a:cubicBezTo>
                          <a:pt x="72813" y="8839"/>
                          <a:pt x="67098" y="11697"/>
                          <a:pt x="67098" y="10744"/>
                        </a:cubicBezTo>
                        <a:cubicBezTo>
                          <a:pt x="67098" y="9792"/>
                          <a:pt x="69003" y="10744"/>
                          <a:pt x="69003" y="9792"/>
                        </a:cubicBezTo>
                        <a:cubicBezTo>
                          <a:pt x="71861" y="8839"/>
                          <a:pt x="72813" y="7887"/>
                          <a:pt x="74718" y="6934"/>
                        </a:cubicBezTo>
                        <a:cubicBezTo>
                          <a:pt x="74718" y="6934"/>
                          <a:pt x="74718" y="5982"/>
                          <a:pt x="73766" y="5982"/>
                        </a:cubicBezTo>
                        <a:cubicBezTo>
                          <a:pt x="72813" y="6934"/>
                          <a:pt x="70908" y="6934"/>
                          <a:pt x="69003" y="7887"/>
                        </a:cubicBezTo>
                        <a:cubicBezTo>
                          <a:pt x="69956" y="6934"/>
                          <a:pt x="71861" y="5982"/>
                          <a:pt x="72813" y="5982"/>
                        </a:cubicBezTo>
                        <a:cubicBezTo>
                          <a:pt x="72813" y="5982"/>
                          <a:pt x="71861" y="5982"/>
                          <a:pt x="71861" y="5982"/>
                        </a:cubicBezTo>
                        <a:cubicBezTo>
                          <a:pt x="72813" y="5982"/>
                          <a:pt x="74718" y="5029"/>
                          <a:pt x="74718" y="4077"/>
                        </a:cubicBezTo>
                        <a:cubicBezTo>
                          <a:pt x="74718" y="4077"/>
                          <a:pt x="72813" y="5029"/>
                          <a:pt x="71861" y="5029"/>
                        </a:cubicBezTo>
                        <a:cubicBezTo>
                          <a:pt x="71861" y="5029"/>
                          <a:pt x="71861" y="5029"/>
                          <a:pt x="71861" y="5029"/>
                        </a:cubicBezTo>
                        <a:cubicBezTo>
                          <a:pt x="70908" y="5029"/>
                          <a:pt x="70908" y="5029"/>
                          <a:pt x="69956" y="5982"/>
                        </a:cubicBezTo>
                        <a:cubicBezTo>
                          <a:pt x="69956" y="5982"/>
                          <a:pt x="69956" y="5982"/>
                          <a:pt x="69956" y="5982"/>
                        </a:cubicBezTo>
                        <a:cubicBezTo>
                          <a:pt x="69956" y="5982"/>
                          <a:pt x="69003" y="5982"/>
                          <a:pt x="69003" y="5982"/>
                        </a:cubicBezTo>
                        <a:cubicBezTo>
                          <a:pt x="69956" y="5029"/>
                          <a:pt x="70908" y="5029"/>
                          <a:pt x="71861" y="5029"/>
                        </a:cubicBezTo>
                        <a:cubicBezTo>
                          <a:pt x="70908" y="3124"/>
                          <a:pt x="69003" y="3124"/>
                          <a:pt x="69003" y="3124"/>
                        </a:cubicBezTo>
                        <a:cubicBezTo>
                          <a:pt x="68051" y="3124"/>
                          <a:pt x="67098" y="4077"/>
                          <a:pt x="66146" y="4077"/>
                        </a:cubicBezTo>
                        <a:cubicBezTo>
                          <a:pt x="67098" y="3124"/>
                          <a:pt x="68051" y="3124"/>
                          <a:pt x="68051" y="3124"/>
                        </a:cubicBezTo>
                        <a:cubicBezTo>
                          <a:pt x="68051" y="3124"/>
                          <a:pt x="68051" y="3124"/>
                          <a:pt x="69003" y="2172"/>
                        </a:cubicBezTo>
                        <a:cubicBezTo>
                          <a:pt x="69003" y="1219"/>
                          <a:pt x="66146" y="2172"/>
                          <a:pt x="65193" y="2172"/>
                        </a:cubicBezTo>
                        <a:cubicBezTo>
                          <a:pt x="67098" y="1219"/>
                          <a:pt x="59478" y="3124"/>
                          <a:pt x="62336" y="1219"/>
                        </a:cubicBezTo>
                        <a:cubicBezTo>
                          <a:pt x="62336" y="1219"/>
                          <a:pt x="62336" y="1219"/>
                          <a:pt x="62336" y="1219"/>
                        </a:cubicBezTo>
                        <a:cubicBezTo>
                          <a:pt x="62336" y="1219"/>
                          <a:pt x="62336" y="1219"/>
                          <a:pt x="63288" y="1219"/>
                        </a:cubicBezTo>
                        <a:cubicBezTo>
                          <a:pt x="63288" y="1219"/>
                          <a:pt x="62336" y="1219"/>
                          <a:pt x="62336" y="1219"/>
                        </a:cubicBezTo>
                        <a:cubicBezTo>
                          <a:pt x="63288" y="1219"/>
                          <a:pt x="63288" y="1219"/>
                          <a:pt x="63288" y="267"/>
                        </a:cubicBezTo>
                        <a:cubicBezTo>
                          <a:pt x="62336" y="267"/>
                          <a:pt x="61383" y="1219"/>
                          <a:pt x="61383" y="1219"/>
                        </a:cubicBezTo>
                        <a:cubicBezTo>
                          <a:pt x="61383" y="1219"/>
                          <a:pt x="63288" y="267"/>
                          <a:pt x="63288" y="267"/>
                        </a:cubicBezTo>
                        <a:cubicBezTo>
                          <a:pt x="62336" y="267"/>
                          <a:pt x="61383" y="1219"/>
                          <a:pt x="61383" y="1219"/>
                        </a:cubicBezTo>
                        <a:cubicBezTo>
                          <a:pt x="62336" y="1219"/>
                          <a:pt x="64241" y="-686"/>
                          <a:pt x="62336" y="267"/>
                        </a:cubicBezTo>
                        <a:cubicBezTo>
                          <a:pt x="62336" y="267"/>
                          <a:pt x="63288" y="267"/>
                          <a:pt x="63288" y="267"/>
                        </a:cubicBezTo>
                        <a:cubicBezTo>
                          <a:pt x="61383" y="267"/>
                          <a:pt x="58526" y="3124"/>
                          <a:pt x="57573" y="4077"/>
                        </a:cubicBezTo>
                        <a:cubicBezTo>
                          <a:pt x="57573" y="4077"/>
                          <a:pt x="57573" y="3124"/>
                          <a:pt x="57573" y="3124"/>
                        </a:cubicBezTo>
                        <a:cubicBezTo>
                          <a:pt x="56621" y="3124"/>
                          <a:pt x="55668" y="4077"/>
                          <a:pt x="54716" y="5029"/>
                        </a:cubicBezTo>
                        <a:cubicBezTo>
                          <a:pt x="56621" y="3124"/>
                          <a:pt x="52811" y="5982"/>
                          <a:pt x="51858" y="5982"/>
                        </a:cubicBezTo>
                        <a:cubicBezTo>
                          <a:pt x="52811" y="5029"/>
                          <a:pt x="55668" y="4077"/>
                          <a:pt x="56621" y="2172"/>
                        </a:cubicBezTo>
                        <a:cubicBezTo>
                          <a:pt x="54716" y="2172"/>
                          <a:pt x="53763" y="4077"/>
                          <a:pt x="51858" y="5029"/>
                        </a:cubicBezTo>
                        <a:cubicBezTo>
                          <a:pt x="52811" y="4077"/>
                          <a:pt x="53763" y="4077"/>
                          <a:pt x="53763" y="3124"/>
                        </a:cubicBezTo>
                        <a:cubicBezTo>
                          <a:pt x="51858" y="4077"/>
                          <a:pt x="50906" y="4077"/>
                          <a:pt x="49953" y="5982"/>
                        </a:cubicBezTo>
                        <a:cubicBezTo>
                          <a:pt x="49953" y="5982"/>
                          <a:pt x="49953" y="5982"/>
                          <a:pt x="49953" y="5982"/>
                        </a:cubicBezTo>
                        <a:cubicBezTo>
                          <a:pt x="49953" y="5982"/>
                          <a:pt x="49953" y="5982"/>
                          <a:pt x="49953" y="5982"/>
                        </a:cubicBezTo>
                        <a:cubicBezTo>
                          <a:pt x="49953" y="5982"/>
                          <a:pt x="49953" y="5982"/>
                          <a:pt x="49953" y="5982"/>
                        </a:cubicBezTo>
                        <a:cubicBezTo>
                          <a:pt x="49001" y="5982"/>
                          <a:pt x="49001" y="6934"/>
                          <a:pt x="48048" y="6934"/>
                        </a:cubicBezTo>
                        <a:cubicBezTo>
                          <a:pt x="48048" y="6934"/>
                          <a:pt x="48048" y="6934"/>
                          <a:pt x="48048" y="6934"/>
                        </a:cubicBezTo>
                        <a:cubicBezTo>
                          <a:pt x="47096" y="6934"/>
                          <a:pt x="47096" y="7887"/>
                          <a:pt x="46143" y="7887"/>
                        </a:cubicBezTo>
                        <a:cubicBezTo>
                          <a:pt x="46143" y="7887"/>
                          <a:pt x="46143" y="7887"/>
                          <a:pt x="47096" y="6934"/>
                        </a:cubicBezTo>
                        <a:cubicBezTo>
                          <a:pt x="46143" y="7887"/>
                          <a:pt x="45191" y="7887"/>
                          <a:pt x="44238" y="8839"/>
                        </a:cubicBezTo>
                        <a:cubicBezTo>
                          <a:pt x="46143" y="6934"/>
                          <a:pt x="42333" y="9792"/>
                          <a:pt x="41381" y="10744"/>
                        </a:cubicBezTo>
                        <a:cubicBezTo>
                          <a:pt x="42333" y="10744"/>
                          <a:pt x="42333" y="9792"/>
                          <a:pt x="42333" y="9792"/>
                        </a:cubicBezTo>
                        <a:cubicBezTo>
                          <a:pt x="41381" y="10744"/>
                          <a:pt x="40428" y="11697"/>
                          <a:pt x="39476" y="12649"/>
                        </a:cubicBezTo>
                        <a:cubicBezTo>
                          <a:pt x="40428" y="11697"/>
                          <a:pt x="41381" y="11697"/>
                          <a:pt x="42333" y="10744"/>
                        </a:cubicBezTo>
                        <a:cubicBezTo>
                          <a:pt x="40428" y="11697"/>
                          <a:pt x="39476" y="12649"/>
                          <a:pt x="37571" y="13602"/>
                        </a:cubicBezTo>
                        <a:cubicBezTo>
                          <a:pt x="39476" y="11697"/>
                          <a:pt x="36618" y="14554"/>
                          <a:pt x="35666" y="14554"/>
                        </a:cubicBezTo>
                        <a:cubicBezTo>
                          <a:pt x="34713" y="14554"/>
                          <a:pt x="34713" y="15507"/>
                          <a:pt x="33761" y="15507"/>
                        </a:cubicBezTo>
                        <a:cubicBezTo>
                          <a:pt x="34713" y="14554"/>
                          <a:pt x="31856" y="16459"/>
                          <a:pt x="31856" y="17412"/>
                        </a:cubicBezTo>
                        <a:cubicBezTo>
                          <a:pt x="31856" y="17412"/>
                          <a:pt x="32808" y="16459"/>
                          <a:pt x="32808" y="16459"/>
                        </a:cubicBezTo>
                        <a:cubicBezTo>
                          <a:pt x="30903" y="18364"/>
                          <a:pt x="28046" y="19317"/>
                          <a:pt x="26141" y="21222"/>
                        </a:cubicBezTo>
                        <a:cubicBezTo>
                          <a:pt x="27093" y="21222"/>
                          <a:pt x="25188" y="23127"/>
                          <a:pt x="24236" y="23127"/>
                        </a:cubicBezTo>
                        <a:cubicBezTo>
                          <a:pt x="21378" y="25032"/>
                          <a:pt x="18521" y="26937"/>
                          <a:pt x="15663" y="29794"/>
                        </a:cubicBezTo>
                        <a:cubicBezTo>
                          <a:pt x="13758" y="30747"/>
                          <a:pt x="11853" y="32652"/>
                          <a:pt x="10901" y="34557"/>
                        </a:cubicBezTo>
                        <a:cubicBezTo>
                          <a:pt x="11853" y="33604"/>
                          <a:pt x="13758" y="32652"/>
                          <a:pt x="14711" y="31699"/>
                        </a:cubicBezTo>
                        <a:cubicBezTo>
                          <a:pt x="11853" y="34557"/>
                          <a:pt x="8043" y="36462"/>
                          <a:pt x="5186" y="40272"/>
                        </a:cubicBezTo>
                        <a:cubicBezTo>
                          <a:pt x="6138" y="41224"/>
                          <a:pt x="7091" y="39319"/>
                          <a:pt x="7091" y="39319"/>
                        </a:cubicBezTo>
                        <a:cubicBezTo>
                          <a:pt x="7091" y="40272"/>
                          <a:pt x="7091" y="40272"/>
                          <a:pt x="8043" y="39319"/>
                        </a:cubicBezTo>
                        <a:cubicBezTo>
                          <a:pt x="8043" y="39319"/>
                          <a:pt x="8043" y="40272"/>
                          <a:pt x="7091" y="40272"/>
                        </a:cubicBezTo>
                        <a:cubicBezTo>
                          <a:pt x="8043" y="40272"/>
                          <a:pt x="8996" y="38367"/>
                          <a:pt x="9948" y="37414"/>
                        </a:cubicBezTo>
                        <a:cubicBezTo>
                          <a:pt x="8996" y="39319"/>
                          <a:pt x="10901" y="36462"/>
                          <a:pt x="11853" y="36462"/>
                        </a:cubicBezTo>
                        <a:cubicBezTo>
                          <a:pt x="10901" y="37414"/>
                          <a:pt x="12806" y="36462"/>
                          <a:pt x="12806" y="36462"/>
                        </a:cubicBezTo>
                        <a:cubicBezTo>
                          <a:pt x="13758" y="38367"/>
                          <a:pt x="10901" y="42177"/>
                          <a:pt x="10901" y="43129"/>
                        </a:cubicBezTo>
                        <a:cubicBezTo>
                          <a:pt x="9948" y="45987"/>
                          <a:pt x="8043" y="47892"/>
                          <a:pt x="7091" y="50749"/>
                        </a:cubicBezTo>
                        <a:cubicBezTo>
                          <a:pt x="7091" y="50749"/>
                          <a:pt x="7091" y="50749"/>
                          <a:pt x="7091" y="50749"/>
                        </a:cubicBezTo>
                        <a:cubicBezTo>
                          <a:pt x="6138" y="51702"/>
                          <a:pt x="4233" y="52654"/>
                          <a:pt x="6138" y="54559"/>
                        </a:cubicBezTo>
                        <a:cubicBezTo>
                          <a:pt x="8043" y="53607"/>
                          <a:pt x="8996" y="52654"/>
                          <a:pt x="9948" y="50749"/>
                        </a:cubicBezTo>
                        <a:cubicBezTo>
                          <a:pt x="9948" y="51702"/>
                          <a:pt x="9948" y="51702"/>
                          <a:pt x="8996" y="52654"/>
                        </a:cubicBezTo>
                        <a:cubicBezTo>
                          <a:pt x="12806" y="52654"/>
                          <a:pt x="6138" y="56464"/>
                          <a:pt x="5186" y="56464"/>
                        </a:cubicBezTo>
                        <a:cubicBezTo>
                          <a:pt x="6138" y="57417"/>
                          <a:pt x="8996" y="57417"/>
                          <a:pt x="9948" y="56464"/>
                        </a:cubicBezTo>
                        <a:cubicBezTo>
                          <a:pt x="9948" y="57417"/>
                          <a:pt x="9948" y="57417"/>
                          <a:pt x="9948" y="58369"/>
                        </a:cubicBezTo>
                        <a:cubicBezTo>
                          <a:pt x="10901" y="57417"/>
                          <a:pt x="10901" y="57417"/>
                          <a:pt x="10901" y="56464"/>
                        </a:cubicBezTo>
                        <a:cubicBezTo>
                          <a:pt x="9948" y="58369"/>
                          <a:pt x="9948" y="60274"/>
                          <a:pt x="8996" y="62179"/>
                        </a:cubicBezTo>
                        <a:cubicBezTo>
                          <a:pt x="8043" y="64084"/>
                          <a:pt x="5186" y="64084"/>
                          <a:pt x="4233" y="65989"/>
                        </a:cubicBezTo>
                        <a:cubicBezTo>
                          <a:pt x="3281" y="67894"/>
                          <a:pt x="423" y="70752"/>
                          <a:pt x="423" y="73609"/>
                        </a:cubicBezTo>
                        <a:cubicBezTo>
                          <a:pt x="423" y="73609"/>
                          <a:pt x="423" y="74562"/>
                          <a:pt x="423" y="74562"/>
                        </a:cubicBezTo>
                        <a:cubicBezTo>
                          <a:pt x="-529" y="75514"/>
                          <a:pt x="423" y="75514"/>
                          <a:pt x="1376" y="75514"/>
                        </a:cubicBezTo>
                        <a:cubicBezTo>
                          <a:pt x="1376" y="76467"/>
                          <a:pt x="423" y="76467"/>
                          <a:pt x="423" y="77419"/>
                        </a:cubicBezTo>
                        <a:cubicBezTo>
                          <a:pt x="423" y="79324"/>
                          <a:pt x="-529" y="79324"/>
                          <a:pt x="423" y="80277"/>
                        </a:cubicBezTo>
                        <a:cubicBezTo>
                          <a:pt x="1376" y="83134"/>
                          <a:pt x="1376" y="85039"/>
                          <a:pt x="1376" y="87897"/>
                        </a:cubicBezTo>
                        <a:cubicBezTo>
                          <a:pt x="2328" y="86944"/>
                          <a:pt x="3281" y="84087"/>
                          <a:pt x="4233" y="83134"/>
                        </a:cubicBezTo>
                        <a:cubicBezTo>
                          <a:pt x="6138" y="85039"/>
                          <a:pt x="3281" y="86944"/>
                          <a:pt x="2328" y="88849"/>
                        </a:cubicBezTo>
                        <a:cubicBezTo>
                          <a:pt x="1376" y="92659"/>
                          <a:pt x="5186" y="91707"/>
                          <a:pt x="4233" y="94564"/>
                        </a:cubicBezTo>
                        <a:cubicBezTo>
                          <a:pt x="4233" y="94564"/>
                          <a:pt x="5186" y="94564"/>
                          <a:pt x="5186" y="94564"/>
                        </a:cubicBezTo>
                        <a:cubicBezTo>
                          <a:pt x="5186" y="95517"/>
                          <a:pt x="6138" y="96469"/>
                          <a:pt x="7091" y="95517"/>
                        </a:cubicBezTo>
                        <a:cubicBezTo>
                          <a:pt x="7091" y="98374"/>
                          <a:pt x="8043" y="96469"/>
                          <a:pt x="8996" y="98374"/>
                        </a:cubicBezTo>
                        <a:cubicBezTo>
                          <a:pt x="8996" y="98374"/>
                          <a:pt x="9948" y="100279"/>
                          <a:pt x="9948" y="100279"/>
                        </a:cubicBezTo>
                        <a:cubicBezTo>
                          <a:pt x="11853" y="101232"/>
                          <a:pt x="15663" y="95517"/>
                          <a:pt x="16616" y="94564"/>
                        </a:cubicBezTo>
                        <a:cubicBezTo>
                          <a:pt x="16616" y="95517"/>
                          <a:pt x="16616" y="95517"/>
                          <a:pt x="16616" y="96469"/>
                        </a:cubicBezTo>
                        <a:cubicBezTo>
                          <a:pt x="17568" y="95517"/>
                          <a:pt x="18521" y="94564"/>
                          <a:pt x="18521" y="93612"/>
                        </a:cubicBezTo>
                        <a:cubicBezTo>
                          <a:pt x="19473" y="94564"/>
                          <a:pt x="18521" y="97422"/>
                          <a:pt x="18521" y="97422"/>
                        </a:cubicBezTo>
                        <a:cubicBezTo>
                          <a:pt x="19473" y="98374"/>
                          <a:pt x="23283" y="97422"/>
                          <a:pt x="24236" y="96469"/>
                        </a:cubicBezTo>
                        <a:cubicBezTo>
                          <a:pt x="26141" y="95517"/>
                          <a:pt x="27093" y="92659"/>
                          <a:pt x="27093" y="90754"/>
                        </a:cubicBezTo>
                        <a:cubicBezTo>
                          <a:pt x="27093" y="88849"/>
                          <a:pt x="28046" y="87897"/>
                          <a:pt x="28046" y="85992"/>
                        </a:cubicBezTo>
                        <a:cubicBezTo>
                          <a:pt x="28998" y="83134"/>
                          <a:pt x="28046" y="81229"/>
                          <a:pt x="28998" y="78372"/>
                        </a:cubicBezTo>
                        <a:cubicBezTo>
                          <a:pt x="29951" y="75514"/>
                          <a:pt x="32808" y="72657"/>
                          <a:pt x="33761" y="69799"/>
                        </a:cubicBezTo>
                        <a:cubicBezTo>
                          <a:pt x="33761" y="67894"/>
                          <a:pt x="34713" y="64084"/>
                          <a:pt x="31856" y="64084"/>
                        </a:cubicBezTo>
                        <a:cubicBezTo>
                          <a:pt x="33761" y="62179"/>
                          <a:pt x="35666" y="62179"/>
                          <a:pt x="35666" y="59322"/>
                        </a:cubicBezTo>
                        <a:cubicBezTo>
                          <a:pt x="39476" y="61227"/>
                          <a:pt x="39476" y="53607"/>
                          <a:pt x="41381" y="52654"/>
                        </a:cubicBezTo>
                        <a:cubicBezTo>
                          <a:pt x="41381" y="52654"/>
                          <a:pt x="41381" y="52654"/>
                          <a:pt x="41381" y="52654"/>
                        </a:cubicBezTo>
                        <a:cubicBezTo>
                          <a:pt x="40428" y="53607"/>
                          <a:pt x="40428" y="54559"/>
                          <a:pt x="39476" y="56464"/>
                        </a:cubicBezTo>
                        <a:cubicBezTo>
                          <a:pt x="41381" y="56464"/>
                          <a:pt x="43286" y="54559"/>
                          <a:pt x="43286" y="52654"/>
                        </a:cubicBezTo>
                        <a:cubicBezTo>
                          <a:pt x="43286" y="52654"/>
                          <a:pt x="44238" y="53607"/>
                          <a:pt x="44238" y="53607"/>
                        </a:cubicBezTo>
                        <a:cubicBezTo>
                          <a:pt x="45191" y="52654"/>
                          <a:pt x="47096" y="50749"/>
                          <a:pt x="48048" y="49797"/>
                        </a:cubicBezTo>
                        <a:cubicBezTo>
                          <a:pt x="49001" y="48844"/>
                          <a:pt x="49953" y="46939"/>
                          <a:pt x="50906" y="45034"/>
                        </a:cubicBezTo>
                        <a:cubicBezTo>
                          <a:pt x="51858" y="43129"/>
                          <a:pt x="52811" y="41224"/>
                          <a:pt x="53763" y="40272"/>
                        </a:cubicBezTo>
                        <a:cubicBezTo>
                          <a:pt x="54716" y="38367"/>
                          <a:pt x="55668" y="38367"/>
                          <a:pt x="52811" y="37414"/>
                        </a:cubicBezTo>
                        <a:cubicBezTo>
                          <a:pt x="52811" y="37414"/>
                          <a:pt x="52811" y="37414"/>
                          <a:pt x="52811" y="36462"/>
                        </a:cubicBezTo>
                        <a:cubicBezTo>
                          <a:pt x="54716" y="38367"/>
                          <a:pt x="61383" y="35509"/>
                          <a:pt x="59478" y="33604"/>
                        </a:cubicBezTo>
                        <a:cubicBezTo>
                          <a:pt x="61383" y="33604"/>
                          <a:pt x="62336" y="31699"/>
                          <a:pt x="63288" y="30747"/>
                        </a:cubicBezTo>
                        <a:cubicBezTo>
                          <a:pt x="65193" y="28842"/>
                          <a:pt x="68051" y="26937"/>
                          <a:pt x="69956" y="25032"/>
                        </a:cubicBezTo>
                        <a:cubicBezTo>
                          <a:pt x="70908" y="24079"/>
                          <a:pt x="70908" y="23127"/>
                          <a:pt x="70908" y="23127"/>
                        </a:cubicBezTo>
                        <a:cubicBezTo>
                          <a:pt x="74718" y="20269"/>
                          <a:pt x="75671" y="19317"/>
                          <a:pt x="77576" y="17412"/>
                        </a:cubicBezTo>
                        <a:close/>
                        <a:moveTo>
                          <a:pt x="49953" y="5029"/>
                        </a:moveTo>
                        <a:cubicBezTo>
                          <a:pt x="49001" y="5029"/>
                          <a:pt x="49001" y="5029"/>
                          <a:pt x="49953" y="5029"/>
                        </a:cubicBezTo>
                        <a:cubicBezTo>
                          <a:pt x="49001" y="5982"/>
                          <a:pt x="49001" y="5029"/>
                          <a:pt x="49953" y="5029"/>
                        </a:cubicBezTo>
                        <a:cubicBezTo>
                          <a:pt x="49001" y="5029"/>
                          <a:pt x="49001" y="5982"/>
                          <a:pt x="49001" y="5982"/>
                        </a:cubicBezTo>
                        <a:cubicBezTo>
                          <a:pt x="49001" y="5982"/>
                          <a:pt x="49001" y="5029"/>
                          <a:pt x="49953" y="5029"/>
                        </a:cubicBezTo>
                        <a:cubicBezTo>
                          <a:pt x="48048" y="5982"/>
                          <a:pt x="49001" y="5029"/>
                          <a:pt x="49953" y="5029"/>
                        </a:cubicBezTo>
                        <a:cubicBezTo>
                          <a:pt x="49953" y="4077"/>
                          <a:pt x="49953" y="5029"/>
                          <a:pt x="49953" y="5029"/>
                        </a:cubicBezTo>
                        <a:close/>
                      </a:path>
                    </a:pathLst>
                  </a:custGeom>
                  <a:solidFill>
                    <a:schemeClr val="bg2">
                      <a:alpha val="34000"/>
                    </a:schemeClr>
                  </a:solidFill>
                  <a:ln w="9525" cap="flat">
                    <a:noFill/>
                    <a:prstDash val="solid"/>
                    <a:miter/>
                  </a:ln>
                </p:spPr>
                <p:txBody>
                  <a:bodyPr rtlCol="0" anchor="ctr"/>
                  <a:lstStyle/>
                  <a:p>
                    <a:endParaRPr lang="en-US"/>
                  </a:p>
                </p:txBody>
              </p:sp>
              <p:sp>
                <p:nvSpPr>
                  <p:cNvPr id="501" name="Freeform: Shape 500">
                    <a:extLst>
                      <a:ext uri="{FF2B5EF4-FFF2-40B4-BE49-F238E27FC236}">
                        <a16:creationId xmlns:a16="http://schemas.microsoft.com/office/drawing/2014/main" id="{86FF42E4-DD86-4CE0-8907-5F56984E6C30}"/>
                      </a:ext>
                    </a:extLst>
                  </p:cNvPr>
                  <p:cNvSpPr/>
                  <p:nvPr/>
                </p:nvSpPr>
                <p:spPr>
                  <a:xfrm>
                    <a:off x="15059169" y="2085370"/>
                    <a:ext cx="2099" cy="9525"/>
                  </a:xfrm>
                  <a:custGeom>
                    <a:avLst/>
                    <a:gdLst>
                      <a:gd name="connsiteX0" fmla="*/ 0 w 2099"/>
                      <a:gd name="connsiteY0" fmla="*/ 0 h 9525"/>
                      <a:gd name="connsiteX1" fmla="*/ 1905 w 2099"/>
                      <a:gd name="connsiteY1" fmla="*/ 0 h 9525"/>
                      <a:gd name="connsiteX2" fmla="*/ 0 w 2099"/>
                      <a:gd name="connsiteY2" fmla="*/ 0 h 9525"/>
                      <a:gd name="connsiteX3" fmla="*/ 0 w 2099"/>
                      <a:gd name="connsiteY3" fmla="*/ 0 h 9525"/>
                    </a:gdLst>
                    <a:ahLst/>
                    <a:cxnLst>
                      <a:cxn ang="0">
                        <a:pos x="connsiteX0" y="connsiteY0"/>
                      </a:cxn>
                      <a:cxn ang="0">
                        <a:pos x="connsiteX1" y="connsiteY1"/>
                      </a:cxn>
                      <a:cxn ang="0">
                        <a:pos x="connsiteX2" y="connsiteY2"/>
                      </a:cxn>
                      <a:cxn ang="0">
                        <a:pos x="connsiteX3" y="connsiteY3"/>
                      </a:cxn>
                    </a:cxnLst>
                    <a:rect l="l" t="t" r="r" b="b"/>
                    <a:pathLst>
                      <a:path w="2099" h="9525">
                        <a:moveTo>
                          <a:pt x="0" y="0"/>
                        </a:moveTo>
                        <a:cubicBezTo>
                          <a:pt x="952" y="0"/>
                          <a:pt x="952" y="0"/>
                          <a:pt x="1905" y="0"/>
                        </a:cubicBezTo>
                        <a:cubicBezTo>
                          <a:pt x="2858" y="0"/>
                          <a:pt x="0" y="0"/>
                          <a:pt x="0" y="0"/>
                        </a:cubicBezTo>
                        <a:cubicBezTo>
                          <a:pt x="0" y="0"/>
                          <a:pt x="0" y="0"/>
                          <a:pt x="0" y="0"/>
                        </a:cubicBezTo>
                        <a:close/>
                      </a:path>
                    </a:pathLst>
                  </a:custGeom>
                  <a:solidFill>
                    <a:schemeClr val="bg2">
                      <a:alpha val="34000"/>
                    </a:schemeClr>
                  </a:solidFill>
                  <a:ln w="9525" cap="flat">
                    <a:noFill/>
                    <a:prstDash val="solid"/>
                    <a:miter/>
                  </a:ln>
                </p:spPr>
                <p:txBody>
                  <a:bodyPr rtlCol="0" anchor="ctr"/>
                  <a:lstStyle/>
                  <a:p>
                    <a:endParaRPr lang="en-US"/>
                  </a:p>
                </p:txBody>
              </p:sp>
              <p:sp>
                <p:nvSpPr>
                  <p:cNvPr id="502" name="Freeform: Shape 501">
                    <a:extLst>
                      <a:ext uri="{FF2B5EF4-FFF2-40B4-BE49-F238E27FC236}">
                        <a16:creationId xmlns:a16="http://schemas.microsoft.com/office/drawing/2014/main" id="{8C7FFD93-E2C5-4717-BDDF-1663B46853DA}"/>
                      </a:ext>
                    </a:extLst>
                  </p:cNvPr>
                  <p:cNvSpPr/>
                  <p:nvPr/>
                </p:nvSpPr>
                <p:spPr>
                  <a:xfrm>
                    <a:off x="15062027" y="2085103"/>
                    <a:ext cx="2857" cy="1219"/>
                  </a:xfrm>
                  <a:custGeom>
                    <a:avLst/>
                    <a:gdLst>
                      <a:gd name="connsiteX0" fmla="*/ 952 w 2857"/>
                      <a:gd name="connsiteY0" fmla="*/ 1219 h 1219"/>
                      <a:gd name="connsiteX1" fmla="*/ 2857 w 2857"/>
                      <a:gd name="connsiteY1" fmla="*/ 267 h 1219"/>
                      <a:gd name="connsiteX2" fmla="*/ 0 w 2857"/>
                      <a:gd name="connsiteY2" fmla="*/ 1219 h 1219"/>
                      <a:gd name="connsiteX3" fmla="*/ 952 w 2857"/>
                      <a:gd name="connsiteY3" fmla="*/ 1219 h 1219"/>
                    </a:gdLst>
                    <a:ahLst/>
                    <a:cxnLst>
                      <a:cxn ang="0">
                        <a:pos x="connsiteX0" y="connsiteY0"/>
                      </a:cxn>
                      <a:cxn ang="0">
                        <a:pos x="connsiteX1" y="connsiteY1"/>
                      </a:cxn>
                      <a:cxn ang="0">
                        <a:pos x="connsiteX2" y="connsiteY2"/>
                      </a:cxn>
                      <a:cxn ang="0">
                        <a:pos x="connsiteX3" y="connsiteY3"/>
                      </a:cxn>
                    </a:cxnLst>
                    <a:rect l="l" t="t" r="r" b="b"/>
                    <a:pathLst>
                      <a:path w="2857" h="1219">
                        <a:moveTo>
                          <a:pt x="952" y="1219"/>
                        </a:moveTo>
                        <a:cubicBezTo>
                          <a:pt x="952" y="1219"/>
                          <a:pt x="2857" y="267"/>
                          <a:pt x="2857" y="267"/>
                        </a:cubicBezTo>
                        <a:cubicBezTo>
                          <a:pt x="2857" y="-686"/>
                          <a:pt x="0" y="1219"/>
                          <a:pt x="0" y="1219"/>
                        </a:cubicBezTo>
                        <a:cubicBezTo>
                          <a:pt x="952" y="1219"/>
                          <a:pt x="952" y="1219"/>
                          <a:pt x="952" y="1219"/>
                        </a:cubicBezTo>
                        <a:close/>
                      </a:path>
                    </a:pathLst>
                  </a:custGeom>
                  <a:solidFill>
                    <a:schemeClr val="bg2">
                      <a:alpha val="34000"/>
                    </a:schemeClr>
                  </a:solidFill>
                  <a:ln w="9525" cap="flat">
                    <a:noFill/>
                    <a:prstDash val="solid"/>
                    <a:miter/>
                  </a:ln>
                </p:spPr>
                <p:txBody>
                  <a:bodyPr rtlCol="0" anchor="ctr"/>
                  <a:lstStyle/>
                  <a:p>
                    <a:endParaRPr lang="en-US"/>
                  </a:p>
                </p:txBody>
              </p:sp>
              <p:sp>
                <p:nvSpPr>
                  <p:cNvPr id="503" name="Freeform: Shape 502">
                    <a:extLst>
                      <a:ext uri="{FF2B5EF4-FFF2-40B4-BE49-F238E27FC236}">
                        <a16:creationId xmlns:a16="http://schemas.microsoft.com/office/drawing/2014/main" id="{5516107D-21E5-46A1-816D-0A2B1E74BD42}"/>
                      </a:ext>
                    </a:extLst>
                  </p:cNvPr>
                  <p:cNvSpPr/>
                  <p:nvPr/>
                </p:nvSpPr>
                <p:spPr>
                  <a:xfrm>
                    <a:off x="14993447" y="2139663"/>
                    <a:ext cx="5715" cy="4914"/>
                  </a:xfrm>
                  <a:custGeom>
                    <a:avLst/>
                    <a:gdLst>
                      <a:gd name="connsiteX0" fmla="*/ 0 w 5715"/>
                      <a:gd name="connsiteY0" fmla="*/ 4763 h 4914"/>
                      <a:gd name="connsiteX1" fmla="*/ 5715 w 5715"/>
                      <a:gd name="connsiteY1" fmla="*/ 953 h 4914"/>
                      <a:gd name="connsiteX2" fmla="*/ 1905 w 5715"/>
                      <a:gd name="connsiteY2" fmla="*/ 0 h 4914"/>
                      <a:gd name="connsiteX3" fmla="*/ 0 w 5715"/>
                      <a:gd name="connsiteY3" fmla="*/ 4763 h 4914"/>
                      <a:gd name="connsiteX4" fmla="*/ 0 w 5715"/>
                      <a:gd name="connsiteY4" fmla="*/ 4763 h 4914"/>
                      <a:gd name="connsiteX5" fmla="*/ 0 w 5715"/>
                      <a:gd name="connsiteY5" fmla="*/ 4763 h 4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15" h="4914">
                        <a:moveTo>
                          <a:pt x="0" y="4763"/>
                        </a:moveTo>
                        <a:cubicBezTo>
                          <a:pt x="953" y="5715"/>
                          <a:pt x="5715" y="1905"/>
                          <a:pt x="5715" y="953"/>
                        </a:cubicBezTo>
                        <a:cubicBezTo>
                          <a:pt x="5715" y="0"/>
                          <a:pt x="2858" y="0"/>
                          <a:pt x="1905" y="0"/>
                        </a:cubicBezTo>
                        <a:cubicBezTo>
                          <a:pt x="0" y="1905"/>
                          <a:pt x="953" y="3810"/>
                          <a:pt x="0" y="4763"/>
                        </a:cubicBezTo>
                        <a:cubicBezTo>
                          <a:pt x="0" y="4763"/>
                          <a:pt x="0" y="4763"/>
                          <a:pt x="0" y="4763"/>
                        </a:cubicBezTo>
                        <a:cubicBezTo>
                          <a:pt x="953" y="4763"/>
                          <a:pt x="953" y="4763"/>
                          <a:pt x="0" y="4763"/>
                        </a:cubicBezTo>
                        <a:close/>
                      </a:path>
                    </a:pathLst>
                  </a:custGeom>
                  <a:solidFill>
                    <a:schemeClr val="bg2">
                      <a:alpha val="34000"/>
                    </a:schemeClr>
                  </a:solidFill>
                  <a:ln w="9525" cap="flat">
                    <a:noFill/>
                    <a:prstDash val="solid"/>
                    <a:miter/>
                  </a:ln>
                </p:spPr>
                <p:txBody>
                  <a:bodyPr rtlCol="0" anchor="ctr"/>
                  <a:lstStyle/>
                  <a:p>
                    <a:endParaRPr lang="en-US"/>
                  </a:p>
                </p:txBody>
              </p:sp>
              <p:sp>
                <p:nvSpPr>
                  <p:cNvPr id="505" name="Freeform: Shape 504">
                    <a:extLst>
                      <a:ext uri="{FF2B5EF4-FFF2-40B4-BE49-F238E27FC236}">
                        <a16:creationId xmlns:a16="http://schemas.microsoft.com/office/drawing/2014/main" id="{5E19D6F0-CFDD-451B-8608-9192203F8494}"/>
                      </a:ext>
                    </a:extLst>
                  </p:cNvPr>
                  <p:cNvSpPr/>
                  <p:nvPr/>
                </p:nvSpPr>
                <p:spPr>
                  <a:xfrm>
                    <a:off x="14990589" y="2122517"/>
                    <a:ext cx="9525" cy="9525"/>
                  </a:xfrm>
                  <a:custGeom>
                    <a:avLst/>
                    <a:gdLst>
                      <a:gd name="connsiteX0" fmla="*/ 0 w 9525"/>
                      <a:gd name="connsiteY0" fmla="*/ 0 h 9525"/>
                      <a:gd name="connsiteX1" fmla="*/ 0 w 9525"/>
                      <a:gd name="connsiteY1" fmla="*/ 0 h 9525"/>
                      <a:gd name="connsiteX2" fmla="*/ 0 w 9525"/>
                      <a:gd name="connsiteY2" fmla="*/ 0 h 9525"/>
                    </a:gdLst>
                    <a:ahLst/>
                    <a:cxnLst>
                      <a:cxn ang="0">
                        <a:pos x="connsiteX0" y="connsiteY0"/>
                      </a:cxn>
                      <a:cxn ang="0">
                        <a:pos x="connsiteX1" y="connsiteY1"/>
                      </a:cxn>
                      <a:cxn ang="0">
                        <a:pos x="connsiteX2" y="connsiteY2"/>
                      </a:cxn>
                    </a:cxnLst>
                    <a:rect l="l" t="t" r="r" b="b"/>
                    <a:pathLst>
                      <a:path w="9525" h="9525">
                        <a:moveTo>
                          <a:pt x="0" y="0"/>
                        </a:moveTo>
                        <a:cubicBezTo>
                          <a:pt x="0" y="0"/>
                          <a:pt x="0" y="0"/>
                          <a:pt x="0" y="0"/>
                        </a:cubicBezTo>
                        <a:lnTo>
                          <a:pt x="0" y="0"/>
                        </a:lnTo>
                        <a:close/>
                      </a:path>
                    </a:pathLst>
                  </a:custGeom>
                  <a:solidFill>
                    <a:schemeClr val="bg2">
                      <a:alpha val="34000"/>
                    </a:schemeClr>
                  </a:solidFill>
                  <a:ln w="9525" cap="flat">
                    <a:noFill/>
                    <a:prstDash val="solid"/>
                    <a:miter/>
                  </a:ln>
                </p:spPr>
                <p:txBody>
                  <a:bodyPr rtlCol="0" anchor="ctr"/>
                  <a:lstStyle/>
                  <a:p>
                    <a:endParaRPr lang="en-US"/>
                  </a:p>
                </p:txBody>
              </p:sp>
              <p:sp>
                <p:nvSpPr>
                  <p:cNvPr id="507" name="Freeform: Shape 506">
                    <a:extLst>
                      <a:ext uri="{FF2B5EF4-FFF2-40B4-BE49-F238E27FC236}">
                        <a16:creationId xmlns:a16="http://schemas.microsoft.com/office/drawing/2014/main" id="{0147226A-5F77-47C0-ABFA-02D47952E130}"/>
                      </a:ext>
                    </a:extLst>
                  </p:cNvPr>
                  <p:cNvSpPr/>
                  <p:nvPr/>
                </p:nvSpPr>
                <p:spPr>
                  <a:xfrm>
                    <a:off x="14982017" y="2091085"/>
                    <a:ext cx="53339" cy="39052"/>
                  </a:xfrm>
                  <a:custGeom>
                    <a:avLst/>
                    <a:gdLst>
                      <a:gd name="connsiteX0" fmla="*/ 19050 w 53339"/>
                      <a:gd name="connsiteY0" fmla="*/ 22860 h 39052"/>
                      <a:gd name="connsiteX1" fmla="*/ 11430 w 53339"/>
                      <a:gd name="connsiteY1" fmla="*/ 29528 h 39052"/>
                      <a:gd name="connsiteX2" fmla="*/ 13335 w 53339"/>
                      <a:gd name="connsiteY2" fmla="*/ 27622 h 39052"/>
                      <a:gd name="connsiteX3" fmla="*/ 12382 w 53339"/>
                      <a:gd name="connsiteY3" fmla="*/ 28575 h 39052"/>
                      <a:gd name="connsiteX4" fmla="*/ 13335 w 53339"/>
                      <a:gd name="connsiteY4" fmla="*/ 27622 h 39052"/>
                      <a:gd name="connsiteX5" fmla="*/ 12382 w 53339"/>
                      <a:gd name="connsiteY5" fmla="*/ 28575 h 39052"/>
                      <a:gd name="connsiteX6" fmla="*/ 20955 w 53339"/>
                      <a:gd name="connsiteY6" fmla="*/ 21907 h 39052"/>
                      <a:gd name="connsiteX7" fmla="*/ 12382 w 53339"/>
                      <a:gd name="connsiteY7" fmla="*/ 28575 h 39052"/>
                      <a:gd name="connsiteX8" fmla="*/ 15240 w 53339"/>
                      <a:gd name="connsiteY8" fmla="*/ 26670 h 39052"/>
                      <a:gd name="connsiteX9" fmla="*/ 8572 w 53339"/>
                      <a:gd name="connsiteY9" fmla="*/ 32385 h 39052"/>
                      <a:gd name="connsiteX10" fmla="*/ 11430 w 53339"/>
                      <a:gd name="connsiteY10" fmla="*/ 29528 h 39052"/>
                      <a:gd name="connsiteX11" fmla="*/ 952 w 53339"/>
                      <a:gd name="connsiteY11" fmla="*/ 38100 h 39052"/>
                      <a:gd name="connsiteX12" fmla="*/ 1905 w 53339"/>
                      <a:gd name="connsiteY12" fmla="*/ 37147 h 39052"/>
                      <a:gd name="connsiteX13" fmla="*/ 0 w 53339"/>
                      <a:gd name="connsiteY13" fmla="*/ 39053 h 39052"/>
                      <a:gd name="connsiteX14" fmla="*/ 1905 w 53339"/>
                      <a:gd name="connsiteY14" fmla="*/ 38100 h 39052"/>
                      <a:gd name="connsiteX15" fmla="*/ 6667 w 53339"/>
                      <a:gd name="connsiteY15" fmla="*/ 35243 h 39052"/>
                      <a:gd name="connsiteX16" fmla="*/ 4763 w 53339"/>
                      <a:gd name="connsiteY16" fmla="*/ 37147 h 39052"/>
                      <a:gd name="connsiteX17" fmla="*/ 12382 w 53339"/>
                      <a:gd name="connsiteY17" fmla="*/ 30480 h 39052"/>
                      <a:gd name="connsiteX18" fmla="*/ 11430 w 53339"/>
                      <a:gd name="connsiteY18" fmla="*/ 30480 h 39052"/>
                      <a:gd name="connsiteX19" fmla="*/ 15240 w 53339"/>
                      <a:gd name="connsiteY19" fmla="*/ 27622 h 39052"/>
                      <a:gd name="connsiteX20" fmla="*/ 18097 w 53339"/>
                      <a:gd name="connsiteY20" fmla="*/ 25718 h 39052"/>
                      <a:gd name="connsiteX21" fmla="*/ 21907 w 53339"/>
                      <a:gd name="connsiteY21" fmla="*/ 22860 h 39052"/>
                      <a:gd name="connsiteX22" fmla="*/ 23813 w 53339"/>
                      <a:gd name="connsiteY22" fmla="*/ 20955 h 39052"/>
                      <a:gd name="connsiteX23" fmla="*/ 26670 w 53339"/>
                      <a:gd name="connsiteY23" fmla="*/ 18097 h 39052"/>
                      <a:gd name="connsiteX24" fmla="*/ 37148 w 53339"/>
                      <a:gd name="connsiteY24" fmla="*/ 10478 h 39052"/>
                      <a:gd name="connsiteX25" fmla="*/ 40957 w 53339"/>
                      <a:gd name="connsiteY25" fmla="*/ 8572 h 39052"/>
                      <a:gd name="connsiteX26" fmla="*/ 45720 w 53339"/>
                      <a:gd name="connsiteY26" fmla="*/ 5715 h 39052"/>
                      <a:gd name="connsiteX27" fmla="*/ 42863 w 53339"/>
                      <a:gd name="connsiteY27" fmla="*/ 7620 h 39052"/>
                      <a:gd name="connsiteX28" fmla="*/ 53340 w 53339"/>
                      <a:gd name="connsiteY28" fmla="*/ 0 h 39052"/>
                      <a:gd name="connsiteX29" fmla="*/ 50482 w 53339"/>
                      <a:gd name="connsiteY29" fmla="*/ 1905 h 39052"/>
                      <a:gd name="connsiteX30" fmla="*/ 53340 w 53339"/>
                      <a:gd name="connsiteY30" fmla="*/ 0 h 39052"/>
                      <a:gd name="connsiteX31" fmla="*/ 49530 w 53339"/>
                      <a:gd name="connsiteY31" fmla="*/ 2857 h 39052"/>
                      <a:gd name="connsiteX32" fmla="*/ 50482 w 53339"/>
                      <a:gd name="connsiteY32" fmla="*/ 1905 h 39052"/>
                      <a:gd name="connsiteX33" fmla="*/ 43815 w 53339"/>
                      <a:gd name="connsiteY33" fmla="*/ 6668 h 39052"/>
                      <a:gd name="connsiteX34" fmla="*/ 46673 w 53339"/>
                      <a:gd name="connsiteY34" fmla="*/ 4763 h 39052"/>
                      <a:gd name="connsiteX35" fmla="*/ 42863 w 53339"/>
                      <a:gd name="connsiteY35" fmla="*/ 7620 h 39052"/>
                      <a:gd name="connsiteX36" fmla="*/ 41910 w 53339"/>
                      <a:gd name="connsiteY36" fmla="*/ 8572 h 39052"/>
                      <a:gd name="connsiteX37" fmla="*/ 42863 w 53339"/>
                      <a:gd name="connsiteY37" fmla="*/ 7620 h 39052"/>
                      <a:gd name="connsiteX38" fmla="*/ 41910 w 53339"/>
                      <a:gd name="connsiteY38" fmla="*/ 8572 h 39052"/>
                      <a:gd name="connsiteX39" fmla="*/ 42863 w 53339"/>
                      <a:gd name="connsiteY39" fmla="*/ 7620 h 39052"/>
                      <a:gd name="connsiteX40" fmla="*/ 38100 w 53339"/>
                      <a:gd name="connsiteY40" fmla="*/ 10478 h 39052"/>
                      <a:gd name="connsiteX41" fmla="*/ 40005 w 53339"/>
                      <a:gd name="connsiteY41" fmla="*/ 9525 h 39052"/>
                      <a:gd name="connsiteX42" fmla="*/ 37148 w 53339"/>
                      <a:gd name="connsiteY42" fmla="*/ 11430 h 39052"/>
                      <a:gd name="connsiteX43" fmla="*/ 39052 w 53339"/>
                      <a:gd name="connsiteY43" fmla="*/ 10478 h 39052"/>
                      <a:gd name="connsiteX44" fmla="*/ 34290 w 53339"/>
                      <a:gd name="connsiteY44" fmla="*/ 13335 h 39052"/>
                      <a:gd name="connsiteX45" fmla="*/ 34290 w 53339"/>
                      <a:gd name="connsiteY45" fmla="*/ 13335 h 39052"/>
                      <a:gd name="connsiteX46" fmla="*/ 38100 w 53339"/>
                      <a:gd name="connsiteY46" fmla="*/ 10478 h 39052"/>
                      <a:gd name="connsiteX47" fmla="*/ 31432 w 53339"/>
                      <a:gd name="connsiteY47" fmla="*/ 15240 h 39052"/>
                      <a:gd name="connsiteX48" fmla="*/ 34290 w 53339"/>
                      <a:gd name="connsiteY48" fmla="*/ 13335 h 39052"/>
                      <a:gd name="connsiteX49" fmla="*/ 32385 w 53339"/>
                      <a:gd name="connsiteY49" fmla="*/ 15240 h 39052"/>
                      <a:gd name="connsiteX50" fmla="*/ 35242 w 53339"/>
                      <a:gd name="connsiteY50" fmla="*/ 13335 h 39052"/>
                      <a:gd name="connsiteX51" fmla="*/ 33338 w 53339"/>
                      <a:gd name="connsiteY51" fmla="*/ 14288 h 39052"/>
                      <a:gd name="connsiteX52" fmla="*/ 40957 w 53339"/>
                      <a:gd name="connsiteY52" fmla="*/ 8572 h 39052"/>
                      <a:gd name="connsiteX53" fmla="*/ 33338 w 53339"/>
                      <a:gd name="connsiteY53" fmla="*/ 13335 h 39052"/>
                      <a:gd name="connsiteX54" fmla="*/ 30480 w 53339"/>
                      <a:gd name="connsiteY54" fmla="*/ 15240 h 39052"/>
                      <a:gd name="connsiteX55" fmla="*/ 28575 w 53339"/>
                      <a:gd name="connsiteY55" fmla="*/ 17145 h 39052"/>
                      <a:gd name="connsiteX56" fmla="*/ 19050 w 53339"/>
                      <a:gd name="connsiteY56" fmla="*/ 22860 h 39052"/>
                      <a:gd name="connsiteX57" fmla="*/ 24765 w 53339"/>
                      <a:gd name="connsiteY57" fmla="*/ 19050 h 39052"/>
                      <a:gd name="connsiteX58" fmla="*/ 24765 w 53339"/>
                      <a:gd name="connsiteY58" fmla="*/ 19050 h 39052"/>
                      <a:gd name="connsiteX59" fmla="*/ 26670 w 53339"/>
                      <a:gd name="connsiteY59" fmla="*/ 17145 h 39052"/>
                      <a:gd name="connsiteX60" fmla="*/ 29527 w 53339"/>
                      <a:gd name="connsiteY60" fmla="*/ 15240 h 39052"/>
                      <a:gd name="connsiteX61" fmla="*/ 35242 w 53339"/>
                      <a:gd name="connsiteY61" fmla="*/ 11430 h 39052"/>
                      <a:gd name="connsiteX62" fmla="*/ 28575 w 53339"/>
                      <a:gd name="connsiteY62" fmla="*/ 16193 h 39052"/>
                      <a:gd name="connsiteX63" fmla="*/ 28575 w 53339"/>
                      <a:gd name="connsiteY63" fmla="*/ 16193 h 39052"/>
                      <a:gd name="connsiteX64" fmla="*/ 25717 w 53339"/>
                      <a:gd name="connsiteY64" fmla="*/ 19050 h 39052"/>
                      <a:gd name="connsiteX65" fmla="*/ 26670 w 53339"/>
                      <a:gd name="connsiteY65" fmla="*/ 18097 h 39052"/>
                      <a:gd name="connsiteX66" fmla="*/ 19050 w 53339"/>
                      <a:gd name="connsiteY66" fmla="*/ 23813 h 39052"/>
                      <a:gd name="connsiteX67" fmla="*/ 20955 w 53339"/>
                      <a:gd name="connsiteY67" fmla="*/ 21907 h 39052"/>
                      <a:gd name="connsiteX68" fmla="*/ 19050 w 53339"/>
                      <a:gd name="connsiteY68" fmla="*/ 22860 h 39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3339" h="39052">
                        <a:moveTo>
                          <a:pt x="19050" y="22860"/>
                        </a:moveTo>
                        <a:cubicBezTo>
                          <a:pt x="16192" y="24765"/>
                          <a:pt x="13335" y="26670"/>
                          <a:pt x="11430" y="29528"/>
                        </a:cubicBezTo>
                        <a:cubicBezTo>
                          <a:pt x="12382" y="29528"/>
                          <a:pt x="13335" y="28575"/>
                          <a:pt x="13335" y="27622"/>
                        </a:cubicBezTo>
                        <a:cubicBezTo>
                          <a:pt x="12382" y="27622"/>
                          <a:pt x="12382" y="28575"/>
                          <a:pt x="12382" y="28575"/>
                        </a:cubicBezTo>
                        <a:cubicBezTo>
                          <a:pt x="12382" y="28575"/>
                          <a:pt x="13335" y="27622"/>
                          <a:pt x="13335" y="27622"/>
                        </a:cubicBezTo>
                        <a:cubicBezTo>
                          <a:pt x="13335" y="27622"/>
                          <a:pt x="12382" y="28575"/>
                          <a:pt x="12382" y="28575"/>
                        </a:cubicBezTo>
                        <a:cubicBezTo>
                          <a:pt x="15240" y="26670"/>
                          <a:pt x="18097" y="23813"/>
                          <a:pt x="20955" y="21907"/>
                        </a:cubicBezTo>
                        <a:cubicBezTo>
                          <a:pt x="18097" y="23813"/>
                          <a:pt x="15240" y="25718"/>
                          <a:pt x="12382" y="28575"/>
                        </a:cubicBezTo>
                        <a:cubicBezTo>
                          <a:pt x="13335" y="28575"/>
                          <a:pt x="14288" y="27622"/>
                          <a:pt x="15240" y="26670"/>
                        </a:cubicBezTo>
                        <a:cubicBezTo>
                          <a:pt x="13335" y="28575"/>
                          <a:pt x="10477" y="30480"/>
                          <a:pt x="8572" y="32385"/>
                        </a:cubicBezTo>
                        <a:cubicBezTo>
                          <a:pt x="9525" y="31432"/>
                          <a:pt x="10477" y="30480"/>
                          <a:pt x="11430" y="29528"/>
                        </a:cubicBezTo>
                        <a:cubicBezTo>
                          <a:pt x="7620" y="32385"/>
                          <a:pt x="2857" y="35243"/>
                          <a:pt x="952" y="38100"/>
                        </a:cubicBezTo>
                        <a:cubicBezTo>
                          <a:pt x="952" y="38100"/>
                          <a:pt x="1905" y="37147"/>
                          <a:pt x="1905" y="37147"/>
                        </a:cubicBezTo>
                        <a:cubicBezTo>
                          <a:pt x="952" y="38100"/>
                          <a:pt x="952" y="38100"/>
                          <a:pt x="0" y="39053"/>
                        </a:cubicBezTo>
                        <a:cubicBezTo>
                          <a:pt x="0" y="39053"/>
                          <a:pt x="1905" y="38100"/>
                          <a:pt x="1905" y="38100"/>
                        </a:cubicBezTo>
                        <a:cubicBezTo>
                          <a:pt x="3810" y="37147"/>
                          <a:pt x="4763" y="36195"/>
                          <a:pt x="6667" y="35243"/>
                        </a:cubicBezTo>
                        <a:cubicBezTo>
                          <a:pt x="5715" y="36195"/>
                          <a:pt x="4763" y="36195"/>
                          <a:pt x="4763" y="37147"/>
                        </a:cubicBezTo>
                        <a:cubicBezTo>
                          <a:pt x="7620" y="35243"/>
                          <a:pt x="10477" y="33338"/>
                          <a:pt x="12382" y="30480"/>
                        </a:cubicBezTo>
                        <a:cubicBezTo>
                          <a:pt x="12382" y="30480"/>
                          <a:pt x="12382" y="30480"/>
                          <a:pt x="11430" y="30480"/>
                        </a:cubicBezTo>
                        <a:cubicBezTo>
                          <a:pt x="12382" y="29528"/>
                          <a:pt x="14288" y="28575"/>
                          <a:pt x="15240" y="27622"/>
                        </a:cubicBezTo>
                        <a:cubicBezTo>
                          <a:pt x="16192" y="27622"/>
                          <a:pt x="19050" y="24765"/>
                          <a:pt x="18097" y="25718"/>
                        </a:cubicBezTo>
                        <a:cubicBezTo>
                          <a:pt x="19050" y="24765"/>
                          <a:pt x="20955" y="23813"/>
                          <a:pt x="21907" y="22860"/>
                        </a:cubicBezTo>
                        <a:cubicBezTo>
                          <a:pt x="22860" y="21907"/>
                          <a:pt x="22860" y="21907"/>
                          <a:pt x="23813" y="20955"/>
                        </a:cubicBezTo>
                        <a:cubicBezTo>
                          <a:pt x="24765" y="20955"/>
                          <a:pt x="27622" y="17145"/>
                          <a:pt x="26670" y="18097"/>
                        </a:cubicBezTo>
                        <a:cubicBezTo>
                          <a:pt x="30480" y="15240"/>
                          <a:pt x="33338" y="13335"/>
                          <a:pt x="37148" y="10478"/>
                        </a:cubicBezTo>
                        <a:cubicBezTo>
                          <a:pt x="34290" y="13335"/>
                          <a:pt x="40005" y="8572"/>
                          <a:pt x="40957" y="8572"/>
                        </a:cubicBezTo>
                        <a:cubicBezTo>
                          <a:pt x="42863" y="7620"/>
                          <a:pt x="43815" y="6668"/>
                          <a:pt x="45720" y="5715"/>
                        </a:cubicBezTo>
                        <a:cubicBezTo>
                          <a:pt x="44767" y="6668"/>
                          <a:pt x="43815" y="6668"/>
                          <a:pt x="42863" y="7620"/>
                        </a:cubicBezTo>
                        <a:cubicBezTo>
                          <a:pt x="45720" y="4763"/>
                          <a:pt x="51435" y="1905"/>
                          <a:pt x="53340" y="0"/>
                        </a:cubicBezTo>
                        <a:cubicBezTo>
                          <a:pt x="52388" y="953"/>
                          <a:pt x="51435" y="953"/>
                          <a:pt x="50482" y="1905"/>
                        </a:cubicBezTo>
                        <a:cubicBezTo>
                          <a:pt x="51435" y="953"/>
                          <a:pt x="52388" y="0"/>
                          <a:pt x="53340" y="0"/>
                        </a:cubicBezTo>
                        <a:cubicBezTo>
                          <a:pt x="52388" y="953"/>
                          <a:pt x="50482" y="1905"/>
                          <a:pt x="49530" y="2857"/>
                        </a:cubicBezTo>
                        <a:cubicBezTo>
                          <a:pt x="49530" y="2857"/>
                          <a:pt x="50482" y="2857"/>
                          <a:pt x="50482" y="1905"/>
                        </a:cubicBezTo>
                        <a:cubicBezTo>
                          <a:pt x="48577" y="2857"/>
                          <a:pt x="45720" y="4763"/>
                          <a:pt x="43815" y="6668"/>
                        </a:cubicBezTo>
                        <a:cubicBezTo>
                          <a:pt x="44767" y="5715"/>
                          <a:pt x="45720" y="5715"/>
                          <a:pt x="46673" y="4763"/>
                        </a:cubicBezTo>
                        <a:cubicBezTo>
                          <a:pt x="45720" y="5715"/>
                          <a:pt x="43815" y="6668"/>
                          <a:pt x="42863" y="7620"/>
                        </a:cubicBezTo>
                        <a:cubicBezTo>
                          <a:pt x="45720" y="5715"/>
                          <a:pt x="42863" y="7620"/>
                          <a:pt x="41910" y="8572"/>
                        </a:cubicBezTo>
                        <a:cubicBezTo>
                          <a:pt x="41910" y="8572"/>
                          <a:pt x="42863" y="7620"/>
                          <a:pt x="42863" y="7620"/>
                        </a:cubicBezTo>
                        <a:cubicBezTo>
                          <a:pt x="42863" y="7620"/>
                          <a:pt x="41910" y="8572"/>
                          <a:pt x="41910" y="8572"/>
                        </a:cubicBezTo>
                        <a:cubicBezTo>
                          <a:pt x="41910" y="8572"/>
                          <a:pt x="42863" y="7620"/>
                          <a:pt x="42863" y="7620"/>
                        </a:cubicBezTo>
                        <a:cubicBezTo>
                          <a:pt x="40957" y="8572"/>
                          <a:pt x="40005" y="9525"/>
                          <a:pt x="38100" y="10478"/>
                        </a:cubicBezTo>
                        <a:cubicBezTo>
                          <a:pt x="39052" y="10478"/>
                          <a:pt x="39052" y="9525"/>
                          <a:pt x="40005" y="9525"/>
                        </a:cubicBezTo>
                        <a:cubicBezTo>
                          <a:pt x="39052" y="10478"/>
                          <a:pt x="38100" y="10478"/>
                          <a:pt x="37148" y="11430"/>
                        </a:cubicBezTo>
                        <a:cubicBezTo>
                          <a:pt x="38100" y="11430"/>
                          <a:pt x="38100" y="10478"/>
                          <a:pt x="39052" y="10478"/>
                        </a:cubicBezTo>
                        <a:cubicBezTo>
                          <a:pt x="37148" y="11430"/>
                          <a:pt x="36195" y="12382"/>
                          <a:pt x="34290" y="13335"/>
                        </a:cubicBezTo>
                        <a:cubicBezTo>
                          <a:pt x="34290" y="13335"/>
                          <a:pt x="34290" y="13335"/>
                          <a:pt x="34290" y="13335"/>
                        </a:cubicBezTo>
                        <a:cubicBezTo>
                          <a:pt x="35242" y="12382"/>
                          <a:pt x="37148" y="11430"/>
                          <a:pt x="38100" y="10478"/>
                        </a:cubicBezTo>
                        <a:cubicBezTo>
                          <a:pt x="36195" y="12382"/>
                          <a:pt x="33338" y="13335"/>
                          <a:pt x="31432" y="15240"/>
                        </a:cubicBezTo>
                        <a:cubicBezTo>
                          <a:pt x="32385" y="14288"/>
                          <a:pt x="33338" y="14288"/>
                          <a:pt x="34290" y="13335"/>
                        </a:cubicBezTo>
                        <a:cubicBezTo>
                          <a:pt x="33338" y="14288"/>
                          <a:pt x="32385" y="14288"/>
                          <a:pt x="32385" y="15240"/>
                        </a:cubicBezTo>
                        <a:cubicBezTo>
                          <a:pt x="33338" y="15240"/>
                          <a:pt x="33338" y="14288"/>
                          <a:pt x="35242" y="13335"/>
                        </a:cubicBezTo>
                        <a:cubicBezTo>
                          <a:pt x="34290" y="13335"/>
                          <a:pt x="34290" y="14288"/>
                          <a:pt x="33338" y="14288"/>
                        </a:cubicBezTo>
                        <a:cubicBezTo>
                          <a:pt x="36195" y="12382"/>
                          <a:pt x="38100" y="10478"/>
                          <a:pt x="40957" y="8572"/>
                        </a:cubicBezTo>
                        <a:cubicBezTo>
                          <a:pt x="38100" y="10478"/>
                          <a:pt x="36195" y="11430"/>
                          <a:pt x="33338" y="13335"/>
                        </a:cubicBezTo>
                        <a:cubicBezTo>
                          <a:pt x="32385" y="13335"/>
                          <a:pt x="27622" y="17145"/>
                          <a:pt x="30480" y="15240"/>
                        </a:cubicBezTo>
                        <a:cubicBezTo>
                          <a:pt x="29527" y="16193"/>
                          <a:pt x="29527" y="16193"/>
                          <a:pt x="28575" y="17145"/>
                        </a:cubicBezTo>
                        <a:cubicBezTo>
                          <a:pt x="24765" y="19050"/>
                          <a:pt x="20955" y="22860"/>
                          <a:pt x="19050" y="22860"/>
                        </a:cubicBezTo>
                        <a:cubicBezTo>
                          <a:pt x="20955" y="21907"/>
                          <a:pt x="22860" y="20955"/>
                          <a:pt x="24765" y="19050"/>
                        </a:cubicBezTo>
                        <a:cubicBezTo>
                          <a:pt x="24765" y="19050"/>
                          <a:pt x="24765" y="19050"/>
                          <a:pt x="24765" y="19050"/>
                        </a:cubicBezTo>
                        <a:cubicBezTo>
                          <a:pt x="25717" y="18097"/>
                          <a:pt x="26670" y="18097"/>
                          <a:pt x="26670" y="17145"/>
                        </a:cubicBezTo>
                        <a:cubicBezTo>
                          <a:pt x="25717" y="17145"/>
                          <a:pt x="29527" y="15240"/>
                          <a:pt x="29527" y="15240"/>
                        </a:cubicBezTo>
                        <a:cubicBezTo>
                          <a:pt x="31432" y="14288"/>
                          <a:pt x="33338" y="12382"/>
                          <a:pt x="35242" y="11430"/>
                        </a:cubicBezTo>
                        <a:cubicBezTo>
                          <a:pt x="33338" y="12382"/>
                          <a:pt x="30480" y="14288"/>
                          <a:pt x="28575" y="16193"/>
                        </a:cubicBezTo>
                        <a:cubicBezTo>
                          <a:pt x="28575" y="16193"/>
                          <a:pt x="28575" y="16193"/>
                          <a:pt x="28575" y="16193"/>
                        </a:cubicBezTo>
                        <a:cubicBezTo>
                          <a:pt x="27622" y="17145"/>
                          <a:pt x="26670" y="18097"/>
                          <a:pt x="25717" y="19050"/>
                        </a:cubicBezTo>
                        <a:cubicBezTo>
                          <a:pt x="25717" y="19050"/>
                          <a:pt x="26670" y="19050"/>
                          <a:pt x="26670" y="18097"/>
                        </a:cubicBezTo>
                        <a:cubicBezTo>
                          <a:pt x="23813" y="20003"/>
                          <a:pt x="20955" y="21907"/>
                          <a:pt x="19050" y="23813"/>
                        </a:cubicBezTo>
                        <a:cubicBezTo>
                          <a:pt x="20002" y="22860"/>
                          <a:pt x="20955" y="22860"/>
                          <a:pt x="20955" y="21907"/>
                        </a:cubicBezTo>
                        <a:cubicBezTo>
                          <a:pt x="20002" y="22860"/>
                          <a:pt x="19050" y="22860"/>
                          <a:pt x="19050" y="22860"/>
                        </a:cubicBezTo>
                        <a:close/>
                      </a:path>
                    </a:pathLst>
                  </a:custGeom>
                  <a:solidFill>
                    <a:schemeClr val="bg2">
                      <a:alpha val="34000"/>
                    </a:schemeClr>
                  </a:solidFill>
                  <a:ln w="9525" cap="flat">
                    <a:noFill/>
                    <a:prstDash val="solid"/>
                    <a:miter/>
                  </a:ln>
                </p:spPr>
                <p:txBody>
                  <a:bodyPr rtlCol="0" anchor="ctr"/>
                  <a:lstStyle/>
                  <a:p>
                    <a:endParaRPr lang="en-US"/>
                  </a:p>
                </p:txBody>
              </p:sp>
              <p:sp>
                <p:nvSpPr>
                  <p:cNvPr id="509" name="Freeform: Shape 508">
                    <a:extLst>
                      <a:ext uri="{FF2B5EF4-FFF2-40B4-BE49-F238E27FC236}">
                        <a16:creationId xmlns:a16="http://schemas.microsoft.com/office/drawing/2014/main" id="{85D7F94D-9F3D-49FA-9D1F-4B1B7C14B1E1}"/>
                      </a:ext>
                    </a:extLst>
                  </p:cNvPr>
                  <p:cNvSpPr/>
                  <p:nvPr/>
                </p:nvSpPr>
                <p:spPr>
                  <a:xfrm>
                    <a:off x="15033452" y="2092038"/>
                    <a:ext cx="9525" cy="9525"/>
                  </a:xfrm>
                  <a:custGeom>
                    <a:avLst/>
                    <a:gdLst>
                      <a:gd name="connsiteX0" fmla="*/ 0 w 9525"/>
                      <a:gd name="connsiteY0" fmla="*/ 0 h 9525"/>
                      <a:gd name="connsiteX1" fmla="*/ 0 w 9525"/>
                      <a:gd name="connsiteY1" fmla="*/ 0 h 9525"/>
                      <a:gd name="connsiteX2" fmla="*/ 0 w 9525"/>
                      <a:gd name="connsiteY2" fmla="*/ 0 h 9525"/>
                    </a:gdLst>
                    <a:ahLst/>
                    <a:cxnLst>
                      <a:cxn ang="0">
                        <a:pos x="connsiteX0" y="connsiteY0"/>
                      </a:cxn>
                      <a:cxn ang="0">
                        <a:pos x="connsiteX1" y="connsiteY1"/>
                      </a:cxn>
                      <a:cxn ang="0">
                        <a:pos x="connsiteX2" y="connsiteY2"/>
                      </a:cxn>
                    </a:cxnLst>
                    <a:rect l="l" t="t" r="r" b="b"/>
                    <a:pathLst>
                      <a:path w="9525" h="9525">
                        <a:moveTo>
                          <a:pt x="0" y="0"/>
                        </a:moveTo>
                        <a:cubicBezTo>
                          <a:pt x="0" y="0"/>
                          <a:pt x="0" y="0"/>
                          <a:pt x="0" y="0"/>
                        </a:cubicBezTo>
                        <a:lnTo>
                          <a:pt x="0" y="0"/>
                        </a:lnTo>
                        <a:close/>
                      </a:path>
                    </a:pathLst>
                  </a:custGeom>
                  <a:solidFill>
                    <a:schemeClr val="bg2">
                      <a:alpha val="34000"/>
                    </a:schemeClr>
                  </a:solidFill>
                  <a:ln w="9525" cap="flat">
                    <a:noFill/>
                    <a:prstDash val="solid"/>
                    <a:miter/>
                  </a:ln>
                </p:spPr>
                <p:txBody>
                  <a:bodyPr rtlCol="0" anchor="ctr"/>
                  <a:lstStyle/>
                  <a:p>
                    <a:endParaRPr lang="en-US"/>
                  </a:p>
                </p:txBody>
              </p:sp>
              <p:sp>
                <p:nvSpPr>
                  <p:cNvPr id="510" name="Freeform: Shape 509">
                    <a:extLst>
                      <a:ext uri="{FF2B5EF4-FFF2-40B4-BE49-F238E27FC236}">
                        <a16:creationId xmlns:a16="http://schemas.microsoft.com/office/drawing/2014/main" id="{FC499C74-23F0-4774-A6E3-648AF8ECA279}"/>
                      </a:ext>
                    </a:extLst>
                  </p:cNvPr>
                  <p:cNvSpPr/>
                  <p:nvPr/>
                </p:nvSpPr>
                <p:spPr>
                  <a:xfrm>
                    <a:off x="14986780" y="2123470"/>
                    <a:ext cx="3809" cy="2857"/>
                  </a:xfrm>
                  <a:custGeom>
                    <a:avLst/>
                    <a:gdLst>
                      <a:gd name="connsiteX0" fmla="*/ 1905 w 3809"/>
                      <a:gd name="connsiteY0" fmla="*/ 953 h 2857"/>
                      <a:gd name="connsiteX1" fmla="*/ 0 w 3809"/>
                      <a:gd name="connsiteY1" fmla="*/ 2858 h 2857"/>
                      <a:gd name="connsiteX2" fmla="*/ 3810 w 3809"/>
                      <a:gd name="connsiteY2" fmla="*/ 0 h 2857"/>
                      <a:gd name="connsiteX3" fmla="*/ 1905 w 3809"/>
                      <a:gd name="connsiteY3" fmla="*/ 953 h 2857"/>
                    </a:gdLst>
                    <a:ahLst/>
                    <a:cxnLst>
                      <a:cxn ang="0">
                        <a:pos x="connsiteX0" y="connsiteY0"/>
                      </a:cxn>
                      <a:cxn ang="0">
                        <a:pos x="connsiteX1" y="connsiteY1"/>
                      </a:cxn>
                      <a:cxn ang="0">
                        <a:pos x="connsiteX2" y="connsiteY2"/>
                      </a:cxn>
                      <a:cxn ang="0">
                        <a:pos x="connsiteX3" y="connsiteY3"/>
                      </a:cxn>
                    </a:cxnLst>
                    <a:rect l="l" t="t" r="r" b="b"/>
                    <a:pathLst>
                      <a:path w="3809" h="2857">
                        <a:moveTo>
                          <a:pt x="1905" y="953"/>
                        </a:moveTo>
                        <a:cubicBezTo>
                          <a:pt x="952" y="1905"/>
                          <a:pt x="0" y="2858"/>
                          <a:pt x="0" y="2858"/>
                        </a:cubicBezTo>
                        <a:cubicBezTo>
                          <a:pt x="952" y="1905"/>
                          <a:pt x="2857" y="0"/>
                          <a:pt x="3810" y="0"/>
                        </a:cubicBezTo>
                        <a:cubicBezTo>
                          <a:pt x="2857" y="0"/>
                          <a:pt x="1905" y="0"/>
                          <a:pt x="1905" y="953"/>
                        </a:cubicBezTo>
                        <a:close/>
                      </a:path>
                    </a:pathLst>
                  </a:custGeom>
                  <a:solidFill>
                    <a:schemeClr val="bg2">
                      <a:alpha val="34000"/>
                    </a:schemeClr>
                  </a:solidFill>
                  <a:ln w="9525" cap="flat">
                    <a:noFill/>
                    <a:prstDash val="solid"/>
                    <a:miter/>
                  </a:ln>
                </p:spPr>
                <p:txBody>
                  <a:bodyPr rtlCol="0" anchor="ctr"/>
                  <a:lstStyle/>
                  <a:p>
                    <a:endParaRPr lang="en-US"/>
                  </a:p>
                </p:txBody>
              </p:sp>
              <p:sp>
                <p:nvSpPr>
                  <p:cNvPr id="511" name="Freeform: Shape 510">
                    <a:extLst>
                      <a:ext uri="{FF2B5EF4-FFF2-40B4-BE49-F238E27FC236}">
                        <a16:creationId xmlns:a16="http://schemas.microsoft.com/office/drawing/2014/main" id="{A37F1CD7-C857-40D6-A2C5-8E423E089F37}"/>
                      </a:ext>
                    </a:extLst>
                  </p:cNvPr>
                  <p:cNvSpPr/>
                  <p:nvPr/>
                </p:nvSpPr>
                <p:spPr>
                  <a:xfrm>
                    <a:off x="14985827" y="2123470"/>
                    <a:ext cx="3810" cy="2857"/>
                  </a:xfrm>
                  <a:custGeom>
                    <a:avLst/>
                    <a:gdLst>
                      <a:gd name="connsiteX0" fmla="*/ 0 w 3810"/>
                      <a:gd name="connsiteY0" fmla="*/ 2858 h 2857"/>
                      <a:gd name="connsiteX1" fmla="*/ 0 w 3810"/>
                      <a:gd name="connsiteY1" fmla="*/ 2858 h 2857"/>
                      <a:gd name="connsiteX2" fmla="*/ 3810 w 3810"/>
                      <a:gd name="connsiteY2" fmla="*/ 0 h 2857"/>
                      <a:gd name="connsiteX3" fmla="*/ 2857 w 3810"/>
                      <a:gd name="connsiteY3" fmla="*/ 953 h 2857"/>
                      <a:gd name="connsiteX4" fmla="*/ 2857 w 3810"/>
                      <a:gd name="connsiteY4" fmla="*/ 953 h 2857"/>
                      <a:gd name="connsiteX5" fmla="*/ 2857 w 3810"/>
                      <a:gd name="connsiteY5" fmla="*/ 953 h 2857"/>
                      <a:gd name="connsiteX6" fmla="*/ 0 w 3810"/>
                      <a:gd name="connsiteY6" fmla="*/ 2858 h 2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 h="2857">
                        <a:moveTo>
                          <a:pt x="0" y="2858"/>
                        </a:moveTo>
                        <a:cubicBezTo>
                          <a:pt x="0" y="1905"/>
                          <a:pt x="0" y="1905"/>
                          <a:pt x="0" y="2858"/>
                        </a:cubicBezTo>
                        <a:cubicBezTo>
                          <a:pt x="1905" y="1905"/>
                          <a:pt x="2857" y="953"/>
                          <a:pt x="3810" y="0"/>
                        </a:cubicBezTo>
                        <a:cubicBezTo>
                          <a:pt x="3810" y="0"/>
                          <a:pt x="3810" y="0"/>
                          <a:pt x="2857" y="953"/>
                        </a:cubicBezTo>
                        <a:cubicBezTo>
                          <a:pt x="2857" y="953"/>
                          <a:pt x="2857" y="953"/>
                          <a:pt x="2857" y="953"/>
                        </a:cubicBezTo>
                        <a:cubicBezTo>
                          <a:pt x="2857" y="953"/>
                          <a:pt x="2857" y="953"/>
                          <a:pt x="2857" y="953"/>
                        </a:cubicBezTo>
                        <a:cubicBezTo>
                          <a:pt x="1905" y="953"/>
                          <a:pt x="953" y="1905"/>
                          <a:pt x="0" y="2858"/>
                        </a:cubicBezTo>
                        <a:close/>
                      </a:path>
                    </a:pathLst>
                  </a:custGeom>
                  <a:solidFill>
                    <a:schemeClr val="bg2">
                      <a:alpha val="34000"/>
                    </a:schemeClr>
                  </a:solidFill>
                  <a:ln w="9525" cap="flat">
                    <a:noFill/>
                    <a:prstDash val="solid"/>
                    <a:miter/>
                  </a:ln>
                </p:spPr>
                <p:txBody>
                  <a:bodyPr rtlCol="0" anchor="ctr"/>
                  <a:lstStyle/>
                  <a:p>
                    <a:endParaRPr lang="en-US"/>
                  </a:p>
                </p:txBody>
              </p:sp>
              <p:sp>
                <p:nvSpPr>
                  <p:cNvPr id="512" name="Freeform: Shape 511">
                    <a:extLst>
                      <a:ext uri="{FF2B5EF4-FFF2-40B4-BE49-F238E27FC236}">
                        <a16:creationId xmlns:a16="http://schemas.microsoft.com/office/drawing/2014/main" id="{AE387E0E-832F-46DC-8496-F4AB5F695656}"/>
                      </a:ext>
                    </a:extLst>
                  </p:cNvPr>
                  <p:cNvSpPr/>
                  <p:nvPr/>
                </p:nvSpPr>
                <p:spPr>
                  <a:xfrm>
                    <a:off x="14988684" y="2117755"/>
                    <a:ext cx="8572" cy="6667"/>
                  </a:xfrm>
                  <a:custGeom>
                    <a:avLst/>
                    <a:gdLst>
                      <a:gd name="connsiteX0" fmla="*/ 1905 w 8572"/>
                      <a:gd name="connsiteY0" fmla="*/ 4763 h 6667"/>
                      <a:gd name="connsiteX1" fmla="*/ 0 w 8572"/>
                      <a:gd name="connsiteY1" fmla="*/ 6668 h 6667"/>
                      <a:gd name="connsiteX2" fmla="*/ 8573 w 8572"/>
                      <a:gd name="connsiteY2" fmla="*/ 0 h 6667"/>
                      <a:gd name="connsiteX3" fmla="*/ 1905 w 8572"/>
                      <a:gd name="connsiteY3" fmla="*/ 4763 h 6667"/>
                    </a:gdLst>
                    <a:ahLst/>
                    <a:cxnLst>
                      <a:cxn ang="0">
                        <a:pos x="connsiteX0" y="connsiteY0"/>
                      </a:cxn>
                      <a:cxn ang="0">
                        <a:pos x="connsiteX1" y="connsiteY1"/>
                      </a:cxn>
                      <a:cxn ang="0">
                        <a:pos x="connsiteX2" y="connsiteY2"/>
                      </a:cxn>
                      <a:cxn ang="0">
                        <a:pos x="connsiteX3" y="connsiteY3"/>
                      </a:cxn>
                    </a:cxnLst>
                    <a:rect l="l" t="t" r="r" b="b"/>
                    <a:pathLst>
                      <a:path w="8572" h="6667">
                        <a:moveTo>
                          <a:pt x="1905" y="4763"/>
                        </a:moveTo>
                        <a:cubicBezTo>
                          <a:pt x="953" y="5715"/>
                          <a:pt x="953" y="5715"/>
                          <a:pt x="0" y="6668"/>
                        </a:cubicBezTo>
                        <a:cubicBezTo>
                          <a:pt x="2858" y="4763"/>
                          <a:pt x="6668" y="1905"/>
                          <a:pt x="8573" y="0"/>
                        </a:cubicBezTo>
                        <a:cubicBezTo>
                          <a:pt x="5715" y="953"/>
                          <a:pt x="2858" y="3810"/>
                          <a:pt x="1905" y="4763"/>
                        </a:cubicBezTo>
                        <a:close/>
                      </a:path>
                    </a:pathLst>
                  </a:custGeom>
                  <a:solidFill>
                    <a:schemeClr val="bg2">
                      <a:alpha val="34000"/>
                    </a:schemeClr>
                  </a:solidFill>
                  <a:ln w="9525" cap="flat">
                    <a:noFill/>
                    <a:prstDash val="solid"/>
                    <a:miter/>
                  </a:ln>
                </p:spPr>
                <p:txBody>
                  <a:bodyPr rtlCol="0" anchor="ctr"/>
                  <a:lstStyle/>
                  <a:p>
                    <a:endParaRPr lang="en-US"/>
                  </a:p>
                </p:txBody>
              </p:sp>
              <p:sp>
                <p:nvSpPr>
                  <p:cNvPr id="513" name="Freeform: Shape 512">
                    <a:extLst>
                      <a:ext uri="{FF2B5EF4-FFF2-40B4-BE49-F238E27FC236}">
                        <a16:creationId xmlns:a16="http://schemas.microsoft.com/office/drawing/2014/main" id="{E1B9F0E1-ED26-4A56-AA69-DD42EA4F27D2}"/>
                      </a:ext>
                    </a:extLst>
                  </p:cNvPr>
                  <p:cNvSpPr/>
                  <p:nvPr/>
                </p:nvSpPr>
                <p:spPr>
                  <a:xfrm>
                    <a:off x="15002019" y="2110135"/>
                    <a:ext cx="2857" cy="2857"/>
                  </a:xfrm>
                  <a:custGeom>
                    <a:avLst/>
                    <a:gdLst>
                      <a:gd name="connsiteX0" fmla="*/ 0 w 2857"/>
                      <a:gd name="connsiteY0" fmla="*/ 2857 h 2857"/>
                      <a:gd name="connsiteX1" fmla="*/ 1905 w 2857"/>
                      <a:gd name="connsiteY1" fmla="*/ 953 h 2857"/>
                      <a:gd name="connsiteX2" fmla="*/ 2857 w 2857"/>
                      <a:gd name="connsiteY2" fmla="*/ 0 h 2857"/>
                      <a:gd name="connsiteX3" fmla="*/ 1905 w 2857"/>
                      <a:gd name="connsiteY3" fmla="*/ 953 h 2857"/>
                      <a:gd name="connsiteX4" fmla="*/ 2857 w 2857"/>
                      <a:gd name="connsiteY4" fmla="*/ 953 h 2857"/>
                      <a:gd name="connsiteX5" fmla="*/ 0 w 2857"/>
                      <a:gd name="connsiteY5" fmla="*/ 2857 h 2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7" h="2857">
                        <a:moveTo>
                          <a:pt x="0" y="2857"/>
                        </a:moveTo>
                        <a:cubicBezTo>
                          <a:pt x="952" y="1905"/>
                          <a:pt x="1905" y="1905"/>
                          <a:pt x="1905" y="953"/>
                        </a:cubicBezTo>
                        <a:cubicBezTo>
                          <a:pt x="952" y="953"/>
                          <a:pt x="2857" y="0"/>
                          <a:pt x="2857" y="0"/>
                        </a:cubicBezTo>
                        <a:cubicBezTo>
                          <a:pt x="2857" y="0"/>
                          <a:pt x="2857" y="0"/>
                          <a:pt x="1905" y="953"/>
                        </a:cubicBezTo>
                        <a:cubicBezTo>
                          <a:pt x="1905" y="953"/>
                          <a:pt x="1905" y="953"/>
                          <a:pt x="2857" y="953"/>
                        </a:cubicBezTo>
                        <a:cubicBezTo>
                          <a:pt x="1905" y="953"/>
                          <a:pt x="952" y="1905"/>
                          <a:pt x="0" y="2857"/>
                        </a:cubicBezTo>
                        <a:close/>
                      </a:path>
                    </a:pathLst>
                  </a:custGeom>
                  <a:solidFill>
                    <a:schemeClr val="bg2">
                      <a:alpha val="34000"/>
                    </a:schemeClr>
                  </a:solidFill>
                  <a:ln w="9525" cap="flat">
                    <a:noFill/>
                    <a:prstDash val="solid"/>
                    <a:miter/>
                  </a:ln>
                </p:spPr>
                <p:txBody>
                  <a:bodyPr rtlCol="0" anchor="ctr"/>
                  <a:lstStyle/>
                  <a:p>
                    <a:endParaRPr lang="en-US"/>
                  </a:p>
                </p:txBody>
              </p:sp>
              <p:sp>
                <p:nvSpPr>
                  <p:cNvPr id="514" name="Freeform: Shape 513">
                    <a:extLst>
                      <a:ext uri="{FF2B5EF4-FFF2-40B4-BE49-F238E27FC236}">
                        <a16:creationId xmlns:a16="http://schemas.microsoft.com/office/drawing/2014/main" id="{B95A0950-437C-4F23-B572-D4C738F28018}"/>
                      </a:ext>
                    </a:extLst>
                  </p:cNvPr>
                  <p:cNvSpPr/>
                  <p:nvPr/>
                </p:nvSpPr>
                <p:spPr>
                  <a:xfrm>
                    <a:off x="14987732" y="2115850"/>
                    <a:ext cx="12382" cy="8572"/>
                  </a:xfrm>
                  <a:custGeom>
                    <a:avLst/>
                    <a:gdLst>
                      <a:gd name="connsiteX0" fmla="*/ 0 w 12382"/>
                      <a:gd name="connsiteY0" fmla="*/ 8572 h 8572"/>
                      <a:gd name="connsiteX1" fmla="*/ 8573 w 12382"/>
                      <a:gd name="connsiteY1" fmla="*/ 1905 h 8572"/>
                      <a:gd name="connsiteX2" fmla="*/ 7620 w 12382"/>
                      <a:gd name="connsiteY2" fmla="*/ 2857 h 8572"/>
                      <a:gd name="connsiteX3" fmla="*/ 10477 w 12382"/>
                      <a:gd name="connsiteY3" fmla="*/ 953 h 8572"/>
                      <a:gd name="connsiteX4" fmla="*/ 9525 w 12382"/>
                      <a:gd name="connsiteY4" fmla="*/ 1905 h 8572"/>
                      <a:gd name="connsiteX5" fmla="*/ 12382 w 12382"/>
                      <a:gd name="connsiteY5" fmla="*/ 0 h 8572"/>
                      <a:gd name="connsiteX6" fmla="*/ 11430 w 12382"/>
                      <a:gd name="connsiteY6" fmla="*/ 953 h 8572"/>
                      <a:gd name="connsiteX7" fmla="*/ 12382 w 12382"/>
                      <a:gd name="connsiteY7" fmla="*/ 0 h 8572"/>
                      <a:gd name="connsiteX8" fmla="*/ 9525 w 12382"/>
                      <a:gd name="connsiteY8" fmla="*/ 1905 h 8572"/>
                      <a:gd name="connsiteX9" fmla="*/ 9525 w 12382"/>
                      <a:gd name="connsiteY9" fmla="*/ 1905 h 8572"/>
                      <a:gd name="connsiteX10" fmla="*/ 7620 w 12382"/>
                      <a:gd name="connsiteY10" fmla="*/ 3810 h 8572"/>
                      <a:gd name="connsiteX11" fmla="*/ 7620 w 12382"/>
                      <a:gd name="connsiteY11" fmla="*/ 3810 h 8572"/>
                      <a:gd name="connsiteX12" fmla="*/ 5715 w 12382"/>
                      <a:gd name="connsiteY12" fmla="*/ 5715 h 8572"/>
                      <a:gd name="connsiteX13" fmla="*/ 6668 w 12382"/>
                      <a:gd name="connsiteY13" fmla="*/ 4763 h 8572"/>
                      <a:gd name="connsiteX14" fmla="*/ 3810 w 12382"/>
                      <a:gd name="connsiteY14" fmla="*/ 7620 h 8572"/>
                      <a:gd name="connsiteX15" fmla="*/ 3810 w 12382"/>
                      <a:gd name="connsiteY15" fmla="*/ 7620 h 8572"/>
                      <a:gd name="connsiteX16" fmla="*/ 4763 w 12382"/>
                      <a:gd name="connsiteY16" fmla="*/ 6667 h 8572"/>
                      <a:gd name="connsiteX17" fmla="*/ 2857 w 12382"/>
                      <a:gd name="connsiteY17" fmla="*/ 8572 h 8572"/>
                      <a:gd name="connsiteX18" fmla="*/ 4763 w 12382"/>
                      <a:gd name="connsiteY18" fmla="*/ 6667 h 8572"/>
                      <a:gd name="connsiteX19" fmla="*/ 2857 w 12382"/>
                      <a:gd name="connsiteY19" fmla="*/ 8572 h 8572"/>
                      <a:gd name="connsiteX20" fmla="*/ 3810 w 12382"/>
                      <a:gd name="connsiteY20" fmla="*/ 7620 h 8572"/>
                      <a:gd name="connsiteX21" fmla="*/ 0 w 12382"/>
                      <a:gd name="connsiteY21" fmla="*/ 8572 h 8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382" h="8572">
                        <a:moveTo>
                          <a:pt x="0" y="8572"/>
                        </a:moveTo>
                        <a:cubicBezTo>
                          <a:pt x="2857" y="6667"/>
                          <a:pt x="5715" y="3810"/>
                          <a:pt x="8573" y="1905"/>
                        </a:cubicBezTo>
                        <a:cubicBezTo>
                          <a:pt x="8573" y="1905"/>
                          <a:pt x="7620" y="2857"/>
                          <a:pt x="7620" y="2857"/>
                        </a:cubicBezTo>
                        <a:cubicBezTo>
                          <a:pt x="8573" y="1905"/>
                          <a:pt x="9525" y="1905"/>
                          <a:pt x="10477" y="953"/>
                        </a:cubicBezTo>
                        <a:cubicBezTo>
                          <a:pt x="10477" y="953"/>
                          <a:pt x="9525" y="1905"/>
                          <a:pt x="9525" y="1905"/>
                        </a:cubicBezTo>
                        <a:cubicBezTo>
                          <a:pt x="10477" y="953"/>
                          <a:pt x="11430" y="953"/>
                          <a:pt x="12382" y="0"/>
                        </a:cubicBezTo>
                        <a:cubicBezTo>
                          <a:pt x="11430" y="0"/>
                          <a:pt x="12382" y="0"/>
                          <a:pt x="11430" y="953"/>
                        </a:cubicBezTo>
                        <a:cubicBezTo>
                          <a:pt x="11430" y="953"/>
                          <a:pt x="12382" y="953"/>
                          <a:pt x="12382" y="0"/>
                        </a:cubicBezTo>
                        <a:cubicBezTo>
                          <a:pt x="11430" y="953"/>
                          <a:pt x="10477" y="1905"/>
                          <a:pt x="9525" y="1905"/>
                        </a:cubicBezTo>
                        <a:cubicBezTo>
                          <a:pt x="9525" y="1905"/>
                          <a:pt x="9525" y="1905"/>
                          <a:pt x="9525" y="1905"/>
                        </a:cubicBezTo>
                        <a:cubicBezTo>
                          <a:pt x="8573" y="2857"/>
                          <a:pt x="7620" y="2857"/>
                          <a:pt x="7620" y="3810"/>
                        </a:cubicBezTo>
                        <a:cubicBezTo>
                          <a:pt x="8573" y="2857"/>
                          <a:pt x="11430" y="953"/>
                          <a:pt x="7620" y="3810"/>
                        </a:cubicBezTo>
                        <a:cubicBezTo>
                          <a:pt x="9525" y="2857"/>
                          <a:pt x="6668" y="4763"/>
                          <a:pt x="5715" y="5715"/>
                        </a:cubicBezTo>
                        <a:cubicBezTo>
                          <a:pt x="5715" y="5715"/>
                          <a:pt x="6668" y="5715"/>
                          <a:pt x="6668" y="4763"/>
                        </a:cubicBezTo>
                        <a:cubicBezTo>
                          <a:pt x="5715" y="5715"/>
                          <a:pt x="4763" y="6667"/>
                          <a:pt x="3810" y="7620"/>
                        </a:cubicBezTo>
                        <a:cubicBezTo>
                          <a:pt x="3810" y="7620"/>
                          <a:pt x="3810" y="7620"/>
                          <a:pt x="3810" y="7620"/>
                        </a:cubicBezTo>
                        <a:cubicBezTo>
                          <a:pt x="3810" y="7620"/>
                          <a:pt x="4763" y="6667"/>
                          <a:pt x="4763" y="6667"/>
                        </a:cubicBezTo>
                        <a:cubicBezTo>
                          <a:pt x="3810" y="7620"/>
                          <a:pt x="3810" y="7620"/>
                          <a:pt x="2857" y="8572"/>
                        </a:cubicBezTo>
                        <a:cubicBezTo>
                          <a:pt x="3810" y="8572"/>
                          <a:pt x="4763" y="7620"/>
                          <a:pt x="4763" y="6667"/>
                        </a:cubicBezTo>
                        <a:cubicBezTo>
                          <a:pt x="3810" y="7620"/>
                          <a:pt x="3810" y="7620"/>
                          <a:pt x="2857" y="8572"/>
                        </a:cubicBezTo>
                        <a:cubicBezTo>
                          <a:pt x="2857" y="8572"/>
                          <a:pt x="3810" y="7620"/>
                          <a:pt x="3810" y="7620"/>
                        </a:cubicBezTo>
                        <a:cubicBezTo>
                          <a:pt x="1905" y="6667"/>
                          <a:pt x="0" y="8572"/>
                          <a:pt x="0" y="8572"/>
                        </a:cubicBezTo>
                        <a:close/>
                      </a:path>
                    </a:pathLst>
                  </a:custGeom>
                  <a:solidFill>
                    <a:schemeClr val="bg2">
                      <a:alpha val="34000"/>
                    </a:schemeClr>
                  </a:solidFill>
                  <a:ln w="9525" cap="flat">
                    <a:noFill/>
                    <a:prstDash val="solid"/>
                    <a:miter/>
                  </a:ln>
                </p:spPr>
                <p:txBody>
                  <a:bodyPr rtlCol="0" anchor="ctr"/>
                  <a:lstStyle/>
                  <a:p>
                    <a:endParaRPr lang="en-US"/>
                  </a:p>
                </p:txBody>
              </p:sp>
              <p:sp>
                <p:nvSpPr>
                  <p:cNvPr id="515" name="Freeform: Shape 514">
                    <a:extLst>
                      <a:ext uri="{FF2B5EF4-FFF2-40B4-BE49-F238E27FC236}">
                        <a16:creationId xmlns:a16="http://schemas.microsoft.com/office/drawing/2014/main" id="{DA386B9F-AD9E-46A5-B452-EACC82C2D7B4}"/>
                      </a:ext>
                    </a:extLst>
                  </p:cNvPr>
                  <p:cNvSpPr/>
                  <p:nvPr/>
                </p:nvSpPr>
                <p:spPr>
                  <a:xfrm>
                    <a:off x="14968682" y="2128232"/>
                    <a:ext cx="15239" cy="16192"/>
                  </a:xfrm>
                  <a:custGeom>
                    <a:avLst/>
                    <a:gdLst>
                      <a:gd name="connsiteX0" fmla="*/ 11430 w 15239"/>
                      <a:gd name="connsiteY0" fmla="*/ 2858 h 16192"/>
                      <a:gd name="connsiteX1" fmla="*/ 8573 w 15239"/>
                      <a:gd name="connsiteY1" fmla="*/ 5715 h 16192"/>
                      <a:gd name="connsiteX2" fmla="*/ 8573 w 15239"/>
                      <a:gd name="connsiteY2" fmla="*/ 5715 h 16192"/>
                      <a:gd name="connsiteX3" fmla="*/ 10477 w 15239"/>
                      <a:gd name="connsiteY3" fmla="*/ 4763 h 16192"/>
                      <a:gd name="connsiteX4" fmla="*/ 0 w 15239"/>
                      <a:gd name="connsiteY4" fmla="*/ 15240 h 16192"/>
                      <a:gd name="connsiteX5" fmla="*/ 952 w 15239"/>
                      <a:gd name="connsiteY5" fmla="*/ 15240 h 16192"/>
                      <a:gd name="connsiteX6" fmla="*/ 952 w 15239"/>
                      <a:gd name="connsiteY6" fmla="*/ 16193 h 16192"/>
                      <a:gd name="connsiteX7" fmla="*/ 2857 w 15239"/>
                      <a:gd name="connsiteY7" fmla="*/ 14288 h 16192"/>
                      <a:gd name="connsiteX8" fmla="*/ 952 w 15239"/>
                      <a:gd name="connsiteY8" fmla="*/ 16193 h 16192"/>
                      <a:gd name="connsiteX9" fmla="*/ 5715 w 15239"/>
                      <a:gd name="connsiteY9" fmla="*/ 12383 h 16192"/>
                      <a:gd name="connsiteX10" fmla="*/ 8573 w 15239"/>
                      <a:gd name="connsiteY10" fmla="*/ 10478 h 16192"/>
                      <a:gd name="connsiteX11" fmla="*/ 9525 w 15239"/>
                      <a:gd name="connsiteY11" fmla="*/ 9525 h 16192"/>
                      <a:gd name="connsiteX12" fmla="*/ 10477 w 15239"/>
                      <a:gd name="connsiteY12" fmla="*/ 8572 h 16192"/>
                      <a:gd name="connsiteX13" fmla="*/ 12382 w 15239"/>
                      <a:gd name="connsiteY13" fmla="*/ 6668 h 16192"/>
                      <a:gd name="connsiteX14" fmla="*/ 12382 w 15239"/>
                      <a:gd name="connsiteY14" fmla="*/ 5715 h 16192"/>
                      <a:gd name="connsiteX15" fmla="*/ 12382 w 15239"/>
                      <a:gd name="connsiteY15" fmla="*/ 5715 h 16192"/>
                      <a:gd name="connsiteX16" fmla="*/ 7620 w 15239"/>
                      <a:gd name="connsiteY16" fmla="*/ 9525 h 16192"/>
                      <a:gd name="connsiteX17" fmla="*/ 8573 w 15239"/>
                      <a:gd name="connsiteY17" fmla="*/ 8572 h 16192"/>
                      <a:gd name="connsiteX18" fmla="*/ 5715 w 15239"/>
                      <a:gd name="connsiteY18" fmla="*/ 10478 h 16192"/>
                      <a:gd name="connsiteX19" fmla="*/ 12382 w 15239"/>
                      <a:gd name="connsiteY19" fmla="*/ 3810 h 16192"/>
                      <a:gd name="connsiteX20" fmla="*/ 11430 w 15239"/>
                      <a:gd name="connsiteY20" fmla="*/ 2858 h 16192"/>
                      <a:gd name="connsiteX21" fmla="*/ 14288 w 15239"/>
                      <a:gd name="connsiteY21" fmla="*/ 953 h 16192"/>
                      <a:gd name="connsiteX22" fmla="*/ 14288 w 15239"/>
                      <a:gd name="connsiteY22" fmla="*/ 953 h 16192"/>
                      <a:gd name="connsiteX23" fmla="*/ 14288 w 15239"/>
                      <a:gd name="connsiteY23" fmla="*/ 953 h 16192"/>
                      <a:gd name="connsiteX24" fmla="*/ 15240 w 15239"/>
                      <a:gd name="connsiteY24" fmla="*/ 0 h 16192"/>
                      <a:gd name="connsiteX25" fmla="*/ 11430 w 15239"/>
                      <a:gd name="connsiteY25" fmla="*/ 2858 h 1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39" h="16192">
                        <a:moveTo>
                          <a:pt x="11430" y="2858"/>
                        </a:moveTo>
                        <a:cubicBezTo>
                          <a:pt x="10477" y="3810"/>
                          <a:pt x="9525" y="4763"/>
                          <a:pt x="8573" y="5715"/>
                        </a:cubicBezTo>
                        <a:cubicBezTo>
                          <a:pt x="8573" y="5715"/>
                          <a:pt x="8573" y="5715"/>
                          <a:pt x="8573" y="5715"/>
                        </a:cubicBezTo>
                        <a:cubicBezTo>
                          <a:pt x="9525" y="5715"/>
                          <a:pt x="9525" y="4763"/>
                          <a:pt x="10477" y="4763"/>
                        </a:cubicBezTo>
                        <a:cubicBezTo>
                          <a:pt x="6668" y="7620"/>
                          <a:pt x="2857" y="11430"/>
                          <a:pt x="0" y="15240"/>
                        </a:cubicBezTo>
                        <a:cubicBezTo>
                          <a:pt x="0" y="15240"/>
                          <a:pt x="0" y="15240"/>
                          <a:pt x="952" y="15240"/>
                        </a:cubicBezTo>
                        <a:cubicBezTo>
                          <a:pt x="0" y="16193"/>
                          <a:pt x="952" y="15240"/>
                          <a:pt x="952" y="16193"/>
                        </a:cubicBezTo>
                        <a:cubicBezTo>
                          <a:pt x="1905" y="15240"/>
                          <a:pt x="1905" y="14288"/>
                          <a:pt x="2857" y="14288"/>
                        </a:cubicBezTo>
                        <a:cubicBezTo>
                          <a:pt x="1905" y="15240"/>
                          <a:pt x="1905" y="15240"/>
                          <a:pt x="952" y="16193"/>
                        </a:cubicBezTo>
                        <a:cubicBezTo>
                          <a:pt x="2857" y="14288"/>
                          <a:pt x="4763" y="14288"/>
                          <a:pt x="5715" y="12383"/>
                        </a:cubicBezTo>
                        <a:cubicBezTo>
                          <a:pt x="4763" y="13335"/>
                          <a:pt x="8573" y="10478"/>
                          <a:pt x="8573" y="10478"/>
                        </a:cubicBezTo>
                        <a:cubicBezTo>
                          <a:pt x="8573" y="10478"/>
                          <a:pt x="9525" y="9525"/>
                          <a:pt x="9525" y="9525"/>
                        </a:cubicBezTo>
                        <a:cubicBezTo>
                          <a:pt x="9525" y="9525"/>
                          <a:pt x="10477" y="8572"/>
                          <a:pt x="10477" y="8572"/>
                        </a:cubicBezTo>
                        <a:cubicBezTo>
                          <a:pt x="11430" y="7620"/>
                          <a:pt x="11430" y="7620"/>
                          <a:pt x="12382" y="6668"/>
                        </a:cubicBezTo>
                        <a:cubicBezTo>
                          <a:pt x="13335" y="5715"/>
                          <a:pt x="14288" y="4763"/>
                          <a:pt x="12382" y="5715"/>
                        </a:cubicBezTo>
                        <a:cubicBezTo>
                          <a:pt x="14288" y="3810"/>
                          <a:pt x="10477" y="7620"/>
                          <a:pt x="12382" y="5715"/>
                        </a:cubicBezTo>
                        <a:cubicBezTo>
                          <a:pt x="10477" y="6668"/>
                          <a:pt x="9525" y="8572"/>
                          <a:pt x="7620" y="9525"/>
                        </a:cubicBezTo>
                        <a:cubicBezTo>
                          <a:pt x="9525" y="7620"/>
                          <a:pt x="5715" y="10478"/>
                          <a:pt x="8573" y="8572"/>
                        </a:cubicBezTo>
                        <a:cubicBezTo>
                          <a:pt x="7620" y="9525"/>
                          <a:pt x="6668" y="10478"/>
                          <a:pt x="5715" y="10478"/>
                        </a:cubicBezTo>
                        <a:cubicBezTo>
                          <a:pt x="7620" y="8572"/>
                          <a:pt x="11430" y="6668"/>
                          <a:pt x="12382" y="3810"/>
                        </a:cubicBezTo>
                        <a:cubicBezTo>
                          <a:pt x="13335" y="1905"/>
                          <a:pt x="12382" y="1905"/>
                          <a:pt x="11430" y="2858"/>
                        </a:cubicBezTo>
                        <a:cubicBezTo>
                          <a:pt x="13335" y="1905"/>
                          <a:pt x="13335" y="953"/>
                          <a:pt x="14288" y="953"/>
                        </a:cubicBezTo>
                        <a:cubicBezTo>
                          <a:pt x="14288" y="953"/>
                          <a:pt x="14288" y="953"/>
                          <a:pt x="14288" y="953"/>
                        </a:cubicBezTo>
                        <a:cubicBezTo>
                          <a:pt x="14288" y="953"/>
                          <a:pt x="14288" y="953"/>
                          <a:pt x="14288" y="953"/>
                        </a:cubicBezTo>
                        <a:cubicBezTo>
                          <a:pt x="14288" y="953"/>
                          <a:pt x="14288" y="953"/>
                          <a:pt x="15240" y="0"/>
                        </a:cubicBezTo>
                        <a:cubicBezTo>
                          <a:pt x="13335" y="953"/>
                          <a:pt x="11430" y="2858"/>
                          <a:pt x="11430" y="2858"/>
                        </a:cubicBezTo>
                        <a:close/>
                      </a:path>
                    </a:pathLst>
                  </a:custGeom>
                  <a:solidFill>
                    <a:schemeClr val="bg2">
                      <a:alpha val="34000"/>
                    </a:schemeClr>
                  </a:solidFill>
                  <a:ln w="9525" cap="flat">
                    <a:noFill/>
                    <a:prstDash val="solid"/>
                    <a:miter/>
                  </a:ln>
                </p:spPr>
                <p:txBody>
                  <a:bodyPr rtlCol="0" anchor="ctr"/>
                  <a:lstStyle/>
                  <a:p>
                    <a:endParaRPr lang="en-US"/>
                  </a:p>
                </p:txBody>
              </p:sp>
              <p:sp>
                <p:nvSpPr>
                  <p:cNvPr id="516" name="Freeform: Shape 515">
                    <a:extLst>
                      <a:ext uri="{FF2B5EF4-FFF2-40B4-BE49-F238E27FC236}">
                        <a16:creationId xmlns:a16="http://schemas.microsoft.com/office/drawing/2014/main" id="{F83F324E-BEFE-496E-A8F9-29B5DE7CF76C}"/>
                      </a:ext>
                    </a:extLst>
                  </p:cNvPr>
                  <p:cNvSpPr/>
                  <p:nvPr/>
                </p:nvSpPr>
                <p:spPr>
                  <a:xfrm>
                    <a:off x="14984875" y="2128762"/>
                    <a:ext cx="1375" cy="1375"/>
                  </a:xfrm>
                  <a:custGeom>
                    <a:avLst/>
                    <a:gdLst>
                      <a:gd name="connsiteX0" fmla="*/ 952 w 1375"/>
                      <a:gd name="connsiteY0" fmla="*/ 423 h 1375"/>
                      <a:gd name="connsiteX1" fmla="*/ 0 w 1375"/>
                      <a:gd name="connsiteY1" fmla="*/ 1376 h 1375"/>
                      <a:gd name="connsiteX2" fmla="*/ 0 w 1375"/>
                      <a:gd name="connsiteY2" fmla="*/ 1376 h 1375"/>
                      <a:gd name="connsiteX3" fmla="*/ 952 w 1375"/>
                      <a:gd name="connsiteY3" fmla="*/ 423 h 1375"/>
                      <a:gd name="connsiteX4" fmla="*/ 952 w 1375"/>
                      <a:gd name="connsiteY4" fmla="*/ 423 h 13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5" h="1375">
                        <a:moveTo>
                          <a:pt x="952" y="423"/>
                        </a:moveTo>
                        <a:cubicBezTo>
                          <a:pt x="0" y="423"/>
                          <a:pt x="0" y="1376"/>
                          <a:pt x="0" y="1376"/>
                        </a:cubicBezTo>
                        <a:cubicBezTo>
                          <a:pt x="0" y="1376"/>
                          <a:pt x="0" y="1376"/>
                          <a:pt x="0" y="1376"/>
                        </a:cubicBezTo>
                        <a:cubicBezTo>
                          <a:pt x="952" y="423"/>
                          <a:pt x="952" y="423"/>
                          <a:pt x="952" y="423"/>
                        </a:cubicBezTo>
                        <a:cubicBezTo>
                          <a:pt x="1905" y="-529"/>
                          <a:pt x="952" y="423"/>
                          <a:pt x="952" y="423"/>
                        </a:cubicBezTo>
                        <a:close/>
                      </a:path>
                    </a:pathLst>
                  </a:custGeom>
                  <a:solidFill>
                    <a:schemeClr val="bg2">
                      <a:alpha val="34000"/>
                    </a:schemeClr>
                  </a:solidFill>
                  <a:ln w="9525" cap="flat">
                    <a:noFill/>
                    <a:prstDash val="solid"/>
                    <a:miter/>
                  </a:ln>
                </p:spPr>
                <p:txBody>
                  <a:bodyPr rtlCol="0" anchor="ctr"/>
                  <a:lstStyle/>
                  <a:p>
                    <a:endParaRPr lang="en-US"/>
                  </a:p>
                </p:txBody>
              </p:sp>
              <p:sp>
                <p:nvSpPr>
                  <p:cNvPr id="517" name="Freeform: Shape 516">
                    <a:extLst>
                      <a:ext uri="{FF2B5EF4-FFF2-40B4-BE49-F238E27FC236}">
                        <a16:creationId xmlns:a16="http://schemas.microsoft.com/office/drawing/2014/main" id="{DDF49600-8194-423B-88C7-9A9742D59F6D}"/>
                      </a:ext>
                    </a:extLst>
                  </p:cNvPr>
                  <p:cNvSpPr/>
                  <p:nvPr/>
                </p:nvSpPr>
                <p:spPr>
                  <a:xfrm>
                    <a:off x="14966777" y="2136805"/>
                    <a:ext cx="6667" cy="6667"/>
                  </a:xfrm>
                  <a:custGeom>
                    <a:avLst/>
                    <a:gdLst>
                      <a:gd name="connsiteX0" fmla="*/ 0 w 6667"/>
                      <a:gd name="connsiteY0" fmla="*/ 6668 h 6667"/>
                      <a:gd name="connsiteX1" fmla="*/ 6668 w 6667"/>
                      <a:gd name="connsiteY1" fmla="*/ 0 h 6667"/>
                      <a:gd name="connsiteX2" fmla="*/ 5715 w 6667"/>
                      <a:gd name="connsiteY2" fmla="*/ 953 h 6667"/>
                      <a:gd name="connsiteX3" fmla="*/ 6668 w 6667"/>
                      <a:gd name="connsiteY3" fmla="*/ 0 h 6667"/>
                      <a:gd name="connsiteX4" fmla="*/ 0 w 6667"/>
                      <a:gd name="connsiteY4" fmla="*/ 6668 h 6667"/>
                      <a:gd name="connsiteX5" fmla="*/ 0 w 6667"/>
                      <a:gd name="connsiteY5" fmla="*/ 6668 h 6667"/>
                      <a:gd name="connsiteX6" fmla="*/ 0 w 6667"/>
                      <a:gd name="connsiteY6" fmla="*/ 6668 h 6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67" h="6667">
                        <a:moveTo>
                          <a:pt x="0" y="6668"/>
                        </a:moveTo>
                        <a:cubicBezTo>
                          <a:pt x="1905" y="4763"/>
                          <a:pt x="5715" y="2858"/>
                          <a:pt x="6668" y="0"/>
                        </a:cubicBezTo>
                        <a:cubicBezTo>
                          <a:pt x="6668" y="0"/>
                          <a:pt x="5715" y="953"/>
                          <a:pt x="5715" y="953"/>
                        </a:cubicBezTo>
                        <a:cubicBezTo>
                          <a:pt x="5715" y="953"/>
                          <a:pt x="5715" y="953"/>
                          <a:pt x="6668" y="0"/>
                        </a:cubicBezTo>
                        <a:cubicBezTo>
                          <a:pt x="3810" y="2858"/>
                          <a:pt x="953" y="4763"/>
                          <a:pt x="0" y="6668"/>
                        </a:cubicBezTo>
                        <a:cubicBezTo>
                          <a:pt x="0" y="6668"/>
                          <a:pt x="0" y="6668"/>
                          <a:pt x="0" y="6668"/>
                        </a:cubicBezTo>
                        <a:cubicBezTo>
                          <a:pt x="0" y="6668"/>
                          <a:pt x="0" y="6668"/>
                          <a:pt x="0" y="6668"/>
                        </a:cubicBezTo>
                        <a:close/>
                      </a:path>
                    </a:pathLst>
                  </a:custGeom>
                  <a:solidFill>
                    <a:schemeClr val="bg2">
                      <a:alpha val="34000"/>
                    </a:schemeClr>
                  </a:solidFill>
                  <a:ln w="9525" cap="flat">
                    <a:noFill/>
                    <a:prstDash val="solid"/>
                    <a:miter/>
                  </a:ln>
                </p:spPr>
                <p:txBody>
                  <a:bodyPr rtlCol="0" anchor="ctr"/>
                  <a:lstStyle/>
                  <a:p>
                    <a:endParaRPr lang="en-US"/>
                  </a:p>
                </p:txBody>
              </p:sp>
              <p:sp>
                <p:nvSpPr>
                  <p:cNvPr id="518" name="Freeform: Shape 517">
                    <a:extLst>
                      <a:ext uri="{FF2B5EF4-FFF2-40B4-BE49-F238E27FC236}">
                        <a16:creationId xmlns:a16="http://schemas.microsoft.com/office/drawing/2014/main" id="{44AC0528-031E-4A1F-A143-AC967526EB2D}"/>
                      </a:ext>
                    </a:extLst>
                  </p:cNvPr>
                  <p:cNvSpPr/>
                  <p:nvPr/>
                </p:nvSpPr>
                <p:spPr>
                  <a:xfrm>
                    <a:off x="14966777" y="2132042"/>
                    <a:ext cx="13335" cy="11430"/>
                  </a:xfrm>
                  <a:custGeom>
                    <a:avLst/>
                    <a:gdLst>
                      <a:gd name="connsiteX0" fmla="*/ 9525 w 13335"/>
                      <a:gd name="connsiteY0" fmla="*/ 1905 h 11430"/>
                      <a:gd name="connsiteX1" fmla="*/ 9525 w 13335"/>
                      <a:gd name="connsiteY1" fmla="*/ 1905 h 11430"/>
                      <a:gd name="connsiteX2" fmla="*/ 6668 w 13335"/>
                      <a:gd name="connsiteY2" fmla="*/ 4763 h 11430"/>
                      <a:gd name="connsiteX3" fmla="*/ 10478 w 13335"/>
                      <a:gd name="connsiteY3" fmla="*/ 1905 h 11430"/>
                      <a:gd name="connsiteX4" fmla="*/ 5715 w 13335"/>
                      <a:gd name="connsiteY4" fmla="*/ 5715 h 11430"/>
                      <a:gd name="connsiteX5" fmla="*/ 11430 w 13335"/>
                      <a:gd name="connsiteY5" fmla="*/ 953 h 11430"/>
                      <a:gd name="connsiteX6" fmla="*/ 2857 w 13335"/>
                      <a:gd name="connsiteY6" fmla="*/ 8573 h 11430"/>
                      <a:gd name="connsiteX7" fmla="*/ 4763 w 13335"/>
                      <a:gd name="connsiteY7" fmla="*/ 7620 h 11430"/>
                      <a:gd name="connsiteX8" fmla="*/ 0 w 13335"/>
                      <a:gd name="connsiteY8" fmla="*/ 11430 h 11430"/>
                      <a:gd name="connsiteX9" fmla="*/ 4763 w 13335"/>
                      <a:gd name="connsiteY9" fmla="*/ 7620 h 11430"/>
                      <a:gd name="connsiteX10" fmla="*/ 4763 w 13335"/>
                      <a:gd name="connsiteY10" fmla="*/ 7620 h 11430"/>
                      <a:gd name="connsiteX11" fmla="*/ 13335 w 13335"/>
                      <a:gd name="connsiteY11" fmla="*/ 0 h 11430"/>
                      <a:gd name="connsiteX12" fmla="*/ 11430 w 13335"/>
                      <a:gd name="connsiteY12" fmla="*/ 1905 h 11430"/>
                      <a:gd name="connsiteX13" fmla="*/ 13335 w 13335"/>
                      <a:gd name="connsiteY13" fmla="*/ 953 h 11430"/>
                      <a:gd name="connsiteX14" fmla="*/ 9525 w 13335"/>
                      <a:gd name="connsiteY14" fmla="*/ 1905 h 1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335" h="11430">
                        <a:moveTo>
                          <a:pt x="9525" y="1905"/>
                        </a:moveTo>
                        <a:cubicBezTo>
                          <a:pt x="9525" y="1905"/>
                          <a:pt x="9525" y="953"/>
                          <a:pt x="9525" y="1905"/>
                        </a:cubicBezTo>
                        <a:cubicBezTo>
                          <a:pt x="8573" y="2858"/>
                          <a:pt x="8573" y="2858"/>
                          <a:pt x="6668" y="4763"/>
                        </a:cubicBezTo>
                        <a:cubicBezTo>
                          <a:pt x="7620" y="3810"/>
                          <a:pt x="9525" y="2858"/>
                          <a:pt x="10478" y="1905"/>
                        </a:cubicBezTo>
                        <a:cubicBezTo>
                          <a:pt x="8573" y="2858"/>
                          <a:pt x="7620" y="4763"/>
                          <a:pt x="5715" y="5715"/>
                        </a:cubicBezTo>
                        <a:cubicBezTo>
                          <a:pt x="7620" y="3810"/>
                          <a:pt x="9525" y="1905"/>
                          <a:pt x="11430" y="953"/>
                        </a:cubicBezTo>
                        <a:cubicBezTo>
                          <a:pt x="7620" y="3810"/>
                          <a:pt x="5715" y="5715"/>
                          <a:pt x="2857" y="8573"/>
                        </a:cubicBezTo>
                        <a:cubicBezTo>
                          <a:pt x="3810" y="8573"/>
                          <a:pt x="3810" y="7620"/>
                          <a:pt x="4763" y="7620"/>
                        </a:cubicBezTo>
                        <a:cubicBezTo>
                          <a:pt x="2857" y="8573"/>
                          <a:pt x="953" y="10478"/>
                          <a:pt x="0" y="11430"/>
                        </a:cubicBezTo>
                        <a:cubicBezTo>
                          <a:pt x="1905" y="10478"/>
                          <a:pt x="2857" y="8573"/>
                          <a:pt x="4763" y="7620"/>
                        </a:cubicBezTo>
                        <a:cubicBezTo>
                          <a:pt x="4763" y="7620"/>
                          <a:pt x="4763" y="7620"/>
                          <a:pt x="4763" y="7620"/>
                        </a:cubicBezTo>
                        <a:cubicBezTo>
                          <a:pt x="7620" y="4763"/>
                          <a:pt x="10478" y="2858"/>
                          <a:pt x="13335" y="0"/>
                        </a:cubicBezTo>
                        <a:cubicBezTo>
                          <a:pt x="12382" y="953"/>
                          <a:pt x="12382" y="953"/>
                          <a:pt x="11430" y="1905"/>
                        </a:cubicBezTo>
                        <a:cubicBezTo>
                          <a:pt x="12382" y="1905"/>
                          <a:pt x="12382" y="953"/>
                          <a:pt x="13335" y="953"/>
                        </a:cubicBezTo>
                        <a:cubicBezTo>
                          <a:pt x="10478" y="0"/>
                          <a:pt x="10478" y="953"/>
                          <a:pt x="9525" y="1905"/>
                        </a:cubicBezTo>
                        <a:close/>
                      </a:path>
                    </a:pathLst>
                  </a:custGeom>
                  <a:solidFill>
                    <a:schemeClr val="bg2">
                      <a:alpha val="34000"/>
                    </a:schemeClr>
                  </a:solidFill>
                  <a:ln w="9525" cap="flat">
                    <a:noFill/>
                    <a:prstDash val="solid"/>
                    <a:miter/>
                  </a:ln>
                </p:spPr>
                <p:txBody>
                  <a:bodyPr rtlCol="0" anchor="ctr"/>
                  <a:lstStyle/>
                  <a:p>
                    <a:endParaRPr lang="en-US"/>
                  </a:p>
                </p:txBody>
              </p:sp>
              <p:sp>
                <p:nvSpPr>
                  <p:cNvPr id="519" name="Freeform: Shape 518">
                    <a:extLst>
                      <a:ext uri="{FF2B5EF4-FFF2-40B4-BE49-F238E27FC236}">
                        <a16:creationId xmlns:a16="http://schemas.microsoft.com/office/drawing/2014/main" id="{AFD8133A-04E3-40E9-AEBC-9F91090819D9}"/>
                      </a:ext>
                    </a:extLst>
                  </p:cNvPr>
                  <p:cNvSpPr/>
                  <p:nvPr/>
                </p:nvSpPr>
                <p:spPr>
                  <a:xfrm>
                    <a:off x="14981064" y="2125375"/>
                    <a:ext cx="4762" cy="3809"/>
                  </a:xfrm>
                  <a:custGeom>
                    <a:avLst/>
                    <a:gdLst>
                      <a:gd name="connsiteX0" fmla="*/ 0 w 4762"/>
                      <a:gd name="connsiteY0" fmla="*/ 3810 h 3809"/>
                      <a:gd name="connsiteX1" fmla="*/ 4763 w 4762"/>
                      <a:gd name="connsiteY1" fmla="*/ 0 h 3809"/>
                      <a:gd name="connsiteX2" fmla="*/ 0 w 4762"/>
                      <a:gd name="connsiteY2" fmla="*/ 3810 h 3809"/>
                      <a:gd name="connsiteX3" fmla="*/ 0 w 4762"/>
                      <a:gd name="connsiteY3" fmla="*/ 3810 h 3809"/>
                      <a:gd name="connsiteX4" fmla="*/ 0 w 4762"/>
                      <a:gd name="connsiteY4" fmla="*/ 3810 h 3809"/>
                      <a:gd name="connsiteX5" fmla="*/ 0 w 4762"/>
                      <a:gd name="connsiteY5" fmla="*/ 3810 h 3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2" h="3809">
                        <a:moveTo>
                          <a:pt x="0" y="3810"/>
                        </a:moveTo>
                        <a:cubicBezTo>
                          <a:pt x="1905" y="2857"/>
                          <a:pt x="2857" y="953"/>
                          <a:pt x="4763" y="0"/>
                        </a:cubicBezTo>
                        <a:cubicBezTo>
                          <a:pt x="2857" y="953"/>
                          <a:pt x="953" y="2857"/>
                          <a:pt x="0" y="3810"/>
                        </a:cubicBezTo>
                        <a:cubicBezTo>
                          <a:pt x="0" y="3810"/>
                          <a:pt x="0" y="3810"/>
                          <a:pt x="0" y="3810"/>
                        </a:cubicBezTo>
                        <a:cubicBezTo>
                          <a:pt x="0" y="3810"/>
                          <a:pt x="0" y="3810"/>
                          <a:pt x="0" y="3810"/>
                        </a:cubicBezTo>
                        <a:cubicBezTo>
                          <a:pt x="0" y="3810"/>
                          <a:pt x="0" y="3810"/>
                          <a:pt x="0" y="3810"/>
                        </a:cubicBezTo>
                        <a:close/>
                      </a:path>
                    </a:pathLst>
                  </a:custGeom>
                  <a:solidFill>
                    <a:schemeClr val="bg2">
                      <a:alpha val="34000"/>
                    </a:schemeClr>
                  </a:solidFill>
                  <a:ln w="9525" cap="flat">
                    <a:noFill/>
                    <a:prstDash val="solid"/>
                    <a:miter/>
                  </a:ln>
                </p:spPr>
                <p:txBody>
                  <a:bodyPr rtlCol="0" anchor="ctr"/>
                  <a:lstStyle/>
                  <a:p>
                    <a:endParaRPr lang="en-US"/>
                  </a:p>
                </p:txBody>
              </p:sp>
              <p:sp>
                <p:nvSpPr>
                  <p:cNvPr id="520" name="Freeform: Shape 519">
                    <a:extLst>
                      <a:ext uri="{FF2B5EF4-FFF2-40B4-BE49-F238E27FC236}">
                        <a16:creationId xmlns:a16="http://schemas.microsoft.com/office/drawing/2014/main" id="{4ED5C39C-5530-4B45-8709-E21E2E1A3126}"/>
                      </a:ext>
                    </a:extLst>
                  </p:cNvPr>
                  <p:cNvSpPr/>
                  <p:nvPr/>
                </p:nvSpPr>
                <p:spPr>
                  <a:xfrm>
                    <a:off x="14985827" y="2124423"/>
                    <a:ext cx="952" cy="952"/>
                  </a:xfrm>
                  <a:custGeom>
                    <a:avLst/>
                    <a:gdLst>
                      <a:gd name="connsiteX0" fmla="*/ 953 w 952"/>
                      <a:gd name="connsiteY0" fmla="*/ 0 h 952"/>
                      <a:gd name="connsiteX1" fmla="*/ 0 w 952"/>
                      <a:gd name="connsiteY1" fmla="*/ 953 h 952"/>
                      <a:gd name="connsiteX2" fmla="*/ 953 w 952"/>
                      <a:gd name="connsiteY2" fmla="*/ 0 h 952"/>
                      <a:gd name="connsiteX3" fmla="*/ 953 w 952"/>
                      <a:gd name="connsiteY3" fmla="*/ 0 h 952"/>
                    </a:gdLst>
                    <a:ahLst/>
                    <a:cxnLst>
                      <a:cxn ang="0">
                        <a:pos x="connsiteX0" y="connsiteY0"/>
                      </a:cxn>
                      <a:cxn ang="0">
                        <a:pos x="connsiteX1" y="connsiteY1"/>
                      </a:cxn>
                      <a:cxn ang="0">
                        <a:pos x="connsiteX2" y="connsiteY2"/>
                      </a:cxn>
                      <a:cxn ang="0">
                        <a:pos x="connsiteX3" y="connsiteY3"/>
                      </a:cxn>
                    </a:cxnLst>
                    <a:rect l="l" t="t" r="r" b="b"/>
                    <a:pathLst>
                      <a:path w="952" h="952">
                        <a:moveTo>
                          <a:pt x="953" y="0"/>
                        </a:moveTo>
                        <a:cubicBezTo>
                          <a:pt x="0" y="0"/>
                          <a:pt x="0" y="953"/>
                          <a:pt x="0" y="953"/>
                        </a:cubicBezTo>
                        <a:cubicBezTo>
                          <a:pt x="0" y="953"/>
                          <a:pt x="953" y="0"/>
                          <a:pt x="953" y="0"/>
                        </a:cubicBezTo>
                        <a:cubicBezTo>
                          <a:pt x="953" y="0"/>
                          <a:pt x="953" y="0"/>
                          <a:pt x="953" y="0"/>
                        </a:cubicBezTo>
                        <a:close/>
                      </a:path>
                    </a:pathLst>
                  </a:custGeom>
                  <a:solidFill>
                    <a:schemeClr val="bg2">
                      <a:alpha val="34000"/>
                    </a:schemeClr>
                  </a:solidFill>
                  <a:ln w="9525" cap="flat">
                    <a:noFill/>
                    <a:prstDash val="solid"/>
                    <a:miter/>
                  </a:ln>
                </p:spPr>
                <p:txBody>
                  <a:bodyPr rtlCol="0" anchor="ctr"/>
                  <a:lstStyle/>
                  <a:p>
                    <a:endParaRPr lang="en-US"/>
                  </a:p>
                </p:txBody>
              </p:sp>
              <p:sp>
                <p:nvSpPr>
                  <p:cNvPr id="521" name="Freeform: Shape 520">
                    <a:extLst>
                      <a:ext uri="{FF2B5EF4-FFF2-40B4-BE49-F238E27FC236}">
                        <a16:creationId xmlns:a16="http://schemas.microsoft.com/office/drawing/2014/main" id="{A43D3E56-55A8-45DF-A713-D431D5C17BBE}"/>
                      </a:ext>
                    </a:extLst>
                  </p:cNvPr>
                  <p:cNvSpPr/>
                  <p:nvPr/>
                </p:nvSpPr>
                <p:spPr>
                  <a:xfrm>
                    <a:off x="14942012" y="2146330"/>
                    <a:ext cx="20002" cy="20955"/>
                  </a:xfrm>
                  <a:custGeom>
                    <a:avLst/>
                    <a:gdLst>
                      <a:gd name="connsiteX0" fmla="*/ 12382 w 20002"/>
                      <a:gd name="connsiteY0" fmla="*/ 7620 h 20955"/>
                      <a:gd name="connsiteX1" fmla="*/ 8572 w 20002"/>
                      <a:gd name="connsiteY1" fmla="*/ 12383 h 20955"/>
                      <a:gd name="connsiteX2" fmla="*/ 10477 w 20002"/>
                      <a:gd name="connsiteY2" fmla="*/ 9525 h 20955"/>
                      <a:gd name="connsiteX3" fmla="*/ 4763 w 20002"/>
                      <a:gd name="connsiteY3" fmla="*/ 15240 h 20955"/>
                      <a:gd name="connsiteX4" fmla="*/ 3810 w 20002"/>
                      <a:gd name="connsiteY4" fmla="*/ 17145 h 20955"/>
                      <a:gd name="connsiteX5" fmla="*/ 0 w 20002"/>
                      <a:gd name="connsiteY5" fmla="*/ 20955 h 20955"/>
                      <a:gd name="connsiteX6" fmla="*/ 14288 w 20002"/>
                      <a:gd name="connsiteY6" fmla="*/ 6668 h 20955"/>
                      <a:gd name="connsiteX7" fmla="*/ 11430 w 20002"/>
                      <a:gd name="connsiteY7" fmla="*/ 9525 h 20955"/>
                      <a:gd name="connsiteX8" fmla="*/ 20002 w 20002"/>
                      <a:gd name="connsiteY8" fmla="*/ 0 h 20955"/>
                      <a:gd name="connsiteX9" fmla="*/ 17145 w 20002"/>
                      <a:gd name="connsiteY9" fmla="*/ 1905 h 20955"/>
                      <a:gd name="connsiteX10" fmla="*/ 18097 w 20002"/>
                      <a:gd name="connsiteY10" fmla="*/ 953 h 20955"/>
                      <a:gd name="connsiteX11" fmla="*/ 12382 w 20002"/>
                      <a:gd name="connsiteY11" fmla="*/ 7620 h 20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002" h="20955">
                        <a:moveTo>
                          <a:pt x="12382" y="7620"/>
                        </a:moveTo>
                        <a:cubicBezTo>
                          <a:pt x="11430" y="7620"/>
                          <a:pt x="9525" y="10478"/>
                          <a:pt x="8572" y="12383"/>
                        </a:cubicBezTo>
                        <a:cubicBezTo>
                          <a:pt x="9525" y="11430"/>
                          <a:pt x="10477" y="10478"/>
                          <a:pt x="10477" y="9525"/>
                        </a:cubicBezTo>
                        <a:cubicBezTo>
                          <a:pt x="8572" y="11430"/>
                          <a:pt x="6668" y="13335"/>
                          <a:pt x="4763" y="15240"/>
                        </a:cubicBezTo>
                        <a:cubicBezTo>
                          <a:pt x="4763" y="15240"/>
                          <a:pt x="3810" y="17145"/>
                          <a:pt x="3810" y="17145"/>
                        </a:cubicBezTo>
                        <a:cubicBezTo>
                          <a:pt x="2857" y="18098"/>
                          <a:pt x="0" y="20003"/>
                          <a:pt x="0" y="20955"/>
                        </a:cubicBezTo>
                        <a:cubicBezTo>
                          <a:pt x="4763" y="16193"/>
                          <a:pt x="9525" y="11430"/>
                          <a:pt x="14288" y="6668"/>
                        </a:cubicBezTo>
                        <a:cubicBezTo>
                          <a:pt x="13335" y="7620"/>
                          <a:pt x="12382" y="8573"/>
                          <a:pt x="11430" y="9525"/>
                        </a:cubicBezTo>
                        <a:cubicBezTo>
                          <a:pt x="14288" y="6668"/>
                          <a:pt x="17145" y="2858"/>
                          <a:pt x="20002" y="0"/>
                        </a:cubicBezTo>
                        <a:cubicBezTo>
                          <a:pt x="19050" y="953"/>
                          <a:pt x="18097" y="1905"/>
                          <a:pt x="17145" y="1905"/>
                        </a:cubicBezTo>
                        <a:cubicBezTo>
                          <a:pt x="17145" y="1905"/>
                          <a:pt x="17145" y="953"/>
                          <a:pt x="18097" y="953"/>
                        </a:cubicBezTo>
                        <a:cubicBezTo>
                          <a:pt x="15240" y="3810"/>
                          <a:pt x="13335" y="6668"/>
                          <a:pt x="12382" y="7620"/>
                        </a:cubicBezTo>
                        <a:close/>
                      </a:path>
                    </a:pathLst>
                  </a:custGeom>
                  <a:solidFill>
                    <a:schemeClr val="bg2">
                      <a:alpha val="34000"/>
                    </a:schemeClr>
                  </a:solidFill>
                  <a:ln w="9525" cap="flat">
                    <a:noFill/>
                    <a:prstDash val="solid"/>
                    <a:miter/>
                  </a:ln>
                </p:spPr>
                <p:txBody>
                  <a:bodyPr rtlCol="0" anchor="ctr"/>
                  <a:lstStyle/>
                  <a:p>
                    <a:endParaRPr lang="en-US"/>
                  </a:p>
                </p:txBody>
              </p:sp>
              <p:sp>
                <p:nvSpPr>
                  <p:cNvPr id="522" name="Freeform: Shape 521">
                    <a:extLst>
                      <a:ext uri="{FF2B5EF4-FFF2-40B4-BE49-F238E27FC236}">
                        <a16:creationId xmlns:a16="http://schemas.microsoft.com/office/drawing/2014/main" id="{B5557F3E-3F20-471E-84E0-6E8418C3AA7F}"/>
                      </a:ext>
                    </a:extLst>
                  </p:cNvPr>
                  <p:cNvSpPr/>
                  <p:nvPr/>
                </p:nvSpPr>
                <p:spPr>
                  <a:xfrm>
                    <a:off x="14910487" y="2198717"/>
                    <a:ext cx="14380" cy="22860"/>
                  </a:xfrm>
                  <a:custGeom>
                    <a:avLst/>
                    <a:gdLst>
                      <a:gd name="connsiteX0" fmla="*/ 11523 w 14380"/>
                      <a:gd name="connsiteY0" fmla="*/ 4763 h 22860"/>
                      <a:gd name="connsiteX1" fmla="*/ 14380 w 14380"/>
                      <a:gd name="connsiteY1" fmla="*/ 0 h 22860"/>
                      <a:gd name="connsiteX2" fmla="*/ 6760 w 14380"/>
                      <a:gd name="connsiteY2" fmla="*/ 10478 h 22860"/>
                      <a:gd name="connsiteX3" fmla="*/ 93 w 14380"/>
                      <a:gd name="connsiteY3" fmla="*/ 20955 h 22860"/>
                      <a:gd name="connsiteX4" fmla="*/ 1998 w 14380"/>
                      <a:gd name="connsiteY4" fmla="*/ 19050 h 22860"/>
                      <a:gd name="connsiteX5" fmla="*/ 1998 w 14380"/>
                      <a:gd name="connsiteY5" fmla="*/ 19050 h 22860"/>
                      <a:gd name="connsiteX6" fmla="*/ 93 w 14380"/>
                      <a:gd name="connsiteY6" fmla="*/ 22860 h 22860"/>
                      <a:gd name="connsiteX7" fmla="*/ 8665 w 14380"/>
                      <a:gd name="connsiteY7" fmla="*/ 12383 h 22860"/>
                      <a:gd name="connsiteX8" fmla="*/ 7713 w 14380"/>
                      <a:gd name="connsiteY8" fmla="*/ 14288 h 22860"/>
                      <a:gd name="connsiteX9" fmla="*/ 8665 w 14380"/>
                      <a:gd name="connsiteY9" fmla="*/ 13335 h 22860"/>
                      <a:gd name="connsiteX10" fmla="*/ 7713 w 14380"/>
                      <a:gd name="connsiteY10" fmla="*/ 15240 h 22860"/>
                      <a:gd name="connsiteX11" fmla="*/ 12475 w 14380"/>
                      <a:gd name="connsiteY11" fmla="*/ 9525 h 22860"/>
                      <a:gd name="connsiteX12" fmla="*/ 11523 w 14380"/>
                      <a:gd name="connsiteY12" fmla="*/ 10478 h 22860"/>
                      <a:gd name="connsiteX13" fmla="*/ 11523 w 14380"/>
                      <a:gd name="connsiteY13" fmla="*/ 10478 h 22860"/>
                      <a:gd name="connsiteX14" fmla="*/ 10570 w 14380"/>
                      <a:gd name="connsiteY14" fmla="*/ 11430 h 22860"/>
                      <a:gd name="connsiteX15" fmla="*/ 13428 w 14380"/>
                      <a:gd name="connsiteY15" fmla="*/ 5715 h 22860"/>
                      <a:gd name="connsiteX16" fmla="*/ 12475 w 14380"/>
                      <a:gd name="connsiteY16" fmla="*/ 6668 h 22860"/>
                      <a:gd name="connsiteX17" fmla="*/ 13428 w 14380"/>
                      <a:gd name="connsiteY17" fmla="*/ 4763 h 22860"/>
                      <a:gd name="connsiteX18" fmla="*/ 11523 w 14380"/>
                      <a:gd name="connsiteY18" fmla="*/ 4763 h 22860"/>
                      <a:gd name="connsiteX19" fmla="*/ 10570 w 14380"/>
                      <a:gd name="connsiteY19" fmla="*/ 5715 h 22860"/>
                      <a:gd name="connsiteX20" fmla="*/ 11523 w 14380"/>
                      <a:gd name="connsiteY20" fmla="*/ 4763 h 2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380" h="22860">
                        <a:moveTo>
                          <a:pt x="11523" y="4763"/>
                        </a:moveTo>
                        <a:cubicBezTo>
                          <a:pt x="12475" y="3810"/>
                          <a:pt x="13428" y="1905"/>
                          <a:pt x="14380" y="0"/>
                        </a:cubicBezTo>
                        <a:cubicBezTo>
                          <a:pt x="12475" y="3810"/>
                          <a:pt x="8665" y="6668"/>
                          <a:pt x="6760" y="10478"/>
                        </a:cubicBezTo>
                        <a:cubicBezTo>
                          <a:pt x="5808" y="11430"/>
                          <a:pt x="-860" y="20003"/>
                          <a:pt x="93" y="20955"/>
                        </a:cubicBezTo>
                        <a:cubicBezTo>
                          <a:pt x="1045" y="20955"/>
                          <a:pt x="1045" y="19050"/>
                          <a:pt x="1998" y="19050"/>
                        </a:cubicBezTo>
                        <a:cubicBezTo>
                          <a:pt x="1998" y="19050"/>
                          <a:pt x="1998" y="19050"/>
                          <a:pt x="1998" y="19050"/>
                        </a:cubicBezTo>
                        <a:cubicBezTo>
                          <a:pt x="1045" y="20003"/>
                          <a:pt x="93" y="20955"/>
                          <a:pt x="93" y="22860"/>
                        </a:cubicBezTo>
                        <a:cubicBezTo>
                          <a:pt x="3903" y="20955"/>
                          <a:pt x="4855" y="14288"/>
                          <a:pt x="8665" y="12383"/>
                        </a:cubicBezTo>
                        <a:cubicBezTo>
                          <a:pt x="7713" y="13335"/>
                          <a:pt x="7713" y="13335"/>
                          <a:pt x="7713" y="14288"/>
                        </a:cubicBezTo>
                        <a:cubicBezTo>
                          <a:pt x="7713" y="14288"/>
                          <a:pt x="8665" y="13335"/>
                          <a:pt x="8665" y="13335"/>
                        </a:cubicBezTo>
                        <a:cubicBezTo>
                          <a:pt x="8665" y="14288"/>
                          <a:pt x="7713" y="14288"/>
                          <a:pt x="7713" y="15240"/>
                        </a:cubicBezTo>
                        <a:cubicBezTo>
                          <a:pt x="9618" y="16193"/>
                          <a:pt x="12475" y="12383"/>
                          <a:pt x="12475" y="9525"/>
                        </a:cubicBezTo>
                        <a:cubicBezTo>
                          <a:pt x="12475" y="9525"/>
                          <a:pt x="11523" y="10478"/>
                          <a:pt x="11523" y="10478"/>
                        </a:cubicBezTo>
                        <a:cubicBezTo>
                          <a:pt x="11523" y="10478"/>
                          <a:pt x="11523" y="10478"/>
                          <a:pt x="11523" y="10478"/>
                        </a:cubicBezTo>
                        <a:cubicBezTo>
                          <a:pt x="11523" y="10478"/>
                          <a:pt x="10570" y="11430"/>
                          <a:pt x="10570" y="11430"/>
                        </a:cubicBezTo>
                        <a:cubicBezTo>
                          <a:pt x="11523" y="9525"/>
                          <a:pt x="13428" y="7620"/>
                          <a:pt x="13428" y="5715"/>
                        </a:cubicBezTo>
                        <a:cubicBezTo>
                          <a:pt x="13428" y="5715"/>
                          <a:pt x="12475" y="5715"/>
                          <a:pt x="12475" y="6668"/>
                        </a:cubicBezTo>
                        <a:cubicBezTo>
                          <a:pt x="12475" y="5715"/>
                          <a:pt x="12475" y="5715"/>
                          <a:pt x="13428" y="4763"/>
                        </a:cubicBezTo>
                        <a:cubicBezTo>
                          <a:pt x="12475" y="4763"/>
                          <a:pt x="12475" y="5715"/>
                          <a:pt x="11523" y="4763"/>
                        </a:cubicBezTo>
                        <a:cubicBezTo>
                          <a:pt x="11523" y="4763"/>
                          <a:pt x="11523" y="5715"/>
                          <a:pt x="10570" y="5715"/>
                        </a:cubicBezTo>
                        <a:cubicBezTo>
                          <a:pt x="11523" y="5715"/>
                          <a:pt x="11523" y="4763"/>
                          <a:pt x="11523" y="4763"/>
                        </a:cubicBezTo>
                        <a:close/>
                      </a:path>
                    </a:pathLst>
                  </a:custGeom>
                  <a:solidFill>
                    <a:schemeClr val="bg2">
                      <a:alpha val="34000"/>
                    </a:schemeClr>
                  </a:solidFill>
                  <a:ln w="9525" cap="flat">
                    <a:noFill/>
                    <a:prstDash val="solid"/>
                    <a:miter/>
                  </a:ln>
                </p:spPr>
                <p:txBody>
                  <a:bodyPr rtlCol="0" anchor="ctr"/>
                  <a:lstStyle/>
                  <a:p>
                    <a:endParaRPr lang="en-US"/>
                  </a:p>
                </p:txBody>
              </p:sp>
              <p:sp>
                <p:nvSpPr>
                  <p:cNvPr id="523" name="Freeform: Shape 522">
                    <a:extLst>
                      <a:ext uri="{FF2B5EF4-FFF2-40B4-BE49-F238E27FC236}">
                        <a16:creationId xmlns:a16="http://schemas.microsoft.com/office/drawing/2014/main" id="{041B17D7-B051-4BB1-9AAA-48E562617B5B}"/>
                      </a:ext>
                    </a:extLst>
                  </p:cNvPr>
                  <p:cNvSpPr/>
                  <p:nvPr/>
                </p:nvSpPr>
                <p:spPr>
                  <a:xfrm>
                    <a:off x="14942858" y="2173953"/>
                    <a:ext cx="7726" cy="9525"/>
                  </a:xfrm>
                  <a:custGeom>
                    <a:avLst/>
                    <a:gdLst>
                      <a:gd name="connsiteX0" fmla="*/ 106 w 7726"/>
                      <a:gd name="connsiteY0" fmla="*/ 9525 h 9525"/>
                      <a:gd name="connsiteX1" fmla="*/ 7726 w 7726"/>
                      <a:gd name="connsiteY1" fmla="*/ 0 h 9525"/>
                      <a:gd name="connsiteX2" fmla="*/ 6774 w 7726"/>
                      <a:gd name="connsiteY2" fmla="*/ 952 h 9525"/>
                      <a:gd name="connsiteX3" fmla="*/ 6774 w 7726"/>
                      <a:gd name="connsiteY3" fmla="*/ 0 h 9525"/>
                      <a:gd name="connsiteX4" fmla="*/ 106 w 7726"/>
                      <a:gd name="connsiteY4" fmla="*/ 9525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6" h="9525">
                        <a:moveTo>
                          <a:pt x="106" y="9525"/>
                        </a:moveTo>
                        <a:cubicBezTo>
                          <a:pt x="3916" y="7620"/>
                          <a:pt x="5821" y="3810"/>
                          <a:pt x="7726" y="0"/>
                        </a:cubicBezTo>
                        <a:cubicBezTo>
                          <a:pt x="7726" y="0"/>
                          <a:pt x="6774" y="952"/>
                          <a:pt x="6774" y="952"/>
                        </a:cubicBezTo>
                        <a:cubicBezTo>
                          <a:pt x="6774" y="952"/>
                          <a:pt x="6774" y="952"/>
                          <a:pt x="6774" y="0"/>
                        </a:cubicBezTo>
                        <a:cubicBezTo>
                          <a:pt x="4869" y="952"/>
                          <a:pt x="-846" y="8572"/>
                          <a:pt x="106" y="9525"/>
                        </a:cubicBezTo>
                        <a:close/>
                      </a:path>
                    </a:pathLst>
                  </a:custGeom>
                  <a:solidFill>
                    <a:schemeClr val="bg2">
                      <a:alpha val="34000"/>
                    </a:schemeClr>
                  </a:solidFill>
                  <a:ln w="9525" cap="flat">
                    <a:noFill/>
                    <a:prstDash val="solid"/>
                    <a:miter/>
                  </a:ln>
                </p:spPr>
                <p:txBody>
                  <a:bodyPr rtlCol="0" anchor="ctr"/>
                  <a:lstStyle/>
                  <a:p>
                    <a:endParaRPr lang="en-US"/>
                  </a:p>
                </p:txBody>
              </p:sp>
              <p:sp>
                <p:nvSpPr>
                  <p:cNvPr id="524" name="Freeform: Shape 523">
                    <a:extLst>
                      <a:ext uri="{FF2B5EF4-FFF2-40B4-BE49-F238E27FC236}">
                        <a16:creationId xmlns:a16="http://schemas.microsoft.com/office/drawing/2014/main" id="{A3498755-5C9F-4F44-AAB0-27A896EE80EB}"/>
                      </a:ext>
                    </a:extLst>
                  </p:cNvPr>
                  <p:cNvSpPr/>
                  <p:nvPr/>
                </p:nvSpPr>
                <p:spPr>
                  <a:xfrm>
                    <a:off x="14909627" y="2219911"/>
                    <a:ext cx="6667" cy="8334"/>
                  </a:xfrm>
                  <a:custGeom>
                    <a:avLst/>
                    <a:gdLst>
                      <a:gd name="connsiteX0" fmla="*/ 6668 w 6667"/>
                      <a:gd name="connsiteY0" fmla="*/ 714 h 8334"/>
                      <a:gd name="connsiteX1" fmla="*/ 6668 w 6667"/>
                      <a:gd name="connsiteY1" fmla="*/ 714 h 8334"/>
                      <a:gd name="connsiteX2" fmla="*/ 0 w 6667"/>
                      <a:gd name="connsiteY2" fmla="*/ 8334 h 8334"/>
                      <a:gd name="connsiteX3" fmla="*/ 6668 w 6667"/>
                      <a:gd name="connsiteY3" fmla="*/ 714 h 8334"/>
                    </a:gdLst>
                    <a:ahLst/>
                    <a:cxnLst>
                      <a:cxn ang="0">
                        <a:pos x="connsiteX0" y="connsiteY0"/>
                      </a:cxn>
                      <a:cxn ang="0">
                        <a:pos x="connsiteX1" y="connsiteY1"/>
                      </a:cxn>
                      <a:cxn ang="0">
                        <a:pos x="connsiteX2" y="connsiteY2"/>
                      </a:cxn>
                      <a:cxn ang="0">
                        <a:pos x="connsiteX3" y="connsiteY3"/>
                      </a:cxn>
                    </a:cxnLst>
                    <a:rect l="l" t="t" r="r" b="b"/>
                    <a:pathLst>
                      <a:path w="6667" h="8334">
                        <a:moveTo>
                          <a:pt x="6668" y="714"/>
                        </a:moveTo>
                        <a:cubicBezTo>
                          <a:pt x="6668" y="-238"/>
                          <a:pt x="6668" y="-238"/>
                          <a:pt x="6668" y="714"/>
                        </a:cubicBezTo>
                        <a:cubicBezTo>
                          <a:pt x="3810" y="1667"/>
                          <a:pt x="953" y="4524"/>
                          <a:pt x="0" y="8334"/>
                        </a:cubicBezTo>
                        <a:cubicBezTo>
                          <a:pt x="1905" y="6429"/>
                          <a:pt x="4763" y="2619"/>
                          <a:pt x="6668" y="714"/>
                        </a:cubicBezTo>
                        <a:close/>
                      </a:path>
                    </a:pathLst>
                  </a:custGeom>
                  <a:solidFill>
                    <a:schemeClr val="bg2">
                      <a:alpha val="34000"/>
                    </a:schemeClr>
                  </a:solidFill>
                  <a:ln w="9525" cap="flat">
                    <a:noFill/>
                    <a:prstDash val="solid"/>
                    <a:miter/>
                  </a:ln>
                </p:spPr>
                <p:txBody>
                  <a:bodyPr rtlCol="0" anchor="ctr"/>
                  <a:lstStyle/>
                  <a:p>
                    <a:endParaRPr lang="en-US"/>
                  </a:p>
                </p:txBody>
              </p:sp>
              <p:sp>
                <p:nvSpPr>
                  <p:cNvPr id="525" name="Freeform: Shape 524">
                    <a:extLst>
                      <a:ext uri="{FF2B5EF4-FFF2-40B4-BE49-F238E27FC236}">
                        <a16:creationId xmlns:a16="http://schemas.microsoft.com/office/drawing/2014/main" id="{99683E28-FC3E-4675-8E19-21D1D4ECD3A3}"/>
                      </a:ext>
                    </a:extLst>
                  </p:cNvPr>
                  <p:cNvSpPr/>
                  <p:nvPr/>
                </p:nvSpPr>
                <p:spPr>
                  <a:xfrm>
                    <a:off x="14914389" y="2221578"/>
                    <a:ext cx="3810" cy="6667"/>
                  </a:xfrm>
                  <a:custGeom>
                    <a:avLst/>
                    <a:gdLst>
                      <a:gd name="connsiteX0" fmla="*/ 1905 w 3810"/>
                      <a:gd name="connsiteY0" fmla="*/ 4763 h 6667"/>
                      <a:gd name="connsiteX1" fmla="*/ 3810 w 3810"/>
                      <a:gd name="connsiteY1" fmla="*/ 0 h 6667"/>
                      <a:gd name="connsiteX2" fmla="*/ 0 w 3810"/>
                      <a:gd name="connsiteY2" fmla="*/ 6667 h 6667"/>
                      <a:gd name="connsiteX3" fmla="*/ 1905 w 3810"/>
                      <a:gd name="connsiteY3" fmla="*/ 4763 h 6667"/>
                    </a:gdLst>
                    <a:ahLst/>
                    <a:cxnLst>
                      <a:cxn ang="0">
                        <a:pos x="connsiteX0" y="connsiteY0"/>
                      </a:cxn>
                      <a:cxn ang="0">
                        <a:pos x="connsiteX1" y="connsiteY1"/>
                      </a:cxn>
                      <a:cxn ang="0">
                        <a:pos x="connsiteX2" y="connsiteY2"/>
                      </a:cxn>
                      <a:cxn ang="0">
                        <a:pos x="connsiteX3" y="connsiteY3"/>
                      </a:cxn>
                    </a:cxnLst>
                    <a:rect l="l" t="t" r="r" b="b"/>
                    <a:pathLst>
                      <a:path w="3810" h="6667">
                        <a:moveTo>
                          <a:pt x="1905" y="4763"/>
                        </a:moveTo>
                        <a:cubicBezTo>
                          <a:pt x="2857" y="2857"/>
                          <a:pt x="3810" y="1905"/>
                          <a:pt x="3810" y="0"/>
                        </a:cubicBezTo>
                        <a:cubicBezTo>
                          <a:pt x="1905" y="952"/>
                          <a:pt x="0" y="4763"/>
                          <a:pt x="0" y="6667"/>
                        </a:cubicBezTo>
                        <a:cubicBezTo>
                          <a:pt x="953" y="5715"/>
                          <a:pt x="1905" y="4763"/>
                          <a:pt x="1905" y="4763"/>
                        </a:cubicBezTo>
                        <a:close/>
                      </a:path>
                    </a:pathLst>
                  </a:custGeom>
                  <a:solidFill>
                    <a:schemeClr val="bg2">
                      <a:alpha val="34000"/>
                    </a:schemeClr>
                  </a:solidFill>
                  <a:ln w="9525" cap="flat">
                    <a:noFill/>
                    <a:prstDash val="solid"/>
                    <a:miter/>
                  </a:ln>
                </p:spPr>
                <p:txBody>
                  <a:bodyPr rtlCol="0" anchor="ctr"/>
                  <a:lstStyle/>
                  <a:p>
                    <a:endParaRPr lang="en-US"/>
                  </a:p>
                </p:txBody>
              </p:sp>
              <p:sp>
                <p:nvSpPr>
                  <p:cNvPr id="526" name="Freeform: Shape 525">
                    <a:extLst>
                      <a:ext uri="{FF2B5EF4-FFF2-40B4-BE49-F238E27FC236}">
                        <a16:creationId xmlns:a16="http://schemas.microsoft.com/office/drawing/2014/main" id="{32A3BEA6-9D98-4C7E-97C0-802A283489CC}"/>
                      </a:ext>
                    </a:extLst>
                  </p:cNvPr>
                  <p:cNvSpPr/>
                  <p:nvPr/>
                </p:nvSpPr>
                <p:spPr>
                  <a:xfrm>
                    <a:off x="14923914" y="2211629"/>
                    <a:ext cx="1375" cy="3280"/>
                  </a:xfrm>
                  <a:custGeom>
                    <a:avLst/>
                    <a:gdLst>
                      <a:gd name="connsiteX0" fmla="*/ 953 w 1375"/>
                      <a:gd name="connsiteY0" fmla="*/ 423 h 3280"/>
                      <a:gd name="connsiteX1" fmla="*/ 0 w 1375"/>
                      <a:gd name="connsiteY1" fmla="*/ 3281 h 3280"/>
                      <a:gd name="connsiteX2" fmla="*/ 953 w 1375"/>
                      <a:gd name="connsiteY2" fmla="*/ 423 h 3280"/>
                      <a:gd name="connsiteX3" fmla="*/ 953 w 1375"/>
                      <a:gd name="connsiteY3" fmla="*/ 423 h 3280"/>
                    </a:gdLst>
                    <a:ahLst/>
                    <a:cxnLst>
                      <a:cxn ang="0">
                        <a:pos x="connsiteX0" y="connsiteY0"/>
                      </a:cxn>
                      <a:cxn ang="0">
                        <a:pos x="connsiteX1" y="connsiteY1"/>
                      </a:cxn>
                      <a:cxn ang="0">
                        <a:pos x="connsiteX2" y="connsiteY2"/>
                      </a:cxn>
                      <a:cxn ang="0">
                        <a:pos x="connsiteX3" y="connsiteY3"/>
                      </a:cxn>
                    </a:cxnLst>
                    <a:rect l="l" t="t" r="r" b="b"/>
                    <a:pathLst>
                      <a:path w="1375" h="3280">
                        <a:moveTo>
                          <a:pt x="953" y="423"/>
                        </a:moveTo>
                        <a:cubicBezTo>
                          <a:pt x="0" y="423"/>
                          <a:pt x="0" y="2328"/>
                          <a:pt x="0" y="3281"/>
                        </a:cubicBezTo>
                        <a:cubicBezTo>
                          <a:pt x="953" y="2328"/>
                          <a:pt x="1905" y="1376"/>
                          <a:pt x="953" y="423"/>
                        </a:cubicBezTo>
                        <a:cubicBezTo>
                          <a:pt x="953" y="423"/>
                          <a:pt x="1905" y="-529"/>
                          <a:pt x="953" y="423"/>
                        </a:cubicBezTo>
                        <a:close/>
                      </a:path>
                    </a:pathLst>
                  </a:custGeom>
                  <a:solidFill>
                    <a:schemeClr val="bg2">
                      <a:alpha val="34000"/>
                    </a:schemeClr>
                  </a:solidFill>
                  <a:ln w="9525" cap="flat">
                    <a:noFill/>
                    <a:prstDash val="solid"/>
                    <a:miter/>
                  </a:ln>
                </p:spPr>
                <p:txBody>
                  <a:bodyPr rtlCol="0" anchor="ctr"/>
                  <a:lstStyle/>
                  <a:p>
                    <a:endParaRPr lang="en-US"/>
                  </a:p>
                </p:txBody>
              </p:sp>
              <p:sp>
                <p:nvSpPr>
                  <p:cNvPr id="527" name="Freeform: Shape 526">
                    <a:extLst>
                      <a:ext uri="{FF2B5EF4-FFF2-40B4-BE49-F238E27FC236}">
                        <a16:creationId xmlns:a16="http://schemas.microsoft.com/office/drawing/2014/main" id="{8A0741BC-3DB5-4DF6-B9CD-846EC9D6A3E8}"/>
                      </a:ext>
                    </a:extLst>
                  </p:cNvPr>
                  <p:cNvSpPr/>
                  <p:nvPr/>
                </p:nvSpPr>
                <p:spPr>
                  <a:xfrm>
                    <a:off x="14988529" y="2121368"/>
                    <a:ext cx="1649" cy="1346"/>
                  </a:xfrm>
                  <a:custGeom>
                    <a:avLst/>
                    <a:gdLst>
                      <a:gd name="connsiteX0" fmla="*/ 1108 w 1649"/>
                      <a:gd name="connsiteY0" fmla="*/ 197 h 1346"/>
                      <a:gd name="connsiteX1" fmla="*/ 156 w 1649"/>
                      <a:gd name="connsiteY1" fmla="*/ 1150 h 1346"/>
                      <a:gd name="connsiteX2" fmla="*/ 1108 w 1649"/>
                      <a:gd name="connsiteY2" fmla="*/ 197 h 1346"/>
                    </a:gdLst>
                    <a:ahLst/>
                    <a:cxnLst>
                      <a:cxn ang="0">
                        <a:pos x="connsiteX0" y="connsiteY0"/>
                      </a:cxn>
                      <a:cxn ang="0">
                        <a:pos x="connsiteX1" y="connsiteY1"/>
                      </a:cxn>
                      <a:cxn ang="0">
                        <a:pos x="connsiteX2" y="connsiteY2"/>
                      </a:cxn>
                    </a:cxnLst>
                    <a:rect l="l" t="t" r="r" b="b"/>
                    <a:pathLst>
                      <a:path w="1649" h="1346">
                        <a:moveTo>
                          <a:pt x="1108" y="197"/>
                        </a:moveTo>
                        <a:cubicBezTo>
                          <a:pt x="1108" y="197"/>
                          <a:pt x="156" y="1150"/>
                          <a:pt x="156" y="1150"/>
                        </a:cubicBezTo>
                        <a:cubicBezTo>
                          <a:pt x="-797" y="2102"/>
                          <a:pt x="3013" y="-755"/>
                          <a:pt x="1108" y="197"/>
                        </a:cubicBezTo>
                        <a:close/>
                      </a:path>
                    </a:pathLst>
                  </a:custGeom>
                  <a:solidFill>
                    <a:schemeClr val="bg2">
                      <a:alpha val="34000"/>
                    </a:schemeClr>
                  </a:solidFill>
                  <a:ln w="9525" cap="flat">
                    <a:noFill/>
                    <a:prstDash val="solid"/>
                    <a:miter/>
                  </a:ln>
                </p:spPr>
                <p:txBody>
                  <a:bodyPr rtlCol="0" anchor="ctr"/>
                  <a:lstStyle/>
                  <a:p>
                    <a:endParaRPr lang="en-US"/>
                  </a:p>
                </p:txBody>
              </p:sp>
              <p:sp>
                <p:nvSpPr>
                  <p:cNvPr id="528" name="Freeform: Shape 527">
                    <a:extLst>
                      <a:ext uri="{FF2B5EF4-FFF2-40B4-BE49-F238E27FC236}">
                        <a16:creationId xmlns:a16="http://schemas.microsoft.com/office/drawing/2014/main" id="{780E23E9-2152-4599-A1C2-78B350198770}"/>
                      </a:ext>
                    </a:extLst>
                  </p:cNvPr>
                  <p:cNvSpPr/>
                  <p:nvPr/>
                </p:nvSpPr>
                <p:spPr>
                  <a:xfrm>
                    <a:off x="14988684" y="2119660"/>
                    <a:ext cx="5715" cy="2857"/>
                  </a:xfrm>
                  <a:custGeom>
                    <a:avLst/>
                    <a:gdLst>
                      <a:gd name="connsiteX0" fmla="*/ 0 w 5715"/>
                      <a:gd name="connsiteY0" fmla="*/ 2857 h 2857"/>
                      <a:gd name="connsiteX1" fmla="*/ 1905 w 5715"/>
                      <a:gd name="connsiteY1" fmla="*/ 1905 h 2857"/>
                      <a:gd name="connsiteX2" fmla="*/ 2858 w 5715"/>
                      <a:gd name="connsiteY2" fmla="*/ 1905 h 2857"/>
                      <a:gd name="connsiteX3" fmla="*/ 5715 w 5715"/>
                      <a:gd name="connsiteY3" fmla="*/ 0 h 2857"/>
                      <a:gd name="connsiteX4" fmla="*/ 0 w 5715"/>
                      <a:gd name="connsiteY4" fmla="*/ 2857 h 2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 h="2857">
                        <a:moveTo>
                          <a:pt x="0" y="2857"/>
                        </a:moveTo>
                        <a:cubicBezTo>
                          <a:pt x="953" y="2857"/>
                          <a:pt x="953" y="1905"/>
                          <a:pt x="1905" y="1905"/>
                        </a:cubicBezTo>
                        <a:cubicBezTo>
                          <a:pt x="0" y="2857"/>
                          <a:pt x="953" y="1905"/>
                          <a:pt x="2858" y="1905"/>
                        </a:cubicBezTo>
                        <a:cubicBezTo>
                          <a:pt x="3810" y="953"/>
                          <a:pt x="4763" y="953"/>
                          <a:pt x="5715" y="0"/>
                        </a:cubicBezTo>
                        <a:cubicBezTo>
                          <a:pt x="2858" y="0"/>
                          <a:pt x="953" y="1905"/>
                          <a:pt x="0" y="2857"/>
                        </a:cubicBezTo>
                        <a:close/>
                      </a:path>
                    </a:pathLst>
                  </a:custGeom>
                  <a:solidFill>
                    <a:schemeClr val="bg2">
                      <a:alpha val="34000"/>
                    </a:schemeClr>
                  </a:solidFill>
                  <a:ln w="9525" cap="flat">
                    <a:noFill/>
                    <a:prstDash val="solid"/>
                    <a:miter/>
                  </a:ln>
                </p:spPr>
                <p:txBody>
                  <a:bodyPr rtlCol="0" anchor="ctr"/>
                  <a:lstStyle/>
                  <a:p>
                    <a:endParaRPr lang="en-US"/>
                  </a:p>
                </p:txBody>
              </p:sp>
              <p:sp>
                <p:nvSpPr>
                  <p:cNvPr id="530" name="Freeform: Shape 529">
                    <a:extLst>
                      <a:ext uri="{FF2B5EF4-FFF2-40B4-BE49-F238E27FC236}">
                        <a16:creationId xmlns:a16="http://schemas.microsoft.com/office/drawing/2014/main" id="{DBFDDF2C-34CF-4570-BF1F-339FDC88DAFE}"/>
                      </a:ext>
                    </a:extLst>
                  </p:cNvPr>
                  <p:cNvSpPr/>
                  <p:nvPr/>
                </p:nvSpPr>
                <p:spPr>
                  <a:xfrm>
                    <a:off x="14982017" y="2123470"/>
                    <a:ext cx="5714" cy="4762"/>
                  </a:xfrm>
                  <a:custGeom>
                    <a:avLst/>
                    <a:gdLst>
                      <a:gd name="connsiteX0" fmla="*/ 0 w 5714"/>
                      <a:gd name="connsiteY0" fmla="*/ 4763 h 4762"/>
                      <a:gd name="connsiteX1" fmla="*/ 5715 w 5714"/>
                      <a:gd name="connsiteY1" fmla="*/ 0 h 4762"/>
                      <a:gd name="connsiteX2" fmla="*/ 0 w 5714"/>
                      <a:gd name="connsiteY2" fmla="*/ 4763 h 4762"/>
                      <a:gd name="connsiteX3" fmla="*/ 0 w 5714"/>
                      <a:gd name="connsiteY3" fmla="*/ 4763 h 4762"/>
                    </a:gdLst>
                    <a:ahLst/>
                    <a:cxnLst>
                      <a:cxn ang="0">
                        <a:pos x="connsiteX0" y="connsiteY0"/>
                      </a:cxn>
                      <a:cxn ang="0">
                        <a:pos x="connsiteX1" y="connsiteY1"/>
                      </a:cxn>
                      <a:cxn ang="0">
                        <a:pos x="connsiteX2" y="connsiteY2"/>
                      </a:cxn>
                      <a:cxn ang="0">
                        <a:pos x="connsiteX3" y="connsiteY3"/>
                      </a:cxn>
                    </a:cxnLst>
                    <a:rect l="l" t="t" r="r" b="b"/>
                    <a:pathLst>
                      <a:path w="5714" h="4762">
                        <a:moveTo>
                          <a:pt x="0" y="4763"/>
                        </a:moveTo>
                        <a:cubicBezTo>
                          <a:pt x="1905" y="3810"/>
                          <a:pt x="3810" y="1905"/>
                          <a:pt x="5715" y="0"/>
                        </a:cubicBezTo>
                        <a:cubicBezTo>
                          <a:pt x="3810" y="953"/>
                          <a:pt x="1905" y="3810"/>
                          <a:pt x="0" y="4763"/>
                        </a:cubicBezTo>
                        <a:cubicBezTo>
                          <a:pt x="952" y="4763"/>
                          <a:pt x="952" y="3810"/>
                          <a:pt x="0" y="4763"/>
                        </a:cubicBezTo>
                        <a:close/>
                      </a:path>
                    </a:pathLst>
                  </a:custGeom>
                  <a:solidFill>
                    <a:schemeClr val="bg2">
                      <a:alpha val="34000"/>
                    </a:schemeClr>
                  </a:solidFill>
                  <a:ln w="9525" cap="flat">
                    <a:noFill/>
                    <a:prstDash val="solid"/>
                    <a:miter/>
                  </a:ln>
                </p:spPr>
                <p:txBody>
                  <a:bodyPr rtlCol="0" anchor="ctr"/>
                  <a:lstStyle/>
                  <a:p>
                    <a:endParaRPr lang="en-US"/>
                  </a:p>
                </p:txBody>
              </p:sp>
              <p:sp>
                <p:nvSpPr>
                  <p:cNvPr id="531" name="Freeform: Shape 530">
                    <a:extLst>
                      <a:ext uri="{FF2B5EF4-FFF2-40B4-BE49-F238E27FC236}">
                        <a16:creationId xmlns:a16="http://schemas.microsoft.com/office/drawing/2014/main" id="{E46FA4AC-D8E0-4103-BE33-D736BA26A426}"/>
                      </a:ext>
                    </a:extLst>
                  </p:cNvPr>
                  <p:cNvSpPr/>
                  <p:nvPr/>
                </p:nvSpPr>
                <p:spPr>
                  <a:xfrm>
                    <a:off x="14947727" y="2157493"/>
                    <a:ext cx="1219" cy="1219"/>
                  </a:xfrm>
                  <a:custGeom>
                    <a:avLst/>
                    <a:gdLst>
                      <a:gd name="connsiteX0" fmla="*/ 953 w 1219"/>
                      <a:gd name="connsiteY0" fmla="*/ 267 h 1219"/>
                      <a:gd name="connsiteX1" fmla="*/ 0 w 1219"/>
                      <a:gd name="connsiteY1" fmla="*/ 1219 h 1219"/>
                      <a:gd name="connsiteX2" fmla="*/ 953 w 1219"/>
                      <a:gd name="connsiteY2" fmla="*/ 267 h 1219"/>
                    </a:gdLst>
                    <a:ahLst/>
                    <a:cxnLst>
                      <a:cxn ang="0">
                        <a:pos x="connsiteX0" y="connsiteY0"/>
                      </a:cxn>
                      <a:cxn ang="0">
                        <a:pos x="connsiteX1" y="connsiteY1"/>
                      </a:cxn>
                      <a:cxn ang="0">
                        <a:pos x="connsiteX2" y="connsiteY2"/>
                      </a:cxn>
                    </a:cxnLst>
                    <a:rect l="l" t="t" r="r" b="b"/>
                    <a:pathLst>
                      <a:path w="1219" h="1219">
                        <a:moveTo>
                          <a:pt x="953" y="267"/>
                        </a:moveTo>
                        <a:cubicBezTo>
                          <a:pt x="1905" y="-686"/>
                          <a:pt x="0" y="1219"/>
                          <a:pt x="0" y="1219"/>
                        </a:cubicBezTo>
                        <a:cubicBezTo>
                          <a:pt x="0" y="1219"/>
                          <a:pt x="953" y="1219"/>
                          <a:pt x="953" y="267"/>
                        </a:cubicBezTo>
                        <a:close/>
                      </a:path>
                    </a:pathLst>
                  </a:custGeom>
                  <a:solidFill>
                    <a:schemeClr val="bg2">
                      <a:alpha val="34000"/>
                    </a:schemeClr>
                  </a:solidFill>
                  <a:ln w="9525" cap="flat">
                    <a:noFill/>
                    <a:prstDash val="solid"/>
                    <a:miter/>
                  </a:ln>
                </p:spPr>
                <p:txBody>
                  <a:bodyPr rtlCol="0" anchor="ctr"/>
                  <a:lstStyle/>
                  <a:p>
                    <a:endParaRPr lang="en-US"/>
                  </a:p>
                </p:txBody>
              </p:sp>
              <p:sp>
                <p:nvSpPr>
                  <p:cNvPr id="533" name="Freeform: Shape 532">
                    <a:extLst>
                      <a:ext uri="{FF2B5EF4-FFF2-40B4-BE49-F238E27FC236}">
                        <a16:creationId xmlns:a16="http://schemas.microsoft.com/office/drawing/2014/main" id="{3A6028EF-B535-4028-AEBC-8C5557BA3593}"/>
                      </a:ext>
                    </a:extLst>
                  </p:cNvPr>
                  <p:cNvSpPr/>
                  <p:nvPr/>
                </p:nvSpPr>
                <p:spPr>
                  <a:xfrm>
                    <a:off x="14918200" y="2152998"/>
                    <a:ext cx="35242" cy="39052"/>
                  </a:xfrm>
                  <a:custGeom>
                    <a:avLst/>
                    <a:gdLst>
                      <a:gd name="connsiteX0" fmla="*/ 0 w 35242"/>
                      <a:gd name="connsiteY0" fmla="*/ 39053 h 39052"/>
                      <a:gd name="connsiteX1" fmla="*/ 0 w 35242"/>
                      <a:gd name="connsiteY1" fmla="*/ 39053 h 39052"/>
                      <a:gd name="connsiteX2" fmla="*/ 6668 w 35242"/>
                      <a:gd name="connsiteY2" fmla="*/ 31432 h 39052"/>
                      <a:gd name="connsiteX3" fmla="*/ 3810 w 35242"/>
                      <a:gd name="connsiteY3" fmla="*/ 36195 h 39052"/>
                      <a:gd name="connsiteX4" fmla="*/ 10477 w 35242"/>
                      <a:gd name="connsiteY4" fmla="*/ 28575 h 39052"/>
                      <a:gd name="connsiteX5" fmla="*/ 9525 w 35242"/>
                      <a:gd name="connsiteY5" fmla="*/ 29528 h 39052"/>
                      <a:gd name="connsiteX6" fmla="*/ 21907 w 35242"/>
                      <a:gd name="connsiteY6" fmla="*/ 14288 h 39052"/>
                      <a:gd name="connsiteX7" fmla="*/ 35243 w 35242"/>
                      <a:gd name="connsiteY7" fmla="*/ 0 h 39052"/>
                      <a:gd name="connsiteX8" fmla="*/ 31432 w 35242"/>
                      <a:gd name="connsiteY8" fmla="*/ 3810 h 39052"/>
                      <a:gd name="connsiteX9" fmla="*/ 32385 w 35242"/>
                      <a:gd name="connsiteY9" fmla="*/ 2857 h 39052"/>
                      <a:gd name="connsiteX10" fmla="*/ 31432 w 35242"/>
                      <a:gd name="connsiteY10" fmla="*/ 3810 h 39052"/>
                      <a:gd name="connsiteX11" fmla="*/ 32385 w 35242"/>
                      <a:gd name="connsiteY11" fmla="*/ 2857 h 39052"/>
                      <a:gd name="connsiteX12" fmla="*/ 20955 w 35242"/>
                      <a:gd name="connsiteY12" fmla="*/ 15240 h 39052"/>
                      <a:gd name="connsiteX13" fmla="*/ 29527 w 35242"/>
                      <a:gd name="connsiteY13" fmla="*/ 5715 h 39052"/>
                      <a:gd name="connsiteX14" fmla="*/ 24765 w 35242"/>
                      <a:gd name="connsiteY14" fmla="*/ 10478 h 39052"/>
                      <a:gd name="connsiteX15" fmla="*/ 14288 w 35242"/>
                      <a:gd name="connsiteY15" fmla="*/ 21907 h 39052"/>
                      <a:gd name="connsiteX16" fmla="*/ 0 w 35242"/>
                      <a:gd name="connsiteY16" fmla="*/ 39053 h 39052"/>
                      <a:gd name="connsiteX17" fmla="*/ 0 w 35242"/>
                      <a:gd name="connsiteY17" fmla="*/ 39053 h 39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242" h="39052">
                        <a:moveTo>
                          <a:pt x="0" y="39053"/>
                        </a:moveTo>
                        <a:cubicBezTo>
                          <a:pt x="0" y="39053"/>
                          <a:pt x="952" y="38100"/>
                          <a:pt x="0" y="39053"/>
                        </a:cubicBezTo>
                        <a:cubicBezTo>
                          <a:pt x="1905" y="37147"/>
                          <a:pt x="4763" y="34290"/>
                          <a:pt x="6668" y="31432"/>
                        </a:cubicBezTo>
                        <a:cubicBezTo>
                          <a:pt x="5715" y="32385"/>
                          <a:pt x="4763" y="34290"/>
                          <a:pt x="3810" y="36195"/>
                        </a:cubicBezTo>
                        <a:cubicBezTo>
                          <a:pt x="5715" y="37147"/>
                          <a:pt x="9525" y="29528"/>
                          <a:pt x="10477" y="28575"/>
                        </a:cubicBezTo>
                        <a:cubicBezTo>
                          <a:pt x="10477" y="28575"/>
                          <a:pt x="10477" y="29528"/>
                          <a:pt x="9525" y="29528"/>
                        </a:cubicBezTo>
                        <a:cubicBezTo>
                          <a:pt x="14288" y="24765"/>
                          <a:pt x="18097" y="19050"/>
                          <a:pt x="21907" y="14288"/>
                        </a:cubicBezTo>
                        <a:cubicBezTo>
                          <a:pt x="26670" y="9525"/>
                          <a:pt x="31432" y="4763"/>
                          <a:pt x="35243" y="0"/>
                        </a:cubicBezTo>
                        <a:cubicBezTo>
                          <a:pt x="34290" y="953"/>
                          <a:pt x="32385" y="2857"/>
                          <a:pt x="31432" y="3810"/>
                        </a:cubicBezTo>
                        <a:cubicBezTo>
                          <a:pt x="31432" y="3810"/>
                          <a:pt x="32385" y="2857"/>
                          <a:pt x="32385" y="2857"/>
                        </a:cubicBezTo>
                        <a:cubicBezTo>
                          <a:pt x="32385" y="2857"/>
                          <a:pt x="31432" y="3810"/>
                          <a:pt x="31432" y="3810"/>
                        </a:cubicBezTo>
                        <a:cubicBezTo>
                          <a:pt x="31432" y="3810"/>
                          <a:pt x="32385" y="2857"/>
                          <a:pt x="32385" y="2857"/>
                        </a:cubicBezTo>
                        <a:cubicBezTo>
                          <a:pt x="28575" y="6668"/>
                          <a:pt x="24765" y="10478"/>
                          <a:pt x="20955" y="15240"/>
                        </a:cubicBezTo>
                        <a:cubicBezTo>
                          <a:pt x="23813" y="12382"/>
                          <a:pt x="26670" y="8572"/>
                          <a:pt x="29527" y="5715"/>
                        </a:cubicBezTo>
                        <a:cubicBezTo>
                          <a:pt x="27622" y="6668"/>
                          <a:pt x="25718" y="9525"/>
                          <a:pt x="24765" y="10478"/>
                        </a:cubicBezTo>
                        <a:cubicBezTo>
                          <a:pt x="20955" y="14288"/>
                          <a:pt x="18097" y="18097"/>
                          <a:pt x="14288" y="21907"/>
                        </a:cubicBezTo>
                        <a:cubicBezTo>
                          <a:pt x="9525" y="27622"/>
                          <a:pt x="4763" y="33338"/>
                          <a:pt x="0" y="39053"/>
                        </a:cubicBezTo>
                        <a:cubicBezTo>
                          <a:pt x="0" y="39053"/>
                          <a:pt x="0" y="39053"/>
                          <a:pt x="0" y="39053"/>
                        </a:cubicBezTo>
                        <a:close/>
                      </a:path>
                    </a:pathLst>
                  </a:custGeom>
                  <a:solidFill>
                    <a:schemeClr val="bg2">
                      <a:alpha val="34000"/>
                    </a:schemeClr>
                  </a:solidFill>
                  <a:ln w="9525" cap="flat">
                    <a:noFill/>
                    <a:prstDash val="solid"/>
                    <a:miter/>
                  </a:ln>
                </p:spPr>
                <p:txBody>
                  <a:bodyPr rtlCol="0" anchor="ctr"/>
                  <a:lstStyle/>
                  <a:p>
                    <a:endParaRPr lang="en-US"/>
                  </a:p>
                </p:txBody>
              </p:sp>
              <p:sp>
                <p:nvSpPr>
                  <p:cNvPr id="536" name="Freeform: Shape 535">
                    <a:extLst>
                      <a:ext uri="{FF2B5EF4-FFF2-40B4-BE49-F238E27FC236}">
                        <a16:creationId xmlns:a16="http://schemas.microsoft.com/office/drawing/2014/main" id="{D099EF54-8E7D-4140-A845-4AAE34F98F8E}"/>
                      </a:ext>
                    </a:extLst>
                  </p:cNvPr>
                  <p:cNvSpPr/>
                  <p:nvPr/>
                </p:nvSpPr>
                <p:spPr>
                  <a:xfrm>
                    <a:off x="14944869" y="2160358"/>
                    <a:ext cx="1905" cy="2164"/>
                  </a:xfrm>
                  <a:custGeom>
                    <a:avLst/>
                    <a:gdLst>
                      <a:gd name="connsiteX0" fmla="*/ 1905 w 1905"/>
                      <a:gd name="connsiteY0" fmla="*/ 260 h 2164"/>
                      <a:gd name="connsiteX1" fmla="*/ 0 w 1905"/>
                      <a:gd name="connsiteY1" fmla="*/ 2165 h 2164"/>
                      <a:gd name="connsiteX2" fmla="*/ 1905 w 1905"/>
                      <a:gd name="connsiteY2" fmla="*/ 260 h 2164"/>
                    </a:gdLst>
                    <a:ahLst/>
                    <a:cxnLst>
                      <a:cxn ang="0">
                        <a:pos x="connsiteX0" y="connsiteY0"/>
                      </a:cxn>
                      <a:cxn ang="0">
                        <a:pos x="connsiteX1" y="connsiteY1"/>
                      </a:cxn>
                      <a:cxn ang="0">
                        <a:pos x="connsiteX2" y="connsiteY2"/>
                      </a:cxn>
                    </a:cxnLst>
                    <a:rect l="l" t="t" r="r" b="b"/>
                    <a:pathLst>
                      <a:path w="1905" h="2164">
                        <a:moveTo>
                          <a:pt x="1905" y="260"/>
                        </a:moveTo>
                        <a:cubicBezTo>
                          <a:pt x="952" y="1212"/>
                          <a:pt x="952" y="1212"/>
                          <a:pt x="0" y="2165"/>
                        </a:cubicBezTo>
                        <a:cubicBezTo>
                          <a:pt x="952" y="1212"/>
                          <a:pt x="1905" y="-693"/>
                          <a:pt x="1905" y="260"/>
                        </a:cubicBezTo>
                        <a:close/>
                      </a:path>
                    </a:pathLst>
                  </a:custGeom>
                  <a:solidFill>
                    <a:schemeClr val="bg2">
                      <a:alpha val="34000"/>
                    </a:schemeClr>
                  </a:solidFill>
                  <a:ln w="9525" cap="flat">
                    <a:noFill/>
                    <a:prstDash val="solid"/>
                    <a:miter/>
                  </a:ln>
                </p:spPr>
                <p:txBody>
                  <a:bodyPr rtlCol="0" anchor="ctr"/>
                  <a:lstStyle/>
                  <a:p>
                    <a:endParaRPr lang="en-US"/>
                  </a:p>
                </p:txBody>
              </p:sp>
              <p:sp>
                <p:nvSpPr>
                  <p:cNvPr id="537" name="Freeform: Shape 536">
                    <a:extLst>
                      <a:ext uri="{FF2B5EF4-FFF2-40B4-BE49-F238E27FC236}">
                        <a16:creationId xmlns:a16="http://schemas.microsoft.com/office/drawing/2014/main" id="{A9F7EFAA-97FD-4D8A-BFF1-B0850B240D01}"/>
                      </a:ext>
                    </a:extLst>
                  </p:cNvPr>
                  <p:cNvSpPr/>
                  <p:nvPr/>
                </p:nvSpPr>
                <p:spPr>
                  <a:xfrm>
                    <a:off x="14958205" y="2132042"/>
                    <a:ext cx="20002" cy="17145"/>
                  </a:xfrm>
                  <a:custGeom>
                    <a:avLst/>
                    <a:gdLst>
                      <a:gd name="connsiteX0" fmla="*/ 3810 w 20002"/>
                      <a:gd name="connsiteY0" fmla="*/ 14288 h 17145"/>
                      <a:gd name="connsiteX1" fmla="*/ 15240 w 20002"/>
                      <a:gd name="connsiteY1" fmla="*/ 4763 h 17145"/>
                      <a:gd name="connsiteX2" fmla="*/ 13335 w 20002"/>
                      <a:gd name="connsiteY2" fmla="*/ 5715 h 17145"/>
                      <a:gd name="connsiteX3" fmla="*/ 20002 w 20002"/>
                      <a:gd name="connsiteY3" fmla="*/ 0 h 17145"/>
                      <a:gd name="connsiteX4" fmla="*/ 14288 w 20002"/>
                      <a:gd name="connsiteY4" fmla="*/ 4763 h 17145"/>
                      <a:gd name="connsiteX5" fmla="*/ 11430 w 20002"/>
                      <a:gd name="connsiteY5" fmla="*/ 7620 h 17145"/>
                      <a:gd name="connsiteX6" fmla="*/ 9525 w 20002"/>
                      <a:gd name="connsiteY6" fmla="*/ 8573 h 17145"/>
                      <a:gd name="connsiteX7" fmla="*/ 6667 w 20002"/>
                      <a:gd name="connsiteY7" fmla="*/ 11430 h 17145"/>
                      <a:gd name="connsiteX8" fmla="*/ 6667 w 20002"/>
                      <a:gd name="connsiteY8" fmla="*/ 11430 h 17145"/>
                      <a:gd name="connsiteX9" fmla="*/ 4763 w 20002"/>
                      <a:gd name="connsiteY9" fmla="*/ 13335 h 17145"/>
                      <a:gd name="connsiteX10" fmla="*/ 3810 w 20002"/>
                      <a:gd name="connsiteY10" fmla="*/ 14288 h 17145"/>
                      <a:gd name="connsiteX11" fmla="*/ 0 w 20002"/>
                      <a:gd name="connsiteY11" fmla="*/ 17145 h 17145"/>
                      <a:gd name="connsiteX12" fmla="*/ 3810 w 20002"/>
                      <a:gd name="connsiteY12" fmla="*/ 14288 h 17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002" h="17145">
                        <a:moveTo>
                          <a:pt x="3810" y="14288"/>
                        </a:moveTo>
                        <a:cubicBezTo>
                          <a:pt x="7620" y="10478"/>
                          <a:pt x="11430" y="7620"/>
                          <a:pt x="15240" y="4763"/>
                        </a:cubicBezTo>
                        <a:cubicBezTo>
                          <a:pt x="14288" y="5715"/>
                          <a:pt x="14288" y="5715"/>
                          <a:pt x="13335" y="5715"/>
                        </a:cubicBezTo>
                        <a:cubicBezTo>
                          <a:pt x="15240" y="3810"/>
                          <a:pt x="18097" y="1905"/>
                          <a:pt x="20002" y="0"/>
                        </a:cubicBezTo>
                        <a:cubicBezTo>
                          <a:pt x="18097" y="953"/>
                          <a:pt x="16192" y="2858"/>
                          <a:pt x="14288" y="4763"/>
                        </a:cubicBezTo>
                        <a:cubicBezTo>
                          <a:pt x="13335" y="5715"/>
                          <a:pt x="12382" y="6668"/>
                          <a:pt x="11430" y="7620"/>
                        </a:cubicBezTo>
                        <a:cubicBezTo>
                          <a:pt x="10477" y="7620"/>
                          <a:pt x="7620" y="10478"/>
                          <a:pt x="9525" y="8573"/>
                        </a:cubicBezTo>
                        <a:cubicBezTo>
                          <a:pt x="8572" y="9525"/>
                          <a:pt x="7620" y="10478"/>
                          <a:pt x="6667" y="11430"/>
                        </a:cubicBezTo>
                        <a:cubicBezTo>
                          <a:pt x="6667" y="11430"/>
                          <a:pt x="9525" y="8573"/>
                          <a:pt x="6667" y="11430"/>
                        </a:cubicBezTo>
                        <a:cubicBezTo>
                          <a:pt x="5715" y="12383"/>
                          <a:pt x="5715" y="12383"/>
                          <a:pt x="4763" y="13335"/>
                        </a:cubicBezTo>
                        <a:cubicBezTo>
                          <a:pt x="5715" y="11430"/>
                          <a:pt x="3810" y="13335"/>
                          <a:pt x="3810" y="14288"/>
                        </a:cubicBezTo>
                        <a:cubicBezTo>
                          <a:pt x="2857" y="15240"/>
                          <a:pt x="1905" y="16193"/>
                          <a:pt x="0" y="17145"/>
                        </a:cubicBezTo>
                        <a:cubicBezTo>
                          <a:pt x="952" y="16193"/>
                          <a:pt x="2857" y="15240"/>
                          <a:pt x="3810" y="14288"/>
                        </a:cubicBezTo>
                        <a:close/>
                      </a:path>
                    </a:pathLst>
                  </a:custGeom>
                  <a:solidFill>
                    <a:schemeClr val="bg2">
                      <a:alpha val="34000"/>
                    </a:schemeClr>
                  </a:solidFill>
                  <a:ln w="9525" cap="flat">
                    <a:noFill/>
                    <a:prstDash val="solid"/>
                    <a:miter/>
                  </a:ln>
                </p:spPr>
                <p:txBody>
                  <a:bodyPr rtlCol="0" anchor="ctr"/>
                  <a:lstStyle/>
                  <a:p>
                    <a:endParaRPr lang="en-US"/>
                  </a:p>
                </p:txBody>
              </p:sp>
              <p:sp>
                <p:nvSpPr>
                  <p:cNvPr id="541" name="Freeform: Shape 540">
                    <a:extLst>
                      <a:ext uri="{FF2B5EF4-FFF2-40B4-BE49-F238E27FC236}">
                        <a16:creationId xmlns:a16="http://schemas.microsoft.com/office/drawing/2014/main" id="{A3476FE5-C675-4EA9-BF2B-D5D69B8A97A5}"/>
                      </a:ext>
                    </a:extLst>
                  </p:cNvPr>
                  <p:cNvSpPr/>
                  <p:nvPr/>
                </p:nvSpPr>
                <p:spPr>
                  <a:xfrm>
                    <a:off x="14967730" y="2136091"/>
                    <a:ext cx="4762" cy="4524"/>
                  </a:xfrm>
                  <a:custGeom>
                    <a:avLst/>
                    <a:gdLst>
                      <a:gd name="connsiteX0" fmla="*/ 4763 w 4762"/>
                      <a:gd name="connsiteY0" fmla="*/ 714 h 4524"/>
                      <a:gd name="connsiteX1" fmla="*/ 0 w 4762"/>
                      <a:gd name="connsiteY1" fmla="*/ 4524 h 4524"/>
                      <a:gd name="connsiteX2" fmla="*/ 4763 w 4762"/>
                      <a:gd name="connsiteY2" fmla="*/ 714 h 4524"/>
                      <a:gd name="connsiteX3" fmla="*/ 4763 w 4762"/>
                      <a:gd name="connsiteY3" fmla="*/ 714 h 4524"/>
                    </a:gdLst>
                    <a:ahLst/>
                    <a:cxnLst>
                      <a:cxn ang="0">
                        <a:pos x="connsiteX0" y="connsiteY0"/>
                      </a:cxn>
                      <a:cxn ang="0">
                        <a:pos x="connsiteX1" y="connsiteY1"/>
                      </a:cxn>
                      <a:cxn ang="0">
                        <a:pos x="connsiteX2" y="connsiteY2"/>
                      </a:cxn>
                      <a:cxn ang="0">
                        <a:pos x="connsiteX3" y="connsiteY3"/>
                      </a:cxn>
                    </a:cxnLst>
                    <a:rect l="l" t="t" r="r" b="b"/>
                    <a:pathLst>
                      <a:path w="4762" h="4524">
                        <a:moveTo>
                          <a:pt x="4763" y="714"/>
                        </a:moveTo>
                        <a:cubicBezTo>
                          <a:pt x="2857" y="1667"/>
                          <a:pt x="1905" y="3572"/>
                          <a:pt x="0" y="4524"/>
                        </a:cubicBezTo>
                        <a:cubicBezTo>
                          <a:pt x="1905" y="2619"/>
                          <a:pt x="3810" y="1667"/>
                          <a:pt x="4763" y="714"/>
                        </a:cubicBezTo>
                        <a:cubicBezTo>
                          <a:pt x="4763" y="-238"/>
                          <a:pt x="4763" y="-238"/>
                          <a:pt x="4763" y="714"/>
                        </a:cubicBezTo>
                        <a:close/>
                      </a:path>
                    </a:pathLst>
                  </a:custGeom>
                  <a:solidFill>
                    <a:schemeClr val="bg2">
                      <a:alpha val="34000"/>
                    </a:schemeClr>
                  </a:solidFill>
                  <a:ln w="9525" cap="flat">
                    <a:noFill/>
                    <a:prstDash val="solid"/>
                    <a:miter/>
                  </a:ln>
                </p:spPr>
                <p:txBody>
                  <a:bodyPr rtlCol="0" anchor="ctr"/>
                  <a:lstStyle/>
                  <a:p>
                    <a:endParaRPr lang="en-US"/>
                  </a:p>
                </p:txBody>
              </p:sp>
              <p:sp>
                <p:nvSpPr>
                  <p:cNvPr id="542" name="Freeform: Shape 541">
                    <a:extLst>
                      <a:ext uri="{FF2B5EF4-FFF2-40B4-BE49-F238E27FC236}">
                        <a16:creationId xmlns:a16="http://schemas.microsoft.com/office/drawing/2014/main" id="{3023B2F6-C513-444C-8C25-E0FB76B861B4}"/>
                      </a:ext>
                    </a:extLst>
                  </p:cNvPr>
                  <p:cNvSpPr/>
                  <p:nvPr/>
                </p:nvSpPr>
                <p:spPr>
                  <a:xfrm>
                    <a:off x="14964449" y="2143473"/>
                    <a:ext cx="423" cy="9525"/>
                  </a:xfrm>
                  <a:custGeom>
                    <a:avLst/>
                    <a:gdLst>
                      <a:gd name="connsiteX0" fmla="*/ 423 w 423"/>
                      <a:gd name="connsiteY0" fmla="*/ 0 h 9525"/>
                      <a:gd name="connsiteX1" fmla="*/ 423 w 423"/>
                      <a:gd name="connsiteY1" fmla="*/ 0 h 9525"/>
                      <a:gd name="connsiteX2" fmla="*/ 423 w 423"/>
                      <a:gd name="connsiteY2" fmla="*/ 0 h 9525"/>
                    </a:gdLst>
                    <a:ahLst/>
                    <a:cxnLst>
                      <a:cxn ang="0">
                        <a:pos x="connsiteX0" y="connsiteY0"/>
                      </a:cxn>
                      <a:cxn ang="0">
                        <a:pos x="connsiteX1" y="connsiteY1"/>
                      </a:cxn>
                      <a:cxn ang="0">
                        <a:pos x="connsiteX2" y="connsiteY2"/>
                      </a:cxn>
                    </a:cxnLst>
                    <a:rect l="l" t="t" r="r" b="b"/>
                    <a:pathLst>
                      <a:path w="423" h="9525">
                        <a:moveTo>
                          <a:pt x="423" y="0"/>
                        </a:moveTo>
                        <a:cubicBezTo>
                          <a:pt x="423" y="0"/>
                          <a:pt x="423" y="0"/>
                          <a:pt x="423" y="0"/>
                        </a:cubicBezTo>
                        <a:cubicBezTo>
                          <a:pt x="-529" y="0"/>
                          <a:pt x="423" y="0"/>
                          <a:pt x="423" y="0"/>
                        </a:cubicBezTo>
                        <a:close/>
                      </a:path>
                    </a:pathLst>
                  </a:custGeom>
                  <a:solidFill>
                    <a:schemeClr val="bg2">
                      <a:alpha val="34000"/>
                    </a:schemeClr>
                  </a:solidFill>
                  <a:ln w="9525" cap="flat">
                    <a:noFill/>
                    <a:prstDash val="solid"/>
                    <a:miter/>
                  </a:ln>
                </p:spPr>
                <p:txBody>
                  <a:bodyPr rtlCol="0" anchor="ctr"/>
                  <a:lstStyle/>
                  <a:p>
                    <a:endParaRPr lang="en-US"/>
                  </a:p>
                </p:txBody>
              </p:sp>
              <p:sp>
                <p:nvSpPr>
                  <p:cNvPr id="543" name="Freeform: Shape 542">
                    <a:extLst>
                      <a:ext uri="{FF2B5EF4-FFF2-40B4-BE49-F238E27FC236}">
                        <a16:creationId xmlns:a16="http://schemas.microsoft.com/office/drawing/2014/main" id="{F2A3DE0F-AD42-44F8-AE23-6D44C7A7A02B}"/>
                      </a:ext>
                    </a:extLst>
                  </p:cNvPr>
                  <p:cNvSpPr/>
                  <p:nvPr/>
                </p:nvSpPr>
                <p:spPr>
                  <a:xfrm>
                    <a:off x="14964872" y="2140615"/>
                    <a:ext cx="3810" cy="3809"/>
                  </a:xfrm>
                  <a:custGeom>
                    <a:avLst/>
                    <a:gdLst>
                      <a:gd name="connsiteX0" fmla="*/ 1905 w 3810"/>
                      <a:gd name="connsiteY0" fmla="*/ 1905 h 3809"/>
                      <a:gd name="connsiteX1" fmla="*/ 3810 w 3810"/>
                      <a:gd name="connsiteY1" fmla="*/ 0 h 3809"/>
                      <a:gd name="connsiteX2" fmla="*/ 0 w 3810"/>
                      <a:gd name="connsiteY2" fmla="*/ 3810 h 3809"/>
                      <a:gd name="connsiteX3" fmla="*/ 1905 w 3810"/>
                      <a:gd name="connsiteY3" fmla="*/ 1905 h 3809"/>
                    </a:gdLst>
                    <a:ahLst/>
                    <a:cxnLst>
                      <a:cxn ang="0">
                        <a:pos x="connsiteX0" y="connsiteY0"/>
                      </a:cxn>
                      <a:cxn ang="0">
                        <a:pos x="connsiteX1" y="connsiteY1"/>
                      </a:cxn>
                      <a:cxn ang="0">
                        <a:pos x="connsiteX2" y="connsiteY2"/>
                      </a:cxn>
                      <a:cxn ang="0">
                        <a:pos x="connsiteX3" y="connsiteY3"/>
                      </a:cxn>
                    </a:cxnLst>
                    <a:rect l="l" t="t" r="r" b="b"/>
                    <a:pathLst>
                      <a:path w="3810" h="3809">
                        <a:moveTo>
                          <a:pt x="1905" y="1905"/>
                        </a:moveTo>
                        <a:cubicBezTo>
                          <a:pt x="2858" y="952"/>
                          <a:pt x="2858" y="952"/>
                          <a:pt x="3810" y="0"/>
                        </a:cubicBezTo>
                        <a:cubicBezTo>
                          <a:pt x="2858" y="952"/>
                          <a:pt x="953" y="2857"/>
                          <a:pt x="0" y="3810"/>
                        </a:cubicBezTo>
                        <a:cubicBezTo>
                          <a:pt x="0" y="2857"/>
                          <a:pt x="953" y="1905"/>
                          <a:pt x="1905" y="1905"/>
                        </a:cubicBezTo>
                        <a:close/>
                      </a:path>
                    </a:pathLst>
                  </a:custGeom>
                  <a:solidFill>
                    <a:schemeClr val="bg2">
                      <a:alpha val="34000"/>
                    </a:schemeClr>
                  </a:solidFill>
                  <a:ln w="9525" cap="flat">
                    <a:noFill/>
                    <a:prstDash val="solid"/>
                    <a:miter/>
                  </a:ln>
                </p:spPr>
                <p:txBody>
                  <a:bodyPr rtlCol="0" anchor="ctr"/>
                  <a:lstStyle/>
                  <a:p>
                    <a:endParaRPr lang="en-US"/>
                  </a:p>
                </p:txBody>
              </p:sp>
              <p:sp>
                <p:nvSpPr>
                  <p:cNvPr id="544" name="Freeform: Shape 543">
                    <a:extLst>
                      <a:ext uri="{FF2B5EF4-FFF2-40B4-BE49-F238E27FC236}">
                        <a16:creationId xmlns:a16="http://schemas.microsoft.com/office/drawing/2014/main" id="{BB1D31B7-15CF-4155-8232-56374E71376D}"/>
                      </a:ext>
                    </a:extLst>
                  </p:cNvPr>
                  <p:cNvSpPr/>
                  <p:nvPr/>
                </p:nvSpPr>
                <p:spPr>
                  <a:xfrm>
                    <a:off x="14935344" y="2294768"/>
                    <a:ext cx="10477" cy="3962"/>
                  </a:xfrm>
                  <a:custGeom>
                    <a:avLst/>
                    <a:gdLst>
                      <a:gd name="connsiteX0" fmla="*/ 7620 w 10477"/>
                      <a:gd name="connsiteY0" fmla="*/ 152 h 3962"/>
                      <a:gd name="connsiteX1" fmla="*/ 0 w 10477"/>
                      <a:gd name="connsiteY1" fmla="*/ 2058 h 3962"/>
                      <a:gd name="connsiteX2" fmla="*/ 5715 w 10477"/>
                      <a:gd name="connsiteY2" fmla="*/ 3962 h 3962"/>
                      <a:gd name="connsiteX3" fmla="*/ 10477 w 10477"/>
                      <a:gd name="connsiteY3" fmla="*/ 2058 h 3962"/>
                      <a:gd name="connsiteX4" fmla="*/ 7620 w 10477"/>
                      <a:gd name="connsiteY4" fmla="*/ 152 h 3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 h="3962">
                        <a:moveTo>
                          <a:pt x="7620" y="152"/>
                        </a:moveTo>
                        <a:cubicBezTo>
                          <a:pt x="5715" y="152"/>
                          <a:pt x="952" y="-800"/>
                          <a:pt x="0" y="2058"/>
                        </a:cubicBezTo>
                        <a:cubicBezTo>
                          <a:pt x="1905" y="3010"/>
                          <a:pt x="3810" y="3962"/>
                          <a:pt x="5715" y="3962"/>
                        </a:cubicBezTo>
                        <a:cubicBezTo>
                          <a:pt x="6668" y="3962"/>
                          <a:pt x="10477" y="3010"/>
                          <a:pt x="10477" y="2058"/>
                        </a:cubicBezTo>
                        <a:cubicBezTo>
                          <a:pt x="10477" y="152"/>
                          <a:pt x="8573" y="152"/>
                          <a:pt x="7620" y="152"/>
                        </a:cubicBezTo>
                        <a:close/>
                      </a:path>
                    </a:pathLst>
                  </a:custGeom>
                  <a:solidFill>
                    <a:schemeClr val="bg2">
                      <a:alpha val="34000"/>
                    </a:schemeClr>
                  </a:solidFill>
                  <a:ln w="9525" cap="flat">
                    <a:noFill/>
                    <a:prstDash val="solid"/>
                    <a:miter/>
                  </a:ln>
                </p:spPr>
                <p:txBody>
                  <a:bodyPr rtlCol="0" anchor="ctr"/>
                  <a:lstStyle/>
                  <a:p>
                    <a:endParaRPr lang="en-US"/>
                  </a:p>
                </p:txBody>
              </p:sp>
              <p:sp>
                <p:nvSpPr>
                  <p:cNvPr id="545" name="Freeform: Shape 544">
                    <a:extLst>
                      <a:ext uri="{FF2B5EF4-FFF2-40B4-BE49-F238E27FC236}">
                        <a16:creationId xmlns:a16="http://schemas.microsoft.com/office/drawing/2014/main" id="{5EC6DBB4-7FE1-4D67-9F51-5DCC4278EFE8}"/>
                      </a:ext>
                    </a:extLst>
                  </p:cNvPr>
                  <p:cNvSpPr/>
                  <p:nvPr/>
                </p:nvSpPr>
                <p:spPr>
                  <a:xfrm>
                    <a:off x="14934392" y="2318732"/>
                    <a:ext cx="8995" cy="5715"/>
                  </a:xfrm>
                  <a:custGeom>
                    <a:avLst/>
                    <a:gdLst>
                      <a:gd name="connsiteX0" fmla="*/ 8572 w 8995"/>
                      <a:gd name="connsiteY0" fmla="*/ 953 h 5715"/>
                      <a:gd name="connsiteX1" fmla="*/ 1905 w 8995"/>
                      <a:gd name="connsiteY1" fmla="*/ 0 h 5715"/>
                      <a:gd name="connsiteX2" fmla="*/ 0 w 8995"/>
                      <a:gd name="connsiteY2" fmla="*/ 3810 h 5715"/>
                      <a:gd name="connsiteX3" fmla="*/ 952 w 8995"/>
                      <a:gd name="connsiteY3" fmla="*/ 5715 h 5715"/>
                      <a:gd name="connsiteX4" fmla="*/ 3810 w 8995"/>
                      <a:gd name="connsiteY4" fmla="*/ 5715 h 5715"/>
                      <a:gd name="connsiteX5" fmla="*/ 4763 w 8995"/>
                      <a:gd name="connsiteY5" fmla="*/ 5715 h 5715"/>
                      <a:gd name="connsiteX6" fmla="*/ 4763 w 8995"/>
                      <a:gd name="connsiteY6" fmla="*/ 5715 h 5715"/>
                      <a:gd name="connsiteX7" fmla="*/ 6667 w 8995"/>
                      <a:gd name="connsiteY7" fmla="*/ 5715 h 5715"/>
                      <a:gd name="connsiteX8" fmla="*/ 8572 w 8995"/>
                      <a:gd name="connsiteY8" fmla="*/ 953 h 5715"/>
                      <a:gd name="connsiteX9" fmla="*/ 8572 w 8995"/>
                      <a:gd name="connsiteY9" fmla="*/ 953 h 5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95" h="5715">
                        <a:moveTo>
                          <a:pt x="8572" y="953"/>
                        </a:moveTo>
                        <a:cubicBezTo>
                          <a:pt x="5715" y="2858"/>
                          <a:pt x="1905" y="3810"/>
                          <a:pt x="1905" y="0"/>
                        </a:cubicBezTo>
                        <a:cubicBezTo>
                          <a:pt x="952" y="953"/>
                          <a:pt x="952" y="1905"/>
                          <a:pt x="0" y="3810"/>
                        </a:cubicBezTo>
                        <a:cubicBezTo>
                          <a:pt x="952" y="2858"/>
                          <a:pt x="952" y="4763"/>
                          <a:pt x="952" y="5715"/>
                        </a:cubicBezTo>
                        <a:cubicBezTo>
                          <a:pt x="1905" y="4763"/>
                          <a:pt x="2857" y="5715"/>
                          <a:pt x="3810" y="5715"/>
                        </a:cubicBezTo>
                        <a:cubicBezTo>
                          <a:pt x="4763" y="4763"/>
                          <a:pt x="4763" y="4763"/>
                          <a:pt x="4763" y="5715"/>
                        </a:cubicBezTo>
                        <a:cubicBezTo>
                          <a:pt x="4763" y="5715"/>
                          <a:pt x="4763" y="5715"/>
                          <a:pt x="4763" y="5715"/>
                        </a:cubicBezTo>
                        <a:cubicBezTo>
                          <a:pt x="4763" y="5715"/>
                          <a:pt x="6667" y="5715"/>
                          <a:pt x="6667" y="5715"/>
                        </a:cubicBezTo>
                        <a:cubicBezTo>
                          <a:pt x="7620" y="4763"/>
                          <a:pt x="8572" y="1905"/>
                          <a:pt x="8572" y="953"/>
                        </a:cubicBezTo>
                        <a:cubicBezTo>
                          <a:pt x="9525" y="953"/>
                          <a:pt x="8572" y="953"/>
                          <a:pt x="8572" y="953"/>
                        </a:cubicBezTo>
                        <a:close/>
                      </a:path>
                    </a:pathLst>
                  </a:custGeom>
                  <a:solidFill>
                    <a:schemeClr val="bg2">
                      <a:alpha val="34000"/>
                    </a:schemeClr>
                  </a:solidFill>
                  <a:ln w="9525" cap="flat">
                    <a:noFill/>
                    <a:prstDash val="solid"/>
                    <a:miter/>
                  </a:ln>
                </p:spPr>
                <p:txBody>
                  <a:bodyPr rtlCol="0" anchor="ctr"/>
                  <a:lstStyle/>
                  <a:p>
                    <a:endParaRPr lang="en-US"/>
                  </a:p>
                </p:txBody>
              </p:sp>
              <p:sp>
                <p:nvSpPr>
                  <p:cNvPr id="546" name="Freeform: Shape 545">
                    <a:extLst>
                      <a:ext uri="{FF2B5EF4-FFF2-40B4-BE49-F238E27FC236}">
                        <a16:creationId xmlns:a16="http://schemas.microsoft.com/office/drawing/2014/main" id="{A83173C7-5492-421A-9DC2-9A4942AEC810}"/>
                      </a:ext>
                    </a:extLst>
                  </p:cNvPr>
                  <p:cNvSpPr/>
                  <p:nvPr/>
                </p:nvSpPr>
                <p:spPr>
                  <a:xfrm>
                    <a:off x="14955094" y="2261582"/>
                    <a:ext cx="29780" cy="40957"/>
                  </a:xfrm>
                  <a:custGeom>
                    <a:avLst/>
                    <a:gdLst>
                      <a:gd name="connsiteX0" fmla="*/ 25971 w 29780"/>
                      <a:gd name="connsiteY0" fmla="*/ 21908 h 40957"/>
                      <a:gd name="connsiteX1" fmla="*/ 27876 w 29780"/>
                      <a:gd name="connsiteY1" fmla="*/ 17145 h 40957"/>
                      <a:gd name="connsiteX2" fmla="*/ 24066 w 29780"/>
                      <a:gd name="connsiteY2" fmla="*/ 16193 h 40957"/>
                      <a:gd name="connsiteX3" fmla="*/ 23113 w 29780"/>
                      <a:gd name="connsiteY3" fmla="*/ 12383 h 40957"/>
                      <a:gd name="connsiteX4" fmla="*/ 20256 w 29780"/>
                      <a:gd name="connsiteY4" fmla="*/ 13335 h 40957"/>
                      <a:gd name="connsiteX5" fmla="*/ 18351 w 29780"/>
                      <a:gd name="connsiteY5" fmla="*/ 16193 h 40957"/>
                      <a:gd name="connsiteX6" fmla="*/ 18351 w 29780"/>
                      <a:gd name="connsiteY6" fmla="*/ 15240 h 40957"/>
                      <a:gd name="connsiteX7" fmla="*/ 15493 w 29780"/>
                      <a:gd name="connsiteY7" fmla="*/ 15240 h 40957"/>
                      <a:gd name="connsiteX8" fmla="*/ 17398 w 29780"/>
                      <a:gd name="connsiteY8" fmla="*/ 12383 h 40957"/>
                      <a:gd name="connsiteX9" fmla="*/ 14541 w 29780"/>
                      <a:gd name="connsiteY9" fmla="*/ 13335 h 40957"/>
                      <a:gd name="connsiteX10" fmla="*/ 11683 w 29780"/>
                      <a:gd name="connsiteY10" fmla="*/ 18097 h 40957"/>
                      <a:gd name="connsiteX11" fmla="*/ 15493 w 29780"/>
                      <a:gd name="connsiteY11" fmla="*/ 3810 h 40957"/>
                      <a:gd name="connsiteX12" fmla="*/ 16446 w 29780"/>
                      <a:gd name="connsiteY12" fmla="*/ 0 h 40957"/>
                      <a:gd name="connsiteX13" fmla="*/ 9778 w 29780"/>
                      <a:gd name="connsiteY13" fmla="*/ 9525 h 40957"/>
                      <a:gd name="connsiteX14" fmla="*/ 7873 w 29780"/>
                      <a:gd name="connsiteY14" fmla="*/ 14288 h 40957"/>
                      <a:gd name="connsiteX15" fmla="*/ 5968 w 29780"/>
                      <a:gd name="connsiteY15" fmla="*/ 20003 h 40957"/>
                      <a:gd name="connsiteX16" fmla="*/ 5016 w 29780"/>
                      <a:gd name="connsiteY16" fmla="*/ 25718 h 40957"/>
                      <a:gd name="connsiteX17" fmla="*/ 3111 w 29780"/>
                      <a:gd name="connsiteY17" fmla="*/ 29528 h 40957"/>
                      <a:gd name="connsiteX18" fmla="*/ 3111 w 29780"/>
                      <a:gd name="connsiteY18" fmla="*/ 31433 h 40957"/>
                      <a:gd name="connsiteX19" fmla="*/ 253 w 29780"/>
                      <a:gd name="connsiteY19" fmla="*/ 40958 h 40957"/>
                      <a:gd name="connsiteX20" fmla="*/ 2158 w 29780"/>
                      <a:gd name="connsiteY20" fmla="*/ 40005 h 40957"/>
                      <a:gd name="connsiteX21" fmla="*/ 3111 w 29780"/>
                      <a:gd name="connsiteY21" fmla="*/ 38100 h 40957"/>
                      <a:gd name="connsiteX22" fmla="*/ 5968 w 29780"/>
                      <a:gd name="connsiteY22" fmla="*/ 37147 h 40957"/>
                      <a:gd name="connsiteX23" fmla="*/ 10731 w 29780"/>
                      <a:gd name="connsiteY23" fmla="*/ 35243 h 40957"/>
                      <a:gd name="connsiteX24" fmla="*/ 12636 w 29780"/>
                      <a:gd name="connsiteY24" fmla="*/ 33338 h 40957"/>
                      <a:gd name="connsiteX25" fmla="*/ 14541 w 29780"/>
                      <a:gd name="connsiteY25" fmla="*/ 32385 h 40957"/>
                      <a:gd name="connsiteX26" fmla="*/ 16446 w 29780"/>
                      <a:gd name="connsiteY26" fmla="*/ 32385 h 40957"/>
                      <a:gd name="connsiteX27" fmla="*/ 17398 w 29780"/>
                      <a:gd name="connsiteY27" fmla="*/ 31433 h 40957"/>
                      <a:gd name="connsiteX28" fmla="*/ 19303 w 29780"/>
                      <a:gd name="connsiteY28" fmla="*/ 29528 h 40957"/>
                      <a:gd name="connsiteX29" fmla="*/ 15493 w 29780"/>
                      <a:gd name="connsiteY29" fmla="*/ 37147 h 40957"/>
                      <a:gd name="connsiteX30" fmla="*/ 20256 w 29780"/>
                      <a:gd name="connsiteY30" fmla="*/ 31433 h 40957"/>
                      <a:gd name="connsiteX31" fmla="*/ 22161 w 29780"/>
                      <a:gd name="connsiteY31" fmla="*/ 28575 h 40957"/>
                      <a:gd name="connsiteX32" fmla="*/ 24066 w 29780"/>
                      <a:gd name="connsiteY32" fmla="*/ 24765 h 40957"/>
                      <a:gd name="connsiteX33" fmla="*/ 24066 w 29780"/>
                      <a:gd name="connsiteY33" fmla="*/ 33338 h 40957"/>
                      <a:gd name="connsiteX34" fmla="*/ 25971 w 29780"/>
                      <a:gd name="connsiteY34" fmla="*/ 28575 h 40957"/>
                      <a:gd name="connsiteX35" fmla="*/ 25971 w 29780"/>
                      <a:gd name="connsiteY35" fmla="*/ 32385 h 40957"/>
                      <a:gd name="connsiteX36" fmla="*/ 28828 w 29780"/>
                      <a:gd name="connsiteY36" fmla="*/ 27622 h 40957"/>
                      <a:gd name="connsiteX37" fmla="*/ 29781 w 29780"/>
                      <a:gd name="connsiteY37" fmla="*/ 20955 h 40957"/>
                      <a:gd name="connsiteX38" fmla="*/ 26923 w 29780"/>
                      <a:gd name="connsiteY38" fmla="*/ 23813 h 40957"/>
                      <a:gd name="connsiteX39" fmla="*/ 27876 w 29780"/>
                      <a:gd name="connsiteY39" fmla="*/ 19050 h 40957"/>
                      <a:gd name="connsiteX40" fmla="*/ 25018 w 29780"/>
                      <a:gd name="connsiteY40" fmla="*/ 24765 h 40957"/>
                      <a:gd name="connsiteX41" fmla="*/ 25971 w 29780"/>
                      <a:gd name="connsiteY41" fmla="*/ 21908 h 40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9780" h="40957">
                        <a:moveTo>
                          <a:pt x="25971" y="21908"/>
                        </a:moveTo>
                        <a:cubicBezTo>
                          <a:pt x="25971" y="20003"/>
                          <a:pt x="27876" y="19050"/>
                          <a:pt x="27876" y="17145"/>
                        </a:cubicBezTo>
                        <a:cubicBezTo>
                          <a:pt x="25018" y="19050"/>
                          <a:pt x="23113" y="19050"/>
                          <a:pt x="24066" y="16193"/>
                        </a:cubicBezTo>
                        <a:cubicBezTo>
                          <a:pt x="24066" y="13335"/>
                          <a:pt x="25018" y="14288"/>
                          <a:pt x="23113" y="12383"/>
                        </a:cubicBezTo>
                        <a:cubicBezTo>
                          <a:pt x="22161" y="15240"/>
                          <a:pt x="21208" y="12383"/>
                          <a:pt x="20256" y="13335"/>
                        </a:cubicBezTo>
                        <a:cubicBezTo>
                          <a:pt x="19303" y="14288"/>
                          <a:pt x="19303" y="15240"/>
                          <a:pt x="18351" y="16193"/>
                        </a:cubicBezTo>
                        <a:cubicBezTo>
                          <a:pt x="18351" y="16193"/>
                          <a:pt x="18351" y="15240"/>
                          <a:pt x="18351" y="15240"/>
                        </a:cubicBezTo>
                        <a:cubicBezTo>
                          <a:pt x="17398" y="16193"/>
                          <a:pt x="15493" y="17145"/>
                          <a:pt x="15493" y="15240"/>
                        </a:cubicBezTo>
                        <a:cubicBezTo>
                          <a:pt x="15493" y="14288"/>
                          <a:pt x="17398" y="13335"/>
                          <a:pt x="17398" y="12383"/>
                        </a:cubicBezTo>
                        <a:cubicBezTo>
                          <a:pt x="16446" y="13335"/>
                          <a:pt x="15493" y="14288"/>
                          <a:pt x="14541" y="13335"/>
                        </a:cubicBezTo>
                        <a:cubicBezTo>
                          <a:pt x="13588" y="15240"/>
                          <a:pt x="12636" y="16193"/>
                          <a:pt x="11683" y="18097"/>
                        </a:cubicBezTo>
                        <a:cubicBezTo>
                          <a:pt x="10731" y="14288"/>
                          <a:pt x="14541" y="7620"/>
                          <a:pt x="15493" y="3810"/>
                        </a:cubicBezTo>
                        <a:cubicBezTo>
                          <a:pt x="12636" y="4763"/>
                          <a:pt x="17398" y="1905"/>
                          <a:pt x="16446" y="0"/>
                        </a:cubicBezTo>
                        <a:cubicBezTo>
                          <a:pt x="12636" y="2858"/>
                          <a:pt x="11683" y="4763"/>
                          <a:pt x="9778" y="9525"/>
                        </a:cubicBezTo>
                        <a:cubicBezTo>
                          <a:pt x="8826" y="11430"/>
                          <a:pt x="8826" y="12383"/>
                          <a:pt x="7873" y="14288"/>
                        </a:cubicBezTo>
                        <a:cubicBezTo>
                          <a:pt x="7873" y="15240"/>
                          <a:pt x="5968" y="20003"/>
                          <a:pt x="5968" y="20003"/>
                        </a:cubicBezTo>
                        <a:cubicBezTo>
                          <a:pt x="5016" y="21908"/>
                          <a:pt x="4063" y="23813"/>
                          <a:pt x="5016" y="25718"/>
                        </a:cubicBezTo>
                        <a:cubicBezTo>
                          <a:pt x="3111" y="26670"/>
                          <a:pt x="3111" y="26670"/>
                          <a:pt x="3111" y="29528"/>
                        </a:cubicBezTo>
                        <a:cubicBezTo>
                          <a:pt x="3111" y="31433"/>
                          <a:pt x="1206" y="32385"/>
                          <a:pt x="3111" y="31433"/>
                        </a:cubicBezTo>
                        <a:cubicBezTo>
                          <a:pt x="1206" y="34290"/>
                          <a:pt x="-699" y="38100"/>
                          <a:pt x="253" y="40958"/>
                        </a:cubicBezTo>
                        <a:cubicBezTo>
                          <a:pt x="1206" y="40958"/>
                          <a:pt x="2158" y="40005"/>
                          <a:pt x="2158" y="40005"/>
                        </a:cubicBezTo>
                        <a:cubicBezTo>
                          <a:pt x="2158" y="39053"/>
                          <a:pt x="2158" y="39053"/>
                          <a:pt x="3111" y="38100"/>
                        </a:cubicBezTo>
                        <a:cubicBezTo>
                          <a:pt x="4063" y="37147"/>
                          <a:pt x="5016" y="37147"/>
                          <a:pt x="5968" y="37147"/>
                        </a:cubicBezTo>
                        <a:cubicBezTo>
                          <a:pt x="6921" y="36195"/>
                          <a:pt x="9778" y="36195"/>
                          <a:pt x="10731" y="35243"/>
                        </a:cubicBezTo>
                        <a:cubicBezTo>
                          <a:pt x="11683" y="35243"/>
                          <a:pt x="11683" y="34290"/>
                          <a:pt x="12636" y="33338"/>
                        </a:cubicBezTo>
                        <a:cubicBezTo>
                          <a:pt x="13588" y="32385"/>
                          <a:pt x="14541" y="32385"/>
                          <a:pt x="14541" y="32385"/>
                        </a:cubicBezTo>
                        <a:cubicBezTo>
                          <a:pt x="15493" y="33338"/>
                          <a:pt x="15493" y="33338"/>
                          <a:pt x="16446" y="32385"/>
                        </a:cubicBezTo>
                        <a:cubicBezTo>
                          <a:pt x="16446" y="32385"/>
                          <a:pt x="16446" y="31433"/>
                          <a:pt x="17398" y="31433"/>
                        </a:cubicBezTo>
                        <a:cubicBezTo>
                          <a:pt x="18351" y="30480"/>
                          <a:pt x="18351" y="30480"/>
                          <a:pt x="19303" y="29528"/>
                        </a:cubicBezTo>
                        <a:cubicBezTo>
                          <a:pt x="19303" y="32385"/>
                          <a:pt x="15493" y="35243"/>
                          <a:pt x="15493" y="37147"/>
                        </a:cubicBezTo>
                        <a:cubicBezTo>
                          <a:pt x="19303" y="37147"/>
                          <a:pt x="18351" y="34290"/>
                          <a:pt x="20256" y="31433"/>
                        </a:cubicBezTo>
                        <a:cubicBezTo>
                          <a:pt x="21208" y="30480"/>
                          <a:pt x="22161" y="29528"/>
                          <a:pt x="22161" y="28575"/>
                        </a:cubicBezTo>
                        <a:cubicBezTo>
                          <a:pt x="23113" y="27622"/>
                          <a:pt x="22161" y="25718"/>
                          <a:pt x="24066" y="24765"/>
                        </a:cubicBezTo>
                        <a:cubicBezTo>
                          <a:pt x="24066" y="26670"/>
                          <a:pt x="23113" y="32385"/>
                          <a:pt x="24066" y="33338"/>
                        </a:cubicBezTo>
                        <a:cubicBezTo>
                          <a:pt x="24066" y="31433"/>
                          <a:pt x="25018" y="30480"/>
                          <a:pt x="25971" y="28575"/>
                        </a:cubicBezTo>
                        <a:cubicBezTo>
                          <a:pt x="25971" y="30480"/>
                          <a:pt x="26923" y="31433"/>
                          <a:pt x="25971" y="32385"/>
                        </a:cubicBezTo>
                        <a:cubicBezTo>
                          <a:pt x="28828" y="30480"/>
                          <a:pt x="28828" y="30480"/>
                          <a:pt x="28828" y="27622"/>
                        </a:cubicBezTo>
                        <a:cubicBezTo>
                          <a:pt x="28828" y="25718"/>
                          <a:pt x="29781" y="23813"/>
                          <a:pt x="29781" y="20955"/>
                        </a:cubicBezTo>
                        <a:cubicBezTo>
                          <a:pt x="28828" y="21908"/>
                          <a:pt x="27876" y="23813"/>
                          <a:pt x="26923" y="23813"/>
                        </a:cubicBezTo>
                        <a:cubicBezTo>
                          <a:pt x="25971" y="22860"/>
                          <a:pt x="27876" y="20003"/>
                          <a:pt x="27876" y="19050"/>
                        </a:cubicBezTo>
                        <a:cubicBezTo>
                          <a:pt x="25971" y="20955"/>
                          <a:pt x="25971" y="22860"/>
                          <a:pt x="25018" y="24765"/>
                        </a:cubicBezTo>
                        <a:cubicBezTo>
                          <a:pt x="25018" y="25718"/>
                          <a:pt x="25971" y="22860"/>
                          <a:pt x="25971" y="21908"/>
                        </a:cubicBezTo>
                        <a:close/>
                      </a:path>
                    </a:pathLst>
                  </a:custGeom>
                  <a:solidFill>
                    <a:schemeClr val="bg2">
                      <a:alpha val="34000"/>
                    </a:schemeClr>
                  </a:solidFill>
                  <a:ln w="9525" cap="flat">
                    <a:noFill/>
                    <a:prstDash val="solid"/>
                    <a:miter/>
                  </a:ln>
                </p:spPr>
                <p:txBody>
                  <a:bodyPr rtlCol="0" anchor="ctr"/>
                  <a:lstStyle/>
                  <a:p>
                    <a:endParaRPr lang="en-US"/>
                  </a:p>
                </p:txBody>
              </p:sp>
              <p:sp>
                <p:nvSpPr>
                  <p:cNvPr id="547" name="Freeform: Shape 546">
                    <a:extLst>
                      <a:ext uri="{FF2B5EF4-FFF2-40B4-BE49-F238E27FC236}">
                        <a16:creationId xmlns:a16="http://schemas.microsoft.com/office/drawing/2014/main" id="{0870E360-9C15-4CBF-B6B7-DAAE2568C793}"/>
                      </a:ext>
                    </a:extLst>
                  </p:cNvPr>
                  <p:cNvSpPr/>
                  <p:nvPr/>
                </p:nvSpPr>
                <p:spPr>
                  <a:xfrm>
                    <a:off x="15083934" y="2060605"/>
                    <a:ext cx="10477" cy="3810"/>
                  </a:xfrm>
                  <a:custGeom>
                    <a:avLst/>
                    <a:gdLst>
                      <a:gd name="connsiteX0" fmla="*/ 5715 w 10477"/>
                      <a:gd name="connsiteY0" fmla="*/ 1905 h 3810"/>
                      <a:gd name="connsiteX1" fmla="*/ 10477 w 10477"/>
                      <a:gd name="connsiteY1" fmla="*/ 0 h 3810"/>
                      <a:gd name="connsiteX2" fmla="*/ 5715 w 10477"/>
                      <a:gd name="connsiteY2" fmla="*/ 1905 h 3810"/>
                      <a:gd name="connsiteX3" fmla="*/ 6668 w 10477"/>
                      <a:gd name="connsiteY3" fmla="*/ 953 h 3810"/>
                      <a:gd name="connsiteX4" fmla="*/ 5715 w 10477"/>
                      <a:gd name="connsiteY4" fmla="*/ 1905 h 3810"/>
                      <a:gd name="connsiteX5" fmla="*/ 2858 w 10477"/>
                      <a:gd name="connsiteY5" fmla="*/ 2858 h 3810"/>
                      <a:gd name="connsiteX6" fmla="*/ 0 w 10477"/>
                      <a:gd name="connsiteY6" fmla="*/ 3810 h 3810"/>
                      <a:gd name="connsiteX7" fmla="*/ 5715 w 10477"/>
                      <a:gd name="connsiteY7" fmla="*/ 1905 h 3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77" h="3810">
                        <a:moveTo>
                          <a:pt x="5715" y="1905"/>
                        </a:moveTo>
                        <a:cubicBezTo>
                          <a:pt x="7620" y="953"/>
                          <a:pt x="8573" y="953"/>
                          <a:pt x="10477" y="0"/>
                        </a:cubicBezTo>
                        <a:cubicBezTo>
                          <a:pt x="9525" y="0"/>
                          <a:pt x="7620" y="953"/>
                          <a:pt x="5715" y="1905"/>
                        </a:cubicBezTo>
                        <a:cubicBezTo>
                          <a:pt x="6668" y="1905"/>
                          <a:pt x="6668" y="953"/>
                          <a:pt x="6668" y="953"/>
                        </a:cubicBezTo>
                        <a:cubicBezTo>
                          <a:pt x="6668" y="953"/>
                          <a:pt x="5715" y="1905"/>
                          <a:pt x="5715" y="1905"/>
                        </a:cubicBezTo>
                        <a:cubicBezTo>
                          <a:pt x="5715" y="1905"/>
                          <a:pt x="0" y="4763"/>
                          <a:pt x="2858" y="2858"/>
                        </a:cubicBezTo>
                        <a:cubicBezTo>
                          <a:pt x="1905" y="2858"/>
                          <a:pt x="952" y="3810"/>
                          <a:pt x="0" y="3810"/>
                        </a:cubicBezTo>
                        <a:cubicBezTo>
                          <a:pt x="1905" y="3810"/>
                          <a:pt x="3810" y="2858"/>
                          <a:pt x="5715" y="1905"/>
                        </a:cubicBezTo>
                        <a:close/>
                      </a:path>
                    </a:pathLst>
                  </a:custGeom>
                  <a:solidFill>
                    <a:schemeClr val="bg2">
                      <a:alpha val="34000"/>
                    </a:schemeClr>
                  </a:solidFill>
                  <a:ln w="9525" cap="flat">
                    <a:noFill/>
                    <a:prstDash val="solid"/>
                    <a:miter/>
                  </a:ln>
                </p:spPr>
                <p:txBody>
                  <a:bodyPr rtlCol="0" anchor="ctr"/>
                  <a:lstStyle/>
                  <a:p>
                    <a:endParaRPr lang="en-US"/>
                  </a:p>
                </p:txBody>
              </p:sp>
              <p:sp>
                <p:nvSpPr>
                  <p:cNvPr id="548" name="Freeform: Shape 547">
                    <a:extLst>
                      <a:ext uri="{FF2B5EF4-FFF2-40B4-BE49-F238E27FC236}">
                        <a16:creationId xmlns:a16="http://schemas.microsoft.com/office/drawing/2014/main" id="{83A1E8CF-929D-4E09-BBBC-C7FE1D0BE087}"/>
                      </a:ext>
                    </a:extLst>
                  </p:cNvPr>
                  <p:cNvSpPr/>
                  <p:nvPr/>
                </p:nvSpPr>
                <p:spPr>
                  <a:xfrm>
                    <a:off x="15078219" y="2065367"/>
                    <a:ext cx="4762" cy="1905"/>
                  </a:xfrm>
                  <a:custGeom>
                    <a:avLst/>
                    <a:gdLst>
                      <a:gd name="connsiteX0" fmla="*/ 1905 w 4762"/>
                      <a:gd name="connsiteY0" fmla="*/ 953 h 1905"/>
                      <a:gd name="connsiteX1" fmla="*/ 1905 w 4762"/>
                      <a:gd name="connsiteY1" fmla="*/ 953 h 1905"/>
                      <a:gd name="connsiteX2" fmla="*/ 0 w 4762"/>
                      <a:gd name="connsiteY2" fmla="*/ 1905 h 1905"/>
                      <a:gd name="connsiteX3" fmla="*/ 1905 w 4762"/>
                      <a:gd name="connsiteY3" fmla="*/ 953 h 1905"/>
                      <a:gd name="connsiteX4" fmla="*/ 1905 w 4762"/>
                      <a:gd name="connsiteY4" fmla="*/ 953 h 1905"/>
                      <a:gd name="connsiteX5" fmla="*/ 4763 w 4762"/>
                      <a:gd name="connsiteY5" fmla="*/ 0 h 1905"/>
                      <a:gd name="connsiteX6" fmla="*/ 1905 w 4762"/>
                      <a:gd name="connsiteY6" fmla="*/ 953 h 1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62" h="1905">
                        <a:moveTo>
                          <a:pt x="1905" y="953"/>
                        </a:moveTo>
                        <a:cubicBezTo>
                          <a:pt x="1905" y="953"/>
                          <a:pt x="2858" y="953"/>
                          <a:pt x="1905" y="953"/>
                        </a:cubicBezTo>
                        <a:cubicBezTo>
                          <a:pt x="1905" y="953"/>
                          <a:pt x="952" y="953"/>
                          <a:pt x="0" y="1905"/>
                        </a:cubicBezTo>
                        <a:cubicBezTo>
                          <a:pt x="952" y="1905"/>
                          <a:pt x="952" y="1905"/>
                          <a:pt x="1905" y="953"/>
                        </a:cubicBezTo>
                        <a:cubicBezTo>
                          <a:pt x="1905" y="953"/>
                          <a:pt x="1905" y="1905"/>
                          <a:pt x="1905" y="953"/>
                        </a:cubicBezTo>
                        <a:cubicBezTo>
                          <a:pt x="2858" y="953"/>
                          <a:pt x="3810" y="0"/>
                          <a:pt x="4763" y="0"/>
                        </a:cubicBezTo>
                        <a:cubicBezTo>
                          <a:pt x="3810" y="0"/>
                          <a:pt x="2858" y="953"/>
                          <a:pt x="1905" y="953"/>
                        </a:cubicBezTo>
                        <a:close/>
                      </a:path>
                    </a:pathLst>
                  </a:custGeom>
                  <a:solidFill>
                    <a:schemeClr val="bg2">
                      <a:alpha val="34000"/>
                    </a:schemeClr>
                  </a:solidFill>
                  <a:ln w="9525" cap="flat">
                    <a:noFill/>
                    <a:prstDash val="solid"/>
                    <a:miter/>
                  </a:ln>
                </p:spPr>
                <p:txBody>
                  <a:bodyPr rtlCol="0" anchor="ctr"/>
                  <a:lstStyle/>
                  <a:p>
                    <a:endParaRPr lang="en-US"/>
                  </a:p>
                </p:txBody>
              </p:sp>
              <p:sp>
                <p:nvSpPr>
                  <p:cNvPr id="549" name="Freeform: Shape 548">
                    <a:extLst>
                      <a:ext uri="{FF2B5EF4-FFF2-40B4-BE49-F238E27FC236}">
                        <a16:creationId xmlns:a16="http://schemas.microsoft.com/office/drawing/2014/main" id="{4FF4BF6E-CAF2-4566-962C-418A8325BA60}"/>
                      </a:ext>
                    </a:extLst>
                  </p:cNvPr>
                  <p:cNvSpPr/>
                  <p:nvPr/>
                </p:nvSpPr>
                <p:spPr>
                  <a:xfrm>
                    <a:off x="15093459" y="2058700"/>
                    <a:ext cx="3810" cy="1904"/>
                  </a:xfrm>
                  <a:custGeom>
                    <a:avLst/>
                    <a:gdLst>
                      <a:gd name="connsiteX0" fmla="*/ 1905 w 3810"/>
                      <a:gd name="connsiteY0" fmla="*/ 953 h 1904"/>
                      <a:gd name="connsiteX1" fmla="*/ 3810 w 3810"/>
                      <a:gd name="connsiteY1" fmla="*/ 0 h 1904"/>
                      <a:gd name="connsiteX2" fmla="*/ 0 w 3810"/>
                      <a:gd name="connsiteY2" fmla="*/ 1905 h 1904"/>
                      <a:gd name="connsiteX3" fmla="*/ 1905 w 3810"/>
                      <a:gd name="connsiteY3" fmla="*/ 953 h 1904"/>
                    </a:gdLst>
                    <a:ahLst/>
                    <a:cxnLst>
                      <a:cxn ang="0">
                        <a:pos x="connsiteX0" y="connsiteY0"/>
                      </a:cxn>
                      <a:cxn ang="0">
                        <a:pos x="connsiteX1" y="connsiteY1"/>
                      </a:cxn>
                      <a:cxn ang="0">
                        <a:pos x="connsiteX2" y="connsiteY2"/>
                      </a:cxn>
                      <a:cxn ang="0">
                        <a:pos x="connsiteX3" y="connsiteY3"/>
                      </a:cxn>
                    </a:cxnLst>
                    <a:rect l="l" t="t" r="r" b="b"/>
                    <a:pathLst>
                      <a:path w="3810" h="1904">
                        <a:moveTo>
                          <a:pt x="1905" y="953"/>
                        </a:moveTo>
                        <a:cubicBezTo>
                          <a:pt x="2858" y="953"/>
                          <a:pt x="2858" y="953"/>
                          <a:pt x="3810" y="0"/>
                        </a:cubicBezTo>
                        <a:cubicBezTo>
                          <a:pt x="1905" y="953"/>
                          <a:pt x="1905" y="953"/>
                          <a:pt x="0" y="1905"/>
                        </a:cubicBezTo>
                        <a:cubicBezTo>
                          <a:pt x="952" y="1905"/>
                          <a:pt x="952" y="1905"/>
                          <a:pt x="1905" y="953"/>
                        </a:cubicBezTo>
                        <a:close/>
                      </a:path>
                    </a:pathLst>
                  </a:custGeom>
                  <a:solidFill>
                    <a:schemeClr val="bg2">
                      <a:alpha val="34000"/>
                    </a:schemeClr>
                  </a:solidFill>
                  <a:ln w="9525" cap="flat">
                    <a:noFill/>
                    <a:prstDash val="solid"/>
                    <a:miter/>
                  </a:ln>
                </p:spPr>
                <p:txBody>
                  <a:bodyPr rtlCol="0" anchor="ctr"/>
                  <a:lstStyle/>
                  <a:p>
                    <a:endParaRPr lang="en-US"/>
                  </a:p>
                </p:txBody>
              </p:sp>
              <p:sp>
                <p:nvSpPr>
                  <p:cNvPr id="550" name="Freeform: Shape 549">
                    <a:extLst>
                      <a:ext uri="{FF2B5EF4-FFF2-40B4-BE49-F238E27FC236}">
                        <a16:creationId xmlns:a16="http://schemas.microsoft.com/office/drawing/2014/main" id="{54FFE3D7-8E5F-4AD7-9D50-9543FBEE1647}"/>
                      </a:ext>
                    </a:extLst>
                  </p:cNvPr>
                  <p:cNvSpPr/>
                  <p:nvPr/>
                </p:nvSpPr>
                <p:spPr>
                  <a:xfrm>
                    <a:off x="15091555" y="2059653"/>
                    <a:ext cx="3810" cy="1904"/>
                  </a:xfrm>
                  <a:custGeom>
                    <a:avLst/>
                    <a:gdLst>
                      <a:gd name="connsiteX0" fmla="*/ 1905 w 3810"/>
                      <a:gd name="connsiteY0" fmla="*/ 952 h 1904"/>
                      <a:gd name="connsiteX1" fmla="*/ 3810 w 3810"/>
                      <a:gd name="connsiteY1" fmla="*/ 0 h 1904"/>
                      <a:gd name="connsiteX2" fmla="*/ 0 w 3810"/>
                      <a:gd name="connsiteY2" fmla="*/ 1905 h 1904"/>
                      <a:gd name="connsiteX3" fmla="*/ 1905 w 3810"/>
                      <a:gd name="connsiteY3" fmla="*/ 952 h 1904"/>
                    </a:gdLst>
                    <a:ahLst/>
                    <a:cxnLst>
                      <a:cxn ang="0">
                        <a:pos x="connsiteX0" y="connsiteY0"/>
                      </a:cxn>
                      <a:cxn ang="0">
                        <a:pos x="connsiteX1" y="connsiteY1"/>
                      </a:cxn>
                      <a:cxn ang="0">
                        <a:pos x="connsiteX2" y="connsiteY2"/>
                      </a:cxn>
                      <a:cxn ang="0">
                        <a:pos x="connsiteX3" y="connsiteY3"/>
                      </a:cxn>
                    </a:cxnLst>
                    <a:rect l="l" t="t" r="r" b="b"/>
                    <a:pathLst>
                      <a:path w="3810" h="1904">
                        <a:moveTo>
                          <a:pt x="1905" y="952"/>
                        </a:moveTo>
                        <a:cubicBezTo>
                          <a:pt x="2857" y="952"/>
                          <a:pt x="2857" y="0"/>
                          <a:pt x="3810" y="0"/>
                        </a:cubicBezTo>
                        <a:cubicBezTo>
                          <a:pt x="2857" y="952"/>
                          <a:pt x="952" y="952"/>
                          <a:pt x="0" y="1905"/>
                        </a:cubicBezTo>
                        <a:cubicBezTo>
                          <a:pt x="952" y="952"/>
                          <a:pt x="952" y="952"/>
                          <a:pt x="1905" y="952"/>
                        </a:cubicBezTo>
                        <a:close/>
                      </a:path>
                    </a:pathLst>
                  </a:custGeom>
                  <a:solidFill>
                    <a:schemeClr val="bg2">
                      <a:alpha val="34000"/>
                    </a:schemeClr>
                  </a:solidFill>
                  <a:ln w="9525" cap="flat">
                    <a:noFill/>
                    <a:prstDash val="solid"/>
                    <a:miter/>
                  </a:ln>
                </p:spPr>
                <p:txBody>
                  <a:bodyPr rtlCol="0" anchor="ctr"/>
                  <a:lstStyle/>
                  <a:p>
                    <a:endParaRPr lang="en-US"/>
                  </a:p>
                </p:txBody>
              </p:sp>
              <p:sp>
                <p:nvSpPr>
                  <p:cNvPr id="554" name="Freeform: Shape 553">
                    <a:extLst>
                      <a:ext uri="{FF2B5EF4-FFF2-40B4-BE49-F238E27FC236}">
                        <a16:creationId xmlns:a16="http://schemas.microsoft.com/office/drawing/2014/main" id="{09959A5E-361C-4B19-A1A2-DE894D55A9FE}"/>
                      </a:ext>
                    </a:extLst>
                  </p:cNvPr>
                  <p:cNvSpPr/>
                  <p:nvPr/>
                </p:nvSpPr>
                <p:spPr>
                  <a:xfrm>
                    <a:off x="15071552" y="2069178"/>
                    <a:ext cx="2857" cy="1904"/>
                  </a:xfrm>
                  <a:custGeom>
                    <a:avLst/>
                    <a:gdLst>
                      <a:gd name="connsiteX0" fmla="*/ 2857 w 2857"/>
                      <a:gd name="connsiteY0" fmla="*/ 0 h 1904"/>
                      <a:gd name="connsiteX1" fmla="*/ 0 w 2857"/>
                      <a:gd name="connsiteY1" fmla="*/ 1905 h 1904"/>
                      <a:gd name="connsiteX2" fmla="*/ 2857 w 2857"/>
                      <a:gd name="connsiteY2" fmla="*/ 0 h 1904"/>
                    </a:gdLst>
                    <a:ahLst/>
                    <a:cxnLst>
                      <a:cxn ang="0">
                        <a:pos x="connsiteX0" y="connsiteY0"/>
                      </a:cxn>
                      <a:cxn ang="0">
                        <a:pos x="connsiteX1" y="connsiteY1"/>
                      </a:cxn>
                      <a:cxn ang="0">
                        <a:pos x="connsiteX2" y="connsiteY2"/>
                      </a:cxn>
                    </a:cxnLst>
                    <a:rect l="l" t="t" r="r" b="b"/>
                    <a:pathLst>
                      <a:path w="2857" h="1904">
                        <a:moveTo>
                          <a:pt x="2857" y="0"/>
                        </a:moveTo>
                        <a:cubicBezTo>
                          <a:pt x="1905" y="952"/>
                          <a:pt x="952" y="952"/>
                          <a:pt x="0" y="1905"/>
                        </a:cubicBezTo>
                        <a:cubicBezTo>
                          <a:pt x="952" y="952"/>
                          <a:pt x="2857" y="0"/>
                          <a:pt x="2857" y="0"/>
                        </a:cubicBezTo>
                        <a:close/>
                      </a:path>
                    </a:pathLst>
                  </a:custGeom>
                  <a:solidFill>
                    <a:schemeClr val="bg2">
                      <a:alpha val="34000"/>
                    </a:schemeClr>
                  </a:solidFill>
                  <a:ln w="9525" cap="flat">
                    <a:noFill/>
                    <a:prstDash val="solid"/>
                    <a:miter/>
                  </a:ln>
                </p:spPr>
                <p:txBody>
                  <a:bodyPr rtlCol="0" anchor="ctr"/>
                  <a:lstStyle/>
                  <a:p>
                    <a:endParaRPr lang="en-US"/>
                  </a:p>
                </p:txBody>
              </p:sp>
              <p:sp>
                <p:nvSpPr>
                  <p:cNvPr id="555" name="Freeform: Shape 554">
                    <a:extLst>
                      <a:ext uri="{FF2B5EF4-FFF2-40B4-BE49-F238E27FC236}">
                        <a16:creationId xmlns:a16="http://schemas.microsoft.com/office/drawing/2014/main" id="{77AE9E44-575A-4FAF-8310-07344D4D5AD0}"/>
                      </a:ext>
                    </a:extLst>
                  </p:cNvPr>
                  <p:cNvSpPr/>
                  <p:nvPr/>
                </p:nvSpPr>
                <p:spPr>
                  <a:xfrm>
                    <a:off x="15091555" y="2059653"/>
                    <a:ext cx="4762" cy="1904"/>
                  </a:xfrm>
                  <a:custGeom>
                    <a:avLst/>
                    <a:gdLst>
                      <a:gd name="connsiteX0" fmla="*/ 2857 w 4762"/>
                      <a:gd name="connsiteY0" fmla="*/ 952 h 1904"/>
                      <a:gd name="connsiteX1" fmla="*/ 4763 w 4762"/>
                      <a:gd name="connsiteY1" fmla="*/ 0 h 1904"/>
                      <a:gd name="connsiteX2" fmla="*/ 0 w 4762"/>
                      <a:gd name="connsiteY2" fmla="*/ 1905 h 1904"/>
                      <a:gd name="connsiteX3" fmla="*/ 2857 w 4762"/>
                      <a:gd name="connsiteY3" fmla="*/ 952 h 1904"/>
                    </a:gdLst>
                    <a:ahLst/>
                    <a:cxnLst>
                      <a:cxn ang="0">
                        <a:pos x="connsiteX0" y="connsiteY0"/>
                      </a:cxn>
                      <a:cxn ang="0">
                        <a:pos x="connsiteX1" y="connsiteY1"/>
                      </a:cxn>
                      <a:cxn ang="0">
                        <a:pos x="connsiteX2" y="connsiteY2"/>
                      </a:cxn>
                      <a:cxn ang="0">
                        <a:pos x="connsiteX3" y="connsiteY3"/>
                      </a:cxn>
                    </a:cxnLst>
                    <a:rect l="l" t="t" r="r" b="b"/>
                    <a:pathLst>
                      <a:path w="4762" h="1904">
                        <a:moveTo>
                          <a:pt x="2857" y="952"/>
                        </a:moveTo>
                        <a:cubicBezTo>
                          <a:pt x="3810" y="952"/>
                          <a:pt x="3810" y="0"/>
                          <a:pt x="4763" y="0"/>
                        </a:cubicBezTo>
                        <a:cubicBezTo>
                          <a:pt x="2857" y="952"/>
                          <a:pt x="1905" y="952"/>
                          <a:pt x="0" y="1905"/>
                        </a:cubicBezTo>
                        <a:cubicBezTo>
                          <a:pt x="952" y="1905"/>
                          <a:pt x="1905" y="952"/>
                          <a:pt x="2857" y="952"/>
                        </a:cubicBezTo>
                        <a:close/>
                      </a:path>
                    </a:pathLst>
                  </a:custGeom>
                  <a:solidFill>
                    <a:schemeClr val="bg2">
                      <a:alpha val="34000"/>
                    </a:schemeClr>
                  </a:solidFill>
                  <a:ln w="9525" cap="flat">
                    <a:noFill/>
                    <a:prstDash val="solid"/>
                    <a:miter/>
                  </a:ln>
                </p:spPr>
                <p:txBody>
                  <a:bodyPr rtlCol="0" anchor="ctr"/>
                  <a:lstStyle/>
                  <a:p>
                    <a:endParaRPr lang="en-US"/>
                  </a:p>
                </p:txBody>
              </p:sp>
              <p:sp>
                <p:nvSpPr>
                  <p:cNvPr id="556" name="Freeform: Shape 555">
                    <a:extLst>
                      <a:ext uri="{FF2B5EF4-FFF2-40B4-BE49-F238E27FC236}">
                        <a16:creationId xmlns:a16="http://schemas.microsoft.com/office/drawing/2014/main" id="{9B9B4230-8731-4F44-AA33-40AA8DED4428}"/>
                      </a:ext>
                    </a:extLst>
                  </p:cNvPr>
                  <p:cNvSpPr/>
                  <p:nvPr/>
                </p:nvSpPr>
                <p:spPr>
                  <a:xfrm>
                    <a:off x="15082030" y="2062510"/>
                    <a:ext cx="5714" cy="2619"/>
                  </a:xfrm>
                  <a:custGeom>
                    <a:avLst/>
                    <a:gdLst>
                      <a:gd name="connsiteX0" fmla="*/ 1905 w 5714"/>
                      <a:gd name="connsiteY0" fmla="*/ 1905 h 2619"/>
                      <a:gd name="connsiteX1" fmla="*/ 5715 w 5714"/>
                      <a:gd name="connsiteY1" fmla="*/ 0 h 2619"/>
                      <a:gd name="connsiteX2" fmla="*/ 4763 w 5714"/>
                      <a:gd name="connsiteY2" fmla="*/ 0 h 2619"/>
                      <a:gd name="connsiteX3" fmla="*/ 1905 w 5714"/>
                      <a:gd name="connsiteY3" fmla="*/ 1905 h 2619"/>
                      <a:gd name="connsiteX4" fmla="*/ 1905 w 5714"/>
                      <a:gd name="connsiteY4" fmla="*/ 1905 h 2619"/>
                      <a:gd name="connsiteX5" fmla="*/ 952 w 5714"/>
                      <a:gd name="connsiteY5" fmla="*/ 1905 h 2619"/>
                      <a:gd name="connsiteX6" fmla="*/ 4763 w 5714"/>
                      <a:gd name="connsiteY6" fmla="*/ 0 h 2619"/>
                      <a:gd name="connsiteX7" fmla="*/ 0 w 5714"/>
                      <a:gd name="connsiteY7" fmla="*/ 1905 h 2619"/>
                      <a:gd name="connsiteX8" fmla="*/ 1905 w 5714"/>
                      <a:gd name="connsiteY8" fmla="*/ 1905 h 2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4" h="2619">
                        <a:moveTo>
                          <a:pt x="1905" y="1905"/>
                        </a:moveTo>
                        <a:cubicBezTo>
                          <a:pt x="2857" y="953"/>
                          <a:pt x="4763" y="953"/>
                          <a:pt x="5715" y="0"/>
                        </a:cubicBezTo>
                        <a:cubicBezTo>
                          <a:pt x="5715" y="0"/>
                          <a:pt x="3810" y="953"/>
                          <a:pt x="4763" y="0"/>
                        </a:cubicBezTo>
                        <a:cubicBezTo>
                          <a:pt x="3810" y="953"/>
                          <a:pt x="2857" y="1905"/>
                          <a:pt x="1905" y="1905"/>
                        </a:cubicBezTo>
                        <a:cubicBezTo>
                          <a:pt x="1905" y="1905"/>
                          <a:pt x="1905" y="1905"/>
                          <a:pt x="1905" y="1905"/>
                        </a:cubicBezTo>
                        <a:cubicBezTo>
                          <a:pt x="1905" y="1905"/>
                          <a:pt x="952" y="1905"/>
                          <a:pt x="952" y="1905"/>
                        </a:cubicBezTo>
                        <a:cubicBezTo>
                          <a:pt x="1905" y="953"/>
                          <a:pt x="3810" y="953"/>
                          <a:pt x="4763" y="0"/>
                        </a:cubicBezTo>
                        <a:cubicBezTo>
                          <a:pt x="2857" y="953"/>
                          <a:pt x="1905" y="953"/>
                          <a:pt x="0" y="1905"/>
                        </a:cubicBezTo>
                        <a:cubicBezTo>
                          <a:pt x="952" y="2857"/>
                          <a:pt x="952" y="2857"/>
                          <a:pt x="1905" y="1905"/>
                        </a:cubicBezTo>
                        <a:close/>
                      </a:path>
                    </a:pathLst>
                  </a:custGeom>
                  <a:solidFill>
                    <a:schemeClr val="bg2">
                      <a:alpha val="34000"/>
                    </a:schemeClr>
                  </a:solidFill>
                  <a:ln w="9525" cap="flat">
                    <a:noFill/>
                    <a:prstDash val="solid"/>
                    <a:miter/>
                  </a:ln>
                </p:spPr>
                <p:txBody>
                  <a:bodyPr rtlCol="0" anchor="ctr"/>
                  <a:lstStyle/>
                  <a:p>
                    <a:endParaRPr lang="en-US"/>
                  </a:p>
                </p:txBody>
              </p:sp>
              <p:sp>
                <p:nvSpPr>
                  <p:cNvPr id="557" name="Freeform: Shape 556">
                    <a:extLst>
                      <a:ext uri="{FF2B5EF4-FFF2-40B4-BE49-F238E27FC236}">
                        <a16:creationId xmlns:a16="http://schemas.microsoft.com/office/drawing/2014/main" id="{03D3946F-B549-4D96-A0C3-C8EE1405271D}"/>
                      </a:ext>
                    </a:extLst>
                  </p:cNvPr>
                  <p:cNvSpPr/>
                  <p:nvPr/>
                </p:nvSpPr>
                <p:spPr>
                  <a:xfrm>
                    <a:off x="15092507" y="2059653"/>
                    <a:ext cx="4762" cy="1904"/>
                  </a:xfrm>
                  <a:custGeom>
                    <a:avLst/>
                    <a:gdLst>
                      <a:gd name="connsiteX0" fmla="*/ 1905 w 4762"/>
                      <a:gd name="connsiteY0" fmla="*/ 952 h 1904"/>
                      <a:gd name="connsiteX1" fmla="*/ 0 w 4762"/>
                      <a:gd name="connsiteY1" fmla="*/ 1905 h 1904"/>
                      <a:gd name="connsiteX2" fmla="*/ 4763 w 4762"/>
                      <a:gd name="connsiteY2" fmla="*/ 0 h 1904"/>
                      <a:gd name="connsiteX3" fmla="*/ 1905 w 4762"/>
                      <a:gd name="connsiteY3" fmla="*/ 952 h 1904"/>
                    </a:gdLst>
                    <a:ahLst/>
                    <a:cxnLst>
                      <a:cxn ang="0">
                        <a:pos x="connsiteX0" y="connsiteY0"/>
                      </a:cxn>
                      <a:cxn ang="0">
                        <a:pos x="connsiteX1" y="connsiteY1"/>
                      </a:cxn>
                      <a:cxn ang="0">
                        <a:pos x="connsiteX2" y="connsiteY2"/>
                      </a:cxn>
                      <a:cxn ang="0">
                        <a:pos x="connsiteX3" y="connsiteY3"/>
                      </a:cxn>
                    </a:cxnLst>
                    <a:rect l="l" t="t" r="r" b="b"/>
                    <a:pathLst>
                      <a:path w="4762" h="1904">
                        <a:moveTo>
                          <a:pt x="1905" y="952"/>
                        </a:moveTo>
                        <a:cubicBezTo>
                          <a:pt x="952" y="952"/>
                          <a:pt x="0" y="1905"/>
                          <a:pt x="0" y="1905"/>
                        </a:cubicBezTo>
                        <a:cubicBezTo>
                          <a:pt x="1905" y="952"/>
                          <a:pt x="2858" y="952"/>
                          <a:pt x="4763" y="0"/>
                        </a:cubicBezTo>
                        <a:cubicBezTo>
                          <a:pt x="2858" y="0"/>
                          <a:pt x="2858" y="0"/>
                          <a:pt x="1905" y="952"/>
                        </a:cubicBezTo>
                        <a:close/>
                      </a:path>
                    </a:pathLst>
                  </a:custGeom>
                  <a:solidFill>
                    <a:schemeClr val="bg2">
                      <a:alpha val="34000"/>
                    </a:schemeClr>
                  </a:solidFill>
                  <a:ln w="9525" cap="flat">
                    <a:noFill/>
                    <a:prstDash val="solid"/>
                    <a:miter/>
                  </a:ln>
                </p:spPr>
                <p:txBody>
                  <a:bodyPr rtlCol="0" anchor="ctr"/>
                  <a:lstStyle/>
                  <a:p>
                    <a:endParaRPr lang="en-US"/>
                  </a:p>
                </p:txBody>
              </p:sp>
              <p:sp>
                <p:nvSpPr>
                  <p:cNvPr id="558" name="Freeform: Shape 557">
                    <a:extLst>
                      <a:ext uri="{FF2B5EF4-FFF2-40B4-BE49-F238E27FC236}">
                        <a16:creationId xmlns:a16="http://schemas.microsoft.com/office/drawing/2014/main" id="{51D0050E-2331-4C0C-8374-6826ACF9C44C}"/>
                      </a:ext>
                    </a:extLst>
                  </p:cNvPr>
                  <p:cNvSpPr/>
                  <p:nvPr/>
                </p:nvSpPr>
                <p:spPr>
                  <a:xfrm>
                    <a:off x="15077267" y="2066320"/>
                    <a:ext cx="2857" cy="1905"/>
                  </a:xfrm>
                  <a:custGeom>
                    <a:avLst/>
                    <a:gdLst>
                      <a:gd name="connsiteX0" fmla="*/ 952 w 2857"/>
                      <a:gd name="connsiteY0" fmla="*/ 953 h 1905"/>
                      <a:gd name="connsiteX1" fmla="*/ 2857 w 2857"/>
                      <a:gd name="connsiteY1" fmla="*/ 0 h 1905"/>
                      <a:gd name="connsiteX2" fmla="*/ 952 w 2857"/>
                      <a:gd name="connsiteY2" fmla="*/ 953 h 1905"/>
                      <a:gd name="connsiteX3" fmla="*/ 1905 w 2857"/>
                      <a:gd name="connsiteY3" fmla="*/ 953 h 1905"/>
                      <a:gd name="connsiteX4" fmla="*/ 0 w 2857"/>
                      <a:gd name="connsiteY4" fmla="*/ 1905 h 1905"/>
                      <a:gd name="connsiteX5" fmla="*/ 952 w 2857"/>
                      <a:gd name="connsiteY5" fmla="*/ 953 h 1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7" h="1905">
                        <a:moveTo>
                          <a:pt x="952" y="953"/>
                        </a:moveTo>
                        <a:cubicBezTo>
                          <a:pt x="1905" y="953"/>
                          <a:pt x="1905" y="0"/>
                          <a:pt x="2857" y="0"/>
                        </a:cubicBezTo>
                        <a:cubicBezTo>
                          <a:pt x="1905" y="953"/>
                          <a:pt x="952" y="953"/>
                          <a:pt x="952" y="953"/>
                        </a:cubicBezTo>
                        <a:cubicBezTo>
                          <a:pt x="952" y="953"/>
                          <a:pt x="1905" y="953"/>
                          <a:pt x="1905" y="953"/>
                        </a:cubicBezTo>
                        <a:cubicBezTo>
                          <a:pt x="952" y="953"/>
                          <a:pt x="0" y="1905"/>
                          <a:pt x="0" y="1905"/>
                        </a:cubicBezTo>
                        <a:cubicBezTo>
                          <a:pt x="0" y="1905"/>
                          <a:pt x="0" y="1905"/>
                          <a:pt x="952" y="953"/>
                        </a:cubicBezTo>
                        <a:close/>
                      </a:path>
                    </a:pathLst>
                  </a:custGeom>
                  <a:solidFill>
                    <a:schemeClr val="bg2">
                      <a:alpha val="34000"/>
                    </a:schemeClr>
                  </a:solidFill>
                  <a:ln w="9525" cap="flat">
                    <a:noFill/>
                    <a:prstDash val="solid"/>
                    <a:miter/>
                  </a:ln>
                </p:spPr>
                <p:txBody>
                  <a:bodyPr rtlCol="0" anchor="ctr"/>
                  <a:lstStyle/>
                  <a:p>
                    <a:endParaRPr lang="en-US"/>
                  </a:p>
                </p:txBody>
              </p:sp>
              <p:sp>
                <p:nvSpPr>
                  <p:cNvPr id="559" name="Freeform: Shape 558">
                    <a:extLst>
                      <a:ext uri="{FF2B5EF4-FFF2-40B4-BE49-F238E27FC236}">
                        <a16:creationId xmlns:a16="http://schemas.microsoft.com/office/drawing/2014/main" id="{67C6FD45-7140-4E2E-8197-6DED733CD0D7}"/>
                      </a:ext>
                    </a:extLst>
                  </p:cNvPr>
                  <p:cNvSpPr/>
                  <p:nvPr/>
                </p:nvSpPr>
                <p:spPr>
                  <a:xfrm>
                    <a:off x="15084887" y="2063463"/>
                    <a:ext cx="2164" cy="952"/>
                  </a:xfrm>
                  <a:custGeom>
                    <a:avLst/>
                    <a:gdLst>
                      <a:gd name="connsiteX0" fmla="*/ 1905 w 2164"/>
                      <a:gd name="connsiteY0" fmla="*/ 0 h 952"/>
                      <a:gd name="connsiteX1" fmla="*/ 0 w 2164"/>
                      <a:gd name="connsiteY1" fmla="*/ 953 h 952"/>
                      <a:gd name="connsiteX2" fmla="*/ 1905 w 2164"/>
                      <a:gd name="connsiteY2" fmla="*/ 0 h 952"/>
                      <a:gd name="connsiteX3" fmla="*/ 0 w 2164"/>
                      <a:gd name="connsiteY3" fmla="*/ 953 h 952"/>
                      <a:gd name="connsiteX4" fmla="*/ 1905 w 2164"/>
                      <a:gd name="connsiteY4" fmla="*/ 0 h 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 h="952">
                        <a:moveTo>
                          <a:pt x="1905" y="0"/>
                        </a:moveTo>
                        <a:cubicBezTo>
                          <a:pt x="2858" y="0"/>
                          <a:pt x="953" y="953"/>
                          <a:pt x="0" y="953"/>
                        </a:cubicBezTo>
                        <a:cubicBezTo>
                          <a:pt x="953" y="953"/>
                          <a:pt x="953" y="953"/>
                          <a:pt x="1905" y="0"/>
                        </a:cubicBezTo>
                        <a:cubicBezTo>
                          <a:pt x="953" y="0"/>
                          <a:pt x="953" y="953"/>
                          <a:pt x="0" y="953"/>
                        </a:cubicBezTo>
                        <a:cubicBezTo>
                          <a:pt x="953" y="953"/>
                          <a:pt x="953" y="0"/>
                          <a:pt x="1905" y="0"/>
                        </a:cubicBezTo>
                        <a:close/>
                      </a:path>
                    </a:pathLst>
                  </a:custGeom>
                  <a:solidFill>
                    <a:schemeClr val="bg2">
                      <a:alpha val="34000"/>
                    </a:schemeClr>
                  </a:solidFill>
                  <a:ln w="9525" cap="flat">
                    <a:noFill/>
                    <a:prstDash val="solid"/>
                    <a:miter/>
                  </a:ln>
                </p:spPr>
                <p:txBody>
                  <a:bodyPr rtlCol="0" anchor="ctr"/>
                  <a:lstStyle/>
                  <a:p>
                    <a:endParaRPr lang="en-US"/>
                  </a:p>
                </p:txBody>
              </p:sp>
              <p:sp>
                <p:nvSpPr>
                  <p:cNvPr id="560" name="Freeform: Shape 559">
                    <a:extLst>
                      <a:ext uri="{FF2B5EF4-FFF2-40B4-BE49-F238E27FC236}">
                        <a16:creationId xmlns:a16="http://schemas.microsoft.com/office/drawing/2014/main" id="{2A2B0C83-1502-476A-9237-1FDED28C729A}"/>
                      </a:ext>
                    </a:extLst>
                  </p:cNvPr>
                  <p:cNvSpPr/>
                  <p:nvPr/>
                </p:nvSpPr>
                <p:spPr>
                  <a:xfrm>
                    <a:off x="15088697" y="2061557"/>
                    <a:ext cx="3810" cy="1905"/>
                  </a:xfrm>
                  <a:custGeom>
                    <a:avLst/>
                    <a:gdLst>
                      <a:gd name="connsiteX0" fmla="*/ 3810 w 3810"/>
                      <a:gd name="connsiteY0" fmla="*/ 0 h 1905"/>
                      <a:gd name="connsiteX1" fmla="*/ 0 w 3810"/>
                      <a:gd name="connsiteY1" fmla="*/ 1905 h 1905"/>
                      <a:gd name="connsiteX2" fmla="*/ 3810 w 3810"/>
                      <a:gd name="connsiteY2" fmla="*/ 0 h 1905"/>
                    </a:gdLst>
                    <a:ahLst/>
                    <a:cxnLst>
                      <a:cxn ang="0">
                        <a:pos x="connsiteX0" y="connsiteY0"/>
                      </a:cxn>
                      <a:cxn ang="0">
                        <a:pos x="connsiteX1" y="connsiteY1"/>
                      </a:cxn>
                      <a:cxn ang="0">
                        <a:pos x="connsiteX2" y="connsiteY2"/>
                      </a:cxn>
                    </a:cxnLst>
                    <a:rect l="l" t="t" r="r" b="b"/>
                    <a:pathLst>
                      <a:path w="3810" h="1905">
                        <a:moveTo>
                          <a:pt x="3810" y="0"/>
                        </a:moveTo>
                        <a:cubicBezTo>
                          <a:pt x="2858" y="953"/>
                          <a:pt x="952" y="953"/>
                          <a:pt x="0" y="1905"/>
                        </a:cubicBezTo>
                        <a:cubicBezTo>
                          <a:pt x="952" y="953"/>
                          <a:pt x="1905" y="0"/>
                          <a:pt x="3810" y="0"/>
                        </a:cubicBezTo>
                        <a:close/>
                      </a:path>
                    </a:pathLst>
                  </a:custGeom>
                  <a:solidFill>
                    <a:schemeClr val="bg2">
                      <a:alpha val="34000"/>
                    </a:schemeClr>
                  </a:solidFill>
                  <a:ln w="9525" cap="flat">
                    <a:noFill/>
                    <a:prstDash val="solid"/>
                    <a:miter/>
                  </a:ln>
                </p:spPr>
                <p:txBody>
                  <a:bodyPr rtlCol="0" anchor="ctr"/>
                  <a:lstStyle/>
                  <a:p>
                    <a:endParaRPr lang="en-US"/>
                  </a:p>
                </p:txBody>
              </p:sp>
              <p:sp>
                <p:nvSpPr>
                  <p:cNvPr id="561" name="Freeform: Shape 560">
                    <a:extLst>
                      <a:ext uri="{FF2B5EF4-FFF2-40B4-BE49-F238E27FC236}">
                        <a16:creationId xmlns:a16="http://schemas.microsoft.com/office/drawing/2014/main" id="{ED4FE49D-1AD9-4DE2-93FD-650F4C85325F}"/>
                      </a:ext>
                    </a:extLst>
                  </p:cNvPr>
                  <p:cNvSpPr/>
                  <p:nvPr/>
                </p:nvSpPr>
                <p:spPr>
                  <a:xfrm>
                    <a:off x="15078219" y="2065367"/>
                    <a:ext cx="2857" cy="1905"/>
                  </a:xfrm>
                  <a:custGeom>
                    <a:avLst/>
                    <a:gdLst>
                      <a:gd name="connsiteX0" fmla="*/ 1905 w 2857"/>
                      <a:gd name="connsiteY0" fmla="*/ 953 h 1905"/>
                      <a:gd name="connsiteX1" fmla="*/ 0 w 2857"/>
                      <a:gd name="connsiteY1" fmla="*/ 1905 h 1905"/>
                      <a:gd name="connsiteX2" fmla="*/ 952 w 2857"/>
                      <a:gd name="connsiteY2" fmla="*/ 953 h 1905"/>
                      <a:gd name="connsiteX3" fmla="*/ 2858 w 2857"/>
                      <a:gd name="connsiteY3" fmla="*/ 0 h 1905"/>
                      <a:gd name="connsiteX4" fmla="*/ 1905 w 2857"/>
                      <a:gd name="connsiteY4" fmla="*/ 953 h 1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 h="1905">
                        <a:moveTo>
                          <a:pt x="1905" y="953"/>
                        </a:moveTo>
                        <a:cubicBezTo>
                          <a:pt x="952" y="953"/>
                          <a:pt x="0" y="1905"/>
                          <a:pt x="0" y="1905"/>
                        </a:cubicBezTo>
                        <a:cubicBezTo>
                          <a:pt x="1905" y="953"/>
                          <a:pt x="1905" y="953"/>
                          <a:pt x="952" y="953"/>
                        </a:cubicBezTo>
                        <a:cubicBezTo>
                          <a:pt x="1905" y="953"/>
                          <a:pt x="1905" y="0"/>
                          <a:pt x="2858" y="0"/>
                        </a:cubicBezTo>
                        <a:cubicBezTo>
                          <a:pt x="2858" y="953"/>
                          <a:pt x="1905" y="953"/>
                          <a:pt x="1905" y="953"/>
                        </a:cubicBezTo>
                        <a:close/>
                      </a:path>
                    </a:pathLst>
                  </a:custGeom>
                  <a:solidFill>
                    <a:schemeClr val="bg2">
                      <a:alpha val="34000"/>
                    </a:schemeClr>
                  </a:solidFill>
                  <a:ln w="9525" cap="flat">
                    <a:noFill/>
                    <a:prstDash val="solid"/>
                    <a:miter/>
                  </a:ln>
                </p:spPr>
                <p:txBody>
                  <a:bodyPr rtlCol="0" anchor="ctr"/>
                  <a:lstStyle/>
                  <a:p>
                    <a:endParaRPr lang="en-US"/>
                  </a:p>
                </p:txBody>
              </p:sp>
              <p:sp>
                <p:nvSpPr>
                  <p:cNvPr id="563" name="Freeform: Shape 562">
                    <a:extLst>
                      <a:ext uri="{FF2B5EF4-FFF2-40B4-BE49-F238E27FC236}">
                        <a16:creationId xmlns:a16="http://schemas.microsoft.com/office/drawing/2014/main" id="{A52023B4-3515-46EE-B7EF-AF2833010511}"/>
                      </a:ext>
                    </a:extLst>
                  </p:cNvPr>
                  <p:cNvSpPr/>
                  <p:nvPr/>
                </p:nvSpPr>
                <p:spPr>
                  <a:xfrm>
                    <a:off x="14927465" y="2144425"/>
                    <a:ext cx="42883" cy="65722"/>
                  </a:xfrm>
                  <a:custGeom>
                    <a:avLst/>
                    <a:gdLst>
                      <a:gd name="connsiteX0" fmla="*/ 42170 w 42883"/>
                      <a:gd name="connsiteY0" fmla="*/ 3810 h 65722"/>
                      <a:gd name="connsiteX1" fmla="*/ 42170 w 42883"/>
                      <a:gd name="connsiteY1" fmla="*/ 3810 h 65722"/>
                      <a:gd name="connsiteX2" fmla="*/ 42170 w 42883"/>
                      <a:gd name="connsiteY2" fmla="*/ 3810 h 65722"/>
                      <a:gd name="connsiteX3" fmla="*/ 34550 w 42883"/>
                      <a:gd name="connsiteY3" fmla="*/ 9525 h 65722"/>
                      <a:gd name="connsiteX4" fmla="*/ 41217 w 42883"/>
                      <a:gd name="connsiteY4" fmla="*/ 0 h 65722"/>
                      <a:gd name="connsiteX5" fmla="*/ 32645 w 42883"/>
                      <a:gd name="connsiteY5" fmla="*/ 7620 h 65722"/>
                      <a:gd name="connsiteX6" fmla="*/ 25025 w 42883"/>
                      <a:gd name="connsiteY6" fmla="*/ 17145 h 65722"/>
                      <a:gd name="connsiteX7" fmla="*/ 30740 w 42883"/>
                      <a:gd name="connsiteY7" fmla="*/ 9525 h 65722"/>
                      <a:gd name="connsiteX8" fmla="*/ 38360 w 42883"/>
                      <a:gd name="connsiteY8" fmla="*/ 1905 h 65722"/>
                      <a:gd name="connsiteX9" fmla="*/ 25025 w 42883"/>
                      <a:gd name="connsiteY9" fmla="*/ 14288 h 65722"/>
                      <a:gd name="connsiteX10" fmla="*/ 18357 w 42883"/>
                      <a:gd name="connsiteY10" fmla="*/ 20955 h 65722"/>
                      <a:gd name="connsiteX11" fmla="*/ 19310 w 42883"/>
                      <a:gd name="connsiteY11" fmla="*/ 20955 h 65722"/>
                      <a:gd name="connsiteX12" fmla="*/ 13595 w 42883"/>
                      <a:gd name="connsiteY12" fmla="*/ 27622 h 65722"/>
                      <a:gd name="connsiteX13" fmla="*/ 14547 w 42883"/>
                      <a:gd name="connsiteY13" fmla="*/ 26670 h 65722"/>
                      <a:gd name="connsiteX14" fmla="*/ 14547 w 42883"/>
                      <a:gd name="connsiteY14" fmla="*/ 27622 h 65722"/>
                      <a:gd name="connsiteX15" fmla="*/ 15500 w 42883"/>
                      <a:gd name="connsiteY15" fmla="*/ 26670 h 65722"/>
                      <a:gd name="connsiteX16" fmla="*/ 17405 w 42883"/>
                      <a:gd name="connsiteY16" fmla="*/ 25717 h 65722"/>
                      <a:gd name="connsiteX17" fmla="*/ 19310 w 42883"/>
                      <a:gd name="connsiteY17" fmla="*/ 24765 h 65722"/>
                      <a:gd name="connsiteX18" fmla="*/ 19310 w 42883"/>
                      <a:gd name="connsiteY18" fmla="*/ 26670 h 65722"/>
                      <a:gd name="connsiteX19" fmla="*/ 22167 w 42883"/>
                      <a:gd name="connsiteY19" fmla="*/ 23813 h 65722"/>
                      <a:gd name="connsiteX20" fmla="*/ 20262 w 42883"/>
                      <a:gd name="connsiteY20" fmla="*/ 24765 h 65722"/>
                      <a:gd name="connsiteX21" fmla="*/ 23120 w 42883"/>
                      <a:gd name="connsiteY21" fmla="*/ 22860 h 65722"/>
                      <a:gd name="connsiteX22" fmla="*/ 26930 w 42883"/>
                      <a:gd name="connsiteY22" fmla="*/ 19050 h 65722"/>
                      <a:gd name="connsiteX23" fmla="*/ 24072 w 42883"/>
                      <a:gd name="connsiteY23" fmla="*/ 23813 h 65722"/>
                      <a:gd name="connsiteX24" fmla="*/ 25025 w 42883"/>
                      <a:gd name="connsiteY24" fmla="*/ 22860 h 65722"/>
                      <a:gd name="connsiteX25" fmla="*/ 24072 w 42883"/>
                      <a:gd name="connsiteY25" fmla="*/ 26670 h 65722"/>
                      <a:gd name="connsiteX26" fmla="*/ 21215 w 42883"/>
                      <a:gd name="connsiteY26" fmla="*/ 29528 h 65722"/>
                      <a:gd name="connsiteX27" fmla="*/ 25025 w 42883"/>
                      <a:gd name="connsiteY27" fmla="*/ 26670 h 65722"/>
                      <a:gd name="connsiteX28" fmla="*/ 22167 w 42883"/>
                      <a:gd name="connsiteY28" fmla="*/ 30480 h 65722"/>
                      <a:gd name="connsiteX29" fmla="*/ 23120 w 42883"/>
                      <a:gd name="connsiteY29" fmla="*/ 28575 h 65722"/>
                      <a:gd name="connsiteX30" fmla="*/ 19310 w 42883"/>
                      <a:gd name="connsiteY30" fmla="*/ 33338 h 65722"/>
                      <a:gd name="connsiteX31" fmla="*/ 19310 w 42883"/>
                      <a:gd name="connsiteY31" fmla="*/ 33338 h 65722"/>
                      <a:gd name="connsiteX32" fmla="*/ 22167 w 42883"/>
                      <a:gd name="connsiteY32" fmla="*/ 30480 h 65722"/>
                      <a:gd name="connsiteX33" fmla="*/ 21215 w 42883"/>
                      <a:gd name="connsiteY33" fmla="*/ 30480 h 65722"/>
                      <a:gd name="connsiteX34" fmla="*/ 22167 w 42883"/>
                      <a:gd name="connsiteY34" fmla="*/ 28575 h 65722"/>
                      <a:gd name="connsiteX35" fmla="*/ 23120 w 42883"/>
                      <a:gd name="connsiteY35" fmla="*/ 29528 h 65722"/>
                      <a:gd name="connsiteX36" fmla="*/ 19310 w 42883"/>
                      <a:gd name="connsiteY36" fmla="*/ 36195 h 65722"/>
                      <a:gd name="connsiteX37" fmla="*/ 13595 w 42883"/>
                      <a:gd name="connsiteY37" fmla="*/ 43815 h 65722"/>
                      <a:gd name="connsiteX38" fmla="*/ 12642 w 42883"/>
                      <a:gd name="connsiteY38" fmla="*/ 47625 h 65722"/>
                      <a:gd name="connsiteX39" fmla="*/ 7880 w 42883"/>
                      <a:gd name="connsiteY39" fmla="*/ 52388 h 65722"/>
                      <a:gd name="connsiteX40" fmla="*/ 5975 w 42883"/>
                      <a:gd name="connsiteY40" fmla="*/ 53340 h 65722"/>
                      <a:gd name="connsiteX41" fmla="*/ 4070 w 42883"/>
                      <a:gd name="connsiteY41" fmla="*/ 55245 h 65722"/>
                      <a:gd name="connsiteX42" fmla="*/ 2165 w 42883"/>
                      <a:gd name="connsiteY42" fmla="*/ 57150 h 65722"/>
                      <a:gd name="connsiteX43" fmla="*/ 260 w 42883"/>
                      <a:gd name="connsiteY43" fmla="*/ 61913 h 65722"/>
                      <a:gd name="connsiteX44" fmla="*/ 1212 w 42883"/>
                      <a:gd name="connsiteY44" fmla="*/ 61913 h 65722"/>
                      <a:gd name="connsiteX45" fmla="*/ 2165 w 42883"/>
                      <a:gd name="connsiteY45" fmla="*/ 60960 h 65722"/>
                      <a:gd name="connsiteX46" fmla="*/ 4070 w 42883"/>
                      <a:gd name="connsiteY46" fmla="*/ 59055 h 65722"/>
                      <a:gd name="connsiteX47" fmla="*/ 5975 w 42883"/>
                      <a:gd name="connsiteY47" fmla="*/ 57150 h 65722"/>
                      <a:gd name="connsiteX48" fmla="*/ 5975 w 42883"/>
                      <a:gd name="connsiteY48" fmla="*/ 58103 h 65722"/>
                      <a:gd name="connsiteX49" fmla="*/ 7880 w 42883"/>
                      <a:gd name="connsiteY49" fmla="*/ 65722 h 65722"/>
                      <a:gd name="connsiteX50" fmla="*/ 8832 w 42883"/>
                      <a:gd name="connsiteY50" fmla="*/ 62865 h 65722"/>
                      <a:gd name="connsiteX51" fmla="*/ 10737 w 42883"/>
                      <a:gd name="connsiteY51" fmla="*/ 62865 h 65722"/>
                      <a:gd name="connsiteX52" fmla="*/ 11690 w 42883"/>
                      <a:gd name="connsiteY52" fmla="*/ 63817 h 65722"/>
                      <a:gd name="connsiteX53" fmla="*/ 13595 w 42883"/>
                      <a:gd name="connsiteY53" fmla="*/ 63817 h 65722"/>
                      <a:gd name="connsiteX54" fmla="*/ 17405 w 42883"/>
                      <a:gd name="connsiteY54" fmla="*/ 62865 h 65722"/>
                      <a:gd name="connsiteX55" fmla="*/ 16452 w 42883"/>
                      <a:gd name="connsiteY55" fmla="*/ 53340 h 65722"/>
                      <a:gd name="connsiteX56" fmla="*/ 17405 w 42883"/>
                      <a:gd name="connsiteY56" fmla="*/ 55245 h 65722"/>
                      <a:gd name="connsiteX57" fmla="*/ 18357 w 42883"/>
                      <a:gd name="connsiteY57" fmla="*/ 54292 h 65722"/>
                      <a:gd name="connsiteX58" fmla="*/ 18357 w 42883"/>
                      <a:gd name="connsiteY58" fmla="*/ 54292 h 65722"/>
                      <a:gd name="connsiteX59" fmla="*/ 19310 w 42883"/>
                      <a:gd name="connsiteY59" fmla="*/ 56197 h 65722"/>
                      <a:gd name="connsiteX60" fmla="*/ 21215 w 42883"/>
                      <a:gd name="connsiteY60" fmla="*/ 57150 h 65722"/>
                      <a:gd name="connsiteX61" fmla="*/ 24072 w 42883"/>
                      <a:gd name="connsiteY61" fmla="*/ 56197 h 65722"/>
                      <a:gd name="connsiteX62" fmla="*/ 22167 w 42883"/>
                      <a:gd name="connsiteY62" fmla="*/ 56197 h 65722"/>
                      <a:gd name="connsiteX63" fmla="*/ 24072 w 42883"/>
                      <a:gd name="connsiteY63" fmla="*/ 50482 h 65722"/>
                      <a:gd name="connsiteX64" fmla="*/ 24072 w 42883"/>
                      <a:gd name="connsiteY64" fmla="*/ 51435 h 65722"/>
                      <a:gd name="connsiteX65" fmla="*/ 25025 w 42883"/>
                      <a:gd name="connsiteY65" fmla="*/ 48578 h 65722"/>
                      <a:gd name="connsiteX66" fmla="*/ 25025 w 42883"/>
                      <a:gd name="connsiteY66" fmla="*/ 49530 h 65722"/>
                      <a:gd name="connsiteX67" fmla="*/ 25977 w 42883"/>
                      <a:gd name="connsiteY67" fmla="*/ 44767 h 65722"/>
                      <a:gd name="connsiteX68" fmla="*/ 25977 w 42883"/>
                      <a:gd name="connsiteY68" fmla="*/ 41910 h 65722"/>
                      <a:gd name="connsiteX69" fmla="*/ 24072 w 42883"/>
                      <a:gd name="connsiteY69" fmla="*/ 41910 h 65722"/>
                      <a:gd name="connsiteX70" fmla="*/ 25977 w 42883"/>
                      <a:gd name="connsiteY70" fmla="*/ 36195 h 65722"/>
                      <a:gd name="connsiteX71" fmla="*/ 28835 w 42883"/>
                      <a:gd name="connsiteY71" fmla="*/ 35242 h 65722"/>
                      <a:gd name="connsiteX72" fmla="*/ 31692 w 42883"/>
                      <a:gd name="connsiteY72" fmla="*/ 33338 h 65722"/>
                      <a:gd name="connsiteX73" fmla="*/ 29787 w 42883"/>
                      <a:gd name="connsiteY73" fmla="*/ 39053 h 65722"/>
                      <a:gd name="connsiteX74" fmla="*/ 30740 w 42883"/>
                      <a:gd name="connsiteY74" fmla="*/ 38100 h 65722"/>
                      <a:gd name="connsiteX75" fmla="*/ 31692 w 42883"/>
                      <a:gd name="connsiteY75" fmla="*/ 39053 h 65722"/>
                      <a:gd name="connsiteX76" fmla="*/ 33597 w 42883"/>
                      <a:gd name="connsiteY76" fmla="*/ 35242 h 65722"/>
                      <a:gd name="connsiteX77" fmla="*/ 36455 w 42883"/>
                      <a:gd name="connsiteY77" fmla="*/ 31432 h 65722"/>
                      <a:gd name="connsiteX78" fmla="*/ 38360 w 42883"/>
                      <a:gd name="connsiteY78" fmla="*/ 28575 h 65722"/>
                      <a:gd name="connsiteX79" fmla="*/ 39312 w 42883"/>
                      <a:gd name="connsiteY79" fmla="*/ 26670 h 65722"/>
                      <a:gd name="connsiteX80" fmla="*/ 40265 w 42883"/>
                      <a:gd name="connsiteY80" fmla="*/ 21907 h 65722"/>
                      <a:gd name="connsiteX81" fmla="*/ 38360 w 42883"/>
                      <a:gd name="connsiteY81" fmla="*/ 22860 h 65722"/>
                      <a:gd name="connsiteX82" fmla="*/ 38360 w 42883"/>
                      <a:gd name="connsiteY82" fmla="*/ 21907 h 65722"/>
                      <a:gd name="connsiteX83" fmla="*/ 36455 w 42883"/>
                      <a:gd name="connsiteY83" fmla="*/ 22860 h 65722"/>
                      <a:gd name="connsiteX84" fmla="*/ 37407 w 42883"/>
                      <a:gd name="connsiteY84" fmla="*/ 20955 h 65722"/>
                      <a:gd name="connsiteX85" fmla="*/ 36455 w 42883"/>
                      <a:gd name="connsiteY85" fmla="*/ 20003 h 65722"/>
                      <a:gd name="connsiteX86" fmla="*/ 34550 w 42883"/>
                      <a:gd name="connsiteY86" fmla="*/ 21907 h 65722"/>
                      <a:gd name="connsiteX87" fmla="*/ 35502 w 42883"/>
                      <a:gd name="connsiteY87" fmla="*/ 20003 h 65722"/>
                      <a:gd name="connsiteX88" fmla="*/ 35502 w 42883"/>
                      <a:gd name="connsiteY88" fmla="*/ 19050 h 65722"/>
                      <a:gd name="connsiteX89" fmla="*/ 33597 w 42883"/>
                      <a:gd name="connsiteY89" fmla="*/ 19050 h 65722"/>
                      <a:gd name="connsiteX90" fmla="*/ 35502 w 42883"/>
                      <a:gd name="connsiteY90" fmla="*/ 17145 h 65722"/>
                      <a:gd name="connsiteX91" fmla="*/ 36455 w 42883"/>
                      <a:gd name="connsiteY91" fmla="*/ 15240 h 65722"/>
                      <a:gd name="connsiteX92" fmla="*/ 39312 w 42883"/>
                      <a:gd name="connsiteY92" fmla="*/ 13335 h 65722"/>
                      <a:gd name="connsiteX93" fmla="*/ 37407 w 42883"/>
                      <a:gd name="connsiteY93" fmla="*/ 13335 h 65722"/>
                      <a:gd name="connsiteX94" fmla="*/ 41217 w 42883"/>
                      <a:gd name="connsiteY94" fmla="*/ 7620 h 65722"/>
                      <a:gd name="connsiteX95" fmla="*/ 39312 w 42883"/>
                      <a:gd name="connsiteY95" fmla="*/ 9525 h 65722"/>
                      <a:gd name="connsiteX96" fmla="*/ 41217 w 42883"/>
                      <a:gd name="connsiteY96" fmla="*/ 6667 h 65722"/>
                      <a:gd name="connsiteX97" fmla="*/ 41217 w 42883"/>
                      <a:gd name="connsiteY97" fmla="*/ 5715 h 65722"/>
                      <a:gd name="connsiteX98" fmla="*/ 40265 w 42883"/>
                      <a:gd name="connsiteY98" fmla="*/ 6667 h 65722"/>
                      <a:gd name="connsiteX99" fmla="*/ 41217 w 42883"/>
                      <a:gd name="connsiteY99" fmla="*/ 5715 h 65722"/>
                      <a:gd name="connsiteX100" fmla="*/ 38360 w 42883"/>
                      <a:gd name="connsiteY100" fmla="*/ 7620 h 65722"/>
                      <a:gd name="connsiteX101" fmla="*/ 41217 w 42883"/>
                      <a:gd name="connsiteY101" fmla="*/ 4763 h 65722"/>
                      <a:gd name="connsiteX102" fmla="*/ 40265 w 42883"/>
                      <a:gd name="connsiteY102" fmla="*/ 5715 h 65722"/>
                      <a:gd name="connsiteX103" fmla="*/ 41217 w 42883"/>
                      <a:gd name="connsiteY103" fmla="*/ 3810 h 65722"/>
                      <a:gd name="connsiteX104" fmla="*/ 39312 w 42883"/>
                      <a:gd name="connsiteY104" fmla="*/ 5715 h 65722"/>
                      <a:gd name="connsiteX105" fmla="*/ 40265 w 42883"/>
                      <a:gd name="connsiteY105" fmla="*/ 3810 h 65722"/>
                      <a:gd name="connsiteX106" fmla="*/ 39312 w 42883"/>
                      <a:gd name="connsiteY106" fmla="*/ 4763 h 65722"/>
                      <a:gd name="connsiteX107" fmla="*/ 41217 w 42883"/>
                      <a:gd name="connsiteY107" fmla="*/ 2857 h 65722"/>
                      <a:gd name="connsiteX108" fmla="*/ 42170 w 42883"/>
                      <a:gd name="connsiteY108" fmla="*/ 3810 h 65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42883" h="65722">
                        <a:moveTo>
                          <a:pt x="42170" y="3810"/>
                        </a:moveTo>
                        <a:cubicBezTo>
                          <a:pt x="43122" y="3810"/>
                          <a:pt x="43122" y="2857"/>
                          <a:pt x="42170" y="3810"/>
                        </a:cubicBezTo>
                        <a:cubicBezTo>
                          <a:pt x="42170" y="2857"/>
                          <a:pt x="43122" y="2857"/>
                          <a:pt x="42170" y="3810"/>
                        </a:cubicBezTo>
                        <a:cubicBezTo>
                          <a:pt x="39312" y="4763"/>
                          <a:pt x="36455" y="6667"/>
                          <a:pt x="34550" y="9525"/>
                        </a:cubicBezTo>
                        <a:cubicBezTo>
                          <a:pt x="35502" y="6667"/>
                          <a:pt x="42170" y="2857"/>
                          <a:pt x="41217" y="0"/>
                        </a:cubicBezTo>
                        <a:cubicBezTo>
                          <a:pt x="38360" y="2857"/>
                          <a:pt x="35502" y="4763"/>
                          <a:pt x="32645" y="7620"/>
                        </a:cubicBezTo>
                        <a:cubicBezTo>
                          <a:pt x="29787" y="10478"/>
                          <a:pt x="27882" y="14288"/>
                          <a:pt x="25025" y="17145"/>
                        </a:cubicBezTo>
                        <a:cubicBezTo>
                          <a:pt x="25025" y="14288"/>
                          <a:pt x="29787" y="11430"/>
                          <a:pt x="30740" y="9525"/>
                        </a:cubicBezTo>
                        <a:cubicBezTo>
                          <a:pt x="33597" y="6667"/>
                          <a:pt x="36455" y="4763"/>
                          <a:pt x="38360" y="1905"/>
                        </a:cubicBezTo>
                        <a:cubicBezTo>
                          <a:pt x="36455" y="953"/>
                          <a:pt x="27882" y="11430"/>
                          <a:pt x="25025" y="14288"/>
                        </a:cubicBezTo>
                        <a:cubicBezTo>
                          <a:pt x="23120" y="16192"/>
                          <a:pt x="21215" y="19050"/>
                          <a:pt x="18357" y="20955"/>
                        </a:cubicBezTo>
                        <a:cubicBezTo>
                          <a:pt x="19310" y="20955"/>
                          <a:pt x="18357" y="20955"/>
                          <a:pt x="19310" y="20955"/>
                        </a:cubicBezTo>
                        <a:cubicBezTo>
                          <a:pt x="17405" y="22860"/>
                          <a:pt x="15500" y="24765"/>
                          <a:pt x="13595" y="27622"/>
                        </a:cubicBezTo>
                        <a:cubicBezTo>
                          <a:pt x="13595" y="27622"/>
                          <a:pt x="14547" y="27622"/>
                          <a:pt x="14547" y="26670"/>
                        </a:cubicBezTo>
                        <a:cubicBezTo>
                          <a:pt x="14547" y="26670"/>
                          <a:pt x="14547" y="27622"/>
                          <a:pt x="14547" y="27622"/>
                        </a:cubicBezTo>
                        <a:cubicBezTo>
                          <a:pt x="14547" y="27622"/>
                          <a:pt x="15500" y="26670"/>
                          <a:pt x="15500" y="26670"/>
                        </a:cubicBezTo>
                        <a:cubicBezTo>
                          <a:pt x="15500" y="27622"/>
                          <a:pt x="16452" y="26670"/>
                          <a:pt x="17405" y="25717"/>
                        </a:cubicBezTo>
                        <a:cubicBezTo>
                          <a:pt x="16452" y="28575"/>
                          <a:pt x="18357" y="25717"/>
                          <a:pt x="19310" y="24765"/>
                        </a:cubicBezTo>
                        <a:cubicBezTo>
                          <a:pt x="19310" y="25717"/>
                          <a:pt x="19310" y="25717"/>
                          <a:pt x="19310" y="26670"/>
                        </a:cubicBezTo>
                        <a:cubicBezTo>
                          <a:pt x="20262" y="25717"/>
                          <a:pt x="21215" y="24765"/>
                          <a:pt x="22167" y="23813"/>
                        </a:cubicBezTo>
                        <a:cubicBezTo>
                          <a:pt x="22167" y="23813"/>
                          <a:pt x="21215" y="24765"/>
                          <a:pt x="20262" y="24765"/>
                        </a:cubicBezTo>
                        <a:cubicBezTo>
                          <a:pt x="20262" y="22860"/>
                          <a:pt x="22167" y="23813"/>
                          <a:pt x="23120" y="22860"/>
                        </a:cubicBezTo>
                        <a:cubicBezTo>
                          <a:pt x="25025" y="21907"/>
                          <a:pt x="25025" y="20003"/>
                          <a:pt x="26930" y="19050"/>
                        </a:cubicBezTo>
                        <a:cubicBezTo>
                          <a:pt x="25977" y="20955"/>
                          <a:pt x="25025" y="21907"/>
                          <a:pt x="24072" y="23813"/>
                        </a:cubicBezTo>
                        <a:cubicBezTo>
                          <a:pt x="24072" y="23813"/>
                          <a:pt x="25025" y="22860"/>
                          <a:pt x="25025" y="22860"/>
                        </a:cubicBezTo>
                        <a:cubicBezTo>
                          <a:pt x="24072" y="23813"/>
                          <a:pt x="24072" y="25717"/>
                          <a:pt x="24072" y="26670"/>
                        </a:cubicBezTo>
                        <a:cubicBezTo>
                          <a:pt x="23120" y="27622"/>
                          <a:pt x="22167" y="28575"/>
                          <a:pt x="21215" y="29528"/>
                        </a:cubicBezTo>
                        <a:cubicBezTo>
                          <a:pt x="22167" y="28575"/>
                          <a:pt x="24072" y="27622"/>
                          <a:pt x="25025" y="26670"/>
                        </a:cubicBezTo>
                        <a:cubicBezTo>
                          <a:pt x="24072" y="28575"/>
                          <a:pt x="22167" y="28575"/>
                          <a:pt x="22167" y="30480"/>
                        </a:cubicBezTo>
                        <a:cubicBezTo>
                          <a:pt x="22167" y="29528"/>
                          <a:pt x="23120" y="29528"/>
                          <a:pt x="23120" y="28575"/>
                        </a:cubicBezTo>
                        <a:cubicBezTo>
                          <a:pt x="23120" y="30480"/>
                          <a:pt x="20262" y="32385"/>
                          <a:pt x="19310" y="33338"/>
                        </a:cubicBezTo>
                        <a:cubicBezTo>
                          <a:pt x="19310" y="33338"/>
                          <a:pt x="20262" y="33338"/>
                          <a:pt x="19310" y="33338"/>
                        </a:cubicBezTo>
                        <a:cubicBezTo>
                          <a:pt x="20262" y="32385"/>
                          <a:pt x="21215" y="31432"/>
                          <a:pt x="22167" y="30480"/>
                        </a:cubicBezTo>
                        <a:cubicBezTo>
                          <a:pt x="22167" y="30480"/>
                          <a:pt x="22167" y="30480"/>
                          <a:pt x="21215" y="30480"/>
                        </a:cubicBezTo>
                        <a:cubicBezTo>
                          <a:pt x="21215" y="29528"/>
                          <a:pt x="22167" y="29528"/>
                          <a:pt x="22167" y="28575"/>
                        </a:cubicBezTo>
                        <a:cubicBezTo>
                          <a:pt x="22167" y="29528"/>
                          <a:pt x="22167" y="29528"/>
                          <a:pt x="23120" y="29528"/>
                        </a:cubicBezTo>
                        <a:cubicBezTo>
                          <a:pt x="21215" y="31432"/>
                          <a:pt x="21215" y="34290"/>
                          <a:pt x="19310" y="36195"/>
                        </a:cubicBezTo>
                        <a:cubicBezTo>
                          <a:pt x="17405" y="39053"/>
                          <a:pt x="14547" y="40957"/>
                          <a:pt x="13595" y="43815"/>
                        </a:cubicBezTo>
                        <a:cubicBezTo>
                          <a:pt x="12642" y="45720"/>
                          <a:pt x="12642" y="46672"/>
                          <a:pt x="12642" y="47625"/>
                        </a:cubicBezTo>
                        <a:cubicBezTo>
                          <a:pt x="11690" y="48578"/>
                          <a:pt x="9785" y="51435"/>
                          <a:pt x="7880" y="52388"/>
                        </a:cubicBezTo>
                        <a:cubicBezTo>
                          <a:pt x="6927" y="52388"/>
                          <a:pt x="6927" y="52388"/>
                          <a:pt x="5975" y="53340"/>
                        </a:cubicBezTo>
                        <a:cubicBezTo>
                          <a:pt x="5022" y="54292"/>
                          <a:pt x="5975" y="53340"/>
                          <a:pt x="4070" y="55245"/>
                        </a:cubicBezTo>
                        <a:cubicBezTo>
                          <a:pt x="4070" y="56197"/>
                          <a:pt x="3117" y="56197"/>
                          <a:pt x="2165" y="57150"/>
                        </a:cubicBezTo>
                        <a:cubicBezTo>
                          <a:pt x="1212" y="58103"/>
                          <a:pt x="-693" y="60960"/>
                          <a:pt x="260" y="61913"/>
                        </a:cubicBezTo>
                        <a:cubicBezTo>
                          <a:pt x="1212" y="60960"/>
                          <a:pt x="260" y="62865"/>
                          <a:pt x="1212" y="61913"/>
                        </a:cubicBezTo>
                        <a:cubicBezTo>
                          <a:pt x="2165" y="61913"/>
                          <a:pt x="2165" y="60960"/>
                          <a:pt x="2165" y="60960"/>
                        </a:cubicBezTo>
                        <a:cubicBezTo>
                          <a:pt x="3117" y="60960"/>
                          <a:pt x="3117" y="59055"/>
                          <a:pt x="4070" y="59055"/>
                        </a:cubicBezTo>
                        <a:cubicBezTo>
                          <a:pt x="5022" y="58103"/>
                          <a:pt x="5022" y="58103"/>
                          <a:pt x="5975" y="57150"/>
                        </a:cubicBezTo>
                        <a:cubicBezTo>
                          <a:pt x="5975" y="58103"/>
                          <a:pt x="5975" y="58103"/>
                          <a:pt x="5975" y="58103"/>
                        </a:cubicBezTo>
                        <a:cubicBezTo>
                          <a:pt x="7880" y="57150"/>
                          <a:pt x="6927" y="64770"/>
                          <a:pt x="7880" y="65722"/>
                        </a:cubicBezTo>
                        <a:cubicBezTo>
                          <a:pt x="8832" y="64770"/>
                          <a:pt x="8832" y="63817"/>
                          <a:pt x="8832" y="62865"/>
                        </a:cubicBezTo>
                        <a:cubicBezTo>
                          <a:pt x="9785" y="61913"/>
                          <a:pt x="9785" y="62865"/>
                          <a:pt x="10737" y="62865"/>
                        </a:cubicBezTo>
                        <a:cubicBezTo>
                          <a:pt x="10737" y="62865"/>
                          <a:pt x="10737" y="63817"/>
                          <a:pt x="11690" y="63817"/>
                        </a:cubicBezTo>
                        <a:cubicBezTo>
                          <a:pt x="12642" y="63817"/>
                          <a:pt x="12642" y="63817"/>
                          <a:pt x="13595" y="63817"/>
                        </a:cubicBezTo>
                        <a:cubicBezTo>
                          <a:pt x="14547" y="63817"/>
                          <a:pt x="15500" y="63817"/>
                          <a:pt x="17405" y="62865"/>
                        </a:cubicBezTo>
                        <a:cubicBezTo>
                          <a:pt x="22167" y="60007"/>
                          <a:pt x="13595" y="56197"/>
                          <a:pt x="16452" y="53340"/>
                        </a:cubicBezTo>
                        <a:cubicBezTo>
                          <a:pt x="16452" y="54292"/>
                          <a:pt x="17405" y="54292"/>
                          <a:pt x="17405" y="55245"/>
                        </a:cubicBezTo>
                        <a:cubicBezTo>
                          <a:pt x="17405" y="55245"/>
                          <a:pt x="17405" y="54292"/>
                          <a:pt x="18357" y="54292"/>
                        </a:cubicBezTo>
                        <a:cubicBezTo>
                          <a:pt x="18357" y="54292"/>
                          <a:pt x="18357" y="54292"/>
                          <a:pt x="18357" y="54292"/>
                        </a:cubicBezTo>
                        <a:cubicBezTo>
                          <a:pt x="18357" y="55245"/>
                          <a:pt x="18357" y="56197"/>
                          <a:pt x="19310" y="56197"/>
                        </a:cubicBezTo>
                        <a:cubicBezTo>
                          <a:pt x="20262" y="54292"/>
                          <a:pt x="21215" y="56197"/>
                          <a:pt x="21215" y="57150"/>
                        </a:cubicBezTo>
                        <a:cubicBezTo>
                          <a:pt x="22167" y="57150"/>
                          <a:pt x="22167" y="57150"/>
                          <a:pt x="24072" y="56197"/>
                        </a:cubicBezTo>
                        <a:cubicBezTo>
                          <a:pt x="23120" y="56197"/>
                          <a:pt x="24072" y="55245"/>
                          <a:pt x="22167" y="56197"/>
                        </a:cubicBezTo>
                        <a:cubicBezTo>
                          <a:pt x="22167" y="55245"/>
                          <a:pt x="24072" y="51435"/>
                          <a:pt x="24072" y="50482"/>
                        </a:cubicBezTo>
                        <a:cubicBezTo>
                          <a:pt x="24072" y="50482"/>
                          <a:pt x="24072" y="51435"/>
                          <a:pt x="24072" y="51435"/>
                        </a:cubicBezTo>
                        <a:cubicBezTo>
                          <a:pt x="25025" y="50482"/>
                          <a:pt x="25025" y="49530"/>
                          <a:pt x="25025" y="48578"/>
                        </a:cubicBezTo>
                        <a:cubicBezTo>
                          <a:pt x="25025" y="49530"/>
                          <a:pt x="25025" y="49530"/>
                          <a:pt x="25025" y="49530"/>
                        </a:cubicBezTo>
                        <a:cubicBezTo>
                          <a:pt x="25977" y="46672"/>
                          <a:pt x="25977" y="46672"/>
                          <a:pt x="25977" y="44767"/>
                        </a:cubicBezTo>
                        <a:cubicBezTo>
                          <a:pt x="25977" y="43815"/>
                          <a:pt x="26930" y="42863"/>
                          <a:pt x="25977" y="41910"/>
                        </a:cubicBezTo>
                        <a:cubicBezTo>
                          <a:pt x="25025" y="40957"/>
                          <a:pt x="25025" y="41910"/>
                          <a:pt x="24072" y="41910"/>
                        </a:cubicBezTo>
                        <a:cubicBezTo>
                          <a:pt x="23120" y="40957"/>
                          <a:pt x="25025" y="37147"/>
                          <a:pt x="25977" y="36195"/>
                        </a:cubicBezTo>
                        <a:cubicBezTo>
                          <a:pt x="25977" y="35242"/>
                          <a:pt x="28835" y="32385"/>
                          <a:pt x="28835" y="35242"/>
                        </a:cubicBezTo>
                        <a:cubicBezTo>
                          <a:pt x="29787" y="34290"/>
                          <a:pt x="30740" y="34290"/>
                          <a:pt x="31692" y="33338"/>
                        </a:cubicBezTo>
                        <a:cubicBezTo>
                          <a:pt x="29787" y="35242"/>
                          <a:pt x="28835" y="36195"/>
                          <a:pt x="29787" y="39053"/>
                        </a:cubicBezTo>
                        <a:cubicBezTo>
                          <a:pt x="29787" y="39053"/>
                          <a:pt x="30740" y="39053"/>
                          <a:pt x="30740" y="38100"/>
                        </a:cubicBezTo>
                        <a:cubicBezTo>
                          <a:pt x="30740" y="39053"/>
                          <a:pt x="31692" y="39053"/>
                          <a:pt x="31692" y="39053"/>
                        </a:cubicBezTo>
                        <a:cubicBezTo>
                          <a:pt x="32645" y="38100"/>
                          <a:pt x="32645" y="36195"/>
                          <a:pt x="33597" y="35242"/>
                        </a:cubicBezTo>
                        <a:cubicBezTo>
                          <a:pt x="34550" y="34290"/>
                          <a:pt x="35502" y="33338"/>
                          <a:pt x="36455" y="31432"/>
                        </a:cubicBezTo>
                        <a:cubicBezTo>
                          <a:pt x="37407" y="30480"/>
                          <a:pt x="37407" y="29528"/>
                          <a:pt x="38360" y="28575"/>
                        </a:cubicBezTo>
                        <a:cubicBezTo>
                          <a:pt x="38360" y="27622"/>
                          <a:pt x="39312" y="27622"/>
                          <a:pt x="39312" y="26670"/>
                        </a:cubicBezTo>
                        <a:cubicBezTo>
                          <a:pt x="40265" y="24765"/>
                          <a:pt x="41217" y="23813"/>
                          <a:pt x="40265" y="21907"/>
                        </a:cubicBezTo>
                        <a:cubicBezTo>
                          <a:pt x="40265" y="21907"/>
                          <a:pt x="39312" y="22860"/>
                          <a:pt x="38360" y="22860"/>
                        </a:cubicBezTo>
                        <a:cubicBezTo>
                          <a:pt x="38360" y="22860"/>
                          <a:pt x="38360" y="21907"/>
                          <a:pt x="38360" y="21907"/>
                        </a:cubicBezTo>
                        <a:cubicBezTo>
                          <a:pt x="37407" y="21907"/>
                          <a:pt x="37407" y="22860"/>
                          <a:pt x="36455" y="22860"/>
                        </a:cubicBezTo>
                        <a:cubicBezTo>
                          <a:pt x="36455" y="21907"/>
                          <a:pt x="37407" y="21907"/>
                          <a:pt x="37407" y="20955"/>
                        </a:cubicBezTo>
                        <a:cubicBezTo>
                          <a:pt x="36455" y="20955"/>
                          <a:pt x="35502" y="20955"/>
                          <a:pt x="36455" y="20003"/>
                        </a:cubicBezTo>
                        <a:cubicBezTo>
                          <a:pt x="35502" y="20003"/>
                          <a:pt x="34550" y="20955"/>
                          <a:pt x="34550" y="21907"/>
                        </a:cubicBezTo>
                        <a:cubicBezTo>
                          <a:pt x="34550" y="20955"/>
                          <a:pt x="34550" y="20955"/>
                          <a:pt x="35502" y="20003"/>
                        </a:cubicBezTo>
                        <a:cubicBezTo>
                          <a:pt x="34550" y="20955"/>
                          <a:pt x="34550" y="20003"/>
                          <a:pt x="35502" y="19050"/>
                        </a:cubicBezTo>
                        <a:cubicBezTo>
                          <a:pt x="34550" y="20003"/>
                          <a:pt x="34550" y="20003"/>
                          <a:pt x="33597" y="19050"/>
                        </a:cubicBezTo>
                        <a:cubicBezTo>
                          <a:pt x="34550" y="18097"/>
                          <a:pt x="34550" y="18097"/>
                          <a:pt x="35502" y="17145"/>
                        </a:cubicBezTo>
                        <a:cubicBezTo>
                          <a:pt x="34550" y="18097"/>
                          <a:pt x="35502" y="15240"/>
                          <a:pt x="36455" y="15240"/>
                        </a:cubicBezTo>
                        <a:cubicBezTo>
                          <a:pt x="37407" y="16192"/>
                          <a:pt x="38360" y="14288"/>
                          <a:pt x="39312" y="13335"/>
                        </a:cubicBezTo>
                        <a:cubicBezTo>
                          <a:pt x="38360" y="13335"/>
                          <a:pt x="38360" y="13335"/>
                          <a:pt x="37407" y="13335"/>
                        </a:cubicBezTo>
                        <a:cubicBezTo>
                          <a:pt x="38360" y="11430"/>
                          <a:pt x="40265" y="10478"/>
                          <a:pt x="41217" y="7620"/>
                        </a:cubicBezTo>
                        <a:cubicBezTo>
                          <a:pt x="40265" y="8572"/>
                          <a:pt x="39312" y="8572"/>
                          <a:pt x="39312" y="9525"/>
                        </a:cubicBezTo>
                        <a:cubicBezTo>
                          <a:pt x="39312" y="8572"/>
                          <a:pt x="40265" y="7620"/>
                          <a:pt x="41217" y="6667"/>
                        </a:cubicBezTo>
                        <a:cubicBezTo>
                          <a:pt x="41217" y="6667"/>
                          <a:pt x="41217" y="6667"/>
                          <a:pt x="41217" y="5715"/>
                        </a:cubicBezTo>
                        <a:cubicBezTo>
                          <a:pt x="41217" y="5715"/>
                          <a:pt x="40265" y="6667"/>
                          <a:pt x="40265" y="6667"/>
                        </a:cubicBezTo>
                        <a:cubicBezTo>
                          <a:pt x="40265" y="6667"/>
                          <a:pt x="41217" y="5715"/>
                          <a:pt x="41217" y="5715"/>
                        </a:cubicBezTo>
                        <a:cubicBezTo>
                          <a:pt x="40265" y="6667"/>
                          <a:pt x="39312" y="6667"/>
                          <a:pt x="38360" y="7620"/>
                        </a:cubicBezTo>
                        <a:cubicBezTo>
                          <a:pt x="39312" y="6667"/>
                          <a:pt x="40265" y="5715"/>
                          <a:pt x="41217" y="4763"/>
                        </a:cubicBezTo>
                        <a:cubicBezTo>
                          <a:pt x="41217" y="4763"/>
                          <a:pt x="40265" y="4763"/>
                          <a:pt x="40265" y="5715"/>
                        </a:cubicBezTo>
                        <a:cubicBezTo>
                          <a:pt x="40265" y="5715"/>
                          <a:pt x="42170" y="3810"/>
                          <a:pt x="41217" y="3810"/>
                        </a:cubicBezTo>
                        <a:cubicBezTo>
                          <a:pt x="40265" y="3810"/>
                          <a:pt x="39312" y="4763"/>
                          <a:pt x="39312" y="5715"/>
                        </a:cubicBezTo>
                        <a:cubicBezTo>
                          <a:pt x="39312" y="4763"/>
                          <a:pt x="40265" y="4763"/>
                          <a:pt x="40265" y="3810"/>
                        </a:cubicBezTo>
                        <a:cubicBezTo>
                          <a:pt x="40265" y="3810"/>
                          <a:pt x="39312" y="3810"/>
                          <a:pt x="39312" y="4763"/>
                        </a:cubicBezTo>
                        <a:cubicBezTo>
                          <a:pt x="40265" y="3810"/>
                          <a:pt x="40265" y="3810"/>
                          <a:pt x="41217" y="2857"/>
                        </a:cubicBezTo>
                        <a:cubicBezTo>
                          <a:pt x="40265" y="5715"/>
                          <a:pt x="42170" y="3810"/>
                          <a:pt x="42170" y="3810"/>
                        </a:cubicBezTo>
                        <a:close/>
                      </a:path>
                    </a:pathLst>
                  </a:custGeom>
                  <a:solidFill>
                    <a:schemeClr val="bg2">
                      <a:alpha val="34000"/>
                    </a:schemeClr>
                  </a:solidFill>
                  <a:ln w="9525" cap="flat">
                    <a:noFill/>
                    <a:prstDash val="solid"/>
                    <a:miter/>
                  </a:ln>
                </p:spPr>
                <p:txBody>
                  <a:bodyPr rtlCol="0" anchor="ctr"/>
                  <a:lstStyle/>
                  <a:p>
                    <a:endParaRPr lang="en-US"/>
                  </a:p>
                </p:txBody>
              </p:sp>
              <p:sp>
                <p:nvSpPr>
                  <p:cNvPr id="564" name="Freeform: Shape 563">
                    <a:extLst>
                      <a:ext uri="{FF2B5EF4-FFF2-40B4-BE49-F238E27FC236}">
                        <a16:creationId xmlns:a16="http://schemas.microsoft.com/office/drawing/2014/main" id="{6FDE058C-872B-4904-B9CE-FCE1CB741A58}"/>
                      </a:ext>
                    </a:extLst>
                  </p:cNvPr>
                  <p:cNvSpPr/>
                  <p:nvPr/>
                </p:nvSpPr>
                <p:spPr>
                  <a:xfrm>
                    <a:off x="14966777" y="2142520"/>
                    <a:ext cx="6667" cy="6667"/>
                  </a:xfrm>
                  <a:custGeom>
                    <a:avLst/>
                    <a:gdLst>
                      <a:gd name="connsiteX0" fmla="*/ 6668 w 6667"/>
                      <a:gd name="connsiteY0" fmla="*/ 0 h 6667"/>
                      <a:gd name="connsiteX1" fmla="*/ 1905 w 6667"/>
                      <a:gd name="connsiteY1" fmla="*/ 3810 h 6667"/>
                      <a:gd name="connsiteX2" fmla="*/ 0 w 6667"/>
                      <a:gd name="connsiteY2" fmla="*/ 6668 h 6667"/>
                      <a:gd name="connsiteX3" fmla="*/ 6668 w 6667"/>
                      <a:gd name="connsiteY3" fmla="*/ 0 h 6667"/>
                    </a:gdLst>
                    <a:ahLst/>
                    <a:cxnLst>
                      <a:cxn ang="0">
                        <a:pos x="connsiteX0" y="connsiteY0"/>
                      </a:cxn>
                      <a:cxn ang="0">
                        <a:pos x="connsiteX1" y="connsiteY1"/>
                      </a:cxn>
                      <a:cxn ang="0">
                        <a:pos x="connsiteX2" y="connsiteY2"/>
                      </a:cxn>
                      <a:cxn ang="0">
                        <a:pos x="connsiteX3" y="connsiteY3"/>
                      </a:cxn>
                    </a:cxnLst>
                    <a:rect l="l" t="t" r="r" b="b"/>
                    <a:pathLst>
                      <a:path w="6667" h="6667">
                        <a:moveTo>
                          <a:pt x="6668" y="0"/>
                        </a:moveTo>
                        <a:cubicBezTo>
                          <a:pt x="5715" y="0"/>
                          <a:pt x="2857" y="1905"/>
                          <a:pt x="1905" y="3810"/>
                        </a:cubicBezTo>
                        <a:cubicBezTo>
                          <a:pt x="1905" y="3810"/>
                          <a:pt x="953" y="5715"/>
                          <a:pt x="0" y="6668"/>
                        </a:cubicBezTo>
                        <a:cubicBezTo>
                          <a:pt x="2857" y="4763"/>
                          <a:pt x="4763" y="2858"/>
                          <a:pt x="6668" y="0"/>
                        </a:cubicBezTo>
                        <a:close/>
                      </a:path>
                    </a:pathLst>
                  </a:custGeom>
                  <a:solidFill>
                    <a:schemeClr val="bg2">
                      <a:alpha val="34000"/>
                    </a:schemeClr>
                  </a:solidFill>
                  <a:ln w="9525" cap="flat">
                    <a:noFill/>
                    <a:prstDash val="solid"/>
                    <a:miter/>
                  </a:ln>
                </p:spPr>
                <p:txBody>
                  <a:bodyPr rtlCol="0" anchor="ctr"/>
                  <a:lstStyle/>
                  <a:p>
                    <a:endParaRPr lang="en-US"/>
                  </a:p>
                </p:txBody>
              </p:sp>
              <p:sp>
                <p:nvSpPr>
                  <p:cNvPr id="565" name="Freeform: Shape 564">
                    <a:extLst>
                      <a:ext uri="{FF2B5EF4-FFF2-40B4-BE49-F238E27FC236}">
                        <a16:creationId xmlns:a16="http://schemas.microsoft.com/office/drawing/2014/main" id="{F1FC3376-26A1-4B51-94D0-83724FCBA7F1}"/>
                      </a:ext>
                    </a:extLst>
                  </p:cNvPr>
                  <p:cNvSpPr/>
                  <p:nvPr/>
                </p:nvSpPr>
                <p:spPr>
                  <a:xfrm>
                    <a:off x="14946775" y="2170142"/>
                    <a:ext cx="3809" cy="4762"/>
                  </a:xfrm>
                  <a:custGeom>
                    <a:avLst/>
                    <a:gdLst>
                      <a:gd name="connsiteX0" fmla="*/ 3810 w 3809"/>
                      <a:gd name="connsiteY0" fmla="*/ 0 h 4762"/>
                      <a:gd name="connsiteX1" fmla="*/ 0 w 3809"/>
                      <a:gd name="connsiteY1" fmla="*/ 4763 h 4762"/>
                      <a:gd name="connsiteX2" fmla="*/ 3810 w 3809"/>
                      <a:gd name="connsiteY2" fmla="*/ 0 h 4762"/>
                    </a:gdLst>
                    <a:ahLst/>
                    <a:cxnLst>
                      <a:cxn ang="0">
                        <a:pos x="connsiteX0" y="connsiteY0"/>
                      </a:cxn>
                      <a:cxn ang="0">
                        <a:pos x="connsiteX1" y="connsiteY1"/>
                      </a:cxn>
                      <a:cxn ang="0">
                        <a:pos x="connsiteX2" y="connsiteY2"/>
                      </a:cxn>
                    </a:cxnLst>
                    <a:rect l="l" t="t" r="r" b="b"/>
                    <a:pathLst>
                      <a:path w="3809" h="4762">
                        <a:moveTo>
                          <a:pt x="3810" y="0"/>
                        </a:moveTo>
                        <a:cubicBezTo>
                          <a:pt x="1905" y="953"/>
                          <a:pt x="952" y="2858"/>
                          <a:pt x="0" y="4763"/>
                        </a:cubicBezTo>
                        <a:cubicBezTo>
                          <a:pt x="952" y="3810"/>
                          <a:pt x="3810" y="953"/>
                          <a:pt x="3810" y="0"/>
                        </a:cubicBezTo>
                        <a:close/>
                      </a:path>
                    </a:pathLst>
                  </a:custGeom>
                  <a:solidFill>
                    <a:schemeClr val="bg2">
                      <a:alpha val="34000"/>
                    </a:schemeClr>
                  </a:solidFill>
                  <a:ln w="9525" cap="flat">
                    <a:noFill/>
                    <a:prstDash val="solid"/>
                    <a:miter/>
                  </a:ln>
                </p:spPr>
                <p:txBody>
                  <a:bodyPr rtlCol="0" anchor="ctr"/>
                  <a:lstStyle/>
                  <a:p>
                    <a:endParaRPr lang="en-US"/>
                  </a:p>
                </p:txBody>
              </p:sp>
              <p:sp>
                <p:nvSpPr>
                  <p:cNvPr id="566" name="Freeform: Shape 565">
                    <a:extLst>
                      <a:ext uri="{FF2B5EF4-FFF2-40B4-BE49-F238E27FC236}">
                        <a16:creationId xmlns:a16="http://schemas.microsoft.com/office/drawing/2014/main" id="{212B1596-1EFC-44CD-B976-D8636ECC9631}"/>
                      </a:ext>
                    </a:extLst>
                  </p:cNvPr>
                  <p:cNvSpPr/>
                  <p:nvPr/>
                </p:nvSpPr>
                <p:spPr>
                  <a:xfrm>
                    <a:off x="14951114" y="2168238"/>
                    <a:ext cx="2328" cy="2619"/>
                  </a:xfrm>
                  <a:custGeom>
                    <a:avLst/>
                    <a:gdLst>
                      <a:gd name="connsiteX0" fmla="*/ 423 w 2328"/>
                      <a:gd name="connsiteY0" fmla="*/ 1905 h 2619"/>
                      <a:gd name="connsiteX1" fmla="*/ 2328 w 2328"/>
                      <a:gd name="connsiteY1" fmla="*/ 0 h 2619"/>
                      <a:gd name="connsiteX2" fmla="*/ 423 w 2328"/>
                      <a:gd name="connsiteY2" fmla="*/ 1905 h 2619"/>
                      <a:gd name="connsiteX3" fmla="*/ 423 w 2328"/>
                      <a:gd name="connsiteY3" fmla="*/ 1905 h 2619"/>
                    </a:gdLst>
                    <a:ahLst/>
                    <a:cxnLst>
                      <a:cxn ang="0">
                        <a:pos x="connsiteX0" y="connsiteY0"/>
                      </a:cxn>
                      <a:cxn ang="0">
                        <a:pos x="connsiteX1" y="connsiteY1"/>
                      </a:cxn>
                      <a:cxn ang="0">
                        <a:pos x="connsiteX2" y="connsiteY2"/>
                      </a:cxn>
                      <a:cxn ang="0">
                        <a:pos x="connsiteX3" y="connsiteY3"/>
                      </a:cxn>
                    </a:cxnLst>
                    <a:rect l="l" t="t" r="r" b="b"/>
                    <a:pathLst>
                      <a:path w="2328" h="2619">
                        <a:moveTo>
                          <a:pt x="423" y="1905"/>
                        </a:moveTo>
                        <a:cubicBezTo>
                          <a:pt x="1376" y="953"/>
                          <a:pt x="1376" y="953"/>
                          <a:pt x="2328" y="0"/>
                        </a:cubicBezTo>
                        <a:cubicBezTo>
                          <a:pt x="1376" y="953"/>
                          <a:pt x="423" y="953"/>
                          <a:pt x="423" y="1905"/>
                        </a:cubicBezTo>
                        <a:cubicBezTo>
                          <a:pt x="-529" y="2857"/>
                          <a:pt x="423" y="2857"/>
                          <a:pt x="423" y="1905"/>
                        </a:cubicBezTo>
                        <a:close/>
                      </a:path>
                    </a:pathLst>
                  </a:custGeom>
                  <a:solidFill>
                    <a:schemeClr val="bg2">
                      <a:alpha val="34000"/>
                    </a:schemeClr>
                  </a:solidFill>
                  <a:ln w="9525" cap="flat">
                    <a:noFill/>
                    <a:prstDash val="solid"/>
                    <a:miter/>
                  </a:ln>
                </p:spPr>
                <p:txBody>
                  <a:bodyPr rtlCol="0" anchor="ctr"/>
                  <a:lstStyle/>
                  <a:p>
                    <a:endParaRPr lang="en-US"/>
                  </a:p>
                </p:txBody>
              </p:sp>
              <p:sp>
                <p:nvSpPr>
                  <p:cNvPr id="567" name="Freeform: Shape 566">
                    <a:extLst>
                      <a:ext uri="{FF2B5EF4-FFF2-40B4-BE49-F238E27FC236}">
                        <a16:creationId xmlns:a16="http://schemas.microsoft.com/office/drawing/2014/main" id="{5E7B65DF-A15E-4C3C-9B17-8AC8969E29A9}"/>
                      </a:ext>
                    </a:extLst>
                  </p:cNvPr>
                  <p:cNvSpPr/>
                  <p:nvPr/>
                </p:nvSpPr>
                <p:spPr>
                  <a:xfrm>
                    <a:off x="14948441" y="2206338"/>
                    <a:ext cx="2143" cy="4443"/>
                  </a:xfrm>
                  <a:custGeom>
                    <a:avLst/>
                    <a:gdLst>
                      <a:gd name="connsiteX0" fmla="*/ 2143 w 2143"/>
                      <a:gd name="connsiteY0" fmla="*/ 0 h 4443"/>
                      <a:gd name="connsiteX1" fmla="*/ 2143 w 2143"/>
                      <a:gd name="connsiteY1" fmla="*/ 1905 h 4443"/>
                      <a:gd name="connsiteX2" fmla="*/ 1191 w 2143"/>
                      <a:gd name="connsiteY2" fmla="*/ 2857 h 4443"/>
                      <a:gd name="connsiteX3" fmla="*/ 2143 w 2143"/>
                      <a:gd name="connsiteY3" fmla="*/ 0 h 4443"/>
                    </a:gdLst>
                    <a:ahLst/>
                    <a:cxnLst>
                      <a:cxn ang="0">
                        <a:pos x="connsiteX0" y="connsiteY0"/>
                      </a:cxn>
                      <a:cxn ang="0">
                        <a:pos x="connsiteX1" y="connsiteY1"/>
                      </a:cxn>
                      <a:cxn ang="0">
                        <a:pos x="connsiteX2" y="connsiteY2"/>
                      </a:cxn>
                      <a:cxn ang="0">
                        <a:pos x="connsiteX3" y="connsiteY3"/>
                      </a:cxn>
                    </a:cxnLst>
                    <a:rect l="l" t="t" r="r" b="b"/>
                    <a:pathLst>
                      <a:path w="2143" h="4443">
                        <a:moveTo>
                          <a:pt x="2143" y="0"/>
                        </a:moveTo>
                        <a:cubicBezTo>
                          <a:pt x="-714" y="0"/>
                          <a:pt x="-714" y="8572"/>
                          <a:pt x="2143" y="1905"/>
                        </a:cubicBezTo>
                        <a:cubicBezTo>
                          <a:pt x="2143" y="1905"/>
                          <a:pt x="1191" y="2857"/>
                          <a:pt x="1191" y="2857"/>
                        </a:cubicBezTo>
                        <a:cubicBezTo>
                          <a:pt x="2143" y="1905"/>
                          <a:pt x="2143" y="953"/>
                          <a:pt x="2143" y="0"/>
                        </a:cubicBezTo>
                        <a:close/>
                      </a:path>
                    </a:pathLst>
                  </a:custGeom>
                  <a:solidFill>
                    <a:schemeClr val="bg2">
                      <a:alpha val="34000"/>
                    </a:schemeClr>
                  </a:solidFill>
                  <a:ln w="9525" cap="flat">
                    <a:noFill/>
                    <a:prstDash val="solid"/>
                    <a:miter/>
                  </a:ln>
                </p:spPr>
                <p:txBody>
                  <a:bodyPr rtlCol="0" anchor="ctr"/>
                  <a:lstStyle/>
                  <a:p>
                    <a:endParaRPr lang="en-US"/>
                  </a:p>
                </p:txBody>
              </p:sp>
              <p:sp>
                <p:nvSpPr>
                  <p:cNvPr id="568" name="Freeform: Shape 567">
                    <a:extLst>
                      <a:ext uri="{FF2B5EF4-FFF2-40B4-BE49-F238E27FC236}">
                        <a16:creationId xmlns:a16="http://schemas.microsoft.com/office/drawing/2014/main" id="{CBD6751F-9230-44CF-88D2-C2EA1581FC6C}"/>
                      </a:ext>
                    </a:extLst>
                  </p:cNvPr>
                  <p:cNvSpPr/>
                  <p:nvPr/>
                </p:nvSpPr>
                <p:spPr>
                  <a:xfrm>
                    <a:off x="14932401" y="2615874"/>
                    <a:ext cx="11515" cy="5753"/>
                  </a:xfrm>
                  <a:custGeom>
                    <a:avLst/>
                    <a:gdLst>
                      <a:gd name="connsiteX0" fmla="*/ 11516 w 11515"/>
                      <a:gd name="connsiteY0" fmla="*/ 2896 h 5753"/>
                      <a:gd name="connsiteX1" fmla="*/ 1991 w 11515"/>
                      <a:gd name="connsiteY1" fmla="*/ 991 h 5753"/>
                      <a:gd name="connsiteX2" fmla="*/ 1038 w 11515"/>
                      <a:gd name="connsiteY2" fmla="*/ 3849 h 5753"/>
                      <a:gd name="connsiteX3" fmla="*/ 2943 w 11515"/>
                      <a:gd name="connsiteY3" fmla="*/ 4801 h 5753"/>
                      <a:gd name="connsiteX4" fmla="*/ 7706 w 11515"/>
                      <a:gd name="connsiteY4" fmla="*/ 5754 h 5753"/>
                      <a:gd name="connsiteX5" fmla="*/ 10563 w 11515"/>
                      <a:gd name="connsiteY5" fmla="*/ 2896 h 5753"/>
                      <a:gd name="connsiteX6" fmla="*/ 11516 w 11515"/>
                      <a:gd name="connsiteY6" fmla="*/ 2896 h 5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15" h="5753">
                        <a:moveTo>
                          <a:pt x="11516" y="2896"/>
                        </a:moveTo>
                        <a:cubicBezTo>
                          <a:pt x="9611" y="39"/>
                          <a:pt x="4848" y="-914"/>
                          <a:pt x="1991" y="991"/>
                        </a:cubicBezTo>
                        <a:cubicBezTo>
                          <a:pt x="86" y="2896"/>
                          <a:pt x="-867" y="1943"/>
                          <a:pt x="1038" y="3849"/>
                        </a:cubicBezTo>
                        <a:cubicBezTo>
                          <a:pt x="1038" y="3849"/>
                          <a:pt x="2943" y="4801"/>
                          <a:pt x="2943" y="4801"/>
                        </a:cubicBezTo>
                        <a:cubicBezTo>
                          <a:pt x="3896" y="5754"/>
                          <a:pt x="5801" y="4801"/>
                          <a:pt x="7706" y="5754"/>
                        </a:cubicBezTo>
                        <a:cubicBezTo>
                          <a:pt x="7706" y="3849"/>
                          <a:pt x="9611" y="3849"/>
                          <a:pt x="10563" y="2896"/>
                        </a:cubicBezTo>
                        <a:cubicBezTo>
                          <a:pt x="10563" y="2896"/>
                          <a:pt x="10563" y="2896"/>
                          <a:pt x="11516" y="2896"/>
                        </a:cubicBezTo>
                        <a:close/>
                      </a:path>
                    </a:pathLst>
                  </a:custGeom>
                  <a:solidFill>
                    <a:schemeClr val="bg2">
                      <a:alpha val="34000"/>
                    </a:schemeClr>
                  </a:solidFill>
                  <a:ln w="9525" cap="flat">
                    <a:noFill/>
                    <a:prstDash val="solid"/>
                    <a:miter/>
                  </a:ln>
                </p:spPr>
                <p:txBody>
                  <a:bodyPr rtlCol="0" anchor="ctr"/>
                  <a:lstStyle/>
                  <a:p>
                    <a:endParaRPr lang="en-US"/>
                  </a:p>
                </p:txBody>
              </p:sp>
              <p:sp>
                <p:nvSpPr>
                  <p:cNvPr id="569" name="Freeform: Shape 568">
                    <a:extLst>
                      <a:ext uri="{FF2B5EF4-FFF2-40B4-BE49-F238E27FC236}">
                        <a16:creationId xmlns:a16="http://schemas.microsoft.com/office/drawing/2014/main" id="{5D7BB3C6-34AA-4FDC-B027-E62AB865C904}"/>
                      </a:ext>
                    </a:extLst>
                  </p:cNvPr>
                  <p:cNvSpPr/>
                  <p:nvPr/>
                </p:nvSpPr>
                <p:spPr>
                  <a:xfrm>
                    <a:off x="14907722" y="2553048"/>
                    <a:ext cx="7301" cy="15240"/>
                  </a:xfrm>
                  <a:custGeom>
                    <a:avLst/>
                    <a:gdLst>
                      <a:gd name="connsiteX0" fmla="*/ 6668 w 7301"/>
                      <a:gd name="connsiteY0" fmla="*/ 15240 h 15240"/>
                      <a:gd name="connsiteX1" fmla="*/ 0 w 7301"/>
                      <a:gd name="connsiteY1" fmla="*/ 0 h 15240"/>
                      <a:gd name="connsiteX2" fmla="*/ 953 w 7301"/>
                      <a:gd name="connsiteY2" fmla="*/ 3810 h 15240"/>
                      <a:gd name="connsiteX3" fmla="*/ 2858 w 7301"/>
                      <a:gd name="connsiteY3" fmla="*/ 7620 h 15240"/>
                      <a:gd name="connsiteX4" fmla="*/ 6668 w 7301"/>
                      <a:gd name="connsiteY4" fmla="*/ 15240 h 15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1" h="15240">
                        <a:moveTo>
                          <a:pt x="6668" y="15240"/>
                        </a:moveTo>
                        <a:cubicBezTo>
                          <a:pt x="9525" y="12382"/>
                          <a:pt x="1905" y="2857"/>
                          <a:pt x="0" y="0"/>
                        </a:cubicBezTo>
                        <a:cubicBezTo>
                          <a:pt x="0" y="953"/>
                          <a:pt x="0" y="2857"/>
                          <a:pt x="953" y="3810"/>
                        </a:cubicBezTo>
                        <a:cubicBezTo>
                          <a:pt x="953" y="5715"/>
                          <a:pt x="953" y="5715"/>
                          <a:pt x="2858" y="7620"/>
                        </a:cubicBezTo>
                        <a:cubicBezTo>
                          <a:pt x="3810" y="10478"/>
                          <a:pt x="4763" y="13335"/>
                          <a:pt x="6668" y="15240"/>
                        </a:cubicBezTo>
                        <a:close/>
                      </a:path>
                    </a:pathLst>
                  </a:custGeom>
                  <a:solidFill>
                    <a:schemeClr val="bg2">
                      <a:alpha val="34000"/>
                    </a:schemeClr>
                  </a:solidFill>
                  <a:ln w="9525" cap="flat">
                    <a:noFill/>
                    <a:prstDash val="solid"/>
                    <a:miter/>
                  </a:ln>
                </p:spPr>
                <p:txBody>
                  <a:bodyPr rtlCol="0" anchor="ctr"/>
                  <a:lstStyle/>
                  <a:p>
                    <a:endParaRPr lang="en-US"/>
                  </a:p>
                </p:txBody>
              </p:sp>
              <p:sp>
                <p:nvSpPr>
                  <p:cNvPr id="570" name="Freeform: Shape 569">
                    <a:extLst>
                      <a:ext uri="{FF2B5EF4-FFF2-40B4-BE49-F238E27FC236}">
                        <a16:creationId xmlns:a16="http://schemas.microsoft.com/office/drawing/2014/main" id="{52DE2859-6B91-43AF-AC44-14C78907C33F}"/>
                      </a:ext>
                    </a:extLst>
                  </p:cNvPr>
                  <p:cNvSpPr/>
                  <p:nvPr/>
                </p:nvSpPr>
                <p:spPr>
                  <a:xfrm>
                    <a:off x="14945822" y="2584480"/>
                    <a:ext cx="31670" cy="25717"/>
                  </a:xfrm>
                  <a:custGeom>
                    <a:avLst/>
                    <a:gdLst>
                      <a:gd name="connsiteX0" fmla="*/ 7620 w 31670"/>
                      <a:gd name="connsiteY0" fmla="*/ 25718 h 25717"/>
                      <a:gd name="connsiteX1" fmla="*/ 8573 w 31670"/>
                      <a:gd name="connsiteY1" fmla="*/ 22860 h 25717"/>
                      <a:gd name="connsiteX2" fmla="*/ 12383 w 31670"/>
                      <a:gd name="connsiteY2" fmla="*/ 21908 h 25717"/>
                      <a:gd name="connsiteX3" fmla="*/ 13335 w 31670"/>
                      <a:gd name="connsiteY3" fmla="*/ 20003 h 25717"/>
                      <a:gd name="connsiteX4" fmla="*/ 20003 w 31670"/>
                      <a:gd name="connsiteY4" fmla="*/ 22860 h 25717"/>
                      <a:gd name="connsiteX5" fmla="*/ 20003 w 31670"/>
                      <a:gd name="connsiteY5" fmla="*/ 16193 h 25717"/>
                      <a:gd name="connsiteX6" fmla="*/ 21908 w 31670"/>
                      <a:gd name="connsiteY6" fmla="*/ 14288 h 25717"/>
                      <a:gd name="connsiteX7" fmla="*/ 22860 w 31670"/>
                      <a:gd name="connsiteY7" fmla="*/ 14288 h 25717"/>
                      <a:gd name="connsiteX8" fmla="*/ 22860 w 31670"/>
                      <a:gd name="connsiteY8" fmla="*/ 12383 h 25717"/>
                      <a:gd name="connsiteX9" fmla="*/ 23813 w 31670"/>
                      <a:gd name="connsiteY9" fmla="*/ 10478 h 25717"/>
                      <a:gd name="connsiteX10" fmla="*/ 25718 w 31670"/>
                      <a:gd name="connsiteY10" fmla="*/ 9525 h 25717"/>
                      <a:gd name="connsiteX11" fmla="*/ 27623 w 31670"/>
                      <a:gd name="connsiteY11" fmla="*/ 8573 h 25717"/>
                      <a:gd name="connsiteX12" fmla="*/ 30480 w 31670"/>
                      <a:gd name="connsiteY12" fmla="*/ 9525 h 25717"/>
                      <a:gd name="connsiteX13" fmla="*/ 31433 w 31670"/>
                      <a:gd name="connsiteY13" fmla="*/ 8573 h 25717"/>
                      <a:gd name="connsiteX14" fmla="*/ 31433 w 31670"/>
                      <a:gd name="connsiteY14" fmla="*/ 6668 h 25717"/>
                      <a:gd name="connsiteX15" fmla="*/ 27623 w 31670"/>
                      <a:gd name="connsiteY15" fmla="*/ 3810 h 25717"/>
                      <a:gd name="connsiteX16" fmla="*/ 22860 w 31670"/>
                      <a:gd name="connsiteY16" fmla="*/ 3810 h 25717"/>
                      <a:gd name="connsiteX17" fmla="*/ 22860 w 31670"/>
                      <a:gd name="connsiteY17" fmla="*/ 953 h 25717"/>
                      <a:gd name="connsiteX18" fmla="*/ 20003 w 31670"/>
                      <a:gd name="connsiteY18" fmla="*/ 2858 h 25717"/>
                      <a:gd name="connsiteX19" fmla="*/ 18098 w 31670"/>
                      <a:gd name="connsiteY19" fmla="*/ 0 h 25717"/>
                      <a:gd name="connsiteX20" fmla="*/ 14288 w 31670"/>
                      <a:gd name="connsiteY20" fmla="*/ 953 h 25717"/>
                      <a:gd name="connsiteX21" fmla="*/ 11430 w 31670"/>
                      <a:gd name="connsiteY21" fmla="*/ 953 h 25717"/>
                      <a:gd name="connsiteX22" fmla="*/ 8573 w 31670"/>
                      <a:gd name="connsiteY22" fmla="*/ 2858 h 25717"/>
                      <a:gd name="connsiteX23" fmla="*/ 8573 w 31670"/>
                      <a:gd name="connsiteY23" fmla="*/ 5715 h 25717"/>
                      <a:gd name="connsiteX24" fmla="*/ 4763 w 31670"/>
                      <a:gd name="connsiteY24" fmla="*/ 6668 h 25717"/>
                      <a:gd name="connsiteX25" fmla="*/ 2858 w 31670"/>
                      <a:gd name="connsiteY25" fmla="*/ 6668 h 25717"/>
                      <a:gd name="connsiteX26" fmla="*/ 0 w 31670"/>
                      <a:gd name="connsiteY26" fmla="*/ 9525 h 25717"/>
                      <a:gd name="connsiteX27" fmla="*/ 5715 w 31670"/>
                      <a:gd name="connsiteY27" fmla="*/ 12383 h 25717"/>
                      <a:gd name="connsiteX28" fmla="*/ 8573 w 31670"/>
                      <a:gd name="connsiteY28" fmla="*/ 17145 h 25717"/>
                      <a:gd name="connsiteX29" fmla="*/ 11430 w 31670"/>
                      <a:gd name="connsiteY29" fmla="*/ 19050 h 25717"/>
                      <a:gd name="connsiteX30" fmla="*/ 7620 w 31670"/>
                      <a:gd name="connsiteY30" fmla="*/ 22860 h 25717"/>
                      <a:gd name="connsiteX31" fmla="*/ 1905 w 31670"/>
                      <a:gd name="connsiteY31" fmla="*/ 22860 h 25717"/>
                      <a:gd name="connsiteX32" fmla="*/ 7620 w 31670"/>
                      <a:gd name="connsiteY32" fmla="*/ 25718 h 25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1670" h="25717">
                        <a:moveTo>
                          <a:pt x="7620" y="25718"/>
                        </a:moveTo>
                        <a:cubicBezTo>
                          <a:pt x="7620" y="23813"/>
                          <a:pt x="6668" y="24765"/>
                          <a:pt x="8573" y="22860"/>
                        </a:cubicBezTo>
                        <a:cubicBezTo>
                          <a:pt x="9525" y="21908"/>
                          <a:pt x="11430" y="22860"/>
                          <a:pt x="12383" y="21908"/>
                        </a:cubicBezTo>
                        <a:cubicBezTo>
                          <a:pt x="12383" y="21908"/>
                          <a:pt x="12383" y="20955"/>
                          <a:pt x="13335" y="20003"/>
                        </a:cubicBezTo>
                        <a:cubicBezTo>
                          <a:pt x="16193" y="18098"/>
                          <a:pt x="18098" y="21908"/>
                          <a:pt x="20003" y="22860"/>
                        </a:cubicBezTo>
                        <a:cubicBezTo>
                          <a:pt x="21908" y="21908"/>
                          <a:pt x="20003" y="18098"/>
                          <a:pt x="20003" y="16193"/>
                        </a:cubicBezTo>
                        <a:cubicBezTo>
                          <a:pt x="20003" y="13335"/>
                          <a:pt x="20003" y="15240"/>
                          <a:pt x="21908" y="14288"/>
                        </a:cubicBezTo>
                        <a:cubicBezTo>
                          <a:pt x="21908" y="14288"/>
                          <a:pt x="22860" y="14288"/>
                          <a:pt x="22860" y="14288"/>
                        </a:cubicBezTo>
                        <a:cubicBezTo>
                          <a:pt x="22860" y="13335"/>
                          <a:pt x="22860" y="13335"/>
                          <a:pt x="22860" y="12383"/>
                        </a:cubicBezTo>
                        <a:cubicBezTo>
                          <a:pt x="22860" y="11430"/>
                          <a:pt x="22860" y="10478"/>
                          <a:pt x="23813" y="10478"/>
                        </a:cubicBezTo>
                        <a:cubicBezTo>
                          <a:pt x="24765" y="10478"/>
                          <a:pt x="24765" y="9525"/>
                          <a:pt x="25718" y="9525"/>
                        </a:cubicBezTo>
                        <a:cubicBezTo>
                          <a:pt x="25718" y="9525"/>
                          <a:pt x="26670" y="8573"/>
                          <a:pt x="27623" y="8573"/>
                        </a:cubicBezTo>
                        <a:cubicBezTo>
                          <a:pt x="28575" y="8573"/>
                          <a:pt x="29528" y="9525"/>
                          <a:pt x="30480" y="9525"/>
                        </a:cubicBezTo>
                        <a:cubicBezTo>
                          <a:pt x="32385" y="9525"/>
                          <a:pt x="31433" y="10478"/>
                          <a:pt x="31433" y="8573"/>
                        </a:cubicBezTo>
                        <a:cubicBezTo>
                          <a:pt x="31433" y="8573"/>
                          <a:pt x="31433" y="6668"/>
                          <a:pt x="31433" y="6668"/>
                        </a:cubicBezTo>
                        <a:cubicBezTo>
                          <a:pt x="30480" y="4763"/>
                          <a:pt x="29528" y="4763"/>
                          <a:pt x="27623" y="3810"/>
                        </a:cubicBezTo>
                        <a:cubicBezTo>
                          <a:pt x="26670" y="3810"/>
                          <a:pt x="24765" y="4763"/>
                          <a:pt x="22860" y="3810"/>
                        </a:cubicBezTo>
                        <a:cubicBezTo>
                          <a:pt x="20003" y="2858"/>
                          <a:pt x="23813" y="2858"/>
                          <a:pt x="22860" y="953"/>
                        </a:cubicBezTo>
                        <a:cubicBezTo>
                          <a:pt x="21908" y="1905"/>
                          <a:pt x="20955" y="1905"/>
                          <a:pt x="20003" y="2858"/>
                        </a:cubicBezTo>
                        <a:cubicBezTo>
                          <a:pt x="19050" y="1905"/>
                          <a:pt x="19050" y="953"/>
                          <a:pt x="18098" y="0"/>
                        </a:cubicBezTo>
                        <a:cubicBezTo>
                          <a:pt x="16193" y="953"/>
                          <a:pt x="17145" y="0"/>
                          <a:pt x="14288" y="953"/>
                        </a:cubicBezTo>
                        <a:cubicBezTo>
                          <a:pt x="13335" y="953"/>
                          <a:pt x="12383" y="953"/>
                          <a:pt x="11430" y="953"/>
                        </a:cubicBezTo>
                        <a:cubicBezTo>
                          <a:pt x="10478" y="953"/>
                          <a:pt x="8573" y="1905"/>
                          <a:pt x="8573" y="2858"/>
                        </a:cubicBezTo>
                        <a:cubicBezTo>
                          <a:pt x="8573" y="2858"/>
                          <a:pt x="9525" y="4763"/>
                          <a:pt x="8573" y="5715"/>
                        </a:cubicBezTo>
                        <a:cubicBezTo>
                          <a:pt x="7620" y="6668"/>
                          <a:pt x="5715" y="6668"/>
                          <a:pt x="4763" y="6668"/>
                        </a:cubicBezTo>
                        <a:cubicBezTo>
                          <a:pt x="3810" y="6668"/>
                          <a:pt x="3810" y="6668"/>
                          <a:pt x="2858" y="6668"/>
                        </a:cubicBezTo>
                        <a:cubicBezTo>
                          <a:pt x="2858" y="6668"/>
                          <a:pt x="0" y="9525"/>
                          <a:pt x="0" y="9525"/>
                        </a:cubicBezTo>
                        <a:cubicBezTo>
                          <a:pt x="1905" y="11430"/>
                          <a:pt x="3810" y="10478"/>
                          <a:pt x="5715" y="12383"/>
                        </a:cubicBezTo>
                        <a:cubicBezTo>
                          <a:pt x="6668" y="13335"/>
                          <a:pt x="7620" y="15240"/>
                          <a:pt x="8573" y="17145"/>
                        </a:cubicBezTo>
                        <a:cubicBezTo>
                          <a:pt x="9525" y="18098"/>
                          <a:pt x="10478" y="18098"/>
                          <a:pt x="11430" y="19050"/>
                        </a:cubicBezTo>
                        <a:cubicBezTo>
                          <a:pt x="9525" y="20003"/>
                          <a:pt x="9525" y="21908"/>
                          <a:pt x="7620" y="22860"/>
                        </a:cubicBezTo>
                        <a:cubicBezTo>
                          <a:pt x="5715" y="23813"/>
                          <a:pt x="3810" y="21908"/>
                          <a:pt x="1905" y="22860"/>
                        </a:cubicBezTo>
                        <a:cubicBezTo>
                          <a:pt x="-952" y="23813"/>
                          <a:pt x="6668" y="25718"/>
                          <a:pt x="7620" y="25718"/>
                        </a:cubicBezTo>
                        <a:close/>
                      </a:path>
                    </a:pathLst>
                  </a:custGeom>
                  <a:solidFill>
                    <a:schemeClr val="bg2">
                      <a:alpha val="34000"/>
                    </a:schemeClr>
                  </a:solidFill>
                  <a:ln w="9525" cap="flat">
                    <a:noFill/>
                    <a:prstDash val="solid"/>
                    <a:miter/>
                  </a:ln>
                </p:spPr>
                <p:txBody>
                  <a:bodyPr rtlCol="0" anchor="ctr"/>
                  <a:lstStyle/>
                  <a:p>
                    <a:endParaRPr lang="en-US"/>
                  </a:p>
                </p:txBody>
              </p:sp>
              <p:sp>
                <p:nvSpPr>
                  <p:cNvPr id="571" name="Freeform: Shape 570">
                    <a:extLst>
                      <a:ext uri="{FF2B5EF4-FFF2-40B4-BE49-F238E27FC236}">
                        <a16:creationId xmlns:a16="http://schemas.microsoft.com/office/drawing/2014/main" id="{2BED5210-A785-4C23-B72C-B9AEBDD292B0}"/>
                      </a:ext>
                    </a:extLst>
                  </p:cNvPr>
                  <p:cNvSpPr/>
                  <p:nvPr/>
                </p:nvSpPr>
                <p:spPr>
                  <a:xfrm>
                    <a:off x="14984875" y="2584206"/>
                    <a:ext cx="7791" cy="8847"/>
                  </a:xfrm>
                  <a:custGeom>
                    <a:avLst/>
                    <a:gdLst>
                      <a:gd name="connsiteX0" fmla="*/ 5715 w 7791"/>
                      <a:gd name="connsiteY0" fmla="*/ 274 h 8847"/>
                      <a:gd name="connsiteX1" fmla="*/ 1905 w 7791"/>
                      <a:gd name="connsiteY1" fmla="*/ 2179 h 8847"/>
                      <a:gd name="connsiteX2" fmla="*/ 0 w 7791"/>
                      <a:gd name="connsiteY2" fmla="*/ 5037 h 8847"/>
                      <a:gd name="connsiteX3" fmla="*/ 3810 w 7791"/>
                      <a:gd name="connsiteY3" fmla="*/ 8847 h 8847"/>
                      <a:gd name="connsiteX4" fmla="*/ 5715 w 7791"/>
                      <a:gd name="connsiteY4" fmla="*/ 274 h 88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91" h="8847">
                        <a:moveTo>
                          <a:pt x="5715" y="274"/>
                        </a:moveTo>
                        <a:cubicBezTo>
                          <a:pt x="4763" y="274"/>
                          <a:pt x="2857" y="1227"/>
                          <a:pt x="1905" y="2179"/>
                        </a:cubicBezTo>
                        <a:cubicBezTo>
                          <a:pt x="0" y="4085"/>
                          <a:pt x="0" y="2179"/>
                          <a:pt x="0" y="5037"/>
                        </a:cubicBezTo>
                        <a:cubicBezTo>
                          <a:pt x="0" y="7894"/>
                          <a:pt x="952" y="8847"/>
                          <a:pt x="3810" y="8847"/>
                        </a:cubicBezTo>
                        <a:cubicBezTo>
                          <a:pt x="7620" y="6942"/>
                          <a:pt x="9525" y="-1631"/>
                          <a:pt x="5715" y="274"/>
                        </a:cubicBezTo>
                        <a:close/>
                      </a:path>
                    </a:pathLst>
                  </a:custGeom>
                  <a:solidFill>
                    <a:schemeClr val="bg2">
                      <a:alpha val="34000"/>
                    </a:schemeClr>
                  </a:solidFill>
                  <a:ln w="9525" cap="flat">
                    <a:noFill/>
                    <a:prstDash val="solid"/>
                    <a:miter/>
                  </a:ln>
                </p:spPr>
                <p:txBody>
                  <a:bodyPr rtlCol="0" anchor="ctr"/>
                  <a:lstStyle/>
                  <a:p>
                    <a:endParaRPr lang="en-US"/>
                  </a:p>
                </p:txBody>
              </p:sp>
              <p:sp>
                <p:nvSpPr>
                  <p:cNvPr id="572" name="Freeform: Shape 571">
                    <a:extLst>
                      <a:ext uri="{FF2B5EF4-FFF2-40B4-BE49-F238E27FC236}">
                        <a16:creationId xmlns:a16="http://schemas.microsoft.com/office/drawing/2014/main" id="{B39720C1-B49A-4C76-A3FA-A16BB220F588}"/>
                      </a:ext>
                    </a:extLst>
                  </p:cNvPr>
                  <p:cNvSpPr/>
                  <p:nvPr/>
                </p:nvSpPr>
                <p:spPr>
                  <a:xfrm>
                    <a:off x="14893434" y="2580427"/>
                    <a:ext cx="49530" cy="24055"/>
                  </a:xfrm>
                  <a:custGeom>
                    <a:avLst/>
                    <a:gdLst>
                      <a:gd name="connsiteX0" fmla="*/ 44768 w 49530"/>
                      <a:gd name="connsiteY0" fmla="*/ 18340 h 24055"/>
                      <a:gd name="connsiteX1" fmla="*/ 48578 w 49530"/>
                      <a:gd name="connsiteY1" fmla="*/ 13578 h 24055"/>
                      <a:gd name="connsiteX2" fmla="*/ 49530 w 49530"/>
                      <a:gd name="connsiteY2" fmla="*/ 11673 h 24055"/>
                      <a:gd name="connsiteX3" fmla="*/ 47625 w 49530"/>
                      <a:gd name="connsiteY3" fmla="*/ 10720 h 24055"/>
                      <a:gd name="connsiteX4" fmla="*/ 43815 w 49530"/>
                      <a:gd name="connsiteY4" fmla="*/ 8815 h 24055"/>
                      <a:gd name="connsiteX5" fmla="*/ 40958 w 49530"/>
                      <a:gd name="connsiteY5" fmla="*/ 9768 h 24055"/>
                      <a:gd name="connsiteX6" fmla="*/ 39053 w 49530"/>
                      <a:gd name="connsiteY6" fmla="*/ 5958 h 24055"/>
                      <a:gd name="connsiteX7" fmla="*/ 34290 w 49530"/>
                      <a:gd name="connsiteY7" fmla="*/ 6910 h 24055"/>
                      <a:gd name="connsiteX8" fmla="*/ 30480 w 49530"/>
                      <a:gd name="connsiteY8" fmla="*/ 5958 h 24055"/>
                      <a:gd name="connsiteX9" fmla="*/ 28575 w 49530"/>
                      <a:gd name="connsiteY9" fmla="*/ 4053 h 24055"/>
                      <a:gd name="connsiteX10" fmla="*/ 23813 w 49530"/>
                      <a:gd name="connsiteY10" fmla="*/ 3100 h 24055"/>
                      <a:gd name="connsiteX11" fmla="*/ 20955 w 49530"/>
                      <a:gd name="connsiteY11" fmla="*/ 2148 h 24055"/>
                      <a:gd name="connsiteX12" fmla="*/ 18098 w 49530"/>
                      <a:gd name="connsiteY12" fmla="*/ 4053 h 24055"/>
                      <a:gd name="connsiteX13" fmla="*/ 14288 w 49530"/>
                      <a:gd name="connsiteY13" fmla="*/ 243 h 24055"/>
                      <a:gd name="connsiteX14" fmla="*/ 2858 w 49530"/>
                      <a:gd name="connsiteY14" fmla="*/ 5005 h 24055"/>
                      <a:gd name="connsiteX15" fmla="*/ 0 w 49530"/>
                      <a:gd name="connsiteY15" fmla="*/ 12625 h 24055"/>
                      <a:gd name="connsiteX16" fmla="*/ 2858 w 49530"/>
                      <a:gd name="connsiteY16" fmla="*/ 19293 h 24055"/>
                      <a:gd name="connsiteX17" fmla="*/ 2858 w 49530"/>
                      <a:gd name="connsiteY17" fmla="*/ 15483 h 24055"/>
                      <a:gd name="connsiteX18" fmla="*/ 3810 w 49530"/>
                      <a:gd name="connsiteY18" fmla="*/ 12625 h 24055"/>
                      <a:gd name="connsiteX19" fmla="*/ 9525 w 49530"/>
                      <a:gd name="connsiteY19" fmla="*/ 8815 h 24055"/>
                      <a:gd name="connsiteX20" fmla="*/ 8573 w 49530"/>
                      <a:gd name="connsiteY20" fmla="*/ 11673 h 24055"/>
                      <a:gd name="connsiteX21" fmla="*/ 11430 w 49530"/>
                      <a:gd name="connsiteY21" fmla="*/ 10720 h 24055"/>
                      <a:gd name="connsiteX22" fmla="*/ 16193 w 49530"/>
                      <a:gd name="connsiteY22" fmla="*/ 11673 h 24055"/>
                      <a:gd name="connsiteX23" fmla="*/ 20955 w 49530"/>
                      <a:gd name="connsiteY23" fmla="*/ 12625 h 24055"/>
                      <a:gd name="connsiteX24" fmla="*/ 24765 w 49530"/>
                      <a:gd name="connsiteY24" fmla="*/ 10720 h 24055"/>
                      <a:gd name="connsiteX25" fmla="*/ 28575 w 49530"/>
                      <a:gd name="connsiteY25" fmla="*/ 16435 h 24055"/>
                      <a:gd name="connsiteX26" fmla="*/ 34290 w 49530"/>
                      <a:gd name="connsiteY26" fmla="*/ 16435 h 24055"/>
                      <a:gd name="connsiteX27" fmla="*/ 34290 w 49530"/>
                      <a:gd name="connsiteY27" fmla="*/ 24055 h 24055"/>
                      <a:gd name="connsiteX28" fmla="*/ 38100 w 49530"/>
                      <a:gd name="connsiteY28" fmla="*/ 21198 h 24055"/>
                      <a:gd name="connsiteX29" fmla="*/ 44768 w 49530"/>
                      <a:gd name="connsiteY29" fmla="*/ 18340 h 24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9530" h="24055">
                        <a:moveTo>
                          <a:pt x="44768" y="18340"/>
                        </a:moveTo>
                        <a:cubicBezTo>
                          <a:pt x="46673" y="17388"/>
                          <a:pt x="47625" y="14530"/>
                          <a:pt x="48578" y="13578"/>
                        </a:cubicBezTo>
                        <a:cubicBezTo>
                          <a:pt x="48578" y="12625"/>
                          <a:pt x="49530" y="12625"/>
                          <a:pt x="49530" y="11673"/>
                        </a:cubicBezTo>
                        <a:cubicBezTo>
                          <a:pt x="49530" y="10720"/>
                          <a:pt x="48578" y="11673"/>
                          <a:pt x="47625" y="10720"/>
                        </a:cubicBezTo>
                        <a:cubicBezTo>
                          <a:pt x="45720" y="9768"/>
                          <a:pt x="45720" y="8815"/>
                          <a:pt x="43815" y="8815"/>
                        </a:cubicBezTo>
                        <a:cubicBezTo>
                          <a:pt x="42863" y="8815"/>
                          <a:pt x="41910" y="9768"/>
                          <a:pt x="40958" y="9768"/>
                        </a:cubicBezTo>
                        <a:cubicBezTo>
                          <a:pt x="40005" y="9768"/>
                          <a:pt x="39053" y="6910"/>
                          <a:pt x="39053" y="5958"/>
                        </a:cubicBezTo>
                        <a:cubicBezTo>
                          <a:pt x="37148" y="7863"/>
                          <a:pt x="37148" y="7863"/>
                          <a:pt x="34290" y="6910"/>
                        </a:cubicBezTo>
                        <a:cubicBezTo>
                          <a:pt x="33338" y="6910"/>
                          <a:pt x="31433" y="5958"/>
                          <a:pt x="30480" y="5958"/>
                        </a:cubicBezTo>
                        <a:cubicBezTo>
                          <a:pt x="29528" y="5958"/>
                          <a:pt x="29528" y="4053"/>
                          <a:pt x="28575" y="4053"/>
                        </a:cubicBezTo>
                        <a:cubicBezTo>
                          <a:pt x="27623" y="3100"/>
                          <a:pt x="25718" y="4053"/>
                          <a:pt x="23813" y="3100"/>
                        </a:cubicBezTo>
                        <a:cubicBezTo>
                          <a:pt x="22860" y="3100"/>
                          <a:pt x="21908" y="2148"/>
                          <a:pt x="20955" y="2148"/>
                        </a:cubicBezTo>
                        <a:cubicBezTo>
                          <a:pt x="20003" y="2148"/>
                          <a:pt x="20003" y="4053"/>
                          <a:pt x="18098" y="4053"/>
                        </a:cubicBezTo>
                        <a:cubicBezTo>
                          <a:pt x="17145" y="4053"/>
                          <a:pt x="16193" y="1195"/>
                          <a:pt x="14288" y="243"/>
                        </a:cubicBezTo>
                        <a:cubicBezTo>
                          <a:pt x="10478" y="-710"/>
                          <a:pt x="4763" y="1195"/>
                          <a:pt x="2858" y="5005"/>
                        </a:cubicBezTo>
                        <a:cubicBezTo>
                          <a:pt x="1905" y="6910"/>
                          <a:pt x="0" y="9768"/>
                          <a:pt x="0" y="12625"/>
                        </a:cubicBezTo>
                        <a:cubicBezTo>
                          <a:pt x="0" y="14530"/>
                          <a:pt x="0" y="19293"/>
                          <a:pt x="2858" y="19293"/>
                        </a:cubicBezTo>
                        <a:cubicBezTo>
                          <a:pt x="3810" y="18340"/>
                          <a:pt x="2858" y="16435"/>
                          <a:pt x="2858" y="15483"/>
                        </a:cubicBezTo>
                        <a:cubicBezTo>
                          <a:pt x="2858" y="14530"/>
                          <a:pt x="3810" y="13578"/>
                          <a:pt x="3810" y="12625"/>
                        </a:cubicBezTo>
                        <a:cubicBezTo>
                          <a:pt x="4763" y="9768"/>
                          <a:pt x="6668" y="4053"/>
                          <a:pt x="9525" y="8815"/>
                        </a:cubicBezTo>
                        <a:cubicBezTo>
                          <a:pt x="8573" y="9768"/>
                          <a:pt x="5715" y="8815"/>
                          <a:pt x="8573" y="11673"/>
                        </a:cubicBezTo>
                        <a:cubicBezTo>
                          <a:pt x="10478" y="12625"/>
                          <a:pt x="10478" y="11673"/>
                          <a:pt x="11430" y="10720"/>
                        </a:cubicBezTo>
                        <a:cubicBezTo>
                          <a:pt x="12383" y="12625"/>
                          <a:pt x="14288" y="11673"/>
                          <a:pt x="16193" y="11673"/>
                        </a:cubicBezTo>
                        <a:cubicBezTo>
                          <a:pt x="18098" y="11673"/>
                          <a:pt x="19050" y="13578"/>
                          <a:pt x="20955" y="12625"/>
                        </a:cubicBezTo>
                        <a:cubicBezTo>
                          <a:pt x="22860" y="12625"/>
                          <a:pt x="22860" y="9768"/>
                          <a:pt x="24765" y="10720"/>
                        </a:cubicBezTo>
                        <a:cubicBezTo>
                          <a:pt x="26670" y="11673"/>
                          <a:pt x="26670" y="15483"/>
                          <a:pt x="28575" y="16435"/>
                        </a:cubicBezTo>
                        <a:cubicBezTo>
                          <a:pt x="31433" y="17388"/>
                          <a:pt x="32385" y="13578"/>
                          <a:pt x="34290" y="16435"/>
                        </a:cubicBezTo>
                        <a:cubicBezTo>
                          <a:pt x="36195" y="18340"/>
                          <a:pt x="34290" y="22150"/>
                          <a:pt x="34290" y="24055"/>
                        </a:cubicBezTo>
                        <a:cubicBezTo>
                          <a:pt x="36195" y="23103"/>
                          <a:pt x="37148" y="22150"/>
                          <a:pt x="38100" y="21198"/>
                        </a:cubicBezTo>
                        <a:cubicBezTo>
                          <a:pt x="40958" y="18340"/>
                          <a:pt x="42863" y="19293"/>
                          <a:pt x="44768" y="18340"/>
                        </a:cubicBezTo>
                        <a:close/>
                      </a:path>
                    </a:pathLst>
                  </a:custGeom>
                  <a:solidFill>
                    <a:schemeClr val="bg2">
                      <a:alpha val="34000"/>
                    </a:schemeClr>
                  </a:solidFill>
                  <a:ln w="9525" cap="flat">
                    <a:noFill/>
                    <a:prstDash val="solid"/>
                    <a:miter/>
                  </a:ln>
                </p:spPr>
                <p:txBody>
                  <a:bodyPr rtlCol="0" anchor="ctr"/>
                  <a:lstStyle/>
                  <a:p>
                    <a:endParaRPr lang="en-US"/>
                  </a:p>
                </p:txBody>
              </p:sp>
              <p:sp>
                <p:nvSpPr>
                  <p:cNvPr id="573" name="Freeform: Shape 572">
                    <a:extLst>
                      <a:ext uri="{FF2B5EF4-FFF2-40B4-BE49-F238E27FC236}">
                        <a16:creationId xmlns:a16="http://schemas.microsoft.com/office/drawing/2014/main" id="{B80C774E-7DA5-4570-9852-51CD8417897B}"/>
                      </a:ext>
                    </a:extLst>
                  </p:cNvPr>
                  <p:cNvSpPr/>
                  <p:nvPr/>
                </p:nvSpPr>
                <p:spPr>
                  <a:xfrm>
                    <a:off x="14876975" y="2250153"/>
                    <a:ext cx="1219" cy="1219"/>
                  </a:xfrm>
                  <a:custGeom>
                    <a:avLst/>
                    <a:gdLst>
                      <a:gd name="connsiteX0" fmla="*/ 267 w 1219"/>
                      <a:gd name="connsiteY0" fmla="*/ 952 h 1219"/>
                      <a:gd name="connsiteX1" fmla="*/ 1219 w 1219"/>
                      <a:gd name="connsiteY1" fmla="*/ 0 h 1219"/>
                      <a:gd name="connsiteX2" fmla="*/ 267 w 1219"/>
                      <a:gd name="connsiteY2" fmla="*/ 952 h 1219"/>
                    </a:gdLst>
                    <a:ahLst/>
                    <a:cxnLst>
                      <a:cxn ang="0">
                        <a:pos x="connsiteX0" y="connsiteY0"/>
                      </a:cxn>
                      <a:cxn ang="0">
                        <a:pos x="connsiteX1" y="connsiteY1"/>
                      </a:cxn>
                      <a:cxn ang="0">
                        <a:pos x="connsiteX2" y="connsiteY2"/>
                      </a:cxn>
                    </a:cxnLst>
                    <a:rect l="l" t="t" r="r" b="b"/>
                    <a:pathLst>
                      <a:path w="1219" h="1219">
                        <a:moveTo>
                          <a:pt x="267" y="952"/>
                        </a:moveTo>
                        <a:cubicBezTo>
                          <a:pt x="-686" y="1905"/>
                          <a:pt x="1219" y="0"/>
                          <a:pt x="1219" y="0"/>
                        </a:cubicBezTo>
                        <a:cubicBezTo>
                          <a:pt x="1219" y="0"/>
                          <a:pt x="267" y="952"/>
                          <a:pt x="267" y="952"/>
                        </a:cubicBezTo>
                        <a:close/>
                      </a:path>
                    </a:pathLst>
                  </a:custGeom>
                  <a:solidFill>
                    <a:schemeClr val="bg2">
                      <a:alpha val="34000"/>
                    </a:schemeClr>
                  </a:solidFill>
                  <a:ln w="9525" cap="flat">
                    <a:noFill/>
                    <a:prstDash val="solid"/>
                    <a:miter/>
                  </a:ln>
                </p:spPr>
                <p:txBody>
                  <a:bodyPr rtlCol="0" anchor="ctr"/>
                  <a:lstStyle/>
                  <a:p>
                    <a:endParaRPr lang="en-US"/>
                  </a:p>
                </p:txBody>
              </p:sp>
              <p:sp>
                <p:nvSpPr>
                  <p:cNvPr id="574" name="Freeform: Shape 573">
                    <a:extLst>
                      <a:ext uri="{FF2B5EF4-FFF2-40B4-BE49-F238E27FC236}">
                        <a16:creationId xmlns:a16="http://schemas.microsoft.com/office/drawing/2014/main" id="{CDBC7870-1114-4E9E-B1C3-76B4C9C5B0A5}"/>
                      </a:ext>
                    </a:extLst>
                  </p:cNvPr>
                  <p:cNvSpPr/>
                  <p:nvPr/>
                </p:nvSpPr>
                <p:spPr>
                  <a:xfrm>
                    <a:off x="14878194" y="2238723"/>
                    <a:ext cx="7619" cy="11430"/>
                  </a:xfrm>
                  <a:custGeom>
                    <a:avLst/>
                    <a:gdLst>
                      <a:gd name="connsiteX0" fmla="*/ 2857 w 7619"/>
                      <a:gd name="connsiteY0" fmla="*/ 6668 h 11430"/>
                      <a:gd name="connsiteX1" fmla="*/ 0 w 7619"/>
                      <a:gd name="connsiteY1" fmla="*/ 11430 h 11430"/>
                      <a:gd name="connsiteX2" fmla="*/ 5715 w 7619"/>
                      <a:gd name="connsiteY2" fmla="*/ 2857 h 11430"/>
                      <a:gd name="connsiteX3" fmla="*/ 5715 w 7619"/>
                      <a:gd name="connsiteY3" fmla="*/ 2857 h 11430"/>
                      <a:gd name="connsiteX4" fmla="*/ 7620 w 7619"/>
                      <a:gd name="connsiteY4" fmla="*/ 0 h 11430"/>
                      <a:gd name="connsiteX5" fmla="*/ 2857 w 7619"/>
                      <a:gd name="connsiteY5" fmla="*/ 6668 h 1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19" h="11430">
                        <a:moveTo>
                          <a:pt x="2857" y="6668"/>
                        </a:moveTo>
                        <a:cubicBezTo>
                          <a:pt x="2857" y="7620"/>
                          <a:pt x="952" y="10478"/>
                          <a:pt x="0" y="11430"/>
                        </a:cubicBezTo>
                        <a:cubicBezTo>
                          <a:pt x="1905" y="8572"/>
                          <a:pt x="3810" y="5715"/>
                          <a:pt x="5715" y="2857"/>
                        </a:cubicBezTo>
                        <a:cubicBezTo>
                          <a:pt x="5715" y="2857"/>
                          <a:pt x="5715" y="1905"/>
                          <a:pt x="5715" y="2857"/>
                        </a:cubicBezTo>
                        <a:cubicBezTo>
                          <a:pt x="6668" y="1905"/>
                          <a:pt x="6668" y="953"/>
                          <a:pt x="7620" y="0"/>
                        </a:cubicBezTo>
                        <a:cubicBezTo>
                          <a:pt x="4763" y="1905"/>
                          <a:pt x="3810" y="4763"/>
                          <a:pt x="2857" y="6668"/>
                        </a:cubicBezTo>
                        <a:close/>
                      </a:path>
                    </a:pathLst>
                  </a:custGeom>
                  <a:solidFill>
                    <a:schemeClr val="bg2">
                      <a:alpha val="34000"/>
                    </a:schemeClr>
                  </a:solidFill>
                  <a:ln w="9525" cap="flat">
                    <a:noFill/>
                    <a:prstDash val="solid"/>
                    <a:miter/>
                  </a:ln>
                </p:spPr>
                <p:txBody>
                  <a:bodyPr rtlCol="0" anchor="ctr"/>
                  <a:lstStyle/>
                  <a:p>
                    <a:endParaRPr lang="en-US"/>
                  </a:p>
                </p:txBody>
              </p:sp>
              <p:sp>
                <p:nvSpPr>
                  <p:cNvPr id="576" name="Freeform: Shape 575">
                    <a:extLst>
                      <a:ext uri="{FF2B5EF4-FFF2-40B4-BE49-F238E27FC236}">
                        <a16:creationId xmlns:a16="http://schemas.microsoft.com/office/drawing/2014/main" id="{2D953132-243B-4B9D-BF26-97C1ED8E29B7}"/>
                      </a:ext>
                    </a:extLst>
                  </p:cNvPr>
                  <p:cNvSpPr/>
                  <p:nvPr/>
                </p:nvSpPr>
                <p:spPr>
                  <a:xfrm>
                    <a:off x="14821044" y="2561620"/>
                    <a:ext cx="1905" cy="7620"/>
                  </a:xfrm>
                  <a:custGeom>
                    <a:avLst/>
                    <a:gdLst>
                      <a:gd name="connsiteX0" fmla="*/ 952 w 1905"/>
                      <a:gd name="connsiteY0" fmla="*/ 1905 h 7620"/>
                      <a:gd name="connsiteX1" fmla="*/ 1905 w 1905"/>
                      <a:gd name="connsiteY1" fmla="*/ 7620 h 7620"/>
                      <a:gd name="connsiteX2" fmla="*/ 0 w 1905"/>
                      <a:gd name="connsiteY2" fmla="*/ 0 h 7620"/>
                      <a:gd name="connsiteX3" fmla="*/ 952 w 1905"/>
                      <a:gd name="connsiteY3" fmla="*/ 1905 h 7620"/>
                    </a:gdLst>
                    <a:ahLst/>
                    <a:cxnLst>
                      <a:cxn ang="0">
                        <a:pos x="connsiteX0" y="connsiteY0"/>
                      </a:cxn>
                      <a:cxn ang="0">
                        <a:pos x="connsiteX1" y="connsiteY1"/>
                      </a:cxn>
                      <a:cxn ang="0">
                        <a:pos x="connsiteX2" y="connsiteY2"/>
                      </a:cxn>
                      <a:cxn ang="0">
                        <a:pos x="connsiteX3" y="connsiteY3"/>
                      </a:cxn>
                    </a:cxnLst>
                    <a:rect l="l" t="t" r="r" b="b"/>
                    <a:pathLst>
                      <a:path w="1905" h="7620">
                        <a:moveTo>
                          <a:pt x="952" y="1905"/>
                        </a:moveTo>
                        <a:cubicBezTo>
                          <a:pt x="952" y="3810"/>
                          <a:pt x="1905" y="5715"/>
                          <a:pt x="1905" y="7620"/>
                        </a:cubicBezTo>
                        <a:cubicBezTo>
                          <a:pt x="952" y="4763"/>
                          <a:pt x="952" y="1905"/>
                          <a:pt x="0" y="0"/>
                        </a:cubicBezTo>
                        <a:cubicBezTo>
                          <a:pt x="952" y="953"/>
                          <a:pt x="952" y="1905"/>
                          <a:pt x="952" y="1905"/>
                        </a:cubicBezTo>
                        <a:close/>
                      </a:path>
                    </a:pathLst>
                  </a:custGeom>
                  <a:solidFill>
                    <a:schemeClr val="bg2">
                      <a:alpha val="34000"/>
                    </a:schemeClr>
                  </a:solidFill>
                  <a:ln w="9525" cap="flat">
                    <a:noFill/>
                    <a:prstDash val="solid"/>
                    <a:miter/>
                  </a:ln>
                </p:spPr>
                <p:txBody>
                  <a:bodyPr rtlCol="0" anchor="ctr"/>
                  <a:lstStyle/>
                  <a:p>
                    <a:endParaRPr lang="en-US"/>
                  </a:p>
                </p:txBody>
              </p:sp>
              <p:sp>
                <p:nvSpPr>
                  <p:cNvPr id="577" name="Freeform: Shape 576">
                    <a:extLst>
                      <a:ext uri="{FF2B5EF4-FFF2-40B4-BE49-F238E27FC236}">
                        <a16:creationId xmlns:a16="http://schemas.microsoft.com/office/drawing/2014/main" id="{9624831F-5A3C-4067-AC12-97E4D288F718}"/>
                      </a:ext>
                    </a:extLst>
                  </p:cNvPr>
                  <p:cNvSpPr/>
                  <p:nvPr/>
                </p:nvSpPr>
                <p:spPr>
                  <a:xfrm>
                    <a:off x="14863907" y="2266345"/>
                    <a:ext cx="5714" cy="9525"/>
                  </a:xfrm>
                  <a:custGeom>
                    <a:avLst/>
                    <a:gdLst>
                      <a:gd name="connsiteX0" fmla="*/ 5715 w 5714"/>
                      <a:gd name="connsiteY0" fmla="*/ 953 h 9525"/>
                      <a:gd name="connsiteX1" fmla="*/ 5715 w 5714"/>
                      <a:gd name="connsiteY1" fmla="*/ 0 h 9525"/>
                      <a:gd name="connsiteX2" fmla="*/ 0 w 5714"/>
                      <a:gd name="connsiteY2" fmla="*/ 9525 h 9525"/>
                      <a:gd name="connsiteX3" fmla="*/ 2857 w 5714"/>
                      <a:gd name="connsiteY3" fmla="*/ 4763 h 9525"/>
                      <a:gd name="connsiteX4" fmla="*/ 2857 w 5714"/>
                      <a:gd name="connsiteY4" fmla="*/ 4763 h 9525"/>
                      <a:gd name="connsiteX5" fmla="*/ 5715 w 5714"/>
                      <a:gd name="connsiteY5" fmla="*/ 953 h 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14" h="9525">
                        <a:moveTo>
                          <a:pt x="5715" y="953"/>
                        </a:moveTo>
                        <a:cubicBezTo>
                          <a:pt x="4763" y="1905"/>
                          <a:pt x="5715" y="0"/>
                          <a:pt x="5715" y="0"/>
                        </a:cubicBezTo>
                        <a:cubicBezTo>
                          <a:pt x="3810" y="2858"/>
                          <a:pt x="1905" y="6668"/>
                          <a:pt x="0" y="9525"/>
                        </a:cubicBezTo>
                        <a:cubicBezTo>
                          <a:pt x="952" y="8572"/>
                          <a:pt x="1905" y="4763"/>
                          <a:pt x="2857" y="4763"/>
                        </a:cubicBezTo>
                        <a:cubicBezTo>
                          <a:pt x="2857" y="4763"/>
                          <a:pt x="2857" y="4763"/>
                          <a:pt x="2857" y="4763"/>
                        </a:cubicBezTo>
                        <a:cubicBezTo>
                          <a:pt x="4763" y="2858"/>
                          <a:pt x="4763" y="1905"/>
                          <a:pt x="5715" y="953"/>
                        </a:cubicBezTo>
                        <a:close/>
                      </a:path>
                    </a:pathLst>
                  </a:custGeom>
                  <a:solidFill>
                    <a:schemeClr val="bg2">
                      <a:alpha val="34000"/>
                    </a:schemeClr>
                  </a:solidFill>
                  <a:ln w="9525" cap="flat">
                    <a:noFill/>
                    <a:prstDash val="solid"/>
                    <a:miter/>
                  </a:ln>
                </p:spPr>
                <p:txBody>
                  <a:bodyPr rtlCol="0" anchor="ctr"/>
                  <a:lstStyle/>
                  <a:p>
                    <a:endParaRPr lang="en-US"/>
                  </a:p>
                </p:txBody>
              </p:sp>
              <p:sp>
                <p:nvSpPr>
                  <p:cNvPr id="578" name="Freeform: Shape 577">
                    <a:extLst>
                      <a:ext uri="{FF2B5EF4-FFF2-40B4-BE49-F238E27FC236}">
                        <a16:creationId xmlns:a16="http://schemas.microsoft.com/office/drawing/2014/main" id="{195BC5B1-7A86-4239-8F38-0BDD67873450}"/>
                      </a:ext>
                    </a:extLst>
                  </p:cNvPr>
                  <p:cNvSpPr/>
                  <p:nvPr/>
                </p:nvSpPr>
                <p:spPr>
                  <a:xfrm>
                    <a:off x="14820092" y="2146330"/>
                    <a:ext cx="666750" cy="768429"/>
                  </a:xfrm>
                  <a:custGeom>
                    <a:avLst/>
                    <a:gdLst>
                      <a:gd name="connsiteX0" fmla="*/ 665798 w 666750"/>
                      <a:gd name="connsiteY0" fmla="*/ 741045 h 768429"/>
                      <a:gd name="connsiteX1" fmla="*/ 648653 w 666750"/>
                      <a:gd name="connsiteY1" fmla="*/ 748665 h 768429"/>
                      <a:gd name="connsiteX2" fmla="*/ 659130 w 666750"/>
                      <a:gd name="connsiteY2" fmla="*/ 743903 h 768429"/>
                      <a:gd name="connsiteX3" fmla="*/ 655320 w 666750"/>
                      <a:gd name="connsiteY3" fmla="*/ 745808 h 768429"/>
                      <a:gd name="connsiteX4" fmla="*/ 658178 w 666750"/>
                      <a:gd name="connsiteY4" fmla="*/ 744855 h 768429"/>
                      <a:gd name="connsiteX5" fmla="*/ 655320 w 666750"/>
                      <a:gd name="connsiteY5" fmla="*/ 746760 h 768429"/>
                      <a:gd name="connsiteX6" fmla="*/ 656273 w 666750"/>
                      <a:gd name="connsiteY6" fmla="*/ 745808 h 768429"/>
                      <a:gd name="connsiteX7" fmla="*/ 621982 w 666750"/>
                      <a:gd name="connsiteY7" fmla="*/ 755333 h 768429"/>
                      <a:gd name="connsiteX8" fmla="*/ 604838 w 666750"/>
                      <a:gd name="connsiteY8" fmla="*/ 759143 h 768429"/>
                      <a:gd name="connsiteX9" fmla="*/ 598170 w 666750"/>
                      <a:gd name="connsiteY9" fmla="*/ 758190 h 768429"/>
                      <a:gd name="connsiteX10" fmla="*/ 591503 w 666750"/>
                      <a:gd name="connsiteY10" fmla="*/ 758190 h 768429"/>
                      <a:gd name="connsiteX11" fmla="*/ 585788 w 666750"/>
                      <a:gd name="connsiteY11" fmla="*/ 758190 h 768429"/>
                      <a:gd name="connsiteX12" fmla="*/ 588645 w 666750"/>
                      <a:gd name="connsiteY12" fmla="*/ 757238 h 768429"/>
                      <a:gd name="connsiteX13" fmla="*/ 582930 w 666750"/>
                      <a:gd name="connsiteY13" fmla="*/ 758190 h 768429"/>
                      <a:gd name="connsiteX14" fmla="*/ 573405 w 666750"/>
                      <a:gd name="connsiteY14" fmla="*/ 759143 h 768429"/>
                      <a:gd name="connsiteX15" fmla="*/ 578168 w 666750"/>
                      <a:gd name="connsiteY15" fmla="*/ 755333 h 768429"/>
                      <a:gd name="connsiteX16" fmla="*/ 569595 w 666750"/>
                      <a:gd name="connsiteY16" fmla="*/ 753428 h 768429"/>
                      <a:gd name="connsiteX17" fmla="*/ 567690 w 666750"/>
                      <a:gd name="connsiteY17" fmla="*/ 744855 h 768429"/>
                      <a:gd name="connsiteX18" fmla="*/ 563880 w 666750"/>
                      <a:gd name="connsiteY18" fmla="*/ 742950 h 768429"/>
                      <a:gd name="connsiteX19" fmla="*/ 559118 w 666750"/>
                      <a:gd name="connsiteY19" fmla="*/ 741998 h 768429"/>
                      <a:gd name="connsiteX20" fmla="*/ 554355 w 666750"/>
                      <a:gd name="connsiteY20" fmla="*/ 739140 h 768429"/>
                      <a:gd name="connsiteX21" fmla="*/ 556260 w 666750"/>
                      <a:gd name="connsiteY21" fmla="*/ 737235 h 768429"/>
                      <a:gd name="connsiteX22" fmla="*/ 558165 w 666750"/>
                      <a:gd name="connsiteY22" fmla="*/ 736283 h 768429"/>
                      <a:gd name="connsiteX23" fmla="*/ 558165 w 666750"/>
                      <a:gd name="connsiteY23" fmla="*/ 731520 h 768429"/>
                      <a:gd name="connsiteX24" fmla="*/ 552450 w 666750"/>
                      <a:gd name="connsiteY24" fmla="*/ 721043 h 768429"/>
                      <a:gd name="connsiteX25" fmla="*/ 546735 w 666750"/>
                      <a:gd name="connsiteY25" fmla="*/ 711518 h 768429"/>
                      <a:gd name="connsiteX26" fmla="*/ 533400 w 666750"/>
                      <a:gd name="connsiteY26" fmla="*/ 687705 h 768429"/>
                      <a:gd name="connsiteX27" fmla="*/ 529590 w 666750"/>
                      <a:gd name="connsiteY27" fmla="*/ 679133 h 768429"/>
                      <a:gd name="connsiteX28" fmla="*/ 529590 w 666750"/>
                      <a:gd name="connsiteY28" fmla="*/ 678180 h 768429"/>
                      <a:gd name="connsiteX29" fmla="*/ 529590 w 666750"/>
                      <a:gd name="connsiteY29" fmla="*/ 678180 h 768429"/>
                      <a:gd name="connsiteX30" fmla="*/ 530543 w 666750"/>
                      <a:gd name="connsiteY30" fmla="*/ 674370 h 768429"/>
                      <a:gd name="connsiteX31" fmla="*/ 533400 w 666750"/>
                      <a:gd name="connsiteY31" fmla="*/ 669608 h 768429"/>
                      <a:gd name="connsiteX32" fmla="*/ 541020 w 666750"/>
                      <a:gd name="connsiteY32" fmla="*/ 664845 h 768429"/>
                      <a:gd name="connsiteX33" fmla="*/ 542925 w 666750"/>
                      <a:gd name="connsiteY33" fmla="*/ 657225 h 768429"/>
                      <a:gd name="connsiteX34" fmla="*/ 534353 w 666750"/>
                      <a:gd name="connsiteY34" fmla="*/ 636270 h 768429"/>
                      <a:gd name="connsiteX35" fmla="*/ 525780 w 666750"/>
                      <a:gd name="connsiteY35" fmla="*/ 622935 h 768429"/>
                      <a:gd name="connsiteX36" fmla="*/ 517207 w 666750"/>
                      <a:gd name="connsiteY36" fmla="*/ 610553 h 768429"/>
                      <a:gd name="connsiteX37" fmla="*/ 511492 w 666750"/>
                      <a:gd name="connsiteY37" fmla="*/ 602933 h 768429"/>
                      <a:gd name="connsiteX38" fmla="*/ 507682 w 666750"/>
                      <a:gd name="connsiteY38" fmla="*/ 597218 h 768429"/>
                      <a:gd name="connsiteX39" fmla="*/ 506730 w 666750"/>
                      <a:gd name="connsiteY39" fmla="*/ 592455 h 768429"/>
                      <a:gd name="connsiteX40" fmla="*/ 509588 w 666750"/>
                      <a:gd name="connsiteY40" fmla="*/ 593408 h 768429"/>
                      <a:gd name="connsiteX41" fmla="*/ 509588 w 666750"/>
                      <a:gd name="connsiteY41" fmla="*/ 581025 h 768429"/>
                      <a:gd name="connsiteX42" fmla="*/ 509588 w 666750"/>
                      <a:gd name="connsiteY42" fmla="*/ 561975 h 768429"/>
                      <a:gd name="connsiteX43" fmla="*/ 503873 w 666750"/>
                      <a:gd name="connsiteY43" fmla="*/ 539115 h 768429"/>
                      <a:gd name="connsiteX44" fmla="*/ 491490 w 666750"/>
                      <a:gd name="connsiteY44" fmla="*/ 527685 h 768429"/>
                      <a:gd name="connsiteX45" fmla="*/ 488632 w 666750"/>
                      <a:gd name="connsiteY45" fmla="*/ 526733 h 768429"/>
                      <a:gd name="connsiteX46" fmla="*/ 485775 w 666750"/>
                      <a:gd name="connsiteY46" fmla="*/ 527685 h 768429"/>
                      <a:gd name="connsiteX47" fmla="*/ 478155 w 666750"/>
                      <a:gd name="connsiteY47" fmla="*/ 530543 h 768429"/>
                      <a:gd name="connsiteX48" fmla="*/ 452438 w 666750"/>
                      <a:gd name="connsiteY48" fmla="*/ 526733 h 768429"/>
                      <a:gd name="connsiteX49" fmla="*/ 439103 w 666750"/>
                      <a:gd name="connsiteY49" fmla="*/ 530543 h 768429"/>
                      <a:gd name="connsiteX50" fmla="*/ 429578 w 666750"/>
                      <a:gd name="connsiteY50" fmla="*/ 534353 h 768429"/>
                      <a:gd name="connsiteX51" fmla="*/ 420053 w 666750"/>
                      <a:gd name="connsiteY51" fmla="*/ 536258 h 768429"/>
                      <a:gd name="connsiteX52" fmla="*/ 416242 w 666750"/>
                      <a:gd name="connsiteY52" fmla="*/ 538163 h 768429"/>
                      <a:gd name="connsiteX53" fmla="*/ 408623 w 666750"/>
                      <a:gd name="connsiteY53" fmla="*/ 533400 h 768429"/>
                      <a:gd name="connsiteX54" fmla="*/ 400050 w 666750"/>
                      <a:gd name="connsiteY54" fmla="*/ 534353 h 768429"/>
                      <a:gd name="connsiteX55" fmla="*/ 392430 w 666750"/>
                      <a:gd name="connsiteY55" fmla="*/ 535305 h 768429"/>
                      <a:gd name="connsiteX56" fmla="*/ 381953 w 666750"/>
                      <a:gd name="connsiteY56" fmla="*/ 537210 h 768429"/>
                      <a:gd name="connsiteX57" fmla="*/ 366713 w 666750"/>
                      <a:gd name="connsiteY57" fmla="*/ 531495 h 768429"/>
                      <a:gd name="connsiteX58" fmla="*/ 349567 w 666750"/>
                      <a:gd name="connsiteY58" fmla="*/ 520065 h 768429"/>
                      <a:gd name="connsiteX59" fmla="*/ 345757 w 666750"/>
                      <a:gd name="connsiteY59" fmla="*/ 519113 h 768429"/>
                      <a:gd name="connsiteX60" fmla="*/ 341948 w 666750"/>
                      <a:gd name="connsiteY60" fmla="*/ 520065 h 768429"/>
                      <a:gd name="connsiteX61" fmla="*/ 340042 w 666750"/>
                      <a:gd name="connsiteY61" fmla="*/ 519113 h 768429"/>
                      <a:gd name="connsiteX62" fmla="*/ 333375 w 666750"/>
                      <a:gd name="connsiteY62" fmla="*/ 516255 h 768429"/>
                      <a:gd name="connsiteX63" fmla="*/ 309563 w 666750"/>
                      <a:gd name="connsiteY63" fmla="*/ 513398 h 768429"/>
                      <a:gd name="connsiteX64" fmla="*/ 283845 w 666750"/>
                      <a:gd name="connsiteY64" fmla="*/ 513398 h 768429"/>
                      <a:gd name="connsiteX65" fmla="*/ 259080 w 666750"/>
                      <a:gd name="connsiteY65" fmla="*/ 506730 h 768429"/>
                      <a:gd name="connsiteX66" fmla="*/ 240982 w 666750"/>
                      <a:gd name="connsiteY66" fmla="*/ 501015 h 768429"/>
                      <a:gd name="connsiteX67" fmla="*/ 228600 w 666750"/>
                      <a:gd name="connsiteY67" fmla="*/ 498158 h 768429"/>
                      <a:gd name="connsiteX68" fmla="*/ 225742 w 666750"/>
                      <a:gd name="connsiteY68" fmla="*/ 498158 h 768429"/>
                      <a:gd name="connsiteX69" fmla="*/ 221932 w 666750"/>
                      <a:gd name="connsiteY69" fmla="*/ 501015 h 768429"/>
                      <a:gd name="connsiteX70" fmla="*/ 219075 w 666750"/>
                      <a:gd name="connsiteY70" fmla="*/ 506730 h 768429"/>
                      <a:gd name="connsiteX71" fmla="*/ 218123 w 666750"/>
                      <a:gd name="connsiteY71" fmla="*/ 509588 h 768429"/>
                      <a:gd name="connsiteX72" fmla="*/ 212407 w 666750"/>
                      <a:gd name="connsiteY72" fmla="*/ 510540 h 768429"/>
                      <a:gd name="connsiteX73" fmla="*/ 203835 w 666750"/>
                      <a:gd name="connsiteY73" fmla="*/ 513398 h 768429"/>
                      <a:gd name="connsiteX74" fmla="*/ 199073 w 666750"/>
                      <a:gd name="connsiteY74" fmla="*/ 515303 h 768429"/>
                      <a:gd name="connsiteX75" fmla="*/ 191452 w 666750"/>
                      <a:gd name="connsiteY75" fmla="*/ 511493 h 768429"/>
                      <a:gd name="connsiteX76" fmla="*/ 187642 w 666750"/>
                      <a:gd name="connsiteY76" fmla="*/ 512445 h 768429"/>
                      <a:gd name="connsiteX77" fmla="*/ 184785 w 666750"/>
                      <a:gd name="connsiteY77" fmla="*/ 510540 h 768429"/>
                      <a:gd name="connsiteX78" fmla="*/ 180022 w 666750"/>
                      <a:gd name="connsiteY78" fmla="*/ 508635 h 768429"/>
                      <a:gd name="connsiteX79" fmla="*/ 180022 w 666750"/>
                      <a:gd name="connsiteY79" fmla="*/ 520065 h 768429"/>
                      <a:gd name="connsiteX80" fmla="*/ 178117 w 666750"/>
                      <a:gd name="connsiteY80" fmla="*/ 521018 h 768429"/>
                      <a:gd name="connsiteX81" fmla="*/ 175260 w 666750"/>
                      <a:gd name="connsiteY81" fmla="*/ 518160 h 768429"/>
                      <a:gd name="connsiteX82" fmla="*/ 175260 w 666750"/>
                      <a:gd name="connsiteY82" fmla="*/ 513398 h 768429"/>
                      <a:gd name="connsiteX83" fmla="*/ 171450 w 666750"/>
                      <a:gd name="connsiteY83" fmla="*/ 509588 h 768429"/>
                      <a:gd name="connsiteX84" fmla="*/ 168592 w 666750"/>
                      <a:gd name="connsiteY84" fmla="*/ 518160 h 768429"/>
                      <a:gd name="connsiteX85" fmla="*/ 166688 w 666750"/>
                      <a:gd name="connsiteY85" fmla="*/ 522923 h 768429"/>
                      <a:gd name="connsiteX86" fmla="*/ 164783 w 666750"/>
                      <a:gd name="connsiteY86" fmla="*/ 525780 h 768429"/>
                      <a:gd name="connsiteX87" fmla="*/ 163830 w 666750"/>
                      <a:gd name="connsiteY87" fmla="*/ 527685 h 768429"/>
                      <a:gd name="connsiteX88" fmla="*/ 162877 w 666750"/>
                      <a:gd name="connsiteY88" fmla="*/ 529590 h 768429"/>
                      <a:gd name="connsiteX89" fmla="*/ 160972 w 666750"/>
                      <a:gd name="connsiteY89" fmla="*/ 531495 h 768429"/>
                      <a:gd name="connsiteX90" fmla="*/ 161925 w 666750"/>
                      <a:gd name="connsiteY90" fmla="*/ 538163 h 768429"/>
                      <a:gd name="connsiteX91" fmla="*/ 166688 w 666750"/>
                      <a:gd name="connsiteY91" fmla="*/ 544830 h 768429"/>
                      <a:gd name="connsiteX92" fmla="*/ 165735 w 666750"/>
                      <a:gd name="connsiteY92" fmla="*/ 549593 h 768429"/>
                      <a:gd name="connsiteX93" fmla="*/ 167640 w 666750"/>
                      <a:gd name="connsiteY93" fmla="*/ 555308 h 768429"/>
                      <a:gd name="connsiteX94" fmla="*/ 168592 w 666750"/>
                      <a:gd name="connsiteY94" fmla="*/ 561975 h 768429"/>
                      <a:gd name="connsiteX95" fmla="*/ 151447 w 666750"/>
                      <a:gd name="connsiteY95" fmla="*/ 555308 h 768429"/>
                      <a:gd name="connsiteX96" fmla="*/ 149542 w 666750"/>
                      <a:gd name="connsiteY96" fmla="*/ 557213 h 768429"/>
                      <a:gd name="connsiteX97" fmla="*/ 148590 w 666750"/>
                      <a:gd name="connsiteY97" fmla="*/ 561975 h 768429"/>
                      <a:gd name="connsiteX98" fmla="*/ 145733 w 666750"/>
                      <a:gd name="connsiteY98" fmla="*/ 566738 h 768429"/>
                      <a:gd name="connsiteX99" fmla="*/ 141922 w 666750"/>
                      <a:gd name="connsiteY99" fmla="*/ 564833 h 768429"/>
                      <a:gd name="connsiteX100" fmla="*/ 142875 w 666750"/>
                      <a:gd name="connsiteY100" fmla="*/ 565785 h 768429"/>
                      <a:gd name="connsiteX101" fmla="*/ 136208 w 666750"/>
                      <a:gd name="connsiteY101" fmla="*/ 561975 h 768429"/>
                      <a:gd name="connsiteX102" fmla="*/ 128588 w 666750"/>
                      <a:gd name="connsiteY102" fmla="*/ 557213 h 768429"/>
                      <a:gd name="connsiteX103" fmla="*/ 121920 w 666750"/>
                      <a:gd name="connsiteY103" fmla="*/ 551498 h 768429"/>
                      <a:gd name="connsiteX104" fmla="*/ 118110 w 666750"/>
                      <a:gd name="connsiteY104" fmla="*/ 543878 h 768429"/>
                      <a:gd name="connsiteX105" fmla="*/ 109538 w 666750"/>
                      <a:gd name="connsiteY105" fmla="*/ 525780 h 768429"/>
                      <a:gd name="connsiteX106" fmla="*/ 97155 w 666750"/>
                      <a:gd name="connsiteY106" fmla="*/ 510540 h 768429"/>
                      <a:gd name="connsiteX107" fmla="*/ 92392 w 666750"/>
                      <a:gd name="connsiteY107" fmla="*/ 510540 h 768429"/>
                      <a:gd name="connsiteX108" fmla="*/ 89535 w 666750"/>
                      <a:gd name="connsiteY108" fmla="*/ 512445 h 768429"/>
                      <a:gd name="connsiteX109" fmla="*/ 88582 w 666750"/>
                      <a:gd name="connsiteY109" fmla="*/ 514350 h 768429"/>
                      <a:gd name="connsiteX110" fmla="*/ 85725 w 666750"/>
                      <a:gd name="connsiteY110" fmla="*/ 515303 h 768429"/>
                      <a:gd name="connsiteX111" fmla="*/ 83820 w 666750"/>
                      <a:gd name="connsiteY111" fmla="*/ 518160 h 768429"/>
                      <a:gd name="connsiteX112" fmla="*/ 81915 w 666750"/>
                      <a:gd name="connsiteY112" fmla="*/ 517208 h 768429"/>
                      <a:gd name="connsiteX113" fmla="*/ 81915 w 666750"/>
                      <a:gd name="connsiteY113" fmla="*/ 519113 h 768429"/>
                      <a:gd name="connsiteX114" fmla="*/ 79057 w 666750"/>
                      <a:gd name="connsiteY114" fmla="*/ 512445 h 768429"/>
                      <a:gd name="connsiteX115" fmla="*/ 76200 w 666750"/>
                      <a:gd name="connsiteY115" fmla="*/ 504825 h 768429"/>
                      <a:gd name="connsiteX116" fmla="*/ 72390 w 666750"/>
                      <a:gd name="connsiteY116" fmla="*/ 496253 h 768429"/>
                      <a:gd name="connsiteX117" fmla="*/ 69532 w 666750"/>
                      <a:gd name="connsiteY117" fmla="*/ 489585 h 768429"/>
                      <a:gd name="connsiteX118" fmla="*/ 72390 w 666750"/>
                      <a:gd name="connsiteY118" fmla="*/ 494348 h 768429"/>
                      <a:gd name="connsiteX119" fmla="*/ 69532 w 666750"/>
                      <a:gd name="connsiteY119" fmla="*/ 483870 h 768429"/>
                      <a:gd name="connsiteX120" fmla="*/ 68580 w 666750"/>
                      <a:gd name="connsiteY120" fmla="*/ 483870 h 768429"/>
                      <a:gd name="connsiteX121" fmla="*/ 67627 w 666750"/>
                      <a:gd name="connsiteY121" fmla="*/ 481013 h 768429"/>
                      <a:gd name="connsiteX122" fmla="*/ 66675 w 666750"/>
                      <a:gd name="connsiteY122" fmla="*/ 479108 h 768429"/>
                      <a:gd name="connsiteX123" fmla="*/ 64770 w 666750"/>
                      <a:gd name="connsiteY123" fmla="*/ 472440 h 768429"/>
                      <a:gd name="connsiteX124" fmla="*/ 60960 w 666750"/>
                      <a:gd name="connsiteY124" fmla="*/ 461010 h 768429"/>
                      <a:gd name="connsiteX125" fmla="*/ 58102 w 666750"/>
                      <a:gd name="connsiteY125" fmla="*/ 462915 h 768429"/>
                      <a:gd name="connsiteX126" fmla="*/ 56197 w 666750"/>
                      <a:gd name="connsiteY126" fmla="*/ 464820 h 768429"/>
                      <a:gd name="connsiteX127" fmla="*/ 53340 w 666750"/>
                      <a:gd name="connsiteY127" fmla="*/ 471488 h 768429"/>
                      <a:gd name="connsiteX128" fmla="*/ 57150 w 666750"/>
                      <a:gd name="connsiteY128" fmla="*/ 485775 h 768429"/>
                      <a:gd name="connsiteX129" fmla="*/ 58102 w 666750"/>
                      <a:gd name="connsiteY129" fmla="*/ 493395 h 768429"/>
                      <a:gd name="connsiteX130" fmla="*/ 59055 w 666750"/>
                      <a:gd name="connsiteY130" fmla="*/ 500063 h 768429"/>
                      <a:gd name="connsiteX131" fmla="*/ 57150 w 666750"/>
                      <a:gd name="connsiteY131" fmla="*/ 499110 h 768429"/>
                      <a:gd name="connsiteX132" fmla="*/ 56197 w 666750"/>
                      <a:gd name="connsiteY132" fmla="*/ 501015 h 768429"/>
                      <a:gd name="connsiteX133" fmla="*/ 54292 w 666750"/>
                      <a:gd name="connsiteY133" fmla="*/ 507683 h 768429"/>
                      <a:gd name="connsiteX134" fmla="*/ 51435 w 666750"/>
                      <a:gd name="connsiteY134" fmla="*/ 503873 h 768429"/>
                      <a:gd name="connsiteX135" fmla="*/ 49530 w 666750"/>
                      <a:gd name="connsiteY135" fmla="*/ 502920 h 768429"/>
                      <a:gd name="connsiteX136" fmla="*/ 47625 w 666750"/>
                      <a:gd name="connsiteY136" fmla="*/ 502920 h 768429"/>
                      <a:gd name="connsiteX137" fmla="*/ 42863 w 666750"/>
                      <a:gd name="connsiteY137" fmla="*/ 494348 h 768429"/>
                      <a:gd name="connsiteX138" fmla="*/ 33338 w 666750"/>
                      <a:gd name="connsiteY138" fmla="*/ 476250 h 768429"/>
                      <a:gd name="connsiteX139" fmla="*/ 24765 w 666750"/>
                      <a:gd name="connsiteY139" fmla="*/ 446723 h 768429"/>
                      <a:gd name="connsiteX140" fmla="*/ 22860 w 666750"/>
                      <a:gd name="connsiteY140" fmla="*/ 436245 h 768429"/>
                      <a:gd name="connsiteX141" fmla="*/ 19050 w 666750"/>
                      <a:gd name="connsiteY141" fmla="*/ 420053 h 768429"/>
                      <a:gd name="connsiteX142" fmla="*/ 20002 w 666750"/>
                      <a:gd name="connsiteY142" fmla="*/ 409575 h 768429"/>
                      <a:gd name="connsiteX143" fmla="*/ 23813 w 666750"/>
                      <a:gd name="connsiteY143" fmla="*/ 396240 h 768429"/>
                      <a:gd name="connsiteX144" fmla="*/ 31432 w 666750"/>
                      <a:gd name="connsiteY144" fmla="*/ 397193 h 768429"/>
                      <a:gd name="connsiteX145" fmla="*/ 35242 w 666750"/>
                      <a:gd name="connsiteY145" fmla="*/ 393383 h 768429"/>
                      <a:gd name="connsiteX146" fmla="*/ 37147 w 666750"/>
                      <a:gd name="connsiteY146" fmla="*/ 396240 h 768429"/>
                      <a:gd name="connsiteX147" fmla="*/ 35242 w 666750"/>
                      <a:gd name="connsiteY147" fmla="*/ 391478 h 768429"/>
                      <a:gd name="connsiteX148" fmla="*/ 34290 w 666750"/>
                      <a:gd name="connsiteY148" fmla="*/ 385763 h 768429"/>
                      <a:gd name="connsiteX149" fmla="*/ 31432 w 666750"/>
                      <a:gd name="connsiteY149" fmla="*/ 383858 h 768429"/>
                      <a:gd name="connsiteX150" fmla="*/ 36195 w 666750"/>
                      <a:gd name="connsiteY150" fmla="*/ 381000 h 768429"/>
                      <a:gd name="connsiteX151" fmla="*/ 41910 w 666750"/>
                      <a:gd name="connsiteY151" fmla="*/ 376238 h 768429"/>
                      <a:gd name="connsiteX152" fmla="*/ 46672 w 666750"/>
                      <a:gd name="connsiteY152" fmla="*/ 378143 h 768429"/>
                      <a:gd name="connsiteX153" fmla="*/ 48577 w 666750"/>
                      <a:gd name="connsiteY153" fmla="*/ 381000 h 768429"/>
                      <a:gd name="connsiteX154" fmla="*/ 51435 w 666750"/>
                      <a:gd name="connsiteY154" fmla="*/ 374333 h 768429"/>
                      <a:gd name="connsiteX155" fmla="*/ 58102 w 666750"/>
                      <a:gd name="connsiteY155" fmla="*/ 381953 h 768429"/>
                      <a:gd name="connsiteX156" fmla="*/ 62865 w 666750"/>
                      <a:gd name="connsiteY156" fmla="*/ 395288 h 768429"/>
                      <a:gd name="connsiteX157" fmla="*/ 67627 w 666750"/>
                      <a:gd name="connsiteY157" fmla="*/ 404813 h 768429"/>
                      <a:gd name="connsiteX158" fmla="*/ 76200 w 666750"/>
                      <a:gd name="connsiteY158" fmla="*/ 415290 h 768429"/>
                      <a:gd name="connsiteX159" fmla="*/ 61913 w 666750"/>
                      <a:gd name="connsiteY159" fmla="*/ 369570 h 768429"/>
                      <a:gd name="connsiteX160" fmla="*/ 60960 w 666750"/>
                      <a:gd name="connsiteY160" fmla="*/ 344805 h 768429"/>
                      <a:gd name="connsiteX161" fmla="*/ 63817 w 666750"/>
                      <a:gd name="connsiteY161" fmla="*/ 335280 h 768429"/>
                      <a:gd name="connsiteX162" fmla="*/ 67627 w 666750"/>
                      <a:gd name="connsiteY162" fmla="*/ 324803 h 768429"/>
                      <a:gd name="connsiteX163" fmla="*/ 72390 w 666750"/>
                      <a:gd name="connsiteY163" fmla="*/ 310515 h 768429"/>
                      <a:gd name="connsiteX164" fmla="*/ 70485 w 666750"/>
                      <a:gd name="connsiteY164" fmla="*/ 310515 h 768429"/>
                      <a:gd name="connsiteX165" fmla="*/ 70485 w 666750"/>
                      <a:gd name="connsiteY165" fmla="*/ 306705 h 768429"/>
                      <a:gd name="connsiteX166" fmla="*/ 73342 w 666750"/>
                      <a:gd name="connsiteY166" fmla="*/ 304800 h 768429"/>
                      <a:gd name="connsiteX167" fmla="*/ 72390 w 666750"/>
                      <a:gd name="connsiteY167" fmla="*/ 299085 h 768429"/>
                      <a:gd name="connsiteX168" fmla="*/ 70485 w 666750"/>
                      <a:gd name="connsiteY168" fmla="*/ 291465 h 768429"/>
                      <a:gd name="connsiteX169" fmla="*/ 68580 w 666750"/>
                      <a:gd name="connsiteY169" fmla="*/ 287655 h 768429"/>
                      <a:gd name="connsiteX170" fmla="*/ 68580 w 666750"/>
                      <a:gd name="connsiteY170" fmla="*/ 282893 h 768429"/>
                      <a:gd name="connsiteX171" fmla="*/ 67627 w 666750"/>
                      <a:gd name="connsiteY171" fmla="*/ 270510 h 768429"/>
                      <a:gd name="connsiteX172" fmla="*/ 68580 w 666750"/>
                      <a:gd name="connsiteY172" fmla="*/ 276225 h 768429"/>
                      <a:gd name="connsiteX173" fmla="*/ 70485 w 666750"/>
                      <a:gd name="connsiteY173" fmla="*/ 280035 h 768429"/>
                      <a:gd name="connsiteX174" fmla="*/ 71438 w 666750"/>
                      <a:gd name="connsiteY174" fmla="*/ 288608 h 768429"/>
                      <a:gd name="connsiteX175" fmla="*/ 73342 w 666750"/>
                      <a:gd name="connsiteY175" fmla="*/ 277178 h 768429"/>
                      <a:gd name="connsiteX176" fmla="*/ 73342 w 666750"/>
                      <a:gd name="connsiteY176" fmla="*/ 272415 h 768429"/>
                      <a:gd name="connsiteX177" fmla="*/ 74295 w 666750"/>
                      <a:gd name="connsiteY177" fmla="*/ 267653 h 768429"/>
                      <a:gd name="connsiteX178" fmla="*/ 74295 w 666750"/>
                      <a:gd name="connsiteY178" fmla="*/ 269558 h 768429"/>
                      <a:gd name="connsiteX179" fmla="*/ 77152 w 666750"/>
                      <a:gd name="connsiteY179" fmla="*/ 257175 h 768429"/>
                      <a:gd name="connsiteX180" fmla="*/ 78105 w 666750"/>
                      <a:gd name="connsiteY180" fmla="*/ 250508 h 768429"/>
                      <a:gd name="connsiteX181" fmla="*/ 82867 w 666750"/>
                      <a:gd name="connsiteY181" fmla="*/ 244793 h 768429"/>
                      <a:gd name="connsiteX182" fmla="*/ 77152 w 666750"/>
                      <a:gd name="connsiteY182" fmla="*/ 249555 h 768429"/>
                      <a:gd name="connsiteX183" fmla="*/ 80963 w 666750"/>
                      <a:gd name="connsiteY183" fmla="*/ 243840 h 768429"/>
                      <a:gd name="connsiteX184" fmla="*/ 85725 w 666750"/>
                      <a:gd name="connsiteY184" fmla="*/ 239078 h 768429"/>
                      <a:gd name="connsiteX185" fmla="*/ 88582 w 666750"/>
                      <a:gd name="connsiteY185" fmla="*/ 237173 h 768429"/>
                      <a:gd name="connsiteX186" fmla="*/ 91440 w 666750"/>
                      <a:gd name="connsiteY186" fmla="*/ 233363 h 768429"/>
                      <a:gd name="connsiteX187" fmla="*/ 88582 w 666750"/>
                      <a:gd name="connsiteY187" fmla="*/ 230505 h 768429"/>
                      <a:gd name="connsiteX188" fmla="*/ 87630 w 666750"/>
                      <a:gd name="connsiteY188" fmla="*/ 228600 h 768429"/>
                      <a:gd name="connsiteX189" fmla="*/ 87630 w 666750"/>
                      <a:gd name="connsiteY189" fmla="*/ 225743 h 768429"/>
                      <a:gd name="connsiteX190" fmla="*/ 91440 w 666750"/>
                      <a:gd name="connsiteY190" fmla="*/ 214313 h 768429"/>
                      <a:gd name="connsiteX191" fmla="*/ 94297 w 666750"/>
                      <a:gd name="connsiteY191" fmla="*/ 209550 h 768429"/>
                      <a:gd name="connsiteX192" fmla="*/ 97155 w 666750"/>
                      <a:gd name="connsiteY192" fmla="*/ 205740 h 768429"/>
                      <a:gd name="connsiteX193" fmla="*/ 100013 w 666750"/>
                      <a:gd name="connsiteY193" fmla="*/ 201930 h 768429"/>
                      <a:gd name="connsiteX194" fmla="*/ 101917 w 666750"/>
                      <a:gd name="connsiteY194" fmla="*/ 199073 h 768429"/>
                      <a:gd name="connsiteX195" fmla="*/ 102870 w 666750"/>
                      <a:gd name="connsiteY195" fmla="*/ 196215 h 768429"/>
                      <a:gd name="connsiteX196" fmla="*/ 103822 w 666750"/>
                      <a:gd name="connsiteY196" fmla="*/ 196215 h 768429"/>
                      <a:gd name="connsiteX197" fmla="*/ 106680 w 666750"/>
                      <a:gd name="connsiteY197" fmla="*/ 193358 h 768429"/>
                      <a:gd name="connsiteX198" fmla="*/ 112395 w 666750"/>
                      <a:gd name="connsiteY198" fmla="*/ 185738 h 768429"/>
                      <a:gd name="connsiteX199" fmla="*/ 111442 w 666750"/>
                      <a:gd name="connsiteY199" fmla="*/ 188595 h 768429"/>
                      <a:gd name="connsiteX200" fmla="*/ 116205 w 666750"/>
                      <a:gd name="connsiteY200" fmla="*/ 186690 h 768429"/>
                      <a:gd name="connsiteX201" fmla="*/ 112395 w 666750"/>
                      <a:gd name="connsiteY201" fmla="*/ 189548 h 768429"/>
                      <a:gd name="connsiteX202" fmla="*/ 109538 w 666750"/>
                      <a:gd name="connsiteY202" fmla="*/ 195263 h 768429"/>
                      <a:gd name="connsiteX203" fmla="*/ 108585 w 666750"/>
                      <a:gd name="connsiteY203" fmla="*/ 205740 h 768429"/>
                      <a:gd name="connsiteX204" fmla="*/ 114300 w 666750"/>
                      <a:gd name="connsiteY204" fmla="*/ 198120 h 768429"/>
                      <a:gd name="connsiteX205" fmla="*/ 115252 w 666750"/>
                      <a:gd name="connsiteY205" fmla="*/ 194310 h 768429"/>
                      <a:gd name="connsiteX206" fmla="*/ 118110 w 666750"/>
                      <a:gd name="connsiteY206" fmla="*/ 192405 h 768429"/>
                      <a:gd name="connsiteX207" fmla="*/ 122872 w 666750"/>
                      <a:gd name="connsiteY207" fmla="*/ 186690 h 768429"/>
                      <a:gd name="connsiteX208" fmla="*/ 128588 w 666750"/>
                      <a:gd name="connsiteY208" fmla="*/ 180023 h 768429"/>
                      <a:gd name="connsiteX209" fmla="*/ 126682 w 666750"/>
                      <a:gd name="connsiteY209" fmla="*/ 180023 h 768429"/>
                      <a:gd name="connsiteX210" fmla="*/ 133350 w 666750"/>
                      <a:gd name="connsiteY210" fmla="*/ 172403 h 768429"/>
                      <a:gd name="connsiteX211" fmla="*/ 131445 w 666750"/>
                      <a:gd name="connsiteY211" fmla="*/ 169545 h 768429"/>
                      <a:gd name="connsiteX212" fmla="*/ 130492 w 666750"/>
                      <a:gd name="connsiteY212" fmla="*/ 164783 h 768429"/>
                      <a:gd name="connsiteX213" fmla="*/ 127635 w 666750"/>
                      <a:gd name="connsiteY213" fmla="*/ 171450 h 768429"/>
                      <a:gd name="connsiteX214" fmla="*/ 125730 w 666750"/>
                      <a:gd name="connsiteY214" fmla="*/ 178118 h 768429"/>
                      <a:gd name="connsiteX215" fmla="*/ 122872 w 666750"/>
                      <a:gd name="connsiteY215" fmla="*/ 180023 h 768429"/>
                      <a:gd name="connsiteX216" fmla="*/ 120015 w 666750"/>
                      <a:gd name="connsiteY216" fmla="*/ 180975 h 768429"/>
                      <a:gd name="connsiteX217" fmla="*/ 114300 w 666750"/>
                      <a:gd name="connsiteY217" fmla="*/ 179070 h 768429"/>
                      <a:gd name="connsiteX218" fmla="*/ 114300 w 666750"/>
                      <a:gd name="connsiteY218" fmla="*/ 166688 h 768429"/>
                      <a:gd name="connsiteX219" fmla="*/ 109538 w 666750"/>
                      <a:gd name="connsiteY219" fmla="*/ 171450 h 768429"/>
                      <a:gd name="connsiteX220" fmla="*/ 106680 w 666750"/>
                      <a:gd name="connsiteY220" fmla="*/ 170498 h 768429"/>
                      <a:gd name="connsiteX221" fmla="*/ 110490 w 666750"/>
                      <a:gd name="connsiteY221" fmla="*/ 167640 h 768429"/>
                      <a:gd name="connsiteX222" fmla="*/ 115252 w 666750"/>
                      <a:gd name="connsiteY222" fmla="*/ 160020 h 768429"/>
                      <a:gd name="connsiteX223" fmla="*/ 105727 w 666750"/>
                      <a:gd name="connsiteY223" fmla="*/ 162878 h 768429"/>
                      <a:gd name="connsiteX224" fmla="*/ 95250 w 666750"/>
                      <a:gd name="connsiteY224" fmla="*/ 178118 h 768429"/>
                      <a:gd name="connsiteX225" fmla="*/ 89535 w 666750"/>
                      <a:gd name="connsiteY225" fmla="*/ 189548 h 768429"/>
                      <a:gd name="connsiteX226" fmla="*/ 95250 w 666750"/>
                      <a:gd name="connsiteY226" fmla="*/ 174308 h 768429"/>
                      <a:gd name="connsiteX227" fmla="*/ 100965 w 666750"/>
                      <a:gd name="connsiteY227" fmla="*/ 164783 h 768429"/>
                      <a:gd name="connsiteX228" fmla="*/ 108585 w 666750"/>
                      <a:gd name="connsiteY228" fmla="*/ 152400 h 768429"/>
                      <a:gd name="connsiteX229" fmla="*/ 112395 w 666750"/>
                      <a:gd name="connsiteY229" fmla="*/ 149543 h 768429"/>
                      <a:gd name="connsiteX230" fmla="*/ 124777 w 666750"/>
                      <a:gd name="connsiteY230" fmla="*/ 142875 h 768429"/>
                      <a:gd name="connsiteX231" fmla="*/ 142875 w 666750"/>
                      <a:gd name="connsiteY231" fmla="*/ 122873 h 768429"/>
                      <a:gd name="connsiteX232" fmla="*/ 149542 w 666750"/>
                      <a:gd name="connsiteY232" fmla="*/ 110490 h 768429"/>
                      <a:gd name="connsiteX233" fmla="*/ 149542 w 666750"/>
                      <a:gd name="connsiteY233" fmla="*/ 104775 h 768429"/>
                      <a:gd name="connsiteX234" fmla="*/ 140970 w 666750"/>
                      <a:gd name="connsiteY234" fmla="*/ 102870 h 768429"/>
                      <a:gd name="connsiteX235" fmla="*/ 144780 w 666750"/>
                      <a:gd name="connsiteY235" fmla="*/ 99060 h 768429"/>
                      <a:gd name="connsiteX236" fmla="*/ 140017 w 666750"/>
                      <a:gd name="connsiteY236" fmla="*/ 100013 h 768429"/>
                      <a:gd name="connsiteX237" fmla="*/ 132397 w 666750"/>
                      <a:gd name="connsiteY237" fmla="*/ 95250 h 768429"/>
                      <a:gd name="connsiteX238" fmla="*/ 131445 w 666750"/>
                      <a:gd name="connsiteY238" fmla="*/ 85725 h 768429"/>
                      <a:gd name="connsiteX239" fmla="*/ 129540 w 666750"/>
                      <a:gd name="connsiteY239" fmla="*/ 77153 h 768429"/>
                      <a:gd name="connsiteX240" fmla="*/ 128588 w 666750"/>
                      <a:gd name="connsiteY240" fmla="*/ 69533 h 768429"/>
                      <a:gd name="connsiteX241" fmla="*/ 122872 w 666750"/>
                      <a:gd name="connsiteY241" fmla="*/ 80010 h 768429"/>
                      <a:gd name="connsiteX242" fmla="*/ 115252 w 666750"/>
                      <a:gd name="connsiteY242" fmla="*/ 89535 h 768429"/>
                      <a:gd name="connsiteX243" fmla="*/ 112395 w 666750"/>
                      <a:gd name="connsiteY243" fmla="*/ 87630 h 768429"/>
                      <a:gd name="connsiteX244" fmla="*/ 112395 w 666750"/>
                      <a:gd name="connsiteY244" fmla="*/ 84773 h 768429"/>
                      <a:gd name="connsiteX245" fmla="*/ 114300 w 666750"/>
                      <a:gd name="connsiteY245" fmla="*/ 80010 h 768429"/>
                      <a:gd name="connsiteX246" fmla="*/ 117157 w 666750"/>
                      <a:gd name="connsiteY246" fmla="*/ 71438 h 768429"/>
                      <a:gd name="connsiteX247" fmla="*/ 116205 w 666750"/>
                      <a:gd name="connsiteY247" fmla="*/ 73343 h 768429"/>
                      <a:gd name="connsiteX248" fmla="*/ 116205 w 666750"/>
                      <a:gd name="connsiteY248" fmla="*/ 72390 h 768429"/>
                      <a:gd name="connsiteX249" fmla="*/ 114300 w 666750"/>
                      <a:gd name="connsiteY249" fmla="*/ 73343 h 768429"/>
                      <a:gd name="connsiteX250" fmla="*/ 113347 w 666750"/>
                      <a:gd name="connsiteY250" fmla="*/ 72390 h 768429"/>
                      <a:gd name="connsiteX251" fmla="*/ 113347 w 666750"/>
                      <a:gd name="connsiteY251" fmla="*/ 70485 h 768429"/>
                      <a:gd name="connsiteX252" fmla="*/ 112395 w 666750"/>
                      <a:gd name="connsiteY252" fmla="*/ 68580 h 768429"/>
                      <a:gd name="connsiteX253" fmla="*/ 111442 w 666750"/>
                      <a:gd name="connsiteY253" fmla="*/ 68580 h 768429"/>
                      <a:gd name="connsiteX254" fmla="*/ 107632 w 666750"/>
                      <a:gd name="connsiteY254" fmla="*/ 70485 h 768429"/>
                      <a:gd name="connsiteX255" fmla="*/ 100965 w 666750"/>
                      <a:gd name="connsiteY255" fmla="*/ 74295 h 768429"/>
                      <a:gd name="connsiteX256" fmla="*/ 95250 w 666750"/>
                      <a:gd name="connsiteY256" fmla="*/ 85725 h 768429"/>
                      <a:gd name="connsiteX257" fmla="*/ 97155 w 666750"/>
                      <a:gd name="connsiteY257" fmla="*/ 85725 h 768429"/>
                      <a:gd name="connsiteX258" fmla="*/ 94297 w 666750"/>
                      <a:gd name="connsiteY258" fmla="*/ 92393 h 768429"/>
                      <a:gd name="connsiteX259" fmla="*/ 89535 w 666750"/>
                      <a:gd name="connsiteY259" fmla="*/ 100013 h 768429"/>
                      <a:gd name="connsiteX260" fmla="*/ 87630 w 666750"/>
                      <a:gd name="connsiteY260" fmla="*/ 116205 h 768429"/>
                      <a:gd name="connsiteX261" fmla="*/ 78105 w 666750"/>
                      <a:gd name="connsiteY261" fmla="*/ 133350 h 768429"/>
                      <a:gd name="connsiteX262" fmla="*/ 74295 w 666750"/>
                      <a:gd name="connsiteY262" fmla="*/ 140018 h 768429"/>
                      <a:gd name="connsiteX263" fmla="*/ 73342 w 666750"/>
                      <a:gd name="connsiteY263" fmla="*/ 147638 h 768429"/>
                      <a:gd name="connsiteX264" fmla="*/ 66675 w 666750"/>
                      <a:gd name="connsiteY264" fmla="*/ 164783 h 768429"/>
                      <a:gd name="connsiteX265" fmla="*/ 64770 w 666750"/>
                      <a:gd name="connsiteY265" fmla="*/ 159068 h 768429"/>
                      <a:gd name="connsiteX266" fmla="*/ 64770 w 666750"/>
                      <a:gd name="connsiteY266" fmla="*/ 152400 h 768429"/>
                      <a:gd name="connsiteX267" fmla="*/ 66675 w 666750"/>
                      <a:gd name="connsiteY267" fmla="*/ 143828 h 768429"/>
                      <a:gd name="connsiteX268" fmla="*/ 68580 w 666750"/>
                      <a:gd name="connsiteY268" fmla="*/ 135255 h 768429"/>
                      <a:gd name="connsiteX269" fmla="*/ 61913 w 666750"/>
                      <a:gd name="connsiteY269" fmla="*/ 136208 h 768429"/>
                      <a:gd name="connsiteX270" fmla="*/ 60960 w 666750"/>
                      <a:gd name="connsiteY270" fmla="*/ 131445 h 768429"/>
                      <a:gd name="connsiteX271" fmla="*/ 56197 w 666750"/>
                      <a:gd name="connsiteY271" fmla="*/ 130493 h 768429"/>
                      <a:gd name="connsiteX272" fmla="*/ 60960 w 666750"/>
                      <a:gd name="connsiteY272" fmla="*/ 117158 h 768429"/>
                      <a:gd name="connsiteX273" fmla="*/ 59055 w 666750"/>
                      <a:gd name="connsiteY273" fmla="*/ 118110 h 768429"/>
                      <a:gd name="connsiteX274" fmla="*/ 74295 w 666750"/>
                      <a:gd name="connsiteY274" fmla="*/ 90488 h 768429"/>
                      <a:gd name="connsiteX275" fmla="*/ 82867 w 666750"/>
                      <a:gd name="connsiteY275" fmla="*/ 79058 h 768429"/>
                      <a:gd name="connsiteX276" fmla="*/ 91440 w 666750"/>
                      <a:gd name="connsiteY276" fmla="*/ 68580 h 768429"/>
                      <a:gd name="connsiteX277" fmla="*/ 98107 w 666750"/>
                      <a:gd name="connsiteY277" fmla="*/ 57150 h 768429"/>
                      <a:gd name="connsiteX278" fmla="*/ 98107 w 666750"/>
                      <a:gd name="connsiteY278" fmla="*/ 58103 h 768429"/>
                      <a:gd name="connsiteX279" fmla="*/ 102870 w 666750"/>
                      <a:gd name="connsiteY279" fmla="*/ 52388 h 768429"/>
                      <a:gd name="connsiteX280" fmla="*/ 105727 w 666750"/>
                      <a:gd name="connsiteY280" fmla="*/ 47625 h 768429"/>
                      <a:gd name="connsiteX281" fmla="*/ 103822 w 666750"/>
                      <a:gd name="connsiteY281" fmla="*/ 53340 h 768429"/>
                      <a:gd name="connsiteX282" fmla="*/ 108585 w 666750"/>
                      <a:gd name="connsiteY282" fmla="*/ 46673 h 768429"/>
                      <a:gd name="connsiteX283" fmla="*/ 108585 w 666750"/>
                      <a:gd name="connsiteY283" fmla="*/ 48578 h 768429"/>
                      <a:gd name="connsiteX284" fmla="*/ 118110 w 666750"/>
                      <a:gd name="connsiteY284" fmla="*/ 37148 h 768429"/>
                      <a:gd name="connsiteX285" fmla="*/ 125730 w 666750"/>
                      <a:gd name="connsiteY285" fmla="*/ 26670 h 768429"/>
                      <a:gd name="connsiteX286" fmla="*/ 124777 w 666750"/>
                      <a:gd name="connsiteY286" fmla="*/ 26670 h 768429"/>
                      <a:gd name="connsiteX287" fmla="*/ 125730 w 666750"/>
                      <a:gd name="connsiteY287" fmla="*/ 24765 h 768429"/>
                      <a:gd name="connsiteX288" fmla="*/ 121920 w 666750"/>
                      <a:gd name="connsiteY288" fmla="*/ 27623 h 768429"/>
                      <a:gd name="connsiteX289" fmla="*/ 119063 w 666750"/>
                      <a:gd name="connsiteY289" fmla="*/ 31433 h 768429"/>
                      <a:gd name="connsiteX290" fmla="*/ 112395 w 666750"/>
                      <a:gd name="connsiteY290" fmla="*/ 40005 h 768429"/>
                      <a:gd name="connsiteX291" fmla="*/ 114300 w 666750"/>
                      <a:gd name="connsiteY291" fmla="*/ 38100 h 768429"/>
                      <a:gd name="connsiteX292" fmla="*/ 107632 w 666750"/>
                      <a:gd name="connsiteY292" fmla="*/ 46673 h 768429"/>
                      <a:gd name="connsiteX293" fmla="*/ 116205 w 666750"/>
                      <a:gd name="connsiteY293" fmla="*/ 33338 h 768429"/>
                      <a:gd name="connsiteX294" fmla="*/ 113347 w 666750"/>
                      <a:gd name="connsiteY294" fmla="*/ 37148 h 768429"/>
                      <a:gd name="connsiteX295" fmla="*/ 113347 w 666750"/>
                      <a:gd name="connsiteY295" fmla="*/ 36195 h 768429"/>
                      <a:gd name="connsiteX296" fmla="*/ 110490 w 666750"/>
                      <a:gd name="connsiteY296" fmla="*/ 40958 h 768429"/>
                      <a:gd name="connsiteX297" fmla="*/ 114300 w 666750"/>
                      <a:gd name="connsiteY297" fmla="*/ 35243 h 768429"/>
                      <a:gd name="connsiteX298" fmla="*/ 116205 w 666750"/>
                      <a:gd name="connsiteY298" fmla="*/ 31433 h 768429"/>
                      <a:gd name="connsiteX299" fmla="*/ 135255 w 666750"/>
                      <a:gd name="connsiteY299" fmla="*/ 9525 h 768429"/>
                      <a:gd name="connsiteX300" fmla="*/ 135255 w 666750"/>
                      <a:gd name="connsiteY300" fmla="*/ 10478 h 768429"/>
                      <a:gd name="connsiteX301" fmla="*/ 140017 w 666750"/>
                      <a:gd name="connsiteY301" fmla="*/ 5715 h 768429"/>
                      <a:gd name="connsiteX302" fmla="*/ 142875 w 666750"/>
                      <a:gd name="connsiteY302" fmla="*/ 2858 h 768429"/>
                      <a:gd name="connsiteX303" fmla="*/ 144780 w 666750"/>
                      <a:gd name="connsiteY303" fmla="*/ 953 h 768429"/>
                      <a:gd name="connsiteX304" fmla="*/ 145733 w 666750"/>
                      <a:gd name="connsiteY304" fmla="*/ 0 h 768429"/>
                      <a:gd name="connsiteX305" fmla="*/ 144780 w 666750"/>
                      <a:gd name="connsiteY305" fmla="*/ 953 h 768429"/>
                      <a:gd name="connsiteX306" fmla="*/ 145733 w 666750"/>
                      <a:gd name="connsiteY306" fmla="*/ 0 h 768429"/>
                      <a:gd name="connsiteX307" fmla="*/ 130492 w 666750"/>
                      <a:gd name="connsiteY307" fmla="*/ 15240 h 768429"/>
                      <a:gd name="connsiteX308" fmla="*/ 123825 w 666750"/>
                      <a:gd name="connsiteY308" fmla="*/ 21908 h 768429"/>
                      <a:gd name="connsiteX309" fmla="*/ 119063 w 666750"/>
                      <a:gd name="connsiteY309" fmla="*/ 27623 h 768429"/>
                      <a:gd name="connsiteX310" fmla="*/ 117157 w 666750"/>
                      <a:gd name="connsiteY310" fmla="*/ 30480 h 768429"/>
                      <a:gd name="connsiteX311" fmla="*/ 116205 w 666750"/>
                      <a:gd name="connsiteY311" fmla="*/ 32385 h 768429"/>
                      <a:gd name="connsiteX312" fmla="*/ 115252 w 666750"/>
                      <a:gd name="connsiteY312" fmla="*/ 33338 h 768429"/>
                      <a:gd name="connsiteX313" fmla="*/ 115252 w 666750"/>
                      <a:gd name="connsiteY313" fmla="*/ 33338 h 768429"/>
                      <a:gd name="connsiteX314" fmla="*/ 110490 w 666750"/>
                      <a:gd name="connsiteY314" fmla="*/ 40005 h 768429"/>
                      <a:gd name="connsiteX315" fmla="*/ 112395 w 666750"/>
                      <a:gd name="connsiteY315" fmla="*/ 38100 h 768429"/>
                      <a:gd name="connsiteX316" fmla="*/ 106680 w 666750"/>
                      <a:gd name="connsiteY316" fmla="*/ 44768 h 768429"/>
                      <a:gd name="connsiteX317" fmla="*/ 101917 w 666750"/>
                      <a:gd name="connsiteY317" fmla="*/ 51435 h 768429"/>
                      <a:gd name="connsiteX318" fmla="*/ 107632 w 666750"/>
                      <a:gd name="connsiteY318" fmla="*/ 43815 h 768429"/>
                      <a:gd name="connsiteX319" fmla="*/ 106680 w 666750"/>
                      <a:gd name="connsiteY319" fmla="*/ 43815 h 768429"/>
                      <a:gd name="connsiteX320" fmla="*/ 111442 w 666750"/>
                      <a:gd name="connsiteY320" fmla="*/ 38100 h 768429"/>
                      <a:gd name="connsiteX321" fmla="*/ 114300 w 666750"/>
                      <a:gd name="connsiteY321" fmla="*/ 34290 h 768429"/>
                      <a:gd name="connsiteX322" fmla="*/ 113347 w 666750"/>
                      <a:gd name="connsiteY322" fmla="*/ 35243 h 768429"/>
                      <a:gd name="connsiteX323" fmla="*/ 115252 w 666750"/>
                      <a:gd name="connsiteY323" fmla="*/ 33338 h 768429"/>
                      <a:gd name="connsiteX324" fmla="*/ 114300 w 666750"/>
                      <a:gd name="connsiteY324" fmla="*/ 33338 h 768429"/>
                      <a:gd name="connsiteX325" fmla="*/ 116205 w 666750"/>
                      <a:gd name="connsiteY325" fmla="*/ 31433 h 768429"/>
                      <a:gd name="connsiteX326" fmla="*/ 108585 w 666750"/>
                      <a:gd name="connsiteY326" fmla="*/ 40958 h 768429"/>
                      <a:gd name="connsiteX327" fmla="*/ 109538 w 666750"/>
                      <a:gd name="connsiteY327" fmla="*/ 40005 h 768429"/>
                      <a:gd name="connsiteX328" fmla="*/ 108585 w 666750"/>
                      <a:gd name="connsiteY328" fmla="*/ 40958 h 768429"/>
                      <a:gd name="connsiteX329" fmla="*/ 103822 w 666750"/>
                      <a:gd name="connsiteY329" fmla="*/ 46673 h 768429"/>
                      <a:gd name="connsiteX330" fmla="*/ 100013 w 666750"/>
                      <a:gd name="connsiteY330" fmla="*/ 49530 h 768429"/>
                      <a:gd name="connsiteX331" fmla="*/ 100965 w 666750"/>
                      <a:gd name="connsiteY331" fmla="*/ 47625 h 768429"/>
                      <a:gd name="connsiteX332" fmla="*/ 105727 w 666750"/>
                      <a:gd name="connsiteY332" fmla="*/ 41910 h 768429"/>
                      <a:gd name="connsiteX333" fmla="*/ 100013 w 666750"/>
                      <a:gd name="connsiteY333" fmla="*/ 48578 h 768429"/>
                      <a:gd name="connsiteX334" fmla="*/ 100013 w 666750"/>
                      <a:gd name="connsiteY334" fmla="*/ 48578 h 768429"/>
                      <a:gd name="connsiteX335" fmla="*/ 94297 w 666750"/>
                      <a:gd name="connsiteY335" fmla="*/ 56198 h 768429"/>
                      <a:gd name="connsiteX336" fmla="*/ 97155 w 666750"/>
                      <a:gd name="connsiteY336" fmla="*/ 52388 h 768429"/>
                      <a:gd name="connsiteX337" fmla="*/ 96202 w 666750"/>
                      <a:gd name="connsiteY337" fmla="*/ 54293 h 768429"/>
                      <a:gd name="connsiteX338" fmla="*/ 99060 w 666750"/>
                      <a:gd name="connsiteY338" fmla="*/ 50483 h 768429"/>
                      <a:gd name="connsiteX339" fmla="*/ 83820 w 666750"/>
                      <a:gd name="connsiteY339" fmla="*/ 71438 h 768429"/>
                      <a:gd name="connsiteX340" fmla="*/ 67627 w 666750"/>
                      <a:gd name="connsiteY340" fmla="*/ 96203 h 768429"/>
                      <a:gd name="connsiteX341" fmla="*/ 36195 w 666750"/>
                      <a:gd name="connsiteY341" fmla="*/ 156210 h 768429"/>
                      <a:gd name="connsiteX342" fmla="*/ 15240 w 666750"/>
                      <a:gd name="connsiteY342" fmla="*/ 217170 h 768429"/>
                      <a:gd name="connsiteX343" fmla="*/ 2857 w 666750"/>
                      <a:gd name="connsiteY343" fmla="*/ 280988 h 768429"/>
                      <a:gd name="connsiteX344" fmla="*/ 0 w 666750"/>
                      <a:gd name="connsiteY344" fmla="*/ 345758 h 768429"/>
                      <a:gd name="connsiteX345" fmla="*/ 1905 w 666750"/>
                      <a:gd name="connsiteY345" fmla="*/ 381000 h 768429"/>
                      <a:gd name="connsiteX346" fmla="*/ 10477 w 666750"/>
                      <a:gd name="connsiteY346" fmla="*/ 432435 h 768429"/>
                      <a:gd name="connsiteX347" fmla="*/ 14288 w 666750"/>
                      <a:gd name="connsiteY347" fmla="*/ 445770 h 768429"/>
                      <a:gd name="connsiteX348" fmla="*/ 21907 w 666750"/>
                      <a:gd name="connsiteY348" fmla="*/ 464820 h 768429"/>
                      <a:gd name="connsiteX349" fmla="*/ 29527 w 666750"/>
                      <a:gd name="connsiteY349" fmla="*/ 483870 h 768429"/>
                      <a:gd name="connsiteX350" fmla="*/ 46672 w 666750"/>
                      <a:gd name="connsiteY350" fmla="*/ 516255 h 768429"/>
                      <a:gd name="connsiteX351" fmla="*/ 59055 w 666750"/>
                      <a:gd name="connsiteY351" fmla="*/ 526733 h 768429"/>
                      <a:gd name="connsiteX352" fmla="*/ 64770 w 666750"/>
                      <a:gd name="connsiteY352" fmla="*/ 530543 h 768429"/>
                      <a:gd name="connsiteX353" fmla="*/ 71438 w 666750"/>
                      <a:gd name="connsiteY353" fmla="*/ 524828 h 768429"/>
                      <a:gd name="connsiteX354" fmla="*/ 82867 w 666750"/>
                      <a:gd name="connsiteY354" fmla="*/ 534353 h 768429"/>
                      <a:gd name="connsiteX355" fmla="*/ 87630 w 666750"/>
                      <a:gd name="connsiteY355" fmla="*/ 539115 h 768429"/>
                      <a:gd name="connsiteX356" fmla="*/ 100013 w 666750"/>
                      <a:gd name="connsiteY356" fmla="*/ 541973 h 768429"/>
                      <a:gd name="connsiteX357" fmla="*/ 102870 w 666750"/>
                      <a:gd name="connsiteY357" fmla="*/ 541973 h 768429"/>
                      <a:gd name="connsiteX358" fmla="*/ 104775 w 666750"/>
                      <a:gd name="connsiteY358" fmla="*/ 539115 h 768429"/>
                      <a:gd name="connsiteX359" fmla="*/ 107632 w 666750"/>
                      <a:gd name="connsiteY359" fmla="*/ 543878 h 768429"/>
                      <a:gd name="connsiteX360" fmla="*/ 113347 w 666750"/>
                      <a:gd name="connsiteY360" fmla="*/ 548640 h 768429"/>
                      <a:gd name="connsiteX361" fmla="*/ 119063 w 666750"/>
                      <a:gd name="connsiteY361" fmla="*/ 553403 h 768429"/>
                      <a:gd name="connsiteX362" fmla="*/ 123825 w 666750"/>
                      <a:gd name="connsiteY362" fmla="*/ 558165 h 768429"/>
                      <a:gd name="connsiteX363" fmla="*/ 128588 w 666750"/>
                      <a:gd name="connsiteY363" fmla="*/ 563880 h 768429"/>
                      <a:gd name="connsiteX364" fmla="*/ 134302 w 666750"/>
                      <a:gd name="connsiteY364" fmla="*/ 567690 h 768429"/>
                      <a:gd name="connsiteX365" fmla="*/ 131445 w 666750"/>
                      <a:gd name="connsiteY365" fmla="*/ 562928 h 768429"/>
                      <a:gd name="connsiteX366" fmla="*/ 133350 w 666750"/>
                      <a:gd name="connsiteY366" fmla="*/ 563880 h 768429"/>
                      <a:gd name="connsiteX367" fmla="*/ 136208 w 666750"/>
                      <a:gd name="connsiteY367" fmla="*/ 566738 h 768429"/>
                      <a:gd name="connsiteX368" fmla="*/ 140017 w 666750"/>
                      <a:gd name="connsiteY368" fmla="*/ 567690 h 768429"/>
                      <a:gd name="connsiteX369" fmla="*/ 144780 w 666750"/>
                      <a:gd name="connsiteY369" fmla="*/ 570548 h 768429"/>
                      <a:gd name="connsiteX370" fmla="*/ 147638 w 666750"/>
                      <a:gd name="connsiteY370" fmla="*/ 573405 h 768429"/>
                      <a:gd name="connsiteX371" fmla="*/ 145733 w 666750"/>
                      <a:gd name="connsiteY371" fmla="*/ 571500 h 768429"/>
                      <a:gd name="connsiteX372" fmla="*/ 151447 w 666750"/>
                      <a:gd name="connsiteY372" fmla="*/ 575310 h 768429"/>
                      <a:gd name="connsiteX373" fmla="*/ 149542 w 666750"/>
                      <a:gd name="connsiteY373" fmla="*/ 573405 h 768429"/>
                      <a:gd name="connsiteX374" fmla="*/ 155258 w 666750"/>
                      <a:gd name="connsiteY374" fmla="*/ 573405 h 768429"/>
                      <a:gd name="connsiteX375" fmla="*/ 160020 w 666750"/>
                      <a:gd name="connsiteY375" fmla="*/ 576263 h 768429"/>
                      <a:gd name="connsiteX376" fmla="*/ 163830 w 666750"/>
                      <a:gd name="connsiteY376" fmla="*/ 578168 h 768429"/>
                      <a:gd name="connsiteX377" fmla="*/ 165735 w 666750"/>
                      <a:gd name="connsiteY377" fmla="*/ 574358 h 768429"/>
                      <a:gd name="connsiteX378" fmla="*/ 162877 w 666750"/>
                      <a:gd name="connsiteY378" fmla="*/ 571500 h 768429"/>
                      <a:gd name="connsiteX379" fmla="*/ 160020 w 666750"/>
                      <a:gd name="connsiteY379" fmla="*/ 565785 h 768429"/>
                      <a:gd name="connsiteX380" fmla="*/ 160020 w 666750"/>
                      <a:gd name="connsiteY380" fmla="*/ 559118 h 768429"/>
                      <a:gd name="connsiteX381" fmla="*/ 162877 w 666750"/>
                      <a:gd name="connsiteY381" fmla="*/ 559118 h 768429"/>
                      <a:gd name="connsiteX382" fmla="*/ 165735 w 666750"/>
                      <a:gd name="connsiteY382" fmla="*/ 561023 h 768429"/>
                      <a:gd name="connsiteX383" fmla="*/ 168592 w 666750"/>
                      <a:gd name="connsiteY383" fmla="*/ 563880 h 768429"/>
                      <a:gd name="connsiteX384" fmla="*/ 168592 w 666750"/>
                      <a:gd name="connsiteY384" fmla="*/ 564833 h 768429"/>
                      <a:gd name="connsiteX385" fmla="*/ 170497 w 666750"/>
                      <a:gd name="connsiteY385" fmla="*/ 566738 h 768429"/>
                      <a:gd name="connsiteX386" fmla="*/ 187642 w 666750"/>
                      <a:gd name="connsiteY386" fmla="*/ 581978 h 768429"/>
                      <a:gd name="connsiteX387" fmla="*/ 190500 w 666750"/>
                      <a:gd name="connsiteY387" fmla="*/ 586740 h 768429"/>
                      <a:gd name="connsiteX388" fmla="*/ 194310 w 666750"/>
                      <a:gd name="connsiteY388" fmla="*/ 592455 h 768429"/>
                      <a:gd name="connsiteX389" fmla="*/ 197167 w 666750"/>
                      <a:gd name="connsiteY389" fmla="*/ 596265 h 768429"/>
                      <a:gd name="connsiteX390" fmla="*/ 200977 w 666750"/>
                      <a:gd name="connsiteY390" fmla="*/ 599123 h 768429"/>
                      <a:gd name="connsiteX391" fmla="*/ 202882 w 666750"/>
                      <a:gd name="connsiteY391" fmla="*/ 604838 h 768429"/>
                      <a:gd name="connsiteX392" fmla="*/ 203835 w 666750"/>
                      <a:gd name="connsiteY392" fmla="*/ 606743 h 768429"/>
                      <a:gd name="connsiteX393" fmla="*/ 201930 w 666750"/>
                      <a:gd name="connsiteY393" fmla="*/ 607695 h 768429"/>
                      <a:gd name="connsiteX394" fmla="*/ 202882 w 666750"/>
                      <a:gd name="connsiteY394" fmla="*/ 612458 h 768429"/>
                      <a:gd name="connsiteX395" fmla="*/ 205740 w 666750"/>
                      <a:gd name="connsiteY395" fmla="*/ 615315 h 768429"/>
                      <a:gd name="connsiteX396" fmla="*/ 205740 w 666750"/>
                      <a:gd name="connsiteY396" fmla="*/ 617220 h 768429"/>
                      <a:gd name="connsiteX397" fmla="*/ 206692 w 666750"/>
                      <a:gd name="connsiteY397" fmla="*/ 618173 h 768429"/>
                      <a:gd name="connsiteX398" fmla="*/ 208598 w 666750"/>
                      <a:gd name="connsiteY398" fmla="*/ 619125 h 768429"/>
                      <a:gd name="connsiteX399" fmla="*/ 208598 w 666750"/>
                      <a:gd name="connsiteY399" fmla="*/ 622935 h 768429"/>
                      <a:gd name="connsiteX400" fmla="*/ 209550 w 666750"/>
                      <a:gd name="connsiteY400" fmla="*/ 627698 h 768429"/>
                      <a:gd name="connsiteX401" fmla="*/ 213360 w 666750"/>
                      <a:gd name="connsiteY401" fmla="*/ 633413 h 768429"/>
                      <a:gd name="connsiteX402" fmla="*/ 218123 w 666750"/>
                      <a:gd name="connsiteY402" fmla="*/ 639128 h 768429"/>
                      <a:gd name="connsiteX403" fmla="*/ 219075 w 666750"/>
                      <a:gd name="connsiteY403" fmla="*/ 642938 h 768429"/>
                      <a:gd name="connsiteX404" fmla="*/ 221932 w 666750"/>
                      <a:gd name="connsiteY404" fmla="*/ 645795 h 768429"/>
                      <a:gd name="connsiteX405" fmla="*/ 227648 w 666750"/>
                      <a:gd name="connsiteY405" fmla="*/ 651510 h 768429"/>
                      <a:gd name="connsiteX406" fmla="*/ 231457 w 666750"/>
                      <a:gd name="connsiteY406" fmla="*/ 652463 h 768429"/>
                      <a:gd name="connsiteX407" fmla="*/ 233363 w 666750"/>
                      <a:gd name="connsiteY407" fmla="*/ 653415 h 768429"/>
                      <a:gd name="connsiteX408" fmla="*/ 234315 w 666750"/>
                      <a:gd name="connsiteY408" fmla="*/ 653415 h 768429"/>
                      <a:gd name="connsiteX409" fmla="*/ 236220 w 666750"/>
                      <a:gd name="connsiteY409" fmla="*/ 656273 h 768429"/>
                      <a:gd name="connsiteX410" fmla="*/ 241935 w 666750"/>
                      <a:gd name="connsiteY410" fmla="*/ 666750 h 768429"/>
                      <a:gd name="connsiteX411" fmla="*/ 246698 w 666750"/>
                      <a:gd name="connsiteY411" fmla="*/ 669608 h 768429"/>
                      <a:gd name="connsiteX412" fmla="*/ 250507 w 666750"/>
                      <a:gd name="connsiteY412" fmla="*/ 672465 h 768429"/>
                      <a:gd name="connsiteX413" fmla="*/ 252413 w 666750"/>
                      <a:gd name="connsiteY413" fmla="*/ 675323 h 768429"/>
                      <a:gd name="connsiteX414" fmla="*/ 263842 w 666750"/>
                      <a:gd name="connsiteY414" fmla="*/ 679133 h 768429"/>
                      <a:gd name="connsiteX415" fmla="*/ 275273 w 666750"/>
                      <a:gd name="connsiteY415" fmla="*/ 683895 h 768429"/>
                      <a:gd name="connsiteX416" fmla="*/ 318135 w 666750"/>
                      <a:gd name="connsiteY416" fmla="*/ 702945 h 768429"/>
                      <a:gd name="connsiteX417" fmla="*/ 345757 w 666750"/>
                      <a:gd name="connsiteY417" fmla="*/ 713423 h 768429"/>
                      <a:gd name="connsiteX418" fmla="*/ 379095 w 666750"/>
                      <a:gd name="connsiteY418" fmla="*/ 715328 h 768429"/>
                      <a:gd name="connsiteX419" fmla="*/ 417195 w 666750"/>
                      <a:gd name="connsiteY419" fmla="*/ 729615 h 768429"/>
                      <a:gd name="connsiteX420" fmla="*/ 424815 w 666750"/>
                      <a:gd name="connsiteY420" fmla="*/ 734378 h 768429"/>
                      <a:gd name="connsiteX421" fmla="*/ 433388 w 666750"/>
                      <a:gd name="connsiteY421" fmla="*/ 738188 h 768429"/>
                      <a:gd name="connsiteX422" fmla="*/ 459105 w 666750"/>
                      <a:gd name="connsiteY422" fmla="*/ 749618 h 768429"/>
                      <a:gd name="connsiteX423" fmla="*/ 501015 w 666750"/>
                      <a:gd name="connsiteY423" fmla="*/ 761048 h 768429"/>
                      <a:gd name="connsiteX424" fmla="*/ 534353 w 666750"/>
                      <a:gd name="connsiteY424" fmla="*/ 767715 h 768429"/>
                      <a:gd name="connsiteX425" fmla="*/ 563880 w 666750"/>
                      <a:gd name="connsiteY425" fmla="*/ 767715 h 768429"/>
                      <a:gd name="connsiteX426" fmla="*/ 565785 w 666750"/>
                      <a:gd name="connsiteY426" fmla="*/ 767715 h 768429"/>
                      <a:gd name="connsiteX427" fmla="*/ 569595 w 666750"/>
                      <a:gd name="connsiteY427" fmla="*/ 767715 h 768429"/>
                      <a:gd name="connsiteX428" fmla="*/ 575310 w 666750"/>
                      <a:gd name="connsiteY428" fmla="*/ 766763 h 768429"/>
                      <a:gd name="connsiteX429" fmla="*/ 562928 w 666750"/>
                      <a:gd name="connsiteY429" fmla="*/ 767715 h 768429"/>
                      <a:gd name="connsiteX430" fmla="*/ 562928 w 666750"/>
                      <a:gd name="connsiteY430" fmla="*/ 767715 h 768429"/>
                      <a:gd name="connsiteX431" fmla="*/ 561023 w 666750"/>
                      <a:gd name="connsiteY431" fmla="*/ 767715 h 768429"/>
                      <a:gd name="connsiteX432" fmla="*/ 573405 w 666750"/>
                      <a:gd name="connsiteY432" fmla="*/ 766763 h 768429"/>
                      <a:gd name="connsiteX433" fmla="*/ 585788 w 666750"/>
                      <a:gd name="connsiteY433" fmla="*/ 765810 h 768429"/>
                      <a:gd name="connsiteX434" fmla="*/ 629603 w 666750"/>
                      <a:gd name="connsiteY434" fmla="*/ 756285 h 768429"/>
                      <a:gd name="connsiteX435" fmla="*/ 627698 w 666750"/>
                      <a:gd name="connsiteY435" fmla="*/ 757238 h 768429"/>
                      <a:gd name="connsiteX436" fmla="*/ 666750 w 666750"/>
                      <a:gd name="connsiteY436" fmla="*/ 741045 h 768429"/>
                      <a:gd name="connsiteX437" fmla="*/ 665798 w 666750"/>
                      <a:gd name="connsiteY437" fmla="*/ 741045 h 768429"/>
                      <a:gd name="connsiteX438" fmla="*/ 40957 w 666750"/>
                      <a:gd name="connsiteY438" fmla="*/ 141923 h 768429"/>
                      <a:gd name="connsiteX439" fmla="*/ 46672 w 666750"/>
                      <a:gd name="connsiteY439" fmla="*/ 130493 h 768429"/>
                      <a:gd name="connsiteX440" fmla="*/ 40005 w 666750"/>
                      <a:gd name="connsiteY440" fmla="*/ 143828 h 768429"/>
                      <a:gd name="connsiteX441" fmla="*/ 40957 w 666750"/>
                      <a:gd name="connsiteY441" fmla="*/ 141923 h 768429"/>
                      <a:gd name="connsiteX442" fmla="*/ 60007 w 666750"/>
                      <a:gd name="connsiteY442" fmla="*/ 242888 h 768429"/>
                      <a:gd name="connsiteX443" fmla="*/ 51435 w 666750"/>
                      <a:gd name="connsiteY443" fmla="*/ 258128 h 768429"/>
                      <a:gd name="connsiteX444" fmla="*/ 45720 w 666750"/>
                      <a:gd name="connsiteY444" fmla="*/ 260985 h 768429"/>
                      <a:gd name="connsiteX445" fmla="*/ 48577 w 666750"/>
                      <a:gd name="connsiteY445" fmla="*/ 255270 h 768429"/>
                      <a:gd name="connsiteX446" fmla="*/ 51435 w 666750"/>
                      <a:gd name="connsiteY446" fmla="*/ 250508 h 768429"/>
                      <a:gd name="connsiteX447" fmla="*/ 55245 w 666750"/>
                      <a:gd name="connsiteY447" fmla="*/ 246698 h 768429"/>
                      <a:gd name="connsiteX448" fmla="*/ 57150 w 666750"/>
                      <a:gd name="connsiteY448" fmla="*/ 243840 h 768429"/>
                      <a:gd name="connsiteX449" fmla="*/ 60960 w 666750"/>
                      <a:gd name="connsiteY449" fmla="*/ 240983 h 768429"/>
                      <a:gd name="connsiteX450" fmla="*/ 60007 w 666750"/>
                      <a:gd name="connsiteY450" fmla="*/ 242888 h 768429"/>
                      <a:gd name="connsiteX451" fmla="*/ 69532 w 666750"/>
                      <a:gd name="connsiteY451" fmla="*/ 225743 h 768429"/>
                      <a:gd name="connsiteX452" fmla="*/ 67627 w 666750"/>
                      <a:gd name="connsiteY452" fmla="*/ 233363 h 768429"/>
                      <a:gd name="connsiteX453" fmla="*/ 62865 w 666750"/>
                      <a:gd name="connsiteY453" fmla="*/ 236220 h 768429"/>
                      <a:gd name="connsiteX454" fmla="*/ 58102 w 666750"/>
                      <a:gd name="connsiteY454" fmla="*/ 240030 h 768429"/>
                      <a:gd name="connsiteX455" fmla="*/ 66675 w 666750"/>
                      <a:gd name="connsiteY455" fmla="*/ 229553 h 768429"/>
                      <a:gd name="connsiteX456" fmla="*/ 69532 w 666750"/>
                      <a:gd name="connsiteY456" fmla="*/ 225743 h 768429"/>
                      <a:gd name="connsiteX457" fmla="*/ 27622 w 666750"/>
                      <a:gd name="connsiteY457" fmla="*/ 196215 h 768429"/>
                      <a:gd name="connsiteX458" fmla="*/ 30480 w 666750"/>
                      <a:gd name="connsiteY458" fmla="*/ 187643 h 768429"/>
                      <a:gd name="connsiteX459" fmla="*/ 29527 w 666750"/>
                      <a:gd name="connsiteY459" fmla="*/ 188595 h 768429"/>
                      <a:gd name="connsiteX460" fmla="*/ 31432 w 666750"/>
                      <a:gd name="connsiteY460" fmla="*/ 183833 h 768429"/>
                      <a:gd name="connsiteX461" fmla="*/ 30480 w 666750"/>
                      <a:gd name="connsiteY461" fmla="*/ 185738 h 768429"/>
                      <a:gd name="connsiteX462" fmla="*/ 31432 w 666750"/>
                      <a:gd name="connsiteY462" fmla="*/ 180975 h 768429"/>
                      <a:gd name="connsiteX463" fmla="*/ 30480 w 666750"/>
                      <a:gd name="connsiteY463" fmla="*/ 182880 h 768429"/>
                      <a:gd name="connsiteX464" fmla="*/ 33338 w 666750"/>
                      <a:gd name="connsiteY464" fmla="*/ 172403 h 768429"/>
                      <a:gd name="connsiteX465" fmla="*/ 33338 w 666750"/>
                      <a:gd name="connsiteY465" fmla="*/ 169545 h 768429"/>
                      <a:gd name="connsiteX466" fmla="*/ 35242 w 666750"/>
                      <a:gd name="connsiteY466" fmla="*/ 165735 h 768429"/>
                      <a:gd name="connsiteX467" fmla="*/ 32385 w 666750"/>
                      <a:gd name="connsiteY467" fmla="*/ 180975 h 768429"/>
                      <a:gd name="connsiteX468" fmla="*/ 27622 w 666750"/>
                      <a:gd name="connsiteY468" fmla="*/ 196215 h 768429"/>
                      <a:gd name="connsiteX469" fmla="*/ 27622 w 666750"/>
                      <a:gd name="connsiteY469" fmla="*/ 196215 h 768429"/>
                      <a:gd name="connsiteX470" fmla="*/ 28575 w 666750"/>
                      <a:gd name="connsiteY470" fmla="*/ 225743 h 768429"/>
                      <a:gd name="connsiteX471" fmla="*/ 33338 w 666750"/>
                      <a:gd name="connsiteY471" fmla="*/ 215265 h 768429"/>
                      <a:gd name="connsiteX472" fmla="*/ 36195 w 666750"/>
                      <a:gd name="connsiteY472" fmla="*/ 210503 h 768429"/>
                      <a:gd name="connsiteX473" fmla="*/ 38100 w 666750"/>
                      <a:gd name="connsiteY473" fmla="*/ 205740 h 768429"/>
                      <a:gd name="connsiteX474" fmla="*/ 37147 w 666750"/>
                      <a:gd name="connsiteY474" fmla="*/ 207645 h 768429"/>
                      <a:gd name="connsiteX475" fmla="*/ 41910 w 666750"/>
                      <a:gd name="connsiteY475" fmla="*/ 200978 h 768429"/>
                      <a:gd name="connsiteX476" fmla="*/ 43815 w 666750"/>
                      <a:gd name="connsiteY476" fmla="*/ 206693 h 768429"/>
                      <a:gd name="connsiteX477" fmla="*/ 45720 w 666750"/>
                      <a:gd name="connsiteY477" fmla="*/ 205740 h 768429"/>
                      <a:gd name="connsiteX478" fmla="*/ 44767 w 666750"/>
                      <a:gd name="connsiteY478" fmla="*/ 209550 h 768429"/>
                      <a:gd name="connsiteX479" fmla="*/ 45720 w 666750"/>
                      <a:gd name="connsiteY479" fmla="*/ 211455 h 768429"/>
                      <a:gd name="connsiteX480" fmla="*/ 44767 w 666750"/>
                      <a:gd name="connsiteY480" fmla="*/ 213360 h 768429"/>
                      <a:gd name="connsiteX481" fmla="*/ 44767 w 666750"/>
                      <a:gd name="connsiteY481" fmla="*/ 215265 h 768429"/>
                      <a:gd name="connsiteX482" fmla="*/ 44767 w 666750"/>
                      <a:gd name="connsiteY482" fmla="*/ 219075 h 768429"/>
                      <a:gd name="connsiteX483" fmla="*/ 43815 w 666750"/>
                      <a:gd name="connsiteY483" fmla="*/ 219075 h 768429"/>
                      <a:gd name="connsiteX484" fmla="*/ 43815 w 666750"/>
                      <a:gd name="connsiteY484" fmla="*/ 216218 h 768429"/>
                      <a:gd name="connsiteX485" fmla="*/ 37147 w 666750"/>
                      <a:gd name="connsiteY485" fmla="*/ 221933 h 768429"/>
                      <a:gd name="connsiteX486" fmla="*/ 36195 w 666750"/>
                      <a:gd name="connsiteY486" fmla="*/ 218123 h 768429"/>
                      <a:gd name="connsiteX487" fmla="*/ 34290 w 666750"/>
                      <a:gd name="connsiteY487" fmla="*/ 220028 h 768429"/>
                      <a:gd name="connsiteX488" fmla="*/ 37147 w 666750"/>
                      <a:gd name="connsiteY488" fmla="*/ 212408 h 768429"/>
                      <a:gd name="connsiteX489" fmla="*/ 29527 w 666750"/>
                      <a:gd name="connsiteY489" fmla="*/ 223838 h 768429"/>
                      <a:gd name="connsiteX490" fmla="*/ 29527 w 666750"/>
                      <a:gd name="connsiteY490" fmla="*/ 222885 h 768429"/>
                      <a:gd name="connsiteX491" fmla="*/ 29527 w 666750"/>
                      <a:gd name="connsiteY491" fmla="*/ 222885 h 768429"/>
                      <a:gd name="connsiteX492" fmla="*/ 30480 w 666750"/>
                      <a:gd name="connsiteY492" fmla="*/ 220028 h 768429"/>
                      <a:gd name="connsiteX493" fmla="*/ 28575 w 666750"/>
                      <a:gd name="connsiteY493" fmla="*/ 225743 h 768429"/>
                      <a:gd name="connsiteX494" fmla="*/ 28575 w 666750"/>
                      <a:gd name="connsiteY494" fmla="*/ 225743 h 768429"/>
                      <a:gd name="connsiteX495" fmla="*/ 33338 w 666750"/>
                      <a:gd name="connsiteY495" fmla="*/ 264795 h 768429"/>
                      <a:gd name="connsiteX496" fmla="*/ 34290 w 666750"/>
                      <a:gd name="connsiteY496" fmla="*/ 248603 h 768429"/>
                      <a:gd name="connsiteX497" fmla="*/ 38100 w 666750"/>
                      <a:gd name="connsiteY497" fmla="*/ 232410 h 768429"/>
                      <a:gd name="connsiteX498" fmla="*/ 34290 w 666750"/>
                      <a:gd name="connsiteY498" fmla="*/ 240983 h 768429"/>
                      <a:gd name="connsiteX499" fmla="*/ 38100 w 666750"/>
                      <a:gd name="connsiteY499" fmla="*/ 227648 h 768429"/>
                      <a:gd name="connsiteX500" fmla="*/ 39052 w 666750"/>
                      <a:gd name="connsiteY500" fmla="*/ 226695 h 768429"/>
                      <a:gd name="connsiteX501" fmla="*/ 39052 w 666750"/>
                      <a:gd name="connsiteY501" fmla="*/ 226695 h 768429"/>
                      <a:gd name="connsiteX502" fmla="*/ 38100 w 666750"/>
                      <a:gd name="connsiteY502" fmla="*/ 228600 h 768429"/>
                      <a:gd name="connsiteX503" fmla="*/ 40005 w 666750"/>
                      <a:gd name="connsiteY503" fmla="*/ 224790 h 768429"/>
                      <a:gd name="connsiteX504" fmla="*/ 41910 w 666750"/>
                      <a:gd name="connsiteY504" fmla="*/ 222885 h 768429"/>
                      <a:gd name="connsiteX505" fmla="*/ 42863 w 666750"/>
                      <a:gd name="connsiteY505" fmla="*/ 222885 h 768429"/>
                      <a:gd name="connsiteX506" fmla="*/ 45720 w 666750"/>
                      <a:gd name="connsiteY506" fmla="*/ 220980 h 768429"/>
                      <a:gd name="connsiteX507" fmla="*/ 49530 w 666750"/>
                      <a:gd name="connsiteY507" fmla="*/ 217170 h 768429"/>
                      <a:gd name="connsiteX508" fmla="*/ 51435 w 666750"/>
                      <a:gd name="connsiteY508" fmla="*/ 216218 h 768429"/>
                      <a:gd name="connsiteX509" fmla="*/ 52388 w 666750"/>
                      <a:gd name="connsiteY509" fmla="*/ 216218 h 768429"/>
                      <a:gd name="connsiteX510" fmla="*/ 54292 w 666750"/>
                      <a:gd name="connsiteY510" fmla="*/ 215265 h 768429"/>
                      <a:gd name="connsiteX511" fmla="*/ 56197 w 666750"/>
                      <a:gd name="connsiteY511" fmla="*/ 220028 h 768429"/>
                      <a:gd name="connsiteX512" fmla="*/ 57150 w 666750"/>
                      <a:gd name="connsiteY512" fmla="*/ 223838 h 768429"/>
                      <a:gd name="connsiteX513" fmla="*/ 57150 w 666750"/>
                      <a:gd name="connsiteY513" fmla="*/ 225743 h 768429"/>
                      <a:gd name="connsiteX514" fmla="*/ 55245 w 666750"/>
                      <a:gd name="connsiteY514" fmla="*/ 226695 h 768429"/>
                      <a:gd name="connsiteX515" fmla="*/ 54292 w 666750"/>
                      <a:gd name="connsiteY515" fmla="*/ 227648 h 768429"/>
                      <a:gd name="connsiteX516" fmla="*/ 53340 w 666750"/>
                      <a:gd name="connsiteY516" fmla="*/ 222885 h 768429"/>
                      <a:gd name="connsiteX517" fmla="*/ 53340 w 666750"/>
                      <a:gd name="connsiteY517" fmla="*/ 228600 h 768429"/>
                      <a:gd name="connsiteX518" fmla="*/ 52388 w 666750"/>
                      <a:gd name="connsiteY518" fmla="*/ 234315 h 768429"/>
                      <a:gd name="connsiteX519" fmla="*/ 49530 w 666750"/>
                      <a:gd name="connsiteY519" fmla="*/ 244793 h 768429"/>
                      <a:gd name="connsiteX520" fmla="*/ 48577 w 666750"/>
                      <a:gd name="connsiteY520" fmla="*/ 236220 h 768429"/>
                      <a:gd name="connsiteX521" fmla="*/ 45720 w 666750"/>
                      <a:gd name="connsiteY521" fmla="*/ 240983 h 768429"/>
                      <a:gd name="connsiteX522" fmla="*/ 47625 w 666750"/>
                      <a:gd name="connsiteY522" fmla="*/ 232410 h 768429"/>
                      <a:gd name="connsiteX523" fmla="*/ 47625 w 666750"/>
                      <a:gd name="connsiteY523" fmla="*/ 223838 h 768429"/>
                      <a:gd name="connsiteX524" fmla="*/ 43815 w 666750"/>
                      <a:gd name="connsiteY524" fmla="*/ 223838 h 768429"/>
                      <a:gd name="connsiteX525" fmla="*/ 40957 w 666750"/>
                      <a:gd name="connsiteY525" fmla="*/ 232410 h 768429"/>
                      <a:gd name="connsiteX526" fmla="*/ 41910 w 666750"/>
                      <a:gd name="connsiteY526" fmla="*/ 228600 h 768429"/>
                      <a:gd name="connsiteX527" fmla="*/ 38100 w 666750"/>
                      <a:gd name="connsiteY527" fmla="*/ 246698 h 768429"/>
                      <a:gd name="connsiteX528" fmla="*/ 34290 w 666750"/>
                      <a:gd name="connsiteY528" fmla="*/ 264795 h 768429"/>
                      <a:gd name="connsiteX529" fmla="*/ 33338 w 666750"/>
                      <a:gd name="connsiteY529" fmla="*/ 264795 h 76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Lst>
                    <a:rect l="l" t="t" r="r" b="b"/>
                    <a:pathLst>
                      <a:path w="666750" h="768429">
                        <a:moveTo>
                          <a:pt x="665798" y="741045"/>
                        </a:moveTo>
                        <a:cubicBezTo>
                          <a:pt x="660082" y="742950"/>
                          <a:pt x="654368" y="745808"/>
                          <a:pt x="648653" y="748665"/>
                        </a:cubicBezTo>
                        <a:cubicBezTo>
                          <a:pt x="652463" y="747713"/>
                          <a:pt x="655320" y="745808"/>
                          <a:pt x="659130" y="743903"/>
                        </a:cubicBezTo>
                        <a:cubicBezTo>
                          <a:pt x="658178" y="744855"/>
                          <a:pt x="656273" y="744855"/>
                          <a:pt x="655320" y="745808"/>
                        </a:cubicBezTo>
                        <a:cubicBezTo>
                          <a:pt x="656273" y="745808"/>
                          <a:pt x="657225" y="744855"/>
                          <a:pt x="658178" y="744855"/>
                        </a:cubicBezTo>
                        <a:cubicBezTo>
                          <a:pt x="657225" y="745808"/>
                          <a:pt x="656273" y="745808"/>
                          <a:pt x="655320" y="746760"/>
                        </a:cubicBezTo>
                        <a:cubicBezTo>
                          <a:pt x="655320" y="746760"/>
                          <a:pt x="656273" y="746760"/>
                          <a:pt x="656273" y="745808"/>
                        </a:cubicBezTo>
                        <a:cubicBezTo>
                          <a:pt x="644843" y="750570"/>
                          <a:pt x="633413" y="753428"/>
                          <a:pt x="621982" y="755333"/>
                        </a:cubicBezTo>
                        <a:cubicBezTo>
                          <a:pt x="616268" y="756285"/>
                          <a:pt x="610553" y="758190"/>
                          <a:pt x="604838" y="759143"/>
                        </a:cubicBezTo>
                        <a:cubicBezTo>
                          <a:pt x="602932" y="759143"/>
                          <a:pt x="601028" y="758190"/>
                          <a:pt x="598170" y="758190"/>
                        </a:cubicBezTo>
                        <a:cubicBezTo>
                          <a:pt x="596265" y="758190"/>
                          <a:pt x="594360" y="759143"/>
                          <a:pt x="591503" y="758190"/>
                        </a:cubicBezTo>
                        <a:cubicBezTo>
                          <a:pt x="588645" y="758190"/>
                          <a:pt x="588645" y="757238"/>
                          <a:pt x="585788" y="758190"/>
                        </a:cubicBezTo>
                        <a:cubicBezTo>
                          <a:pt x="586740" y="758190"/>
                          <a:pt x="587693" y="757238"/>
                          <a:pt x="588645" y="757238"/>
                        </a:cubicBezTo>
                        <a:cubicBezTo>
                          <a:pt x="586740" y="757238"/>
                          <a:pt x="584835" y="758190"/>
                          <a:pt x="582930" y="758190"/>
                        </a:cubicBezTo>
                        <a:cubicBezTo>
                          <a:pt x="580073" y="759143"/>
                          <a:pt x="576263" y="758190"/>
                          <a:pt x="573405" y="759143"/>
                        </a:cubicBezTo>
                        <a:cubicBezTo>
                          <a:pt x="575310" y="758190"/>
                          <a:pt x="577215" y="757238"/>
                          <a:pt x="578168" y="755333"/>
                        </a:cubicBezTo>
                        <a:cubicBezTo>
                          <a:pt x="575310" y="754380"/>
                          <a:pt x="572453" y="754380"/>
                          <a:pt x="569595" y="753428"/>
                        </a:cubicBezTo>
                        <a:cubicBezTo>
                          <a:pt x="570548" y="749618"/>
                          <a:pt x="570548" y="747713"/>
                          <a:pt x="567690" y="744855"/>
                        </a:cubicBezTo>
                        <a:cubicBezTo>
                          <a:pt x="566738" y="743903"/>
                          <a:pt x="564832" y="742950"/>
                          <a:pt x="563880" y="742950"/>
                        </a:cubicBezTo>
                        <a:cubicBezTo>
                          <a:pt x="561975" y="742950"/>
                          <a:pt x="561023" y="742950"/>
                          <a:pt x="559118" y="741998"/>
                        </a:cubicBezTo>
                        <a:cubicBezTo>
                          <a:pt x="557213" y="741045"/>
                          <a:pt x="555307" y="740093"/>
                          <a:pt x="554355" y="739140"/>
                        </a:cubicBezTo>
                        <a:cubicBezTo>
                          <a:pt x="555307" y="738188"/>
                          <a:pt x="555307" y="737235"/>
                          <a:pt x="556260" y="737235"/>
                        </a:cubicBezTo>
                        <a:cubicBezTo>
                          <a:pt x="556260" y="737235"/>
                          <a:pt x="558165" y="737235"/>
                          <a:pt x="558165" y="736283"/>
                        </a:cubicBezTo>
                        <a:cubicBezTo>
                          <a:pt x="558165" y="735330"/>
                          <a:pt x="558165" y="732473"/>
                          <a:pt x="558165" y="731520"/>
                        </a:cubicBezTo>
                        <a:cubicBezTo>
                          <a:pt x="557213" y="727710"/>
                          <a:pt x="554355" y="723900"/>
                          <a:pt x="552450" y="721043"/>
                        </a:cubicBezTo>
                        <a:cubicBezTo>
                          <a:pt x="550545" y="718185"/>
                          <a:pt x="548640" y="714375"/>
                          <a:pt x="546735" y="711518"/>
                        </a:cubicBezTo>
                        <a:cubicBezTo>
                          <a:pt x="541973" y="703898"/>
                          <a:pt x="538163" y="695325"/>
                          <a:pt x="533400" y="687705"/>
                        </a:cubicBezTo>
                        <a:cubicBezTo>
                          <a:pt x="532448" y="685800"/>
                          <a:pt x="529590" y="681990"/>
                          <a:pt x="529590" y="679133"/>
                        </a:cubicBezTo>
                        <a:cubicBezTo>
                          <a:pt x="529590" y="678180"/>
                          <a:pt x="529590" y="678180"/>
                          <a:pt x="529590" y="678180"/>
                        </a:cubicBezTo>
                        <a:cubicBezTo>
                          <a:pt x="529590" y="678180"/>
                          <a:pt x="529590" y="678180"/>
                          <a:pt x="529590" y="678180"/>
                        </a:cubicBezTo>
                        <a:cubicBezTo>
                          <a:pt x="529590" y="676275"/>
                          <a:pt x="529590" y="675323"/>
                          <a:pt x="530543" y="674370"/>
                        </a:cubicBezTo>
                        <a:cubicBezTo>
                          <a:pt x="531495" y="672465"/>
                          <a:pt x="532448" y="670560"/>
                          <a:pt x="533400" y="669608"/>
                        </a:cubicBezTo>
                        <a:cubicBezTo>
                          <a:pt x="535305" y="667703"/>
                          <a:pt x="539115" y="666750"/>
                          <a:pt x="541020" y="664845"/>
                        </a:cubicBezTo>
                        <a:cubicBezTo>
                          <a:pt x="541973" y="662940"/>
                          <a:pt x="539115" y="659130"/>
                          <a:pt x="542925" y="657225"/>
                        </a:cubicBezTo>
                        <a:cubicBezTo>
                          <a:pt x="538163" y="650558"/>
                          <a:pt x="539115" y="642938"/>
                          <a:pt x="534353" y="636270"/>
                        </a:cubicBezTo>
                        <a:cubicBezTo>
                          <a:pt x="531495" y="631508"/>
                          <a:pt x="528638" y="627698"/>
                          <a:pt x="525780" y="622935"/>
                        </a:cubicBezTo>
                        <a:cubicBezTo>
                          <a:pt x="522923" y="619125"/>
                          <a:pt x="520065" y="614363"/>
                          <a:pt x="517207" y="610553"/>
                        </a:cubicBezTo>
                        <a:cubicBezTo>
                          <a:pt x="515303" y="607695"/>
                          <a:pt x="513398" y="604838"/>
                          <a:pt x="511492" y="602933"/>
                        </a:cubicBezTo>
                        <a:cubicBezTo>
                          <a:pt x="510540" y="601028"/>
                          <a:pt x="509588" y="599123"/>
                          <a:pt x="507682" y="597218"/>
                        </a:cubicBezTo>
                        <a:cubicBezTo>
                          <a:pt x="506730" y="595313"/>
                          <a:pt x="505778" y="595313"/>
                          <a:pt x="506730" y="592455"/>
                        </a:cubicBezTo>
                        <a:cubicBezTo>
                          <a:pt x="507682" y="592455"/>
                          <a:pt x="508635" y="594360"/>
                          <a:pt x="509588" y="593408"/>
                        </a:cubicBezTo>
                        <a:cubicBezTo>
                          <a:pt x="510540" y="592455"/>
                          <a:pt x="509588" y="582930"/>
                          <a:pt x="509588" y="581025"/>
                        </a:cubicBezTo>
                        <a:cubicBezTo>
                          <a:pt x="509588" y="574358"/>
                          <a:pt x="509588" y="568643"/>
                          <a:pt x="509588" y="561975"/>
                        </a:cubicBezTo>
                        <a:cubicBezTo>
                          <a:pt x="509588" y="553403"/>
                          <a:pt x="509588" y="546735"/>
                          <a:pt x="503873" y="539115"/>
                        </a:cubicBezTo>
                        <a:cubicBezTo>
                          <a:pt x="501015" y="535305"/>
                          <a:pt x="495300" y="530543"/>
                          <a:pt x="491490" y="527685"/>
                        </a:cubicBezTo>
                        <a:cubicBezTo>
                          <a:pt x="489585" y="526733"/>
                          <a:pt x="491490" y="526733"/>
                          <a:pt x="488632" y="526733"/>
                        </a:cubicBezTo>
                        <a:cubicBezTo>
                          <a:pt x="487680" y="526733"/>
                          <a:pt x="486728" y="527685"/>
                          <a:pt x="485775" y="527685"/>
                        </a:cubicBezTo>
                        <a:cubicBezTo>
                          <a:pt x="482917" y="528638"/>
                          <a:pt x="481013" y="529590"/>
                          <a:pt x="478155" y="530543"/>
                        </a:cubicBezTo>
                        <a:cubicBezTo>
                          <a:pt x="469582" y="530543"/>
                          <a:pt x="461010" y="526733"/>
                          <a:pt x="452438" y="526733"/>
                        </a:cubicBezTo>
                        <a:cubicBezTo>
                          <a:pt x="447675" y="526733"/>
                          <a:pt x="443865" y="528638"/>
                          <a:pt x="439103" y="530543"/>
                        </a:cubicBezTo>
                        <a:cubicBezTo>
                          <a:pt x="436245" y="531495"/>
                          <a:pt x="432435" y="532448"/>
                          <a:pt x="429578" y="534353"/>
                        </a:cubicBezTo>
                        <a:cubicBezTo>
                          <a:pt x="426720" y="536258"/>
                          <a:pt x="422910" y="534353"/>
                          <a:pt x="420053" y="536258"/>
                        </a:cubicBezTo>
                        <a:cubicBezTo>
                          <a:pt x="419100" y="537210"/>
                          <a:pt x="419100" y="539115"/>
                          <a:pt x="416242" y="538163"/>
                        </a:cubicBezTo>
                        <a:cubicBezTo>
                          <a:pt x="413385" y="537210"/>
                          <a:pt x="411480" y="533400"/>
                          <a:pt x="408623" y="533400"/>
                        </a:cubicBezTo>
                        <a:cubicBezTo>
                          <a:pt x="406717" y="533400"/>
                          <a:pt x="401955" y="534353"/>
                          <a:pt x="400050" y="534353"/>
                        </a:cubicBezTo>
                        <a:cubicBezTo>
                          <a:pt x="397192" y="534353"/>
                          <a:pt x="395288" y="534353"/>
                          <a:pt x="392430" y="535305"/>
                        </a:cubicBezTo>
                        <a:cubicBezTo>
                          <a:pt x="388620" y="535305"/>
                          <a:pt x="384810" y="537210"/>
                          <a:pt x="381953" y="537210"/>
                        </a:cubicBezTo>
                        <a:cubicBezTo>
                          <a:pt x="377190" y="538163"/>
                          <a:pt x="371475" y="533400"/>
                          <a:pt x="366713" y="531495"/>
                        </a:cubicBezTo>
                        <a:cubicBezTo>
                          <a:pt x="360998" y="527685"/>
                          <a:pt x="355282" y="523875"/>
                          <a:pt x="349567" y="520065"/>
                        </a:cubicBezTo>
                        <a:cubicBezTo>
                          <a:pt x="347663" y="519113"/>
                          <a:pt x="347663" y="519113"/>
                          <a:pt x="345757" y="519113"/>
                        </a:cubicBezTo>
                        <a:cubicBezTo>
                          <a:pt x="343853" y="519113"/>
                          <a:pt x="343853" y="520065"/>
                          <a:pt x="341948" y="520065"/>
                        </a:cubicBezTo>
                        <a:cubicBezTo>
                          <a:pt x="340995" y="520065"/>
                          <a:pt x="340042" y="519113"/>
                          <a:pt x="340042" y="519113"/>
                        </a:cubicBezTo>
                        <a:cubicBezTo>
                          <a:pt x="338138" y="518160"/>
                          <a:pt x="335280" y="517208"/>
                          <a:pt x="333375" y="516255"/>
                        </a:cubicBezTo>
                        <a:cubicBezTo>
                          <a:pt x="325755" y="513398"/>
                          <a:pt x="317182" y="513398"/>
                          <a:pt x="309563" y="513398"/>
                        </a:cubicBezTo>
                        <a:cubicBezTo>
                          <a:pt x="300990" y="513398"/>
                          <a:pt x="292417" y="514350"/>
                          <a:pt x="283845" y="513398"/>
                        </a:cubicBezTo>
                        <a:cubicBezTo>
                          <a:pt x="275273" y="512445"/>
                          <a:pt x="267653" y="508635"/>
                          <a:pt x="259080" y="506730"/>
                        </a:cubicBezTo>
                        <a:cubicBezTo>
                          <a:pt x="252413" y="504825"/>
                          <a:pt x="247650" y="501968"/>
                          <a:pt x="240982" y="501015"/>
                        </a:cubicBezTo>
                        <a:cubicBezTo>
                          <a:pt x="236220" y="500063"/>
                          <a:pt x="232410" y="500063"/>
                          <a:pt x="228600" y="498158"/>
                        </a:cubicBezTo>
                        <a:cubicBezTo>
                          <a:pt x="225742" y="497205"/>
                          <a:pt x="227648" y="497205"/>
                          <a:pt x="225742" y="498158"/>
                        </a:cubicBezTo>
                        <a:cubicBezTo>
                          <a:pt x="224790" y="499110"/>
                          <a:pt x="222885" y="500063"/>
                          <a:pt x="221932" y="501015"/>
                        </a:cubicBezTo>
                        <a:cubicBezTo>
                          <a:pt x="220980" y="502920"/>
                          <a:pt x="220027" y="504825"/>
                          <a:pt x="219075" y="506730"/>
                        </a:cubicBezTo>
                        <a:cubicBezTo>
                          <a:pt x="219075" y="506730"/>
                          <a:pt x="218123" y="509588"/>
                          <a:pt x="218123" y="509588"/>
                        </a:cubicBezTo>
                        <a:cubicBezTo>
                          <a:pt x="217170" y="510540"/>
                          <a:pt x="213360" y="509588"/>
                          <a:pt x="212407" y="510540"/>
                        </a:cubicBezTo>
                        <a:cubicBezTo>
                          <a:pt x="209550" y="510540"/>
                          <a:pt x="206692" y="511493"/>
                          <a:pt x="203835" y="513398"/>
                        </a:cubicBezTo>
                        <a:cubicBezTo>
                          <a:pt x="201930" y="514350"/>
                          <a:pt x="201930" y="516255"/>
                          <a:pt x="199073" y="515303"/>
                        </a:cubicBezTo>
                        <a:cubicBezTo>
                          <a:pt x="196215" y="514350"/>
                          <a:pt x="194310" y="511493"/>
                          <a:pt x="191452" y="511493"/>
                        </a:cubicBezTo>
                        <a:cubicBezTo>
                          <a:pt x="190500" y="511493"/>
                          <a:pt x="188595" y="513398"/>
                          <a:pt x="187642" y="512445"/>
                        </a:cubicBezTo>
                        <a:cubicBezTo>
                          <a:pt x="186690" y="512445"/>
                          <a:pt x="184785" y="510540"/>
                          <a:pt x="184785" y="510540"/>
                        </a:cubicBezTo>
                        <a:cubicBezTo>
                          <a:pt x="183833" y="509588"/>
                          <a:pt x="181927" y="507683"/>
                          <a:pt x="180022" y="508635"/>
                        </a:cubicBezTo>
                        <a:cubicBezTo>
                          <a:pt x="181927" y="512445"/>
                          <a:pt x="183833" y="516255"/>
                          <a:pt x="180022" y="520065"/>
                        </a:cubicBezTo>
                        <a:cubicBezTo>
                          <a:pt x="179070" y="521018"/>
                          <a:pt x="179070" y="521018"/>
                          <a:pt x="178117" y="521018"/>
                        </a:cubicBezTo>
                        <a:cubicBezTo>
                          <a:pt x="176213" y="521018"/>
                          <a:pt x="175260" y="519113"/>
                          <a:pt x="175260" y="518160"/>
                        </a:cubicBezTo>
                        <a:cubicBezTo>
                          <a:pt x="175260" y="517208"/>
                          <a:pt x="176213" y="515303"/>
                          <a:pt x="175260" y="513398"/>
                        </a:cubicBezTo>
                        <a:cubicBezTo>
                          <a:pt x="175260" y="512445"/>
                          <a:pt x="172402" y="510540"/>
                          <a:pt x="171450" y="509588"/>
                        </a:cubicBezTo>
                        <a:cubicBezTo>
                          <a:pt x="169545" y="510540"/>
                          <a:pt x="169545" y="516255"/>
                          <a:pt x="168592" y="518160"/>
                        </a:cubicBezTo>
                        <a:cubicBezTo>
                          <a:pt x="168592" y="520065"/>
                          <a:pt x="167640" y="521970"/>
                          <a:pt x="166688" y="522923"/>
                        </a:cubicBezTo>
                        <a:cubicBezTo>
                          <a:pt x="166688" y="523875"/>
                          <a:pt x="165735" y="524828"/>
                          <a:pt x="164783" y="525780"/>
                        </a:cubicBezTo>
                        <a:cubicBezTo>
                          <a:pt x="164783" y="526733"/>
                          <a:pt x="164783" y="526733"/>
                          <a:pt x="163830" y="527685"/>
                        </a:cubicBezTo>
                        <a:cubicBezTo>
                          <a:pt x="164783" y="528638"/>
                          <a:pt x="163830" y="529590"/>
                          <a:pt x="162877" y="529590"/>
                        </a:cubicBezTo>
                        <a:cubicBezTo>
                          <a:pt x="161925" y="530543"/>
                          <a:pt x="161925" y="530543"/>
                          <a:pt x="160972" y="531495"/>
                        </a:cubicBezTo>
                        <a:cubicBezTo>
                          <a:pt x="160020" y="533400"/>
                          <a:pt x="160972" y="536258"/>
                          <a:pt x="161925" y="538163"/>
                        </a:cubicBezTo>
                        <a:cubicBezTo>
                          <a:pt x="162877" y="540068"/>
                          <a:pt x="165735" y="542925"/>
                          <a:pt x="166688" y="544830"/>
                        </a:cubicBezTo>
                        <a:cubicBezTo>
                          <a:pt x="166688" y="546735"/>
                          <a:pt x="165735" y="547688"/>
                          <a:pt x="165735" y="549593"/>
                        </a:cubicBezTo>
                        <a:cubicBezTo>
                          <a:pt x="165735" y="551498"/>
                          <a:pt x="166688" y="553403"/>
                          <a:pt x="167640" y="555308"/>
                        </a:cubicBezTo>
                        <a:cubicBezTo>
                          <a:pt x="168592" y="557213"/>
                          <a:pt x="168592" y="559118"/>
                          <a:pt x="168592" y="561975"/>
                        </a:cubicBezTo>
                        <a:cubicBezTo>
                          <a:pt x="164783" y="559118"/>
                          <a:pt x="156210" y="553403"/>
                          <a:pt x="151447" y="555308"/>
                        </a:cubicBezTo>
                        <a:cubicBezTo>
                          <a:pt x="149542" y="556260"/>
                          <a:pt x="150495" y="555308"/>
                          <a:pt x="149542" y="557213"/>
                        </a:cubicBezTo>
                        <a:cubicBezTo>
                          <a:pt x="149542" y="559118"/>
                          <a:pt x="149542" y="560070"/>
                          <a:pt x="148590" y="561975"/>
                        </a:cubicBezTo>
                        <a:cubicBezTo>
                          <a:pt x="148590" y="562928"/>
                          <a:pt x="147638" y="566738"/>
                          <a:pt x="145733" y="566738"/>
                        </a:cubicBezTo>
                        <a:cubicBezTo>
                          <a:pt x="144780" y="566738"/>
                          <a:pt x="142875" y="565785"/>
                          <a:pt x="141922" y="564833"/>
                        </a:cubicBezTo>
                        <a:cubicBezTo>
                          <a:pt x="141922" y="564833"/>
                          <a:pt x="141922" y="565785"/>
                          <a:pt x="142875" y="565785"/>
                        </a:cubicBezTo>
                        <a:cubicBezTo>
                          <a:pt x="140970" y="566738"/>
                          <a:pt x="138113" y="562928"/>
                          <a:pt x="136208" y="561975"/>
                        </a:cubicBezTo>
                        <a:cubicBezTo>
                          <a:pt x="133350" y="561023"/>
                          <a:pt x="131445" y="559118"/>
                          <a:pt x="128588" y="557213"/>
                        </a:cubicBezTo>
                        <a:cubicBezTo>
                          <a:pt x="126682" y="555308"/>
                          <a:pt x="123825" y="553403"/>
                          <a:pt x="121920" y="551498"/>
                        </a:cubicBezTo>
                        <a:cubicBezTo>
                          <a:pt x="120015" y="549593"/>
                          <a:pt x="119063" y="546735"/>
                          <a:pt x="118110" y="543878"/>
                        </a:cubicBezTo>
                        <a:cubicBezTo>
                          <a:pt x="115252" y="538163"/>
                          <a:pt x="111442" y="532448"/>
                          <a:pt x="109538" y="525780"/>
                        </a:cubicBezTo>
                        <a:cubicBezTo>
                          <a:pt x="106680" y="519113"/>
                          <a:pt x="104775" y="513398"/>
                          <a:pt x="97155" y="510540"/>
                        </a:cubicBezTo>
                        <a:cubicBezTo>
                          <a:pt x="95250" y="509588"/>
                          <a:pt x="94297" y="509588"/>
                          <a:pt x="92392" y="510540"/>
                        </a:cubicBezTo>
                        <a:cubicBezTo>
                          <a:pt x="91440" y="510540"/>
                          <a:pt x="89535" y="512445"/>
                          <a:pt x="89535" y="512445"/>
                        </a:cubicBezTo>
                        <a:cubicBezTo>
                          <a:pt x="88582" y="513398"/>
                          <a:pt x="89535" y="513398"/>
                          <a:pt x="88582" y="514350"/>
                        </a:cubicBezTo>
                        <a:cubicBezTo>
                          <a:pt x="87630" y="515303"/>
                          <a:pt x="86677" y="515303"/>
                          <a:pt x="85725" y="515303"/>
                        </a:cubicBezTo>
                        <a:cubicBezTo>
                          <a:pt x="84772" y="516255"/>
                          <a:pt x="82867" y="516255"/>
                          <a:pt x="83820" y="518160"/>
                        </a:cubicBezTo>
                        <a:cubicBezTo>
                          <a:pt x="82867" y="518160"/>
                          <a:pt x="81915" y="517208"/>
                          <a:pt x="81915" y="517208"/>
                        </a:cubicBezTo>
                        <a:cubicBezTo>
                          <a:pt x="81915" y="518160"/>
                          <a:pt x="81915" y="518160"/>
                          <a:pt x="81915" y="519113"/>
                        </a:cubicBezTo>
                        <a:cubicBezTo>
                          <a:pt x="79057" y="518160"/>
                          <a:pt x="80010" y="514350"/>
                          <a:pt x="79057" y="512445"/>
                        </a:cubicBezTo>
                        <a:cubicBezTo>
                          <a:pt x="78105" y="509588"/>
                          <a:pt x="77152" y="506730"/>
                          <a:pt x="76200" y="504825"/>
                        </a:cubicBezTo>
                        <a:cubicBezTo>
                          <a:pt x="75247" y="501968"/>
                          <a:pt x="74295" y="498158"/>
                          <a:pt x="72390" y="496253"/>
                        </a:cubicBezTo>
                        <a:cubicBezTo>
                          <a:pt x="71438" y="494348"/>
                          <a:pt x="70485" y="493395"/>
                          <a:pt x="69532" y="489585"/>
                        </a:cubicBezTo>
                        <a:cubicBezTo>
                          <a:pt x="70485" y="491490"/>
                          <a:pt x="71438" y="492443"/>
                          <a:pt x="72390" y="494348"/>
                        </a:cubicBezTo>
                        <a:cubicBezTo>
                          <a:pt x="71438" y="490538"/>
                          <a:pt x="69532" y="487680"/>
                          <a:pt x="69532" y="483870"/>
                        </a:cubicBezTo>
                        <a:cubicBezTo>
                          <a:pt x="69532" y="483870"/>
                          <a:pt x="68580" y="483870"/>
                          <a:pt x="68580" y="483870"/>
                        </a:cubicBezTo>
                        <a:cubicBezTo>
                          <a:pt x="68580" y="481965"/>
                          <a:pt x="68580" y="481965"/>
                          <a:pt x="67627" y="481013"/>
                        </a:cubicBezTo>
                        <a:cubicBezTo>
                          <a:pt x="67627" y="481013"/>
                          <a:pt x="67627" y="479108"/>
                          <a:pt x="66675" y="479108"/>
                        </a:cubicBezTo>
                        <a:cubicBezTo>
                          <a:pt x="65722" y="477203"/>
                          <a:pt x="64770" y="475298"/>
                          <a:pt x="64770" y="472440"/>
                        </a:cubicBezTo>
                        <a:cubicBezTo>
                          <a:pt x="64770" y="467678"/>
                          <a:pt x="63817" y="463868"/>
                          <a:pt x="60960" y="461010"/>
                        </a:cubicBezTo>
                        <a:cubicBezTo>
                          <a:pt x="60960" y="462915"/>
                          <a:pt x="60007" y="461963"/>
                          <a:pt x="58102" y="462915"/>
                        </a:cubicBezTo>
                        <a:cubicBezTo>
                          <a:pt x="56197" y="463868"/>
                          <a:pt x="57150" y="462915"/>
                          <a:pt x="56197" y="464820"/>
                        </a:cubicBezTo>
                        <a:cubicBezTo>
                          <a:pt x="54292" y="466725"/>
                          <a:pt x="53340" y="468630"/>
                          <a:pt x="53340" y="471488"/>
                        </a:cubicBezTo>
                        <a:cubicBezTo>
                          <a:pt x="52388" y="476250"/>
                          <a:pt x="56197" y="481013"/>
                          <a:pt x="57150" y="485775"/>
                        </a:cubicBezTo>
                        <a:cubicBezTo>
                          <a:pt x="58102" y="488633"/>
                          <a:pt x="58102" y="490538"/>
                          <a:pt x="58102" y="493395"/>
                        </a:cubicBezTo>
                        <a:cubicBezTo>
                          <a:pt x="58102" y="494348"/>
                          <a:pt x="60007" y="499110"/>
                          <a:pt x="59055" y="500063"/>
                        </a:cubicBezTo>
                        <a:cubicBezTo>
                          <a:pt x="58102" y="500063"/>
                          <a:pt x="58102" y="499110"/>
                          <a:pt x="57150" y="499110"/>
                        </a:cubicBezTo>
                        <a:cubicBezTo>
                          <a:pt x="55245" y="499110"/>
                          <a:pt x="56197" y="500063"/>
                          <a:pt x="56197" y="501015"/>
                        </a:cubicBezTo>
                        <a:cubicBezTo>
                          <a:pt x="55245" y="502920"/>
                          <a:pt x="54292" y="505778"/>
                          <a:pt x="54292" y="507683"/>
                        </a:cubicBezTo>
                        <a:cubicBezTo>
                          <a:pt x="52388" y="506730"/>
                          <a:pt x="52388" y="505778"/>
                          <a:pt x="51435" y="503873"/>
                        </a:cubicBezTo>
                        <a:cubicBezTo>
                          <a:pt x="51435" y="503873"/>
                          <a:pt x="49530" y="502920"/>
                          <a:pt x="49530" y="502920"/>
                        </a:cubicBezTo>
                        <a:cubicBezTo>
                          <a:pt x="48577" y="501968"/>
                          <a:pt x="48577" y="503873"/>
                          <a:pt x="47625" y="502920"/>
                        </a:cubicBezTo>
                        <a:cubicBezTo>
                          <a:pt x="44767" y="501015"/>
                          <a:pt x="43815" y="496253"/>
                          <a:pt x="42863" y="494348"/>
                        </a:cubicBezTo>
                        <a:cubicBezTo>
                          <a:pt x="39052" y="488633"/>
                          <a:pt x="36195" y="481965"/>
                          <a:pt x="33338" y="476250"/>
                        </a:cubicBezTo>
                        <a:cubicBezTo>
                          <a:pt x="28575" y="467678"/>
                          <a:pt x="26670" y="456248"/>
                          <a:pt x="24765" y="446723"/>
                        </a:cubicBezTo>
                        <a:cubicBezTo>
                          <a:pt x="23813" y="442913"/>
                          <a:pt x="23813" y="440055"/>
                          <a:pt x="22860" y="436245"/>
                        </a:cubicBezTo>
                        <a:cubicBezTo>
                          <a:pt x="21907" y="430530"/>
                          <a:pt x="19050" y="425768"/>
                          <a:pt x="19050" y="420053"/>
                        </a:cubicBezTo>
                        <a:cubicBezTo>
                          <a:pt x="19050" y="416243"/>
                          <a:pt x="19050" y="413385"/>
                          <a:pt x="20002" y="409575"/>
                        </a:cubicBezTo>
                        <a:cubicBezTo>
                          <a:pt x="20955" y="405765"/>
                          <a:pt x="20955" y="399098"/>
                          <a:pt x="23813" y="396240"/>
                        </a:cubicBezTo>
                        <a:cubicBezTo>
                          <a:pt x="27622" y="392430"/>
                          <a:pt x="28575" y="398145"/>
                          <a:pt x="31432" y="397193"/>
                        </a:cubicBezTo>
                        <a:cubicBezTo>
                          <a:pt x="33338" y="397193"/>
                          <a:pt x="33338" y="394335"/>
                          <a:pt x="35242" y="393383"/>
                        </a:cubicBezTo>
                        <a:cubicBezTo>
                          <a:pt x="35242" y="394335"/>
                          <a:pt x="36195" y="395288"/>
                          <a:pt x="37147" y="396240"/>
                        </a:cubicBezTo>
                        <a:cubicBezTo>
                          <a:pt x="38100" y="393383"/>
                          <a:pt x="36195" y="393383"/>
                          <a:pt x="35242" y="391478"/>
                        </a:cubicBezTo>
                        <a:cubicBezTo>
                          <a:pt x="34290" y="389573"/>
                          <a:pt x="35242" y="387668"/>
                          <a:pt x="34290" y="385763"/>
                        </a:cubicBezTo>
                        <a:cubicBezTo>
                          <a:pt x="33338" y="388620"/>
                          <a:pt x="30480" y="386715"/>
                          <a:pt x="31432" y="383858"/>
                        </a:cubicBezTo>
                        <a:cubicBezTo>
                          <a:pt x="33338" y="385763"/>
                          <a:pt x="35242" y="381953"/>
                          <a:pt x="36195" y="381000"/>
                        </a:cubicBezTo>
                        <a:cubicBezTo>
                          <a:pt x="37147" y="380048"/>
                          <a:pt x="40957" y="377190"/>
                          <a:pt x="41910" y="376238"/>
                        </a:cubicBezTo>
                        <a:cubicBezTo>
                          <a:pt x="42863" y="376238"/>
                          <a:pt x="45720" y="377190"/>
                          <a:pt x="46672" y="378143"/>
                        </a:cubicBezTo>
                        <a:cubicBezTo>
                          <a:pt x="47625" y="379095"/>
                          <a:pt x="47625" y="381000"/>
                          <a:pt x="48577" y="381000"/>
                        </a:cubicBezTo>
                        <a:cubicBezTo>
                          <a:pt x="49530" y="381000"/>
                          <a:pt x="50482" y="376238"/>
                          <a:pt x="51435" y="374333"/>
                        </a:cubicBezTo>
                        <a:cubicBezTo>
                          <a:pt x="54292" y="376238"/>
                          <a:pt x="56197" y="379095"/>
                          <a:pt x="58102" y="381953"/>
                        </a:cubicBezTo>
                        <a:cubicBezTo>
                          <a:pt x="60960" y="385763"/>
                          <a:pt x="60960" y="391478"/>
                          <a:pt x="62865" y="395288"/>
                        </a:cubicBezTo>
                        <a:cubicBezTo>
                          <a:pt x="64770" y="398145"/>
                          <a:pt x="65722" y="401955"/>
                          <a:pt x="67627" y="404813"/>
                        </a:cubicBezTo>
                        <a:cubicBezTo>
                          <a:pt x="70485" y="408623"/>
                          <a:pt x="73342" y="411480"/>
                          <a:pt x="76200" y="415290"/>
                        </a:cubicBezTo>
                        <a:cubicBezTo>
                          <a:pt x="78105" y="399098"/>
                          <a:pt x="67627" y="383858"/>
                          <a:pt x="61913" y="369570"/>
                        </a:cubicBezTo>
                        <a:cubicBezTo>
                          <a:pt x="59055" y="361950"/>
                          <a:pt x="59055" y="352425"/>
                          <a:pt x="60960" y="344805"/>
                        </a:cubicBezTo>
                        <a:cubicBezTo>
                          <a:pt x="61913" y="341948"/>
                          <a:pt x="62865" y="338138"/>
                          <a:pt x="63817" y="335280"/>
                        </a:cubicBezTo>
                        <a:cubicBezTo>
                          <a:pt x="63817" y="333375"/>
                          <a:pt x="64770" y="322898"/>
                          <a:pt x="67627" y="324803"/>
                        </a:cubicBezTo>
                        <a:cubicBezTo>
                          <a:pt x="68580" y="319088"/>
                          <a:pt x="69532" y="315278"/>
                          <a:pt x="72390" y="310515"/>
                        </a:cubicBezTo>
                        <a:cubicBezTo>
                          <a:pt x="71438" y="310515"/>
                          <a:pt x="71438" y="310515"/>
                          <a:pt x="70485" y="310515"/>
                        </a:cubicBezTo>
                        <a:cubicBezTo>
                          <a:pt x="72390" y="308610"/>
                          <a:pt x="68580" y="308610"/>
                          <a:pt x="70485" y="306705"/>
                        </a:cubicBezTo>
                        <a:cubicBezTo>
                          <a:pt x="71438" y="305753"/>
                          <a:pt x="72390" y="306705"/>
                          <a:pt x="73342" y="304800"/>
                        </a:cubicBezTo>
                        <a:cubicBezTo>
                          <a:pt x="74295" y="302895"/>
                          <a:pt x="73342" y="300990"/>
                          <a:pt x="72390" y="299085"/>
                        </a:cubicBezTo>
                        <a:cubicBezTo>
                          <a:pt x="71438" y="296228"/>
                          <a:pt x="71438" y="294323"/>
                          <a:pt x="70485" y="291465"/>
                        </a:cubicBezTo>
                        <a:cubicBezTo>
                          <a:pt x="70485" y="290513"/>
                          <a:pt x="68580" y="289560"/>
                          <a:pt x="68580" y="287655"/>
                        </a:cubicBezTo>
                        <a:cubicBezTo>
                          <a:pt x="68580" y="285750"/>
                          <a:pt x="68580" y="284798"/>
                          <a:pt x="68580" y="282893"/>
                        </a:cubicBezTo>
                        <a:cubicBezTo>
                          <a:pt x="67627" y="279083"/>
                          <a:pt x="66675" y="274320"/>
                          <a:pt x="67627" y="270510"/>
                        </a:cubicBezTo>
                        <a:cubicBezTo>
                          <a:pt x="67627" y="272415"/>
                          <a:pt x="67627" y="274320"/>
                          <a:pt x="68580" y="276225"/>
                        </a:cubicBezTo>
                        <a:cubicBezTo>
                          <a:pt x="68580" y="278130"/>
                          <a:pt x="69532" y="279083"/>
                          <a:pt x="70485" y="280035"/>
                        </a:cubicBezTo>
                        <a:cubicBezTo>
                          <a:pt x="71438" y="282893"/>
                          <a:pt x="69532" y="285750"/>
                          <a:pt x="71438" y="288608"/>
                        </a:cubicBezTo>
                        <a:cubicBezTo>
                          <a:pt x="72390" y="284798"/>
                          <a:pt x="72390" y="280988"/>
                          <a:pt x="73342" y="277178"/>
                        </a:cubicBezTo>
                        <a:cubicBezTo>
                          <a:pt x="73342" y="275273"/>
                          <a:pt x="73342" y="273368"/>
                          <a:pt x="73342" y="272415"/>
                        </a:cubicBezTo>
                        <a:cubicBezTo>
                          <a:pt x="73342" y="270510"/>
                          <a:pt x="70485" y="267653"/>
                          <a:pt x="74295" y="267653"/>
                        </a:cubicBezTo>
                        <a:cubicBezTo>
                          <a:pt x="74295" y="268605"/>
                          <a:pt x="74295" y="269558"/>
                          <a:pt x="74295" y="269558"/>
                        </a:cubicBezTo>
                        <a:cubicBezTo>
                          <a:pt x="76200" y="265748"/>
                          <a:pt x="77152" y="260985"/>
                          <a:pt x="77152" y="257175"/>
                        </a:cubicBezTo>
                        <a:cubicBezTo>
                          <a:pt x="77152" y="254318"/>
                          <a:pt x="76200" y="252413"/>
                          <a:pt x="78105" y="250508"/>
                        </a:cubicBezTo>
                        <a:cubicBezTo>
                          <a:pt x="80010" y="248603"/>
                          <a:pt x="81915" y="247650"/>
                          <a:pt x="82867" y="244793"/>
                        </a:cubicBezTo>
                        <a:cubicBezTo>
                          <a:pt x="80963" y="246698"/>
                          <a:pt x="78105" y="247650"/>
                          <a:pt x="77152" y="249555"/>
                        </a:cubicBezTo>
                        <a:cubicBezTo>
                          <a:pt x="77152" y="247650"/>
                          <a:pt x="79057" y="245745"/>
                          <a:pt x="80963" y="243840"/>
                        </a:cubicBezTo>
                        <a:cubicBezTo>
                          <a:pt x="82867" y="241935"/>
                          <a:pt x="84772" y="240983"/>
                          <a:pt x="85725" y="239078"/>
                        </a:cubicBezTo>
                        <a:cubicBezTo>
                          <a:pt x="86677" y="238125"/>
                          <a:pt x="88582" y="234315"/>
                          <a:pt x="88582" y="237173"/>
                        </a:cubicBezTo>
                        <a:cubicBezTo>
                          <a:pt x="89535" y="236220"/>
                          <a:pt x="90488" y="235268"/>
                          <a:pt x="91440" y="233363"/>
                        </a:cubicBezTo>
                        <a:cubicBezTo>
                          <a:pt x="89535" y="235268"/>
                          <a:pt x="88582" y="232410"/>
                          <a:pt x="88582" y="230505"/>
                        </a:cubicBezTo>
                        <a:cubicBezTo>
                          <a:pt x="87630" y="228600"/>
                          <a:pt x="87630" y="230505"/>
                          <a:pt x="87630" y="228600"/>
                        </a:cubicBezTo>
                        <a:cubicBezTo>
                          <a:pt x="87630" y="227648"/>
                          <a:pt x="87630" y="226695"/>
                          <a:pt x="87630" y="225743"/>
                        </a:cubicBezTo>
                        <a:cubicBezTo>
                          <a:pt x="88582" y="221933"/>
                          <a:pt x="88582" y="217170"/>
                          <a:pt x="91440" y="214313"/>
                        </a:cubicBezTo>
                        <a:cubicBezTo>
                          <a:pt x="92392" y="212408"/>
                          <a:pt x="93345" y="211455"/>
                          <a:pt x="94297" y="209550"/>
                        </a:cubicBezTo>
                        <a:cubicBezTo>
                          <a:pt x="95250" y="207645"/>
                          <a:pt x="95250" y="207645"/>
                          <a:pt x="97155" y="205740"/>
                        </a:cubicBezTo>
                        <a:cubicBezTo>
                          <a:pt x="98107" y="204788"/>
                          <a:pt x="99060" y="203835"/>
                          <a:pt x="100013" y="201930"/>
                        </a:cubicBezTo>
                        <a:cubicBezTo>
                          <a:pt x="100965" y="200978"/>
                          <a:pt x="100965" y="200025"/>
                          <a:pt x="101917" y="199073"/>
                        </a:cubicBezTo>
                        <a:cubicBezTo>
                          <a:pt x="101917" y="198120"/>
                          <a:pt x="101917" y="196215"/>
                          <a:pt x="102870" y="196215"/>
                        </a:cubicBezTo>
                        <a:cubicBezTo>
                          <a:pt x="102870" y="196215"/>
                          <a:pt x="103822" y="196215"/>
                          <a:pt x="103822" y="196215"/>
                        </a:cubicBezTo>
                        <a:cubicBezTo>
                          <a:pt x="104775" y="195263"/>
                          <a:pt x="105727" y="194310"/>
                          <a:pt x="106680" y="193358"/>
                        </a:cubicBezTo>
                        <a:cubicBezTo>
                          <a:pt x="108585" y="191453"/>
                          <a:pt x="110490" y="188595"/>
                          <a:pt x="112395" y="185738"/>
                        </a:cubicBezTo>
                        <a:cubicBezTo>
                          <a:pt x="112395" y="186690"/>
                          <a:pt x="111442" y="187643"/>
                          <a:pt x="111442" y="188595"/>
                        </a:cubicBezTo>
                        <a:cubicBezTo>
                          <a:pt x="112395" y="187643"/>
                          <a:pt x="114300" y="186690"/>
                          <a:pt x="116205" y="186690"/>
                        </a:cubicBezTo>
                        <a:cubicBezTo>
                          <a:pt x="115252" y="188595"/>
                          <a:pt x="113347" y="188595"/>
                          <a:pt x="112395" y="189548"/>
                        </a:cubicBezTo>
                        <a:cubicBezTo>
                          <a:pt x="111442" y="191453"/>
                          <a:pt x="110490" y="193358"/>
                          <a:pt x="109538" y="195263"/>
                        </a:cubicBezTo>
                        <a:cubicBezTo>
                          <a:pt x="107632" y="199073"/>
                          <a:pt x="105727" y="201930"/>
                          <a:pt x="108585" y="205740"/>
                        </a:cubicBezTo>
                        <a:cubicBezTo>
                          <a:pt x="110490" y="202883"/>
                          <a:pt x="112395" y="200978"/>
                          <a:pt x="114300" y="198120"/>
                        </a:cubicBezTo>
                        <a:cubicBezTo>
                          <a:pt x="115252" y="197168"/>
                          <a:pt x="115252" y="195263"/>
                          <a:pt x="115252" y="194310"/>
                        </a:cubicBezTo>
                        <a:cubicBezTo>
                          <a:pt x="116205" y="192405"/>
                          <a:pt x="116205" y="193358"/>
                          <a:pt x="118110" y="192405"/>
                        </a:cubicBezTo>
                        <a:cubicBezTo>
                          <a:pt x="120015" y="191453"/>
                          <a:pt x="121920" y="187643"/>
                          <a:pt x="122872" y="186690"/>
                        </a:cubicBezTo>
                        <a:cubicBezTo>
                          <a:pt x="124777" y="184785"/>
                          <a:pt x="126682" y="181928"/>
                          <a:pt x="128588" y="180023"/>
                        </a:cubicBezTo>
                        <a:cubicBezTo>
                          <a:pt x="127635" y="180023"/>
                          <a:pt x="127635" y="180023"/>
                          <a:pt x="126682" y="180023"/>
                        </a:cubicBezTo>
                        <a:cubicBezTo>
                          <a:pt x="128588" y="177165"/>
                          <a:pt x="132397" y="176213"/>
                          <a:pt x="133350" y="172403"/>
                        </a:cubicBezTo>
                        <a:cubicBezTo>
                          <a:pt x="134302" y="169545"/>
                          <a:pt x="132397" y="170498"/>
                          <a:pt x="131445" y="169545"/>
                        </a:cubicBezTo>
                        <a:cubicBezTo>
                          <a:pt x="130492" y="168593"/>
                          <a:pt x="131445" y="166688"/>
                          <a:pt x="130492" y="164783"/>
                        </a:cubicBezTo>
                        <a:cubicBezTo>
                          <a:pt x="129540" y="166688"/>
                          <a:pt x="128588" y="169545"/>
                          <a:pt x="127635" y="171450"/>
                        </a:cubicBezTo>
                        <a:cubicBezTo>
                          <a:pt x="126682" y="173355"/>
                          <a:pt x="126682" y="176213"/>
                          <a:pt x="125730" y="178118"/>
                        </a:cubicBezTo>
                        <a:cubicBezTo>
                          <a:pt x="123825" y="177165"/>
                          <a:pt x="123825" y="179070"/>
                          <a:pt x="122872" y="180023"/>
                        </a:cubicBezTo>
                        <a:cubicBezTo>
                          <a:pt x="122872" y="180023"/>
                          <a:pt x="120967" y="180975"/>
                          <a:pt x="120015" y="180975"/>
                        </a:cubicBezTo>
                        <a:cubicBezTo>
                          <a:pt x="117157" y="180975"/>
                          <a:pt x="116205" y="180975"/>
                          <a:pt x="114300" y="179070"/>
                        </a:cubicBezTo>
                        <a:cubicBezTo>
                          <a:pt x="109538" y="175260"/>
                          <a:pt x="112395" y="170498"/>
                          <a:pt x="114300" y="166688"/>
                        </a:cubicBezTo>
                        <a:cubicBezTo>
                          <a:pt x="113347" y="168593"/>
                          <a:pt x="110490" y="169545"/>
                          <a:pt x="109538" y="171450"/>
                        </a:cubicBezTo>
                        <a:cubicBezTo>
                          <a:pt x="108585" y="170498"/>
                          <a:pt x="107632" y="170498"/>
                          <a:pt x="106680" y="170498"/>
                        </a:cubicBezTo>
                        <a:cubicBezTo>
                          <a:pt x="107632" y="167640"/>
                          <a:pt x="108585" y="168593"/>
                          <a:pt x="110490" y="167640"/>
                        </a:cubicBezTo>
                        <a:cubicBezTo>
                          <a:pt x="112395" y="166688"/>
                          <a:pt x="115252" y="161925"/>
                          <a:pt x="115252" y="160020"/>
                        </a:cubicBezTo>
                        <a:cubicBezTo>
                          <a:pt x="114300" y="154305"/>
                          <a:pt x="107632" y="160020"/>
                          <a:pt x="105727" y="162878"/>
                        </a:cubicBezTo>
                        <a:cubicBezTo>
                          <a:pt x="101917" y="167640"/>
                          <a:pt x="98107" y="172403"/>
                          <a:pt x="95250" y="178118"/>
                        </a:cubicBezTo>
                        <a:cubicBezTo>
                          <a:pt x="93345" y="180975"/>
                          <a:pt x="92392" y="186690"/>
                          <a:pt x="89535" y="189548"/>
                        </a:cubicBezTo>
                        <a:cubicBezTo>
                          <a:pt x="90488" y="184785"/>
                          <a:pt x="93345" y="179070"/>
                          <a:pt x="95250" y="174308"/>
                        </a:cubicBezTo>
                        <a:cubicBezTo>
                          <a:pt x="97155" y="170498"/>
                          <a:pt x="99060" y="167640"/>
                          <a:pt x="100965" y="164783"/>
                        </a:cubicBezTo>
                        <a:cubicBezTo>
                          <a:pt x="103822" y="160973"/>
                          <a:pt x="104775" y="156210"/>
                          <a:pt x="108585" y="152400"/>
                        </a:cubicBezTo>
                        <a:cubicBezTo>
                          <a:pt x="109538" y="151448"/>
                          <a:pt x="110490" y="150495"/>
                          <a:pt x="112395" y="149543"/>
                        </a:cubicBezTo>
                        <a:cubicBezTo>
                          <a:pt x="116205" y="147638"/>
                          <a:pt x="120967" y="144780"/>
                          <a:pt x="124777" y="142875"/>
                        </a:cubicBezTo>
                        <a:cubicBezTo>
                          <a:pt x="133350" y="139065"/>
                          <a:pt x="136208" y="130493"/>
                          <a:pt x="142875" y="122873"/>
                        </a:cubicBezTo>
                        <a:cubicBezTo>
                          <a:pt x="146685" y="119063"/>
                          <a:pt x="149542" y="116205"/>
                          <a:pt x="149542" y="110490"/>
                        </a:cubicBezTo>
                        <a:cubicBezTo>
                          <a:pt x="149542" y="109538"/>
                          <a:pt x="150495" y="105728"/>
                          <a:pt x="149542" y="104775"/>
                        </a:cubicBezTo>
                        <a:cubicBezTo>
                          <a:pt x="148590" y="102870"/>
                          <a:pt x="142875" y="102870"/>
                          <a:pt x="140970" y="102870"/>
                        </a:cubicBezTo>
                        <a:cubicBezTo>
                          <a:pt x="141922" y="101918"/>
                          <a:pt x="142875" y="100965"/>
                          <a:pt x="144780" y="99060"/>
                        </a:cubicBezTo>
                        <a:cubicBezTo>
                          <a:pt x="142875" y="99060"/>
                          <a:pt x="141922" y="98108"/>
                          <a:pt x="140017" y="100013"/>
                        </a:cubicBezTo>
                        <a:cubicBezTo>
                          <a:pt x="138113" y="97155"/>
                          <a:pt x="133350" y="98108"/>
                          <a:pt x="132397" y="95250"/>
                        </a:cubicBezTo>
                        <a:cubicBezTo>
                          <a:pt x="131445" y="93345"/>
                          <a:pt x="132397" y="88583"/>
                          <a:pt x="131445" y="85725"/>
                        </a:cubicBezTo>
                        <a:cubicBezTo>
                          <a:pt x="130492" y="82868"/>
                          <a:pt x="129540" y="80010"/>
                          <a:pt x="129540" y="77153"/>
                        </a:cubicBezTo>
                        <a:cubicBezTo>
                          <a:pt x="129540" y="75248"/>
                          <a:pt x="128588" y="70485"/>
                          <a:pt x="128588" y="69533"/>
                        </a:cubicBezTo>
                        <a:cubicBezTo>
                          <a:pt x="125730" y="72390"/>
                          <a:pt x="124777" y="77153"/>
                          <a:pt x="122872" y="80010"/>
                        </a:cubicBezTo>
                        <a:cubicBezTo>
                          <a:pt x="120967" y="83820"/>
                          <a:pt x="119063" y="86678"/>
                          <a:pt x="115252" y="89535"/>
                        </a:cubicBezTo>
                        <a:cubicBezTo>
                          <a:pt x="114300" y="88583"/>
                          <a:pt x="114300" y="86678"/>
                          <a:pt x="112395" y="87630"/>
                        </a:cubicBezTo>
                        <a:cubicBezTo>
                          <a:pt x="113347" y="85725"/>
                          <a:pt x="112395" y="85725"/>
                          <a:pt x="112395" y="84773"/>
                        </a:cubicBezTo>
                        <a:cubicBezTo>
                          <a:pt x="112395" y="83820"/>
                          <a:pt x="113347" y="81915"/>
                          <a:pt x="114300" y="80010"/>
                        </a:cubicBezTo>
                        <a:cubicBezTo>
                          <a:pt x="114300" y="78105"/>
                          <a:pt x="118110" y="72390"/>
                          <a:pt x="117157" y="71438"/>
                        </a:cubicBezTo>
                        <a:cubicBezTo>
                          <a:pt x="117157" y="72390"/>
                          <a:pt x="116205" y="72390"/>
                          <a:pt x="116205" y="73343"/>
                        </a:cubicBezTo>
                        <a:cubicBezTo>
                          <a:pt x="116205" y="73343"/>
                          <a:pt x="116205" y="72390"/>
                          <a:pt x="116205" y="72390"/>
                        </a:cubicBezTo>
                        <a:cubicBezTo>
                          <a:pt x="116205" y="72390"/>
                          <a:pt x="115252" y="73343"/>
                          <a:pt x="114300" y="73343"/>
                        </a:cubicBezTo>
                        <a:cubicBezTo>
                          <a:pt x="113347" y="72390"/>
                          <a:pt x="114300" y="73343"/>
                          <a:pt x="113347" y="72390"/>
                        </a:cubicBezTo>
                        <a:cubicBezTo>
                          <a:pt x="113347" y="72390"/>
                          <a:pt x="113347" y="70485"/>
                          <a:pt x="113347" y="70485"/>
                        </a:cubicBezTo>
                        <a:cubicBezTo>
                          <a:pt x="113347" y="69533"/>
                          <a:pt x="112395" y="69533"/>
                          <a:pt x="112395" y="68580"/>
                        </a:cubicBezTo>
                        <a:cubicBezTo>
                          <a:pt x="112395" y="68580"/>
                          <a:pt x="111442" y="68580"/>
                          <a:pt x="111442" y="68580"/>
                        </a:cubicBezTo>
                        <a:cubicBezTo>
                          <a:pt x="111442" y="65723"/>
                          <a:pt x="108585" y="69533"/>
                          <a:pt x="107632" y="70485"/>
                        </a:cubicBezTo>
                        <a:cubicBezTo>
                          <a:pt x="104775" y="71438"/>
                          <a:pt x="102870" y="71438"/>
                          <a:pt x="100965" y="74295"/>
                        </a:cubicBezTo>
                        <a:cubicBezTo>
                          <a:pt x="99060" y="78105"/>
                          <a:pt x="99060" y="82868"/>
                          <a:pt x="95250" y="85725"/>
                        </a:cubicBezTo>
                        <a:cubicBezTo>
                          <a:pt x="96202" y="85725"/>
                          <a:pt x="96202" y="85725"/>
                          <a:pt x="97155" y="85725"/>
                        </a:cubicBezTo>
                        <a:cubicBezTo>
                          <a:pt x="96202" y="88583"/>
                          <a:pt x="96202" y="90488"/>
                          <a:pt x="94297" y="92393"/>
                        </a:cubicBezTo>
                        <a:cubicBezTo>
                          <a:pt x="92392" y="95250"/>
                          <a:pt x="91440" y="97155"/>
                          <a:pt x="89535" y="100013"/>
                        </a:cubicBezTo>
                        <a:cubicBezTo>
                          <a:pt x="86677" y="104775"/>
                          <a:pt x="88582" y="111443"/>
                          <a:pt x="87630" y="116205"/>
                        </a:cubicBezTo>
                        <a:cubicBezTo>
                          <a:pt x="85725" y="121920"/>
                          <a:pt x="81915" y="128588"/>
                          <a:pt x="78105" y="133350"/>
                        </a:cubicBezTo>
                        <a:cubicBezTo>
                          <a:pt x="76200" y="136208"/>
                          <a:pt x="74295" y="137160"/>
                          <a:pt x="74295" y="140018"/>
                        </a:cubicBezTo>
                        <a:cubicBezTo>
                          <a:pt x="74295" y="142875"/>
                          <a:pt x="74295" y="144780"/>
                          <a:pt x="73342" y="147638"/>
                        </a:cubicBezTo>
                        <a:cubicBezTo>
                          <a:pt x="72390" y="153353"/>
                          <a:pt x="72390" y="161925"/>
                          <a:pt x="66675" y="164783"/>
                        </a:cubicBezTo>
                        <a:cubicBezTo>
                          <a:pt x="65722" y="162878"/>
                          <a:pt x="65722" y="160973"/>
                          <a:pt x="64770" y="159068"/>
                        </a:cubicBezTo>
                        <a:cubicBezTo>
                          <a:pt x="63817" y="157163"/>
                          <a:pt x="64770" y="154305"/>
                          <a:pt x="64770" y="152400"/>
                        </a:cubicBezTo>
                        <a:cubicBezTo>
                          <a:pt x="65722" y="149543"/>
                          <a:pt x="65722" y="146685"/>
                          <a:pt x="66675" y="143828"/>
                        </a:cubicBezTo>
                        <a:cubicBezTo>
                          <a:pt x="67627" y="140970"/>
                          <a:pt x="69532" y="138113"/>
                          <a:pt x="68580" y="135255"/>
                        </a:cubicBezTo>
                        <a:cubicBezTo>
                          <a:pt x="67627" y="137160"/>
                          <a:pt x="62865" y="137160"/>
                          <a:pt x="61913" y="136208"/>
                        </a:cubicBezTo>
                        <a:cubicBezTo>
                          <a:pt x="60007" y="135255"/>
                          <a:pt x="61913" y="133350"/>
                          <a:pt x="60960" y="131445"/>
                        </a:cubicBezTo>
                        <a:cubicBezTo>
                          <a:pt x="60007" y="130493"/>
                          <a:pt x="57150" y="130493"/>
                          <a:pt x="56197" y="130493"/>
                        </a:cubicBezTo>
                        <a:cubicBezTo>
                          <a:pt x="57150" y="125730"/>
                          <a:pt x="59055" y="120968"/>
                          <a:pt x="60960" y="117158"/>
                        </a:cubicBezTo>
                        <a:cubicBezTo>
                          <a:pt x="60960" y="117158"/>
                          <a:pt x="60007" y="117158"/>
                          <a:pt x="59055" y="118110"/>
                        </a:cubicBezTo>
                        <a:cubicBezTo>
                          <a:pt x="60960" y="108585"/>
                          <a:pt x="69532" y="99060"/>
                          <a:pt x="74295" y="90488"/>
                        </a:cubicBezTo>
                        <a:cubicBezTo>
                          <a:pt x="77152" y="86678"/>
                          <a:pt x="80010" y="82868"/>
                          <a:pt x="82867" y="79058"/>
                        </a:cubicBezTo>
                        <a:cubicBezTo>
                          <a:pt x="85725" y="75248"/>
                          <a:pt x="88582" y="72390"/>
                          <a:pt x="91440" y="68580"/>
                        </a:cubicBezTo>
                        <a:cubicBezTo>
                          <a:pt x="93345" y="66675"/>
                          <a:pt x="99060" y="60960"/>
                          <a:pt x="98107" y="57150"/>
                        </a:cubicBezTo>
                        <a:cubicBezTo>
                          <a:pt x="98107" y="57150"/>
                          <a:pt x="98107" y="57150"/>
                          <a:pt x="98107" y="58103"/>
                        </a:cubicBezTo>
                        <a:cubicBezTo>
                          <a:pt x="100013" y="56198"/>
                          <a:pt x="101917" y="54293"/>
                          <a:pt x="102870" y="52388"/>
                        </a:cubicBezTo>
                        <a:cubicBezTo>
                          <a:pt x="103822" y="50483"/>
                          <a:pt x="104775" y="49530"/>
                          <a:pt x="105727" y="47625"/>
                        </a:cubicBezTo>
                        <a:cubicBezTo>
                          <a:pt x="104775" y="48578"/>
                          <a:pt x="103822" y="51435"/>
                          <a:pt x="103822" y="53340"/>
                        </a:cubicBezTo>
                        <a:cubicBezTo>
                          <a:pt x="105727" y="51435"/>
                          <a:pt x="106680" y="48578"/>
                          <a:pt x="108585" y="46673"/>
                        </a:cubicBezTo>
                        <a:cubicBezTo>
                          <a:pt x="108585" y="47625"/>
                          <a:pt x="108585" y="47625"/>
                          <a:pt x="108585" y="48578"/>
                        </a:cubicBezTo>
                        <a:cubicBezTo>
                          <a:pt x="111442" y="44768"/>
                          <a:pt x="115252" y="40958"/>
                          <a:pt x="118110" y="37148"/>
                        </a:cubicBezTo>
                        <a:cubicBezTo>
                          <a:pt x="120015" y="33338"/>
                          <a:pt x="122872" y="29528"/>
                          <a:pt x="125730" y="26670"/>
                        </a:cubicBezTo>
                        <a:cubicBezTo>
                          <a:pt x="124777" y="26670"/>
                          <a:pt x="125730" y="26670"/>
                          <a:pt x="124777" y="26670"/>
                        </a:cubicBezTo>
                        <a:cubicBezTo>
                          <a:pt x="125730" y="25718"/>
                          <a:pt x="125730" y="24765"/>
                          <a:pt x="125730" y="24765"/>
                        </a:cubicBezTo>
                        <a:cubicBezTo>
                          <a:pt x="123825" y="25718"/>
                          <a:pt x="123825" y="25718"/>
                          <a:pt x="121920" y="27623"/>
                        </a:cubicBezTo>
                        <a:cubicBezTo>
                          <a:pt x="120967" y="28575"/>
                          <a:pt x="120015" y="30480"/>
                          <a:pt x="119063" y="31433"/>
                        </a:cubicBezTo>
                        <a:cubicBezTo>
                          <a:pt x="117157" y="34290"/>
                          <a:pt x="114300" y="37148"/>
                          <a:pt x="112395" y="40005"/>
                        </a:cubicBezTo>
                        <a:cubicBezTo>
                          <a:pt x="113347" y="39053"/>
                          <a:pt x="113347" y="38100"/>
                          <a:pt x="114300" y="38100"/>
                        </a:cubicBezTo>
                        <a:cubicBezTo>
                          <a:pt x="111442" y="40005"/>
                          <a:pt x="109538" y="43815"/>
                          <a:pt x="107632" y="46673"/>
                        </a:cubicBezTo>
                        <a:cubicBezTo>
                          <a:pt x="110490" y="41910"/>
                          <a:pt x="114300" y="38100"/>
                          <a:pt x="116205" y="33338"/>
                        </a:cubicBezTo>
                        <a:cubicBezTo>
                          <a:pt x="115252" y="34290"/>
                          <a:pt x="114300" y="36195"/>
                          <a:pt x="113347" y="37148"/>
                        </a:cubicBezTo>
                        <a:cubicBezTo>
                          <a:pt x="113347" y="37148"/>
                          <a:pt x="113347" y="37148"/>
                          <a:pt x="113347" y="36195"/>
                        </a:cubicBezTo>
                        <a:cubicBezTo>
                          <a:pt x="112395" y="38100"/>
                          <a:pt x="111442" y="39053"/>
                          <a:pt x="110490" y="40958"/>
                        </a:cubicBezTo>
                        <a:cubicBezTo>
                          <a:pt x="111442" y="39053"/>
                          <a:pt x="113347" y="37148"/>
                          <a:pt x="114300" y="35243"/>
                        </a:cubicBezTo>
                        <a:cubicBezTo>
                          <a:pt x="115252" y="34290"/>
                          <a:pt x="118110" y="32385"/>
                          <a:pt x="116205" y="31433"/>
                        </a:cubicBezTo>
                        <a:cubicBezTo>
                          <a:pt x="122872" y="24765"/>
                          <a:pt x="128588" y="17145"/>
                          <a:pt x="135255" y="9525"/>
                        </a:cubicBezTo>
                        <a:cubicBezTo>
                          <a:pt x="135255" y="9525"/>
                          <a:pt x="135255" y="9525"/>
                          <a:pt x="135255" y="10478"/>
                        </a:cubicBezTo>
                        <a:cubicBezTo>
                          <a:pt x="137160" y="9525"/>
                          <a:pt x="139065" y="7620"/>
                          <a:pt x="140017" y="5715"/>
                        </a:cubicBezTo>
                        <a:cubicBezTo>
                          <a:pt x="140970" y="4763"/>
                          <a:pt x="141922" y="3810"/>
                          <a:pt x="142875" y="2858"/>
                        </a:cubicBezTo>
                        <a:cubicBezTo>
                          <a:pt x="142875" y="2858"/>
                          <a:pt x="145733" y="953"/>
                          <a:pt x="144780" y="953"/>
                        </a:cubicBezTo>
                        <a:cubicBezTo>
                          <a:pt x="144780" y="953"/>
                          <a:pt x="144780" y="0"/>
                          <a:pt x="145733" y="0"/>
                        </a:cubicBezTo>
                        <a:cubicBezTo>
                          <a:pt x="145733" y="0"/>
                          <a:pt x="144780" y="953"/>
                          <a:pt x="144780" y="953"/>
                        </a:cubicBezTo>
                        <a:cubicBezTo>
                          <a:pt x="144780" y="953"/>
                          <a:pt x="144780" y="0"/>
                          <a:pt x="145733" y="0"/>
                        </a:cubicBezTo>
                        <a:cubicBezTo>
                          <a:pt x="140017" y="2858"/>
                          <a:pt x="135255" y="10478"/>
                          <a:pt x="130492" y="15240"/>
                        </a:cubicBezTo>
                        <a:cubicBezTo>
                          <a:pt x="127635" y="18098"/>
                          <a:pt x="125730" y="20003"/>
                          <a:pt x="123825" y="21908"/>
                        </a:cubicBezTo>
                        <a:cubicBezTo>
                          <a:pt x="121920" y="23813"/>
                          <a:pt x="120967" y="25718"/>
                          <a:pt x="119063" y="27623"/>
                        </a:cubicBezTo>
                        <a:cubicBezTo>
                          <a:pt x="118110" y="28575"/>
                          <a:pt x="117157" y="29528"/>
                          <a:pt x="117157" y="30480"/>
                        </a:cubicBezTo>
                        <a:cubicBezTo>
                          <a:pt x="117157" y="30480"/>
                          <a:pt x="115252" y="32385"/>
                          <a:pt x="116205" y="32385"/>
                        </a:cubicBezTo>
                        <a:cubicBezTo>
                          <a:pt x="116205" y="32385"/>
                          <a:pt x="115252" y="33338"/>
                          <a:pt x="115252" y="33338"/>
                        </a:cubicBezTo>
                        <a:cubicBezTo>
                          <a:pt x="115252" y="33338"/>
                          <a:pt x="115252" y="33338"/>
                          <a:pt x="115252" y="33338"/>
                        </a:cubicBezTo>
                        <a:cubicBezTo>
                          <a:pt x="114300" y="35243"/>
                          <a:pt x="111442" y="37148"/>
                          <a:pt x="110490" y="40005"/>
                        </a:cubicBezTo>
                        <a:cubicBezTo>
                          <a:pt x="111442" y="40005"/>
                          <a:pt x="111442" y="39053"/>
                          <a:pt x="112395" y="38100"/>
                        </a:cubicBezTo>
                        <a:cubicBezTo>
                          <a:pt x="110490" y="40958"/>
                          <a:pt x="108585" y="42863"/>
                          <a:pt x="106680" y="44768"/>
                        </a:cubicBezTo>
                        <a:cubicBezTo>
                          <a:pt x="104775" y="46673"/>
                          <a:pt x="103822" y="50483"/>
                          <a:pt x="101917" y="51435"/>
                        </a:cubicBezTo>
                        <a:cubicBezTo>
                          <a:pt x="103822" y="48578"/>
                          <a:pt x="105727" y="46673"/>
                          <a:pt x="107632" y="43815"/>
                        </a:cubicBezTo>
                        <a:cubicBezTo>
                          <a:pt x="107632" y="43815"/>
                          <a:pt x="107632" y="43815"/>
                          <a:pt x="106680" y="43815"/>
                        </a:cubicBezTo>
                        <a:cubicBezTo>
                          <a:pt x="106680" y="42863"/>
                          <a:pt x="111442" y="38100"/>
                          <a:pt x="111442" y="38100"/>
                        </a:cubicBezTo>
                        <a:cubicBezTo>
                          <a:pt x="112395" y="37148"/>
                          <a:pt x="113347" y="36195"/>
                          <a:pt x="114300" y="34290"/>
                        </a:cubicBezTo>
                        <a:cubicBezTo>
                          <a:pt x="114300" y="34290"/>
                          <a:pt x="114300" y="35243"/>
                          <a:pt x="113347" y="35243"/>
                        </a:cubicBezTo>
                        <a:cubicBezTo>
                          <a:pt x="114300" y="35243"/>
                          <a:pt x="114300" y="34290"/>
                          <a:pt x="115252" y="33338"/>
                        </a:cubicBezTo>
                        <a:cubicBezTo>
                          <a:pt x="115252" y="33338"/>
                          <a:pt x="115252" y="33338"/>
                          <a:pt x="114300" y="33338"/>
                        </a:cubicBezTo>
                        <a:cubicBezTo>
                          <a:pt x="115252" y="32385"/>
                          <a:pt x="115252" y="32385"/>
                          <a:pt x="116205" y="31433"/>
                        </a:cubicBezTo>
                        <a:cubicBezTo>
                          <a:pt x="113347" y="34290"/>
                          <a:pt x="110490" y="37148"/>
                          <a:pt x="108585" y="40958"/>
                        </a:cubicBezTo>
                        <a:cubicBezTo>
                          <a:pt x="108585" y="40958"/>
                          <a:pt x="109538" y="40005"/>
                          <a:pt x="109538" y="40005"/>
                        </a:cubicBezTo>
                        <a:cubicBezTo>
                          <a:pt x="109538" y="40005"/>
                          <a:pt x="108585" y="41910"/>
                          <a:pt x="108585" y="40958"/>
                        </a:cubicBezTo>
                        <a:cubicBezTo>
                          <a:pt x="107632" y="42863"/>
                          <a:pt x="105727" y="44768"/>
                          <a:pt x="103822" y="46673"/>
                        </a:cubicBezTo>
                        <a:cubicBezTo>
                          <a:pt x="101917" y="48578"/>
                          <a:pt x="101917" y="48578"/>
                          <a:pt x="100013" y="49530"/>
                        </a:cubicBezTo>
                        <a:cubicBezTo>
                          <a:pt x="100013" y="49530"/>
                          <a:pt x="101917" y="47625"/>
                          <a:pt x="100965" y="47625"/>
                        </a:cubicBezTo>
                        <a:cubicBezTo>
                          <a:pt x="101917" y="45720"/>
                          <a:pt x="103822" y="43815"/>
                          <a:pt x="105727" y="41910"/>
                        </a:cubicBezTo>
                        <a:cubicBezTo>
                          <a:pt x="103822" y="43815"/>
                          <a:pt x="101917" y="46673"/>
                          <a:pt x="100013" y="48578"/>
                        </a:cubicBezTo>
                        <a:cubicBezTo>
                          <a:pt x="100013" y="48578"/>
                          <a:pt x="100013" y="48578"/>
                          <a:pt x="100013" y="48578"/>
                        </a:cubicBezTo>
                        <a:cubicBezTo>
                          <a:pt x="98107" y="51435"/>
                          <a:pt x="96202" y="53340"/>
                          <a:pt x="94297" y="56198"/>
                        </a:cubicBezTo>
                        <a:cubicBezTo>
                          <a:pt x="95250" y="55245"/>
                          <a:pt x="96202" y="53340"/>
                          <a:pt x="97155" y="52388"/>
                        </a:cubicBezTo>
                        <a:cubicBezTo>
                          <a:pt x="97155" y="52388"/>
                          <a:pt x="96202" y="53340"/>
                          <a:pt x="96202" y="54293"/>
                        </a:cubicBezTo>
                        <a:cubicBezTo>
                          <a:pt x="97155" y="53340"/>
                          <a:pt x="98107" y="52388"/>
                          <a:pt x="99060" y="50483"/>
                        </a:cubicBezTo>
                        <a:cubicBezTo>
                          <a:pt x="93345" y="57150"/>
                          <a:pt x="88582" y="64770"/>
                          <a:pt x="83820" y="71438"/>
                        </a:cubicBezTo>
                        <a:cubicBezTo>
                          <a:pt x="78105" y="79058"/>
                          <a:pt x="72390" y="87630"/>
                          <a:pt x="67627" y="96203"/>
                        </a:cubicBezTo>
                        <a:cubicBezTo>
                          <a:pt x="56197" y="115253"/>
                          <a:pt x="44767" y="135255"/>
                          <a:pt x="36195" y="156210"/>
                        </a:cubicBezTo>
                        <a:cubicBezTo>
                          <a:pt x="28575" y="176213"/>
                          <a:pt x="20002" y="197168"/>
                          <a:pt x="15240" y="217170"/>
                        </a:cubicBezTo>
                        <a:cubicBezTo>
                          <a:pt x="9525" y="238125"/>
                          <a:pt x="6667" y="260033"/>
                          <a:pt x="2857" y="280988"/>
                        </a:cubicBezTo>
                        <a:cubicBezTo>
                          <a:pt x="0" y="301943"/>
                          <a:pt x="0" y="324803"/>
                          <a:pt x="0" y="345758"/>
                        </a:cubicBezTo>
                        <a:cubicBezTo>
                          <a:pt x="0" y="357188"/>
                          <a:pt x="952" y="368618"/>
                          <a:pt x="1905" y="381000"/>
                        </a:cubicBezTo>
                        <a:cubicBezTo>
                          <a:pt x="2857" y="398145"/>
                          <a:pt x="5715" y="415290"/>
                          <a:pt x="10477" y="432435"/>
                        </a:cubicBezTo>
                        <a:cubicBezTo>
                          <a:pt x="11430" y="437198"/>
                          <a:pt x="12382" y="441008"/>
                          <a:pt x="14288" y="445770"/>
                        </a:cubicBezTo>
                        <a:cubicBezTo>
                          <a:pt x="16192" y="452438"/>
                          <a:pt x="20002" y="459105"/>
                          <a:pt x="21907" y="464820"/>
                        </a:cubicBezTo>
                        <a:cubicBezTo>
                          <a:pt x="24765" y="471488"/>
                          <a:pt x="27622" y="477203"/>
                          <a:pt x="29527" y="483870"/>
                        </a:cubicBezTo>
                        <a:cubicBezTo>
                          <a:pt x="34290" y="496253"/>
                          <a:pt x="38100" y="506730"/>
                          <a:pt x="46672" y="516255"/>
                        </a:cubicBezTo>
                        <a:cubicBezTo>
                          <a:pt x="50482" y="520065"/>
                          <a:pt x="54292" y="522923"/>
                          <a:pt x="59055" y="526733"/>
                        </a:cubicBezTo>
                        <a:cubicBezTo>
                          <a:pt x="60007" y="527685"/>
                          <a:pt x="63817" y="530543"/>
                          <a:pt x="64770" y="530543"/>
                        </a:cubicBezTo>
                        <a:cubicBezTo>
                          <a:pt x="67627" y="530543"/>
                          <a:pt x="70485" y="526733"/>
                          <a:pt x="71438" y="524828"/>
                        </a:cubicBezTo>
                        <a:cubicBezTo>
                          <a:pt x="76200" y="527685"/>
                          <a:pt x="79057" y="530543"/>
                          <a:pt x="82867" y="534353"/>
                        </a:cubicBezTo>
                        <a:cubicBezTo>
                          <a:pt x="84772" y="536258"/>
                          <a:pt x="85725" y="538163"/>
                          <a:pt x="87630" y="539115"/>
                        </a:cubicBezTo>
                        <a:cubicBezTo>
                          <a:pt x="90488" y="541020"/>
                          <a:pt x="96202" y="541973"/>
                          <a:pt x="100013" y="541973"/>
                        </a:cubicBezTo>
                        <a:cubicBezTo>
                          <a:pt x="101917" y="541973"/>
                          <a:pt x="100965" y="542925"/>
                          <a:pt x="102870" y="541973"/>
                        </a:cubicBezTo>
                        <a:cubicBezTo>
                          <a:pt x="103822" y="541020"/>
                          <a:pt x="104775" y="541020"/>
                          <a:pt x="104775" y="539115"/>
                        </a:cubicBezTo>
                        <a:cubicBezTo>
                          <a:pt x="107632" y="540068"/>
                          <a:pt x="106680" y="541973"/>
                          <a:pt x="107632" y="543878"/>
                        </a:cubicBezTo>
                        <a:cubicBezTo>
                          <a:pt x="109538" y="545783"/>
                          <a:pt x="111442" y="546735"/>
                          <a:pt x="113347" y="548640"/>
                        </a:cubicBezTo>
                        <a:cubicBezTo>
                          <a:pt x="115252" y="550545"/>
                          <a:pt x="117157" y="551498"/>
                          <a:pt x="119063" y="553403"/>
                        </a:cubicBezTo>
                        <a:cubicBezTo>
                          <a:pt x="120015" y="554355"/>
                          <a:pt x="125730" y="557213"/>
                          <a:pt x="123825" y="558165"/>
                        </a:cubicBezTo>
                        <a:cubicBezTo>
                          <a:pt x="125730" y="560070"/>
                          <a:pt x="126682" y="561975"/>
                          <a:pt x="128588" y="563880"/>
                        </a:cubicBezTo>
                        <a:cubicBezTo>
                          <a:pt x="130492" y="565785"/>
                          <a:pt x="132397" y="566738"/>
                          <a:pt x="134302" y="567690"/>
                        </a:cubicBezTo>
                        <a:cubicBezTo>
                          <a:pt x="134302" y="566738"/>
                          <a:pt x="131445" y="563880"/>
                          <a:pt x="131445" y="562928"/>
                        </a:cubicBezTo>
                        <a:cubicBezTo>
                          <a:pt x="132397" y="563880"/>
                          <a:pt x="133350" y="563880"/>
                          <a:pt x="133350" y="563880"/>
                        </a:cubicBezTo>
                        <a:cubicBezTo>
                          <a:pt x="134302" y="564833"/>
                          <a:pt x="135255" y="565785"/>
                          <a:pt x="136208" y="566738"/>
                        </a:cubicBezTo>
                        <a:cubicBezTo>
                          <a:pt x="137160" y="567690"/>
                          <a:pt x="139065" y="567690"/>
                          <a:pt x="140017" y="567690"/>
                        </a:cubicBezTo>
                        <a:cubicBezTo>
                          <a:pt x="140970" y="568643"/>
                          <a:pt x="143827" y="569595"/>
                          <a:pt x="144780" y="570548"/>
                        </a:cubicBezTo>
                        <a:cubicBezTo>
                          <a:pt x="145733" y="571500"/>
                          <a:pt x="145733" y="574358"/>
                          <a:pt x="147638" y="573405"/>
                        </a:cubicBezTo>
                        <a:cubicBezTo>
                          <a:pt x="146685" y="573405"/>
                          <a:pt x="145733" y="572453"/>
                          <a:pt x="145733" y="571500"/>
                        </a:cubicBezTo>
                        <a:cubicBezTo>
                          <a:pt x="147638" y="571500"/>
                          <a:pt x="150495" y="576263"/>
                          <a:pt x="151447" y="575310"/>
                        </a:cubicBezTo>
                        <a:cubicBezTo>
                          <a:pt x="150495" y="574358"/>
                          <a:pt x="150495" y="574358"/>
                          <a:pt x="149542" y="573405"/>
                        </a:cubicBezTo>
                        <a:cubicBezTo>
                          <a:pt x="151447" y="573405"/>
                          <a:pt x="153352" y="572453"/>
                          <a:pt x="155258" y="573405"/>
                        </a:cubicBezTo>
                        <a:cubicBezTo>
                          <a:pt x="156210" y="573405"/>
                          <a:pt x="159067" y="577215"/>
                          <a:pt x="160020" y="576263"/>
                        </a:cubicBezTo>
                        <a:cubicBezTo>
                          <a:pt x="156210" y="570548"/>
                          <a:pt x="163830" y="578168"/>
                          <a:pt x="163830" y="578168"/>
                        </a:cubicBezTo>
                        <a:cubicBezTo>
                          <a:pt x="165735" y="578168"/>
                          <a:pt x="165735" y="575310"/>
                          <a:pt x="165735" y="574358"/>
                        </a:cubicBezTo>
                        <a:cubicBezTo>
                          <a:pt x="165735" y="573405"/>
                          <a:pt x="163830" y="572453"/>
                          <a:pt x="162877" y="571500"/>
                        </a:cubicBezTo>
                        <a:cubicBezTo>
                          <a:pt x="160020" y="569595"/>
                          <a:pt x="160020" y="568643"/>
                          <a:pt x="160020" y="565785"/>
                        </a:cubicBezTo>
                        <a:cubicBezTo>
                          <a:pt x="160020" y="562928"/>
                          <a:pt x="158115" y="561023"/>
                          <a:pt x="160020" y="559118"/>
                        </a:cubicBezTo>
                        <a:cubicBezTo>
                          <a:pt x="160972" y="558165"/>
                          <a:pt x="160972" y="558165"/>
                          <a:pt x="162877" y="559118"/>
                        </a:cubicBezTo>
                        <a:cubicBezTo>
                          <a:pt x="163830" y="559118"/>
                          <a:pt x="164783" y="560070"/>
                          <a:pt x="165735" y="561023"/>
                        </a:cubicBezTo>
                        <a:cubicBezTo>
                          <a:pt x="166688" y="561975"/>
                          <a:pt x="168592" y="562928"/>
                          <a:pt x="168592" y="563880"/>
                        </a:cubicBezTo>
                        <a:cubicBezTo>
                          <a:pt x="168592" y="564833"/>
                          <a:pt x="168592" y="564833"/>
                          <a:pt x="168592" y="564833"/>
                        </a:cubicBezTo>
                        <a:cubicBezTo>
                          <a:pt x="168592" y="565785"/>
                          <a:pt x="169545" y="565785"/>
                          <a:pt x="170497" y="566738"/>
                        </a:cubicBezTo>
                        <a:cubicBezTo>
                          <a:pt x="175260" y="571500"/>
                          <a:pt x="184785" y="575310"/>
                          <a:pt x="187642" y="581978"/>
                        </a:cubicBezTo>
                        <a:cubicBezTo>
                          <a:pt x="188595" y="584835"/>
                          <a:pt x="188595" y="584835"/>
                          <a:pt x="190500" y="586740"/>
                        </a:cubicBezTo>
                        <a:cubicBezTo>
                          <a:pt x="192405" y="588645"/>
                          <a:pt x="193357" y="589598"/>
                          <a:pt x="194310" y="592455"/>
                        </a:cubicBezTo>
                        <a:cubicBezTo>
                          <a:pt x="195263" y="595313"/>
                          <a:pt x="195263" y="595313"/>
                          <a:pt x="197167" y="596265"/>
                        </a:cubicBezTo>
                        <a:cubicBezTo>
                          <a:pt x="198120" y="597218"/>
                          <a:pt x="200025" y="597218"/>
                          <a:pt x="200977" y="599123"/>
                        </a:cubicBezTo>
                        <a:cubicBezTo>
                          <a:pt x="201930" y="601028"/>
                          <a:pt x="201930" y="602933"/>
                          <a:pt x="202882" y="604838"/>
                        </a:cubicBezTo>
                        <a:cubicBezTo>
                          <a:pt x="202882" y="604838"/>
                          <a:pt x="203835" y="606743"/>
                          <a:pt x="203835" y="606743"/>
                        </a:cubicBezTo>
                        <a:cubicBezTo>
                          <a:pt x="203835" y="607695"/>
                          <a:pt x="201930" y="607695"/>
                          <a:pt x="201930" y="607695"/>
                        </a:cubicBezTo>
                        <a:cubicBezTo>
                          <a:pt x="201930" y="608648"/>
                          <a:pt x="202882" y="611505"/>
                          <a:pt x="202882" y="612458"/>
                        </a:cubicBezTo>
                        <a:cubicBezTo>
                          <a:pt x="203835" y="613410"/>
                          <a:pt x="204788" y="614363"/>
                          <a:pt x="205740" y="615315"/>
                        </a:cubicBezTo>
                        <a:cubicBezTo>
                          <a:pt x="205740" y="616268"/>
                          <a:pt x="205740" y="616268"/>
                          <a:pt x="205740" y="617220"/>
                        </a:cubicBezTo>
                        <a:cubicBezTo>
                          <a:pt x="205740" y="617220"/>
                          <a:pt x="206692" y="618173"/>
                          <a:pt x="206692" y="618173"/>
                        </a:cubicBezTo>
                        <a:cubicBezTo>
                          <a:pt x="206692" y="619125"/>
                          <a:pt x="207645" y="619125"/>
                          <a:pt x="208598" y="619125"/>
                        </a:cubicBezTo>
                        <a:cubicBezTo>
                          <a:pt x="208598" y="620078"/>
                          <a:pt x="208598" y="621983"/>
                          <a:pt x="208598" y="622935"/>
                        </a:cubicBezTo>
                        <a:cubicBezTo>
                          <a:pt x="208598" y="624840"/>
                          <a:pt x="208598" y="625793"/>
                          <a:pt x="209550" y="627698"/>
                        </a:cubicBezTo>
                        <a:cubicBezTo>
                          <a:pt x="210502" y="629603"/>
                          <a:pt x="211455" y="631508"/>
                          <a:pt x="213360" y="633413"/>
                        </a:cubicBezTo>
                        <a:cubicBezTo>
                          <a:pt x="214313" y="635318"/>
                          <a:pt x="217170" y="637223"/>
                          <a:pt x="218123" y="639128"/>
                        </a:cubicBezTo>
                        <a:cubicBezTo>
                          <a:pt x="219075" y="641033"/>
                          <a:pt x="218123" y="641033"/>
                          <a:pt x="219075" y="642938"/>
                        </a:cubicBezTo>
                        <a:cubicBezTo>
                          <a:pt x="220027" y="643890"/>
                          <a:pt x="220980" y="644843"/>
                          <a:pt x="221932" y="645795"/>
                        </a:cubicBezTo>
                        <a:cubicBezTo>
                          <a:pt x="223838" y="647700"/>
                          <a:pt x="225742" y="649605"/>
                          <a:pt x="227648" y="651510"/>
                        </a:cubicBezTo>
                        <a:cubicBezTo>
                          <a:pt x="228600" y="652463"/>
                          <a:pt x="229552" y="652463"/>
                          <a:pt x="231457" y="652463"/>
                        </a:cubicBezTo>
                        <a:cubicBezTo>
                          <a:pt x="232410" y="652463"/>
                          <a:pt x="233363" y="653415"/>
                          <a:pt x="233363" y="653415"/>
                        </a:cubicBezTo>
                        <a:cubicBezTo>
                          <a:pt x="233363" y="653415"/>
                          <a:pt x="234315" y="653415"/>
                          <a:pt x="234315" y="653415"/>
                        </a:cubicBezTo>
                        <a:cubicBezTo>
                          <a:pt x="235267" y="654368"/>
                          <a:pt x="235267" y="655320"/>
                          <a:pt x="236220" y="656273"/>
                        </a:cubicBezTo>
                        <a:cubicBezTo>
                          <a:pt x="238125" y="660083"/>
                          <a:pt x="239077" y="663893"/>
                          <a:pt x="241935" y="666750"/>
                        </a:cubicBezTo>
                        <a:cubicBezTo>
                          <a:pt x="242888" y="667703"/>
                          <a:pt x="244792" y="668655"/>
                          <a:pt x="246698" y="669608"/>
                        </a:cubicBezTo>
                        <a:cubicBezTo>
                          <a:pt x="247650" y="670560"/>
                          <a:pt x="248602" y="671513"/>
                          <a:pt x="250507" y="672465"/>
                        </a:cubicBezTo>
                        <a:cubicBezTo>
                          <a:pt x="251460" y="673418"/>
                          <a:pt x="254317" y="674370"/>
                          <a:pt x="252413" y="675323"/>
                        </a:cubicBezTo>
                        <a:cubicBezTo>
                          <a:pt x="255270" y="678180"/>
                          <a:pt x="260032" y="678180"/>
                          <a:pt x="263842" y="679133"/>
                        </a:cubicBezTo>
                        <a:cubicBezTo>
                          <a:pt x="267653" y="680085"/>
                          <a:pt x="271463" y="681990"/>
                          <a:pt x="275273" y="683895"/>
                        </a:cubicBezTo>
                        <a:cubicBezTo>
                          <a:pt x="289560" y="690563"/>
                          <a:pt x="303848" y="697230"/>
                          <a:pt x="318135" y="702945"/>
                        </a:cubicBezTo>
                        <a:cubicBezTo>
                          <a:pt x="327660" y="705803"/>
                          <a:pt x="335280" y="712470"/>
                          <a:pt x="345757" y="713423"/>
                        </a:cubicBezTo>
                        <a:cubicBezTo>
                          <a:pt x="357188" y="715328"/>
                          <a:pt x="368617" y="713423"/>
                          <a:pt x="379095" y="715328"/>
                        </a:cubicBezTo>
                        <a:cubicBezTo>
                          <a:pt x="392430" y="718185"/>
                          <a:pt x="405765" y="722948"/>
                          <a:pt x="417195" y="729615"/>
                        </a:cubicBezTo>
                        <a:cubicBezTo>
                          <a:pt x="420053" y="731520"/>
                          <a:pt x="421957" y="732473"/>
                          <a:pt x="424815" y="734378"/>
                        </a:cubicBezTo>
                        <a:cubicBezTo>
                          <a:pt x="427673" y="736283"/>
                          <a:pt x="430530" y="737235"/>
                          <a:pt x="433388" y="738188"/>
                        </a:cubicBezTo>
                        <a:cubicBezTo>
                          <a:pt x="441960" y="741998"/>
                          <a:pt x="450532" y="745808"/>
                          <a:pt x="459105" y="749618"/>
                        </a:cubicBezTo>
                        <a:cubicBezTo>
                          <a:pt x="472440" y="755333"/>
                          <a:pt x="486728" y="758190"/>
                          <a:pt x="501015" y="761048"/>
                        </a:cubicBezTo>
                        <a:cubicBezTo>
                          <a:pt x="512445" y="762953"/>
                          <a:pt x="522923" y="766763"/>
                          <a:pt x="534353" y="767715"/>
                        </a:cubicBezTo>
                        <a:cubicBezTo>
                          <a:pt x="543878" y="768668"/>
                          <a:pt x="554355" y="768668"/>
                          <a:pt x="563880" y="767715"/>
                        </a:cubicBezTo>
                        <a:cubicBezTo>
                          <a:pt x="561975" y="768668"/>
                          <a:pt x="564832" y="767715"/>
                          <a:pt x="565785" y="767715"/>
                        </a:cubicBezTo>
                        <a:cubicBezTo>
                          <a:pt x="566738" y="767715"/>
                          <a:pt x="568643" y="767715"/>
                          <a:pt x="569595" y="767715"/>
                        </a:cubicBezTo>
                        <a:cubicBezTo>
                          <a:pt x="571500" y="767715"/>
                          <a:pt x="573405" y="767715"/>
                          <a:pt x="575310" y="766763"/>
                        </a:cubicBezTo>
                        <a:cubicBezTo>
                          <a:pt x="571500" y="766763"/>
                          <a:pt x="566738" y="768668"/>
                          <a:pt x="562928" y="767715"/>
                        </a:cubicBezTo>
                        <a:cubicBezTo>
                          <a:pt x="562928" y="767715"/>
                          <a:pt x="562928" y="767715"/>
                          <a:pt x="562928" y="767715"/>
                        </a:cubicBezTo>
                        <a:cubicBezTo>
                          <a:pt x="561975" y="767715"/>
                          <a:pt x="561975" y="767715"/>
                          <a:pt x="561023" y="767715"/>
                        </a:cubicBezTo>
                        <a:cubicBezTo>
                          <a:pt x="563880" y="766763"/>
                          <a:pt x="569595" y="766763"/>
                          <a:pt x="573405" y="766763"/>
                        </a:cubicBezTo>
                        <a:cubicBezTo>
                          <a:pt x="578168" y="766763"/>
                          <a:pt x="581025" y="766763"/>
                          <a:pt x="585788" y="765810"/>
                        </a:cubicBezTo>
                        <a:cubicBezTo>
                          <a:pt x="601028" y="763905"/>
                          <a:pt x="615315" y="761048"/>
                          <a:pt x="629603" y="756285"/>
                        </a:cubicBezTo>
                        <a:cubicBezTo>
                          <a:pt x="628650" y="756285"/>
                          <a:pt x="627698" y="756285"/>
                          <a:pt x="627698" y="757238"/>
                        </a:cubicBezTo>
                        <a:cubicBezTo>
                          <a:pt x="641032" y="752475"/>
                          <a:pt x="654368" y="747713"/>
                          <a:pt x="666750" y="741045"/>
                        </a:cubicBezTo>
                        <a:cubicBezTo>
                          <a:pt x="666750" y="740093"/>
                          <a:pt x="665798" y="741045"/>
                          <a:pt x="665798" y="741045"/>
                        </a:cubicBezTo>
                        <a:close/>
                        <a:moveTo>
                          <a:pt x="40957" y="141923"/>
                        </a:moveTo>
                        <a:cubicBezTo>
                          <a:pt x="42863" y="138113"/>
                          <a:pt x="44767" y="134303"/>
                          <a:pt x="46672" y="130493"/>
                        </a:cubicBezTo>
                        <a:cubicBezTo>
                          <a:pt x="45720" y="134303"/>
                          <a:pt x="42863" y="140018"/>
                          <a:pt x="40005" y="143828"/>
                        </a:cubicBezTo>
                        <a:cubicBezTo>
                          <a:pt x="40005" y="143828"/>
                          <a:pt x="40957" y="142875"/>
                          <a:pt x="40957" y="141923"/>
                        </a:cubicBezTo>
                        <a:close/>
                        <a:moveTo>
                          <a:pt x="60007" y="242888"/>
                        </a:moveTo>
                        <a:cubicBezTo>
                          <a:pt x="57150" y="248603"/>
                          <a:pt x="54292" y="253365"/>
                          <a:pt x="51435" y="258128"/>
                        </a:cubicBezTo>
                        <a:cubicBezTo>
                          <a:pt x="50482" y="259080"/>
                          <a:pt x="47625" y="262890"/>
                          <a:pt x="45720" y="260985"/>
                        </a:cubicBezTo>
                        <a:cubicBezTo>
                          <a:pt x="43815" y="259080"/>
                          <a:pt x="47625" y="256223"/>
                          <a:pt x="48577" y="255270"/>
                        </a:cubicBezTo>
                        <a:cubicBezTo>
                          <a:pt x="49530" y="254318"/>
                          <a:pt x="50482" y="251460"/>
                          <a:pt x="51435" y="250508"/>
                        </a:cubicBezTo>
                        <a:cubicBezTo>
                          <a:pt x="52388" y="247650"/>
                          <a:pt x="54292" y="247650"/>
                          <a:pt x="55245" y="246698"/>
                        </a:cubicBezTo>
                        <a:cubicBezTo>
                          <a:pt x="56197" y="245745"/>
                          <a:pt x="56197" y="244793"/>
                          <a:pt x="57150" y="243840"/>
                        </a:cubicBezTo>
                        <a:cubicBezTo>
                          <a:pt x="58102" y="242888"/>
                          <a:pt x="59055" y="241935"/>
                          <a:pt x="60960" y="240983"/>
                        </a:cubicBezTo>
                        <a:cubicBezTo>
                          <a:pt x="60007" y="241935"/>
                          <a:pt x="60007" y="242888"/>
                          <a:pt x="60007" y="242888"/>
                        </a:cubicBezTo>
                        <a:close/>
                        <a:moveTo>
                          <a:pt x="69532" y="225743"/>
                        </a:moveTo>
                        <a:cubicBezTo>
                          <a:pt x="69532" y="228600"/>
                          <a:pt x="69532" y="230505"/>
                          <a:pt x="67627" y="233363"/>
                        </a:cubicBezTo>
                        <a:cubicBezTo>
                          <a:pt x="65722" y="235268"/>
                          <a:pt x="64770" y="235268"/>
                          <a:pt x="62865" y="236220"/>
                        </a:cubicBezTo>
                        <a:cubicBezTo>
                          <a:pt x="60960" y="237173"/>
                          <a:pt x="60007" y="240983"/>
                          <a:pt x="58102" y="240030"/>
                        </a:cubicBezTo>
                        <a:cubicBezTo>
                          <a:pt x="59055" y="238125"/>
                          <a:pt x="63817" y="226695"/>
                          <a:pt x="66675" y="229553"/>
                        </a:cubicBezTo>
                        <a:cubicBezTo>
                          <a:pt x="66675" y="227648"/>
                          <a:pt x="67627" y="223838"/>
                          <a:pt x="69532" y="225743"/>
                        </a:cubicBezTo>
                        <a:close/>
                        <a:moveTo>
                          <a:pt x="27622" y="196215"/>
                        </a:moveTo>
                        <a:cubicBezTo>
                          <a:pt x="28575" y="193358"/>
                          <a:pt x="29527" y="190500"/>
                          <a:pt x="30480" y="187643"/>
                        </a:cubicBezTo>
                        <a:cubicBezTo>
                          <a:pt x="30480" y="187643"/>
                          <a:pt x="30480" y="188595"/>
                          <a:pt x="29527" y="188595"/>
                        </a:cubicBezTo>
                        <a:cubicBezTo>
                          <a:pt x="30480" y="186690"/>
                          <a:pt x="30480" y="185738"/>
                          <a:pt x="31432" y="183833"/>
                        </a:cubicBezTo>
                        <a:cubicBezTo>
                          <a:pt x="31432" y="184785"/>
                          <a:pt x="30480" y="185738"/>
                          <a:pt x="30480" y="185738"/>
                        </a:cubicBezTo>
                        <a:cubicBezTo>
                          <a:pt x="31432" y="183833"/>
                          <a:pt x="31432" y="182880"/>
                          <a:pt x="31432" y="180975"/>
                        </a:cubicBezTo>
                        <a:cubicBezTo>
                          <a:pt x="31432" y="180975"/>
                          <a:pt x="30480" y="181928"/>
                          <a:pt x="30480" y="182880"/>
                        </a:cubicBezTo>
                        <a:cubicBezTo>
                          <a:pt x="31432" y="179070"/>
                          <a:pt x="31432" y="175260"/>
                          <a:pt x="33338" y="172403"/>
                        </a:cubicBezTo>
                        <a:cubicBezTo>
                          <a:pt x="31432" y="173355"/>
                          <a:pt x="32385" y="172403"/>
                          <a:pt x="33338" y="169545"/>
                        </a:cubicBezTo>
                        <a:cubicBezTo>
                          <a:pt x="33338" y="168593"/>
                          <a:pt x="34290" y="166688"/>
                          <a:pt x="35242" y="165735"/>
                        </a:cubicBezTo>
                        <a:cubicBezTo>
                          <a:pt x="36195" y="168593"/>
                          <a:pt x="32385" y="177165"/>
                          <a:pt x="32385" y="180975"/>
                        </a:cubicBezTo>
                        <a:cubicBezTo>
                          <a:pt x="30480" y="186690"/>
                          <a:pt x="29527" y="192405"/>
                          <a:pt x="27622" y="196215"/>
                        </a:cubicBezTo>
                        <a:cubicBezTo>
                          <a:pt x="27622" y="197168"/>
                          <a:pt x="27622" y="196215"/>
                          <a:pt x="27622" y="196215"/>
                        </a:cubicBezTo>
                        <a:close/>
                        <a:moveTo>
                          <a:pt x="28575" y="225743"/>
                        </a:moveTo>
                        <a:cubicBezTo>
                          <a:pt x="29527" y="221933"/>
                          <a:pt x="31432" y="218123"/>
                          <a:pt x="33338" y="215265"/>
                        </a:cubicBezTo>
                        <a:cubicBezTo>
                          <a:pt x="34290" y="213360"/>
                          <a:pt x="35242" y="212408"/>
                          <a:pt x="36195" y="210503"/>
                        </a:cubicBezTo>
                        <a:cubicBezTo>
                          <a:pt x="37147" y="208598"/>
                          <a:pt x="37147" y="206693"/>
                          <a:pt x="38100" y="205740"/>
                        </a:cubicBezTo>
                        <a:cubicBezTo>
                          <a:pt x="38100" y="206693"/>
                          <a:pt x="38100" y="207645"/>
                          <a:pt x="37147" y="207645"/>
                        </a:cubicBezTo>
                        <a:cubicBezTo>
                          <a:pt x="39052" y="206693"/>
                          <a:pt x="39052" y="201930"/>
                          <a:pt x="41910" y="200978"/>
                        </a:cubicBezTo>
                        <a:cubicBezTo>
                          <a:pt x="44767" y="200025"/>
                          <a:pt x="42863" y="204788"/>
                          <a:pt x="43815" y="206693"/>
                        </a:cubicBezTo>
                        <a:cubicBezTo>
                          <a:pt x="44767" y="206693"/>
                          <a:pt x="44767" y="205740"/>
                          <a:pt x="45720" y="205740"/>
                        </a:cubicBezTo>
                        <a:cubicBezTo>
                          <a:pt x="45720" y="206693"/>
                          <a:pt x="45720" y="208598"/>
                          <a:pt x="44767" y="209550"/>
                        </a:cubicBezTo>
                        <a:cubicBezTo>
                          <a:pt x="44767" y="209550"/>
                          <a:pt x="45720" y="210503"/>
                          <a:pt x="45720" y="211455"/>
                        </a:cubicBezTo>
                        <a:cubicBezTo>
                          <a:pt x="45720" y="212408"/>
                          <a:pt x="44767" y="213360"/>
                          <a:pt x="44767" y="213360"/>
                        </a:cubicBezTo>
                        <a:cubicBezTo>
                          <a:pt x="44767" y="214313"/>
                          <a:pt x="45720" y="214313"/>
                          <a:pt x="44767" y="215265"/>
                        </a:cubicBezTo>
                        <a:cubicBezTo>
                          <a:pt x="44767" y="216218"/>
                          <a:pt x="43815" y="217170"/>
                          <a:pt x="44767" y="219075"/>
                        </a:cubicBezTo>
                        <a:cubicBezTo>
                          <a:pt x="43815" y="219075"/>
                          <a:pt x="44767" y="218123"/>
                          <a:pt x="43815" y="219075"/>
                        </a:cubicBezTo>
                        <a:cubicBezTo>
                          <a:pt x="43815" y="218123"/>
                          <a:pt x="43815" y="217170"/>
                          <a:pt x="43815" y="216218"/>
                        </a:cubicBezTo>
                        <a:cubicBezTo>
                          <a:pt x="41910" y="218123"/>
                          <a:pt x="40005" y="220980"/>
                          <a:pt x="37147" y="221933"/>
                        </a:cubicBezTo>
                        <a:cubicBezTo>
                          <a:pt x="37147" y="220980"/>
                          <a:pt x="36195" y="220028"/>
                          <a:pt x="36195" y="218123"/>
                        </a:cubicBezTo>
                        <a:cubicBezTo>
                          <a:pt x="35242" y="219075"/>
                          <a:pt x="35242" y="219075"/>
                          <a:pt x="34290" y="220028"/>
                        </a:cubicBezTo>
                        <a:cubicBezTo>
                          <a:pt x="34290" y="217170"/>
                          <a:pt x="36195" y="215265"/>
                          <a:pt x="37147" y="212408"/>
                        </a:cubicBezTo>
                        <a:cubicBezTo>
                          <a:pt x="33338" y="214313"/>
                          <a:pt x="33338" y="221933"/>
                          <a:pt x="29527" y="223838"/>
                        </a:cubicBezTo>
                        <a:cubicBezTo>
                          <a:pt x="29527" y="223838"/>
                          <a:pt x="29527" y="223838"/>
                          <a:pt x="29527" y="222885"/>
                        </a:cubicBezTo>
                        <a:cubicBezTo>
                          <a:pt x="29527" y="222885"/>
                          <a:pt x="29527" y="222885"/>
                          <a:pt x="29527" y="222885"/>
                        </a:cubicBezTo>
                        <a:cubicBezTo>
                          <a:pt x="29527" y="221933"/>
                          <a:pt x="29527" y="220980"/>
                          <a:pt x="30480" y="220028"/>
                        </a:cubicBezTo>
                        <a:cubicBezTo>
                          <a:pt x="30480" y="222885"/>
                          <a:pt x="29527" y="224790"/>
                          <a:pt x="28575" y="225743"/>
                        </a:cubicBezTo>
                        <a:cubicBezTo>
                          <a:pt x="28575" y="225743"/>
                          <a:pt x="28575" y="225743"/>
                          <a:pt x="28575" y="225743"/>
                        </a:cubicBezTo>
                        <a:close/>
                        <a:moveTo>
                          <a:pt x="33338" y="264795"/>
                        </a:moveTo>
                        <a:cubicBezTo>
                          <a:pt x="32385" y="260033"/>
                          <a:pt x="33338" y="253365"/>
                          <a:pt x="34290" y="248603"/>
                        </a:cubicBezTo>
                        <a:cubicBezTo>
                          <a:pt x="35242" y="242888"/>
                          <a:pt x="36195" y="238125"/>
                          <a:pt x="38100" y="232410"/>
                        </a:cubicBezTo>
                        <a:cubicBezTo>
                          <a:pt x="37147" y="234315"/>
                          <a:pt x="36195" y="240030"/>
                          <a:pt x="34290" y="240983"/>
                        </a:cubicBezTo>
                        <a:cubicBezTo>
                          <a:pt x="35242" y="236220"/>
                          <a:pt x="37147" y="231458"/>
                          <a:pt x="38100" y="227648"/>
                        </a:cubicBezTo>
                        <a:cubicBezTo>
                          <a:pt x="38100" y="230505"/>
                          <a:pt x="39052" y="226695"/>
                          <a:pt x="39052" y="226695"/>
                        </a:cubicBezTo>
                        <a:cubicBezTo>
                          <a:pt x="39052" y="226695"/>
                          <a:pt x="39052" y="226695"/>
                          <a:pt x="39052" y="226695"/>
                        </a:cubicBezTo>
                        <a:cubicBezTo>
                          <a:pt x="39052" y="226695"/>
                          <a:pt x="38100" y="228600"/>
                          <a:pt x="38100" y="228600"/>
                        </a:cubicBezTo>
                        <a:cubicBezTo>
                          <a:pt x="39052" y="227648"/>
                          <a:pt x="40005" y="224790"/>
                          <a:pt x="40005" y="224790"/>
                        </a:cubicBezTo>
                        <a:cubicBezTo>
                          <a:pt x="40005" y="224790"/>
                          <a:pt x="41910" y="222885"/>
                          <a:pt x="41910" y="222885"/>
                        </a:cubicBezTo>
                        <a:cubicBezTo>
                          <a:pt x="41910" y="222885"/>
                          <a:pt x="42863" y="222885"/>
                          <a:pt x="42863" y="222885"/>
                        </a:cubicBezTo>
                        <a:cubicBezTo>
                          <a:pt x="42863" y="222885"/>
                          <a:pt x="44767" y="221933"/>
                          <a:pt x="45720" y="220980"/>
                        </a:cubicBezTo>
                        <a:cubicBezTo>
                          <a:pt x="47625" y="219075"/>
                          <a:pt x="45720" y="218123"/>
                          <a:pt x="49530" y="217170"/>
                        </a:cubicBezTo>
                        <a:cubicBezTo>
                          <a:pt x="50482" y="217170"/>
                          <a:pt x="50482" y="216218"/>
                          <a:pt x="51435" y="216218"/>
                        </a:cubicBezTo>
                        <a:cubicBezTo>
                          <a:pt x="51435" y="216218"/>
                          <a:pt x="52388" y="217170"/>
                          <a:pt x="52388" y="216218"/>
                        </a:cubicBezTo>
                        <a:cubicBezTo>
                          <a:pt x="53340" y="216218"/>
                          <a:pt x="54292" y="215265"/>
                          <a:pt x="54292" y="215265"/>
                        </a:cubicBezTo>
                        <a:cubicBezTo>
                          <a:pt x="56197" y="215265"/>
                          <a:pt x="56197" y="218123"/>
                          <a:pt x="56197" y="220028"/>
                        </a:cubicBezTo>
                        <a:cubicBezTo>
                          <a:pt x="56197" y="220980"/>
                          <a:pt x="57150" y="221933"/>
                          <a:pt x="57150" y="223838"/>
                        </a:cubicBezTo>
                        <a:cubicBezTo>
                          <a:pt x="57150" y="223838"/>
                          <a:pt x="57150" y="225743"/>
                          <a:pt x="57150" y="225743"/>
                        </a:cubicBezTo>
                        <a:cubicBezTo>
                          <a:pt x="56197" y="226695"/>
                          <a:pt x="56197" y="228600"/>
                          <a:pt x="55245" y="226695"/>
                        </a:cubicBezTo>
                        <a:cubicBezTo>
                          <a:pt x="55245" y="226695"/>
                          <a:pt x="54292" y="227648"/>
                          <a:pt x="54292" y="227648"/>
                        </a:cubicBezTo>
                        <a:cubicBezTo>
                          <a:pt x="54292" y="225743"/>
                          <a:pt x="53340" y="224790"/>
                          <a:pt x="53340" y="222885"/>
                        </a:cubicBezTo>
                        <a:cubicBezTo>
                          <a:pt x="51435" y="223838"/>
                          <a:pt x="53340" y="226695"/>
                          <a:pt x="53340" y="228600"/>
                        </a:cubicBezTo>
                        <a:cubicBezTo>
                          <a:pt x="53340" y="230505"/>
                          <a:pt x="52388" y="232410"/>
                          <a:pt x="52388" y="234315"/>
                        </a:cubicBezTo>
                        <a:cubicBezTo>
                          <a:pt x="52388" y="236220"/>
                          <a:pt x="52388" y="244793"/>
                          <a:pt x="49530" y="244793"/>
                        </a:cubicBezTo>
                        <a:cubicBezTo>
                          <a:pt x="49530" y="241935"/>
                          <a:pt x="50482" y="239078"/>
                          <a:pt x="48577" y="236220"/>
                        </a:cubicBezTo>
                        <a:cubicBezTo>
                          <a:pt x="46672" y="237173"/>
                          <a:pt x="46672" y="240030"/>
                          <a:pt x="45720" y="240983"/>
                        </a:cubicBezTo>
                        <a:cubicBezTo>
                          <a:pt x="43815" y="240030"/>
                          <a:pt x="46672" y="234315"/>
                          <a:pt x="47625" y="232410"/>
                        </a:cubicBezTo>
                        <a:cubicBezTo>
                          <a:pt x="48577" y="230505"/>
                          <a:pt x="48577" y="225743"/>
                          <a:pt x="47625" y="223838"/>
                        </a:cubicBezTo>
                        <a:cubicBezTo>
                          <a:pt x="46672" y="221933"/>
                          <a:pt x="44767" y="220980"/>
                          <a:pt x="43815" y="223838"/>
                        </a:cubicBezTo>
                        <a:cubicBezTo>
                          <a:pt x="42863" y="225743"/>
                          <a:pt x="42863" y="231458"/>
                          <a:pt x="40957" y="232410"/>
                        </a:cubicBezTo>
                        <a:cubicBezTo>
                          <a:pt x="40957" y="231458"/>
                          <a:pt x="41910" y="229553"/>
                          <a:pt x="41910" y="228600"/>
                        </a:cubicBezTo>
                        <a:cubicBezTo>
                          <a:pt x="40005" y="234315"/>
                          <a:pt x="38100" y="240030"/>
                          <a:pt x="38100" y="246698"/>
                        </a:cubicBezTo>
                        <a:cubicBezTo>
                          <a:pt x="38100" y="251460"/>
                          <a:pt x="39052" y="261938"/>
                          <a:pt x="34290" y="264795"/>
                        </a:cubicBezTo>
                        <a:cubicBezTo>
                          <a:pt x="33338" y="266700"/>
                          <a:pt x="33338" y="265748"/>
                          <a:pt x="33338" y="264795"/>
                        </a:cubicBezTo>
                        <a:close/>
                      </a:path>
                    </a:pathLst>
                  </a:custGeom>
                  <a:solidFill>
                    <a:schemeClr val="bg2">
                      <a:alpha val="34000"/>
                    </a:schemeClr>
                  </a:solidFill>
                  <a:ln w="9525" cap="flat">
                    <a:noFill/>
                    <a:prstDash val="solid"/>
                    <a:miter/>
                  </a:ln>
                </p:spPr>
                <p:txBody>
                  <a:bodyPr rtlCol="0" anchor="ctr"/>
                  <a:lstStyle/>
                  <a:p>
                    <a:endParaRPr lang="en-US"/>
                  </a:p>
                </p:txBody>
              </p:sp>
              <p:sp>
                <p:nvSpPr>
                  <p:cNvPr id="579" name="Freeform: Shape 578">
                    <a:extLst>
                      <a:ext uri="{FF2B5EF4-FFF2-40B4-BE49-F238E27FC236}">
                        <a16:creationId xmlns:a16="http://schemas.microsoft.com/office/drawing/2014/main" id="{6DDD211C-C6EE-470C-827C-CCEDC45C5574}"/>
                      </a:ext>
                    </a:extLst>
                  </p:cNvPr>
                  <p:cNvSpPr/>
                  <p:nvPr/>
                </p:nvSpPr>
                <p:spPr>
                  <a:xfrm>
                    <a:off x="14823902" y="2569240"/>
                    <a:ext cx="13335" cy="50482"/>
                  </a:xfrm>
                  <a:custGeom>
                    <a:avLst/>
                    <a:gdLst>
                      <a:gd name="connsiteX0" fmla="*/ 13335 w 13335"/>
                      <a:gd name="connsiteY0" fmla="*/ 50482 h 50482"/>
                      <a:gd name="connsiteX1" fmla="*/ 5715 w 13335"/>
                      <a:gd name="connsiteY1" fmla="*/ 24765 h 50482"/>
                      <a:gd name="connsiteX2" fmla="*/ 0 w 13335"/>
                      <a:gd name="connsiteY2" fmla="*/ 0 h 50482"/>
                      <a:gd name="connsiteX3" fmla="*/ 3810 w 13335"/>
                      <a:gd name="connsiteY3" fmla="*/ 18097 h 50482"/>
                      <a:gd name="connsiteX4" fmla="*/ 4763 w 13335"/>
                      <a:gd name="connsiteY4" fmla="*/ 20955 h 50482"/>
                      <a:gd name="connsiteX5" fmla="*/ 5715 w 13335"/>
                      <a:gd name="connsiteY5" fmla="*/ 25717 h 50482"/>
                      <a:gd name="connsiteX6" fmla="*/ 7620 w 13335"/>
                      <a:gd name="connsiteY6" fmla="*/ 31432 h 50482"/>
                      <a:gd name="connsiteX7" fmla="*/ 9525 w 13335"/>
                      <a:gd name="connsiteY7" fmla="*/ 38100 h 50482"/>
                      <a:gd name="connsiteX8" fmla="*/ 13335 w 13335"/>
                      <a:gd name="connsiteY8" fmla="*/ 50482 h 50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5" h="50482">
                        <a:moveTo>
                          <a:pt x="13335" y="50482"/>
                        </a:moveTo>
                        <a:cubicBezTo>
                          <a:pt x="11430" y="41910"/>
                          <a:pt x="7620" y="33338"/>
                          <a:pt x="5715" y="24765"/>
                        </a:cubicBezTo>
                        <a:cubicBezTo>
                          <a:pt x="3810" y="17145"/>
                          <a:pt x="1905" y="8572"/>
                          <a:pt x="0" y="0"/>
                        </a:cubicBezTo>
                        <a:cubicBezTo>
                          <a:pt x="953" y="5715"/>
                          <a:pt x="2857" y="12382"/>
                          <a:pt x="3810" y="18097"/>
                        </a:cubicBezTo>
                        <a:cubicBezTo>
                          <a:pt x="2857" y="15240"/>
                          <a:pt x="4763" y="20955"/>
                          <a:pt x="4763" y="20955"/>
                        </a:cubicBezTo>
                        <a:cubicBezTo>
                          <a:pt x="4763" y="22860"/>
                          <a:pt x="5715" y="24765"/>
                          <a:pt x="5715" y="25717"/>
                        </a:cubicBezTo>
                        <a:cubicBezTo>
                          <a:pt x="5715" y="27622"/>
                          <a:pt x="6668" y="29527"/>
                          <a:pt x="7620" y="31432"/>
                        </a:cubicBezTo>
                        <a:cubicBezTo>
                          <a:pt x="8573" y="33338"/>
                          <a:pt x="8573" y="35242"/>
                          <a:pt x="9525" y="38100"/>
                        </a:cubicBezTo>
                        <a:cubicBezTo>
                          <a:pt x="10478" y="41910"/>
                          <a:pt x="11430" y="47625"/>
                          <a:pt x="13335" y="50482"/>
                        </a:cubicBezTo>
                        <a:close/>
                      </a:path>
                    </a:pathLst>
                  </a:custGeom>
                  <a:solidFill>
                    <a:schemeClr val="bg2">
                      <a:alpha val="34000"/>
                    </a:schemeClr>
                  </a:solidFill>
                  <a:ln w="9525" cap="flat">
                    <a:noFill/>
                    <a:prstDash val="solid"/>
                    <a:miter/>
                  </a:ln>
                </p:spPr>
                <p:txBody>
                  <a:bodyPr rtlCol="0" anchor="ctr"/>
                  <a:lstStyle/>
                  <a:p>
                    <a:endParaRPr lang="en-US"/>
                  </a:p>
                </p:txBody>
              </p:sp>
              <p:sp>
                <p:nvSpPr>
                  <p:cNvPr id="580" name="Freeform: Shape 579">
                    <a:extLst>
                      <a:ext uri="{FF2B5EF4-FFF2-40B4-BE49-F238E27FC236}">
                        <a16:creationId xmlns:a16="http://schemas.microsoft.com/office/drawing/2014/main" id="{28B3F722-C9C1-4D8C-B14F-9B1B5A26593E}"/>
                      </a:ext>
                    </a:extLst>
                  </p:cNvPr>
                  <p:cNvSpPr/>
                  <p:nvPr/>
                </p:nvSpPr>
                <p:spPr>
                  <a:xfrm>
                    <a:off x="14865812" y="2365405"/>
                    <a:ext cx="7619" cy="3810"/>
                  </a:xfrm>
                  <a:custGeom>
                    <a:avLst/>
                    <a:gdLst>
                      <a:gd name="connsiteX0" fmla="*/ 2857 w 7619"/>
                      <a:gd name="connsiteY0" fmla="*/ 2858 h 3810"/>
                      <a:gd name="connsiteX1" fmla="*/ 7620 w 7619"/>
                      <a:gd name="connsiteY1" fmla="*/ 953 h 3810"/>
                      <a:gd name="connsiteX2" fmla="*/ 6668 w 7619"/>
                      <a:gd name="connsiteY2" fmla="*/ 0 h 3810"/>
                      <a:gd name="connsiteX3" fmla="*/ 4763 w 7619"/>
                      <a:gd name="connsiteY3" fmla="*/ 953 h 3810"/>
                      <a:gd name="connsiteX4" fmla="*/ 952 w 7619"/>
                      <a:gd name="connsiteY4" fmla="*/ 1905 h 3810"/>
                      <a:gd name="connsiteX5" fmla="*/ 0 w 7619"/>
                      <a:gd name="connsiteY5" fmla="*/ 3810 h 3810"/>
                      <a:gd name="connsiteX6" fmla="*/ 2857 w 7619"/>
                      <a:gd name="connsiteY6" fmla="*/ 2858 h 3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19" h="3810">
                        <a:moveTo>
                          <a:pt x="2857" y="2858"/>
                        </a:moveTo>
                        <a:cubicBezTo>
                          <a:pt x="5715" y="2858"/>
                          <a:pt x="6668" y="4763"/>
                          <a:pt x="7620" y="953"/>
                        </a:cubicBezTo>
                        <a:cubicBezTo>
                          <a:pt x="6668" y="1905"/>
                          <a:pt x="7620" y="0"/>
                          <a:pt x="6668" y="0"/>
                        </a:cubicBezTo>
                        <a:cubicBezTo>
                          <a:pt x="5715" y="0"/>
                          <a:pt x="5715" y="0"/>
                          <a:pt x="4763" y="953"/>
                        </a:cubicBezTo>
                        <a:cubicBezTo>
                          <a:pt x="3810" y="953"/>
                          <a:pt x="2857" y="2858"/>
                          <a:pt x="952" y="1905"/>
                        </a:cubicBezTo>
                        <a:cubicBezTo>
                          <a:pt x="952" y="2858"/>
                          <a:pt x="0" y="2858"/>
                          <a:pt x="0" y="3810"/>
                        </a:cubicBezTo>
                        <a:cubicBezTo>
                          <a:pt x="4763" y="953"/>
                          <a:pt x="952" y="2858"/>
                          <a:pt x="2857" y="2858"/>
                        </a:cubicBezTo>
                        <a:close/>
                      </a:path>
                    </a:pathLst>
                  </a:custGeom>
                  <a:solidFill>
                    <a:schemeClr val="bg2">
                      <a:alpha val="34000"/>
                    </a:schemeClr>
                  </a:solidFill>
                  <a:ln w="9525" cap="flat">
                    <a:noFill/>
                    <a:prstDash val="solid"/>
                    <a:miter/>
                  </a:ln>
                </p:spPr>
                <p:txBody>
                  <a:bodyPr rtlCol="0" anchor="ctr"/>
                  <a:lstStyle/>
                  <a:p>
                    <a:endParaRPr lang="en-US"/>
                  </a:p>
                </p:txBody>
              </p:sp>
            </p:grpSp>
          </p:grpSp>
          <p:grpSp>
            <p:nvGrpSpPr>
              <p:cNvPr id="581" name="Graphic 2">
                <a:extLst>
                  <a:ext uri="{FF2B5EF4-FFF2-40B4-BE49-F238E27FC236}">
                    <a16:creationId xmlns:a16="http://schemas.microsoft.com/office/drawing/2014/main" id="{AE736AF3-0337-429B-AEF1-DA4B52809559}"/>
                  </a:ext>
                </a:extLst>
              </p:cNvPr>
              <p:cNvGrpSpPr/>
              <p:nvPr/>
            </p:nvGrpSpPr>
            <p:grpSpPr>
              <a:xfrm>
                <a:off x="14401944" y="-1152177"/>
                <a:ext cx="4818697" cy="5179694"/>
                <a:chOff x="-1328556" y="929512"/>
                <a:chExt cx="4818697" cy="5179694"/>
              </a:xfrm>
            </p:grpSpPr>
            <p:sp>
              <p:nvSpPr>
                <p:cNvPr id="582" name="Freeform: Shape 581">
                  <a:extLst>
                    <a:ext uri="{FF2B5EF4-FFF2-40B4-BE49-F238E27FC236}">
                      <a16:creationId xmlns:a16="http://schemas.microsoft.com/office/drawing/2014/main" id="{6CD006B8-F8BC-49CF-8BF8-1D623FD313CD}"/>
                    </a:ext>
                  </a:extLst>
                </p:cNvPr>
                <p:cNvSpPr/>
                <p:nvPr/>
              </p:nvSpPr>
              <p:spPr>
                <a:xfrm>
                  <a:off x="3353934" y="5759639"/>
                  <a:ext cx="136207" cy="237172"/>
                </a:xfrm>
                <a:custGeom>
                  <a:avLst/>
                  <a:gdLst>
                    <a:gd name="connsiteX0" fmla="*/ 46672 w 136207"/>
                    <a:gd name="connsiteY0" fmla="*/ 237172 h 237172"/>
                    <a:gd name="connsiteX1" fmla="*/ 0 w 136207"/>
                    <a:gd name="connsiteY1" fmla="*/ 237172 h 237172"/>
                    <a:gd name="connsiteX2" fmla="*/ 0 w 136207"/>
                    <a:gd name="connsiteY2" fmla="*/ 195262 h 237172"/>
                    <a:gd name="connsiteX3" fmla="*/ 46672 w 136207"/>
                    <a:gd name="connsiteY3" fmla="*/ 195262 h 237172"/>
                    <a:gd name="connsiteX4" fmla="*/ 94297 w 136207"/>
                    <a:gd name="connsiteY4" fmla="*/ 147637 h 237172"/>
                    <a:gd name="connsiteX5" fmla="*/ 94297 w 136207"/>
                    <a:gd name="connsiteY5" fmla="*/ 89535 h 237172"/>
                    <a:gd name="connsiteX6" fmla="*/ 46672 w 136207"/>
                    <a:gd name="connsiteY6" fmla="*/ 41910 h 237172"/>
                    <a:gd name="connsiteX7" fmla="*/ 0 w 136207"/>
                    <a:gd name="connsiteY7" fmla="*/ 41910 h 237172"/>
                    <a:gd name="connsiteX8" fmla="*/ 0 w 136207"/>
                    <a:gd name="connsiteY8" fmla="*/ 0 h 237172"/>
                    <a:gd name="connsiteX9" fmla="*/ 46672 w 136207"/>
                    <a:gd name="connsiteY9" fmla="*/ 0 h 237172"/>
                    <a:gd name="connsiteX10" fmla="*/ 136207 w 136207"/>
                    <a:gd name="connsiteY10" fmla="*/ 89535 h 237172"/>
                    <a:gd name="connsiteX11" fmla="*/ 136207 w 136207"/>
                    <a:gd name="connsiteY11" fmla="*/ 147637 h 237172"/>
                    <a:gd name="connsiteX12" fmla="*/ 46672 w 136207"/>
                    <a:gd name="connsiteY12" fmla="*/ 237172 h 2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6207" h="237172">
                      <a:moveTo>
                        <a:pt x="46672" y="237172"/>
                      </a:moveTo>
                      <a:lnTo>
                        <a:pt x="0" y="237172"/>
                      </a:lnTo>
                      <a:lnTo>
                        <a:pt x="0" y="195262"/>
                      </a:lnTo>
                      <a:lnTo>
                        <a:pt x="46672" y="195262"/>
                      </a:lnTo>
                      <a:cubicBezTo>
                        <a:pt x="73342" y="195262"/>
                        <a:pt x="94297" y="173355"/>
                        <a:pt x="94297" y="147637"/>
                      </a:cubicBezTo>
                      <a:lnTo>
                        <a:pt x="94297" y="89535"/>
                      </a:lnTo>
                      <a:cubicBezTo>
                        <a:pt x="94297" y="62865"/>
                        <a:pt x="72390" y="41910"/>
                        <a:pt x="46672" y="41910"/>
                      </a:cubicBezTo>
                      <a:lnTo>
                        <a:pt x="0" y="41910"/>
                      </a:lnTo>
                      <a:lnTo>
                        <a:pt x="0" y="0"/>
                      </a:lnTo>
                      <a:lnTo>
                        <a:pt x="46672" y="0"/>
                      </a:lnTo>
                      <a:cubicBezTo>
                        <a:pt x="96203" y="0"/>
                        <a:pt x="136207" y="40005"/>
                        <a:pt x="136207" y="89535"/>
                      </a:cubicBezTo>
                      <a:lnTo>
                        <a:pt x="136207" y="147637"/>
                      </a:lnTo>
                      <a:cubicBezTo>
                        <a:pt x="136207" y="197167"/>
                        <a:pt x="96203" y="237172"/>
                        <a:pt x="46672" y="237172"/>
                      </a:cubicBezTo>
                      <a:close/>
                    </a:path>
                  </a:pathLst>
                </a:custGeom>
                <a:solidFill>
                  <a:schemeClr val="accent3"/>
                </a:solidFill>
                <a:ln w="9525" cap="flat">
                  <a:noFill/>
                  <a:prstDash val="solid"/>
                  <a:miter/>
                </a:ln>
              </p:spPr>
              <p:txBody>
                <a:bodyPr rtlCol="0" anchor="ctr"/>
                <a:lstStyle/>
                <a:p>
                  <a:endParaRPr lang="en-US"/>
                </a:p>
              </p:txBody>
            </p:sp>
            <p:sp>
              <p:nvSpPr>
                <p:cNvPr id="583" name="Freeform: Shape 582">
                  <a:extLst>
                    <a:ext uri="{FF2B5EF4-FFF2-40B4-BE49-F238E27FC236}">
                      <a16:creationId xmlns:a16="http://schemas.microsoft.com/office/drawing/2014/main" id="{D3218B1E-F531-4D53-9089-78F116C4251E}"/>
                    </a:ext>
                  </a:extLst>
                </p:cNvPr>
                <p:cNvSpPr/>
                <p:nvPr/>
              </p:nvSpPr>
              <p:spPr>
                <a:xfrm>
                  <a:off x="3042466" y="5674867"/>
                  <a:ext cx="341947" cy="433387"/>
                </a:xfrm>
                <a:custGeom>
                  <a:avLst/>
                  <a:gdLst>
                    <a:gd name="connsiteX0" fmla="*/ 252413 w 341947"/>
                    <a:gd name="connsiteY0" fmla="*/ 0 h 433387"/>
                    <a:gd name="connsiteX1" fmla="*/ 89535 w 341947"/>
                    <a:gd name="connsiteY1" fmla="*/ 0 h 433387"/>
                    <a:gd name="connsiteX2" fmla="*/ 0 w 341947"/>
                    <a:gd name="connsiteY2" fmla="*/ 89535 h 433387"/>
                    <a:gd name="connsiteX3" fmla="*/ 0 w 341947"/>
                    <a:gd name="connsiteY3" fmla="*/ 343852 h 433387"/>
                    <a:gd name="connsiteX4" fmla="*/ 89535 w 341947"/>
                    <a:gd name="connsiteY4" fmla="*/ 433388 h 433387"/>
                    <a:gd name="connsiteX5" fmla="*/ 252413 w 341947"/>
                    <a:gd name="connsiteY5" fmla="*/ 433388 h 433387"/>
                    <a:gd name="connsiteX6" fmla="*/ 341947 w 341947"/>
                    <a:gd name="connsiteY6" fmla="*/ 343852 h 433387"/>
                    <a:gd name="connsiteX7" fmla="*/ 341947 w 341947"/>
                    <a:gd name="connsiteY7" fmla="*/ 89535 h 433387"/>
                    <a:gd name="connsiteX8" fmla="*/ 252413 w 341947"/>
                    <a:gd name="connsiteY8" fmla="*/ 0 h 433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1947" h="433387">
                      <a:moveTo>
                        <a:pt x="252413" y="0"/>
                      </a:moveTo>
                      <a:lnTo>
                        <a:pt x="89535" y="0"/>
                      </a:lnTo>
                      <a:cubicBezTo>
                        <a:pt x="40005" y="0"/>
                        <a:pt x="0" y="40005"/>
                        <a:pt x="0" y="89535"/>
                      </a:cubicBezTo>
                      <a:lnTo>
                        <a:pt x="0" y="343852"/>
                      </a:lnTo>
                      <a:cubicBezTo>
                        <a:pt x="0" y="393382"/>
                        <a:pt x="40005" y="433388"/>
                        <a:pt x="89535" y="433388"/>
                      </a:cubicBezTo>
                      <a:lnTo>
                        <a:pt x="252413" y="433388"/>
                      </a:lnTo>
                      <a:cubicBezTo>
                        <a:pt x="301943" y="433388"/>
                        <a:pt x="341947" y="393382"/>
                        <a:pt x="341947" y="343852"/>
                      </a:cubicBezTo>
                      <a:lnTo>
                        <a:pt x="341947" y="89535"/>
                      </a:lnTo>
                      <a:cubicBezTo>
                        <a:pt x="341947" y="40957"/>
                        <a:pt x="301943" y="0"/>
                        <a:pt x="252413" y="0"/>
                      </a:cubicBezTo>
                      <a:close/>
                    </a:path>
                  </a:pathLst>
                </a:custGeom>
                <a:solidFill>
                  <a:schemeClr val="accent3">
                    <a:alpha val="37000"/>
                  </a:schemeClr>
                </a:solidFill>
                <a:ln w="9525" cap="flat">
                  <a:noFill/>
                  <a:prstDash val="solid"/>
                  <a:miter/>
                </a:ln>
              </p:spPr>
              <p:txBody>
                <a:bodyPr rtlCol="0" anchor="ctr"/>
                <a:lstStyle/>
                <a:p>
                  <a:endParaRPr lang="en-US"/>
                </a:p>
              </p:txBody>
            </p:sp>
            <p:sp>
              <p:nvSpPr>
                <p:cNvPr id="584" name="Freeform: Shape 583">
                  <a:extLst>
                    <a:ext uri="{FF2B5EF4-FFF2-40B4-BE49-F238E27FC236}">
                      <a16:creationId xmlns:a16="http://schemas.microsoft.com/office/drawing/2014/main" id="{7ACF67E4-A371-4382-8E63-645166788D14}"/>
                    </a:ext>
                  </a:extLst>
                </p:cNvPr>
                <p:cNvSpPr/>
                <p:nvPr/>
              </p:nvSpPr>
              <p:spPr>
                <a:xfrm>
                  <a:off x="3192009" y="5342444"/>
                  <a:ext cx="41909" cy="690562"/>
                </a:xfrm>
                <a:custGeom>
                  <a:avLst/>
                  <a:gdLst>
                    <a:gd name="connsiteX0" fmla="*/ 0 w 41909"/>
                    <a:gd name="connsiteY0" fmla="*/ 0 h 690562"/>
                    <a:gd name="connsiteX1" fmla="*/ 41910 w 41909"/>
                    <a:gd name="connsiteY1" fmla="*/ 0 h 690562"/>
                    <a:gd name="connsiteX2" fmla="*/ 41910 w 41909"/>
                    <a:gd name="connsiteY2" fmla="*/ 690562 h 690562"/>
                    <a:gd name="connsiteX3" fmla="*/ 0 w 41909"/>
                    <a:gd name="connsiteY3" fmla="*/ 690562 h 690562"/>
                  </a:gdLst>
                  <a:ahLst/>
                  <a:cxnLst>
                    <a:cxn ang="0">
                      <a:pos x="connsiteX0" y="connsiteY0"/>
                    </a:cxn>
                    <a:cxn ang="0">
                      <a:pos x="connsiteX1" y="connsiteY1"/>
                    </a:cxn>
                    <a:cxn ang="0">
                      <a:pos x="connsiteX2" y="connsiteY2"/>
                    </a:cxn>
                    <a:cxn ang="0">
                      <a:pos x="connsiteX3" y="connsiteY3"/>
                    </a:cxn>
                  </a:cxnLst>
                  <a:rect l="l" t="t" r="r" b="b"/>
                  <a:pathLst>
                    <a:path w="41909" h="690562">
                      <a:moveTo>
                        <a:pt x="0" y="0"/>
                      </a:moveTo>
                      <a:lnTo>
                        <a:pt x="41910" y="0"/>
                      </a:lnTo>
                      <a:lnTo>
                        <a:pt x="41910" y="690562"/>
                      </a:lnTo>
                      <a:lnTo>
                        <a:pt x="0" y="690562"/>
                      </a:lnTo>
                      <a:close/>
                    </a:path>
                  </a:pathLst>
                </a:custGeom>
                <a:solidFill>
                  <a:schemeClr val="tx2"/>
                </a:solidFill>
                <a:ln w="9525" cap="flat">
                  <a:noFill/>
                  <a:prstDash val="solid"/>
                  <a:miter/>
                </a:ln>
              </p:spPr>
              <p:txBody>
                <a:bodyPr rtlCol="0" anchor="ctr"/>
                <a:lstStyle/>
                <a:p>
                  <a:endParaRPr lang="en-US"/>
                </a:p>
              </p:txBody>
            </p:sp>
            <p:sp>
              <p:nvSpPr>
                <p:cNvPr id="585" name="Freeform: Shape 584">
                  <a:extLst>
                    <a:ext uri="{FF2B5EF4-FFF2-40B4-BE49-F238E27FC236}">
                      <a16:creationId xmlns:a16="http://schemas.microsoft.com/office/drawing/2014/main" id="{18BA2035-1AF9-493C-B84F-FD08A018670B}"/>
                    </a:ext>
                  </a:extLst>
                </p:cNvPr>
                <p:cNvSpPr/>
                <p:nvPr/>
              </p:nvSpPr>
              <p:spPr>
                <a:xfrm>
                  <a:off x="-1328556" y="929512"/>
                  <a:ext cx="9525" cy="9525"/>
                </a:xfrm>
                <a:custGeom>
                  <a:avLst/>
                  <a:gdLst/>
                  <a:ahLst/>
                  <a:cxnLst/>
                  <a:rect l="l" t="t" r="r" b="b"/>
                  <a:pathLst>
                    <a:path w="9525" h="9525"/>
                  </a:pathLst>
                </a:custGeom>
                <a:noFill/>
                <a:ln w="14678" cap="flat">
                  <a:solidFill>
                    <a:srgbClr val="000000"/>
                  </a:solidFill>
                  <a:prstDash val="solid"/>
                  <a:miter/>
                </a:ln>
              </p:spPr>
              <p:txBody>
                <a:bodyPr rtlCol="0" anchor="ctr"/>
                <a:lstStyle/>
                <a:p>
                  <a:endParaRPr lang="en-US"/>
                </a:p>
              </p:txBody>
            </p:sp>
            <p:sp>
              <p:nvSpPr>
                <p:cNvPr id="586" name="Freeform: Shape 585">
                  <a:extLst>
                    <a:ext uri="{FF2B5EF4-FFF2-40B4-BE49-F238E27FC236}">
                      <a16:creationId xmlns:a16="http://schemas.microsoft.com/office/drawing/2014/main" id="{09E4EE62-30A6-44EA-80EF-D5678644A84E}"/>
                    </a:ext>
                  </a:extLst>
                </p:cNvPr>
                <p:cNvSpPr/>
                <p:nvPr/>
              </p:nvSpPr>
              <p:spPr>
                <a:xfrm>
                  <a:off x="3040561" y="5802502"/>
                  <a:ext cx="342900" cy="306704"/>
                </a:xfrm>
                <a:custGeom>
                  <a:avLst/>
                  <a:gdLst>
                    <a:gd name="connsiteX0" fmla="*/ 952 w 342900"/>
                    <a:gd name="connsiteY0" fmla="*/ 217170 h 306704"/>
                    <a:gd name="connsiteX1" fmla="*/ 90488 w 342900"/>
                    <a:gd name="connsiteY1" fmla="*/ 306705 h 306704"/>
                    <a:gd name="connsiteX2" fmla="*/ 253365 w 342900"/>
                    <a:gd name="connsiteY2" fmla="*/ 306705 h 306704"/>
                    <a:gd name="connsiteX3" fmla="*/ 342900 w 342900"/>
                    <a:gd name="connsiteY3" fmla="*/ 217170 h 306704"/>
                    <a:gd name="connsiteX4" fmla="*/ 342900 w 342900"/>
                    <a:gd name="connsiteY4" fmla="*/ 0 h 306704"/>
                    <a:gd name="connsiteX5" fmla="*/ 0 w 342900"/>
                    <a:gd name="connsiteY5" fmla="*/ 0 h 306704"/>
                    <a:gd name="connsiteX6" fmla="*/ 0 w 342900"/>
                    <a:gd name="connsiteY6" fmla="*/ 217170 h 306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2900" h="306704">
                      <a:moveTo>
                        <a:pt x="952" y="217170"/>
                      </a:moveTo>
                      <a:cubicBezTo>
                        <a:pt x="952" y="266700"/>
                        <a:pt x="40957" y="306705"/>
                        <a:pt x="90488" y="306705"/>
                      </a:cubicBezTo>
                      <a:lnTo>
                        <a:pt x="253365" y="306705"/>
                      </a:lnTo>
                      <a:cubicBezTo>
                        <a:pt x="302895" y="306705"/>
                        <a:pt x="342900" y="266700"/>
                        <a:pt x="342900" y="217170"/>
                      </a:cubicBezTo>
                      <a:lnTo>
                        <a:pt x="342900" y="0"/>
                      </a:lnTo>
                      <a:lnTo>
                        <a:pt x="0" y="0"/>
                      </a:lnTo>
                      <a:lnTo>
                        <a:pt x="0" y="217170"/>
                      </a:lnTo>
                      <a:close/>
                    </a:path>
                  </a:pathLst>
                </a:custGeom>
                <a:solidFill>
                  <a:schemeClr val="accent3"/>
                </a:solidFill>
                <a:ln w="9525" cap="flat">
                  <a:noFill/>
                  <a:prstDash val="solid"/>
                  <a:miter/>
                </a:ln>
              </p:spPr>
              <p:txBody>
                <a:bodyPr rtlCol="0" anchor="ctr"/>
                <a:lstStyle/>
                <a:p>
                  <a:endParaRPr lang="en-US"/>
                </a:p>
              </p:txBody>
            </p:sp>
            <p:sp>
              <p:nvSpPr>
                <p:cNvPr id="587" name="Freeform: Shape 586">
                  <a:extLst>
                    <a:ext uri="{FF2B5EF4-FFF2-40B4-BE49-F238E27FC236}">
                      <a16:creationId xmlns:a16="http://schemas.microsoft.com/office/drawing/2014/main" id="{CEE4CFC0-19CA-4B75-B5D3-65AF96C3149D}"/>
                    </a:ext>
                  </a:extLst>
                </p:cNvPr>
                <p:cNvSpPr/>
                <p:nvPr/>
              </p:nvSpPr>
              <p:spPr>
                <a:xfrm>
                  <a:off x="3055801" y="5583427"/>
                  <a:ext cx="314325" cy="118109"/>
                </a:xfrm>
                <a:custGeom>
                  <a:avLst/>
                  <a:gdLst>
                    <a:gd name="connsiteX0" fmla="*/ 309563 w 314325"/>
                    <a:gd name="connsiteY0" fmla="*/ 118110 h 118109"/>
                    <a:gd name="connsiteX1" fmla="*/ 4763 w 314325"/>
                    <a:gd name="connsiteY1" fmla="*/ 118110 h 118109"/>
                    <a:gd name="connsiteX2" fmla="*/ 0 w 314325"/>
                    <a:gd name="connsiteY2" fmla="*/ 113347 h 118109"/>
                    <a:gd name="connsiteX3" fmla="*/ 0 w 314325"/>
                    <a:gd name="connsiteY3" fmla="*/ 4763 h 118109"/>
                    <a:gd name="connsiteX4" fmla="*/ 4763 w 314325"/>
                    <a:gd name="connsiteY4" fmla="*/ 0 h 118109"/>
                    <a:gd name="connsiteX5" fmla="*/ 309563 w 314325"/>
                    <a:gd name="connsiteY5" fmla="*/ 0 h 118109"/>
                    <a:gd name="connsiteX6" fmla="*/ 314325 w 314325"/>
                    <a:gd name="connsiteY6" fmla="*/ 4763 h 118109"/>
                    <a:gd name="connsiteX7" fmla="*/ 314325 w 314325"/>
                    <a:gd name="connsiteY7" fmla="*/ 113347 h 118109"/>
                    <a:gd name="connsiteX8" fmla="*/ 309563 w 314325"/>
                    <a:gd name="connsiteY8" fmla="*/ 11811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325" h="118109">
                      <a:moveTo>
                        <a:pt x="309563" y="118110"/>
                      </a:moveTo>
                      <a:lnTo>
                        <a:pt x="4763" y="118110"/>
                      </a:lnTo>
                      <a:cubicBezTo>
                        <a:pt x="1905" y="118110"/>
                        <a:pt x="0" y="116205"/>
                        <a:pt x="0" y="113347"/>
                      </a:cubicBezTo>
                      <a:lnTo>
                        <a:pt x="0" y="4763"/>
                      </a:lnTo>
                      <a:cubicBezTo>
                        <a:pt x="0" y="1905"/>
                        <a:pt x="1905" y="0"/>
                        <a:pt x="4763" y="0"/>
                      </a:cubicBezTo>
                      <a:lnTo>
                        <a:pt x="309563" y="0"/>
                      </a:lnTo>
                      <a:cubicBezTo>
                        <a:pt x="312420" y="0"/>
                        <a:pt x="314325" y="1905"/>
                        <a:pt x="314325" y="4763"/>
                      </a:cubicBezTo>
                      <a:lnTo>
                        <a:pt x="314325" y="113347"/>
                      </a:lnTo>
                      <a:cubicBezTo>
                        <a:pt x="314325" y="116205"/>
                        <a:pt x="312420" y="118110"/>
                        <a:pt x="309563" y="118110"/>
                      </a:cubicBezTo>
                      <a:close/>
                    </a:path>
                  </a:pathLst>
                </a:custGeom>
                <a:solidFill>
                  <a:schemeClr val="accent3"/>
                </a:solidFill>
                <a:ln w="9525" cap="flat">
                  <a:noFill/>
                  <a:prstDash val="solid"/>
                  <a:miter/>
                </a:ln>
              </p:spPr>
              <p:txBody>
                <a:bodyPr rtlCol="0" anchor="ctr"/>
                <a:lstStyle/>
                <a:p>
                  <a:endParaRPr lang="en-US"/>
                </a:p>
              </p:txBody>
            </p:sp>
            <p:sp>
              <p:nvSpPr>
                <p:cNvPr id="588" name="Freeform: Shape 587">
                  <a:extLst>
                    <a:ext uri="{FF2B5EF4-FFF2-40B4-BE49-F238E27FC236}">
                      <a16:creationId xmlns:a16="http://schemas.microsoft.com/office/drawing/2014/main" id="{8903A683-4964-463E-9908-2956F8A14426}"/>
                    </a:ext>
                  </a:extLst>
                </p:cNvPr>
                <p:cNvSpPr/>
                <p:nvPr/>
              </p:nvSpPr>
              <p:spPr>
                <a:xfrm>
                  <a:off x="3055801" y="5638672"/>
                  <a:ext cx="314325" cy="6667"/>
                </a:xfrm>
                <a:custGeom>
                  <a:avLst/>
                  <a:gdLst>
                    <a:gd name="connsiteX0" fmla="*/ 0 w 314325"/>
                    <a:gd name="connsiteY0" fmla="*/ 0 h 6667"/>
                    <a:gd name="connsiteX1" fmla="*/ 314325 w 314325"/>
                    <a:gd name="connsiteY1" fmla="*/ 0 h 6667"/>
                    <a:gd name="connsiteX2" fmla="*/ 314325 w 314325"/>
                    <a:gd name="connsiteY2" fmla="*/ 6668 h 6667"/>
                    <a:gd name="connsiteX3" fmla="*/ 0 w 314325"/>
                    <a:gd name="connsiteY3" fmla="*/ 6668 h 6667"/>
                  </a:gdLst>
                  <a:ahLst/>
                  <a:cxnLst>
                    <a:cxn ang="0">
                      <a:pos x="connsiteX0" y="connsiteY0"/>
                    </a:cxn>
                    <a:cxn ang="0">
                      <a:pos x="connsiteX1" y="connsiteY1"/>
                    </a:cxn>
                    <a:cxn ang="0">
                      <a:pos x="connsiteX2" y="connsiteY2"/>
                    </a:cxn>
                    <a:cxn ang="0">
                      <a:pos x="connsiteX3" y="connsiteY3"/>
                    </a:cxn>
                  </a:cxnLst>
                  <a:rect l="l" t="t" r="r" b="b"/>
                  <a:pathLst>
                    <a:path w="314325" h="6667">
                      <a:moveTo>
                        <a:pt x="0" y="0"/>
                      </a:moveTo>
                      <a:lnTo>
                        <a:pt x="314325" y="0"/>
                      </a:lnTo>
                      <a:lnTo>
                        <a:pt x="314325" y="6668"/>
                      </a:lnTo>
                      <a:lnTo>
                        <a:pt x="0" y="6668"/>
                      </a:lnTo>
                      <a:close/>
                    </a:path>
                  </a:pathLst>
                </a:custGeom>
                <a:solidFill>
                  <a:srgbClr val="2C161F"/>
                </a:solidFill>
                <a:ln w="9525" cap="flat">
                  <a:noFill/>
                  <a:prstDash val="solid"/>
                  <a:miter/>
                </a:ln>
              </p:spPr>
              <p:txBody>
                <a:bodyPr rtlCol="0" anchor="ctr"/>
                <a:lstStyle/>
                <a:p>
                  <a:endParaRPr lang="en-US"/>
                </a:p>
              </p:txBody>
            </p:sp>
          </p:grpSp>
          <p:grpSp>
            <p:nvGrpSpPr>
              <p:cNvPr id="589" name="Graphic 2">
                <a:extLst>
                  <a:ext uri="{FF2B5EF4-FFF2-40B4-BE49-F238E27FC236}">
                    <a16:creationId xmlns:a16="http://schemas.microsoft.com/office/drawing/2014/main" id="{AE736AF3-0337-429B-AEF1-DA4B52809559}"/>
                  </a:ext>
                </a:extLst>
              </p:cNvPr>
              <p:cNvGrpSpPr/>
              <p:nvPr/>
            </p:nvGrpSpPr>
            <p:grpSpPr>
              <a:xfrm>
                <a:off x="16330575" y="1784985"/>
                <a:ext cx="2333988" cy="2393980"/>
                <a:chOff x="600075" y="3866674"/>
                <a:chExt cx="2333988" cy="2393980"/>
              </a:xfrm>
            </p:grpSpPr>
            <p:sp>
              <p:nvSpPr>
                <p:cNvPr id="590" name="Freeform: Shape 589">
                  <a:extLst>
                    <a:ext uri="{FF2B5EF4-FFF2-40B4-BE49-F238E27FC236}">
                      <a16:creationId xmlns:a16="http://schemas.microsoft.com/office/drawing/2014/main" id="{91F76220-6BF6-4FB8-9142-541EB9FE0578}"/>
                    </a:ext>
                  </a:extLst>
                </p:cNvPr>
                <p:cNvSpPr/>
                <p:nvPr/>
              </p:nvSpPr>
              <p:spPr>
                <a:xfrm>
                  <a:off x="1049836" y="3866674"/>
                  <a:ext cx="1505668" cy="1610276"/>
                </a:xfrm>
                <a:custGeom>
                  <a:avLst/>
                  <a:gdLst>
                    <a:gd name="connsiteX0" fmla="*/ 936308 w 1505668"/>
                    <a:gd name="connsiteY0" fmla="*/ 1544350 h 1610276"/>
                    <a:gd name="connsiteX1" fmla="*/ 481013 w 1505668"/>
                    <a:gd name="connsiteY1" fmla="*/ 1544350 h 1610276"/>
                    <a:gd name="connsiteX2" fmla="*/ 0 w 1505668"/>
                    <a:gd name="connsiteY2" fmla="*/ 1276697 h 1610276"/>
                    <a:gd name="connsiteX3" fmla="*/ 103823 w 1505668"/>
                    <a:gd name="connsiteY3" fmla="*/ 777587 h 1610276"/>
                    <a:gd name="connsiteX4" fmla="*/ 199073 w 1505668"/>
                    <a:gd name="connsiteY4" fmla="*/ 439450 h 1610276"/>
                    <a:gd name="connsiteX5" fmla="*/ 209550 w 1505668"/>
                    <a:gd name="connsiteY5" fmla="*/ 431830 h 1610276"/>
                    <a:gd name="connsiteX6" fmla="*/ 372427 w 1505668"/>
                    <a:gd name="connsiteY6" fmla="*/ 191800 h 1610276"/>
                    <a:gd name="connsiteX7" fmla="*/ 523875 w 1505668"/>
                    <a:gd name="connsiteY7" fmla="*/ 87025 h 1610276"/>
                    <a:gd name="connsiteX8" fmla="*/ 807720 w 1505668"/>
                    <a:gd name="connsiteY8" fmla="*/ 347 h 1610276"/>
                    <a:gd name="connsiteX9" fmla="*/ 1026795 w 1505668"/>
                    <a:gd name="connsiteY9" fmla="*/ 126077 h 1610276"/>
                    <a:gd name="connsiteX10" fmla="*/ 1071563 w 1505668"/>
                    <a:gd name="connsiteY10" fmla="*/ 223232 h 1610276"/>
                    <a:gd name="connsiteX11" fmla="*/ 1207770 w 1505668"/>
                    <a:gd name="connsiteY11" fmla="*/ 431830 h 1610276"/>
                    <a:gd name="connsiteX12" fmla="*/ 1294448 w 1505668"/>
                    <a:gd name="connsiteY12" fmla="*/ 789970 h 1610276"/>
                    <a:gd name="connsiteX13" fmla="*/ 1498283 w 1505668"/>
                    <a:gd name="connsiteY13" fmla="*/ 1317655 h 1610276"/>
                    <a:gd name="connsiteX14" fmla="*/ 936308 w 1505668"/>
                    <a:gd name="connsiteY14" fmla="*/ 1544350 h 1610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05668" h="1610276">
                      <a:moveTo>
                        <a:pt x="936308" y="1544350"/>
                      </a:moveTo>
                      <a:cubicBezTo>
                        <a:pt x="794385" y="1471007"/>
                        <a:pt x="622935" y="1471007"/>
                        <a:pt x="481013" y="1544350"/>
                      </a:cubicBezTo>
                      <a:cubicBezTo>
                        <a:pt x="264795" y="1656745"/>
                        <a:pt x="953" y="1601500"/>
                        <a:pt x="0" y="1276697"/>
                      </a:cubicBezTo>
                      <a:cubicBezTo>
                        <a:pt x="0" y="1065242"/>
                        <a:pt x="210502" y="1109057"/>
                        <a:pt x="103823" y="777587"/>
                      </a:cubicBezTo>
                      <a:cubicBezTo>
                        <a:pt x="67627" y="667097"/>
                        <a:pt x="102870" y="508030"/>
                        <a:pt x="199073" y="439450"/>
                      </a:cubicBezTo>
                      <a:cubicBezTo>
                        <a:pt x="202883" y="436592"/>
                        <a:pt x="205740" y="434687"/>
                        <a:pt x="209550" y="431830"/>
                      </a:cubicBezTo>
                      <a:cubicBezTo>
                        <a:pt x="351473" y="344200"/>
                        <a:pt x="286702" y="284192"/>
                        <a:pt x="372427" y="191800"/>
                      </a:cubicBezTo>
                      <a:cubicBezTo>
                        <a:pt x="419100" y="141317"/>
                        <a:pt x="468630" y="151795"/>
                        <a:pt x="523875" y="87025"/>
                      </a:cubicBezTo>
                      <a:cubicBezTo>
                        <a:pt x="602933" y="-5368"/>
                        <a:pt x="780098" y="-605"/>
                        <a:pt x="807720" y="347"/>
                      </a:cubicBezTo>
                      <a:cubicBezTo>
                        <a:pt x="832485" y="1300"/>
                        <a:pt x="969645" y="24160"/>
                        <a:pt x="1026795" y="126077"/>
                      </a:cubicBezTo>
                      <a:cubicBezTo>
                        <a:pt x="1043940" y="156557"/>
                        <a:pt x="1056323" y="188942"/>
                        <a:pt x="1071563" y="223232"/>
                      </a:cubicBezTo>
                      <a:cubicBezTo>
                        <a:pt x="1098233" y="286097"/>
                        <a:pt x="1131570" y="355630"/>
                        <a:pt x="1207770" y="431830"/>
                      </a:cubicBezTo>
                      <a:cubicBezTo>
                        <a:pt x="1332548" y="556607"/>
                        <a:pt x="1331595" y="675670"/>
                        <a:pt x="1294448" y="789970"/>
                      </a:cubicBezTo>
                      <a:cubicBezTo>
                        <a:pt x="1187768" y="1121440"/>
                        <a:pt x="1456373" y="1110962"/>
                        <a:pt x="1498283" y="1317655"/>
                      </a:cubicBezTo>
                      <a:cubicBezTo>
                        <a:pt x="1565910" y="1651982"/>
                        <a:pt x="1152525" y="1656745"/>
                        <a:pt x="936308" y="1544350"/>
                      </a:cubicBezTo>
                      <a:close/>
                    </a:path>
                  </a:pathLst>
                </a:custGeom>
                <a:solidFill>
                  <a:srgbClr val="0F153A"/>
                </a:solidFill>
                <a:ln w="9525" cap="flat">
                  <a:noFill/>
                  <a:prstDash val="solid"/>
                  <a:miter/>
                </a:ln>
              </p:spPr>
              <p:txBody>
                <a:bodyPr rtlCol="0" anchor="ctr"/>
                <a:lstStyle/>
                <a:p>
                  <a:endParaRPr lang="en-US"/>
                </a:p>
              </p:txBody>
            </p:sp>
            <p:grpSp>
              <p:nvGrpSpPr>
                <p:cNvPr id="591" name="Graphic 2">
                  <a:extLst>
                    <a:ext uri="{FF2B5EF4-FFF2-40B4-BE49-F238E27FC236}">
                      <a16:creationId xmlns:a16="http://schemas.microsoft.com/office/drawing/2014/main" id="{AE736AF3-0337-429B-AEF1-DA4B52809559}"/>
                    </a:ext>
                  </a:extLst>
                </p:cNvPr>
                <p:cNvGrpSpPr/>
                <p:nvPr/>
              </p:nvGrpSpPr>
              <p:grpSpPr>
                <a:xfrm>
                  <a:off x="1181281" y="4524246"/>
                  <a:ext cx="1234440" cy="520065"/>
                  <a:chOff x="1181281" y="4524246"/>
                  <a:chExt cx="1234440" cy="520065"/>
                </a:xfrm>
              </p:grpSpPr>
              <p:sp>
                <p:nvSpPr>
                  <p:cNvPr id="592" name="Freeform: Shape 591">
                    <a:extLst>
                      <a:ext uri="{FF2B5EF4-FFF2-40B4-BE49-F238E27FC236}">
                        <a16:creationId xmlns:a16="http://schemas.microsoft.com/office/drawing/2014/main" id="{21B75472-538A-4256-8254-7D521E386BD6}"/>
                      </a:ext>
                    </a:extLst>
                  </p:cNvPr>
                  <p:cNvSpPr/>
                  <p:nvPr/>
                </p:nvSpPr>
                <p:spPr>
                  <a:xfrm>
                    <a:off x="1181281" y="4525199"/>
                    <a:ext cx="1234440" cy="519112"/>
                  </a:xfrm>
                  <a:custGeom>
                    <a:avLst/>
                    <a:gdLst>
                      <a:gd name="connsiteX0" fmla="*/ 1234440 w 1234440"/>
                      <a:gd name="connsiteY0" fmla="*/ 519113 h 519112"/>
                      <a:gd name="connsiteX1" fmla="*/ 779145 w 1234440"/>
                      <a:gd name="connsiteY1" fmla="*/ 332422 h 519112"/>
                      <a:gd name="connsiteX2" fmla="*/ 733425 w 1234440"/>
                      <a:gd name="connsiteY2" fmla="*/ 269557 h 519112"/>
                      <a:gd name="connsiteX3" fmla="*/ 715328 w 1234440"/>
                      <a:gd name="connsiteY3" fmla="*/ 0 h 519112"/>
                      <a:gd name="connsiteX4" fmla="*/ 461010 w 1234440"/>
                      <a:gd name="connsiteY4" fmla="*/ 0 h 519112"/>
                      <a:gd name="connsiteX5" fmla="*/ 442913 w 1234440"/>
                      <a:gd name="connsiteY5" fmla="*/ 274320 h 519112"/>
                      <a:gd name="connsiteX6" fmla="*/ 400050 w 1234440"/>
                      <a:gd name="connsiteY6" fmla="*/ 336232 h 519112"/>
                      <a:gd name="connsiteX7" fmla="*/ 0 w 1234440"/>
                      <a:gd name="connsiteY7" fmla="*/ 519113 h 519112"/>
                      <a:gd name="connsiteX8" fmla="*/ 1234440 w 1234440"/>
                      <a:gd name="connsiteY8" fmla="*/ 519113 h 519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4440" h="519112">
                        <a:moveTo>
                          <a:pt x="1234440" y="519113"/>
                        </a:moveTo>
                        <a:lnTo>
                          <a:pt x="779145" y="332422"/>
                        </a:lnTo>
                        <a:cubicBezTo>
                          <a:pt x="753428" y="321945"/>
                          <a:pt x="735330" y="297180"/>
                          <a:pt x="733425" y="269557"/>
                        </a:cubicBezTo>
                        <a:lnTo>
                          <a:pt x="715328" y="0"/>
                        </a:lnTo>
                        <a:lnTo>
                          <a:pt x="461010" y="0"/>
                        </a:lnTo>
                        <a:lnTo>
                          <a:pt x="442913" y="274320"/>
                        </a:lnTo>
                        <a:cubicBezTo>
                          <a:pt x="441007" y="300990"/>
                          <a:pt x="424815" y="324803"/>
                          <a:pt x="400050" y="336232"/>
                        </a:cubicBezTo>
                        <a:lnTo>
                          <a:pt x="0" y="519113"/>
                        </a:lnTo>
                        <a:lnTo>
                          <a:pt x="1234440" y="519113"/>
                        </a:lnTo>
                        <a:close/>
                      </a:path>
                    </a:pathLst>
                  </a:custGeom>
                  <a:solidFill>
                    <a:srgbClr val="F6C6B1"/>
                  </a:solidFill>
                  <a:ln w="9525" cap="flat">
                    <a:noFill/>
                    <a:prstDash val="solid"/>
                    <a:miter/>
                  </a:ln>
                </p:spPr>
                <p:txBody>
                  <a:bodyPr rtlCol="0" anchor="ctr"/>
                  <a:lstStyle/>
                  <a:p>
                    <a:endParaRPr lang="en-US"/>
                  </a:p>
                </p:txBody>
              </p:sp>
              <p:sp>
                <p:nvSpPr>
                  <p:cNvPr id="593" name="Freeform: Shape 592">
                    <a:extLst>
                      <a:ext uri="{FF2B5EF4-FFF2-40B4-BE49-F238E27FC236}">
                        <a16:creationId xmlns:a16="http://schemas.microsoft.com/office/drawing/2014/main" id="{2377ED23-730A-4610-8AD0-3748D6A98227}"/>
                      </a:ext>
                    </a:extLst>
                  </p:cNvPr>
                  <p:cNvSpPr/>
                  <p:nvPr/>
                </p:nvSpPr>
                <p:spPr>
                  <a:xfrm>
                    <a:off x="1633719" y="4524246"/>
                    <a:ext cx="291465" cy="302895"/>
                  </a:xfrm>
                  <a:custGeom>
                    <a:avLst/>
                    <a:gdLst>
                      <a:gd name="connsiteX0" fmla="*/ 291465 w 291465"/>
                      <a:gd name="connsiteY0" fmla="*/ 302895 h 302895"/>
                      <a:gd name="connsiteX1" fmla="*/ 280988 w 291465"/>
                      <a:gd name="connsiteY1" fmla="*/ 269558 h 302895"/>
                      <a:gd name="connsiteX2" fmla="*/ 262890 w 291465"/>
                      <a:gd name="connsiteY2" fmla="*/ 0 h 302895"/>
                      <a:gd name="connsiteX3" fmla="*/ 0 w 291465"/>
                      <a:gd name="connsiteY3" fmla="*/ 113347 h 302895"/>
                      <a:gd name="connsiteX4" fmla="*/ 122872 w 291465"/>
                      <a:gd name="connsiteY4" fmla="*/ 244793 h 302895"/>
                      <a:gd name="connsiteX5" fmla="*/ 291465 w 291465"/>
                      <a:gd name="connsiteY5" fmla="*/ 302895 h 302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1465" h="302895">
                        <a:moveTo>
                          <a:pt x="291465" y="302895"/>
                        </a:moveTo>
                        <a:cubicBezTo>
                          <a:pt x="285750" y="293370"/>
                          <a:pt x="280988" y="281940"/>
                          <a:pt x="280988" y="269558"/>
                        </a:cubicBezTo>
                        <a:lnTo>
                          <a:pt x="262890" y="0"/>
                        </a:lnTo>
                        <a:lnTo>
                          <a:pt x="0" y="113347"/>
                        </a:lnTo>
                        <a:lnTo>
                          <a:pt x="122872" y="244793"/>
                        </a:lnTo>
                        <a:lnTo>
                          <a:pt x="291465" y="302895"/>
                        </a:lnTo>
                        <a:close/>
                      </a:path>
                    </a:pathLst>
                  </a:custGeom>
                  <a:solidFill>
                    <a:srgbClr val="CD2F45">
                      <a:alpha val="10000"/>
                    </a:srgbClr>
                  </a:solidFill>
                  <a:ln w="9525" cap="flat">
                    <a:noFill/>
                    <a:prstDash val="solid"/>
                    <a:miter/>
                  </a:ln>
                </p:spPr>
                <p:txBody>
                  <a:bodyPr rtlCol="0" anchor="ctr"/>
                  <a:lstStyle/>
                  <a:p>
                    <a:endParaRPr lang="en-US"/>
                  </a:p>
                </p:txBody>
              </p:sp>
            </p:grpSp>
            <p:grpSp>
              <p:nvGrpSpPr>
                <p:cNvPr id="594" name="Graphic 2">
                  <a:extLst>
                    <a:ext uri="{FF2B5EF4-FFF2-40B4-BE49-F238E27FC236}">
                      <a16:creationId xmlns:a16="http://schemas.microsoft.com/office/drawing/2014/main" id="{AE736AF3-0337-429B-AEF1-DA4B52809559}"/>
                    </a:ext>
                  </a:extLst>
                </p:cNvPr>
                <p:cNvGrpSpPr/>
                <p:nvPr/>
              </p:nvGrpSpPr>
              <p:grpSpPr>
                <a:xfrm>
                  <a:off x="1509894" y="4012053"/>
                  <a:ext cx="530542" cy="761748"/>
                  <a:chOff x="1509894" y="4012053"/>
                  <a:chExt cx="530542" cy="761748"/>
                </a:xfrm>
              </p:grpSpPr>
              <p:grpSp>
                <p:nvGrpSpPr>
                  <p:cNvPr id="595" name="Graphic 2">
                    <a:extLst>
                      <a:ext uri="{FF2B5EF4-FFF2-40B4-BE49-F238E27FC236}">
                        <a16:creationId xmlns:a16="http://schemas.microsoft.com/office/drawing/2014/main" id="{AE736AF3-0337-429B-AEF1-DA4B52809559}"/>
                      </a:ext>
                    </a:extLst>
                  </p:cNvPr>
                  <p:cNvGrpSpPr/>
                  <p:nvPr/>
                </p:nvGrpSpPr>
                <p:grpSpPr>
                  <a:xfrm>
                    <a:off x="1509894" y="4012053"/>
                    <a:ext cx="530542" cy="761748"/>
                    <a:chOff x="1509894" y="4012053"/>
                    <a:chExt cx="530542" cy="761748"/>
                  </a:xfrm>
                </p:grpSpPr>
                <p:sp>
                  <p:nvSpPr>
                    <p:cNvPr id="596" name="Freeform: Shape 595">
                      <a:extLst>
                        <a:ext uri="{FF2B5EF4-FFF2-40B4-BE49-F238E27FC236}">
                          <a16:creationId xmlns:a16="http://schemas.microsoft.com/office/drawing/2014/main" id="{E6D05EB1-320F-40AA-BBB2-B9BE2FAF7CAE}"/>
                        </a:ext>
                      </a:extLst>
                    </p:cNvPr>
                    <p:cNvSpPr/>
                    <p:nvPr/>
                  </p:nvSpPr>
                  <p:spPr>
                    <a:xfrm>
                      <a:off x="1535611" y="4055160"/>
                      <a:ext cx="478154" cy="718641"/>
                    </a:xfrm>
                    <a:custGeom>
                      <a:avLst/>
                      <a:gdLst>
                        <a:gd name="connsiteX0" fmla="*/ 478155 w 478154"/>
                        <a:gd name="connsiteY0" fmla="*/ 298589 h 718641"/>
                        <a:gd name="connsiteX1" fmla="*/ 458152 w 478154"/>
                        <a:gd name="connsiteY1" fmla="*/ 471944 h 718641"/>
                        <a:gd name="connsiteX2" fmla="*/ 376238 w 478154"/>
                        <a:gd name="connsiteY2" fmla="*/ 624344 h 718641"/>
                        <a:gd name="connsiteX3" fmla="*/ 239077 w 478154"/>
                        <a:gd name="connsiteY3" fmla="*/ 718641 h 718641"/>
                        <a:gd name="connsiteX4" fmla="*/ 106680 w 478154"/>
                        <a:gd name="connsiteY4" fmla="*/ 627201 h 718641"/>
                        <a:gd name="connsiteX5" fmla="*/ 19050 w 478154"/>
                        <a:gd name="connsiteY5" fmla="*/ 460514 h 718641"/>
                        <a:gd name="connsiteX6" fmla="*/ 8572 w 478154"/>
                        <a:gd name="connsiteY6" fmla="*/ 387171 h 718641"/>
                        <a:gd name="connsiteX7" fmla="*/ 0 w 478154"/>
                        <a:gd name="connsiteY7" fmla="*/ 233819 h 718641"/>
                        <a:gd name="connsiteX8" fmla="*/ 206692 w 478154"/>
                        <a:gd name="connsiteY8" fmla="*/ 1409 h 718641"/>
                        <a:gd name="connsiteX9" fmla="*/ 478155 w 478154"/>
                        <a:gd name="connsiteY9" fmla="*/ 298589 h 718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8154" h="718641">
                          <a:moveTo>
                            <a:pt x="478155" y="298589"/>
                          </a:moveTo>
                          <a:cubicBezTo>
                            <a:pt x="478155" y="352881"/>
                            <a:pt x="468630" y="419556"/>
                            <a:pt x="458152" y="471944"/>
                          </a:cubicBezTo>
                          <a:cubicBezTo>
                            <a:pt x="446722" y="530999"/>
                            <a:pt x="418147" y="584339"/>
                            <a:pt x="376238" y="624344"/>
                          </a:cubicBezTo>
                          <a:cubicBezTo>
                            <a:pt x="329565" y="668159"/>
                            <a:pt x="269557" y="718641"/>
                            <a:pt x="239077" y="718641"/>
                          </a:cubicBezTo>
                          <a:cubicBezTo>
                            <a:pt x="213360" y="718641"/>
                            <a:pt x="154305" y="671016"/>
                            <a:pt x="106680" y="627201"/>
                          </a:cubicBezTo>
                          <a:cubicBezTo>
                            <a:pt x="60007" y="585291"/>
                            <a:pt x="28575" y="526236"/>
                            <a:pt x="19050" y="460514"/>
                          </a:cubicBezTo>
                          <a:cubicBezTo>
                            <a:pt x="15240" y="435749"/>
                            <a:pt x="11430" y="410031"/>
                            <a:pt x="8572" y="387171"/>
                          </a:cubicBezTo>
                          <a:cubicBezTo>
                            <a:pt x="2857" y="343356"/>
                            <a:pt x="0" y="291921"/>
                            <a:pt x="0" y="233819"/>
                          </a:cubicBezTo>
                          <a:cubicBezTo>
                            <a:pt x="0" y="136664"/>
                            <a:pt x="69532" y="11886"/>
                            <a:pt x="206692" y="1409"/>
                          </a:cubicBezTo>
                          <a:cubicBezTo>
                            <a:pt x="388620" y="-11926"/>
                            <a:pt x="478155" y="68084"/>
                            <a:pt x="478155" y="298589"/>
                          </a:cubicBezTo>
                          <a:close/>
                        </a:path>
                      </a:pathLst>
                    </a:custGeom>
                    <a:solidFill>
                      <a:srgbClr val="F6C6B1"/>
                    </a:solidFill>
                    <a:ln w="9525" cap="flat">
                      <a:noFill/>
                      <a:prstDash val="solid"/>
                      <a:miter/>
                    </a:ln>
                  </p:spPr>
                  <p:txBody>
                    <a:bodyPr rtlCol="0" anchor="ctr"/>
                    <a:lstStyle/>
                    <a:p>
                      <a:endParaRPr lang="en-US"/>
                    </a:p>
                  </p:txBody>
                </p:sp>
                <p:sp>
                  <p:nvSpPr>
                    <p:cNvPr id="597" name="Freeform: Shape 596">
                      <a:extLst>
                        <a:ext uri="{FF2B5EF4-FFF2-40B4-BE49-F238E27FC236}">
                          <a16:creationId xmlns:a16="http://schemas.microsoft.com/office/drawing/2014/main" id="{E5AE4B76-80CA-456E-845B-B3E6C34C6377}"/>
                        </a:ext>
                      </a:extLst>
                    </p:cNvPr>
                    <p:cNvSpPr/>
                    <p:nvPr/>
                  </p:nvSpPr>
                  <p:spPr>
                    <a:xfrm>
                      <a:off x="1510846" y="4053889"/>
                      <a:ext cx="524827" cy="389395"/>
                    </a:xfrm>
                    <a:custGeom>
                      <a:avLst/>
                      <a:gdLst>
                        <a:gd name="connsiteX0" fmla="*/ 524828 w 524827"/>
                        <a:gd name="connsiteY0" fmla="*/ 289383 h 389395"/>
                        <a:gd name="connsiteX1" fmla="*/ 400050 w 524827"/>
                        <a:gd name="connsiteY1" fmla="*/ 116028 h 389395"/>
                        <a:gd name="connsiteX2" fmla="*/ 320992 w 524827"/>
                        <a:gd name="connsiteY2" fmla="*/ 160795 h 389395"/>
                        <a:gd name="connsiteX3" fmla="*/ 164782 w 524827"/>
                        <a:gd name="connsiteY3" fmla="*/ 269380 h 389395"/>
                        <a:gd name="connsiteX4" fmla="*/ 5715 w 524827"/>
                        <a:gd name="connsiteY4" fmla="*/ 389395 h 389395"/>
                        <a:gd name="connsiteX5" fmla="*/ 0 w 524827"/>
                        <a:gd name="connsiteY5" fmla="*/ 261760 h 389395"/>
                        <a:gd name="connsiteX6" fmla="*/ 225742 w 524827"/>
                        <a:gd name="connsiteY6" fmla="*/ 2680 h 389395"/>
                        <a:gd name="connsiteX7" fmla="*/ 524828 w 524827"/>
                        <a:gd name="connsiteY7" fmla="*/ 289383 h 389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27" h="389395">
                          <a:moveTo>
                            <a:pt x="524828" y="289383"/>
                          </a:moveTo>
                          <a:cubicBezTo>
                            <a:pt x="387667" y="261760"/>
                            <a:pt x="400050" y="116028"/>
                            <a:pt x="400050" y="116028"/>
                          </a:cubicBezTo>
                          <a:cubicBezTo>
                            <a:pt x="385763" y="142698"/>
                            <a:pt x="370522" y="156033"/>
                            <a:pt x="320992" y="160795"/>
                          </a:cubicBezTo>
                          <a:cubicBezTo>
                            <a:pt x="232410" y="169368"/>
                            <a:pt x="216217" y="195085"/>
                            <a:pt x="164782" y="269380"/>
                          </a:cubicBezTo>
                          <a:cubicBezTo>
                            <a:pt x="151447" y="289383"/>
                            <a:pt x="100965" y="348438"/>
                            <a:pt x="5715" y="389395"/>
                          </a:cubicBezTo>
                          <a:cubicBezTo>
                            <a:pt x="0" y="339865"/>
                            <a:pt x="0" y="326530"/>
                            <a:pt x="0" y="261760"/>
                          </a:cubicBezTo>
                          <a:cubicBezTo>
                            <a:pt x="0" y="153175"/>
                            <a:pt x="73342" y="15063"/>
                            <a:pt x="225742" y="2680"/>
                          </a:cubicBezTo>
                          <a:cubicBezTo>
                            <a:pt x="429578" y="-12560"/>
                            <a:pt x="524828" y="31255"/>
                            <a:pt x="524828" y="289383"/>
                          </a:cubicBezTo>
                          <a:close/>
                        </a:path>
                      </a:pathLst>
                    </a:custGeom>
                    <a:solidFill>
                      <a:srgbClr val="000000">
                        <a:alpha val="30000"/>
                      </a:srgbClr>
                    </a:solidFill>
                    <a:ln w="9525" cap="flat">
                      <a:noFill/>
                      <a:prstDash val="solid"/>
                      <a:miter/>
                    </a:ln>
                  </p:spPr>
                  <p:txBody>
                    <a:bodyPr rtlCol="0" anchor="ctr"/>
                    <a:lstStyle/>
                    <a:p>
                      <a:endParaRPr lang="en-US"/>
                    </a:p>
                  </p:txBody>
                </p:sp>
                <p:sp>
                  <p:nvSpPr>
                    <p:cNvPr id="598" name="Freeform: Shape 597">
                      <a:extLst>
                        <a:ext uri="{FF2B5EF4-FFF2-40B4-BE49-F238E27FC236}">
                          <a16:creationId xmlns:a16="http://schemas.microsoft.com/office/drawing/2014/main" id="{8C80D615-0E9F-4ADE-888B-4FC7724F1018}"/>
                        </a:ext>
                      </a:extLst>
                    </p:cNvPr>
                    <p:cNvSpPr/>
                    <p:nvPr/>
                  </p:nvSpPr>
                  <p:spPr>
                    <a:xfrm>
                      <a:off x="1509894" y="4012053"/>
                      <a:ext cx="530542" cy="431230"/>
                    </a:xfrm>
                    <a:custGeom>
                      <a:avLst/>
                      <a:gdLst>
                        <a:gd name="connsiteX0" fmla="*/ 530543 w 530542"/>
                        <a:gd name="connsiteY0" fmla="*/ 332171 h 431230"/>
                        <a:gd name="connsiteX1" fmla="*/ 401955 w 530542"/>
                        <a:gd name="connsiteY1" fmla="*/ 157863 h 431230"/>
                        <a:gd name="connsiteX2" fmla="*/ 321945 w 530542"/>
                        <a:gd name="connsiteY2" fmla="*/ 165483 h 431230"/>
                        <a:gd name="connsiteX3" fmla="*/ 157163 w 530542"/>
                        <a:gd name="connsiteY3" fmla="*/ 299786 h 431230"/>
                        <a:gd name="connsiteX4" fmla="*/ 9525 w 530542"/>
                        <a:gd name="connsiteY4" fmla="*/ 431231 h 431230"/>
                        <a:gd name="connsiteX5" fmla="*/ 0 w 530542"/>
                        <a:gd name="connsiteY5" fmla="*/ 260733 h 431230"/>
                        <a:gd name="connsiteX6" fmla="*/ 229553 w 530542"/>
                        <a:gd name="connsiteY6" fmla="*/ 1653 h 431230"/>
                        <a:gd name="connsiteX7" fmla="*/ 530543 w 530542"/>
                        <a:gd name="connsiteY7" fmla="*/ 332171 h 431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0542" h="431230">
                          <a:moveTo>
                            <a:pt x="530543" y="332171"/>
                          </a:moveTo>
                          <a:cubicBezTo>
                            <a:pt x="416243" y="298833"/>
                            <a:pt x="401955" y="157863"/>
                            <a:pt x="401955" y="157863"/>
                          </a:cubicBezTo>
                          <a:cubicBezTo>
                            <a:pt x="372428" y="175008"/>
                            <a:pt x="335280" y="168340"/>
                            <a:pt x="321945" y="165483"/>
                          </a:cubicBezTo>
                          <a:cubicBezTo>
                            <a:pt x="234315" y="149290"/>
                            <a:pt x="207645" y="225490"/>
                            <a:pt x="157163" y="299786"/>
                          </a:cubicBezTo>
                          <a:cubicBezTo>
                            <a:pt x="156210" y="300738"/>
                            <a:pt x="100013" y="378843"/>
                            <a:pt x="9525" y="431231"/>
                          </a:cubicBezTo>
                          <a:cubicBezTo>
                            <a:pt x="3810" y="381701"/>
                            <a:pt x="0" y="325503"/>
                            <a:pt x="0" y="260733"/>
                          </a:cubicBezTo>
                          <a:cubicBezTo>
                            <a:pt x="0" y="152148"/>
                            <a:pt x="77153" y="14036"/>
                            <a:pt x="229553" y="1653"/>
                          </a:cubicBezTo>
                          <a:cubicBezTo>
                            <a:pt x="430530" y="-13587"/>
                            <a:pt x="530543" y="74996"/>
                            <a:pt x="530543" y="332171"/>
                          </a:cubicBezTo>
                          <a:close/>
                        </a:path>
                      </a:pathLst>
                    </a:custGeom>
                    <a:solidFill>
                      <a:srgbClr val="0F153A"/>
                    </a:solidFill>
                    <a:ln w="9525" cap="flat">
                      <a:noFill/>
                      <a:prstDash val="solid"/>
                      <a:miter/>
                    </a:ln>
                  </p:spPr>
                  <p:txBody>
                    <a:bodyPr rtlCol="0" anchor="ctr"/>
                    <a:lstStyle/>
                    <a:p>
                      <a:endParaRPr lang="en-US"/>
                    </a:p>
                  </p:txBody>
                </p:sp>
              </p:grpSp>
              <p:grpSp>
                <p:nvGrpSpPr>
                  <p:cNvPr id="599" name="Graphic 2">
                    <a:extLst>
                      <a:ext uri="{FF2B5EF4-FFF2-40B4-BE49-F238E27FC236}">
                        <a16:creationId xmlns:a16="http://schemas.microsoft.com/office/drawing/2014/main" id="{AE736AF3-0337-429B-AEF1-DA4B52809559}"/>
                      </a:ext>
                    </a:extLst>
                  </p:cNvPr>
                  <p:cNvGrpSpPr/>
                  <p:nvPr/>
                </p:nvGrpSpPr>
                <p:grpSpPr>
                  <a:xfrm>
                    <a:off x="1560376" y="4332794"/>
                    <a:ext cx="436245" cy="356235"/>
                    <a:chOff x="1560376" y="4332794"/>
                    <a:chExt cx="436245" cy="356235"/>
                  </a:xfrm>
                </p:grpSpPr>
                <p:grpSp>
                  <p:nvGrpSpPr>
                    <p:cNvPr id="600" name="Graphic 2">
                      <a:extLst>
                        <a:ext uri="{FF2B5EF4-FFF2-40B4-BE49-F238E27FC236}">
                          <a16:creationId xmlns:a16="http://schemas.microsoft.com/office/drawing/2014/main" id="{AE736AF3-0337-429B-AEF1-DA4B52809559}"/>
                        </a:ext>
                      </a:extLst>
                    </p:cNvPr>
                    <p:cNvGrpSpPr/>
                    <p:nvPr/>
                  </p:nvGrpSpPr>
                  <p:grpSpPr>
                    <a:xfrm>
                      <a:off x="1560376" y="4372638"/>
                      <a:ext cx="436245" cy="162086"/>
                      <a:chOff x="1560376" y="4372638"/>
                      <a:chExt cx="436245" cy="162086"/>
                    </a:xfrm>
                  </p:grpSpPr>
                  <p:grpSp>
                    <p:nvGrpSpPr>
                      <p:cNvPr id="601" name="Graphic 2">
                        <a:extLst>
                          <a:ext uri="{FF2B5EF4-FFF2-40B4-BE49-F238E27FC236}">
                            <a16:creationId xmlns:a16="http://schemas.microsoft.com/office/drawing/2014/main" id="{AE736AF3-0337-429B-AEF1-DA4B52809559}"/>
                          </a:ext>
                        </a:extLst>
                      </p:cNvPr>
                      <p:cNvGrpSpPr/>
                      <p:nvPr/>
                    </p:nvGrpSpPr>
                    <p:grpSpPr>
                      <a:xfrm>
                        <a:off x="1800733" y="4372638"/>
                        <a:ext cx="195888" cy="161133"/>
                        <a:chOff x="1800733" y="4372638"/>
                        <a:chExt cx="195888" cy="161133"/>
                      </a:xfrm>
                    </p:grpSpPr>
                    <p:sp>
                      <p:nvSpPr>
                        <p:cNvPr id="602" name="Freeform: Shape 601">
                          <a:extLst>
                            <a:ext uri="{FF2B5EF4-FFF2-40B4-BE49-F238E27FC236}">
                              <a16:creationId xmlns:a16="http://schemas.microsoft.com/office/drawing/2014/main" id="{3E671A41-2095-4CC6-BE78-D99447DAE543}"/>
                            </a:ext>
                          </a:extLst>
                        </p:cNvPr>
                        <p:cNvSpPr/>
                        <p:nvPr/>
                      </p:nvSpPr>
                      <p:spPr>
                        <a:xfrm>
                          <a:off x="1800733" y="4372638"/>
                          <a:ext cx="195888" cy="161133"/>
                        </a:xfrm>
                        <a:custGeom>
                          <a:avLst/>
                          <a:gdLst>
                            <a:gd name="connsiteX0" fmla="*/ 195888 w 195888"/>
                            <a:gd name="connsiteY0" fmla="*/ 34451 h 161133"/>
                            <a:gd name="connsiteX1" fmla="*/ 193983 w 195888"/>
                            <a:gd name="connsiteY1" fmla="*/ 25879 h 161133"/>
                            <a:gd name="connsiteX2" fmla="*/ 190173 w 195888"/>
                            <a:gd name="connsiteY2" fmla="*/ 20164 h 161133"/>
                            <a:gd name="connsiteX3" fmla="*/ 190173 w 195888"/>
                            <a:gd name="connsiteY3" fmla="*/ 20164 h 161133"/>
                            <a:gd name="connsiteX4" fmla="*/ 58728 w 195888"/>
                            <a:gd name="connsiteY4" fmla="*/ 3019 h 161133"/>
                            <a:gd name="connsiteX5" fmla="*/ 1578 w 195888"/>
                            <a:gd name="connsiteY5" fmla="*/ 29689 h 161133"/>
                            <a:gd name="connsiteX6" fmla="*/ 626 w 195888"/>
                            <a:gd name="connsiteY6" fmla="*/ 47786 h 161133"/>
                            <a:gd name="connsiteX7" fmla="*/ 2531 w 195888"/>
                            <a:gd name="connsiteY7" fmla="*/ 60169 h 161133"/>
                            <a:gd name="connsiteX8" fmla="*/ 46346 w 195888"/>
                            <a:gd name="connsiteY8" fmla="*/ 148751 h 161133"/>
                            <a:gd name="connsiteX9" fmla="*/ 96828 w 195888"/>
                            <a:gd name="connsiteY9" fmla="*/ 161134 h 161133"/>
                            <a:gd name="connsiteX10" fmla="*/ 100638 w 195888"/>
                            <a:gd name="connsiteY10" fmla="*/ 161134 h 161133"/>
                            <a:gd name="connsiteX11" fmla="*/ 168266 w 195888"/>
                            <a:gd name="connsiteY11" fmla="*/ 143989 h 161133"/>
                            <a:gd name="connsiteX12" fmla="*/ 195888 w 195888"/>
                            <a:gd name="connsiteY12" fmla="*/ 51596 h 161133"/>
                            <a:gd name="connsiteX13" fmla="*/ 195888 w 195888"/>
                            <a:gd name="connsiteY13" fmla="*/ 34451 h 161133"/>
                            <a:gd name="connsiteX14" fmla="*/ 165408 w 195888"/>
                            <a:gd name="connsiteY14" fmla="*/ 141131 h 161133"/>
                            <a:gd name="connsiteX15" fmla="*/ 50156 w 195888"/>
                            <a:gd name="connsiteY15" fmla="*/ 145894 h 161133"/>
                            <a:gd name="connsiteX16" fmla="*/ 14913 w 195888"/>
                            <a:gd name="connsiteY16" fmla="*/ 86839 h 161133"/>
                            <a:gd name="connsiteX17" fmla="*/ 7293 w 195888"/>
                            <a:gd name="connsiteY17" fmla="*/ 33499 h 161133"/>
                            <a:gd name="connsiteX18" fmla="*/ 60633 w 195888"/>
                            <a:gd name="connsiteY18" fmla="*/ 9686 h 161133"/>
                            <a:gd name="connsiteX19" fmla="*/ 108258 w 195888"/>
                            <a:gd name="connsiteY19" fmla="*/ 6829 h 161133"/>
                            <a:gd name="connsiteX20" fmla="*/ 186363 w 195888"/>
                            <a:gd name="connsiteY20" fmla="*/ 25879 h 161133"/>
                            <a:gd name="connsiteX21" fmla="*/ 190173 w 195888"/>
                            <a:gd name="connsiteY21" fmla="*/ 54454 h 161133"/>
                            <a:gd name="connsiteX22" fmla="*/ 165408 w 195888"/>
                            <a:gd name="connsiteY22" fmla="*/ 141131 h 16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5888" h="161133">
                              <a:moveTo>
                                <a:pt x="195888" y="34451"/>
                              </a:moveTo>
                              <a:cubicBezTo>
                                <a:pt x="195888" y="31594"/>
                                <a:pt x="194936" y="28736"/>
                                <a:pt x="193983" y="25879"/>
                              </a:cubicBezTo>
                              <a:cubicBezTo>
                                <a:pt x="193031" y="23021"/>
                                <a:pt x="192078" y="21116"/>
                                <a:pt x="190173" y="20164"/>
                              </a:cubicBezTo>
                              <a:lnTo>
                                <a:pt x="190173" y="20164"/>
                              </a:lnTo>
                              <a:cubicBezTo>
                                <a:pt x="163503" y="161"/>
                                <a:pt x="102543" y="-3649"/>
                                <a:pt x="58728" y="3019"/>
                              </a:cubicBezTo>
                              <a:cubicBezTo>
                                <a:pt x="30153" y="7781"/>
                                <a:pt x="9198" y="17306"/>
                                <a:pt x="1578" y="29689"/>
                              </a:cubicBezTo>
                              <a:cubicBezTo>
                                <a:pt x="-327" y="32546"/>
                                <a:pt x="-327" y="39214"/>
                                <a:pt x="626" y="47786"/>
                              </a:cubicBezTo>
                              <a:cubicBezTo>
                                <a:pt x="626" y="51596"/>
                                <a:pt x="1578" y="55406"/>
                                <a:pt x="2531" y="60169"/>
                              </a:cubicBezTo>
                              <a:cubicBezTo>
                                <a:pt x="8246" y="91601"/>
                                <a:pt x="25391" y="135416"/>
                                <a:pt x="46346" y="148751"/>
                              </a:cubicBezTo>
                              <a:cubicBezTo>
                                <a:pt x="57776" y="156371"/>
                                <a:pt x="76826" y="160181"/>
                                <a:pt x="96828" y="161134"/>
                              </a:cubicBezTo>
                              <a:lnTo>
                                <a:pt x="100638" y="161134"/>
                              </a:lnTo>
                              <a:cubicBezTo>
                                <a:pt x="126356" y="161134"/>
                                <a:pt x="153978" y="155419"/>
                                <a:pt x="168266" y="143989"/>
                              </a:cubicBezTo>
                              <a:cubicBezTo>
                                <a:pt x="185411" y="130654"/>
                                <a:pt x="194936" y="81124"/>
                                <a:pt x="195888" y="51596"/>
                              </a:cubicBezTo>
                              <a:cubicBezTo>
                                <a:pt x="195888" y="46834"/>
                                <a:pt x="195888" y="40166"/>
                                <a:pt x="195888" y="34451"/>
                              </a:cubicBezTo>
                              <a:close/>
                              <a:moveTo>
                                <a:pt x="165408" y="141131"/>
                              </a:moveTo>
                              <a:cubicBezTo>
                                <a:pt x="139691" y="160181"/>
                                <a:pt x="75873" y="163039"/>
                                <a:pt x="50156" y="145894"/>
                              </a:cubicBezTo>
                              <a:cubicBezTo>
                                <a:pt x="37773" y="138274"/>
                                <a:pt x="24438" y="115414"/>
                                <a:pt x="14913" y="86839"/>
                              </a:cubicBezTo>
                              <a:cubicBezTo>
                                <a:pt x="6341" y="60169"/>
                                <a:pt x="3483" y="38261"/>
                                <a:pt x="7293" y="33499"/>
                              </a:cubicBezTo>
                              <a:cubicBezTo>
                                <a:pt x="13961" y="22069"/>
                                <a:pt x="33011" y="13496"/>
                                <a:pt x="60633" y="9686"/>
                              </a:cubicBezTo>
                              <a:cubicBezTo>
                                <a:pt x="74921" y="6829"/>
                                <a:pt x="92066" y="5876"/>
                                <a:pt x="108258" y="6829"/>
                              </a:cubicBezTo>
                              <a:cubicBezTo>
                                <a:pt x="139691" y="7781"/>
                                <a:pt x="170171" y="13496"/>
                                <a:pt x="186363" y="25879"/>
                              </a:cubicBezTo>
                              <a:cubicBezTo>
                                <a:pt x="188268" y="27784"/>
                                <a:pt x="191126" y="36356"/>
                                <a:pt x="190173" y="54454"/>
                              </a:cubicBezTo>
                              <a:cubicBezTo>
                                <a:pt x="189221" y="86839"/>
                                <a:pt x="178743" y="130654"/>
                                <a:pt x="165408" y="141131"/>
                              </a:cubicBezTo>
                              <a:close/>
                            </a:path>
                          </a:pathLst>
                        </a:custGeom>
                        <a:solidFill>
                          <a:srgbClr val="1A1A1A"/>
                        </a:solidFill>
                        <a:ln w="9525" cap="flat">
                          <a:noFill/>
                          <a:prstDash val="solid"/>
                          <a:miter/>
                        </a:ln>
                      </p:spPr>
                      <p:txBody>
                        <a:bodyPr rtlCol="0" anchor="ctr"/>
                        <a:lstStyle/>
                        <a:p>
                          <a:endParaRPr lang="en-US"/>
                        </a:p>
                      </p:txBody>
                    </p:sp>
                    <p:sp>
                      <p:nvSpPr>
                        <p:cNvPr id="603" name="Freeform: Shape 602">
                          <a:extLst>
                            <a:ext uri="{FF2B5EF4-FFF2-40B4-BE49-F238E27FC236}">
                              <a16:creationId xmlns:a16="http://schemas.microsoft.com/office/drawing/2014/main" id="{5DF94155-89A1-4A67-A6F1-D5515DB84E50}"/>
                            </a:ext>
                          </a:extLst>
                        </p:cNvPr>
                        <p:cNvSpPr/>
                        <p:nvPr/>
                      </p:nvSpPr>
                      <p:spPr>
                        <a:xfrm>
                          <a:off x="1806370" y="4379109"/>
                          <a:ext cx="184725" cy="150763"/>
                        </a:xfrm>
                        <a:custGeom>
                          <a:avLst/>
                          <a:gdLst>
                            <a:gd name="connsiteX0" fmla="*/ 184536 w 184725"/>
                            <a:gd name="connsiteY0" fmla="*/ 46077 h 150763"/>
                            <a:gd name="connsiteX1" fmla="*/ 159771 w 184725"/>
                            <a:gd name="connsiteY1" fmla="*/ 134659 h 150763"/>
                            <a:gd name="connsiteX2" fmla="*/ 44518 w 184725"/>
                            <a:gd name="connsiteY2" fmla="*/ 139422 h 150763"/>
                            <a:gd name="connsiteX3" fmla="*/ 9276 w 184725"/>
                            <a:gd name="connsiteY3" fmla="*/ 80367 h 150763"/>
                            <a:gd name="connsiteX4" fmla="*/ 1656 w 184725"/>
                            <a:gd name="connsiteY4" fmla="*/ 27027 h 150763"/>
                            <a:gd name="connsiteX5" fmla="*/ 54996 w 184725"/>
                            <a:gd name="connsiteY5" fmla="*/ 3215 h 150763"/>
                            <a:gd name="connsiteX6" fmla="*/ 102621 w 184725"/>
                            <a:gd name="connsiteY6" fmla="*/ 357 h 150763"/>
                            <a:gd name="connsiteX7" fmla="*/ 180726 w 184725"/>
                            <a:gd name="connsiteY7" fmla="*/ 19407 h 150763"/>
                            <a:gd name="connsiteX8" fmla="*/ 184536 w 184725"/>
                            <a:gd name="connsiteY8" fmla="*/ 46077 h 150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725" h="150763">
                              <a:moveTo>
                                <a:pt x="184536" y="46077"/>
                              </a:moveTo>
                              <a:cubicBezTo>
                                <a:pt x="183583" y="80367"/>
                                <a:pt x="173106" y="124182"/>
                                <a:pt x="159771" y="134659"/>
                              </a:cubicBezTo>
                              <a:cubicBezTo>
                                <a:pt x="134053" y="153709"/>
                                <a:pt x="70236" y="156567"/>
                                <a:pt x="44518" y="139422"/>
                              </a:cubicBezTo>
                              <a:cubicBezTo>
                                <a:pt x="32136" y="131802"/>
                                <a:pt x="18801" y="108942"/>
                                <a:pt x="9276" y="80367"/>
                              </a:cubicBezTo>
                              <a:cubicBezTo>
                                <a:pt x="703" y="53697"/>
                                <a:pt x="-2154" y="31790"/>
                                <a:pt x="1656" y="27027"/>
                              </a:cubicBezTo>
                              <a:cubicBezTo>
                                <a:pt x="8323" y="15597"/>
                                <a:pt x="27373" y="7025"/>
                                <a:pt x="54996" y="3215"/>
                              </a:cubicBezTo>
                              <a:cubicBezTo>
                                <a:pt x="69283" y="357"/>
                                <a:pt x="86428" y="-595"/>
                                <a:pt x="102621" y="357"/>
                              </a:cubicBezTo>
                              <a:cubicBezTo>
                                <a:pt x="134053" y="1309"/>
                                <a:pt x="164533" y="7025"/>
                                <a:pt x="180726" y="19407"/>
                              </a:cubicBezTo>
                              <a:cubicBezTo>
                                <a:pt x="182631" y="19407"/>
                                <a:pt x="185488" y="27980"/>
                                <a:pt x="184536" y="46077"/>
                              </a:cubicBezTo>
                              <a:close/>
                            </a:path>
                          </a:pathLst>
                        </a:custGeom>
                        <a:solidFill>
                          <a:srgbClr val="F0F0F0">
                            <a:alpha val="20000"/>
                          </a:srgbClr>
                        </a:solidFill>
                        <a:ln w="9525" cap="flat">
                          <a:noFill/>
                          <a:prstDash val="solid"/>
                          <a:miter/>
                        </a:ln>
                      </p:spPr>
                      <p:txBody>
                        <a:bodyPr rtlCol="0" anchor="ctr"/>
                        <a:lstStyle/>
                        <a:p>
                          <a:endParaRPr lang="en-US"/>
                        </a:p>
                      </p:txBody>
                    </p:sp>
                  </p:grpSp>
                  <p:grpSp>
                    <p:nvGrpSpPr>
                      <p:cNvPr id="604" name="Graphic 2">
                        <a:extLst>
                          <a:ext uri="{FF2B5EF4-FFF2-40B4-BE49-F238E27FC236}">
                            <a16:creationId xmlns:a16="http://schemas.microsoft.com/office/drawing/2014/main" id="{AE736AF3-0337-429B-AEF1-DA4B52809559}"/>
                          </a:ext>
                        </a:extLst>
                      </p:cNvPr>
                      <p:cNvGrpSpPr/>
                      <p:nvPr/>
                    </p:nvGrpSpPr>
                    <p:grpSpPr>
                      <a:xfrm>
                        <a:off x="1560376" y="4373171"/>
                        <a:ext cx="195888" cy="161552"/>
                        <a:chOff x="1560376" y="4373171"/>
                        <a:chExt cx="195888" cy="161552"/>
                      </a:xfrm>
                    </p:grpSpPr>
                    <p:sp>
                      <p:nvSpPr>
                        <p:cNvPr id="605" name="Freeform: Shape 604">
                          <a:extLst>
                            <a:ext uri="{FF2B5EF4-FFF2-40B4-BE49-F238E27FC236}">
                              <a16:creationId xmlns:a16="http://schemas.microsoft.com/office/drawing/2014/main" id="{00F7DC29-C636-46A8-B409-3601116E4ABE}"/>
                            </a:ext>
                          </a:extLst>
                        </p:cNvPr>
                        <p:cNvSpPr/>
                        <p:nvPr/>
                      </p:nvSpPr>
                      <p:spPr>
                        <a:xfrm>
                          <a:off x="1560376" y="4373171"/>
                          <a:ext cx="195888" cy="161552"/>
                        </a:xfrm>
                        <a:custGeom>
                          <a:avLst/>
                          <a:gdLst>
                            <a:gd name="connsiteX0" fmla="*/ 0 w 195888"/>
                            <a:gd name="connsiteY0" fmla="*/ 52015 h 161552"/>
                            <a:gd name="connsiteX1" fmla="*/ 27623 w 195888"/>
                            <a:gd name="connsiteY1" fmla="*/ 144408 h 161552"/>
                            <a:gd name="connsiteX2" fmla="*/ 95250 w 195888"/>
                            <a:gd name="connsiteY2" fmla="*/ 161553 h 161552"/>
                            <a:gd name="connsiteX3" fmla="*/ 99060 w 195888"/>
                            <a:gd name="connsiteY3" fmla="*/ 161553 h 161552"/>
                            <a:gd name="connsiteX4" fmla="*/ 149543 w 195888"/>
                            <a:gd name="connsiteY4" fmla="*/ 149170 h 161552"/>
                            <a:gd name="connsiteX5" fmla="*/ 193358 w 195888"/>
                            <a:gd name="connsiteY5" fmla="*/ 60588 h 161552"/>
                            <a:gd name="connsiteX6" fmla="*/ 195263 w 195888"/>
                            <a:gd name="connsiteY6" fmla="*/ 48205 h 161552"/>
                            <a:gd name="connsiteX7" fmla="*/ 194310 w 195888"/>
                            <a:gd name="connsiteY7" fmla="*/ 30108 h 161552"/>
                            <a:gd name="connsiteX8" fmla="*/ 137160 w 195888"/>
                            <a:gd name="connsiteY8" fmla="*/ 3438 h 161552"/>
                            <a:gd name="connsiteX9" fmla="*/ 5715 w 195888"/>
                            <a:gd name="connsiteY9" fmla="*/ 20583 h 161552"/>
                            <a:gd name="connsiteX10" fmla="*/ 5715 w 195888"/>
                            <a:gd name="connsiteY10" fmla="*/ 20583 h 161552"/>
                            <a:gd name="connsiteX11" fmla="*/ 1905 w 195888"/>
                            <a:gd name="connsiteY11" fmla="*/ 26298 h 161552"/>
                            <a:gd name="connsiteX12" fmla="*/ 0 w 195888"/>
                            <a:gd name="connsiteY12" fmla="*/ 34870 h 161552"/>
                            <a:gd name="connsiteX13" fmla="*/ 0 w 195888"/>
                            <a:gd name="connsiteY13" fmla="*/ 52015 h 161552"/>
                            <a:gd name="connsiteX14" fmla="*/ 5715 w 195888"/>
                            <a:gd name="connsiteY14" fmla="*/ 52015 h 161552"/>
                            <a:gd name="connsiteX15" fmla="*/ 9525 w 195888"/>
                            <a:gd name="connsiteY15" fmla="*/ 23440 h 161552"/>
                            <a:gd name="connsiteX16" fmla="*/ 87630 w 195888"/>
                            <a:gd name="connsiteY16" fmla="*/ 4390 h 161552"/>
                            <a:gd name="connsiteX17" fmla="*/ 135255 w 195888"/>
                            <a:gd name="connsiteY17" fmla="*/ 7248 h 161552"/>
                            <a:gd name="connsiteX18" fmla="*/ 188595 w 195888"/>
                            <a:gd name="connsiteY18" fmla="*/ 31060 h 161552"/>
                            <a:gd name="connsiteX19" fmla="*/ 180975 w 195888"/>
                            <a:gd name="connsiteY19" fmla="*/ 84400 h 161552"/>
                            <a:gd name="connsiteX20" fmla="*/ 145733 w 195888"/>
                            <a:gd name="connsiteY20" fmla="*/ 143455 h 161552"/>
                            <a:gd name="connsiteX21" fmla="*/ 30480 w 195888"/>
                            <a:gd name="connsiteY21" fmla="*/ 138693 h 161552"/>
                            <a:gd name="connsiteX22" fmla="*/ 5715 w 195888"/>
                            <a:gd name="connsiteY22" fmla="*/ 52015 h 16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5888" h="161552">
                              <a:moveTo>
                                <a:pt x="0" y="52015"/>
                              </a:moveTo>
                              <a:cubicBezTo>
                                <a:pt x="953" y="81543"/>
                                <a:pt x="10478" y="131073"/>
                                <a:pt x="27623" y="144408"/>
                              </a:cubicBezTo>
                              <a:cubicBezTo>
                                <a:pt x="42863" y="155838"/>
                                <a:pt x="69533" y="161553"/>
                                <a:pt x="95250" y="161553"/>
                              </a:cubicBezTo>
                              <a:lnTo>
                                <a:pt x="99060" y="161553"/>
                              </a:lnTo>
                              <a:cubicBezTo>
                                <a:pt x="119063" y="160600"/>
                                <a:pt x="138113" y="156790"/>
                                <a:pt x="149543" y="149170"/>
                              </a:cubicBezTo>
                              <a:cubicBezTo>
                                <a:pt x="170498" y="135835"/>
                                <a:pt x="187643" y="91068"/>
                                <a:pt x="193358" y="60588"/>
                              </a:cubicBezTo>
                              <a:cubicBezTo>
                                <a:pt x="194310" y="55825"/>
                                <a:pt x="195263" y="52015"/>
                                <a:pt x="195263" y="48205"/>
                              </a:cubicBezTo>
                              <a:cubicBezTo>
                                <a:pt x="196215" y="39633"/>
                                <a:pt x="196215" y="32965"/>
                                <a:pt x="194310" y="30108"/>
                              </a:cubicBezTo>
                              <a:cubicBezTo>
                                <a:pt x="186690" y="17725"/>
                                <a:pt x="165735" y="8200"/>
                                <a:pt x="137160" y="3438"/>
                              </a:cubicBezTo>
                              <a:cubicBezTo>
                                <a:pt x="93345" y="-4182"/>
                                <a:pt x="32385" y="580"/>
                                <a:pt x="5715" y="20583"/>
                              </a:cubicBezTo>
                              <a:lnTo>
                                <a:pt x="5715" y="20583"/>
                              </a:lnTo>
                              <a:cubicBezTo>
                                <a:pt x="3810" y="21535"/>
                                <a:pt x="2858" y="23440"/>
                                <a:pt x="1905" y="26298"/>
                              </a:cubicBezTo>
                              <a:cubicBezTo>
                                <a:pt x="953" y="28203"/>
                                <a:pt x="953" y="31060"/>
                                <a:pt x="0" y="34870"/>
                              </a:cubicBezTo>
                              <a:cubicBezTo>
                                <a:pt x="0" y="39633"/>
                                <a:pt x="0" y="46300"/>
                                <a:pt x="0" y="52015"/>
                              </a:cubicBezTo>
                              <a:close/>
                              <a:moveTo>
                                <a:pt x="5715" y="52015"/>
                              </a:moveTo>
                              <a:cubicBezTo>
                                <a:pt x="4763" y="33918"/>
                                <a:pt x="7620" y="25345"/>
                                <a:pt x="9525" y="23440"/>
                              </a:cubicBezTo>
                              <a:cubicBezTo>
                                <a:pt x="25718" y="11058"/>
                                <a:pt x="57150" y="5343"/>
                                <a:pt x="87630" y="4390"/>
                              </a:cubicBezTo>
                              <a:cubicBezTo>
                                <a:pt x="103823" y="4390"/>
                                <a:pt x="120968" y="5343"/>
                                <a:pt x="135255" y="7248"/>
                              </a:cubicBezTo>
                              <a:cubicBezTo>
                                <a:pt x="162878" y="12010"/>
                                <a:pt x="181928" y="20583"/>
                                <a:pt x="188595" y="31060"/>
                              </a:cubicBezTo>
                              <a:cubicBezTo>
                                <a:pt x="191453" y="35823"/>
                                <a:pt x="189548" y="57730"/>
                                <a:pt x="180975" y="84400"/>
                              </a:cubicBezTo>
                              <a:cubicBezTo>
                                <a:pt x="171450" y="113928"/>
                                <a:pt x="158115" y="135835"/>
                                <a:pt x="145733" y="143455"/>
                              </a:cubicBezTo>
                              <a:cubicBezTo>
                                <a:pt x="119063" y="160600"/>
                                <a:pt x="56198" y="157743"/>
                                <a:pt x="30480" y="138693"/>
                              </a:cubicBezTo>
                              <a:cubicBezTo>
                                <a:pt x="17145" y="130120"/>
                                <a:pt x="6668" y="86305"/>
                                <a:pt x="5715" y="52015"/>
                              </a:cubicBezTo>
                              <a:close/>
                            </a:path>
                          </a:pathLst>
                        </a:custGeom>
                        <a:solidFill>
                          <a:srgbClr val="1A1A1A"/>
                        </a:solidFill>
                        <a:ln w="9525" cap="flat">
                          <a:noFill/>
                          <a:prstDash val="solid"/>
                          <a:miter/>
                        </a:ln>
                      </p:spPr>
                      <p:txBody>
                        <a:bodyPr rtlCol="0" anchor="ctr"/>
                        <a:lstStyle/>
                        <a:p>
                          <a:endParaRPr lang="en-US"/>
                        </a:p>
                      </p:txBody>
                    </p:sp>
                    <p:sp>
                      <p:nvSpPr>
                        <p:cNvPr id="606" name="Freeform: Shape 605">
                          <a:extLst>
                            <a:ext uri="{FF2B5EF4-FFF2-40B4-BE49-F238E27FC236}">
                              <a16:creationId xmlns:a16="http://schemas.microsoft.com/office/drawing/2014/main" id="{A77ACC39-92D2-4E6D-9232-FFC242050E2D}"/>
                            </a:ext>
                          </a:extLst>
                        </p:cNvPr>
                        <p:cNvSpPr/>
                        <p:nvPr/>
                      </p:nvSpPr>
                      <p:spPr>
                        <a:xfrm>
                          <a:off x="1566091" y="4379109"/>
                          <a:ext cx="184535" cy="150763"/>
                        </a:xfrm>
                        <a:custGeom>
                          <a:avLst/>
                          <a:gdLst>
                            <a:gd name="connsiteX0" fmla="*/ 0 w 184535"/>
                            <a:gd name="connsiteY0" fmla="*/ 46077 h 150763"/>
                            <a:gd name="connsiteX1" fmla="*/ 24765 w 184535"/>
                            <a:gd name="connsiteY1" fmla="*/ 134659 h 150763"/>
                            <a:gd name="connsiteX2" fmla="*/ 140018 w 184535"/>
                            <a:gd name="connsiteY2" fmla="*/ 139422 h 150763"/>
                            <a:gd name="connsiteX3" fmla="*/ 175260 w 184535"/>
                            <a:gd name="connsiteY3" fmla="*/ 80367 h 150763"/>
                            <a:gd name="connsiteX4" fmla="*/ 182880 w 184535"/>
                            <a:gd name="connsiteY4" fmla="*/ 27027 h 150763"/>
                            <a:gd name="connsiteX5" fmla="*/ 129540 w 184535"/>
                            <a:gd name="connsiteY5" fmla="*/ 3215 h 150763"/>
                            <a:gd name="connsiteX6" fmla="*/ 81915 w 184535"/>
                            <a:gd name="connsiteY6" fmla="*/ 357 h 150763"/>
                            <a:gd name="connsiteX7" fmla="*/ 3810 w 184535"/>
                            <a:gd name="connsiteY7" fmla="*/ 19407 h 150763"/>
                            <a:gd name="connsiteX8" fmla="*/ 0 w 184535"/>
                            <a:gd name="connsiteY8" fmla="*/ 46077 h 150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535" h="150763">
                              <a:moveTo>
                                <a:pt x="0" y="46077"/>
                              </a:moveTo>
                              <a:cubicBezTo>
                                <a:pt x="953" y="80367"/>
                                <a:pt x="11430" y="124182"/>
                                <a:pt x="24765" y="134659"/>
                              </a:cubicBezTo>
                              <a:cubicBezTo>
                                <a:pt x="50483" y="153709"/>
                                <a:pt x="114300" y="156567"/>
                                <a:pt x="140018" y="139422"/>
                              </a:cubicBezTo>
                              <a:cubicBezTo>
                                <a:pt x="152400" y="131802"/>
                                <a:pt x="165735" y="108942"/>
                                <a:pt x="175260" y="80367"/>
                              </a:cubicBezTo>
                              <a:cubicBezTo>
                                <a:pt x="183833" y="53697"/>
                                <a:pt x="186690" y="31790"/>
                                <a:pt x="182880" y="27027"/>
                              </a:cubicBezTo>
                              <a:cubicBezTo>
                                <a:pt x="176213" y="15597"/>
                                <a:pt x="157163" y="7025"/>
                                <a:pt x="129540" y="3215"/>
                              </a:cubicBezTo>
                              <a:cubicBezTo>
                                <a:pt x="115253" y="357"/>
                                <a:pt x="98108" y="-595"/>
                                <a:pt x="81915" y="357"/>
                              </a:cubicBezTo>
                              <a:cubicBezTo>
                                <a:pt x="50483" y="1309"/>
                                <a:pt x="20003" y="7025"/>
                                <a:pt x="3810" y="19407"/>
                              </a:cubicBezTo>
                              <a:cubicBezTo>
                                <a:pt x="1905" y="19407"/>
                                <a:pt x="0" y="27980"/>
                                <a:pt x="0" y="46077"/>
                              </a:cubicBezTo>
                              <a:close/>
                            </a:path>
                          </a:pathLst>
                        </a:custGeom>
                        <a:solidFill>
                          <a:srgbClr val="F0F0F0">
                            <a:alpha val="20000"/>
                          </a:srgbClr>
                        </a:solidFill>
                        <a:ln w="9525" cap="flat">
                          <a:noFill/>
                          <a:prstDash val="solid"/>
                          <a:miter/>
                        </a:ln>
                      </p:spPr>
                      <p:txBody>
                        <a:bodyPr rtlCol="0" anchor="ctr"/>
                        <a:lstStyle/>
                        <a:p>
                          <a:endParaRPr lang="en-US"/>
                        </a:p>
                      </p:txBody>
                    </p:sp>
                  </p:grpSp>
                  <p:sp>
                    <p:nvSpPr>
                      <p:cNvPr id="607" name="Freeform: Shape 606">
                        <a:extLst>
                          <a:ext uri="{FF2B5EF4-FFF2-40B4-BE49-F238E27FC236}">
                            <a16:creationId xmlns:a16="http://schemas.microsoft.com/office/drawing/2014/main" id="{3367E7DB-2D13-441D-98E0-5E951BE5B73B}"/>
                          </a:ext>
                        </a:extLst>
                      </p:cNvPr>
                      <p:cNvSpPr/>
                      <p:nvPr/>
                    </p:nvSpPr>
                    <p:spPr>
                      <a:xfrm>
                        <a:off x="1751828" y="4416614"/>
                        <a:ext cx="53340" cy="17144"/>
                      </a:xfrm>
                      <a:custGeom>
                        <a:avLst/>
                        <a:gdLst>
                          <a:gd name="connsiteX0" fmla="*/ 26670 w 53340"/>
                          <a:gd name="connsiteY0" fmla="*/ 0 h 17144"/>
                          <a:gd name="connsiteX1" fmla="*/ 0 w 53340"/>
                          <a:gd name="connsiteY1" fmla="*/ 6667 h 17144"/>
                          <a:gd name="connsiteX2" fmla="*/ 1905 w 53340"/>
                          <a:gd name="connsiteY2" fmla="*/ 17145 h 17144"/>
                          <a:gd name="connsiteX3" fmla="*/ 26670 w 53340"/>
                          <a:gd name="connsiteY3" fmla="*/ 11430 h 17144"/>
                          <a:gd name="connsiteX4" fmla="*/ 51435 w 53340"/>
                          <a:gd name="connsiteY4" fmla="*/ 17145 h 17144"/>
                          <a:gd name="connsiteX5" fmla="*/ 53340 w 53340"/>
                          <a:gd name="connsiteY5" fmla="*/ 6667 h 17144"/>
                          <a:gd name="connsiteX6" fmla="*/ 26670 w 53340"/>
                          <a:gd name="connsiteY6" fmla="*/ 0 h 1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340" h="17144">
                            <a:moveTo>
                              <a:pt x="26670" y="0"/>
                            </a:moveTo>
                            <a:cubicBezTo>
                              <a:pt x="18097" y="0"/>
                              <a:pt x="9525" y="953"/>
                              <a:pt x="0" y="6667"/>
                            </a:cubicBezTo>
                            <a:lnTo>
                              <a:pt x="1905" y="17145"/>
                            </a:lnTo>
                            <a:cubicBezTo>
                              <a:pt x="9525" y="12382"/>
                              <a:pt x="18097" y="11430"/>
                              <a:pt x="26670" y="11430"/>
                            </a:cubicBezTo>
                            <a:cubicBezTo>
                              <a:pt x="34290" y="11430"/>
                              <a:pt x="42863" y="12382"/>
                              <a:pt x="51435" y="17145"/>
                            </a:cubicBezTo>
                            <a:lnTo>
                              <a:pt x="53340" y="6667"/>
                            </a:lnTo>
                            <a:cubicBezTo>
                              <a:pt x="43815" y="953"/>
                              <a:pt x="35243" y="0"/>
                              <a:pt x="26670" y="0"/>
                            </a:cubicBezTo>
                            <a:close/>
                          </a:path>
                        </a:pathLst>
                      </a:custGeom>
                      <a:solidFill>
                        <a:srgbClr val="1A1A1A"/>
                      </a:solidFill>
                      <a:ln w="9525" cap="flat">
                        <a:noFill/>
                        <a:prstDash val="solid"/>
                        <a:miter/>
                      </a:ln>
                    </p:spPr>
                    <p:txBody>
                      <a:bodyPr rtlCol="0" anchor="ctr"/>
                      <a:lstStyle/>
                      <a:p>
                        <a:endParaRPr lang="en-US"/>
                      </a:p>
                    </p:txBody>
                  </p:sp>
                </p:grpSp>
                <p:sp>
                  <p:nvSpPr>
                    <p:cNvPr id="608" name="Freeform: Shape 607">
                      <a:extLst>
                        <a:ext uri="{FF2B5EF4-FFF2-40B4-BE49-F238E27FC236}">
                          <a16:creationId xmlns:a16="http://schemas.microsoft.com/office/drawing/2014/main" id="{42AD1EF6-046F-4260-9748-7C35E972FFD7}"/>
                        </a:ext>
                      </a:extLst>
                    </p:cNvPr>
                    <p:cNvSpPr/>
                    <p:nvPr/>
                  </p:nvSpPr>
                  <p:spPr>
                    <a:xfrm>
                      <a:off x="1706964" y="4616639"/>
                      <a:ext cx="143379" cy="72390"/>
                    </a:xfrm>
                    <a:custGeom>
                      <a:avLst/>
                      <a:gdLst>
                        <a:gd name="connsiteX0" fmla="*/ 139162 w 143379"/>
                        <a:gd name="connsiteY0" fmla="*/ 0 h 72390"/>
                        <a:gd name="connsiteX1" fmla="*/ 71535 w 143379"/>
                        <a:gd name="connsiteY1" fmla="*/ 72390 h 72390"/>
                        <a:gd name="connsiteX2" fmla="*/ 3907 w 143379"/>
                        <a:gd name="connsiteY2" fmla="*/ 0 h 72390"/>
                        <a:gd name="connsiteX3" fmla="*/ 139162 w 143379"/>
                        <a:gd name="connsiteY3" fmla="*/ 0 h 72390"/>
                      </a:gdLst>
                      <a:ahLst/>
                      <a:cxnLst>
                        <a:cxn ang="0">
                          <a:pos x="connsiteX0" y="connsiteY0"/>
                        </a:cxn>
                        <a:cxn ang="0">
                          <a:pos x="connsiteX1" y="connsiteY1"/>
                        </a:cxn>
                        <a:cxn ang="0">
                          <a:pos x="connsiteX2" y="connsiteY2"/>
                        </a:cxn>
                        <a:cxn ang="0">
                          <a:pos x="connsiteX3" y="connsiteY3"/>
                        </a:cxn>
                      </a:cxnLst>
                      <a:rect l="l" t="t" r="r" b="b"/>
                      <a:pathLst>
                        <a:path w="143379" h="72390">
                          <a:moveTo>
                            <a:pt x="139162" y="0"/>
                          </a:moveTo>
                          <a:cubicBezTo>
                            <a:pt x="158212" y="0"/>
                            <a:pt x="108682" y="72390"/>
                            <a:pt x="71535" y="72390"/>
                          </a:cubicBezTo>
                          <a:cubicBezTo>
                            <a:pt x="34387" y="72390"/>
                            <a:pt x="-14190" y="0"/>
                            <a:pt x="3907" y="0"/>
                          </a:cubicBezTo>
                          <a:cubicBezTo>
                            <a:pt x="38197" y="0"/>
                            <a:pt x="104872" y="0"/>
                            <a:pt x="139162" y="0"/>
                          </a:cubicBezTo>
                          <a:close/>
                        </a:path>
                      </a:pathLst>
                    </a:custGeom>
                    <a:solidFill>
                      <a:srgbClr val="D7596A"/>
                    </a:solidFill>
                    <a:ln w="9525" cap="flat">
                      <a:noFill/>
                      <a:prstDash val="solid"/>
                      <a:miter/>
                    </a:ln>
                  </p:spPr>
                  <p:txBody>
                    <a:bodyPr rtlCol="0" anchor="ctr"/>
                    <a:lstStyle/>
                    <a:p>
                      <a:endParaRPr lang="en-US"/>
                    </a:p>
                  </p:txBody>
                </p:sp>
                <p:sp>
                  <p:nvSpPr>
                    <p:cNvPr id="609" name="Freeform: Shape 608">
                      <a:extLst>
                        <a:ext uri="{FF2B5EF4-FFF2-40B4-BE49-F238E27FC236}">
                          <a16:creationId xmlns:a16="http://schemas.microsoft.com/office/drawing/2014/main" id="{2708CF23-AE1B-4B07-82AC-A3F401D4BD06}"/>
                        </a:ext>
                      </a:extLst>
                    </p:cNvPr>
                    <p:cNvSpPr/>
                    <p:nvPr/>
                  </p:nvSpPr>
                  <p:spPr>
                    <a:xfrm>
                      <a:off x="1565138" y="4335313"/>
                      <a:ext cx="175260" cy="45105"/>
                    </a:xfrm>
                    <a:custGeom>
                      <a:avLst/>
                      <a:gdLst>
                        <a:gd name="connsiteX0" fmla="*/ 173355 w 175260"/>
                        <a:gd name="connsiteY0" fmla="*/ 31770 h 45105"/>
                        <a:gd name="connsiteX1" fmla="*/ 47625 w 175260"/>
                        <a:gd name="connsiteY1" fmla="*/ 338 h 45105"/>
                        <a:gd name="connsiteX2" fmla="*/ 0 w 175260"/>
                        <a:gd name="connsiteY2" fmla="*/ 27961 h 45105"/>
                        <a:gd name="connsiteX3" fmla="*/ 43815 w 175260"/>
                        <a:gd name="connsiteY3" fmla="*/ 19388 h 45105"/>
                        <a:gd name="connsiteX4" fmla="*/ 175260 w 175260"/>
                        <a:gd name="connsiteY4" fmla="*/ 45105 h 45105"/>
                        <a:gd name="connsiteX5" fmla="*/ 173355 w 175260"/>
                        <a:gd name="connsiteY5" fmla="*/ 31770 h 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260" h="45105">
                          <a:moveTo>
                            <a:pt x="173355" y="31770"/>
                          </a:moveTo>
                          <a:cubicBezTo>
                            <a:pt x="158115" y="26055"/>
                            <a:pt x="67628" y="-3472"/>
                            <a:pt x="47625" y="338"/>
                          </a:cubicBezTo>
                          <a:cubicBezTo>
                            <a:pt x="31433" y="3195"/>
                            <a:pt x="8573" y="17483"/>
                            <a:pt x="0" y="27961"/>
                          </a:cubicBezTo>
                          <a:cubicBezTo>
                            <a:pt x="13335" y="21293"/>
                            <a:pt x="28575" y="19388"/>
                            <a:pt x="43815" y="19388"/>
                          </a:cubicBezTo>
                          <a:cubicBezTo>
                            <a:pt x="59055" y="19388"/>
                            <a:pt x="145733" y="38438"/>
                            <a:pt x="175260" y="45105"/>
                          </a:cubicBezTo>
                          <a:lnTo>
                            <a:pt x="173355" y="31770"/>
                          </a:lnTo>
                          <a:close/>
                        </a:path>
                      </a:pathLst>
                    </a:custGeom>
                    <a:solidFill>
                      <a:srgbClr val="0F153A"/>
                    </a:solidFill>
                    <a:ln w="9525" cap="flat">
                      <a:noFill/>
                      <a:prstDash val="solid"/>
                      <a:miter/>
                    </a:ln>
                  </p:spPr>
                  <p:txBody>
                    <a:bodyPr rtlCol="0" anchor="ctr"/>
                    <a:lstStyle/>
                    <a:p>
                      <a:endParaRPr lang="en-US"/>
                    </a:p>
                  </p:txBody>
                </p:sp>
                <p:sp>
                  <p:nvSpPr>
                    <p:cNvPr id="610" name="Freeform: Shape 609">
                      <a:extLst>
                        <a:ext uri="{FF2B5EF4-FFF2-40B4-BE49-F238E27FC236}">
                          <a16:creationId xmlns:a16="http://schemas.microsoft.com/office/drawing/2014/main" id="{A66AC15A-BA68-4B7E-8BFD-D3D9A409A027}"/>
                        </a:ext>
                      </a:extLst>
                    </p:cNvPr>
                    <p:cNvSpPr/>
                    <p:nvPr/>
                  </p:nvSpPr>
                  <p:spPr>
                    <a:xfrm>
                      <a:off x="1817551" y="4332794"/>
                      <a:ext cx="174307" cy="48577"/>
                    </a:xfrm>
                    <a:custGeom>
                      <a:avLst/>
                      <a:gdLst>
                        <a:gd name="connsiteX0" fmla="*/ 125730 w 174307"/>
                        <a:gd name="connsiteY0" fmla="*/ 0 h 48577"/>
                        <a:gd name="connsiteX1" fmla="*/ 174308 w 174307"/>
                        <a:gd name="connsiteY1" fmla="*/ 25718 h 48577"/>
                        <a:gd name="connsiteX2" fmla="*/ 130493 w 174307"/>
                        <a:gd name="connsiteY2" fmla="*/ 19050 h 48577"/>
                        <a:gd name="connsiteX3" fmla="*/ 0 w 174307"/>
                        <a:gd name="connsiteY3" fmla="*/ 48578 h 48577"/>
                        <a:gd name="connsiteX4" fmla="*/ 953 w 174307"/>
                        <a:gd name="connsiteY4" fmla="*/ 35243 h 48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307" h="48577">
                          <a:moveTo>
                            <a:pt x="125730" y="0"/>
                          </a:moveTo>
                          <a:cubicBezTo>
                            <a:pt x="141923" y="1905"/>
                            <a:pt x="165735" y="16193"/>
                            <a:pt x="174308" y="25718"/>
                          </a:cubicBezTo>
                          <a:cubicBezTo>
                            <a:pt x="160973" y="19050"/>
                            <a:pt x="145733" y="18098"/>
                            <a:pt x="130493" y="19050"/>
                          </a:cubicBezTo>
                          <a:cubicBezTo>
                            <a:pt x="115253" y="20003"/>
                            <a:pt x="29528" y="40958"/>
                            <a:pt x="0" y="48578"/>
                          </a:cubicBezTo>
                          <a:lnTo>
                            <a:pt x="953" y="35243"/>
                          </a:lnTo>
                        </a:path>
                      </a:pathLst>
                    </a:custGeom>
                    <a:solidFill>
                      <a:srgbClr val="0F153A"/>
                    </a:solidFill>
                    <a:ln w="9525" cap="flat">
                      <a:noFill/>
                      <a:prstDash val="solid"/>
                      <a:miter/>
                    </a:ln>
                  </p:spPr>
                  <p:txBody>
                    <a:bodyPr rtlCol="0" anchor="ctr"/>
                    <a:lstStyle/>
                    <a:p>
                      <a:endParaRPr lang="en-US"/>
                    </a:p>
                  </p:txBody>
                </p:sp>
              </p:grpSp>
            </p:grpSp>
            <p:grpSp>
              <p:nvGrpSpPr>
                <p:cNvPr id="611" name="Graphic 2">
                  <a:extLst>
                    <a:ext uri="{FF2B5EF4-FFF2-40B4-BE49-F238E27FC236}">
                      <a16:creationId xmlns:a16="http://schemas.microsoft.com/office/drawing/2014/main" id="{AE736AF3-0337-429B-AEF1-DA4B52809559}"/>
                    </a:ext>
                  </a:extLst>
                </p:cNvPr>
                <p:cNvGrpSpPr/>
                <p:nvPr/>
              </p:nvGrpSpPr>
              <p:grpSpPr>
                <a:xfrm>
                  <a:off x="600075" y="4803329"/>
                  <a:ext cx="2333988" cy="1457325"/>
                  <a:chOff x="600075" y="4803329"/>
                  <a:chExt cx="2333988" cy="1457325"/>
                </a:xfrm>
              </p:grpSpPr>
              <p:sp>
                <p:nvSpPr>
                  <p:cNvPr id="612" name="Freeform: Shape 611">
                    <a:extLst>
                      <a:ext uri="{FF2B5EF4-FFF2-40B4-BE49-F238E27FC236}">
                        <a16:creationId xmlns:a16="http://schemas.microsoft.com/office/drawing/2014/main" id="{F450A936-C577-43BB-9E9B-AEA8AD16042B}"/>
                      </a:ext>
                    </a:extLst>
                  </p:cNvPr>
                  <p:cNvSpPr/>
                  <p:nvPr/>
                </p:nvSpPr>
                <p:spPr>
                  <a:xfrm>
                    <a:off x="811711" y="4803329"/>
                    <a:ext cx="1911667" cy="1457325"/>
                  </a:xfrm>
                  <a:custGeom>
                    <a:avLst/>
                    <a:gdLst>
                      <a:gd name="connsiteX0" fmla="*/ 1460183 w 1911667"/>
                      <a:gd name="connsiteY0" fmla="*/ 67627 h 1457325"/>
                      <a:gd name="connsiteX1" fmla="*/ 1103948 w 1911667"/>
                      <a:gd name="connsiteY1" fmla="*/ 0 h 1457325"/>
                      <a:gd name="connsiteX2" fmla="*/ 956310 w 1911667"/>
                      <a:gd name="connsiteY2" fmla="*/ 124777 h 1457325"/>
                      <a:gd name="connsiteX3" fmla="*/ 810577 w 1911667"/>
                      <a:gd name="connsiteY3" fmla="*/ 1905 h 1457325"/>
                      <a:gd name="connsiteX4" fmla="*/ 487680 w 1911667"/>
                      <a:gd name="connsiteY4" fmla="*/ 59055 h 1457325"/>
                      <a:gd name="connsiteX5" fmla="*/ 487680 w 1911667"/>
                      <a:gd name="connsiteY5" fmla="*/ 60007 h 1457325"/>
                      <a:gd name="connsiteX6" fmla="*/ 0 w 1911667"/>
                      <a:gd name="connsiteY6" fmla="*/ 590550 h 1457325"/>
                      <a:gd name="connsiteX7" fmla="*/ 6667 w 1911667"/>
                      <a:gd name="connsiteY7" fmla="*/ 594360 h 1457325"/>
                      <a:gd name="connsiteX8" fmla="*/ 250508 w 1911667"/>
                      <a:gd name="connsiteY8" fmla="*/ 743902 h 1457325"/>
                      <a:gd name="connsiteX9" fmla="*/ 265748 w 1911667"/>
                      <a:gd name="connsiteY9" fmla="*/ 753427 h 1457325"/>
                      <a:gd name="connsiteX10" fmla="*/ 495300 w 1911667"/>
                      <a:gd name="connsiteY10" fmla="*/ 481965 h 1457325"/>
                      <a:gd name="connsiteX11" fmla="*/ 583883 w 1911667"/>
                      <a:gd name="connsiteY11" fmla="*/ 1038225 h 1457325"/>
                      <a:gd name="connsiteX12" fmla="*/ 475298 w 1911667"/>
                      <a:gd name="connsiteY12" fmla="*/ 1457325 h 1457325"/>
                      <a:gd name="connsiteX13" fmla="*/ 1435418 w 1911667"/>
                      <a:gd name="connsiteY13" fmla="*/ 1457325 h 1457325"/>
                      <a:gd name="connsiteX14" fmla="*/ 1311593 w 1911667"/>
                      <a:gd name="connsiteY14" fmla="*/ 1037272 h 1457325"/>
                      <a:gd name="connsiteX15" fmla="*/ 1436370 w 1911667"/>
                      <a:gd name="connsiteY15" fmla="*/ 511492 h 1457325"/>
                      <a:gd name="connsiteX16" fmla="*/ 1647825 w 1911667"/>
                      <a:gd name="connsiteY16" fmla="*/ 765810 h 1457325"/>
                      <a:gd name="connsiteX17" fmla="*/ 1667827 w 1911667"/>
                      <a:gd name="connsiteY17" fmla="*/ 752475 h 1457325"/>
                      <a:gd name="connsiteX18" fmla="*/ 1901190 w 1911667"/>
                      <a:gd name="connsiteY18" fmla="*/ 597217 h 1457325"/>
                      <a:gd name="connsiteX19" fmla="*/ 1911668 w 1911667"/>
                      <a:gd name="connsiteY19" fmla="*/ 590550 h 1457325"/>
                      <a:gd name="connsiteX20" fmla="*/ 1460183 w 1911667"/>
                      <a:gd name="connsiteY20" fmla="*/ 67627 h 1457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11667" h="1457325">
                        <a:moveTo>
                          <a:pt x="1460183" y="67627"/>
                        </a:moveTo>
                        <a:lnTo>
                          <a:pt x="1103948" y="0"/>
                        </a:lnTo>
                        <a:cubicBezTo>
                          <a:pt x="1090613" y="71438"/>
                          <a:pt x="1031558" y="124777"/>
                          <a:pt x="956310" y="124777"/>
                        </a:cubicBezTo>
                        <a:cubicBezTo>
                          <a:pt x="881063" y="124777"/>
                          <a:pt x="823913" y="73342"/>
                          <a:pt x="810577" y="1905"/>
                        </a:cubicBezTo>
                        <a:lnTo>
                          <a:pt x="487680" y="59055"/>
                        </a:lnTo>
                        <a:lnTo>
                          <a:pt x="487680" y="60007"/>
                        </a:lnTo>
                        <a:cubicBezTo>
                          <a:pt x="435292" y="65722"/>
                          <a:pt x="120967" y="438150"/>
                          <a:pt x="0" y="590550"/>
                        </a:cubicBezTo>
                        <a:lnTo>
                          <a:pt x="6667" y="594360"/>
                        </a:lnTo>
                        <a:lnTo>
                          <a:pt x="250508" y="743902"/>
                        </a:lnTo>
                        <a:lnTo>
                          <a:pt x="265748" y="753427"/>
                        </a:lnTo>
                        <a:lnTo>
                          <a:pt x="495300" y="481965"/>
                        </a:lnTo>
                        <a:lnTo>
                          <a:pt x="583883" y="1038225"/>
                        </a:lnTo>
                        <a:lnTo>
                          <a:pt x="475298" y="1457325"/>
                        </a:lnTo>
                        <a:lnTo>
                          <a:pt x="1435418" y="1457325"/>
                        </a:lnTo>
                        <a:lnTo>
                          <a:pt x="1311593" y="1037272"/>
                        </a:lnTo>
                        <a:lnTo>
                          <a:pt x="1436370" y="511492"/>
                        </a:lnTo>
                        <a:lnTo>
                          <a:pt x="1647825" y="765810"/>
                        </a:lnTo>
                        <a:lnTo>
                          <a:pt x="1667827" y="752475"/>
                        </a:lnTo>
                        <a:lnTo>
                          <a:pt x="1901190" y="597217"/>
                        </a:lnTo>
                        <a:lnTo>
                          <a:pt x="1911668" y="590550"/>
                        </a:lnTo>
                        <a:cubicBezTo>
                          <a:pt x="1790700" y="439102"/>
                          <a:pt x="1498283" y="79057"/>
                          <a:pt x="1460183" y="67627"/>
                        </a:cubicBezTo>
                        <a:close/>
                      </a:path>
                    </a:pathLst>
                  </a:custGeom>
                  <a:solidFill>
                    <a:schemeClr val="accent4"/>
                  </a:solidFill>
                  <a:ln w="9525" cap="flat">
                    <a:noFill/>
                    <a:prstDash val="solid"/>
                    <a:miter/>
                  </a:ln>
                </p:spPr>
                <p:txBody>
                  <a:bodyPr rtlCol="0" anchor="ctr"/>
                  <a:lstStyle/>
                  <a:p>
                    <a:endParaRPr lang="en-US"/>
                  </a:p>
                </p:txBody>
              </p:sp>
              <p:sp>
                <p:nvSpPr>
                  <p:cNvPr id="613" name="Freeform: Shape 612">
                    <a:extLst>
                      <a:ext uri="{FF2B5EF4-FFF2-40B4-BE49-F238E27FC236}">
                        <a16:creationId xmlns:a16="http://schemas.microsoft.com/office/drawing/2014/main" id="{ADFB8778-61BA-42A6-95FC-DEF98E174E48}"/>
                      </a:ext>
                    </a:extLst>
                  </p:cNvPr>
                  <p:cNvSpPr/>
                  <p:nvPr/>
                </p:nvSpPr>
                <p:spPr>
                  <a:xfrm>
                    <a:off x="600075" y="5397689"/>
                    <a:ext cx="1250813" cy="593407"/>
                  </a:xfrm>
                  <a:custGeom>
                    <a:avLst/>
                    <a:gdLst>
                      <a:gd name="connsiteX0" fmla="*/ 1250813 w 1250813"/>
                      <a:gd name="connsiteY0" fmla="*/ 593408 h 593407"/>
                      <a:gd name="connsiteX1" fmla="*/ 1167946 w 1250813"/>
                      <a:gd name="connsiteY1" fmla="*/ 589597 h 593407"/>
                      <a:gd name="connsiteX2" fmla="*/ 1166994 w 1250813"/>
                      <a:gd name="connsiteY2" fmla="*/ 589597 h 593407"/>
                      <a:gd name="connsiteX3" fmla="*/ 1093651 w 1250813"/>
                      <a:gd name="connsiteY3" fmla="*/ 586740 h 593407"/>
                      <a:gd name="connsiteX4" fmla="*/ 744084 w 1250813"/>
                      <a:gd name="connsiteY4" fmla="*/ 575310 h 593407"/>
                      <a:gd name="connsiteX5" fmla="*/ 720271 w 1250813"/>
                      <a:gd name="connsiteY5" fmla="*/ 574358 h 593407"/>
                      <a:gd name="connsiteX6" fmla="*/ 32566 w 1250813"/>
                      <a:gd name="connsiteY6" fmla="*/ 399097 h 593407"/>
                      <a:gd name="connsiteX7" fmla="*/ 7801 w 1250813"/>
                      <a:gd name="connsiteY7" fmla="*/ 303847 h 593407"/>
                      <a:gd name="connsiteX8" fmla="*/ 218303 w 1250813"/>
                      <a:gd name="connsiteY8" fmla="*/ 0 h 593407"/>
                      <a:gd name="connsiteX9" fmla="*/ 448809 w 1250813"/>
                      <a:gd name="connsiteY9" fmla="*/ 140970 h 593407"/>
                      <a:gd name="connsiteX10" fmla="*/ 330698 w 1250813"/>
                      <a:gd name="connsiteY10" fmla="*/ 274320 h 593407"/>
                      <a:gd name="connsiteX11" fmla="*/ 718366 w 1250813"/>
                      <a:gd name="connsiteY11" fmla="*/ 442912 h 593407"/>
                      <a:gd name="connsiteX12" fmla="*/ 758371 w 1250813"/>
                      <a:gd name="connsiteY12" fmla="*/ 450533 h 593407"/>
                      <a:gd name="connsiteX13" fmla="*/ 999353 w 1250813"/>
                      <a:gd name="connsiteY13" fmla="*/ 423862 h 593407"/>
                      <a:gd name="connsiteX14" fmla="*/ 1166994 w 1250813"/>
                      <a:gd name="connsiteY14" fmla="*/ 536258 h 593407"/>
                      <a:gd name="connsiteX15" fmla="*/ 1240336 w 1250813"/>
                      <a:gd name="connsiteY15" fmla="*/ 585787 h 593407"/>
                      <a:gd name="connsiteX16" fmla="*/ 1250813 w 1250813"/>
                      <a:gd name="connsiteY16" fmla="*/ 593408 h 593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0813" h="593407">
                        <a:moveTo>
                          <a:pt x="1250813" y="593408"/>
                        </a:moveTo>
                        <a:cubicBezTo>
                          <a:pt x="1250813" y="593408"/>
                          <a:pt x="1217476" y="591503"/>
                          <a:pt x="1167946" y="589597"/>
                        </a:cubicBezTo>
                        <a:lnTo>
                          <a:pt x="1166994" y="589597"/>
                        </a:lnTo>
                        <a:cubicBezTo>
                          <a:pt x="1145086" y="588645"/>
                          <a:pt x="1120321" y="587692"/>
                          <a:pt x="1093651" y="586740"/>
                        </a:cubicBezTo>
                        <a:cubicBezTo>
                          <a:pt x="973636" y="581978"/>
                          <a:pt x="816474" y="575310"/>
                          <a:pt x="744084" y="575310"/>
                        </a:cubicBezTo>
                        <a:cubicBezTo>
                          <a:pt x="736463" y="575310"/>
                          <a:pt x="727891" y="575310"/>
                          <a:pt x="720271" y="574358"/>
                        </a:cubicBezTo>
                        <a:cubicBezTo>
                          <a:pt x="454523" y="568642"/>
                          <a:pt x="187823" y="510540"/>
                          <a:pt x="32566" y="399097"/>
                        </a:cubicBezTo>
                        <a:cubicBezTo>
                          <a:pt x="3038" y="378142"/>
                          <a:pt x="-9344" y="336232"/>
                          <a:pt x="7801" y="303847"/>
                        </a:cubicBezTo>
                        <a:cubicBezTo>
                          <a:pt x="62093" y="204788"/>
                          <a:pt x="136389" y="100965"/>
                          <a:pt x="218303" y="0"/>
                        </a:cubicBezTo>
                        <a:lnTo>
                          <a:pt x="448809" y="140970"/>
                        </a:lnTo>
                        <a:lnTo>
                          <a:pt x="330698" y="274320"/>
                        </a:lnTo>
                        <a:cubicBezTo>
                          <a:pt x="443093" y="337185"/>
                          <a:pt x="560251" y="407670"/>
                          <a:pt x="718366" y="442912"/>
                        </a:cubicBezTo>
                        <a:cubicBezTo>
                          <a:pt x="730749" y="445770"/>
                          <a:pt x="745036" y="448628"/>
                          <a:pt x="758371" y="450533"/>
                        </a:cubicBezTo>
                        <a:cubicBezTo>
                          <a:pt x="795518" y="457200"/>
                          <a:pt x="967921" y="420053"/>
                          <a:pt x="999353" y="423862"/>
                        </a:cubicBezTo>
                        <a:lnTo>
                          <a:pt x="1166994" y="536258"/>
                        </a:lnTo>
                        <a:lnTo>
                          <a:pt x="1240336" y="585787"/>
                        </a:lnTo>
                        <a:lnTo>
                          <a:pt x="1250813" y="593408"/>
                        </a:lnTo>
                        <a:close/>
                      </a:path>
                    </a:pathLst>
                  </a:custGeom>
                  <a:solidFill>
                    <a:srgbClr val="F6C6B1"/>
                  </a:solidFill>
                  <a:ln w="9525" cap="flat">
                    <a:noFill/>
                    <a:prstDash val="solid"/>
                    <a:miter/>
                  </a:ln>
                </p:spPr>
                <p:txBody>
                  <a:bodyPr rtlCol="0" anchor="ctr"/>
                  <a:lstStyle/>
                  <a:p>
                    <a:endParaRPr lang="en-US"/>
                  </a:p>
                </p:txBody>
              </p:sp>
              <p:sp>
                <p:nvSpPr>
                  <p:cNvPr id="614" name="Freeform: Shape 613">
                    <a:extLst>
                      <a:ext uri="{FF2B5EF4-FFF2-40B4-BE49-F238E27FC236}">
                        <a16:creationId xmlns:a16="http://schemas.microsoft.com/office/drawing/2014/main" id="{C0B0B9D3-FB6B-43A5-8A49-247F1E538A33}"/>
                      </a:ext>
                    </a:extLst>
                  </p:cNvPr>
                  <p:cNvSpPr/>
                  <p:nvPr/>
                </p:nvSpPr>
                <p:spPr>
                  <a:xfrm>
                    <a:off x="1684201" y="5401499"/>
                    <a:ext cx="1249862" cy="589597"/>
                  </a:xfrm>
                  <a:custGeom>
                    <a:avLst/>
                    <a:gdLst>
                      <a:gd name="connsiteX0" fmla="*/ 1218248 w 1249862"/>
                      <a:gd name="connsiteY0" fmla="*/ 395288 h 589597"/>
                      <a:gd name="connsiteX1" fmla="*/ 531495 w 1249862"/>
                      <a:gd name="connsiteY1" fmla="*/ 570548 h 589597"/>
                      <a:gd name="connsiteX2" fmla="*/ 506730 w 1249862"/>
                      <a:gd name="connsiteY2" fmla="*/ 571500 h 589597"/>
                      <a:gd name="connsiteX3" fmla="*/ 157163 w 1249862"/>
                      <a:gd name="connsiteY3" fmla="*/ 582930 h 589597"/>
                      <a:gd name="connsiteX4" fmla="*/ 83820 w 1249862"/>
                      <a:gd name="connsiteY4" fmla="*/ 585788 h 589597"/>
                      <a:gd name="connsiteX5" fmla="*/ 82868 w 1249862"/>
                      <a:gd name="connsiteY5" fmla="*/ 585788 h 589597"/>
                      <a:gd name="connsiteX6" fmla="*/ 0 w 1249862"/>
                      <a:gd name="connsiteY6" fmla="*/ 589598 h 589597"/>
                      <a:gd name="connsiteX7" fmla="*/ 9525 w 1249862"/>
                      <a:gd name="connsiteY7" fmla="*/ 582930 h 589597"/>
                      <a:gd name="connsiteX8" fmla="*/ 82868 w 1249862"/>
                      <a:gd name="connsiteY8" fmla="*/ 533400 h 589597"/>
                      <a:gd name="connsiteX9" fmla="*/ 250508 w 1249862"/>
                      <a:gd name="connsiteY9" fmla="*/ 421005 h 589597"/>
                      <a:gd name="connsiteX10" fmla="*/ 491490 w 1249862"/>
                      <a:gd name="connsiteY10" fmla="*/ 447675 h 589597"/>
                      <a:gd name="connsiteX11" fmla="*/ 536258 w 1249862"/>
                      <a:gd name="connsiteY11" fmla="*/ 439102 h 589597"/>
                      <a:gd name="connsiteX12" fmla="*/ 919163 w 1249862"/>
                      <a:gd name="connsiteY12" fmla="*/ 271463 h 589597"/>
                      <a:gd name="connsiteX13" fmla="*/ 805815 w 1249862"/>
                      <a:gd name="connsiteY13" fmla="*/ 147638 h 589597"/>
                      <a:gd name="connsiteX14" fmla="*/ 1027748 w 1249862"/>
                      <a:gd name="connsiteY14" fmla="*/ 0 h 589597"/>
                      <a:gd name="connsiteX15" fmla="*/ 1242060 w 1249862"/>
                      <a:gd name="connsiteY15" fmla="*/ 300990 h 589597"/>
                      <a:gd name="connsiteX16" fmla="*/ 1218248 w 1249862"/>
                      <a:gd name="connsiteY16" fmla="*/ 395288 h 58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49862" h="589597">
                        <a:moveTo>
                          <a:pt x="1218248" y="395288"/>
                        </a:moveTo>
                        <a:cubicBezTo>
                          <a:pt x="1063943" y="506730"/>
                          <a:pt x="797243" y="564832"/>
                          <a:pt x="531495" y="570548"/>
                        </a:cubicBezTo>
                        <a:cubicBezTo>
                          <a:pt x="522923" y="570548"/>
                          <a:pt x="514350" y="571500"/>
                          <a:pt x="506730" y="571500"/>
                        </a:cubicBezTo>
                        <a:cubicBezTo>
                          <a:pt x="433388" y="572452"/>
                          <a:pt x="277178" y="578168"/>
                          <a:pt x="157163" y="582930"/>
                        </a:cubicBezTo>
                        <a:cubicBezTo>
                          <a:pt x="130493" y="583882"/>
                          <a:pt x="105728" y="584835"/>
                          <a:pt x="83820" y="585788"/>
                        </a:cubicBezTo>
                        <a:lnTo>
                          <a:pt x="82868" y="585788"/>
                        </a:lnTo>
                        <a:cubicBezTo>
                          <a:pt x="33338" y="587693"/>
                          <a:pt x="0" y="589598"/>
                          <a:pt x="0" y="589598"/>
                        </a:cubicBezTo>
                        <a:lnTo>
                          <a:pt x="9525" y="582930"/>
                        </a:lnTo>
                        <a:lnTo>
                          <a:pt x="82868" y="533400"/>
                        </a:lnTo>
                        <a:lnTo>
                          <a:pt x="250508" y="421005"/>
                        </a:lnTo>
                        <a:cubicBezTo>
                          <a:pt x="282893" y="417195"/>
                          <a:pt x="454343" y="453390"/>
                          <a:pt x="491490" y="447675"/>
                        </a:cubicBezTo>
                        <a:cubicBezTo>
                          <a:pt x="506730" y="444818"/>
                          <a:pt x="521970" y="441960"/>
                          <a:pt x="536258" y="439102"/>
                        </a:cubicBezTo>
                        <a:cubicBezTo>
                          <a:pt x="691515" y="403860"/>
                          <a:pt x="808673" y="333375"/>
                          <a:pt x="919163" y="271463"/>
                        </a:cubicBezTo>
                        <a:lnTo>
                          <a:pt x="805815" y="147638"/>
                        </a:lnTo>
                        <a:lnTo>
                          <a:pt x="1027748" y="0"/>
                        </a:lnTo>
                        <a:cubicBezTo>
                          <a:pt x="1115378" y="99060"/>
                          <a:pt x="1193483" y="199072"/>
                          <a:pt x="1242060" y="300990"/>
                        </a:cubicBezTo>
                        <a:cubicBezTo>
                          <a:pt x="1258253" y="333375"/>
                          <a:pt x="1248728" y="373380"/>
                          <a:pt x="1218248" y="395288"/>
                        </a:cubicBezTo>
                        <a:close/>
                      </a:path>
                    </a:pathLst>
                  </a:custGeom>
                  <a:solidFill>
                    <a:srgbClr val="F6C6B1"/>
                  </a:solidFill>
                  <a:ln w="9525" cap="flat">
                    <a:noFill/>
                    <a:prstDash val="solid"/>
                    <a:miter/>
                  </a:ln>
                </p:spPr>
                <p:txBody>
                  <a:bodyPr rtlCol="0" anchor="ctr"/>
                  <a:lstStyle/>
                  <a:p>
                    <a:endParaRPr lang="en-US"/>
                  </a:p>
                </p:txBody>
              </p:sp>
            </p:grpSp>
          </p:grpSp>
          <p:grpSp>
            <p:nvGrpSpPr>
              <p:cNvPr id="615" name="Graphic 2">
                <a:extLst>
                  <a:ext uri="{FF2B5EF4-FFF2-40B4-BE49-F238E27FC236}">
                    <a16:creationId xmlns:a16="http://schemas.microsoft.com/office/drawing/2014/main" id="{AE736AF3-0337-429B-AEF1-DA4B52809559}"/>
                  </a:ext>
                </a:extLst>
              </p:cNvPr>
              <p:cNvGrpSpPr/>
              <p:nvPr/>
            </p:nvGrpSpPr>
            <p:grpSpPr>
              <a:xfrm>
                <a:off x="16641271" y="2953098"/>
                <a:ext cx="1711708" cy="1075372"/>
                <a:chOff x="910771" y="5034787"/>
                <a:chExt cx="1711708" cy="1075372"/>
              </a:xfrm>
            </p:grpSpPr>
            <p:sp>
              <p:nvSpPr>
                <p:cNvPr id="616" name="Freeform: Shape 615">
                  <a:extLst>
                    <a:ext uri="{FF2B5EF4-FFF2-40B4-BE49-F238E27FC236}">
                      <a16:creationId xmlns:a16="http://schemas.microsoft.com/office/drawing/2014/main" id="{FF3CACF2-2A24-478A-AA8B-FE9A81FB3DF5}"/>
                    </a:ext>
                  </a:extLst>
                </p:cNvPr>
                <p:cNvSpPr/>
                <p:nvPr/>
              </p:nvSpPr>
              <p:spPr>
                <a:xfrm>
                  <a:off x="910771" y="6033006"/>
                  <a:ext cx="1711708" cy="77152"/>
                </a:xfrm>
                <a:custGeom>
                  <a:avLst/>
                  <a:gdLst>
                    <a:gd name="connsiteX0" fmla="*/ 1691640 w 1711708"/>
                    <a:gd name="connsiteY0" fmla="*/ 77153 h 77152"/>
                    <a:gd name="connsiteX1" fmla="*/ 20955 w 1711708"/>
                    <a:gd name="connsiteY1" fmla="*/ 77153 h 77152"/>
                    <a:gd name="connsiteX2" fmla="*/ 0 w 1711708"/>
                    <a:gd name="connsiteY2" fmla="*/ 56198 h 77152"/>
                    <a:gd name="connsiteX3" fmla="*/ 0 w 1711708"/>
                    <a:gd name="connsiteY3" fmla="*/ 0 h 77152"/>
                    <a:gd name="connsiteX4" fmla="*/ 1711642 w 1711708"/>
                    <a:gd name="connsiteY4" fmla="*/ 0 h 77152"/>
                    <a:gd name="connsiteX5" fmla="*/ 1711642 w 1711708"/>
                    <a:gd name="connsiteY5" fmla="*/ 56198 h 77152"/>
                    <a:gd name="connsiteX6" fmla="*/ 1691640 w 1711708"/>
                    <a:gd name="connsiteY6" fmla="*/ 77153 h 77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1708" h="77152">
                      <a:moveTo>
                        <a:pt x="1691640" y="77153"/>
                      </a:moveTo>
                      <a:lnTo>
                        <a:pt x="20955" y="77153"/>
                      </a:lnTo>
                      <a:cubicBezTo>
                        <a:pt x="9525" y="77153"/>
                        <a:pt x="0" y="67628"/>
                        <a:pt x="0" y="56198"/>
                      </a:cubicBezTo>
                      <a:lnTo>
                        <a:pt x="0" y="0"/>
                      </a:lnTo>
                      <a:lnTo>
                        <a:pt x="1711642" y="0"/>
                      </a:lnTo>
                      <a:lnTo>
                        <a:pt x="1711642" y="56198"/>
                      </a:lnTo>
                      <a:cubicBezTo>
                        <a:pt x="1712595" y="67628"/>
                        <a:pt x="1703070" y="77153"/>
                        <a:pt x="1691640" y="77153"/>
                      </a:cubicBezTo>
                      <a:close/>
                    </a:path>
                  </a:pathLst>
                </a:custGeom>
                <a:solidFill>
                  <a:schemeClr val="accent1"/>
                </a:solidFill>
                <a:ln w="9525" cap="flat">
                  <a:noFill/>
                  <a:prstDash val="solid"/>
                  <a:miter/>
                </a:ln>
              </p:spPr>
              <p:txBody>
                <a:bodyPr rtlCol="0" anchor="ctr"/>
                <a:lstStyle/>
                <a:p>
                  <a:endParaRPr lang="en-US"/>
                </a:p>
              </p:txBody>
            </p:sp>
            <p:sp>
              <p:nvSpPr>
                <p:cNvPr id="617" name="Freeform: Shape 616">
                  <a:extLst>
                    <a:ext uri="{FF2B5EF4-FFF2-40B4-BE49-F238E27FC236}">
                      <a16:creationId xmlns:a16="http://schemas.microsoft.com/office/drawing/2014/main" id="{718AA68F-3441-47C0-A092-535CA021AF26}"/>
                    </a:ext>
                  </a:extLst>
                </p:cNvPr>
                <p:cNvSpPr/>
                <p:nvPr/>
              </p:nvSpPr>
              <p:spPr>
                <a:xfrm>
                  <a:off x="986971" y="5034787"/>
                  <a:ext cx="1559282" cy="1000125"/>
                </a:xfrm>
                <a:custGeom>
                  <a:avLst/>
                  <a:gdLst>
                    <a:gd name="connsiteX0" fmla="*/ 1524953 w 1559282"/>
                    <a:gd name="connsiteY0" fmla="*/ 0 h 1000125"/>
                    <a:gd name="connsiteX1" fmla="*/ 35242 w 1559282"/>
                    <a:gd name="connsiteY1" fmla="*/ 0 h 1000125"/>
                    <a:gd name="connsiteX2" fmla="*/ 0 w 1559282"/>
                    <a:gd name="connsiteY2" fmla="*/ 39053 h 1000125"/>
                    <a:gd name="connsiteX3" fmla="*/ 0 w 1559282"/>
                    <a:gd name="connsiteY3" fmla="*/ 1000125 h 1000125"/>
                    <a:gd name="connsiteX4" fmla="*/ 1559242 w 1559282"/>
                    <a:gd name="connsiteY4" fmla="*/ 1000125 h 1000125"/>
                    <a:gd name="connsiteX5" fmla="*/ 1559242 w 1559282"/>
                    <a:gd name="connsiteY5" fmla="*/ 38100 h 1000125"/>
                    <a:gd name="connsiteX6" fmla="*/ 1524953 w 1559282"/>
                    <a:gd name="connsiteY6" fmla="*/ 0 h 10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9282" h="1000125">
                      <a:moveTo>
                        <a:pt x="1524953" y="0"/>
                      </a:moveTo>
                      <a:lnTo>
                        <a:pt x="35242" y="0"/>
                      </a:lnTo>
                      <a:cubicBezTo>
                        <a:pt x="16192" y="0"/>
                        <a:pt x="0" y="17145"/>
                        <a:pt x="0" y="39053"/>
                      </a:cubicBezTo>
                      <a:lnTo>
                        <a:pt x="0" y="1000125"/>
                      </a:lnTo>
                      <a:lnTo>
                        <a:pt x="1559242" y="1000125"/>
                      </a:lnTo>
                      <a:lnTo>
                        <a:pt x="1559242" y="38100"/>
                      </a:lnTo>
                      <a:cubicBezTo>
                        <a:pt x="1560195" y="17145"/>
                        <a:pt x="1544003" y="0"/>
                        <a:pt x="1524953" y="0"/>
                      </a:cubicBezTo>
                      <a:close/>
                    </a:path>
                  </a:pathLst>
                </a:custGeom>
                <a:solidFill>
                  <a:schemeClr val="accent3">
                    <a:lumMod val="60000"/>
                    <a:lumOff val="40000"/>
                  </a:schemeClr>
                </a:solidFill>
                <a:ln w="9525" cap="flat">
                  <a:noFill/>
                  <a:prstDash val="solid"/>
                  <a:miter/>
                </a:ln>
              </p:spPr>
              <p:txBody>
                <a:bodyPr rtlCol="0" anchor="ctr"/>
                <a:lstStyle/>
                <a:p>
                  <a:endParaRPr lang="en-US"/>
                </a:p>
              </p:txBody>
            </p:sp>
            <p:sp>
              <p:nvSpPr>
                <p:cNvPr id="618" name="Freeform: Shape 617">
                  <a:extLst>
                    <a:ext uri="{FF2B5EF4-FFF2-40B4-BE49-F238E27FC236}">
                      <a16:creationId xmlns:a16="http://schemas.microsoft.com/office/drawing/2014/main" id="{50906B6F-42F8-4195-A046-C1872294B14C}"/>
                    </a:ext>
                  </a:extLst>
                </p:cNvPr>
                <p:cNvSpPr/>
                <p:nvPr/>
              </p:nvSpPr>
              <p:spPr>
                <a:xfrm>
                  <a:off x="1604191" y="5371019"/>
                  <a:ext cx="325755" cy="325755"/>
                </a:xfrm>
                <a:custGeom>
                  <a:avLst/>
                  <a:gdLst>
                    <a:gd name="connsiteX0" fmla="*/ 325755 w 325755"/>
                    <a:gd name="connsiteY0" fmla="*/ 162877 h 325755"/>
                    <a:gd name="connsiteX1" fmla="*/ 162878 w 325755"/>
                    <a:gd name="connsiteY1" fmla="*/ 325755 h 325755"/>
                    <a:gd name="connsiteX2" fmla="*/ 0 w 325755"/>
                    <a:gd name="connsiteY2" fmla="*/ 162877 h 325755"/>
                    <a:gd name="connsiteX3" fmla="*/ 162878 w 325755"/>
                    <a:gd name="connsiteY3" fmla="*/ 0 h 325755"/>
                    <a:gd name="connsiteX4" fmla="*/ 325755 w 325755"/>
                    <a:gd name="connsiteY4" fmla="*/ 162877 h 325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55" h="325755">
                      <a:moveTo>
                        <a:pt x="325755" y="162877"/>
                      </a:moveTo>
                      <a:cubicBezTo>
                        <a:pt x="325755" y="252832"/>
                        <a:pt x="252832" y="325755"/>
                        <a:pt x="162878" y="325755"/>
                      </a:cubicBezTo>
                      <a:cubicBezTo>
                        <a:pt x="72923" y="325755"/>
                        <a:pt x="0" y="252832"/>
                        <a:pt x="0" y="162877"/>
                      </a:cubicBezTo>
                      <a:cubicBezTo>
                        <a:pt x="0" y="72923"/>
                        <a:pt x="72923" y="0"/>
                        <a:pt x="162878" y="0"/>
                      </a:cubicBezTo>
                      <a:cubicBezTo>
                        <a:pt x="252832" y="0"/>
                        <a:pt x="325755" y="72923"/>
                        <a:pt x="325755" y="162877"/>
                      </a:cubicBezTo>
                      <a:close/>
                    </a:path>
                  </a:pathLst>
                </a:custGeom>
                <a:solidFill>
                  <a:schemeClr val="accent1"/>
                </a:solidFill>
                <a:ln w="9525" cap="flat">
                  <a:noFill/>
                  <a:prstDash val="solid"/>
                  <a:miter/>
                </a:ln>
              </p:spPr>
              <p:txBody>
                <a:bodyPr rtlCol="0" anchor="ctr"/>
                <a:lstStyle/>
                <a:p>
                  <a:endParaRPr lang="en-US"/>
                </a:p>
              </p:txBody>
            </p:sp>
          </p:grpSp>
          <p:grpSp>
            <p:nvGrpSpPr>
              <p:cNvPr id="619" name="Graphic 2">
                <a:extLst>
                  <a:ext uri="{FF2B5EF4-FFF2-40B4-BE49-F238E27FC236}">
                    <a16:creationId xmlns:a16="http://schemas.microsoft.com/office/drawing/2014/main" id="{AE736AF3-0337-429B-AEF1-DA4B52809559}"/>
                  </a:ext>
                </a:extLst>
              </p:cNvPr>
              <p:cNvGrpSpPr/>
              <p:nvPr/>
            </p:nvGrpSpPr>
            <p:grpSpPr>
              <a:xfrm>
                <a:off x="14401944" y="4028470"/>
                <a:ext cx="6190297" cy="161925"/>
                <a:chOff x="-1328556" y="6110159"/>
                <a:chExt cx="6190297" cy="161925"/>
              </a:xfrm>
            </p:grpSpPr>
            <p:sp>
              <p:nvSpPr>
                <p:cNvPr id="620" name="Freeform: Shape 619">
                  <a:extLst>
                    <a:ext uri="{FF2B5EF4-FFF2-40B4-BE49-F238E27FC236}">
                      <a16:creationId xmlns:a16="http://schemas.microsoft.com/office/drawing/2014/main" id="{A783CA50-947F-4560-A31F-2430221CCBB1}"/>
                    </a:ext>
                  </a:extLst>
                </p:cNvPr>
                <p:cNvSpPr/>
                <p:nvPr/>
              </p:nvSpPr>
              <p:spPr>
                <a:xfrm>
                  <a:off x="-1324745" y="6110159"/>
                  <a:ext cx="6181725" cy="56197"/>
                </a:xfrm>
                <a:custGeom>
                  <a:avLst/>
                  <a:gdLst>
                    <a:gd name="connsiteX0" fmla="*/ 6098858 w 6181725"/>
                    <a:gd name="connsiteY0" fmla="*/ 0 h 56197"/>
                    <a:gd name="connsiteX1" fmla="*/ 84773 w 6181725"/>
                    <a:gd name="connsiteY1" fmla="*/ 0 h 56197"/>
                    <a:gd name="connsiteX2" fmla="*/ 0 w 6181725"/>
                    <a:gd name="connsiteY2" fmla="*/ 56197 h 56197"/>
                    <a:gd name="connsiteX3" fmla="*/ 6181725 w 6181725"/>
                    <a:gd name="connsiteY3" fmla="*/ 56197 h 56197"/>
                    <a:gd name="connsiteX4" fmla="*/ 6098858 w 6181725"/>
                    <a:gd name="connsiteY4" fmla="*/ 0 h 56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81725" h="56197">
                      <a:moveTo>
                        <a:pt x="6098858" y="0"/>
                      </a:moveTo>
                      <a:lnTo>
                        <a:pt x="84773" y="0"/>
                      </a:lnTo>
                      <a:cubicBezTo>
                        <a:pt x="44768" y="0"/>
                        <a:pt x="11430" y="23813"/>
                        <a:pt x="0" y="56197"/>
                      </a:cubicBezTo>
                      <a:lnTo>
                        <a:pt x="6181725" y="56197"/>
                      </a:lnTo>
                      <a:cubicBezTo>
                        <a:pt x="6171248" y="23813"/>
                        <a:pt x="6137910" y="0"/>
                        <a:pt x="6098858" y="0"/>
                      </a:cubicBezTo>
                      <a:close/>
                    </a:path>
                  </a:pathLst>
                </a:custGeom>
                <a:solidFill>
                  <a:srgbClr val="E6EAFC"/>
                </a:solidFill>
                <a:ln w="9525" cap="flat">
                  <a:noFill/>
                  <a:prstDash val="solid"/>
                  <a:miter/>
                </a:ln>
              </p:spPr>
              <p:txBody>
                <a:bodyPr rtlCol="0" anchor="ctr"/>
                <a:lstStyle/>
                <a:p>
                  <a:endParaRPr lang="en-US"/>
                </a:p>
              </p:txBody>
            </p:sp>
            <p:sp>
              <p:nvSpPr>
                <p:cNvPr id="621" name="Freeform: Shape 620">
                  <a:extLst>
                    <a:ext uri="{FF2B5EF4-FFF2-40B4-BE49-F238E27FC236}">
                      <a16:creationId xmlns:a16="http://schemas.microsoft.com/office/drawing/2014/main" id="{0220E25B-3BB2-4FE7-9E11-197A8C8BE8D2}"/>
                    </a:ext>
                  </a:extLst>
                </p:cNvPr>
                <p:cNvSpPr/>
                <p:nvPr/>
              </p:nvSpPr>
              <p:spPr>
                <a:xfrm>
                  <a:off x="-1328556" y="6166356"/>
                  <a:ext cx="6190297" cy="105727"/>
                </a:xfrm>
                <a:custGeom>
                  <a:avLst/>
                  <a:gdLst>
                    <a:gd name="connsiteX0" fmla="*/ 4763 w 6190297"/>
                    <a:gd name="connsiteY0" fmla="*/ 0 h 105727"/>
                    <a:gd name="connsiteX1" fmla="*/ 0 w 6190297"/>
                    <a:gd name="connsiteY1" fmla="*/ 24765 h 105727"/>
                    <a:gd name="connsiteX2" fmla="*/ 88583 w 6190297"/>
                    <a:gd name="connsiteY2" fmla="*/ 105728 h 105727"/>
                    <a:gd name="connsiteX3" fmla="*/ 6101715 w 6190297"/>
                    <a:gd name="connsiteY3" fmla="*/ 105728 h 105727"/>
                    <a:gd name="connsiteX4" fmla="*/ 6190298 w 6190297"/>
                    <a:gd name="connsiteY4" fmla="*/ 24765 h 105727"/>
                    <a:gd name="connsiteX5" fmla="*/ 6185535 w 6190297"/>
                    <a:gd name="connsiteY5" fmla="*/ 0 h 105727"/>
                    <a:gd name="connsiteX6" fmla="*/ 4763 w 6190297"/>
                    <a:gd name="connsiteY6" fmla="*/ 0 h 105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90297" h="105727">
                      <a:moveTo>
                        <a:pt x="4763" y="0"/>
                      </a:moveTo>
                      <a:cubicBezTo>
                        <a:pt x="1905" y="7620"/>
                        <a:pt x="0" y="16193"/>
                        <a:pt x="0" y="24765"/>
                      </a:cubicBezTo>
                      <a:cubicBezTo>
                        <a:pt x="0" y="69532"/>
                        <a:pt x="40005" y="105728"/>
                        <a:pt x="88583" y="105728"/>
                      </a:cubicBezTo>
                      <a:lnTo>
                        <a:pt x="6101715" y="105728"/>
                      </a:lnTo>
                      <a:cubicBezTo>
                        <a:pt x="6151245" y="105728"/>
                        <a:pt x="6190298" y="69532"/>
                        <a:pt x="6190298" y="24765"/>
                      </a:cubicBezTo>
                      <a:cubicBezTo>
                        <a:pt x="6190298" y="16193"/>
                        <a:pt x="6188393" y="7620"/>
                        <a:pt x="6185535" y="0"/>
                      </a:cubicBezTo>
                      <a:lnTo>
                        <a:pt x="4763" y="0"/>
                      </a:lnTo>
                      <a:close/>
                    </a:path>
                  </a:pathLst>
                </a:custGeom>
                <a:solidFill>
                  <a:srgbClr val="D7DCFB"/>
                </a:solidFill>
                <a:ln w="9525" cap="flat">
                  <a:noFill/>
                  <a:prstDash val="solid"/>
                  <a:miter/>
                </a:ln>
              </p:spPr>
              <p:txBody>
                <a:bodyPr rtlCol="0" anchor="ctr"/>
                <a:lstStyle/>
                <a:p>
                  <a:endParaRPr lang="en-US"/>
                </a:p>
              </p:txBody>
            </p:sp>
          </p:grpSp>
        </p:grpSp>
      </p:grpSp>
    </p:spTree>
    <p:extLst>
      <p:ext uri="{BB962C8B-B14F-4D97-AF65-F5344CB8AC3E}">
        <p14:creationId xmlns:p14="http://schemas.microsoft.com/office/powerpoint/2010/main" val="1126289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BE57A2AC-6E61-428D-AB21-952E39773475}"/>
              </a:ext>
            </a:extLst>
          </p:cNvPr>
          <p:cNvSpPr/>
          <p:nvPr/>
        </p:nvSpPr>
        <p:spPr>
          <a:xfrm>
            <a:off x="1001977" y="575310"/>
            <a:ext cx="209751" cy="690880"/>
          </a:xfrm>
          <a:prstGeom prst="rect">
            <a:avLst/>
          </a:prstGeom>
          <a:gradFill flip="none" rotWithShape="1">
            <a:gsLst>
              <a:gs pos="0">
                <a:schemeClr val="accent1">
                  <a:alpha val="50000"/>
                </a:schemeClr>
              </a:gs>
              <a:gs pos="100000">
                <a:schemeClr val="accent2">
                  <a:alpha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AF25FA13-1B04-4495-B3F2-E982B69327E1}"/>
              </a:ext>
            </a:extLst>
          </p:cNvPr>
          <p:cNvSpPr txBox="1"/>
          <p:nvPr/>
        </p:nvSpPr>
        <p:spPr>
          <a:xfrm>
            <a:off x="1368987" y="2221311"/>
            <a:ext cx="4537805" cy="2954655"/>
          </a:xfrm>
          <a:prstGeom prst="rect">
            <a:avLst/>
          </a:prstGeom>
          <a:noFill/>
        </p:spPr>
        <p:txBody>
          <a:bodyPr wrap="square" rtlCol="0">
            <a:spAutoFit/>
          </a:bodyPr>
          <a:lstStyle/>
          <a:p>
            <a:r>
              <a:rPr lang="en-US" sz="2400" b="1" dirty="0">
                <a:solidFill>
                  <a:schemeClr val="accent1"/>
                </a:solidFill>
                <a:latin typeface="Roboto" panose="02000000000000000000" pitchFamily="2" charset="0"/>
                <a:ea typeface="Roboto" panose="02000000000000000000" pitchFamily="2" charset="0"/>
              </a:rPr>
              <a:t>Needs One</a:t>
            </a:r>
          </a:p>
          <a:p>
            <a:endParaRPr lang="en-US" b="1" dirty="0">
              <a:solidFill>
                <a:schemeClr val="tx2"/>
              </a:solidFill>
              <a:latin typeface="Roboto" panose="02000000000000000000" pitchFamily="2" charset="0"/>
              <a:ea typeface="Roboto" panose="02000000000000000000" pitchFamily="2" charset="0"/>
            </a:endParaRPr>
          </a:p>
          <a:p>
            <a:pPr>
              <a:buClr>
                <a:schemeClr val="bg2"/>
              </a:buClr>
            </a:pPr>
            <a:r>
              <a:rPr lang="en-US" sz="1600" b="1" dirty="0">
                <a:solidFill>
                  <a:schemeClr val="tx2"/>
                </a:solidFill>
                <a:latin typeface="Roboto" panose="02000000000000000000" pitchFamily="2" charset="0"/>
                <a:ea typeface="Roboto" panose="02000000000000000000" pitchFamily="2" charset="0"/>
              </a:rPr>
              <a:t>Know how to determine the direction of a permanent magnetic field.</a:t>
            </a:r>
          </a:p>
          <a:p>
            <a:pPr marL="285750" indent="-285750">
              <a:buClr>
                <a:schemeClr val="bg2"/>
              </a:buClr>
              <a:buFont typeface="Wingdings" panose="05000000000000000000" pitchFamily="2" charset="2"/>
              <a:buChar char="v"/>
            </a:pPr>
            <a:endParaRPr lang="en-US" sz="1600" dirty="0">
              <a:solidFill>
                <a:schemeClr val="tx2"/>
              </a:solidFill>
              <a:latin typeface="Roboto" panose="02000000000000000000" pitchFamily="2" charset="0"/>
              <a:ea typeface="Roboto" panose="02000000000000000000" pitchFamily="2" charset="0"/>
            </a:endParaRPr>
          </a:p>
          <a:p>
            <a:pPr marL="285750" indent="-285750">
              <a:buClr>
                <a:schemeClr val="tx2"/>
              </a:buClr>
              <a:buFont typeface="Wingdings" panose="05000000000000000000" pitchFamily="2" charset="2"/>
              <a:buChar char="v"/>
            </a:pPr>
            <a:r>
              <a:rPr lang="en-US" sz="1600" dirty="0">
                <a:solidFill>
                  <a:schemeClr val="tx2"/>
                </a:solidFill>
                <a:latin typeface="Roboto" panose="02000000000000000000" pitchFamily="2" charset="0"/>
                <a:ea typeface="Roboto" panose="02000000000000000000" pitchFamily="2" charset="0"/>
              </a:rPr>
              <a:t>Know that a current-carrying wire creates a magnetic field.</a:t>
            </a:r>
          </a:p>
          <a:p>
            <a:pPr marL="285750" indent="-285750">
              <a:buClr>
                <a:schemeClr val="tx2"/>
              </a:buClr>
              <a:buFont typeface="Wingdings" panose="05000000000000000000" pitchFamily="2" charset="2"/>
              <a:buChar char="v"/>
            </a:pPr>
            <a:endParaRPr lang="en-US" sz="1600" dirty="0">
              <a:solidFill>
                <a:schemeClr val="tx2"/>
              </a:solidFill>
              <a:latin typeface="Roboto" panose="02000000000000000000" pitchFamily="2" charset="0"/>
              <a:ea typeface="Roboto" panose="02000000000000000000" pitchFamily="2" charset="0"/>
            </a:endParaRPr>
          </a:p>
          <a:p>
            <a:pPr marL="285750" indent="-285750">
              <a:buClr>
                <a:schemeClr val="tx2"/>
              </a:buClr>
              <a:buFont typeface="Wingdings" panose="05000000000000000000" pitchFamily="2" charset="2"/>
              <a:buChar char="v"/>
            </a:pPr>
            <a:r>
              <a:rPr lang="en-US" sz="1600" dirty="0">
                <a:solidFill>
                  <a:schemeClr val="tx2"/>
                </a:solidFill>
                <a:latin typeface="Roboto" panose="02000000000000000000" pitchFamily="2" charset="0"/>
                <a:ea typeface="Roboto" panose="02000000000000000000" pitchFamily="2" charset="0"/>
              </a:rPr>
              <a:t>Know how to determine the direction of the magnetic field produced by a current-carrying  wire.</a:t>
            </a:r>
          </a:p>
        </p:txBody>
      </p:sp>
      <p:sp>
        <p:nvSpPr>
          <p:cNvPr id="8" name="TextBox 7">
            <a:extLst>
              <a:ext uri="{FF2B5EF4-FFF2-40B4-BE49-F238E27FC236}">
                <a16:creationId xmlns:a16="http://schemas.microsoft.com/office/drawing/2014/main" id="{E0E4FFAF-38E7-4B1D-92CD-43F107B6214B}"/>
              </a:ext>
            </a:extLst>
          </p:cNvPr>
          <p:cNvSpPr txBox="1"/>
          <p:nvPr/>
        </p:nvSpPr>
        <p:spPr>
          <a:xfrm>
            <a:off x="1003702" y="708841"/>
            <a:ext cx="4797737" cy="646331"/>
          </a:xfrm>
          <a:prstGeom prst="rect">
            <a:avLst/>
          </a:prstGeom>
          <a:noFill/>
        </p:spPr>
        <p:txBody>
          <a:bodyPr wrap="square" rtlCol="0">
            <a:spAutoFit/>
          </a:bodyPr>
          <a:lstStyle/>
          <a:p>
            <a:r>
              <a:rPr lang="en-US" sz="3600" b="1" dirty="0">
                <a:latin typeface="Roboto" panose="02000000000000000000" pitchFamily="2" charset="0"/>
                <a:ea typeface="Roboto" panose="02000000000000000000" pitchFamily="2" charset="0"/>
              </a:rPr>
              <a:t>LESSON OBJECTIVES</a:t>
            </a:r>
          </a:p>
        </p:txBody>
      </p:sp>
      <p:sp>
        <p:nvSpPr>
          <p:cNvPr id="57" name="TextBox 56">
            <a:extLst>
              <a:ext uri="{FF2B5EF4-FFF2-40B4-BE49-F238E27FC236}">
                <a16:creationId xmlns:a16="http://schemas.microsoft.com/office/drawing/2014/main" id="{B4EF0E66-086C-455D-9E98-2A075CF1A0E5}"/>
              </a:ext>
            </a:extLst>
          </p:cNvPr>
          <p:cNvSpPr txBox="1"/>
          <p:nvPr/>
        </p:nvSpPr>
        <p:spPr>
          <a:xfrm>
            <a:off x="1013227" y="1340567"/>
            <a:ext cx="5082773" cy="461665"/>
          </a:xfrm>
          <a:prstGeom prst="rect">
            <a:avLst/>
          </a:prstGeom>
          <a:noFill/>
        </p:spPr>
        <p:txBody>
          <a:bodyPr wrap="square" rtlCol="0">
            <a:spAutoFit/>
          </a:bodyPr>
          <a:lstStyle/>
          <a:p>
            <a:r>
              <a:rPr lang="en-US" sz="1200" dirty="0">
                <a:solidFill>
                  <a:schemeClr val="tx1">
                    <a:alpha val="35000"/>
                  </a:schemeClr>
                </a:solidFill>
                <a:latin typeface="Roboto" panose="02000000000000000000" pitchFamily="2" charset="0"/>
                <a:ea typeface="Roboto" panose="02000000000000000000" pitchFamily="2" charset="0"/>
              </a:rPr>
              <a:t>Lorem ipsum dolor sit amet, consectetur adipiscing elit, sed do eiusmod tempor incididunt ut labore et dolore magna aliqua..</a:t>
            </a:r>
          </a:p>
        </p:txBody>
      </p:sp>
      <p:grpSp>
        <p:nvGrpSpPr>
          <p:cNvPr id="208" name="Group 207">
            <a:extLst>
              <a:ext uri="{FF2B5EF4-FFF2-40B4-BE49-F238E27FC236}">
                <a16:creationId xmlns:a16="http://schemas.microsoft.com/office/drawing/2014/main" id="{81E096BA-5ACC-434F-8281-3F87945F802E}"/>
              </a:ext>
            </a:extLst>
          </p:cNvPr>
          <p:cNvGrpSpPr/>
          <p:nvPr/>
        </p:nvGrpSpPr>
        <p:grpSpPr>
          <a:xfrm>
            <a:off x="6718864" y="664420"/>
            <a:ext cx="5320280" cy="4770851"/>
            <a:chOff x="6718864" y="664420"/>
            <a:chExt cx="5320280" cy="4770851"/>
          </a:xfrm>
          <a:solidFill>
            <a:schemeClr val="accent1">
              <a:alpha val="25000"/>
            </a:schemeClr>
          </a:solidFill>
        </p:grpSpPr>
        <p:grpSp>
          <p:nvGrpSpPr>
            <p:cNvPr id="9" name="Graphic 1">
              <a:extLst>
                <a:ext uri="{FF2B5EF4-FFF2-40B4-BE49-F238E27FC236}">
                  <a16:creationId xmlns:a16="http://schemas.microsoft.com/office/drawing/2014/main" id="{1A1A54C8-17FD-499E-A8FB-D3B0E0132D9E}"/>
                </a:ext>
              </a:extLst>
            </p:cNvPr>
            <p:cNvGrpSpPr/>
            <p:nvPr/>
          </p:nvGrpSpPr>
          <p:grpSpPr>
            <a:xfrm>
              <a:off x="6970968" y="1088587"/>
              <a:ext cx="1198849" cy="1280682"/>
              <a:chOff x="6970968" y="1088587"/>
              <a:chExt cx="1198849" cy="1280682"/>
            </a:xfrm>
            <a:grpFill/>
          </p:grpSpPr>
          <p:sp>
            <p:nvSpPr>
              <p:cNvPr id="36" name="Freeform: Shape 35">
                <a:extLst>
                  <a:ext uri="{FF2B5EF4-FFF2-40B4-BE49-F238E27FC236}">
                    <a16:creationId xmlns:a16="http://schemas.microsoft.com/office/drawing/2014/main" id="{604F7130-B221-4F0B-BE09-EBB7AE76F127}"/>
                  </a:ext>
                </a:extLst>
              </p:cNvPr>
              <p:cNvSpPr/>
              <p:nvPr/>
            </p:nvSpPr>
            <p:spPr>
              <a:xfrm>
                <a:off x="6970968" y="1568673"/>
                <a:ext cx="803324" cy="800596"/>
              </a:xfrm>
              <a:custGeom>
                <a:avLst/>
                <a:gdLst>
                  <a:gd name="connsiteX0" fmla="*/ 214129 w 803324"/>
                  <a:gd name="connsiteY0" fmla="*/ 80468 h 800596"/>
                  <a:gd name="connsiteX1" fmla="*/ 244134 w 803324"/>
                  <a:gd name="connsiteY1" fmla="*/ 158210 h 800596"/>
                  <a:gd name="connsiteX2" fmla="*/ 170485 w 803324"/>
                  <a:gd name="connsiteY2" fmla="*/ 227767 h 800596"/>
                  <a:gd name="connsiteX3" fmla="*/ 94107 w 803324"/>
                  <a:gd name="connsiteY3" fmla="*/ 193670 h 800596"/>
                  <a:gd name="connsiteX4" fmla="*/ 12274 w 803324"/>
                  <a:gd name="connsiteY4" fmla="*/ 225040 h 800596"/>
                  <a:gd name="connsiteX5" fmla="*/ 43644 w 803324"/>
                  <a:gd name="connsiteY5" fmla="*/ 306872 h 800596"/>
                  <a:gd name="connsiteX6" fmla="*/ 120021 w 803324"/>
                  <a:gd name="connsiteY6" fmla="*/ 340969 h 800596"/>
                  <a:gd name="connsiteX7" fmla="*/ 117293 w 803324"/>
                  <a:gd name="connsiteY7" fmla="*/ 441897 h 800596"/>
                  <a:gd name="connsiteX8" fmla="*/ 39552 w 803324"/>
                  <a:gd name="connsiteY8" fmla="*/ 471902 h 800596"/>
                  <a:gd name="connsiteX9" fmla="*/ 4091 w 803324"/>
                  <a:gd name="connsiteY9" fmla="*/ 551007 h 800596"/>
                  <a:gd name="connsiteX10" fmla="*/ 83196 w 803324"/>
                  <a:gd name="connsiteY10" fmla="*/ 586468 h 800596"/>
                  <a:gd name="connsiteX11" fmla="*/ 160937 w 803324"/>
                  <a:gd name="connsiteY11" fmla="*/ 556463 h 800596"/>
                  <a:gd name="connsiteX12" fmla="*/ 230495 w 803324"/>
                  <a:gd name="connsiteY12" fmla="*/ 630112 h 800596"/>
                  <a:gd name="connsiteX13" fmla="*/ 196398 w 803324"/>
                  <a:gd name="connsiteY13" fmla="*/ 706489 h 800596"/>
                  <a:gd name="connsiteX14" fmla="*/ 227767 w 803324"/>
                  <a:gd name="connsiteY14" fmla="*/ 788322 h 800596"/>
                  <a:gd name="connsiteX15" fmla="*/ 309600 w 803324"/>
                  <a:gd name="connsiteY15" fmla="*/ 756953 h 800596"/>
                  <a:gd name="connsiteX16" fmla="*/ 343697 w 803324"/>
                  <a:gd name="connsiteY16" fmla="*/ 680576 h 800596"/>
                  <a:gd name="connsiteX17" fmla="*/ 444624 w 803324"/>
                  <a:gd name="connsiteY17" fmla="*/ 683303 h 800596"/>
                  <a:gd name="connsiteX18" fmla="*/ 474630 w 803324"/>
                  <a:gd name="connsiteY18" fmla="*/ 761044 h 800596"/>
                  <a:gd name="connsiteX19" fmla="*/ 553735 w 803324"/>
                  <a:gd name="connsiteY19" fmla="*/ 796505 h 800596"/>
                  <a:gd name="connsiteX20" fmla="*/ 589196 w 803324"/>
                  <a:gd name="connsiteY20" fmla="*/ 717400 h 800596"/>
                  <a:gd name="connsiteX21" fmla="*/ 559190 w 803324"/>
                  <a:gd name="connsiteY21" fmla="*/ 639659 h 800596"/>
                  <a:gd name="connsiteX22" fmla="*/ 632840 w 803324"/>
                  <a:gd name="connsiteY22" fmla="*/ 570101 h 800596"/>
                  <a:gd name="connsiteX23" fmla="*/ 709217 w 803324"/>
                  <a:gd name="connsiteY23" fmla="*/ 604198 h 800596"/>
                  <a:gd name="connsiteX24" fmla="*/ 791050 w 803324"/>
                  <a:gd name="connsiteY24" fmla="*/ 572829 h 800596"/>
                  <a:gd name="connsiteX25" fmla="*/ 792414 w 803324"/>
                  <a:gd name="connsiteY25" fmla="*/ 526457 h 800596"/>
                  <a:gd name="connsiteX26" fmla="*/ 759680 w 803324"/>
                  <a:gd name="connsiteY26" fmla="*/ 492360 h 800596"/>
                  <a:gd name="connsiteX27" fmla="*/ 683303 w 803324"/>
                  <a:gd name="connsiteY27" fmla="*/ 458263 h 800596"/>
                  <a:gd name="connsiteX28" fmla="*/ 686031 w 803324"/>
                  <a:gd name="connsiteY28" fmla="*/ 357336 h 800596"/>
                  <a:gd name="connsiteX29" fmla="*/ 763772 w 803324"/>
                  <a:gd name="connsiteY29" fmla="*/ 327331 h 800596"/>
                  <a:gd name="connsiteX30" fmla="*/ 799233 w 803324"/>
                  <a:gd name="connsiteY30" fmla="*/ 248226 h 800596"/>
                  <a:gd name="connsiteX31" fmla="*/ 720128 w 803324"/>
                  <a:gd name="connsiteY31" fmla="*/ 212765 h 800596"/>
                  <a:gd name="connsiteX32" fmla="*/ 642387 w 803324"/>
                  <a:gd name="connsiteY32" fmla="*/ 242770 h 800596"/>
                  <a:gd name="connsiteX33" fmla="*/ 572829 w 803324"/>
                  <a:gd name="connsiteY33" fmla="*/ 169121 h 800596"/>
                  <a:gd name="connsiteX34" fmla="*/ 606926 w 803324"/>
                  <a:gd name="connsiteY34" fmla="*/ 92743 h 800596"/>
                  <a:gd name="connsiteX35" fmla="*/ 608290 w 803324"/>
                  <a:gd name="connsiteY35" fmla="*/ 46371 h 800596"/>
                  <a:gd name="connsiteX36" fmla="*/ 575557 w 803324"/>
                  <a:gd name="connsiteY36" fmla="*/ 12274 h 800596"/>
                  <a:gd name="connsiteX37" fmla="*/ 493724 w 803324"/>
                  <a:gd name="connsiteY37" fmla="*/ 43644 h 800596"/>
                  <a:gd name="connsiteX38" fmla="*/ 459627 w 803324"/>
                  <a:gd name="connsiteY38" fmla="*/ 120021 h 800596"/>
                  <a:gd name="connsiteX39" fmla="*/ 358700 w 803324"/>
                  <a:gd name="connsiteY39" fmla="*/ 117293 h 800596"/>
                  <a:gd name="connsiteX40" fmla="*/ 328695 w 803324"/>
                  <a:gd name="connsiteY40" fmla="*/ 39552 h 800596"/>
                  <a:gd name="connsiteX41" fmla="*/ 249590 w 803324"/>
                  <a:gd name="connsiteY41" fmla="*/ 4091 h 800596"/>
                  <a:gd name="connsiteX42" fmla="*/ 214129 w 803324"/>
                  <a:gd name="connsiteY42" fmla="*/ 80468 h 800596"/>
                  <a:gd name="connsiteX43" fmla="*/ 512818 w 803324"/>
                  <a:gd name="connsiteY43" fmla="*/ 521002 h 800596"/>
                  <a:gd name="connsiteX44" fmla="*/ 512818 w 803324"/>
                  <a:gd name="connsiteY44" fmla="*/ 519638 h 800596"/>
                  <a:gd name="connsiteX45" fmla="*/ 484177 w 803324"/>
                  <a:gd name="connsiteY45" fmla="*/ 542824 h 800596"/>
                  <a:gd name="connsiteX46" fmla="*/ 459627 w 803324"/>
                  <a:gd name="connsiteY46" fmla="*/ 555099 h 800596"/>
                  <a:gd name="connsiteX47" fmla="*/ 246862 w 803324"/>
                  <a:gd name="connsiteY47" fmla="*/ 459627 h 800596"/>
                  <a:gd name="connsiteX48" fmla="*/ 342333 w 803324"/>
                  <a:gd name="connsiteY48" fmla="*/ 246862 h 800596"/>
                  <a:gd name="connsiteX49" fmla="*/ 555099 w 803324"/>
                  <a:gd name="connsiteY49" fmla="*/ 342333 h 800596"/>
                  <a:gd name="connsiteX50" fmla="*/ 540096 w 803324"/>
                  <a:gd name="connsiteY50" fmla="*/ 488269 h 800596"/>
                  <a:gd name="connsiteX51" fmla="*/ 540096 w 803324"/>
                  <a:gd name="connsiteY51" fmla="*/ 488269 h 800596"/>
                  <a:gd name="connsiteX52" fmla="*/ 514182 w 803324"/>
                  <a:gd name="connsiteY52" fmla="*/ 518274 h 800596"/>
                  <a:gd name="connsiteX53" fmla="*/ 515546 w 803324"/>
                  <a:gd name="connsiteY53" fmla="*/ 519638 h 800596"/>
                  <a:gd name="connsiteX54" fmla="*/ 512818 w 803324"/>
                  <a:gd name="connsiteY54" fmla="*/ 521002 h 800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803324" h="800596">
                    <a:moveTo>
                      <a:pt x="214129" y="80468"/>
                    </a:moveTo>
                    <a:lnTo>
                      <a:pt x="244134" y="158210"/>
                    </a:lnTo>
                    <a:cubicBezTo>
                      <a:pt x="215493" y="177304"/>
                      <a:pt x="190943" y="200490"/>
                      <a:pt x="170485" y="227767"/>
                    </a:cubicBezTo>
                    <a:lnTo>
                      <a:pt x="94107" y="193670"/>
                    </a:lnTo>
                    <a:cubicBezTo>
                      <a:pt x="62738" y="180032"/>
                      <a:pt x="27277" y="193670"/>
                      <a:pt x="12274" y="225040"/>
                    </a:cubicBezTo>
                    <a:cubicBezTo>
                      <a:pt x="-1364" y="256409"/>
                      <a:pt x="12274" y="291870"/>
                      <a:pt x="43644" y="306872"/>
                    </a:cubicBezTo>
                    <a:lnTo>
                      <a:pt x="120021" y="340969"/>
                    </a:lnTo>
                    <a:cubicBezTo>
                      <a:pt x="113202" y="373703"/>
                      <a:pt x="111838" y="407800"/>
                      <a:pt x="117293" y="441897"/>
                    </a:cubicBezTo>
                    <a:lnTo>
                      <a:pt x="39552" y="471902"/>
                    </a:lnTo>
                    <a:cubicBezTo>
                      <a:pt x="8183" y="484177"/>
                      <a:pt x="-8184" y="519638"/>
                      <a:pt x="4091" y="551007"/>
                    </a:cubicBezTo>
                    <a:cubicBezTo>
                      <a:pt x="16366" y="582376"/>
                      <a:pt x="51827" y="598743"/>
                      <a:pt x="83196" y="586468"/>
                    </a:cubicBezTo>
                    <a:lnTo>
                      <a:pt x="160937" y="556463"/>
                    </a:lnTo>
                    <a:cubicBezTo>
                      <a:pt x="180032" y="585104"/>
                      <a:pt x="203218" y="609654"/>
                      <a:pt x="230495" y="630112"/>
                    </a:cubicBezTo>
                    <a:lnTo>
                      <a:pt x="196398" y="706489"/>
                    </a:lnTo>
                    <a:cubicBezTo>
                      <a:pt x="182759" y="737859"/>
                      <a:pt x="196398" y="773319"/>
                      <a:pt x="227767" y="788322"/>
                    </a:cubicBezTo>
                    <a:cubicBezTo>
                      <a:pt x="259137" y="801961"/>
                      <a:pt x="294598" y="788322"/>
                      <a:pt x="309600" y="756953"/>
                    </a:cubicBezTo>
                    <a:lnTo>
                      <a:pt x="343697" y="680576"/>
                    </a:lnTo>
                    <a:cubicBezTo>
                      <a:pt x="376430" y="687395"/>
                      <a:pt x="410527" y="688759"/>
                      <a:pt x="444624" y="683303"/>
                    </a:cubicBezTo>
                    <a:lnTo>
                      <a:pt x="474630" y="761044"/>
                    </a:lnTo>
                    <a:cubicBezTo>
                      <a:pt x="486905" y="792414"/>
                      <a:pt x="522365" y="808780"/>
                      <a:pt x="553735" y="796505"/>
                    </a:cubicBezTo>
                    <a:cubicBezTo>
                      <a:pt x="585104" y="784230"/>
                      <a:pt x="601470" y="748770"/>
                      <a:pt x="589196" y="717400"/>
                    </a:cubicBezTo>
                    <a:lnTo>
                      <a:pt x="559190" y="639659"/>
                    </a:lnTo>
                    <a:cubicBezTo>
                      <a:pt x="587832" y="620565"/>
                      <a:pt x="612382" y="597379"/>
                      <a:pt x="632840" y="570101"/>
                    </a:cubicBezTo>
                    <a:lnTo>
                      <a:pt x="709217" y="604198"/>
                    </a:lnTo>
                    <a:cubicBezTo>
                      <a:pt x="740586" y="617837"/>
                      <a:pt x="776047" y="604198"/>
                      <a:pt x="791050" y="572829"/>
                    </a:cubicBezTo>
                    <a:cubicBezTo>
                      <a:pt x="797869" y="557826"/>
                      <a:pt x="797869" y="540096"/>
                      <a:pt x="792414" y="526457"/>
                    </a:cubicBezTo>
                    <a:cubicBezTo>
                      <a:pt x="786958" y="511454"/>
                      <a:pt x="776047" y="499180"/>
                      <a:pt x="759680" y="492360"/>
                    </a:cubicBezTo>
                    <a:lnTo>
                      <a:pt x="683303" y="458263"/>
                    </a:lnTo>
                    <a:cubicBezTo>
                      <a:pt x="690123" y="425530"/>
                      <a:pt x="691487" y="391433"/>
                      <a:pt x="686031" y="357336"/>
                    </a:cubicBezTo>
                    <a:lnTo>
                      <a:pt x="763772" y="327331"/>
                    </a:lnTo>
                    <a:cubicBezTo>
                      <a:pt x="795141" y="315056"/>
                      <a:pt x="811508" y="279595"/>
                      <a:pt x="799233" y="248226"/>
                    </a:cubicBezTo>
                    <a:cubicBezTo>
                      <a:pt x="786958" y="216856"/>
                      <a:pt x="751497" y="200490"/>
                      <a:pt x="720128" y="212765"/>
                    </a:cubicBezTo>
                    <a:lnTo>
                      <a:pt x="642387" y="242770"/>
                    </a:lnTo>
                    <a:cubicBezTo>
                      <a:pt x="623293" y="214129"/>
                      <a:pt x="600107" y="189579"/>
                      <a:pt x="572829" y="169121"/>
                    </a:cubicBezTo>
                    <a:lnTo>
                      <a:pt x="606926" y="92743"/>
                    </a:lnTo>
                    <a:cubicBezTo>
                      <a:pt x="613745" y="77741"/>
                      <a:pt x="613745" y="60010"/>
                      <a:pt x="608290" y="46371"/>
                    </a:cubicBezTo>
                    <a:cubicBezTo>
                      <a:pt x="602834" y="31369"/>
                      <a:pt x="591923" y="19094"/>
                      <a:pt x="575557" y="12274"/>
                    </a:cubicBezTo>
                    <a:cubicBezTo>
                      <a:pt x="544188" y="-1364"/>
                      <a:pt x="508727" y="12274"/>
                      <a:pt x="493724" y="43644"/>
                    </a:cubicBezTo>
                    <a:lnTo>
                      <a:pt x="459627" y="120021"/>
                    </a:lnTo>
                    <a:cubicBezTo>
                      <a:pt x="426894" y="113202"/>
                      <a:pt x="392797" y="111838"/>
                      <a:pt x="358700" y="117293"/>
                    </a:cubicBezTo>
                    <a:lnTo>
                      <a:pt x="328695" y="39552"/>
                    </a:lnTo>
                    <a:cubicBezTo>
                      <a:pt x="316420" y="8183"/>
                      <a:pt x="280959" y="-8184"/>
                      <a:pt x="249590" y="4091"/>
                    </a:cubicBezTo>
                    <a:cubicBezTo>
                      <a:pt x="218220" y="13638"/>
                      <a:pt x="203218" y="49099"/>
                      <a:pt x="214129" y="80468"/>
                    </a:cubicBezTo>
                    <a:close/>
                    <a:moveTo>
                      <a:pt x="512818" y="521002"/>
                    </a:moveTo>
                    <a:lnTo>
                      <a:pt x="512818" y="519638"/>
                    </a:lnTo>
                    <a:cubicBezTo>
                      <a:pt x="504635" y="527821"/>
                      <a:pt x="495088" y="536004"/>
                      <a:pt x="484177" y="542824"/>
                    </a:cubicBezTo>
                    <a:cubicBezTo>
                      <a:pt x="475994" y="546915"/>
                      <a:pt x="467810" y="551007"/>
                      <a:pt x="459627" y="555099"/>
                    </a:cubicBezTo>
                    <a:cubicBezTo>
                      <a:pt x="375066" y="587832"/>
                      <a:pt x="279595" y="544188"/>
                      <a:pt x="246862" y="459627"/>
                    </a:cubicBezTo>
                    <a:cubicBezTo>
                      <a:pt x="214129" y="375066"/>
                      <a:pt x="257773" y="279595"/>
                      <a:pt x="342333" y="246862"/>
                    </a:cubicBezTo>
                    <a:cubicBezTo>
                      <a:pt x="426894" y="214129"/>
                      <a:pt x="522365" y="257773"/>
                      <a:pt x="555099" y="342333"/>
                    </a:cubicBezTo>
                    <a:cubicBezTo>
                      <a:pt x="574193" y="392797"/>
                      <a:pt x="567373" y="445988"/>
                      <a:pt x="540096" y="488269"/>
                    </a:cubicBezTo>
                    <a:cubicBezTo>
                      <a:pt x="540096" y="488269"/>
                      <a:pt x="540096" y="488269"/>
                      <a:pt x="540096" y="488269"/>
                    </a:cubicBezTo>
                    <a:cubicBezTo>
                      <a:pt x="531913" y="499180"/>
                      <a:pt x="523729" y="508727"/>
                      <a:pt x="514182" y="518274"/>
                    </a:cubicBezTo>
                    <a:lnTo>
                      <a:pt x="515546" y="519638"/>
                    </a:lnTo>
                    <a:cubicBezTo>
                      <a:pt x="515546" y="519638"/>
                      <a:pt x="514182" y="519638"/>
                      <a:pt x="512818" y="521002"/>
                    </a:cubicBezTo>
                    <a:close/>
                  </a:path>
                </a:pathLst>
              </a:custGeom>
              <a:grpFill/>
              <a:ln w="13637"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805C52D-6FB9-490E-983F-7378E7AAF221}"/>
                  </a:ext>
                </a:extLst>
              </p:cNvPr>
              <p:cNvSpPr/>
              <p:nvPr/>
            </p:nvSpPr>
            <p:spPr>
              <a:xfrm>
                <a:off x="7568347" y="1088587"/>
                <a:ext cx="601470" cy="601470"/>
              </a:xfrm>
              <a:custGeom>
                <a:avLst/>
                <a:gdLst>
                  <a:gd name="connsiteX0" fmla="*/ 246862 w 601470"/>
                  <a:gd name="connsiteY0" fmla="*/ 45008 h 601470"/>
                  <a:gd name="connsiteX1" fmla="*/ 249590 w 601470"/>
                  <a:gd name="connsiteY1" fmla="*/ 103655 h 601470"/>
                  <a:gd name="connsiteX2" fmla="*/ 184124 w 601470"/>
                  <a:gd name="connsiteY2" fmla="*/ 133660 h 601470"/>
                  <a:gd name="connsiteX3" fmla="*/ 140480 w 601470"/>
                  <a:gd name="connsiteY3" fmla="*/ 94108 h 601470"/>
                  <a:gd name="connsiteX4" fmla="*/ 79105 w 601470"/>
                  <a:gd name="connsiteY4" fmla="*/ 96835 h 601470"/>
                  <a:gd name="connsiteX5" fmla="*/ 81833 w 601470"/>
                  <a:gd name="connsiteY5" fmla="*/ 158210 h 601470"/>
                  <a:gd name="connsiteX6" fmla="*/ 125477 w 601470"/>
                  <a:gd name="connsiteY6" fmla="*/ 197763 h 601470"/>
                  <a:gd name="connsiteX7" fmla="*/ 100927 w 601470"/>
                  <a:gd name="connsiteY7" fmla="*/ 264593 h 601470"/>
                  <a:gd name="connsiteX8" fmla="*/ 42280 w 601470"/>
                  <a:gd name="connsiteY8" fmla="*/ 267320 h 601470"/>
                  <a:gd name="connsiteX9" fmla="*/ 0 w 601470"/>
                  <a:gd name="connsiteY9" fmla="*/ 312328 h 601470"/>
                  <a:gd name="connsiteX10" fmla="*/ 45008 w 601470"/>
                  <a:gd name="connsiteY10" fmla="*/ 354609 h 601470"/>
                  <a:gd name="connsiteX11" fmla="*/ 103655 w 601470"/>
                  <a:gd name="connsiteY11" fmla="*/ 351881 h 601470"/>
                  <a:gd name="connsiteX12" fmla="*/ 133660 w 601470"/>
                  <a:gd name="connsiteY12" fmla="*/ 417347 h 601470"/>
                  <a:gd name="connsiteX13" fmla="*/ 94108 w 601470"/>
                  <a:gd name="connsiteY13" fmla="*/ 460991 h 601470"/>
                  <a:gd name="connsiteX14" fmla="*/ 96836 w 601470"/>
                  <a:gd name="connsiteY14" fmla="*/ 522366 h 601470"/>
                  <a:gd name="connsiteX15" fmla="*/ 158210 w 601470"/>
                  <a:gd name="connsiteY15" fmla="*/ 519638 h 601470"/>
                  <a:gd name="connsiteX16" fmla="*/ 197763 w 601470"/>
                  <a:gd name="connsiteY16" fmla="*/ 475994 h 601470"/>
                  <a:gd name="connsiteX17" fmla="*/ 264593 w 601470"/>
                  <a:gd name="connsiteY17" fmla="*/ 500544 h 601470"/>
                  <a:gd name="connsiteX18" fmla="*/ 267321 w 601470"/>
                  <a:gd name="connsiteY18" fmla="*/ 559191 h 601470"/>
                  <a:gd name="connsiteX19" fmla="*/ 312328 w 601470"/>
                  <a:gd name="connsiteY19" fmla="*/ 601471 h 601470"/>
                  <a:gd name="connsiteX20" fmla="*/ 354609 w 601470"/>
                  <a:gd name="connsiteY20" fmla="*/ 556463 h 601470"/>
                  <a:gd name="connsiteX21" fmla="*/ 351881 w 601470"/>
                  <a:gd name="connsiteY21" fmla="*/ 497816 h 601470"/>
                  <a:gd name="connsiteX22" fmla="*/ 417347 w 601470"/>
                  <a:gd name="connsiteY22" fmla="*/ 467811 h 601470"/>
                  <a:gd name="connsiteX23" fmla="*/ 460991 w 601470"/>
                  <a:gd name="connsiteY23" fmla="*/ 507363 h 601470"/>
                  <a:gd name="connsiteX24" fmla="*/ 522366 w 601470"/>
                  <a:gd name="connsiteY24" fmla="*/ 504636 h 601470"/>
                  <a:gd name="connsiteX25" fmla="*/ 533277 w 601470"/>
                  <a:gd name="connsiteY25" fmla="*/ 473266 h 601470"/>
                  <a:gd name="connsiteX26" fmla="*/ 519638 w 601470"/>
                  <a:gd name="connsiteY26" fmla="*/ 443261 h 601470"/>
                  <a:gd name="connsiteX27" fmla="*/ 475994 w 601470"/>
                  <a:gd name="connsiteY27" fmla="*/ 403708 h 601470"/>
                  <a:gd name="connsiteX28" fmla="*/ 500544 w 601470"/>
                  <a:gd name="connsiteY28" fmla="*/ 336878 h 601470"/>
                  <a:gd name="connsiteX29" fmla="*/ 559191 w 601470"/>
                  <a:gd name="connsiteY29" fmla="*/ 334151 h 601470"/>
                  <a:gd name="connsiteX30" fmla="*/ 601471 w 601470"/>
                  <a:gd name="connsiteY30" fmla="*/ 289143 h 601470"/>
                  <a:gd name="connsiteX31" fmla="*/ 556463 w 601470"/>
                  <a:gd name="connsiteY31" fmla="*/ 246862 h 601470"/>
                  <a:gd name="connsiteX32" fmla="*/ 497816 w 601470"/>
                  <a:gd name="connsiteY32" fmla="*/ 249590 h 601470"/>
                  <a:gd name="connsiteX33" fmla="*/ 467811 w 601470"/>
                  <a:gd name="connsiteY33" fmla="*/ 184124 h 601470"/>
                  <a:gd name="connsiteX34" fmla="*/ 507363 w 601470"/>
                  <a:gd name="connsiteY34" fmla="*/ 140480 h 601470"/>
                  <a:gd name="connsiteX35" fmla="*/ 518274 w 601470"/>
                  <a:gd name="connsiteY35" fmla="*/ 109110 h 601470"/>
                  <a:gd name="connsiteX36" fmla="*/ 504635 w 601470"/>
                  <a:gd name="connsiteY36" fmla="*/ 79105 h 601470"/>
                  <a:gd name="connsiteX37" fmla="*/ 443261 w 601470"/>
                  <a:gd name="connsiteY37" fmla="*/ 81833 h 601470"/>
                  <a:gd name="connsiteX38" fmla="*/ 403708 w 601470"/>
                  <a:gd name="connsiteY38" fmla="*/ 125477 h 601470"/>
                  <a:gd name="connsiteX39" fmla="*/ 336878 w 601470"/>
                  <a:gd name="connsiteY39" fmla="*/ 100927 h 601470"/>
                  <a:gd name="connsiteX40" fmla="*/ 334151 w 601470"/>
                  <a:gd name="connsiteY40" fmla="*/ 42280 h 601470"/>
                  <a:gd name="connsiteX41" fmla="*/ 289143 w 601470"/>
                  <a:gd name="connsiteY41" fmla="*/ 0 h 601470"/>
                  <a:gd name="connsiteX42" fmla="*/ 246862 w 601470"/>
                  <a:gd name="connsiteY42" fmla="*/ 45008 h 601470"/>
                  <a:gd name="connsiteX43" fmla="*/ 347789 w 601470"/>
                  <a:gd name="connsiteY43" fmla="*/ 406436 h 601470"/>
                  <a:gd name="connsiteX44" fmla="*/ 347789 w 601470"/>
                  <a:gd name="connsiteY44" fmla="*/ 406436 h 601470"/>
                  <a:gd name="connsiteX45" fmla="*/ 323240 w 601470"/>
                  <a:gd name="connsiteY45" fmla="*/ 414619 h 601470"/>
                  <a:gd name="connsiteX46" fmla="*/ 304145 w 601470"/>
                  <a:gd name="connsiteY46" fmla="*/ 417347 h 601470"/>
                  <a:gd name="connsiteX47" fmla="*/ 182760 w 601470"/>
                  <a:gd name="connsiteY47" fmla="*/ 305509 h 601470"/>
                  <a:gd name="connsiteX48" fmla="*/ 294598 w 601470"/>
                  <a:gd name="connsiteY48" fmla="*/ 184124 h 601470"/>
                  <a:gd name="connsiteX49" fmla="*/ 415983 w 601470"/>
                  <a:gd name="connsiteY49" fmla="*/ 295962 h 601470"/>
                  <a:gd name="connsiteX50" fmla="*/ 373703 w 601470"/>
                  <a:gd name="connsiteY50" fmla="*/ 390070 h 601470"/>
                  <a:gd name="connsiteX51" fmla="*/ 373703 w 601470"/>
                  <a:gd name="connsiteY51" fmla="*/ 390070 h 601470"/>
                  <a:gd name="connsiteX52" fmla="*/ 349153 w 601470"/>
                  <a:gd name="connsiteY52" fmla="*/ 405072 h 601470"/>
                  <a:gd name="connsiteX53" fmla="*/ 350517 w 601470"/>
                  <a:gd name="connsiteY53" fmla="*/ 406436 h 601470"/>
                  <a:gd name="connsiteX54" fmla="*/ 347789 w 601470"/>
                  <a:gd name="connsiteY54" fmla="*/ 406436 h 60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470" h="601470">
                    <a:moveTo>
                      <a:pt x="246862" y="45008"/>
                    </a:moveTo>
                    <a:lnTo>
                      <a:pt x="249590" y="103655"/>
                    </a:lnTo>
                    <a:cubicBezTo>
                      <a:pt x="226404" y="110474"/>
                      <a:pt x="204582" y="120021"/>
                      <a:pt x="184124" y="133660"/>
                    </a:cubicBezTo>
                    <a:lnTo>
                      <a:pt x="140480" y="94108"/>
                    </a:lnTo>
                    <a:cubicBezTo>
                      <a:pt x="122749" y="77741"/>
                      <a:pt x="95472" y="79105"/>
                      <a:pt x="79105" y="96835"/>
                    </a:cubicBezTo>
                    <a:cubicBezTo>
                      <a:pt x="62739" y="114566"/>
                      <a:pt x="64102" y="141844"/>
                      <a:pt x="81833" y="158210"/>
                    </a:cubicBezTo>
                    <a:lnTo>
                      <a:pt x="125477" y="197763"/>
                    </a:lnTo>
                    <a:cubicBezTo>
                      <a:pt x="113202" y="218221"/>
                      <a:pt x="105019" y="241407"/>
                      <a:pt x="100927" y="264593"/>
                    </a:cubicBezTo>
                    <a:lnTo>
                      <a:pt x="42280" y="267320"/>
                    </a:lnTo>
                    <a:cubicBezTo>
                      <a:pt x="17730" y="268684"/>
                      <a:pt x="0" y="289143"/>
                      <a:pt x="0" y="312328"/>
                    </a:cubicBezTo>
                    <a:cubicBezTo>
                      <a:pt x="1364" y="336878"/>
                      <a:pt x="21822" y="354609"/>
                      <a:pt x="45008" y="354609"/>
                    </a:cubicBezTo>
                    <a:lnTo>
                      <a:pt x="103655" y="351881"/>
                    </a:lnTo>
                    <a:cubicBezTo>
                      <a:pt x="110474" y="375067"/>
                      <a:pt x="120021" y="398253"/>
                      <a:pt x="133660" y="417347"/>
                    </a:cubicBezTo>
                    <a:lnTo>
                      <a:pt x="94108" y="460991"/>
                    </a:lnTo>
                    <a:cubicBezTo>
                      <a:pt x="77741" y="478722"/>
                      <a:pt x="79105" y="505999"/>
                      <a:pt x="96836" y="522366"/>
                    </a:cubicBezTo>
                    <a:cubicBezTo>
                      <a:pt x="114566" y="538733"/>
                      <a:pt x="141844" y="537369"/>
                      <a:pt x="158210" y="519638"/>
                    </a:cubicBezTo>
                    <a:lnTo>
                      <a:pt x="197763" y="475994"/>
                    </a:lnTo>
                    <a:cubicBezTo>
                      <a:pt x="218221" y="488269"/>
                      <a:pt x="241407" y="496452"/>
                      <a:pt x="264593" y="500544"/>
                    </a:cubicBezTo>
                    <a:lnTo>
                      <a:pt x="267321" y="559191"/>
                    </a:lnTo>
                    <a:cubicBezTo>
                      <a:pt x="268684" y="583741"/>
                      <a:pt x="289143" y="601471"/>
                      <a:pt x="312328" y="601471"/>
                    </a:cubicBezTo>
                    <a:cubicBezTo>
                      <a:pt x="336878" y="600107"/>
                      <a:pt x="354609" y="579649"/>
                      <a:pt x="354609" y="556463"/>
                    </a:cubicBezTo>
                    <a:lnTo>
                      <a:pt x="351881" y="497816"/>
                    </a:lnTo>
                    <a:cubicBezTo>
                      <a:pt x="375067" y="490997"/>
                      <a:pt x="398253" y="481450"/>
                      <a:pt x="417347" y="467811"/>
                    </a:cubicBezTo>
                    <a:lnTo>
                      <a:pt x="460991" y="507363"/>
                    </a:lnTo>
                    <a:cubicBezTo>
                      <a:pt x="478722" y="523730"/>
                      <a:pt x="505999" y="522366"/>
                      <a:pt x="522366" y="504636"/>
                    </a:cubicBezTo>
                    <a:cubicBezTo>
                      <a:pt x="530549" y="496452"/>
                      <a:pt x="534641" y="484177"/>
                      <a:pt x="533277" y="473266"/>
                    </a:cubicBezTo>
                    <a:cubicBezTo>
                      <a:pt x="533277" y="462355"/>
                      <a:pt x="527822" y="451444"/>
                      <a:pt x="519638" y="443261"/>
                    </a:cubicBezTo>
                    <a:lnTo>
                      <a:pt x="475994" y="403708"/>
                    </a:lnTo>
                    <a:cubicBezTo>
                      <a:pt x="488269" y="383250"/>
                      <a:pt x="496452" y="360064"/>
                      <a:pt x="500544" y="336878"/>
                    </a:cubicBezTo>
                    <a:lnTo>
                      <a:pt x="559191" y="334151"/>
                    </a:lnTo>
                    <a:cubicBezTo>
                      <a:pt x="583741" y="332787"/>
                      <a:pt x="601471" y="312328"/>
                      <a:pt x="601471" y="289143"/>
                    </a:cubicBezTo>
                    <a:cubicBezTo>
                      <a:pt x="600107" y="264593"/>
                      <a:pt x="579649" y="246862"/>
                      <a:pt x="556463" y="246862"/>
                    </a:cubicBezTo>
                    <a:lnTo>
                      <a:pt x="497816" y="249590"/>
                    </a:lnTo>
                    <a:cubicBezTo>
                      <a:pt x="490997" y="226404"/>
                      <a:pt x="481450" y="203218"/>
                      <a:pt x="467811" y="184124"/>
                    </a:cubicBezTo>
                    <a:lnTo>
                      <a:pt x="507363" y="140480"/>
                    </a:lnTo>
                    <a:cubicBezTo>
                      <a:pt x="515547" y="132296"/>
                      <a:pt x="519638" y="120021"/>
                      <a:pt x="518274" y="109110"/>
                    </a:cubicBezTo>
                    <a:cubicBezTo>
                      <a:pt x="518274" y="98199"/>
                      <a:pt x="512819" y="87288"/>
                      <a:pt x="504635" y="79105"/>
                    </a:cubicBezTo>
                    <a:cubicBezTo>
                      <a:pt x="486905" y="62738"/>
                      <a:pt x="459628" y="64102"/>
                      <a:pt x="443261" y="81833"/>
                    </a:cubicBezTo>
                    <a:lnTo>
                      <a:pt x="403708" y="125477"/>
                    </a:lnTo>
                    <a:cubicBezTo>
                      <a:pt x="383250" y="113202"/>
                      <a:pt x="360064" y="105019"/>
                      <a:pt x="336878" y="100927"/>
                    </a:cubicBezTo>
                    <a:lnTo>
                      <a:pt x="334151" y="42280"/>
                    </a:lnTo>
                    <a:cubicBezTo>
                      <a:pt x="332787" y="17730"/>
                      <a:pt x="312328" y="0"/>
                      <a:pt x="289143" y="0"/>
                    </a:cubicBezTo>
                    <a:cubicBezTo>
                      <a:pt x="264593" y="0"/>
                      <a:pt x="245498" y="20458"/>
                      <a:pt x="246862" y="45008"/>
                    </a:cubicBezTo>
                    <a:close/>
                    <a:moveTo>
                      <a:pt x="347789" y="406436"/>
                    </a:moveTo>
                    <a:lnTo>
                      <a:pt x="347789" y="406436"/>
                    </a:lnTo>
                    <a:cubicBezTo>
                      <a:pt x="339606" y="409164"/>
                      <a:pt x="331423" y="411892"/>
                      <a:pt x="323240" y="414619"/>
                    </a:cubicBezTo>
                    <a:cubicBezTo>
                      <a:pt x="316420" y="415983"/>
                      <a:pt x="310965" y="417347"/>
                      <a:pt x="304145" y="417347"/>
                    </a:cubicBezTo>
                    <a:cubicBezTo>
                      <a:pt x="240043" y="420075"/>
                      <a:pt x="185488" y="369611"/>
                      <a:pt x="182760" y="305509"/>
                    </a:cubicBezTo>
                    <a:cubicBezTo>
                      <a:pt x="180032" y="241407"/>
                      <a:pt x="230496" y="186852"/>
                      <a:pt x="294598" y="184124"/>
                    </a:cubicBezTo>
                    <a:cubicBezTo>
                      <a:pt x="358700" y="181396"/>
                      <a:pt x="413256" y="231860"/>
                      <a:pt x="415983" y="295962"/>
                    </a:cubicBezTo>
                    <a:cubicBezTo>
                      <a:pt x="417347" y="334151"/>
                      <a:pt x="400981" y="368248"/>
                      <a:pt x="373703" y="390070"/>
                    </a:cubicBezTo>
                    <a:cubicBezTo>
                      <a:pt x="373703" y="390070"/>
                      <a:pt x="373703" y="390070"/>
                      <a:pt x="373703" y="390070"/>
                    </a:cubicBezTo>
                    <a:cubicBezTo>
                      <a:pt x="365520" y="395525"/>
                      <a:pt x="357337" y="400981"/>
                      <a:pt x="349153" y="405072"/>
                    </a:cubicBezTo>
                    <a:lnTo>
                      <a:pt x="350517" y="406436"/>
                    </a:lnTo>
                    <a:cubicBezTo>
                      <a:pt x="349153" y="406436"/>
                      <a:pt x="349153" y="406436"/>
                      <a:pt x="347789" y="406436"/>
                    </a:cubicBezTo>
                    <a:close/>
                  </a:path>
                </a:pathLst>
              </a:custGeom>
              <a:grpFill/>
              <a:ln w="13637" cap="flat">
                <a:noFill/>
                <a:prstDash val="solid"/>
                <a:miter/>
              </a:ln>
            </p:spPr>
            <p:txBody>
              <a:bodyPr rtlCol="0" anchor="ctr"/>
              <a:lstStyle/>
              <a:p>
                <a:endParaRPr lang="en-US"/>
              </a:p>
            </p:txBody>
          </p:sp>
        </p:grpSp>
        <p:grpSp>
          <p:nvGrpSpPr>
            <p:cNvPr id="38" name="Graphic 1">
              <a:extLst>
                <a:ext uri="{FF2B5EF4-FFF2-40B4-BE49-F238E27FC236}">
                  <a16:creationId xmlns:a16="http://schemas.microsoft.com/office/drawing/2014/main" id="{1A1A54C8-17FD-499E-A8FB-D3B0E0132D9E}"/>
                </a:ext>
              </a:extLst>
            </p:cNvPr>
            <p:cNvGrpSpPr/>
            <p:nvPr/>
          </p:nvGrpSpPr>
          <p:grpSpPr>
            <a:xfrm>
              <a:off x="10511816" y="3221354"/>
              <a:ext cx="268684" cy="268684"/>
              <a:chOff x="11047604" y="3274886"/>
              <a:chExt cx="268684" cy="268684"/>
            </a:xfrm>
            <a:grpFill/>
          </p:grpSpPr>
          <p:sp>
            <p:nvSpPr>
              <p:cNvPr id="39" name="Freeform: Shape 38">
                <a:extLst>
                  <a:ext uri="{FF2B5EF4-FFF2-40B4-BE49-F238E27FC236}">
                    <a16:creationId xmlns:a16="http://schemas.microsoft.com/office/drawing/2014/main" id="{865FD864-5E0E-4C1F-B7A5-47FBE15A57D4}"/>
                  </a:ext>
                </a:extLst>
              </p:cNvPr>
              <p:cNvSpPr/>
              <p:nvPr/>
            </p:nvSpPr>
            <p:spPr>
              <a:xfrm>
                <a:off x="11160806" y="3274886"/>
                <a:ext cx="40916" cy="268684"/>
              </a:xfrm>
              <a:custGeom>
                <a:avLst/>
                <a:gdLst>
                  <a:gd name="connsiteX0" fmla="*/ 20458 w 40916"/>
                  <a:gd name="connsiteY0" fmla="*/ 268684 h 268684"/>
                  <a:gd name="connsiteX1" fmla="*/ 0 w 40916"/>
                  <a:gd name="connsiteY1" fmla="*/ 248226 h 268684"/>
                  <a:gd name="connsiteX2" fmla="*/ 0 w 40916"/>
                  <a:gd name="connsiteY2" fmla="*/ 20458 h 268684"/>
                  <a:gd name="connsiteX3" fmla="*/ 20458 w 40916"/>
                  <a:gd name="connsiteY3" fmla="*/ 0 h 268684"/>
                  <a:gd name="connsiteX4" fmla="*/ 40916 w 40916"/>
                  <a:gd name="connsiteY4" fmla="*/ 20458 h 268684"/>
                  <a:gd name="connsiteX5" fmla="*/ 40916 w 40916"/>
                  <a:gd name="connsiteY5" fmla="*/ 248226 h 268684"/>
                  <a:gd name="connsiteX6" fmla="*/ 20458 w 40916"/>
                  <a:gd name="connsiteY6" fmla="*/ 268684 h 268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916" h="268684">
                    <a:moveTo>
                      <a:pt x="20458" y="268684"/>
                    </a:moveTo>
                    <a:cubicBezTo>
                      <a:pt x="9547" y="268684"/>
                      <a:pt x="0" y="259137"/>
                      <a:pt x="0" y="248226"/>
                    </a:cubicBezTo>
                    <a:lnTo>
                      <a:pt x="0" y="20458"/>
                    </a:lnTo>
                    <a:cubicBezTo>
                      <a:pt x="0" y="9547"/>
                      <a:pt x="9547" y="0"/>
                      <a:pt x="20458" y="0"/>
                    </a:cubicBezTo>
                    <a:cubicBezTo>
                      <a:pt x="31369" y="0"/>
                      <a:pt x="40916" y="9547"/>
                      <a:pt x="40916" y="20458"/>
                    </a:cubicBezTo>
                    <a:lnTo>
                      <a:pt x="40916" y="248226"/>
                    </a:lnTo>
                    <a:cubicBezTo>
                      <a:pt x="40916" y="259137"/>
                      <a:pt x="31369" y="268684"/>
                      <a:pt x="20458" y="268684"/>
                    </a:cubicBezTo>
                    <a:close/>
                  </a:path>
                </a:pathLst>
              </a:custGeom>
              <a:grpFill/>
              <a:ln w="13637"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BA782CCC-A62B-4FBB-BC62-F50ACCD87C9F}"/>
                  </a:ext>
                </a:extLst>
              </p:cNvPr>
              <p:cNvSpPr/>
              <p:nvPr/>
            </p:nvSpPr>
            <p:spPr>
              <a:xfrm>
                <a:off x="11047604" y="3389452"/>
                <a:ext cx="268684" cy="40916"/>
              </a:xfrm>
              <a:custGeom>
                <a:avLst/>
                <a:gdLst>
                  <a:gd name="connsiteX0" fmla="*/ 248226 w 268684"/>
                  <a:gd name="connsiteY0" fmla="*/ 40916 h 40916"/>
                  <a:gd name="connsiteX1" fmla="*/ 20458 w 268684"/>
                  <a:gd name="connsiteY1" fmla="*/ 40916 h 40916"/>
                  <a:gd name="connsiteX2" fmla="*/ 0 w 268684"/>
                  <a:gd name="connsiteY2" fmla="*/ 20458 h 40916"/>
                  <a:gd name="connsiteX3" fmla="*/ 20458 w 268684"/>
                  <a:gd name="connsiteY3" fmla="*/ 0 h 40916"/>
                  <a:gd name="connsiteX4" fmla="*/ 248226 w 268684"/>
                  <a:gd name="connsiteY4" fmla="*/ 0 h 40916"/>
                  <a:gd name="connsiteX5" fmla="*/ 268684 w 268684"/>
                  <a:gd name="connsiteY5" fmla="*/ 20458 h 40916"/>
                  <a:gd name="connsiteX6" fmla="*/ 248226 w 268684"/>
                  <a:gd name="connsiteY6" fmla="*/ 40916 h 40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8684" h="40916">
                    <a:moveTo>
                      <a:pt x="248226" y="40916"/>
                    </a:moveTo>
                    <a:lnTo>
                      <a:pt x="20458" y="40916"/>
                    </a:lnTo>
                    <a:cubicBezTo>
                      <a:pt x="9547" y="40916"/>
                      <a:pt x="0" y="31369"/>
                      <a:pt x="0" y="20458"/>
                    </a:cubicBezTo>
                    <a:cubicBezTo>
                      <a:pt x="0" y="9547"/>
                      <a:pt x="9547" y="0"/>
                      <a:pt x="20458" y="0"/>
                    </a:cubicBezTo>
                    <a:lnTo>
                      <a:pt x="248226" y="0"/>
                    </a:lnTo>
                    <a:cubicBezTo>
                      <a:pt x="259137" y="0"/>
                      <a:pt x="268684" y="9547"/>
                      <a:pt x="268684" y="20458"/>
                    </a:cubicBezTo>
                    <a:cubicBezTo>
                      <a:pt x="268684" y="31369"/>
                      <a:pt x="259137" y="40916"/>
                      <a:pt x="248226" y="40916"/>
                    </a:cubicBezTo>
                    <a:close/>
                  </a:path>
                </a:pathLst>
              </a:custGeom>
              <a:grpFill/>
              <a:ln w="13637" cap="flat">
                <a:noFill/>
                <a:prstDash val="solid"/>
                <a:miter/>
              </a:ln>
            </p:spPr>
            <p:txBody>
              <a:bodyPr rtlCol="0" anchor="ctr"/>
              <a:lstStyle/>
              <a:p>
                <a:endParaRPr lang="en-US"/>
              </a:p>
            </p:txBody>
          </p:sp>
        </p:grpSp>
        <p:grpSp>
          <p:nvGrpSpPr>
            <p:cNvPr id="41" name="Graphic 1">
              <a:extLst>
                <a:ext uri="{FF2B5EF4-FFF2-40B4-BE49-F238E27FC236}">
                  <a16:creationId xmlns:a16="http://schemas.microsoft.com/office/drawing/2014/main" id="{1A1A54C8-17FD-499E-A8FB-D3B0E0132D9E}"/>
                </a:ext>
              </a:extLst>
            </p:cNvPr>
            <p:cNvGrpSpPr/>
            <p:nvPr/>
          </p:nvGrpSpPr>
          <p:grpSpPr>
            <a:xfrm>
              <a:off x="11314459" y="2737859"/>
              <a:ext cx="201854" cy="201172"/>
              <a:chOff x="11850247" y="2791391"/>
              <a:chExt cx="201854" cy="201172"/>
            </a:xfrm>
            <a:grpFill/>
          </p:grpSpPr>
          <p:sp>
            <p:nvSpPr>
              <p:cNvPr id="42" name="Freeform: Shape 41">
                <a:extLst>
                  <a:ext uri="{FF2B5EF4-FFF2-40B4-BE49-F238E27FC236}">
                    <a16:creationId xmlns:a16="http://schemas.microsoft.com/office/drawing/2014/main" id="{A5928BC4-0ED0-4E6C-8C7E-7A12A43E915D}"/>
                  </a:ext>
                </a:extLst>
              </p:cNvPr>
              <p:cNvSpPr/>
              <p:nvPr/>
            </p:nvSpPr>
            <p:spPr>
              <a:xfrm>
                <a:off x="11850247" y="2791391"/>
                <a:ext cx="201854" cy="201172"/>
              </a:xfrm>
              <a:custGeom>
                <a:avLst/>
                <a:gdLst>
                  <a:gd name="connsiteX0" fmla="*/ 21140 w 201854"/>
                  <a:gd name="connsiteY0" fmla="*/ 201172 h 201172"/>
                  <a:gd name="connsiteX1" fmla="*/ 6138 w 201854"/>
                  <a:gd name="connsiteY1" fmla="*/ 195717 h 201172"/>
                  <a:gd name="connsiteX2" fmla="*/ 6138 w 201854"/>
                  <a:gd name="connsiteY2" fmla="*/ 167075 h 201172"/>
                  <a:gd name="connsiteX3" fmla="*/ 167075 w 201854"/>
                  <a:gd name="connsiteY3" fmla="*/ 6138 h 201172"/>
                  <a:gd name="connsiteX4" fmla="*/ 195717 w 201854"/>
                  <a:gd name="connsiteY4" fmla="*/ 6138 h 201172"/>
                  <a:gd name="connsiteX5" fmla="*/ 195717 w 201854"/>
                  <a:gd name="connsiteY5" fmla="*/ 34779 h 201172"/>
                  <a:gd name="connsiteX6" fmla="*/ 34779 w 201854"/>
                  <a:gd name="connsiteY6" fmla="*/ 195717 h 201172"/>
                  <a:gd name="connsiteX7" fmla="*/ 21140 w 201854"/>
                  <a:gd name="connsiteY7" fmla="*/ 201172 h 201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854" h="201172">
                    <a:moveTo>
                      <a:pt x="21140" y="201172"/>
                    </a:moveTo>
                    <a:cubicBezTo>
                      <a:pt x="15684" y="201172"/>
                      <a:pt x="10229" y="199808"/>
                      <a:pt x="6138" y="195717"/>
                    </a:cubicBezTo>
                    <a:cubicBezTo>
                      <a:pt x="-2046" y="187534"/>
                      <a:pt x="-2046" y="175259"/>
                      <a:pt x="6138" y="167075"/>
                    </a:cubicBezTo>
                    <a:lnTo>
                      <a:pt x="167075" y="6138"/>
                    </a:lnTo>
                    <a:cubicBezTo>
                      <a:pt x="175259" y="-2046"/>
                      <a:pt x="187533" y="-2046"/>
                      <a:pt x="195717" y="6138"/>
                    </a:cubicBezTo>
                    <a:cubicBezTo>
                      <a:pt x="203900" y="14321"/>
                      <a:pt x="203900" y="26596"/>
                      <a:pt x="195717" y="34779"/>
                    </a:cubicBezTo>
                    <a:lnTo>
                      <a:pt x="34779" y="195717"/>
                    </a:lnTo>
                    <a:cubicBezTo>
                      <a:pt x="32051" y="198444"/>
                      <a:pt x="26596" y="201172"/>
                      <a:pt x="21140" y="201172"/>
                    </a:cubicBezTo>
                    <a:close/>
                  </a:path>
                </a:pathLst>
              </a:custGeom>
              <a:grpFill/>
              <a:ln w="13637"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99371C9-AAB8-4990-AF86-662CB91C0ACB}"/>
                  </a:ext>
                </a:extLst>
              </p:cNvPr>
              <p:cNvSpPr/>
              <p:nvPr/>
            </p:nvSpPr>
            <p:spPr>
              <a:xfrm>
                <a:off x="11850247" y="2791391"/>
                <a:ext cx="201854" cy="201172"/>
              </a:xfrm>
              <a:custGeom>
                <a:avLst/>
                <a:gdLst>
                  <a:gd name="connsiteX0" fmla="*/ 182078 w 201854"/>
                  <a:gd name="connsiteY0" fmla="*/ 201172 h 201172"/>
                  <a:gd name="connsiteX1" fmla="*/ 167075 w 201854"/>
                  <a:gd name="connsiteY1" fmla="*/ 195717 h 201172"/>
                  <a:gd name="connsiteX2" fmla="*/ 6138 w 201854"/>
                  <a:gd name="connsiteY2" fmla="*/ 34779 h 201172"/>
                  <a:gd name="connsiteX3" fmla="*/ 6138 w 201854"/>
                  <a:gd name="connsiteY3" fmla="*/ 6138 h 201172"/>
                  <a:gd name="connsiteX4" fmla="*/ 34779 w 201854"/>
                  <a:gd name="connsiteY4" fmla="*/ 6138 h 201172"/>
                  <a:gd name="connsiteX5" fmla="*/ 195717 w 201854"/>
                  <a:gd name="connsiteY5" fmla="*/ 167075 h 201172"/>
                  <a:gd name="connsiteX6" fmla="*/ 195717 w 201854"/>
                  <a:gd name="connsiteY6" fmla="*/ 195717 h 201172"/>
                  <a:gd name="connsiteX7" fmla="*/ 182078 w 201854"/>
                  <a:gd name="connsiteY7" fmla="*/ 201172 h 201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854" h="201172">
                    <a:moveTo>
                      <a:pt x="182078" y="201172"/>
                    </a:moveTo>
                    <a:cubicBezTo>
                      <a:pt x="176622" y="201172"/>
                      <a:pt x="171167" y="199808"/>
                      <a:pt x="167075" y="195717"/>
                    </a:cubicBezTo>
                    <a:lnTo>
                      <a:pt x="6138" y="34779"/>
                    </a:lnTo>
                    <a:cubicBezTo>
                      <a:pt x="-2046" y="26596"/>
                      <a:pt x="-2046" y="14321"/>
                      <a:pt x="6138" y="6138"/>
                    </a:cubicBezTo>
                    <a:cubicBezTo>
                      <a:pt x="14321" y="-2046"/>
                      <a:pt x="26596" y="-2046"/>
                      <a:pt x="34779" y="6138"/>
                    </a:cubicBezTo>
                    <a:lnTo>
                      <a:pt x="195717" y="167075"/>
                    </a:lnTo>
                    <a:cubicBezTo>
                      <a:pt x="203900" y="175259"/>
                      <a:pt x="203900" y="187534"/>
                      <a:pt x="195717" y="195717"/>
                    </a:cubicBezTo>
                    <a:cubicBezTo>
                      <a:pt x="192989" y="198444"/>
                      <a:pt x="187533" y="201172"/>
                      <a:pt x="182078" y="201172"/>
                    </a:cubicBezTo>
                    <a:close/>
                  </a:path>
                </a:pathLst>
              </a:custGeom>
              <a:grpFill/>
              <a:ln w="13637" cap="flat">
                <a:noFill/>
                <a:prstDash val="solid"/>
                <a:miter/>
              </a:ln>
            </p:spPr>
            <p:txBody>
              <a:bodyPr rtlCol="0" anchor="ctr"/>
              <a:lstStyle/>
              <a:p>
                <a:endParaRPr lang="en-US"/>
              </a:p>
            </p:txBody>
          </p:sp>
        </p:grpSp>
        <p:grpSp>
          <p:nvGrpSpPr>
            <p:cNvPr id="44" name="Graphic 1">
              <a:extLst>
                <a:ext uri="{FF2B5EF4-FFF2-40B4-BE49-F238E27FC236}">
                  <a16:creationId xmlns:a16="http://schemas.microsoft.com/office/drawing/2014/main" id="{1A1A54C8-17FD-499E-A8FB-D3B0E0132D9E}"/>
                </a:ext>
              </a:extLst>
            </p:cNvPr>
            <p:cNvGrpSpPr/>
            <p:nvPr/>
          </p:nvGrpSpPr>
          <p:grpSpPr>
            <a:xfrm>
              <a:off x="7442870" y="4601941"/>
              <a:ext cx="268684" cy="268684"/>
              <a:chOff x="7442870" y="4601941"/>
              <a:chExt cx="268684" cy="268684"/>
            </a:xfrm>
            <a:grpFill/>
          </p:grpSpPr>
          <p:sp>
            <p:nvSpPr>
              <p:cNvPr id="45" name="Freeform: Shape 44">
                <a:extLst>
                  <a:ext uri="{FF2B5EF4-FFF2-40B4-BE49-F238E27FC236}">
                    <a16:creationId xmlns:a16="http://schemas.microsoft.com/office/drawing/2014/main" id="{332698E0-0688-43C7-A60C-53AE11641D8F}"/>
                  </a:ext>
                </a:extLst>
              </p:cNvPr>
              <p:cNvSpPr/>
              <p:nvPr/>
            </p:nvSpPr>
            <p:spPr>
              <a:xfrm>
                <a:off x="7556072" y="4601941"/>
                <a:ext cx="40916" cy="268684"/>
              </a:xfrm>
              <a:custGeom>
                <a:avLst/>
                <a:gdLst>
                  <a:gd name="connsiteX0" fmla="*/ 20458 w 40916"/>
                  <a:gd name="connsiteY0" fmla="*/ 268684 h 268684"/>
                  <a:gd name="connsiteX1" fmla="*/ 0 w 40916"/>
                  <a:gd name="connsiteY1" fmla="*/ 248226 h 268684"/>
                  <a:gd name="connsiteX2" fmla="*/ 0 w 40916"/>
                  <a:gd name="connsiteY2" fmla="*/ 20458 h 268684"/>
                  <a:gd name="connsiteX3" fmla="*/ 20458 w 40916"/>
                  <a:gd name="connsiteY3" fmla="*/ 0 h 268684"/>
                  <a:gd name="connsiteX4" fmla="*/ 40916 w 40916"/>
                  <a:gd name="connsiteY4" fmla="*/ 20458 h 268684"/>
                  <a:gd name="connsiteX5" fmla="*/ 40916 w 40916"/>
                  <a:gd name="connsiteY5" fmla="*/ 248226 h 268684"/>
                  <a:gd name="connsiteX6" fmla="*/ 20458 w 40916"/>
                  <a:gd name="connsiteY6" fmla="*/ 268684 h 268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916" h="268684">
                    <a:moveTo>
                      <a:pt x="20458" y="268684"/>
                    </a:moveTo>
                    <a:cubicBezTo>
                      <a:pt x="9547" y="268684"/>
                      <a:pt x="0" y="259137"/>
                      <a:pt x="0" y="248226"/>
                    </a:cubicBezTo>
                    <a:lnTo>
                      <a:pt x="0" y="20458"/>
                    </a:lnTo>
                    <a:cubicBezTo>
                      <a:pt x="0" y="9547"/>
                      <a:pt x="9547" y="0"/>
                      <a:pt x="20458" y="0"/>
                    </a:cubicBezTo>
                    <a:cubicBezTo>
                      <a:pt x="31369" y="0"/>
                      <a:pt x="40916" y="9547"/>
                      <a:pt x="40916" y="20458"/>
                    </a:cubicBezTo>
                    <a:lnTo>
                      <a:pt x="40916" y="248226"/>
                    </a:lnTo>
                    <a:cubicBezTo>
                      <a:pt x="40916" y="260501"/>
                      <a:pt x="31369" y="268684"/>
                      <a:pt x="20458" y="268684"/>
                    </a:cubicBezTo>
                    <a:close/>
                  </a:path>
                </a:pathLst>
              </a:custGeom>
              <a:grpFill/>
              <a:ln w="13637"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9A284A0D-90F1-4538-9177-96AD13EA901C}"/>
                  </a:ext>
                </a:extLst>
              </p:cNvPr>
              <p:cNvSpPr/>
              <p:nvPr/>
            </p:nvSpPr>
            <p:spPr>
              <a:xfrm>
                <a:off x="7442870" y="4716507"/>
                <a:ext cx="268684" cy="40916"/>
              </a:xfrm>
              <a:custGeom>
                <a:avLst/>
                <a:gdLst>
                  <a:gd name="connsiteX0" fmla="*/ 246862 w 268684"/>
                  <a:gd name="connsiteY0" fmla="*/ 40916 h 40916"/>
                  <a:gd name="connsiteX1" fmla="*/ 20458 w 268684"/>
                  <a:gd name="connsiteY1" fmla="*/ 40916 h 40916"/>
                  <a:gd name="connsiteX2" fmla="*/ 0 w 268684"/>
                  <a:gd name="connsiteY2" fmla="*/ 20458 h 40916"/>
                  <a:gd name="connsiteX3" fmla="*/ 20458 w 268684"/>
                  <a:gd name="connsiteY3" fmla="*/ 0 h 40916"/>
                  <a:gd name="connsiteX4" fmla="*/ 248226 w 268684"/>
                  <a:gd name="connsiteY4" fmla="*/ 0 h 40916"/>
                  <a:gd name="connsiteX5" fmla="*/ 268684 w 268684"/>
                  <a:gd name="connsiteY5" fmla="*/ 20458 h 40916"/>
                  <a:gd name="connsiteX6" fmla="*/ 246862 w 268684"/>
                  <a:gd name="connsiteY6" fmla="*/ 40916 h 40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8684" h="40916">
                    <a:moveTo>
                      <a:pt x="246862" y="40916"/>
                    </a:moveTo>
                    <a:lnTo>
                      <a:pt x="20458" y="40916"/>
                    </a:lnTo>
                    <a:cubicBezTo>
                      <a:pt x="9547" y="40916"/>
                      <a:pt x="0" y="31369"/>
                      <a:pt x="0" y="20458"/>
                    </a:cubicBezTo>
                    <a:cubicBezTo>
                      <a:pt x="0" y="9547"/>
                      <a:pt x="9547" y="0"/>
                      <a:pt x="20458" y="0"/>
                    </a:cubicBezTo>
                    <a:lnTo>
                      <a:pt x="248226" y="0"/>
                    </a:lnTo>
                    <a:cubicBezTo>
                      <a:pt x="259137" y="0"/>
                      <a:pt x="268684" y="9547"/>
                      <a:pt x="268684" y="20458"/>
                    </a:cubicBezTo>
                    <a:cubicBezTo>
                      <a:pt x="267320" y="31369"/>
                      <a:pt x="257773" y="40916"/>
                      <a:pt x="246862" y="40916"/>
                    </a:cubicBezTo>
                    <a:close/>
                  </a:path>
                </a:pathLst>
              </a:custGeom>
              <a:grpFill/>
              <a:ln w="13637" cap="flat">
                <a:noFill/>
                <a:prstDash val="solid"/>
                <a:miter/>
              </a:ln>
            </p:spPr>
            <p:txBody>
              <a:bodyPr rtlCol="0" anchor="ctr"/>
              <a:lstStyle/>
              <a:p>
                <a:endParaRPr lang="en-US"/>
              </a:p>
            </p:txBody>
          </p:sp>
        </p:grpSp>
        <p:grpSp>
          <p:nvGrpSpPr>
            <p:cNvPr id="58" name="Graphic 1">
              <a:extLst>
                <a:ext uri="{FF2B5EF4-FFF2-40B4-BE49-F238E27FC236}">
                  <a16:creationId xmlns:a16="http://schemas.microsoft.com/office/drawing/2014/main" id="{1A1A54C8-17FD-499E-A8FB-D3B0E0132D9E}"/>
                </a:ext>
              </a:extLst>
            </p:cNvPr>
            <p:cNvGrpSpPr/>
            <p:nvPr/>
          </p:nvGrpSpPr>
          <p:grpSpPr>
            <a:xfrm>
              <a:off x="6718864" y="3573575"/>
              <a:ext cx="201854" cy="201172"/>
              <a:chOff x="6371543" y="4014791"/>
              <a:chExt cx="201854" cy="201172"/>
            </a:xfrm>
            <a:grpFill/>
          </p:grpSpPr>
          <p:sp>
            <p:nvSpPr>
              <p:cNvPr id="59" name="Freeform: Shape 58">
                <a:extLst>
                  <a:ext uri="{FF2B5EF4-FFF2-40B4-BE49-F238E27FC236}">
                    <a16:creationId xmlns:a16="http://schemas.microsoft.com/office/drawing/2014/main" id="{39F92133-6FD7-4541-852A-525C6E39FA65}"/>
                  </a:ext>
                </a:extLst>
              </p:cNvPr>
              <p:cNvSpPr/>
              <p:nvPr/>
            </p:nvSpPr>
            <p:spPr>
              <a:xfrm>
                <a:off x="6371543" y="4014791"/>
                <a:ext cx="201854" cy="201172"/>
              </a:xfrm>
              <a:custGeom>
                <a:avLst/>
                <a:gdLst>
                  <a:gd name="connsiteX0" fmla="*/ 21140 w 201854"/>
                  <a:gd name="connsiteY0" fmla="*/ 201172 h 201172"/>
                  <a:gd name="connsiteX1" fmla="*/ 6137 w 201854"/>
                  <a:gd name="connsiteY1" fmla="*/ 195717 h 201172"/>
                  <a:gd name="connsiteX2" fmla="*/ 6137 w 201854"/>
                  <a:gd name="connsiteY2" fmla="*/ 167075 h 201172"/>
                  <a:gd name="connsiteX3" fmla="*/ 167075 w 201854"/>
                  <a:gd name="connsiteY3" fmla="*/ 6138 h 201172"/>
                  <a:gd name="connsiteX4" fmla="*/ 195717 w 201854"/>
                  <a:gd name="connsiteY4" fmla="*/ 6138 h 201172"/>
                  <a:gd name="connsiteX5" fmla="*/ 195717 w 201854"/>
                  <a:gd name="connsiteY5" fmla="*/ 34779 h 201172"/>
                  <a:gd name="connsiteX6" fmla="*/ 36143 w 201854"/>
                  <a:gd name="connsiteY6" fmla="*/ 195717 h 201172"/>
                  <a:gd name="connsiteX7" fmla="*/ 21140 w 201854"/>
                  <a:gd name="connsiteY7" fmla="*/ 201172 h 201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854" h="201172">
                    <a:moveTo>
                      <a:pt x="21140" y="201172"/>
                    </a:moveTo>
                    <a:cubicBezTo>
                      <a:pt x="15685" y="201172"/>
                      <a:pt x="10229" y="199809"/>
                      <a:pt x="6137" y="195717"/>
                    </a:cubicBezTo>
                    <a:cubicBezTo>
                      <a:pt x="-2046" y="187533"/>
                      <a:pt x="-2046" y="175259"/>
                      <a:pt x="6137" y="167075"/>
                    </a:cubicBezTo>
                    <a:lnTo>
                      <a:pt x="167075" y="6138"/>
                    </a:lnTo>
                    <a:cubicBezTo>
                      <a:pt x="175259" y="-2046"/>
                      <a:pt x="187533" y="-2046"/>
                      <a:pt x="195717" y="6138"/>
                    </a:cubicBezTo>
                    <a:cubicBezTo>
                      <a:pt x="203900" y="14321"/>
                      <a:pt x="203900" y="26596"/>
                      <a:pt x="195717" y="34779"/>
                    </a:cubicBezTo>
                    <a:lnTo>
                      <a:pt x="36143" y="195717"/>
                    </a:lnTo>
                    <a:cubicBezTo>
                      <a:pt x="32051" y="199809"/>
                      <a:pt x="26596" y="201172"/>
                      <a:pt x="21140" y="201172"/>
                    </a:cubicBezTo>
                    <a:close/>
                  </a:path>
                </a:pathLst>
              </a:custGeom>
              <a:grpFill/>
              <a:ln w="13637"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D3BA5886-0A64-4023-BD12-3C81203B3208}"/>
                  </a:ext>
                </a:extLst>
              </p:cNvPr>
              <p:cNvSpPr/>
              <p:nvPr/>
            </p:nvSpPr>
            <p:spPr>
              <a:xfrm>
                <a:off x="6371543" y="4014791"/>
                <a:ext cx="201854" cy="201172"/>
              </a:xfrm>
              <a:custGeom>
                <a:avLst/>
                <a:gdLst>
                  <a:gd name="connsiteX0" fmla="*/ 182078 w 201854"/>
                  <a:gd name="connsiteY0" fmla="*/ 201172 h 201172"/>
                  <a:gd name="connsiteX1" fmla="*/ 167075 w 201854"/>
                  <a:gd name="connsiteY1" fmla="*/ 195717 h 201172"/>
                  <a:gd name="connsiteX2" fmla="*/ 6137 w 201854"/>
                  <a:gd name="connsiteY2" fmla="*/ 34779 h 201172"/>
                  <a:gd name="connsiteX3" fmla="*/ 6137 w 201854"/>
                  <a:gd name="connsiteY3" fmla="*/ 6138 h 201172"/>
                  <a:gd name="connsiteX4" fmla="*/ 34779 w 201854"/>
                  <a:gd name="connsiteY4" fmla="*/ 6138 h 201172"/>
                  <a:gd name="connsiteX5" fmla="*/ 195717 w 201854"/>
                  <a:gd name="connsiteY5" fmla="*/ 167075 h 201172"/>
                  <a:gd name="connsiteX6" fmla="*/ 195717 w 201854"/>
                  <a:gd name="connsiteY6" fmla="*/ 195717 h 201172"/>
                  <a:gd name="connsiteX7" fmla="*/ 182078 w 201854"/>
                  <a:gd name="connsiteY7" fmla="*/ 201172 h 201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854" h="201172">
                    <a:moveTo>
                      <a:pt x="182078" y="201172"/>
                    </a:moveTo>
                    <a:cubicBezTo>
                      <a:pt x="176622" y="201172"/>
                      <a:pt x="171167" y="199809"/>
                      <a:pt x="167075" y="195717"/>
                    </a:cubicBezTo>
                    <a:lnTo>
                      <a:pt x="6137" y="34779"/>
                    </a:lnTo>
                    <a:cubicBezTo>
                      <a:pt x="-2046" y="26596"/>
                      <a:pt x="-2046" y="14321"/>
                      <a:pt x="6137" y="6138"/>
                    </a:cubicBezTo>
                    <a:cubicBezTo>
                      <a:pt x="14321" y="-2046"/>
                      <a:pt x="26596" y="-2046"/>
                      <a:pt x="34779" y="6138"/>
                    </a:cubicBezTo>
                    <a:lnTo>
                      <a:pt x="195717" y="167075"/>
                    </a:lnTo>
                    <a:cubicBezTo>
                      <a:pt x="203900" y="175259"/>
                      <a:pt x="203900" y="187533"/>
                      <a:pt x="195717" y="195717"/>
                    </a:cubicBezTo>
                    <a:cubicBezTo>
                      <a:pt x="192989" y="199809"/>
                      <a:pt x="187533" y="201172"/>
                      <a:pt x="182078" y="201172"/>
                    </a:cubicBezTo>
                    <a:close/>
                  </a:path>
                </a:pathLst>
              </a:custGeom>
              <a:grpFill/>
              <a:ln w="13637" cap="flat">
                <a:noFill/>
                <a:prstDash val="solid"/>
                <a:miter/>
              </a:ln>
            </p:spPr>
            <p:txBody>
              <a:bodyPr rtlCol="0" anchor="ctr"/>
              <a:lstStyle/>
              <a:p>
                <a:endParaRPr lang="en-US"/>
              </a:p>
            </p:txBody>
          </p:sp>
        </p:grpSp>
        <p:grpSp>
          <p:nvGrpSpPr>
            <p:cNvPr id="61" name="Graphic 1">
              <a:extLst>
                <a:ext uri="{FF2B5EF4-FFF2-40B4-BE49-F238E27FC236}">
                  <a16:creationId xmlns:a16="http://schemas.microsoft.com/office/drawing/2014/main" id="{1A1A54C8-17FD-499E-A8FB-D3B0E0132D9E}"/>
                </a:ext>
              </a:extLst>
            </p:cNvPr>
            <p:cNvGrpSpPr/>
            <p:nvPr/>
          </p:nvGrpSpPr>
          <p:grpSpPr>
            <a:xfrm>
              <a:off x="8431000" y="664420"/>
              <a:ext cx="268684" cy="268684"/>
              <a:chOff x="6460877" y="706701"/>
              <a:chExt cx="268684" cy="268684"/>
            </a:xfrm>
            <a:grpFill/>
          </p:grpSpPr>
          <p:sp>
            <p:nvSpPr>
              <p:cNvPr id="62" name="Freeform: Shape 61">
                <a:extLst>
                  <a:ext uri="{FF2B5EF4-FFF2-40B4-BE49-F238E27FC236}">
                    <a16:creationId xmlns:a16="http://schemas.microsoft.com/office/drawing/2014/main" id="{1D3E385B-4F72-46B2-AF6C-A58B4536F62A}"/>
                  </a:ext>
                </a:extLst>
              </p:cNvPr>
              <p:cNvSpPr/>
              <p:nvPr/>
            </p:nvSpPr>
            <p:spPr>
              <a:xfrm>
                <a:off x="6574079" y="706701"/>
                <a:ext cx="40916" cy="268684"/>
              </a:xfrm>
              <a:custGeom>
                <a:avLst/>
                <a:gdLst>
                  <a:gd name="connsiteX0" fmla="*/ 20458 w 40916"/>
                  <a:gd name="connsiteY0" fmla="*/ 268684 h 268684"/>
                  <a:gd name="connsiteX1" fmla="*/ 0 w 40916"/>
                  <a:gd name="connsiteY1" fmla="*/ 248226 h 268684"/>
                  <a:gd name="connsiteX2" fmla="*/ 0 w 40916"/>
                  <a:gd name="connsiteY2" fmla="*/ 20458 h 268684"/>
                  <a:gd name="connsiteX3" fmla="*/ 20458 w 40916"/>
                  <a:gd name="connsiteY3" fmla="*/ 0 h 268684"/>
                  <a:gd name="connsiteX4" fmla="*/ 40916 w 40916"/>
                  <a:gd name="connsiteY4" fmla="*/ 20458 h 268684"/>
                  <a:gd name="connsiteX5" fmla="*/ 40916 w 40916"/>
                  <a:gd name="connsiteY5" fmla="*/ 248226 h 268684"/>
                  <a:gd name="connsiteX6" fmla="*/ 20458 w 40916"/>
                  <a:gd name="connsiteY6" fmla="*/ 268684 h 268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916" h="268684">
                    <a:moveTo>
                      <a:pt x="20458" y="268684"/>
                    </a:moveTo>
                    <a:cubicBezTo>
                      <a:pt x="9547" y="268684"/>
                      <a:pt x="0" y="259137"/>
                      <a:pt x="0" y="248226"/>
                    </a:cubicBezTo>
                    <a:lnTo>
                      <a:pt x="0" y="20458"/>
                    </a:lnTo>
                    <a:cubicBezTo>
                      <a:pt x="0" y="9547"/>
                      <a:pt x="9547" y="0"/>
                      <a:pt x="20458" y="0"/>
                    </a:cubicBezTo>
                    <a:cubicBezTo>
                      <a:pt x="31369" y="0"/>
                      <a:pt x="40916" y="9547"/>
                      <a:pt x="40916" y="20458"/>
                    </a:cubicBezTo>
                    <a:lnTo>
                      <a:pt x="40916" y="248226"/>
                    </a:lnTo>
                    <a:cubicBezTo>
                      <a:pt x="40916" y="259137"/>
                      <a:pt x="31369" y="268684"/>
                      <a:pt x="20458" y="268684"/>
                    </a:cubicBezTo>
                    <a:close/>
                  </a:path>
                </a:pathLst>
              </a:custGeom>
              <a:grpFill/>
              <a:ln w="13637"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A41ECF39-D224-4F06-8E1F-EF7C52651DA9}"/>
                  </a:ext>
                </a:extLst>
              </p:cNvPr>
              <p:cNvSpPr/>
              <p:nvPr/>
            </p:nvSpPr>
            <p:spPr>
              <a:xfrm>
                <a:off x="6460877" y="819903"/>
                <a:ext cx="268684" cy="40916"/>
              </a:xfrm>
              <a:custGeom>
                <a:avLst/>
                <a:gdLst>
                  <a:gd name="connsiteX0" fmla="*/ 246862 w 268684"/>
                  <a:gd name="connsiteY0" fmla="*/ 40916 h 40916"/>
                  <a:gd name="connsiteX1" fmla="*/ 20458 w 268684"/>
                  <a:gd name="connsiteY1" fmla="*/ 40916 h 40916"/>
                  <a:gd name="connsiteX2" fmla="*/ 0 w 268684"/>
                  <a:gd name="connsiteY2" fmla="*/ 20458 h 40916"/>
                  <a:gd name="connsiteX3" fmla="*/ 20458 w 268684"/>
                  <a:gd name="connsiteY3" fmla="*/ 0 h 40916"/>
                  <a:gd name="connsiteX4" fmla="*/ 248226 w 268684"/>
                  <a:gd name="connsiteY4" fmla="*/ 0 h 40916"/>
                  <a:gd name="connsiteX5" fmla="*/ 268684 w 268684"/>
                  <a:gd name="connsiteY5" fmla="*/ 20458 h 40916"/>
                  <a:gd name="connsiteX6" fmla="*/ 246862 w 268684"/>
                  <a:gd name="connsiteY6" fmla="*/ 40916 h 40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8684" h="40916">
                    <a:moveTo>
                      <a:pt x="246862" y="40916"/>
                    </a:moveTo>
                    <a:lnTo>
                      <a:pt x="20458" y="40916"/>
                    </a:lnTo>
                    <a:cubicBezTo>
                      <a:pt x="9547" y="40916"/>
                      <a:pt x="0" y="31369"/>
                      <a:pt x="0" y="20458"/>
                    </a:cubicBezTo>
                    <a:cubicBezTo>
                      <a:pt x="0" y="9547"/>
                      <a:pt x="8183" y="0"/>
                      <a:pt x="20458" y="0"/>
                    </a:cubicBezTo>
                    <a:lnTo>
                      <a:pt x="248226" y="0"/>
                    </a:lnTo>
                    <a:cubicBezTo>
                      <a:pt x="259137" y="0"/>
                      <a:pt x="268684" y="9547"/>
                      <a:pt x="268684" y="20458"/>
                    </a:cubicBezTo>
                    <a:cubicBezTo>
                      <a:pt x="268684" y="31369"/>
                      <a:pt x="257773" y="40916"/>
                      <a:pt x="246862" y="40916"/>
                    </a:cubicBezTo>
                    <a:close/>
                  </a:path>
                </a:pathLst>
              </a:custGeom>
              <a:grpFill/>
              <a:ln w="13637" cap="flat">
                <a:noFill/>
                <a:prstDash val="solid"/>
                <a:miter/>
              </a:ln>
            </p:spPr>
            <p:txBody>
              <a:bodyPr rtlCol="0" anchor="ctr"/>
              <a:lstStyle/>
              <a:p>
                <a:endParaRPr lang="en-US"/>
              </a:p>
            </p:txBody>
          </p:sp>
        </p:grpSp>
        <p:grpSp>
          <p:nvGrpSpPr>
            <p:cNvPr id="96" name="Graphic 1">
              <a:extLst>
                <a:ext uri="{FF2B5EF4-FFF2-40B4-BE49-F238E27FC236}">
                  <a16:creationId xmlns:a16="http://schemas.microsoft.com/office/drawing/2014/main" id="{1A1A54C8-17FD-499E-A8FB-D3B0E0132D9E}"/>
                </a:ext>
              </a:extLst>
            </p:cNvPr>
            <p:cNvGrpSpPr/>
            <p:nvPr/>
          </p:nvGrpSpPr>
          <p:grpSpPr>
            <a:xfrm>
              <a:off x="11770460" y="5166587"/>
              <a:ext cx="268684" cy="268684"/>
              <a:chOff x="11770460" y="5166587"/>
              <a:chExt cx="268684" cy="268684"/>
            </a:xfrm>
            <a:grpFill/>
          </p:grpSpPr>
          <p:sp>
            <p:nvSpPr>
              <p:cNvPr id="97" name="Freeform: Shape 96">
                <a:extLst>
                  <a:ext uri="{FF2B5EF4-FFF2-40B4-BE49-F238E27FC236}">
                    <a16:creationId xmlns:a16="http://schemas.microsoft.com/office/drawing/2014/main" id="{B65E83CA-36EF-4785-9B94-7B2635F4BECA}"/>
                  </a:ext>
                </a:extLst>
              </p:cNvPr>
              <p:cNvSpPr/>
              <p:nvPr/>
            </p:nvSpPr>
            <p:spPr>
              <a:xfrm>
                <a:off x="11883662" y="5166587"/>
                <a:ext cx="40916" cy="268684"/>
              </a:xfrm>
              <a:custGeom>
                <a:avLst/>
                <a:gdLst>
                  <a:gd name="connsiteX0" fmla="*/ 20458 w 40916"/>
                  <a:gd name="connsiteY0" fmla="*/ 268684 h 268684"/>
                  <a:gd name="connsiteX1" fmla="*/ 0 w 40916"/>
                  <a:gd name="connsiteY1" fmla="*/ 248226 h 268684"/>
                  <a:gd name="connsiteX2" fmla="*/ 0 w 40916"/>
                  <a:gd name="connsiteY2" fmla="*/ 20458 h 268684"/>
                  <a:gd name="connsiteX3" fmla="*/ 20458 w 40916"/>
                  <a:gd name="connsiteY3" fmla="*/ 0 h 268684"/>
                  <a:gd name="connsiteX4" fmla="*/ 40916 w 40916"/>
                  <a:gd name="connsiteY4" fmla="*/ 20458 h 268684"/>
                  <a:gd name="connsiteX5" fmla="*/ 40916 w 40916"/>
                  <a:gd name="connsiteY5" fmla="*/ 248226 h 268684"/>
                  <a:gd name="connsiteX6" fmla="*/ 20458 w 40916"/>
                  <a:gd name="connsiteY6" fmla="*/ 268684 h 268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916" h="268684">
                    <a:moveTo>
                      <a:pt x="20458" y="268684"/>
                    </a:moveTo>
                    <a:cubicBezTo>
                      <a:pt x="9547" y="268684"/>
                      <a:pt x="0" y="259137"/>
                      <a:pt x="0" y="248226"/>
                    </a:cubicBezTo>
                    <a:lnTo>
                      <a:pt x="0" y="20458"/>
                    </a:lnTo>
                    <a:cubicBezTo>
                      <a:pt x="0" y="9547"/>
                      <a:pt x="9547" y="0"/>
                      <a:pt x="20458" y="0"/>
                    </a:cubicBezTo>
                    <a:cubicBezTo>
                      <a:pt x="31369" y="0"/>
                      <a:pt x="40916" y="9547"/>
                      <a:pt x="40916" y="20458"/>
                    </a:cubicBezTo>
                    <a:lnTo>
                      <a:pt x="40916" y="248226"/>
                    </a:lnTo>
                    <a:cubicBezTo>
                      <a:pt x="40916" y="259137"/>
                      <a:pt x="31369" y="268684"/>
                      <a:pt x="20458" y="268684"/>
                    </a:cubicBezTo>
                    <a:close/>
                  </a:path>
                </a:pathLst>
              </a:custGeom>
              <a:grpFill/>
              <a:ln w="13637"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13CBC2C6-FA1E-4BBC-879E-1D9F17C6616D}"/>
                  </a:ext>
                </a:extLst>
              </p:cNvPr>
              <p:cNvSpPr/>
              <p:nvPr/>
            </p:nvSpPr>
            <p:spPr>
              <a:xfrm>
                <a:off x="11770460" y="5279789"/>
                <a:ext cx="268684" cy="40916"/>
              </a:xfrm>
              <a:custGeom>
                <a:avLst/>
                <a:gdLst>
                  <a:gd name="connsiteX0" fmla="*/ 248226 w 268684"/>
                  <a:gd name="connsiteY0" fmla="*/ 40916 h 40916"/>
                  <a:gd name="connsiteX1" fmla="*/ 20458 w 268684"/>
                  <a:gd name="connsiteY1" fmla="*/ 40916 h 40916"/>
                  <a:gd name="connsiteX2" fmla="*/ 0 w 268684"/>
                  <a:gd name="connsiteY2" fmla="*/ 20458 h 40916"/>
                  <a:gd name="connsiteX3" fmla="*/ 20458 w 268684"/>
                  <a:gd name="connsiteY3" fmla="*/ 0 h 40916"/>
                  <a:gd name="connsiteX4" fmla="*/ 248226 w 268684"/>
                  <a:gd name="connsiteY4" fmla="*/ 0 h 40916"/>
                  <a:gd name="connsiteX5" fmla="*/ 268684 w 268684"/>
                  <a:gd name="connsiteY5" fmla="*/ 20458 h 40916"/>
                  <a:gd name="connsiteX6" fmla="*/ 248226 w 268684"/>
                  <a:gd name="connsiteY6" fmla="*/ 40916 h 40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8684" h="40916">
                    <a:moveTo>
                      <a:pt x="248226" y="40916"/>
                    </a:moveTo>
                    <a:lnTo>
                      <a:pt x="20458" y="40916"/>
                    </a:lnTo>
                    <a:cubicBezTo>
                      <a:pt x="9547" y="40916"/>
                      <a:pt x="0" y="31369"/>
                      <a:pt x="0" y="20458"/>
                    </a:cubicBezTo>
                    <a:cubicBezTo>
                      <a:pt x="0" y="9547"/>
                      <a:pt x="9547" y="0"/>
                      <a:pt x="20458" y="0"/>
                    </a:cubicBezTo>
                    <a:lnTo>
                      <a:pt x="248226" y="0"/>
                    </a:lnTo>
                    <a:cubicBezTo>
                      <a:pt x="259137" y="0"/>
                      <a:pt x="268684" y="9547"/>
                      <a:pt x="268684" y="20458"/>
                    </a:cubicBezTo>
                    <a:cubicBezTo>
                      <a:pt x="268684" y="31369"/>
                      <a:pt x="259137" y="40916"/>
                      <a:pt x="248226" y="40916"/>
                    </a:cubicBezTo>
                    <a:close/>
                  </a:path>
                </a:pathLst>
              </a:custGeom>
              <a:grpFill/>
              <a:ln w="13637" cap="flat">
                <a:noFill/>
                <a:prstDash val="solid"/>
                <a:miter/>
              </a:ln>
            </p:spPr>
            <p:txBody>
              <a:bodyPr rtlCol="0" anchor="ctr"/>
              <a:lstStyle/>
              <a:p>
                <a:endParaRPr lang="en-US"/>
              </a:p>
            </p:txBody>
          </p:sp>
        </p:grpSp>
        <p:grpSp>
          <p:nvGrpSpPr>
            <p:cNvPr id="99" name="Graphic 1">
              <a:extLst>
                <a:ext uri="{FF2B5EF4-FFF2-40B4-BE49-F238E27FC236}">
                  <a16:creationId xmlns:a16="http://schemas.microsoft.com/office/drawing/2014/main" id="{1A1A54C8-17FD-499E-A8FB-D3B0E0132D9E}"/>
                </a:ext>
              </a:extLst>
            </p:cNvPr>
            <p:cNvGrpSpPr/>
            <p:nvPr/>
          </p:nvGrpSpPr>
          <p:grpSpPr>
            <a:xfrm>
              <a:off x="7349444" y="3372403"/>
              <a:ext cx="203218" cy="201172"/>
              <a:chOff x="7349444" y="3372403"/>
              <a:chExt cx="203218" cy="201172"/>
            </a:xfrm>
            <a:grpFill/>
          </p:grpSpPr>
          <p:sp>
            <p:nvSpPr>
              <p:cNvPr id="100" name="Freeform: Shape 99">
                <a:extLst>
                  <a:ext uri="{FF2B5EF4-FFF2-40B4-BE49-F238E27FC236}">
                    <a16:creationId xmlns:a16="http://schemas.microsoft.com/office/drawing/2014/main" id="{32168F7D-7F91-45F9-8D9E-ED406C83075C}"/>
                  </a:ext>
                </a:extLst>
              </p:cNvPr>
              <p:cNvSpPr/>
              <p:nvPr/>
            </p:nvSpPr>
            <p:spPr>
              <a:xfrm>
                <a:off x="7349444" y="3372403"/>
                <a:ext cx="203218" cy="201172"/>
              </a:xfrm>
              <a:custGeom>
                <a:avLst/>
                <a:gdLst>
                  <a:gd name="connsiteX0" fmla="*/ 21140 w 203218"/>
                  <a:gd name="connsiteY0" fmla="*/ 201172 h 201172"/>
                  <a:gd name="connsiteX1" fmla="*/ 6137 w 203218"/>
                  <a:gd name="connsiteY1" fmla="*/ 195717 h 201172"/>
                  <a:gd name="connsiteX2" fmla="*/ 6137 w 203218"/>
                  <a:gd name="connsiteY2" fmla="*/ 167075 h 201172"/>
                  <a:gd name="connsiteX3" fmla="*/ 168439 w 203218"/>
                  <a:gd name="connsiteY3" fmla="*/ 6137 h 201172"/>
                  <a:gd name="connsiteX4" fmla="*/ 197081 w 203218"/>
                  <a:gd name="connsiteY4" fmla="*/ 6137 h 201172"/>
                  <a:gd name="connsiteX5" fmla="*/ 197081 w 203218"/>
                  <a:gd name="connsiteY5" fmla="*/ 34779 h 201172"/>
                  <a:gd name="connsiteX6" fmla="*/ 36143 w 203218"/>
                  <a:gd name="connsiteY6" fmla="*/ 195717 h 201172"/>
                  <a:gd name="connsiteX7" fmla="*/ 21140 w 203218"/>
                  <a:gd name="connsiteY7" fmla="*/ 201172 h 201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3218" h="201172">
                    <a:moveTo>
                      <a:pt x="21140" y="201172"/>
                    </a:moveTo>
                    <a:cubicBezTo>
                      <a:pt x="15685" y="201172"/>
                      <a:pt x="10229" y="199808"/>
                      <a:pt x="6137" y="195717"/>
                    </a:cubicBezTo>
                    <a:cubicBezTo>
                      <a:pt x="-2046" y="187533"/>
                      <a:pt x="-2046" y="175259"/>
                      <a:pt x="6137" y="167075"/>
                    </a:cubicBezTo>
                    <a:lnTo>
                      <a:pt x="168439" y="6137"/>
                    </a:lnTo>
                    <a:cubicBezTo>
                      <a:pt x="176622" y="-2046"/>
                      <a:pt x="188897" y="-2046"/>
                      <a:pt x="197081" y="6137"/>
                    </a:cubicBezTo>
                    <a:cubicBezTo>
                      <a:pt x="205264" y="14321"/>
                      <a:pt x="205264" y="26596"/>
                      <a:pt x="197081" y="34779"/>
                    </a:cubicBezTo>
                    <a:lnTo>
                      <a:pt x="36143" y="195717"/>
                    </a:lnTo>
                    <a:cubicBezTo>
                      <a:pt x="32051" y="199808"/>
                      <a:pt x="26596" y="201172"/>
                      <a:pt x="21140" y="201172"/>
                    </a:cubicBezTo>
                    <a:close/>
                  </a:path>
                </a:pathLst>
              </a:custGeom>
              <a:grpFill/>
              <a:ln w="13637"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A1AB713A-6A8E-473E-AE10-3A055BD6CB27}"/>
                  </a:ext>
                </a:extLst>
              </p:cNvPr>
              <p:cNvSpPr/>
              <p:nvPr/>
            </p:nvSpPr>
            <p:spPr>
              <a:xfrm>
                <a:off x="7350808" y="3372403"/>
                <a:ext cx="201854" cy="201172"/>
              </a:xfrm>
              <a:custGeom>
                <a:avLst/>
                <a:gdLst>
                  <a:gd name="connsiteX0" fmla="*/ 180714 w 201854"/>
                  <a:gd name="connsiteY0" fmla="*/ 201172 h 201172"/>
                  <a:gd name="connsiteX1" fmla="*/ 165711 w 201854"/>
                  <a:gd name="connsiteY1" fmla="*/ 195717 h 201172"/>
                  <a:gd name="connsiteX2" fmla="*/ 6137 w 201854"/>
                  <a:gd name="connsiteY2" fmla="*/ 34779 h 201172"/>
                  <a:gd name="connsiteX3" fmla="*/ 6137 w 201854"/>
                  <a:gd name="connsiteY3" fmla="*/ 6137 h 201172"/>
                  <a:gd name="connsiteX4" fmla="*/ 34779 w 201854"/>
                  <a:gd name="connsiteY4" fmla="*/ 6137 h 201172"/>
                  <a:gd name="connsiteX5" fmla="*/ 195717 w 201854"/>
                  <a:gd name="connsiteY5" fmla="*/ 167075 h 201172"/>
                  <a:gd name="connsiteX6" fmla="*/ 195717 w 201854"/>
                  <a:gd name="connsiteY6" fmla="*/ 195717 h 201172"/>
                  <a:gd name="connsiteX7" fmla="*/ 180714 w 201854"/>
                  <a:gd name="connsiteY7" fmla="*/ 201172 h 201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854" h="201172">
                    <a:moveTo>
                      <a:pt x="180714" y="201172"/>
                    </a:moveTo>
                    <a:cubicBezTo>
                      <a:pt x="175259" y="201172"/>
                      <a:pt x="169803" y="199808"/>
                      <a:pt x="165711" y="195717"/>
                    </a:cubicBezTo>
                    <a:lnTo>
                      <a:pt x="6137" y="34779"/>
                    </a:lnTo>
                    <a:cubicBezTo>
                      <a:pt x="-2046" y="26596"/>
                      <a:pt x="-2046" y="14321"/>
                      <a:pt x="6137" y="6137"/>
                    </a:cubicBezTo>
                    <a:cubicBezTo>
                      <a:pt x="14321" y="-2046"/>
                      <a:pt x="26596" y="-2046"/>
                      <a:pt x="34779" y="6137"/>
                    </a:cubicBezTo>
                    <a:lnTo>
                      <a:pt x="195717" y="167075"/>
                    </a:lnTo>
                    <a:cubicBezTo>
                      <a:pt x="203900" y="175259"/>
                      <a:pt x="203900" y="187533"/>
                      <a:pt x="195717" y="195717"/>
                    </a:cubicBezTo>
                    <a:cubicBezTo>
                      <a:pt x="191625" y="199808"/>
                      <a:pt x="186170" y="201172"/>
                      <a:pt x="180714" y="201172"/>
                    </a:cubicBezTo>
                    <a:close/>
                  </a:path>
                </a:pathLst>
              </a:custGeom>
              <a:grpFill/>
              <a:ln w="13637" cap="flat">
                <a:noFill/>
                <a:prstDash val="solid"/>
                <a:miter/>
              </a:ln>
            </p:spPr>
            <p:txBody>
              <a:bodyPr rtlCol="0" anchor="ctr"/>
              <a:lstStyle/>
              <a:p>
                <a:endParaRPr lang="en-US"/>
              </a:p>
            </p:txBody>
          </p:sp>
        </p:grpSp>
        <p:grpSp>
          <p:nvGrpSpPr>
            <p:cNvPr id="102" name="Graphic 1">
              <a:extLst>
                <a:ext uri="{FF2B5EF4-FFF2-40B4-BE49-F238E27FC236}">
                  <a16:creationId xmlns:a16="http://schemas.microsoft.com/office/drawing/2014/main" id="{1A1A54C8-17FD-499E-A8FB-D3B0E0132D9E}"/>
                </a:ext>
              </a:extLst>
            </p:cNvPr>
            <p:cNvGrpSpPr/>
            <p:nvPr/>
          </p:nvGrpSpPr>
          <p:grpSpPr>
            <a:xfrm>
              <a:off x="11327881" y="798762"/>
              <a:ext cx="201854" cy="202536"/>
              <a:chOff x="11327881" y="798762"/>
              <a:chExt cx="201854" cy="202536"/>
            </a:xfrm>
            <a:grpFill/>
          </p:grpSpPr>
          <p:sp>
            <p:nvSpPr>
              <p:cNvPr id="103" name="Freeform: Shape 102">
                <a:extLst>
                  <a:ext uri="{FF2B5EF4-FFF2-40B4-BE49-F238E27FC236}">
                    <a16:creationId xmlns:a16="http://schemas.microsoft.com/office/drawing/2014/main" id="{84506B59-AE7A-452F-ABC8-33C5299F8245}"/>
                  </a:ext>
                </a:extLst>
              </p:cNvPr>
              <p:cNvSpPr/>
              <p:nvPr/>
            </p:nvSpPr>
            <p:spPr>
              <a:xfrm>
                <a:off x="11327881" y="800126"/>
                <a:ext cx="201854" cy="201172"/>
              </a:xfrm>
              <a:custGeom>
                <a:avLst/>
                <a:gdLst>
                  <a:gd name="connsiteX0" fmla="*/ 21140 w 201854"/>
                  <a:gd name="connsiteY0" fmla="*/ 201172 h 201172"/>
                  <a:gd name="connsiteX1" fmla="*/ 6137 w 201854"/>
                  <a:gd name="connsiteY1" fmla="*/ 195717 h 201172"/>
                  <a:gd name="connsiteX2" fmla="*/ 6137 w 201854"/>
                  <a:gd name="connsiteY2" fmla="*/ 167075 h 201172"/>
                  <a:gd name="connsiteX3" fmla="*/ 167075 w 201854"/>
                  <a:gd name="connsiteY3" fmla="*/ 6137 h 201172"/>
                  <a:gd name="connsiteX4" fmla="*/ 195717 w 201854"/>
                  <a:gd name="connsiteY4" fmla="*/ 6137 h 201172"/>
                  <a:gd name="connsiteX5" fmla="*/ 195717 w 201854"/>
                  <a:gd name="connsiteY5" fmla="*/ 34779 h 201172"/>
                  <a:gd name="connsiteX6" fmla="*/ 36143 w 201854"/>
                  <a:gd name="connsiteY6" fmla="*/ 194353 h 201172"/>
                  <a:gd name="connsiteX7" fmla="*/ 21140 w 201854"/>
                  <a:gd name="connsiteY7" fmla="*/ 201172 h 201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854" h="201172">
                    <a:moveTo>
                      <a:pt x="21140" y="201172"/>
                    </a:moveTo>
                    <a:cubicBezTo>
                      <a:pt x="15685" y="201172"/>
                      <a:pt x="10229" y="199808"/>
                      <a:pt x="6137" y="195717"/>
                    </a:cubicBezTo>
                    <a:cubicBezTo>
                      <a:pt x="-2046" y="187533"/>
                      <a:pt x="-2046" y="175259"/>
                      <a:pt x="6137" y="167075"/>
                    </a:cubicBezTo>
                    <a:lnTo>
                      <a:pt x="167075" y="6137"/>
                    </a:lnTo>
                    <a:cubicBezTo>
                      <a:pt x="175259" y="-2046"/>
                      <a:pt x="187533" y="-2046"/>
                      <a:pt x="195717" y="6137"/>
                    </a:cubicBezTo>
                    <a:cubicBezTo>
                      <a:pt x="203900" y="14321"/>
                      <a:pt x="203900" y="26596"/>
                      <a:pt x="195717" y="34779"/>
                    </a:cubicBezTo>
                    <a:lnTo>
                      <a:pt x="36143" y="194353"/>
                    </a:lnTo>
                    <a:cubicBezTo>
                      <a:pt x="32051" y="198445"/>
                      <a:pt x="26595" y="201172"/>
                      <a:pt x="21140" y="201172"/>
                    </a:cubicBezTo>
                    <a:close/>
                  </a:path>
                </a:pathLst>
              </a:custGeom>
              <a:grpFill/>
              <a:ln w="13637"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A6C3327D-645B-42E9-B04E-1FCE9915B6ED}"/>
                  </a:ext>
                </a:extLst>
              </p:cNvPr>
              <p:cNvSpPr/>
              <p:nvPr/>
            </p:nvSpPr>
            <p:spPr>
              <a:xfrm>
                <a:off x="11327881" y="798762"/>
                <a:ext cx="201854" cy="202536"/>
              </a:xfrm>
              <a:custGeom>
                <a:avLst/>
                <a:gdLst>
                  <a:gd name="connsiteX0" fmla="*/ 182078 w 201854"/>
                  <a:gd name="connsiteY0" fmla="*/ 202536 h 202536"/>
                  <a:gd name="connsiteX1" fmla="*/ 167075 w 201854"/>
                  <a:gd name="connsiteY1" fmla="*/ 197081 h 202536"/>
                  <a:gd name="connsiteX2" fmla="*/ 6137 w 201854"/>
                  <a:gd name="connsiteY2" fmla="*/ 34779 h 202536"/>
                  <a:gd name="connsiteX3" fmla="*/ 6137 w 201854"/>
                  <a:gd name="connsiteY3" fmla="*/ 6137 h 202536"/>
                  <a:gd name="connsiteX4" fmla="*/ 34779 w 201854"/>
                  <a:gd name="connsiteY4" fmla="*/ 6137 h 202536"/>
                  <a:gd name="connsiteX5" fmla="*/ 195717 w 201854"/>
                  <a:gd name="connsiteY5" fmla="*/ 167075 h 202536"/>
                  <a:gd name="connsiteX6" fmla="*/ 195717 w 201854"/>
                  <a:gd name="connsiteY6" fmla="*/ 195717 h 202536"/>
                  <a:gd name="connsiteX7" fmla="*/ 182078 w 201854"/>
                  <a:gd name="connsiteY7" fmla="*/ 202536 h 202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854" h="202536">
                    <a:moveTo>
                      <a:pt x="182078" y="202536"/>
                    </a:moveTo>
                    <a:cubicBezTo>
                      <a:pt x="176622" y="202536"/>
                      <a:pt x="171167" y="201172"/>
                      <a:pt x="167075" y="197081"/>
                    </a:cubicBezTo>
                    <a:lnTo>
                      <a:pt x="6137" y="34779"/>
                    </a:lnTo>
                    <a:cubicBezTo>
                      <a:pt x="-2046" y="26596"/>
                      <a:pt x="-2046" y="14321"/>
                      <a:pt x="6137" y="6137"/>
                    </a:cubicBezTo>
                    <a:cubicBezTo>
                      <a:pt x="14321" y="-2046"/>
                      <a:pt x="26595" y="-2046"/>
                      <a:pt x="34779" y="6137"/>
                    </a:cubicBezTo>
                    <a:lnTo>
                      <a:pt x="195717" y="167075"/>
                    </a:lnTo>
                    <a:cubicBezTo>
                      <a:pt x="203900" y="175259"/>
                      <a:pt x="203900" y="187533"/>
                      <a:pt x="195717" y="195717"/>
                    </a:cubicBezTo>
                    <a:cubicBezTo>
                      <a:pt x="191625" y="199808"/>
                      <a:pt x="187533" y="202536"/>
                      <a:pt x="182078" y="202536"/>
                    </a:cubicBezTo>
                    <a:close/>
                  </a:path>
                </a:pathLst>
              </a:custGeom>
              <a:grpFill/>
              <a:ln w="13637" cap="flat">
                <a:noFill/>
                <a:prstDash val="solid"/>
                <a:miter/>
              </a:ln>
            </p:spPr>
            <p:txBody>
              <a:bodyPr rtlCol="0" anchor="ctr"/>
              <a:lstStyle/>
              <a:p>
                <a:endParaRPr lang="en-US"/>
              </a:p>
            </p:txBody>
          </p:sp>
        </p:grpSp>
      </p:grpSp>
      <p:sp>
        <p:nvSpPr>
          <p:cNvPr id="105" name="Freeform: Shape 104">
            <a:extLst>
              <a:ext uri="{FF2B5EF4-FFF2-40B4-BE49-F238E27FC236}">
                <a16:creationId xmlns:a16="http://schemas.microsoft.com/office/drawing/2014/main" id="{08EB32BB-8F88-4F42-8338-13489561938E}"/>
              </a:ext>
            </a:extLst>
          </p:cNvPr>
          <p:cNvSpPr/>
          <p:nvPr/>
        </p:nvSpPr>
        <p:spPr>
          <a:xfrm>
            <a:off x="7166002" y="5769422"/>
            <a:ext cx="4258032" cy="253681"/>
          </a:xfrm>
          <a:custGeom>
            <a:avLst/>
            <a:gdLst>
              <a:gd name="connsiteX0" fmla="*/ 4258032 w 4258032"/>
              <a:gd name="connsiteY0" fmla="*/ 126841 h 253681"/>
              <a:gd name="connsiteX1" fmla="*/ 2129016 w 4258032"/>
              <a:gd name="connsiteY1" fmla="*/ 253681 h 253681"/>
              <a:gd name="connsiteX2" fmla="*/ 0 w 4258032"/>
              <a:gd name="connsiteY2" fmla="*/ 126841 h 253681"/>
              <a:gd name="connsiteX3" fmla="*/ 2129016 w 4258032"/>
              <a:gd name="connsiteY3" fmla="*/ 0 h 253681"/>
              <a:gd name="connsiteX4" fmla="*/ 4258032 w 4258032"/>
              <a:gd name="connsiteY4" fmla="*/ 126841 h 2536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8032" h="253681">
                <a:moveTo>
                  <a:pt x="4258032" y="126841"/>
                </a:moveTo>
                <a:cubicBezTo>
                  <a:pt x="4258032" y="196893"/>
                  <a:pt x="3304839" y="253681"/>
                  <a:pt x="2129016" y="253681"/>
                </a:cubicBezTo>
                <a:cubicBezTo>
                  <a:pt x="953193" y="253681"/>
                  <a:pt x="0" y="196893"/>
                  <a:pt x="0" y="126841"/>
                </a:cubicBezTo>
                <a:cubicBezTo>
                  <a:pt x="0" y="56788"/>
                  <a:pt x="953193" y="0"/>
                  <a:pt x="2129016" y="0"/>
                </a:cubicBezTo>
                <a:cubicBezTo>
                  <a:pt x="3304839" y="0"/>
                  <a:pt x="4258032" y="56789"/>
                  <a:pt x="4258032" y="126841"/>
                </a:cubicBezTo>
                <a:close/>
              </a:path>
            </a:pathLst>
          </a:custGeom>
          <a:solidFill>
            <a:srgbClr val="DDDDDD"/>
          </a:solidFill>
          <a:ln w="13637" cap="flat">
            <a:noFill/>
            <a:prstDash val="solid"/>
            <a:miter/>
          </a:ln>
        </p:spPr>
        <p:txBody>
          <a:bodyPr rtlCol="0" anchor="ctr"/>
          <a:lstStyle/>
          <a:p>
            <a:endParaRPr lang="en-US"/>
          </a:p>
        </p:txBody>
      </p:sp>
      <p:grpSp>
        <p:nvGrpSpPr>
          <p:cNvPr id="106" name="Graphic 1">
            <a:extLst>
              <a:ext uri="{FF2B5EF4-FFF2-40B4-BE49-F238E27FC236}">
                <a16:creationId xmlns:a16="http://schemas.microsoft.com/office/drawing/2014/main" id="{1A1A54C8-17FD-499E-A8FB-D3B0E0132D9E}"/>
              </a:ext>
            </a:extLst>
          </p:cNvPr>
          <p:cNvGrpSpPr/>
          <p:nvPr/>
        </p:nvGrpSpPr>
        <p:grpSpPr>
          <a:xfrm>
            <a:off x="9218641" y="1032668"/>
            <a:ext cx="1613469" cy="1213852"/>
            <a:chOff x="9218641" y="1032668"/>
            <a:chExt cx="1613469" cy="1213852"/>
          </a:xfrm>
        </p:grpSpPr>
        <p:sp>
          <p:nvSpPr>
            <p:cNvPr id="107" name="Freeform: Shape 106">
              <a:extLst>
                <a:ext uri="{FF2B5EF4-FFF2-40B4-BE49-F238E27FC236}">
                  <a16:creationId xmlns:a16="http://schemas.microsoft.com/office/drawing/2014/main" id="{EB7697CC-1BDC-4F87-B870-9E8E88B5DFE1}"/>
                </a:ext>
              </a:extLst>
            </p:cNvPr>
            <p:cNvSpPr/>
            <p:nvPr/>
          </p:nvSpPr>
          <p:spPr>
            <a:xfrm>
              <a:off x="9233644" y="1032668"/>
              <a:ext cx="1598466" cy="1027001"/>
            </a:xfrm>
            <a:custGeom>
              <a:avLst/>
              <a:gdLst>
                <a:gd name="connsiteX0" fmla="*/ 0 w 1598466"/>
                <a:gd name="connsiteY0" fmla="*/ 0 h 1027001"/>
                <a:gd name="connsiteX1" fmla="*/ 561918 w 1598466"/>
                <a:gd name="connsiteY1" fmla="*/ 844242 h 1027001"/>
                <a:gd name="connsiteX2" fmla="*/ 1598467 w 1598466"/>
                <a:gd name="connsiteY2" fmla="*/ 1027001 h 1027001"/>
                <a:gd name="connsiteX3" fmla="*/ 1027001 w 1598466"/>
                <a:gd name="connsiteY3" fmla="*/ 162302 h 1027001"/>
              </a:gdLst>
              <a:ahLst/>
              <a:cxnLst>
                <a:cxn ang="0">
                  <a:pos x="connsiteX0" y="connsiteY0"/>
                </a:cxn>
                <a:cxn ang="0">
                  <a:pos x="connsiteX1" y="connsiteY1"/>
                </a:cxn>
                <a:cxn ang="0">
                  <a:pos x="connsiteX2" y="connsiteY2"/>
                </a:cxn>
                <a:cxn ang="0">
                  <a:pos x="connsiteX3" y="connsiteY3"/>
                </a:cxn>
              </a:cxnLst>
              <a:rect l="l" t="t" r="r" b="b"/>
              <a:pathLst>
                <a:path w="1598466" h="1027001">
                  <a:moveTo>
                    <a:pt x="0" y="0"/>
                  </a:moveTo>
                  <a:lnTo>
                    <a:pt x="561918" y="844242"/>
                  </a:lnTo>
                  <a:lnTo>
                    <a:pt x="1598467" y="1027001"/>
                  </a:lnTo>
                  <a:lnTo>
                    <a:pt x="1027001" y="162302"/>
                  </a:lnTo>
                  <a:close/>
                </a:path>
              </a:pathLst>
            </a:custGeom>
            <a:solidFill>
              <a:schemeClr val="accent2">
                <a:lumMod val="50000"/>
              </a:schemeClr>
            </a:solidFill>
            <a:ln w="13637"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07549CFC-CFE7-4CA3-AFBD-33EA0918BFA1}"/>
                </a:ext>
              </a:extLst>
            </p:cNvPr>
            <p:cNvSpPr/>
            <p:nvPr/>
          </p:nvSpPr>
          <p:spPr>
            <a:xfrm>
              <a:off x="9218641" y="1032668"/>
              <a:ext cx="1613469" cy="1042004"/>
            </a:xfrm>
            <a:custGeom>
              <a:avLst/>
              <a:gdLst>
                <a:gd name="connsiteX0" fmla="*/ 15003 w 1613469"/>
                <a:gd name="connsiteY0" fmla="*/ 0 h 1042004"/>
                <a:gd name="connsiteX1" fmla="*/ 0 w 1613469"/>
                <a:gd name="connsiteY1" fmla="*/ 15003 h 1042004"/>
                <a:gd name="connsiteX2" fmla="*/ 1598467 w 1613469"/>
                <a:gd name="connsiteY2" fmla="*/ 1042004 h 1042004"/>
                <a:gd name="connsiteX3" fmla="*/ 1613470 w 1613469"/>
                <a:gd name="connsiteY3" fmla="*/ 1027001 h 1042004"/>
              </a:gdLst>
              <a:ahLst/>
              <a:cxnLst>
                <a:cxn ang="0">
                  <a:pos x="connsiteX0" y="connsiteY0"/>
                </a:cxn>
                <a:cxn ang="0">
                  <a:pos x="connsiteX1" y="connsiteY1"/>
                </a:cxn>
                <a:cxn ang="0">
                  <a:pos x="connsiteX2" y="connsiteY2"/>
                </a:cxn>
                <a:cxn ang="0">
                  <a:pos x="connsiteX3" y="connsiteY3"/>
                </a:cxn>
              </a:cxnLst>
              <a:rect l="l" t="t" r="r" b="b"/>
              <a:pathLst>
                <a:path w="1613469" h="1042004">
                  <a:moveTo>
                    <a:pt x="15003" y="0"/>
                  </a:moveTo>
                  <a:lnTo>
                    <a:pt x="0" y="15003"/>
                  </a:lnTo>
                  <a:lnTo>
                    <a:pt x="1598467" y="1042004"/>
                  </a:lnTo>
                  <a:lnTo>
                    <a:pt x="1613470" y="1027001"/>
                  </a:lnTo>
                  <a:close/>
                </a:path>
              </a:pathLst>
            </a:custGeom>
            <a:solidFill>
              <a:srgbClr val="2C3A45"/>
            </a:solidFill>
            <a:ln w="13637"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B4750099-1C57-4C92-A0B2-7CFAC6FEFD9D}"/>
                </a:ext>
              </a:extLst>
            </p:cNvPr>
            <p:cNvSpPr/>
            <p:nvPr/>
          </p:nvSpPr>
          <p:spPr>
            <a:xfrm>
              <a:off x="9218641" y="1047670"/>
              <a:ext cx="1598466" cy="1027001"/>
            </a:xfrm>
            <a:custGeom>
              <a:avLst/>
              <a:gdLst>
                <a:gd name="connsiteX0" fmla="*/ 0 w 1598466"/>
                <a:gd name="connsiteY0" fmla="*/ 0 h 1027001"/>
                <a:gd name="connsiteX1" fmla="*/ 561918 w 1598466"/>
                <a:gd name="connsiteY1" fmla="*/ 844242 h 1027001"/>
                <a:gd name="connsiteX2" fmla="*/ 1598467 w 1598466"/>
                <a:gd name="connsiteY2" fmla="*/ 1027002 h 1027001"/>
                <a:gd name="connsiteX3" fmla="*/ 1027001 w 1598466"/>
                <a:gd name="connsiteY3" fmla="*/ 162302 h 1027001"/>
              </a:gdLst>
              <a:ahLst/>
              <a:cxnLst>
                <a:cxn ang="0">
                  <a:pos x="connsiteX0" y="connsiteY0"/>
                </a:cxn>
                <a:cxn ang="0">
                  <a:pos x="connsiteX1" y="connsiteY1"/>
                </a:cxn>
                <a:cxn ang="0">
                  <a:pos x="connsiteX2" y="connsiteY2"/>
                </a:cxn>
                <a:cxn ang="0">
                  <a:pos x="connsiteX3" y="connsiteY3"/>
                </a:cxn>
              </a:cxnLst>
              <a:rect l="l" t="t" r="r" b="b"/>
              <a:pathLst>
                <a:path w="1598466" h="1027001">
                  <a:moveTo>
                    <a:pt x="0" y="0"/>
                  </a:moveTo>
                  <a:lnTo>
                    <a:pt x="561918" y="844242"/>
                  </a:lnTo>
                  <a:lnTo>
                    <a:pt x="1598467" y="1027002"/>
                  </a:lnTo>
                  <a:lnTo>
                    <a:pt x="1027001" y="162302"/>
                  </a:lnTo>
                  <a:close/>
                </a:path>
              </a:pathLst>
            </a:custGeom>
            <a:solidFill>
              <a:schemeClr val="accent2">
                <a:lumMod val="75000"/>
              </a:schemeClr>
            </a:solidFill>
            <a:ln w="13637"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BD442664-F438-417B-A165-F0ACB085D119}"/>
                </a:ext>
              </a:extLst>
            </p:cNvPr>
            <p:cNvSpPr/>
            <p:nvPr/>
          </p:nvSpPr>
          <p:spPr>
            <a:xfrm>
              <a:off x="9361849" y="1325902"/>
              <a:ext cx="1035184" cy="920618"/>
            </a:xfrm>
            <a:custGeom>
              <a:avLst/>
              <a:gdLst>
                <a:gd name="connsiteX0" fmla="*/ 1035185 w 1035184"/>
                <a:gd name="connsiteY0" fmla="*/ 490997 h 920618"/>
                <a:gd name="connsiteX1" fmla="*/ 923346 w 1035184"/>
                <a:gd name="connsiteY1" fmla="*/ 675121 h 920618"/>
                <a:gd name="connsiteX2" fmla="*/ 773320 w 1035184"/>
                <a:gd name="connsiteY2" fmla="*/ 920619 h 920618"/>
                <a:gd name="connsiteX3" fmla="*/ 0 w 1035184"/>
                <a:gd name="connsiteY3" fmla="*/ 414619 h 920618"/>
                <a:gd name="connsiteX4" fmla="*/ 190943 w 1035184"/>
                <a:gd name="connsiteY4" fmla="*/ 141843 h 920618"/>
                <a:gd name="connsiteX5" fmla="*/ 293234 w 1035184"/>
                <a:gd name="connsiteY5" fmla="*/ 0 h 920618"/>
                <a:gd name="connsiteX6" fmla="*/ 1035185 w 1035184"/>
                <a:gd name="connsiteY6" fmla="*/ 490997 h 920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5184" h="920618">
                  <a:moveTo>
                    <a:pt x="1035185" y="490997"/>
                  </a:moveTo>
                  <a:lnTo>
                    <a:pt x="923346" y="675121"/>
                  </a:lnTo>
                  <a:lnTo>
                    <a:pt x="773320" y="920619"/>
                  </a:lnTo>
                  <a:lnTo>
                    <a:pt x="0" y="414619"/>
                  </a:lnTo>
                  <a:cubicBezTo>
                    <a:pt x="6819" y="399617"/>
                    <a:pt x="109110" y="256409"/>
                    <a:pt x="190943" y="141843"/>
                  </a:cubicBezTo>
                  <a:cubicBezTo>
                    <a:pt x="246862" y="64102"/>
                    <a:pt x="293234" y="0"/>
                    <a:pt x="293234" y="0"/>
                  </a:cubicBezTo>
                  <a:cubicBezTo>
                    <a:pt x="635568" y="4092"/>
                    <a:pt x="883794" y="166393"/>
                    <a:pt x="1035185" y="490997"/>
                  </a:cubicBezTo>
                  <a:close/>
                </a:path>
              </a:pathLst>
            </a:custGeom>
            <a:solidFill>
              <a:schemeClr val="accent2"/>
            </a:solidFill>
            <a:ln w="13637"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93C274C5-208B-4D2F-88CC-D98FD946B5D5}"/>
                </a:ext>
              </a:extLst>
            </p:cNvPr>
            <p:cNvSpPr/>
            <p:nvPr/>
          </p:nvSpPr>
          <p:spPr>
            <a:xfrm>
              <a:off x="9360485" y="1325902"/>
              <a:ext cx="456899" cy="497816"/>
            </a:xfrm>
            <a:custGeom>
              <a:avLst/>
              <a:gdLst>
                <a:gd name="connsiteX0" fmla="*/ 456900 w 456899"/>
                <a:gd name="connsiteY0" fmla="*/ 15003 h 497816"/>
                <a:gd name="connsiteX1" fmla="*/ 293234 w 456899"/>
                <a:gd name="connsiteY1" fmla="*/ 0 h 497816"/>
                <a:gd name="connsiteX2" fmla="*/ 190943 w 456899"/>
                <a:gd name="connsiteY2" fmla="*/ 141843 h 497816"/>
                <a:gd name="connsiteX3" fmla="*/ 0 w 456899"/>
                <a:gd name="connsiteY3" fmla="*/ 414619 h 497816"/>
                <a:gd name="connsiteX4" fmla="*/ 126841 w 456899"/>
                <a:gd name="connsiteY4" fmla="*/ 497816 h 497816"/>
                <a:gd name="connsiteX5" fmla="*/ 456900 w 456899"/>
                <a:gd name="connsiteY5" fmla="*/ 15003 h 497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6899" h="497816">
                  <a:moveTo>
                    <a:pt x="456900" y="15003"/>
                  </a:moveTo>
                  <a:cubicBezTo>
                    <a:pt x="405072" y="5455"/>
                    <a:pt x="350517" y="0"/>
                    <a:pt x="293234" y="0"/>
                  </a:cubicBezTo>
                  <a:cubicBezTo>
                    <a:pt x="293234" y="0"/>
                    <a:pt x="246862" y="64102"/>
                    <a:pt x="190943" y="141843"/>
                  </a:cubicBezTo>
                  <a:cubicBezTo>
                    <a:pt x="109110" y="256409"/>
                    <a:pt x="6819" y="400981"/>
                    <a:pt x="0" y="414619"/>
                  </a:cubicBezTo>
                  <a:lnTo>
                    <a:pt x="126841" y="497816"/>
                  </a:lnTo>
                  <a:cubicBezTo>
                    <a:pt x="231860" y="335514"/>
                    <a:pt x="338242" y="167757"/>
                    <a:pt x="456900" y="15003"/>
                  </a:cubicBezTo>
                  <a:close/>
                </a:path>
              </a:pathLst>
            </a:custGeom>
            <a:solidFill>
              <a:schemeClr val="accent2">
                <a:lumMod val="75000"/>
              </a:schemeClr>
            </a:solidFill>
            <a:ln w="13637"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695E29F6-79D9-4BF7-BA4B-4232C166C3C8}"/>
                </a:ext>
              </a:extLst>
            </p:cNvPr>
            <p:cNvSpPr/>
            <p:nvPr/>
          </p:nvSpPr>
          <p:spPr>
            <a:xfrm>
              <a:off x="9551428" y="1325902"/>
              <a:ext cx="845605" cy="675120"/>
            </a:xfrm>
            <a:custGeom>
              <a:avLst/>
              <a:gdLst>
                <a:gd name="connsiteX0" fmla="*/ 845605 w 845605"/>
                <a:gd name="connsiteY0" fmla="*/ 490997 h 675120"/>
                <a:gd name="connsiteX1" fmla="*/ 733767 w 845605"/>
                <a:gd name="connsiteY1" fmla="*/ 675121 h 675120"/>
                <a:gd name="connsiteX2" fmla="*/ 732403 w 845605"/>
                <a:gd name="connsiteY2" fmla="*/ 671029 h 675120"/>
                <a:gd name="connsiteX3" fmla="*/ 1364 w 845605"/>
                <a:gd name="connsiteY3" fmla="*/ 150027 h 675120"/>
                <a:gd name="connsiteX4" fmla="*/ 0 w 845605"/>
                <a:gd name="connsiteY4" fmla="*/ 141843 h 675120"/>
                <a:gd name="connsiteX5" fmla="*/ 102291 w 845605"/>
                <a:gd name="connsiteY5" fmla="*/ 0 h 675120"/>
                <a:gd name="connsiteX6" fmla="*/ 845605 w 845605"/>
                <a:gd name="connsiteY6" fmla="*/ 490997 h 675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5605" h="675120">
                  <a:moveTo>
                    <a:pt x="845605" y="490997"/>
                  </a:moveTo>
                  <a:lnTo>
                    <a:pt x="733767" y="675121"/>
                  </a:lnTo>
                  <a:cubicBezTo>
                    <a:pt x="733767" y="673757"/>
                    <a:pt x="732403" y="672393"/>
                    <a:pt x="732403" y="671029"/>
                  </a:cubicBezTo>
                  <a:cubicBezTo>
                    <a:pt x="581013" y="165029"/>
                    <a:pt x="1364" y="150027"/>
                    <a:pt x="1364" y="150027"/>
                  </a:cubicBezTo>
                  <a:lnTo>
                    <a:pt x="0" y="141843"/>
                  </a:lnTo>
                  <a:cubicBezTo>
                    <a:pt x="55919" y="64102"/>
                    <a:pt x="102291" y="0"/>
                    <a:pt x="102291" y="0"/>
                  </a:cubicBezTo>
                  <a:cubicBezTo>
                    <a:pt x="445988" y="4092"/>
                    <a:pt x="694215" y="166393"/>
                    <a:pt x="845605" y="490997"/>
                  </a:cubicBezTo>
                  <a:close/>
                </a:path>
              </a:pathLst>
            </a:custGeom>
            <a:solidFill>
              <a:schemeClr val="bg2">
                <a:alpha val="30000"/>
              </a:schemeClr>
            </a:solidFill>
            <a:ln w="13637" cap="flat">
              <a:noFill/>
              <a:prstDash val="solid"/>
              <a:miter/>
            </a:ln>
          </p:spPr>
          <p:txBody>
            <a:bodyPr rtlCol="0" anchor="ctr"/>
            <a:lstStyle/>
            <a:p>
              <a:endParaRPr lang="en-US"/>
            </a:p>
          </p:txBody>
        </p:sp>
      </p:grpSp>
      <p:grpSp>
        <p:nvGrpSpPr>
          <p:cNvPr id="113" name="Graphic 1">
            <a:extLst>
              <a:ext uri="{FF2B5EF4-FFF2-40B4-BE49-F238E27FC236}">
                <a16:creationId xmlns:a16="http://schemas.microsoft.com/office/drawing/2014/main" id="{1A1A54C8-17FD-499E-A8FB-D3B0E0132D9E}"/>
              </a:ext>
            </a:extLst>
          </p:cNvPr>
          <p:cNvGrpSpPr/>
          <p:nvPr/>
        </p:nvGrpSpPr>
        <p:grpSpPr>
          <a:xfrm>
            <a:off x="8056418" y="1620696"/>
            <a:ext cx="2194679" cy="3140818"/>
            <a:chOff x="8056418" y="1620696"/>
            <a:chExt cx="2194679" cy="3140818"/>
          </a:xfrm>
        </p:grpSpPr>
        <p:sp>
          <p:nvSpPr>
            <p:cNvPr id="114" name="Freeform: Shape 113">
              <a:extLst>
                <a:ext uri="{FF2B5EF4-FFF2-40B4-BE49-F238E27FC236}">
                  <a16:creationId xmlns:a16="http://schemas.microsoft.com/office/drawing/2014/main" id="{F1D688D6-43F3-4B5E-B284-B3A31547D91C}"/>
                </a:ext>
              </a:extLst>
            </p:cNvPr>
            <p:cNvSpPr/>
            <p:nvPr/>
          </p:nvSpPr>
          <p:spPr>
            <a:xfrm>
              <a:off x="8877671" y="4229602"/>
              <a:ext cx="549662" cy="531913"/>
            </a:xfrm>
            <a:custGeom>
              <a:avLst/>
              <a:gdLst>
                <a:gd name="connsiteX0" fmla="*/ 392797 w 549662"/>
                <a:gd name="connsiteY0" fmla="*/ 531913 h 531913"/>
                <a:gd name="connsiteX1" fmla="*/ 156846 w 549662"/>
                <a:gd name="connsiteY1" fmla="*/ 531913 h 531913"/>
                <a:gd name="connsiteX2" fmla="*/ 0 w 549662"/>
                <a:gd name="connsiteY2" fmla="*/ 375067 h 531913"/>
                <a:gd name="connsiteX3" fmla="*/ 0 w 549662"/>
                <a:gd name="connsiteY3" fmla="*/ 156846 h 531913"/>
                <a:gd name="connsiteX4" fmla="*/ 156846 w 549662"/>
                <a:gd name="connsiteY4" fmla="*/ 0 h 531913"/>
                <a:gd name="connsiteX5" fmla="*/ 392797 w 549662"/>
                <a:gd name="connsiteY5" fmla="*/ 0 h 531913"/>
                <a:gd name="connsiteX6" fmla="*/ 549644 w 549662"/>
                <a:gd name="connsiteY6" fmla="*/ 156846 h 531913"/>
                <a:gd name="connsiteX7" fmla="*/ 549644 w 549662"/>
                <a:gd name="connsiteY7" fmla="*/ 375067 h 531913"/>
                <a:gd name="connsiteX8" fmla="*/ 392797 w 549662"/>
                <a:gd name="connsiteY8" fmla="*/ 531913 h 531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9662" h="531913">
                  <a:moveTo>
                    <a:pt x="392797" y="531913"/>
                  </a:moveTo>
                  <a:lnTo>
                    <a:pt x="156846" y="531913"/>
                  </a:lnTo>
                  <a:cubicBezTo>
                    <a:pt x="69558" y="531913"/>
                    <a:pt x="0" y="460992"/>
                    <a:pt x="0" y="375067"/>
                  </a:cubicBezTo>
                  <a:lnTo>
                    <a:pt x="0" y="156846"/>
                  </a:lnTo>
                  <a:cubicBezTo>
                    <a:pt x="0" y="69558"/>
                    <a:pt x="70922" y="0"/>
                    <a:pt x="156846" y="0"/>
                  </a:cubicBezTo>
                  <a:lnTo>
                    <a:pt x="392797" y="0"/>
                  </a:lnTo>
                  <a:cubicBezTo>
                    <a:pt x="480086" y="0"/>
                    <a:pt x="549644" y="70922"/>
                    <a:pt x="549644" y="156846"/>
                  </a:cubicBezTo>
                  <a:lnTo>
                    <a:pt x="549644" y="375067"/>
                  </a:lnTo>
                  <a:cubicBezTo>
                    <a:pt x="551008" y="460992"/>
                    <a:pt x="480086" y="531913"/>
                    <a:pt x="392797" y="531913"/>
                  </a:cubicBezTo>
                  <a:close/>
                </a:path>
              </a:pathLst>
            </a:custGeom>
            <a:solidFill>
              <a:srgbClr val="788B9C"/>
            </a:solidFill>
            <a:ln w="13637"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87CA35AF-42DB-4C30-9783-73897B1AE821}"/>
                </a:ext>
              </a:extLst>
            </p:cNvPr>
            <p:cNvSpPr/>
            <p:nvPr/>
          </p:nvSpPr>
          <p:spPr>
            <a:xfrm>
              <a:off x="8767197" y="3920001"/>
              <a:ext cx="771955" cy="747405"/>
            </a:xfrm>
            <a:custGeom>
              <a:avLst/>
              <a:gdLst>
                <a:gd name="connsiteX0" fmla="*/ 650571 w 771955"/>
                <a:gd name="connsiteY0" fmla="*/ 747406 h 747405"/>
                <a:gd name="connsiteX1" fmla="*/ 121385 w 771955"/>
                <a:gd name="connsiteY1" fmla="*/ 747406 h 747405"/>
                <a:gd name="connsiteX2" fmla="*/ 0 w 771955"/>
                <a:gd name="connsiteY2" fmla="*/ 626021 h 747405"/>
                <a:gd name="connsiteX3" fmla="*/ 0 w 771955"/>
                <a:gd name="connsiteY3" fmla="*/ 121385 h 747405"/>
                <a:gd name="connsiteX4" fmla="*/ 121385 w 771955"/>
                <a:gd name="connsiteY4" fmla="*/ 0 h 747405"/>
                <a:gd name="connsiteX5" fmla="*/ 650571 w 771955"/>
                <a:gd name="connsiteY5" fmla="*/ 0 h 747405"/>
                <a:gd name="connsiteX6" fmla="*/ 771956 w 771955"/>
                <a:gd name="connsiteY6" fmla="*/ 121385 h 747405"/>
                <a:gd name="connsiteX7" fmla="*/ 771956 w 771955"/>
                <a:gd name="connsiteY7" fmla="*/ 626021 h 747405"/>
                <a:gd name="connsiteX8" fmla="*/ 650571 w 771955"/>
                <a:gd name="connsiteY8" fmla="*/ 747406 h 74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1955" h="747405">
                  <a:moveTo>
                    <a:pt x="650571" y="747406"/>
                  </a:moveTo>
                  <a:lnTo>
                    <a:pt x="121385" y="747406"/>
                  </a:lnTo>
                  <a:cubicBezTo>
                    <a:pt x="54555" y="747406"/>
                    <a:pt x="0" y="692851"/>
                    <a:pt x="0" y="626021"/>
                  </a:cubicBezTo>
                  <a:lnTo>
                    <a:pt x="0" y="121385"/>
                  </a:lnTo>
                  <a:cubicBezTo>
                    <a:pt x="0" y="54555"/>
                    <a:pt x="54555" y="0"/>
                    <a:pt x="121385" y="0"/>
                  </a:cubicBezTo>
                  <a:lnTo>
                    <a:pt x="650571" y="0"/>
                  </a:lnTo>
                  <a:cubicBezTo>
                    <a:pt x="717401" y="0"/>
                    <a:pt x="771956" y="54555"/>
                    <a:pt x="771956" y="121385"/>
                  </a:cubicBezTo>
                  <a:lnTo>
                    <a:pt x="771956" y="626021"/>
                  </a:lnTo>
                  <a:cubicBezTo>
                    <a:pt x="771956" y="694215"/>
                    <a:pt x="717401" y="747406"/>
                    <a:pt x="650571" y="747406"/>
                  </a:cubicBezTo>
                  <a:close/>
                </a:path>
              </a:pathLst>
            </a:custGeom>
            <a:solidFill>
              <a:srgbClr val="A5B7C6"/>
            </a:solidFill>
            <a:ln w="13637"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F0DCE423-701F-41DB-BFDA-B10070A2FBDF}"/>
                </a:ext>
              </a:extLst>
            </p:cNvPr>
            <p:cNvSpPr/>
            <p:nvPr/>
          </p:nvSpPr>
          <p:spPr>
            <a:xfrm>
              <a:off x="8056418" y="1620696"/>
              <a:ext cx="2194679" cy="2516162"/>
            </a:xfrm>
            <a:custGeom>
              <a:avLst/>
              <a:gdLst>
                <a:gd name="connsiteX0" fmla="*/ 2194680 w 2194679"/>
                <a:gd name="connsiteY0" fmla="*/ 1097727 h 2516162"/>
                <a:gd name="connsiteX1" fmla="*/ 1044929 w 2194679"/>
                <a:gd name="connsiteY1" fmla="*/ 1168 h 2516162"/>
                <a:gd name="connsiteX2" fmla="*/ 1561 w 2194679"/>
                <a:gd name="connsiteY2" fmla="*/ 1037717 h 2516162"/>
                <a:gd name="connsiteX3" fmla="*/ 638493 w 2194679"/>
                <a:gd name="connsiteY3" fmla="*/ 2094723 h 2516162"/>
                <a:gd name="connsiteX4" fmla="*/ 638493 w 2194679"/>
                <a:gd name="connsiteY4" fmla="*/ 2385230 h 2516162"/>
                <a:gd name="connsiteX5" fmla="*/ 769425 w 2194679"/>
                <a:gd name="connsiteY5" fmla="*/ 2516162 h 2516162"/>
                <a:gd name="connsiteX6" fmla="*/ 1424088 w 2194679"/>
                <a:gd name="connsiteY6" fmla="*/ 2516162 h 2516162"/>
                <a:gd name="connsiteX7" fmla="*/ 1555020 w 2194679"/>
                <a:gd name="connsiteY7" fmla="*/ 2385230 h 2516162"/>
                <a:gd name="connsiteX8" fmla="*/ 1555020 w 2194679"/>
                <a:gd name="connsiteY8" fmla="*/ 2094723 h 2516162"/>
                <a:gd name="connsiteX9" fmla="*/ 2194680 w 2194679"/>
                <a:gd name="connsiteY9" fmla="*/ 1097727 h 251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94679" h="2516162">
                  <a:moveTo>
                    <a:pt x="2194680" y="1097727"/>
                  </a:moveTo>
                  <a:cubicBezTo>
                    <a:pt x="2194680" y="474434"/>
                    <a:pt x="1675042" y="-27474"/>
                    <a:pt x="1044929" y="1168"/>
                  </a:cubicBezTo>
                  <a:cubicBezTo>
                    <a:pt x="485739" y="27082"/>
                    <a:pt x="30203" y="478526"/>
                    <a:pt x="1561" y="1037717"/>
                  </a:cubicBezTo>
                  <a:cubicBezTo>
                    <a:pt x="-22989" y="1505527"/>
                    <a:pt x="244332" y="1913327"/>
                    <a:pt x="638493" y="2094723"/>
                  </a:cubicBezTo>
                  <a:lnTo>
                    <a:pt x="638493" y="2385230"/>
                  </a:lnTo>
                  <a:cubicBezTo>
                    <a:pt x="638493" y="2457515"/>
                    <a:pt x="697140" y="2516162"/>
                    <a:pt x="769425" y="2516162"/>
                  </a:cubicBezTo>
                  <a:lnTo>
                    <a:pt x="1424088" y="2516162"/>
                  </a:lnTo>
                  <a:cubicBezTo>
                    <a:pt x="1496373" y="2516162"/>
                    <a:pt x="1555020" y="2457515"/>
                    <a:pt x="1555020" y="2385230"/>
                  </a:cubicBezTo>
                  <a:lnTo>
                    <a:pt x="1555020" y="2094723"/>
                  </a:lnTo>
                  <a:cubicBezTo>
                    <a:pt x="1932815" y="1921511"/>
                    <a:pt x="2194680" y="1540988"/>
                    <a:pt x="2194680" y="1097727"/>
                  </a:cubicBezTo>
                  <a:close/>
                </a:path>
              </a:pathLst>
            </a:custGeom>
            <a:solidFill>
              <a:schemeClr val="accent1"/>
            </a:solidFill>
            <a:ln w="13637" cap="flat">
              <a:noFill/>
              <a:prstDash val="solid"/>
              <a:miter/>
            </a:ln>
          </p:spPr>
          <p:txBody>
            <a:bodyPr rtlCol="0" anchor="ctr"/>
            <a:lstStyle/>
            <a:p>
              <a:endParaRPr lang="en-US"/>
            </a:p>
          </p:txBody>
        </p:sp>
      </p:grpSp>
      <p:sp>
        <p:nvSpPr>
          <p:cNvPr id="127" name="Freeform: Shape 126">
            <a:extLst>
              <a:ext uri="{FF2B5EF4-FFF2-40B4-BE49-F238E27FC236}">
                <a16:creationId xmlns:a16="http://schemas.microsoft.com/office/drawing/2014/main" id="{CBEA72F2-51CB-46C5-BAE2-6E937F00BCCD}"/>
              </a:ext>
            </a:extLst>
          </p:cNvPr>
          <p:cNvSpPr/>
          <p:nvPr/>
        </p:nvSpPr>
        <p:spPr>
          <a:xfrm>
            <a:off x="9190000" y="3760427"/>
            <a:ext cx="353244" cy="315056"/>
          </a:xfrm>
          <a:custGeom>
            <a:avLst/>
            <a:gdLst>
              <a:gd name="connsiteX0" fmla="*/ 353245 w 353244"/>
              <a:gd name="connsiteY0" fmla="*/ 0 h 315056"/>
              <a:gd name="connsiteX1" fmla="*/ 353245 w 353244"/>
              <a:gd name="connsiteY1" fmla="*/ 246862 h 315056"/>
              <a:gd name="connsiteX2" fmla="*/ 242770 w 353244"/>
              <a:gd name="connsiteY2" fmla="*/ 315056 h 315056"/>
              <a:gd name="connsiteX3" fmla="*/ 0 w 353244"/>
              <a:gd name="connsiteY3" fmla="*/ 315056 h 315056"/>
              <a:gd name="connsiteX4" fmla="*/ 353245 w 353244"/>
              <a:gd name="connsiteY4" fmla="*/ 0 h 315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3244" h="315056">
                <a:moveTo>
                  <a:pt x="353245" y="0"/>
                </a:moveTo>
                <a:lnTo>
                  <a:pt x="353245" y="246862"/>
                </a:lnTo>
                <a:cubicBezTo>
                  <a:pt x="353245" y="246862"/>
                  <a:pt x="342334" y="315056"/>
                  <a:pt x="242770" y="315056"/>
                </a:cubicBezTo>
                <a:cubicBezTo>
                  <a:pt x="144571" y="315056"/>
                  <a:pt x="0" y="315056"/>
                  <a:pt x="0" y="315056"/>
                </a:cubicBezTo>
                <a:cubicBezTo>
                  <a:pt x="0" y="315056"/>
                  <a:pt x="278231" y="246862"/>
                  <a:pt x="353245" y="0"/>
                </a:cubicBezTo>
                <a:close/>
              </a:path>
            </a:pathLst>
          </a:custGeom>
          <a:solidFill>
            <a:schemeClr val="bg2">
              <a:alpha val="67000"/>
            </a:schemeClr>
          </a:solidFill>
          <a:ln w="13637"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938C3C33-2070-4A50-A8FE-F8D4F6301084}"/>
              </a:ext>
            </a:extLst>
          </p:cNvPr>
          <p:cNvSpPr/>
          <p:nvPr/>
        </p:nvSpPr>
        <p:spPr>
          <a:xfrm>
            <a:off x="8283020" y="1729615"/>
            <a:ext cx="1299777" cy="566005"/>
          </a:xfrm>
          <a:custGeom>
            <a:avLst/>
            <a:gdLst>
              <a:gd name="connsiteX0" fmla="*/ 1299777 w 1299777"/>
              <a:gd name="connsiteY0" fmla="*/ 91375 h 566005"/>
              <a:gd name="connsiteX1" fmla="*/ 0 w 1299777"/>
              <a:gd name="connsiteY1" fmla="*/ 566005 h 566005"/>
              <a:gd name="connsiteX2" fmla="*/ 1299777 w 1299777"/>
              <a:gd name="connsiteY2" fmla="*/ 91375 h 566005"/>
            </a:gdLst>
            <a:ahLst/>
            <a:cxnLst>
              <a:cxn ang="0">
                <a:pos x="connsiteX0" y="connsiteY0"/>
              </a:cxn>
              <a:cxn ang="0">
                <a:pos x="connsiteX1" y="connsiteY1"/>
              </a:cxn>
              <a:cxn ang="0">
                <a:pos x="connsiteX2" y="connsiteY2"/>
              </a:cxn>
            </a:cxnLst>
            <a:rect l="l" t="t" r="r" b="b"/>
            <a:pathLst>
              <a:path w="1299777" h="566005">
                <a:moveTo>
                  <a:pt x="1299777" y="91375"/>
                </a:moveTo>
                <a:cubicBezTo>
                  <a:pt x="810144" y="-136393"/>
                  <a:pt x="227768" y="76372"/>
                  <a:pt x="0" y="566005"/>
                </a:cubicBezTo>
                <a:cubicBezTo>
                  <a:pt x="402345" y="223671"/>
                  <a:pt x="838786" y="80464"/>
                  <a:pt x="1299777" y="91375"/>
                </a:cubicBezTo>
              </a:path>
            </a:pathLst>
          </a:custGeom>
          <a:solidFill>
            <a:schemeClr val="bg2">
              <a:alpha val="67000"/>
            </a:schemeClr>
          </a:solidFill>
          <a:ln w="13637" cap="flat">
            <a:noFill/>
            <a:prstDash val="solid"/>
            <a:miter/>
          </a:ln>
        </p:spPr>
        <p:txBody>
          <a:bodyPr rtlCol="0" anchor="ctr"/>
          <a:lstStyle/>
          <a:p>
            <a:endParaRPr lang="en-US"/>
          </a:p>
        </p:txBody>
      </p:sp>
      <p:grpSp>
        <p:nvGrpSpPr>
          <p:cNvPr id="129" name="Graphic 1">
            <a:extLst>
              <a:ext uri="{FF2B5EF4-FFF2-40B4-BE49-F238E27FC236}">
                <a16:creationId xmlns:a16="http://schemas.microsoft.com/office/drawing/2014/main" id="{1A1A54C8-17FD-499E-A8FB-D3B0E0132D9E}"/>
              </a:ext>
            </a:extLst>
          </p:cNvPr>
          <p:cNvGrpSpPr/>
          <p:nvPr/>
        </p:nvGrpSpPr>
        <p:grpSpPr>
          <a:xfrm>
            <a:off x="8799930" y="4184594"/>
            <a:ext cx="683303" cy="422802"/>
            <a:chOff x="8799930" y="4184594"/>
            <a:chExt cx="683303" cy="422802"/>
          </a:xfrm>
          <a:solidFill>
            <a:srgbClr val="788B9C"/>
          </a:solidFill>
        </p:grpSpPr>
        <p:sp>
          <p:nvSpPr>
            <p:cNvPr id="130" name="Freeform: Shape 129">
              <a:extLst>
                <a:ext uri="{FF2B5EF4-FFF2-40B4-BE49-F238E27FC236}">
                  <a16:creationId xmlns:a16="http://schemas.microsoft.com/office/drawing/2014/main" id="{28690E4E-4EFE-4FF8-98E0-5A877AA02C0D}"/>
                </a:ext>
              </a:extLst>
            </p:cNvPr>
            <p:cNvSpPr/>
            <p:nvPr/>
          </p:nvSpPr>
          <p:spPr>
            <a:xfrm>
              <a:off x="8799930" y="4184594"/>
              <a:ext cx="683303" cy="12274"/>
            </a:xfrm>
            <a:custGeom>
              <a:avLst/>
              <a:gdLst>
                <a:gd name="connsiteX0" fmla="*/ 0 w 683303"/>
                <a:gd name="connsiteY0" fmla="*/ 0 h 12274"/>
                <a:gd name="connsiteX1" fmla="*/ 683304 w 683303"/>
                <a:gd name="connsiteY1" fmla="*/ 0 h 12274"/>
                <a:gd name="connsiteX2" fmla="*/ 683304 w 683303"/>
                <a:gd name="connsiteY2" fmla="*/ 12275 h 12274"/>
                <a:gd name="connsiteX3" fmla="*/ 0 w 683303"/>
                <a:gd name="connsiteY3" fmla="*/ 12275 h 12274"/>
              </a:gdLst>
              <a:ahLst/>
              <a:cxnLst>
                <a:cxn ang="0">
                  <a:pos x="connsiteX0" y="connsiteY0"/>
                </a:cxn>
                <a:cxn ang="0">
                  <a:pos x="connsiteX1" y="connsiteY1"/>
                </a:cxn>
                <a:cxn ang="0">
                  <a:pos x="connsiteX2" y="connsiteY2"/>
                </a:cxn>
                <a:cxn ang="0">
                  <a:pos x="connsiteX3" y="connsiteY3"/>
                </a:cxn>
              </a:cxnLst>
              <a:rect l="l" t="t" r="r" b="b"/>
              <a:pathLst>
                <a:path w="683303" h="12274">
                  <a:moveTo>
                    <a:pt x="0" y="0"/>
                  </a:moveTo>
                  <a:lnTo>
                    <a:pt x="683304" y="0"/>
                  </a:lnTo>
                  <a:lnTo>
                    <a:pt x="683304" y="12275"/>
                  </a:lnTo>
                  <a:lnTo>
                    <a:pt x="0" y="12275"/>
                  </a:lnTo>
                  <a:close/>
                </a:path>
              </a:pathLst>
            </a:custGeom>
            <a:solidFill>
              <a:srgbClr val="788B9C"/>
            </a:solidFill>
            <a:ln w="13637"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1EA5D578-2052-4C85-B0D6-30F7579FD745}"/>
                </a:ext>
              </a:extLst>
            </p:cNvPr>
            <p:cNvSpPr/>
            <p:nvPr/>
          </p:nvSpPr>
          <p:spPr>
            <a:xfrm>
              <a:off x="8799930" y="4230966"/>
              <a:ext cx="683303" cy="12274"/>
            </a:xfrm>
            <a:custGeom>
              <a:avLst/>
              <a:gdLst>
                <a:gd name="connsiteX0" fmla="*/ 0 w 683303"/>
                <a:gd name="connsiteY0" fmla="*/ 0 h 12274"/>
                <a:gd name="connsiteX1" fmla="*/ 683304 w 683303"/>
                <a:gd name="connsiteY1" fmla="*/ 0 h 12274"/>
                <a:gd name="connsiteX2" fmla="*/ 683304 w 683303"/>
                <a:gd name="connsiteY2" fmla="*/ 12275 h 12274"/>
                <a:gd name="connsiteX3" fmla="*/ 0 w 683303"/>
                <a:gd name="connsiteY3" fmla="*/ 12275 h 12274"/>
              </a:gdLst>
              <a:ahLst/>
              <a:cxnLst>
                <a:cxn ang="0">
                  <a:pos x="connsiteX0" y="connsiteY0"/>
                </a:cxn>
                <a:cxn ang="0">
                  <a:pos x="connsiteX1" y="connsiteY1"/>
                </a:cxn>
                <a:cxn ang="0">
                  <a:pos x="connsiteX2" y="connsiteY2"/>
                </a:cxn>
                <a:cxn ang="0">
                  <a:pos x="connsiteX3" y="connsiteY3"/>
                </a:cxn>
              </a:cxnLst>
              <a:rect l="l" t="t" r="r" b="b"/>
              <a:pathLst>
                <a:path w="683303" h="12274">
                  <a:moveTo>
                    <a:pt x="0" y="0"/>
                  </a:moveTo>
                  <a:lnTo>
                    <a:pt x="683304" y="0"/>
                  </a:lnTo>
                  <a:lnTo>
                    <a:pt x="683304" y="12275"/>
                  </a:lnTo>
                  <a:lnTo>
                    <a:pt x="0" y="12275"/>
                  </a:lnTo>
                  <a:close/>
                </a:path>
              </a:pathLst>
            </a:custGeom>
            <a:solidFill>
              <a:srgbClr val="788B9C"/>
            </a:solidFill>
            <a:ln w="13637"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9EC73EAB-B064-4368-8858-EB60F2AF2653}"/>
                </a:ext>
              </a:extLst>
            </p:cNvPr>
            <p:cNvSpPr/>
            <p:nvPr/>
          </p:nvSpPr>
          <p:spPr>
            <a:xfrm>
              <a:off x="8799930" y="4275974"/>
              <a:ext cx="683303" cy="12274"/>
            </a:xfrm>
            <a:custGeom>
              <a:avLst/>
              <a:gdLst>
                <a:gd name="connsiteX0" fmla="*/ 0 w 683303"/>
                <a:gd name="connsiteY0" fmla="*/ 0 h 12274"/>
                <a:gd name="connsiteX1" fmla="*/ 683304 w 683303"/>
                <a:gd name="connsiteY1" fmla="*/ 0 h 12274"/>
                <a:gd name="connsiteX2" fmla="*/ 683304 w 683303"/>
                <a:gd name="connsiteY2" fmla="*/ 12275 h 12274"/>
                <a:gd name="connsiteX3" fmla="*/ 0 w 683303"/>
                <a:gd name="connsiteY3" fmla="*/ 12275 h 12274"/>
              </a:gdLst>
              <a:ahLst/>
              <a:cxnLst>
                <a:cxn ang="0">
                  <a:pos x="connsiteX0" y="connsiteY0"/>
                </a:cxn>
                <a:cxn ang="0">
                  <a:pos x="connsiteX1" y="connsiteY1"/>
                </a:cxn>
                <a:cxn ang="0">
                  <a:pos x="connsiteX2" y="connsiteY2"/>
                </a:cxn>
                <a:cxn ang="0">
                  <a:pos x="connsiteX3" y="connsiteY3"/>
                </a:cxn>
              </a:cxnLst>
              <a:rect l="l" t="t" r="r" b="b"/>
              <a:pathLst>
                <a:path w="683303" h="12274">
                  <a:moveTo>
                    <a:pt x="0" y="0"/>
                  </a:moveTo>
                  <a:lnTo>
                    <a:pt x="683304" y="0"/>
                  </a:lnTo>
                  <a:lnTo>
                    <a:pt x="683304" y="12275"/>
                  </a:lnTo>
                  <a:lnTo>
                    <a:pt x="0" y="12275"/>
                  </a:lnTo>
                  <a:close/>
                </a:path>
              </a:pathLst>
            </a:custGeom>
            <a:solidFill>
              <a:srgbClr val="788B9C"/>
            </a:solidFill>
            <a:ln w="13637"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5B490682-8B4F-4858-B2B8-A3B7524B7F3C}"/>
                </a:ext>
              </a:extLst>
            </p:cNvPr>
            <p:cNvSpPr/>
            <p:nvPr/>
          </p:nvSpPr>
          <p:spPr>
            <a:xfrm>
              <a:off x="8799930" y="4320982"/>
              <a:ext cx="683303" cy="12274"/>
            </a:xfrm>
            <a:custGeom>
              <a:avLst/>
              <a:gdLst>
                <a:gd name="connsiteX0" fmla="*/ 0 w 683303"/>
                <a:gd name="connsiteY0" fmla="*/ 0 h 12274"/>
                <a:gd name="connsiteX1" fmla="*/ 683304 w 683303"/>
                <a:gd name="connsiteY1" fmla="*/ 0 h 12274"/>
                <a:gd name="connsiteX2" fmla="*/ 683304 w 683303"/>
                <a:gd name="connsiteY2" fmla="*/ 12275 h 12274"/>
                <a:gd name="connsiteX3" fmla="*/ 0 w 683303"/>
                <a:gd name="connsiteY3" fmla="*/ 12275 h 12274"/>
              </a:gdLst>
              <a:ahLst/>
              <a:cxnLst>
                <a:cxn ang="0">
                  <a:pos x="connsiteX0" y="connsiteY0"/>
                </a:cxn>
                <a:cxn ang="0">
                  <a:pos x="connsiteX1" y="connsiteY1"/>
                </a:cxn>
                <a:cxn ang="0">
                  <a:pos x="connsiteX2" y="connsiteY2"/>
                </a:cxn>
                <a:cxn ang="0">
                  <a:pos x="connsiteX3" y="connsiteY3"/>
                </a:cxn>
              </a:cxnLst>
              <a:rect l="l" t="t" r="r" b="b"/>
              <a:pathLst>
                <a:path w="683303" h="12274">
                  <a:moveTo>
                    <a:pt x="0" y="0"/>
                  </a:moveTo>
                  <a:lnTo>
                    <a:pt x="683304" y="0"/>
                  </a:lnTo>
                  <a:lnTo>
                    <a:pt x="683304" y="12275"/>
                  </a:lnTo>
                  <a:lnTo>
                    <a:pt x="0" y="12275"/>
                  </a:lnTo>
                  <a:close/>
                </a:path>
              </a:pathLst>
            </a:custGeom>
            <a:solidFill>
              <a:srgbClr val="788B9C"/>
            </a:solidFill>
            <a:ln w="13637"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8100A108-B09F-4A83-AA37-2A65F8B8CD77}"/>
                </a:ext>
              </a:extLst>
            </p:cNvPr>
            <p:cNvSpPr/>
            <p:nvPr/>
          </p:nvSpPr>
          <p:spPr>
            <a:xfrm>
              <a:off x="8799930" y="4367354"/>
              <a:ext cx="683303" cy="12274"/>
            </a:xfrm>
            <a:custGeom>
              <a:avLst/>
              <a:gdLst>
                <a:gd name="connsiteX0" fmla="*/ 0 w 683303"/>
                <a:gd name="connsiteY0" fmla="*/ 0 h 12274"/>
                <a:gd name="connsiteX1" fmla="*/ 683304 w 683303"/>
                <a:gd name="connsiteY1" fmla="*/ 0 h 12274"/>
                <a:gd name="connsiteX2" fmla="*/ 683304 w 683303"/>
                <a:gd name="connsiteY2" fmla="*/ 12275 h 12274"/>
                <a:gd name="connsiteX3" fmla="*/ 0 w 683303"/>
                <a:gd name="connsiteY3" fmla="*/ 12275 h 12274"/>
              </a:gdLst>
              <a:ahLst/>
              <a:cxnLst>
                <a:cxn ang="0">
                  <a:pos x="connsiteX0" y="connsiteY0"/>
                </a:cxn>
                <a:cxn ang="0">
                  <a:pos x="connsiteX1" y="connsiteY1"/>
                </a:cxn>
                <a:cxn ang="0">
                  <a:pos x="connsiteX2" y="connsiteY2"/>
                </a:cxn>
                <a:cxn ang="0">
                  <a:pos x="connsiteX3" y="connsiteY3"/>
                </a:cxn>
              </a:cxnLst>
              <a:rect l="l" t="t" r="r" b="b"/>
              <a:pathLst>
                <a:path w="683303" h="12274">
                  <a:moveTo>
                    <a:pt x="0" y="0"/>
                  </a:moveTo>
                  <a:lnTo>
                    <a:pt x="683304" y="0"/>
                  </a:lnTo>
                  <a:lnTo>
                    <a:pt x="683304" y="12275"/>
                  </a:lnTo>
                  <a:lnTo>
                    <a:pt x="0" y="12275"/>
                  </a:lnTo>
                  <a:close/>
                </a:path>
              </a:pathLst>
            </a:custGeom>
            <a:solidFill>
              <a:srgbClr val="788B9C"/>
            </a:solidFill>
            <a:ln w="13637"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907F1F26-3173-4144-A0B4-19A1EE3FF3D1}"/>
                </a:ext>
              </a:extLst>
            </p:cNvPr>
            <p:cNvSpPr/>
            <p:nvPr/>
          </p:nvSpPr>
          <p:spPr>
            <a:xfrm>
              <a:off x="8799930" y="4412362"/>
              <a:ext cx="683303" cy="12274"/>
            </a:xfrm>
            <a:custGeom>
              <a:avLst/>
              <a:gdLst>
                <a:gd name="connsiteX0" fmla="*/ 0 w 683303"/>
                <a:gd name="connsiteY0" fmla="*/ 0 h 12274"/>
                <a:gd name="connsiteX1" fmla="*/ 683304 w 683303"/>
                <a:gd name="connsiteY1" fmla="*/ 0 h 12274"/>
                <a:gd name="connsiteX2" fmla="*/ 683304 w 683303"/>
                <a:gd name="connsiteY2" fmla="*/ 12275 h 12274"/>
                <a:gd name="connsiteX3" fmla="*/ 0 w 683303"/>
                <a:gd name="connsiteY3" fmla="*/ 12275 h 12274"/>
              </a:gdLst>
              <a:ahLst/>
              <a:cxnLst>
                <a:cxn ang="0">
                  <a:pos x="connsiteX0" y="connsiteY0"/>
                </a:cxn>
                <a:cxn ang="0">
                  <a:pos x="connsiteX1" y="connsiteY1"/>
                </a:cxn>
                <a:cxn ang="0">
                  <a:pos x="connsiteX2" y="connsiteY2"/>
                </a:cxn>
                <a:cxn ang="0">
                  <a:pos x="connsiteX3" y="connsiteY3"/>
                </a:cxn>
              </a:cxnLst>
              <a:rect l="l" t="t" r="r" b="b"/>
              <a:pathLst>
                <a:path w="683303" h="12274">
                  <a:moveTo>
                    <a:pt x="0" y="0"/>
                  </a:moveTo>
                  <a:lnTo>
                    <a:pt x="683304" y="0"/>
                  </a:lnTo>
                  <a:lnTo>
                    <a:pt x="683304" y="12275"/>
                  </a:lnTo>
                  <a:lnTo>
                    <a:pt x="0" y="12275"/>
                  </a:lnTo>
                  <a:close/>
                </a:path>
              </a:pathLst>
            </a:custGeom>
            <a:solidFill>
              <a:srgbClr val="788B9C"/>
            </a:solidFill>
            <a:ln w="13637"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0F75E47E-3BEA-47EE-A1A5-B619F01A2F59}"/>
                </a:ext>
              </a:extLst>
            </p:cNvPr>
            <p:cNvSpPr/>
            <p:nvPr/>
          </p:nvSpPr>
          <p:spPr>
            <a:xfrm>
              <a:off x="8799930" y="4458734"/>
              <a:ext cx="683303" cy="12274"/>
            </a:xfrm>
            <a:custGeom>
              <a:avLst/>
              <a:gdLst>
                <a:gd name="connsiteX0" fmla="*/ 0 w 683303"/>
                <a:gd name="connsiteY0" fmla="*/ 0 h 12274"/>
                <a:gd name="connsiteX1" fmla="*/ 683304 w 683303"/>
                <a:gd name="connsiteY1" fmla="*/ 0 h 12274"/>
                <a:gd name="connsiteX2" fmla="*/ 683304 w 683303"/>
                <a:gd name="connsiteY2" fmla="*/ 12275 h 12274"/>
                <a:gd name="connsiteX3" fmla="*/ 0 w 683303"/>
                <a:gd name="connsiteY3" fmla="*/ 12275 h 12274"/>
              </a:gdLst>
              <a:ahLst/>
              <a:cxnLst>
                <a:cxn ang="0">
                  <a:pos x="connsiteX0" y="connsiteY0"/>
                </a:cxn>
                <a:cxn ang="0">
                  <a:pos x="connsiteX1" y="connsiteY1"/>
                </a:cxn>
                <a:cxn ang="0">
                  <a:pos x="connsiteX2" y="connsiteY2"/>
                </a:cxn>
                <a:cxn ang="0">
                  <a:pos x="connsiteX3" y="connsiteY3"/>
                </a:cxn>
              </a:cxnLst>
              <a:rect l="l" t="t" r="r" b="b"/>
              <a:pathLst>
                <a:path w="683303" h="12274">
                  <a:moveTo>
                    <a:pt x="0" y="0"/>
                  </a:moveTo>
                  <a:lnTo>
                    <a:pt x="683304" y="0"/>
                  </a:lnTo>
                  <a:lnTo>
                    <a:pt x="683304" y="12275"/>
                  </a:lnTo>
                  <a:lnTo>
                    <a:pt x="0" y="12275"/>
                  </a:lnTo>
                  <a:close/>
                </a:path>
              </a:pathLst>
            </a:custGeom>
            <a:solidFill>
              <a:srgbClr val="788B9C"/>
            </a:solidFill>
            <a:ln w="13637"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ADFB9FA5-1AB7-4507-B992-1F89E094F827}"/>
                </a:ext>
              </a:extLst>
            </p:cNvPr>
            <p:cNvSpPr/>
            <p:nvPr/>
          </p:nvSpPr>
          <p:spPr>
            <a:xfrm>
              <a:off x="8799930" y="4503742"/>
              <a:ext cx="683303" cy="12274"/>
            </a:xfrm>
            <a:custGeom>
              <a:avLst/>
              <a:gdLst>
                <a:gd name="connsiteX0" fmla="*/ 0 w 683303"/>
                <a:gd name="connsiteY0" fmla="*/ 0 h 12274"/>
                <a:gd name="connsiteX1" fmla="*/ 683304 w 683303"/>
                <a:gd name="connsiteY1" fmla="*/ 0 h 12274"/>
                <a:gd name="connsiteX2" fmla="*/ 683304 w 683303"/>
                <a:gd name="connsiteY2" fmla="*/ 12275 h 12274"/>
                <a:gd name="connsiteX3" fmla="*/ 0 w 683303"/>
                <a:gd name="connsiteY3" fmla="*/ 12275 h 12274"/>
              </a:gdLst>
              <a:ahLst/>
              <a:cxnLst>
                <a:cxn ang="0">
                  <a:pos x="connsiteX0" y="connsiteY0"/>
                </a:cxn>
                <a:cxn ang="0">
                  <a:pos x="connsiteX1" y="connsiteY1"/>
                </a:cxn>
                <a:cxn ang="0">
                  <a:pos x="connsiteX2" y="connsiteY2"/>
                </a:cxn>
                <a:cxn ang="0">
                  <a:pos x="connsiteX3" y="connsiteY3"/>
                </a:cxn>
              </a:cxnLst>
              <a:rect l="l" t="t" r="r" b="b"/>
              <a:pathLst>
                <a:path w="683303" h="12274">
                  <a:moveTo>
                    <a:pt x="0" y="0"/>
                  </a:moveTo>
                  <a:lnTo>
                    <a:pt x="683304" y="0"/>
                  </a:lnTo>
                  <a:lnTo>
                    <a:pt x="683304" y="12275"/>
                  </a:lnTo>
                  <a:lnTo>
                    <a:pt x="0" y="12275"/>
                  </a:lnTo>
                  <a:close/>
                </a:path>
              </a:pathLst>
            </a:custGeom>
            <a:solidFill>
              <a:srgbClr val="788B9C"/>
            </a:solidFill>
            <a:ln w="13637"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6F143E7C-F354-421D-9E8B-78B5F7659062}"/>
                </a:ext>
              </a:extLst>
            </p:cNvPr>
            <p:cNvSpPr/>
            <p:nvPr/>
          </p:nvSpPr>
          <p:spPr>
            <a:xfrm>
              <a:off x="8799930" y="4548750"/>
              <a:ext cx="683303" cy="12274"/>
            </a:xfrm>
            <a:custGeom>
              <a:avLst/>
              <a:gdLst>
                <a:gd name="connsiteX0" fmla="*/ 0 w 683303"/>
                <a:gd name="connsiteY0" fmla="*/ 0 h 12274"/>
                <a:gd name="connsiteX1" fmla="*/ 683304 w 683303"/>
                <a:gd name="connsiteY1" fmla="*/ 0 h 12274"/>
                <a:gd name="connsiteX2" fmla="*/ 683304 w 683303"/>
                <a:gd name="connsiteY2" fmla="*/ 12275 h 12274"/>
                <a:gd name="connsiteX3" fmla="*/ 0 w 683303"/>
                <a:gd name="connsiteY3" fmla="*/ 12275 h 12274"/>
              </a:gdLst>
              <a:ahLst/>
              <a:cxnLst>
                <a:cxn ang="0">
                  <a:pos x="connsiteX0" y="connsiteY0"/>
                </a:cxn>
                <a:cxn ang="0">
                  <a:pos x="connsiteX1" y="connsiteY1"/>
                </a:cxn>
                <a:cxn ang="0">
                  <a:pos x="connsiteX2" y="connsiteY2"/>
                </a:cxn>
                <a:cxn ang="0">
                  <a:pos x="connsiteX3" y="connsiteY3"/>
                </a:cxn>
              </a:cxnLst>
              <a:rect l="l" t="t" r="r" b="b"/>
              <a:pathLst>
                <a:path w="683303" h="12274">
                  <a:moveTo>
                    <a:pt x="0" y="0"/>
                  </a:moveTo>
                  <a:lnTo>
                    <a:pt x="683304" y="0"/>
                  </a:lnTo>
                  <a:lnTo>
                    <a:pt x="683304" y="12275"/>
                  </a:lnTo>
                  <a:lnTo>
                    <a:pt x="0" y="12275"/>
                  </a:lnTo>
                  <a:close/>
                </a:path>
              </a:pathLst>
            </a:custGeom>
            <a:solidFill>
              <a:srgbClr val="788B9C"/>
            </a:solidFill>
            <a:ln w="13637"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CF40BD93-688F-40C5-AF33-9508D1478165}"/>
                </a:ext>
              </a:extLst>
            </p:cNvPr>
            <p:cNvSpPr/>
            <p:nvPr/>
          </p:nvSpPr>
          <p:spPr>
            <a:xfrm>
              <a:off x="8799930" y="4595122"/>
              <a:ext cx="683303" cy="12274"/>
            </a:xfrm>
            <a:custGeom>
              <a:avLst/>
              <a:gdLst>
                <a:gd name="connsiteX0" fmla="*/ 0 w 683303"/>
                <a:gd name="connsiteY0" fmla="*/ 0 h 12274"/>
                <a:gd name="connsiteX1" fmla="*/ 683304 w 683303"/>
                <a:gd name="connsiteY1" fmla="*/ 0 h 12274"/>
                <a:gd name="connsiteX2" fmla="*/ 683304 w 683303"/>
                <a:gd name="connsiteY2" fmla="*/ 12275 h 12274"/>
                <a:gd name="connsiteX3" fmla="*/ 0 w 683303"/>
                <a:gd name="connsiteY3" fmla="*/ 12275 h 12274"/>
              </a:gdLst>
              <a:ahLst/>
              <a:cxnLst>
                <a:cxn ang="0">
                  <a:pos x="connsiteX0" y="connsiteY0"/>
                </a:cxn>
                <a:cxn ang="0">
                  <a:pos x="connsiteX1" y="connsiteY1"/>
                </a:cxn>
                <a:cxn ang="0">
                  <a:pos x="connsiteX2" y="connsiteY2"/>
                </a:cxn>
                <a:cxn ang="0">
                  <a:pos x="connsiteX3" y="connsiteY3"/>
                </a:cxn>
              </a:cxnLst>
              <a:rect l="l" t="t" r="r" b="b"/>
              <a:pathLst>
                <a:path w="683303" h="12274">
                  <a:moveTo>
                    <a:pt x="0" y="0"/>
                  </a:moveTo>
                  <a:lnTo>
                    <a:pt x="683304" y="0"/>
                  </a:lnTo>
                  <a:lnTo>
                    <a:pt x="683304" y="12275"/>
                  </a:lnTo>
                  <a:lnTo>
                    <a:pt x="0" y="12275"/>
                  </a:lnTo>
                  <a:close/>
                </a:path>
              </a:pathLst>
            </a:custGeom>
            <a:solidFill>
              <a:srgbClr val="788B9C"/>
            </a:solidFill>
            <a:ln w="13637" cap="flat">
              <a:noFill/>
              <a:prstDash val="solid"/>
              <a:miter/>
            </a:ln>
          </p:spPr>
          <p:txBody>
            <a:bodyPr rtlCol="0" anchor="ctr"/>
            <a:lstStyle/>
            <a:p>
              <a:endParaRPr lang="en-US"/>
            </a:p>
          </p:txBody>
        </p:sp>
      </p:grpSp>
      <p:sp>
        <p:nvSpPr>
          <p:cNvPr id="140" name="Freeform: Shape 139">
            <a:extLst>
              <a:ext uri="{FF2B5EF4-FFF2-40B4-BE49-F238E27FC236}">
                <a16:creationId xmlns:a16="http://schemas.microsoft.com/office/drawing/2014/main" id="{CE39B126-950E-4837-BC27-F58058EF6AAB}"/>
              </a:ext>
            </a:extLst>
          </p:cNvPr>
          <p:cNvSpPr/>
          <p:nvPr/>
        </p:nvSpPr>
        <p:spPr>
          <a:xfrm>
            <a:off x="9240463" y="4191413"/>
            <a:ext cx="242770" cy="418711"/>
          </a:xfrm>
          <a:custGeom>
            <a:avLst/>
            <a:gdLst>
              <a:gd name="connsiteX0" fmla="*/ 242771 w 242770"/>
              <a:gd name="connsiteY0" fmla="*/ 4092 h 418711"/>
              <a:gd name="connsiteX1" fmla="*/ 242771 w 242770"/>
              <a:gd name="connsiteY1" fmla="*/ 332787 h 418711"/>
              <a:gd name="connsiteX2" fmla="*/ 242771 w 242770"/>
              <a:gd name="connsiteY2" fmla="*/ 332787 h 418711"/>
              <a:gd name="connsiteX3" fmla="*/ 140480 w 242770"/>
              <a:gd name="connsiteY3" fmla="*/ 418711 h 418711"/>
              <a:gd name="connsiteX4" fmla="*/ 2728 w 242770"/>
              <a:gd name="connsiteY4" fmla="*/ 418711 h 418711"/>
              <a:gd name="connsiteX5" fmla="*/ 0 w 242770"/>
              <a:gd name="connsiteY5" fmla="*/ 415983 h 418711"/>
              <a:gd name="connsiteX6" fmla="*/ 0 w 242770"/>
              <a:gd name="connsiteY6" fmla="*/ 6819 h 418711"/>
              <a:gd name="connsiteX7" fmla="*/ 2728 w 242770"/>
              <a:gd name="connsiteY7" fmla="*/ 4092 h 418711"/>
              <a:gd name="connsiteX8" fmla="*/ 240043 w 242770"/>
              <a:gd name="connsiteY8" fmla="*/ 0 h 418711"/>
              <a:gd name="connsiteX9" fmla="*/ 242771 w 242770"/>
              <a:gd name="connsiteY9" fmla="*/ 4092 h 4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770" h="418711">
                <a:moveTo>
                  <a:pt x="242771" y="4092"/>
                </a:moveTo>
                <a:lnTo>
                  <a:pt x="242771" y="332787"/>
                </a:lnTo>
                <a:cubicBezTo>
                  <a:pt x="242771" y="332787"/>
                  <a:pt x="242771" y="332787"/>
                  <a:pt x="242771" y="332787"/>
                </a:cubicBezTo>
                <a:cubicBezTo>
                  <a:pt x="242771" y="334151"/>
                  <a:pt x="238679" y="418711"/>
                  <a:pt x="140480" y="418711"/>
                </a:cubicBezTo>
                <a:lnTo>
                  <a:pt x="2728" y="418711"/>
                </a:lnTo>
                <a:cubicBezTo>
                  <a:pt x="1364" y="418711"/>
                  <a:pt x="0" y="417347"/>
                  <a:pt x="0" y="415983"/>
                </a:cubicBezTo>
                <a:lnTo>
                  <a:pt x="0" y="6819"/>
                </a:lnTo>
                <a:cubicBezTo>
                  <a:pt x="0" y="5455"/>
                  <a:pt x="1364" y="4092"/>
                  <a:pt x="2728" y="4092"/>
                </a:cubicBezTo>
                <a:lnTo>
                  <a:pt x="240043" y="0"/>
                </a:lnTo>
                <a:cubicBezTo>
                  <a:pt x="241407" y="1364"/>
                  <a:pt x="242771" y="2728"/>
                  <a:pt x="242771" y="4092"/>
                </a:cubicBezTo>
                <a:close/>
              </a:path>
            </a:pathLst>
          </a:custGeom>
          <a:solidFill>
            <a:srgbClr val="788B9C">
              <a:alpha val="51000"/>
            </a:srgbClr>
          </a:solidFill>
          <a:ln w="13637" cap="flat">
            <a:noFill/>
            <a:prstDash val="solid"/>
            <a:miter/>
          </a:ln>
        </p:spPr>
        <p:txBody>
          <a:bodyPr rtlCol="0" anchor="ctr"/>
          <a:lstStyle/>
          <a:p>
            <a:endParaRPr lang="en-US"/>
          </a:p>
        </p:txBody>
      </p:sp>
      <p:grpSp>
        <p:nvGrpSpPr>
          <p:cNvPr id="141" name="Graphic 1">
            <a:extLst>
              <a:ext uri="{FF2B5EF4-FFF2-40B4-BE49-F238E27FC236}">
                <a16:creationId xmlns:a16="http://schemas.microsoft.com/office/drawing/2014/main" id="{1A1A54C8-17FD-499E-A8FB-D3B0E0132D9E}"/>
              </a:ext>
            </a:extLst>
          </p:cNvPr>
          <p:cNvGrpSpPr/>
          <p:nvPr/>
        </p:nvGrpSpPr>
        <p:grpSpPr>
          <a:xfrm>
            <a:off x="7839759" y="4749240"/>
            <a:ext cx="2628195" cy="1149751"/>
            <a:chOff x="7839759" y="4749240"/>
            <a:chExt cx="2628195" cy="1149751"/>
          </a:xfrm>
        </p:grpSpPr>
        <p:grpSp>
          <p:nvGrpSpPr>
            <p:cNvPr id="142" name="Graphic 1">
              <a:extLst>
                <a:ext uri="{FF2B5EF4-FFF2-40B4-BE49-F238E27FC236}">
                  <a16:creationId xmlns:a16="http://schemas.microsoft.com/office/drawing/2014/main" id="{1A1A54C8-17FD-499E-A8FB-D3B0E0132D9E}"/>
                </a:ext>
              </a:extLst>
            </p:cNvPr>
            <p:cNvGrpSpPr/>
            <p:nvPr/>
          </p:nvGrpSpPr>
          <p:grpSpPr>
            <a:xfrm>
              <a:off x="8502604" y="4749240"/>
              <a:ext cx="1965350" cy="1149751"/>
              <a:chOff x="8502604" y="4749240"/>
              <a:chExt cx="1965350" cy="1149751"/>
            </a:xfrm>
          </p:grpSpPr>
          <p:sp>
            <p:nvSpPr>
              <p:cNvPr id="143" name="Freeform: Shape 142">
                <a:extLst>
                  <a:ext uri="{FF2B5EF4-FFF2-40B4-BE49-F238E27FC236}">
                    <a16:creationId xmlns:a16="http://schemas.microsoft.com/office/drawing/2014/main" id="{A25B68C0-DDDC-425F-BF01-8D1F3D50FF1B}"/>
                  </a:ext>
                </a:extLst>
              </p:cNvPr>
              <p:cNvSpPr/>
              <p:nvPr/>
            </p:nvSpPr>
            <p:spPr>
              <a:xfrm>
                <a:off x="8774017" y="4749240"/>
                <a:ext cx="1402171" cy="331423"/>
              </a:xfrm>
              <a:custGeom>
                <a:avLst/>
                <a:gdLst>
                  <a:gd name="connsiteX0" fmla="*/ 1376155 w 1402171"/>
                  <a:gd name="connsiteY0" fmla="*/ 331423 h 331423"/>
                  <a:gd name="connsiteX1" fmla="*/ 25914 w 1402171"/>
                  <a:gd name="connsiteY1" fmla="*/ 331423 h 331423"/>
                  <a:gd name="connsiteX2" fmla="*/ 0 w 1402171"/>
                  <a:gd name="connsiteY2" fmla="*/ 305509 h 331423"/>
                  <a:gd name="connsiteX3" fmla="*/ 0 w 1402171"/>
                  <a:gd name="connsiteY3" fmla="*/ 25914 h 331423"/>
                  <a:gd name="connsiteX4" fmla="*/ 25914 w 1402171"/>
                  <a:gd name="connsiteY4" fmla="*/ 0 h 331423"/>
                  <a:gd name="connsiteX5" fmla="*/ 1376155 w 1402171"/>
                  <a:gd name="connsiteY5" fmla="*/ 0 h 331423"/>
                  <a:gd name="connsiteX6" fmla="*/ 1402068 w 1402171"/>
                  <a:gd name="connsiteY6" fmla="*/ 25914 h 331423"/>
                  <a:gd name="connsiteX7" fmla="*/ 1402068 w 1402171"/>
                  <a:gd name="connsiteY7" fmla="*/ 305509 h 331423"/>
                  <a:gd name="connsiteX8" fmla="*/ 1376155 w 1402171"/>
                  <a:gd name="connsiteY8" fmla="*/ 331423 h 33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2171" h="331423">
                    <a:moveTo>
                      <a:pt x="1376155" y="331423"/>
                    </a:moveTo>
                    <a:lnTo>
                      <a:pt x="25914" y="331423"/>
                    </a:lnTo>
                    <a:cubicBezTo>
                      <a:pt x="10911" y="331423"/>
                      <a:pt x="0" y="319148"/>
                      <a:pt x="0" y="305509"/>
                    </a:cubicBezTo>
                    <a:lnTo>
                      <a:pt x="0" y="25914"/>
                    </a:lnTo>
                    <a:cubicBezTo>
                      <a:pt x="0" y="10911"/>
                      <a:pt x="12275" y="0"/>
                      <a:pt x="25914" y="0"/>
                    </a:cubicBezTo>
                    <a:lnTo>
                      <a:pt x="1376155" y="0"/>
                    </a:lnTo>
                    <a:cubicBezTo>
                      <a:pt x="1391157" y="0"/>
                      <a:pt x="1402068" y="12275"/>
                      <a:pt x="1402068" y="25914"/>
                    </a:cubicBezTo>
                    <a:lnTo>
                      <a:pt x="1402068" y="305509"/>
                    </a:lnTo>
                    <a:cubicBezTo>
                      <a:pt x="1403432" y="319148"/>
                      <a:pt x="1391157" y="331423"/>
                      <a:pt x="1376155" y="331423"/>
                    </a:cubicBezTo>
                    <a:close/>
                  </a:path>
                </a:pathLst>
              </a:custGeom>
              <a:solidFill>
                <a:srgbClr val="E3D9D3"/>
              </a:solidFill>
              <a:ln w="13637"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C8F373A7-7A14-4028-9C32-28B9552AC03F}"/>
                  </a:ext>
                </a:extLst>
              </p:cNvPr>
              <p:cNvSpPr/>
              <p:nvPr/>
            </p:nvSpPr>
            <p:spPr>
              <a:xfrm>
                <a:off x="8805386" y="4750604"/>
                <a:ext cx="1402068" cy="51827"/>
              </a:xfrm>
              <a:custGeom>
                <a:avLst/>
                <a:gdLst>
                  <a:gd name="connsiteX0" fmla="*/ 1376155 w 1402068"/>
                  <a:gd name="connsiteY0" fmla="*/ 51827 h 51827"/>
                  <a:gd name="connsiteX1" fmla="*/ 25914 w 1402068"/>
                  <a:gd name="connsiteY1" fmla="*/ 51827 h 51827"/>
                  <a:gd name="connsiteX2" fmla="*/ 0 w 1402068"/>
                  <a:gd name="connsiteY2" fmla="*/ 25914 h 51827"/>
                  <a:gd name="connsiteX3" fmla="*/ 0 w 1402068"/>
                  <a:gd name="connsiteY3" fmla="*/ 25914 h 51827"/>
                  <a:gd name="connsiteX4" fmla="*/ 25914 w 1402068"/>
                  <a:gd name="connsiteY4" fmla="*/ 0 h 51827"/>
                  <a:gd name="connsiteX5" fmla="*/ 1376155 w 1402068"/>
                  <a:gd name="connsiteY5" fmla="*/ 0 h 51827"/>
                  <a:gd name="connsiteX6" fmla="*/ 1402069 w 1402068"/>
                  <a:gd name="connsiteY6" fmla="*/ 25914 h 51827"/>
                  <a:gd name="connsiteX7" fmla="*/ 1402069 w 1402068"/>
                  <a:gd name="connsiteY7" fmla="*/ 25914 h 51827"/>
                  <a:gd name="connsiteX8" fmla="*/ 1376155 w 1402068"/>
                  <a:gd name="connsiteY8" fmla="*/ 51827 h 51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2068" h="51827">
                    <a:moveTo>
                      <a:pt x="1376155" y="51827"/>
                    </a:moveTo>
                    <a:lnTo>
                      <a:pt x="25914" y="51827"/>
                    </a:lnTo>
                    <a:cubicBezTo>
                      <a:pt x="10911" y="51827"/>
                      <a:pt x="0" y="39552"/>
                      <a:pt x="0" y="25914"/>
                    </a:cubicBezTo>
                    <a:lnTo>
                      <a:pt x="0" y="25914"/>
                    </a:lnTo>
                    <a:cubicBezTo>
                      <a:pt x="0" y="10911"/>
                      <a:pt x="12275" y="0"/>
                      <a:pt x="25914" y="0"/>
                    </a:cubicBezTo>
                    <a:lnTo>
                      <a:pt x="1376155" y="0"/>
                    </a:lnTo>
                    <a:cubicBezTo>
                      <a:pt x="1391157" y="0"/>
                      <a:pt x="1402069" y="12275"/>
                      <a:pt x="1402069" y="25914"/>
                    </a:cubicBezTo>
                    <a:lnTo>
                      <a:pt x="1402069" y="25914"/>
                    </a:lnTo>
                    <a:cubicBezTo>
                      <a:pt x="1402069" y="39552"/>
                      <a:pt x="1389793" y="51827"/>
                      <a:pt x="1376155" y="51827"/>
                    </a:cubicBezTo>
                    <a:close/>
                  </a:path>
                </a:pathLst>
              </a:custGeom>
              <a:solidFill>
                <a:schemeClr val="accent4"/>
              </a:solidFill>
              <a:ln w="13637"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8ED62C15-1399-4754-B166-5E187FEA1CEE}"/>
                  </a:ext>
                </a:extLst>
              </p:cNvPr>
              <p:cNvSpPr/>
              <p:nvPr/>
            </p:nvSpPr>
            <p:spPr>
              <a:xfrm>
                <a:off x="8805386" y="4977008"/>
                <a:ext cx="1402068" cy="51827"/>
              </a:xfrm>
              <a:custGeom>
                <a:avLst/>
                <a:gdLst>
                  <a:gd name="connsiteX0" fmla="*/ 1376155 w 1402068"/>
                  <a:gd name="connsiteY0" fmla="*/ 51827 h 51827"/>
                  <a:gd name="connsiteX1" fmla="*/ 25914 w 1402068"/>
                  <a:gd name="connsiteY1" fmla="*/ 51827 h 51827"/>
                  <a:gd name="connsiteX2" fmla="*/ 0 w 1402068"/>
                  <a:gd name="connsiteY2" fmla="*/ 25914 h 51827"/>
                  <a:gd name="connsiteX3" fmla="*/ 0 w 1402068"/>
                  <a:gd name="connsiteY3" fmla="*/ 25914 h 51827"/>
                  <a:gd name="connsiteX4" fmla="*/ 25914 w 1402068"/>
                  <a:gd name="connsiteY4" fmla="*/ 0 h 51827"/>
                  <a:gd name="connsiteX5" fmla="*/ 1376155 w 1402068"/>
                  <a:gd name="connsiteY5" fmla="*/ 0 h 51827"/>
                  <a:gd name="connsiteX6" fmla="*/ 1402069 w 1402068"/>
                  <a:gd name="connsiteY6" fmla="*/ 25914 h 51827"/>
                  <a:gd name="connsiteX7" fmla="*/ 1402069 w 1402068"/>
                  <a:gd name="connsiteY7" fmla="*/ 25914 h 51827"/>
                  <a:gd name="connsiteX8" fmla="*/ 1376155 w 1402068"/>
                  <a:gd name="connsiteY8" fmla="*/ 51827 h 51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2068" h="51827">
                    <a:moveTo>
                      <a:pt x="1376155" y="51827"/>
                    </a:moveTo>
                    <a:lnTo>
                      <a:pt x="25914" y="51827"/>
                    </a:lnTo>
                    <a:cubicBezTo>
                      <a:pt x="10911" y="51827"/>
                      <a:pt x="0" y="39552"/>
                      <a:pt x="0" y="25914"/>
                    </a:cubicBezTo>
                    <a:lnTo>
                      <a:pt x="0" y="25914"/>
                    </a:lnTo>
                    <a:cubicBezTo>
                      <a:pt x="0" y="10911"/>
                      <a:pt x="12275" y="0"/>
                      <a:pt x="25914" y="0"/>
                    </a:cubicBezTo>
                    <a:lnTo>
                      <a:pt x="1376155" y="0"/>
                    </a:lnTo>
                    <a:cubicBezTo>
                      <a:pt x="1391157" y="0"/>
                      <a:pt x="1402069" y="12275"/>
                      <a:pt x="1402069" y="25914"/>
                    </a:cubicBezTo>
                    <a:lnTo>
                      <a:pt x="1402069" y="25914"/>
                    </a:lnTo>
                    <a:cubicBezTo>
                      <a:pt x="1402069" y="40916"/>
                      <a:pt x="1389793" y="51827"/>
                      <a:pt x="1376155" y="51827"/>
                    </a:cubicBezTo>
                    <a:close/>
                  </a:path>
                </a:pathLst>
              </a:custGeom>
              <a:solidFill>
                <a:schemeClr val="accent4"/>
              </a:solidFill>
              <a:ln w="13637"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4433EF1E-8839-4DFB-9F26-1F1F52A8146D}"/>
                  </a:ext>
                </a:extLst>
              </p:cNvPr>
              <p:cNvSpPr/>
              <p:nvPr/>
            </p:nvSpPr>
            <p:spPr>
              <a:xfrm>
                <a:off x="8503968" y="5567568"/>
                <a:ext cx="1936708" cy="331423"/>
              </a:xfrm>
              <a:custGeom>
                <a:avLst/>
                <a:gdLst>
                  <a:gd name="connsiteX0" fmla="*/ 1910795 w 1936708"/>
                  <a:gd name="connsiteY0" fmla="*/ 331423 h 331423"/>
                  <a:gd name="connsiteX1" fmla="*/ 25914 w 1936708"/>
                  <a:gd name="connsiteY1" fmla="*/ 331423 h 331423"/>
                  <a:gd name="connsiteX2" fmla="*/ 0 w 1936708"/>
                  <a:gd name="connsiteY2" fmla="*/ 305509 h 331423"/>
                  <a:gd name="connsiteX3" fmla="*/ 0 w 1936708"/>
                  <a:gd name="connsiteY3" fmla="*/ 25914 h 331423"/>
                  <a:gd name="connsiteX4" fmla="*/ 25914 w 1936708"/>
                  <a:gd name="connsiteY4" fmla="*/ 0 h 331423"/>
                  <a:gd name="connsiteX5" fmla="*/ 1910795 w 1936708"/>
                  <a:gd name="connsiteY5" fmla="*/ 0 h 331423"/>
                  <a:gd name="connsiteX6" fmla="*/ 1936709 w 1936708"/>
                  <a:gd name="connsiteY6" fmla="*/ 25914 h 331423"/>
                  <a:gd name="connsiteX7" fmla="*/ 1936709 w 1936708"/>
                  <a:gd name="connsiteY7" fmla="*/ 305509 h 331423"/>
                  <a:gd name="connsiteX8" fmla="*/ 1910795 w 1936708"/>
                  <a:gd name="connsiteY8" fmla="*/ 331423 h 33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6708" h="331423">
                    <a:moveTo>
                      <a:pt x="1910795" y="331423"/>
                    </a:moveTo>
                    <a:lnTo>
                      <a:pt x="25914" y="331423"/>
                    </a:lnTo>
                    <a:cubicBezTo>
                      <a:pt x="10911" y="331423"/>
                      <a:pt x="0" y="319148"/>
                      <a:pt x="0" y="305509"/>
                    </a:cubicBezTo>
                    <a:lnTo>
                      <a:pt x="0" y="25914"/>
                    </a:lnTo>
                    <a:cubicBezTo>
                      <a:pt x="0" y="10911"/>
                      <a:pt x="12275" y="0"/>
                      <a:pt x="25914" y="0"/>
                    </a:cubicBezTo>
                    <a:lnTo>
                      <a:pt x="1910795" y="0"/>
                    </a:lnTo>
                    <a:cubicBezTo>
                      <a:pt x="1925798" y="0"/>
                      <a:pt x="1936709" y="12275"/>
                      <a:pt x="1936709" y="25914"/>
                    </a:cubicBezTo>
                    <a:lnTo>
                      <a:pt x="1936709" y="305509"/>
                    </a:lnTo>
                    <a:cubicBezTo>
                      <a:pt x="1936709" y="319148"/>
                      <a:pt x="1924434" y="331423"/>
                      <a:pt x="1910795" y="331423"/>
                    </a:cubicBezTo>
                    <a:close/>
                  </a:path>
                </a:pathLst>
              </a:custGeom>
              <a:solidFill>
                <a:srgbClr val="D4D3CF"/>
              </a:solidFill>
              <a:ln w="13637"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3A08CC77-1154-4E49-B8D1-52202CED9315}"/>
                  </a:ext>
                </a:extLst>
              </p:cNvPr>
              <p:cNvSpPr/>
              <p:nvPr/>
            </p:nvSpPr>
            <p:spPr>
              <a:xfrm>
                <a:off x="8502604" y="5566204"/>
                <a:ext cx="1965350" cy="36824"/>
              </a:xfrm>
              <a:custGeom>
                <a:avLst/>
                <a:gdLst>
                  <a:gd name="connsiteX0" fmla="*/ 1957168 w 1965350"/>
                  <a:gd name="connsiteY0" fmla="*/ 36825 h 36824"/>
                  <a:gd name="connsiteX1" fmla="*/ 8183 w 1965350"/>
                  <a:gd name="connsiteY1" fmla="*/ 36825 h 36824"/>
                  <a:gd name="connsiteX2" fmla="*/ 0 w 1965350"/>
                  <a:gd name="connsiteY2" fmla="*/ 28642 h 36824"/>
                  <a:gd name="connsiteX3" fmla="*/ 0 w 1965350"/>
                  <a:gd name="connsiteY3" fmla="*/ 8183 h 36824"/>
                  <a:gd name="connsiteX4" fmla="*/ 8183 w 1965350"/>
                  <a:gd name="connsiteY4" fmla="*/ 0 h 36824"/>
                  <a:gd name="connsiteX5" fmla="*/ 1957168 w 1965350"/>
                  <a:gd name="connsiteY5" fmla="*/ 0 h 36824"/>
                  <a:gd name="connsiteX6" fmla="*/ 1965350 w 1965350"/>
                  <a:gd name="connsiteY6" fmla="*/ 8183 h 36824"/>
                  <a:gd name="connsiteX7" fmla="*/ 1965350 w 1965350"/>
                  <a:gd name="connsiteY7" fmla="*/ 28642 h 36824"/>
                  <a:gd name="connsiteX8" fmla="*/ 1957168 w 1965350"/>
                  <a:gd name="connsiteY8" fmla="*/ 36825 h 3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5350" h="36824">
                    <a:moveTo>
                      <a:pt x="1957168" y="36825"/>
                    </a:moveTo>
                    <a:lnTo>
                      <a:pt x="8183" y="36825"/>
                    </a:lnTo>
                    <a:cubicBezTo>
                      <a:pt x="4092" y="36825"/>
                      <a:pt x="0" y="34097"/>
                      <a:pt x="0" y="28642"/>
                    </a:cubicBezTo>
                    <a:lnTo>
                      <a:pt x="0" y="8183"/>
                    </a:lnTo>
                    <a:cubicBezTo>
                      <a:pt x="0" y="4092"/>
                      <a:pt x="2728" y="0"/>
                      <a:pt x="8183" y="0"/>
                    </a:cubicBezTo>
                    <a:lnTo>
                      <a:pt x="1957168" y="0"/>
                    </a:lnTo>
                    <a:cubicBezTo>
                      <a:pt x="1961259" y="0"/>
                      <a:pt x="1965350" y="2728"/>
                      <a:pt x="1965350" y="8183"/>
                    </a:cubicBezTo>
                    <a:lnTo>
                      <a:pt x="1965350" y="28642"/>
                    </a:lnTo>
                    <a:cubicBezTo>
                      <a:pt x="1963987" y="34097"/>
                      <a:pt x="1961259" y="36825"/>
                      <a:pt x="1957168" y="36825"/>
                    </a:cubicBezTo>
                    <a:close/>
                  </a:path>
                </a:pathLst>
              </a:custGeom>
              <a:solidFill>
                <a:schemeClr val="accent3"/>
              </a:solidFill>
              <a:ln w="13637"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6E426BC-FEF9-4723-B686-2BBB68893967}"/>
                  </a:ext>
                </a:extLst>
              </p:cNvPr>
              <p:cNvSpPr/>
              <p:nvPr/>
            </p:nvSpPr>
            <p:spPr>
              <a:xfrm>
                <a:off x="8502604" y="5859438"/>
                <a:ext cx="1965350" cy="36824"/>
              </a:xfrm>
              <a:custGeom>
                <a:avLst/>
                <a:gdLst>
                  <a:gd name="connsiteX0" fmla="*/ 1957168 w 1965350"/>
                  <a:gd name="connsiteY0" fmla="*/ 36825 h 36824"/>
                  <a:gd name="connsiteX1" fmla="*/ 8183 w 1965350"/>
                  <a:gd name="connsiteY1" fmla="*/ 36825 h 36824"/>
                  <a:gd name="connsiteX2" fmla="*/ 0 w 1965350"/>
                  <a:gd name="connsiteY2" fmla="*/ 28642 h 36824"/>
                  <a:gd name="connsiteX3" fmla="*/ 0 w 1965350"/>
                  <a:gd name="connsiteY3" fmla="*/ 8183 h 36824"/>
                  <a:gd name="connsiteX4" fmla="*/ 8183 w 1965350"/>
                  <a:gd name="connsiteY4" fmla="*/ 0 h 36824"/>
                  <a:gd name="connsiteX5" fmla="*/ 1957168 w 1965350"/>
                  <a:gd name="connsiteY5" fmla="*/ 0 h 36824"/>
                  <a:gd name="connsiteX6" fmla="*/ 1965350 w 1965350"/>
                  <a:gd name="connsiteY6" fmla="*/ 8183 h 36824"/>
                  <a:gd name="connsiteX7" fmla="*/ 1965350 w 1965350"/>
                  <a:gd name="connsiteY7" fmla="*/ 28642 h 36824"/>
                  <a:gd name="connsiteX8" fmla="*/ 1957168 w 1965350"/>
                  <a:gd name="connsiteY8" fmla="*/ 36825 h 3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5350" h="36824">
                    <a:moveTo>
                      <a:pt x="1957168" y="36825"/>
                    </a:moveTo>
                    <a:lnTo>
                      <a:pt x="8183" y="36825"/>
                    </a:lnTo>
                    <a:cubicBezTo>
                      <a:pt x="4092" y="36825"/>
                      <a:pt x="0" y="34097"/>
                      <a:pt x="0" y="28642"/>
                    </a:cubicBezTo>
                    <a:lnTo>
                      <a:pt x="0" y="8183"/>
                    </a:lnTo>
                    <a:cubicBezTo>
                      <a:pt x="0" y="4092"/>
                      <a:pt x="2728" y="0"/>
                      <a:pt x="8183" y="0"/>
                    </a:cubicBezTo>
                    <a:lnTo>
                      <a:pt x="1957168" y="0"/>
                    </a:lnTo>
                    <a:cubicBezTo>
                      <a:pt x="1961259" y="0"/>
                      <a:pt x="1965350" y="2728"/>
                      <a:pt x="1965350" y="8183"/>
                    </a:cubicBezTo>
                    <a:lnTo>
                      <a:pt x="1965350" y="28642"/>
                    </a:lnTo>
                    <a:cubicBezTo>
                      <a:pt x="1963987" y="34097"/>
                      <a:pt x="1961259" y="36825"/>
                      <a:pt x="1957168" y="36825"/>
                    </a:cubicBezTo>
                    <a:close/>
                  </a:path>
                </a:pathLst>
              </a:custGeom>
              <a:solidFill>
                <a:schemeClr val="accent3"/>
              </a:solidFill>
              <a:ln w="13637"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7A517EE4-A5B2-4B4E-A114-959348E83FFA}"/>
                  </a:ext>
                </a:extLst>
              </p:cNvPr>
              <p:cNvSpPr/>
              <p:nvPr/>
            </p:nvSpPr>
            <p:spPr>
              <a:xfrm>
                <a:off x="8634901" y="5082027"/>
                <a:ext cx="1677571" cy="190943"/>
              </a:xfrm>
              <a:custGeom>
                <a:avLst/>
                <a:gdLst>
                  <a:gd name="connsiteX0" fmla="*/ 1651658 w 1677571"/>
                  <a:gd name="connsiteY0" fmla="*/ 190943 h 190943"/>
                  <a:gd name="connsiteX1" fmla="*/ 25914 w 1677571"/>
                  <a:gd name="connsiteY1" fmla="*/ 190943 h 190943"/>
                  <a:gd name="connsiteX2" fmla="*/ 0 w 1677571"/>
                  <a:gd name="connsiteY2" fmla="*/ 165030 h 190943"/>
                  <a:gd name="connsiteX3" fmla="*/ 0 w 1677571"/>
                  <a:gd name="connsiteY3" fmla="*/ 25914 h 190943"/>
                  <a:gd name="connsiteX4" fmla="*/ 25914 w 1677571"/>
                  <a:gd name="connsiteY4" fmla="*/ 0 h 190943"/>
                  <a:gd name="connsiteX5" fmla="*/ 1651658 w 1677571"/>
                  <a:gd name="connsiteY5" fmla="*/ 0 h 190943"/>
                  <a:gd name="connsiteX6" fmla="*/ 1677572 w 1677571"/>
                  <a:gd name="connsiteY6" fmla="*/ 25914 h 190943"/>
                  <a:gd name="connsiteX7" fmla="*/ 1677572 w 1677571"/>
                  <a:gd name="connsiteY7" fmla="*/ 165030 h 190943"/>
                  <a:gd name="connsiteX8" fmla="*/ 1651658 w 1677571"/>
                  <a:gd name="connsiteY8" fmla="*/ 190943 h 190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7571" h="190943">
                    <a:moveTo>
                      <a:pt x="1651658" y="190943"/>
                    </a:moveTo>
                    <a:lnTo>
                      <a:pt x="25914" y="190943"/>
                    </a:lnTo>
                    <a:cubicBezTo>
                      <a:pt x="10911" y="190943"/>
                      <a:pt x="0" y="178668"/>
                      <a:pt x="0" y="165030"/>
                    </a:cubicBezTo>
                    <a:lnTo>
                      <a:pt x="0" y="25914"/>
                    </a:lnTo>
                    <a:cubicBezTo>
                      <a:pt x="0" y="10911"/>
                      <a:pt x="12275" y="0"/>
                      <a:pt x="25914" y="0"/>
                    </a:cubicBezTo>
                    <a:lnTo>
                      <a:pt x="1651658" y="0"/>
                    </a:lnTo>
                    <a:cubicBezTo>
                      <a:pt x="1666661" y="0"/>
                      <a:pt x="1677572" y="12275"/>
                      <a:pt x="1677572" y="25914"/>
                    </a:cubicBezTo>
                    <a:lnTo>
                      <a:pt x="1677572" y="165030"/>
                    </a:lnTo>
                    <a:cubicBezTo>
                      <a:pt x="1677572" y="178668"/>
                      <a:pt x="1665297" y="190943"/>
                      <a:pt x="1651658" y="190943"/>
                    </a:cubicBezTo>
                    <a:close/>
                  </a:path>
                </a:pathLst>
              </a:custGeom>
              <a:solidFill>
                <a:srgbClr val="E3D9D3"/>
              </a:solidFill>
              <a:ln w="13637"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F456DED0-A2E6-4F46-B312-229A1141A434}"/>
                  </a:ext>
                </a:extLst>
              </p:cNvPr>
              <p:cNvSpPr/>
              <p:nvPr/>
            </p:nvSpPr>
            <p:spPr>
              <a:xfrm>
                <a:off x="8648539" y="5080663"/>
                <a:ext cx="1678935" cy="30005"/>
              </a:xfrm>
              <a:custGeom>
                <a:avLst/>
                <a:gdLst>
                  <a:gd name="connsiteX0" fmla="*/ 1669389 w 1678935"/>
                  <a:gd name="connsiteY0" fmla="*/ 30005 h 30005"/>
                  <a:gd name="connsiteX1" fmla="*/ 9547 w 1678935"/>
                  <a:gd name="connsiteY1" fmla="*/ 30005 h 30005"/>
                  <a:gd name="connsiteX2" fmla="*/ 0 w 1678935"/>
                  <a:gd name="connsiteY2" fmla="*/ 20458 h 30005"/>
                  <a:gd name="connsiteX3" fmla="*/ 0 w 1678935"/>
                  <a:gd name="connsiteY3" fmla="*/ 9547 h 30005"/>
                  <a:gd name="connsiteX4" fmla="*/ 9547 w 1678935"/>
                  <a:gd name="connsiteY4" fmla="*/ 0 h 30005"/>
                  <a:gd name="connsiteX5" fmla="*/ 1669389 w 1678935"/>
                  <a:gd name="connsiteY5" fmla="*/ 0 h 30005"/>
                  <a:gd name="connsiteX6" fmla="*/ 1678936 w 1678935"/>
                  <a:gd name="connsiteY6" fmla="*/ 9547 h 30005"/>
                  <a:gd name="connsiteX7" fmla="*/ 1678936 w 1678935"/>
                  <a:gd name="connsiteY7" fmla="*/ 20458 h 30005"/>
                  <a:gd name="connsiteX8" fmla="*/ 1669389 w 1678935"/>
                  <a:gd name="connsiteY8" fmla="*/ 30005 h 3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8935" h="30005">
                    <a:moveTo>
                      <a:pt x="1669389" y="30005"/>
                    </a:moveTo>
                    <a:lnTo>
                      <a:pt x="9547" y="30005"/>
                    </a:lnTo>
                    <a:cubicBezTo>
                      <a:pt x="4092" y="30005"/>
                      <a:pt x="0" y="25914"/>
                      <a:pt x="0" y="20458"/>
                    </a:cubicBezTo>
                    <a:lnTo>
                      <a:pt x="0" y="9547"/>
                    </a:lnTo>
                    <a:cubicBezTo>
                      <a:pt x="0" y="4091"/>
                      <a:pt x="4092" y="0"/>
                      <a:pt x="9547" y="0"/>
                    </a:cubicBezTo>
                    <a:lnTo>
                      <a:pt x="1669389" y="0"/>
                    </a:lnTo>
                    <a:cubicBezTo>
                      <a:pt x="1674844" y="0"/>
                      <a:pt x="1678936" y="4091"/>
                      <a:pt x="1678936" y="9547"/>
                    </a:cubicBezTo>
                    <a:lnTo>
                      <a:pt x="1678936" y="20458"/>
                    </a:lnTo>
                    <a:cubicBezTo>
                      <a:pt x="1678936" y="25914"/>
                      <a:pt x="1674844" y="30005"/>
                      <a:pt x="1669389" y="30005"/>
                    </a:cubicBezTo>
                    <a:close/>
                  </a:path>
                </a:pathLst>
              </a:custGeom>
              <a:solidFill>
                <a:schemeClr val="accent3"/>
              </a:solidFill>
              <a:ln w="13637"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B57D8F61-F509-44F9-9B8E-95876CF8F77C}"/>
                  </a:ext>
                </a:extLst>
              </p:cNvPr>
              <p:cNvSpPr/>
              <p:nvPr/>
            </p:nvSpPr>
            <p:spPr>
              <a:xfrm>
                <a:off x="8648539" y="5241601"/>
                <a:ext cx="1678935" cy="30005"/>
              </a:xfrm>
              <a:custGeom>
                <a:avLst/>
                <a:gdLst>
                  <a:gd name="connsiteX0" fmla="*/ 1669389 w 1678935"/>
                  <a:gd name="connsiteY0" fmla="*/ 30006 h 30005"/>
                  <a:gd name="connsiteX1" fmla="*/ 9547 w 1678935"/>
                  <a:gd name="connsiteY1" fmla="*/ 30006 h 30005"/>
                  <a:gd name="connsiteX2" fmla="*/ 0 w 1678935"/>
                  <a:gd name="connsiteY2" fmla="*/ 20458 h 30005"/>
                  <a:gd name="connsiteX3" fmla="*/ 0 w 1678935"/>
                  <a:gd name="connsiteY3" fmla="*/ 9547 h 30005"/>
                  <a:gd name="connsiteX4" fmla="*/ 9547 w 1678935"/>
                  <a:gd name="connsiteY4" fmla="*/ 0 h 30005"/>
                  <a:gd name="connsiteX5" fmla="*/ 1669389 w 1678935"/>
                  <a:gd name="connsiteY5" fmla="*/ 0 h 30005"/>
                  <a:gd name="connsiteX6" fmla="*/ 1678936 w 1678935"/>
                  <a:gd name="connsiteY6" fmla="*/ 9547 h 30005"/>
                  <a:gd name="connsiteX7" fmla="*/ 1678936 w 1678935"/>
                  <a:gd name="connsiteY7" fmla="*/ 20458 h 30005"/>
                  <a:gd name="connsiteX8" fmla="*/ 1669389 w 1678935"/>
                  <a:gd name="connsiteY8" fmla="*/ 30006 h 3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8935" h="30005">
                    <a:moveTo>
                      <a:pt x="1669389" y="30006"/>
                    </a:moveTo>
                    <a:lnTo>
                      <a:pt x="9547" y="30006"/>
                    </a:lnTo>
                    <a:cubicBezTo>
                      <a:pt x="4092" y="30006"/>
                      <a:pt x="0" y="25914"/>
                      <a:pt x="0" y="20458"/>
                    </a:cubicBezTo>
                    <a:lnTo>
                      <a:pt x="0" y="9547"/>
                    </a:lnTo>
                    <a:cubicBezTo>
                      <a:pt x="0" y="4091"/>
                      <a:pt x="4092" y="0"/>
                      <a:pt x="9547" y="0"/>
                    </a:cubicBezTo>
                    <a:lnTo>
                      <a:pt x="1669389" y="0"/>
                    </a:lnTo>
                    <a:cubicBezTo>
                      <a:pt x="1674844" y="0"/>
                      <a:pt x="1678936" y="4091"/>
                      <a:pt x="1678936" y="9547"/>
                    </a:cubicBezTo>
                    <a:lnTo>
                      <a:pt x="1678936" y="20458"/>
                    </a:lnTo>
                    <a:cubicBezTo>
                      <a:pt x="1678936" y="25914"/>
                      <a:pt x="1674844" y="30006"/>
                      <a:pt x="1669389" y="30006"/>
                    </a:cubicBezTo>
                    <a:close/>
                  </a:path>
                </a:pathLst>
              </a:custGeom>
              <a:solidFill>
                <a:schemeClr val="accent3"/>
              </a:solidFill>
              <a:ln w="13637"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BEDBEBD2-E3EF-4998-B0B9-2A1DC76605D7}"/>
                  </a:ext>
                </a:extLst>
              </p:cNvPr>
              <p:cNvSpPr/>
              <p:nvPr/>
            </p:nvSpPr>
            <p:spPr>
              <a:xfrm>
                <a:off x="8670362" y="5027471"/>
                <a:ext cx="1621652" cy="53191"/>
              </a:xfrm>
              <a:custGeom>
                <a:avLst/>
                <a:gdLst>
                  <a:gd name="connsiteX0" fmla="*/ 1613469 w 1621652"/>
                  <a:gd name="connsiteY0" fmla="*/ 0 h 53191"/>
                  <a:gd name="connsiteX1" fmla="*/ 6819 w 1621652"/>
                  <a:gd name="connsiteY1" fmla="*/ 0 h 53191"/>
                  <a:gd name="connsiteX2" fmla="*/ 0 w 1621652"/>
                  <a:gd name="connsiteY2" fmla="*/ 6819 h 53191"/>
                  <a:gd name="connsiteX3" fmla="*/ 0 w 1621652"/>
                  <a:gd name="connsiteY3" fmla="*/ 46372 h 53191"/>
                  <a:gd name="connsiteX4" fmla="*/ 6819 w 1621652"/>
                  <a:gd name="connsiteY4" fmla="*/ 53192 h 53191"/>
                  <a:gd name="connsiteX5" fmla="*/ 1614833 w 1621652"/>
                  <a:gd name="connsiteY5" fmla="*/ 53192 h 53191"/>
                  <a:gd name="connsiteX6" fmla="*/ 1621653 w 1621652"/>
                  <a:gd name="connsiteY6" fmla="*/ 46372 h 53191"/>
                  <a:gd name="connsiteX7" fmla="*/ 1621653 w 1621652"/>
                  <a:gd name="connsiteY7" fmla="*/ 6819 h 53191"/>
                  <a:gd name="connsiteX8" fmla="*/ 1613469 w 1621652"/>
                  <a:gd name="connsiteY8" fmla="*/ 0 h 53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1652" h="53191">
                    <a:moveTo>
                      <a:pt x="1613469" y="0"/>
                    </a:moveTo>
                    <a:lnTo>
                      <a:pt x="6819" y="0"/>
                    </a:lnTo>
                    <a:cubicBezTo>
                      <a:pt x="2728" y="0"/>
                      <a:pt x="0" y="2728"/>
                      <a:pt x="0" y="6819"/>
                    </a:cubicBezTo>
                    <a:lnTo>
                      <a:pt x="0" y="46372"/>
                    </a:lnTo>
                    <a:cubicBezTo>
                      <a:pt x="0" y="50464"/>
                      <a:pt x="2728" y="53192"/>
                      <a:pt x="6819" y="53192"/>
                    </a:cubicBezTo>
                    <a:lnTo>
                      <a:pt x="1614833" y="53192"/>
                    </a:lnTo>
                    <a:cubicBezTo>
                      <a:pt x="1618925" y="53192"/>
                      <a:pt x="1621653" y="50464"/>
                      <a:pt x="1621653" y="46372"/>
                    </a:cubicBezTo>
                    <a:lnTo>
                      <a:pt x="1621653" y="6819"/>
                    </a:lnTo>
                    <a:cubicBezTo>
                      <a:pt x="1620289" y="2728"/>
                      <a:pt x="1617561" y="0"/>
                      <a:pt x="1613469" y="0"/>
                    </a:cubicBezTo>
                    <a:close/>
                  </a:path>
                </a:pathLst>
              </a:custGeom>
              <a:solidFill>
                <a:srgbClr val="D4D3CF"/>
              </a:solidFill>
              <a:ln w="13637"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672337CB-FCFE-4039-BCBA-41B46B92F819}"/>
                  </a:ext>
                </a:extLst>
              </p:cNvPr>
              <p:cNvSpPr/>
              <p:nvPr/>
            </p:nvSpPr>
            <p:spPr>
              <a:xfrm>
                <a:off x="8677181" y="5307067"/>
                <a:ext cx="1665297" cy="260501"/>
              </a:xfrm>
              <a:custGeom>
                <a:avLst/>
                <a:gdLst>
                  <a:gd name="connsiteX0" fmla="*/ 1638020 w 1665297"/>
                  <a:gd name="connsiteY0" fmla="*/ 260501 h 260501"/>
                  <a:gd name="connsiteX1" fmla="*/ 25914 w 1665297"/>
                  <a:gd name="connsiteY1" fmla="*/ 260501 h 260501"/>
                  <a:gd name="connsiteX2" fmla="*/ 0 w 1665297"/>
                  <a:gd name="connsiteY2" fmla="*/ 234587 h 260501"/>
                  <a:gd name="connsiteX3" fmla="*/ 0 w 1665297"/>
                  <a:gd name="connsiteY3" fmla="*/ 25914 h 260501"/>
                  <a:gd name="connsiteX4" fmla="*/ 25914 w 1665297"/>
                  <a:gd name="connsiteY4" fmla="*/ 0 h 260501"/>
                  <a:gd name="connsiteX5" fmla="*/ 1639384 w 1665297"/>
                  <a:gd name="connsiteY5" fmla="*/ 0 h 260501"/>
                  <a:gd name="connsiteX6" fmla="*/ 1665297 w 1665297"/>
                  <a:gd name="connsiteY6" fmla="*/ 25914 h 260501"/>
                  <a:gd name="connsiteX7" fmla="*/ 1665297 w 1665297"/>
                  <a:gd name="connsiteY7" fmla="*/ 234587 h 260501"/>
                  <a:gd name="connsiteX8" fmla="*/ 1638020 w 1665297"/>
                  <a:gd name="connsiteY8" fmla="*/ 260501 h 26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5297" h="260501">
                    <a:moveTo>
                      <a:pt x="1638020" y="260501"/>
                    </a:moveTo>
                    <a:lnTo>
                      <a:pt x="25914" y="260501"/>
                    </a:lnTo>
                    <a:cubicBezTo>
                      <a:pt x="10911" y="260501"/>
                      <a:pt x="0" y="248226"/>
                      <a:pt x="0" y="234587"/>
                    </a:cubicBezTo>
                    <a:lnTo>
                      <a:pt x="0" y="25914"/>
                    </a:lnTo>
                    <a:cubicBezTo>
                      <a:pt x="0" y="10911"/>
                      <a:pt x="12275" y="0"/>
                      <a:pt x="25914" y="0"/>
                    </a:cubicBezTo>
                    <a:lnTo>
                      <a:pt x="1639384" y="0"/>
                    </a:lnTo>
                    <a:cubicBezTo>
                      <a:pt x="1654386" y="0"/>
                      <a:pt x="1665297" y="12275"/>
                      <a:pt x="1665297" y="25914"/>
                    </a:cubicBezTo>
                    <a:lnTo>
                      <a:pt x="1665297" y="234587"/>
                    </a:lnTo>
                    <a:cubicBezTo>
                      <a:pt x="1665297" y="248226"/>
                      <a:pt x="1653022" y="260501"/>
                      <a:pt x="1638020" y="260501"/>
                    </a:cubicBezTo>
                    <a:close/>
                  </a:path>
                </a:pathLst>
              </a:custGeom>
              <a:solidFill>
                <a:srgbClr val="E3D9D3"/>
              </a:solidFill>
              <a:ln w="13637"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7133476F-9B63-4C0A-9933-F3E86FA4BEB6}"/>
                  </a:ext>
                </a:extLst>
              </p:cNvPr>
              <p:cNvSpPr/>
              <p:nvPr/>
            </p:nvSpPr>
            <p:spPr>
              <a:xfrm>
                <a:off x="8677181" y="5515741"/>
                <a:ext cx="1687119" cy="51827"/>
              </a:xfrm>
              <a:custGeom>
                <a:avLst/>
                <a:gdLst>
                  <a:gd name="connsiteX0" fmla="*/ 1659842 w 1687119"/>
                  <a:gd name="connsiteY0" fmla="*/ 51827 h 51827"/>
                  <a:gd name="connsiteX1" fmla="*/ 25914 w 1687119"/>
                  <a:gd name="connsiteY1" fmla="*/ 51827 h 51827"/>
                  <a:gd name="connsiteX2" fmla="*/ 0 w 1687119"/>
                  <a:gd name="connsiteY2" fmla="*/ 25914 h 51827"/>
                  <a:gd name="connsiteX3" fmla="*/ 0 w 1687119"/>
                  <a:gd name="connsiteY3" fmla="*/ 25914 h 51827"/>
                  <a:gd name="connsiteX4" fmla="*/ 25914 w 1687119"/>
                  <a:gd name="connsiteY4" fmla="*/ 0 h 51827"/>
                  <a:gd name="connsiteX5" fmla="*/ 1661205 w 1687119"/>
                  <a:gd name="connsiteY5" fmla="*/ 0 h 51827"/>
                  <a:gd name="connsiteX6" fmla="*/ 1687119 w 1687119"/>
                  <a:gd name="connsiteY6" fmla="*/ 25914 h 51827"/>
                  <a:gd name="connsiteX7" fmla="*/ 1687119 w 1687119"/>
                  <a:gd name="connsiteY7" fmla="*/ 25914 h 51827"/>
                  <a:gd name="connsiteX8" fmla="*/ 1659842 w 1687119"/>
                  <a:gd name="connsiteY8" fmla="*/ 51827 h 51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87119" h="51827">
                    <a:moveTo>
                      <a:pt x="1659842" y="51827"/>
                    </a:moveTo>
                    <a:lnTo>
                      <a:pt x="25914" y="51827"/>
                    </a:lnTo>
                    <a:cubicBezTo>
                      <a:pt x="10911" y="51827"/>
                      <a:pt x="0" y="39552"/>
                      <a:pt x="0" y="25914"/>
                    </a:cubicBezTo>
                    <a:lnTo>
                      <a:pt x="0" y="25914"/>
                    </a:lnTo>
                    <a:cubicBezTo>
                      <a:pt x="0" y="10911"/>
                      <a:pt x="12275" y="0"/>
                      <a:pt x="25914" y="0"/>
                    </a:cubicBezTo>
                    <a:lnTo>
                      <a:pt x="1661205" y="0"/>
                    </a:lnTo>
                    <a:cubicBezTo>
                      <a:pt x="1676208" y="0"/>
                      <a:pt x="1687119" y="12275"/>
                      <a:pt x="1687119" y="25914"/>
                    </a:cubicBezTo>
                    <a:lnTo>
                      <a:pt x="1687119" y="25914"/>
                    </a:lnTo>
                    <a:cubicBezTo>
                      <a:pt x="1687119" y="39552"/>
                      <a:pt x="1674844" y="51827"/>
                      <a:pt x="1659842" y="51827"/>
                    </a:cubicBezTo>
                    <a:close/>
                  </a:path>
                </a:pathLst>
              </a:custGeom>
              <a:solidFill>
                <a:schemeClr val="accent2"/>
              </a:solidFill>
              <a:ln w="13637"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31187862-99FA-40B5-A423-6742D0995876}"/>
                  </a:ext>
                </a:extLst>
              </p:cNvPr>
              <p:cNvSpPr/>
              <p:nvPr/>
            </p:nvSpPr>
            <p:spPr>
              <a:xfrm>
                <a:off x="8677181" y="5272970"/>
                <a:ext cx="1687119" cy="51827"/>
              </a:xfrm>
              <a:custGeom>
                <a:avLst/>
                <a:gdLst>
                  <a:gd name="connsiteX0" fmla="*/ 1659842 w 1687119"/>
                  <a:gd name="connsiteY0" fmla="*/ 51828 h 51827"/>
                  <a:gd name="connsiteX1" fmla="*/ 25914 w 1687119"/>
                  <a:gd name="connsiteY1" fmla="*/ 51828 h 51827"/>
                  <a:gd name="connsiteX2" fmla="*/ 0 w 1687119"/>
                  <a:gd name="connsiteY2" fmla="*/ 25914 h 51827"/>
                  <a:gd name="connsiteX3" fmla="*/ 0 w 1687119"/>
                  <a:gd name="connsiteY3" fmla="*/ 25914 h 51827"/>
                  <a:gd name="connsiteX4" fmla="*/ 25914 w 1687119"/>
                  <a:gd name="connsiteY4" fmla="*/ 0 h 51827"/>
                  <a:gd name="connsiteX5" fmla="*/ 1661205 w 1687119"/>
                  <a:gd name="connsiteY5" fmla="*/ 0 h 51827"/>
                  <a:gd name="connsiteX6" fmla="*/ 1687119 w 1687119"/>
                  <a:gd name="connsiteY6" fmla="*/ 25914 h 51827"/>
                  <a:gd name="connsiteX7" fmla="*/ 1687119 w 1687119"/>
                  <a:gd name="connsiteY7" fmla="*/ 25914 h 51827"/>
                  <a:gd name="connsiteX8" fmla="*/ 1659842 w 1687119"/>
                  <a:gd name="connsiteY8" fmla="*/ 51828 h 51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87119" h="51827">
                    <a:moveTo>
                      <a:pt x="1659842" y="51828"/>
                    </a:moveTo>
                    <a:lnTo>
                      <a:pt x="25914" y="51828"/>
                    </a:lnTo>
                    <a:cubicBezTo>
                      <a:pt x="10911" y="51828"/>
                      <a:pt x="0" y="39553"/>
                      <a:pt x="0" y="25914"/>
                    </a:cubicBezTo>
                    <a:lnTo>
                      <a:pt x="0" y="25914"/>
                    </a:lnTo>
                    <a:cubicBezTo>
                      <a:pt x="0" y="10911"/>
                      <a:pt x="12275" y="0"/>
                      <a:pt x="25914" y="0"/>
                    </a:cubicBezTo>
                    <a:lnTo>
                      <a:pt x="1661205" y="0"/>
                    </a:lnTo>
                    <a:cubicBezTo>
                      <a:pt x="1676208" y="0"/>
                      <a:pt x="1687119" y="12275"/>
                      <a:pt x="1687119" y="25914"/>
                    </a:cubicBezTo>
                    <a:lnTo>
                      <a:pt x="1687119" y="25914"/>
                    </a:lnTo>
                    <a:cubicBezTo>
                      <a:pt x="1687119" y="40916"/>
                      <a:pt x="1674844" y="51828"/>
                      <a:pt x="1659842" y="51828"/>
                    </a:cubicBezTo>
                    <a:close/>
                  </a:path>
                </a:pathLst>
              </a:custGeom>
              <a:solidFill>
                <a:schemeClr val="accent2"/>
              </a:solidFill>
              <a:ln w="13637" cap="flat">
                <a:noFill/>
                <a:prstDash val="solid"/>
                <a:miter/>
              </a:ln>
            </p:spPr>
            <p:txBody>
              <a:bodyPr rtlCol="0" anchor="ctr"/>
              <a:lstStyle/>
              <a:p>
                <a:endParaRPr lang="en-US"/>
              </a:p>
            </p:txBody>
          </p:sp>
        </p:grpSp>
        <p:grpSp>
          <p:nvGrpSpPr>
            <p:cNvPr id="156" name="Graphic 1">
              <a:extLst>
                <a:ext uri="{FF2B5EF4-FFF2-40B4-BE49-F238E27FC236}">
                  <a16:creationId xmlns:a16="http://schemas.microsoft.com/office/drawing/2014/main" id="{1A1A54C8-17FD-499E-A8FB-D3B0E0132D9E}"/>
                </a:ext>
              </a:extLst>
            </p:cNvPr>
            <p:cNvGrpSpPr/>
            <p:nvPr/>
          </p:nvGrpSpPr>
          <p:grpSpPr>
            <a:xfrm>
              <a:off x="7839759" y="4749240"/>
              <a:ext cx="1962726" cy="1149751"/>
              <a:chOff x="7839759" y="4749240"/>
              <a:chExt cx="1962726" cy="1149751"/>
            </a:xfrm>
          </p:grpSpPr>
          <p:sp>
            <p:nvSpPr>
              <p:cNvPr id="157" name="Freeform: Shape 156">
                <a:extLst>
                  <a:ext uri="{FF2B5EF4-FFF2-40B4-BE49-F238E27FC236}">
                    <a16:creationId xmlns:a16="http://schemas.microsoft.com/office/drawing/2014/main" id="{7B5B574A-AFAF-4403-90C2-3C8106365578}"/>
                  </a:ext>
                </a:extLst>
              </p:cNvPr>
              <p:cNvSpPr/>
              <p:nvPr/>
            </p:nvSpPr>
            <p:spPr>
              <a:xfrm>
                <a:off x="8111171" y="4749240"/>
                <a:ext cx="1402068" cy="331423"/>
              </a:xfrm>
              <a:custGeom>
                <a:avLst/>
                <a:gdLst>
                  <a:gd name="connsiteX0" fmla="*/ 1376155 w 1402068"/>
                  <a:gd name="connsiteY0" fmla="*/ 331423 h 331423"/>
                  <a:gd name="connsiteX1" fmla="*/ 25914 w 1402068"/>
                  <a:gd name="connsiteY1" fmla="*/ 331423 h 331423"/>
                  <a:gd name="connsiteX2" fmla="*/ 0 w 1402068"/>
                  <a:gd name="connsiteY2" fmla="*/ 305509 h 331423"/>
                  <a:gd name="connsiteX3" fmla="*/ 0 w 1402068"/>
                  <a:gd name="connsiteY3" fmla="*/ 25914 h 331423"/>
                  <a:gd name="connsiteX4" fmla="*/ 25914 w 1402068"/>
                  <a:gd name="connsiteY4" fmla="*/ 0 h 331423"/>
                  <a:gd name="connsiteX5" fmla="*/ 1376155 w 1402068"/>
                  <a:gd name="connsiteY5" fmla="*/ 0 h 331423"/>
                  <a:gd name="connsiteX6" fmla="*/ 1402068 w 1402068"/>
                  <a:gd name="connsiteY6" fmla="*/ 25914 h 331423"/>
                  <a:gd name="connsiteX7" fmla="*/ 1402068 w 1402068"/>
                  <a:gd name="connsiteY7" fmla="*/ 305509 h 331423"/>
                  <a:gd name="connsiteX8" fmla="*/ 1376155 w 1402068"/>
                  <a:gd name="connsiteY8" fmla="*/ 331423 h 33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2068" h="331423">
                    <a:moveTo>
                      <a:pt x="1376155" y="331423"/>
                    </a:moveTo>
                    <a:lnTo>
                      <a:pt x="25914" y="331423"/>
                    </a:lnTo>
                    <a:cubicBezTo>
                      <a:pt x="10911" y="331423"/>
                      <a:pt x="0" y="319148"/>
                      <a:pt x="0" y="305509"/>
                    </a:cubicBezTo>
                    <a:lnTo>
                      <a:pt x="0" y="25914"/>
                    </a:lnTo>
                    <a:cubicBezTo>
                      <a:pt x="0" y="10911"/>
                      <a:pt x="12275" y="0"/>
                      <a:pt x="25914" y="0"/>
                    </a:cubicBezTo>
                    <a:lnTo>
                      <a:pt x="1376155" y="0"/>
                    </a:lnTo>
                    <a:cubicBezTo>
                      <a:pt x="1391157" y="0"/>
                      <a:pt x="1402068" y="12275"/>
                      <a:pt x="1402068" y="25914"/>
                    </a:cubicBezTo>
                    <a:lnTo>
                      <a:pt x="1402068" y="305509"/>
                    </a:lnTo>
                    <a:cubicBezTo>
                      <a:pt x="1402068" y="319148"/>
                      <a:pt x="1389793" y="331423"/>
                      <a:pt x="1376155" y="331423"/>
                    </a:cubicBezTo>
                    <a:close/>
                  </a:path>
                </a:pathLst>
              </a:custGeom>
              <a:solidFill>
                <a:schemeClr val="accent4"/>
              </a:solidFill>
              <a:ln w="13637"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69C1478B-2B7D-42DF-ACD3-20C2F0F70E15}"/>
                  </a:ext>
                </a:extLst>
              </p:cNvPr>
              <p:cNvSpPr/>
              <p:nvPr/>
            </p:nvSpPr>
            <p:spPr>
              <a:xfrm>
                <a:off x="7839759" y="5567568"/>
                <a:ext cx="1962726" cy="331423"/>
              </a:xfrm>
              <a:custGeom>
                <a:avLst/>
                <a:gdLst>
                  <a:gd name="connsiteX0" fmla="*/ 1936709 w 1962726"/>
                  <a:gd name="connsiteY0" fmla="*/ 331423 h 331423"/>
                  <a:gd name="connsiteX1" fmla="*/ 25914 w 1962726"/>
                  <a:gd name="connsiteY1" fmla="*/ 331423 h 331423"/>
                  <a:gd name="connsiteX2" fmla="*/ 0 w 1962726"/>
                  <a:gd name="connsiteY2" fmla="*/ 305509 h 331423"/>
                  <a:gd name="connsiteX3" fmla="*/ 0 w 1962726"/>
                  <a:gd name="connsiteY3" fmla="*/ 25914 h 331423"/>
                  <a:gd name="connsiteX4" fmla="*/ 25914 w 1962726"/>
                  <a:gd name="connsiteY4" fmla="*/ 0 h 331423"/>
                  <a:gd name="connsiteX5" fmla="*/ 1936709 w 1962726"/>
                  <a:gd name="connsiteY5" fmla="*/ 0 h 331423"/>
                  <a:gd name="connsiteX6" fmla="*/ 1962623 w 1962726"/>
                  <a:gd name="connsiteY6" fmla="*/ 25914 h 331423"/>
                  <a:gd name="connsiteX7" fmla="*/ 1962623 w 1962726"/>
                  <a:gd name="connsiteY7" fmla="*/ 305509 h 331423"/>
                  <a:gd name="connsiteX8" fmla="*/ 1936709 w 1962726"/>
                  <a:gd name="connsiteY8" fmla="*/ 331423 h 33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2726" h="331423">
                    <a:moveTo>
                      <a:pt x="1936709" y="331423"/>
                    </a:moveTo>
                    <a:lnTo>
                      <a:pt x="25914" y="331423"/>
                    </a:lnTo>
                    <a:cubicBezTo>
                      <a:pt x="10911" y="331423"/>
                      <a:pt x="0" y="319148"/>
                      <a:pt x="0" y="305509"/>
                    </a:cubicBezTo>
                    <a:lnTo>
                      <a:pt x="0" y="25914"/>
                    </a:lnTo>
                    <a:cubicBezTo>
                      <a:pt x="0" y="10911"/>
                      <a:pt x="12275" y="0"/>
                      <a:pt x="25914" y="0"/>
                    </a:cubicBezTo>
                    <a:lnTo>
                      <a:pt x="1936709" y="0"/>
                    </a:lnTo>
                    <a:cubicBezTo>
                      <a:pt x="1951712" y="0"/>
                      <a:pt x="1962623" y="12275"/>
                      <a:pt x="1962623" y="25914"/>
                    </a:cubicBezTo>
                    <a:lnTo>
                      <a:pt x="1962623" y="305509"/>
                    </a:lnTo>
                    <a:cubicBezTo>
                      <a:pt x="1963987" y="319148"/>
                      <a:pt x="1951712" y="331423"/>
                      <a:pt x="1936709" y="331423"/>
                    </a:cubicBezTo>
                    <a:close/>
                  </a:path>
                </a:pathLst>
              </a:custGeom>
              <a:solidFill>
                <a:schemeClr val="accent3"/>
              </a:solidFill>
              <a:ln w="13637"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07FD9E94-D67D-4009-8046-54AD01C60405}"/>
                  </a:ext>
                </a:extLst>
              </p:cNvPr>
              <p:cNvSpPr/>
              <p:nvPr/>
            </p:nvSpPr>
            <p:spPr>
              <a:xfrm>
                <a:off x="7970691" y="5082027"/>
                <a:ext cx="1677675" cy="190943"/>
              </a:xfrm>
              <a:custGeom>
                <a:avLst/>
                <a:gdLst>
                  <a:gd name="connsiteX0" fmla="*/ 1651658 w 1677675"/>
                  <a:gd name="connsiteY0" fmla="*/ 190943 h 190943"/>
                  <a:gd name="connsiteX1" fmla="*/ 25914 w 1677675"/>
                  <a:gd name="connsiteY1" fmla="*/ 190943 h 190943"/>
                  <a:gd name="connsiteX2" fmla="*/ 0 w 1677675"/>
                  <a:gd name="connsiteY2" fmla="*/ 165030 h 190943"/>
                  <a:gd name="connsiteX3" fmla="*/ 0 w 1677675"/>
                  <a:gd name="connsiteY3" fmla="*/ 25914 h 190943"/>
                  <a:gd name="connsiteX4" fmla="*/ 25914 w 1677675"/>
                  <a:gd name="connsiteY4" fmla="*/ 0 h 190943"/>
                  <a:gd name="connsiteX5" fmla="*/ 1651658 w 1677675"/>
                  <a:gd name="connsiteY5" fmla="*/ 0 h 190943"/>
                  <a:gd name="connsiteX6" fmla="*/ 1677572 w 1677675"/>
                  <a:gd name="connsiteY6" fmla="*/ 25914 h 190943"/>
                  <a:gd name="connsiteX7" fmla="*/ 1677572 w 1677675"/>
                  <a:gd name="connsiteY7" fmla="*/ 165030 h 190943"/>
                  <a:gd name="connsiteX8" fmla="*/ 1651658 w 1677675"/>
                  <a:gd name="connsiteY8" fmla="*/ 190943 h 190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7675" h="190943">
                    <a:moveTo>
                      <a:pt x="1651658" y="190943"/>
                    </a:moveTo>
                    <a:lnTo>
                      <a:pt x="25914" y="190943"/>
                    </a:lnTo>
                    <a:cubicBezTo>
                      <a:pt x="10911" y="190943"/>
                      <a:pt x="0" y="178668"/>
                      <a:pt x="0" y="165030"/>
                    </a:cubicBezTo>
                    <a:lnTo>
                      <a:pt x="0" y="25914"/>
                    </a:lnTo>
                    <a:cubicBezTo>
                      <a:pt x="0" y="10911"/>
                      <a:pt x="12275" y="0"/>
                      <a:pt x="25914" y="0"/>
                    </a:cubicBezTo>
                    <a:lnTo>
                      <a:pt x="1651658" y="0"/>
                    </a:lnTo>
                    <a:cubicBezTo>
                      <a:pt x="1666661" y="0"/>
                      <a:pt x="1677572" y="12275"/>
                      <a:pt x="1677572" y="25914"/>
                    </a:cubicBezTo>
                    <a:lnTo>
                      <a:pt x="1677572" y="165030"/>
                    </a:lnTo>
                    <a:cubicBezTo>
                      <a:pt x="1678936" y="178668"/>
                      <a:pt x="1666661" y="190943"/>
                      <a:pt x="1651658" y="190943"/>
                    </a:cubicBezTo>
                    <a:close/>
                  </a:path>
                </a:pathLst>
              </a:custGeom>
              <a:solidFill>
                <a:schemeClr val="accent3"/>
              </a:solidFill>
              <a:ln w="13637"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A6A7C864-8C74-4799-BEF7-DEC164FC79B2}"/>
                  </a:ext>
                </a:extLst>
              </p:cNvPr>
              <p:cNvSpPr/>
              <p:nvPr/>
            </p:nvSpPr>
            <p:spPr>
              <a:xfrm>
                <a:off x="8006152" y="5027471"/>
                <a:ext cx="1620464" cy="53191"/>
              </a:xfrm>
              <a:custGeom>
                <a:avLst/>
                <a:gdLst>
                  <a:gd name="connsiteX0" fmla="*/ 1608014 w 1620464"/>
                  <a:gd name="connsiteY0" fmla="*/ 0 h 53191"/>
                  <a:gd name="connsiteX1" fmla="*/ 13639 w 1620464"/>
                  <a:gd name="connsiteY1" fmla="*/ 0 h 53191"/>
                  <a:gd name="connsiteX2" fmla="*/ 0 w 1620464"/>
                  <a:gd name="connsiteY2" fmla="*/ 13639 h 53191"/>
                  <a:gd name="connsiteX3" fmla="*/ 0 w 1620464"/>
                  <a:gd name="connsiteY3" fmla="*/ 39553 h 53191"/>
                  <a:gd name="connsiteX4" fmla="*/ 13639 w 1620464"/>
                  <a:gd name="connsiteY4" fmla="*/ 53192 h 53191"/>
                  <a:gd name="connsiteX5" fmla="*/ 1606650 w 1620464"/>
                  <a:gd name="connsiteY5" fmla="*/ 53192 h 53191"/>
                  <a:gd name="connsiteX6" fmla="*/ 1620289 w 1620464"/>
                  <a:gd name="connsiteY6" fmla="*/ 39553 h 53191"/>
                  <a:gd name="connsiteX7" fmla="*/ 1620289 w 1620464"/>
                  <a:gd name="connsiteY7" fmla="*/ 13639 h 53191"/>
                  <a:gd name="connsiteX8" fmla="*/ 1608014 w 1620464"/>
                  <a:gd name="connsiteY8" fmla="*/ 0 h 53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0464" h="53191">
                    <a:moveTo>
                      <a:pt x="1608014" y="0"/>
                    </a:moveTo>
                    <a:lnTo>
                      <a:pt x="13639" y="0"/>
                    </a:lnTo>
                    <a:cubicBezTo>
                      <a:pt x="5455" y="0"/>
                      <a:pt x="0" y="5456"/>
                      <a:pt x="0" y="13639"/>
                    </a:cubicBezTo>
                    <a:lnTo>
                      <a:pt x="0" y="39553"/>
                    </a:lnTo>
                    <a:cubicBezTo>
                      <a:pt x="0" y="47736"/>
                      <a:pt x="5455" y="53192"/>
                      <a:pt x="13639" y="53192"/>
                    </a:cubicBezTo>
                    <a:lnTo>
                      <a:pt x="1606650" y="53192"/>
                    </a:lnTo>
                    <a:cubicBezTo>
                      <a:pt x="1614833" y="53192"/>
                      <a:pt x="1620289" y="47736"/>
                      <a:pt x="1620289" y="39553"/>
                    </a:cubicBezTo>
                    <a:lnTo>
                      <a:pt x="1620289" y="13639"/>
                    </a:lnTo>
                    <a:cubicBezTo>
                      <a:pt x="1621653" y="6819"/>
                      <a:pt x="1614833" y="0"/>
                      <a:pt x="1608014" y="0"/>
                    </a:cubicBezTo>
                    <a:close/>
                  </a:path>
                </a:pathLst>
              </a:custGeom>
              <a:solidFill>
                <a:schemeClr val="accent2"/>
              </a:solidFill>
              <a:ln w="13637"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9E6AABB0-0CC1-44BB-A12D-4F07FD76676A}"/>
                  </a:ext>
                </a:extLst>
              </p:cNvPr>
              <p:cNvSpPr/>
              <p:nvPr/>
            </p:nvSpPr>
            <p:spPr>
              <a:xfrm>
                <a:off x="8012972" y="5274334"/>
                <a:ext cx="1687119" cy="293234"/>
              </a:xfrm>
              <a:custGeom>
                <a:avLst/>
                <a:gdLst>
                  <a:gd name="connsiteX0" fmla="*/ 1661205 w 1687119"/>
                  <a:gd name="connsiteY0" fmla="*/ 293234 h 293234"/>
                  <a:gd name="connsiteX1" fmla="*/ 25914 w 1687119"/>
                  <a:gd name="connsiteY1" fmla="*/ 293234 h 293234"/>
                  <a:gd name="connsiteX2" fmla="*/ 0 w 1687119"/>
                  <a:gd name="connsiteY2" fmla="*/ 267321 h 293234"/>
                  <a:gd name="connsiteX3" fmla="*/ 0 w 1687119"/>
                  <a:gd name="connsiteY3" fmla="*/ 25914 h 293234"/>
                  <a:gd name="connsiteX4" fmla="*/ 25914 w 1687119"/>
                  <a:gd name="connsiteY4" fmla="*/ 0 h 293234"/>
                  <a:gd name="connsiteX5" fmla="*/ 1661205 w 1687119"/>
                  <a:gd name="connsiteY5" fmla="*/ 0 h 293234"/>
                  <a:gd name="connsiteX6" fmla="*/ 1687119 w 1687119"/>
                  <a:gd name="connsiteY6" fmla="*/ 25914 h 293234"/>
                  <a:gd name="connsiteX7" fmla="*/ 1687119 w 1687119"/>
                  <a:gd name="connsiteY7" fmla="*/ 267321 h 293234"/>
                  <a:gd name="connsiteX8" fmla="*/ 1661205 w 1687119"/>
                  <a:gd name="connsiteY8" fmla="*/ 293234 h 293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87119" h="293234">
                    <a:moveTo>
                      <a:pt x="1661205" y="293234"/>
                    </a:moveTo>
                    <a:lnTo>
                      <a:pt x="25914" y="293234"/>
                    </a:lnTo>
                    <a:cubicBezTo>
                      <a:pt x="10911" y="293234"/>
                      <a:pt x="0" y="280959"/>
                      <a:pt x="0" y="267321"/>
                    </a:cubicBezTo>
                    <a:lnTo>
                      <a:pt x="0" y="25914"/>
                    </a:lnTo>
                    <a:cubicBezTo>
                      <a:pt x="0" y="10911"/>
                      <a:pt x="12275" y="0"/>
                      <a:pt x="25914" y="0"/>
                    </a:cubicBezTo>
                    <a:lnTo>
                      <a:pt x="1661205" y="0"/>
                    </a:lnTo>
                    <a:cubicBezTo>
                      <a:pt x="1676208" y="0"/>
                      <a:pt x="1687119" y="12275"/>
                      <a:pt x="1687119" y="25914"/>
                    </a:cubicBezTo>
                    <a:lnTo>
                      <a:pt x="1687119" y="267321"/>
                    </a:lnTo>
                    <a:cubicBezTo>
                      <a:pt x="1687119" y="280959"/>
                      <a:pt x="1676208" y="293234"/>
                      <a:pt x="1661205" y="293234"/>
                    </a:cubicBezTo>
                    <a:close/>
                  </a:path>
                </a:pathLst>
              </a:custGeom>
              <a:solidFill>
                <a:schemeClr val="accent2"/>
              </a:solidFill>
              <a:ln w="13637"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259E0783-4EC8-4B0B-84A7-4A853AAD6A23}"/>
                  </a:ext>
                </a:extLst>
              </p:cNvPr>
              <p:cNvSpPr/>
              <p:nvPr/>
            </p:nvSpPr>
            <p:spPr>
              <a:xfrm>
                <a:off x="8077074" y="5082027"/>
                <a:ext cx="77741" cy="188215"/>
              </a:xfrm>
              <a:custGeom>
                <a:avLst/>
                <a:gdLst>
                  <a:gd name="connsiteX0" fmla="*/ 0 w 77741"/>
                  <a:gd name="connsiteY0" fmla="*/ 0 h 188215"/>
                  <a:gd name="connsiteX1" fmla="*/ 77741 w 77741"/>
                  <a:gd name="connsiteY1" fmla="*/ 0 h 188215"/>
                  <a:gd name="connsiteX2" fmla="*/ 77741 w 77741"/>
                  <a:gd name="connsiteY2" fmla="*/ 188215 h 188215"/>
                  <a:gd name="connsiteX3" fmla="*/ 0 w 77741"/>
                  <a:gd name="connsiteY3" fmla="*/ 188215 h 188215"/>
                </a:gdLst>
                <a:ahLst/>
                <a:cxnLst>
                  <a:cxn ang="0">
                    <a:pos x="connsiteX0" y="connsiteY0"/>
                  </a:cxn>
                  <a:cxn ang="0">
                    <a:pos x="connsiteX1" y="connsiteY1"/>
                  </a:cxn>
                  <a:cxn ang="0">
                    <a:pos x="connsiteX2" y="connsiteY2"/>
                  </a:cxn>
                  <a:cxn ang="0">
                    <a:pos x="connsiteX3" y="connsiteY3"/>
                  </a:cxn>
                </a:cxnLst>
                <a:rect l="l" t="t" r="r" b="b"/>
                <a:pathLst>
                  <a:path w="77741" h="188215">
                    <a:moveTo>
                      <a:pt x="0" y="0"/>
                    </a:moveTo>
                    <a:lnTo>
                      <a:pt x="77741" y="0"/>
                    </a:lnTo>
                    <a:lnTo>
                      <a:pt x="77741" y="188215"/>
                    </a:lnTo>
                    <a:lnTo>
                      <a:pt x="0" y="188215"/>
                    </a:lnTo>
                    <a:close/>
                  </a:path>
                </a:pathLst>
              </a:custGeom>
              <a:solidFill>
                <a:schemeClr val="bg2">
                  <a:alpha val="38000"/>
                </a:schemeClr>
              </a:solidFill>
              <a:ln w="13637"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0497CC46-3F1C-4FDB-AA8B-A021CC715CFB}"/>
                  </a:ext>
                </a:extLst>
              </p:cNvPr>
              <p:cNvSpPr/>
              <p:nvPr/>
            </p:nvSpPr>
            <p:spPr>
              <a:xfrm>
                <a:off x="8142540" y="5268878"/>
                <a:ext cx="166393" cy="295961"/>
              </a:xfrm>
              <a:custGeom>
                <a:avLst/>
                <a:gdLst>
                  <a:gd name="connsiteX0" fmla="*/ 0 w 166393"/>
                  <a:gd name="connsiteY0" fmla="*/ 0 h 295961"/>
                  <a:gd name="connsiteX1" fmla="*/ 166393 w 166393"/>
                  <a:gd name="connsiteY1" fmla="*/ 0 h 295961"/>
                  <a:gd name="connsiteX2" fmla="*/ 166393 w 166393"/>
                  <a:gd name="connsiteY2" fmla="*/ 295962 h 295961"/>
                  <a:gd name="connsiteX3" fmla="*/ 0 w 166393"/>
                  <a:gd name="connsiteY3" fmla="*/ 295962 h 295961"/>
                </a:gdLst>
                <a:ahLst/>
                <a:cxnLst>
                  <a:cxn ang="0">
                    <a:pos x="connsiteX0" y="connsiteY0"/>
                  </a:cxn>
                  <a:cxn ang="0">
                    <a:pos x="connsiteX1" y="connsiteY1"/>
                  </a:cxn>
                  <a:cxn ang="0">
                    <a:pos x="connsiteX2" y="connsiteY2"/>
                  </a:cxn>
                  <a:cxn ang="0">
                    <a:pos x="connsiteX3" y="connsiteY3"/>
                  </a:cxn>
                </a:cxnLst>
                <a:rect l="l" t="t" r="r" b="b"/>
                <a:pathLst>
                  <a:path w="166393" h="295961">
                    <a:moveTo>
                      <a:pt x="0" y="0"/>
                    </a:moveTo>
                    <a:lnTo>
                      <a:pt x="166393" y="0"/>
                    </a:lnTo>
                    <a:lnTo>
                      <a:pt x="166393" y="295962"/>
                    </a:lnTo>
                    <a:lnTo>
                      <a:pt x="0" y="295962"/>
                    </a:lnTo>
                    <a:close/>
                  </a:path>
                </a:pathLst>
              </a:custGeom>
              <a:solidFill>
                <a:schemeClr val="bg2">
                  <a:alpha val="38000"/>
                </a:schemeClr>
              </a:solidFill>
              <a:ln w="13637"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0E3F5AAF-D054-4CE5-B15F-4EC7319E4304}"/>
                  </a:ext>
                </a:extLst>
              </p:cNvPr>
              <p:cNvSpPr/>
              <p:nvPr/>
            </p:nvSpPr>
            <p:spPr>
              <a:xfrm>
                <a:off x="8397586" y="5322070"/>
                <a:ext cx="12274" cy="197762"/>
              </a:xfrm>
              <a:custGeom>
                <a:avLst/>
                <a:gdLst>
                  <a:gd name="connsiteX0" fmla="*/ 0 w 12274"/>
                  <a:gd name="connsiteY0" fmla="*/ 0 h 197762"/>
                  <a:gd name="connsiteX1" fmla="*/ 12275 w 12274"/>
                  <a:gd name="connsiteY1" fmla="*/ 0 h 197762"/>
                  <a:gd name="connsiteX2" fmla="*/ 12275 w 12274"/>
                  <a:gd name="connsiteY2" fmla="*/ 197762 h 197762"/>
                  <a:gd name="connsiteX3" fmla="*/ 0 w 12274"/>
                  <a:gd name="connsiteY3" fmla="*/ 197762 h 197762"/>
                </a:gdLst>
                <a:ahLst/>
                <a:cxnLst>
                  <a:cxn ang="0">
                    <a:pos x="connsiteX0" y="connsiteY0"/>
                  </a:cxn>
                  <a:cxn ang="0">
                    <a:pos x="connsiteX1" y="connsiteY1"/>
                  </a:cxn>
                  <a:cxn ang="0">
                    <a:pos x="connsiteX2" y="connsiteY2"/>
                  </a:cxn>
                  <a:cxn ang="0">
                    <a:pos x="connsiteX3" y="connsiteY3"/>
                  </a:cxn>
                </a:cxnLst>
                <a:rect l="l" t="t" r="r" b="b"/>
                <a:pathLst>
                  <a:path w="12274" h="197762">
                    <a:moveTo>
                      <a:pt x="0" y="0"/>
                    </a:moveTo>
                    <a:lnTo>
                      <a:pt x="12275" y="0"/>
                    </a:lnTo>
                    <a:lnTo>
                      <a:pt x="12275" y="197762"/>
                    </a:lnTo>
                    <a:lnTo>
                      <a:pt x="0" y="197762"/>
                    </a:lnTo>
                    <a:close/>
                  </a:path>
                </a:pathLst>
              </a:custGeom>
              <a:solidFill>
                <a:schemeClr val="bg2">
                  <a:alpha val="38000"/>
                </a:schemeClr>
              </a:solidFill>
              <a:ln w="13637"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D5CF770F-9559-4F43-99A0-27AB87450120}"/>
                  </a:ext>
                </a:extLst>
              </p:cNvPr>
              <p:cNvSpPr/>
              <p:nvPr/>
            </p:nvSpPr>
            <p:spPr>
              <a:xfrm>
                <a:off x="8003425" y="5736689"/>
                <a:ext cx="1423890" cy="38188"/>
              </a:xfrm>
              <a:custGeom>
                <a:avLst/>
                <a:gdLst>
                  <a:gd name="connsiteX0" fmla="*/ 0 w 1423890"/>
                  <a:gd name="connsiteY0" fmla="*/ 0 h 38188"/>
                  <a:gd name="connsiteX1" fmla="*/ 1423890 w 1423890"/>
                  <a:gd name="connsiteY1" fmla="*/ 0 h 38188"/>
                  <a:gd name="connsiteX2" fmla="*/ 1423890 w 1423890"/>
                  <a:gd name="connsiteY2" fmla="*/ 38188 h 38188"/>
                  <a:gd name="connsiteX3" fmla="*/ 0 w 1423890"/>
                  <a:gd name="connsiteY3" fmla="*/ 38188 h 38188"/>
                </a:gdLst>
                <a:ahLst/>
                <a:cxnLst>
                  <a:cxn ang="0">
                    <a:pos x="connsiteX0" y="connsiteY0"/>
                  </a:cxn>
                  <a:cxn ang="0">
                    <a:pos x="connsiteX1" y="connsiteY1"/>
                  </a:cxn>
                  <a:cxn ang="0">
                    <a:pos x="connsiteX2" y="connsiteY2"/>
                  </a:cxn>
                  <a:cxn ang="0">
                    <a:pos x="connsiteX3" y="connsiteY3"/>
                  </a:cxn>
                </a:cxnLst>
                <a:rect l="l" t="t" r="r" b="b"/>
                <a:pathLst>
                  <a:path w="1423890" h="38188">
                    <a:moveTo>
                      <a:pt x="0" y="0"/>
                    </a:moveTo>
                    <a:lnTo>
                      <a:pt x="1423890" y="0"/>
                    </a:lnTo>
                    <a:lnTo>
                      <a:pt x="1423890" y="38188"/>
                    </a:lnTo>
                    <a:lnTo>
                      <a:pt x="0" y="38188"/>
                    </a:lnTo>
                    <a:close/>
                  </a:path>
                </a:pathLst>
              </a:custGeom>
              <a:solidFill>
                <a:schemeClr val="bg2">
                  <a:alpha val="38000"/>
                </a:schemeClr>
              </a:solidFill>
              <a:ln w="13637"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1A8E0116-F9DA-47FE-B665-0E3FF3DF745C}"/>
                  </a:ext>
                </a:extLst>
              </p:cNvPr>
              <p:cNvSpPr/>
              <p:nvPr/>
            </p:nvSpPr>
            <p:spPr>
              <a:xfrm>
                <a:off x="8220281" y="5131126"/>
                <a:ext cx="12274" cy="76377"/>
              </a:xfrm>
              <a:custGeom>
                <a:avLst/>
                <a:gdLst>
                  <a:gd name="connsiteX0" fmla="*/ 0 w 12274"/>
                  <a:gd name="connsiteY0" fmla="*/ 0 h 76377"/>
                  <a:gd name="connsiteX1" fmla="*/ 12275 w 12274"/>
                  <a:gd name="connsiteY1" fmla="*/ 0 h 76377"/>
                  <a:gd name="connsiteX2" fmla="*/ 12275 w 12274"/>
                  <a:gd name="connsiteY2" fmla="*/ 76377 h 76377"/>
                  <a:gd name="connsiteX3" fmla="*/ 0 w 12274"/>
                  <a:gd name="connsiteY3" fmla="*/ 76377 h 76377"/>
                </a:gdLst>
                <a:ahLst/>
                <a:cxnLst>
                  <a:cxn ang="0">
                    <a:pos x="connsiteX0" y="connsiteY0"/>
                  </a:cxn>
                  <a:cxn ang="0">
                    <a:pos x="connsiteX1" y="connsiteY1"/>
                  </a:cxn>
                  <a:cxn ang="0">
                    <a:pos x="connsiteX2" y="connsiteY2"/>
                  </a:cxn>
                  <a:cxn ang="0">
                    <a:pos x="connsiteX3" y="connsiteY3"/>
                  </a:cxn>
                </a:cxnLst>
                <a:rect l="l" t="t" r="r" b="b"/>
                <a:pathLst>
                  <a:path w="12274" h="76377">
                    <a:moveTo>
                      <a:pt x="0" y="0"/>
                    </a:moveTo>
                    <a:lnTo>
                      <a:pt x="12275" y="0"/>
                    </a:lnTo>
                    <a:lnTo>
                      <a:pt x="12275" y="76377"/>
                    </a:lnTo>
                    <a:lnTo>
                      <a:pt x="0" y="76377"/>
                    </a:lnTo>
                    <a:close/>
                  </a:path>
                </a:pathLst>
              </a:custGeom>
              <a:solidFill>
                <a:srgbClr val="FFFFFF"/>
              </a:solidFill>
              <a:ln w="13637"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BFB08367-0F6D-4A45-B3ED-3E5939384E3F}"/>
                  </a:ext>
                </a:extLst>
              </p:cNvPr>
              <p:cNvSpPr/>
              <p:nvPr/>
            </p:nvSpPr>
            <p:spPr>
              <a:xfrm>
                <a:off x="8149360" y="5027472"/>
                <a:ext cx="38188" cy="53191"/>
              </a:xfrm>
              <a:custGeom>
                <a:avLst/>
                <a:gdLst>
                  <a:gd name="connsiteX0" fmla="*/ 0 w 38188"/>
                  <a:gd name="connsiteY0" fmla="*/ 0 h 53191"/>
                  <a:gd name="connsiteX1" fmla="*/ 38189 w 38188"/>
                  <a:gd name="connsiteY1" fmla="*/ 0 h 53191"/>
                  <a:gd name="connsiteX2" fmla="*/ 38189 w 38188"/>
                  <a:gd name="connsiteY2" fmla="*/ 53191 h 53191"/>
                  <a:gd name="connsiteX3" fmla="*/ 0 w 38188"/>
                  <a:gd name="connsiteY3" fmla="*/ 53191 h 53191"/>
                </a:gdLst>
                <a:ahLst/>
                <a:cxnLst>
                  <a:cxn ang="0">
                    <a:pos x="connsiteX0" y="connsiteY0"/>
                  </a:cxn>
                  <a:cxn ang="0">
                    <a:pos x="connsiteX1" y="connsiteY1"/>
                  </a:cxn>
                  <a:cxn ang="0">
                    <a:pos x="connsiteX2" y="connsiteY2"/>
                  </a:cxn>
                  <a:cxn ang="0">
                    <a:pos x="connsiteX3" y="connsiteY3"/>
                  </a:cxn>
                </a:cxnLst>
                <a:rect l="l" t="t" r="r" b="b"/>
                <a:pathLst>
                  <a:path w="38188" h="53191">
                    <a:moveTo>
                      <a:pt x="0" y="0"/>
                    </a:moveTo>
                    <a:lnTo>
                      <a:pt x="38189" y="0"/>
                    </a:lnTo>
                    <a:lnTo>
                      <a:pt x="38189" y="53191"/>
                    </a:lnTo>
                    <a:lnTo>
                      <a:pt x="0" y="53191"/>
                    </a:lnTo>
                    <a:close/>
                  </a:path>
                </a:pathLst>
              </a:custGeom>
              <a:solidFill>
                <a:schemeClr val="bg2">
                  <a:alpha val="38000"/>
                </a:schemeClr>
              </a:solidFill>
              <a:ln w="13637"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A343F556-B2E9-43DA-94CD-2E80DEE791AD}"/>
                  </a:ext>
                </a:extLst>
              </p:cNvPr>
              <p:cNvSpPr/>
              <p:nvPr/>
            </p:nvSpPr>
            <p:spPr>
              <a:xfrm>
                <a:off x="8238012" y="4750604"/>
                <a:ext cx="38188" cy="270048"/>
              </a:xfrm>
              <a:custGeom>
                <a:avLst/>
                <a:gdLst>
                  <a:gd name="connsiteX0" fmla="*/ 0 w 38188"/>
                  <a:gd name="connsiteY0" fmla="*/ 0 h 270048"/>
                  <a:gd name="connsiteX1" fmla="*/ 38189 w 38188"/>
                  <a:gd name="connsiteY1" fmla="*/ 0 h 270048"/>
                  <a:gd name="connsiteX2" fmla="*/ 38189 w 38188"/>
                  <a:gd name="connsiteY2" fmla="*/ 270048 h 270048"/>
                  <a:gd name="connsiteX3" fmla="*/ 0 w 38188"/>
                  <a:gd name="connsiteY3" fmla="*/ 270048 h 270048"/>
                </a:gdLst>
                <a:ahLst/>
                <a:cxnLst>
                  <a:cxn ang="0">
                    <a:pos x="connsiteX0" y="connsiteY0"/>
                  </a:cxn>
                  <a:cxn ang="0">
                    <a:pos x="connsiteX1" y="connsiteY1"/>
                  </a:cxn>
                  <a:cxn ang="0">
                    <a:pos x="connsiteX2" y="connsiteY2"/>
                  </a:cxn>
                  <a:cxn ang="0">
                    <a:pos x="connsiteX3" y="connsiteY3"/>
                  </a:cxn>
                </a:cxnLst>
                <a:rect l="l" t="t" r="r" b="b"/>
                <a:pathLst>
                  <a:path w="38188" h="270048">
                    <a:moveTo>
                      <a:pt x="0" y="0"/>
                    </a:moveTo>
                    <a:lnTo>
                      <a:pt x="38189" y="0"/>
                    </a:lnTo>
                    <a:lnTo>
                      <a:pt x="38189" y="270048"/>
                    </a:lnTo>
                    <a:lnTo>
                      <a:pt x="0" y="270048"/>
                    </a:lnTo>
                    <a:close/>
                  </a:path>
                </a:pathLst>
              </a:custGeom>
              <a:solidFill>
                <a:schemeClr val="bg2">
                  <a:alpha val="38000"/>
                </a:schemeClr>
              </a:solidFill>
              <a:ln w="13637" cap="flat">
                <a:noFill/>
                <a:prstDash val="solid"/>
                <a:miter/>
              </a:ln>
            </p:spPr>
            <p:txBody>
              <a:bodyPr rtlCol="0" anchor="ctr"/>
              <a:lstStyle/>
              <a:p>
                <a:endParaRPr lang="en-US"/>
              </a:p>
            </p:txBody>
          </p:sp>
        </p:grpSp>
        <p:sp>
          <p:nvSpPr>
            <p:cNvPr id="169" name="Freeform: Shape 168">
              <a:extLst>
                <a:ext uri="{FF2B5EF4-FFF2-40B4-BE49-F238E27FC236}">
                  <a16:creationId xmlns:a16="http://schemas.microsoft.com/office/drawing/2014/main" id="{FAA78C0D-F600-4093-9F3D-0ECCF4831778}"/>
                </a:ext>
              </a:extLst>
            </p:cNvPr>
            <p:cNvSpPr/>
            <p:nvPr/>
          </p:nvSpPr>
          <p:spPr>
            <a:xfrm>
              <a:off x="8393494" y="4876081"/>
              <a:ext cx="902888" cy="38188"/>
            </a:xfrm>
            <a:custGeom>
              <a:avLst/>
              <a:gdLst>
                <a:gd name="connsiteX0" fmla="*/ 0 w 902888"/>
                <a:gd name="connsiteY0" fmla="*/ 0 h 38188"/>
                <a:gd name="connsiteX1" fmla="*/ 902888 w 902888"/>
                <a:gd name="connsiteY1" fmla="*/ 0 h 38188"/>
                <a:gd name="connsiteX2" fmla="*/ 902888 w 902888"/>
                <a:gd name="connsiteY2" fmla="*/ 38189 h 38188"/>
                <a:gd name="connsiteX3" fmla="*/ 0 w 902888"/>
                <a:gd name="connsiteY3" fmla="*/ 38189 h 38188"/>
              </a:gdLst>
              <a:ahLst/>
              <a:cxnLst>
                <a:cxn ang="0">
                  <a:pos x="connsiteX0" y="connsiteY0"/>
                </a:cxn>
                <a:cxn ang="0">
                  <a:pos x="connsiteX1" y="connsiteY1"/>
                </a:cxn>
                <a:cxn ang="0">
                  <a:pos x="connsiteX2" y="connsiteY2"/>
                </a:cxn>
                <a:cxn ang="0">
                  <a:pos x="connsiteX3" y="connsiteY3"/>
                </a:cxn>
              </a:cxnLst>
              <a:rect l="l" t="t" r="r" b="b"/>
              <a:pathLst>
                <a:path w="902888" h="38188">
                  <a:moveTo>
                    <a:pt x="0" y="0"/>
                  </a:moveTo>
                  <a:lnTo>
                    <a:pt x="902888" y="0"/>
                  </a:lnTo>
                  <a:lnTo>
                    <a:pt x="902888" y="38189"/>
                  </a:lnTo>
                  <a:lnTo>
                    <a:pt x="0" y="38189"/>
                  </a:lnTo>
                  <a:close/>
                </a:path>
              </a:pathLst>
            </a:custGeom>
            <a:solidFill>
              <a:schemeClr val="bg2">
                <a:alpha val="38000"/>
              </a:schemeClr>
            </a:solidFill>
            <a:ln w="13637" cap="flat">
              <a:noFill/>
              <a:prstDash val="solid"/>
              <a:miter/>
            </a:ln>
          </p:spPr>
          <p:txBody>
            <a:bodyPr rtlCol="0" anchor="ctr"/>
            <a:lstStyle/>
            <a:p>
              <a:endParaRPr lang="en-US"/>
            </a:p>
          </p:txBody>
        </p:sp>
      </p:grpSp>
      <p:grpSp>
        <p:nvGrpSpPr>
          <p:cNvPr id="170" name="Graphic 1">
            <a:extLst>
              <a:ext uri="{FF2B5EF4-FFF2-40B4-BE49-F238E27FC236}">
                <a16:creationId xmlns:a16="http://schemas.microsoft.com/office/drawing/2014/main" id="{1A1A54C8-17FD-499E-A8FB-D3B0E0132D9E}"/>
              </a:ext>
            </a:extLst>
          </p:cNvPr>
          <p:cNvGrpSpPr/>
          <p:nvPr/>
        </p:nvGrpSpPr>
        <p:grpSpPr>
          <a:xfrm>
            <a:off x="10346570" y="4900663"/>
            <a:ext cx="480981" cy="1014239"/>
            <a:chOff x="10346570" y="4900663"/>
            <a:chExt cx="480981" cy="1014239"/>
          </a:xfrm>
        </p:grpSpPr>
        <p:sp>
          <p:nvSpPr>
            <p:cNvPr id="171" name="Freeform: Shape 170">
              <a:extLst>
                <a:ext uri="{FF2B5EF4-FFF2-40B4-BE49-F238E27FC236}">
                  <a16:creationId xmlns:a16="http://schemas.microsoft.com/office/drawing/2014/main" id="{C00F457C-D6CA-48B8-B403-6A54C9DCF6D0}"/>
                </a:ext>
              </a:extLst>
            </p:cNvPr>
            <p:cNvSpPr/>
            <p:nvPr/>
          </p:nvSpPr>
          <p:spPr>
            <a:xfrm>
              <a:off x="10526602" y="5253875"/>
              <a:ext cx="227879" cy="175614"/>
            </a:xfrm>
            <a:custGeom>
              <a:avLst/>
              <a:gdLst>
                <a:gd name="connsiteX0" fmla="*/ 182760 w 227879"/>
                <a:gd name="connsiteY0" fmla="*/ 0 h 175614"/>
                <a:gd name="connsiteX1" fmla="*/ 88652 w 227879"/>
                <a:gd name="connsiteY1" fmla="*/ 23186 h 175614"/>
                <a:gd name="connsiteX2" fmla="*/ 0 w 227879"/>
                <a:gd name="connsiteY2" fmla="*/ 136388 h 175614"/>
                <a:gd name="connsiteX3" fmla="*/ 132296 w 227879"/>
                <a:gd name="connsiteY3" fmla="*/ 170485 h 175614"/>
                <a:gd name="connsiteX4" fmla="*/ 227768 w 227879"/>
                <a:gd name="connsiteY4" fmla="*/ 145935 h 175614"/>
                <a:gd name="connsiteX5" fmla="*/ 182760 w 227879"/>
                <a:gd name="connsiteY5" fmla="*/ 0 h 175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7879" h="175614">
                  <a:moveTo>
                    <a:pt x="182760" y="0"/>
                  </a:moveTo>
                  <a:lnTo>
                    <a:pt x="88652" y="23186"/>
                  </a:lnTo>
                  <a:lnTo>
                    <a:pt x="0" y="136388"/>
                  </a:lnTo>
                  <a:lnTo>
                    <a:pt x="132296" y="170485"/>
                  </a:lnTo>
                  <a:cubicBezTo>
                    <a:pt x="132296" y="170485"/>
                    <a:pt x="225040" y="192307"/>
                    <a:pt x="227768" y="145935"/>
                  </a:cubicBezTo>
                  <a:cubicBezTo>
                    <a:pt x="229132" y="129569"/>
                    <a:pt x="218221" y="65466"/>
                    <a:pt x="182760" y="0"/>
                  </a:cubicBezTo>
                  <a:close/>
                </a:path>
              </a:pathLst>
            </a:custGeom>
            <a:solidFill>
              <a:srgbClr val="202A42"/>
            </a:solidFill>
            <a:ln w="13637"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08C9F155-89A3-430E-B437-03AACEED2664}"/>
                </a:ext>
              </a:extLst>
            </p:cNvPr>
            <p:cNvSpPr/>
            <p:nvPr/>
          </p:nvSpPr>
          <p:spPr>
            <a:xfrm>
              <a:off x="10379851" y="5115064"/>
              <a:ext cx="292381" cy="99258"/>
            </a:xfrm>
            <a:custGeom>
              <a:avLst/>
              <a:gdLst>
                <a:gd name="connsiteX0" fmla="*/ 283139 w 292381"/>
                <a:gd name="connsiteY0" fmla="*/ 44703 h 99258"/>
                <a:gd name="connsiteX1" fmla="*/ 216309 w 292381"/>
                <a:gd name="connsiteY1" fmla="*/ 81528 h 99258"/>
                <a:gd name="connsiteX2" fmla="*/ 141296 w 292381"/>
                <a:gd name="connsiteY2" fmla="*/ 99259 h 99258"/>
                <a:gd name="connsiteX3" fmla="*/ 120837 w 292381"/>
                <a:gd name="connsiteY3" fmla="*/ 97895 h 99258"/>
                <a:gd name="connsiteX4" fmla="*/ 101743 w 292381"/>
                <a:gd name="connsiteY4" fmla="*/ 92439 h 99258"/>
                <a:gd name="connsiteX5" fmla="*/ 67646 w 292381"/>
                <a:gd name="connsiteY5" fmla="*/ 80164 h 99258"/>
                <a:gd name="connsiteX6" fmla="*/ 3544 w 292381"/>
                <a:gd name="connsiteY6" fmla="*/ 46067 h 99258"/>
                <a:gd name="connsiteX7" fmla="*/ 816 w 292381"/>
                <a:gd name="connsiteY7" fmla="*/ 35156 h 99258"/>
                <a:gd name="connsiteX8" fmla="*/ 10363 w 292381"/>
                <a:gd name="connsiteY8" fmla="*/ 32429 h 99258"/>
                <a:gd name="connsiteX9" fmla="*/ 10363 w 292381"/>
                <a:gd name="connsiteY9" fmla="*/ 32429 h 99258"/>
                <a:gd name="connsiteX10" fmla="*/ 74465 w 292381"/>
                <a:gd name="connsiteY10" fmla="*/ 55614 h 99258"/>
                <a:gd name="connsiteX11" fmla="*/ 108562 w 292381"/>
                <a:gd name="connsiteY11" fmla="*/ 63798 h 99258"/>
                <a:gd name="connsiteX12" fmla="*/ 123565 w 292381"/>
                <a:gd name="connsiteY12" fmla="*/ 66526 h 99258"/>
                <a:gd name="connsiteX13" fmla="*/ 138568 w 292381"/>
                <a:gd name="connsiteY13" fmla="*/ 66526 h 99258"/>
                <a:gd name="connsiteX14" fmla="*/ 197214 w 292381"/>
                <a:gd name="connsiteY14" fmla="*/ 44703 h 99258"/>
                <a:gd name="connsiteX15" fmla="*/ 250406 w 292381"/>
                <a:gd name="connsiteY15" fmla="*/ 6515 h 99258"/>
                <a:gd name="connsiteX16" fmla="*/ 250406 w 292381"/>
                <a:gd name="connsiteY16" fmla="*/ 6515 h 99258"/>
                <a:gd name="connsiteX17" fmla="*/ 285867 w 292381"/>
                <a:gd name="connsiteY17" fmla="*/ 7879 h 99258"/>
                <a:gd name="connsiteX18" fmla="*/ 284503 w 292381"/>
                <a:gd name="connsiteY18" fmla="*/ 43339 h 99258"/>
                <a:gd name="connsiteX19" fmla="*/ 283139 w 292381"/>
                <a:gd name="connsiteY19" fmla="*/ 44703 h 99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92381" h="99258">
                  <a:moveTo>
                    <a:pt x="283139" y="44703"/>
                  </a:moveTo>
                  <a:cubicBezTo>
                    <a:pt x="261317" y="59706"/>
                    <a:pt x="240859" y="71981"/>
                    <a:pt x="216309" y="81528"/>
                  </a:cubicBezTo>
                  <a:cubicBezTo>
                    <a:pt x="193123" y="91075"/>
                    <a:pt x="168573" y="97895"/>
                    <a:pt x="141296" y="99259"/>
                  </a:cubicBezTo>
                  <a:cubicBezTo>
                    <a:pt x="134476" y="99259"/>
                    <a:pt x="127657" y="99259"/>
                    <a:pt x="120837" y="97895"/>
                  </a:cubicBezTo>
                  <a:cubicBezTo>
                    <a:pt x="114018" y="96531"/>
                    <a:pt x="107199" y="95167"/>
                    <a:pt x="101743" y="92439"/>
                  </a:cubicBezTo>
                  <a:cubicBezTo>
                    <a:pt x="90832" y="88348"/>
                    <a:pt x="78557" y="84256"/>
                    <a:pt x="67646" y="80164"/>
                  </a:cubicBezTo>
                  <a:cubicBezTo>
                    <a:pt x="45824" y="70617"/>
                    <a:pt x="24002" y="61070"/>
                    <a:pt x="3544" y="46067"/>
                  </a:cubicBezTo>
                  <a:cubicBezTo>
                    <a:pt x="-548" y="43339"/>
                    <a:pt x="-548" y="39248"/>
                    <a:pt x="816" y="35156"/>
                  </a:cubicBezTo>
                  <a:cubicBezTo>
                    <a:pt x="3544" y="32429"/>
                    <a:pt x="7635" y="31065"/>
                    <a:pt x="10363" y="32429"/>
                  </a:cubicBezTo>
                  <a:lnTo>
                    <a:pt x="10363" y="32429"/>
                  </a:lnTo>
                  <a:cubicBezTo>
                    <a:pt x="29457" y="41976"/>
                    <a:pt x="52643" y="50159"/>
                    <a:pt x="74465" y="55614"/>
                  </a:cubicBezTo>
                  <a:cubicBezTo>
                    <a:pt x="85376" y="58342"/>
                    <a:pt x="96287" y="61070"/>
                    <a:pt x="108562" y="63798"/>
                  </a:cubicBezTo>
                  <a:cubicBezTo>
                    <a:pt x="114018" y="65162"/>
                    <a:pt x="119473" y="65162"/>
                    <a:pt x="123565" y="66526"/>
                  </a:cubicBezTo>
                  <a:cubicBezTo>
                    <a:pt x="129020" y="66526"/>
                    <a:pt x="133112" y="66526"/>
                    <a:pt x="138568" y="66526"/>
                  </a:cubicBezTo>
                  <a:cubicBezTo>
                    <a:pt x="159026" y="63798"/>
                    <a:pt x="178120" y="55614"/>
                    <a:pt x="197214" y="44703"/>
                  </a:cubicBezTo>
                  <a:cubicBezTo>
                    <a:pt x="216309" y="33793"/>
                    <a:pt x="234039" y="20154"/>
                    <a:pt x="250406" y="6515"/>
                  </a:cubicBezTo>
                  <a:lnTo>
                    <a:pt x="250406" y="6515"/>
                  </a:lnTo>
                  <a:cubicBezTo>
                    <a:pt x="259953" y="-3032"/>
                    <a:pt x="276320" y="-1668"/>
                    <a:pt x="285867" y="7879"/>
                  </a:cubicBezTo>
                  <a:cubicBezTo>
                    <a:pt x="295414" y="17426"/>
                    <a:pt x="294050" y="33793"/>
                    <a:pt x="284503" y="43339"/>
                  </a:cubicBezTo>
                  <a:cubicBezTo>
                    <a:pt x="284503" y="43339"/>
                    <a:pt x="284503" y="44703"/>
                    <a:pt x="283139" y="44703"/>
                  </a:cubicBezTo>
                  <a:close/>
                </a:path>
              </a:pathLst>
            </a:custGeom>
            <a:solidFill>
              <a:srgbClr val="3C8A8C"/>
            </a:solidFill>
            <a:ln w="13637"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4F97EA03-A4E9-461B-B246-B6700C68CF39}"/>
                </a:ext>
              </a:extLst>
            </p:cNvPr>
            <p:cNvSpPr/>
            <p:nvPr/>
          </p:nvSpPr>
          <p:spPr>
            <a:xfrm>
              <a:off x="10608327" y="5092938"/>
              <a:ext cx="121492" cy="174576"/>
            </a:xfrm>
            <a:custGeom>
              <a:avLst/>
              <a:gdLst>
                <a:gd name="connsiteX0" fmla="*/ 117401 w 121492"/>
                <a:gd name="connsiteY0" fmla="*/ 87288 h 174576"/>
                <a:gd name="connsiteX1" fmla="*/ 116037 w 121492"/>
                <a:gd name="connsiteY1" fmla="*/ 25914 h 174576"/>
                <a:gd name="connsiteX2" fmla="*/ 109218 w 121492"/>
                <a:gd name="connsiteY2" fmla="*/ 25914 h 174576"/>
                <a:gd name="connsiteX3" fmla="*/ 98307 w 121492"/>
                <a:gd name="connsiteY3" fmla="*/ 0 h 174576"/>
                <a:gd name="connsiteX4" fmla="*/ 98307 w 121492"/>
                <a:gd name="connsiteY4" fmla="*/ 0 h 174576"/>
                <a:gd name="connsiteX5" fmla="*/ 98307 w 121492"/>
                <a:gd name="connsiteY5" fmla="*/ 0 h 174576"/>
                <a:gd name="connsiteX6" fmla="*/ 76485 w 121492"/>
                <a:gd name="connsiteY6" fmla="*/ 1364 h 174576"/>
                <a:gd name="connsiteX7" fmla="*/ 1471 w 121492"/>
                <a:gd name="connsiteY7" fmla="*/ 83197 h 174576"/>
                <a:gd name="connsiteX8" fmla="*/ 5563 w 121492"/>
                <a:gd name="connsiteY8" fmla="*/ 174576 h 174576"/>
                <a:gd name="connsiteX9" fmla="*/ 65574 w 121492"/>
                <a:gd name="connsiteY9" fmla="*/ 169121 h 174576"/>
                <a:gd name="connsiteX10" fmla="*/ 65574 w 121492"/>
                <a:gd name="connsiteY10" fmla="*/ 169121 h 174576"/>
                <a:gd name="connsiteX11" fmla="*/ 69665 w 121492"/>
                <a:gd name="connsiteY11" fmla="*/ 156846 h 174576"/>
                <a:gd name="connsiteX12" fmla="*/ 88760 w 121492"/>
                <a:gd name="connsiteY12" fmla="*/ 139115 h 174576"/>
                <a:gd name="connsiteX13" fmla="*/ 101034 w 121492"/>
                <a:gd name="connsiteY13" fmla="*/ 143207 h 174576"/>
                <a:gd name="connsiteX14" fmla="*/ 111945 w 121492"/>
                <a:gd name="connsiteY14" fmla="*/ 141843 h 174576"/>
                <a:gd name="connsiteX15" fmla="*/ 121493 w 121492"/>
                <a:gd name="connsiteY15" fmla="*/ 98199 h 174576"/>
                <a:gd name="connsiteX16" fmla="*/ 117401 w 121492"/>
                <a:gd name="connsiteY16" fmla="*/ 87288 h 174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492" h="174576">
                  <a:moveTo>
                    <a:pt x="117401" y="87288"/>
                  </a:moveTo>
                  <a:cubicBezTo>
                    <a:pt x="114673" y="66830"/>
                    <a:pt x="114673" y="46372"/>
                    <a:pt x="116037" y="25914"/>
                  </a:cubicBezTo>
                  <a:cubicBezTo>
                    <a:pt x="113309" y="25914"/>
                    <a:pt x="111945" y="25914"/>
                    <a:pt x="109218" y="25914"/>
                  </a:cubicBezTo>
                  <a:cubicBezTo>
                    <a:pt x="98307" y="23186"/>
                    <a:pt x="92851" y="9547"/>
                    <a:pt x="98307" y="0"/>
                  </a:cubicBezTo>
                  <a:cubicBezTo>
                    <a:pt x="98307" y="0"/>
                    <a:pt x="98307" y="0"/>
                    <a:pt x="98307" y="0"/>
                  </a:cubicBezTo>
                  <a:cubicBezTo>
                    <a:pt x="98307" y="0"/>
                    <a:pt x="98307" y="0"/>
                    <a:pt x="98307" y="0"/>
                  </a:cubicBezTo>
                  <a:lnTo>
                    <a:pt x="76485" y="1364"/>
                  </a:lnTo>
                  <a:cubicBezTo>
                    <a:pt x="76485" y="1364"/>
                    <a:pt x="8291" y="47736"/>
                    <a:pt x="1471" y="83197"/>
                  </a:cubicBezTo>
                  <a:cubicBezTo>
                    <a:pt x="-2620" y="109110"/>
                    <a:pt x="2835" y="154118"/>
                    <a:pt x="5563" y="174576"/>
                  </a:cubicBezTo>
                  <a:cubicBezTo>
                    <a:pt x="24657" y="170485"/>
                    <a:pt x="46479" y="169121"/>
                    <a:pt x="65574" y="169121"/>
                  </a:cubicBezTo>
                  <a:cubicBezTo>
                    <a:pt x="65574" y="169121"/>
                    <a:pt x="65574" y="169121"/>
                    <a:pt x="65574" y="169121"/>
                  </a:cubicBezTo>
                  <a:cubicBezTo>
                    <a:pt x="65574" y="165030"/>
                    <a:pt x="66937" y="160938"/>
                    <a:pt x="69665" y="156846"/>
                  </a:cubicBezTo>
                  <a:cubicBezTo>
                    <a:pt x="73757" y="150027"/>
                    <a:pt x="80576" y="140479"/>
                    <a:pt x="88760" y="139115"/>
                  </a:cubicBezTo>
                  <a:cubicBezTo>
                    <a:pt x="92851" y="137752"/>
                    <a:pt x="98307" y="139115"/>
                    <a:pt x="101034" y="143207"/>
                  </a:cubicBezTo>
                  <a:cubicBezTo>
                    <a:pt x="105126" y="141843"/>
                    <a:pt x="107854" y="140479"/>
                    <a:pt x="111945" y="141843"/>
                  </a:cubicBezTo>
                  <a:lnTo>
                    <a:pt x="121493" y="98199"/>
                  </a:lnTo>
                  <a:cubicBezTo>
                    <a:pt x="120129" y="94108"/>
                    <a:pt x="117401" y="91380"/>
                    <a:pt x="117401" y="87288"/>
                  </a:cubicBezTo>
                  <a:close/>
                </a:path>
              </a:pathLst>
            </a:custGeom>
            <a:solidFill>
              <a:srgbClr val="43999C"/>
            </a:solidFill>
            <a:ln w="13637"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DB4FA70F-7D77-4DDA-961F-72330C1FC457}"/>
                </a:ext>
              </a:extLst>
            </p:cNvPr>
            <p:cNvSpPr/>
            <p:nvPr/>
          </p:nvSpPr>
          <p:spPr>
            <a:xfrm>
              <a:off x="10675265" y="4978372"/>
              <a:ext cx="39552" cy="151390"/>
            </a:xfrm>
            <a:custGeom>
              <a:avLst/>
              <a:gdLst>
                <a:gd name="connsiteX0" fmla="*/ 0 w 39552"/>
                <a:gd name="connsiteY0" fmla="*/ 0 h 151390"/>
                <a:gd name="connsiteX1" fmla="*/ 39552 w 39552"/>
                <a:gd name="connsiteY1" fmla="*/ 0 h 151390"/>
                <a:gd name="connsiteX2" fmla="*/ 39552 w 39552"/>
                <a:gd name="connsiteY2" fmla="*/ 151391 h 151390"/>
                <a:gd name="connsiteX3" fmla="*/ 0 w 39552"/>
                <a:gd name="connsiteY3" fmla="*/ 151391 h 151390"/>
              </a:gdLst>
              <a:ahLst/>
              <a:cxnLst>
                <a:cxn ang="0">
                  <a:pos x="connsiteX0" y="connsiteY0"/>
                </a:cxn>
                <a:cxn ang="0">
                  <a:pos x="connsiteX1" y="connsiteY1"/>
                </a:cxn>
                <a:cxn ang="0">
                  <a:pos x="connsiteX2" y="connsiteY2"/>
                </a:cxn>
                <a:cxn ang="0">
                  <a:pos x="connsiteX3" y="connsiteY3"/>
                </a:cxn>
              </a:cxnLst>
              <a:rect l="l" t="t" r="r" b="b"/>
              <a:pathLst>
                <a:path w="39552" h="151390">
                  <a:moveTo>
                    <a:pt x="0" y="0"/>
                  </a:moveTo>
                  <a:lnTo>
                    <a:pt x="39552" y="0"/>
                  </a:lnTo>
                  <a:lnTo>
                    <a:pt x="39552" y="151391"/>
                  </a:lnTo>
                  <a:lnTo>
                    <a:pt x="0" y="151391"/>
                  </a:lnTo>
                  <a:close/>
                </a:path>
              </a:pathLst>
            </a:custGeom>
            <a:solidFill>
              <a:srgbClr val="FFCE88"/>
            </a:solidFill>
            <a:ln w="13637"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D212F286-AC58-4472-9049-08BC474746B5}"/>
                </a:ext>
              </a:extLst>
            </p:cNvPr>
            <p:cNvSpPr/>
            <p:nvPr/>
          </p:nvSpPr>
          <p:spPr>
            <a:xfrm>
              <a:off x="10630704" y="4910486"/>
              <a:ext cx="131268" cy="145046"/>
            </a:xfrm>
            <a:custGeom>
              <a:avLst/>
              <a:gdLst>
                <a:gd name="connsiteX0" fmla="*/ 3644 w 131268"/>
                <a:gd name="connsiteY0" fmla="*/ 58339 h 145046"/>
                <a:gd name="connsiteX1" fmla="*/ 40469 w 131268"/>
                <a:gd name="connsiteY1" fmla="*/ 142900 h 145046"/>
                <a:gd name="connsiteX2" fmla="*/ 129122 w 131268"/>
                <a:gd name="connsiteY2" fmla="*/ 91072 h 145046"/>
                <a:gd name="connsiteX3" fmla="*/ 77294 w 131268"/>
                <a:gd name="connsiteY3" fmla="*/ 2420 h 145046"/>
                <a:gd name="connsiteX4" fmla="*/ 3644 w 131268"/>
                <a:gd name="connsiteY4" fmla="*/ 58339 h 145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68" h="145046">
                  <a:moveTo>
                    <a:pt x="3644" y="58339"/>
                  </a:moveTo>
                  <a:cubicBezTo>
                    <a:pt x="-5903" y="96527"/>
                    <a:pt x="2280" y="133352"/>
                    <a:pt x="40469" y="142900"/>
                  </a:cubicBezTo>
                  <a:cubicBezTo>
                    <a:pt x="80022" y="152446"/>
                    <a:pt x="119574" y="129261"/>
                    <a:pt x="129122" y="91072"/>
                  </a:cubicBezTo>
                  <a:cubicBezTo>
                    <a:pt x="138668" y="51519"/>
                    <a:pt x="115483" y="11967"/>
                    <a:pt x="77294" y="2420"/>
                  </a:cubicBezTo>
                  <a:cubicBezTo>
                    <a:pt x="39105" y="-8491"/>
                    <a:pt x="14555" y="18786"/>
                    <a:pt x="3644" y="58339"/>
                  </a:cubicBezTo>
                  <a:close/>
                </a:path>
              </a:pathLst>
            </a:custGeom>
            <a:solidFill>
              <a:srgbClr val="FFCE88"/>
            </a:solidFill>
            <a:ln w="13637"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0B6C682B-A360-4FE7-BF1F-32461A49D59D}"/>
                </a:ext>
              </a:extLst>
            </p:cNvPr>
            <p:cNvSpPr/>
            <p:nvPr/>
          </p:nvSpPr>
          <p:spPr>
            <a:xfrm>
              <a:off x="10631620" y="4900663"/>
              <a:ext cx="185021" cy="175680"/>
            </a:xfrm>
            <a:custGeom>
              <a:avLst/>
              <a:gdLst>
                <a:gd name="connsiteX0" fmla="*/ 39553 w 185021"/>
                <a:gd name="connsiteY0" fmla="*/ 147266 h 175680"/>
                <a:gd name="connsiteX1" fmla="*/ 92744 w 185021"/>
                <a:gd name="connsiteY1" fmla="*/ 65434 h 175680"/>
                <a:gd name="connsiteX2" fmla="*/ 0 w 185021"/>
                <a:gd name="connsiteY2" fmla="*/ 40884 h 175680"/>
                <a:gd name="connsiteX3" fmla="*/ 130933 w 185021"/>
                <a:gd name="connsiteY3" fmla="*/ 19062 h 175680"/>
                <a:gd name="connsiteX4" fmla="*/ 166393 w 185021"/>
                <a:gd name="connsiteY4" fmla="*/ 171816 h 175680"/>
                <a:gd name="connsiteX5" fmla="*/ 39553 w 185021"/>
                <a:gd name="connsiteY5" fmla="*/ 147266 h 17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021" h="175680">
                  <a:moveTo>
                    <a:pt x="39553" y="147266"/>
                  </a:moveTo>
                  <a:cubicBezTo>
                    <a:pt x="39553" y="147266"/>
                    <a:pt x="96836" y="65434"/>
                    <a:pt x="92744" y="65434"/>
                  </a:cubicBezTo>
                  <a:cubicBezTo>
                    <a:pt x="73650" y="59978"/>
                    <a:pt x="0" y="40884"/>
                    <a:pt x="0" y="40884"/>
                  </a:cubicBezTo>
                  <a:cubicBezTo>
                    <a:pt x="0" y="40884"/>
                    <a:pt x="36825" y="-34130"/>
                    <a:pt x="130933" y="19062"/>
                  </a:cubicBezTo>
                  <a:cubicBezTo>
                    <a:pt x="189580" y="51795"/>
                    <a:pt x="199127" y="140447"/>
                    <a:pt x="166393" y="171816"/>
                  </a:cubicBezTo>
                  <a:cubicBezTo>
                    <a:pt x="145935" y="188183"/>
                    <a:pt x="39553" y="147266"/>
                    <a:pt x="39553" y="147266"/>
                  </a:cubicBezTo>
                  <a:close/>
                </a:path>
              </a:pathLst>
            </a:custGeom>
            <a:solidFill>
              <a:srgbClr val="202A42"/>
            </a:solidFill>
            <a:ln w="13637"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407DBE5F-AC81-4223-9D30-CEA1BBB318B1}"/>
                </a:ext>
              </a:extLst>
            </p:cNvPr>
            <p:cNvSpPr/>
            <p:nvPr/>
          </p:nvSpPr>
          <p:spPr>
            <a:xfrm>
              <a:off x="10360035" y="5302975"/>
              <a:ext cx="289731" cy="256409"/>
            </a:xfrm>
            <a:custGeom>
              <a:avLst/>
              <a:gdLst>
                <a:gd name="connsiteX0" fmla="*/ 249763 w 289731"/>
                <a:gd name="connsiteY0" fmla="*/ 102291 h 256409"/>
                <a:gd name="connsiteX1" fmla="*/ 16540 w 289731"/>
                <a:gd name="connsiteY1" fmla="*/ 42280 h 256409"/>
                <a:gd name="connsiteX2" fmla="*/ 42453 w 289731"/>
                <a:gd name="connsiteY2" fmla="*/ 19094 h 256409"/>
                <a:gd name="connsiteX3" fmla="*/ 56092 w 289731"/>
                <a:gd name="connsiteY3" fmla="*/ 249590 h 256409"/>
                <a:gd name="connsiteX4" fmla="*/ 49273 w 289731"/>
                <a:gd name="connsiteY4" fmla="*/ 256409 h 256409"/>
                <a:gd name="connsiteX5" fmla="*/ 42453 w 289731"/>
                <a:gd name="connsiteY5" fmla="*/ 250954 h 256409"/>
                <a:gd name="connsiteX6" fmla="*/ 173 w 289731"/>
                <a:gd name="connsiteY6" fmla="*/ 23186 h 256409"/>
                <a:gd name="connsiteX7" fmla="*/ 16540 w 289731"/>
                <a:gd name="connsiteY7" fmla="*/ 0 h 256409"/>
                <a:gd name="connsiteX8" fmla="*/ 23359 w 289731"/>
                <a:gd name="connsiteY8" fmla="*/ 0 h 256409"/>
                <a:gd name="connsiteX9" fmla="*/ 26087 w 289731"/>
                <a:gd name="connsiteY9" fmla="*/ 0 h 256409"/>
                <a:gd name="connsiteX10" fmla="*/ 263402 w 289731"/>
                <a:gd name="connsiteY10" fmla="*/ 40916 h 256409"/>
                <a:gd name="connsiteX11" fmla="*/ 289316 w 289731"/>
                <a:gd name="connsiteY11" fmla="*/ 77741 h 256409"/>
                <a:gd name="connsiteX12" fmla="*/ 252491 w 289731"/>
                <a:gd name="connsiteY12" fmla="*/ 103655 h 256409"/>
                <a:gd name="connsiteX13" fmla="*/ 249763 w 289731"/>
                <a:gd name="connsiteY13" fmla="*/ 102291 h 256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9731" h="256409">
                  <a:moveTo>
                    <a:pt x="249763" y="102291"/>
                  </a:moveTo>
                  <a:lnTo>
                    <a:pt x="16540" y="42280"/>
                  </a:lnTo>
                  <a:lnTo>
                    <a:pt x="42453" y="19094"/>
                  </a:lnTo>
                  <a:lnTo>
                    <a:pt x="56092" y="249590"/>
                  </a:lnTo>
                  <a:cubicBezTo>
                    <a:pt x="56092" y="253682"/>
                    <a:pt x="53364" y="256409"/>
                    <a:pt x="49273" y="256409"/>
                  </a:cubicBezTo>
                  <a:cubicBezTo>
                    <a:pt x="45181" y="256409"/>
                    <a:pt x="42453" y="253682"/>
                    <a:pt x="42453" y="250954"/>
                  </a:cubicBezTo>
                  <a:lnTo>
                    <a:pt x="173" y="23186"/>
                  </a:lnTo>
                  <a:cubicBezTo>
                    <a:pt x="-1191" y="12275"/>
                    <a:pt x="5628" y="1364"/>
                    <a:pt x="16540" y="0"/>
                  </a:cubicBezTo>
                  <a:cubicBezTo>
                    <a:pt x="19267" y="0"/>
                    <a:pt x="20631" y="0"/>
                    <a:pt x="23359" y="0"/>
                  </a:cubicBezTo>
                  <a:lnTo>
                    <a:pt x="26087" y="0"/>
                  </a:lnTo>
                  <a:lnTo>
                    <a:pt x="263402" y="40916"/>
                  </a:lnTo>
                  <a:cubicBezTo>
                    <a:pt x="281132" y="43644"/>
                    <a:pt x="292043" y="60011"/>
                    <a:pt x="289316" y="77741"/>
                  </a:cubicBezTo>
                  <a:cubicBezTo>
                    <a:pt x="286588" y="95472"/>
                    <a:pt x="270221" y="106382"/>
                    <a:pt x="252491" y="103655"/>
                  </a:cubicBezTo>
                  <a:cubicBezTo>
                    <a:pt x="252491" y="102291"/>
                    <a:pt x="251127" y="102291"/>
                    <a:pt x="249763" y="102291"/>
                  </a:cubicBezTo>
                  <a:close/>
                </a:path>
              </a:pathLst>
            </a:custGeom>
            <a:solidFill>
              <a:srgbClr val="202A42"/>
            </a:solidFill>
            <a:ln w="13637"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0AB1FA9C-B7F9-4D42-A078-8E6B5B5899DA}"/>
                </a:ext>
              </a:extLst>
            </p:cNvPr>
            <p:cNvSpPr/>
            <p:nvPr/>
          </p:nvSpPr>
          <p:spPr>
            <a:xfrm>
              <a:off x="10651984" y="5336978"/>
              <a:ext cx="161543" cy="550272"/>
            </a:xfrm>
            <a:custGeom>
              <a:avLst/>
              <a:gdLst>
                <a:gd name="connsiteX0" fmla="*/ 64197 w 161543"/>
                <a:gd name="connsiteY0" fmla="*/ 36919 h 550272"/>
                <a:gd name="connsiteX1" fmla="*/ 64197 w 161543"/>
                <a:gd name="connsiteY1" fmla="*/ 71016 h 550272"/>
                <a:gd name="connsiteX2" fmla="*/ 64197 w 161543"/>
                <a:gd name="connsiteY2" fmla="*/ 103749 h 550272"/>
                <a:gd name="connsiteX3" fmla="*/ 65561 w 161543"/>
                <a:gd name="connsiteY3" fmla="*/ 169215 h 550272"/>
                <a:gd name="connsiteX4" fmla="*/ 68288 w 161543"/>
                <a:gd name="connsiteY4" fmla="*/ 306967 h 550272"/>
                <a:gd name="connsiteX5" fmla="*/ 65561 w 161543"/>
                <a:gd name="connsiteY5" fmla="*/ 298784 h 550272"/>
                <a:gd name="connsiteX6" fmla="*/ 161032 w 161543"/>
                <a:gd name="connsiteY6" fmla="*/ 540191 h 550272"/>
                <a:gd name="connsiteX7" fmla="*/ 156940 w 161543"/>
                <a:gd name="connsiteY7" fmla="*/ 549738 h 550272"/>
                <a:gd name="connsiteX8" fmla="*/ 147393 w 161543"/>
                <a:gd name="connsiteY8" fmla="*/ 547010 h 550272"/>
                <a:gd name="connsiteX9" fmla="*/ 23280 w 161543"/>
                <a:gd name="connsiteY9" fmla="*/ 319242 h 550272"/>
                <a:gd name="connsiteX10" fmla="*/ 20552 w 161543"/>
                <a:gd name="connsiteY10" fmla="*/ 312423 h 550272"/>
                <a:gd name="connsiteX11" fmla="*/ 20552 w 161543"/>
                <a:gd name="connsiteY11" fmla="*/ 311059 h 550272"/>
                <a:gd name="connsiteX12" fmla="*/ 9641 w 161543"/>
                <a:gd name="connsiteY12" fmla="*/ 174671 h 550272"/>
                <a:gd name="connsiteX13" fmla="*/ 4186 w 161543"/>
                <a:gd name="connsiteY13" fmla="*/ 102385 h 550272"/>
                <a:gd name="connsiteX14" fmla="*/ 94 w 161543"/>
                <a:gd name="connsiteY14" fmla="*/ 32827 h 550272"/>
                <a:gd name="connsiteX15" fmla="*/ 28736 w 161543"/>
                <a:gd name="connsiteY15" fmla="*/ 94 h 550272"/>
                <a:gd name="connsiteX16" fmla="*/ 61469 w 161543"/>
                <a:gd name="connsiteY16" fmla="*/ 28736 h 550272"/>
                <a:gd name="connsiteX17" fmla="*/ 61469 w 161543"/>
                <a:gd name="connsiteY17" fmla="*/ 30100 h 550272"/>
                <a:gd name="connsiteX18" fmla="*/ 64197 w 161543"/>
                <a:gd name="connsiteY18" fmla="*/ 36919 h 550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543" h="550272">
                  <a:moveTo>
                    <a:pt x="64197" y="36919"/>
                  </a:moveTo>
                  <a:lnTo>
                    <a:pt x="64197" y="71016"/>
                  </a:lnTo>
                  <a:cubicBezTo>
                    <a:pt x="64197" y="83291"/>
                    <a:pt x="64197" y="92838"/>
                    <a:pt x="64197" y="103749"/>
                  </a:cubicBezTo>
                  <a:lnTo>
                    <a:pt x="65561" y="169215"/>
                  </a:lnTo>
                  <a:lnTo>
                    <a:pt x="68288" y="306967"/>
                  </a:lnTo>
                  <a:lnTo>
                    <a:pt x="65561" y="298784"/>
                  </a:lnTo>
                  <a:lnTo>
                    <a:pt x="161032" y="540191"/>
                  </a:lnTo>
                  <a:cubicBezTo>
                    <a:pt x="162396" y="544282"/>
                    <a:pt x="161032" y="548374"/>
                    <a:pt x="156940" y="549738"/>
                  </a:cubicBezTo>
                  <a:cubicBezTo>
                    <a:pt x="152849" y="551102"/>
                    <a:pt x="148757" y="549738"/>
                    <a:pt x="147393" y="547010"/>
                  </a:cubicBezTo>
                  <a:lnTo>
                    <a:pt x="23280" y="319242"/>
                  </a:lnTo>
                  <a:cubicBezTo>
                    <a:pt x="21916" y="316514"/>
                    <a:pt x="21916" y="315151"/>
                    <a:pt x="20552" y="312423"/>
                  </a:cubicBezTo>
                  <a:lnTo>
                    <a:pt x="20552" y="311059"/>
                  </a:lnTo>
                  <a:lnTo>
                    <a:pt x="9641" y="174671"/>
                  </a:lnTo>
                  <a:lnTo>
                    <a:pt x="4186" y="102385"/>
                  </a:lnTo>
                  <a:lnTo>
                    <a:pt x="94" y="32827"/>
                  </a:lnTo>
                  <a:cubicBezTo>
                    <a:pt x="-1269" y="15097"/>
                    <a:pt x="12369" y="1458"/>
                    <a:pt x="28736" y="94"/>
                  </a:cubicBezTo>
                  <a:cubicBezTo>
                    <a:pt x="46466" y="-1270"/>
                    <a:pt x="60105" y="12369"/>
                    <a:pt x="61469" y="28736"/>
                  </a:cubicBezTo>
                  <a:cubicBezTo>
                    <a:pt x="61469" y="28736"/>
                    <a:pt x="61469" y="30100"/>
                    <a:pt x="61469" y="30100"/>
                  </a:cubicBezTo>
                  <a:lnTo>
                    <a:pt x="64197" y="36919"/>
                  </a:lnTo>
                  <a:close/>
                </a:path>
              </a:pathLst>
            </a:custGeom>
            <a:solidFill>
              <a:srgbClr val="202A42"/>
            </a:solidFill>
            <a:ln w="13637"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56B339B0-D39F-4AF6-94D5-C1ACD6D36161}"/>
                </a:ext>
              </a:extLst>
            </p:cNvPr>
            <p:cNvSpPr/>
            <p:nvPr/>
          </p:nvSpPr>
          <p:spPr>
            <a:xfrm>
              <a:off x="10576711" y="5094599"/>
              <a:ext cx="250840" cy="209739"/>
            </a:xfrm>
            <a:custGeom>
              <a:avLst/>
              <a:gdLst>
                <a:gd name="connsiteX0" fmla="*/ 172204 w 250840"/>
                <a:gd name="connsiteY0" fmla="*/ 11977 h 209739"/>
                <a:gd name="connsiteX1" fmla="*/ 224031 w 250840"/>
                <a:gd name="connsiteY1" fmla="*/ 101994 h 209739"/>
                <a:gd name="connsiteX2" fmla="*/ 245853 w 250840"/>
                <a:gd name="connsiteY2" fmla="*/ 152457 h 209739"/>
                <a:gd name="connsiteX3" fmla="*/ 249945 w 250840"/>
                <a:gd name="connsiteY3" fmla="*/ 167460 h 209739"/>
                <a:gd name="connsiteX4" fmla="*/ 248581 w 250840"/>
                <a:gd name="connsiteY4" fmla="*/ 189282 h 209739"/>
                <a:gd name="connsiteX5" fmla="*/ 236306 w 250840"/>
                <a:gd name="connsiteY5" fmla="*/ 204285 h 209739"/>
                <a:gd name="connsiteX6" fmla="*/ 225395 w 250840"/>
                <a:gd name="connsiteY6" fmla="*/ 208376 h 209739"/>
                <a:gd name="connsiteX7" fmla="*/ 209028 w 250840"/>
                <a:gd name="connsiteY7" fmla="*/ 209740 h 209739"/>
                <a:gd name="connsiteX8" fmla="*/ 105374 w 250840"/>
                <a:gd name="connsiteY8" fmla="*/ 194737 h 209739"/>
                <a:gd name="connsiteX9" fmla="*/ 5811 w 250840"/>
                <a:gd name="connsiteY9" fmla="*/ 172915 h 209739"/>
                <a:gd name="connsiteX10" fmla="*/ 355 w 250840"/>
                <a:gd name="connsiteY10" fmla="*/ 163368 h 209739"/>
                <a:gd name="connsiteX11" fmla="*/ 8538 w 250840"/>
                <a:gd name="connsiteY11" fmla="*/ 157912 h 209739"/>
                <a:gd name="connsiteX12" fmla="*/ 109465 w 250840"/>
                <a:gd name="connsiteY12" fmla="*/ 170188 h 209739"/>
                <a:gd name="connsiteX13" fmla="*/ 209028 w 250840"/>
                <a:gd name="connsiteY13" fmla="*/ 174279 h 209739"/>
                <a:gd name="connsiteX14" fmla="*/ 218575 w 250840"/>
                <a:gd name="connsiteY14" fmla="*/ 172915 h 209739"/>
                <a:gd name="connsiteX15" fmla="*/ 219939 w 250840"/>
                <a:gd name="connsiteY15" fmla="*/ 172915 h 209739"/>
                <a:gd name="connsiteX16" fmla="*/ 215848 w 250840"/>
                <a:gd name="connsiteY16" fmla="*/ 178370 h 209739"/>
                <a:gd name="connsiteX17" fmla="*/ 214484 w 250840"/>
                <a:gd name="connsiteY17" fmla="*/ 175643 h 209739"/>
                <a:gd name="connsiteX18" fmla="*/ 211756 w 250840"/>
                <a:gd name="connsiteY18" fmla="*/ 166096 h 209739"/>
                <a:gd name="connsiteX19" fmla="*/ 188570 w 250840"/>
                <a:gd name="connsiteY19" fmla="*/ 123815 h 209739"/>
                <a:gd name="connsiteX20" fmla="*/ 131287 w 250840"/>
                <a:gd name="connsiteY20" fmla="*/ 41983 h 209739"/>
                <a:gd name="connsiteX21" fmla="*/ 131287 w 250840"/>
                <a:gd name="connsiteY21" fmla="*/ 41983 h 209739"/>
                <a:gd name="connsiteX22" fmla="*/ 136743 w 250840"/>
                <a:gd name="connsiteY22" fmla="*/ 5158 h 209739"/>
                <a:gd name="connsiteX23" fmla="*/ 173568 w 250840"/>
                <a:gd name="connsiteY23" fmla="*/ 10613 h 209739"/>
                <a:gd name="connsiteX24" fmla="*/ 172204 w 250840"/>
                <a:gd name="connsiteY24" fmla="*/ 11977 h 20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0840" h="209739">
                  <a:moveTo>
                    <a:pt x="172204" y="11977"/>
                  </a:moveTo>
                  <a:cubicBezTo>
                    <a:pt x="191298" y="41983"/>
                    <a:pt x="207665" y="70624"/>
                    <a:pt x="224031" y="101994"/>
                  </a:cubicBezTo>
                  <a:cubicBezTo>
                    <a:pt x="232214" y="118360"/>
                    <a:pt x="239034" y="133363"/>
                    <a:pt x="245853" y="152457"/>
                  </a:cubicBezTo>
                  <a:cubicBezTo>
                    <a:pt x="247217" y="156549"/>
                    <a:pt x="248581" y="162004"/>
                    <a:pt x="249945" y="167460"/>
                  </a:cubicBezTo>
                  <a:cubicBezTo>
                    <a:pt x="251309" y="172915"/>
                    <a:pt x="251309" y="179734"/>
                    <a:pt x="248581" y="189282"/>
                  </a:cubicBezTo>
                  <a:cubicBezTo>
                    <a:pt x="247217" y="194737"/>
                    <a:pt x="241762" y="200193"/>
                    <a:pt x="236306" y="204285"/>
                  </a:cubicBezTo>
                  <a:cubicBezTo>
                    <a:pt x="232214" y="207012"/>
                    <a:pt x="229487" y="207012"/>
                    <a:pt x="225395" y="208376"/>
                  </a:cubicBezTo>
                  <a:cubicBezTo>
                    <a:pt x="218575" y="209740"/>
                    <a:pt x="214484" y="209740"/>
                    <a:pt x="209028" y="209740"/>
                  </a:cubicBezTo>
                  <a:cubicBezTo>
                    <a:pt x="172204" y="208376"/>
                    <a:pt x="139471" y="201557"/>
                    <a:pt x="105374" y="194737"/>
                  </a:cubicBezTo>
                  <a:cubicBezTo>
                    <a:pt x="71277" y="187918"/>
                    <a:pt x="38544" y="181098"/>
                    <a:pt x="5811" y="172915"/>
                  </a:cubicBezTo>
                  <a:cubicBezTo>
                    <a:pt x="1719" y="171551"/>
                    <a:pt x="-1009" y="167460"/>
                    <a:pt x="355" y="163368"/>
                  </a:cubicBezTo>
                  <a:cubicBezTo>
                    <a:pt x="1719" y="159276"/>
                    <a:pt x="4447" y="156549"/>
                    <a:pt x="8538" y="157912"/>
                  </a:cubicBezTo>
                  <a:cubicBezTo>
                    <a:pt x="42635" y="163368"/>
                    <a:pt x="75368" y="167460"/>
                    <a:pt x="109465" y="170188"/>
                  </a:cubicBezTo>
                  <a:cubicBezTo>
                    <a:pt x="142198" y="172915"/>
                    <a:pt x="177659" y="177007"/>
                    <a:pt x="209028" y="174279"/>
                  </a:cubicBezTo>
                  <a:cubicBezTo>
                    <a:pt x="211756" y="174279"/>
                    <a:pt x="217212" y="172915"/>
                    <a:pt x="218575" y="172915"/>
                  </a:cubicBezTo>
                  <a:cubicBezTo>
                    <a:pt x="218575" y="172915"/>
                    <a:pt x="221303" y="171551"/>
                    <a:pt x="219939" y="172915"/>
                  </a:cubicBezTo>
                  <a:cubicBezTo>
                    <a:pt x="217212" y="174279"/>
                    <a:pt x="215848" y="177007"/>
                    <a:pt x="215848" y="178370"/>
                  </a:cubicBezTo>
                  <a:cubicBezTo>
                    <a:pt x="215848" y="181098"/>
                    <a:pt x="215848" y="178370"/>
                    <a:pt x="214484" y="175643"/>
                  </a:cubicBezTo>
                  <a:cubicBezTo>
                    <a:pt x="214484" y="172915"/>
                    <a:pt x="213120" y="170188"/>
                    <a:pt x="211756" y="166096"/>
                  </a:cubicBezTo>
                  <a:cubicBezTo>
                    <a:pt x="206301" y="152457"/>
                    <a:pt x="198117" y="138818"/>
                    <a:pt x="188570" y="123815"/>
                  </a:cubicBezTo>
                  <a:cubicBezTo>
                    <a:pt x="170840" y="96538"/>
                    <a:pt x="151745" y="69260"/>
                    <a:pt x="131287" y="41983"/>
                  </a:cubicBezTo>
                  <a:lnTo>
                    <a:pt x="131287" y="41983"/>
                  </a:lnTo>
                  <a:cubicBezTo>
                    <a:pt x="121740" y="29708"/>
                    <a:pt x="124468" y="13341"/>
                    <a:pt x="136743" y="5158"/>
                  </a:cubicBezTo>
                  <a:cubicBezTo>
                    <a:pt x="149018" y="-3025"/>
                    <a:pt x="165384" y="-1661"/>
                    <a:pt x="173568" y="10613"/>
                  </a:cubicBezTo>
                  <a:cubicBezTo>
                    <a:pt x="170840" y="10613"/>
                    <a:pt x="170840" y="10613"/>
                    <a:pt x="172204" y="11977"/>
                  </a:cubicBezTo>
                  <a:close/>
                </a:path>
              </a:pathLst>
            </a:custGeom>
            <a:solidFill>
              <a:srgbClr val="43999C"/>
            </a:solidFill>
            <a:ln w="13637"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05B77B8D-E952-4884-AA8B-A69998B04BD9}"/>
                </a:ext>
              </a:extLst>
            </p:cNvPr>
            <p:cNvSpPr/>
            <p:nvPr/>
          </p:nvSpPr>
          <p:spPr>
            <a:xfrm>
              <a:off x="10632984" y="5091574"/>
              <a:ext cx="117293" cy="162301"/>
            </a:xfrm>
            <a:custGeom>
              <a:avLst/>
              <a:gdLst>
                <a:gd name="connsiteX0" fmla="*/ 64103 w 117293"/>
                <a:gd name="connsiteY0" fmla="*/ 0 h 162301"/>
                <a:gd name="connsiteX1" fmla="*/ 117294 w 117293"/>
                <a:gd name="connsiteY1" fmla="*/ 57283 h 162301"/>
                <a:gd name="connsiteX2" fmla="*/ 76377 w 117293"/>
                <a:gd name="connsiteY2" fmla="*/ 162302 h 162301"/>
                <a:gd name="connsiteX3" fmla="*/ 0 w 117293"/>
                <a:gd name="connsiteY3" fmla="*/ 162302 h 162301"/>
                <a:gd name="connsiteX4" fmla="*/ 21822 w 117293"/>
                <a:gd name="connsiteY4" fmla="*/ 32733 h 162301"/>
                <a:gd name="connsiteX5" fmla="*/ 64103 w 117293"/>
                <a:gd name="connsiteY5" fmla="*/ 0 h 162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293" h="162301">
                  <a:moveTo>
                    <a:pt x="64103" y="0"/>
                  </a:moveTo>
                  <a:cubicBezTo>
                    <a:pt x="90016" y="0"/>
                    <a:pt x="117294" y="13639"/>
                    <a:pt x="117294" y="57283"/>
                  </a:cubicBezTo>
                  <a:cubicBezTo>
                    <a:pt x="117294" y="100927"/>
                    <a:pt x="76377" y="162302"/>
                    <a:pt x="76377" y="162302"/>
                  </a:cubicBezTo>
                  <a:lnTo>
                    <a:pt x="0" y="162302"/>
                  </a:lnTo>
                  <a:lnTo>
                    <a:pt x="21822" y="32733"/>
                  </a:lnTo>
                  <a:lnTo>
                    <a:pt x="64103" y="0"/>
                  </a:lnTo>
                  <a:close/>
                </a:path>
              </a:pathLst>
            </a:custGeom>
            <a:solidFill>
              <a:srgbClr val="43999C"/>
            </a:solidFill>
            <a:ln w="13637"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CAB5851C-6D5B-481B-B25B-B8CE6CB85AF4}"/>
                </a:ext>
              </a:extLst>
            </p:cNvPr>
            <p:cNvSpPr/>
            <p:nvPr/>
          </p:nvSpPr>
          <p:spPr>
            <a:xfrm>
              <a:off x="10669722" y="5076571"/>
              <a:ext cx="54642" cy="45008"/>
            </a:xfrm>
            <a:custGeom>
              <a:avLst/>
              <a:gdLst>
                <a:gd name="connsiteX0" fmla="*/ 54643 w 54642"/>
                <a:gd name="connsiteY0" fmla="*/ 17731 h 45008"/>
                <a:gd name="connsiteX1" fmla="*/ 46459 w 54642"/>
                <a:gd name="connsiteY1" fmla="*/ 0 h 45008"/>
                <a:gd name="connsiteX2" fmla="*/ 13726 w 54642"/>
                <a:gd name="connsiteY2" fmla="*/ 13639 h 45008"/>
                <a:gd name="connsiteX3" fmla="*/ 88 w 54642"/>
                <a:gd name="connsiteY3" fmla="*/ 45008 h 45008"/>
                <a:gd name="connsiteX4" fmla="*/ 54643 w 54642"/>
                <a:gd name="connsiteY4" fmla="*/ 17731 h 45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42" h="45008">
                  <a:moveTo>
                    <a:pt x="54643" y="17731"/>
                  </a:moveTo>
                  <a:lnTo>
                    <a:pt x="46459" y="0"/>
                  </a:lnTo>
                  <a:lnTo>
                    <a:pt x="13726" y="13639"/>
                  </a:lnTo>
                  <a:cubicBezTo>
                    <a:pt x="13726" y="13639"/>
                    <a:pt x="-1276" y="45008"/>
                    <a:pt x="88" y="45008"/>
                  </a:cubicBezTo>
                  <a:cubicBezTo>
                    <a:pt x="1452" y="45008"/>
                    <a:pt x="54643" y="17731"/>
                    <a:pt x="54643" y="17731"/>
                  </a:cubicBezTo>
                  <a:close/>
                </a:path>
              </a:pathLst>
            </a:custGeom>
            <a:solidFill>
              <a:srgbClr val="3C8A8C"/>
            </a:solidFill>
            <a:ln w="13637"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0617D089-C8CC-4F35-AF6A-2E3BA14DBE27}"/>
                </a:ext>
              </a:extLst>
            </p:cNvPr>
            <p:cNvSpPr/>
            <p:nvPr/>
          </p:nvSpPr>
          <p:spPr>
            <a:xfrm>
              <a:off x="10645259" y="5087482"/>
              <a:ext cx="30005" cy="31369"/>
            </a:xfrm>
            <a:custGeom>
              <a:avLst/>
              <a:gdLst>
                <a:gd name="connsiteX0" fmla="*/ 30006 w 30005"/>
                <a:gd name="connsiteY0" fmla="*/ 0 h 31369"/>
                <a:gd name="connsiteX1" fmla="*/ 20458 w 30005"/>
                <a:gd name="connsiteY1" fmla="*/ 1364 h 31369"/>
                <a:gd name="connsiteX2" fmla="*/ 0 w 30005"/>
                <a:gd name="connsiteY2" fmla="*/ 31369 h 31369"/>
                <a:gd name="connsiteX3" fmla="*/ 9547 w 30005"/>
                <a:gd name="connsiteY3" fmla="*/ 28641 h 31369"/>
                <a:gd name="connsiteX4" fmla="*/ 30006 w 30005"/>
                <a:gd name="connsiteY4" fmla="*/ 10911 h 31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05" h="31369">
                  <a:moveTo>
                    <a:pt x="30006" y="0"/>
                  </a:moveTo>
                  <a:lnTo>
                    <a:pt x="20458" y="1364"/>
                  </a:lnTo>
                  <a:lnTo>
                    <a:pt x="0" y="31369"/>
                  </a:lnTo>
                  <a:lnTo>
                    <a:pt x="9547" y="28641"/>
                  </a:lnTo>
                  <a:lnTo>
                    <a:pt x="30006" y="10911"/>
                  </a:lnTo>
                  <a:close/>
                </a:path>
              </a:pathLst>
            </a:custGeom>
            <a:solidFill>
              <a:srgbClr val="3C8A8C"/>
            </a:solidFill>
            <a:ln w="13637"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A1514C08-7A23-46AC-BEFD-4F5C6F97C5E5}"/>
                </a:ext>
              </a:extLst>
            </p:cNvPr>
            <p:cNvSpPr/>
            <p:nvPr/>
          </p:nvSpPr>
          <p:spPr>
            <a:xfrm>
              <a:off x="10611162" y="5236145"/>
              <a:ext cx="107746" cy="40916"/>
            </a:xfrm>
            <a:custGeom>
              <a:avLst/>
              <a:gdLst>
                <a:gd name="connsiteX0" fmla="*/ 98200 w 107746"/>
                <a:gd name="connsiteY0" fmla="*/ 17730 h 40916"/>
                <a:gd name="connsiteX1" fmla="*/ 4092 w 107746"/>
                <a:gd name="connsiteY1" fmla="*/ 40916 h 40916"/>
                <a:gd name="connsiteX2" fmla="*/ 0 w 107746"/>
                <a:gd name="connsiteY2" fmla="*/ 2728 h 40916"/>
                <a:gd name="connsiteX3" fmla="*/ 107747 w 107746"/>
                <a:gd name="connsiteY3" fmla="*/ 0 h 40916"/>
              </a:gdLst>
              <a:ahLst/>
              <a:cxnLst>
                <a:cxn ang="0">
                  <a:pos x="connsiteX0" y="connsiteY0"/>
                </a:cxn>
                <a:cxn ang="0">
                  <a:pos x="connsiteX1" y="connsiteY1"/>
                </a:cxn>
                <a:cxn ang="0">
                  <a:pos x="connsiteX2" y="connsiteY2"/>
                </a:cxn>
                <a:cxn ang="0">
                  <a:pos x="connsiteX3" y="connsiteY3"/>
                </a:cxn>
              </a:cxnLst>
              <a:rect l="l" t="t" r="r" b="b"/>
              <a:pathLst>
                <a:path w="107746" h="40916">
                  <a:moveTo>
                    <a:pt x="98200" y="17730"/>
                  </a:moveTo>
                  <a:lnTo>
                    <a:pt x="4092" y="40916"/>
                  </a:lnTo>
                  <a:lnTo>
                    <a:pt x="0" y="2728"/>
                  </a:lnTo>
                  <a:lnTo>
                    <a:pt x="107747" y="0"/>
                  </a:lnTo>
                  <a:close/>
                </a:path>
              </a:pathLst>
            </a:custGeom>
            <a:solidFill>
              <a:srgbClr val="43999C"/>
            </a:solidFill>
            <a:ln w="13637"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160C3763-436E-4804-AFB3-A84A6C89E418}"/>
                </a:ext>
              </a:extLst>
            </p:cNvPr>
            <p:cNvSpPr/>
            <p:nvPr/>
          </p:nvSpPr>
          <p:spPr>
            <a:xfrm>
              <a:off x="10371120" y="5503466"/>
              <a:ext cx="54555" cy="64479"/>
            </a:xfrm>
            <a:custGeom>
              <a:avLst/>
              <a:gdLst>
                <a:gd name="connsiteX0" fmla="*/ 54555 w 54555"/>
                <a:gd name="connsiteY0" fmla="*/ 60011 h 64479"/>
                <a:gd name="connsiteX1" fmla="*/ 50463 w 54555"/>
                <a:gd name="connsiteY1" fmla="*/ 1364 h 64479"/>
                <a:gd name="connsiteX2" fmla="*/ 0 w 54555"/>
                <a:gd name="connsiteY2" fmla="*/ 0 h 64479"/>
                <a:gd name="connsiteX3" fmla="*/ 21822 w 54555"/>
                <a:gd name="connsiteY3" fmla="*/ 45008 h 64479"/>
                <a:gd name="connsiteX4" fmla="*/ 2728 w 54555"/>
                <a:gd name="connsiteY4" fmla="*/ 58647 h 64479"/>
                <a:gd name="connsiteX5" fmla="*/ 54555 w 54555"/>
                <a:gd name="connsiteY5" fmla="*/ 60011 h 6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555" h="64479">
                  <a:moveTo>
                    <a:pt x="54555" y="60011"/>
                  </a:moveTo>
                  <a:cubicBezTo>
                    <a:pt x="54555" y="55919"/>
                    <a:pt x="50463" y="1364"/>
                    <a:pt x="50463" y="1364"/>
                  </a:cubicBezTo>
                  <a:lnTo>
                    <a:pt x="0" y="0"/>
                  </a:lnTo>
                  <a:lnTo>
                    <a:pt x="21822" y="45008"/>
                  </a:lnTo>
                  <a:cubicBezTo>
                    <a:pt x="21822" y="45008"/>
                    <a:pt x="4091" y="49099"/>
                    <a:pt x="2728" y="58647"/>
                  </a:cubicBezTo>
                  <a:cubicBezTo>
                    <a:pt x="1364" y="70922"/>
                    <a:pt x="54555" y="60011"/>
                    <a:pt x="54555" y="60011"/>
                  </a:cubicBezTo>
                  <a:close/>
                </a:path>
              </a:pathLst>
            </a:custGeom>
            <a:solidFill>
              <a:srgbClr val="43999C"/>
            </a:solidFill>
            <a:ln w="13637"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BD0D5E9A-9C41-4DA1-9F8E-A995ED7A3053}"/>
                </a:ext>
              </a:extLst>
            </p:cNvPr>
            <p:cNvSpPr/>
            <p:nvPr/>
          </p:nvSpPr>
          <p:spPr>
            <a:xfrm>
              <a:off x="10758461" y="5832125"/>
              <a:ext cx="68193" cy="82777"/>
            </a:xfrm>
            <a:custGeom>
              <a:avLst/>
              <a:gdLst>
                <a:gd name="connsiteX0" fmla="*/ 62739 w 68193"/>
                <a:gd name="connsiteY0" fmla="*/ 36861 h 82777"/>
                <a:gd name="connsiteX1" fmla="*/ 50463 w 68193"/>
                <a:gd name="connsiteY1" fmla="*/ 36 h 82777"/>
                <a:gd name="connsiteX2" fmla="*/ 0 w 68193"/>
                <a:gd name="connsiteY2" fmla="*/ 17766 h 82777"/>
                <a:gd name="connsiteX3" fmla="*/ 42280 w 68193"/>
                <a:gd name="connsiteY3" fmla="*/ 65502 h 82777"/>
                <a:gd name="connsiteX4" fmla="*/ 19094 w 68193"/>
                <a:gd name="connsiteY4" fmla="*/ 79141 h 82777"/>
                <a:gd name="connsiteX5" fmla="*/ 68194 w 68193"/>
                <a:gd name="connsiteY5" fmla="*/ 79141 h 82777"/>
                <a:gd name="connsiteX6" fmla="*/ 62739 w 68193"/>
                <a:gd name="connsiteY6" fmla="*/ 36861 h 82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193" h="82777">
                  <a:moveTo>
                    <a:pt x="62739" y="36861"/>
                  </a:moveTo>
                  <a:cubicBezTo>
                    <a:pt x="62739" y="36861"/>
                    <a:pt x="54555" y="-1328"/>
                    <a:pt x="50463" y="36"/>
                  </a:cubicBezTo>
                  <a:cubicBezTo>
                    <a:pt x="46372" y="1400"/>
                    <a:pt x="0" y="17766"/>
                    <a:pt x="0" y="17766"/>
                  </a:cubicBezTo>
                  <a:lnTo>
                    <a:pt x="42280" y="65502"/>
                  </a:lnTo>
                  <a:cubicBezTo>
                    <a:pt x="42280" y="65502"/>
                    <a:pt x="20458" y="70958"/>
                    <a:pt x="19094" y="79141"/>
                  </a:cubicBezTo>
                  <a:cubicBezTo>
                    <a:pt x="17730" y="87324"/>
                    <a:pt x="68194" y="79141"/>
                    <a:pt x="68194" y="79141"/>
                  </a:cubicBezTo>
                  <a:lnTo>
                    <a:pt x="62739" y="36861"/>
                  </a:lnTo>
                  <a:close/>
                </a:path>
              </a:pathLst>
            </a:custGeom>
            <a:solidFill>
              <a:srgbClr val="43999C"/>
            </a:solidFill>
            <a:ln w="13637"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C8A2DDBD-9651-4E6E-A039-72AD843F0224}"/>
                </a:ext>
              </a:extLst>
            </p:cNvPr>
            <p:cNvSpPr/>
            <p:nvPr/>
          </p:nvSpPr>
          <p:spPr>
            <a:xfrm>
              <a:off x="10547551" y="5241283"/>
              <a:ext cx="41789" cy="33050"/>
            </a:xfrm>
            <a:custGeom>
              <a:avLst/>
              <a:gdLst>
                <a:gd name="connsiteX0" fmla="*/ 41789 w 41789"/>
                <a:gd name="connsiteY0" fmla="*/ 11228 h 33050"/>
                <a:gd name="connsiteX1" fmla="*/ 40425 w 41789"/>
                <a:gd name="connsiteY1" fmla="*/ 28959 h 33050"/>
                <a:gd name="connsiteX2" fmla="*/ 873 w 41789"/>
                <a:gd name="connsiteY2" fmla="*/ 33050 h 33050"/>
                <a:gd name="connsiteX3" fmla="*/ 11784 w 41789"/>
                <a:gd name="connsiteY3" fmla="*/ 317 h 33050"/>
                <a:gd name="connsiteX4" fmla="*/ 41789 w 41789"/>
                <a:gd name="connsiteY4" fmla="*/ 11228 h 3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89" h="33050">
                  <a:moveTo>
                    <a:pt x="41789" y="11228"/>
                  </a:moveTo>
                  <a:lnTo>
                    <a:pt x="40425" y="28959"/>
                  </a:lnTo>
                  <a:lnTo>
                    <a:pt x="873" y="33050"/>
                  </a:lnTo>
                  <a:cubicBezTo>
                    <a:pt x="873" y="33050"/>
                    <a:pt x="-4583" y="-3774"/>
                    <a:pt x="11784" y="317"/>
                  </a:cubicBezTo>
                  <a:cubicBezTo>
                    <a:pt x="29514" y="3045"/>
                    <a:pt x="41789" y="11228"/>
                    <a:pt x="41789" y="11228"/>
                  </a:cubicBezTo>
                  <a:close/>
                </a:path>
              </a:pathLst>
            </a:custGeom>
            <a:solidFill>
              <a:srgbClr val="FFCE88"/>
            </a:solidFill>
            <a:ln w="13637"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ECCFE054-EBB6-4D70-B97D-4C26701EDDBB}"/>
                </a:ext>
              </a:extLst>
            </p:cNvPr>
            <p:cNvSpPr/>
            <p:nvPr/>
          </p:nvSpPr>
          <p:spPr>
            <a:xfrm>
              <a:off x="10346570" y="5113128"/>
              <a:ext cx="45008" cy="48003"/>
            </a:xfrm>
            <a:custGeom>
              <a:avLst/>
              <a:gdLst>
                <a:gd name="connsiteX0" fmla="*/ 36825 w 45008"/>
                <a:gd name="connsiteY0" fmla="*/ 48004 h 48003"/>
                <a:gd name="connsiteX1" fmla="*/ 0 w 45008"/>
                <a:gd name="connsiteY1" fmla="*/ 27546 h 48003"/>
                <a:gd name="connsiteX2" fmla="*/ 27278 w 45008"/>
                <a:gd name="connsiteY2" fmla="*/ 1632 h 48003"/>
                <a:gd name="connsiteX3" fmla="*/ 45008 w 45008"/>
                <a:gd name="connsiteY3" fmla="*/ 34365 h 48003"/>
                <a:gd name="connsiteX4" fmla="*/ 36825 w 45008"/>
                <a:gd name="connsiteY4" fmla="*/ 48004 h 480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08" h="48003">
                  <a:moveTo>
                    <a:pt x="36825" y="48004"/>
                  </a:moveTo>
                  <a:cubicBezTo>
                    <a:pt x="30006" y="48004"/>
                    <a:pt x="0" y="27546"/>
                    <a:pt x="0" y="27546"/>
                  </a:cubicBezTo>
                  <a:cubicBezTo>
                    <a:pt x="0" y="27546"/>
                    <a:pt x="9547" y="-7915"/>
                    <a:pt x="27278" y="1632"/>
                  </a:cubicBezTo>
                  <a:cubicBezTo>
                    <a:pt x="45008" y="12543"/>
                    <a:pt x="45008" y="34365"/>
                    <a:pt x="45008" y="34365"/>
                  </a:cubicBezTo>
                  <a:lnTo>
                    <a:pt x="36825" y="48004"/>
                  </a:lnTo>
                  <a:close/>
                </a:path>
              </a:pathLst>
            </a:custGeom>
            <a:solidFill>
              <a:srgbClr val="FFCE88"/>
            </a:solidFill>
            <a:ln w="13637"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CF3800C1-0F2E-491C-B490-8292317DB2F1}"/>
                </a:ext>
              </a:extLst>
            </p:cNvPr>
            <p:cNvSpPr/>
            <p:nvPr/>
          </p:nvSpPr>
          <p:spPr>
            <a:xfrm>
              <a:off x="10608435" y="4968825"/>
              <a:ext cx="39552" cy="35460"/>
            </a:xfrm>
            <a:custGeom>
              <a:avLst/>
              <a:gdLst>
                <a:gd name="connsiteX0" fmla="*/ 25914 w 39552"/>
                <a:gd name="connsiteY0" fmla="*/ 0 h 35460"/>
                <a:gd name="connsiteX1" fmla="*/ 0 w 39552"/>
                <a:gd name="connsiteY1" fmla="*/ 16367 h 35460"/>
                <a:gd name="connsiteX2" fmla="*/ 30005 w 39552"/>
                <a:gd name="connsiteY2" fmla="*/ 35461 h 35460"/>
                <a:gd name="connsiteX3" fmla="*/ 39552 w 39552"/>
                <a:gd name="connsiteY3" fmla="*/ 2728 h 35460"/>
                <a:gd name="connsiteX4" fmla="*/ 25914 w 39552"/>
                <a:gd name="connsiteY4" fmla="*/ 0 h 35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552" h="35460">
                  <a:moveTo>
                    <a:pt x="25914" y="0"/>
                  </a:moveTo>
                  <a:cubicBezTo>
                    <a:pt x="21822" y="2728"/>
                    <a:pt x="0" y="16367"/>
                    <a:pt x="0" y="16367"/>
                  </a:cubicBezTo>
                  <a:lnTo>
                    <a:pt x="30005" y="35461"/>
                  </a:lnTo>
                  <a:lnTo>
                    <a:pt x="39552" y="2728"/>
                  </a:lnTo>
                  <a:lnTo>
                    <a:pt x="25914" y="0"/>
                  </a:lnTo>
                  <a:close/>
                </a:path>
              </a:pathLst>
            </a:custGeom>
            <a:solidFill>
              <a:srgbClr val="FFCE88"/>
            </a:solidFill>
            <a:ln w="13637" cap="flat">
              <a:noFill/>
              <a:prstDash val="solid"/>
              <a:miter/>
            </a:ln>
          </p:spPr>
          <p:txBody>
            <a:bodyPr rtlCol="0" anchor="ctr"/>
            <a:lstStyle/>
            <a:p>
              <a:endParaRPr lang="en-US"/>
            </a:p>
          </p:txBody>
        </p:sp>
      </p:grpSp>
      <p:grpSp>
        <p:nvGrpSpPr>
          <p:cNvPr id="189" name="Graphic 1">
            <a:extLst>
              <a:ext uri="{FF2B5EF4-FFF2-40B4-BE49-F238E27FC236}">
                <a16:creationId xmlns:a16="http://schemas.microsoft.com/office/drawing/2014/main" id="{1A1A54C8-17FD-499E-A8FB-D3B0E0132D9E}"/>
              </a:ext>
            </a:extLst>
          </p:cNvPr>
          <p:cNvGrpSpPr/>
          <p:nvPr/>
        </p:nvGrpSpPr>
        <p:grpSpPr>
          <a:xfrm>
            <a:off x="8393494" y="4085959"/>
            <a:ext cx="415983" cy="998340"/>
            <a:chOff x="8393494" y="4085959"/>
            <a:chExt cx="415983" cy="998340"/>
          </a:xfrm>
        </p:grpSpPr>
        <p:sp>
          <p:nvSpPr>
            <p:cNvPr id="190" name="Freeform: Shape 189">
              <a:extLst>
                <a:ext uri="{FF2B5EF4-FFF2-40B4-BE49-F238E27FC236}">
                  <a16:creationId xmlns:a16="http://schemas.microsoft.com/office/drawing/2014/main" id="{16B1C523-7703-46C1-B002-6F057D7878C4}"/>
                </a:ext>
              </a:extLst>
            </p:cNvPr>
            <p:cNvSpPr/>
            <p:nvPr/>
          </p:nvSpPr>
          <p:spPr>
            <a:xfrm>
              <a:off x="8533110" y="4289917"/>
              <a:ext cx="221344" cy="99258"/>
            </a:xfrm>
            <a:custGeom>
              <a:avLst/>
              <a:gdLst>
                <a:gd name="connsiteX0" fmla="*/ 6319 w 221344"/>
                <a:gd name="connsiteY0" fmla="*/ 44703 h 99258"/>
                <a:gd name="connsiteX1" fmla="*/ 56783 w 221344"/>
                <a:gd name="connsiteY1" fmla="*/ 81528 h 99258"/>
                <a:gd name="connsiteX2" fmla="*/ 114066 w 221344"/>
                <a:gd name="connsiteY2" fmla="*/ 99259 h 99258"/>
                <a:gd name="connsiteX3" fmla="*/ 129069 w 221344"/>
                <a:gd name="connsiteY3" fmla="*/ 97895 h 99258"/>
                <a:gd name="connsiteX4" fmla="*/ 144071 w 221344"/>
                <a:gd name="connsiteY4" fmla="*/ 92439 h 99258"/>
                <a:gd name="connsiteX5" fmla="*/ 169985 w 221344"/>
                <a:gd name="connsiteY5" fmla="*/ 80164 h 99258"/>
                <a:gd name="connsiteX6" fmla="*/ 219085 w 221344"/>
                <a:gd name="connsiteY6" fmla="*/ 46067 h 99258"/>
                <a:gd name="connsiteX7" fmla="*/ 220449 w 221344"/>
                <a:gd name="connsiteY7" fmla="*/ 35156 h 99258"/>
                <a:gd name="connsiteX8" fmla="*/ 213629 w 221344"/>
                <a:gd name="connsiteY8" fmla="*/ 32429 h 99258"/>
                <a:gd name="connsiteX9" fmla="*/ 213629 w 221344"/>
                <a:gd name="connsiteY9" fmla="*/ 32429 h 99258"/>
                <a:gd name="connsiteX10" fmla="*/ 165894 w 221344"/>
                <a:gd name="connsiteY10" fmla="*/ 55614 h 99258"/>
                <a:gd name="connsiteX11" fmla="*/ 139980 w 221344"/>
                <a:gd name="connsiteY11" fmla="*/ 63798 h 99258"/>
                <a:gd name="connsiteX12" fmla="*/ 127705 w 221344"/>
                <a:gd name="connsiteY12" fmla="*/ 66526 h 99258"/>
                <a:gd name="connsiteX13" fmla="*/ 116794 w 221344"/>
                <a:gd name="connsiteY13" fmla="*/ 66526 h 99258"/>
                <a:gd name="connsiteX14" fmla="*/ 71786 w 221344"/>
                <a:gd name="connsiteY14" fmla="*/ 44703 h 99258"/>
                <a:gd name="connsiteX15" fmla="*/ 32233 w 221344"/>
                <a:gd name="connsiteY15" fmla="*/ 6515 h 99258"/>
                <a:gd name="connsiteX16" fmla="*/ 32233 w 221344"/>
                <a:gd name="connsiteY16" fmla="*/ 6515 h 99258"/>
                <a:gd name="connsiteX17" fmla="*/ 4956 w 221344"/>
                <a:gd name="connsiteY17" fmla="*/ 7879 h 99258"/>
                <a:gd name="connsiteX18" fmla="*/ 6319 w 221344"/>
                <a:gd name="connsiteY18" fmla="*/ 43339 h 99258"/>
                <a:gd name="connsiteX19" fmla="*/ 6319 w 221344"/>
                <a:gd name="connsiteY19" fmla="*/ 44703 h 99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21344" h="99258">
                  <a:moveTo>
                    <a:pt x="6319" y="44703"/>
                  </a:moveTo>
                  <a:cubicBezTo>
                    <a:pt x="22686" y="59706"/>
                    <a:pt x="39053" y="71981"/>
                    <a:pt x="56783" y="81528"/>
                  </a:cubicBezTo>
                  <a:cubicBezTo>
                    <a:pt x="74513" y="91075"/>
                    <a:pt x="93608" y="97895"/>
                    <a:pt x="114066" y="99259"/>
                  </a:cubicBezTo>
                  <a:cubicBezTo>
                    <a:pt x="119522" y="99259"/>
                    <a:pt x="124977" y="99259"/>
                    <a:pt x="129069" y="97895"/>
                  </a:cubicBezTo>
                  <a:cubicBezTo>
                    <a:pt x="134524" y="96531"/>
                    <a:pt x="139980" y="95167"/>
                    <a:pt x="144071" y="92439"/>
                  </a:cubicBezTo>
                  <a:cubicBezTo>
                    <a:pt x="152255" y="88348"/>
                    <a:pt x="161802" y="84256"/>
                    <a:pt x="169985" y="80164"/>
                  </a:cubicBezTo>
                  <a:cubicBezTo>
                    <a:pt x="186352" y="70617"/>
                    <a:pt x="202718" y="61070"/>
                    <a:pt x="219085" y="46067"/>
                  </a:cubicBezTo>
                  <a:cubicBezTo>
                    <a:pt x="221813" y="43339"/>
                    <a:pt x="221813" y="39248"/>
                    <a:pt x="220449" y="35156"/>
                  </a:cubicBezTo>
                  <a:cubicBezTo>
                    <a:pt x="219085" y="32429"/>
                    <a:pt x="214993" y="31065"/>
                    <a:pt x="213629" y="32429"/>
                  </a:cubicBezTo>
                  <a:lnTo>
                    <a:pt x="213629" y="32429"/>
                  </a:lnTo>
                  <a:cubicBezTo>
                    <a:pt x="198627" y="41976"/>
                    <a:pt x="182260" y="50159"/>
                    <a:pt x="165894" y="55614"/>
                  </a:cubicBezTo>
                  <a:cubicBezTo>
                    <a:pt x="157710" y="58342"/>
                    <a:pt x="149527" y="61070"/>
                    <a:pt x="139980" y="63798"/>
                  </a:cubicBezTo>
                  <a:cubicBezTo>
                    <a:pt x="135888" y="65162"/>
                    <a:pt x="131797" y="65162"/>
                    <a:pt x="127705" y="66526"/>
                  </a:cubicBezTo>
                  <a:cubicBezTo>
                    <a:pt x="123613" y="66526"/>
                    <a:pt x="120885" y="66526"/>
                    <a:pt x="116794" y="66526"/>
                  </a:cubicBezTo>
                  <a:cubicBezTo>
                    <a:pt x="101791" y="63798"/>
                    <a:pt x="86788" y="55614"/>
                    <a:pt x="71786" y="44703"/>
                  </a:cubicBezTo>
                  <a:cubicBezTo>
                    <a:pt x="58147" y="33793"/>
                    <a:pt x="43144" y="20154"/>
                    <a:pt x="32233" y="6515"/>
                  </a:cubicBezTo>
                  <a:lnTo>
                    <a:pt x="32233" y="6515"/>
                  </a:lnTo>
                  <a:cubicBezTo>
                    <a:pt x="24050" y="-3032"/>
                    <a:pt x="13139" y="-1668"/>
                    <a:pt x="4956" y="7879"/>
                  </a:cubicBezTo>
                  <a:cubicBezTo>
                    <a:pt x="-1864" y="17426"/>
                    <a:pt x="-1864" y="33793"/>
                    <a:pt x="6319" y="43339"/>
                  </a:cubicBezTo>
                  <a:cubicBezTo>
                    <a:pt x="4956" y="43339"/>
                    <a:pt x="4956" y="43339"/>
                    <a:pt x="6319" y="44703"/>
                  </a:cubicBezTo>
                  <a:close/>
                </a:path>
              </a:pathLst>
            </a:custGeom>
            <a:solidFill>
              <a:srgbClr val="CF6023"/>
            </a:solidFill>
            <a:ln w="13637"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9CEE0891-F4DA-444F-8293-66FA685D572F}"/>
                </a:ext>
              </a:extLst>
            </p:cNvPr>
            <p:cNvSpPr/>
            <p:nvPr/>
          </p:nvSpPr>
          <p:spPr>
            <a:xfrm>
              <a:off x="8490330" y="4277338"/>
              <a:ext cx="116140" cy="173212"/>
            </a:xfrm>
            <a:custGeom>
              <a:avLst/>
              <a:gdLst>
                <a:gd name="connsiteX0" fmla="*/ 4092 w 116140"/>
                <a:gd name="connsiteY0" fmla="*/ 87289 h 173212"/>
                <a:gd name="connsiteX1" fmla="*/ 5455 w 116140"/>
                <a:gd name="connsiteY1" fmla="*/ 25914 h 173212"/>
                <a:gd name="connsiteX2" fmla="*/ 12275 w 116140"/>
                <a:gd name="connsiteY2" fmla="*/ 25914 h 173212"/>
                <a:gd name="connsiteX3" fmla="*/ 23186 w 116140"/>
                <a:gd name="connsiteY3" fmla="*/ 0 h 173212"/>
                <a:gd name="connsiteX4" fmla="*/ 23186 w 116140"/>
                <a:gd name="connsiteY4" fmla="*/ 0 h 173212"/>
                <a:gd name="connsiteX5" fmla="*/ 23186 w 116140"/>
                <a:gd name="connsiteY5" fmla="*/ 0 h 173212"/>
                <a:gd name="connsiteX6" fmla="*/ 45008 w 116140"/>
                <a:gd name="connsiteY6" fmla="*/ 1364 h 173212"/>
                <a:gd name="connsiteX7" fmla="*/ 90016 w 116140"/>
                <a:gd name="connsiteY7" fmla="*/ 51828 h 173212"/>
                <a:gd name="connsiteX8" fmla="*/ 115930 w 116140"/>
                <a:gd name="connsiteY8" fmla="*/ 173213 h 173212"/>
                <a:gd name="connsiteX9" fmla="*/ 55919 w 116140"/>
                <a:gd name="connsiteY9" fmla="*/ 167757 h 173212"/>
                <a:gd name="connsiteX10" fmla="*/ 55919 w 116140"/>
                <a:gd name="connsiteY10" fmla="*/ 167757 h 173212"/>
                <a:gd name="connsiteX11" fmla="*/ 51827 w 116140"/>
                <a:gd name="connsiteY11" fmla="*/ 155483 h 173212"/>
                <a:gd name="connsiteX12" fmla="*/ 32733 w 116140"/>
                <a:gd name="connsiteY12" fmla="*/ 137752 h 173212"/>
                <a:gd name="connsiteX13" fmla="*/ 20458 w 116140"/>
                <a:gd name="connsiteY13" fmla="*/ 141844 h 173212"/>
                <a:gd name="connsiteX14" fmla="*/ 9547 w 116140"/>
                <a:gd name="connsiteY14" fmla="*/ 140480 h 173212"/>
                <a:gd name="connsiteX15" fmla="*/ 0 w 116140"/>
                <a:gd name="connsiteY15" fmla="*/ 96836 h 173212"/>
                <a:gd name="connsiteX16" fmla="*/ 4092 w 116140"/>
                <a:gd name="connsiteY16" fmla="*/ 87289 h 173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6140" h="173212">
                  <a:moveTo>
                    <a:pt x="4092" y="87289"/>
                  </a:moveTo>
                  <a:cubicBezTo>
                    <a:pt x="6819" y="66830"/>
                    <a:pt x="6819" y="46372"/>
                    <a:pt x="5455" y="25914"/>
                  </a:cubicBezTo>
                  <a:cubicBezTo>
                    <a:pt x="8183" y="25914"/>
                    <a:pt x="9547" y="25914"/>
                    <a:pt x="12275" y="25914"/>
                  </a:cubicBezTo>
                  <a:cubicBezTo>
                    <a:pt x="23186" y="23186"/>
                    <a:pt x="28641" y="9547"/>
                    <a:pt x="23186" y="0"/>
                  </a:cubicBezTo>
                  <a:cubicBezTo>
                    <a:pt x="23186" y="0"/>
                    <a:pt x="23186" y="0"/>
                    <a:pt x="23186" y="0"/>
                  </a:cubicBezTo>
                  <a:cubicBezTo>
                    <a:pt x="23186" y="0"/>
                    <a:pt x="23186" y="0"/>
                    <a:pt x="23186" y="0"/>
                  </a:cubicBezTo>
                  <a:lnTo>
                    <a:pt x="45008" y="1364"/>
                  </a:lnTo>
                  <a:cubicBezTo>
                    <a:pt x="45008" y="1364"/>
                    <a:pt x="83197" y="17731"/>
                    <a:pt x="90016" y="51828"/>
                  </a:cubicBezTo>
                  <a:cubicBezTo>
                    <a:pt x="94108" y="77741"/>
                    <a:pt x="118657" y="152755"/>
                    <a:pt x="115930" y="173213"/>
                  </a:cubicBezTo>
                  <a:cubicBezTo>
                    <a:pt x="96835" y="169121"/>
                    <a:pt x="75013" y="167757"/>
                    <a:pt x="55919" y="167757"/>
                  </a:cubicBezTo>
                  <a:cubicBezTo>
                    <a:pt x="55919" y="167757"/>
                    <a:pt x="55919" y="167757"/>
                    <a:pt x="55919" y="167757"/>
                  </a:cubicBezTo>
                  <a:cubicBezTo>
                    <a:pt x="55919" y="163666"/>
                    <a:pt x="54555" y="159574"/>
                    <a:pt x="51827" y="155483"/>
                  </a:cubicBezTo>
                  <a:cubicBezTo>
                    <a:pt x="47736" y="148663"/>
                    <a:pt x="40916" y="139116"/>
                    <a:pt x="32733" y="137752"/>
                  </a:cubicBezTo>
                  <a:cubicBezTo>
                    <a:pt x="28641" y="136388"/>
                    <a:pt x="23186" y="137752"/>
                    <a:pt x="20458" y="141844"/>
                  </a:cubicBezTo>
                  <a:cubicBezTo>
                    <a:pt x="16367" y="140480"/>
                    <a:pt x="13639" y="139116"/>
                    <a:pt x="9547" y="140480"/>
                  </a:cubicBezTo>
                  <a:lnTo>
                    <a:pt x="0" y="96836"/>
                  </a:lnTo>
                  <a:cubicBezTo>
                    <a:pt x="1364" y="94108"/>
                    <a:pt x="4092" y="91380"/>
                    <a:pt x="4092" y="87289"/>
                  </a:cubicBezTo>
                  <a:close/>
                </a:path>
              </a:pathLst>
            </a:custGeom>
            <a:solidFill>
              <a:srgbClr val="E86C27"/>
            </a:solidFill>
            <a:ln w="13637"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AB08C824-7E8F-4999-8D97-C835346EE722}"/>
                </a:ext>
              </a:extLst>
            </p:cNvPr>
            <p:cNvSpPr/>
            <p:nvPr/>
          </p:nvSpPr>
          <p:spPr>
            <a:xfrm>
              <a:off x="8503968" y="4162772"/>
              <a:ext cx="39552" cy="151390"/>
            </a:xfrm>
            <a:custGeom>
              <a:avLst/>
              <a:gdLst>
                <a:gd name="connsiteX0" fmla="*/ 0 w 39552"/>
                <a:gd name="connsiteY0" fmla="*/ 0 h 151390"/>
                <a:gd name="connsiteX1" fmla="*/ 39552 w 39552"/>
                <a:gd name="connsiteY1" fmla="*/ 0 h 151390"/>
                <a:gd name="connsiteX2" fmla="*/ 39552 w 39552"/>
                <a:gd name="connsiteY2" fmla="*/ 151391 h 151390"/>
                <a:gd name="connsiteX3" fmla="*/ 0 w 39552"/>
                <a:gd name="connsiteY3" fmla="*/ 151391 h 151390"/>
              </a:gdLst>
              <a:ahLst/>
              <a:cxnLst>
                <a:cxn ang="0">
                  <a:pos x="connsiteX0" y="connsiteY0"/>
                </a:cxn>
                <a:cxn ang="0">
                  <a:pos x="connsiteX1" y="connsiteY1"/>
                </a:cxn>
                <a:cxn ang="0">
                  <a:pos x="connsiteX2" y="connsiteY2"/>
                </a:cxn>
                <a:cxn ang="0">
                  <a:pos x="connsiteX3" y="connsiteY3"/>
                </a:cxn>
              </a:cxnLst>
              <a:rect l="l" t="t" r="r" b="b"/>
              <a:pathLst>
                <a:path w="39552" h="151390">
                  <a:moveTo>
                    <a:pt x="0" y="0"/>
                  </a:moveTo>
                  <a:lnTo>
                    <a:pt x="39552" y="0"/>
                  </a:lnTo>
                  <a:lnTo>
                    <a:pt x="39552" y="151391"/>
                  </a:lnTo>
                  <a:lnTo>
                    <a:pt x="0" y="151391"/>
                  </a:lnTo>
                  <a:close/>
                </a:path>
              </a:pathLst>
            </a:custGeom>
            <a:solidFill>
              <a:srgbClr val="FFCE88"/>
            </a:solidFill>
            <a:ln w="13637"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88A69D15-3F61-4734-B2AA-94CE5D3EE8AB}"/>
                </a:ext>
              </a:extLst>
            </p:cNvPr>
            <p:cNvSpPr/>
            <p:nvPr/>
          </p:nvSpPr>
          <p:spPr>
            <a:xfrm>
              <a:off x="8458177" y="4095321"/>
              <a:ext cx="131268" cy="144611"/>
            </a:xfrm>
            <a:custGeom>
              <a:avLst/>
              <a:gdLst>
                <a:gd name="connsiteX0" fmla="*/ 127624 w 131268"/>
                <a:gd name="connsiteY0" fmla="*/ 57904 h 144611"/>
                <a:gd name="connsiteX1" fmla="*/ 90799 w 131268"/>
                <a:gd name="connsiteY1" fmla="*/ 142464 h 144611"/>
                <a:gd name="connsiteX2" fmla="*/ 2147 w 131268"/>
                <a:gd name="connsiteY2" fmla="*/ 90637 h 144611"/>
                <a:gd name="connsiteX3" fmla="*/ 53974 w 131268"/>
                <a:gd name="connsiteY3" fmla="*/ 1985 h 144611"/>
                <a:gd name="connsiteX4" fmla="*/ 127624 w 131268"/>
                <a:gd name="connsiteY4" fmla="*/ 57904 h 144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68" h="144611">
                  <a:moveTo>
                    <a:pt x="127624" y="57904"/>
                  </a:moveTo>
                  <a:cubicBezTo>
                    <a:pt x="137171" y="97456"/>
                    <a:pt x="128988" y="132917"/>
                    <a:pt x="90799" y="142464"/>
                  </a:cubicBezTo>
                  <a:cubicBezTo>
                    <a:pt x="51247" y="152011"/>
                    <a:pt x="11694" y="128825"/>
                    <a:pt x="2147" y="90637"/>
                  </a:cubicBezTo>
                  <a:cubicBezTo>
                    <a:pt x="-7400" y="52448"/>
                    <a:pt x="15786" y="11532"/>
                    <a:pt x="53974" y="1985"/>
                  </a:cubicBezTo>
                  <a:cubicBezTo>
                    <a:pt x="92163" y="-7563"/>
                    <a:pt x="116713" y="18351"/>
                    <a:pt x="127624" y="57904"/>
                  </a:cubicBezTo>
                  <a:close/>
                </a:path>
              </a:pathLst>
            </a:custGeom>
            <a:solidFill>
              <a:srgbClr val="FFCE88"/>
            </a:solidFill>
            <a:ln w="13637"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725C997B-D87F-48C7-AB2F-C5A3B0B62689}"/>
                </a:ext>
              </a:extLst>
            </p:cNvPr>
            <p:cNvSpPr/>
            <p:nvPr/>
          </p:nvSpPr>
          <p:spPr>
            <a:xfrm>
              <a:off x="8525790" y="4525564"/>
              <a:ext cx="109110" cy="109110"/>
            </a:xfrm>
            <a:custGeom>
              <a:avLst/>
              <a:gdLst>
                <a:gd name="connsiteX0" fmla="*/ 32733 w 109110"/>
                <a:gd name="connsiteY0" fmla="*/ 109110 h 109110"/>
                <a:gd name="connsiteX1" fmla="*/ 109110 w 109110"/>
                <a:gd name="connsiteY1" fmla="*/ 49100 h 109110"/>
                <a:gd name="connsiteX2" fmla="*/ 91380 w 109110"/>
                <a:gd name="connsiteY2" fmla="*/ 39552 h 109110"/>
                <a:gd name="connsiteX3" fmla="*/ 30006 w 109110"/>
                <a:gd name="connsiteY3" fmla="*/ 0 h 109110"/>
                <a:gd name="connsiteX4" fmla="*/ 0 w 109110"/>
                <a:gd name="connsiteY4" fmla="*/ 51827 h 109110"/>
                <a:gd name="connsiteX5" fmla="*/ 35461 w 109110"/>
                <a:gd name="connsiteY5" fmla="*/ 106382 h 109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110" h="109110">
                  <a:moveTo>
                    <a:pt x="32733" y="109110"/>
                  </a:moveTo>
                  <a:cubicBezTo>
                    <a:pt x="34097" y="106382"/>
                    <a:pt x="109110" y="49100"/>
                    <a:pt x="109110" y="49100"/>
                  </a:cubicBezTo>
                  <a:lnTo>
                    <a:pt x="91380" y="39552"/>
                  </a:lnTo>
                  <a:lnTo>
                    <a:pt x="30006" y="0"/>
                  </a:lnTo>
                  <a:lnTo>
                    <a:pt x="0" y="51827"/>
                  </a:lnTo>
                  <a:lnTo>
                    <a:pt x="35461" y="106382"/>
                  </a:lnTo>
                </a:path>
              </a:pathLst>
            </a:custGeom>
            <a:solidFill>
              <a:srgbClr val="202A42"/>
            </a:solidFill>
            <a:ln w="13637"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F9CAE195-16E4-4471-BCC6-A48F78805E5D}"/>
                </a:ext>
              </a:extLst>
            </p:cNvPr>
            <p:cNvSpPr/>
            <p:nvPr/>
          </p:nvSpPr>
          <p:spPr>
            <a:xfrm>
              <a:off x="8520754" y="4487202"/>
              <a:ext cx="288723" cy="255573"/>
            </a:xfrm>
            <a:custGeom>
              <a:avLst/>
              <a:gdLst>
                <a:gd name="connsiteX0" fmla="*/ 25495 w 288723"/>
                <a:gd name="connsiteY0" fmla="*/ 41089 h 255573"/>
                <a:gd name="connsiteX1" fmla="*/ 262810 w 288723"/>
                <a:gd name="connsiteY1" fmla="*/ 173 h 255573"/>
                <a:gd name="connsiteX2" fmla="*/ 265538 w 288723"/>
                <a:gd name="connsiteY2" fmla="*/ 173 h 255573"/>
                <a:gd name="connsiteX3" fmla="*/ 288724 w 288723"/>
                <a:gd name="connsiteY3" fmla="*/ 16539 h 255573"/>
                <a:gd name="connsiteX4" fmla="*/ 288724 w 288723"/>
                <a:gd name="connsiteY4" fmla="*/ 23359 h 255573"/>
                <a:gd name="connsiteX5" fmla="*/ 246443 w 288723"/>
                <a:gd name="connsiteY5" fmla="*/ 249763 h 255573"/>
                <a:gd name="connsiteX6" fmla="*/ 238260 w 288723"/>
                <a:gd name="connsiteY6" fmla="*/ 255218 h 255573"/>
                <a:gd name="connsiteX7" fmla="*/ 232805 w 288723"/>
                <a:gd name="connsiteY7" fmla="*/ 248399 h 255573"/>
                <a:gd name="connsiteX8" fmla="*/ 246443 w 288723"/>
                <a:gd name="connsiteY8" fmla="*/ 17903 h 255573"/>
                <a:gd name="connsiteX9" fmla="*/ 272357 w 288723"/>
                <a:gd name="connsiteY9" fmla="*/ 41089 h 255573"/>
                <a:gd name="connsiteX10" fmla="*/ 39134 w 288723"/>
                <a:gd name="connsiteY10" fmla="*/ 101100 h 255573"/>
                <a:gd name="connsiteX11" fmla="*/ 945 w 288723"/>
                <a:gd name="connsiteY11" fmla="*/ 79278 h 255573"/>
                <a:gd name="connsiteX12" fmla="*/ 22767 w 288723"/>
                <a:gd name="connsiteY12" fmla="*/ 41089 h 255573"/>
                <a:gd name="connsiteX13" fmla="*/ 25495 w 288723"/>
                <a:gd name="connsiteY13" fmla="*/ 41089 h 255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723" h="255573">
                  <a:moveTo>
                    <a:pt x="25495" y="41089"/>
                  </a:moveTo>
                  <a:lnTo>
                    <a:pt x="262810" y="173"/>
                  </a:lnTo>
                  <a:lnTo>
                    <a:pt x="265538" y="173"/>
                  </a:lnTo>
                  <a:cubicBezTo>
                    <a:pt x="276449" y="-1191"/>
                    <a:pt x="287360" y="5628"/>
                    <a:pt x="288724" y="16539"/>
                  </a:cubicBezTo>
                  <a:cubicBezTo>
                    <a:pt x="288724" y="19267"/>
                    <a:pt x="288724" y="21995"/>
                    <a:pt x="288724" y="23359"/>
                  </a:cubicBezTo>
                  <a:lnTo>
                    <a:pt x="246443" y="249763"/>
                  </a:lnTo>
                  <a:cubicBezTo>
                    <a:pt x="245079" y="253854"/>
                    <a:pt x="242352" y="256582"/>
                    <a:pt x="238260" y="255218"/>
                  </a:cubicBezTo>
                  <a:cubicBezTo>
                    <a:pt x="234168" y="255218"/>
                    <a:pt x="232805" y="251127"/>
                    <a:pt x="232805" y="248399"/>
                  </a:cubicBezTo>
                  <a:lnTo>
                    <a:pt x="246443" y="17903"/>
                  </a:lnTo>
                  <a:lnTo>
                    <a:pt x="272357" y="41089"/>
                  </a:lnTo>
                  <a:lnTo>
                    <a:pt x="39134" y="101100"/>
                  </a:lnTo>
                  <a:cubicBezTo>
                    <a:pt x="22767" y="105191"/>
                    <a:pt x="5037" y="95645"/>
                    <a:pt x="945" y="79278"/>
                  </a:cubicBezTo>
                  <a:cubicBezTo>
                    <a:pt x="-3147" y="62911"/>
                    <a:pt x="6400" y="45181"/>
                    <a:pt x="22767" y="41089"/>
                  </a:cubicBezTo>
                  <a:cubicBezTo>
                    <a:pt x="24131" y="41089"/>
                    <a:pt x="25495" y="41089"/>
                    <a:pt x="25495" y="41089"/>
                  </a:cubicBezTo>
                  <a:close/>
                </a:path>
              </a:pathLst>
            </a:custGeom>
            <a:solidFill>
              <a:srgbClr val="202A42"/>
            </a:solidFill>
            <a:ln w="13637"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7CD3E1A3-F805-429F-8EEB-E15316D88E74}"/>
                </a:ext>
              </a:extLst>
            </p:cNvPr>
            <p:cNvSpPr/>
            <p:nvPr/>
          </p:nvSpPr>
          <p:spPr>
            <a:xfrm>
              <a:off x="8403870" y="4518650"/>
              <a:ext cx="161472" cy="536154"/>
            </a:xfrm>
            <a:custGeom>
              <a:avLst/>
              <a:gdLst>
                <a:gd name="connsiteX0" fmla="*/ 161473 w 161472"/>
                <a:gd name="connsiteY0" fmla="*/ 32827 h 536154"/>
                <a:gd name="connsiteX1" fmla="*/ 161473 w 161472"/>
                <a:gd name="connsiteY1" fmla="*/ 54649 h 536154"/>
                <a:gd name="connsiteX2" fmla="*/ 160109 w 161472"/>
                <a:gd name="connsiteY2" fmla="*/ 71016 h 536154"/>
                <a:gd name="connsiteX3" fmla="*/ 157381 w 161472"/>
                <a:gd name="connsiteY3" fmla="*/ 103749 h 536154"/>
                <a:gd name="connsiteX4" fmla="*/ 151926 w 161472"/>
                <a:gd name="connsiteY4" fmla="*/ 170579 h 536154"/>
                <a:gd name="connsiteX5" fmla="*/ 141015 w 161472"/>
                <a:gd name="connsiteY5" fmla="*/ 302876 h 536154"/>
                <a:gd name="connsiteX6" fmla="*/ 141015 w 161472"/>
                <a:gd name="connsiteY6" fmla="*/ 304239 h 536154"/>
                <a:gd name="connsiteX7" fmla="*/ 138287 w 161472"/>
                <a:gd name="connsiteY7" fmla="*/ 311058 h 536154"/>
                <a:gd name="connsiteX8" fmla="*/ 14174 w 161472"/>
                <a:gd name="connsiteY8" fmla="*/ 532007 h 536154"/>
                <a:gd name="connsiteX9" fmla="*/ 3263 w 161472"/>
                <a:gd name="connsiteY9" fmla="*/ 534735 h 536154"/>
                <a:gd name="connsiteX10" fmla="*/ 535 w 161472"/>
                <a:gd name="connsiteY10" fmla="*/ 525188 h 536154"/>
                <a:gd name="connsiteX11" fmla="*/ 96007 w 161472"/>
                <a:gd name="connsiteY11" fmla="*/ 290600 h 536154"/>
                <a:gd name="connsiteX12" fmla="*/ 93279 w 161472"/>
                <a:gd name="connsiteY12" fmla="*/ 300148 h 536154"/>
                <a:gd name="connsiteX13" fmla="*/ 96007 w 161472"/>
                <a:gd name="connsiteY13" fmla="*/ 166488 h 536154"/>
                <a:gd name="connsiteX14" fmla="*/ 97371 w 161472"/>
                <a:gd name="connsiteY14" fmla="*/ 99657 h 536154"/>
                <a:gd name="connsiteX15" fmla="*/ 97371 w 161472"/>
                <a:gd name="connsiteY15" fmla="*/ 66924 h 536154"/>
                <a:gd name="connsiteX16" fmla="*/ 97371 w 161472"/>
                <a:gd name="connsiteY16" fmla="*/ 50558 h 536154"/>
                <a:gd name="connsiteX17" fmla="*/ 97371 w 161472"/>
                <a:gd name="connsiteY17" fmla="*/ 38283 h 536154"/>
                <a:gd name="connsiteX18" fmla="*/ 97371 w 161472"/>
                <a:gd name="connsiteY18" fmla="*/ 32827 h 536154"/>
                <a:gd name="connsiteX19" fmla="*/ 127376 w 161472"/>
                <a:gd name="connsiteY19" fmla="*/ 94 h 536154"/>
                <a:gd name="connsiteX20" fmla="*/ 160109 w 161472"/>
                <a:gd name="connsiteY20" fmla="*/ 30100 h 536154"/>
                <a:gd name="connsiteX21" fmla="*/ 161473 w 161472"/>
                <a:gd name="connsiteY21" fmla="*/ 32827 h 536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1472" h="536154">
                  <a:moveTo>
                    <a:pt x="161473" y="32827"/>
                  </a:moveTo>
                  <a:cubicBezTo>
                    <a:pt x="161473" y="36919"/>
                    <a:pt x="161473" y="50558"/>
                    <a:pt x="161473" y="54649"/>
                  </a:cubicBezTo>
                  <a:lnTo>
                    <a:pt x="160109" y="71016"/>
                  </a:lnTo>
                  <a:lnTo>
                    <a:pt x="157381" y="103749"/>
                  </a:lnTo>
                  <a:lnTo>
                    <a:pt x="151926" y="170579"/>
                  </a:lnTo>
                  <a:lnTo>
                    <a:pt x="141015" y="302876"/>
                  </a:lnTo>
                  <a:lnTo>
                    <a:pt x="141015" y="304239"/>
                  </a:lnTo>
                  <a:cubicBezTo>
                    <a:pt x="141015" y="306967"/>
                    <a:pt x="139651" y="309695"/>
                    <a:pt x="138287" y="311058"/>
                  </a:cubicBezTo>
                  <a:lnTo>
                    <a:pt x="14174" y="532007"/>
                  </a:lnTo>
                  <a:cubicBezTo>
                    <a:pt x="11446" y="536099"/>
                    <a:pt x="7354" y="537463"/>
                    <a:pt x="3263" y="534735"/>
                  </a:cubicBezTo>
                  <a:cubicBezTo>
                    <a:pt x="535" y="533371"/>
                    <a:pt x="-829" y="529279"/>
                    <a:pt x="535" y="525188"/>
                  </a:cubicBezTo>
                  <a:lnTo>
                    <a:pt x="96007" y="290600"/>
                  </a:lnTo>
                  <a:lnTo>
                    <a:pt x="93279" y="300148"/>
                  </a:lnTo>
                  <a:lnTo>
                    <a:pt x="96007" y="166488"/>
                  </a:lnTo>
                  <a:lnTo>
                    <a:pt x="97371" y="99657"/>
                  </a:lnTo>
                  <a:lnTo>
                    <a:pt x="97371" y="66924"/>
                  </a:lnTo>
                  <a:lnTo>
                    <a:pt x="97371" y="50558"/>
                  </a:lnTo>
                  <a:cubicBezTo>
                    <a:pt x="97371" y="43738"/>
                    <a:pt x="97371" y="46466"/>
                    <a:pt x="97371" y="38283"/>
                  </a:cubicBezTo>
                  <a:lnTo>
                    <a:pt x="97371" y="32827"/>
                  </a:lnTo>
                  <a:cubicBezTo>
                    <a:pt x="96007" y="15097"/>
                    <a:pt x="109645" y="1458"/>
                    <a:pt x="127376" y="94"/>
                  </a:cubicBezTo>
                  <a:cubicBezTo>
                    <a:pt x="145106" y="-1270"/>
                    <a:pt x="158745" y="12369"/>
                    <a:pt x="160109" y="30100"/>
                  </a:cubicBezTo>
                  <a:cubicBezTo>
                    <a:pt x="161473" y="31463"/>
                    <a:pt x="161473" y="32827"/>
                    <a:pt x="161473" y="32827"/>
                  </a:cubicBezTo>
                  <a:close/>
                </a:path>
              </a:pathLst>
            </a:custGeom>
            <a:solidFill>
              <a:srgbClr val="202A42"/>
            </a:solidFill>
            <a:ln w="13637"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B281896A-EC2A-43FE-9612-ED7A59DA865C}"/>
                </a:ext>
              </a:extLst>
            </p:cNvPr>
            <p:cNvSpPr/>
            <p:nvPr/>
          </p:nvSpPr>
          <p:spPr>
            <a:xfrm>
              <a:off x="8412247" y="4277052"/>
              <a:ext cx="250285" cy="210323"/>
            </a:xfrm>
            <a:custGeom>
              <a:avLst/>
              <a:gdLst>
                <a:gd name="connsiteX0" fmla="*/ 78082 w 250285"/>
                <a:gd name="connsiteY0" fmla="*/ 12560 h 210323"/>
                <a:gd name="connsiteX1" fmla="*/ 26255 w 250285"/>
                <a:gd name="connsiteY1" fmla="*/ 102576 h 210323"/>
                <a:gd name="connsiteX2" fmla="*/ 4432 w 250285"/>
                <a:gd name="connsiteY2" fmla="*/ 153040 h 210323"/>
                <a:gd name="connsiteX3" fmla="*/ 341 w 250285"/>
                <a:gd name="connsiteY3" fmla="*/ 168043 h 210323"/>
                <a:gd name="connsiteX4" fmla="*/ 1705 w 250285"/>
                <a:gd name="connsiteY4" fmla="*/ 189865 h 210323"/>
                <a:gd name="connsiteX5" fmla="*/ 13980 w 250285"/>
                <a:gd name="connsiteY5" fmla="*/ 204867 h 210323"/>
                <a:gd name="connsiteX6" fmla="*/ 24891 w 250285"/>
                <a:gd name="connsiteY6" fmla="*/ 208959 h 210323"/>
                <a:gd name="connsiteX7" fmla="*/ 41257 w 250285"/>
                <a:gd name="connsiteY7" fmla="*/ 210323 h 210323"/>
                <a:gd name="connsiteX8" fmla="*/ 144912 w 250285"/>
                <a:gd name="connsiteY8" fmla="*/ 195320 h 210323"/>
                <a:gd name="connsiteX9" fmla="*/ 244475 w 250285"/>
                <a:gd name="connsiteY9" fmla="*/ 173498 h 210323"/>
                <a:gd name="connsiteX10" fmla="*/ 249931 w 250285"/>
                <a:gd name="connsiteY10" fmla="*/ 163951 h 210323"/>
                <a:gd name="connsiteX11" fmla="*/ 241748 w 250285"/>
                <a:gd name="connsiteY11" fmla="*/ 158495 h 210323"/>
                <a:gd name="connsiteX12" fmla="*/ 140820 w 250285"/>
                <a:gd name="connsiteY12" fmla="*/ 170770 h 210323"/>
                <a:gd name="connsiteX13" fmla="*/ 41257 w 250285"/>
                <a:gd name="connsiteY13" fmla="*/ 174862 h 210323"/>
                <a:gd name="connsiteX14" fmla="*/ 31710 w 250285"/>
                <a:gd name="connsiteY14" fmla="*/ 173498 h 210323"/>
                <a:gd name="connsiteX15" fmla="*/ 30346 w 250285"/>
                <a:gd name="connsiteY15" fmla="*/ 173498 h 210323"/>
                <a:gd name="connsiteX16" fmla="*/ 34438 w 250285"/>
                <a:gd name="connsiteY16" fmla="*/ 178954 h 210323"/>
                <a:gd name="connsiteX17" fmla="*/ 35802 w 250285"/>
                <a:gd name="connsiteY17" fmla="*/ 176226 h 210323"/>
                <a:gd name="connsiteX18" fmla="*/ 38529 w 250285"/>
                <a:gd name="connsiteY18" fmla="*/ 166679 h 210323"/>
                <a:gd name="connsiteX19" fmla="*/ 61716 w 250285"/>
                <a:gd name="connsiteY19" fmla="*/ 124398 h 210323"/>
                <a:gd name="connsiteX20" fmla="*/ 118999 w 250285"/>
                <a:gd name="connsiteY20" fmla="*/ 42566 h 210323"/>
                <a:gd name="connsiteX21" fmla="*/ 118999 w 250285"/>
                <a:gd name="connsiteY21" fmla="*/ 42566 h 210323"/>
                <a:gd name="connsiteX22" fmla="*/ 113543 w 250285"/>
                <a:gd name="connsiteY22" fmla="*/ 5741 h 210323"/>
                <a:gd name="connsiteX23" fmla="*/ 76718 w 250285"/>
                <a:gd name="connsiteY23" fmla="*/ 11197 h 210323"/>
                <a:gd name="connsiteX24" fmla="*/ 78082 w 250285"/>
                <a:gd name="connsiteY24" fmla="*/ 12560 h 210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0285" h="210323">
                  <a:moveTo>
                    <a:pt x="78082" y="12560"/>
                  </a:moveTo>
                  <a:cubicBezTo>
                    <a:pt x="58988" y="42566"/>
                    <a:pt x="42621" y="71207"/>
                    <a:pt x="26255" y="102576"/>
                  </a:cubicBezTo>
                  <a:cubicBezTo>
                    <a:pt x="18071" y="118943"/>
                    <a:pt x="11252" y="133946"/>
                    <a:pt x="4432" y="153040"/>
                  </a:cubicBezTo>
                  <a:cubicBezTo>
                    <a:pt x="3069" y="157131"/>
                    <a:pt x="1705" y="162587"/>
                    <a:pt x="341" y="168043"/>
                  </a:cubicBezTo>
                  <a:cubicBezTo>
                    <a:pt x="341" y="173498"/>
                    <a:pt x="-1023" y="180318"/>
                    <a:pt x="1705" y="189865"/>
                  </a:cubicBezTo>
                  <a:cubicBezTo>
                    <a:pt x="3069" y="195320"/>
                    <a:pt x="8524" y="200776"/>
                    <a:pt x="13980" y="204867"/>
                  </a:cubicBezTo>
                  <a:cubicBezTo>
                    <a:pt x="18071" y="207595"/>
                    <a:pt x="20799" y="207595"/>
                    <a:pt x="24891" y="208959"/>
                  </a:cubicBezTo>
                  <a:cubicBezTo>
                    <a:pt x="31710" y="210323"/>
                    <a:pt x="35802" y="210323"/>
                    <a:pt x="41257" y="210323"/>
                  </a:cubicBezTo>
                  <a:cubicBezTo>
                    <a:pt x="78082" y="208959"/>
                    <a:pt x="110815" y="202140"/>
                    <a:pt x="144912" y="195320"/>
                  </a:cubicBezTo>
                  <a:cubicBezTo>
                    <a:pt x="179009" y="188501"/>
                    <a:pt x="211742" y="181681"/>
                    <a:pt x="244475" y="173498"/>
                  </a:cubicBezTo>
                  <a:cubicBezTo>
                    <a:pt x="248567" y="172134"/>
                    <a:pt x="251295" y="168043"/>
                    <a:pt x="249931" y="163951"/>
                  </a:cubicBezTo>
                  <a:cubicBezTo>
                    <a:pt x="248567" y="159859"/>
                    <a:pt x="245839" y="157131"/>
                    <a:pt x="241748" y="158495"/>
                  </a:cubicBezTo>
                  <a:cubicBezTo>
                    <a:pt x="207651" y="163951"/>
                    <a:pt x="174917" y="168043"/>
                    <a:pt x="140820" y="170770"/>
                  </a:cubicBezTo>
                  <a:cubicBezTo>
                    <a:pt x="108087" y="173498"/>
                    <a:pt x="72626" y="177590"/>
                    <a:pt x="41257" y="174862"/>
                  </a:cubicBezTo>
                  <a:cubicBezTo>
                    <a:pt x="38529" y="174862"/>
                    <a:pt x="33074" y="173498"/>
                    <a:pt x="31710" y="173498"/>
                  </a:cubicBezTo>
                  <a:cubicBezTo>
                    <a:pt x="31710" y="173498"/>
                    <a:pt x="28982" y="172134"/>
                    <a:pt x="30346" y="173498"/>
                  </a:cubicBezTo>
                  <a:cubicBezTo>
                    <a:pt x="33074" y="174862"/>
                    <a:pt x="34438" y="177590"/>
                    <a:pt x="34438" y="178954"/>
                  </a:cubicBezTo>
                  <a:cubicBezTo>
                    <a:pt x="35802" y="181681"/>
                    <a:pt x="34438" y="178954"/>
                    <a:pt x="35802" y="176226"/>
                  </a:cubicBezTo>
                  <a:cubicBezTo>
                    <a:pt x="35802" y="173498"/>
                    <a:pt x="37166" y="170770"/>
                    <a:pt x="38529" y="166679"/>
                  </a:cubicBezTo>
                  <a:cubicBezTo>
                    <a:pt x="43985" y="153040"/>
                    <a:pt x="52168" y="139401"/>
                    <a:pt x="61716" y="124398"/>
                  </a:cubicBezTo>
                  <a:cubicBezTo>
                    <a:pt x="79446" y="97121"/>
                    <a:pt x="98540" y="69843"/>
                    <a:pt x="118999" y="42566"/>
                  </a:cubicBezTo>
                  <a:lnTo>
                    <a:pt x="118999" y="42566"/>
                  </a:lnTo>
                  <a:cubicBezTo>
                    <a:pt x="128546" y="30291"/>
                    <a:pt x="125818" y="13924"/>
                    <a:pt x="113543" y="5741"/>
                  </a:cubicBezTo>
                  <a:cubicBezTo>
                    <a:pt x="101268" y="-3806"/>
                    <a:pt x="84902" y="-1078"/>
                    <a:pt x="76718" y="11197"/>
                  </a:cubicBezTo>
                  <a:cubicBezTo>
                    <a:pt x="79446" y="11197"/>
                    <a:pt x="78082" y="11197"/>
                    <a:pt x="78082" y="12560"/>
                  </a:cubicBezTo>
                  <a:close/>
                </a:path>
              </a:pathLst>
            </a:custGeom>
            <a:solidFill>
              <a:srgbClr val="E86C27"/>
            </a:solidFill>
            <a:ln w="13637"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84CE5C67-C895-4FFA-8587-398109558FDB}"/>
                </a:ext>
              </a:extLst>
            </p:cNvPr>
            <p:cNvSpPr/>
            <p:nvPr/>
          </p:nvSpPr>
          <p:spPr>
            <a:xfrm>
              <a:off x="8469871" y="4275974"/>
              <a:ext cx="117293" cy="162301"/>
            </a:xfrm>
            <a:custGeom>
              <a:avLst/>
              <a:gdLst>
                <a:gd name="connsiteX0" fmla="*/ 53191 w 117293"/>
                <a:gd name="connsiteY0" fmla="*/ 0 h 162301"/>
                <a:gd name="connsiteX1" fmla="*/ 0 w 117293"/>
                <a:gd name="connsiteY1" fmla="*/ 57283 h 162301"/>
                <a:gd name="connsiteX2" fmla="*/ 40916 w 117293"/>
                <a:gd name="connsiteY2" fmla="*/ 162302 h 162301"/>
                <a:gd name="connsiteX3" fmla="*/ 117294 w 117293"/>
                <a:gd name="connsiteY3" fmla="*/ 162302 h 162301"/>
                <a:gd name="connsiteX4" fmla="*/ 95472 w 117293"/>
                <a:gd name="connsiteY4" fmla="*/ 32733 h 162301"/>
                <a:gd name="connsiteX5" fmla="*/ 53191 w 117293"/>
                <a:gd name="connsiteY5" fmla="*/ 0 h 162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293" h="162301">
                  <a:moveTo>
                    <a:pt x="53191" y="0"/>
                  </a:moveTo>
                  <a:cubicBezTo>
                    <a:pt x="27278" y="0"/>
                    <a:pt x="0" y="13639"/>
                    <a:pt x="0" y="57283"/>
                  </a:cubicBezTo>
                  <a:cubicBezTo>
                    <a:pt x="0" y="100927"/>
                    <a:pt x="40916" y="162302"/>
                    <a:pt x="40916" y="162302"/>
                  </a:cubicBezTo>
                  <a:lnTo>
                    <a:pt x="117294" y="162302"/>
                  </a:lnTo>
                  <a:lnTo>
                    <a:pt x="95472" y="32733"/>
                  </a:lnTo>
                  <a:lnTo>
                    <a:pt x="53191" y="0"/>
                  </a:lnTo>
                  <a:close/>
                </a:path>
              </a:pathLst>
            </a:custGeom>
            <a:solidFill>
              <a:srgbClr val="E86C27"/>
            </a:solidFill>
            <a:ln w="13637"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F1EC35FC-9EAA-4ADB-B9CE-E4111EF75CE8}"/>
                </a:ext>
              </a:extLst>
            </p:cNvPr>
            <p:cNvSpPr/>
            <p:nvPr/>
          </p:nvSpPr>
          <p:spPr>
            <a:xfrm>
              <a:off x="8744011" y="4732874"/>
              <a:ext cx="51853" cy="19245"/>
            </a:xfrm>
            <a:custGeom>
              <a:avLst/>
              <a:gdLst>
                <a:gd name="connsiteX0" fmla="*/ 32733 w 51853"/>
                <a:gd name="connsiteY0" fmla="*/ 1364 h 19245"/>
                <a:gd name="connsiteX1" fmla="*/ 34097 w 51853"/>
                <a:gd name="connsiteY1" fmla="*/ 0 h 19245"/>
                <a:gd name="connsiteX2" fmla="*/ 1364 w 51853"/>
                <a:gd name="connsiteY2" fmla="*/ 0 h 19245"/>
                <a:gd name="connsiteX3" fmla="*/ 0 w 51853"/>
                <a:gd name="connsiteY3" fmla="*/ 15002 h 19245"/>
                <a:gd name="connsiteX4" fmla="*/ 51827 w 51853"/>
                <a:gd name="connsiteY4" fmla="*/ 15002 h 19245"/>
                <a:gd name="connsiteX5" fmla="*/ 32733 w 51853"/>
                <a:gd name="connsiteY5" fmla="*/ 1364 h 1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853" h="19245">
                  <a:moveTo>
                    <a:pt x="32733" y="1364"/>
                  </a:moveTo>
                  <a:lnTo>
                    <a:pt x="34097" y="0"/>
                  </a:lnTo>
                  <a:cubicBezTo>
                    <a:pt x="23186" y="0"/>
                    <a:pt x="12275" y="0"/>
                    <a:pt x="1364" y="0"/>
                  </a:cubicBezTo>
                  <a:cubicBezTo>
                    <a:pt x="1364" y="8183"/>
                    <a:pt x="0" y="13639"/>
                    <a:pt x="0" y="15002"/>
                  </a:cubicBezTo>
                  <a:cubicBezTo>
                    <a:pt x="0" y="15002"/>
                    <a:pt x="53191" y="24550"/>
                    <a:pt x="51827" y="15002"/>
                  </a:cubicBezTo>
                  <a:cubicBezTo>
                    <a:pt x="50464" y="5455"/>
                    <a:pt x="32733" y="1364"/>
                    <a:pt x="32733" y="1364"/>
                  </a:cubicBezTo>
                  <a:close/>
                </a:path>
              </a:pathLst>
            </a:custGeom>
            <a:solidFill>
              <a:srgbClr val="E84E27"/>
            </a:solidFill>
            <a:ln w="13637"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AB7980F8-80E6-4816-A1D9-17E82A1263BE}"/>
                </a:ext>
              </a:extLst>
            </p:cNvPr>
            <p:cNvSpPr/>
            <p:nvPr/>
          </p:nvSpPr>
          <p:spPr>
            <a:xfrm>
              <a:off x="8393494" y="5056113"/>
              <a:ext cx="49126" cy="28186"/>
            </a:xfrm>
            <a:custGeom>
              <a:avLst/>
              <a:gdLst>
                <a:gd name="connsiteX0" fmla="*/ 25914 w 49126"/>
                <a:gd name="connsiteY0" fmla="*/ 10911 h 28186"/>
                <a:gd name="connsiteX1" fmla="*/ 30005 w 49126"/>
                <a:gd name="connsiteY1" fmla="*/ 6819 h 28186"/>
                <a:gd name="connsiteX2" fmla="*/ 4092 w 49126"/>
                <a:gd name="connsiteY2" fmla="*/ 0 h 28186"/>
                <a:gd name="connsiteX3" fmla="*/ 2728 w 49126"/>
                <a:gd name="connsiteY3" fmla="*/ 0 h 28186"/>
                <a:gd name="connsiteX4" fmla="*/ 0 w 49126"/>
                <a:gd name="connsiteY4" fmla="*/ 24550 h 28186"/>
                <a:gd name="connsiteX5" fmla="*/ 49100 w 49126"/>
                <a:gd name="connsiteY5" fmla="*/ 24550 h 28186"/>
                <a:gd name="connsiteX6" fmla="*/ 25914 w 49126"/>
                <a:gd name="connsiteY6" fmla="*/ 10911 h 2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126" h="28186">
                  <a:moveTo>
                    <a:pt x="25914" y="10911"/>
                  </a:moveTo>
                  <a:lnTo>
                    <a:pt x="30005" y="6819"/>
                  </a:lnTo>
                  <a:cubicBezTo>
                    <a:pt x="20458" y="5455"/>
                    <a:pt x="12275" y="2728"/>
                    <a:pt x="4092" y="0"/>
                  </a:cubicBezTo>
                  <a:cubicBezTo>
                    <a:pt x="4092" y="0"/>
                    <a:pt x="4092" y="0"/>
                    <a:pt x="2728" y="0"/>
                  </a:cubicBezTo>
                  <a:lnTo>
                    <a:pt x="0" y="24550"/>
                  </a:lnTo>
                  <a:cubicBezTo>
                    <a:pt x="0" y="24550"/>
                    <a:pt x="50464" y="32733"/>
                    <a:pt x="49100" y="24550"/>
                  </a:cubicBezTo>
                  <a:cubicBezTo>
                    <a:pt x="47736" y="15003"/>
                    <a:pt x="25914" y="10911"/>
                    <a:pt x="25914" y="10911"/>
                  </a:cubicBezTo>
                  <a:close/>
                </a:path>
              </a:pathLst>
            </a:custGeom>
            <a:solidFill>
              <a:srgbClr val="E84E27"/>
            </a:solidFill>
            <a:ln w="13637"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2087D3DE-1CF2-42D0-A464-5CD5875556A5}"/>
                </a:ext>
              </a:extLst>
            </p:cNvPr>
            <p:cNvSpPr/>
            <p:nvPr/>
          </p:nvSpPr>
          <p:spPr>
            <a:xfrm>
              <a:off x="8649903" y="4424319"/>
              <a:ext cx="40425" cy="33050"/>
            </a:xfrm>
            <a:custGeom>
              <a:avLst/>
              <a:gdLst>
                <a:gd name="connsiteX0" fmla="*/ 0 w 40425"/>
                <a:gd name="connsiteY0" fmla="*/ 11228 h 33050"/>
                <a:gd name="connsiteX1" fmla="*/ 1364 w 40425"/>
                <a:gd name="connsiteY1" fmla="*/ 28959 h 33050"/>
                <a:gd name="connsiteX2" fmla="*/ 39552 w 40425"/>
                <a:gd name="connsiteY2" fmla="*/ 33050 h 33050"/>
                <a:gd name="connsiteX3" fmla="*/ 28642 w 40425"/>
                <a:gd name="connsiteY3" fmla="*/ 317 h 33050"/>
                <a:gd name="connsiteX4" fmla="*/ 0 w 40425"/>
                <a:gd name="connsiteY4" fmla="*/ 11228 h 3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25" h="33050">
                  <a:moveTo>
                    <a:pt x="0" y="11228"/>
                  </a:moveTo>
                  <a:lnTo>
                    <a:pt x="1364" y="28959"/>
                  </a:lnTo>
                  <a:lnTo>
                    <a:pt x="39552" y="33050"/>
                  </a:lnTo>
                  <a:cubicBezTo>
                    <a:pt x="39552" y="33050"/>
                    <a:pt x="45008" y="-3774"/>
                    <a:pt x="28642" y="317"/>
                  </a:cubicBezTo>
                  <a:cubicBezTo>
                    <a:pt x="12275" y="3045"/>
                    <a:pt x="0" y="11228"/>
                    <a:pt x="0" y="11228"/>
                  </a:cubicBezTo>
                  <a:close/>
                </a:path>
              </a:pathLst>
            </a:custGeom>
            <a:solidFill>
              <a:srgbClr val="FFCE88"/>
            </a:solidFill>
            <a:ln w="13637"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2D795AAB-5355-4A3B-8390-E8FCE8CD9CBC}"/>
                </a:ext>
              </a:extLst>
            </p:cNvPr>
            <p:cNvSpPr/>
            <p:nvPr/>
          </p:nvSpPr>
          <p:spPr>
            <a:xfrm>
              <a:off x="8744011" y="4286617"/>
              <a:ext cx="34096" cy="48003"/>
            </a:xfrm>
            <a:custGeom>
              <a:avLst/>
              <a:gdLst>
                <a:gd name="connsiteX0" fmla="*/ 5456 w 34096"/>
                <a:gd name="connsiteY0" fmla="*/ 48004 h 48003"/>
                <a:gd name="connsiteX1" fmla="*/ 34097 w 34096"/>
                <a:gd name="connsiteY1" fmla="*/ 27546 h 48003"/>
                <a:gd name="connsiteX2" fmla="*/ 13639 w 34096"/>
                <a:gd name="connsiteY2" fmla="*/ 1632 h 48003"/>
                <a:gd name="connsiteX3" fmla="*/ 0 w 34096"/>
                <a:gd name="connsiteY3" fmla="*/ 34365 h 48003"/>
                <a:gd name="connsiteX4" fmla="*/ 5456 w 34096"/>
                <a:gd name="connsiteY4" fmla="*/ 48004 h 480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96" h="48003">
                  <a:moveTo>
                    <a:pt x="5456" y="48004"/>
                  </a:moveTo>
                  <a:cubicBezTo>
                    <a:pt x="10911" y="48004"/>
                    <a:pt x="34097" y="27546"/>
                    <a:pt x="34097" y="27546"/>
                  </a:cubicBezTo>
                  <a:cubicBezTo>
                    <a:pt x="34097" y="27546"/>
                    <a:pt x="27278" y="-7915"/>
                    <a:pt x="13639" y="1632"/>
                  </a:cubicBezTo>
                  <a:cubicBezTo>
                    <a:pt x="0" y="12543"/>
                    <a:pt x="0" y="34365"/>
                    <a:pt x="0" y="34365"/>
                  </a:cubicBezTo>
                  <a:lnTo>
                    <a:pt x="5456" y="48004"/>
                  </a:lnTo>
                  <a:close/>
                </a:path>
              </a:pathLst>
            </a:custGeom>
            <a:solidFill>
              <a:srgbClr val="FFCE88"/>
            </a:solidFill>
            <a:ln w="13637"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A89C6E02-FCBB-45B2-8FD5-43CDFB5CDCFC}"/>
                </a:ext>
              </a:extLst>
            </p:cNvPr>
            <p:cNvSpPr/>
            <p:nvPr/>
          </p:nvSpPr>
          <p:spPr>
            <a:xfrm>
              <a:off x="8572162" y="4154589"/>
              <a:ext cx="39552" cy="35460"/>
            </a:xfrm>
            <a:custGeom>
              <a:avLst/>
              <a:gdLst>
                <a:gd name="connsiteX0" fmla="*/ 13639 w 39552"/>
                <a:gd name="connsiteY0" fmla="*/ 0 h 35460"/>
                <a:gd name="connsiteX1" fmla="*/ 39552 w 39552"/>
                <a:gd name="connsiteY1" fmla="*/ 16367 h 35460"/>
                <a:gd name="connsiteX2" fmla="*/ 9547 w 39552"/>
                <a:gd name="connsiteY2" fmla="*/ 35461 h 35460"/>
                <a:gd name="connsiteX3" fmla="*/ 0 w 39552"/>
                <a:gd name="connsiteY3" fmla="*/ 2728 h 35460"/>
                <a:gd name="connsiteX4" fmla="*/ 13639 w 39552"/>
                <a:gd name="connsiteY4" fmla="*/ 0 h 35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552" h="35460">
                  <a:moveTo>
                    <a:pt x="13639" y="0"/>
                  </a:moveTo>
                  <a:cubicBezTo>
                    <a:pt x="17730" y="2728"/>
                    <a:pt x="39552" y="16367"/>
                    <a:pt x="39552" y="16367"/>
                  </a:cubicBezTo>
                  <a:lnTo>
                    <a:pt x="9547" y="35461"/>
                  </a:lnTo>
                  <a:lnTo>
                    <a:pt x="0" y="2728"/>
                  </a:lnTo>
                  <a:lnTo>
                    <a:pt x="13639" y="0"/>
                  </a:lnTo>
                  <a:close/>
                </a:path>
              </a:pathLst>
            </a:custGeom>
            <a:solidFill>
              <a:srgbClr val="FFCE88"/>
            </a:solidFill>
            <a:ln w="13637"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3BAA822E-0121-4387-8DCA-473326E52EDF}"/>
                </a:ext>
              </a:extLst>
            </p:cNvPr>
            <p:cNvSpPr/>
            <p:nvPr/>
          </p:nvSpPr>
          <p:spPr>
            <a:xfrm>
              <a:off x="8437836" y="4085959"/>
              <a:ext cx="140061" cy="136823"/>
            </a:xfrm>
            <a:custGeom>
              <a:avLst/>
              <a:gdLst>
                <a:gd name="connsiteX0" fmla="*/ 17033 w 140061"/>
                <a:gd name="connsiteY0" fmla="*/ 33168 h 136823"/>
                <a:gd name="connsiteX1" fmla="*/ 112504 w 140061"/>
                <a:gd name="connsiteY1" fmla="*/ 1799 h 136823"/>
                <a:gd name="connsiteX2" fmla="*/ 109777 w 140061"/>
                <a:gd name="connsiteY2" fmla="*/ 68629 h 136823"/>
                <a:gd name="connsiteX3" fmla="*/ 44310 w 140061"/>
                <a:gd name="connsiteY3" fmla="*/ 136823 h 136823"/>
                <a:gd name="connsiteX4" fmla="*/ 17033 w 140061"/>
                <a:gd name="connsiteY4" fmla="*/ 33168 h 136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061" h="136823">
                  <a:moveTo>
                    <a:pt x="17033" y="33168"/>
                  </a:moveTo>
                  <a:cubicBezTo>
                    <a:pt x="17033" y="33168"/>
                    <a:pt x="59313" y="-9112"/>
                    <a:pt x="112504" y="1799"/>
                  </a:cubicBezTo>
                  <a:cubicBezTo>
                    <a:pt x="165696" y="11346"/>
                    <a:pt x="128871" y="52263"/>
                    <a:pt x="109777" y="68629"/>
                  </a:cubicBezTo>
                  <a:cubicBezTo>
                    <a:pt x="90683" y="84996"/>
                    <a:pt x="44310" y="136823"/>
                    <a:pt x="44310" y="136823"/>
                  </a:cubicBezTo>
                  <a:cubicBezTo>
                    <a:pt x="44310" y="136823"/>
                    <a:pt x="-33431" y="82268"/>
                    <a:pt x="17033" y="33168"/>
                  </a:cubicBezTo>
                  <a:close/>
                </a:path>
              </a:pathLst>
            </a:custGeom>
            <a:solidFill>
              <a:srgbClr val="202A42"/>
            </a:solidFill>
            <a:ln w="13637"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694D813C-C508-4ECF-A31B-C0E7E8DFF551}"/>
                </a:ext>
              </a:extLst>
            </p:cNvPr>
            <p:cNvSpPr/>
            <p:nvPr/>
          </p:nvSpPr>
          <p:spPr>
            <a:xfrm>
              <a:off x="8446685" y="4138222"/>
              <a:ext cx="62738" cy="98212"/>
            </a:xfrm>
            <a:custGeom>
              <a:avLst/>
              <a:gdLst>
                <a:gd name="connsiteX0" fmla="*/ 55919 w 62738"/>
                <a:gd name="connsiteY0" fmla="*/ 98199 h 98212"/>
                <a:gd name="connsiteX1" fmla="*/ 62738 w 62738"/>
                <a:gd name="connsiteY1" fmla="*/ 0 h 98212"/>
                <a:gd name="connsiteX2" fmla="*/ 0 w 62738"/>
                <a:gd name="connsiteY2" fmla="*/ 43644 h 98212"/>
                <a:gd name="connsiteX3" fmla="*/ 55919 w 62738"/>
                <a:gd name="connsiteY3" fmla="*/ 98199 h 98212"/>
              </a:gdLst>
              <a:ahLst/>
              <a:cxnLst>
                <a:cxn ang="0">
                  <a:pos x="connsiteX0" y="connsiteY0"/>
                </a:cxn>
                <a:cxn ang="0">
                  <a:pos x="connsiteX1" y="connsiteY1"/>
                </a:cxn>
                <a:cxn ang="0">
                  <a:pos x="connsiteX2" y="connsiteY2"/>
                </a:cxn>
                <a:cxn ang="0">
                  <a:pos x="connsiteX3" y="connsiteY3"/>
                </a:cxn>
              </a:cxnLst>
              <a:rect l="l" t="t" r="r" b="b"/>
              <a:pathLst>
                <a:path w="62738" h="98212">
                  <a:moveTo>
                    <a:pt x="55919" y="98199"/>
                  </a:moveTo>
                  <a:cubicBezTo>
                    <a:pt x="58647" y="99563"/>
                    <a:pt x="62738" y="0"/>
                    <a:pt x="62738" y="0"/>
                  </a:cubicBezTo>
                  <a:lnTo>
                    <a:pt x="0" y="43644"/>
                  </a:lnTo>
                  <a:cubicBezTo>
                    <a:pt x="0" y="43644"/>
                    <a:pt x="12275" y="81833"/>
                    <a:pt x="55919" y="98199"/>
                  </a:cubicBezTo>
                  <a:close/>
                </a:path>
              </a:pathLst>
            </a:custGeom>
            <a:solidFill>
              <a:srgbClr val="202A42"/>
            </a:solidFill>
            <a:ln w="13637"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65F4F863-AF17-43A7-86D1-B55127CB0119}"/>
                </a:ext>
              </a:extLst>
            </p:cNvPr>
            <p:cNvSpPr/>
            <p:nvPr/>
          </p:nvSpPr>
          <p:spPr>
            <a:xfrm>
              <a:off x="8476691" y="4360534"/>
              <a:ext cx="158209" cy="181249"/>
            </a:xfrm>
            <a:custGeom>
              <a:avLst/>
              <a:gdLst>
                <a:gd name="connsiteX0" fmla="*/ 0 w 158209"/>
                <a:gd name="connsiteY0" fmla="*/ 0 h 181249"/>
                <a:gd name="connsiteX1" fmla="*/ 4092 w 158209"/>
                <a:gd name="connsiteY1" fmla="*/ 180032 h 181249"/>
                <a:gd name="connsiteX2" fmla="*/ 96835 w 158209"/>
                <a:gd name="connsiteY2" fmla="*/ 177304 h 181249"/>
                <a:gd name="connsiteX3" fmla="*/ 158210 w 158209"/>
                <a:gd name="connsiteY3" fmla="*/ 152755 h 181249"/>
                <a:gd name="connsiteX4" fmla="*/ 118657 w 158209"/>
                <a:gd name="connsiteY4" fmla="*/ 28642 h 181249"/>
                <a:gd name="connsiteX5" fmla="*/ 0 w 158209"/>
                <a:gd name="connsiteY5" fmla="*/ 0 h 181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209" h="181249">
                  <a:moveTo>
                    <a:pt x="0" y="0"/>
                  </a:moveTo>
                  <a:cubicBezTo>
                    <a:pt x="1364" y="2728"/>
                    <a:pt x="4092" y="180032"/>
                    <a:pt x="4092" y="180032"/>
                  </a:cubicBezTo>
                  <a:cubicBezTo>
                    <a:pt x="4092" y="180032"/>
                    <a:pt x="53191" y="184124"/>
                    <a:pt x="96835" y="177304"/>
                  </a:cubicBezTo>
                  <a:cubicBezTo>
                    <a:pt x="140480" y="170485"/>
                    <a:pt x="158210" y="152755"/>
                    <a:pt x="158210" y="152755"/>
                  </a:cubicBezTo>
                  <a:lnTo>
                    <a:pt x="118657" y="28642"/>
                  </a:lnTo>
                  <a:lnTo>
                    <a:pt x="0" y="0"/>
                  </a:lnTo>
                  <a:close/>
                </a:path>
              </a:pathLst>
            </a:custGeom>
            <a:solidFill>
              <a:srgbClr val="E86C27"/>
            </a:solidFill>
            <a:ln w="13637"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69F29A03-840C-4989-8BC0-31D1194437EC}"/>
                </a:ext>
              </a:extLst>
            </p:cNvPr>
            <p:cNvSpPr/>
            <p:nvPr/>
          </p:nvSpPr>
          <p:spPr>
            <a:xfrm>
              <a:off x="8501241" y="4258243"/>
              <a:ext cx="47735" cy="46371"/>
            </a:xfrm>
            <a:custGeom>
              <a:avLst/>
              <a:gdLst>
                <a:gd name="connsiteX0" fmla="*/ 0 w 47735"/>
                <a:gd name="connsiteY0" fmla="*/ 20458 h 46371"/>
                <a:gd name="connsiteX1" fmla="*/ 1364 w 47735"/>
                <a:gd name="connsiteY1" fmla="*/ 0 h 46371"/>
                <a:gd name="connsiteX2" fmla="*/ 47736 w 47735"/>
                <a:gd name="connsiteY2" fmla="*/ 6819 h 46371"/>
                <a:gd name="connsiteX3" fmla="*/ 46372 w 47735"/>
                <a:gd name="connsiteY3" fmla="*/ 46372 h 46371"/>
                <a:gd name="connsiteX4" fmla="*/ 4091 w 47735"/>
                <a:gd name="connsiteY4" fmla="*/ 31369 h 46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735" h="46371">
                  <a:moveTo>
                    <a:pt x="0" y="20458"/>
                  </a:moveTo>
                  <a:lnTo>
                    <a:pt x="1364" y="0"/>
                  </a:lnTo>
                  <a:lnTo>
                    <a:pt x="47736" y="6819"/>
                  </a:lnTo>
                  <a:lnTo>
                    <a:pt x="46372" y="46372"/>
                  </a:lnTo>
                  <a:lnTo>
                    <a:pt x="4091" y="31369"/>
                  </a:lnTo>
                  <a:close/>
                </a:path>
              </a:pathLst>
            </a:custGeom>
            <a:solidFill>
              <a:srgbClr val="E86C27"/>
            </a:solidFill>
            <a:ln w="13637" cap="flat">
              <a:noFill/>
              <a:prstDash val="solid"/>
              <a:miter/>
            </a:ln>
          </p:spPr>
          <p:txBody>
            <a:bodyPr rtlCol="0" anchor="ctr"/>
            <a:lstStyle/>
            <a:p>
              <a:endParaRPr lang="en-US"/>
            </a:p>
          </p:txBody>
        </p:sp>
      </p:grpSp>
    </p:spTree>
    <p:extLst>
      <p:ext uri="{BB962C8B-B14F-4D97-AF65-F5344CB8AC3E}">
        <p14:creationId xmlns:p14="http://schemas.microsoft.com/office/powerpoint/2010/main" val="1592090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A349EA6-B078-480D-8A17-6576ED6A1FCE}"/>
              </a:ext>
            </a:extLst>
          </p:cNvPr>
          <p:cNvGrpSpPr/>
          <p:nvPr/>
        </p:nvGrpSpPr>
        <p:grpSpPr>
          <a:xfrm>
            <a:off x="7101858" y="654693"/>
            <a:ext cx="4449949" cy="5352496"/>
            <a:chOff x="1001977" y="575310"/>
            <a:chExt cx="4449949" cy="5352496"/>
          </a:xfrm>
        </p:grpSpPr>
        <p:sp>
          <p:nvSpPr>
            <p:cNvPr id="52" name="Rectangle 51">
              <a:extLst>
                <a:ext uri="{FF2B5EF4-FFF2-40B4-BE49-F238E27FC236}">
                  <a16:creationId xmlns:a16="http://schemas.microsoft.com/office/drawing/2014/main" id="{BE57A2AC-6E61-428D-AB21-952E39773475}"/>
                </a:ext>
              </a:extLst>
            </p:cNvPr>
            <p:cNvSpPr/>
            <p:nvPr/>
          </p:nvSpPr>
          <p:spPr>
            <a:xfrm>
              <a:off x="1001977" y="575310"/>
              <a:ext cx="209751" cy="690880"/>
            </a:xfrm>
            <a:prstGeom prst="rect">
              <a:avLst/>
            </a:prstGeom>
            <a:gradFill flip="none" rotWithShape="1">
              <a:gsLst>
                <a:gs pos="0">
                  <a:schemeClr val="accent1">
                    <a:alpha val="50000"/>
                  </a:schemeClr>
                </a:gs>
                <a:gs pos="100000">
                  <a:schemeClr val="accent2">
                    <a:alpha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AF25FA13-1B04-4495-B3F2-E982B69327E1}"/>
                </a:ext>
              </a:extLst>
            </p:cNvPr>
            <p:cNvSpPr txBox="1"/>
            <p:nvPr/>
          </p:nvSpPr>
          <p:spPr>
            <a:xfrm>
              <a:off x="1368988" y="2973151"/>
              <a:ext cx="4082938" cy="2954655"/>
            </a:xfrm>
            <a:prstGeom prst="rect">
              <a:avLst/>
            </a:prstGeom>
            <a:noFill/>
          </p:spPr>
          <p:txBody>
            <a:bodyPr wrap="square" rtlCol="0">
              <a:spAutoFit/>
            </a:bodyPr>
            <a:lstStyle/>
            <a:p>
              <a:r>
                <a:rPr lang="en-US" sz="2400" b="1" dirty="0">
                  <a:solidFill>
                    <a:schemeClr val="accent1"/>
                  </a:solidFill>
                  <a:latin typeface="Roboto" panose="02000000000000000000" pitchFamily="2" charset="0"/>
                  <a:ea typeface="Roboto" panose="02000000000000000000" pitchFamily="2" charset="0"/>
                </a:rPr>
                <a:t>Needs One</a:t>
              </a:r>
            </a:p>
            <a:p>
              <a:endParaRPr lang="en-US" b="1" dirty="0">
                <a:solidFill>
                  <a:schemeClr val="tx2"/>
                </a:solidFill>
                <a:latin typeface="Roboto" panose="02000000000000000000" pitchFamily="2" charset="0"/>
                <a:ea typeface="Roboto" panose="02000000000000000000" pitchFamily="2" charset="0"/>
              </a:endParaRPr>
            </a:p>
            <a:p>
              <a:pPr>
                <a:buClr>
                  <a:schemeClr val="bg2"/>
                </a:buClr>
              </a:pPr>
              <a:r>
                <a:rPr lang="en-US" sz="1600" b="1" dirty="0">
                  <a:solidFill>
                    <a:schemeClr val="tx2"/>
                  </a:solidFill>
                  <a:latin typeface="Roboto" panose="02000000000000000000" pitchFamily="2" charset="0"/>
                  <a:ea typeface="Roboto" panose="02000000000000000000" pitchFamily="2" charset="0"/>
                </a:rPr>
                <a:t>Know how to determine the direction of a permanent magnetic field.</a:t>
              </a:r>
            </a:p>
            <a:p>
              <a:pPr marL="285750" indent="-285750">
                <a:buClr>
                  <a:schemeClr val="bg2"/>
                </a:buClr>
                <a:buFont typeface="Wingdings" panose="05000000000000000000" pitchFamily="2" charset="2"/>
                <a:buChar char="v"/>
              </a:pPr>
              <a:endParaRPr lang="en-US" sz="1600" dirty="0">
                <a:solidFill>
                  <a:schemeClr val="tx2"/>
                </a:solidFill>
                <a:latin typeface="Roboto" panose="02000000000000000000" pitchFamily="2" charset="0"/>
                <a:ea typeface="Roboto" panose="02000000000000000000" pitchFamily="2" charset="0"/>
              </a:endParaRPr>
            </a:p>
            <a:p>
              <a:pPr marL="285750" indent="-285750">
                <a:buClr>
                  <a:schemeClr val="tx2"/>
                </a:buClr>
                <a:buFont typeface="Wingdings" panose="05000000000000000000" pitchFamily="2" charset="2"/>
                <a:buChar char="v"/>
              </a:pPr>
              <a:r>
                <a:rPr lang="en-US" sz="1600" dirty="0">
                  <a:solidFill>
                    <a:schemeClr val="tx2"/>
                  </a:solidFill>
                  <a:latin typeface="Roboto" panose="02000000000000000000" pitchFamily="2" charset="0"/>
                  <a:ea typeface="Roboto" panose="02000000000000000000" pitchFamily="2" charset="0"/>
                </a:rPr>
                <a:t>Know that a current-carrying wire creates a magnetic field.</a:t>
              </a:r>
            </a:p>
            <a:p>
              <a:pPr marL="285750" indent="-285750">
                <a:buClr>
                  <a:schemeClr val="tx2"/>
                </a:buClr>
                <a:buFont typeface="Wingdings" panose="05000000000000000000" pitchFamily="2" charset="2"/>
                <a:buChar char="v"/>
              </a:pPr>
              <a:endParaRPr lang="en-US" sz="1600" dirty="0">
                <a:solidFill>
                  <a:schemeClr val="tx2"/>
                </a:solidFill>
                <a:latin typeface="Roboto" panose="02000000000000000000" pitchFamily="2" charset="0"/>
                <a:ea typeface="Roboto" panose="02000000000000000000" pitchFamily="2" charset="0"/>
              </a:endParaRPr>
            </a:p>
            <a:p>
              <a:pPr marL="285750" indent="-285750">
                <a:buClr>
                  <a:schemeClr val="tx2"/>
                </a:buClr>
                <a:buFont typeface="Wingdings" panose="05000000000000000000" pitchFamily="2" charset="2"/>
                <a:buChar char="v"/>
              </a:pPr>
              <a:r>
                <a:rPr lang="en-US" sz="1600" dirty="0">
                  <a:solidFill>
                    <a:schemeClr val="tx2"/>
                  </a:solidFill>
                  <a:latin typeface="Roboto" panose="02000000000000000000" pitchFamily="2" charset="0"/>
                  <a:ea typeface="Roboto" panose="02000000000000000000" pitchFamily="2" charset="0"/>
                </a:rPr>
                <a:t>Know how to determine the direction of the magnetic field produced by a current-carrying  wire.</a:t>
              </a:r>
            </a:p>
          </p:txBody>
        </p:sp>
        <p:sp>
          <p:nvSpPr>
            <p:cNvPr id="8" name="TextBox 7">
              <a:extLst>
                <a:ext uri="{FF2B5EF4-FFF2-40B4-BE49-F238E27FC236}">
                  <a16:creationId xmlns:a16="http://schemas.microsoft.com/office/drawing/2014/main" id="{E0E4FFAF-38E7-4B1D-92CD-43F107B6214B}"/>
                </a:ext>
              </a:extLst>
            </p:cNvPr>
            <p:cNvSpPr txBox="1"/>
            <p:nvPr/>
          </p:nvSpPr>
          <p:spPr>
            <a:xfrm>
              <a:off x="1003702" y="708841"/>
              <a:ext cx="4329608" cy="1200329"/>
            </a:xfrm>
            <a:prstGeom prst="rect">
              <a:avLst/>
            </a:prstGeom>
            <a:noFill/>
          </p:spPr>
          <p:txBody>
            <a:bodyPr wrap="square" rtlCol="0">
              <a:spAutoFit/>
            </a:bodyPr>
            <a:lstStyle/>
            <a:p>
              <a:r>
                <a:rPr lang="en-US" sz="3600" b="1" dirty="0">
                  <a:latin typeface="Roboto" panose="02000000000000000000" pitchFamily="2" charset="0"/>
                  <a:ea typeface="Roboto" panose="02000000000000000000" pitchFamily="2" charset="0"/>
                </a:rPr>
                <a:t>LESSON OBJECTIVES</a:t>
              </a:r>
            </a:p>
          </p:txBody>
        </p:sp>
        <p:sp>
          <p:nvSpPr>
            <p:cNvPr id="57" name="TextBox 56">
              <a:extLst>
                <a:ext uri="{FF2B5EF4-FFF2-40B4-BE49-F238E27FC236}">
                  <a16:creationId xmlns:a16="http://schemas.microsoft.com/office/drawing/2014/main" id="{B4EF0E66-086C-455D-9E98-2A075CF1A0E5}"/>
                </a:ext>
              </a:extLst>
            </p:cNvPr>
            <p:cNvSpPr txBox="1"/>
            <p:nvPr/>
          </p:nvSpPr>
          <p:spPr>
            <a:xfrm>
              <a:off x="1003702" y="2032423"/>
              <a:ext cx="4082937" cy="646331"/>
            </a:xfrm>
            <a:prstGeom prst="rect">
              <a:avLst/>
            </a:prstGeom>
            <a:noFill/>
          </p:spPr>
          <p:txBody>
            <a:bodyPr wrap="square" rtlCol="0">
              <a:spAutoFit/>
            </a:bodyPr>
            <a:lstStyle/>
            <a:p>
              <a:r>
                <a:rPr lang="en-US" sz="1200" dirty="0">
                  <a:solidFill>
                    <a:schemeClr val="tx1">
                      <a:alpha val="35000"/>
                    </a:schemeClr>
                  </a:solidFill>
                  <a:latin typeface="Roboto" panose="02000000000000000000" pitchFamily="2" charset="0"/>
                  <a:ea typeface="Roboto" panose="02000000000000000000" pitchFamily="2" charset="0"/>
                </a:rPr>
                <a:t>Lorem ipsum dolor sit amet, consectetur adipiscing elit, sed do eiusmod tempor incididunt ut labore et dolore magna aliqua..</a:t>
              </a:r>
            </a:p>
          </p:txBody>
        </p:sp>
      </p:grpSp>
      <p:grpSp>
        <p:nvGrpSpPr>
          <p:cNvPr id="272" name="Graphic 270">
            <a:extLst>
              <a:ext uri="{FF2B5EF4-FFF2-40B4-BE49-F238E27FC236}">
                <a16:creationId xmlns:a16="http://schemas.microsoft.com/office/drawing/2014/main" id="{CE275A8D-5B77-477D-84A2-C99A0FDE080A}"/>
              </a:ext>
            </a:extLst>
          </p:cNvPr>
          <p:cNvGrpSpPr/>
          <p:nvPr/>
        </p:nvGrpSpPr>
        <p:grpSpPr>
          <a:xfrm>
            <a:off x="601026" y="1388388"/>
            <a:ext cx="6212020" cy="4876430"/>
            <a:chOff x="896192" y="1792937"/>
            <a:chExt cx="5526367" cy="4338193"/>
          </a:xfrm>
        </p:grpSpPr>
        <p:sp>
          <p:nvSpPr>
            <p:cNvPr id="273" name="Freeform: Shape 272">
              <a:extLst>
                <a:ext uri="{FF2B5EF4-FFF2-40B4-BE49-F238E27FC236}">
                  <a16:creationId xmlns:a16="http://schemas.microsoft.com/office/drawing/2014/main" id="{2DA2D475-71F3-4E64-B590-B3B471D64511}"/>
                </a:ext>
              </a:extLst>
            </p:cNvPr>
            <p:cNvSpPr/>
            <p:nvPr/>
          </p:nvSpPr>
          <p:spPr>
            <a:xfrm>
              <a:off x="971717" y="1792937"/>
              <a:ext cx="5411887" cy="4266981"/>
            </a:xfrm>
            <a:custGeom>
              <a:avLst/>
              <a:gdLst>
                <a:gd name="connsiteX0" fmla="*/ 371905 w 5411887"/>
                <a:gd name="connsiteY0" fmla="*/ 4265638 h 4266981"/>
                <a:gd name="connsiteX1" fmla="*/ 31965 w 5411887"/>
                <a:gd name="connsiteY1" fmla="*/ 2751362 h 4266981"/>
                <a:gd name="connsiteX2" fmla="*/ 656755 w 5411887"/>
                <a:gd name="connsiteY2" fmla="*/ 1249178 h 4266981"/>
                <a:gd name="connsiteX3" fmla="*/ 2293302 w 5411887"/>
                <a:gd name="connsiteY3" fmla="*/ 4973 h 4266981"/>
                <a:gd name="connsiteX4" fmla="*/ 4019872 w 5411887"/>
                <a:gd name="connsiteY4" fmla="*/ 1110784 h 4266981"/>
                <a:gd name="connsiteX5" fmla="*/ 5294981 w 5411887"/>
                <a:gd name="connsiteY5" fmla="*/ 2419484 h 4266981"/>
                <a:gd name="connsiteX6" fmla="*/ 5235861 w 5411887"/>
                <a:gd name="connsiteY6" fmla="*/ 4266982 h 4266981"/>
                <a:gd name="connsiteX7" fmla="*/ 371905 w 5411887"/>
                <a:gd name="connsiteY7" fmla="*/ 4265638 h 4266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11887" h="4266981">
                  <a:moveTo>
                    <a:pt x="371905" y="4265638"/>
                  </a:moveTo>
                  <a:cubicBezTo>
                    <a:pt x="371905" y="4265638"/>
                    <a:pt x="-129271" y="3482299"/>
                    <a:pt x="31965" y="2751362"/>
                  </a:cubicBezTo>
                  <a:cubicBezTo>
                    <a:pt x="193201" y="2020424"/>
                    <a:pt x="788432" y="2035205"/>
                    <a:pt x="656755" y="1249178"/>
                  </a:cubicBezTo>
                  <a:cubicBezTo>
                    <a:pt x="523735" y="463152"/>
                    <a:pt x="1359476" y="-56834"/>
                    <a:pt x="2293302" y="4973"/>
                  </a:cubicBezTo>
                  <a:cubicBezTo>
                    <a:pt x="3577816" y="89622"/>
                    <a:pt x="3322526" y="1059726"/>
                    <a:pt x="4019872" y="1110784"/>
                  </a:cubicBezTo>
                  <a:cubicBezTo>
                    <a:pt x="4717219" y="1161842"/>
                    <a:pt x="5429345" y="1804099"/>
                    <a:pt x="5294981" y="2419484"/>
                  </a:cubicBezTo>
                  <a:cubicBezTo>
                    <a:pt x="5065220" y="3471550"/>
                    <a:pt x="5703446" y="3746995"/>
                    <a:pt x="5235861" y="4266982"/>
                  </a:cubicBezTo>
                  <a:lnTo>
                    <a:pt x="371905" y="4265638"/>
                  </a:lnTo>
                  <a:close/>
                </a:path>
              </a:pathLst>
            </a:custGeom>
            <a:gradFill>
              <a:gsLst>
                <a:gs pos="0">
                  <a:schemeClr val="accent1">
                    <a:alpha val="40000"/>
                  </a:schemeClr>
                </a:gs>
                <a:gs pos="100000">
                  <a:schemeClr val="accent2">
                    <a:alpha val="40000"/>
                  </a:schemeClr>
                </a:gs>
              </a:gsLst>
              <a:lin ang="0" scaled="1"/>
            </a:gradFill>
            <a:ln w="13418" cap="flat">
              <a:noFill/>
              <a:prstDash val="solid"/>
              <a:miter/>
            </a:ln>
          </p:spPr>
          <p:txBody>
            <a:bodyPr rtlCol="0" anchor="ctr"/>
            <a:lstStyle/>
            <a:p>
              <a:endParaRPr lang="en-US"/>
            </a:p>
          </p:txBody>
        </p:sp>
        <p:grpSp>
          <p:nvGrpSpPr>
            <p:cNvPr id="274" name="Graphic 270">
              <a:extLst>
                <a:ext uri="{FF2B5EF4-FFF2-40B4-BE49-F238E27FC236}">
                  <a16:creationId xmlns:a16="http://schemas.microsoft.com/office/drawing/2014/main" id="{CE275A8D-5B77-477D-84A2-C99A0FDE080A}"/>
                </a:ext>
              </a:extLst>
            </p:cNvPr>
            <p:cNvGrpSpPr/>
            <p:nvPr/>
          </p:nvGrpSpPr>
          <p:grpSpPr>
            <a:xfrm>
              <a:off x="896192" y="3951756"/>
              <a:ext cx="693315" cy="2129660"/>
              <a:chOff x="896192" y="3951756"/>
              <a:chExt cx="693315" cy="2129660"/>
            </a:xfrm>
          </p:grpSpPr>
          <p:sp>
            <p:nvSpPr>
              <p:cNvPr id="275" name="Freeform: Shape 274">
                <a:extLst>
                  <a:ext uri="{FF2B5EF4-FFF2-40B4-BE49-F238E27FC236}">
                    <a16:creationId xmlns:a16="http://schemas.microsoft.com/office/drawing/2014/main" id="{629311E1-7E00-4984-BABB-B12DAA7B276A}"/>
                  </a:ext>
                </a:extLst>
              </p:cNvPr>
              <p:cNvSpPr/>
              <p:nvPr/>
            </p:nvSpPr>
            <p:spPr>
              <a:xfrm>
                <a:off x="896192" y="3951756"/>
                <a:ext cx="693315" cy="1832717"/>
              </a:xfrm>
              <a:custGeom>
                <a:avLst/>
                <a:gdLst>
                  <a:gd name="connsiteX0" fmla="*/ 693315 w 693315"/>
                  <a:gd name="connsiteY0" fmla="*/ 916359 h 1832717"/>
                  <a:gd name="connsiteX1" fmla="*/ 346658 w 693315"/>
                  <a:gd name="connsiteY1" fmla="*/ 1832717 h 1832717"/>
                  <a:gd name="connsiteX2" fmla="*/ 0 w 693315"/>
                  <a:gd name="connsiteY2" fmla="*/ 916359 h 1832717"/>
                  <a:gd name="connsiteX3" fmla="*/ 346658 w 693315"/>
                  <a:gd name="connsiteY3" fmla="*/ 0 h 1832717"/>
                  <a:gd name="connsiteX4" fmla="*/ 693315 w 693315"/>
                  <a:gd name="connsiteY4" fmla="*/ 916359 h 1832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3315" h="1832717">
                    <a:moveTo>
                      <a:pt x="693315" y="916359"/>
                    </a:moveTo>
                    <a:cubicBezTo>
                      <a:pt x="693315" y="1422450"/>
                      <a:pt x="538111" y="1832717"/>
                      <a:pt x="346658" y="1832717"/>
                    </a:cubicBezTo>
                    <a:cubicBezTo>
                      <a:pt x="155204" y="1832717"/>
                      <a:pt x="0" y="1422450"/>
                      <a:pt x="0" y="916359"/>
                    </a:cubicBezTo>
                    <a:cubicBezTo>
                      <a:pt x="0" y="410268"/>
                      <a:pt x="155204" y="0"/>
                      <a:pt x="346658" y="0"/>
                    </a:cubicBezTo>
                    <a:cubicBezTo>
                      <a:pt x="538111" y="0"/>
                      <a:pt x="693315" y="410268"/>
                      <a:pt x="693315" y="916359"/>
                    </a:cubicBezTo>
                    <a:close/>
                  </a:path>
                </a:pathLst>
              </a:custGeom>
              <a:solidFill>
                <a:schemeClr val="accent3"/>
              </a:solidFill>
              <a:ln w="13418" cap="flat">
                <a:noFill/>
                <a:prstDash val="solid"/>
                <a:miter/>
              </a:ln>
            </p:spPr>
            <p:txBody>
              <a:bodyPr rtlCol="0" anchor="ctr"/>
              <a:lstStyle/>
              <a:p>
                <a:endParaRPr lang="en-US"/>
              </a:p>
            </p:txBody>
          </p:sp>
          <p:grpSp>
            <p:nvGrpSpPr>
              <p:cNvPr id="276" name="Graphic 270">
                <a:extLst>
                  <a:ext uri="{FF2B5EF4-FFF2-40B4-BE49-F238E27FC236}">
                    <a16:creationId xmlns:a16="http://schemas.microsoft.com/office/drawing/2014/main" id="{CE275A8D-5B77-477D-84A2-C99A0FDE080A}"/>
                  </a:ext>
                </a:extLst>
              </p:cNvPr>
              <p:cNvGrpSpPr/>
              <p:nvPr/>
            </p:nvGrpSpPr>
            <p:grpSpPr>
              <a:xfrm>
                <a:off x="1032570" y="4377688"/>
                <a:ext cx="456835" cy="1703728"/>
                <a:chOff x="1032570" y="4377688"/>
                <a:chExt cx="456835" cy="1703728"/>
              </a:xfrm>
              <a:solidFill>
                <a:srgbClr val="231F20"/>
              </a:solidFill>
            </p:grpSpPr>
            <p:sp>
              <p:nvSpPr>
                <p:cNvPr id="277" name="Freeform: Shape 276">
                  <a:extLst>
                    <a:ext uri="{FF2B5EF4-FFF2-40B4-BE49-F238E27FC236}">
                      <a16:creationId xmlns:a16="http://schemas.microsoft.com/office/drawing/2014/main" id="{C611B3CD-2EFB-42AC-A462-72E9D92AC75A}"/>
                    </a:ext>
                  </a:extLst>
                </p:cNvPr>
                <p:cNvSpPr/>
                <p:nvPr/>
              </p:nvSpPr>
              <p:spPr>
                <a:xfrm>
                  <a:off x="1224038" y="4377688"/>
                  <a:ext cx="37750" cy="1703728"/>
                </a:xfrm>
                <a:custGeom>
                  <a:avLst/>
                  <a:gdLst>
                    <a:gd name="connsiteX0" fmla="*/ 18811 w 37750"/>
                    <a:gd name="connsiteY0" fmla="*/ 1703729 h 1703728"/>
                    <a:gd name="connsiteX1" fmla="*/ 0 w 37750"/>
                    <a:gd name="connsiteY1" fmla="*/ 1684917 h 1703728"/>
                    <a:gd name="connsiteX2" fmla="*/ 0 w 37750"/>
                    <a:gd name="connsiteY2" fmla="*/ 18811 h 1703728"/>
                    <a:gd name="connsiteX3" fmla="*/ 18811 w 37750"/>
                    <a:gd name="connsiteY3" fmla="*/ 0 h 1703728"/>
                    <a:gd name="connsiteX4" fmla="*/ 37622 w 37750"/>
                    <a:gd name="connsiteY4" fmla="*/ 18811 h 1703728"/>
                    <a:gd name="connsiteX5" fmla="*/ 37622 w 37750"/>
                    <a:gd name="connsiteY5" fmla="*/ 1684917 h 1703728"/>
                    <a:gd name="connsiteX6" fmla="*/ 18811 w 37750"/>
                    <a:gd name="connsiteY6" fmla="*/ 1703729 h 170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750" h="1703728">
                      <a:moveTo>
                        <a:pt x="18811" y="1703729"/>
                      </a:moveTo>
                      <a:cubicBezTo>
                        <a:pt x="8062" y="1703729"/>
                        <a:pt x="0" y="1695667"/>
                        <a:pt x="0" y="1684917"/>
                      </a:cubicBezTo>
                      <a:lnTo>
                        <a:pt x="0" y="18811"/>
                      </a:lnTo>
                      <a:cubicBezTo>
                        <a:pt x="0" y="8062"/>
                        <a:pt x="8062" y="0"/>
                        <a:pt x="18811" y="0"/>
                      </a:cubicBezTo>
                      <a:cubicBezTo>
                        <a:pt x="29560" y="0"/>
                        <a:pt x="37622" y="8062"/>
                        <a:pt x="37622" y="18811"/>
                      </a:cubicBezTo>
                      <a:lnTo>
                        <a:pt x="37622" y="1684917"/>
                      </a:lnTo>
                      <a:cubicBezTo>
                        <a:pt x="38965" y="1695667"/>
                        <a:pt x="29560" y="1703729"/>
                        <a:pt x="18811" y="1703729"/>
                      </a:cubicBezTo>
                      <a:close/>
                    </a:path>
                  </a:pathLst>
                </a:custGeom>
                <a:solidFill>
                  <a:schemeClr val="accent3">
                    <a:lumMod val="75000"/>
                  </a:schemeClr>
                </a:solidFill>
                <a:ln w="13418"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3B0286B7-EB85-4D0F-BB7E-962A0B82E800}"/>
                    </a:ext>
                  </a:extLst>
                </p:cNvPr>
                <p:cNvSpPr/>
                <p:nvPr/>
              </p:nvSpPr>
              <p:spPr>
                <a:xfrm>
                  <a:off x="1223366" y="5227537"/>
                  <a:ext cx="266039" cy="265367"/>
                </a:xfrm>
                <a:custGeom>
                  <a:avLst/>
                  <a:gdLst>
                    <a:gd name="connsiteX0" fmla="*/ 19483 w 266039"/>
                    <a:gd name="connsiteY0" fmla="*/ 265368 h 265367"/>
                    <a:gd name="connsiteX1" fmla="*/ 6046 w 266039"/>
                    <a:gd name="connsiteY1" fmla="*/ 259993 h 265367"/>
                    <a:gd name="connsiteX2" fmla="*/ 6046 w 266039"/>
                    <a:gd name="connsiteY2" fmla="*/ 233121 h 265367"/>
                    <a:gd name="connsiteX3" fmla="*/ 233121 w 266039"/>
                    <a:gd name="connsiteY3" fmla="*/ 6046 h 265367"/>
                    <a:gd name="connsiteX4" fmla="*/ 259993 w 266039"/>
                    <a:gd name="connsiteY4" fmla="*/ 6046 h 265367"/>
                    <a:gd name="connsiteX5" fmla="*/ 259993 w 266039"/>
                    <a:gd name="connsiteY5" fmla="*/ 32919 h 265367"/>
                    <a:gd name="connsiteX6" fmla="*/ 34263 w 266039"/>
                    <a:gd name="connsiteY6" fmla="*/ 259993 h 265367"/>
                    <a:gd name="connsiteX7" fmla="*/ 19483 w 266039"/>
                    <a:gd name="connsiteY7" fmla="*/ 265368 h 265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6039" h="265367">
                      <a:moveTo>
                        <a:pt x="19483" y="265368"/>
                      </a:moveTo>
                      <a:cubicBezTo>
                        <a:pt x="14108" y="265368"/>
                        <a:pt x="10077" y="264024"/>
                        <a:pt x="6046" y="259993"/>
                      </a:cubicBezTo>
                      <a:cubicBezTo>
                        <a:pt x="-2015" y="251931"/>
                        <a:pt x="-2015" y="239839"/>
                        <a:pt x="6046" y="233121"/>
                      </a:cubicBezTo>
                      <a:lnTo>
                        <a:pt x="233121" y="6046"/>
                      </a:lnTo>
                      <a:cubicBezTo>
                        <a:pt x="241182" y="-2015"/>
                        <a:pt x="253275" y="-2015"/>
                        <a:pt x="259993" y="6046"/>
                      </a:cubicBezTo>
                      <a:cubicBezTo>
                        <a:pt x="268055" y="14108"/>
                        <a:pt x="268055" y="26201"/>
                        <a:pt x="259993" y="32919"/>
                      </a:cubicBezTo>
                      <a:lnTo>
                        <a:pt x="34263" y="259993"/>
                      </a:lnTo>
                      <a:cubicBezTo>
                        <a:pt x="30232" y="264024"/>
                        <a:pt x="24857" y="265368"/>
                        <a:pt x="19483" y="265368"/>
                      </a:cubicBezTo>
                      <a:close/>
                    </a:path>
                  </a:pathLst>
                </a:custGeom>
                <a:solidFill>
                  <a:schemeClr val="accent3">
                    <a:lumMod val="75000"/>
                  </a:schemeClr>
                </a:solidFill>
                <a:ln w="13418"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10A5C362-86AF-4F4A-A9B4-3EE06731418C}"/>
                    </a:ext>
                  </a:extLst>
                </p:cNvPr>
                <p:cNvSpPr/>
                <p:nvPr/>
              </p:nvSpPr>
              <p:spPr>
                <a:xfrm>
                  <a:off x="1032570" y="5011212"/>
                  <a:ext cx="231105" cy="230433"/>
                </a:xfrm>
                <a:custGeom>
                  <a:avLst/>
                  <a:gdLst>
                    <a:gd name="connsiteX0" fmla="*/ 210279 w 231105"/>
                    <a:gd name="connsiteY0" fmla="*/ 230434 h 230433"/>
                    <a:gd name="connsiteX1" fmla="*/ 196842 w 231105"/>
                    <a:gd name="connsiteY1" fmla="*/ 225059 h 230433"/>
                    <a:gd name="connsiteX2" fmla="*/ 6046 w 231105"/>
                    <a:gd name="connsiteY2" fmla="*/ 32919 h 230433"/>
                    <a:gd name="connsiteX3" fmla="*/ 6046 w 231105"/>
                    <a:gd name="connsiteY3" fmla="*/ 6046 h 230433"/>
                    <a:gd name="connsiteX4" fmla="*/ 32919 w 231105"/>
                    <a:gd name="connsiteY4" fmla="*/ 6046 h 230433"/>
                    <a:gd name="connsiteX5" fmla="*/ 225059 w 231105"/>
                    <a:gd name="connsiteY5" fmla="*/ 198186 h 230433"/>
                    <a:gd name="connsiteX6" fmla="*/ 225059 w 231105"/>
                    <a:gd name="connsiteY6" fmla="*/ 225059 h 230433"/>
                    <a:gd name="connsiteX7" fmla="*/ 210279 w 231105"/>
                    <a:gd name="connsiteY7" fmla="*/ 230434 h 23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1105" h="230433">
                      <a:moveTo>
                        <a:pt x="210279" y="230434"/>
                      </a:moveTo>
                      <a:cubicBezTo>
                        <a:pt x="204904" y="230434"/>
                        <a:pt x="200873" y="229090"/>
                        <a:pt x="196842" y="225059"/>
                      </a:cubicBezTo>
                      <a:lnTo>
                        <a:pt x="6046" y="32919"/>
                      </a:lnTo>
                      <a:cubicBezTo>
                        <a:pt x="-2015" y="24857"/>
                        <a:pt x="-2015" y="12765"/>
                        <a:pt x="6046" y="6046"/>
                      </a:cubicBezTo>
                      <a:cubicBezTo>
                        <a:pt x="14108" y="-2015"/>
                        <a:pt x="26201" y="-2015"/>
                        <a:pt x="32919" y="6046"/>
                      </a:cubicBezTo>
                      <a:lnTo>
                        <a:pt x="225059" y="198186"/>
                      </a:lnTo>
                      <a:cubicBezTo>
                        <a:pt x="233121" y="206248"/>
                        <a:pt x="233121" y="218341"/>
                        <a:pt x="225059" y="225059"/>
                      </a:cubicBezTo>
                      <a:cubicBezTo>
                        <a:pt x="221028" y="229090"/>
                        <a:pt x="215653" y="230434"/>
                        <a:pt x="210279" y="230434"/>
                      </a:cubicBezTo>
                      <a:close/>
                    </a:path>
                  </a:pathLst>
                </a:custGeom>
                <a:solidFill>
                  <a:schemeClr val="accent3">
                    <a:lumMod val="75000"/>
                  </a:schemeClr>
                </a:solidFill>
                <a:ln w="13418"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E203C0C3-4352-46DE-9905-FC1339EEC272}"/>
                    </a:ext>
                  </a:extLst>
                </p:cNvPr>
                <p:cNvSpPr/>
                <p:nvPr/>
              </p:nvSpPr>
              <p:spPr>
                <a:xfrm>
                  <a:off x="1223366" y="4727705"/>
                  <a:ext cx="172836" cy="172657"/>
                </a:xfrm>
                <a:custGeom>
                  <a:avLst/>
                  <a:gdLst>
                    <a:gd name="connsiteX0" fmla="*/ 19483 w 172836"/>
                    <a:gd name="connsiteY0" fmla="*/ 172657 h 172657"/>
                    <a:gd name="connsiteX1" fmla="*/ 6046 w 172836"/>
                    <a:gd name="connsiteY1" fmla="*/ 167282 h 172657"/>
                    <a:gd name="connsiteX2" fmla="*/ 6046 w 172836"/>
                    <a:gd name="connsiteY2" fmla="*/ 140410 h 172657"/>
                    <a:gd name="connsiteX3" fmla="*/ 140410 w 172836"/>
                    <a:gd name="connsiteY3" fmla="*/ 6046 h 172657"/>
                    <a:gd name="connsiteX4" fmla="*/ 167282 w 172836"/>
                    <a:gd name="connsiteY4" fmla="*/ 6046 h 172657"/>
                    <a:gd name="connsiteX5" fmla="*/ 167282 w 172836"/>
                    <a:gd name="connsiteY5" fmla="*/ 32919 h 172657"/>
                    <a:gd name="connsiteX6" fmla="*/ 32919 w 172836"/>
                    <a:gd name="connsiteY6" fmla="*/ 167282 h 172657"/>
                    <a:gd name="connsiteX7" fmla="*/ 19483 w 172836"/>
                    <a:gd name="connsiteY7" fmla="*/ 172657 h 1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2836" h="172657">
                      <a:moveTo>
                        <a:pt x="19483" y="172657"/>
                      </a:moveTo>
                      <a:cubicBezTo>
                        <a:pt x="14108" y="172657"/>
                        <a:pt x="10077" y="171313"/>
                        <a:pt x="6046" y="167282"/>
                      </a:cubicBezTo>
                      <a:cubicBezTo>
                        <a:pt x="-2015" y="159221"/>
                        <a:pt x="-2015" y="147128"/>
                        <a:pt x="6046" y="140410"/>
                      </a:cubicBezTo>
                      <a:lnTo>
                        <a:pt x="140410" y="6046"/>
                      </a:lnTo>
                      <a:cubicBezTo>
                        <a:pt x="148472" y="-2015"/>
                        <a:pt x="160564" y="-2015"/>
                        <a:pt x="167282" y="6046"/>
                      </a:cubicBezTo>
                      <a:cubicBezTo>
                        <a:pt x="174001" y="14108"/>
                        <a:pt x="175344" y="26201"/>
                        <a:pt x="167282" y="32919"/>
                      </a:cubicBezTo>
                      <a:lnTo>
                        <a:pt x="32919" y="167282"/>
                      </a:lnTo>
                      <a:cubicBezTo>
                        <a:pt x="30232" y="171313"/>
                        <a:pt x="24857" y="172657"/>
                        <a:pt x="19483" y="172657"/>
                      </a:cubicBezTo>
                      <a:close/>
                    </a:path>
                  </a:pathLst>
                </a:custGeom>
                <a:solidFill>
                  <a:schemeClr val="accent3">
                    <a:lumMod val="75000"/>
                  </a:schemeClr>
                </a:solidFill>
                <a:ln w="13418"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709D84A9-4E65-4DD8-BF12-65DCA51F2C80}"/>
                    </a:ext>
                  </a:extLst>
                </p:cNvPr>
                <p:cNvSpPr/>
                <p:nvPr/>
              </p:nvSpPr>
              <p:spPr>
                <a:xfrm>
                  <a:off x="1109158" y="4501974"/>
                  <a:ext cx="153174" cy="152502"/>
                </a:xfrm>
                <a:custGeom>
                  <a:avLst/>
                  <a:gdLst>
                    <a:gd name="connsiteX0" fmla="*/ 133692 w 153174"/>
                    <a:gd name="connsiteY0" fmla="*/ 152502 h 152502"/>
                    <a:gd name="connsiteX1" fmla="*/ 120255 w 153174"/>
                    <a:gd name="connsiteY1" fmla="*/ 147128 h 152502"/>
                    <a:gd name="connsiteX2" fmla="*/ 6046 w 153174"/>
                    <a:gd name="connsiteY2" fmla="*/ 32919 h 152502"/>
                    <a:gd name="connsiteX3" fmla="*/ 6046 w 153174"/>
                    <a:gd name="connsiteY3" fmla="*/ 6046 h 152502"/>
                    <a:gd name="connsiteX4" fmla="*/ 32919 w 153174"/>
                    <a:gd name="connsiteY4" fmla="*/ 6046 h 152502"/>
                    <a:gd name="connsiteX5" fmla="*/ 147128 w 153174"/>
                    <a:gd name="connsiteY5" fmla="*/ 120255 h 152502"/>
                    <a:gd name="connsiteX6" fmla="*/ 147128 w 153174"/>
                    <a:gd name="connsiteY6" fmla="*/ 147128 h 152502"/>
                    <a:gd name="connsiteX7" fmla="*/ 133692 w 153174"/>
                    <a:gd name="connsiteY7" fmla="*/ 152502 h 152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3174" h="152502">
                      <a:moveTo>
                        <a:pt x="133692" y="152502"/>
                      </a:moveTo>
                      <a:cubicBezTo>
                        <a:pt x="128317" y="152502"/>
                        <a:pt x="124286" y="151159"/>
                        <a:pt x="120255" y="147128"/>
                      </a:cubicBezTo>
                      <a:lnTo>
                        <a:pt x="6046" y="32919"/>
                      </a:lnTo>
                      <a:cubicBezTo>
                        <a:pt x="-2015" y="24857"/>
                        <a:pt x="-2015" y="12765"/>
                        <a:pt x="6046" y="6046"/>
                      </a:cubicBezTo>
                      <a:cubicBezTo>
                        <a:pt x="14108" y="-2015"/>
                        <a:pt x="26201" y="-2015"/>
                        <a:pt x="32919" y="6046"/>
                      </a:cubicBezTo>
                      <a:lnTo>
                        <a:pt x="147128" y="120255"/>
                      </a:lnTo>
                      <a:cubicBezTo>
                        <a:pt x="155190" y="128317"/>
                        <a:pt x="155190" y="140410"/>
                        <a:pt x="147128" y="147128"/>
                      </a:cubicBezTo>
                      <a:cubicBezTo>
                        <a:pt x="144441" y="149815"/>
                        <a:pt x="139066" y="152502"/>
                        <a:pt x="133692" y="152502"/>
                      </a:cubicBezTo>
                      <a:close/>
                    </a:path>
                  </a:pathLst>
                </a:custGeom>
                <a:solidFill>
                  <a:schemeClr val="accent3">
                    <a:lumMod val="75000"/>
                  </a:schemeClr>
                </a:solidFill>
                <a:ln w="13418" cap="flat">
                  <a:noFill/>
                  <a:prstDash val="solid"/>
                  <a:miter/>
                </a:ln>
              </p:spPr>
              <p:txBody>
                <a:bodyPr rtlCol="0" anchor="ctr"/>
                <a:lstStyle/>
                <a:p>
                  <a:endParaRPr lang="en-US"/>
                </a:p>
              </p:txBody>
            </p:sp>
          </p:grpSp>
        </p:grpSp>
        <p:grpSp>
          <p:nvGrpSpPr>
            <p:cNvPr id="282" name="Graphic 270">
              <a:extLst>
                <a:ext uri="{FF2B5EF4-FFF2-40B4-BE49-F238E27FC236}">
                  <a16:creationId xmlns:a16="http://schemas.microsoft.com/office/drawing/2014/main" id="{CE275A8D-5B77-477D-84A2-C99A0FDE080A}"/>
                </a:ext>
              </a:extLst>
            </p:cNvPr>
            <p:cNvGrpSpPr/>
            <p:nvPr/>
          </p:nvGrpSpPr>
          <p:grpSpPr>
            <a:xfrm>
              <a:off x="5729244" y="3951756"/>
              <a:ext cx="693315" cy="2129660"/>
              <a:chOff x="5729244" y="3951756"/>
              <a:chExt cx="693315" cy="2129660"/>
            </a:xfrm>
          </p:grpSpPr>
          <p:sp>
            <p:nvSpPr>
              <p:cNvPr id="283" name="Freeform: Shape 282">
                <a:extLst>
                  <a:ext uri="{FF2B5EF4-FFF2-40B4-BE49-F238E27FC236}">
                    <a16:creationId xmlns:a16="http://schemas.microsoft.com/office/drawing/2014/main" id="{0DDC00D9-F0B3-409A-A108-B3CBC201AAAD}"/>
                  </a:ext>
                </a:extLst>
              </p:cNvPr>
              <p:cNvSpPr/>
              <p:nvPr/>
            </p:nvSpPr>
            <p:spPr>
              <a:xfrm>
                <a:off x="5729244" y="3951756"/>
                <a:ext cx="693315" cy="1832717"/>
              </a:xfrm>
              <a:custGeom>
                <a:avLst/>
                <a:gdLst>
                  <a:gd name="connsiteX0" fmla="*/ 693315 w 693315"/>
                  <a:gd name="connsiteY0" fmla="*/ 916359 h 1832717"/>
                  <a:gd name="connsiteX1" fmla="*/ 346658 w 693315"/>
                  <a:gd name="connsiteY1" fmla="*/ 1832717 h 1832717"/>
                  <a:gd name="connsiteX2" fmla="*/ 0 w 693315"/>
                  <a:gd name="connsiteY2" fmla="*/ 916359 h 1832717"/>
                  <a:gd name="connsiteX3" fmla="*/ 346658 w 693315"/>
                  <a:gd name="connsiteY3" fmla="*/ 0 h 1832717"/>
                  <a:gd name="connsiteX4" fmla="*/ 693315 w 693315"/>
                  <a:gd name="connsiteY4" fmla="*/ 916359 h 1832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3315" h="1832717">
                    <a:moveTo>
                      <a:pt x="693315" y="916359"/>
                    </a:moveTo>
                    <a:cubicBezTo>
                      <a:pt x="693315" y="1422450"/>
                      <a:pt x="538111" y="1832717"/>
                      <a:pt x="346658" y="1832717"/>
                    </a:cubicBezTo>
                    <a:cubicBezTo>
                      <a:pt x="155204" y="1832717"/>
                      <a:pt x="0" y="1422450"/>
                      <a:pt x="0" y="916359"/>
                    </a:cubicBezTo>
                    <a:cubicBezTo>
                      <a:pt x="0" y="410268"/>
                      <a:pt x="155204" y="0"/>
                      <a:pt x="346658" y="0"/>
                    </a:cubicBezTo>
                    <a:cubicBezTo>
                      <a:pt x="538111" y="0"/>
                      <a:pt x="693315" y="410268"/>
                      <a:pt x="693315" y="916359"/>
                    </a:cubicBezTo>
                    <a:close/>
                  </a:path>
                </a:pathLst>
              </a:custGeom>
              <a:solidFill>
                <a:schemeClr val="accent3"/>
              </a:solidFill>
              <a:ln w="13418" cap="flat">
                <a:noFill/>
                <a:prstDash val="solid"/>
                <a:miter/>
              </a:ln>
            </p:spPr>
            <p:txBody>
              <a:bodyPr rtlCol="0" anchor="ctr"/>
              <a:lstStyle/>
              <a:p>
                <a:endParaRPr lang="en-US"/>
              </a:p>
            </p:txBody>
          </p:sp>
          <p:grpSp>
            <p:nvGrpSpPr>
              <p:cNvPr id="284" name="Graphic 270">
                <a:extLst>
                  <a:ext uri="{FF2B5EF4-FFF2-40B4-BE49-F238E27FC236}">
                    <a16:creationId xmlns:a16="http://schemas.microsoft.com/office/drawing/2014/main" id="{CE275A8D-5B77-477D-84A2-C99A0FDE080A}"/>
                  </a:ext>
                </a:extLst>
              </p:cNvPr>
              <p:cNvGrpSpPr/>
              <p:nvPr/>
            </p:nvGrpSpPr>
            <p:grpSpPr>
              <a:xfrm>
                <a:off x="5864279" y="4377688"/>
                <a:ext cx="458179" cy="1703728"/>
                <a:chOff x="5864279" y="4377688"/>
                <a:chExt cx="458179" cy="1703728"/>
              </a:xfrm>
              <a:solidFill>
                <a:srgbClr val="231F20"/>
              </a:solidFill>
            </p:grpSpPr>
            <p:sp>
              <p:nvSpPr>
                <p:cNvPr id="285" name="Freeform: Shape 284">
                  <a:extLst>
                    <a:ext uri="{FF2B5EF4-FFF2-40B4-BE49-F238E27FC236}">
                      <a16:creationId xmlns:a16="http://schemas.microsoft.com/office/drawing/2014/main" id="{73EFBBA9-4204-4355-A22A-A575735D2B51}"/>
                    </a:ext>
                  </a:extLst>
                </p:cNvPr>
                <p:cNvSpPr/>
                <p:nvPr/>
              </p:nvSpPr>
              <p:spPr>
                <a:xfrm>
                  <a:off x="6057091" y="4377688"/>
                  <a:ext cx="37621" cy="1703728"/>
                </a:xfrm>
                <a:custGeom>
                  <a:avLst/>
                  <a:gdLst>
                    <a:gd name="connsiteX0" fmla="*/ 18811 w 37621"/>
                    <a:gd name="connsiteY0" fmla="*/ 1703729 h 1703728"/>
                    <a:gd name="connsiteX1" fmla="*/ 0 w 37621"/>
                    <a:gd name="connsiteY1" fmla="*/ 1684917 h 1703728"/>
                    <a:gd name="connsiteX2" fmla="*/ 0 w 37621"/>
                    <a:gd name="connsiteY2" fmla="*/ 18811 h 1703728"/>
                    <a:gd name="connsiteX3" fmla="*/ 18811 w 37621"/>
                    <a:gd name="connsiteY3" fmla="*/ 0 h 1703728"/>
                    <a:gd name="connsiteX4" fmla="*/ 37622 w 37621"/>
                    <a:gd name="connsiteY4" fmla="*/ 18811 h 1703728"/>
                    <a:gd name="connsiteX5" fmla="*/ 37622 w 37621"/>
                    <a:gd name="connsiteY5" fmla="*/ 1684917 h 1703728"/>
                    <a:gd name="connsiteX6" fmla="*/ 18811 w 37621"/>
                    <a:gd name="connsiteY6" fmla="*/ 1703729 h 170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621" h="1703728">
                      <a:moveTo>
                        <a:pt x="18811" y="1703729"/>
                      </a:moveTo>
                      <a:cubicBezTo>
                        <a:pt x="8062" y="1703729"/>
                        <a:pt x="0" y="1695667"/>
                        <a:pt x="0" y="1684917"/>
                      </a:cubicBezTo>
                      <a:lnTo>
                        <a:pt x="0" y="18811"/>
                      </a:lnTo>
                      <a:cubicBezTo>
                        <a:pt x="0" y="8062"/>
                        <a:pt x="8062" y="0"/>
                        <a:pt x="18811" y="0"/>
                      </a:cubicBezTo>
                      <a:cubicBezTo>
                        <a:pt x="29560" y="0"/>
                        <a:pt x="37622" y="8062"/>
                        <a:pt x="37622" y="18811"/>
                      </a:cubicBezTo>
                      <a:lnTo>
                        <a:pt x="37622" y="1684917"/>
                      </a:lnTo>
                      <a:cubicBezTo>
                        <a:pt x="37622" y="1695667"/>
                        <a:pt x="29560" y="1703729"/>
                        <a:pt x="18811" y="1703729"/>
                      </a:cubicBezTo>
                      <a:close/>
                    </a:path>
                  </a:pathLst>
                </a:custGeom>
                <a:solidFill>
                  <a:schemeClr val="accent3">
                    <a:lumMod val="75000"/>
                  </a:schemeClr>
                </a:solidFill>
                <a:ln w="13418"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CE65C7A1-747F-4BF3-A7BA-9CDED380C11F}"/>
                    </a:ext>
                  </a:extLst>
                </p:cNvPr>
                <p:cNvSpPr/>
                <p:nvPr/>
              </p:nvSpPr>
              <p:spPr>
                <a:xfrm>
                  <a:off x="6056419" y="5227537"/>
                  <a:ext cx="266039" cy="265367"/>
                </a:xfrm>
                <a:custGeom>
                  <a:avLst/>
                  <a:gdLst>
                    <a:gd name="connsiteX0" fmla="*/ 19483 w 266039"/>
                    <a:gd name="connsiteY0" fmla="*/ 265368 h 265367"/>
                    <a:gd name="connsiteX1" fmla="*/ 6046 w 266039"/>
                    <a:gd name="connsiteY1" fmla="*/ 259993 h 265367"/>
                    <a:gd name="connsiteX2" fmla="*/ 6046 w 266039"/>
                    <a:gd name="connsiteY2" fmla="*/ 233121 h 265367"/>
                    <a:gd name="connsiteX3" fmla="*/ 233121 w 266039"/>
                    <a:gd name="connsiteY3" fmla="*/ 6046 h 265367"/>
                    <a:gd name="connsiteX4" fmla="*/ 259993 w 266039"/>
                    <a:gd name="connsiteY4" fmla="*/ 6046 h 265367"/>
                    <a:gd name="connsiteX5" fmla="*/ 259993 w 266039"/>
                    <a:gd name="connsiteY5" fmla="*/ 32919 h 265367"/>
                    <a:gd name="connsiteX6" fmla="*/ 32919 w 266039"/>
                    <a:gd name="connsiteY6" fmla="*/ 259993 h 265367"/>
                    <a:gd name="connsiteX7" fmla="*/ 19483 w 266039"/>
                    <a:gd name="connsiteY7" fmla="*/ 265368 h 265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6039" h="265367">
                      <a:moveTo>
                        <a:pt x="19483" y="265368"/>
                      </a:moveTo>
                      <a:cubicBezTo>
                        <a:pt x="14108" y="265368"/>
                        <a:pt x="10077" y="264024"/>
                        <a:pt x="6046" y="259993"/>
                      </a:cubicBezTo>
                      <a:cubicBezTo>
                        <a:pt x="-2015" y="251931"/>
                        <a:pt x="-2015" y="239839"/>
                        <a:pt x="6046" y="233121"/>
                      </a:cubicBezTo>
                      <a:lnTo>
                        <a:pt x="233121" y="6046"/>
                      </a:lnTo>
                      <a:cubicBezTo>
                        <a:pt x="241182" y="-2015"/>
                        <a:pt x="253275" y="-2015"/>
                        <a:pt x="259993" y="6046"/>
                      </a:cubicBezTo>
                      <a:cubicBezTo>
                        <a:pt x="268055" y="14108"/>
                        <a:pt x="268055" y="26201"/>
                        <a:pt x="259993" y="32919"/>
                      </a:cubicBezTo>
                      <a:lnTo>
                        <a:pt x="32919" y="259993"/>
                      </a:lnTo>
                      <a:cubicBezTo>
                        <a:pt x="28888" y="264024"/>
                        <a:pt x="24857" y="265368"/>
                        <a:pt x="19483" y="265368"/>
                      </a:cubicBezTo>
                      <a:close/>
                    </a:path>
                  </a:pathLst>
                </a:custGeom>
                <a:solidFill>
                  <a:schemeClr val="accent3">
                    <a:lumMod val="75000"/>
                  </a:schemeClr>
                </a:solidFill>
                <a:ln w="13418"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93C2D7F0-D1F5-4273-9431-811EBA1F50E6}"/>
                    </a:ext>
                  </a:extLst>
                </p:cNvPr>
                <p:cNvSpPr/>
                <p:nvPr/>
              </p:nvSpPr>
              <p:spPr>
                <a:xfrm>
                  <a:off x="5864279" y="5011212"/>
                  <a:ext cx="231105" cy="230433"/>
                </a:xfrm>
                <a:custGeom>
                  <a:avLst/>
                  <a:gdLst>
                    <a:gd name="connsiteX0" fmla="*/ 211622 w 231105"/>
                    <a:gd name="connsiteY0" fmla="*/ 230434 h 230433"/>
                    <a:gd name="connsiteX1" fmla="*/ 198186 w 231105"/>
                    <a:gd name="connsiteY1" fmla="*/ 225059 h 230433"/>
                    <a:gd name="connsiteX2" fmla="*/ 6046 w 231105"/>
                    <a:gd name="connsiteY2" fmla="*/ 32919 h 230433"/>
                    <a:gd name="connsiteX3" fmla="*/ 6046 w 231105"/>
                    <a:gd name="connsiteY3" fmla="*/ 6046 h 230433"/>
                    <a:gd name="connsiteX4" fmla="*/ 32919 w 231105"/>
                    <a:gd name="connsiteY4" fmla="*/ 6046 h 230433"/>
                    <a:gd name="connsiteX5" fmla="*/ 225059 w 231105"/>
                    <a:gd name="connsiteY5" fmla="*/ 198186 h 230433"/>
                    <a:gd name="connsiteX6" fmla="*/ 225059 w 231105"/>
                    <a:gd name="connsiteY6" fmla="*/ 225059 h 230433"/>
                    <a:gd name="connsiteX7" fmla="*/ 211622 w 231105"/>
                    <a:gd name="connsiteY7" fmla="*/ 230434 h 23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1105" h="230433">
                      <a:moveTo>
                        <a:pt x="211622" y="230434"/>
                      </a:moveTo>
                      <a:cubicBezTo>
                        <a:pt x="206248" y="230434"/>
                        <a:pt x="202217" y="229090"/>
                        <a:pt x="198186" y="225059"/>
                      </a:cubicBezTo>
                      <a:lnTo>
                        <a:pt x="6046" y="32919"/>
                      </a:lnTo>
                      <a:cubicBezTo>
                        <a:pt x="-2015" y="24857"/>
                        <a:pt x="-2015" y="12765"/>
                        <a:pt x="6046" y="6046"/>
                      </a:cubicBezTo>
                      <a:cubicBezTo>
                        <a:pt x="14108" y="-2015"/>
                        <a:pt x="26201" y="-2015"/>
                        <a:pt x="32919" y="6046"/>
                      </a:cubicBezTo>
                      <a:lnTo>
                        <a:pt x="225059" y="198186"/>
                      </a:lnTo>
                      <a:cubicBezTo>
                        <a:pt x="233121" y="206248"/>
                        <a:pt x="233121" y="218341"/>
                        <a:pt x="225059" y="225059"/>
                      </a:cubicBezTo>
                      <a:cubicBezTo>
                        <a:pt x="221028" y="229090"/>
                        <a:pt x="216997" y="230434"/>
                        <a:pt x="211622" y="230434"/>
                      </a:cubicBezTo>
                      <a:close/>
                    </a:path>
                  </a:pathLst>
                </a:custGeom>
                <a:solidFill>
                  <a:schemeClr val="accent3">
                    <a:lumMod val="75000"/>
                  </a:schemeClr>
                </a:solidFill>
                <a:ln w="13418"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A5411937-A14A-42CE-8DF7-A63DC574D670}"/>
                    </a:ext>
                  </a:extLst>
                </p:cNvPr>
                <p:cNvSpPr/>
                <p:nvPr/>
              </p:nvSpPr>
              <p:spPr>
                <a:xfrm>
                  <a:off x="6056419" y="4727705"/>
                  <a:ext cx="173328" cy="172657"/>
                </a:xfrm>
                <a:custGeom>
                  <a:avLst/>
                  <a:gdLst>
                    <a:gd name="connsiteX0" fmla="*/ 19483 w 173328"/>
                    <a:gd name="connsiteY0" fmla="*/ 172657 h 172657"/>
                    <a:gd name="connsiteX1" fmla="*/ 6046 w 173328"/>
                    <a:gd name="connsiteY1" fmla="*/ 167282 h 172657"/>
                    <a:gd name="connsiteX2" fmla="*/ 6046 w 173328"/>
                    <a:gd name="connsiteY2" fmla="*/ 140410 h 172657"/>
                    <a:gd name="connsiteX3" fmla="*/ 140410 w 173328"/>
                    <a:gd name="connsiteY3" fmla="*/ 6046 h 172657"/>
                    <a:gd name="connsiteX4" fmla="*/ 167283 w 173328"/>
                    <a:gd name="connsiteY4" fmla="*/ 6046 h 172657"/>
                    <a:gd name="connsiteX5" fmla="*/ 167283 w 173328"/>
                    <a:gd name="connsiteY5" fmla="*/ 32919 h 172657"/>
                    <a:gd name="connsiteX6" fmla="*/ 32919 w 173328"/>
                    <a:gd name="connsiteY6" fmla="*/ 167282 h 172657"/>
                    <a:gd name="connsiteX7" fmla="*/ 19483 w 173328"/>
                    <a:gd name="connsiteY7" fmla="*/ 172657 h 1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328" h="172657">
                      <a:moveTo>
                        <a:pt x="19483" y="172657"/>
                      </a:moveTo>
                      <a:cubicBezTo>
                        <a:pt x="14108" y="172657"/>
                        <a:pt x="10077" y="171313"/>
                        <a:pt x="6046" y="167282"/>
                      </a:cubicBezTo>
                      <a:cubicBezTo>
                        <a:pt x="-2015" y="159221"/>
                        <a:pt x="-2015" y="147128"/>
                        <a:pt x="6046" y="140410"/>
                      </a:cubicBezTo>
                      <a:lnTo>
                        <a:pt x="140410" y="6046"/>
                      </a:lnTo>
                      <a:cubicBezTo>
                        <a:pt x="148472" y="-2015"/>
                        <a:pt x="160564" y="-2015"/>
                        <a:pt x="167283" y="6046"/>
                      </a:cubicBezTo>
                      <a:cubicBezTo>
                        <a:pt x="175344" y="14108"/>
                        <a:pt x="175344" y="26201"/>
                        <a:pt x="167283" y="32919"/>
                      </a:cubicBezTo>
                      <a:lnTo>
                        <a:pt x="32919" y="167282"/>
                      </a:lnTo>
                      <a:cubicBezTo>
                        <a:pt x="28888" y="171313"/>
                        <a:pt x="24857" y="172657"/>
                        <a:pt x="19483" y="172657"/>
                      </a:cubicBezTo>
                      <a:close/>
                    </a:path>
                  </a:pathLst>
                </a:custGeom>
                <a:solidFill>
                  <a:schemeClr val="accent3">
                    <a:lumMod val="75000"/>
                  </a:schemeClr>
                </a:solidFill>
                <a:ln w="13418"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03BAA011-6FF7-46FF-B87D-8862DE1ED2B4}"/>
                    </a:ext>
                  </a:extLst>
                </p:cNvPr>
                <p:cNvSpPr/>
                <p:nvPr/>
              </p:nvSpPr>
              <p:spPr>
                <a:xfrm>
                  <a:off x="5942210" y="4501974"/>
                  <a:ext cx="153174" cy="152502"/>
                </a:xfrm>
                <a:custGeom>
                  <a:avLst/>
                  <a:gdLst>
                    <a:gd name="connsiteX0" fmla="*/ 133692 w 153174"/>
                    <a:gd name="connsiteY0" fmla="*/ 152502 h 152502"/>
                    <a:gd name="connsiteX1" fmla="*/ 120255 w 153174"/>
                    <a:gd name="connsiteY1" fmla="*/ 147128 h 152502"/>
                    <a:gd name="connsiteX2" fmla="*/ 6046 w 153174"/>
                    <a:gd name="connsiteY2" fmla="*/ 32919 h 152502"/>
                    <a:gd name="connsiteX3" fmla="*/ 6046 w 153174"/>
                    <a:gd name="connsiteY3" fmla="*/ 6046 h 152502"/>
                    <a:gd name="connsiteX4" fmla="*/ 32919 w 153174"/>
                    <a:gd name="connsiteY4" fmla="*/ 6046 h 152502"/>
                    <a:gd name="connsiteX5" fmla="*/ 147128 w 153174"/>
                    <a:gd name="connsiteY5" fmla="*/ 120255 h 152502"/>
                    <a:gd name="connsiteX6" fmla="*/ 147128 w 153174"/>
                    <a:gd name="connsiteY6" fmla="*/ 147128 h 152502"/>
                    <a:gd name="connsiteX7" fmla="*/ 133692 w 153174"/>
                    <a:gd name="connsiteY7" fmla="*/ 152502 h 152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3174" h="152502">
                      <a:moveTo>
                        <a:pt x="133692" y="152502"/>
                      </a:moveTo>
                      <a:cubicBezTo>
                        <a:pt x="128317" y="152502"/>
                        <a:pt x="124286" y="151159"/>
                        <a:pt x="120255" y="147128"/>
                      </a:cubicBezTo>
                      <a:lnTo>
                        <a:pt x="6046" y="32919"/>
                      </a:lnTo>
                      <a:cubicBezTo>
                        <a:pt x="-2015" y="24857"/>
                        <a:pt x="-2015" y="12765"/>
                        <a:pt x="6046" y="6046"/>
                      </a:cubicBezTo>
                      <a:cubicBezTo>
                        <a:pt x="14108" y="-2015"/>
                        <a:pt x="26201" y="-2015"/>
                        <a:pt x="32919" y="6046"/>
                      </a:cubicBezTo>
                      <a:lnTo>
                        <a:pt x="147128" y="120255"/>
                      </a:lnTo>
                      <a:cubicBezTo>
                        <a:pt x="155190" y="128317"/>
                        <a:pt x="155190" y="140410"/>
                        <a:pt x="147128" y="147128"/>
                      </a:cubicBezTo>
                      <a:cubicBezTo>
                        <a:pt x="143097" y="149815"/>
                        <a:pt x="139066" y="152502"/>
                        <a:pt x="133692" y="152502"/>
                      </a:cubicBezTo>
                      <a:close/>
                    </a:path>
                  </a:pathLst>
                </a:custGeom>
                <a:solidFill>
                  <a:schemeClr val="accent3">
                    <a:lumMod val="75000"/>
                  </a:schemeClr>
                </a:solidFill>
                <a:ln w="13418" cap="flat">
                  <a:noFill/>
                  <a:prstDash val="solid"/>
                  <a:miter/>
                </a:ln>
              </p:spPr>
              <p:txBody>
                <a:bodyPr rtlCol="0" anchor="ctr"/>
                <a:lstStyle/>
                <a:p>
                  <a:endParaRPr lang="en-US"/>
                </a:p>
              </p:txBody>
            </p:sp>
          </p:grpSp>
        </p:grpSp>
        <p:grpSp>
          <p:nvGrpSpPr>
            <p:cNvPr id="290" name="Graphic 270">
              <a:extLst>
                <a:ext uri="{FF2B5EF4-FFF2-40B4-BE49-F238E27FC236}">
                  <a16:creationId xmlns:a16="http://schemas.microsoft.com/office/drawing/2014/main" id="{CE275A8D-5B77-477D-84A2-C99A0FDE080A}"/>
                </a:ext>
              </a:extLst>
            </p:cNvPr>
            <p:cNvGrpSpPr/>
            <p:nvPr/>
          </p:nvGrpSpPr>
          <p:grpSpPr>
            <a:xfrm>
              <a:off x="1652658" y="3348464"/>
              <a:ext cx="892173" cy="2732952"/>
              <a:chOff x="1652658" y="3348464"/>
              <a:chExt cx="892173" cy="2732952"/>
            </a:xfrm>
          </p:grpSpPr>
          <p:sp>
            <p:nvSpPr>
              <p:cNvPr id="291" name="Freeform: Shape 290">
                <a:extLst>
                  <a:ext uri="{FF2B5EF4-FFF2-40B4-BE49-F238E27FC236}">
                    <a16:creationId xmlns:a16="http://schemas.microsoft.com/office/drawing/2014/main" id="{9D4C0485-D545-4E86-A31F-56A97E2E6735}"/>
                  </a:ext>
                </a:extLst>
              </p:cNvPr>
              <p:cNvSpPr/>
              <p:nvPr/>
            </p:nvSpPr>
            <p:spPr>
              <a:xfrm>
                <a:off x="1652658" y="3348464"/>
                <a:ext cx="892173" cy="2351360"/>
              </a:xfrm>
              <a:custGeom>
                <a:avLst/>
                <a:gdLst>
                  <a:gd name="connsiteX0" fmla="*/ 892173 w 892173"/>
                  <a:gd name="connsiteY0" fmla="*/ 1175680 h 2351360"/>
                  <a:gd name="connsiteX1" fmla="*/ 446087 w 892173"/>
                  <a:gd name="connsiteY1" fmla="*/ 2351360 h 2351360"/>
                  <a:gd name="connsiteX2" fmla="*/ 0 w 892173"/>
                  <a:gd name="connsiteY2" fmla="*/ 1175680 h 2351360"/>
                  <a:gd name="connsiteX3" fmla="*/ 446087 w 892173"/>
                  <a:gd name="connsiteY3" fmla="*/ 0 h 2351360"/>
                  <a:gd name="connsiteX4" fmla="*/ 892173 w 892173"/>
                  <a:gd name="connsiteY4" fmla="*/ 1175680 h 2351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2173" h="2351360">
                    <a:moveTo>
                      <a:pt x="892173" y="1175680"/>
                    </a:moveTo>
                    <a:cubicBezTo>
                      <a:pt x="892173" y="1824990"/>
                      <a:pt x="692453" y="2351360"/>
                      <a:pt x="446087" y="2351360"/>
                    </a:cubicBezTo>
                    <a:cubicBezTo>
                      <a:pt x="199720" y="2351360"/>
                      <a:pt x="0" y="1824990"/>
                      <a:pt x="0" y="1175680"/>
                    </a:cubicBezTo>
                    <a:cubicBezTo>
                      <a:pt x="0" y="526370"/>
                      <a:pt x="199720" y="0"/>
                      <a:pt x="446087" y="0"/>
                    </a:cubicBezTo>
                    <a:cubicBezTo>
                      <a:pt x="692453" y="0"/>
                      <a:pt x="892173" y="526370"/>
                      <a:pt x="892173" y="1175680"/>
                    </a:cubicBezTo>
                    <a:close/>
                  </a:path>
                </a:pathLst>
              </a:custGeom>
              <a:solidFill>
                <a:schemeClr val="accent3"/>
              </a:solidFill>
              <a:ln w="13418" cap="flat">
                <a:noFill/>
                <a:prstDash val="solid"/>
                <a:miter/>
              </a:ln>
            </p:spPr>
            <p:txBody>
              <a:bodyPr rtlCol="0" anchor="ctr"/>
              <a:lstStyle/>
              <a:p>
                <a:endParaRPr lang="en-US"/>
              </a:p>
            </p:txBody>
          </p:sp>
          <p:grpSp>
            <p:nvGrpSpPr>
              <p:cNvPr id="292" name="Graphic 270">
                <a:extLst>
                  <a:ext uri="{FF2B5EF4-FFF2-40B4-BE49-F238E27FC236}">
                    <a16:creationId xmlns:a16="http://schemas.microsoft.com/office/drawing/2014/main" id="{CE275A8D-5B77-477D-84A2-C99A0FDE080A}"/>
                  </a:ext>
                </a:extLst>
              </p:cNvPr>
              <p:cNvGrpSpPr/>
              <p:nvPr/>
            </p:nvGrpSpPr>
            <p:grpSpPr>
              <a:xfrm>
                <a:off x="1828338" y="3893980"/>
                <a:ext cx="586496" cy="2187436"/>
                <a:chOff x="1828338" y="3893980"/>
                <a:chExt cx="586496" cy="2187436"/>
              </a:xfrm>
              <a:solidFill>
                <a:srgbClr val="231F20"/>
              </a:solidFill>
            </p:grpSpPr>
            <p:sp>
              <p:nvSpPr>
                <p:cNvPr id="293" name="Freeform: Shape 292">
                  <a:extLst>
                    <a:ext uri="{FF2B5EF4-FFF2-40B4-BE49-F238E27FC236}">
                      <a16:creationId xmlns:a16="http://schemas.microsoft.com/office/drawing/2014/main" id="{7E0F665D-C55F-4640-9D59-5A30F22EE658}"/>
                    </a:ext>
                  </a:extLst>
                </p:cNvPr>
                <p:cNvSpPr/>
                <p:nvPr/>
              </p:nvSpPr>
              <p:spPr>
                <a:xfrm>
                  <a:off x="2074559" y="3893980"/>
                  <a:ext cx="48370" cy="2187436"/>
                </a:xfrm>
                <a:custGeom>
                  <a:avLst/>
                  <a:gdLst>
                    <a:gd name="connsiteX0" fmla="*/ 24185 w 48370"/>
                    <a:gd name="connsiteY0" fmla="*/ 2187437 h 2187436"/>
                    <a:gd name="connsiteX1" fmla="*/ 0 w 48370"/>
                    <a:gd name="connsiteY1" fmla="*/ 2163251 h 2187436"/>
                    <a:gd name="connsiteX2" fmla="*/ 0 w 48370"/>
                    <a:gd name="connsiteY2" fmla="*/ 24185 h 2187436"/>
                    <a:gd name="connsiteX3" fmla="*/ 24185 w 48370"/>
                    <a:gd name="connsiteY3" fmla="*/ 0 h 2187436"/>
                    <a:gd name="connsiteX4" fmla="*/ 48371 w 48370"/>
                    <a:gd name="connsiteY4" fmla="*/ 24185 h 2187436"/>
                    <a:gd name="connsiteX5" fmla="*/ 48371 w 48370"/>
                    <a:gd name="connsiteY5" fmla="*/ 2161908 h 2187436"/>
                    <a:gd name="connsiteX6" fmla="*/ 24185 w 48370"/>
                    <a:gd name="connsiteY6" fmla="*/ 2187437 h 218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370" h="2187436">
                      <a:moveTo>
                        <a:pt x="24185" y="2187437"/>
                      </a:moveTo>
                      <a:cubicBezTo>
                        <a:pt x="10749" y="2187437"/>
                        <a:pt x="0" y="2176688"/>
                        <a:pt x="0" y="2163251"/>
                      </a:cubicBezTo>
                      <a:lnTo>
                        <a:pt x="0" y="24185"/>
                      </a:lnTo>
                      <a:cubicBezTo>
                        <a:pt x="0" y="10749"/>
                        <a:pt x="10749" y="0"/>
                        <a:pt x="24185" y="0"/>
                      </a:cubicBezTo>
                      <a:cubicBezTo>
                        <a:pt x="37622" y="0"/>
                        <a:pt x="48371" y="10749"/>
                        <a:pt x="48371" y="24185"/>
                      </a:cubicBezTo>
                      <a:lnTo>
                        <a:pt x="48371" y="2161908"/>
                      </a:lnTo>
                      <a:cubicBezTo>
                        <a:pt x="48371" y="2176688"/>
                        <a:pt x="37622" y="2187437"/>
                        <a:pt x="24185" y="2187437"/>
                      </a:cubicBezTo>
                      <a:close/>
                    </a:path>
                  </a:pathLst>
                </a:custGeom>
                <a:solidFill>
                  <a:schemeClr val="accent3">
                    <a:lumMod val="75000"/>
                  </a:schemeClr>
                </a:solidFill>
                <a:ln w="13418"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57DB6E45-1F3E-4DC4-9709-7D5F0DF0CA32}"/>
                    </a:ext>
                  </a:extLst>
                </p:cNvPr>
                <p:cNvSpPr/>
                <p:nvPr/>
              </p:nvSpPr>
              <p:spPr>
                <a:xfrm>
                  <a:off x="2074223" y="4986018"/>
                  <a:ext cx="340611" cy="340275"/>
                </a:xfrm>
                <a:custGeom>
                  <a:avLst/>
                  <a:gdLst>
                    <a:gd name="connsiteX0" fmla="*/ 24521 w 340611"/>
                    <a:gd name="connsiteY0" fmla="*/ 340275 h 340275"/>
                    <a:gd name="connsiteX1" fmla="*/ 7054 w 340611"/>
                    <a:gd name="connsiteY1" fmla="*/ 333557 h 340275"/>
                    <a:gd name="connsiteX2" fmla="*/ 7054 w 340611"/>
                    <a:gd name="connsiteY2" fmla="*/ 298623 h 340275"/>
                    <a:gd name="connsiteX3" fmla="*/ 298623 w 340611"/>
                    <a:gd name="connsiteY3" fmla="*/ 7054 h 340275"/>
                    <a:gd name="connsiteX4" fmla="*/ 333557 w 340611"/>
                    <a:gd name="connsiteY4" fmla="*/ 7054 h 340275"/>
                    <a:gd name="connsiteX5" fmla="*/ 333557 w 340611"/>
                    <a:gd name="connsiteY5" fmla="*/ 41989 h 340275"/>
                    <a:gd name="connsiteX6" fmla="*/ 41989 w 340611"/>
                    <a:gd name="connsiteY6" fmla="*/ 333557 h 340275"/>
                    <a:gd name="connsiteX7" fmla="*/ 24521 w 340611"/>
                    <a:gd name="connsiteY7" fmla="*/ 340275 h 34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611" h="340275">
                      <a:moveTo>
                        <a:pt x="24521" y="340275"/>
                      </a:moveTo>
                      <a:cubicBezTo>
                        <a:pt x="17803" y="340275"/>
                        <a:pt x="12429" y="337588"/>
                        <a:pt x="7054" y="333557"/>
                      </a:cubicBezTo>
                      <a:cubicBezTo>
                        <a:pt x="-2351" y="324152"/>
                        <a:pt x="-2351" y="308028"/>
                        <a:pt x="7054" y="298623"/>
                      </a:cubicBezTo>
                      <a:lnTo>
                        <a:pt x="298623" y="7054"/>
                      </a:lnTo>
                      <a:cubicBezTo>
                        <a:pt x="308028" y="-2351"/>
                        <a:pt x="324152" y="-2351"/>
                        <a:pt x="333557" y="7054"/>
                      </a:cubicBezTo>
                      <a:cubicBezTo>
                        <a:pt x="342963" y="16459"/>
                        <a:pt x="342963" y="32583"/>
                        <a:pt x="333557" y="41989"/>
                      </a:cubicBezTo>
                      <a:lnTo>
                        <a:pt x="41989" y="333557"/>
                      </a:lnTo>
                      <a:cubicBezTo>
                        <a:pt x="36614" y="337588"/>
                        <a:pt x="29896" y="340275"/>
                        <a:pt x="24521" y="340275"/>
                      </a:cubicBezTo>
                      <a:close/>
                    </a:path>
                  </a:pathLst>
                </a:custGeom>
                <a:solidFill>
                  <a:srgbClr val="231F20"/>
                </a:solidFill>
                <a:ln w="13418"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4D914621-1D9F-4144-83A1-D6941A764D47}"/>
                    </a:ext>
                  </a:extLst>
                </p:cNvPr>
                <p:cNvSpPr/>
                <p:nvPr/>
              </p:nvSpPr>
              <p:spPr>
                <a:xfrm>
                  <a:off x="1828338" y="4709230"/>
                  <a:ext cx="294927" cy="294591"/>
                </a:xfrm>
                <a:custGeom>
                  <a:avLst/>
                  <a:gdLst>
                    <a:gd name="connsiteX0" fmla="*/ 270406 w 294927"/>
                    <a:gd name="connsiteY0" fmla="*/ 294592 h 294591"/>
                    <a:gd name="connsiteX1" fmla="*/ 252939 w 294927"/>
                    <a:gd name="connsiteY1" fmla="*/ 287874 h 294591"/>
                    <a:gd name="connsiteX2" fmla="*/ 7054 w 294927"/>
                    <a:gd name="connsiteY2" fmla="*/ 41989 h 294591"/>
                    <a:gd name="connsiteX3" fmla="*/ 7054 w 294927"/>
                    <a:gd name="connsiteY3" fmla="*/ 7054 h 294591"/>
                    <a:gd name="connsiteX4" fmla="*/ 41989 w 294927"/>
                    <a:gd name="connsiteY4" fmla="*/ 7054 h 294591"/>
                    <a:gd name="connsiteX5" fmla="*/ 287874 w 294927"/>
                    <a:gd name="connsiteY5" fmla="*/ 252939 h 294591"/>
                    <a:gd name="connsiteX6" fmla="*/ 287874 w 294927"/>
                    <a:gd name="connsiteY6" fmla="*/ 287874 h 294591"/>
                    <a:gd name="connsiteX7" fmla="*/ 270406 w 294927"/>
                    <a:gd name="connsiteY7" fmla="*/ 294592 h 29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927" h="294591">
                      <a:moveTo>
                        <a:pt x="270406" y="294592"/>
                      </a:moveTo>
                      <a:cubicBezTo>
                        <a:pt x="263688" y="294592"/>
                        <a:pt x="258314" y="291905"/>
                        <a:pt x="252939" y="287874"/>
                      </a:cubicBezTo>
                      <a:lnTo>
                        <a:pt x="7054" y="41989"/>
                      </a:lnTo>
                      <a:cubicBezTo>
                        <a:pt x="-2351" y="32583"/>
                        <a:pt x="-2351" y="16460"/>
                        <a:pt x="7054" y="7054"/>
                      </a:cubicBezTo>
                      <a:cubicBezTo>
                        <a:pt x="16460" y="-2351"/>
                        <a:pt x="32583" y="-2351"/>
                        <a:pt x="41989" y="7054"/>
                      </a:cubicBezTo>
                      <a:lnTo>
                        <a:pt x="287874" y="252939"/>
                      </a:lnTo>
                      <a:cubicBezTo>
                        <a:pt x="297279" y="262345"/>
                        <a:pt x="297279" y="278468"/>
                        <a:pt x="287874" y="287874"/>
                      </a:cubicBezTo>
                      <a:cubicBezTo>
                        <a:pt x="282499" y="293248"/>
                        <a:pt x="275781" y="294592"/>
                        <a:pt x="270406" y="294592"/>
                      </a:cubicBezTo>
                      <a:close/>
                    </a:path>
                  </a:pathLst>
                </a:custGeom>
                <a:solidFill>
                  <a:schemeClr val="accent3">
                    <a:lumMod val="75000"/>
                  </a:schemeClr>
                </a:solidFill>
                <a:ln w="13418"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246F6204-391E-4C75-B821-6C39A88255A8}"/>
                    </a:ext>
                  </a:extLst>
                </p:cNvPr>
                <p:cNvSpPr/>
                <p:nvPr/>
              </p:nvSpPr>
              <p:spPr>
                <a:xfrm>
                  <a:off x="2074223" y="4345105"/>
                  <a:ext cx="222371" cy="222035"/>
                </a:xfrm>
                <a:custGeom>
                  <a:avLst/>
                  <a:gdLst>
                    <a:gd name="connsiteX0" fmla="*/ 24521 w 222371"/>
                    <a:gd name="connsiteY0" fmla="*/ 222036 h 222035"/>
                    <a:gd name="connsiteX1" fmla="*/ 7054 w 222371"/>
                    <a:gd name="connsiteY1" fmla="*/ 215317 h 222035"/>
                    <a:gd name="connsiteX2" fmla="*/ 7054 w 222371"/>
                    <a:gd name="connsiteY2" fmla="*/ 180383 h 222035"/>
                    <a:gd name="connsiteX3" fmla="*/ 180383 w 222371"/>
                    <a:gd name="connsiteY3" fmla="*/ 7054 h 222035"/>
                    <a:gd name="connsiteX4" fmla="*/ 215317 w 222371"/>
                    <a:gd name="connsiteY4" fmla="*/ 7054 h 222035"/>
                    <a:gd name="connsiteX5" fmla="*/ 215317 w 222371"/>
                    <a:gd name="connsiteY5" fmla="*/ 41989 h 222035"/>
                    <a:gd name="connsiteX6" fmla="*/ 41989 w 222371"/>
                    <a:gd name="connsiteY6" fmla="*/ 215317 h 222035"/>
                    <a:gd name="connsiteX7" fmla="*/ 24521 w 222371"/>
                    <a:gd name="connsiteY7" fmla="*/ 222036 h 222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2371" h="222035">
                      <a:moveTo>
                        <a:pt x="24521" y="222036"/>
                      </a:moveTo>
                      <a:cubicBezTo>
                        <a:pt x="17803" y="222036"/>
                        <a:pt x="12429" y="219348"/>
                        <a:pt x="7054" y="215317"/>
                      </a:cubicBezTo>
                      <a:cubicBezTo>
                        <a:pt x="-2351" y="205912"/>
                        <a:pt x="-2351" y="189788"/>
                        <a:pt x="7054" y="180383"/>
                      </a:cubicBezTo>
                      <a:lnTo>
                        <a:pt x="180383" y="7054"/>
                      </a:lnTo>
                      <a:cubicBezTo>
                        <a:pt x="189788" y="-2351"/>
                        <a:pt x="205912" y="-2351"/>
                        <a:pt x="215317" y="7054"/>
                      </a:cubicBezTo>
                      <a:cubicBezTo>
                        <a:pt x="224723" y="16459"/>
                        <a:pt x="224723" y="32583"/>
                        <a:pt x="215317" y="41989"/>
                      </a:cubicBezTo>
                      <a:lnTo>
                        <a:pt x="41989" y="215317"/>
                      </a:lnTo>
                      <a:cubicBezTo>
                        <a:pt x="36614" y="219348"/>
                        <a:pt x="29896" y="222036"/>
                        <a:pt x="24521" y="222036"/>
                      </a:cubicBezTo>
                      <a:close/>
                    </a:path>
                  </a:pathLst>
                </a:custGeom>
                <a:solidFill>
                  <a:srgbClr val="231F20"/>
                </a:solidFill>
                <a:ln w="13418"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95B8727D-5DD0-4620-B294-319C7BB78AA4}"/>
                    </a:ext>
                  </a:extLst>
                </p:cNvPr>
                <p:cNvSpPr/>
                <p:nvPr/>
              </p:nvSpPr>
              <p:spPr>
                <a:xfrm>
                  <a:off x="1927767" y="4054880"/>
                  <a:ext cx="195498" cy="195162"/>
                </a:xfrm>
                <a:custGeom>
                  <a:avLst/>
                  <a:gdLst>
                    <a:gd name="connsiteX0" fmla="*/ 170977 w 195498"/>
                    <a:gd name="connsiteY0" fmla="*/ 195163 h 195162"/>
                    <a:gd name="connsiteX1" fmla="*/ 153510 w 195498"/>
                    <a:gd name="connsiteY1" fmla="*/ 188445 h 195162"/>
                    <a:gd name="connsiteX2" fmla="*/ 7054 w 195498"/>
                    <a:gd name="connsiteY2" fmla="*/ 41989 h 195162"/>
                    <a:gd name="connsiteX3" fmla="*/ 7054 w 195498"/>
                    <a:gd name="connsiteY3" fmla="*/ 7054 h 195162"/>
                    <a:gd name="connsiteX4" fmla="*/ 41989 w 195498"/>
                    <a:gd name="connsiteY4" fmla="*/ 7054 h 195162"/>
                    <a:gd name="connsiteX5" fmla="*/ 188445 w 195498"/>
                    <a:gd name="connsiteY5" fmla="*/ 153510 h 195162"/>
                    <a:gd name="connsiteX6" fmla="*/ 188445 w 195498"/>
                    <a:gd name="connsiteY6" fmla="*/ 188445 h 195162"/>
                    <a:gd name="connsiteX7" fmla="*/ 170977 w 195498"/>
                    <a:gd name="connsiteY7" fmla="*/ 195163 h 19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498" h="195162">
                      <a:moveTo>
                        <a:pt x="170977" y="195163"/>
                      </a:moveTo>
                      <a:cubicBezTo>
                        <a:pt x="164259" y="195163"/>
                        <a:pt x="158885" y="192476"/>
                        <a:pt x="153510" y="188445"/>
                      </a:cubicBezTo>
                      <a:lnTo>
                        <a:pt x="7054" y="41989"/>
                      </a:lnTo>
                      <a:cubicBezTo>
                        <a:pt x="-2351" y="32583"/>
                        <a:pt x="-2351" y="16460"/>
                        <a:pt x="7054" y="7054"/>
                      </a:cubicBezTo>
                      <a:cubicBezTo>
                        <a:pt x="16460" y="-2351"/>
                        <a:pt x="32583" y="-2351"/>
                        <a:pt x="41989" y="7054"/>
                      </a:cubicBezTo>
                      <a:lnTo>
                        <a:pt x="188445" y="153510"/>
                      </a:lnTo>
                      <a:cubicBezTo>
                        <a:pt x="197850" y="162916"/>
                        <a:pt x="197850" y="179039"/>
                        <a:pt x="188445" y="188445"/>
                      </a:cubicBezTo>
                      <a:cubicBezTo>
                        <a:pt x="183070" y="192476"/>
                        <a:pt x="176352" y="195163"/>
                        <a:pt x="170977" y="195163"/>
                      </a:cubicBezTo>
                      <a:close/>
                    </a:path>
                  </a:pathLst>
                </a:custGeom>
                <a:solidFill>
                  <a:srgbClr val="231F20"/>
                </a:solidFill>
                <a:ln w="13418" cap="flat">
                  <a:noFill/>
                  <a:prstDash val="solid"/>
                  <a:miter/>
                </a:ln>
              </p:spPr>
              <p:txBody>
                <a:bodyPr rtlCol="0" anchor="ctr"/>
                <a:lstStyle/>
                <a:p>
                  <a:endParaRPr lang="en-US"/>
                </a:p>
              </p:txBody>
            </p:sp>
          </p:grpSp>
        </p:grpSp>
        <p:sp>
          <p:nvSpPr>
            <p:cNvPr id="298" name="Freeform: Shape 297">
              <a:extLst>
                <a:ext uri="{FF2B5EF4-FFF2-40B4-BE49-F238E27FC236}">
                  <a16:creationId xmlns:a16="http://schemas.microsoft.com/office/drawing/2014/main" id="{77F84AA8-7778-4521-8B07-5F6229B6AEE6}"/>
                </a:ext>
              </a:extLst>
            </p:cNvPr>
            <p:cNvSpPr/>
            <p:nvPr/>
          </p:nvSpPr>
          <p:spPr>
            <a:xfrm>
              <a:off x="970019" y="6055887"/>
              <a:ext cx="1944311" cy="75243"/>
            </a:xfrm>
            <a:custGeom>
              <a:avLst/>
              <a:gdLst>
                <a:gd name="connsiteX0" fmla="*/ 37694 w 1944311"/>
                <a:gd name="connsiteY0" fmla="*/ 75244 h 75243"/>
                <a:gd name="connsiteX1" fmla="*/ 1906690 w 1944311"/>
                <a:gd name="connsiteY1" fmla="*/ 75244 h 75243"/>
                <a:gd name="connsiteX2" fmla="*/ 1944312 w 1944311"/>
                <a:gd name="connsiteY2" fmla="*/ 37622 h 75243"/>
                <a:gd name="connsiteX3" fmla="*/ 1944312 w 1944311"/>
                <a:gd name="connsiteY3" fmla="*/ 37622 h 75243"/>
                <a:gd name="connsiteX4" fmla="*/ 1906690 w 1944311"/>
                <a:gd name="connsiteY4" fmla="*/ 0 h 75243"/>
                <a:gd name="connsiteX5" fmla="*/ 37694 w 1944311"/>
                <a:gd name="connsiteY5" fmla="*/ 0 h 75243"/>
                <a:gd name="connsiteX6" fmla="*/ 73 w 1944311"/>
                <a:gd name="connsiteY6" fmla="*/ 37622 h 75243"/>
                <a:gd name="connsiteX7" fmla="*/ 73 w 1944311"/>
                <a:gd name="connsiteY7" fmla="*/ 37622 h 75243"/>
                <a:gd name="connsiteX8" fmla="*/ 37694 w 1944311"/>
                <a:gd name="connsiteY8" fmla="*/ 75244 h 75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4311" h="75243">
                  <a:moveTo>
                    <a:pt x="37694" y="75244"/>
                  </a:moveTo>
                  <a:lnTo>
                    <a:pt x="1906690" y="75244"/>
                  </a:lnTo>
                  <a:cubicBezTo>
                    <a:pt x="1928188" y="75244"/>
                    <a:pt x="1944312" y="57777"/>
                    <a:pt x="1944312" y="37622"/>
                  </a:cubicBezTo>
                  <a:lnTo>
                    <a:pt x="1944312" y="37622"/>
                  </a:lnTo>
                  <a:cubicBezTo>
                    <a:pt x="1944312" y="16124"/>
                    <a:pt x="1926844" y="0"/>
                    <a:pt x="1906690" y="0"/>
                  </a:cubicBezTo>
                  <a:lnTo>
                    <a:pt x="37694" y="0"/>
                  </a:lnTo>
                  <a:cubicBezTo>
                    <a:pt x="16196" y="0"/>
                    <a:pt x="73" y="17467"/>
                    <a:pt x="73" y="37622"/>
                  </a:cubicBezTo>
                  <a:lnTo>
                    <a:pt x="73" y="37622"/>
                  </a:lnTo>
                  <a:cubicBezTo>
                    <a:pt x="-1271" y="59120"/>
                    <a:pt x="16196" y="75244"/>
                    <a:pt x="37694" y="75244"/>
                  </a:cubicBezTo>
                  <a:close/>
                </a:path>
              </a:pathLst>
            </a:custGeom>
            <a:solidFill>
              <a:schemeClr val="tx2"/>
            </a:solidFill>
            <a:ln w="13418"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D7A3C0AE-D81B-4D95-B045-5AA31CB1C090}"/>
                </a:ext>
              </a:extLst>
            </p:cNvPr>
            <p:cNvSpPr/>
            <p:nvPr/>
          </p:nvSpPr>
          <p:spPr>
            <a:xfrm>
              <a:off x="2737810" y="3058229"/>
              <a:ext cx="797278" cy="241863"/>
            </a:xfrm>
            <a:custGeom>
              <a:avLst/>
              <a:gdLst>
                <a:gd name="connsiteX0" fmla="*/ 504 w 797278"/>
                <a:gd name="connsiteY0" fmla="*/ 241864 h 241863"/>
                <a:gd name="connsiteX1" fmla="*/ 40813 w 797278"/>
                <a:gd name="connsiteY1" fmla="*/ 186775 h 241863"/>
                <a:gd name="connsiteX2" fmla="*/ 153678 w 797278"/>
                <a:gd name="connsiteY2" fmla="*/ 60473 h 241863"/>
                <a:gd name="connsiteX3" fmla="*/ 322976 w 797278"/>
                <a:gd name="connsiteY3" fmla="*/ 116906 h 241863"/>
                <a:gd name="connsiteX4" fmla="*/ 490930 w 797278"/>
                <a:gd name="connsiteY4" fmla="*/ 10 h 241863"/>
                <a:gd name="connsiteX5" fmla="*/ 691132 w 797278"/>
                <a:gd name="connsiteY5" fmla="*/ 127655 h 241863"/>
                <a:gd name="connsiteX6" fmla="*/ 797279 w 797278"/>
                <a:gd name="connsiteY6" fmla="*/ 241864 h 241863"/>
                <a:gd name="connsiteX7" fmla="*/ 504 w 797278"/>
                <a:gd name="connsiteY7" fmla="*/ 241864 h 241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7278" h="241863">
                  <a:moveTo>
                    <a:pt x="504" y="241864"/>
                  </a:moveTo>
                  <a:cubicBezTo>
                    <a:pt x="504" y="241864"/>
                    <a:pt x="-7558" y="198868"/>
                    <a:pt x="40813" y="186775"/>
                  </a:cubicBezTo>
                  <a:cubicBezTo>
                    <a:pt x="89184" y="174682"/>
                    <a:pt x="69029" y="81971"/>
                    <a:pt x="153678" y="60473"/>
                  </a:cubicBezTo>
                  <a:cubicBezTo>
                    <a:pt x="238327" y="40319"/>
                    <a:pt x="255794" y="142435"/>
                    <a:pt x="322976" y="116906"/>
                  </a:cubicBezTo>
                  <a:cubicBezTo>
                    <a:pt x="391501" y="91377"/>
                    <a:pt x="370003" y="1353"/>
                    <a:pt x="490930" y="10"/>
                  </a:cubicBezTo>
                  <a:cubicBezTo>
                    <a:pt x="611858" y="-1334"/>
                    <a:pt x="613201" y="138404"/>
                    <a:pt x="691132" y="127655"/>
                  </a:cubicBezTo>
                  <a:cubicBezTo>
                    <a:pt x="769063" y="116906"/>
                    <a:pt x="797279" y="186775"/>
                    <a:pt x="797279" y="241864"/>
                  </a:cubicBezTo>
                  <a:lnTo>
                    <a:pt x="504" y="241864"/>
                  </a:lnTo>
                  <a:close/>
                </a:path>
              </a:pathLst>
            </a:custGeom>
            <a:gradFill>
              <a:gsLst>
                <a:gs pos="0">
                  <a:schemeClr val="accent1">
                    <a:alpha val="40000"/>
                  </a:schemeClr>
                </a:gs>
                <a:gs pos="100000">
                  <a:schemeClr val="accent2">
                    <a:alpha val="40000"/>
                  </a:schemeClr>
                </a:gs>
              </a:gsLst>
              <a:lin ang="0" scaled="1"/>
            </a:gradFill>
            <a:ln w="13418"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8FA1A021-25A5-4B77-832F-5C3F0F3E09CE}"/>
                </a:ext>
              </a:extLst>
            </p:cNvPr>
            <p:cNvSpPr/>
            <p:nvPr/>
          </p:nvSpPr>
          <p:spPr>
            <a:xfrm>
              <a:off x="3000323" y="6055887"/>
              <a:ext cx="162579" cy="75243"/>
            </a:xfrm>
            <a:custGeom>
              <a:avLst/>
              <a:gdLst>
                <a:gd name="connsiteX0" fmla="*/ 37622 w 162579"/>
                <a:gd name="connsiteY0" fmla="*/ 75244 h 75243"/>
                <a:gd name="connsiteX1" fmla="*/ 124958 w 162579"/>
                <a:gd name="connsiteY1" fmla="*/ 75244 h 75243"/>
                <a:gd name="connsiteX2" fmla="*/ 162580 w 162579"/>
                <a:gd name="connsiteY2" fmla="*/ 37622 h 75243"/>
                <a:gd name="connsiteX3" fmla="*/ 162580 w 162579"/>
                <a:gd name="connsiteY3" fmla="*/ 37622 h 75243"/>
                <a:gd name="connsiteX4" fmla="*/ 124958 w 162579"/>
                <a:gd name="connsiteY4" fmla="*/ 0 h 75243"/>
                <a:gd name="connsiteX5" fmla="*/ 37622 w 162579"/>
                <a:gd name="connsiteY5" fmla="*/ 0 h 75243"/>
                <a:gd name="connsiteX6" fmla="*/ 0 w 162579"/>
                <a:gd name="connsiteY6" fmla="*/ 37622 h 75243"/>
                <a:gd name="connsiteX7" fmla="*/ 0 w 162579"/>
                <a:gd name="connsiteY7" fmla="*/ 37622 h 75243"/>
                <a:gd name="connsiteX8" fmla="*/ 37622 w 162579"/>
                <a:gd name="connsiteY8" fmla="*/ 75244 h 75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579" h="75243">
                  <a:moveTo>
                    <a:pt x="37622" y="75244"/>
                  </a:moveTo>
                  <a:lnTo>
                    <a:pt x="124958" y="75244"/>
                  </a:lnTo>
                  <a:cubicBezTo>
                    <a:pt x="146456" y="75244"/>
                    <a:pt x="162580" y="57777"/>
                    <a:pt x="162580" y="37622"/>
                  </a:cubicBezTo>
                  <a:lnTo>
                    <a:pt x="162580" y="37622"/>
                  </a:lnTo>
                  <a:cubicBezTo>
                    <a:pt x="162580" y="16124"/>
                    <a:pt x="145112" y="0"/>
                    <a:pt x="124958" y="0"/>
                  </a:cubicBezTo>
                  <a:lnTo>
                    <a:pt x="37622" y="0"/>
                  </a:lnTo>
                  <a:cubicBezTo>
                    <a:pt x="16124" y="0"/>
                    <a:pt x="0" y="17467"/>
                    <a:pt x="0" y="37622"/>
                  </a:cubicBezTo>
                  <a:lnTo>
                    <a:pt x="0" y="37622"/>
                  </a:lnTo>
                  <a:cubicBezTo>
                    <a:pt x="0" y="59120"/>
                    <a:pt x="17467" y="75244"/>
                    <a:pt x="37622" y="75244"/>
                  </a:cubicBezTo>
                  <a:close/>
                </a:path>
              </a:pathLst>
            </a:custGeom>
            <a:solidFill>
              <a:schemeClr val="tx2"/>
            </a:solidFill>
            <a:ln w="13418" cap="flat">
              <a:noFill/>
              <a:prstDash val="solid"/>
              <a:miter/>
            </a:ln>
          </p:spPr>
          <p:txBody>
            <a:bodyPr rtlCol="0" anchor="ctr"/>
            <a:lstStyle/>
            <a:p>
              <a:endParaRPr lang="en-US"/>
            </a:p>
          </p:txBody>
        </p:sp>
        <p:grpSp>
          <p:nvGrpSpPr>
            <p:cNvPr id="301" name="Graphic 270">
              <a:extLst>
                <a:ext uri="{FF2B5EF4-FFF2-40B4-BE49-F238E27FC236}">
                  <a16:creationId xmlns:a16="http://schemas.microsoft.com/office/drawing/2014/main" id="{CE275A8D-5B77-477D-84A2-C99A0FDE080A}"/>
                </a:ext>
              </a:extLst>
            </p:cNvPr>
            <p:cNvGrpSpPr/>
            <p:nvPr/>
          </p:nvGrpSpPr>
          <p:grpSpPr>
            <a:xfrm>
              <a:off x="1681323" y="2730392"/>
              <a:ext cx="4236030" cy="3352367"/>
              <a:chOff x="1681323" y="2730392"/>
              <a:chExt cx="4236030" cy="3352367"/>
            </a:xfrm>
          </p:grpSpPr>
          <p:grpSp>
            <p:nvGrpSpPr>
              <p:cNvPr id="302" name="Graphic 270">
                <a:extLst>
                  <a:ext uri="{FF2B5EF4-FFF2-40B4-BE49-F238E27FC236}">
                    <a16:creationId xmlns:a16="http://schemas.microsoft.com/office/drawing/2014/main" id="{CE275A8D-5B77-477D-84A2-C99A0FDE080A}"/>
                  </a:ext>
                </a:extLst>
              </p:cNvPr>
              <p:cNvGrpSpPr/>
              <p:nvPr/>
            </p:nvGrpSpPr>
            <p:grpSpPr>
              <a:xfrm>
                <a:off x="3422224" y="2730392"/>
                <a:ext cx="2495129" cy="3328182"/>
                <a:chOff x="3422224" y="2730392"/>
                <a:chExt cx="2495129" cy="3328182"/>
              </a:xfrm>
            </p:grpSpPr>
            <p:sp>
              <p:nvSpPr>
                <p:cNvPr id="303" name="Freeform: Shape 302">
                  <a:extLst>
                    <a:ext uri="{FF2B5EF4-FFF2-40B4-BE49-F238E27FC236}">
                      <a16:creationId xmlns:a16="http://schemas.microsoft.com/office/drawing/2014/main" id="{EF6DDA53-D43C-4BE2-A233-59D62FE3A6E2}"/>
                    </a:ext>
                  </a:extLst>
                </p:cNvPr>
                <p:cNvSpPr/>
                <p:nvPr/>
              </p:nvSpPr>
              <p:spPr>
                <a:xfrm>
                  <a:off x="3422224" y="2906408"/>
                  <a:ext cx="2495129" cy="3152166"/>
                </a:xfrm>
                <a:custGeom>
                  <a:avLst/>
                  <a:gdLst>
                    <a:gd name="connsiteX0" fmla="*/ 2362109 w 2495129"/>
                    <a:gd name="connsiteY0" fmla="*/ 3152166 h 3152166"/>
                    <a:gd name="connsiteX1" fmla="*/ 133020 w 2495129"/>
                    <a:gd name="connsiteY1" fmla="*/ 3152166 h 3152166"/>
                    <a:gd name="connsiteX2" fmla="*/ 0 w 2495129"/>
                    <a:gd name="connsiteY2" fmla="*/ 3019147 h 3152166"/>
                    <a:gd name="connsiteX3" fmla="*/ 0 w 2495129"/>
                    <a:gd name="connsiteY3" fmla="*/ 133020 h 3152166"/>
                    <a:gd name="connsiteX4" fmla="*/ 133020 w 2495129"/>
                    <a:gd name="connsiteY4" fmla="*/ 0 h 3152166"/>
                    <a:gd name="connsiteX5" fmla="*/ 2362109 w 2495129"/>
                    <a:gd name="connsiteY5" fmla="*/ 0 h 3152166"/>
                    <a:gd name="connsiteX6" fmla="*/ 2495129 w 2495129"/>
                    <a:gd name="connsiteY6" fmla="*/ 133020 h 3152166"/>
                    <a:gd name="connsiteX7" fmla="*/ 2495129 w 2495129"/>
                    <a:gd name="connsiteY7" fmla="*/ 3020490 h 3152166"/>
                    <a:gd name="connsiteX8" fmla="*/ 2362109 w 2495129"/>
                    <a:gd name="connsiteY8" fmla="*/ 3152166 h 3152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5129" h="3152166">
                      <a:moveTo>
                        <a:pt x="2362109" y="3152166"/>
                      </a:moveTo>
                      <a:lnTo>
                        <a:pt x="133020" y="3152166"/>
                      </a:lnTo>
                      <a:cubicBezTo>
                        <a:pt x="59120" y="3152166"/>
                        <a:pt x="0" y="3093046"/>
                        <a:pt x="0" y="3019147"/>
                      </a:cubicBezTo>
                      <a:lnTo>
                        <a:pt x="0" y="133020"/>
                      </a:lnTo>
                      <a:cubicBezTo>
                        <a:pt x="0" y="59120"/>
                        <a:pt x="59120" y="0"/>
                        <a:pt x="133020" y="0"/>
                      </a:cubicBezTo>
                      <a:lnTo>
                        <a:pt x="2362109" y="0"/>
                      </a:lnTo>
                      <a:cubicBezTo>
                        <a:pt x="2436009" y="0"/>
                        <a:pt x="2495129" y="59120"/>
                        <a:pt x="2495129" y="133020"/>
                      </a:cubicBezTo>
                      <a:lnTo>
                        <a:pt x="2495129" y="3020490"/>
                      </a:lnTo>
                      <a:cubicBezTo>
                        <a:pt x="2495129" y="3093046"/>
                        <a:pt x="2436009" y="3152166"/>
                        <a:pt x="2362109" y="3152166"/>
                      </a:cubicBezTo>
                      <a:close/>
                    </a:path>
                  </a:pathLst>
                </a:custGeom>
                <a:solidFill>
                  <a:srgbClr val="B6B6B7"/>
                </a:solidFill>
                <a:ln w="13418"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2CB2DDA6-591D-4F36-B9C8-5C2D0B0F3B27}"/>
                    </a:ext>
                  </a:extLst>
                </p:cNvPr>
                <p:cNvSpPr/>
                <p:nvPr/>
              </p:nvSpPr>
              <p:spPr>
                <a:xfrm>
                  <a:off x="3422224" y="2876848"/>
                  <a:ext cx="2495129" cy="3153509"/>
                </a:xfrm>
                <a:custGeom>
                  <a:avLst/>
                  <a:gdLst>
                    <a:gd name="connsiteX0" fmla="*/ 2362109 w 2495129"/>
                    <a:gd name="connsiteY0" fmla="*/ 3153510 h 3153509"/>
                    <a:gd name="connsiteX1" fmla="*/ 133020 w 2495129"/>
                    <a:gd name="connsiteY1" fmla="*/ 3153510 h 3153509"/>
                    <a:gd name="connsiteX2" fmla="*/ 0 w 2495129"/>
                    <a:gd name="connsiteY2" fmla="*/ 3020490 h 3153509"/>
                    <a:gd name="connsiteX3" fmla="*/ 0 w 2495129"/>
                    <a:gd name="connsiteY3" fmla="*/ 133020 h 3153509"/>
                    <a:gd name="connsiteX4" fmla="*/ 133020 w 2495129"/>
                    <a:gd name="connsiteY4" fmla="*/ 0 h 3153509"/>
                    <a:gd name="connsiteX5" fmla="*/ 2362109 w 2495129"/>
                    <a:gd name="connsiteY5" fmla="*/ 0 h 3153509"/>
                    <a:gd name="connsiteX6" fmla="*/ 2495129 w 2495129"/>
                    <a:gd name="connsiteY6" fmla="*/ 133020 h 3153509"/>
                    <a:gd name="connsiteX7" fmla="*/ 2495129 w 2495129"/>
                    <a:gd name="connsiteY7" fmla="*/ 3020490 h 3153509"/>
                    <a:gd name="connsiteX8" fmla="*/ 2362109 w 2495129"/>
                    <a:gd name="connsiteY8" fmla="*/ 3153510 h 3153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5129" h="3153509">
                      <a:moveTo>
                        <a:pt x="2362109" y="3153510"/>
                      </a:moveTo>
                      <a:lnTo>
                        <a:pt x="133020" y="3153510"/>
                      </a:lnTo>
                      <a:cubicBezTo>
                        <a:pt x="59120" y="3153510"/>
                        <a:pt x="0" y="3094390"/>
                        <a:pt x="0" y="3020490"/>
                      </a:cubicBezTo>
                      <a:lnTo>
                        <a:pt x="0" y="133020"/>
                      </a:lnTo>
                      <a:cubicBezTo>
                        <a:pt x="0" y="59120"/>
                        <a:pt x="59120" y="0"/>
                        <a:pt x="133020" y="0"/>
                      </a:cubicBezTo>
                      <a:lnTo>
                        <a:pt x="2362109" y="0"/>
                      </a:lnTo>
                      <a:cubicBezTo>
                        <a:pt x="2436009" y="0"/>
                        <a:pt x="2495129" y="59120"/>
                        <a:pt x="2495129" y="133020"/>
                      </a:cubicBezTo>
                      <a:lnTo>
                        <a:pt x="2495129" y="3020490"/>
                      </a:lnTo>
                      <a:cubicBezTo>
                        <a:pt x="2495129" y="3094390"/>
                        <a:pt x="2436009" y="3153510"/>
                        <a:pt x="2362109" y="3153510"/>
                      </a:cubicBezTo>
                      <a:close/>
                    </a:path>
                  </a:pathLst>
                </a:custGeom>
                <a:solidFill>
                  <a:schemeClr val="accent1"/>
                </a:solidFill>
                <a:ln w="13418"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45A5C27D-E51F-47BA-B64F-46E2A2B260EA}"/>
                    </a:ext>
                  </a:extLst>
                </p:cNvPr>
                <p:cNvSpPr/>
                <p:nvPr/>
              </p:nvSpPr>
              <p:spPr>
                <a:xfrm>
                  <a:off x="3611676" y="3042115"/>
                  <a:ext cx="2117567" cy="2771917"/>
                </a:xfrm>
                <a:custGeom>
                  <a:avLst/>
                  <a:gdLst>
                    <a:gd name="connsiteX0" fmla="*/ 0 w 2117567"/>
                    <a:gd name="connsiteY0" fmla="*/ 0 h 2771917"/>
                    <a:gd name="connsiteX1" fmla="*/ 2117568 w 2117567"/>
                    <a:gd name="connsiteY1" fmla="*/ 0 h 2771917"/>
                    <a:gd name="connsiteX2" fmla="*/ 2117568 w 2117567"/>
                    <a:gd name="connsiteY2" fmla="*/ 2771918 h 2771917"/>
                    <a:gd name="connsiteX3" fmla="*/ 0 w 2117567"/>
                    <a:gd name="connsiteY3" fmla="*/ 2771918 h 2771917"/>
                  </a:gdLst>
                  <a:ahLst/>
                  <a:cxnLst>
                    <a:cxn ang="0">
                      <a:pos x="connsiteX0" y="connsiteY0"/>
                    </a:cxn>
                    <a:cxn ang="0">
                      <a:pos x="connsiteX1" y="connsiteY1"/>
                    </a:cxn>
                    <a:cxn ang="0">
                      <a:pos x="connsiteX2" y="connsiteY2"/>
                    </a:cxn>
                    <a:cxn ang="0">
                      <a:pos x="connsiteX3" y="connsiteY3"/>
                    </a:cxn>
                  </a:cxnLst>
                  <a:rect l="l" t="t" r="r" b="b"/>
                  <a:pathLst>
                    <a:path w="2117567" h="2771917">
                      <a:moveTo>
                        <a:pt x="0" y="0"/>
                      </a:moveTo>
                      <a:lnTo>
                        <a:pt x="2117568" y="0"/>
                      </a:lnTo>
                      <a:lnTo>
                        <a:pt x="2117568" y="2771918"/>
                      </a:lnTo>
                      <a:lnTo>
                        <a:pt x="0" y="2771918"/>
                      </a:lnTo>
                      <a:close/>
                    </a:path>
                  </a:pathLst>
                </a:custGeom>
                <a:solidFill>
                  <a:srgbClr val="B6B6B7"/>
                </a:solidFill>
                <a:ln w="13418"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BA9E8A52-4194-49BA-8253-A8203C6935E8}"/>
                    </a:ext>
                  </a:extLst>
                </p:cNvPr>
                <p:cNvSpPr/>
                <p:nvPr/>
              </p:nvSpPr>
              <p:spPr>
                <a:xfrm>
                  <a:off x="3611676" y="3035397"/>
                  <a:ext cx="2117567" cy="2771917"/>
                </a:xfrm>
                <a:custGeom>
                  <a:avLst/>
                  <a:gdLst>
                    <a:gd name="connsiteX0" fmla="*/ 0 w 2117567"/>
                    <a:gd name="connsiteY0" fmla="*/ 0 h 2771917"/>
                    <a:gd name="connsiteX1" fmla="*/ 2117568 w 2117567"/>
                    <a:gd name="connsiteY1" fmla="*/ 0 h 2771917"/>
                    <a:gd name="connsiteX2" fmla="*/ 2117568 w 2117567"/>
                    <a:gd name="connsiteY2" fmla="*/ 2771918 h 2771917"/>
                    <a:gd name="connsiteX3" fmla="*/ 0 w 2117567"/>
                    <a:gd name="connsiteY3" fmla="*/ 2771918 h 2771917"/>
                  </a:gdLst>
                  <a:ahLst/>
                  <a:cxnLst>
                    <a:cxn ang="0">
                      <a:pos x="connsiteX0" y="connsiteY0"/>
                    </a:cxn>
                    <a:cxn ang="0">
                      <a:pos x="connsiteX1" y="connsiteY1"/>
                    </a:cxn>
                    <a:cxn ang="0">
                      <a:pos x="connsiteX2" y="connsiteY2"/>
                    </a:cxn>
                    <a:cxn ang="0">
                      <a:pos x="connsiteX3" y="connsiteY3"/>
                    </a:cxn>
                  </a:cxnLst>
                  <a:rect l="l" t="t" r="r" b="b"/>
                  <a:pathLst>
                    <a:path w="2117567" h="2771917">
                      <a:moveTo>
                        <a:pt x="0" y="0"/>
                      </a:moveTo>
                      <a:lnTo>
                        <a:pt x="2117568" y="0"/>
                      </a:lnTo>
                      <a:lnTo>
                        <a:pt x="2117568" y="2771918"/>
                      </a:lnTo>
                      <a:lnTo>
                        <a:pt x="0" y="2771918"/>
                      </a:lnTo>
                      <a:close/>
                    </a:path>
                  </a:pathLst>
                </a:custGeom>
                <a:solidFill>
                  <a:schemeClr val="bg2"/>
                </a:solidFill>
                <a:ln w="13418"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5FC192EF-F8B1-4C34-94AB-D95BAD6F47DB}"/>
                    </a:ext>
                  </a:extLst>
                </p:cNvPr>
                <p:cNvSpPr/>
                <p:nvPr/>
              </p:nvSpPr>
              <p:spPr>
                <a:xfrm>
                  <a:off x="4124945" y="2747860"/>
                  <a:ext cx="1087000" cy="479677"/>
                </a:xfrm>
                <a:custGeom>
                  <a:avLst/>
                  <a:gdLst>
                    <a:gd name="connsiteX0" fmla="*/ 1050722 w 1087000"/>
                    <a:gd name="connsiteY0" fmla="*/ 104804 h 479677"/>
                    <a:gd name="connsiteX1" fmla="*/ 694659 w 1087000"/>
                    <a:gd name="connsiteY1" fmla="*/ 104804 h 479677"/>
                    <a:gd name="connsiteX2" fmla="*/ 673161 w 1087000"/>
                    <a:gd name="connsiteY2" fmla="*/ 28216 h 479677"/>
                    <a:gd name="connsiteX3" fmla="*/ 635539 w 1087000"/>
                    <a:gd name="connsiteY3" fmla="*/ 0 h 479677"/>
                    <a:gd name="connsiteX4" fmla="*/ 452805 w 1087000"/>
                    <a:gd name="connsiteY4" fmla="*/ 0 h 479677"/>
                    <a:gd name="connsiteX5" fmla="*/ 415183 w 1087000"/>
                    <a:gd name="connsiteY5" fmla="*/ 28216 h 479677"/>
                    <a:gd name="connsiteX6" fmla="*/ 393685 w 1087000"/>
                    <a:gd name="connsiteY6" fmla="*/ 104804 h 479677"/>
                    <a:gd name="connsiteX7" fmla="*/ 37622 w 1087000"/>
                    <a:gd name="connsiteY7" fmla="*/ 104804 h 479677"/>
                    <a:gd name="connsiteX8" fmla="*/ 0 w 1087000"/>
                    <a:gd name="connsiteY8" fmla="*/ 142425 h 479677"/>
                    <a:gd name="connsiteX9" fmla="*/ 0 w 1087000"/>
                    <a:gd name="connsiteY9" fmla="*/ 442056 h 479677"/>
                    <a:gd name="connsiteX10" fmla="*/ 37622 w 1087000"/>
                    <a:gd name="connsiteY10" fmla="*/ 479678 h 479677"/>
                    <a:gd name="connsiteX11" fmla="*/ 1049378 w 1087000"/>
                    <a:gd name="connsiteY11" fmla="*/ 479678 h 479677"/>
                    <a:gd name="connsiteX12" fmla="*/ 1087000 w 1087000"/>
                    <a:gd name="connsiteY12" fmla="*/ 442056 h 479677"/>
                    <a:gd name="connsiteX13" fmla="*/ 1087000 w 1087000"/>
                    <a:gd name="connsiteY13" fmla="*/ 142425 h 479677"/>
                    <a:gd name="connsiteX14" fmla="*/ 1050722 w 1087000"/>
                    <a:gd name="connsiteY14" fmla="*/ 104804 h 479677"/>
                    <a:gd name="connsiteX15" fmla="*/ 489083 w 1087000"/>
                    <a:gd name="connsiteY15" fmla="*/ 59120 h 479677"/>
                    <a:gd name="connsiteX16" fmla="*/ 513268 w 1087000"/>
                    <a:gd name="connsiteY16" fmla="*/ 34934 h 479677"/>
                    <a:gd name="connsiteX17" fmla="*/ 576419 w 1087000"/>
                    <a:gd name="connsiteY17" fmla="*/ 34934 h 479677"/>
                    <a:gd name="connsiteX18" fmla="*/ 600605 w 1087000"/>
                    <a:gd name="connsiteY18" fmla="*/ 59120 h 479677"/>
                    <a:gd name="connsiteX19" fmla="*/ 600605 w 1087000"/>
                    <a:gd name="connsiteY19" fmla="*/ 67182 h 479677"/>
                    <a:gd name="connsiteX20" fmla="*/ 576419 w 1087000"/>
                    <a:gd name="connsiteY20" fmla="*/ 91367 h 479677"/>
                    <a:gd name="connsiteX21" fmla="*/ 513268 w 1087000"/>
                    <a:gd name="connsiteY21" fmla="*/ 91367 h 479677"/>
                    <a:gd name="connsiteX22" fmla="*/ 489083 w 1087000"/>
                    <a:gd name="connsiteY22" fmla="*/ 67182 h 479677"/>
                    <a:gd name="connsiteX23" fmla="*/ 489083 w 1087000"/>
                    <a:gd name="connsiteY23" fmla="*/ 59120 h 479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87000" h="479677">
                      <a:moveTo>
                        <a:pt x="1050722" y="104804"/>
                      </a:moveTo>
                      <a:lnTo>
                        <a:pt x="694659" y="104804"/>
                      </a:lnTo>
                      <a:lnTo>
                        <a:pt x="673161" y="28216"/>
                      </a:lnTo>
                      <a:cubicBezTo>
                        <a:pt x="669130" y="10749"/>
                        <a:pt x="653006" y="0"/>
                        <a:pt x="635539" y="0"/>
                      </a:cubicBezTo>
                      <a:lnTo>
                        <a:pt x="452805" y="0"/>
                      </a:lnTo>
                      <a:cubicBezTo>
                        <a:pt x="435338" y="0"/>
                        <a:pt x="420558" y="12093"/>
                        <a:pt x="415183" y="28216"/>
                      </a:cubicBezTo>
                      <a:lnTo>
                        <a:pt x="393685" y="104804"/>
                      </a:lnTo>
                      <a:lnTo>
                        <a:pt x="37622" y="104804"/>
                      </a:lnTo>
                      <a:cubicBezTo>
                        <a:pt x="17467" y="104804"/>
                        <a:pt x="0" y="120927"/>
                        <a:pt x="0" y="142425"/>
                      </a:cubicBezTo>
                      <a:lnTo>
                        <a:pt x="0" y="442056"/>
                      </a:lnTo>
                      <a:cubicBezTo>
                        <a:pt x="0" y="462210"/>
                        <a:pt x="16124" y="479678"/>
                        <a:pt x="37622" y="479678"/>
                      </a:cubicBezTo>
                      <a:lnTo>
                        <a:pt x="1049378" y="479678"/>
                      </a:lnTo>
                      <a:cubicBezTo>
                        <a:pt x="1069533" y="479678"/>
                        <a:pt x="1087000" y="463554"/>
                        <a:pt x="1087000" y="442056"/>
                      </a:cubicBezTo>
                      <a:lnTo>
                        <a:pt x="1087000" y="142425"/>
                      </a:lnTo>
                      <a:cubicBezTo>
                        <a:pt x="1087000" y="122271"/>
                        <a:pt x="1070877" y="104804"/>
                        <a:pt x="1050722" y="104804"/>
                      </a:cubicBezTo>
                      <a:close/>
                      <a:moveTo>
                        <a:pt x="489083" y="59120"/>
                      </a:moveTo>
                      <a:cubicBezTo>
                        <a:pt x="489083" y="45684"/>
                        <a:pt x="499832" y="34934"/>
                        <a:pt x="513268" y="34934"/>
                      </a:cubicBezTo>
                      <a:lnTo>
                        <a:pt x="576419" y="34934"/>
                      </a:lnTo>
                      <a:cubicBezTo>
                        <a:pt x="589856" y="34934"/>
                        <a:pt x="600605" y="45684"/>
                        <a:pt x="600605" y="59120"/>
                      </a:cubicBezTo>
                      <a:lnTo>
                        <a:pt x="600605" y="67182"/>
                      </a:lnTo>
                      <a:cubicBezTo>
                        <a:pt x="600605" y="80618"/>
                        <a:pt x="589856" y="91367"/>
                        <a:pt x="576419" y="91367"/>
                      </a:cubicBezTo>
                      <a:lnTo>
                        <a:pt x="513268" y="91367"/>
                      </a:lnTo>
                      <a:cubicBezTo>
                        <a:pt x="499832" y="91367"/>
                        <a:pt x="489083" y="80618"/>
                        <a:pt x="489083" y="67182"/>
                      </a:cubicBezTo>
                      <a:lnTo>
                        <a:pt x="489083" y="59120"/>
                      </a:lnTo>
                      <a:close/>
                    </a:path>
                  </a:pathLst>
                </a:custGeom>
                <a:solidFill>
                  <a:srgbClr val="4D5966"/>
                </a:solidFill>
                <a:ln w="13418"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86D970DC-795E-4935-91FC-6C4DBF17EE37}"/>
                    </a:ext>
                  </a:extLst>
                </p:cNvPr>
                <p:cNvSpPr/>
                <p:nvPr/>
              </p:nvSpPr>
              <p:spPr>
                <a:xfrm>
                  <a:off x="4124945" y="2730392"/>
                  <a:ext cx="1087000" cy="479677"/>
                </a:xfrm>
                <a:custGeom>
                  <a:avLst/>
                  <a:gdLst>
                    <a:gd name="connsiteX0" fmla="*/ 1050722 w 1087000"/>
                    <a:gd name="connsiteY0" fmla="*/ 104803 h 479677"/>
                    <a:gd name="connsiteX1" fmla="*/ 694659 w 1087000"/>
                    <a:gd name="connsiteY1" fmla="*/ 104803 h 479677"/>
                    <a:gd name="connsiteX2" fmla="*/ 673161 w 1087000"/>
                    <a:gd name="connsiteY2" fmla="*/ 28216 h 479677"/>
                    <a:gd name="connsiteX3" fmla="*/ 635539 w 1087000"/>
                    <a:gd name="connsiteY3" fmla="*/ 0 h 479677"/>
                    <a:gd name="connsiteX4" fmla="*/ 452805 w 1087000"/>
                    <a:gd name="connsiteY4" fmla="*/ 0 h 479677"/>
                    <a:gd name="connsiteX5" fmla="*/ 415183 w 1087000"/>
                    <a:gd name="connsiteY5" fmla="*/ 28216 h 479677"/>
                    <a:gd name="connsiteX6" fmla="*/ 393685 w 1087000"/>
                    <a:gd name="connsiteY6" fmla="*/ 104803 h 479677"/>
                    <a:gd name="connsiteX7" fmla="*/ 37622 w 1087000"/>
                    <a:gd name="connsiteY7" fmla="*/ 104803 h 479677"/>
                    <a:gd name="connsiteX8" fmla="*/ 0 w 1087000"/>
                    <a:gd name="connsiteY8" fmla="*/ 142425 h 479677"/>
                    <a:gd name="connsiteX9" fmla="*/ 0 w 1087000"/>
                    <a:gd name="connsiteY9" fmla="*/ 442056 h 479677"/>
                    <a:gd name="connsiteX10" fmla="*/ 37622 w 1087000"/>
                    <a:gd name="connsiteY10" fmla="*/ 479677 h 479677"/>
                    <a:gd name="connsiteX11" fmla="*/ 1049378 w 1087000"/>
                    <a:gd name="connsiteY11" fmla="*/ 479677 h 479677"/>
                    <a:gd name="connsiteX12" fmla="*/ 1087000 w 1087000"/>
                    <a:gd name="connsiteY12" fmla="*/ 442056 h 479677"/>
                    <a:gd name="connsiteX13" fmla="*/ 1087000 w 1087000"/>
                    <a:gd name="connsiteY13" fmla="*/ 141082 h 479677"/>
                    <a:gd name="connsiteX14" fmla="*/ 1050722 w 1087000"/>
                    <a:gd name="connsiteY14" fmla="*/ 104803 h 479677"/>
                    <a:gd name="connsiteX15" fmla="*/ 489083 w 1087000"/>
                    <a:gd name="connsiteY15" fmla="*/ 59120 h 479677"/>
                    <a:gd name="connsiteX16" fmla="*/ 513268 w 1087000"/>
                    <a:gd name="connsiteY16" fmla="*/ 34934 h 479677"/>
                    <a:gd name="connsiteX17" fmla="*/ 576419 w 1087000"/>
                    <a:gd name="connsiteY17" fmla="*/ 34934 h 479677"/>
                    <a:gd name="connsiteX18" fmla="*/ 600605 w 1087000"/>
                    <a:gd name="connsiteY18" fmla="*/ 59120 h 479677"/>
                    <a:gd name="connsiteX19" fmla="*/ 600605 w 1087000"/>
                    <a:gd name="connsiteY19" fmla="*/ 67182 h 479677"/>
                    <a:gd name="connsiteX20" fmla="*/ 576419 w 1087000"/>
                    <a:gd name="connsiteY20" fmla="*/ 91367 h 479677"/>
                    <a:gd name="connsiteX21" fmla="*/ 513268 w 1087000"/>
                    <a:gd name="connsiteY21" fmla="*/ 91367 h 479677"/>
                    <a:gd name="connsiteX22" fmla="*/ 489083 w 1087000"/>
                    <a:gd name="connsiteY22" fmla="*/ 67182 h 479677"/>
                    <a:gd name="connsiteX23" fmla="*/ 489083 w 1087000"/>
                    <a:gd name="connsiteY23" fmla="*/ 59120 h 479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87000" h="479677">
                      <a:moveTo>
                        <a:pt x="1050722" y="104803"/>
                      </a:moveTo>
                      <a:lnTo>
                        <a:pt x="694659" y="104803"/>
                      </a:lnTo>
                      <a:lnTo>
                        <a:pt x="673161" y="28216"/>
                      </a:lnTo>
                      <a:cubicBezTo>
                        <a:pt x="669130" y="10749"/>
                        <a:pt x="653006" y="0"/>
                        <a:pt x="635539" y="0"/>
                      </a:cubicBezTo>
                      <a:lnTo>
                        <a:pt x="452805" y="0"/>
                      </a:lnTo>
                      <a:cubicBezTo>
                        <a:pt x="435338" y="0"/>
                        <a:pt x="420558" y="12093"/>
                        <a:pt x="415183" y="28216"/>
                      </a:cubicBezTo>
                      <a:lnTo>
                        <a:pt x="393685" y="104803"/>
                      </a:lnTo>
                      <a:lnTo>
                        <a:pt x="37622" y="104803"/>
                      </a:lnTo>
                      <a:cubicBezTo>
                        <a:pt x="17467" y="104803"/>
                        <a:pt x="0" y="120927"/>
                        <a:pt x="0" y="142425"/>
                      </a:cubicBezTo>
                      <a:lnTo>
                        <a:pt x="0" y="442056"/>
                      </a:lnTo>
                      <a:cubicBezTo>
                        <a:pt x="0" y="462210"/>
                        <a:pt x="16124" y="479677"/>
                        <a:pt x="37622" y="479677"/>
                      </a:cubicBezTo>
                      <a:lnTo>
                        <a:pt x="1049378" y="479677"/>
                      </a:lnTo>
                      <a:cubicBezTo>
                        <a:pt x="1069533" y="479677"/>
                        <a:pt x="1087000" y="463554"/>
                        <a:pt x="1087000" y="442056"/>
                      </a:cubicBezTo>
                      <a:lnTo>
                        <a:pt x="1087000" y="141082"/>
                      </a:lnTo>
                      <a:cubicBezTo>
                        <a:pt x="1087000" y="120927"/>
                        <a:pt x="1070877" y="104803"/>
                        <a:pt x="1050722" y="104803"/>
                      </a:cubicBezTo>
                      <a:close/>
                      <a:moveTo>
                        <a:pt x="489083" y="59120"/>
                      </a:moveTo>
                      <a:cubicBezTo>
                        <a:pt x="489083" y="45683"/>
                        <a:pt x="499832" y="34934"/>
                        <a:pt x="513268" y="34934"/>
                      </a:cubicBezTo>
                      <a:lnTo>
                        <a:pt x="576419" y="34934"/>
                      </a:lnTo>
                      <a:cubicBezTo>
                        <a:pt x="589856" y="34934"/>
                        <a:pt x="600605" y="45683"/>
                        <a:pt x="600605" y="59120"/>
                      </a:cubicBezTo>
                      <a:lnTo>
                        <a:pt x="600605" y="67182"/>
                      </a:lnTo>
                      <a:cubicBezTo>
                        <a:pt x="600605" y="80618"/>
                        <a:pt x="589856" y="91367"/>
                        <a:pt x="576419" y="91367"/>
                      </a:cubicBezTo>
                      <a:lnTo>
                        <a:pt x="513268" y="91367"/>
                      </a:lnTo>
                      <a:cubicBezTo>
                        <a:pt x="499832" y="91367"/>
                        <a:pt x="489083" y="80618"/>
                        <a:pt x="489083" y="67182"/>
                      </a:cubicBezTo>
                      <a:lnTo>
                        <a:pt x="489083" y="59120"/>
                      </a:lnTo>
                      <a:close/>
                    </a:path>
                  </a:pathLst>
                </a:custGeom>
                <a:solidFill>
                  <a:srgbClr val="718093"/>
                </a:solidFill>
                <a:ln w="13418" cap="flat">
                  <a:noFill/>
                  <a:prstDash val="solid"/>
                  <a:miter/>
                </a:ln>
              </p:spPr>
              <p:txBody>
                <a:bodyPr rtlCol="0" anchor="ctr"/>
                <a:lstStyle/>
                <a:p>
                  <a:endParaRPr lang="en-US"/>
                </a:p>
              </p:txBody>
            </p:sp>
            <p:grpSp>
              <p:nvGrpSpPr>
                <p:cNvPr id="309" name="Graphic 270">
                  <a:extLst>
                    <a:ext uri="{FF2B5EF4-FFF2-40B4-BE49-F238E27FC236}">
                      <a16:creationId xmlns:a16="http://schemas.microsoft.com/office/drawing/2014/main" id="{CE275A8D-5B77-477D-84A2-C99A0FDE080A}"/>
                    </a:ext>
                  </a:extLst>
                </p:cNvPr>
                <p:cNvGrpSpPr/>
                <p:nvPr/>
              </p:nvGrpSpPr>
              <p:grpSpPr>
                <a:xfrm>
                  <a:off x="3908620" y="3469391"/>
                  <a:ext cx="1541148" cy="1941551"/>
                  <a:chOff x="3908620" y="3469391"/>
                  <a:chExt cx="1541148" cy="1941551"/>
                </a:xfrm>
              </p:grpSpPr>
              <p:grpSp>
                <p:nvGrpSpPr>
                  <p:cNvPr id="310" name="Graphic 270">
                    <a:extLst>
                      <a:ext uri="{FF2B5EF4-FFF2-40B4-BE49-F238E27FC236}">
                        <a16:creationId xmlns:a16="http://schemas.microsoft.com/office/drawing/2014/main" id="{CE275A8D-5B77-477D-84A2-C99A0FDE080A}"/>
                      </a:ext>
                    </a:extLst>
                  </p:cNvPr>
                  <p:cNvGrpSpPr/>
                  <p:nvPr/>
                </p:nvGrpSpPr>
                <p:grpSpPr>
                  <a:xfrm>
                    <a:off x="3908620" y="3489546"/>
                    <a:ext cx="1035941" cy="1914678"/>
                    <a:chOff x="3908620" y="3489546"/>
                    <a:chExt cx="1035941" cy="1914678"/>
                  </a:xfrm>
                  <a:solidFill>
                    <a:srgbClr val="B6B6B7"/>
                  </a:solidFill>
                </p:grpSpPr>
                <p:sp>
                  <p:nvSpPr>
                    <p:cNvPr id="311" name="Freeform: Shape 310">
                      <a:extLst>
                        <a:ext uri="{FF2B5EF4-FFF2-40B4-BE49-F238E27FC236}">
                          <a16:creationId xmlns:a16="http://schemas.microsoft.com/office/drawing/2014/main" id="{0967507F-9535-424A-80CA-D30873EC3516}"/>
                        </a:ext>
                      </a:extLst>
                    </p:cNvPr>
                    <p:cNvSpPr/>
                    <p:nvPr/>
                  </p:nvSpPr>
                  <p:spPr>
                    <a:xfrm>
                      <a:off x="3908620" y="3489546"/>
                      <a:ext cx="1035941" cy="96741"/>
                    </a:xfrm>
                    <a:custGeom>
                      <a:avLst/>
                      <a:gdLst>
                        <a:gd name="connsiteX0" fmla="*/ 987571 w 1035941"/>
                        <a:gd name="connsiteY0" fmla="*/ 96742 h 96741"/>
                        <a:gd name="connsiteX1" fmla="*/ 48371 w 1035941"/>
                        <a:gd name="connsiteY1" fmla="*/ 96742 h 96741"/>
                        <a:gd name="connsiteX2" fmla="*/ 0 w 1035941"/>
                        <a:gd name="connsiteY2" fmla="*/ 48371 h 96741"/>
                        <a:gd name="connsiteX3" fmla="*/ 0 w 1035941"/>
                        <a:gd name="connsiteY3" fmla="*/ 48371 h 96741"/>
                        <a:gd name="connsiteX4" fmla="*/ 48371 w 1035941"/>
                        <a:gd name="connsiteY4" fmla="*/ 0 h 96741"/>
                        <a:gd name="connsiteX5" fmla="*/ 987571 w 1035941"/>
                        <a:gd name="connsiteY5" fmla="*/ 0 h 96741"/>
                        <a:gd name="connsiteX6" fmla="*/ 1035942 w 1035941"/>
                        <a:gd name="connsiteY6" fmla="*/ 48371 h 96741"/>
                        <a:gd name="connsiteX7" fmla="*/ 1035942 w 1035941"/>
                        <a:gd name="connsiteY7" fmla="*/ 48371 h 96741"/>
                        <a:gd name="connsiteX8" fmla="*/ 987571 w 1035941"/>
                        <a:gd name="connsiteY8" fmla="*/ 96742 h 9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5941" h="96741">
                          <a:moveTo>
                            <a:pt x="987571" y="96742"/>
                          </a:moveTo>
                          <a:lnTo>
                            <a:pt x="48371" y="96742"/>
                          </a:lnTo>
                          <a:cubicBezTo>
                            <a:pt x="21498" y="96742"/>
                            <a:pt x="0" y="75243"/>
                            <a:pt x="0" y="48371"/>
                          </a:cubicBezTo>
                          <a:lnTo>
                            <a:pt x="0" y="48371"/>
                          </a:lnTo>
                          <a:cubicBezTo>
                            <a:pt x="0" y="21498"/>
                            <a:pt x="21498" y="0"/>
                            <a:pt x="48371" y="0"/>
                          </a:cubicBezTo>
                          <a:lnTo>
                            <a:pt x="987571" y="0"/>
                          </a:lnTo>
                          <a:cubicBezTo>
                            <a:pt x="1014444" y="0"/>
                            <a:pt x="1035942" y="21498"/>
                            <a:pt x="1035942" y="48371"/>
                          </a:cubicBezTo>
                          <a:lnTo>
                            <a:pt x="1035942" y="48371"/>
                          </a:lnTo>
                          <a:cubicBezTo>
                            <a:pt x="1035942" y="73900"/>
                            <a:pt x="1014444" y="96742"/>
                            <a:pt x="987571" y="96742"/>
                          </a:cubicBezTo>
                          <a:close/>
                        </a:path>
                      </a:pathLst>
                    </a:custGeom>
                    <a:solidFill>
                      <a:schemeClr val="tx2">
                        <a:alpha val="26000"/>
                      </a:schemeClr>
                    </a:solidFill>
                    <a:ln w="13418"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E59CD33A-6190-42E3-809E-8BA33141616B}"/>
                        </a:ext>
                      </a:extLst>
                    </p:cNvPr>
                    <p:cNvSpPr/>
                    <p:nvPr/>
                  </p:nvSpPr>
                  <p:spPr>
                    <a:xfrm>
                      <a:off x="3908620" y="3661531"/>
                      <a:ext cx="1035941" cy="96741"/>
                    </a:xfrm>
                    <a:custGeom>
                      <a:avLst/>
                      <a:gdLst>
                        <a:gd name="connsiteX0" fmla="*/ 987571 w 1035941"/>
                        <a:gd name="connsiteY0" fmla="*/ 96742 h 96741"/>
                        <a:gd name="connsiteX1" fmla="*/ 48371 w 1035941"/>
                        <a:gd name="connsiteY1" fmla="*/ 96742 h 96741"/>
                        <a:gd name="connsiteX2" fmla="*/ 0 w 1035941"/>
                        <a:gd name="connsiteY2" fmla="*/ 48371 h 96741"/>
                        <a:gd name="connsiteX3" fmla="*/ 0 w 1035941"/>
                        <a:gd name="connsiteY3" fmla="*/ 48371 h 96741"/>
                        <a:gd name="connsiteX4" fmla="*/ 48371 w 1035941"/>
                        <a:gd name="connsiteY4" fmla="*/ 0 h 96741"/>
                        <a:gd name="connsiteX5" fmla="*/ 987571 w 1035941"/>
                        <a:gd name="connsiteY5" fmla="*/ 0 h 96741"/>
                        <a:gd name="connsiteX6" fmla="*/ 1035942 w 1035941"/>
                        <a:gd name="connsiteY6" fmla="*/ 48371 h 96741"/>
                        <a:gd name="connsiteX7" fmla="*/ 1035942 w 1035941"/>
                        <a:gd name="connsiteY7" fmla="*/ 48371 h 96741"/>
                        <a:gd name="connsiteX8" fmla="*/ 987571 w 1035941"/>
                        <a:gd name="connsiteY8" fmla="*/ 96742 h 9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5941" h="96741">
                          <a:moveTo>
                            <a:pt x="987571" y="96742"/>
                          </a:moveTo>
                          <a:lnTo>
                            <a:pt x="48371" y="96742"/>
                          </a:lnTo>
                          <a:cubicBezTo>
                            <a:pt x="21498" y="96742"/>
                            <a:pt x="0" y="75243"/>
                            <a:pt x="0" y="48371"/>
                          </a:cubicBezTo>
                          <a:lnTo>
                            <a:pt x="0" y="48371"/>
                          </a:lnTo>
                          <a:cubicBezTo>
                            <a:pt x="0" y="21498"/>
                            <a:pt x="21498" y="0"/>
                            <a:pt x="48371" y="0"/>
                          </a:cubicBezTo>
                          <a:lnTo>
                            <a:pt x="987571" y="0"/>
                          </a:lnTo>
                          <a:cubicBezTo>
                            <a:pt x="1014444" y="0"/>
                            <a:pt x="1035942" y="21498"/>
                            <a:pt x="1035942" y="48371"/>
                          </a:cubicBezTo>
                          <a:lnTo>
                            <a:pt x="1035942" y="48371"/>
                          </a:lnTo>
                          <a:cubicBezTo>
                            <a:pt x="1035942" y="75243"/>
                            <a:pt x="1014444" y="96742"/>
                            <a:pt x="987571" y="96742"/>
                          </a:cubicBezTo>
                          <a:close/>
                        </a:path>
                      </a:pathLst>
                    </a:custGeom>
                    <a:solidFill>
                      <a:schemeClr val="tx2">
                        <a:alpha val="26000"/>
                      </a:schemeClr>
                    </a:solidFill>
                    <a:ln w="13418"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896E7BE7-E2D8-4962-ACF0-689FACC5B367}"/>
                        </a:ext>
                      </a:extLst>
                    </p:cNvPr>
                    <p:cNvSpPr/>
                    <p:nvPr/>
                  </p:nvSpPr>
                  <p:spPr>
                    <a:xfrm>
                      <a:off x="3908620" y="4037749"/>
                      <a:ext cx="1035941" cy="96741"/>
                    </a:xfrm>
                    <a:custGeom>
                      <a:avLst/>
                      <a:gdLst>
                        <a:gd name="connsiteX0" fmla="*/ 987571 w 1035941"/>
                        <a:gd name="connsiteY0" fmla="*/ 96742 h 96741"/>
                        <a:gd name="connsiteX1" fmla="*/ 48371 w 1035941"/>
                        <a:gd name="connsiteY1" fmla="*/ 96742 h 96741"/>
                        <a:gd name="connsiteX2" fmla="*/ 0 w 1035941"/>
                        <a:gd name="connsiteY2" fmla="*/ 48371 h 96741"/>
                        <a:gd name="connsiteX3" fmla="*/ 0 w 1035941"/>
                        <a:gd name="connsiteY3" fmla="*/ 48371 h 96741"/>
                        <a:gd name="connsiteX4" fmla="*/ 48371 w 1035941"/>
                        <a:gd name="connsiteY4" fmla="*/ 0 h 96741"/>
                        <a:gd name="connsiteX5" fmla="*/ 987571 w 1035941"/>
                        <a:gd name="connsiteY5" fmla="*/ 0 h 96741"/>
                        <a:gd name="connsiteX6" fmla="*/ 1035942 w 1035941"/>
                        <a:gd name="connsiteY6" fmla="*/ 48371 h 96741"/>
                        <a:gd name="connsiteX7" fmla="*/ 1035942 w 1035941"/>
                        <a:gd name="connsiteY7" fmla="*/ 48371 h 96741"/>
                        <a:gd name="connsiteX8" fmla="*/ 987571 w 1035941"/>
                        <a:gd name="connsiteY8" fmla="*/ 96742 h 9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5941" h="96741">
                          <a:moveTo>
                            <a:pt x="987571" y="96742"/>
                          </a:moveTo>
                          <a:lnTo>
                            <a:pt x="48371" y="96742"/>
                          </a:lnTo>
                          <a:cubicBezTo>
                            <a:pt x="21498" y="96742"/>
                            <a:pt x="0" y="75243"/>
                            <a:pt x="0" y="48371"/>
                          </a:cubicBezTo>
                          <a:lnTo>
                            <a:pt x="0" y="48371"/>
                          </a:lnTo>
                          <a:cubicBezTo>
                            <a:pt x="0" y="21498"/>
                            <a:pt x="21498" y="0"/>
                            <a:pt x="48371" y="0"/>
                          </a:cubicBezTo>
                          <a:lnTo>
                            <a:pt x="987571" y="0"/>
                          </a:lnTo>
                          <a:cubicBezTo>
                            <a:pt x="1014444" y="0"/>
                            <a:pt x="1035942" y="21498"/>
                            <a:pt x="1035942" y="48371"/>
                          </a:cubicBezTo>
                          <a:lnTo>
                            <a:pt x="1035942" y="48371"/>
                          </a:lnTo>
                          <a:cubicBezTo>
                            <a:pt x="1035942" y="75243"/>
                            <a:pt x="1014444" y="96742"/>
                            <a:pt x="987571" y="96742"/>
                          </a:cubicBezTo>
                          <a:close/>
                        </a:path>
                      </a:pathLst>
                    </a:custGeom>
                    <a:solidFill>
                      <a:schemeClr val="tx2">
                        <a:alpha val="26000"/>
                      </a:schemeClr>
                    </a:solidFill>
                    <a:ln w="13418"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EEFB50D1-EEB8-48B3-B935-3E06C1C1BAB0}"/>
                        </a:ext>
                      </a:extLst>
                    </p:cNvPr>
                    <p:cNvSpPr/>
                    <p:nvPr/>
                  </p:nvSpPr>
                  <p:spPr>
                    <a:xfrm>
                      <a:off x="3908620" y="4211077"/>
                      <a:ext cx="1035941" cy="96741"/>
                    </a:xfrm>
                    <a:custGeom>
                      <a:avLst/>
                      <a:gdLst>
                        <a:gd name="connsiteX0" fmla="*/ 987571 w 1035941"/>
                        <a:gd name="connsiteY0" fmla="*/ 96742 h 96741"/>
                        <a:gd name="connsiteX1" fmla="*/ 48371 w 1035941"/>
                        <a:gd name="connsiteY1" fmla="*/ 96742 h 96741"/>
                        <a:gd name="connsiteX2" fmla="*/ 0 w 1035941"/>
                        <a:gd name="connsiteY2" fmla="*/ 48371 h 96741"/>
                        <a:gd name="connsiteX3" fmla="*/ 0 w 1035941"/>
                        <a:gd name="connsiteY3" fmla="*/ 48371 h 96741"/>
                        <a:gd name="connsiteX4" fmla="*/ 48371 w 1035941"/>
                        <a:gd name="connsiteY4" fmla="*/ 0 h 96741"/>
                        <a:gd name="connsiteX5" fmla="*/ 987571 w 1035941"/>
                        <a:gd name="connsiteY5" fmla="*/ 0 h 96741"/>
                        <a:gd name="connsiteX6" fmla="*/ 1035942 w 1035941"/>
                        <a:gd name="connsiteY6" fmla="*/ 48371 h 96741"/>
                        <a:gd name="connsiteX7" fmla="*/ 1035942 w 1035941"/>
                        <a:gd name="connsiteY7" fmla="*/ 48371 h 96741"/>
                        <a:gd name="connsiteX8" fmla="*/ 987571 w 1035941"/>
                        <a:gd name="connsiteY8" fmla="*/ 96742 h 9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5941" h="96741">
                          <a:moveTo>
                            <a:pt x="987571" y="96742"/>
                          </a:moveTo>
                          <a:lnTo>
                            <a:pt x="48371" y="96742"/>
                          </a:lnTo>
                          <a:cubicBezTo>
                            <a:pt x="21498" y="96742"/>
                            <a:pt x="0" y="75244"/>
                            <a:pt x="0" y="48371"/>
                          </a:cubicBezTo>
                          <a:lnTo>
                            <a:pt x="0" y="48371"/>
                          </a:lnTo>
                          <a:cubicBezTo>
                            <a:pt x="0" y="21498"/>
                            <a:pt x="21498" y="0"/>
                            <a:pt x="48371" y="0"/>
                          </a:cubicBezTo>
                          <a:lnTo>
                            <a:pt x="987571" y="0"/>
                          </a:lnTo>
                          <a:cubicBezTo>
                            <a:pt x="1014444" y="0"/>
                            <a:pt x="1035942" y="21498"/>
                            <a:pt x="1035942" y="48371"/>
                          </a:cubicBezTo>
                          <a:lnTo>
                            <a:pt x="1035942" y="48371"/>
                          </a:lnTo>
                          <a:cubicBezTo>
                            <a:pt x="1035942" y="75244"/>
                            <a:pt x="1014444" y="96742"/>
                            <a:pt x="987571" y="96742"/>
                          </a:cubicBezTo>
                          <a:close/>
                        </a:path>
                      </a:pathLst>
                    </a:custGeom>
                    <a:solidFill>
                      <a:schemeClr val="tx2">
                        <a:alpha val="26000"/>
                      </a:schemeClr>
                    </a:solidFill>
                    <a:ln w="13418"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7FE9AD85-EB92-4D5D-A371-64A3DF2AD485}"/>
                        </a:ext>
                      </a:extLst>
                    </p:cNvPr>
                    <p:cNvSpPr/>
                    <p:nvPr/>
                  </p:nvSpPr>
                  <p:spPr>
                    <a:xfrm>
                      <a:off x="3908620" y="4585951"/>
                      <a:ext cx="1035941" cy="96741"/>
                    </a:xfrm>
                    <a:custGeom>
                      <a:avLst/>
                      <a:gdLst>
                        <a:gd name="connsiteX0" fmla="*/ 987571 w 1035941"/>
                        <a:gd name="connsiteY0" fmla="*/ 96742 h 96741"/>
                        <a:gd name="connsiteX1" fmla="*/ 48371 w 1035941"/>
                        <a:gd name="connsiteY1" fmla="*/ 96742 h 96741"/>
                        <a:gd name="connsiteX2" fmla="*/ 0 w 1035941"/>
                        <a:gd name="connsiteY2" fmla="*/ 48371 h 96741"/>
                        <a:gd name="connsiteX3" fmla="*/ 0 w 1035941"/>
                        <a:gd name="connsiteY3" fmla="*/ 48371 h 96741"/>
                        <a:gd name="connsiteX4" fmla="*/ 48371 w 1035941"/>
                        <a:gd name="connsiteY4" fmla="*/ 0 h 96741"/>
                        <a:gd name="connsiteX5" fmla="*/ 987571 w 1035941"/>
                        <a:gd name="connsiteY5" fmla="*/ 0 h 96741"/>
                        <a:gd name="connsiteX6" fmla="*/ 1035942 w 1035941"/>
                        <a:gd name="connsiteY6" fmla="*/ 48371 h 96741"/>
                        <a:gd name="connsiteX7" fmla="*/ 1035942 w 1035941"/>
                        <a:gd name="connsiteY7" fmla="*/ 48371 h 96741"/>
                        <a:gd name="connsiteX8" fmla="*/ 987571 w 1035941"/>
                        <a:gd name="connsiteY8" fmla="*/ 96742 h 9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5941" h="96741">
                          <a:moveTo>
                            <a:pt x="987571" y="96742"/>
                          </a:moveTo>
                          <a:lnTo>
                            <a:pt x="48371" y="96742"/>
                          </a:lnTo>
                          <a:cubicBezTo>
                            <a:pt x="21498" y="96742"/>
                            <a:pt x="0" y="75244"/>
                            <a:pt x="0" y="48371"/>
                          </a:cubicBezTo>
                          <a:lnTo>
                            <a:pt x="0" y="48371"/>
                          </a:lnTo>
                          <a:cubicBezTo>
                            <a:pt x="0" y="21498"/>
                            <a:pt x="21498" y="0"/>
                            <a:pt x="48371" y="0"/>
                          </a:cubicBezTo>
                          <a:lnTo>
                            <a:pt x="987571" y="0"/>
                          </a:lnTo>
                          <a:cubicBezTo>
                            <a:pt x="1014444" y="0"/>
                            <a:pt x="1035942" y="21498"/>
                            <a:pt x="1035942" y="48371"/>
                          </a:cubicBezTo>
                          <a:lnTo>
                            <a:pt x="1035942" y="48371"/>
                          </a:lnTo>
                          <a:cubicBezTo>
                            <a:pt x="1035942" y="75244"/>
                            <a:pt x="1014444" y="96742"/>
                            <a:pt x="987571" y="96742"/>
                          </a:cubicBezTo>
                          <a:close/>
                        </a:path>
                      </a:pathLst>
                    </a:custGeom>
                    <a:solidFill>
                      <a:schemeClr val="tx2">
                        <a:alpha val="26000"/>
                      </a:schemeClr>
                    </a:solidFill>
                    <a:ln w="13418"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F8C37C0E-013D-49F7-8F46-EFE7252CF1DC}"/>
                        </a:ext>
                      </a:extLst>
                    </p:cNvPr>
                    <p:cNvSpPr/>
                    <p:nvPr/>
                  </p:nvSpPr>
                  <p:spPr>
                    <a:xfrm>
                      <a:off x="3908620" y="4759280"/>
                      <a:ext cx="1035941" cy="96741"/>
                    </a:xfrm>
                    <a:custGeom>
                      <a:avLst/>
                      <a:gdLst>
                        <a:gd name="connsiteX0" fmla="*/ 987571 w 1035941"/>
                        <a:gd name="connsiteY0" fmla="*/ 96742 h 96741"/>
                        <a:gd name="connsiteX1" fmla="*/ 48371 w 1035941"/>
                        <a:gd name="connsiteY1" fmla="*/ 96742 h 96741"/>
                        <a:gd name="connsiteX2" fmla="*/ 0 w 1035941"/>
                        <a:gd name="connsiteY2" fmla="*/ 48371 h 96741"/>
                        <a:gd name="connsiteX3" fmla="*/ 0 w 1035941"/>
                        <a:gd name="connsiteY3" fmla="*/ 48371 h 96741"/>
                        <a:gd name="connsiteX4" fmla="*/ 48371 w 1035941"/>
                        <a:gd name="connsiteY4" fmla="*/ 0 h 96741"/>
                        <a:gd name="connsiteX5" fmla="*/ 987571 w 1035941"/>
                        <a:gd name="connsiteY5" fmla="*/ 0 h 96741"/>
                        <a:gd name="connsiteX6" fmla="*/ 1035942 w 1035941"/>
                        <a:gd name="connsiteY6" fmla="*/ 48371 h 96741"/>
                        <a:gd name="connsiteX7" fmla="*/ 1035942 w 1035941"/>
                        <a:gd name="connsiteY7" fmla="*/ 48371 h 96741"/>
                        <a:gd name="connsiteX8" fmla="*/ 987571 w 1035941"/>
                        <a:gd name="connsiteY8" fmla="*/ 96742 h 9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5941" h="96741">
                          <a:moveTo>
                            <a:pt x="987571" y="96742"/>
                          </a:moveTo>
                          <a:lnTo>
                            <a:pt x="48371" y="96742"/>
                          </a:lnTo>
                          <a:cubicBezTo>
                            <a:pt x="21498" y="96742"/>
                            <a:pt x="0" y="75243"/>
                            <a:pt x="0" y="48371"/>
                          </a:cubicBezTo>
                          <a:lnTo>
                            <a:pt x="0" y="48371"/>
                          </a:lnTo>
                          <a:cubicBezTo>
                            <a:pt x="0" y="21498"/>
                            <a:pt x="21498" y="0"/>
                            <a:pt x="48371" y="0"/>
                          </a:cubicBezTo>
                          <a:lnTo>
                            <a:pt x="987571" y="0"/>
                          </a:lnTo>
                          <a:cubicBezTo>
                            <a:pt x="1014444" y="0"/>
                            <a:pt x="1035942" y="21498"/>
                            <a:pt x="1035942" y="48371"/>
                          </a:cubicBezTo>
                          <a:lnTo>
                            <a:pt x="1035942" y="48371"/>
                          </a:lnTo>
                          <a:cubicBezTo>
                            <a:pt x="1035942" y="75243"/>
                            <a:pt x="1014444" y="96742"/>
                            <a:pt x="987571" y="96742"/>
                          </a:cubicBezTo>
                          <a:close/>
                        </a:path>
                      </a:pathLst>
                    </a:custGeom>
                    <a:solidFill>
                      <a:schemeClr val="tx2">
                        <a:alpha val="26000"/>
                      </a:schemeClr>
                    </a:solidFill>
                    <a:ln w="13418"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9C6FECA3-10CD-499C-BEB1-32C85593C14A}"/>
                        </a:ext>
                      </a:extLst>
                    </p:cNvPr>
                    <p:cNvSpPr/>
                    <p:nvPr/>
                  </p:nvSpPr>
                  <p:spPr>
                    <a:xfrm>
                      <a:off x="3908620" y="5134154"/>
                      <a:ext cx="1035941" cy="96741"/>
                    </a:xfrm>
                    <a:custGeom>
                      <a:avLst/>
                      <a:gdLst>
                        <a:gd name="connsiteX0" fmla="*/ 987571 w 1035941"/>
                        <a:gd name="connsiteY0" fmla="*/ 96742 h 96741"/>
                        <a:gd name="connsiteX1" fmla="*/ 48371 w 1035941"/>
                        <a:gd name="connsiteY1" fmla="*/ 96742 h 96741"/>
                        <a:gd name="connsiteX2" fmla="*/ 0 w 1035941"/>
                        <a:gd name="connsiteY2" fmla="*/ 48371 h 96741"/>
                        <a:gd name="connsiteX3" fmla="*/ 0 w 1035941"/>
                        <a:gd name="connsiteY3" fmla="*/ 48371 h 96741"/>
                        <a:gd name="connsiteX4" fmla="*/ 48371 w 1035941"/>
                        <a:gd name="connsiteY4" fmla="*/ 0 h 96741"/>
                        <a:gd name="connsiteX5" fmla="*/ 987571 w 1035941"/>
                        <a:gd name="connsiteY5" fmla="*/ 0 h 96741"/>
                        <a:gd name="connsiteX6" fmla="*/ 1035942 w 1035941"/>
                        <a:gd name="connsiteY6" fmla="*/ 48371 h 96741"/>
                        <a:gd name="connsiteX7" fmla="*/ 1035942 w 1035941"/>
                        <a:gd name="connsiteY7" fmla="*/ 48371 h 96741"/>
                        <a:gd name="connsiteX8" fmla="*/ 987571 w 1035941"/>
                        <a:gd name="connsiteY8" fmla="*/ 96742 h 9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5941" h="96741">
                          <a:moveTo>
                            <a:pt x="987571" y="96742"/>
                          </a:moveTo>
                          <a:lnTo>
                            <a:pt x="48371" y="96742"/>
                          </a:lnTo>
                          <a:cubicBezTo>
                            <a:pt x="21498" y="96742"/>
                            <a:pt x="0" y="75244"/>
                            <a:pt x="0" y="48371"/>
                          </a:cubicBezTo>
                          <a:lnTo>
                            <a:pt x="0" y="48371"/>
                          </a:lnTo>
                          <a:cubicBezTo>
                            <a:pt x="0" y="21498"/>
                            <a:pt x="21498" y="0"/>
                            <a:pt x="48371" y="0"/>
                          </a:cubicBezTo>
                          <a:lnTo>
                            <a:pt x="987571" y="0"/>
                          </a:lnTo>
                          <a:cubicBezTo>
                            <a:pt x="1014444" y="0"/>
                            <a:pt x="1035942" y="21498"/>
                            <a:pt x="1035942" y="48371"/>
                          </a:cubicBezTo>
                          <a:lnTo>
                            <a:pt x="1035942" y="48371"/>
                          </a:lnTo>
                          <a:cubicBezTo>
                            <a:pt x="1035942" y="75244"/>
                            <a:pt x="1014444" y="96742"/>
                            <a:pt x="987571" y="96742"/>
                          </a:cubicBezTo>
                          <a:close/>
                        </a:path>
                      </a:pathLst>
                    </a:custGeom>
                    <a:solidFill>
                      <a:schemeClr val="tx2">
                        <a:alpha val="26000"/>
                      </a:schemeClr>
                    </a:solidFill>
                    <a:ln w="13418"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F1F4CD52-4E83-4224-AA98-41D5646A811B}"/>
                        </a:ext>
                      </a:extLst>
                    </p:cNvPr>
                    <p:cNvSpPr/>
                    <p:nvPr/>
                  </p:nvSpPr>
                  <p:spPr>
                    <a:xfrm>
                      <a:off x="3908620" y="5307483"/>
                      <a:ext cx="1035941" cy="96741"/>
                    </a:xfrm>
                    <a:custGeom>
                      <a:avLst/>
                      <a:gdLst>
                        <a:gd name="connsiteX0" fmla="*/ 987571 w 1035941"/>
                        <a:gd name="connsiteY0" fmla="*/ 96741 h 96741"/>
                        <a:gd name="connsiteX1" fmla="*/ 48371 w 1035941"/>
                        <a:gd name="connsiteY1" fmla="*/ 96741 h 96741"/>
                        <a:gd name="connsiteX2" fmla="*/ 0 w 1035941"/>
                        <a:gd name="connsiteY2" fmla="*/ 48371 h 96741"/>
                        <a:gd name="connsiteX3" fmla="*/ 0 w 1035941"/>
                        <a:gd name="connsiteY3" fmla="*/ 48371 h 96741"/>
                        <a:gd name="connsiteX4" fmla="*/ 48371 w 1035941"/>
                        <a:gd name="connsiteY4" fmla="*/ 0 h 96741"/>
                        <a:gd name="connsiteX5" fmla="*/ 987571 w 1035941"/>
                        <a:gd name="connsiteY5" fmla="*/ 0 h 96741"/>
                        <a:gd name="connsiteX6" fmla="*/ 1035942 w 1035941"/>
                        <a:gd name="connsiteY6" fmla="*/ 48371 h 96741"/>
                        <a:gd name="connsiteX7" fmla="*/ 1035942 w 1035941"/>
                        <a:gd name="connsiteY7" fmla="*/ 48371 h 96741"/>
                        <a:gd name="connsiteX8" fmla="*/ 987571 w 1035941"/>
                        <a:gd name="connsiteY8" fmla="*/ 96741 h 9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5941" h="96741">
                          <a:moveTo>
                            <a:pt x="987571" y="96741"/>
                          </a:moveTo>
                          <a:lnTo>
                            <a:pt x="48371" y="96741"/>
                          </a:lnTo>
                          <a:cubicBezTo>
                            <a:pt x="21498" y="96741"/>
                            <a:pt x="0" y="75244"/>
                            <a:pt x="0" y="48371"/>
                          </a:cubicBezTo>
                          <a:lnTo>
                            <a:pt x="0" y="48371"/>
                          </a:lnTo>
                          <a:cubicBezTo>
                            <a:pt x="0" y="21498"/>
                            <a:pt x="21498" y="0"/>
                            <a:pt x="48371" y="0"/>
                          </a:cubicBezTo>
                          <a:lnTo>
                            <a:pt x="987571" y="0"/>
                          </a:lnTo>
                          <a:cubicBezTo>
                            <a:pt x="1014444" y="0"/>
                            <a:pt x="1035942" y="21498"/>
                            <a:pt x="1035942" y="48371"/>
                          </a:cubicBezTo>
                          <a:lnTo>
                            <a:pt x="1035942" y="48371"/>
                          </a:lnTo>
                          <a:cubicBezTo>
                            <a:pt x="1035942" y="75244"/>
                            <a:pt x="1014444" y="96741"/>
                            <a:pt x="987571" y="96741"/>
                          </a:cubicBezTo>
                          <a:close/>
                        </a:path>
                      </a:pathLst>
                    </a:custGeom>
                    <a:solidFill>
                      <a:schemeClr val="tx2">
                        <a:alpha val="26000"/>
                      </a:schemeClr>
                    </a:solidFill>
                    <a:ln w="13418" cap="flat">
                      <a:noFill/>
                      <a:prstDash val="solid"/>
                      <a:miter/>
                    </a:ln>
                  </p:spPr>
                  <p:txBody>
                    <a:bodyPr rtlCol="0" anchor="ctr"/>
                    <a:lstStyle/>
                    <a:p>
                      <a:endParaRPr lang="en-US"/>
                    </a:p>
                  </p:txBody>
                </p:sp>
              </p:grpSp>
              <p:sp>
                <p:nvSpPr>
                  <p:cNvPr id="319" name="Freeform: Shape 318">
                    <a:extLst>
                      <a:ext uri="{FF2B5EF4-FFF2-40B4-BE49-F238E27FC236}">
                        <a16:creationId xmlns:a16="http://schemas.microsoft.com/office/drawing/2014/main" id="{93C63C62-E8C4-4B9F-9D6A-211495EDF6CB}"/>
                      </a:ext>
                    </a:extLst>
                  </p:cNvPr>
                  <p:cNvSpPr/>
                  <p:nvPr/>
                </p:nvSpPr>
                <p:spPr>
                  <a:xfrm>
                    <a:off x="5154169" y="3469391"/>
                    <a:ext cx="295599" cy="295599"/>
                  </a:xfrm>
                  <a:custGeom>
                    <a:avLst/>
                    <a:gdLst>
                      <a:gd name="connsiteX0" fmla="*/ 243198 w 295599"/>
                      <a:gd name="connsiteY0" fmla="*/ 295600 h 295599"/>
                      <a:gd name="connsiteX1" fmla="*/ 52402 w 295599"/>
                      <a:gd name="connsiteY1" fmla="*/ 295600 h 295599"/>
                      <a:gd name="connsiteX2" fmla="*/ 0 w 295599"/>
                      <a:gd name="connsiteY2" fmla="*/ 243198 h 295599"/>
                      <a:gd name="connsiteX3" fmla="*/ 0 w 295599"/>
                      <a:gd name="connsiteY3" fmla="*/ 52402 h 295599"/>
                      <a:gd name="connsiteX4" fmla="*/ 52402 w 295599"/>
                      <a:gd name="connsiteY4" fmla="*/ 0 h 295599"/>
                      <a:gd name="connsiteX5" fmla="*/ 243198 w 295599"/>
                      <a:gd name="connsiteY5" fmla="*/ 0 h 295599"/>
                      <a:gd name="connsiteX6" fmla="*/ 295600 w 295599"/>
                      <a:gd name="connsiteY6" fmla="*/ 52402 h 295599"/>
                      <a:gd name="connsiteX7" fmla="*/ 295600 w 295599"/>
                      <a:gd name="connsiteY7" fmla="*/ 243198 h 295599"/>
                      <a:gd name="connsiteX8" fmla="*/ 243198 w 295599"/>
                      <a:gd name="connsiteY8" fmla="*/ 295600 h 295599"/>
                      <a:gd name="connsiteX9" fmla="*/ 53745 w 295599"/>
                      <a:gd name="connsiteY9" fmla="*/ 38965 h 295599"/>
                      <a:gd name="connsiteX10" fmla="*/ 40309 w 295599"/>
                      <a:gd name="connsiteY10" fmla="*/ 52402 h 295599"/>
                      <a:gd name="connsiteX11" fmla="*/ 40309 w 295599"/>
                      <a:gd name="connsiteY11" fmla="*/ 243198 h 295599"/>
                      <a:gd name="connsiteX12" fmla="*/ 53745 w 295599"/>
                      <a:gd name="connsiteY12" fmla="*/ 256634 h 295599"/>
                      <a:gd name="connsiteX13" fmla="*/ 243198 w 295599"/>
                      <a:gd name="connsiteY13" fmla="*/ 256634 h 295599"/>
                      <a:gd name="connsiteX14" fmla="*/ 256634 w 295599"/>
                      <a:gd name="connsiteY14" fmla="*/ 243198 h 295599"/>
                      <a:gd name="connsiteX15" fmla="*/ 256634 w 295599"/>
                      <a:gd name="connsiteY15" fmla="*/ 52402 h 295599"/>
                      <a:gd name="connsiteX16" fmla="*/ 243198 w 295599"/>
                      <a:gd name="connsiteY16" fmla="*/ 38965 h 295599"/>
                      <a:gd name="connsiteX17" fmla="*/ 53745 w 295599"/>
                      <a:gd name="connsiteY17" fmla="*/ 38965 h 29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5599" h="295599">
                        <a:moveTo>
                          <a:pt x="243198" y="295600"/>
                        </a:moveTo>
                        <a:lnTo>
                          <a:pt x="52402" y="295600"/>
                        </a:lnTo>
                        <a:cubicBezTo>
                          <a:pt x="24186" y="295600"/>
                          <a:pt x="0" y="272758"/>
                          <a:pt x="0" y="243198"/>
                        </a:cubicBezTo>
                        <a:lnTo>
                          <a:pt x="0" y="52402"/>
                        </a:lnTo>
                        <a:cubicBezTo>
                          <a:pt x="0" y="24185"/>
                          <a:pt x="22842" y="0"/>
                          <a:pt x="52402" y="0"/>
                        </a:cubicBezTo>
                        <a:lnTo>
                          <a:pt x="243198" y="0"/>
                        </a:lnTo>
                        <a:cubicBezTo>
                          <a:pt x="271414" y="0"/>
                          <a:pt x="295600" y="22842"/>
                          <a:pt x="295600" y="52402"/>
                        </a:cubicBezTo>
                        <a:lnTo>
                          <a:pt x="295600" y="243198"/>
                        </a:lnTo>
                        <a:cubicBezTo>
                          <a:pt x="295600" y="271414"/>
                          <a:pt x="272758" y="295600"/>
                          <a:pt x="243198" y="295600"/>
                        </a:cubicBezTo>
                        <a:close/>
                        <a:moveTo>
                          <a:pt x="53745" y="38965"/>
                        </a:moveTo>
                        <a:cubicBezTo>
                          <a:pt x="45683" y="38965"/>
                          <a:pt x="40309" y="45683"/>
                          <a:pt x="40309" y="52402"/>
                        </a:cubicBezTo>
                        <a:lnTo>
                          <a:pt x="40309" y="243198"/>
                        </a:lnTo>
                        <a:cubicBezTo>
                          <a:pt x="40309" y="251260"/>
                          <a:pt x="47027" y="256634"/>
                          <a:pt x="53745" y="256634"/>
                        </a:cubicBezTo>
                        <a:lnTo>
                          <a:pt x="243198" y="256634"/>
                        </a:lnTo>
                        <a:cubicBezTo>
                          <a:pt x="251260" y="256634"/>
                          <a:pt x="256634" y="249916"/>
                          <a:pt x="256634" y="243198"/>
                        </a:cubicBezTo>
                        <a:lnTo>
                          <a:pt x="256634" y="52402"/>
                        </a:lnTo>
                        <a:cubicBezTo>
                          <a:pt x="256634" y="44340"/>
                          <a:pt x="249916" y="38965"/>
                          <a:pt x="243198" y="38965"/>
                        </a:cubicBezTo>
                        <a:lnTo>
                          <a:pt x="53745" y="38965"/>
                        </a:lnTo>
                        <a:close/>
                      </a:path>
                    </a:pathLst>
                  </a:custGeom>
                  <a:solidFill>
                    <a:schemeClr val="tx2">
                      <a:alpha val="26000"/>
                    </a:schemeClr>
                  </a:solidFill>
                  <a:ln w="13418"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B47720C6-ACA7-43FF-BE6B-52E242FE0F4C}"/>
                      </a:ext>
                    </a:extLst>
                  </p:cNvPr>
                  <p:cNvSpPr/>
                  <p:nvPr/>
                </p:nvSpPr>
                <p:spPr>
                  <a:xfrm>
                    <a:off x="5154169" y="4017594"/>
                    <a:ext cx="295599" cy="295599"/>
                  </a:xfrm>
                  <a:custGeom>
                    <a:avLst/>
                    <a:gdLst>
                      <a:gd name="connsiteX0" fmla="*/ 243198 w 295599"/>
                      <a:gd name="connsiteY0" fmla="*/ 295600 h 295599"/>
                      <a:gd name="connsiteX1" fmla="*/ 52402 w 295599"/>
                      <a:gd name="connsiteY1" fmla="*/ 295600 h 295599"/>
                      <a:gd name="connsiteX2" fmla="*/ 0 w 295599"/>
                      <a:gd name="connsiteY2" fmla="*/ 243198 h 295599"/>
                      <a:gd name="connsiteX3" fmla="*/ 0 w 295599"/>
                      <a:gd name="connsiteY3" fmla="*/ 52402 h 295599"/>
                      <a:gd name="connsiteX4" fmla="*/ 52402 w 295599"/>
                      <a:gd name="connsiteY4" fmla="*/ 0 h 295599"/>
                      <a:gd name="connsiteX5" fmla="*/ 243198 w 295599"/>
                      <a:gd name="connsiteY5" fmla="*/ 0 h 295599"/>
                      <a:gd name="connsiteX6" fmla="*/ 295600 w 295599"/>
                      <a:gd name="connsiteY6" fmla="*/ 52402 h 295599"/>
                      <a:gd name="connsiteX7" fmla="*/ 295600 w 295599"/>
                      <a:gd name="connsiteY7" fmla="*/ 243198 h 295599"/>
                      <a:gd name="connsiteX8" fmla="*/ 243198 w 295599"/>
                      <a:gd name="connsiteY8" fmla="*/ 295600 h 295599"/>
                      <a:gd name="connsiteX9" fmla="*/ 53745 w 295599"/>
                      <a:gd name="connsiteY9" fmla="*/ 38965 h 295599"/>
                      <a:gd name="connsiteX10" fmla="*/ 40309 w 295599"/>
                      <a:gd name="connsiteY10" fmla="*/ 52402 h 295599"/>
                      <a:gd name="connsiteX11" fmla="*/ 40309 w 295599"/>
                      <a:gd name="connsiteY11" fmla="*/ 243198 h 295599"/>
                      <a:gd name="connsiteX12" fmla="*/ 53745 w 295599"/>
                      <a:gd name="connsiteY12" fmla="*/ 256634 h 295599"/>
                      <a:gd name="connsiteX13" fmla="*/ 243198 w 295599"/>
                      <a:gd name="connsiteY13" fmla="*/ 256634 h 295599"/>
                      <a:gd name="connsiteX14" fmla="*/ 256634 w 295599"/>
                      <a:gd name="connsiteY14" fmla="*/ 243198 h 295599"/>
                      <a:gd name="connsiteX15" fmla="*/ 256634 w 295599"/>
                      <a:gd name="connsiteY15" fmla="*/ 52402 h 295599"/>
                      <a:gd name="connsiteX16" fmla="*/ 243198 w 295599"/>
                      <a:gd name="connsiteY16" fmla="*/ 38965 h 295599"/>
                      <a:gd name="connsiteX17" fmla="*/ 53745 w 295599"/>
                      <a:gd name="connsiteY17" fmla="*/ 38965 h 29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5599" h="295599">
                        <a:moveTo>
                          <a:pt x="243198" y="295600"/>
                        </a:moveTo>
                        <a:lnTo>
                          <a:pt x="52402" y="295600"/>
                        </a:lnTo>
                        <a:cubicBezTo>
                          <a:pt x="24186" y="295600"/>
                          <a:pt x="0" y="272758"/>
                          <a:pt x="0" y="243198"/>
                        </a:cubicBezTo>
                        <a:lnTo>
                          <a:pt x="0" y="52402"/>
                        </a:lnTo>
                        <a:cubicBezTo>
                          <a:pt x="0" y="24185"/>
                          <a:pt x="22842" y="0"/>
                          <a:pt x="52402" y="0"/>
                        </a:cubicBezTo>
                        <a:lnTo>
                          <a:pt x="243198" y="0"/>
                        </a:lnTo>
                        <a:cubicBezTo>
                          <a:pt x="271414" y="0"/>
                          <a:pt x="295600" y="22842"/>
                          <a:pt x="295600" y="52402"/>
                        </a:cubicBezTo>
                        <a:lnTo>
                          <a:pt x="295600" y="243198"/>
                        </a:lnTo>
                        <a:cubicBezTo>
                          <a:pt x="295600" y="272758"/>
                          <a:pt x="272758" y="295600"/>
                          <a:pt x="243198" y="295600"/>
                        </a:cubicBezTo>
                        <a:close/>
                        <a:moveTo>
                          <a:pt x="53745" y="38965"/>
                        </a:moveTo>
                        <a:cubicBezTo>
                          <a:pt x="45683" y="38965"/>
                          <a:pt x="40309" y="45683"/>
                          <a:pt x="40309" y="52402"/>
                        </a:cubicBezTo>
                        <a:lnTo>
                          <a:pt x="40309" y="243198"/>
                        </a:lnTo>
                        <a:cubicBezTo>
                          <a:pt x="40309" y="251260"/>
                          <a:pt x="47027" y="256634"/>
                          <a:pt x="53745" y="256634"/>
                        </a:cubicBezTo>
                        <a:lnTo>
                          <a:pt x="243198" y="256634"/>
                        </a:lnTo>
                        <a:cubicBezTo>
                          <a:pt x="251260" y="256634"/>
                          <a:pt x="256634" y="249916"/>
                          <a:pt x="256634" y="243198"/>
                        </a:cubicBezTo>
                        <a:lnTo>
                          <a:pt x="256634" y="52402"/>
                        </a:lnTo>
                        <a:cubicBezTo>
                          <a:pt x="256634" y="44340"/>
                          <a:pt x="249916" y="38965"/>
                          <a:pt x="243198" y="38965"/>
                        </a:cubicBezTo>
                        <a:lnTo>
                          <a:pt x="53745" y="38965"/>
                        </a:lnTo>
                        <a:close/>
                      </a:path>
                    </a:pathLst>
                  </a:custGeom>
                  <a:solidFill>
                    <a:schemeClr val="tx2">
                      <a:alpha val="26000"/>
                    </a:schemeClr>
                  </a:solidFill>
                  <a:ln w="13418"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57CDBF60-3D84-410F-9C36-7EAB83F9F943}"/>
                      </a:ext>
                    </a:extLst>
                  </p:cNvPr>
                  <p:cNvSpPr/>
                  <p:nvPr/>
                </p:nvSpPr>
                <p:spPr>
                  <a:xfrm>
                    <a:off x="5154169" y="4565797"/>
                    <a:ext cx="295599" cy="295599"/>
                  </a:xfrm>
                  <a:custGeom>
                    <a:avLst/>
                    <a:gdLst>
                      <a:gd name="connsiteX0" fmla="*/ 243198 w 295599"/>
                      <a:gd name="connsiteY0" fmla="*/ 295600 h 295599"/>
                      <a:gd name="connsiteX1" fmla="*/ 52402 w 295599"/>
                      <a:gd name="connsiteY1" fmla="*/ 295600 h 295599"/>
                      <a:gd name="connsiteX2" fmla="*/ 0 w 295599"/>
                      <a:gd name="connsiteY2" fmla="*/ 243198 h 295599"/>
                      <a:gd name="connsiteX3" fmla="*/ 0 w 295599"/>
                      <a:gd name="connsiteY3" fmla="*/ 52402 h 295599"/>
                      <a:gd name="connsiteX4" fmla="*/ 52402 w 295599"/>
                      <a:gd name="connsiteY4" fmla="*/ 0 h 295599"/>
                      <a:gd name="connsiteX5" fmla="*/ 243198 w 295599"/>
                      <a:gd name="connsiteY5" fmla="*/ 0 h 295599"/>
                      <a:gd name="connsiteX6" fmla="*/ 295600 w 295599"/>
                      <a:gd name="connsiteY6" fmla="*/ 52402 h 295599"/>
                      <a:gd name="connsiteX7" fmla="*/ 295600 w 295599"/>
                      <a:gd name="connsiteY7" fmla="*/ 243198 h 295599"/>
                      <a:gd name="connsiteX8" fmla="*/ 243198 w 295599"/>
                      <a:gd name="connsiteY8" fmla="*/ 295600 h 295599"/>
                      <a:gd name="connsiteX9" fmla="*/ 53745 w 295599"/>
                      <a:gd name="connsiteY9" fmla="*/ 40309 h 295599"/>
                      <a:gd name="connsiteX10" fmla="*/ 40309 w 295599"/>
                      <a:gd name="connsiteY10" fmla="*/ 53745 h 295599"/>
                      <a:gd name="connsiteX11" fmla="*/ 40309 w 295599"/>
                      <a:gd name="connsiteY11" fmla="*/ 244542 h 295599"/>
                      <a:gd name="connsiteX12" fmla="*/ 53745 w 295599"/>
                      <a:gd name="connsiteY12" fmla="*/ 257978 h 295599"/>
                      <a:gd name="connsiteX13" fmla="*/ 243198 w 295599"/>
                      <a:gd name="connsiteY13" fmla="*/ 257978 h 295599"/>
                      <a:gd name="connsiteX14" fmla="*/ 256634 w 295599"/>
                      <a:gd name="connsiteY14" fmla="*/ 244542 h 295599"/>
                      <a:gd name="connsiteX15" fmla="*/ 256634 w 295599"/>
                      <a:gd name="connsiteY15" fmla="*/ 53745 h 295599"/>
                      <a:gd name="connsiteX16" fmla="*/ 243198 w 295599"/>
                      <a:gd name="connsiteY16" fmla="*/ 40309 h 295599"/>
                      <a:gd name="connsiteX17" fmla="*/ 53745 w 295599"/>
                      <a:gd name="connsiteY17" fmla="*/ 40309 h 29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5599" h="295599">
                        <a:moveTo>
                          <a:pt x="243198" y="295600"/>
                        </a:moveTo>
                        <a:lnTo>
                          <a:pt x="52402" y="295600"/>
                        </a:lnTo>
                        <a:cubicBezTo>
                          <a:pt x="24186" y="295600"/>
                          <a:pt x="0" y="272758"/>
                          <a:pt x="0" y="243198"/>
                        </a:cubicBezTo>
                        <a:lnTo>
                          <a:pt x="0" y="52402"/>
                        </a:lnTo>
                        <a:cubicBezTo>
                          <a:pt x="0" y="24185"/>
                          <a:pt x="22842" y="0"/>
                          <a:pt x="52402" y="0"/>
                        </a:cubicBezTo>
                        <a:lnTo>
                          <a:pt x="243198" y="0"/>
                        </a:lnTo>
                        <a:cubicBezTo>
                          <a:pt x="271414" y="0"/>
                          <a:pt x="295600" y="22842"/>
                          <a:pt x="295600" y="52402"/>
                        </a:cubicBezTo>
                        <a:lnTo>
                          <a:pt x="295600" y="243198"/>
                        </a:lnTo>
                        <a:cubicBezTo>
                          <a:pt x="295600" y="272758"/>
                          <a:pt x="272758" y="295600"/>
                          <a:pt x="243198" y="295600"/>
                        </a:cubicBezTo>
                        <a:close/>
                        <a:moveTo>
                          <a:pt x="53745" y="40309"/>
                        </a:moveTo>
                        <a:cubicBezTo>
                          <a:pt x="45683" y="40309"/>
                          <a:pt x="40309" y="47027"/>
                          <a:pt x="40309" y="53745"/>
                        </a:cubicBezTo>
                        <a:lnTo>
                          <a:pt x="40309" y="244542"/>
                        </a:lnTo>
                        <a:cubicBezTo>
                          <a:pt x="40309" y="252603"/>
                          <a:pt x="47027" y="257978"/>
                          <a:pt x="53745" y="257978"/>
                        </a:cubicBezTo>
                        <a:lnTo>
                          <a:pt x="243198" y="257978"/>
                        </a:lnTo>
                        <a:cubicBezTo>
                          <a:pt x="251260" y="257978"/>
                          <a:pt x="256634" y="251260"/>
                          <a:pt x="256634" y="244542"/>
                        </a:cubicBezTo>
                        <a:lnTo>
                          <a:pt x="256634" y="53745"/>
                        </a:lnTo>
                        <a:cubicBezTo>
                          <a:pt x="256634" y="45684"/>
                          <a:pt x="249916" y="40309"/>
                          <a:pt x="243198" y="40309"/>
                        </a:cubicBezTo>
                        <a:lnTo>
                          <a:pt x="53745" y="40309"/>
                        </a:lnTo>
                        <a:close/>
                      </a:path>
                    </a:pathLst>
                  </a:custGeom>
                  <a:solidFill>
                    <a:schemeClr val="tx2">
                      <a:alpha val="26000"/>
                    </a:schemeClr>
                  </a:solidFill>
                  <a:ln w="13418"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968FA96C-0F46-4761-9923-83B8ABC213D7}"/>
                      </a:ext>
                    </a:extLst>
                  </p:cNvPr>
                  <p:cNvSpPr/>
                  <p:nvPr/>
                </p:nvSpPr>
                <p:spPr>
                  <a:xfrm>
                    <a:off x="5154169" y="5115343"/>
                    <a:ext cx="295599" cy="295599"/>
                  </a:xfrm>
                  <a:custGeom>
                    <a:avLst/>
                    <a:gdLst>
                      <a:gd name="connsiteX0" fmla="*/ 243198 w 295599"/>
                      <a:gd name="connsiteY0" fmla="*/ 295599 h 295599"/>
                      <a:gd name="connsiteX1" fmla="*/ 52402 w 295599"/>
                      <a:gd name="connsiteY1" fmla="*/ 295599 h 295599"/>
                      <a:gd name="connsiteX2" fmla="*/ 0 w 295599"/>
                      <a:gd name="connsiteY2" fmla="*/ 243198 h 295599"/>
                      <a:gd name="connsiteX3" fmla="*/ 0 w 295599"/>
                      <a:gd name="connsiteY3" fmla="*/ 52402 h 295599"/>
                      <a:gd name="connsiteX4" fmla="*/ 52402 w 295599"/>
                      <a:gd name="connsiteY4" fmla="*/ 0 h 295599"/>
                      <a:gd name="connsiteX5" fmla="*/ 243198 w 295599"/>
                      <a:gd name="connsiteY5" fmla="*/ 0 h 295599"/>
                      <a:gd name="connsiteX6" fmla="*/ 295600 w 295599"/>
                      <a:gd name="connsiteY6" fmla="*/ 52402 h 295599"/>
                      <a:gd name="connsiteX7" fmla="*/ 295600 w 295599"/>
                      <a:gd name="connsiteY7" fmla="*/ 243198 h 295599"/>
                      <a:gd name="connsiteX8" fmla="*/ 243198 w 295599"/>
                      <a:gd name="connsiteY8" fmla="*/ 295599 h 295599"/>
                      <a:gd name="connsiteX9" fmla="*/ 53745 w 295599"/>
                      <a:gd name="connsiteY9" fmla="*/ 38965 h 295599"/>
                      <a:gd name="connsiteX10" fmla="*/ 40309 w 295599"/>
                      <a:gd name="connsiteY10" fmla="*/ 52402 h 295599"/>
                      <a:gd name="connsiteX11" fmla="*/ 40309 w 295599"/>
                      <a:gd name="connsiteY11" fmla="*/ 243198 h 295599"/>
                      <a:gd name="connsiteX12" fmla="*/ 53745 w 295599"/>
                      <a:gd name="connsiteY12" fmla="*/ 256634 h 295599"/>
                      <a:gd name="connsiteX13" fmla="*/ 243198 w 295599"/>
                      <a:gd name="connsiteY13" fmla="*/ 256634 h 295599"/>
                      <a:gd name="connsiteX14" fmla="*/ 256634 w 295599"/>
                      <a:gd name="connsiteY14" fmla="*/ 243198 h 295599"/>
                      <a:gd name="connsiteX15" fmla="*/ 256634 w 295599"/>
                      <a:gd name="connsiteY15" fmla="*/ 52402 h 295599"/>
                      <a:gd name="connsiteX16" fmla="*/ 243198 w 295599"/>
                      <a:gd name="connsiteY16" fmla="*/ 38965 h 295599"/>
                      <a:gd name="connsiteX17" fmla="*/ 53745 w 295599"/>
                      <a:gd name="connsiteY17" fmla="*/ 38965 h 29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5599" h="295599">
                        <a:moveTo>
                          <a:pt x="243198" y="295599"/>
                        </a:moveTo>
                        <a:lnTo>
                          <a:pt x="52402" y="295599"/>
                        </a:lnTo>
                        <a:cubicBezTo>
                          <a:pt x="24186" y="295599"/>
                          <a:pt x="0" y="272758"/>
                          <a:pt x="0" y="243198"/>
                        </a:cubicBezTo>
                        <a:lnTo>
                          <a:pt x="0" y="52402"/>
                        </a:lnTo>
                        <a:cubicBezTo>
                          <a:pt x="0" y="24185"/>
                          <a:pt x="22842" y="0"/>
                          <a:pt x="52402" y="0"/>
                        </a:cubicBezTo>
                        <a:lnTo>
                          <a:pt x="243198" y="0"/>
                        </a:lnTo>
                        <a:cubicBezTo>
                          <a:pt x="271414" y="0"/>
                          <a:pt x="295600" y="22842"/>
                          <a:pt x="295600" y="52402"/>
                        </a:cubicBezTo>
                        <a:lnTo>
                          <a:pt x="295600" y="243198"/>
                        </a:lnTo>
                        <a:cubicBezTo>
                          <a:pt x="295600" y="271414"/>
                          <a:pt x="272758" y="295599"/>
                          <a:pt x="243198" y="295599"/>
                        </a:cubicBezTo>
                        <a:close/>
                        <a:moveTo>
                          <a:pt x="53745" y="38965"/>
                        </a:moveTo>
                        <a:cubicBezTo>
                          <a:pt x="45683" y="38965"/>
                          <a:pt x="40309" y="45683"/>
                          <a:pt x="40309" y="52402"/>
                        </a:cubicBezTo>
                        <a:lnTo>
                          <a:pt x="40309" y="243198"/>
                        </a:lnTo>
                        <a:cubicBezTo>
                          <a:pt x="40309" y="251260"/>
                          <a:pt x="47027" y="256634"/>
                          <a:pt x="53745" y="256634"/>
                        </a:cubicBezTo>
                        <a:lnTo>
                          <a:pt x="243198" y="256634"/>
                        </a:lnTo>
                        <a:cubicBezTo>
                          <a:pt x="251260" y="256634"/>
                          <a:pt x="256634" y="249916"/>
                          <a:pt x="256634" y="243198"/>
                        </a:cubicBezTo>
                        <a:lnTo>
                          <a:pt x="256634" y="52402"/>
                        </a:lnTo>
                        <a:cubicBezTo>
                          <a:pt x="256634" y="44340"/>
                          <a:pt x="249916" y="38965"/>
                          <a:pt x="243198" y="38965"/>
                        </a:cubicBezTo>
                        <a:lnTo>
                          <a:pt x="53745" y="38965"/>
                        </a:lnTo>
                        <a:close/>
                      </a:path>
                    </a:pathLst>
                  </a:custGeom>
                  <a:solidFill>
                    <a:schemeClr val="tx2">
                      <a:alpha val="26000"/>
                    </a:schemeClr>
                  </a:solidFill>
                  <a:ln w="13418"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A2294617-C2CE-4DAD-8A95-B2CF4E0D7001}"/>
                      </a:ext>
                    </a:extLst>
                  </p:cNvPr>
                  <p:cNvSpPr/>
                  <p:nvPr/>
                </p:nvSpPr>
                <p:spPr>
                  <a:xfrm>
                    <a:off x="5213007" y="3481733"/>
                    <a:ext cx="221732" cy="217420"/>
                  </a:xfrm>
                  <a:custGeom>
                    <a:avLst/>
                    <a:gdLst>
                      <a:gd name="connsiteX0" fmla="*/ 90305 w 221732"/>
                      <a:gd name="connsiteY0" fmla="*/ 217420 h 217420"/>
                      <a:gd name="connsiteX1" fmla="*/ 72838 w 221732"/>
                      <a:gd name="connsiteY1" fmla="*/ 210702 h 217420"/>
                      <a:gd name="connsiteX2" fmla="*/ 11030 w 221732"/>
                      <a:gd name="connsiteY2" fmla="*/ 162331 h 217420"/>
                      <a:gd name="connsiteX3" fmla="*/ 5656 w 221732"/>
                      <a:gd name="connsiteY3" fmla="*/ 122022 h 217420"/>
                      <a:gd name="connsiteX4" fmla="*/ 45965 w 221732"/>
                      <a:gd name="connsiteY4" fmla="*/ 116648 h 217420"/>
                      <a:gd name="connsiteX5" fmla="*/ 82243 w 221732"/>
                      <a:gd name="connsiteY5" fmla="*/ 144864 h 217420"/>
                      <a:gd name="connsiteX6" fmla="*/ 168235 w 221732"/>
                      <a:gd name="connsiteY6" fmla="*/ 13188 h 217420"/>
                      <a:gd name="connsiteX7" fmla="*/ 208544 w 221732"/>
                      <a:gd name="connsiteY7" fmla="*/ 5126 h 217420"/>
                      <a:gd name="connsiteX8" fmla="*/ 216606 w 221732"/>
                      <a:gd name="connsiteY8" fmla="*/ 45435 h 217420"/>
                      <a:gd name="connsiteX9" fmla="*/ 113147 w 221732"/>
                      <a:gd name="connsiteY9" fmla="*/ 202640 h 217420"/>
                      <a:gd name="connsiteX10" fmla="*/ 94335 w 221732"/>
                      <a:gd name="connsiteY10" fmla="*/ 214733 h 217420"/>
                      <a:gd name="connsiteX11" fmla="*/ 90305 w 221732"/>
                      <a:gd name="connsiteY11" fmla="*/ 217420 h 217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1732" h="217420">
                        <a:moveTo>
                          <a:pt x="90305" y="217420"/>
                        </a:moveTo>
                        <a:cubicBezTo>
                          <a:pt x="83586" y="217420"/>
                          <a:pt x="78212" y="214733"/>
                          <a:pt x="72838" y="210702"/>
                        </a:cubicBezTo>
                        <a:lnTo>
                          <a:pt x="11030" y="162331"/>
                        </a:lnTo>
                        <a:cubicBezTo>
                          <a:pt x="-1062" y="152926"/>
                          <a:pt x="-3750" y="134115"/>
                          <a:pt x="5656" y="122022"/>
                        </a:cubicBezTo>
                        <a:cubicBezTo>
                          <a:pt x="15061" y="109929"/>
                          <a:pt x="33872" y="107242"/>
                          <a:pt x="45965" y="116648"/>
                        </a:cubicBezTo>
                        <a:lnTo>
                          <a:pt x="82243" y="144864"/>
                        </a:lnTo>
                        <a:lnTo>
                          <a:pt x="168235" y="13188"/>
                        </a:lnTo>
                        <a:cubicBezTo>
                          <a:pt x="177641" y="-249"/>
                          <a:pt x="195108" y="-4279"/>
                          <a:pt x="208544" y="5126"/>
                        </a:cubicBezTo>
                        <a:cubicBezTo>
                          <a:pt x="221981" y="14531"/>
                          <a:pt x="226012" y="31999"/>
                          <a:pt x="216606" y="45435"/>
                        </a:cubicBezTo>
                        <a:lnTo>
                          <a:pt x="113147" y="202640"/>
                        </a:lnTo>
                        <a:cubicBezTo>
                          <a:pt x="109115" y="209358"/>
                          <a:pt x="101054" y="213389"/>
                          <a:pt x="94335" y="214733"/>
                        </a:cubicBezTo>
                        <a:cubicBezTo>
                          <a:pt x="92992" y="217420"/>
                          <a:pt x="91648" y="217420"/>
                          <a:pt x="90305" y="217420"/>
                        </a:cubicBezTo>
                        <a:close/>
                      </a:path>
                    </a:pathLst>
                  </a:custGeom>
                  <a:solidFill>
                    <a:schemeClr val="accent1"/>
                  </a:solidFill>
                  <a:ln w="13418"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609BCB65-1F95-4D94-BBA6-04936FB3B69C}"/>
                      </a:ext>
                    </a:extLst>
                  </p:cNvPr>
                  <p:cNvSpPr/>
                  <p:nvPr/>
                </p:nvSpPr>
                <p:spPr>
                  <a:xfrm>
                    <a:off x="5213007" y="4024561"/>
                    <a:ext cx="221732" cy="217420"/>
                  </a:xfrm>
                  <a:custGeom>
                    <a:avLst/>
                    <a:gdLst>
                      <a:gd name="connsiteX0" fmla="*/ 90305 w 221732"/>
                      <a:gd name="connsiteY0" fmla="*/ 217420 h 217420"/>
                      <a:gd name="connsiteX1" fmla="*/ 72838 w 221732"/>
                      <a:gd name="connsiteY1" fmla="*/ 210702 h 217420"/>
                      <a:gd name="connsiteX2" fmla="*/ 11030 w 221732"/>
                      <a:gd name="connsiteY2" fmla="*/ 162331 h 217420"/>
                      <a:gd name="connsiteX3" fmla="*/ 5656 w 221732"/>
                      <a:gd name="connsiteY3" fmla="*/ 122022 h 217420"/>
                      <a:gd name="connsiteX4" fmla="*/ 45965 w 221732"/>
                      <a:gd name="connsiteY4" fmla="*/ 116648 h 217420"/>
                      <a:gd name="connsiteX5" fmla="*/ 82243 w 221732"/>
                      <a:gd name="connsiteY5" fmla="*/ 144864 h 217420"/>
                      <a:gd name="connsiteX6" fmla="*/ 168235 w 221732"/>
                      <a:gd name="connsiteY6" fmla="*/ 13188 h 217420"/>
                      <a:gd name="connsiteX7" fmla="*/ 208544 w 221732"/>
                      <a:gd name="connsiteY7" fmla="*/ 5126 h 217420"/>
                      <a:gd name="connsiteX8" fmla="*/ 216606 w 221732"/>
                      <a:gd name="connsiteY8" fmla="*/ 45435 h 217420"/>
                      <a:gd name="connsiteX9" fmla="*/ 113147 w 221732"/>
                      <a:gd name="connsiteY9" fmla="*/ 202640 h 217420"/>
                      <a:gd name="connsiteX10" fmla="*/ 94335 w 221732"/>
                      <a:gd name="connsiteY10" fmla="*/ 214733 h 217420"/>
                      <a:gd name="connsiteX11" fmla="*/ 90305 w 221732"/>
                      <a:gd name="connsiteY11" fmla="*/ 217420 h 217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1732" h="217420">
                        <a:moveTo>
                          <a:pt x="90305" y="217420"/>
                        </a:moveTo>
                        <a:cubicBezTo>
                          <a:pt x="83586" y="217420"/>
                          <a:pt x="78212" y="214733"/>
                          <a:pt x="72838" y="210702"/>
                        </a:cubicBezTo>
                        <a:lnTo>
                          <a:pt x="11030" y="162331"/>
                        </a:lnTo>
                        <a:cubicBezTo>
                          <a:pt x="-1062" y="152926"/>
                          <a:pt x="-3750" y="134115"/>
                          <a:pt x="5656" y="122022"/>
                        </a:cubicBezTo>
                        <a:cubicBezTo>
                          <a:pt x="15061" y="109929"/>
                          <a:pt x="33872" y="107242"/>
                          <a:pt x="45965" y="116648"/>
                        </a:cubicBezTo>
                        <a:lnTo>
                          <a:pt x="82243" y="144864"/>
                        </a:lnTo>
                        <a:lnTo>
                          <a:pt x="168235" y="13188"/>
                        </a:lnTo>
                        <a:cubicBezTo>
                          <a:pt x="177641" y="-249"/>
                          <a:pt x="195108" y="-4280"/>
                          <a:pt x="208544" y="5126"/>
                        </a:cubicBezTo>
                        <a:cubicBezTo>
                          <a:pt x="221981" y="14531"/>
                          <a:pt x="226012" y="31999"/>
                          <a:pt x="216606" y="45435"/>
                        </a:cubicBezTo>
                        <a:lnTo>
                          <a:pt x="113147" y="202640"/>
                        </a:lnTo>
                        <a:cubicBezTo>
                          <a:pt x="109115" y="209358"/>
                          <a:pt x="101054" y="213389"/>
                          <a:pt x="94335" y="214733"/>
                        </a:cubicBezTo>
                        <a:cubicBezTo>
                          <a:pt x="92992" y="217420"/>
                          <a:pt x="91648" y="217420"/>
                          <a:pt x="90305" y="217420"/>
                        </a:cubicBezTo>
                        <a:close/>
                      </a:path>
                    </a:pathLst>
                  </a:custGeom>
                  <a:solidFill>
                    <a:schemeClr val="accent1"/>
                  </a:solidFill>
                  <a:ln w="13418"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75A2CF2B-0B49-439A-AF07-1F6D2B452CDB}"/>
                      </a:ext>
                    </a:extLst>
                  </p:cNvPr>
                  <p:cNvSpPr/>
                  <p:nvPr/>
                </p:nvSpPr>
                <p:spPr>
                  <a:xfrm>
                    <a:off x="5213007" y="4572764"/>
                    <a:ext cx="221732" cy="217420"/>
                  </a:xfrm>
                  <a:custGeom>
                    <a:avLst/>
                    <a:gdLst>
                      <a:gd name="connsiteX0" fmla="*/ 90305 w 221732"/>
                      <a:gd name="connsiteY0" fmla="*/ 217420 h 217420"/>
                      <a:gd name="connsiteX1" fmla="*/ 72838 w 221732"/>
                      <a:gd name="connsiteY1" fmla="*/ 210702 h 217420"/>
                      <a:gd name="connsiteX2" fmla="*/ 11030 w 221732"/>
                      <a:gd name="connsiteY2" fmla="*/ 162331 h 217420"/>
                      <a:gd name="connsiteX3" fmla="*/ 5656 w 221732"/>
                      <a:gd name="connsiteY3" fmla="*/ 122022 h 217420"/>
                      <a:gd name="connsiteX4" fmla="*/ 45965 w 221732"/>
                      <a:gd name="connsiteY4" fmla="*/ 116648 h 217420"/>
                      <a:gd name="connsiteX5" fmla="*/ 82243 w 221732"/>
                      <a:gd name="connsiteY5" fmla="*/ 144864 h 217420"/>
                      <a:gd name="connsiteX6" fmla="*/ 168235 w 221732"/>
                      <a:gd name="connsiteY6" fmla="*/ 13188 h 217420"/>
                      <a:gd name="connsiteX7" fmla="*/ 208544 w 221732"/>
                      <a:gd name="connsiteY7" fmla="*/ 5126 h 217420"/>
                      <a:gd name="connsiteX8" fmla="*/ 216606 w 221732"/>
                      <a:gd name="connsiteY8" fmla="*/ 45435 h 217420"/>
                      <a:gd name="connsiteX9" fmla="*/ 113147 w 221732"/>
                      <a:gd name="connsiteY9" fmla="*/ 202640 h 217420"/>
                      <a:gd name="connsiteX10" fmla="*/ 94335 w 221732"/>
                      <a:gd name="connsiteY10" fmla="*/ 214733 h 217420"/>
                      <a:gd name="connsiteX11" fmla="*/ 90305 w 221732"/>
                      <a:gd name="connsiteY11" fmla="*/ 217420 h 217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1732" h="217420">
                        <a:moveTo>
                          <a:pt x="90305" y="217420"/>
                        </a:moveTo>
                        <a:cubicBezTo>
                          <a:pt x="83586" y="217420"/>
                          <a:pt x="78212" y="214733"/>
                          <a:pt x="72838" y="210702"/>
                        </a:cubicBezTo>
                        <a:lnTo>
                          <a:pt x="11030" y="162331"/>
                        </a:lnTo>
                        <a:cubicBezTo>
                          <a:pt x="-1062" y="152926"/>
                          <a:pt x="-3750" y="134115"/>
                          <a:pt x="5656" y="122022"/>
                        </a:cubicBezTo>
                        <a:cubicBezTo>
                          <a:pt x="15061" y="109929"/>
                          <a:pt x="33872" y="107242"/>
                          <a:pt x="45965" y="116648"/>
                        </a:cubicBezTo>
                        <a:lnTo>
                          <a:pt x="82243" y="144864"/>
                        </a:lnTo>
                        <a:lnTo>
                          <a:pt x="168235" y="13188"/>
                        </a:lnTo>
                        <a:cubicBezTo>
                          <a:pt x="177641" y="-249"/>
                          <a:pt x="195108" y="-4279"/>
                          <a:pt x="208544" y="5126"/>
                        </a:cubicBezTo>
                        <a:cubicBezTo>
                          <a:pt x="221981" y="14531"/>
                          <a:pt x="226012" y="31999"/>
                          <a:pt x="216606" y="45435"/>
                        </a:cubicBezTo>
                        <a:lnTo>
                          <a:pt x="113147" y="202640"/>
                        </a:lnTo>
                        <a:cubicBezTo>
                          <a:pt x="109115" y="209358"/>
                          <a:pt x="101054" y="213389"/>
                          <a:pt x="94335" y="214733"/>
                        </a:cubicBezTo>
                        <a:cubicBezTo>
                          <a:pt x="92992" y="217420"/>
                          <a:pt x="91648" y="217420"/>
                          <a:pt x="90305" y="217420"/>
                        </a:cubicBezTo>
                        <a:close/>
                      </a:path>
                    </a:pathLst>
                  </a:custGeom>
                  <a:solidFill>
                    <a:schemeClr val="accent1"/>
                  </a:solidFill>
                  <a:ln w="13418"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EFB2046F-87BA-465E-8F65-5E3C67B68235}"/>
                      </a:ext>
                    </a:extLst>
                  </p:cNvPr>
                  <p:cNvSpPr/>
                  <p:nvPr/>
                </p:nvSpPr>
                <p:spPr>
                  <a:xfrm>
                    <a:off x="5213007" y="5120966"/>
                    <a:ext cx="221732" cy="217420"/>
                  </a:xfrm>
                  <a:custGeom>
                    <a:avLst/>
                    <a:gdLst>
                      <a:gd name="connsiteX0" fmla="*/ 90305 w 221732"/>
                      <a:gd name="connsiteY0" fmla="*/ 217420 h 217420"/>
                      <a:gd name="connsiteX1" fmla="*/ 72838 w 221732"/>
                      <a:gd name="connsiteY1" fmla="*/ 210702 h 217420"/>
                      <a:gd name="connsiteX2" fmla="*/ 11030 w 221732"/>
                      <a:gd name="connsiteY2" fmla="*/ 162331 h 217420"/>
                      <a:gd name="connsiteX3" fmla="*/ 5656 w 221732"/>
                      <a:gd name="connsiteY3" fmla="*/ 122022 h 217420"/>
                      <a:gd name="connsiteX4" fmla="*/ 45965 w 221732"/>
                      <a:gd name="connsiteY4" fmla="*/ 116648 h 217420"/>
                      <a:gd name="connsiteX5" fmla="*/ 82243 w 221732"/>
                      <a:gd name="connsiteY5" fmla="*/ 144864 h 217420"/>
                      <a:gd name="connsiteX6" fmla="*/ 168235 w 221732"/>
                      <a:gd name="connsiteY6" fmla="*/ 13188 h 217420"/>
                      <a:gd name="connsiteX7" fmla="*/ 208544 w 221732"/>
                      <a:gd name="connsiteY7" fmla="*/ 5126 h 217420"/>
                      <a:gd name="connsiteX8" fmla="*/ 216606 w 221732"/>
                      <a:gd name="connsiteY8" fmla="*/ 45435 h 217420"/>
                      <a:gd name="connsiteX9" fmla="*/ 113147 w 221732"/>
                      <a:gd name="connsiteY9" fmla="*/ 202640 h 217420"/>
                      <a:gd name="connsiteX10" fmla="*/ 94335 w 221732"/>
                      <a:gd name="connsiteY10" fmla="*/ 214733 h 217420"/>
                      <a:gd name="connsiteX11" fmla="*/ 90305 w 221732"/>
                      <a:gd name="connsiteY11" fmla="*/ 217420 h 217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1732" h="217420">
                        <a:moveTo>
                          <a:pt x="90305" y="217420"/>
                        </a:moveTo>
                        <a:cubicBezTo>
                          <a:pt x="83586" y="217420"/>
                          <a:pt x="78212" y="214733"/>
                          <a:pt x="72838" y="210702"/>
                        </a:cubicBezTo>
                        <a:lnTo>
                          <a:pt x="11030" y="162331"/>
                        </a:lnTo>
                        <a:cubicBezTo>
                          <a:pt x="-1062" y="152926"/>
                          <a:pt x="-3750" y="134115"/>
                          <a:pt x="5656" y="122022"/>
                        </a:cubicBezTo>
                        <a:cubicBezTo>
                          <a:pt x="15061" y="109929"/>
                          <a:pt x="33872" y="107242"/>
                          <a:pt x="45965" y="116648"/>
                        </a:cubicBezTo>
                        <a:lnTo>
                          <a:pt x="82243" y="144864"/>
                        </a:lnTo>
                        <a:lnTo>
                          <a:pt x="168235" y="13188"/>
                        </a:lnTo>
                        <a:cubicBezTo>
                          <a:pt x="177641" y="-249"/>
                          <a:pt x="195108" y="-4280"/>
                          <a:pt x="208544" y="5126"/>
                        </a:cubicBezTo>
                        <a:cubicBezTo>
                          <a:pt x="221981" y="14531"/>
                          <a:pt x="226012" y="31999"/>
                          <a:pt x="216606" y="45435"/>
                        </a:cubicBezTo>
                        <a:lnTo>
                          <a:pt x="113147" y="202640"/>
                        </a:lnTo>
                        <a:cubicBezTo>
                          <a:pt x="109115" y="209358"/>
                          <a:pt x="101054" y="213389"/>
                          <a:pt x="94335" y="214733"/>
                        </a:cubicBezTo>
                        <a:cubicBezTo>
                          <a:pt x="92992" y="217420"/>
                          <a:pt x="91648" y="217420"/>
                          <a:pt x="90305" y="217420"/>
                        </a:cubicBezTo>
                        <a:close/>
                      </a:path>
                    </a:pathLst>
                  </a:custGeom>
                  <a:solidFill>
                    <a:schemeClr val="accent1"/>
                  </a:solidFill>
                  <a:ln w="13418" cap="flat">
                    <a:noFill/>
                    <a:prstDash val="solid"/>
                    <a:miter/>
                  </a:ln>
                </p:spPr>
                <p:txBody>
                  <a:bodyPr rtlCol="0" anchor="ctr"/>
                  <a:lstStyle/>
                  <a:p>
                    <a:endParaRPr lang="en-US"/>
                  </a:p>
                </p:txBody>
              </p:sp>
            </p:grpSp>
            <p:grpSp>
              <p:nvGrpSpPr>
                <p:cNvPr id="327" name="Graphic 270">
                  <a:extLst>
                    <a:ext uri="{FF2B5EF4-FFF2-40B4-BE49-F238E27FC236}">
                      <a16:creationId xmlns:a16="http://schemas.microsoft.com/office/drawing/2014/main" id="{CE275A8D-5B77-477D-84A2-C99A0FDE080A}"/>
                    </a:ext>
                  </a:extLst>
                </p:cNvPr>
                <p:cNvGrpSpPr/>
                <p:nvPr/>
              </p:nvGrpSpPr>
              <p:grpSpPr>
                <a:xfrm>
                  <a:off x="4167941" y="2863412"/>
                  <a:ext cx="262217" cy="18810"/>
                  <a:chOff x="4167941" y="2863412"/>
                  <a:chExt cx="262217" cy="18810"/>
                </a:xfrm>
                <a:solidFill>
                  <a:srgbClr val="718093">
                    <a:alpha val="50000"/>
                  </a:srgbClr>
                </a:solidFill>
              </p:grpSpPr>
              <p:sp>
                <p:nvSpPr>
                  <p:cNvPr id="328" name="Freeform: Shape 327">
                    <a:extLst>
                      <a:ext uri="{FF2B5EF4-FFF2-40B4-BE49-F238E27FC236}">
                        <a16:creationId xmlns:a16="http://schemas.microsoft.com/office/drawing/2014/main" id="{FE6AADE2-0EA4-464F-A117-D3BC73CE01BA}"/>
                      </a:ext>
                    </a:extLst>
                  </p:cNvPr>
                  <p:cNvSpPr/>
                  <p:nvPr/>
                </p:nvSpPr>
                <p:spPr>
                  <a:xfrm>
                    <a:off x="4167941" y="2863412"/>
                    <a:ext cx="227282" cy="18810"/>
                  </a:xfrm>
                  <a:custGeom>
                    <a:avLst/>
                    <a:gdLst>
                      <a:gd name="connsiteX0" fmla="*/ 217669 w 227282"/>
                      <a:gd name="connsiteY0" fmla="*/ 18811 h 18810"/>
                      <a:gd name="connsiteX1" fmla="*/ 9405 w 227282"/>
                      <a:gd name="connsiteY1" fmla="*/ 18811 h 18810"/>
                      <a:gd name="connsiteX2" fmla="*/ 0 w 227282"/>
                      <a:gd name="connsiteY2" fmla="*/ 9406 h 18810"/>
                      <a:gd name="connsiteX3" fmla="*/ 0 w 227282"/>
                      <a:gd name="connsiteY3" fmla="*/ 9406 h 18810"/>
                      <a:gd name="connsiteX4" fmla="*/ 9405 w 227282"/>
                      <a:gd name="connsiteY4" fmla="*/ 0 h 18810"/>
                      <a:gd name="connsiteX5" fmla="*/ 217669 w 227282"/>
                      <a:gd name="connsiteY5" fmla="*/ 0 h 18810"/>
                      <a:gd name="connsiteX6" fmla="*/ 227074 w 227282"/>
                      <a:gd name="connsiteY6" fmla="*/ 9406 h 18810"/>
                      <a:gd name="connsiteX7" fmla="*/ 227074 w 227282"/>
                      <a:gd name="connsiteY7" fmla="*/ 9406 h 18810"/>
                      <a:gd name="connsiteX8" fmla="*/ 217669 w 227282"/>
                      <a:gd name="connsiteY8" fmla="*/ 18811 h 18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7282" h="18810">
                        <a:moveTo>
                          <a:pt x="217669" y="18811"/>
                        </a:moveTo>
                        <a:lnTo>
                          <a:pt x="9405" y="18811"/>
                        </a:lnTo>
                        <a:cubicBezTo>
                          <a:pt x="4031" y="18811"/>
                          <a:pt x="0" y="14780"/>
                          <a:pt x="0" y="9406"/>
                        </a:cubicBezTo>
                        <a:lnTo>
                          <a:pt x="0" y="9406"/>
                        </a:lnTo>
                        <a:cubicBezTo>
                          <a:pt x="0" y="4031"/>
                          <a:pt x="4031" y="0"/>
                          <a:pt x="9405" y="0"/>
                        </a:cubicBezTo>
                        <a:lnTo>
                          <a:pt x="217669" y="0"/>
                        </a:lnTo>
                        <a:cubicBezTo>
                          <a:pt x="223043" y="0"/>
                          <a:pt x="227074" y="4031"/>
                          <a:pt x="227074" y="9406"/>
                        </a:cubicBezTo>
                        <a:lnTo>
                          <a:pt x="227074" y="9406"/>
                        </a:lnTo>
                        <a:cubicBezTo>
                          <a:pt x="228418" y="13436"/>
                          <a:pt x="223043" y="18811"/>
                          <a:pt x="217669" y="18811"/>
                        </a:cubicBezTo>
                        <a:close/>
                      </a:path>
                    </a:pathLst>
                  </a:custGeom>
                  <a:solidFill>
                    <a:srgbClr val="718093">
                      <a:alpha val="50000"/>
                    </a:srgbClr>
                  </a:solidFill>
                  <a:ln w="13418"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97C79736-DA31-4DD7-9F8B-2ABBE6C4866C}"/>
                      </a:ext>
                    </a:extLst>
                  </p:cNvPr>
                  <p:cNvSpPr/>
                  <p:nvPr/>
                </p:nvSpPr>
                <p:spPr>
                  <a:xfrm>
                    <a:off x="4407108" y="2863412"/>
                    <a:ext cx="23050" cy="18810"/>
                  </a:xfrm>
                  <a:custGeom>
                    <a:avLst/>
                    <a:gdLst>
                      <a:gd name="connsiteX0" fmla="*/ 13436 w 23050"/>
                      <a:gd name="connsiteY0" fmla="*/ 18811 h 18810"/>
                      <a:gd name="connsiteX1" fmla="*/ 9406 w 23050"/>
                      <a:gd name="connsiteY1" fmla="*/ 18811 h 18810"/>
                      <a:gd name="connsiteX2" fmla="*/ 0 w 23050"/>
                      <a:gd name="connsiteY2" fmla="*/ 9406 h 18810"/>
                      <a:gd name="connsiteX3" fmla="*/ 0 w 23050"/>
                      <a:gd name="connsiteY3" fmla="*/ 9406 h 18810"/>
                      <a:gd name="connsiteX4" fmla="*/ 9406 w 23050"/>
                      <a:gd name="connsiteY4" fmla="*/ 0 h 18810"/>
                      <a:gd name="connsiteX5" fmla="*/ 13436 w 23050"/>
                      <a:gd name="connsiteY5" fmla="*/ 0 h 18810"/>
                      <a:gd name="connsiteX6" fmla="*/ 22842 w 23050"/>
                      <a:gd name="connsiteY6" fmla="*/ 9406 h 18810"/>
                      <a:gd name="connsiteX7" fmla="*/ 22842 w 23050"/>
                      <a:gd name="connsiteY7" fmla="*/ 9406 h 18810"/>
                      <a:gd name="connsiteX8" fmla="*/ 13436 w 23050"/>
                      <a:gd name="connsiteY8" fmla="*/ 18811 h 18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50" h="18810">
                        <a:moveTo>
                          <a:pt x="13436" y="18811"/>
                        </a:moveTo>
                        <a:lnTo>
                          <a:pt x="9406" y="18811"/>
                        </a:lnTo>
                        <a:cubicBezTo>
                          <a:pt x="4031" y="18811"/>
                          <a:pt x="0" y="14780"/>
                          <a:pt x="0" y="9406"/>
                        </a:cubicBezTo>
                        <a:lnTo>
                          <a:pt x="0" y="9406"/>
                        </a:lnTo>
                        <a:cubicBezTo>
                          <a:pt x="0" y="4031"/>
                          <a:pt x="4031" y="0"/>
                          <a:pt x="9406" y="0"/>
                        </a:cubicBezTo>
                        <a:lnTo>
                          <a:pt x="13436" y="0"/>
                        </a:lnTo>
                        <a:cubicBezTo>
                          <a:pt x="18811" y="0"/>
                          <a:pt x="22842" y="4031"/>
                          <a:pt x="22842" y="9406"/>
                        </a:cubicBezTo>
                        <a:lnTo>
                          <a:pt x="22842" y="9406"/>
                        </a:lnTo>
                        <a:cubicBezTo>
                          <a:pt x="24186" y="13436"/>
                          <a:pt x="18811" y="18811"/>
                          <a:pt x="13436" y="18811"/>
                        </a:cubicBezTo>
                        <a:close/>
                      </a:path>
                    </a:pathLst>
                  </a:custGeom>
                  <a:solidFill>
                    <a:srgbClr val="718093">
                      <a:alpha val="50000"/>
                    </a:srgbClr>
                  </a:solidFill>
                  <a:ln w="13418" cap="flat">
                    <a:noFill/>
                    <a:prstDash val="solid"/>
                    <a:miter/>
                  </a:ln>
                </p:spPr>
                <p:txBody>
                  <a:bodyPr rtlCol="0" anchor="ctr"/>
                  <a:lstStyle/>
                  <a:p>
                    <a:endParaRPr lang="en-US"/>
                  </a:p>
                </p:txBody>
              </p:sp>
            </p:grpSp>
          </p:grpSp>
          <p:grpSp>
            <p:nvGrpSpPr>
              <p:cNvPr id="330" name="Graphic 270">
                <a:extLst>
                  <a:ext uri="{FF2B5EF4-FFF2-40B4-BE49-F238E27FC236}">
                    <a16:creationId xmlns:a16="http://schemas.microsoft.com/office/drawing/2014/main" id="{CE275A8D-5B77-477D-84A2-C99A0FDE080A}"/>
                  </a:ext>
                </a:extLst>
              </p:cNvPr>
              <p:cNvGrpSpPr/>
              <p:nvPr/>
            </p:nvGrpSpPr>
            <p:grpSpPr>
              <a:xfrm>
                <a:off x="1681323" y="3157847"/>
                <a:ext cx="1500390" cy="2924912"/>
                <a:chOff x="1681323" y="3157847"/>
                <a:chExt cx="1500390" cy="2924912"/>
              </a:xfrm>
            </p:grpSpPr>
            <p:sp>
              <p:nvSpPr>
                <p:cNvPr id="331" name="Freeform: Shape 330">
                  <a:extLst>
                    <a:ext uri="{FF2B5EF4-FFF2-40B4-BE49-F238E27FC236}">
                      <a16:creationId xmlns:a16="http://schemas.microsoft.com/office/drawing/2014/main" id="{7897E23A-F86F-47CD-8432-7AC757C0CF36}"/>
                    </a:ext>
                  </a:extLst>
                </p:cNvPr>
                <p:cNvSpPr/>
                <p:nvPr/>
              </p:nvSpPr>
              <p:spPr>
                <a:xfrm>
                  <a:off x="2384879" y="3975941"/>
                  <a:ext cx="259570" cy="537484"/>
                </a:xfrm>
                <a:custGeom>
                  <a:avLst/>
                  <a:gdLst>
                    <a:gd name="connsiteX0" fmla="*/ 158608 w 259570"/>
                    <a:gd name="connsiteY0" fmla="*/ 0 h 537484"/>
                    <a:gd name="connsiteX1" fmla="*/ 245945 w 259570"/>
                    <a:gd name="connsiteY1" fmla="*/ 314410 h 537484"/>
                    <a:gd name="connsiteX2" fmla="*/ 120987 w 259570"/>
                    <a:gd name="connsiteY2" fmla="*/ 537454 h 537484"/>
                    <a:gd name="connsiteX3" fmla="*/ 10809 w 259570"/>
                    <a:gd name="connsiteY3" fmla="*/ 149144 h 537484"/>
                    <a:gd name="connsiteX4" fmla="*/ 158608 w 259570"/>
                    <a:gd name="connsiteY4" fmla="*/ 0 h 537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570" h="537484">
                      <a:moveTo>
                        <a:pt x="158608" y="0"/>
                      </a:moveTo>
                      <a:cubicBezTo>
                        <a:pt x="158608" y="0"/>
                        <a:pt x="228477" y="181391"/>
                        <a:pt x="245945" y="314410"/>
                      </a:cubicBezTo>
                      <a:cubicBezTo>
                        <a:pt x="263412" y="447430"/>
                        <a:pt x="292972" y="532079"/>
                        <a:pt x="120987" y="537454"/>
                      </a:cubicBezTo>
                      <a:cubicBezTo>
                        <a:pt x="-50999" y="541485"/>
                        <a:pt x="10809" y="149144"/>
                        <a:pt x="10809" y="149144"/>
                      </a:cubicBezTo>
                      <a:lnTo>
                        <a:pt x="158608" y="0"/>
                      </a:lnTo>
                      <a:close/>
                    </a:path>
                  </a:pathLst>
                </a:custGeom>
                <a:solidFill>
                  <a:srgbClr val="192A56"/>
                </a:solidFill>
                <a:ln w="13418"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181392E0-6A5A-4C26-8405-D658613D7FB6}"/>
                    </a:ext>
                  </a:extLst>
                </p:cNvPr>
                <p:cNvSpPr/>
                <p:nvPr/>
              </p:nvSpPr>
              <p:spPr>
                <a:xfrm>
                  <a:off x="2226389" y="3214101"/>
                  <a:ext cx="289746" cy="549932"/>
                </a:xfrm>
                <a:custGeom>
                  <a:avLst/>
                  <a:gdLst>
                    <a:gd name="connsiteX0" fmla="*/ 194827 w 289746"/>
                    <a:gd name="connsiteY0" fmla="*/ 0 h 549932"/>
                    <a:gd name="connsiteX1" fmla="*/ 227074 w 289746"/>
                    <a:gd name="connsiteY1" fmla="*/ 99429 h 549932"/>
                    <a:gd name="connsiteX2" fmla="*/ 251260 w 289746"/>
                    <a:gd name="connsiteY2" fmla="*/ 251260 h 549932"/>
                    <a:gd name="connsiteX3" fmla="*/ 257978 w 289746"/>
                    <a:gd name="connsiteY3" fmla="*/ 463554 h 549932"/>
                    <a:gd name="connsiteX4" fmla="*/ 135707 w 289746"/>
                    <a:gd name="connsiteY4" fmla="*/ 549546 h 549932"/>
                    <a:gd name="connsiteX5" fmla="*/ 10749 w 289746"/>
                    <a:gd name="connsiteY5" fmla="*/ 511925 h 549932"/>
                    <a:gd name="connsiteX6" fmla="*/ 0 w 289746"/>
                    <a:gd name="connsiteY6" fmla="*/ 337252 h 549932"/>
                    <a:gd name="connsiteX7" fmla="*/ 194827 w 289746"/>
                    <a:gd name="connsiteY7" fmla="*/ 0 h 549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9746" h="549932">
                      <a:moveTo>
                        <a:pt x="194827" y="0"/>
                      </a:moveTo>
                      <a:cubicBezTo>
                        <a:pt x="194827" y="0"/>
                        <a:pt x="229761" y="53745"/>
                        <a:pt x="227074" y="99429"/>
                      </a:cubicBezTo>
                      <a:cubicBezTo>
                        <a:pt x="224387" y="145112"/>
                        <a:pt x="225731" y="221700"/>
                        <a:pt x="251260" y="251260"/>
                      </a:cubicBezTo>
                      <a:cubicBezTo>
                        <a:pt x="276789" y="282163"/>
                        <a:pt x="319785" y="373530"/>
                        <a:pt x="257978" y="463554"/>
                      </a:cubicBezTo>
                      <a:cubicBezTo>
                        <a:pt x="196171" y="553577"/>
                        <a:pt x="167954" y="550890"/>
                        <a:pt x="135707" y="549546"/>
                      </a:cubicBezTo>
                      <a:cubicBezTo>
                        <a:pt x="103460" y="548203"/>
                        <a:pt x="8062" y="524017"/>
                        <a:pt x="10749" y="511925"/>
                      </a:cubicBezTo>
                      <a:cubicBezTo>
                        <a:pt x="12093" y="501176"/>
                        <a:pt x="0" y="337252"/>
                        <a:pt x="0" y="337252"/>
                      </a:cubicBezTo>
                      <a:lnTo>
                        <a:pt x="194827" y="0"/>
                      </a:lnTo>
                      <a:close/>
                    </a:path>
                  </a:pathLst>
                </a:custGeom>
                <a:solidFill>
                  <a:srgbClr val="192A56"/>
                </a:solidFill>
                <a:ln w="13418"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CD83450C-6B44-472F-9478-7FEA23D9CB36}"/>
                    </a:ext>
                  </a:extLst>
                </p:cNvPr>
                <p:cNvSpPr/>
                <p:nvPr/>
              </p:nvSpPr>
              <p:spPr>
                <a:xfrm>
                  <a:off x="1732500" y="3871138"/>
                  <a:ext cx="545992" cy="670193"/>
                </a:xfrm>
                <a:custGeom>
                  <a:avLst/>
                  <a:gdLst>
                    <a:gd name="connsiteX0" fmla="*/ 229193 w 545992"/>
                    <a:gd name="connsiteY0" fmla="*/ 0 h 670193"/>
                    <a:gd name="connsiteX1" fmla="*/ 49146 w 545992"/>
                    <a:gd name="connsiteY1" fmla="*/ 421901 h 670193"/>
                    <a:gd name="connsiteX2" fmla="*/ 368931 w 545992"/>
                    <a:gd name="connsiteY2" fmla="*/ 611354 h 670193"/>
                    <a:gd name="connsiteX3" fmla="*/ 532855 w 545992"/>
                    <a:gd name="connsiteY3" fmla="*/ 206920 h 670193"/>
                    <a:gd name="connsiteX4" fmla="*/ 394460 w 545992"/>
                    <a:gd name="connsiteY4" fmla="*/ 22842 h 670193"/>
                    <a:gd name="connsiteX5" fmla="*/ 229193 w 545992"/>
                    <a:gd name="connsiteY5" fmla="*/ 0 h 67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5992" h="670193">
                      <a:moveTo>
                        <a:pt x="229193" y="0"/>
                      </a:moveTo>
                      <a:cubicBezTo>
                        <a:pt x="229193" y="0"/>
                        <a:pt x="198290" y="330534"/>
                        <a:pt x="49146" y="421901"/>
                      </a:cubicBezTo>
                      <a:cubicBezTo>
                        <a:pt x="-101341" y="513268"/>
                        <a:pt x="119015" y="790057"/>
                        <a:pt x="368931" y="611354"/>
                      </a:cubicBezTo>
                      <a:cubicBezTo>
                        <a:pt x="618847" y="432650"/>
                        <a:pt x="530167" y="216325"/>
                        <a:pt x="532855" y="206920"/>
                      </a:cubicBezTo>
                      <a:cubicBezTo>
                        <a:pt x="535542" y="197514"/>
                        <a:pt x="394460" y="22842"/>
                        <a:pt x="394460" y="22842"/>
                      </a:cubicBezTo>
                      <a:lnTo>
                        <a:pt x="229193" y="0"/>
                      </a:lnTo>
                      <a:close/>
                    </a:path>
                  </a:pathLst>
                </a:custGeom>
                <a:solidFill>
                  <a:srgbClr val="192A56"/>
                </a:solidFill>
                <a:ln w="13418"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397636A7-060F-4B76-A807-C027FE35C4F4}"/>
                    </a:ext>
                  </a:extLst>
                </p:cNvPr>
                <p:cNvSpPr/>
                <p:nvPr/>
              </p:nvSpPr>
              <p:spPr>
                <a:xfrm>
                  <a:off x="1988566" y="3641376"/>
                  <a:ext cx="581793" cy="669129"/>
                </a:xfrm>
                <a:custGeom>
                  <a:avLst/>
                  <a:gdLst>
                    <a:gd name="connsiteX0" fmla="*/ 196171 w 581793"/>
                    <a:gd name="connsiteY0" fmla="*/ 0 h 669129"/>
                    <a:gd name="connsiteX1" fmla="*/ 16124 w 581793"/>
                    <a:gd name="connsiteY1" fmla="*/ 49714 h 669129"/>
                    <a:gd name="connsiteX2" fmla="*/ 0 w 581793"/>
                    <a:gd name="connsiteY2" fmla="*/ 252603 h 669129"/>
                    <a:gd name="connsiteX3" fmla="*/ 134363 w 581793"/>
                    <a:gd name="connsiteY3" fmla="*/ 669130 h 669129"/>
                    <a:gd name="connsiteX4" fmla="*/ 581794 w 581793"/>
                    <a:gd name="connsiteY4" fmla="*/ 669130 h 669129"/>
                    <a:gd name="connsiteX5" fmla="*/ 514612 w 581793"/>
                    <a:gd name="connsiteY5" fmla="*/ 16124 h 669129"/>
                    <a:gd name="connsiteX6" fmla="*/ 354719 w 581793"/>
                    <a:gd name="connsiteY6" fmla="*/ 10749 h 669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793" h="669129">
                      <a:moveTo>
                        <a:pt x="196171" y="0"/>
                      </a:moveTo>
                      <a:lnTo>
                        <a:pt x="16124" y="49714"/>
                      </a:lnTo>
                      <a:lnTo>
                        <a:pt x="0" y="252603"/>
                      </a:lnTo>
                      <a:lnTo>
                        <a:pt x="134363" y="669130"/>
                      </a:lnTo>
                      <a:lnTo>
                        <a:pt x="581794" y="669130"/>
                      </a:lnTo>
                      <a:lnTo>
                        <a:pt x="514612" y="16124"/>
                      </a:lnTo>
                      <a:lnTo>
                        <a:pt x="354719" y="10749"/>
                      </a:lnTo>
                      <a:close/>
                    </a:path>
                  </a:pathLst>
                </a:custGeom>
                <a:solidFill>
                  <a:schemeClr val="accent1">
                    <a:lumMod val="60000"/>
                    <a:lumOff val="40000"/>
                  </a:schemeClr>
                </a:solidFill>
                <a:ln w="13418"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5C8CFD41-4440-415F-92B0-B9680A6625DE}"/>
                    </a:ext>
                  </a:extLst>
                </p:cNvPr>
                <p:cNvSpPr/>
                <p:nvPr/>
              </p:nvSpPr>
              <p:spPr>
                <a:xfrm>
                  <a:off x="2503178" y="3657500"/>
                  <a:ext cx="475646" cy="494457"/>
                </a:xfrm>
                <a:custGeom>
                  <a:avLst/>
                  <a:gdLst>
                    <a:gd name="connsiteX0" fmla="*/ 0 w 475646"/>
                    <a:gd name="connsiteY0" fmla="*/ 0 h 494457"/>
                    <a:gd name="connsiteX1" fmla="*/ 475647 w 475646"/>
                    <a:gd name="connsiteY1" fmla="*/ 325159 h 494457"/>
                    <a:gd name="connsiteX2" fmla="*/ 447430 w 475646"/>
                    <a:gd name="connsiteY2" fmla="*/ 494458 h 494457"/>
                    <a:gd name="connsiteX3" fmla="*/ 0 w 475646"/>
                    <a:gd name="connsiteY3" fmla="*/ 181391 h 494457"/>
                  </a:gdLst>
                  <a:ahLst/>
                  <a:cxnLst>
                    <a:cxn ang="0">
                      <a:pos x="connsiteX0" y="connsiteY0"/>
                    </a:cxn>
                    <a:cxn ang="0">
                      <a:pos x="connsiteX1" y="connsiteY1"/>
                    </a:cxn>
                    <a:cxn ang="0">
                      <a:pos x="connsiteX2" y="connsiteY2"/>
                    </a:cxn>
                    <a:cxn ang="0">
                      <a:pos x="connsiteX3" y="connsiteY3"/>
                    </a:cxn>
                  </a:cxnLst>
                  <a:rect l="l" t="t" r="r" b="b"/>
                  <a:pathLst>
                    <a:path w="475646" h="494457">
                      <a:moveTo>
                        <a:pt x="0" y="0"/>
                      </a:moveTo>
                      <a:lnTo>
                        <a:pt x="475647" y="325159"/>
                      </a:lnTo>
                      <a:lnTo>
                        <a:pt x="447430" y="494458"/>
                      </a:lnTo>
                      <a:lnTo>
                        <a:pt x="0" y="181391"/>
                      </a:lnTo>
                      <a:close/>
                    </a:path>
                  </a:pathLst>
                </a:custGeom>
                <a:solidFill>
                  <a:schemeClr val="accent1">
                    <a:lumMod val="60000"/>
                    <a:lumOff val="40000"/>
                  </a:schemeClr>
                </a:solidFill>
                <a:ln w="13418" cap="flat">
                  <a:noFill/>
                  <a:prstDash val="solid"/>
                  <a:miter/>
                </a:ln>
              </p:spPr>
              <p:txBody>
                <a:bodyPr rtlCol="0" anchor="ctr"/>
                <a:lstStyle/>
                <a:p>
                  <a:endParaRPr lang="en-US"/>
                </a:p>
              </p:txBody>
            </p:sp>
            <p:grpSp>
              <p:nvGrpSpPr>
                <p:cNvPr id="336" name="Graphic 270">
                  <a:extLst>
                    <a:ext uri="{FF2B5EF4-FFF2-40B4-BE49-F238E27FC236}">
                      <a16:creationId xmlns:a16="http://schemas.microsoft.com/office/drawing/2014/main" id="{CE275A8D-5B77-477D-84A2-C99A0FDE080A}"/>
                    </a:ext>
                  </a:extLst>
                </p:cNvPr>
                <p:cNvGrpSpPr/>
                <p:nvPr/>
              </p:nvGrpSpPr>
              <p:grpSpPr>
                <a:xfrm>
                  <a:off x="2709811" y="3220819"/>
                  <a:ext cx="471902" cy="2838042"/>
                  <a:chOff x="2709811" y="3220819"/>
                  <a:chExt cx="471902" cy="2838042"/>
                </a:xfrm>
              </p:grpSpPr>
              <p:sp>
                <p:nvSpPr>
                  <p:cNvPr id="337" name="Freeform: Shape 336">
                    <a:extLst>
                      <a:ext uri="{FF2B5EF4-FFF2-40B4-BE49-F238E27FC236}">
                        <a16:creationId xmlns:a16="http://schemas.microsoft.com/office/drawing/2014/main" id="{EBE649E1-0953-4202-BA25-D3127F5B9067}"/>
                      </a:ext>
                    </a:extLst>
                  </p:cNvPr>
                  <p:cNvSpPr/>
                  <p:nvPr/>
                </p:nvSpPr>
                <p:spPr>
                  <a:xfrm>
                    <a:off x="2888801" y="3220819"/>
                    <a:ext cx="292912" cy="642257"/>
                  </a:xfrm>
                  <a:custGeom>
                    <a:avLst/>
                    <a:gdLst>
                      <a:gd name="connsiteX0" fmla="*/ 292912 w 292912"/>
                      <a:gd name="connsiteY0" fmla="*/ 436681 h 642257"/>
                      <a:gd name="connsiteX1" fmla="*/ 181391 w 292912"/>
                      <a:gd name="connsiteY1" fmla="*/ 0 h 642257"/>
                      <a:gd name="connsiteX2" fmla="*/ 0 w 292912"/>
                      <a:gd name="connsiteY2" fmla="*/ 450118 h 642257"/>
                      <a:gd name="connsiteX3" fmla="*/ 64494 w 292912"/>
                      <a:gd name="connsiteY3" fmla="*/ 642257 h 642257"/>
                      <a:gd name="connsiteX4" fmla="*/ 194827 w 292912"/>
                      <a:gd name="connsiteY4" fmla="*/ 639570 h 642257"/>
                      <a:gd name="connsiteX5" fmla="*/ 292912 w 292912"/>
                      <a:gd name="connsiteY5" fmla="*/ 436681 h 642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2912" h="642257">
                        <a:moveTo>
                          <a:pt x="292912" y="436681"/>
                        </a:moveTo>
                        <a:lnTo>
                          <a:pt x="181391" y="0"/>
                        </a:lnTo>
                        <a:lnTo>
                          <a:pt x="0" y="450118"/>
                        </a:lnTo>
                        <a:lnTo>
                          <a:pt x="64494" y="642257"/>
                        </a:lnTo>
                        <a:lnTo>
                          <a:pt x="194827" y="639570"/>
                        </a:lnTo>
                        <a:cubicBezTo>
                          <a:pt x="196170" y="640914"/>
                          <a:pt x="283507" y="556265"/>
                          <a:pt x="292912" y="436681"/>
                        </a:cubicBezTo>
                        <a:close/>
                      </a:path>
                    </a:pathLst>
                  </a:custGeom>
                  <a:solidFill>
                    <a:srgbClr val="FCDE95"/>
                  </a:solidFill>
                  <a:ln w="13418"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E988C87B-5B7B-413F-9A04-311CA0733222}"/>
                      </a:ext>
                    </a:extLst>
                  </p:cNvPr>
                  <p:cNvSpPr/>
                  <p:nvPr/>
                </p:nvSpPr>
                <p:spPr>
                  <a:xfrm rot="-10530356">
                    <a:off x="2732102" y="5572354"/>
                    <a:ext cx="290217" cy="200196"/>
                  </a:xfrm>
                  <a:custGeom>
                    <a:avLst/>
                    <a:gdLst>
                      <a:gd name="connsiteX0" fmla="*/ 0 w 290217"/>
                      <a:gd name="connsiteY0" fmla="*/ 0 h 200196"/>
                      <a:gd name="connsiteX1" fmla="*/ 290218 w 290217"/>
                      <a:gd name="connsiteY1" fmla="*/ 0 h 200196"/>
                      <a:gd name="connsiteX2" fmla="*/ 290218 w 290217"/>
                      <a:gd name="connsiteY2" fmla="*/ 200197 h 200196"/>
                      <a:gd name="connsiteX3" fmla="*/ 0 w 290217"/>
                      <a:gd name="connsiteY3" fmla="*/ 200197 h 200196"/>
                    </a:gdLst>
                    <a:ahLst/>
                    <a:cxnLst>
                      <a:cxn ang="0">
                        <a:pos x="connsiteX0" y="connsiteY0"/>
                      </a:cxn>
                      <a:cxn ang="0">
                        <a:pos x="connsiteX1" y="connsiteY1"/>
                      </a:cxn>
                      <a:cxn ang="0">
                        <a:pos x="connsiteX2" y="connsiteY2"/>
                      </a:cxn>
                      <a:cxn ang="0">
                        <a:pos x="connsiteX3" y="connsiteY3"/>
                      </a:cxn>
                    </a:cxnLst>
                    <a:rect l="l" t="t" r="r" b="b"/>
                    <a:pathLst>
                      <a:path w="290217" h="200196">
                        <a:moveTo>
                          <a:pt x="0" y="0"/>
                        </a:moveTo>
                        <a:lnTo>
                          <a:pt x="290218" y="0"/>
                        </a:lnTo>
                        <a:lnTo>
                          <a:pt x="290218" y="200197"/>
                        </a:lnTo>
                        <a:lnTo>
                          <a:pt x="0" y="200197"/>
                        </a:lnTo>
                        <a:close/>
                      </a:path>
                    </a:pathLst>
                  </a:custGeom>
                  <a:solidFill>
                    <a:srgbClr val="DCDDE1"/>
                  </a:solidFill>
                  <a:ln w="13418"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B01B2400-8309-46EE-A507-9C36B2D64D1F}"/>
                      </a:ext>
                    </a:extLst>
                  </p:cNvPr>
                  <p:cNvSpPr/>
                  <p:nvPr/>
                </p:nvSpPr>
                <p:spPr>
                  <a:xfrm rot="-10530339">
                    <a:off x="2741468" y="5550857"/>
                    <a:ext cx="290217" cy="21497"/>
                  </a:xfrm>
                  <a:custGeom>
                    <a:avLst/>
                    <a:gdLst>
                      <a:gd name="connsiteX0" fmla="*/ 0 w 290217"/>
                      <a:gd name="connsiteY0" fmla="*/ 0 h 21497"/>
                      <a:gd name="connsiteX1" fmla="*/ 290218 w 290217"/>
                      <a:gd name="connsiteY1" fmla="*/ 0 h 21497"/>
                      <a:gd name="connsiteX2" fmla="*/ 290218 w 290217"/>
                      <a:gd name="connsiteY2" fmla="*/ 21498 h 21497"/>
                      <a:gd name="connsiteX3" fmla="*/ 0 w 290217"/>
                      <a:gd name="connsiteY3" fmla="*/ 21498 h 21497"/>
                    </a:gdLst>
                    <a:ahLst/>
                    <a:cxnLst>
                      <a:cxn ang="0">
                        <a:pos x="connsiteX0" y="connsiteY0"/>
                      </a:cxn>
                      <a:cxn ang="0">
                        <a:pos x="connsiteX1" y="connsiteY1"/>
                      </a:cxn>
                      <a:cxn ang="0">
                        <a:pos x="connsiteX2" y="connsiteY2"/>
                      </a:cxn>
                      <a:cxn ang="0">
                        <a:pos x="connsiteX3" y="connsiteY3"/>
                      </a:cxn>
                    </a:cxnLst>
                    <a:rect l="l" t="t" r="r" b="b"/>
                    <a:pathLst>
                      <a:path w="290217" h="21497">
                        <a:moveTo>
                          <a:pt x="0" y="0"/>
                        </a:moveTo>
                        <a:lnTo>
                          <a:pt x="290218" y="0"/>
                        </a:lnTo>
                        <a:lnTo>
                          <a:pt x="290218" y="21498"/>
                        </a:lnTo>
                        <a:lnTo>
                          <a:pt x="0" y="21498"/>
                        </a:lnTo>
                        <a:close/>
                      </a:path>
                    </a:pathLst>
                  </a:custGeom>
                  <a:solidFill>
                    <a:srgbClr val="DCDDE1"/>
                  </a:solidFill>
                  <a:ln w="13418"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A275A632-7731-4ADC-BF04-C7BCC6DBB3F0}"/>
                      </a:ext>
                    </a:extLst>
                  </p:cNvPr>
                  <p:cNvSpPr/>
                  <p:nvPr/>
                </p:nvSpPr>
                <p:spPr>
                  <a:xfrm>
                    <a:off x="2709811" y="5760288"/>
                    <a:ext cx="303947" cy="298573"/>
                  </a:xfrm>
                  <a:custGeom>
                    <a:avLst/>
                    <a:gdLst>
                      <a:gd name="connsiteX0" fmla="*/ 87623 w 303947"/>
                      <a:gd name="connsiteY0" fmla="*/ 290225 h 298573"/>
                      <a:gd name="connsiteX1" fmla="*/ 188395 w 303947"/>
                      <a:gd name="connsiteY1" fmla="*/ 298287 h 298573"/>
                      <a:gd name="connsiteX2" fmla="*/ 289168 w 303947"/>
                      <a:gd name="connsiteY2" fmla="*/ 212294 h 298573"/>
                      <a:gd name="connsiteX3" fmla="*/ 303948 w 303947"/>
                      <a:gd name="connsiteY3" fmla="*/ 22842 h 298573"/>
                      <a:gd name="connsiteX4" fmla="*/ 15067 w 303947"/>
                      <a:gd name="connsiteY4" fmla="*/ 0 h 298573"/>
                      <a:gd name="connsiteX5" fmla="*/ 287 w 303947"/>
                      <a:gd name="connsiteY5" fmla="*/ 189453 h 298573"/>
                      <a:gd name="connsiteX6" fmla="*/ 87623 w 303947"/>
                      <a:gd name="connsiteY6" fmla="*/ 290225 h 298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947" h="298573">
                        <a:moveTo>
                          <a:pt x="87623" y="290225"/>
                        </a:moveTo>
                        <a:lnTo>
                          <a:pt x="188395" y="298287"/>
                        </a:lnTo>
                        <a:cubicBezTo>
                          <a:pt x="240797" y="302318"/>
                          <a:pt x="285137" y="263352"/>
                          <a:pt x="289168" y="212294"/>
                        </a:cubicBezTo>
                        <a:lnTo>
                          <a:pt x="303948" y="22842"/>
                        </a:lnTo>
                        <a:lnTo>
                          <a:pt x="15067" y="0"/>
                        </a:lnTo>
                        <a:lnTo>
                          <a:pt x="287" y="189453"/>
                        </a:lnTo>
                        <a:cubicBezTo>
                          <a:pt x="-3744" y="240511"/>
                          <a:pt x="35221" y="286194"/>
                          <a:pt x="87623" y="290225"/>
                        </a:cubicBezTo>
                        <a:close/>
                      </a:path>
                    </a:pathLst>
                  </a:custGeom>
                  <a:solidFill>
                    <a:schemeClr val="accent1">
                      <a:lumMod val="60000"/>
                      <a:lumOff val="40000"/>
                    </a:schemeClr>
                  </a:solidFill>
                  <a:ln w="13418" cap="flat">
                    <a:noFill/>
                    <a:prstDash val="solid"/>
                    <a:miter/>
                  </a:ln>
                </p:spPr>
                <p:txBody>
                  <a:bodyPr rtlCol="0" anchor="ctr"/>
                  <a:lstStyle/>
                  <a:p>
                    <a:endParaRPr lang="en-US"/>
                  </a:p>
                </p:txBody>
              </p:sp>
              <p:grpSp>
                <p:nvGrpSpPr>
                  <p:cNvPr id="341" name="Graphic 270">
                    <a:extLst>
                      <a:ext uri="{FF2B5EF4-FFF2-40B4-BE49-F238E27FC236}">
                        <a16:creationId xmlns:a16="http://schemas.microsoft.com/office/drawing/2014/main" id="{CE275A8D-5B77-477D-84A2-C99A0FDE080A}"/>
                      </a:ext>
                    </a:extLst>
                  </p:cNvPr>
                  <p:cNvGrpSpPr/>
                  <p:nvPr/>
                </p:nvGrpSpPr>
                <p:grpSpPr>
                  <a:xfrm>
                    <a:off x="2726617" y="5577839"/>
                    <a:ext cx="302632" cy="187991"/>
                    <a:chOff x="2726617" y="5577839"/>
                    <a:chExt cx="302632" cy="187991"/>
                  </a:xfrm>
                  <a:solidFill>
                    <a:srgbClr val="DCDDE1"/>
                  </a:solidFill>
                </p:grpSpPr>
                <p:sp>
                  <p:nvSpPr>
                    <p:cNvPr id="342" name="Freeform: Shape 341">
                      <a:extLst>
                        <a:ext uri="{FF2B5EF4-FFF2-40B4-BE49-F238E27FC236}">
                          <a16:creationId xmlns:a16="http://schemas.microsoft.com/office/drawing/2014/main" id="{61E0B1F9-03C2-48AD-B961-3925E9E3C9E3}"/>
                        </a:ext>
                      </a:extLst>
                    </p:cNvPr>
                    <p:cNvSpPr/>
                    <p:nvPr/>
                  </p:nvSpPr>
                  <p:spPr>
                    <a:xfrm rot="-10530355">
                      <a:off x="2726434" y="5747752"/>
                      <a:ext cx="290217" cy="6718"/>
                    </a:xfrm>
                    <a:custGeom>
                      <a:avLst/>
                      <a:gdLst>
                        <a:gd name="connsiteX0" fmla="*/ 0 w 290217"/>
                        <a:gd name="connsiteY0" fmla="*/ 0 h 6718"/>
                        <a:gd name="connsiteX1" fmla="*/ 290218 w 290217"/>
                        <a:gd name="connsiteY1" fmla="*/ 0 h 6718"/>
                        <a:gd name="connsiteX2" fmla="*/ 290218 w 290217"/>
                        <a:gd name="connsiteY2" fmla="*/ 6718 h 6718"/>
                        <a:gd name="connsiteX3" fmla="*/ 0 w 290217"/>
                        <a:gd name="connsiteY3" fmla="*/ 6718 h 6718"/>
                      </a:gdLst>
                      <a:ahLst/>
                      <a:cxnLst>
                        <a:cxn ang="0">
                          <a:pos x="connsiteX0" y="connsiteY0"/>
                        </a:cxn>
                        <a:cxn ang="0">
                          <a:pos x="connsiteX1" y="connsiteY1"/>
                        </a:cxn>
                        <a:cxn ang="0">
                          <a:pos x="connsiteX2" y="connsiteY2"/>
                        </a:cxn>
                        <a:cxn ang="0">
                          <a:pos x="connsiteX3" y="connsiteY3"/>
                        </a:cxn>
                      </a:cxnLst>
                      <a:rect l="l" t="t" r="r" b="b"/>
                      <a:pathLst>
                        <a:path w="290217" h="6718">
                          <a:moveTo>
                            <a:pt x="0" y="0"/>
                          </a:moveTo>
                          <a:lnTo>
                            <a:pt x="290218" y="0"/>
                          </a:lnTo>
                          <a:lnTo>
                            <a:pt x="290218" y="6718"/>
                          </a:lnTo>
                          <a:lnTo>
                            <a:pt x="0" y="6718"/>
                          </a:lnTo>
                          <a:close/>
                        </a:path>
                      </a:pathLst>
                    </a:custGeom>
                    <a:solidFill>
                      <a:srgbClr val="DCDDE1"/>
                    </a:solidFill>
                    <a:ln w="13418"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628F3E6F-A100-40B0-9756-D8B61E05C07B}"/>
                        </a:ext>
                      </a:extLst>
                    </p:cNvPr>
                    <p:cNvSpPr/>
                    <p:nvPr/>
                  </p:nvSpPr>
                  <p:spPr>
                    <a:xfrm rot="-10530339">
                      <a:off x="2728613" y="5725511"/>
                      <a:ext cx="290217" cy="6718"/>
                    </a:xfrm>
                    <a:custGeom>
                      <a:avLst/>
                      <a:gdLst>
                        <a:gd name="connsiteX0" fmla="*/ 0 w 290217"/>
                        <a:gd name="connsiteY0" fmla="*/ 0 h 6718"/>
                        <a:gd name="connsiteX1" fmla="*/ 290218 w 290217"/>
                        <a:gd name="connsiteY1" fmla="*/ 0 h 6718"/>
                        <a:gd name="connsiteX2" fmla="*/ 290218 w 290217"/>
                        <a:gd name="connsiteY2" fmla="*/ 6718 h 6718"/>
                        <a:gd name="connsiteX3" fmla="*/ 0 w 290217"/>
                        <a:gd name="connsiteY3" fmla="*/ 6718 h 6718"/>
                      </a:gdLst>
                      <a:ahLst/>
                      <a:cxnLst>
                        <a:cxn ang="0">
                          <a:pos x="connsiteX0" y="connsiteY0"/>
                        </a:cxn>
                        <a:cxn ang="0">
                          <a:pos x="connsiteX1" y="connsiteY1"/>
                        </a:cxn>
                        <a:cxn ang="0">
                          <a:pos x="connsiteX2" y="connsiteY2"/>
                        </a:cxn>
                        <a:cxn ang="0">
                          <a:pos x="connsiteX3" y="connsiteY3"/>
                        </a:cxn>
                      </a:cxnLst>
                      <a:rect l="l" t="t" r="r" b="b"/>
                      <a:pathLst>
                        <a:path w="290217" h="6718">
                          <a:moveTo>
                            <a:pt x="0" y="0"/>
                          </a:moveTo>
                          <a:lnTo>
                            <a:pt x="290218" y="0"/>
                          </a:lnTo>
                          <a:lnTo>
                            <a:pt x="290218" y="6718"/>
                          </a:lnTo>
                          <a:lnTo>
                            <a:pt x="0" y="6718"/>
                          </a:lnTo>
                          <a:close/>
                        </a:path>
                      </a:pathLst>
                    </a:custGeom>
                    <a:solidFill>
                      <a:srgbClr val="DCDDE1"/>
                    </a:solidFill>
                    <a:ln w="13418"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84891D04-0C65-47C5-80CC-A8EAC3E137F5}"/>
                        </a:ext>
                      </a:extLst>
                    </p:cNvPr>
                    <p:cNvSpPr/>
                    <p:nvPr/>
                  </p:nvSpPr>
                  <p:spPr>
                    <a:xfrm rot="-10530339">
                      <a:off x="2729557" y="5701831"/>
                      <a:ext cx="290217" cy="6718"/>
                    </a:xfrm>
                    <a:custGeom>
                      <a:avLst/>
                      <a:gdLst>
                        <a:gd name="connsiteX0" fmla="*/ 0 w 290217"/>
                        <a:gd name="connsiteY0" fmla="*/ 0 h 6718"/>
                        <a:gd name="connsiteX1" fmla="*/ 290218 w 290217"/>
                        <a:gd name="connsiteY1" fmla="*/ 0 h 6718"/>
                        <a:gd name="connsiteX2" fmla="*/ 290218 w 290217"/>
                        <a:gd name="connsiteY2" fmla="*/ 6718 h 6718"/>
                        <a:gd name="connsiteX3" fmla="*/ 0 w 290217"/>
                        <a:gd name="connsiteY3" fmla="*/ 6718 h 6718"/>
                      </a:gdLst>
                      <a:ahLst/>
                      <a:cxnLst>
                        <a:cxn ang="0">
                          <a:pos x="connsiteX0" y="connsiteY0"/>
                        </a:cxn>
                        <a:cxn ang="0">
                          <a:pos x="connsiteX1" y="connsiteY1"/>
                        </a:cxn>
                        <a:cxn ang="0">
                          <a:pos x="connsiteX2" y="connsiteY2"/>
                        </a:cxn>
                        <a:cxn ang="0">
                          <a:pos x="connsiteX3" y="connsiteY3"/>
                        </a:cxn>
                      </a:cxnLst>
                      <a:rect l="l" t="t" r="r" b="b"/>
                      <a:pathLst>
                        <a:path w="290217" h="6718">
                          <a:moveTo>
                            <a:pt x="0" y="0"/>
                          </a:moveTo>
                          <a:lnTo>
                            <a:pt x="290218" y="0"/>
                          </a:lnTo>
                          <a:lnTo>
                            <a:pt x="290218" y="6718"/>
                          </a:lnTo>
                          <a:lnTo>
                            <a:pt x="0" y="6718"/>
                          </a:lnTo>
                          <a:close/>
                        </a:path>
                      </a:pathLst>
                    </a:custGeom>
                    <a:solidFill>
                      <a:srgbClr val="DCDDE1"/>
                    </a:solidFill>
                    <a:ln w="13418"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8B37E532-6D7A-4A67-AE58-10B3A7541F19}"/>
                        </a:ext>
                      </a:extLst>
                    </p:cNvPr>
                    <p:cNvSpPr/>
                    <p:nvPr/>
                  </p:nvSpPr>
                  <p:spPr>
                    <a:xfrm rot="-10530355">
                      <a:off x="2731737" y="5679594"/>
                      <a:ext cx="290217" cy="6718"/>
                    </a:xfrm>
                    <a:custGeom>
                      <a:avLst/>
                      <a:gdLst>
                        <a:gd name="connsiteX0" fmla="*/ 0 w 290217"/>
                        <a:gd name="connsiteY0" fmla="*/ 0 h 6718"/>
                        <a:gd name="connsiteX1" fmla="*/ 290218 w 290217"/>
                        <a:gd name="connsiteY1" fmla="*/ 0 h 6718"/>
                        <a:gd name="connsiteX2" fmla="*/ 290218 w 290217"/>
                        <a:gd name="connsiteY2" fmla="*/ 6718 h 6718"/>
                        <a:gd name="connsiteX3" fmla="*/ 0 w 290217"/>
                        <a:gd name="connsiteY3" fmla="*/ 6718 h 6718"/>
                      </a:gdLst>
                      <a:ahLst/>
                      <a:cxnLst>
                        <a:cxn ang="0">
                          <a:pos x="connsiteX0" y="connsiteY0"/>
                        </a:cxn>
                        <a:cxn ang="0">
                          <a:pos x="connsiteX1" y="connsiteY1"/>
                        </a:cxn>
                        <a:cxn ang="0">
                          <a:pos x="connsiteX2" y="connsiteY2"/>
                        </a:cxn>
                        <a:cxn ang="0">
                          <a:pos x="connsiteX3" y="connsiteY3"/>
                        </a:cxn>
                      </a:cxnLst>
                      <a:rect l="l" t="t" r="r" b="b"/>
                      <a:pathLst>
                        <a:path w="290217" h="6718">
                          <a:moveTo>
                            <a:pt x="0" y="0"/>
                          </a:moveTo>
                          <a:lnTo>
                            <a:pt x="290218" y="0"/>
                          </a:lnTo>
                          <a:lnTo>
                            <a:pt x="290218" y="6718"/>
                          </a:lnTo>
                          <a:lnTo>
                            <a:pt x="0" y="6718"/>
                          </a:lnTo>
                          <a:close/>
                        </a:path>
                      </a:pathLst>
                    </a:custGeom>
                    <a:solidFill>
                      <a:srgbClr val="DCDDE1"/>
                    </a:solidFill>
                    <a:ln w="13418"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8E16D3CD-F7B4-48A4-BA8C-B2B5CA55D30E}"/>
                        </a:ext>
                      </a:extLst>
                    </p:cNvPr>
                    <p:cNvSpPr/>
                    <p:nvPr/>
                  </p:nvSpPr>
                  <p:spPr>
                    <a:xfrm rot="-10530355">
                      <a:off x="2733914" y="5657356"/>
                      <a:ext cx="290217" cy="6718"/>
                    </a:xfrm>
                    <a:custGeom>
                      <a:avLst/>
                      <a:gdLst>
                        <a:gd name="connsiteX0" fmla="*/ 0 w 290217"/>
                        <a:gd name="connsiteY0" fmla="*/ 0 h 6718"/>
                        <a:gd name="connsiteX1" fmla="*/ 290218 w 290217"/>
                        <a:gd name="connsiteY1" fmla="*/ 0 h 6718"/>
                        <a:gd name="connsiteX2" fmla="*/ 290218 w 290217"/>
                        <a:gd name="connsiteY2" fmla="*/ 6718 h 6718"/>
                        <a:gd name="connsiteX3" fmla="*/ 0 w 290217"/>
                        <a:gd name="connsiteY3" fmla="*/ 6718 h 6718"/>
                      </a:gdLst>
                      <a:ahLst/>
                      <a:cxnLst>
                        <a:cxn ang="0">
                          <a:pos x="connsiteX0" y="connsiteY0"/>
                        </a:cxn>
                        <a:cxn ang="0">
                          <a:pos x="connsiteX1" y="connsiteY1"/>
                        </a:cxn>
                        <a:cxn ang="0">
                          <a:pos x="connsiteX2" y="connsiteY2"/>
                        </a:cxn>
                        <a:cxn ang="0">
                          <a:pos x="connsiteX3" y="connsiteY3"/>
                        </a:cxn>
                      </a:cxnLst>
                      <a:rect l="l" t="t" r="r" b="b"/>
                      <a:pathLst>
                        <a:path w="290217" h="6718">
                          <a:moveTo>
                            <a:pt x="0" y="0"/>
                          </a:moveTo>
                          <a:lnTo>
                            <a:pt x="290218" y="0"/>
                          </a:lnTo>
                          <a:lnTo>
                            <a:pt x="290218" y="6718"/>
                          </a:lnTo>
                          <a:lnTo>
                            <a:pt x="0" y="6718"/>
                          </a:lnTo>
                          <a:close/>
                        </a:path>
                      </a:pathLst>
                    </a:custGeom>
                    <a:solidFill>
                      <a:srgbClr val="DCDDE1"/>
                    </a:solidFill>
                    <a:ln w="13418"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0A06C6E9-62A2-4EDC-8B6C-99815BFEC39F}"/>
                        </a:ext>
                      </a:extLst>
                    </p:cNvPr>
                    <p:cNvSpPr/>
                    <p:nvPr/>
                  </p:nvSpPr>
                  <p:spPr>
                    <a:xfrm rot="-10530340">
                      <a:off x="2734752" y="5635010"/>
                      <a:ext cx="290217" cy="6718"/>
                    </a:xfrm>
                    <a:custGeom>
                      <a:avLst/>
                      <a:gdLst>
                        <a:gd name="connsiteX0" fmla="*/ 0 w 290217"/>
                        <a:gd name="connsiteY0" fmla="*/ 0 h 6718"/>
                        <a:gd name="connsiteX1" fmla="*/ 290218 w 290217"/>
                        <a:gd name="connsiteY1" fmla="*/ 0 h 6718"/>
                        <a:gd name="connsiteX2" fmla="*/ 290218 w 290217"/>
                        <a:gd name="connsiteY2" fmla="*/ 6718 h 6718"/>
                        <a:gd name="connsiteX3" fmla="*/ 0 w 290217"/>
                        <a:gd name="connsiteY3" fmla="*/ 6718 h 6718"/>
                      </a:gdLst>
                      <a:ahLst/>
                      <a:cxnLst>
                        <a:cxn ang="0">
                          <a:pos x="connsiteX0" y="connsiteY0"/>
                        </a:cxn>
                        <a:cxn ang="0">
                          <a:pos x="connsiteX1" y="connsiteY1"/>
                        </a:cxn>
                        <a:cxn ang="0">
                          <a:pos x="connsiteX2" y="connsiteY2"/>
                        </a:cxn>
                        <a:cxn ang="0">
                          <a:pos x="connsiteX3" y="connsiteY3"/>
                        </a:cxn>
                      </a:cxnLst>
                      <a:rect l="l" t="t" r="r" b="b"/>
                      <a:pathLst>
                        <a:path w="290217" h="6718">
                          <a:moveTo>
                            <a:pt x="0" y="0"/>
                          </a:moveTo>
                          <a:lnTo>
                            <a:pt x="290218" y="0"/>
                          </a:lnTo>
                          <a:lnTo>
                            <a:pt x="290218" y="6718"/>
                          </a:lnTo>
                          <a:lnTo>
                            <a:pt x="0" y="6718"/>
                          </a:lnTo>
                          <a:close/>
                        </a:path>
                      </a:pathLst>
                    </a:custGeom>
                    <a:solidFill>
                      <a:srgbClr val="DCDDE1"/>
                    </a:solidFill>
                    <a:ln w="13418"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CBE6CB09-595C-4BD9-8A01-1EA9D1179173}"/>
                        </a:ext>
                      </a:extLst>
                    </p:cNvPr>
                    <p:cNvSpPr/>
                    <p:nvPr/>
                  </p:nvSpPr>
                  <p:spPr>
                    <a:xfrm rot="-10530339">
                      <a:off x="2736931" y="5612774"/>
                      <a:ext cx="290217" cy="6718"/>
                    </a:xfrm>
                    <a:custGeom>
                      <a:avLst/>
                      <a:gdLst>
                        <a:gd name="connsiteX0" fmla="*/ 0 w 290217"/>
                        <a:gd name="connsiteY0" fmla="*/ 0 h 6718"/>
                        <a:gd name="connsiteX1" fmla="*/ 290218 w 290217"/>
                        <a:gd name="connsiteY1" fmla="*/ 0 h 6718"/>
                        <a:gd name="connsiteX2" fmla="*/ 290218 w 290217"/>
                        <a:gd name="connsiteY2" fmla="*/ 6718 h 6718"/>
                        <a:gd name="connsiteX3" fmla="*/ 0 w 290217"/>
                        <a:gd name="connsiteY3" fmla="*/ 6718 h 6718"/>
                      </a:gdLst>
                      <a:ahLst/>
                      <a:cxnLst>
                        <a:cxn ang="0">
                          <a:pos x="connsiteX0" y="connsiteY0"/>
                        </a:cxn>
                        <a:cxn ang="0">
                          <a:pos x="connsiteX1" y="connsiteY1"/>
                        </a:cxn>
                        <a:cxn ang="0">
                          <a:pos x="connsiteX2" y="connsiteY2"/>
                        </a:cxn>
                        <a:cxn ang="0">
                          <a:pos x="connsiteX3" y="connsiteY3"/>
                        </a:cxn>
                      </a:cxnLst>
                      <a:rect l="l" t="t" r="r" b="b"/>
                      <a:pathLst>
                        <a:path w="290217" h="6718">
                          <a:moveTo>
                            <a:pt x="0" y="0"/>
                          </a:moveTo>
                          <a:lnTo>
                            <a:pt x="290218" y="0"/>
                          </a:lnTo>
                          <a:lnTo>
                            <a:pt x="290218" y="6718"/>
                          </a:lnTo>
                          <a:lnTo>
                            <a:pt x="0" y="6718"/>
                          </a:lnTo>
                          <a:close/>
                        </a:path>
                      </a:pathLst>
                    </a:custGeom>
                    <a:solidFill>
                      <a:srgbClr val="DCDDE1"/>
                    </a:solidFill>
                    <a:ln w="13418"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963EB1BD-AADB-4F2E-ABE8-1591F5607D0F}"/>
                        </a:ext>
                      </a:extLst>
                    </p:cNvPr>
                    <p:cNvSpPr/>
                    <p:nvPr/>
                  </p:nvSpPr>
                  <p:spPr>
                    <a:xfrm rot="-10530356">
                      <a:off x="2739215" y="5589199"/>
                      <a:ext cx="290217" cy="6718"/>
                    </a:xfrm>
                    <a:custGeom>
                      <a:avLst/>
                      <a:gdLst>
                        <a:gd name="connsiteX0" fmla="*/ 0 w 290217"/>
                        <a:gd name="connsiteY0" fmla="*/ 0 h 6718"/>
                        <a:gd name="connsiteX1" fmla="*/ 290218 w 290217"/>
                        <a:gd name="connsiteY1" fmla="*/ 0 h 6718"/>
                        <a:gd name="connsiteX2" fmla="*/ 290218 w 290217"/>
                        <a:gd name="connsiteY2" fmla="*/ 6718 h 6718"/>
                        <a:gd name="connsiteX3" fmla="*/ 0 w 290217"/>
                        <a:gd name="connsiteY3" fmla="*/ 6718 h 6718"/>
                      </a:gdLst>
                      <a:ahLst/>
                      <a:cxnLst>
                        <a:cxn ang="0">
                          <a:pos x="connsiteX0" y="connsiteY0"/>
                        </a:cxn>
                        <a:cxn ang="0">
                          <a:pos x="connsiteX1" y="connsiteY1"/>
                        </a:cxn>
                        <a:cxn ang="0">
                          <a:pos x="connsiteX2" y="connsiteY2"/>
                        </a:cxn>
                        <a:cxn ang="0">
                          <a:pos x="connsiteX3" y="connsiteY3"/>
                        </a:cxn>
                      </a:cxnLst>
                      <a:rect l="l" t="t" r="r" b="b"/>
                      <a:pathLst>
                        <a:path w="290217" h="6718">
                          <a:moveTo>
                            <a:pt x="0" y="0"/>
                          </a:moveTo>
                          <a:lnTo>
                            <a:pt x="290218" y="0"/>
                          </a:lnTo>
                          <a:lnTo>
                            <a:pt x="290218" y="6718"/>
                          </a:lnTo>
                          <a:lnTo>
                            <a:pt x="0" y="6718"/>
                          </a:lnTo>
                          <a:close/>
                        </a:path>
                      </a:pathLst>
                    </a:custGeom>
                    <a:solidFill>
                      <a:srgbClr val="DCDDE1"/>
                    </a:solidFill>
                    <a:ln w="13418" cap="flat">
                      <a:noFill/>
                      <a:prstDash val="solid"/>
                      <a:miter/>
                    </a:ln>
                  </p:spPr>
                  <p:txBody>
                    <a:bodyPr rtlCol="0" anchor="ctr"/>
                    <a:lstStyle/>
                    <a:p>
                      <a:endParaRPr lang="en-US"/>
                    </a:p>
                  </p:txBody>
                </p:sp>
              </p:grpSp>
              <p:sp>
                <p:nvSpPr>
                  <p:cNvPr id="350" name="Freeform: Shape 349">
                    <a:extLst>
                      <a:ext uri="{FF2B5EF4-FFF2-40B4-BE49-F238E27FC236}">
                        <a16:creationId xmlns:a16="http://schemas.microsoft.com/office/drawing/2014/main" id="{0A99CFE1-18F9-486F-982B-0117B1D0B709}"/>
                      </a:ext>
                    </a:extLst>
                  </p:cNvPr>
                  <p:cNvSpPr/>
                  <p:nvPr/>
                </p:nvSpPr>
                <p:spPr>
                  <a:xfrm>
                    <a:off x="2820276" y="3652125"/>
                    <a:ext cx="280819" cy="1925428"/>
                  </a:xfrm>
                  <a:custGeom>
                    <a:avLst/>
                    <a:gdLst>
                      <a:gd name="connsiteX0" fmla="*/ 208263 w 280819"/>
                      <a:gd name="connsiteY0" fmla="*/ 61807 h 1925428"/>
                      <a:gd name="connsiteX1" fmla="*/ 149143 w 280819"/>
                      <a:gd name="connsiteY1" fmla="*/ 17467 h 1925428"/>
                      <a:gd name="connsiteX2" fmla="*/ 0 w 280819"/>
                      <a:gd name="connsiteY2" fmla="*/ 1914679 h 1925428"/>
                      <a:gd name="connsiteX3" fmla="*/ 130332 w 280819"/>
                      <a:gd name="connsiteY3" fmla="*/ 1925428 h 1925428"/>
                      <a:gd name="connsiteX4" fmla="*/ 280820 w 280819"/>
                      <a:gd name="connsiteY4" fmla="*/ 4031 h 1925428"/>
                      <a:gd name="connsiteX5" fmla="*/ 280820 w 280819"/>
                      <a:gd name="connsiteY5" fmla="*/ 0 h 1925428"/>
                      <a:gd name="connsiteX6" fmla="*/ 208263 w 280819"/>
                      <a:gd name="connsiteY6" fmla="*/ 61807 h 1925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0819" h="1925428">
                        <a:moveTo>
                          <a:pt x="208263" y="61807"/>
                        </a:moveTo>
                        <a:cubicBezTo>
                          <a:pt x="181391" y="59120"/>
                          <a:pt x="158549" y="41653"/>
                          <a:pt x="149143" y="17467"/>
                        </a:cubicBezTo>
                        <a:lnTo>
                          <a:pt x="0" y="1914679"/>
                        </a:lnTo>
                        <a:lnTo>
                          <a:pt x="130332" y="1925428"/>
                        </a:lnTo>
                        <a:lnTo>
                          <a:pt x="280820" y="4031"/>
                        </a:lnTo>
                        <a:cubicBezTo>
                          <a:pt x="280820" y="2687"/>
                          <a:pt x="280820" y="1344"/>
                          <a:pt x="280820" y="0"/>
                        </a:cubicBezTo>
                        <a:cubicBezTo>
                          <a:pt x="278132" y="37622"/>
                          <a:pt x="245885" y="64494"/>
                          <a:pt x="208263" y="61807"/>
                        </a:cubicBezTo>
                        <a:close/>
                      </a:path>
                    </a:pathLst>
                  </a:custGeom>
                  <a:solidFill>
                    <a:schemeClr val="accent1">
                      <a:lumMod val="60000"/>
                      <a:lumOff val="40000"/>
                    </a:schemeClr>
                  </a:solidFill>
                  <a:ln w="13418"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BAA1758F-271C-42D8-8D9B-0785A29290A0}"/>
                      </a:ext>
                    </a:extLst>
                  </p:cNvPr>
                  <p:cNvSpPr/>
                  <p:nvPr/>
                </p:nvSpPr>
                <p:spPr>
                  <a:xfrm>
                    <a:off x="2742345" y="3642720"/>
                    <a:ext cx="228417" cy="1925428"/>
                  </a:xfrm>
                  <a:custGeom>
                    <a:avLst/>
                    <a:gdLst>
                      <a:gd name="connsiteX0" fmla="*/ 178703 w 228417"/>
                      <a:gd name="connsiteY0" fmla="*/ 63151 h 1925428"/>
                      <a:gd name="connsiteX1" fmla="*/ 147800 w 228417"/>
                      <a:gd name="connsiteY1" fmla="*/ 29560 h 1925428"/>
                      <a:gd name="connsiteX2" fmla="*/ 0 w 228417"/>
                      <a:gd name="connsiteY2" fmla="*/ 1918710 h 1925428"/>
                      <a:gd name="connsiteX3" fmla="*/ 79275 w 228417"/>
                      <a:gd name="connsiteY3" fmla="*/ 1925428 h 1925428"/>
                      <a:gd name="connsiteX4" fmla="*/ 228418 w 228417"/>
                      <a:gd name="connsiteY4" fmla="*/ 28216 h 1925428"/>
                      <a:gd name="connsiteX5" fmla="*/ 224387 w 228417"/>
                      <a:gd name="connsiteY5" fmla="*/ 0 h 1925428"/>
                      <a:gd name="connsiteX6" fmla="*/ 178703 w 228417"/>
                      <a:gd name="connsiteY6" fmla="*/ 63151 h 1925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417" h="1925428">
                        <a:moveTo>
                          <a:pt x="178703" y="63151"/>
                        </a:moveTo>
                        <a:cubicBezTo>
                          <a:pt x="163924" y="61807"/>
                          <a:pt x="153174" y="48371"/>
                          <a:pt x="147800" y="29560"/>
                        </a:cubicBezTo>
                        <a:lnTo>
                          <a:pt x="0" y="1918710"/>
                        </a:lnTo>
                        <a:lnTo>
                          <a:pt x="79275" y="1925428"/>
                        </a:lnTo>
                        <a:lnTo>
                          <a:pt x="228418" y="28216"/>
                        </a:lnTo>
                        <a:cubicBezTo>
                          <a:pt x="225731" y="18811"/>
                          <a:pt x="223043" y="9405"/>
                          <a:pt x="224387" y="0"/>
                        </a:cubicBezTo>
                        <a:cubicBezTo>
                          <a:pt x="220356" y="36278"/>
                          <a:pt x="200202" y="64494"/>
                          <a:pt x="178703" y="63151"/>
                        </a:cubicBezTo>
                        <a:close/>
                      </a:path>
                    </a:pathLst>
                  </a:custGeom>
                  <a:solidFill>
                    <a:srgbClr val="FBB040"/>
                  </a:solidFill>
                  <a:ln w="13418"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8C34D613-A222-4BFE-BE8B-C2A57C1E733E}"/>
                      </a:ext>
                    </a:extLst>
                  </p:cNvPr>
                  <p:cNvSpPr/>
                  <p:nvPr/>
                </p:nvSpPr>
                <p:spPr>
                  <a:xfrm>
                    <a:off x="2742345" y="3642720"/>
                    <a:ext cx="228417" cy="1925428"/>
                  </a:xfrm>
                  <a:custGeom>
                    <a:avLst/>
                    <a:gdLst>
                      <a:gd name="connsiteX0" fmla="*/ 178703 w 228417"/>
                      <a:gd name="connsiteY0" fmla="*/ 63151 h 1925428"/>
                      <a:gd name="connsiteX1" fmla="*/ 147800 w 228417"/>
                      <a:gd name="connsiteY1" fmla="*/ 29560 h 1925428"/>
                      <a:gd name="connsiteX2" fmla="*/ 0 w 228417"/>
                      <a:gd name="connsiteY2" fmla="*/ 1918710 h 1925428"/>
                      <a:gd name="connsiteX3" fmla="*/ 79275 w 228417"/>
                      <a:gd name="connsiteY3" fmla="*/ 1925428 h 1925428"/>
                      <a:gd name="connsiteX4" fmla="*/ 228418 w 228417"/>
                      <a:gd name="connsiteY4" fmla="*/ 28216 h 1925428"/>
                      <a:gd name="connsiteX5" fmla="*/ 224387 w 228417"/>
                      <a:gd name="connsiteY5" fmla="*/ 0 h 1925428"/>
                      <a:gd name="connsiteX6" fmla="*/ 178703 w 228417"/>
                      <a:gd name="connsiteY6" fmla="*/ 63151 h 1925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417" h="1925428">
                        <a:moveTo>
                          <a:pt x="178703" y="63151"/>
                        </a:moveTo>
                        <a:cubicBezTo>
                          <a:pt x="163924" y="61807"/>
                          <a:pt x="153174" y="48371"/>
                          <a:pt x="147800" y="29560"/>
                        </a:cubicBezTo>
                        <a:lnTo>
                          <a:pt x="0" y="1918710"/>
                        </a:lnTo>
                        <a:lnTo>
                          <a:pt x="79275" y="1925428"/>
                        </a:lnTo>
                        <a:lnTo>
                          <a:pt x="228418" y="28216"/>
                        </a:lnTo>
                        <a:cubicBezTo>
                          <a:pt x="225731" y="18811"/>
                          <a:pt x="223043" y="9405"/>
                          <a:pt x="224387" y="0"/>
                        </a:cubicBezTo>
                        <a:cubicBezTo>
                          <a:pt x="220356" y="36278"/>
                          <a:pt x="200202" y="64494"/>
                          <a:pt x="178703" y="63151"/>
                        </a:cubicBezTo>
                        <a:close/>
                      </a:path>
                    </a:pathLst>
                  </a:custGeom>
                  <a:solidFill>
                    <a:schemeClr val="accent1"/>
                  </a:solidFill>
                  <a:ln w="13418"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C388D990-C21C-49FA-9EC9-645EC14700F6}"/>
                      </a:ext>
                    </a:extLst>
                  </p:cNvPr>
                  <p:cNvSpPr/>
                  <p:nvPr/>
                </p:nvSpPr>
                <p:spPr>
                  <a:xfrm>
                    <a:off x="2950608" y="3656156"/>
                    <a:ext cx="231105" cy="1928115"/>
                  </a:xfrm>
                  <a:custGeom>
                    <a:avLst/>
                    <a:gdLst>
                      <a:gd name="connsiteX0" fmla="*/ 185422 w 231105"/>
                      <a:gd name="connsiteY0" fmla="*/ 67182 h 1928115"/>
                      <a:gd name="connsiteX1" fmla="*/ 150487 w 231105"/>
                      <a:gd name="connsiteY1" fmla="*/ 0 h 1928115"/>
                      <a:gd name="connsiteX2" fmla="*/ 0 w 231105"/>
                      <a:gd name="connsiteY2" fmla="*/ 1921397 h 1928115"/>
                      <a:gd name="connsiteX3" fmla="*/ 79275 w 231105"/>
                      <a:gd name="connsiteY3" fmla="*/ 1928116 h 1928115"/>
                      <a:gd name="connsiteX4" fmla="*/ 231105 w 231105"/>
                      <a:gd name="connsiteY4" fmla="*/ 2687 h 1928115"/>
                      <a:gd name="connsiteX5" fmla="*/ 185422 w 231105"/>
                      <a:gd name="connsiteY5" fmla="*/ 67182 h 192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1105" h="1928115">
                        <a:moveTo>
                          <a:pt x="185422" y="67182"/>
                        </a:moveTo>
                        <a:cubicBezTo>
                          <a:pt x="163924" y="65838"/>
                          <a:pt x="149143" y="34935"/>
                          <a:pt x="150487" y="0"/>
                        </a:cubicBezTo>
                        <a:lnTo>
                          <a:pt x="0" y="1921397"/>
                        </a:lnTo>
                        <a:lnTo>
                          <a:pt x="79275" y="1928116"/>
                        </a:lnTo>
                        <a:lnTo>
                          <a:pt x="231105" y="2687"/>
                        </a:lnTo>
                        <a:cubicBezTo>
                          <a:pt x="228418" y="38966"/>
                          <a:pt x="208263" y="68525"/>
                          <a:pt x="185422" y="67182"/>
                        </a:cubicBezTo>
                        <a:close/>
                      </a:path>
                    </a:pathLst>
                  </a:custGeom>
                  <a:solidFill>
                    <a:srgbClr val="FBB040"/>
                  </a:solidFill>
                  <a:ln w="13418"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6BA9C174-BDCF-4E3B-A8FB-DFFCCFBBFCDE}"/>
                      </a:ext>
                    </a:extLst>
                  </p:cNvPr>
                  <p:cNvSpPr/>
                  <p:nvPr/>
                </p:nvSpPr>
                <p:spPr>
                  <a:xfrm>
                    <a:off x="2950608" y="3656156"/>
                    <a:ext cx="231105" cy="1928115"/>
                  </a:xfrm>
                  <a:custGeom>
                    <a:avLst/>
                    <a:gdLst>
                      <a:gd name="connsiteX0" fmla="*/ 185422 w 231105"/>
                      <a:gd name="connsiteY0" fmla="*/ 67182 h 1928115"/>
                      <a:gd name="connsiteX1" fmla="*/ 150487 w 231105"/>
                      <a:gd name="connsiteY1" fmla="*/ 0 h 1928115"/>
                      <a:gd name="connsiteX2" fmla="*/ 0 w 231105"/>
                      <a:gd name="connsiteY2" fmla="*/ 1921397 h 1928115"/>
                      <a:gd name="connsiteX3" fmla="*/ 79275 w 231105"/>
                      <a:gd name="connsiteY3" fmla="*/ 1928116 h 1928115"/>
                      <a:gd name="connsiteX4" fmla="*/ 231105 w 231105"/>
                      <a:gd name="connsiteY4" fmla="*/ 2687 h 1928115"/>
                      <a:gd name="connsiteX5" fmla="*/ 185422 w 231105"/>
                      <a:gd name="connsiteY5" fmla="*/ 67182 h 192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1105" h="1928115">
                        <a:moveTo>
                          <a:pt x="185422" y="67182"/>
                        </a:moveTo>
                        <a:cubicBezTo>
                          <a:pt x="163924" y="65838"/>
                          <a:pt x="149143" y="34935"/>
                          <a:pt x="150487" y="0"/>
                        </a:cubicBezTo>
                        <a:lnTo>
                          <a:pt x="0" y="1921397"/>
                        </a:lnTo>
                        <a:lnTo>
                          <a:pt x="79275" y="1928116"/>
                        </a:lnTo>
                        <a:lnTo>
                          <a:pt x="231105" y="2687"/>
                        </a:lnTo>
                        <a:cubicBezTo>
                          <a:pt x="228418" y="38966"/>
                          <a:pt x="208263" y="68525"/>
                          <a:pt x="185422" y="67182"/>
                        </a:cubicBezTo>
                        <a:close/>
                      </a:path>
                    </a:pathLst>
                  </a:custGeom>
                  <a:solidFill>
                    <a:schemeClr val="accent1"/>
                  </a:solidFill>
                  <a:ln w="13418"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24B8384F-3E01-44F7-AFFD-F860F1CECAB8}"/>
                      </a:ext>
                    </a:extLst>
                  </p:cNvPr>
                  <p:cNvSpPr/>
                  <p:nvPr/>
                </p:nvSpPr>
                <p:spPr>
                  <a:xfrm>
                    <a:off x="3028539" y="3222162"/>
                    <a:ext cx="68525" cy="112025"/>
                  </a:xfrm>
                  <a:custGeom>
                    <a:avLst/>
                    <a:gdLst>
                      <a:gd name="connsiteX0" fmla="*/ 41653 w 68525"/>
                      <a:gd name="connsiteY0" fmla="*/ 0 h 112025"/>
                      <a:gd name="connsiteX1" fmla="*/ 0 w 68525"/>
                      <a:gd name="connsiteY1" fmla="*/ 103460 h 112025"/>
                      <a:gd name="connsiteX2" fmla="*/ 32247 w 68525"/>
                      <a:gd name="connsiteY2" fmla="*/ 111522 h 112025"/>
                      <a:gd name="connsiteX3" fmla="*/ 68525 w 68525"/>
                      <a:gd name="connsiteY3" fmla="*/ 107491 h 112025"/>
                      <a:gd name="connsiteX4" fmla="*/ 41653 w 68525"/>
                      <a:gd name="connsiteY4" fmla="*/ 0 h 112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25" h="112025">
                        <a:moveTo>
                          <a:pt x="41653" y="0"/>
                        </a:moveTo>
                        <a:lnTo>
                          <a:pt x="0" y="103460"/>
                        </a:lnTo>
                        <a:cubicBezTo>
                          <a:pt x="10749" y="107491"/>
                          <a:pt x="21498" y="110178"/>
                          <a:pt x="32247" y="111522"/>
                        </a:cubicBezTo>
                        <a:cubicBezTo>
                          <a:pt x="44340" y="112865"/>
                          <a:pt x="56433" y="111522"/>
                          <a:pt x="68525" y="107491"/>
                        </a:cubicBezTo>
                        <a:lnTo>
                          <a:pt x="41653" y="0"/>
                        </a:lnTo>
                        <a:close/>
                      </a:path>
                    </a:pathLst>
                  </a:custGeom>
                  <a:solidFill>
                    <a:srgbClr val="192A56"/>
                  </a:solidFill>
                  <a:ln w="13418" cap="flat">
                    <a:noFill/>
                    <a:prstDash val="solid"/>
                    <a:miter/>
                  </a:ln>
                </p:spPr>
                <p:txBody>
                  <a:bodyPr rtlCol="0" anchor="ctr"/>
                  <a:lstStyle/>
                  <a:p>
                    <a:endParaRPr lang="en-US"/>
                  </a:p>
                </p:txBody>
              </p:sp>
            </p:grpSp>
            <p:grpSp>
              <p:nvGrpSpPr>
                <p:cNvPr id="356" name="Graphic 270">
                  <a:extLst>
                    <a:ext uri="{FF2B5EF4-FFF2-40B4-BE49-F238E27FC236}">
                      <a16:creationId xmlns:a16="http://schemas.microsoft.com/office/drawing/2014/main" id="{CE275A8D-5B77-477D-84A2-C99A0FDE080A}"/>
                    </a:ext>
                  </a:extLst>
                </p:cNvPr>
                <p:cNvGrpSpPr/>
                <p:nvPr/>
              </p:nvGrpSpPr>
              <p:grpSpPr>
                <a:xfrm>
                  <a:off x="2027532" y="3157847"/>
                  <a:ext cx="437859" cy="634016"/>
                  <a:chOff x="2027532" y="3157847"/>
                  <a:chExt cx="437859" cy="634016"/>
                </a:xfrm>
              </p:grpSpPr>
              <p:sp>
                <p:nvSpPr>
                  <p:cNvPr id="357" name="Freeform: Shape 356">
                    <a:extLst>
                      <a:ext uri="{FF2B5EF4-FFF2-40B4-BE49-F238E27FC236}">
                        <a16:creationId xmlns:a16="http://schemas.microsoft.com/office/drawing/2014/main" id="{492D0296-27B1-4067-8229-9A4336FAEFAF}"/>
                      </a:ext>
                    </a:extLst>
                  </p:cNvPr>
                  <p:cNvSpPr/>
                  <p:nvPr/>
                </p:nvSpPr>
                <p:spPr>
                  <a:xfrm>
                    <a:off x="2171300" y="3427738"/>
                    <a:ext cx="212294" cy="364124"/>
                  </a:xfrm>
                  <a:custGeom>
                    <a:avLst/>
                    <a:gdLst>
                      <a:gd name="connsiteX0" fmla="*/ 0 w 212294"/>
                      <a:gd name="connsiteY0" fmla="*/ 30904 h 364124"/>
                      <a:gd name="connsiteX1" fmla="*/ 0 w 212294"/>
                      <a:gd name="connsiteY1" fmla="*/ 232449 h 364124"/>
                      <a:gd name="connsiteX2" fmla="*/ 212294 w 212294"/>
                      <a:gd name="connsiteY2" fmla="*/ 364125 h 364124"/>
                      <a:gd name="connsiteX3" fmla="*/ 212294 w 212294"/>
                      <a:gd name="connsiteY3" fmla="*/ 228418 h 364124"/>
                      <a:gd name="connsiteX4" fmla="*/ 212294 w 212294"/>
                      <a:gd name="connsiteY4" fmla="*/ 96742 h 364124"/>
                      <a:gd name="connsiteX5" fmla="*/ 96742 w 212294"/>
                      <a:gd name="connsiteY5" fmla="*/ 0 h 364124"/>
                      <a:gd name="connsiteX6" fmla="*/ 26873 w 212294"/>
                      <a:gd name="connsiteY6" fmla="*/ 20155 h 364124"/>
                      <a:gd name="connsiteX7" fmla="*/ 0 w 212294"/>
                      <a:gd name="connsiteY7" fmla="*/ 30904 h 364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294" h="364124">
                        <a:moveTo>
                          <a:pt x="0" y="30904"/>
                        </a:moveTo>
                        <a:cubicBezTo>
                          <a:pt x="0" y="30904"/>
                          <a:pt x="16124" y="118240"/>
                          <a:pt x="0" y="232449"/>
                        </a:cubicBezTo>
                        <a:lnTo>
                          <a:pt x="212294" y="364125"/>
                        </a:lnTo>
                        <a:lnTo>
                          <a:pt x="212294" y="228418"/>
                        </a:lnTo>
                        <a:cubicBezTo>
                          <a:pt x="212294" y="228418"/>
                          <a:pt x="197514" y="171985"/>
                          <a:pt x="212294" y="96742"/>
                        </a:cubicBezTo>
                        <a:lnTo>
                          <a:pt x="96742" y="0"/>
                        </a:lnTo>
                        <a:lnTo>
                          <a:pt x="26873" y="20155"/>
                        </a:lnTo>
                        <a:lnTo>
                          <a:pt x="0" y="30904"/>
                        </a:lnTo>
                        <a:close/>
                      </a:path>
                    </a:pathLst>
                  </a:custGeom>
                  <a:solidFill>
                    <a:srgbClr val="FFE389"/>
                  </a:solidFill>
                  <a:ln w="13418"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283178FE-6A6A-4F88-9693-0186A7359055}"/>
                      </a:ext>
                    </a:extLst>
                  </p:cNvPr>
                  <p:cNvSpPr/>
                  <p:nvPr/>
                </p:nvSpPr>
                <p:spPr>
                  <a:xfrm>
                    <a:off x="2171300" y="3427738"/>
                    <a:ext cx="212294" cy="228417"/>
                  </a:xfrm>
                  <a:custGeom>
                    <a:avLst/>
                    <a:gdLst>
                      <a:gd name="connsiteX0" fmla="*/ 212294 w 212294"/>
                      <a:gd name="connsiteY0" fmla="*/ 96742 h 228417"/>
                      <a:gd name="connsiteX1" fmla="*/ 96742 w 212294"/>
                      <a:gd name="connsiteY1" fmla="*/ 0 h 228417"/>
                      <a:gd name="connsiteX2" fmla="*/ 26873 w 212294"/>
                      <a:gd name="connsiteY2" fmla="*/ 20155 h 228417"/>
                      <a:gd name="connsiteX3" fmla="*/ 0 w 212294"/>
                      <a:gd name="connsiteY3" fmla="*/ 30904 h 228417"/>
                      <a:gd name="connsiteX4" fmla="*/ 0 w 212294"/>
                      <a:gd name="connsiteY4" fmla="*/ 32247 h 228417"/>
                      <a:gd name="connsiteX5" fmla="*/ 0 w 212294"/>
                      <a:gd name="connsiteY5" fmla="*/ 32247 h 228417"/>
                      <a:gd name="connsiteX6" fmla="*/ 6718 w 212294"/>
                      <a:gd name="connsiteY6" fmla="*/ 88680 h 228417"/>
                      <a:gd name="connsiteX7" fmla="*/ 212294 w 212294"/>
                      <a:gd name="connsiteY7" fmla="*/ 228418 h 228417"/>
                      <a:gd name="connsiteX8" fmla="*/ 212294 w 212294"/>
                      <a:gd name="connsiteY8" fmla="*/ 96742 h 228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294" h="228417">
                        <a:moveTo>
                          <a:pt x="212294" y="96742"/>
                        </a:moveTo>
                        <a:lnTo>
                          <a:pt x="96742" y="0"/>
                        </a:lnTo>
                        <a:lnTo>
                          <a:pt x="26873" y="20155"/>
                        </a:lnTo>
                        <a:lnTo>
                          <a:pt x="0" y="30904"/>
                        </a:lnTo>
                        <a:cubicBezTo>
                          <a:pt x="0" y="30904"/>
                          <a:pt x="0" y="30904"/>
                          <a:pt x="0" y="32247"/>
                        </a:cubicBezTo>
                        <a:cubicBezTo>
                          <a:pt x="0" y="32247"/>
                          <a:pt x="0" y="32247"/>
                          <a:pt x="0" y="32247"/>
                        </a:cubicBezTo>
                        <a:cubicBezTo>
                          <a:pt x="2687" y="51058"/>
                          <a:pt x="4031" y="69869"/>
                          <a:pt x="6718" y="88680"/>
                        </a:cubicBezTo>
                        <a:cubicBezTo>
                          <a:pt x="100773" y="197514"/>
                          <a:pt x="212294" y="228418"/>
                          <a:pt x="212294" y="228418"/>
                        </a:cubicBezTo>
                        <a:cubicBezTo>
                          <a:pt x="212294" y="228418"/>
                          <a:pt x="196171" y="171985"/>
                          <a:pt x="212294" y="96742"/>
                        </a:cubicBezTo>
                        <a:close/>
                      </a:path>
                    </a:pathLst>
                  </a:custGeom>
                  <a:solidFill>
                    <a:srgbClr val="FFE389"/>
                  </a:solidFill>
                  <a:ln w="13418"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BDA287C2-C0A3-40F7-8357-487AF8F99E60}"/>
                      </a:ext>
                    </a:extLst>
                  </p:cNvPr>
                  <p:cNvSpPr/>
                  <p:nvPr/>
                </p:nvSpPr>
                <p:spPr>
                  <a:xfrm>
                    <a:off x="2140257" y="3282626"/>
                    <a:ext cx="298426" cy="294675"/>
                  </a:xfrm>
                  <a:custGeom>
                    <a:avLst/>
                    <a:gdLst>
                      <a:gd name="connsiteX0" fmla="*/ 293052 w 298426"/>
                      <a:gd name="connsiteY0" fmla="*/ 0 h 294675"/>
                      <a:gd name="connsiteX1" fmla="*/ 298427 w 298426"/>
                      <a:gd name="connsiteY1" fmla="*/ 171985 h 294675"/>
                      <a:gd name="connsiteX2" fmla="*/ 258118 w 298426"/>
                      <a:gd name="connsiteY2" fmla="*/ 287538 h 294675"/>
                      <a:gd name="connsiteX3" fmla="*/ 117036 w 298426"/>
                      <a:gd name="connsiteY3" fmla="*/ 266040 h 294675"/>
                      <a:gd name="connsiteX4" fmla="*/ 94194 w 298426"/>
                      <a:gd name="connsiteY4" fmla="*/ 244542 h 294675"/>
                      <a:gd name="connsiteX5" fmla="*/ 56572 w 298426"/>
                      <a:gd name="connsiteY5" fmla="*/ 173329 h 294675"/>
                      <a:gd name="connsiteX6" fmla="*/ 29700 w 298426"/>
                      <a:gd name="connsiteY6" fmla="*/ 200202 h 294675"/>
                      <a:gd name="connsiteX7" fmla="*/ 12233 w 298426"/>
                      <a:gd name="connsiteY7" fmla="*/ 108834 h 294675"/>
                      <a:gd name="connsiteX8" fmla="*/ 52542 w 298426"/>
                      <a:gd name="connsiteY8" fmla="*/ 127645 h 294675"/>
                      <a:gd name="connsiteX9" fmla="*/ 59260 w 298426"/>
                      <a:gd name="connsiteY9" fmla="*/ 150487 h 294675"/>
                      <a:gd name="connsiteX10" fmla="*/ 75383 w 298426"/>
                      <a:gd name="connsiteY10" fmla="*/ 146456 h 294675"/>
                      <a:gd name="connsiteX11" fmla="*/ 79414 w 298426"/>
                      <a:gd name="connsiteY11" fmla="*/ 90023 h 294675"/>
                      <a:gd name="connsiteX12" fmla="*/ 61947 w 298426"/>
                      <a:gd name="connsiteY12" fmla="*/ 67182 h 294675"/>
                      <a:gd name="connsiteX13" fmla="*/ 78071 w 298426"/>
                      <a:gd name="connsiteY13" fmla="*/ 72556 h 294675"/>
                      <a:gd name="connsiteX14" fmla="*/ 88820 w 298426"/>
                      <a:gd name="connsiteY14" fmla="*/ 33591 h 294675"/>
                      <a:gd name="connsiteX15" fmla="*/ 221839 w 298426"/>
                      <a:gd name="connsiteY15" fmla="*/ 38965 h 294675"/>
                      <a:gd name="connsiteX16" fmla="*/ 293052 w 298426"/>
                      <a:gd name="connsiteY16" fmla="*/ 0 h 29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98426" h="294675">
                        <a:moveTo>
                          <a:pt x="293052" y="0"/>
                        </a:moveTo>
                        <a:lnTo>
                          <a:pt x="298427" y="171985"/>
                        </a:lnTo>
                        <a:cubicBezTo>
                          <a:pt x="298427" y="171985"/>
                          <a:pt x="295739" y="272758"/>
                          <a:pt x="258118" y="287538"/>
                        </a:cubicBezTo>
                        <a:cubicBezTo>
                          <a:pt x="215121" y="305005"/>
                          <a:pt x="157345" y="287538"/>
                          <a:pt x="117036" y="266040"/>
                        </a:cubicBezTo>
                        <a:cubicBezTo>
                          <a:pt x="107631" y="260665"/>
                          <a:pt x="100912" y="253947"/>
                          <a:pt x="94194" y="244542"/>
                        </a:cubicBezTo>
                        <a:cubicBezTo>
                          <a:pt x="83445" y="228418"/>
                          <a:pt x="68665" y="223043"/>
                          <a:pt x="56572" y="173329"/>
                        </a:cubicBezTo>
                        <a:cubicBezTo>
                          <a:pt x="56572" y="173329"/>
                          <a:pt x="53885" y="201545"/>
                          <a:pt x="29700" y="200202"/>
                        </a:cubicBezTo>
                        <a:cubicBezTo>
                          <a:pt x="-3891" y="197514"/>
                          <a:pt x="-7922" y="119583"/>
                          <a:pt x="12233" y="108834"/>
                        </a:cubicBezTo>
                        <a:cubicBezTo>
                          <a:pt x="32387" y="98085"/>
                          <a:pt x="52542" y="127645"/>
                          <a:pt x="52542" y="127645"/>
                        </a:cubicBezTo>
                        <a:lnTo>
                          <a:pt x="59260" y="150487"/>
                        </a:lnTo>
                        <a:lnTo>
                          <a:pt x="75383" y="146456"/>
                        </a:lnTo>
                        <a:cubicBezTo>
                          <a:pt x="70009" y="120927"/>
                          <a:pt x="71352" y="111522"/>
                          <a:pt x="79414" y="90023"/>
                        </a:cubicBezTo>
                        <a:lnTo>
                          <a:pt x="61947" y="67182"/>
                        </a:lnTo>
                        <a:lnTo>
                          <a:pt x="78071" y="72556"/>
                        </a:lnTo>
                        <a:lnTo>
                          <a:pt x="88820" y="33591"/>
                        </a:lnTo>
                        <a:cubicBezTo>
                          <a:pt x="88820" y="33591"/>
                          <a:pt x="164063" y="45684"/>
                          <a:pt x="221839" y="38965"/>
                        </a:cubicBezTo>
                        <a:cubicBezTo>
                          <a:pt x="283647" y="30904"/>
                          <a:pt x="293052" y="0"/>
                          <a:pt x="293052" y="0"/>
                        </a:cubicBezTo>
                        <a:close/>
                      </a:path>
                    </a:pathLst>
                  </a:custGeom>
                  <a:solidFill>
                    <a:srgbClr val="FFE389"/>
                  </a:solidFill>
                  <a:ln w="13418"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D127F00E-6CA0-4A57-891D-0C3B8CBAB485}"/>
                      </a:ext>
                    </a:extLst>
                  </p:cNvPr>
                  <p:cNvSpPr/>
                  <p:nvPr/>
                </p:nvSpPr>
                <p:spPr>
                  <a:xfrm>
                    <a:off x="2431966" y="3358476"/>
                    <a:ext cx="33425" cy="83668"/>
                  </a:xfrm>
                  <a:custGeom>
                    <a:avLst/>
                    <a:gdLst>
                      <a:gd name="connsiteX0" fmla="*/ 0 w 33425"/>
                      <a:gd name="connsiteY0" fmla="*/ 18204 h 83668"/>
                      <a:gd name="connsiteX1" fmla="*/ 21498 w 33425"/>
                      <a:gd name="connsiteY1" fmla="*/ 2081 h 83668"/>
                      <a:gd name="connsiteX2" fmla="*/ 1344 w 33425"/>
                      <a:gd name="connsiteY2" fmla="*/ 82699 h 83668"/>
                      <a:gd name="connsiteX3" fmla="*/ 0 w 33425"/>
                      <a:gd name="connsiteY3" fmla="*/ 18204 h 83668"/>
                    </a:gdLst>
                    <a:ahLst/>
                    <a:cxnLst>
                      <a:cxn ang="0">
                        <a:pos x="connsiteX0" y="connsiteY0"/>
                      </a:cxn>
                      <a:cxn ang="0">
                        <a:pos x="connsiteX1" y="connsiteY1"/>
                      </a:cxn>
                      <a:cxn ang="0">
                        <a:pos x="connsiteX2" y="connsiteY2"/>
                      </a:cxn>
                      <a:cxn ang="0">
                        <a:pos x="connsiteX3" y="connsiteY3"/>
                      </a:cxn>
                    </a:cxnLst>
                    <a:rect l="l" t="t" r="r" b="b"/>
                    <a:pathLst>
                      <a:path w="33425" h="83668">
                        <a:moveTo>
                          <a:pt x="0" y="18204"/>
                        </a:moveTo>
                        <a:cubicBezTo>
                          <a:pt x="0" y="18204"/>
                          <a:pt x="1344" y="-7325"/>
                          <a:pt x="21498" y="2081"/>
                        </a:cubicBezTo>
                        <a:cubicBezTo>
                          <a:pt x="42996" y="11486"/>
                          <a:pt x="34934" y="93448"/>
                          <a:pt x="1344" y="82699"/>
                        </a:cubicBezTo>
                        <a:lnTo>
                          <a:pt x="0" y="18204"/>
                        </a:lnTo>
                        <a:close/>
                      </a:path>
                    </a:pathLst>
                  </a:custGeom>
                  <a:solidFill>
                    <a:srgbClr val="FFE389"/>
                  </a:solidFill>
                  <a:ln w="13418" cap="flat">
                    <a:noFill/>
                    <a:prstDash val="solid"/>
                    <a:miter/>
                  </a:ln>
                </p:spPr>
                <p:txBody>
                  <a:bodyPr rtlCol="0" anchor="ctr"/>
                  <a:lstStyle/>
                  <a:p>
                    <a:endParaRPr lang="en-US"/>
                  </a:p>
                </p:txBody>
              </p:sp>
              <p:sp>
                <p:nvSpPr>
                  <p:cNvPr id="361" name="Freeform: Shape 360">
                    <a:extLst>
                      <a:ext uri="{FF2B5EF4-FFF2-40B4-BE49-F238E27FC236}">
                        <a16:creationId xmlns:a16="http://schemas.microsoft.com/office/drawing/2014/main" id="{AC246A63-5F3E-4112-828C-7A75B470B080}"/>
                      </a:ext>
                    </a:extLst>
                  </p:cNvPr>
                  <p:cNvSpPr/>
                  <p:nvPr/>
                </p:nvSpPr>
                <p:spPr>
                  <a:xfrm>
                    <a:off x="2027532" y="3157847"/>
                    <a:ext cx="406554" cy="526526"/>
                  </a:xfrm>
                  <a:custGeom>
                    <a:avLst/>
                    <a:gdLst>
                      <a:gd name="connsiteX0" fmla="*/ 405778 w 406554"/>
                      <a:gd name="connsiteY0" fmla="*/ 124779 h 526526"/>
                      <a:gd name="connsiteX1" fmla="*/ 353376 w 406554"/>
                      <a:gd name="connsiteY1" fmla="*/ 170463 h 526526"/>
                      <a:gd name="connsiteX2" fmla="*/ 259321 w 406554"/>
                      <a:gd name="connsiteY2" fmla="*/ 170463 h 526526"/>
                      <a:gd name="connsiteX3" fmla="*/ 174672 w 406554"/>
                      <a:gd name="connsiteY3" fmla="*/ 275266 h 526526"/>
                      <a:gd name="connsiteX4" fmla="*/ 130333 w 406554"/>
                      <a:gd name="connsiteY4" fmla="*/ 232270 h 526526"/>
                      <a:gd name="connsiteX5" fmla="*/ 118240 w 406554"/>
                      <a:gd name="connsiteY5" fmla="*/ 295421 h 526526"/>
                      <a:gd name="connsiteX6" fmla="*/ 143769 w 406554"/>
                      <a:gd name="connsiteY6" fmla="*/ 324981 h 526526"/>
                      <a:gd name="connsiteX7" fmla="*/ 155862 w 406554"/>
                      <a:gd name="connsiteY7" fmla="*/ 322294 h 526526"/>
                      <a:gd name="connsiteX8" fmla="*/ 155862 w 406554"/>
                      <a:gd name="connsiteY8" fmla="*/ 483530 h 526526"/>
                      <a:gd name="connsiteX9" fmla="*/ 0 w 406554"/>
                      <a:gd name="connsiteY9" fmla="*/ 526526 h 526526"/>
                      <a:gd name="connsiteX10" fmla="*/ 44340 w 406554"/>
                      <a:gd name="connsiteY10" fmla="*/ 349166 h 526526"/>
                      <a:gd name="connsiteX11" fmla="*/ 67182 w 406554"/>
                      <a:gd name="connsiteY11" fmla="*/ 139559 h 526526"/>
                      <a:gd name="connsiteX12" fmla="*/ 192140 w 406554"/>
                      <a:gd name="connsiteY12" fmla="*/ 17289 h 526526"/>
                      <a:gd name="connsiteX13" fmla="*/ 405778 w 406554"/>
                      <a:gd name="connsiteY13" fmla="*/ 124779 h 526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6554" h="526526">
                        <a:moveTo>
                          <a:pt x="405778" y="124779"/>
                        </a:moveTo>
                        <a:cubicBezTo>
                          <a:pt x="405778" y="124779"/>
                          <a:pt x="415183" y="154339"/>
                          <a:pt x="353376" y="170463"/>
                        </a:cubicBezTo>
                        <a:cubicBezTo>
                          <a:pt x="291569" y="186586"/>
                          <a:pt x="259321" y="170463"/>
                          <a:pt x="259321" y="170463"/>
                        </a:cubicBezTo>
                        <a:cubicBezTo>
                          <a:pt x="259321" y="170463"/>
                          <a:pt x="279476" y="303483"/>
                          <a:pt x="174672" y="275266"/>
                        </a:cubicBezTo>
                        <a:cubicBezTo>
                          <a:pt x="174672" y="275266"/>
                          <a:pt x="167954" y="230926"/>
                          <a:pt x="130333" y="232270"/>
                        </a:cubicBezTo>
                        <a:cubicBezTo>
                          <a:pt x="130333" y="232270"/>
                          <a:pt x="106147" y="245706"/>
                          <a:pt x="118240" y="295421"/>
                        </a:cubicBezTo>
                        <a:cubicBezTo>
                          <a:pt x="118240" y="295421"/>
                          <a:pt x="126302" y="326324"/>
                          <a:pt x="143769" y="324981"/>
                        </a:cubicBezTo>
                        <a:cubicBezTo>
                          <a:pt x="143769" y="324981"/>
                          <a:pt x="147800" y="326324"/>
                          <a:pt x="155862" y="322294"/>
                        </a:cubicBezTo>
                        <a:cubicBezTo>
                          <a:pt x="155862" y="322294"/>
                          <a:pt x="166611" y="421723"/>
                          <a:pt x="155862" y="483530"/>
                        </a:cubicBezTo>
                        <a:lnTo>
                          <a:pt x="0" y="526526"/>
                        </a:lnTo>
                        <a:cubicBezTo>
                          <a:pt x="0" y="526526"/>
                          <a:pt x="45684" y="406942"/>
                          <a:pt x="44340" y="349166"/>
                        </a:cubicBezTo>
                        <a:cubicBezTo>
                          <a:pt x="42996" y="291390"/>
                          <a:pt x="47027" y="198679"/>
                          <a:pt x="67182" y="139559"/>
                        </a:cubicBezTo>
                        <a:cubicBezTo>
                          <a:pt x="88680" y="75065"/>
                          <a:pt x="99429" y="50879"/>
                          <a:pt x="192140" y="17289"/>
                        </a:cubicBezTo>
                        <a:cubicBezTo>
                          <a:pt x="286194" y="-16302"/>
                          <a:pt x="417870" y="-10928"/>
                          <a:pt x="405778" y="124779"/>
                        </a:cubicBezTo>
                        <a:close/>
                      </a:path>
                    </a:pathLst>
                  </a:custGeom>
                  <a:solidFill>
                    <a:srgbClr val="192A56"/>
                  </a:solidFill>
                  <a:ln w="13418" cap="flat">
                    <a:noFill/>
                    <a:prstDash val="solid"/>
                    <a:miter/>
                  </a:ln>
                </p:spPr>
                <p:txBody>
                  <a:bodyPr rtlCol="0" anchor="ctr"/>
                  <a:lstStyle/>
                  <a:p>
                    <a:endParaRPr lang="en-US"/>
                  </a:p>
                </p:txBody>
              </p:sp>
              <p:sp>
                <p:nvSpPr>
                  <p:cNvPr id="362" name="Freeform: Shape 361">
                    <a:extLst>
                      <a:ext uri="{FF2B5EF4-FFF2-40B4-BE49-F238E27FC236}">
                        <a16:creationId xmlns:a16="http://schemas.microsoft.com/office/drawing/2014/main" id="{29BC4142-EA0B-4742-A0A8-C2715A3060FF}"/>
                      </a:ext>
                    </a:extLst>
                  </p:cNvPr>
                  <p:cNvSpPr/>
                  <p:nvPr/>
                </p:nvSpPr>
                <p:spPr>
                  <a:xfrm>
                    <a:off x="2084804" y="3224988"/>
                    <a:ext cx="49403" cy="20016"/>
                  </a:xfrm>
                  <a:custGeom>
                    <a:avLst/>
                    <a:gdLst>
                      <a:gd name="connsiteX0" fmla="*/ 42156 w 49403"/>
                      <a:gd name="connsiteY0" fmla="*/ 20016 h 20016"/>
                      <a:gd name="connsiteX1" fmla="*/ 36782 w 49403"/>
                      <a:gd name="connsiteY1" fmla="*/ 17329 h 20016"/>
                      <a:gd name="connsiteX2" fmla="*/ 8566 w 49403"/>
                      <a:gd name="connsiteY2" fmla="*/ 15985 h 20016"/>
                      <a:gd name="connsiteX3" fmla="*/ 504 w 49403"/>
                      <a:gd name="connsiteY3" fmla="*/ 11954 h 20016"/>
                      <a:gd name="connsiteX4" fmla="*/ 4535 w 49403"/>
                      <a:gd name="connsiteY4" fmla="*/ 3892 h 20016"/>
                      <a:gd name="connsiteX5" fmla="*/ 47531 w 49403"/>
                      <a:gd name="connsiteY5" fmla="*/ 9267 h 20016"/>
                      <a:gd name="connsiteX6" fmla="*/ 46187 w 49403"/>
                      <a:gd name="connsiteY6" fmla="*/ 18672 h 20016"/>
                      <a:gd name="connsiteX7" fmla="*/ 42156 w 49403"/>
                      <a:gd name="connsiteY7" fmla="*/ 20016 h 2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403" h="20016">
                        <a:moveTo>
                          <a:pt x="42156" y="20016"/>
                        </a:moveTo>
                        <a:cubicBezTo>
                          <a:pt x="40813" y="20016"/>
                          <a:pt x="38126" y="18672"/>
                          <a:pt x="36782" y="17329"/>
                        </a:cubicBezTo>
                        <a:cubicBezTo>
                          <a:pt x="36782" y="17329"/>
                          <a:pt x="27377" y="9267"/>
                          <a:pt x="8566" y="15985"/>
                        </a:cubicBezTo>
                        <a:cubicBezTo>
                          <a:pt x="4535" y="17329"/>
                          <a:pt x="1847" y="15985"/>
                          <a:pt x="504" y="11954"/>
                        </a:cubicBezTo>
                        <a:cubicBezTo>
                          <a:pt x="-840" y="7923"/>
                          <a:pt x="504" y="5236"/>
                          <a:pt x="4535" y="3892"/>
                        </a:cubicBezTo>
                        <a:cubicBezTo>
                          <a:pt x="34095" y="-6857"/>
                          <a:pt x="47531" y="7923"/>
                          <a:pt x="47531" y="9267"/>
                        </a:cubicBezTo>
                        <a:cubicBezTo>
                          <a:pt x="50218" y="11954"/>
                          <a:pt x="50218" y="15985"/>
                          <a:pt x="46187" y="18672"/>
                        </a:cubicBezTo>
                        <a:cubicBezTo>
                          <a:pt x="46187" y="20016"/>
                          <a:pt x="43500" y="20016"/>
                          <a:pt x="42156" y="20016"/>
                        </a:cubicBezTo>
                        <a:close/>
                      </a:path>
                    </a:pathLst>
                  </a:custGeom>
                  <a:solidFill>
                    <a:srgbClr val="192A56"/>
                  </a:solidFill>
                  <a:ln w="13418" cap="flat">
                    <a:noFill/>
                    <a:prstDash val="solid"/>
                    <a:miter/>
                  </a:ln>
                </p:spPr>
                <p:txBody>
                  <a:bodyPr rtlCol="0" anchor="ctr"/>
                  <a:lstStyle/>
                  <a:p>
                    <a:endParaRPr lang="en-US"/>
                  </a:p>
                </p:txBody>
              </p:sp>
              <p:sp>
                <p:nvSpPr>
                  <p:cNvPr id="363" name="Freeform: Shape 362">
                    <a:extLst>
                      <a:ext uri="{FF2B5EF4-FFF2-40B4-BE49-F238E27FC236}">
                        <a16:creationId xmlns:a16="http://schemas.microsoft.com/office/drawing/2014/main" id="{D8329852-DA82-4250-9E16-DC0E508FC6FF}"/>
                      </a:ext>
                    </a:extLst>
                  </p:cNvPr>
                  <p:cNvSpPr/>
                  <p:nvPr/>
                </p:nvSpPr>
                <p:spPr>
                  <a:xfrm>
                    <a:off x="2114699" y="3195830"/>
                    <a:ext cx="27844" cy="46487"/>
                  </a:xfrm>
                  <a:custGeom>
                    <a:avLst/>
                    <a:gdLst>
                      <a:gd name="connsiteX0" fmla="*/ 8230 w 27844"/>
                      <a:gd name="connsiteY0" fmla="*/ 46487 h 46487"/>
                      <a:gd name="connsiteX1" fmla="*/ 1512 w 27844"/>
                      <a:gd name="connsiteY1" fmla="*/ 42456 h 46487"/>
                      <a:gd name="connsiteX2" fmla="*/ 17636 w 27844"/>
                      <a:gd name="connsiteY2" fmla="*/ 804 h 46487"/>
                      <a:gd name="connsiteX3" fmla="*/ 27041 w 27844"/>
                      <a:gd name="connsiteY3" fmla="*/ 3491 h 46487"/>
                      <a:gd name="connsiteX4" fmla="*/ 24354 w 27844"/>
                      <a:gd name="connsiteY4" fmla="*/ 12896 h 46487"/>
                      <a:gd name="connsiteX5" fmla="*/ 14948 w 27844"/>
                      <a:gd name="connsiteY5" fmla="*/ 38425 h 46487"/>
                      <a:gd name="connsiteX6" fmla="*/ 10917 w 27844"/>
                      <a:gd name="connsiteY6" fmla="*/ 46487 h 46487"/>
                      <a:gd name="connsiteX7" fmla="*/ 8230 w 27844"/>
                      <a:gd name="connsiteY7" fmla="*/ 46487 h 46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844" h="46487">
                        <a:moveTo>
                          <a:pt x="8230" y="46487"/>
                        </a:moveTo>
                        <a:cubicBezTo>
                          <a:pt x="5543" y="46487"/>
                          <a:pt x="2856" y="45144"/>
                          <a:pt x="1512" y="42456"/>
                        </a:cubicBezTo>
                        <a:cubicBezTo>
                          <a:pt x="-1175" y="33051"/>
                          <a:pt x="-2519" y="12896"/>
                          <a:pt x="17636" y="804"/>
                        </a:cubicBezTo>
                        <a:cubicBezTo>
                          <a:pt x="20323" y="-540"/>
                          <a:pt x="24354" y="-540"/>
                          <a:pt x="27041" y="3491"/>
                        </a:cubicBezTo>
                        <a:cubicBezTo>
                          <a:pt x="28385" y="6178"/>
                          <a:pt x="28385" y="10209"/>
                          <a:pt x="24354" y="12896"/>
                        </a:cubicBezTo>
                        <a:cubicBezTo>
                          <a:pt x="9574" y="20958"/>
                          <a:pt x="13605" y="35738"/>
                          <a:pt x="14948" y="38425"/>
                        </a:cubicBezTo>
                        <a:cubicBezTo>
                          <a:pt x="16292" y="42456"/>
                          <a:pt x="13605" y="45144"/>
                          <a:pt x="10917" y="46487"/>
                        </a:cubicBezTo>
                        <a:cubicBezTo>
                          <a:pt x="9574" y="46487"/>
                          <a:pt x="8230" y="46487"/>
                          <a:pt x="8230" y="46487"/>
                        </a:cubicBezTo>
                        <a:close/>
                      </a:path>
                    </a:pathLst>
                  </a:custGeom>
                  <a:solidFill>
                    <a:srgbClr val="192A56"/>
                  </a:solidFill>
                  <a:ln w="13418" cap="flat">
                    <a:noFill/>
                    <a:prstDash val="solid"/>
                    <a:miter/>
                  </a:ln>
                </p:spPr>
                <p:txBody>
                  <a:bodyPr rtlCol="0" anchor="ctr"/>
                  <a:lstStyle/>
                  <a:p>
                    <a:endParaRPr lang="en-US"/>
                  </a:p>
                </p:txBody>
              </p:sp>
              <p:sp>
                <p:nvSpPr>
                  <p:cNvPr id="364" name="Freeform: Shape 363">
                    <a:extLst>
                      <a:ext uri="{FF2B5EF4-FFF2-40B4-BE49-F238E27FC236}">
                        <a16:creationId xmlns:a16="http://schemas.microsoft.com/office/drawing/2014/main" id="{1C1059A5-B252-4B6B-980B-8FCFD58D9A35}"/>
                      </a:ext>
                    </a:extLst>
                  </p:cNvPr>
                  <p:cNvSpPr/>
                  <p:nvPr/>
                </p:nvSpPr>
                <p:spPr>
                  <a:xfrm>
                    <a:off x="2367471" y="3449237"/>
                    <a:ext cx="32247" cy="13095"/>
                  </a:xfrm>
                  <a:custGeom>
                    <a:avLst/>
                    <a:gdLst>
                      <a:gd name="connsiteX0" fmla="*/ 0 w 32247"/>
                      <a:gd name="connsiteY0" fmla="*/ 9405 h 13095"/>
                      <a:gd name="connsiteX1" fmla="*/ 32247 w 32247"/>
                      <a:gd name="connsiteY1" fmla="*/ 0 h 13095"/>
                      <a:gd name="connsiteX2" fmla="*/ 0 w 32247"/>
                      <a:gd name="connsiteY2" fmla="*/ 9405 h 13095"/>
                    </a:gdLst>
                    <a:ahLst/>
                    <a:cxnLst>
                      <a:cxn ang="0">
                        <a:pos x="connsiteX0" y="connsiteY0"/>
                      </a:cxn>
                      <a:cxn ang="0">
                        <a:pos x="connsiteX1" y="connsiteY1"/>
                      </a:cxn>
                      <a:cxn ang="0">
                        <a:pos x="connsiteX2" y="connsiteY2"/>
                      </a:cxn>
                    </a:cxnLst>
                    <a:rect l="l" t="t" r="r" b="b"/>
                    <a:pathLst>
                      <a:path w="32247" h="13095">
                        <a:moveTo>
                          <a:pt x="0" y="9405"/>
                        </a:moveTo>
                        <a:lnTo>
                          <a:pt x="32247" y="0"/>
                        </a:lnTo>
                        <a:cubicBezTo>
                          <a:pt x="32247" y="0"/>
                          <a:pt x="28216" y="21498"/>
                          <a:pt x="0" y="9405"/>
                        </a:cubicBezTo>
                        <a:close/>
                      </a:path>
                    </a:pathLst>
                  </a:custGeom>
                  <a:solidFill>
                    <a:srgbClr val="FBB040"/>
                  </a:solidFill>
                  <a:ln w="13418" cap="flat">
                    <a:noFill/>
                    <a:prstDash val="solid"/>
                    <a:miter/>
                  </a:ln>
                </p:spPr>
                <p:txBody>
                  <a:bodyPr rtlCol="0" anchor="ctr"/>
                  <a:lstStyle/>
                  <a:p>
                    <a:endParaRPr lang="en-US"/>
                  </a:p>
                </p:txBody>
              </p:sp>
            </p:grpSp>
            <p:sp>
              <p:nvSpPr>
                <p:cNvPr id="365" name="Freeform: Shape 364">
                  <a:extLst>
                    <a:ext uri="{FF2B5EF4-FFF2-40B4-BE49-F238E27FC236}">
                      <a16:creationId xmlns:a16="http://schemas.microsoft.com/office/drawing/2014/main" id="{48C70117-1670-43EF-A067-669331DFB104}"/>
                    </a:ext>
                  </a:extLst>
                </p:cNvPr>
                <p:cNvSpPr/>
                <p:nvPr/>
              </p:nvSpPr>
              <p:spPr>
                <a:xfrm>
                  <a:off x="1681323" y="3691091"/>
                  <a:ext cx="407589" cy="486395"/>
                </a:xfrm>
                <a:custGeom>
                  <a:avLst/>
                  <a:gdLst>
                    <a:gd name="connsiteX0" fmla="*/ 323367 w 407589"/>
                    <a:gd name="connsiteY0" fmla="*/ 0 h 486395"/>
                    <a:gd name="connsiteX1" fmla="*/ 2238 w 407589"/>
                    <a:gd name="connsiteY1" fmla="*/ 417870 h 486395"/>
                    <a:gd name="connsiteX2" fmla="*/ 27768 w 407589"/>
                    <a:gd name="connsiteY2" fmla="*/ 486396 h 486395"/>
                    <a:gd name="connsiteX3" fmla="*/ 152726 w 407589"/>
                    <a:gd name="connsiteY3" fmla="*/ 446087 h 486395"/>
                    <a:gd name="connsiteX4" fmla="*/ 403985 w 407589"/>
                    <a:gd name="connsiteY4" fmla="*/ 180047 h 486395"/>
                    <a:gd name="connsiteX5" fmla="*/ 323367 w 407589"/>
                    <a:gd name="connsiteY5" fmla="*/ 0 h 486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589" h="486395">
                      <a:moveTo>
                        <a:pt x="323367" y="0"/>
                      </a:moveTo>
                      <a:lnTo>
                        <a:pt x="2238" y="417870"/>
                      </a:lnTo>
                      <a:cubicBezTo>
                        <a:pt x="2238" y="417870"/>
                        <a:pt x="-11198" y="452805"/>
                        <a:pt x="27768" y="486396"/>
                      </a:cubicBezTo>
                      <a:lnTo>
                        <a:pt x="152726" y="446087"/>
                      </a:lnTo>
                      <a:lnTo>
                        <a:pt x="403985" y="180047"/>
                      </a:lnTo>
                      <a:cubicBezTo>
                        <a:pt x="403985" y="180047"/>
                        <a:pt x="433545" y="95398"/>
                        <a:pt x="323367" y="0"/>
                      </a:cubicBezTo>
                      <a:close/>
                    </a:path>
                  </a:pathLst>
                </a:custGeom>
                <a:solidFill>
                  <a:schemeClr val="accent1">
                    <a:lumMod val="60000"/>
                    <a:lumOff val="40000"/>
                  </a:schemeClr>
                </a:solidFill>
                <a:ln w="13418" cap="flat">
                  <a:noFill/>
                  <a:prstDash val="solid"/>
                  <a:miter/>
                </a:ln>
              </p:spPr>
              <p:txBody>
                <a:bodyPr rtlCol="0" anchor="ctr"/>
                <a:lstStyle/>
                <a:p>
                  <a:endParaRPr lang="en-US"/>
                </a:p>
              </p:txBody>
            </p:sp>
            <p:sp>
              <p:nvSpPr>
                <p:cNvPr id="366" name="Freeform: Shape 365">
                  <a:extLst>
                    <a:ext uri="{FF2B5EF4-FFF2-40B4-BE49-F238E27FC236}">
                      <a16:creationId xmlns:a16="http://schemas.microsoft.com/office/drawing/2014/main" id="{CA9E9EEF-A6F0-4718-B0E3-43B047DA95E7}"/>
                    </a:ext>
                  </a:extLst>
                </p:cNvPr>
                <p:cNvSpPr/>
                <p:nvPr/>
              </p:nvSpPr>
              <p:spPr>
                <a:xfrm>
                  <a:off x="3029883" y="4173456"/>
                  <a:ext cx="119417" cy="181390"/>
                </a:xfrm>
                <a:custGeom>
                  <a:avLst/>
                  <a:gdLst>
                    <a:gd name="connsiteX0" fmla="*/ 111522 w 119417"/>
                    <a:gd name="connsiteY0" fmla="*/ 0 h 181390"/>
                    <a:gd name="connsiteX1" fmla="*/ 0 w 119417"/>
                    <a:gd name="connsiteY1" fmla="*/ 21498 h 181390"/>
                    <a:gd name="connsiteX2" fmla="*/ 0 w 119417"/>
                    <a:gd name="connsiteY2" fmla="*/ 51058 h 181390"/>
                    <a:gd name="connsiteX3" fmla="*/ 71213 w 119417"/>
                    <a:gd name="connsiteY3" fmla="*/ 47027 h 181390"/>
                    <a:gd name="connsiteX4" fmla="*/ 17467 w 119417"/>
                    <a:gd name="connsiteY4" fmla="*/ 61807 h 181390"/>
                    <a:gd name="connsiteX5" fmla="*/ 34934 w 119417"/>
                    <a:gd name="connsiteY5" fmla="*/ 165267 h 181390"/>
                    <a:gd name="connsiteX6" fmla="*/ 95398 w 119417"/>
                    <a:gd name="connsiteY6" fmla="*/ 181391 h 181390"/>
                    <a:gd name="connsiteX7" fmla="*/ 111522 w 119417"/>
                    <a:gd name="connsiteY7" fmla="*/ 0 h 181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417" h="181390">
                      <a:moveTo>
                        <a:pt x="111522" y="0"/>
                      </a:moveTo>
                      <a:lnTo>
                        <a:pt x="0" y="21498"/>
                      </a:lnTo>
                      <a:lnTo>
                        <a:pt x="0" y="51058"/>
                      </a:lnTo>
                      <a:lnTo>
                        <a:pt x="71213" y="47027"/>
                      </a:lnTo>
                      <a:lnTo>
                        <a:pt x="17467" y="61807"/>
                      </a:lnTo>
                      <a:cubicBezTo>
                        <a:pt x="17467" y="61807"/>
                        <a:pt x="13436" y="137051"/>
                        <a:pt x="34934" y="165267"/>
                      </a:cubicBezTo>
                      <a:lnTo>
                        <a:pt x="95398" y="181391"/>
                      </a:lnTo>
                      <a:cubicBezTo>
                        <a:pt x="96742" y="180047"/>
                        <a:pt x="135707" y="76587"/>
                        <a:pt x="111522" y="0"/>
                      </a:cubicBezTo>
                      <a:close/>
                    </a:path>
                  </a:pathLst>
                </a:custGeom>
                <a:solidFill>
                  <a:srgbClr val="FFE389"/>
                </a:solidFill>
                <a:ln w="13418" cap="flat">
                  <a:noFill/>
                  <a:prstDash val="solid"/>
                  <a:miter/>
                </a:ln>
              </p:spPr>
              <p:txBody>
                <a:bodyPr rtlCol="0" anchor="ctr"/>
                <a:lstStyle/>
                <a:p>
                  <a:endParaRPr lang="en-US"/>
                </a:p>
              </p:txBody>
            </p:sp>
            <p:sp>
              <p:nvSpPr>
                <p:cNvPr id="367" name="Freeform: Shape 366">
                  <a:extLst>
                    <a:ext uri="{FF2B5EF4-FFF2-40B4-BE49-F238E27FC236}">
                      <a16:creationId xmlns:a16="http://schemas.microsoft.com/office/drawing/2014/main" id="{7A49309D-0061-4ADB-AA0F-78DB00BE3F53}"/>
                    </a:ext>
                  </a:extLst>
                </p:cNvPr>
                <p:cNvSpPr/>
                <p:nvPr/>
              </p:nvSpPr>
              <p:spPr>
                <a:xfrm>
                  <a:off x="2485711" y="3764991"/>
                  <a:ext cx="115438" cy="321128"/>
                </a:xfrm>
                <a:custGeom>
                  <a:avLst/>
                  <a:gdLst>
                    <a:gd name="connsiteX0" fmla="*/ 22842 w 115438"/>
                    <a:gd name="connsiteY0" fmla="*/ 0 h 321128"/>
                    <a:gd name="connsiteX1" fmla="*/ 106147 w 115438"/>
                    <a:gd name="connsiteY1" fmla="*/ 162580 h 321128"/>
                    <a:gd name="connsiteX2" fmla="*/ 103460 w 115438"/>
                    <a:gd name="connsiteY2" fmla="*/ 217669 h 321128"/>
                    <a:gd name="connsiteX3" fmla="*/ 0 w 115438"/>
                    <a:gd name="connsiteY3" fmla="*/ 321129 h 321128"/>
                    <a:gd name="connsiteX4" fmla="*/ 22842 w 115438"/>
                    <a:gd name="connsiteY4" fmla="*/ 0 h 321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38" h="321128">
                      <a:moveTo>
                        <a:pt x="22842" y="0"/>
                      </a:moveTo>
                      <a:lnTo>
                        <a:pt x="106147" y="162580"/>
                      </a:lnTo>
                      <a:cubicBezTo>
                        <a:pt x="119583" y="178703"/>
                        <a:pt x="118240" y="202889"/>
                        <a:pt x="103460" y="217669"/>
                      </a:cubicBezTo>
                      <a:lnTo>
                        <a:pt x="0" y="321129"/>
                      </a:lnTo>
                      <a:lnTo>
                        <a:pt x="22842" y="0"/>
                      </a:lnTo>
                      <a:close/>
                    </a:path>
                  </a:pathLst>
                </a:custGeom>
                <a:solidFill>
                  <a:schemeClr val="accent1">
                    <a:lumMod val="60000"/>
                    <a:lumOff val="40000"/>
                  </a:schemeClr>
                </a:solidFill>
                <a:ln w="13418" cap="flat">
                  <a:noFill/>
                  <a:prstDash val="solid"/>
                  <a:miter/>
                </a:ln>
              </p:spPr>
              <p:txBody>
                <a:bodyPr rtlCol="0" anchor="ctr"/>
                <a:lstStyle/>
                <a:p>
                  <a:endParaRPr lang="en-US"/>
                </a:p>
              </p:txBody>
            </p:sp>
            <p:sp>
              <p:nvSpPr>
                <p:cNvPr id="368" name="Freeform: Shape 367">
                  <a:extLst>
                    <a:ext uri="{FF2B5EF4-FFF2-40B4-BE49-F238E27FC236}">
                      <a16:creationId xmlns:a16="http://schemas.microsoft.com/office/drawing/2014/main" id="{4057778A-D046-45F9-BDC6-3E2749F92F88}"/>
                    </a:ext>
                  </a:extLst>
                </p:cNvPr>
                <p:cNvSpPr/>
                <p:nvPr/>
              </p:nvSpPr>
              <p:spPr>
                <a:xfrm>
                  <a:off x="2243857" y="4310506"/>
                  <a:ext cx="284850" cy="843802"/>
                </a:xfrm>
                <a:custGeom>
                  <a:avLst/>
                  <a:gdLst>
                    <a:gd name="connsiteX0" fmla="*/ 278132 w 284850"/>
                    <a:gd name="connsiteY0" fmla="*/ 0 h 843802"/>
                    <a:gd name="connsiteX1" fmla="*/ 284850 w 284850"/>
                    <a:gd name="connsiteY1" fmla="*/ 843802 h 843802"/>
                    <a:gd name="connsiteX2" fmla="*/ 94054 w 284850"/>
                    <a:gd name="connsiteY2" fmla="*/ 843802 h 843802"/>
                    <a:gd name="connsiteX3" fmla="*/ 0 w 284850"/>
                    <a:gd name="connsiteY3" fmla="*/ 0 h 843802"/>
                    <a:gd name="connsiteX4" fmla="*/ 278132 w 284850"/>
                    <a:gd name="connsiteY4" fmla="*/ 0 h 8438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850" h="843802">
                      <a:moveTo>
                        <a:pt x="278132" y="0"/>
                      </a:moveTo>
                      <a:cubicBezTo>
                        <a:pt x="278132" y="0"/>
                        <a:pt x="275445" y="346658"/>
                        <a:pt x="284850" y="843802"/>
                      </a:cubicBezTo>
                      <a:lnTo>
                        <a:pt x="94054" y="843802"/>
                      </a:lnTo>
                      <a:cubicBezTo>
                        <a:pt x="94054" y="843802"/>
                        <a:pt x="21498" y="614041"/>
                        <a:pt x="0" y="0"/>
                      </a:cubicBezTo>
                      <a:lnTo>
                        <a:pt x="278132" y="0"/>
                      </a:lnTo>
                      <a:close/>
                    </a:path>
                  </a:pathLst>
                </a:custGeom>
                <a:solidFill>
                  <a:srgbClr val="FBB040"/>
                </a:solidFill>
                <a:ln w="13418" cap="flat">
                  <a:noFill/>
                  <a:prstDash val="solid"/>
                  <a:miter/>
                </a:ln>
              </p:spPr>
              <p:txBody>
                <a:bodyPr rtlCol="0" anchor="ctr"/>
                <a:lstStyle/>
                <a:p>
                  <a:endParaRPr lang="en-US"/>
                </a:p>
              </p:txBody>
            </p:sp>
            <p:sp>
              <p:nvSpPr>
                <p:cNvPr id="369" name="Freeform: Shape 368">
                  <a:extLst>
                    <a:ext uri="{FF2B5EF4-FFF2-40B4-BE49-F238E27FC236}">
                      <a16:creationId xmlns:a16="http://schemas.microsoft.com/office/drawing/2014/main" id="{4455DBF3-3431-4054-B5BB-2F599D1A106D}"/>
                    </a:ext>
                  </a:extLst>
                </p:cNvPr>
                <p:cNvSpPr/>
                <p:nvPr/>
              </p:nvSpPr>
              <p:spPr>
                <a:xfrm>
                  <a:off x="1997972" y="4311850"/>
                  <a:ext cx="392341" cy="842458"/>
                </a:xfrm>
                <a:custGeom>
                  <a:avLst/>
                  <a:gdLst>
                    <a:gd name="connsiteX0" fmla="*/ 139738 w 392341"/>
                    <a:gd name="connsiteY0" fmla="*/ 14780 h 842458"/>
                    <a:gd name="connsiteX1" fmla="*/ 0 w 392341"/>
                    <a:gd name="connsiteY1" fmla="*/ 842459 h 842458"/>
                    <a:gd name="connsiteX2" fmla="*/ 190796 w 392341"/>
                    <a:gd name="connsiteY2" fmla="*/ 842459 h 842458"/>
                    <a:gd name="connsiteX3" fmla="*/ 392341 w 392341"/>
                    <a:gd name="connsiteY3" fmla="*/ 116896 h 842458"/>
                    <a:gd name="connsiteX4" fmla="*/ 392341 w 392341"/>
                    <a:gd name="connsiteY4" fmla="*/ 0 h 842458"/>
                    <a:gd name="connsiteX5" fmla="*/ 139738 w 392341"/>
                    <a:gd name="connsiteY5" fmla="*/ 14780 h 842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2341" h="842458">
                      <a:moveTo>
                        <a:pt x="139738" y="14780"/>
                      </a:moveTo>
                      <a:lnTo>
                        <a:pt x="0" y="842459"/>
                      </a:lnTo>
                      <a:lnTo>
                        <a:pt x="190796" y="842459"/>
                      </a:lnTo>
                      <a:cubicBezTo>
                        <a:pt x="190796" y="842459"/>
                        <a:pt x="339940" y="552234"/>
                        <a:pt x="392341" y="116896"/>
                      </a:cubicBezTo>
                      <a:lnTo>
                        <a:pt x="392341" y="0"/>
                      </a:lnTo>
                      <a:lnTo>
                        <a:pt x="139738" y="14780"/>
                      </a:lnTo>
                      <a:close/>
                    </a:path>
                  </a:pathLst>
                </a:custGeom>
                <a:solidFill>
                  <a:srgbClr val="FBB040"/>
                </a:solidFill>
                <a:ln w="13418" cap="flat">
                  <a:noFill/>
                  <a:prstDash val="solid"/>
                  <a:miter/>
                </a:ln>
              </p:spPr>
              <p:txBody>
                <a:bodyPr rtlCol="0" anchor="ctr"/>
                <a:lstStyle/>
                <a:p>
                  <a:endParaRPr lang="en-US"/>
                </a:p>
              </p:txBody>
            </p:sp>
            <p:sp>
              <p:nvSpPr>
                <p:cNvPr id="370" name="Freeform: Shape 369">
                  <a:extLst>
                    <a:ext uri="{FF2B5EF4-FFF2-40B4-BE49-F238E27FC236}">
                      <a16:creationId xmlns:a16="http://schemas.microsoft.com/office/drawing/2014/main" id="{973DCFE7-308E-4A9B-8D3C-513B310F08FF}"/>
                    </a:ext>
                  </a:extLst>
                </p:cNvPr>
                <p:cNvSpPr/>
                <p:nvPr/>
              </p:nvSpPr>
              <p:spPr>
                <a:xfrm>
                  <a:off x="2018126" y="5154309"/>
                  <a:ext cx="207046" cy="771246"/>
                </a:xfrm>
                <a:custGeom>
                  <a:avLst/>
                  <a:gdLst>
                    <a:gd name="connsiteX0" fmla="*/ 2687 w 207046"/>
                    <a:gd name="connsiteY0" fmla="*/ 0 h 771246"/>
                    <a:gd name="connsiteX1" fmla="*/ 0 w 207046"/>
                    <a:gd name="connsiteY1" fmla="*/ 771246 h 771246"/>
                    <a:gd name="connsiteX2" fmla="*/ 56433 w 207046"/>
                    <a:gd name="connsiteY2" fmla="*/ 767215 h 771246"/>
                    <a:gd name="connsiteX3" fmla="*/ 193483 w 207046"/>
                    <a:gd name="connsiteY3" fmla="*/ 0 h 771246"/>
                    <a:gd name="connsiteX4" fmla="*/ 2687 w 207046"/>
                    <a:gd name="connsiteY4" fmla="*/ 0 h 771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46" h="771246">
                      <a:moveTo>
                        <a:pt x="2687" y="0"/>
                      </a:moveTo>
                      <a:lnTo>
                        <a:pt x="0" y="771246"/>
                      </a:lnTo>
                      <a:lnTo>
                        <a:pt x="56433" y="767215"/>
                      </a:lnTo>
                      <a:cubicBezTo>
                        <a:pt x="56433" y="767215"/>
                        <a:pt x="260665" y="87336"/>
                        <a:pt x="193483" y="0"/>
                      </a:cubicBezTo>
                      <a:lnTo>
                        <a:pt x="2687" y="0"/>
                      </a:lnTo>
                      <a:close/>
                    </a:path>
                  </a:pathLst>
                </a:custGeom>
                <a:solidFill>
                  <a:srgbClr val="FFE389"/>
                </a:solidFill>
                <a:ln w="13418" cap="flat">
                  <a:noFill/>
                  <a:prstDash val="solid"/>
                  <a:miter/>
                </a:ln>
              </p:spPr>
              <p:txBody>
                <a:bodyPr rtlCol="0" anchor="ctr"/>
                <a:lstStyle/>
                <a:p>
                  <a:endParaRPr lang="en-US"/>
                </a:p>
              </p:txBody>
            </p:sp>
            <p:sp>
              <p:nvSpPr>
                <p:cNvPr id="371" name="Freeform: Shape 370">
                  <a:extLst>
                    <a:ext uri="{FF2B5EF4-FFF2-40B4-BE49-F238E27FC236}">
                      <a16:creationId xmlns:a16="http://schemas.microsoft.com/office/drawing/2014/main" id="{27CD3CBD-BE4E-423D-ADA6-DDA5DBFD0310}"/>
                    </a:ext>
                  </a:extLst>
                </p:cNvPr>
                <p:cNvSpPr/>
                <p:nvPr/>
              </p:nvSpPr>
              <p:spPr>
                <a:xfrm>
                  <a:off x="2322627" y="5154309"/>
                  <a:ext cx="206080" cy="732280"/>
                </a:xfrm>
                <a:custGeom>
                  <a:avLst/>
                  <a:gdLst>
                    <a:gd name="connsiteX0" fmla="*/ 206080 w 206080"/>
                    <a:gd name="connsiteY0" fmla="*/ 0 h 732280"/>
                    <a:gd name="connsiteX1" fmla="*/ 107995 w 206080"/>
                    <a:gd name="connsiteY1" fmla="*/ 720188 h 732280"/>
                    <a:gd name="connsiteX2" fmla="*/ 30064 w 206080"/>
                    <a:gd name="connsiteY2" fmla="*/ 732281 h 732280"/>
                    <a:gd name="connsiteX3" fmla="*/ 13940 w 206080"/>
                    <a:gd name="connsiteY3" fmla="*/ 0 h 732280"/>
                    <a:gd name="connsiteX4" fmla="*/ 206080 w 206080"/>
                    <a:gd name="connsiteY4" fmla="*/ 0 h 732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080" h="732280">
                      <a:moveTo>
                        <a:pt x="206080" y="0"/>
                      </a:moveTo>
                      <a:lnTo>
                        <a:pt x="107995" y="720188"/>
                      </a:lnTo>
                      <a:lnTo>
                        <a:pt x="30064" y="732281"/>
                      </a:lnTo>
                      <a:cubicBezTo>
                        <a:pt x="30064" y="732281"/>
                        <a:pt x="-25025" y="135707"/>
                        <a:pt x="13940" y="0"/>
                      </a:cubicBezTo>
                      <a:lnTo>
                        <a:pt x="206080" y="0"/>
                      </a:lnTo>
                      <a:close/>
                    </a:path>
                  </a:pathLst>
                </a:custGeom>
                <a:solidFill>
                  <a:srgbClr val="FFE389"/>
                </a:solidFill>
                <a:ln w="13418" cap="flat">
                  <a:noFill/>
                  <a:prstDash val="solid"/>
                  <a:miter/>
                </a:ln>
              </p:spPr>
              <p:txBody>
                <a:bodyPr rtlCol="0" anchor="ctr"/>
                <a:lstStyle/>
                <a:p>
                  <a:endParaRPr lang="en-US"/>
                </a:p>
              </p:txBody>
            </p:sp>
            <p:sp>
              <p:nvSpPr>
                <p:cNvPr id="372" name="Freeform: Shape 371">
                  <a:extLst>
                    <a:ext uri="{FF2B5EF4-FFF2-40B4-BE49-F238E27FC236}">
                      <a16:creationId xmlns:a16="http://schemas.microsoft.com/office/drawing/2014/main" id="{EA66A30A-4C94-4DC6-9FBE-C4DFD15FF9E2}"/>
                    </a:ext>
                  </a:extLst>
                </p:cNvPr>
                <p:cNvSpPr/>
                <p:nvPr/>
              </p:nvSpPr>
              <p:spPr>
                <a:xfrm>
                  <a:off x="1980504" y="4310506"/>
                  <a:ext cx="620759" cy="873362"/>
                </a:xfrm>
                <a:custGeom>
                  <a:avLst/>
                  <a:gdLst>
                    <a:gd name="connsiteX0" fmla="*/ 149143 w 620759"/>
                    <a:gd name="connsiteY0" fmla="*/ 0 h 873362"/>
                    <a:gd name="connsiteX1" fmla="*/ 64494 w 620759"/>
                    <a:gd name="connsiteY1" fmla="*/ 154518 h 873362"/>
                    <a:gd name="connsiteX2" fmla="*/ 0 w 620759"/>
                    <a:gd name="connsiteY2" fmla="*/ 873362 h 873362"/>
                    <a:gd name="connsiteX3" fmla="*/ 620759 w 620759"/>
                    <a:gd name="connsiteY3" fmla="*/ 873362 h 873362"/>
                    <a:gd name="connsiteX4" fmla="*/ 620759 w 620759"/>
                    <a:gd name="connsiteY4" fmla="*/ 107491 h 873362"/>
                    <a:gd name="connsiteX5" fmla="*/ 589856 w 620759"/>
                    <a:gd name="connsiteY5" fmla="*/ 0 h 87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0759" h="873362">
                      <a:moveTo>
                        <a:pt x="149143" y="0"/>
                      </a:moveTo>
                      <a:lnTo>
                        <a:pt x="64494" y="154518"/>
                      </a:lnTo>
                      <a:lnTo>
                        <a:pt x="0" y="873362"/>
                      </a:lnTo>
                      <a:lnTo>
                        <a:pt x="620759" y="873362"/>
                      </a:lnTo>
                      <a:lnTo>
                        <a:pt x="620759" y="107491"/>
                      </a:lnTo>
                      <a:lnTo>
                        <a:pt x="589856" y="0"/>
                      </a:lnTo>
                      <a:close/>
                    </a:path>
                  </a:pathLst>
                </a:custGeom>
                <a:solidFill>
                  <a:schemeClr val="accent1"/>
                </a:solidFill>
                <a:ln w="13418" cap="flat">
                  <a:noFill/>
                  <a:prstDash val="solid"/>
                  <a:miter/>
                </a:ln>
              </p:spPr>
              <p:txBody>
                <a:bodyPr rtlCol="0" anchor="ctr"/>
                <a:lstStyle/>
                <a:p>
                  <a:endParaRPr lang="en-US"/>
                </a:p>
              </p:txBody>
            </p:sp>
            <p:sp>
              <p:nvSpPr>
                <p:cNvPr id="373" name="Freeform: Shape 372">
                  <a:extLst>
                    <a:ext uri="{FF2B5EF4-FFF2-40B4-BE49-F238E27FC236}">
                      <a16:creationId xmlns:a16="http://schemas.microsoft.com/office/drawing/2014/main" id="{E495F2FD-4613-4695-AC69-A3CEA7893D86}"/>
                    </a:ext>
                  </a:extLst>
                </p:cNvPr>
                <p:cNvSpPr/>
                <p:nvPr/>
              </p:nvSpPr>
              <p:spPr>
                <a:xfrm>
                  <a:off x="1831361" y="5858373"/>
                  <a:ext cx="298286" cy="223043"/>
                </a:xfrm>
                <a:custGeom>
                  <a:avLst/>
                  <a:gdLst>
                    <a:gd name="connsiteX0" fmla="*/ 189452 w 298286"/>
                    <a:gd name="connsiteY0" fmla="*/ 16123 h 223043"/>
                    <a:gd name="connsiteX1" fmla="*/ 118240 w 298286"/>
                    <a:gd name="connsiteY1" fmla="*/ 138394 h 223043"/>
                    <a:gd name="connsiteX2" fmla="*/ 0 w 298286"/>
                    <a:gd name="connsiteY2" fmla="*/ 223043 h 223043"/>
                    <a:gd name="connsiteX3" fmla="*/ 205576 w 298286"/>
                    <a:gd name="connsiteY3" fmla="*/ 223043 h 223043"/>
                    <a:gd name="connsiteX4" fmla="*/ 241854 w 298286"/>
                    <a:gd name="connsiteY4" fmla="*/ 149144 h 223043"/>
                    <a:gd name="connsiteX5" fmla="*/ 270070 w 298286"/>
                    <a:gd name="connsiteY5" fmla="*/ 212294 h 223043"/>
                    <a:gd name="connsiteX6" fmla="*/ 298287 w 298286"/>
                    <a:gd name="connsiteY6" fmla="*/ 212294 h 223043"/>
                    <a:gd name="connsiteX7" fmla="*/ 262009 w 298286"/>
                    <a:gd name="connsiteY7" fmla="*/ 0 h 223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8286" h="223043">
                      <a:moveTo>
                        <a:pt x="189452" y="16123"/>
                      </a:moveTo>
                      <a:lnTo>
                        <a:pt x="118240" y="138394"/>
                      </a:lnTo>
                      <a:lnTo>
                        <a:pt x="0" y="223043"/>
                      </a:lnTo>
                      <a:lnTo>
                        <a:pt x="205576" y="223043"/>
                      </a:lnTo>
                      <a:lnTo>
                        <a:pt x="241854" y="149144"/>
                      </a:lnTo>
                      <a:lnTo>
                        <a:pt x="270070" y="212294"/>
                      </a:lnTo>
                      <a:lnTo>
                        <a:pt x="298287" y="212294"/>
                      </a:lnTo>
                      <a:lnTo>
                        <a:pt x="262009" y="0"/>
                      </a:lnTo>
                      <a:close/>
                    </a:path>
                  </a:pathLst>
                </a:custGeom>
                <a:solidFill>
                  <a:srgbClr val="FFE389"/>
                </a:solidFill>
                <a:ln w="13418" cap="flat">
                  <a:noFill/>
                  <a:prstDash val="solid"/>
                  <a:miter/>
                </a:ln>
              </p:spPr>
              <p:txBody>
                <a:bodyPr rtlCol="0" anchor="ctr"/>
                <a:lstStyle/>
                <a:p>
                  <a:endParaRPr lang="en-US"/>
                </a:p>
              </p:txBody>
            </p:sp>
            <p:sp>
              <p:nvSpPr>
                <p:cNvPr id="374" name="Freeform: Shape 373">
                  <a:extLst>
                    <a:ext uri="{FF2B5EF4-FFF2-40B4-BE49-F238E27FC236}">
                      <a16:creationId xmlns:a16="http://schemas.microsoft.com/office/drawing/2014/main" id="{A43D1225-B31B-42FB-9B06-AD1DF11A9BCA}"/>
                    </a:ext>
                  </a:extLst>
                </p:cNvPr>
                <p:cNvSpPr/>
                <p:nvPr/>
              </p:nvSpPr>
              <p:spPr>
                <a:xfrm>
                  <a:off x="2323131" y="5858373"/>
                  <a:ext cx="298286" cy="223043"/>
                </a:xfrm>
                <a:custGeom>
                  <a:avLst/>
                  <a:gdLst>
                    <a:gd name="connsiteX0" fmla="*/ 108834 w 298286"/>
                    <a:gd name="connsiteY0" fmla="*/ 16123 h 223043"/>
                    <a:gd name="connsiteX1" fmla="*/ 178703 w 298286"/>
                    <a:gd name="connsiteY1" fmla="*/ 138394 h 223043"/>
                    <a:gd name="connsiteX2" fmla="*/ 298287 w 298286"/>
                    <a:gd name="connsiteY2" fmla="*/ 223043 h 223043"/>
                    <a:gd name="connsiteX3" fmla="*/ 92711 w 298286"/>
                    <a:gd name="connsiteY3" fmla="*/ 223043 h 223043"/>
                    <a:gd name="connsiteX4" fmla="*/ 56433 w 298286"/>
                    <a:gd name="connsiteY4" fmla="*/ 149144 h 223043"/>
                    <a:gd name="connsiteX5" fmla="*/ 26873 w 298286"/>
                    <a:gd name="connsiteY5" fmla="*/ 212294 h 223043"/>
                    <a:gd name="connsiteX6" fmla="*/ 0 w 298286"/>
                    <a:gd name="connsiteY6" fmla="*/ 212294 h 223043"/>
                    <a:gd name="connsiteX7" fmla="*/ 34935 w 298286"/>
                    <a:gd name="connsiteY7" fmla="*/ 0 h 223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8286" h="223043">
                      <a:moveTo>
                        <a:pt x="108834" y="16123"/>
                      </a:moveTo>
                      <a:lnTo>
                        <a:pt x="178703" y="138394"/>
                      </a:lnTo>
                      <a:lnTo>
                        <a:pt x="298287" y="223043"/>
                      </a:lnTo>
                      <a:lnTo>
                        <a:pt x="92711" y="223043"/>
                      </a:lnTo>
                      <a:lnTo>
                        <a:pt x="56433" y="149144"/>
                      </a:lnTo>
                      <a:lnTo>
                        <a:pt x="26873" y="212294"/>
                      </a:lnTo>
                      <a:lnTo>
                        <a:pt x="0" y="212294"/>
                      </a:lnTo>
                      <a:lnTo>
                        <a:pt x="34935" y="0"/>
                      </a:lnTo>
                      <a:close/>
                    </a:path>
                  </a:pathLst>
                </a:custGeom>
                <a:solidFill>
                  <a:srgbClr val="FFE389"/>
                </a:solidFill>
                <a:ln w="13418" cap="flat">
                  <a:noFill/>
                  <a:prstDash val="solid"/>
                  <a:miter/>
                </a:ln>
              </p:spPr>
              <p:txBody>
                <a:bodyPr rtlCol="0" anchor="ctr"/>
                <a:lstStyle/>
                <a:p>
                  <a:endParaRPr lang="en-US"/>
                </a:p>
              </p:txBody>
            </p:sp>
            <p:sp>
              <p:nvSpPr>
                <p:cNvPr id="375" name="Freeform: Shape 374">
                  <a:extLst>
                    <a:ext uri="{FF2B5EF4-FFF2-40B4-BE49-F238E27FC236}">
                      <a16:creationId xmlns:a16="http://schemas.microsoft.com/office/drawing/2014/main" id="{60033AB1-6933-4D9A-8D4D-0C0313529208}"/>
                    </a:ext>
                  </a:extLst>
                </p:cNvPr>
                <p:cNvSpPr/>
                <p:nvPr/>
              </p:nvSpPr>
              <p:spPr>
                <a:xfrm>
                  <a:off x="1830017" y="5953771"/>
                  <a:ext cx="299630" cy="128988"/>
                </a:xfrm>
                <a:custGeom>
                  <a:avLst/>
                  <a:gdLst>
                    <a:gd name="connsiteX0" fmla="*/ 206920 w 299630"/>
                    <a:gd name="connsiteY0" fmla="*/ 127645 h 128988"/>
                    <a:gd name="connsiteX1" fmla="*/ 243198 w 299630"/>
                    <a:gd name="connsiteY1" fmla="*/ 53745 h 128988"/>
                    <a:gd name="connsiteX2" fmla="*/ 272758 w 299630"/>
                    <a:gd name="connsiteY2" fmla="*/ 118240 h 128988"/>
                    <a:gd name="connsiteX3" fmla="*/ 299631 w 299630"/>
                    <a:gd name="connsiteY3" fmla="*/ 118240 h 128988"/>
                    <a:gd name="connsiteX4" fmla="*/ 279476 w 299630"/>
                    <a:gd name="connsiteY4" fmla="*/ 0 h 128988"/>
                    <a:gd name="connsiteX5" fmla="*/ 229761 w 299630"/>
                    <a:gd name="connsiteY5" fmla="*/ 29560 h 128988"/>
                    <a:gd name="connsiteX6" fmla="*/ 188109 w 299630"/>
                    <a:gd name="connsiteY6" fmla="*/ 102116 h 128988"/>
                    <a:gd name="connsiteX7" fmla="*/ 173329 w 299630"/>
                    <a:gd name="connsiteY7" fmla="*/ 76587 h 128988"/>
                    <a:gd name="connsiteX8" fmla="*/ 119583 w 299630"/>
                    <a:gd name="connsiteY8" fmla="*/ 44340 h 128988"/>
                    <a:gd name="connsiteX9" fmla="*/ 0 w 299630"/>
                    <a:gd name="connsiteY9" fmla="*/ 128989 h 128988"/>
                    <a:gd name="connsiteX10" fmla="*/ 206920 w 299630"/>
                    <a:gd name="connsiteY10" fmla="*/ 128989 h 12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9630" h="128988">
                      <a:moveTo>
                        <a:pt x="206920" y="127645"/>
                      </a:moveTo>
                      <a:lnTo>
                        <a:pt x="243198" y="53745"/>
                      </a:lnTo>
                      <a:lnTo>
                        <a:pt x="272758" y="118240"/>
                      </a:lnTo>
                      <a:lnTo>
                        <a:pt x="299631" y="118240"/>
                      </a:lnTo>
                      <a:lnTo>
                        <a:pt x="279476" y="0"/>
                      </a:lnTo>
                      <a:cubicBezTo>
                        <a:pt x="243198" y="0"/>
                        <a:pt x="229761" y="29560"/>
                        <a:pt x="229761" y="29560"/>
                      </a:cubicBezTo>
                      <a:lnTo>
                        <a:pt x="188109" y="102116"/>
                      </a:lnTo>
                      <a:lnTo>
                        <a:pt x="173329" y="76587"/>
                      </a:lnTo>
                      <a:cubicBezTo>
                        <a:pt x="153174" y="32247"/>
                        <a:pt x="119583" y="44340"/>
                        <a:pt x="119583" y="44340"/>
                      </a:cubicBezTo>
                      <a:lnTo>
                        <a:pt x="0" y="128989"/>
                      </a:lnTo>
                      <a:lnTo>
                        <a:pt x="206920" y="128989"/>
                      </a:lnTo>
                      <a:close/>
                    </a:path>
                  </a:pathLst>
                </a:custGeom>
                <a:solidFill>
                  <a:srgbClr val="E84118"/>
                </a:solidFill>
                <a:ln w="13418" cap="flat">
                  <a:noFill/>
                  <a:prstDash val="solid"/>
                  <a:miter/>
                </a:ln>
              </p:spPr>
              <p:txBody>
                <a:bodyPr rtlCol="0" anchor="ctr"/>
                <a:lstStyle/>
                <a:p>
                  <a:endParaRPr lang="en-US"/>
                </a:p>
              </p:txBody>
            </p:sp>
            <p:sp>
              <p:nvSpPr>
                <p:cNvPr id="376" name="Freeform: Shape 375">
                  <a:extLst>
                    <a:ext uri="{FF2B5EF4-FFF2-40B4-BE49-F238E27FC236}">
                      <a16:creationId xmlns:a16="http://schemas.microsoft.com/office/drawing/2014/main" id="{7C882098-13CD-45AC-93A4-0F89787736D5}"/>
                    </a:ext>
                  </a:extLst>
                </p:cNvPr>
                <p:cNvSpPr/>
                <p:nvPr/>
              </p:nvSpPr>
              <p:spPr>
                <a:xfrm>
                  <a:off x="2323131" y="5953771"/>
                  <a:ext cx="299630" cy="128988"/>
                </a:xfrm>
                <a:custGeom>
                  <a:avLst/>
                  <a:gdLst>
                    <a:gd name="connsiteX0" fmla="*/ 92711 w 299630"/>
                    <a:gd name="connsiteY0" fmla="*/ 127645 h 128988"/>
                    <a:gd name="connsiteX1" fmla="*/ 56433 w 299630"/>
                    <a:gd name="connsiteY1" fmla="*/ 53745 h 128988"/>
                    <a:gd name="connsiteX2" fmla="*/ 26873 w 299630"/>
                    <a:gd name="connsiteY2" fmla="*/ 118240 h 128988"/>
                    <a:gd name="connsiteX3" fmla="*/ 0 w 299630"/>
                    <a:gd name="connsiteY3" fmla="*/ 118240 h 128988"/>
                    <a:gd name="connsiteX4" fmla="*/ 20155 w 299630"/>
                    <a:gd name="connsiteY4" fmla="*/ 0 h 128988"/>
                    <a:gd name="connsiteX5" fmla="*/ 69869 w 299630"/>
                    <a:gd name="connsiteY5" fmla="*/ 29560 h 128988"/>
                    <a:gd name="connsiteX6" fmla="*/ 111522 w 299630"/>
                    <a:gd name="connsiteY6" fmla="*/ 102116 h 128988"/>
                    <a:gd name="connsiteX7" fmla="*/ 126302 w 299630"/>
                    <a:gd name="connsiteY7" fmla="*/ 76587 h 128988"/>
                    <a:gd name="connsiteX8" fmla="*/ 180047 w 299630"/>
                    <a:gd name="connsiteY8" fmla="*/ 44340 h 128988"/>
                    <a:gd name="connsiteX9" fmla="*/ 299631 w 299630"/>
                    <a:gd name="connsiteY9" fmla="*/ 128989 h 128988"/>
                    <a:gd name="connsiteX10" fmla="*/ 92711 w 299630"/>
                    <a:gd name="connsiteY10" fmla="*/ 128989 h 12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9630" h="128988">
                      <a:moveTo>
                        <a:pt x="92711" y="127645"/>
                      </a:moveTo>
                      <a:lnTo>
                        <a:pt x="56433" y="53745"/>
                      </a:lnTo>
                      <a:lnTo>
                        <a:pt x="26873" y="118240"/>
                      </a:lnTo>
                      <a:lnTo>
                        <a:pt x="0" y="118240"/>
                      </a:lnTo>
                      <a:lnTo>
                        <a:pt x="20155" y="0"/>
                      </a:lnTo>
                      <a:cubicBezTo>
                        <a:pt x="56433" y="0"/>
                        <a:pt x="69869" y="29560"/>
                        <a:pt x="69869" y="29560"/>
                      </a:cubicBezTo>
                      <a:lnTo>
                        <a:pt x="111522" y="102116"/>
                      </a:lnTo>
                      <a:lnTo>
                        <a:pt x="126302" y="76587"/>
                      </a:lnTo>
                      <a:cubicBezTo>
                        <a:pt x="146456" y="32247"/>
                        <a:pt x="180047" y="44340"/>
                        <a:pt x="180047" y="44340"/>
                      </a:cubicBezTo>
                      <a:lnTo>
                        <a:pt x="299631" y="128989"/>
                      </a:lnTo>
                      <a:lnTo>
                        <a:pt x="92711" y="128989"/>
                      </a:lnTo>
                      <a:close/>
                    </a:path>
                  </a:pathLst>
                </a:custGeom>
                <a:solidFill>
                  <a:srgbClr val="E84118"/>
                </a:solidFill>
                <a:ln w="13418" cap="flat">
                  <a:noFill/>
                  <a:prstDash val="solid"/>
                  <a:miter/>
                </a:ln>
              </p:spPr>
              <p:txBody>
                <a:bodyPr rtlCol="0" anchor="ctr"/>
                <a:lstStyle/>
                <a:p>
                  <a:endParaRPr lang="en-US"/>
                </a:p>
              </p:txBody>
            </p:sp>
            <p:grpSp>
              <p:nvGrpSpPr>
                <p:cNvPr id="378" name="Graphic 270">
                  <a:extLst>
                    <a:ext uri="{FF2B5EF4-FFF2-40B4-BE49-F238E27FC236}">
                      <a16:creationId xmlns:a16="http://schemas.microsoft.com/office/drawing/2014/main" id="{CE275A8D-5B77-477D-84A2-C99A0FDE080A}"/>
                    </a:ext>
                  </a:extLst>
                </p:cNvPr>
                <p:cNvGrpSpPr/>
                <p:nvPr/>
              </p:nvGrpSpPr>
              <p:grpSpPr>
                <a:xfrm>
                  <a:off x="1696998" y="4088807"/>
                  <a:ext cx="536110" cy="378905"/>
                  <a:chOff x="1696998" y="4088807"/>
                  <a:chExt cx="536110" cy="378905"/>
                </a:xfrm>
              </p:grpSpPr>
              <p:sp>
                <p:nvSpPr>
                  <p:cNvPr id="379" name="Freeform: Shape 378">
                    <a:extLst>
                      <a:ext uri="{FF2B5EF4-FFF2-40B4-BE49-F238E27FC236}">
                        <a16:creationId xmlns:a16="http://schemas.microsoft.com/office/drawing/2014/main" id="{79A7854D-816B-4BC7-8493-75C844138680}"/>
                      </a:ext>
                    </a:extLst>
                  </p:cNvPr>
                  <p:cNvSpPr/>
                  <p:nvPr/>
                </p:nvSpPr>
                <p:spPr>
                  <a:xfrm>
                    <a:off x="1954975" y="4264823"/>
                    <a:ext cx="95398" cy="135707"/>
                  </a:xfrm>
                  <a:custGeom>
                    <a:avLst/>
                    <a:gdLst>
                      <a:gd name="connsiteX0" fmla="*/ 95398 w 95398"/>
                      <a:gd name="connsiteY0" fmla="*/ 24185 h 135707"/>
                      <a:gd name="connsiteX1" fmla="*/ 53745 w 95398"/>
                      <a:gd name="connsiteY1" fmla="*/ 0 h 135707"/>
                      <a:gd name="connsiteX2" fmla="*/ 0 w 95398"/>
                      <a:gd name="connsiteY2" fmla="*/ 99429 h 135707"/>
                      <a:gd name="connsiteX3" fmla="*/ 48371 w 95398"/>
                      <a:gd name="connsiteY3" fmla="*/ 135707 h 135707"/>
                    </a:gdLst>
                    <a:ahLst/>
                    <a:cxnLst>
                      <a:cxn ang="0">
                        <a:pos x="connsiteX0" y="connsiteY0"/>
                      </a:cxn>
                      <a:cxn ang="0">
                        <a:pos x="connsiteX1" y="connsiteY1"/>
                      </a:cxn>
                      <a:cxn ang="0">
                        <a:pos x="connsiteX2" y="connsiteY2"/>
                      </a:cxn>
                      <a:cxn ang="0">
                        <a:pos x="connsiteX3" y="connsiteY3"/>
                      </a:cxn>
                    </a:cxnLst>
                    <a:rect l="l" t="t" r="r" b="b"/>
                    <a:pathLst>
                      <a:path w="95398" h="135707">
                        <a:moveTo>
                          <a:pt x="95398" y="24185"/>
                        </a:moveTo>
                        <a:lnTo>
                          <a:pt x="53745" y="0"/>
                        </a:lnTo>
                        <a:lnTo>
                          <a:pt x="0" y="99429"/>
                        </a:lnTo>
                        <a:lnTo>
                          <a:pt x="48371" y="135707"/>
                        </a:lnTo>
                        <a:close/>
                      </a:path>
                    </a:pathLst>
                  </a:custGeom>
                  <a:solidFill>
                    <a:srgbClr val="FFE389"/>
                  </a:solidFill>
                  <a:ln w="13418" cap="flat">
                    <a:noFill/>
                    <a:prstDash val="solid"/>
                    <a:miter/>
                  </a:ln>
                </p:spPr>
                <p:txBody>
                  <a:bodyPr rtlCol="0" anchor="ctr"/>
                  <a:lstStyle/>
                  <a:p>
                    <a:endParaRPr lang="en-US"/>
                  </a:p>
                </p:txBody>
              </p:sp>
              <p:sp>
                <p:nvSpPr>
                  <p:cNvPr id="380" name="Freeform: Shape 379">
                    <a:extLst>
                      <a:ext uri="{FF2B5EF4-FFF2-40B4-BE49-F238E27FC236}">
                        <a16:creationId xmlns:a16="http://schemas.microsoft.com/office/drawing/2014/main" id="{AA985FE9-7987-4AE4-834B-E8802389BB0C}"/>
                      </a:ext>
                    </a:extLst>
                  </p:cNvPr>
                  <p:cNvSpPr/>
                  <p:nvPr/>
                </p:nvSpPr>
                <p:spPr>
                  <a:xfrm rot="1211997">
                    <a:off x="1957905" y="4255193"/>
                    <a:ext cx="42996" cy="127646"/>
                  </a:xfrm>
                  <a:custGeom>
                    <a:avLst/>
                    <a:gdLst>
                      <a:gd name="connsiteX0" fmla="*/ 0 w 42996"/>
                      <a:gd name="connsiteY0" fmla="*/ 0 h 127646"/>
                      <a:gd name="connsiteX1" fmla="*/ 42997 w 42996"/>
                      <a:gd name="connsiteY1" fmla="*/ 0 h 127646"/>
                      <a:gd name="connsiteX2" fmla="*/ 42997 w 42996"/>
                      <a:gd name="connsiteY2" fmla="*/ 127646 h 127646"/>
                      <a:gd name="connsiteX3" fmla="*/ 0 w 42996"/>
                      <a:gd name="connsiteY3" fmla="*/ 127646 h 127646"/>
                    </a:gdLst>
                    <a:ahLst/>
                    <a:cxnLst>
                      <a:cxn ang="0">
                        <a:pos x="connsiteX0" y="connsiteY0"/>
                      </a:cxn>
                      <a:cxn ang="0">
                        <a:pos x="connsiteX1" y="connsiteY1"/>
                      </a:cxn>
                      <a:cxn ang="0">
                        <a:pos x="connsiteX2" y="connsiteY2"/>
                      </a:cxn>
                      <a:cxn ang="0">
                        <a:pos x="connsiteX3" y="connsiteY3"/>
                      </a:cxn>
                    </a:cxnLst>
                    <a:rect l="l" t="t" r="r" b="b"/>
                    <a:pathLst>
                      <a:path w="42996" h="127646">
                        <a:moveTo>
                          <a:pt x="0" y="0"/>
                        </a:moveTo>
                        <a:lnTo>
                          <a:pt x="42997" y="0"/>
                        </a:lnTo>
                        <a:lnTo>
                          <a:pt x="42997" y="127646"/>
                        </a:lnTo>
                        <a:lnTo>
                          <a:pt x="0" y="127646"/>
                        </a:lnTo>
                        <a:close/>
                      </a:path>
                    </a:pathLst>
                  </a:custGeom>
                  <a:solidFill>
                    <a:srgbClr val="FFFFFF"/>
                  </a:solidFill>
                  <a:ln w="13418" cap="flat">
                    <a:noFill/>
                    <a:prstDash val="solid"/>
                    <a:miter/>
                  </a:ln>
                </p:spPr>
                <p:txBody>
                  <a:bodyPr rtlCol="0" anchor="ctr"/>
                  <a:lstStyle/>
                  <a:p>
                    <a:endParaRPr lang="en-US"/>
                  </a:p>
                </p:txBody>
              </p:sp>
              <p:sp>
                <p:nvSpPr>
                  <p:cNvPr id="381" name="Freeform: Shape 380">
                    <a:extLst>
                      <a:ext uri="{FF2B5EF4-FFF2-40B4-BE49-F238E27FC236}">
                        <a16:creationId xmlns:a16="http://schemas.microsoft.com/office/drawing/2014/main" id="{4A2E46B9-8771-49DD-9A07-A0E04E0C002D}"/>
                      </a:ext>
                    </a:extLst>
                  </p:cNvPr>
                  <p:cNvSpPr/>
                  <p:nvPr/>
                </p:nvSpPr>
                <p:spPr>
                  <a:xfrm>
                    <a:off x="1696998" y="4088807"/>
                    <a:ext cx="302317" cy="307692"/>
                  </a:xfrm>
                  <a:custGeom>
                    <a:avLst/>
                    <a:gdLst>
                      <a:gd name="connsiteX0" fmla="*/ 302318 w 302317"/>
                      <a:gd name="connsiteY0" fmla="*/ 165267 h 307692"/>
                      <a:gd name="connsiteX1" fmla="*/ 124958 w 302317"/>
                      <a:gd name="connsiteY1" fmla="*/ 0 h 307692"/>
                      <a:gd name="connsiteX2" fmla="*/ 84649 w 302317"/>
                      <a:gd name="connsiteY2" fmla="*/ 8062 h 307692"/>
                      <a:gd name="connsiteX3" fmla="*/ 0 w 302317"/>
                      <a:gd name="connsiteY3" fmla="*/ 75244 h 307692"/>
                      <a:gd name="connsiteX4" fmla="*/ 252603 w 302317"/>
                      <a:gd name="connsiteY4" fmla="*/ 307692 h 307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2317" h="307692">
                        <a:moveTo>
                          <a:pt x="302318" y="165267"/>
                        </a:moveTo>
                        <a:lnTo>
                          <a:pt x="124958" y="0"/>
                        </a:lnTo>
                        <a:lnTo>
                          <a:pt x="84649" y="8062"/>
                        </a:lnTo>
                        <a:lnTo>
                          <a:pt x="0" y="75244"/>
                        </a:lnTo>
                        <a:lnTo>
                          <a:pt x="252603" y="307692"/>
                        </a:lnTo>
                        <a:close/>
                      </a:path>
                    </a:pathLst>
                  </a:custGeom>
                  <a:solidFill>
                    <a:schemeClr val="accent1">
                      <a:lumMod val="60000"/>
                      <a:lumOff val="40000"/>
                    </a:schemeClr>
                  </a:solidFill>
                  <a:ln w="13418" cap="flat">
                    <a:noFill/>
                    <a:prstDash val="solid"/>
                    <a:miter/>
                  </a:ln>
                </p:spPr>
                <p:txBody>
                  <a:bodyPr rtlCol="0" anchor="ctr"/>
                  <a:lstStyle/>
                  <a:p>
                    <a:endParaRPr lang="en-US"/>
                  </a:p>
                </p:txBody>
              </p:sp>
              <p:sp>
                <p:nvSpPr>
                  <p:cNvPr id="382" name="Freeform: Shape 381">
                    <a:extLst>
                      <a:ext uri="{FF2B5EF4-FFF2-40B4-BE49-F238E27FC236}">
                        <a16:creationId xmlns:a16="http://schemas.microsoft.com/office/drawing/2014/main" id="{48818305-3E54-48E9-BFF9-612E7D86CCBC}"/>
                      </a:ext>
                    </a:extLst>
                  </p:cNvPr>
                  <p:cNvSpPr/>
                  <p:nvPr/>
                </p:nvSpPr>
                <p:spPr>
                  <a:xfrm>
                    <a:off x="2043094" y="4290352"/>
                    <a:ext cx="134363" cy="174672"/>
                  </a:xfrm>
                  <a:custGeom>
                    <a:avLst/>
                    <a:gdLst>
                      <a:gd name="connsiteX0" fmla="*/ 55089 w 134363"/>
                      <a:gd name="connsiteY0" fmla="*/ 0 h 174672"/>
                      <a:gd name="connsiteX1" fmla="*/ 0 w 134363"/>
                      <a:gd name="connsiteY1" fmla="*/ 151831 h 174672"/>
                      <a:gd name="connsiteX2" fmla="*/ 59120 w 134363"/>
                      <a:gd name="connsiteY2" fmla="*/ 174672 h 174672"/>
                      <a:gd name="connsiteX3" fmla="*/ 134363 w 134363"/>
                      <a:gd name="connsiteY3" fmla="*/ 42996 h 174672"/>
                    </a:gdLst>
                    <a:ahLst/>
                    <a:cxnLst>
                      <a:cxn ang="0">
                        <a:pos x="connsiteX0" y="connsiteY0"/>
                      </a:cxn>
                      <a:cxn ang="0">
                        <a:pos x="connsiteX1" y="connsiteY1"/>
                      </a:cxn>
                      <a:cxn ang="0">
                        <a:pos x="connsiteX2" y="connsiteY2"/>
                      </a:cxn>
                      <a:cxn ang="0">
                        <a:pos x="connsiteX3" y="connsiteY3"/>
                      </a:cxn>
                    </a:cxnLst>
                    <a:rect l="l" t="t" r="r" b="b"/>
                    <a:pathLst>
                      <a:path w="134363" h="174672">
                        <a:moveTo>
                          <a:pt x="55089" y="0"/>
                        </a:moveTo>
                        <a:lnTo>
                          <a:pt x="0" y="151831"/>
                        </a:lnTo>
                        <a:lnTo>
                          <a:pt x="59120" y="174672"/>
                        </a:lnTo>
                        <a:lnTo>
                          <a:pt x="134363" y="42996"/>
                        </a:lnTo>
                        <a:close/>
                      </a:path>
                    </a:pathLst>
                  </a:custGeom>
                  <a:solidFill>
                    <a:srgbClr val="FFE389"/>
                  </a:solidFill>
                  <a:ln w="13418" cap="flat">
                    <a:noFill/>
                    <a:prstDash val="solid"/>
                    <a:miter/>
                  </a:ln>
                </p:spPr>
                <p:txBody>
                  <a:bodyPr rtlCol="0" anchor="ctr"/>
                  <a:lstStyle/>
                  <a:p>
                    <a:endParaRPr lang="en-US"/>
                  </a:p>
                </p:txBody>
              </p:sp>
              <p:sp>
                <p:nvSpPr>
                  <p:cNvPr id="383" name="Freeform: Shape 382">
                    <a:extLst>
                      <a:ext uri="{FF2B5EF4-FFF2-40B4-BE49-F238E27FC236}">
                        <a16:creationId xmlns:a16="http://schemas.microsoft.com/office/drawing/2014/main" id="{CA9F4FDA-779C-4939-A80A-2D29A57AB515}"/>
                      </a:ext>
                    </a:extLst>
                  </p:cNvPr>
                  <p:cNvSpPr/>
                  <p:nvPr/>
                </p:nvSpPr>
                <p:spPr>
                  <a:xfrm>
                    <a:off x="2002003" y="4289008"/>
                    <a:ext cx="98085" cy="153174"/>
                  </a:xfrm>
                  <a:custGeom>
                    <a:avLst/>
                    <a:gdLst>
                      <a:gd name="connsiteX0" fmla="*/ 98085 w 98085"/>
                      <a:gd name="connsiteY0" fmla="*/ 1344 h 153174"/>
                      <a:gd name="connsiteX1" fmla="*/ 47027 w 98085"/>
                      <a:gd name="connsiteY1" fmla="*/ 0 h 153174"/>
                      <a:gd name="connsiteX2" fmla="*/ 0 w 98085"/>
                      <a:gd name="connsiteY2" fmla="*/ 111522 h 153174"/>
                      <a:gd name="connsiteX3" fmla="*/ 41653 w 98085"/>
                      <a:gd name="connsiteY3" fmla="*/ 153174 h 153174"/>
                      <a:gd name="connsiteX4" fmla="*/ 98085 w 98085"/>
                      <a:gd name="connsiteY4" fmla="*/ 1344 h 153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085" h="153174">
                        <a:moveTo>
                          <a:pt x="98085" y="1344"/>
                        </a:moveTo>
                        <a:lnTo>
                          <a:pt x="47027" y="0"/>
                        </a:lnTo>
                        <a:lnTo>
                          <a:pt x="0" y="111522"/>
                        </a:lnTo>
                        <a:cubicBezTo>
                          <a:pt x="0" y="111522"/>
                          <a:pt x="6718" y="143769"/>
                          <a:pt x="41653" y="153174"/>
                        </a:cubicBezTo>
                        <a:lnTo>
                          <a:pt x="98085" y="1344"/>
                        </a:lnTo>
                        <a:close/>
                      </a:path>
                    </a:pathLst>
                  </a:custGeom>
                  <a:solidFill>
                    <a:srgbClr val="FFE389"/>
                  </a:solidFill>
                  <a:ln w="13418" cap="flat">
                    <a:noFill/>
                    <a:prstDash val="solid"/>
                    <a:miter/>
                  </a:ln>
                </p:spPr>
                <p:txBody>
                  <a:bodyPr rtlCol="0" anchor="ctr"/>
                  <a:lstStyle/>
                  <a:p>
                    <a:endParaRPr lang="en-US"/>
                  </a:p>
                </p:txBody>
              </p:sp>
              <p:sp>
                <p:nvSpPr>
                  <p:cNvPr id="384" name="Freeform: Shape 383">
                    <a:extLst>
                      <a:ext uri="{FF2B5EF4-FFF2-40B4-BE49-F238E27FC236}">
                        <a16:creationId xmlns:a16="http://schemas.microsoft.com/office/drawing/2014/main" id="{5B9A76E0-D706-4C56-BDB6-4312347951CC}"/>
                      </a:ext>
                    </a:extLst>
                  </p:cNvPr>
                  <p:cNvSpPr/>
                  <p:nvPr/>
                </p:nvSpPr>
                <p:spPr>
                  <a:xfrm>
                    <a:off x="2104119" y="4368283"/>
                    <a:ext cx="67181" cy="99429"/>
                  </a:xfrm>
                  <a:custGeom>
                    <a:avLst/>
                    <a:gdLst>
                      <a:gd name="connsiteX0" fmla="*/ 49714 w 67181"/>
                      <a:gd name="connsiteY0" fmla="*/ 0 h 99429"/>
                      <a:gd name="connsiteX1" fmla="*/ 67182 w 67181"/>
                      <a:gd name="connsiteY1" fmla="*/ 16124 h 99429"/>
                      <a:gd name="connsiteX2" fmla="*/ 57776 w 67181"/>
                      <a:gd name="connsiteY2" fmla="*/ 33591 h 99429"/>
                      <a:gd name="connsiteX3" fmla="*/ 48371 w 67181"/>
                      <a:gd name="connsiteY3" fmla="*/ 33591 h 99429"/>
                      <a:gd name="connsiteX4" fmla="*/ 53745 w 67181"/>
                      <a:gd name="connsiteY4" fmla="*/ 42996 h 99429"/>
                      <a:gd name="connsiteX5" fmla="*/ 42996 w 67181"/>
                      <a:gd name="connsiteY5" fmla="*/ 67182 h 99429"/>
                      <a:gd name="connsiteX6" fmla="*/ 28216 w 67181"/>
                      <a:gd name="connsiteY6" fmla="*/ 65838 h 99429"/>
                      <a:gd name="connsiteX7" fmla="*/ 33591 w 67181"/>
                      <a:gd name="connsiteY7" fmla="*/ 81962 h 99429"/>
                      <a:gd name="connsiteX8" fmla="*/ 20155 w 67181"/>
                      <a:gd name="connsiteY8" fmla="*/ 99429 h 99429"/>
                      <a:gd name="connsiteX9" fmla="*/ 0 w 67181"/>
                      <a:gd name="connsiteY9" fmla="*/ 96742 h 99429"/>
                      <a:gd name="connsiteX10" fmla="*/ 13436 w 67181"/>
                      <a:gd name="connsiteY10" fmla="*/ 25529 h 99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7181" h="99429">
                        <a:moveTo>
                          <a:pt x="49714" y="0"/>
                        </a:moveTo>
                        <a:lnTo>
                          <a:pt x="67182" y="16124"/>
                        </a:lnTo>
                        <a:lnTo>
                          <a:pt x="57776" y="33591"/>
                        </a:lnTo>
                        <a:lnTo>
                          <a:pt x="48371" y="33591"/>
                        </a:lnTo>
                        <a:lnTo>
                          <a:pt x="53745" y="42996"/>
                        </a:lnTo>
                        <a:lnTo>
                          <a:pt x="42996" y="67182"/>
                        </a:lnTo>
                        <a:lnTo>
                          <a:pt x="28216" y="65838"/>
                        </a:lnTo>
                        <a:lnTo>
                          <a:pt x="33591" y="81962"/>
                        </a:lnTo>
                        <a:lnTo>
                          <a:pt x="20155" y="99429"/>
                        </a:lnTo>
                        <a:lnTo>
                          <a:pt x="0" y="96742"/>
                        </a:lnTo>
                        <a:lnTo>
                          <a:pt x="13436" y="25529"/>
                        </a:lnTo>
                        <a:close/>
                      </a:path>
                    </a:pathLst>
                  </a:custGeom>
                  <a:solidFill>
                    <a:srgbClr val="FFE389"/>
                  </a:solidFill>
                  <a:ln w="13418" cap="flat">
                    <a:noFill/>
                    <a:prstDash val="solid"/>
                    <a:miter/>
                  </a:ln>
                </p:spPr>
                <p:txBody>
                  <a:bodyPr rtlCol="0" anchor="ctr"/>
                  <a:lstStyle/>
                  <a:p>
                    <a:endParaRPr lang="en-US"/>
                  </a:p>
                </p:txBody>
              </p:sp>
              <p:sp>
                <p:nvSpPr>
                  <p:cNvPr id="385" name="Freeform: Shape 384">
                    <a:extLst>
                      <a:ext uri="{FF2B5EF4-FFF2-40B4-BE49-F238E27FC236}">
                        <a16:creationId xmlns:a16="http://schemas.microsoft.com/office/drawing/2014/main" id="{A2B9BB74-6B07-45AA-B722-BF4BE51FEDC5}"/>
                      </a:ext>
                    </a:extLst>
                  </p:cNvPr>
                  <p:cNvSpPr/>
                  <p:nvPr/>
                </p:nvSpPr>
                <p:spPr>
                  <a:xfrm>
                    <a:off x="2148459" y="4333348"/>
                    <a:ext cx="84649" cy="51057"/>
                  </a:xfrm>
                  <a:custGeom>
                    <a:avLst/>
                    <a:gdLst>
                      <a:gd name="connsiteX0" fmla="*/ 30904 w 84649"/>
                      <a:gd name="connsiteY0" fmla="*/ 0 h 51057"/>
                      <a:gd name="connsiteX1" fmla="*/ 84649 w 84649"/>
                      <a:gd name="connsiteY1" fmla="*/ 36278 h 51057"/>
                      <a:gd name="connsiteX2" fmla="*/ 77931 w 84649"/>
                      <a:gd name="connsiteY2" fmla="*/ 51058 h 51057"/>
                      <a:gd name="connsiteX3" fmla="*/ 0 w 84649"/>
                      <a:gd name="connsiteY3" fmla="*/ 33591 h 51057"/>
                    </a:gdLst>
                    <a:ahLst/>
                    <a:cxnLst>
                      <a:cxn ang="0">
                        <a:pos x="connsiteX0" y="connsiteY0"/>
                      </a:cxn>
                      <a:cxn ang="0">
                        <a:pos x="connsiteX1" y="connsiteY1"/>
                      </a:cxn>
                      <a:cxn ang="0">
                        <a:pos x="connsiteX2" y="connsiteY2"/>
                      </a:cxn>
                      <a:cxn ang="0">
                        <a:pos x="connsiteX3" y="connsiteY3"/>
                      </a:cxn>
                    </a:cxnLst>
                    <a:rect l="l" t="t" r="r" b="b"/>
                    <a:pathLst>
                      <a:path w="84649" h="51057">
                        <a:moveTo>
                          <a:pt x="30904" y="0"/>
                        </a:moveTo>
                        <a:lnTo>
                          <a:pt x="84649" y="36278"/>
                        </a:lnTo>
                        <a:lnTo>
                          <a:pt x="77931" y="51058"/>
                        </a:lnTo>
                        <a:lnTo>
                          <a:pt x="0" y="33591"/>
                        </a:lnTo>
                        <a:close/>
                      </a:path>
                    </a:pathLst>
                  </a:custGeom>
                  <a:solidFill>
                    <a:srgbClr val="FFE389"/>
                  </a:solidFill>
                  <a:ln w="13418" cap="flat">
                    <a:noFill/>
                    <a:prstDash val="solid"/>
                    <a:miter/>
                  </a:ln>
                </p:spPr>
                <p:txBody>
                  <a:bodyPr rtlCol="0" anchor="ctr"/>
                  <a:lstStyle/>
                  <a:p>
                    <a:endParaRPr lang="en-US"/>
                  </a:p>
                </p:txBody>
              </p:sp>
            </p:grpSp>
          </p:grpSp>
        </p:grpSp>
        <p:sp>
          <p:nvSpPr>
            <p:cNvPr id="387" name="Freeform: Shape 386">
              <a:extLst>
                <a:ext uri="{FF2B5EF4-FFF2-40B4-BE49-F238E27FC236}">
                  <a16:creationId xmlns:a16="http://schemas.microsoft.com/office/drawing/2014/main" id="{7F5F885E-FE9B-4537-A153-33CA2F80BC82}"/>
                </a:ext>
              </a:extLst>
            </p:cNvPr>
            <p:cNvSpPr/>
            <p:nvPr/>
          </p:nvSpPr>
          <p:spPr>
            <a:xfrm>
              <a:off x="3222023" y="6055887"/>
              <a:ext cx="3145447" cy="75243"/>
            </a:xfrm>
            <a:custGeom>
              <a:avLst/>
              <a:gdLst>
                <a:gd name="connsiteX0" fmla="*/ 37622 w 3145447"/>
                <a:gd name="connsiteY0" fmla="*/ 75244 h 75243"/>
                <a:gd name="connsiteX1" fmla="*/ 3107826 w 3145447"/>
                <a:gd name="connsiteY1" fmla="*/ 75244 h 75243"/>
                <a:gd name="connsiteX2" fmla="*/ 3145448 w 3145447"/>
                <a:gd name="connsiteY2" fmla="*/ 37622 h 75243"/>
                <a:gd name="connsiteX3" fmla="*/ 3145448 w 3145447"/>
                <a:gd name="connsiteY3" fmla="*/ 37622 h 75243"/>
                <a:gd name="connsiteX4" fmla="*/ 3107826 w 3145447"/>
                <a:gd name="connsiteY4" fmla="*/ 0 h 75243"/>
                <a:gd name="connsiteX5" fmla="*/ 37622 w 3145447"/>
                <a:gd name="connsiteY5" fmla="*/ 0 h 75243"/>
                <a:gd name="connsiteX6" fmla="*/ 0 w 3145447"/>
                <a:gd name="connsiteY6" fmla="*/ 37622 h 75243"/>
                <a:gd name="connsiteX7" fmla="*/ 0 w 3145447"/>
                <a:gd name="connsiteY7" fmla="*/ 37622 h 75243"/>
                <a:gd name="connsiteX8" fmla="*/ 37622 w 3145447"/>
                <a:gd name="connsiteY8" fmla="*/ 75244 h 75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5447" h="75243">
                  <a:moveTo>
                    <a:pt x="37622" y="75244"/>
                  </a:moveTo>
                  <a:lnTo>
                    <a:pt x="3107826" y="75244"/>
                  </a:lnTo>
                  <a:cubicBezTo>
                    <a:pt x="3129324" y="75244"/>
                    <a:pt x="3145448" y="57777"/>
                    <a:pt x="3145448" y="37622"/>
                  </a:cubicBezTo>
                  <a:lnTo>
                    <a:pt x="3145448" y="37622"/>
                  </a:lnTo>
                  <a:cubicBezTo>
                    <a:pt x="3145448" y="16124"/>
                    <a:pt x="3127981" y="0"/>
                    <a:pt x="3107826" y="0"/>
                  </a:cubicBezTo>
                  <a:lnTo>
                    <a:pt x="37622" y="0"/>
                  </a:lnTo>
                  <a:cubicBezTo>
                    <a:pt x="16124" y="0"/>
                    <a:pt x="0" y="17467"/>
                    <a:pt x="0" y="37622"/>
                  </a:cubicBezTo>
                  <a:lnTo>
                    <a:pt x="0" y="37622"/>
                  </a:lnTo>
                  <a:cubicBezTo>
                    <a:pt x="0" y="59120"/>
                    <a:pt x="17467" y="75244"/>
                    <a:pt x="37622" y="75244"/>
                  </a:cubicBezTo>
                  <a:close/>
                </a:path>
              </a:pathLst>
            </a:custGeom>
            <a:solidFill>
              <a:schemeClr val="tx2"/>
            </a:solidFill>
            <a:ln w="13418" cap="flat">
              <a:noFill/>
              <a:prstDash val="solid"/>
              <a:miter/>
            </a:ln>
          </p:spPr>
          <p:txBody>
            <a:bodyPr rtlCol="0" anchor="ctr"/>
            <a:lstStyle/>
            <a:p>
              <a:endParaRPr lang="en-US"/>
            </a:p>
          </p:txBody>
        </p:sp>
        <p:sp>
          <p:nvSpPr>
            <p:cNvPr id="388" name="Freeform: Shape 387">
              <a:extLst>
                <a:ext uri="{FF2B5EF4-FFF2-40B4-BE49-F238E27FC236}">
                  <a16:creationId xmlns:a16="http://schemas.microsoft.com/office/drawing/2014/main" id="{359188B4-319F-45B2-8B9D-E8596675C854}"/>
                </a:ext>
              </a:extLst>
            </p:cNvPr>
            <p:cNvSpPr/>
            <p:nvPr/>
          </p:nvSpPr>
          <p:spPr>
            <a:xfrm>
              <a:off x="1140733" y="2206350"/>
              <a:ext cx="1232828" cy="373555"/>
            </a:xfrm>
            <a:custGeom>
              <a:avLst/>
              <a:gdLst>
                <a:gd name="connsiteX0" fmla="*/ 1232113 w 1232828"/>
                <a:gd name="connsiteY0" fmla="*/ 373555 h 373555"/>
                <a:gd name="connsiteX1" fmla="*/ 1168962 w 1232828"/>
                <a:gd name="connsiteY1" fmla="*/ 288906 h 373555"/>
                <a:gd name="connsiteX2" fmla="*/ 995633 w 1232828"/>
                <a:gd name="connsiteY2" fmla="*/ 94079 h 373555"/>
                <a:gd name="connsiteX3" fmla="*/ 733624 w 1232828"/>
                <a:gd name="connsiteY3" fmla="*/ 181415 h 373555"/>
                <a:gd name="connsiteX4" fmla="*/ 472959 w 1232828"/>
                <a:gd name="connsiteY4" fmla="*/ 25 h 373555"/>
                <a:gd name="connsiteX5" fmla="*/ 163923 w 1232828"/>
                <a:gd name="connsiteY5" fmla="*/ 197539 h 373555"/>
                <a:gd name="connsiteX6" fmla="*/ 0 w 1232828"/>
                <a:gd name="connsiteY6" fmla="*/ 373555 h 373555"/>
                <a:gd name="connsiteX7" fmla="*/ 1232113 w 1232828"/>
                <a:gd name="connsiteY7" fmla="*/ 373555 h 373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2828" h="373555">
                  <a:moveTo>
                    <a:pt x="1232113" y="373555"/>
                  </a:moveTo>
                  <a:cubicBezTo>
                    <a:pt x="1232113" y="373555"/>
                    <a:pt x="1244205" y="307717"/>
                    <a:pt x="1168962" y="288906"/>
                  </a:cubicBezTo>
                  <a:cubicBezTo>
                    <a:pt x="1093718" y="270095"/>
                    <a:pt x="1125966" y="126326"/>
                    <a:pt x="995633" y="94079"/>
                  </a:cubicBezTo>
                  <a:cubicBezTo>
                    <a:pt x="863957" y="61832"/>
                    <a:pt x="838428" y="220381"/>
                    <a:pt x="733624" y="181415"/>
                  </a:cubicBezTo>
                  <a:cubicBezTo>
                    <a:pt x="628821" y="142450"/>
                    <a:pt x="659725" y="2712"/>
                    <a:pt x="472959" y="25"/>
                  </a:cubicBezTo>
                  <a:cubicBezTo>
                    <a:pt x="286194" y="-2662"/>
                    <a:pt x="283507" y="213663"/>
                    <a:pt x="163923" y="197539"/>
                  </a:cubicBezTo>
                  <a:cubicBezTo>
                    <a:pt x="44340" y="181415"/>
                    <a:pt x="0" y="290250"/>
                    <a:pt x="0" y="373555"/>
                  </a:cubicBezTo>
                  <a:lnTo>
                    <a:pt x="1232113" y="373555"/>
                  </a:lnTo>
                  <a:close/>
                </a:path>
              </a:pathLst>
            </a:custGeom>
            <a:gradFill>
              <a:gsLst>
                <a:gs pos="0">
                  <a:schemeClr val="accent1">
                    <a:alpha val="40000"/>
                  </a:schemeClr>
                </a:gs>
                <a:gs pos="100000">
                  <a:schemeClr val="accent2">
                    <a:alpha val="40000"/>
                  </a:schemeClr>
                </a:gs>
              </a:gsLst>
              <a:lin ang="0" scaled="1"/>
            </a:gradFill>
            <a:ln w="13418" cap="flat">
              <a:noFill/>
              <a:prstDash val="solid"/>
              <a:miter/>
            </a:ln>
          </p:spPr>
          <p:txBody>
            <a:bodyPr rtlCol="0" anchor="ctr"/>
            <a:lstStyle/>
            <a:p>
              <a:endParaRPr lang="en-US"/>
            </a:p>
          </p:txBody>
        </p:sp>
        <p:sp>
          <p:nvSpPr>
            <p:cNvPr id="389" name="Freeform: Shape 388">
              <a:extLst>
                <a:ext uri="{FF2B5EF4-FFF2-40B4-BE49-F238E27FC236}">
                  <a16:creationId xmlns:a16="http://schemas.microsoft.com/office/drawing/2014/main" id="{5973ED32-183B-4E99-8711-CA6F0471AC49}"/>
                </a:ext>
              </a:extLst>
            </p:cNvPr>
            <p:cNvSpPr/>
            <p:nvPr/>
          </p:nvSpPr>
          <p:spPr>
            <a:xfrm>
              <a:off x="3292520" y="1811322"/>
              <a:ext cx="1232828" cy="373555"/>
            </a:xfrm>
            <a:custGeom>
              <a:avLst/>
              <a:gdLst>
                <a:gd name="connsiteX0" fmla="*/ 715 w 1232828"/>
                <a:gd name="connsiteY0" fmla="*/ 373555 h 373555"/>
                <a:gd name="connsiteX1" fmla="*/ 63866 w 1232828"/>
                <a:gd name="connsiteY1" fmla="*/ 288906 h 373555"/>
                <a:gd name="connsiteX2" fmla="*/ 237195 w 1232828"/>
                <a:gd name="connsiteY2" fmla="*/ 94079 h 373555"/>
                <a:gd name="connsiteX3" fmla="*/ 499204 w 1232828"/>
                <a:gd name="connsiteY3" fmla="*/ 181415 h 373555"/>
                <a:gd name="connsiteX4" fmla="*/ 759869 w 1232828"/>
                <a:gd name="connsiteY4" fmla="*/ 25 h 373555"/>
                <a:gd name="connsiteX5" fmla="*/ 1068905 w 1232828"/>
                <a:gd name="connsiteY5" fmla="*/ 197539 h 373555"/>
                <a:gd name="connsiteX6" fmla="*/ 1232828 w 1232828"/>
                <a:gd name="connsiteY6" fmla="*/ 373555 h 373555"/>
                <a:gd name="connsiteX7" fmla="*/ 715 w 1232828"/>
                <a:gd name="connsiteY7" fmla="*/ 373555 h 373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2828" h="373555">
                  <a:moveTo>
                    <a:pt x="715" y="373555"/>
                  </a:moveTo>
                  <a:cubicBezTo>
                    <a:pt x="715" y="373555"/>
                    <a:pt x="-11377" y="307717"/>
                    <a:pt x="63866" y="288906"/>
                  </a:cubicBezTo>
                  <a:cubicBezTo>
                    <a:pt x="137766" y="270095"/>
                    <a:pt x="106863" y="126326"/>
                    <a:pt x="237195" y="94079"/>
                  </a:cubicBezTo>
                  <a:cubicBezTo>
                    <a:pt x="367528" y="61832"/>
                    <a:pt x="394400" y="220381"/>
                    <a:pt x="499204" y="181415"/>
                  </a:cubicBezTo>
                  <a:cubicBezTo>
                    <a:pt x="604007" y="142450"/>
                    <a:pt x="573104" y="2712"/>
                    <a:pt x="759869" y="25"/>
                  </a:cubicBezTo>
                  <a:cubicBezTo>
                    <a:pt x="946634" y="-2662"/>
                    <a:pt x="949321" y="213663"/>
                    <a:pt x="1068905" y="197539"/>
                  </a:cubicBezTo>
                  <a:cubicBezTo>
                    <a:pt x="1188488" y="181415"/>
                    <a:pt x="1232828" y="290250"/>
                    <a:pt x="1232828" y="373555"/>
                  </a:cubicBezTo>
                  <a:lnTo>
                    <a:pt x="715" y="373555"/>
                  </a:lnTo>
                  <a:close/>
                </a:path>
              </a:pathLst>
            </a:custGeom>
            <a:gradFill>
              <a:gsLst>
                <a:gs pos="0">
                  <a:schemeClr val="accent1">
                    <a:alpha val="40000"/>
                  </a:schemeClr>
                </a:gs>
                <a:gs pos="100000">
                  <a:schemeClr val="accent2">
                    <a:alpha val="40000"/>
                  </a:schemeClr>
                </a:gs>
              </a:gsLst>
              <a:lin ang="0" scaled="1"/>
            </a:gradFill>
            <a:ln w="13418" cap="flat">
              <a:noFill/>
              <a:prstDash val="solid"/>
              <a:miter/>
            </a:ln>
          </p:spPr>
          <p:txBody>
            <a:bodyPr rtlCol="0" anchor="ctr"/>
            <a:lstStyle/>
            <a:p>
              <a:endParaRPr lang="en-US"/>
            </a:p>
          </p:txBody>
        </p:sp>
        <p:sp>
          <p:nvSpPr>
            <p:cNvPr id="390" name="Freeform: Shape 389">
              <a:extLst>
                <a:ext uri="{FF2B5EF4-FFF2-40B4-BE49-F238E27FC236}">
                  <a16:creationId xmlns:a16="http://schemas.microsoft.com/office/drawing/2014/main" id="{71C1C0B3-CF86-4582-9457-58487298805E}"/>
                </a:ext>
              </a:extLst>
            </p:cNvPr>
            <p:cNvSpPr/>
            <p:nvPr/>
          </p:nvSpPr>
          <p:spPr>
            <a:xfrm>
              <a:off x="5175667" y="2356837"/>
              <a:ext cx="1232828" cy="373555"/>
            </a:xfrm>
            <a:custGeom>
              <a:avLst/>
              <a:gdLst>
                <a:gd name="connsiteX0" fmla="*/ 1232113 w 1232828"/>
                <a:gd name="connsiteY0" fmla="*/ 373555 h 373555"/>
                <a:gd name="connsiteX1" fmla="*/ 1168962 w 1232828"/>
                <a:gd name="connsiteY1" fmla="*/ 288906 h 373555"/>
                <a:gd name="connsiteX2" fmla="*/ 995633 w 1232828"/>
                <a:gd name="connsiteY2" fmla="*/ 94079 h 373555"/>
                <a:gd name="connsiteX3" fmla="*/ 733624 w 1232828"/>
                <a:gd name="connsiteY3" fmla="*/ 181415 h 373555"/>
                <a:gd name="connsiteX4" fmla="*/ 472959 w 1232828"/>
                <a:gd name="connsiteY4" fmla="*/ 25 h 373555"/>
                <a:gd name="connsiteX5" fmla="*/ 163924 w 1232828"/>
                <a:gd name="connsiteY5" fmla="*/ 197539 h 373555"/>
                <a:gd name="connsiteX6" fmla="*/ 0 w 1232828"/>
                <a:gd name="connsiteY6" fmla="*/ 373555 h 373555"/>
                <a:gd name="connsiteX7" fmla="*/ 1232113 w 1232828"/>
                <a:gd name="connsiteY7" fmla="*/ 373555 h 373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2828" h="373555">
                  <a:moveTo>
                    <a:pt x="1232113" y="373555"/>
                  </a:moveTo>
                  <a:cubicBezTo>
                    <a:pt x="1232113" y="373555"/>
                    <a:pt x="1244206" y="307717"/>
                    <a:pt x="1168962" y="288906"/>
                  </a:cubicBezTo>
                  <a:cubicBezTo>
                    <a:pt x="1095062" y="270095"/>
                    <a:pt x="1125965" y="126326"/>
                    <a:pt x="995633" y="94079"/>
                  </a:cubicBezTo>
                  <a:cubicBezTo>
                    <a:pt x="863957" y="61832"/>
                    <a:pt x="838428" y="220381"/>
                    <a:pt x="733624" y="181415"/>
                  </a:cubicBezTo>
                  <a:cubicBezTo>
                    <a:pt x="628821" y="142450"/>
                    <a:pt x="659725" y="2712"/>
                    <a:pt x="472959" y="25"/>
                  </a:cubicBezTo>
                  <a:cubicBezTo>
                    <a:pt x="286194" y="-2662"/>
                    <a:pt x="283507" y="213663"/>
                    <a:pt x="163924" y="197539"/>
                  </a:cubicBezTo>
                  <a:cubicBezTo>
                    <a:pt x="44340" y="181415"/>
                    <a:pt x="0" y="290250"/>
                    <a:pt x="0" y="373555"/>
                  </a:cubicBezTo>
                  <a:lnTo>
                    <a:pt x="1232113" y="373555"/>
                  </a:lnTo>
                  <a:close/>
                </a:path>
              </a:pathLst>
            </a:custGeom>
            <a:gradFill>
              <a:gsLst>
                <a:gs pos="0">
                  <a:schemeClr val="accent1">
                    <a:alpha val="40000"/>
                  </a:schemeClr>
                </a:gs>
                <a:gs pos="100000">
                  <a:schemeClr val="accent2">
                    <a:alpha val="40000"/>
                  </a:schemeClr>
                </a:gs>
              </a:gsLst>
              <a:lin ang="0" scaled="1"/>
            </a:gradFill>
            <a:ln w="13418" cap="flat">
              <a:noFill/>
              <a:prstDash val="solid"/>
              <a:miter/>
            </a:ln>
          </p:spPr>
          <p:txBody>
            <a:bodyPr rtlCol="0" anchor="ctr"/>
            <a:lstStyle/>
            <a:p>
              <a:endParaRPr lang="en-US"/>
            </a:p>
          </p:txBody>
        </p:sp>
      </p:grpSp>
    </p:spTree>
    <p:extLst>
      <p:ext uri="{BB962C8B-B14F-4D97-AF65-F5344CB8AC3E}">
        <p14:creationId xmlns:p14="http://schemas.microsoft.com/office/powerpoint/2010/main" val="1371216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 name="Rectangle 355">
            <a:extLst>
              <a:ext uri="{FF2B5EF4-FFF2-40B4-BE49-F238E27FC236}">
                <a16:creationId xmlns:a16="http://schemas.microsoft.com/office/drawing/2014/main" id="{A32B5A53-C2F5-4682-AF01-458FBCD91829}"/>
              </a:ext>
            </a:extLst>
          </p:cNvPr>
          <p:cNvSpPr/>
          <p:nvPr/>
        </p:nvSpPr>
        <p:spPr>
          <a:xfrm>
            <a:off x="1001977" y="575310"/>
            <a:ext cx="209751" cy="690880"/>
          </a:xfrm>
          <a:prstGeom prst="rect">
            <a:avLst/>
          </a:prstGeom>
          <a:gradFill flip="none" rotWithShape="1">
            <a:gsLst>
              <a:gs pos="0">
                <a:schemeClr val="accent1">
                  <a:alpha val="50000"/>
                </a:schemeClr>
              </a:gs>
              <a:gs pos="100000">
                <a:schemeClr val="accent2">
                  <a:alpha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6A7E534D-4BD1-4C60-860F-A4CB3E0F269F}"/>
              </a:ext>
            </a:extLst>
          </p:cNvPr>
          <p:cNvSpPr txBox="1"/>
          <p:nvPr/>
        </p:nvSpPr>
        <p:spPr>
          <a:xfrm>
            <a:off x="1003702" y="694236"/>
            <a:ext cx="3949298" cy="646331"/>
          </a:xfrm>
          <a:prstGeom prst="rect">
            <a:avLst/>
          </a:prstGeom>
          <a:noFill/>
        </p:spPr>
        <p:txBody>
          <a:bodyPr wrap="square" rtlCol="0">
            <a:spAutoFit/>
          </a:bodyPr>
          <a:lstStyle/>
          <a:p>
            <a:r>
              <a:rPr lang="en-US" sz="3600" b="1" dirty="0">
                <a:latin typeface="Roboto" panose="02000000000000000000" pitchFamily="2" charset="0"/>
                <a:ea typeface="Roboto" panose="02000000000000000000" pitchFamily="2" charset="0"/>
              </a:rPr>
              <a:t>LESSON OUTLINE</a:t>
            </a:r>
          </a:p>
        </p:txBody>
      </p:sp>
      <p:grpSp>
        <p:nvGrpSpPr>
          <p:cNvPr id="8" name="Graphic 6">
            <a:extLst>
              <a:ext uri="{FF2B5EF4-FFF2-40B4-BE49-F238E27FC236}">
                <a16:creationId xmlns:a16="http://schemas.microsoft.com/office/drawing/2014/main" id="{31113BDC-2845-441C-B626-57D5D70A544F}"/>
              </a:ext>
            </a:extLst>
          </p:cNvPr>
          <p:cNvGrpSpPr/>
          <p:nvPr/>
        </p:nvGrpSpPr>
        <p:grpSpPr>
          <a:xfrm flipH="1">
            <a:off x="6759614" y="1340567"/>
            <a:ext cx="4882806" cy="4617022"/>
            <a:chOff x="5515841" y="1007276"/>
            <a:chExt cx="5673855" cy="5365012"/>
          </a:xfrm>
        </p:grpSpPr>
        <p:sp>
          <p:nvSpPr>
            <p:cNvPr id="9" name="Freeform: Shape 8">
              <a:extLst>
                <a:ext uri="{FF2B5EF4-FFF2-40B4-BE49-F238E27FC236}">
                  <a16:creationId xmlns:a16="http://schemas.microsoft.com/office/drawing/2014/main" id="{E789EDFB-5E5E-4CA0-88EF-086E71B70573}"/>
                </a:ext>
              </a:extLst>
            </p:cNvPr>
            <p:cNvSpPr/>
            <p:nvPr/>
          </p:nvSpPr>
          <p:spPr>
            <a:xfrm>
              <a:off x="5549231" y="3115896"/>
              <a:ext cx="5640465" cy="3256392"/>
            </a:xfrm>
            <a:custGeom>
              <a:avLst/>
              <a:gdLst>
                <a:gd name="connsiteX0" fmla="*/ 4814107 w 5640465"/>
                <a:gd name="connsiteY0" fmla="*/ 477493 h 3256392"/>
                <a:gd name="connsiteX1" fmla="*/ 4814107 w 5640465"/>
                <a:gd name="connsiteY1" fmla="*/ 2779825 h 3256392"/>
                <a:gd name="connsiteX2" fmla="*/ 826359 w 5640465"/>
                <a:gd name="connsiteY2" fmla="*/ 2779825 h 3256392"/>
                <a:gd name="connsiteX3" fmla="*/ 826359 w 5640465"/>
                <a:gd name="connsiteY3" fmla="*/ 477493 h 3256392"/>
                <a:gd name="connsiteX4" fmla="*/ 4814107 w 5640465"/>
                <a:gd name="connsiteY4" fmla="*/ 477493 h 3256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0465" h="3256392">
                  <a:moveTo>
                    <a:pt x="4814107" y="477493"/>
                  </a:moveTo>
                  <a:cubicBezTo>
                    <a:pt x="5915919" y="1112917"/>
                    <a:pt x="5915919" y="2144401"/>
                    <a:pt x="4814107" y="2779825"/>
                  </a:cubicBezTo>
                  <a:cubicBezTo>
                    <a:pt x="3712294" y="3415249"/>
                    <a:pt x="1926938" y="3415249"/>
                    <a:pt x="826359" y="2779825"/>
                  </a:cubicBezTo>
                  <a:cubicBezTo>
                    <a:pt x="-275453" y="2144401"/>
                    <a:pt x="-275453" y="1112917"/>
                    <a:pt x="826359" y="477493"/>
                  </a:cubicBezTo>
                  <a:cubicBezTo>
                    <a:pt x="1928172" y="-159164"/>
                    <a:pt x="3713528" y="-159164"/>
                    <a:pt x="4814107" y="477493"/>
                  </a:cubicBezTo>
                  <a:close/>
                </a:path>
              </a:pathLst>
            </a:custGeom>
            <a:solidFill>
              <a:schemeClr val="tx2">
                <a:alpha val="8000"/>
              </a:schemeClr>
            </a:solidFill>
            <a:ln w="12320" cap="flat">
              <a:noFill/>
              <a:prstDash val="solid"/>
              <a:miter/>
            </a:ln>
          </p:spPr>
          <p:txBody>
            <a:bodyPr rtlCol="0" anchor="ctr"/>
            <a:lstStyle/>
            <a:p>
              <a:endParaRPr lang="en-US"/>
            </a:p>
          </p:txBody>
        </p:sp>
        <p:grpSp>
          <p:nvGrpSpPr>
            <p:cNvPr id="10" name="Graphic 6">
              <a:extLst>
                <a:ext uri="{FF2B5EF4-FFF2-40B4-BE49-F238E27FC236}">
                  <a16:creationId xmlns:a16="http://schemas.microsoft.com/office/drawing/2014/main" id="{31113BDC-2845-441C-B626-57D5D70A544F}"/>
                </a:ext>
              </a:extLst>
            </p:cNvPr>
            <p:cNvGrpSpPr/>
            <p:nvPr/>
          </p:nvGrpSpPr>
          <p:grpSpPr>
            <a:xfrm>
              <a:off x="6935751" y="3796971"/>
              <a:ext cx="3956283" cy="2170311"/>
              <a:chOff x="6935751" y="3796971"/>
              <a:chExt cx="3956283" cy="2170311"/>
            </a:xfrm>
            <a:solidFill>
              <a:srgbClr val="000000"/>
            </a:solidFill>
          </p:grpSpPr>
          <p:sp>
            <p:nvSpPr>
              <p:cNvPr id="11" name="Freeform: Shape 10">
                <a:extLst>
                  <a:ext uri="{FF2B5EF4-FFF2-40B4-BE49-F238E27FC236}">
                    <a16:creationId xmlns:a16="http://schemas.microsoft.com/office/drawing/2014/main" id="{809162F6-FFDD-4352-998D-CA359104876F}"/>
                  </a:ext>
                </a:extLst>
              </p:cNvPr>
              <p:cNvSpPr/>
              <p:nvPr/>
            </p:nvSpPr>
            <p:spPr>
              <a:xfrm>
                <a:off x="6935751" y="3796971"/>
                <a:ext cx="3759487" cy="2170311"/>
              </a:xfrm>
              <a:custGeom>
                <a:avLst/>
                <a:gdLst>
                  <a:gd name="connsiteX0" fmla="*/ 1504042 w 3759487"/>
                  <a:gd name="connsiteY0" fmla="*/ 2170312 h 2170311"/>
                  <a:gd name="connsiteX1" fmla="*/ 0 w 3759487"/>
                  <a:gd name="connsiteY1" fmla="*/ 1301694 h 2170311"/>
                  <a:gd name="connsiteX2" fmla="*/ 2255446 w 3759487"/>
                  <a:gd name="connsiteY2" fmla="*/ 0 h 2170311"/>
                  <a:gd name="connsiteX3" fmla="*/ 3759488 w 3759487"/>
                  <a:gd name="connsiteY3" fmla="*/ 867384 h 2170311"/>
                </a:gdLst>
                <a:ahLst/>
                <a:cxnLst>
                  <a:cxn ang="0">
                    <a:pos x="connsiteX0" y="connsiteY0"/>
                  </a:cxn>
                  <a:cxn ang="0">
                    <a:pos x="connsiteX1" y="connsiteY1"/>
                  </a:cxn>
                  <a:cxn ang="0">
                    <a:pos x="connsiteX2" y="connsiteY2"/>
                  </a:cxn>
                  <a:cxn ang="0">
                    <a:pos x="connsiteX3" y="connsiteY3"/>
                  </a:cxn>
                </a:cxnLst>
                <a:rect l="l" t="t" r="r" b="b"/>
                <a:pathLst>
                  <a:path w="3759487" h="2170311">
                    <a:moveTo>
                      <a:pt x="1504042" y="2170312"/>
                    </a:moveTo>
                    <a:lnTo>
                      <a:pt x="0" y="1301694"/>
                    </a:lnTo>
                    <a:lnTo>
                      <a:pt x="2255446" y="0"/>
                    </a:lnTo>
                    <a:lnTo>
                      <a:pt x="3759488" y="867384"/>
                    </a:lnTo>
                    <a:close/>
                  </a:path>
                </a:pathLst>
              </a:custGeom>
              <a:solidFill>
                <a:schemeClr val="tx2">
                  <a:alpha val="15000"/>
                </a:schemeClr>
              </a:solidFill>
              <a:ln w="1232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F84010D-605D-43AC-B9EC-83BFD1896552}"/>
                  </a:ext>
                </a:extLst>
              </p:cNvPr>
              <p:cNvSpPr/>
              <p:nvPr/>
            </p:nvSpPr>
            <p:spPr>
              <a:xfrm>
                <a:off x="9740869" y="4863311"/>
                <a:ext cx="1151165" cy="664418"/>
              </a:xfrm>
              <a:custGeom>
                <a:avLst/>
                <a:gdLst>
                  <a:gd name="connsiteX0" fmla="*/ 982748 w 1151165"/>
                  <a:gd name="connsiteY0" fmla="*/ 97164 h 664418"/>
                  <a:gd name="connsiteX1" fmla="*/ 982748 w 1151165"/>
                  <a:gd name="connsiteY1" fmla="*/ 567255 h 664418"/>
                  <a:gd name="connsiteX2" fmla="*/ 168418 w 1151165"/>
                  <a:gd name="connsiteY2" fmla="*/ 567255 h 664418"/>
                  <a:gd name="connsiteX3" fmla="*/ 168418 w 1151165"/>
                  <a:gd name="connsiteY3" fmla="*/ 97164 h 664418"/>
                  <a:gd name="connsiteX4" fmla="*/ 982748 w 1151165"/>
                  <a:gd name="connsiteY4" fmla="*/ 97164 h 664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165" h="664418">
                    <a:moveTo>
                      <a:pt x="982748" y="97164"/>
                    </a:moveTo>
                    <a:cubicBezTo>
                      <a:pt x="1207305" y="226717"/>
                      <a:pt x="1207305" y="437702"/>
                      <a:pt x="982748" y="567255"/>
                    </a:cubicBezTo>
                    <a:cubicBezTo>
                      <a:pt x="758190" y="696807"/>
                      <a:pt x="392976" y="696807"/>
                      <a:pt x="168418" y="567255"/>
                    </a:cubicBezTo>
                    <a:cubicBezTo>
                      <a:pt x="-56139" y="437702"/>
                      <a:pt x="-56139" y="226717"/>
                      <a:pt x="168418" y="97164"/>
                    </a:cubicBezTo>
                    <a:cubicBezTo>
                      <a:pt x="392976" y="-32388"/>
                      <a:pt x="758190" y="-32388"/>
                      <a:pt x="982748" y="97164"/>
                    </a:cubicBezTo>
                    <a:close/>
                  </a:path>
                </a:pathLst>
              </a:custGeom>
              <a:solidFill>
                <a:schemeClr val="tx2">
                  <a:alpha val="10000"/>
                </a:schemeClr>
              </a:solidFill>
              <a:ln w="12320" cap="flat">
                <a:noFill/>
                <a:prstDash val="solid"/>
                <a:miter/>
              </a:ln>
            </p:spPr>
            <p:txBody>
              <a:bodyPr rtlCol="0" anchor="ctr"/>
              <a:lstStyle/>
              <a:p>
                <a:endParaRPr lang="en-US"/>
              </a:p>
            </p:txBody>
          </p:sp>
        </p:grpSp>
        <p:sp>
          <p:nvSpPr>
            <p:cNvPr id="13" name="Freeform: Shape 12">
              <a:extLst>
                <a:ext uri="{FF2B5EF4-FFF2-40B4-BE49-F238E27FC236}">
                  <a16:creationId xmlns:a16="http://schemas.microsoft.com/office/drawing/2014/main" id="{4043AB34-2E5F-4EED-B9DD-A0681A82ECB8}"/>
                </a:ext>
              </a:extLst>
            </p:cNvPr>
            <p:cNvSpPr/>
            <p:nvPr/>
          </p:nvSpPr>
          <p:spPr>
            <a:xfrm>
              <a:off x="5762376" y="3062841"/>
              <a:ext cx="3565776" cy="2059266"/>
            </a:xfrm>
            <a:custGeom>
              <a:avLst/>
              <a:gdLst>
                <a:gd name="connsiteX0" fmla="*/ 476259 w 3565776"/>
                <a:gd name="connsiteY0" fmla="*/ 2059267 h 2059266"/>
                <a:gd name="connsiteX1" fmla="*/ 0 w 3565776"/>
                <a:gd name="connsiteY1" fmla="*/ 1784122 h 2059266"/>
                <a:gd name="connsiteX2" fmla="*/ 3090751 w 3565776"/>
                <a:gd name="connsiteY2" fmla="*/ 0 h 2059266"/>
                <a:gd name="connsiteX3" fmla="*/ 3565776 w 3565776"/>
                <a:gd name="connsiteY3" fmla="*/ 275145 h 2059266"/>
              </a:gdLst>
              <a:ahLst/>
              <a:cxnLst>
                <a:cxn ang="0">
                  <a:pos x="connsiteX0" y="connsiteY0"/>
                </a:cxn>
                <a:cxn ang="0">
                  <a:pos x="connsiteX1" y="connsiteY1"/>
                </a:cxn>
                <a:cxn ang="0">
                  <a:pos x="connsiteX2" y="connsiteY2"/>
                </a:cxn>
                <a:cxn ang="0">
                  <a:pos x="connsiteX3" y="connsiteY3"/>
                </a:cxn>
              </a:cxnLst>
              <a:rect l="l" t="t" r="r" b="b"/>
              <a:pathLst>
                <a:path w="3565776" h="2059266">
                  <a:moveTo>
                    <a:pt x="476259" y="2059267"/>
                  </a:moveTo>
                  <a:lnTo>
                    <a:pt x="0" y="1784122"/>
                  </a:lnTo>
                  <a:lnTo>
                    <a:pt x="3090751" y="0"/>
                  </a:lnTo>
                  <a:lnTo>
                    <a:pt x="3565776" y="275145"/>
                  </a:lnTo>
                  <a:close/>
                </a:path>
              </a:pathLst>
            </a:custGeom>
            <a:solidFill>
              <a:srgbClr val="000000">
                <a:alpha val="10000"/>
              </a:srgbClr>
            </a:solidFill>
            <a:ln w="12320" cap="flat">
              <a:noFill/>
              <a:prstDash val="solid"/>
              <a:miter/>
            </a:ln>
          </p:spPr>
          <p:txBody>
            <a:bodyPr rtlCol="0" anchor="ctr"/>
            <a:lstStyle/>
            <a:p>
              <a:endParaRPr lang="en-US"/>
            </a:p>
          </p:txBody>
        </p:sp>
        <p:grpSp>
          <p:nvGrpSpPr>
            <p:cNvPr id="14" name="Graphic 6">
              <a:extLst>
                <a:ext uri="{FF2B5EF4-FFF2-40B4-BE49-F238E27FC236}">
                  <a16:creationId xmlns:a16="http://schemas.microsoft.com/office/drawing/2014/main" id="{31113BDC-2845-441C-B626-57D5D70A544F}"/>
                </a:ext>
              </a:extLst>
            </p:cNvPr>
            <p:cNvGrpSpPr/>
            <p:nvPr/>
          </p:nvGrpSpPr>
          <p:grpSpPr>
            <a:xfrm>
              <a:off x="5515841" y="4040401"/>
              <a:ext cx="561162" cy="874075"/>
              <a:chOff x="5515841" y="4040401"/>
              <a:chExt cx="561162" cy="874075"/>
            </a:xfrm>
          </p:grpSpPr>
          <p:grpSp>
            <p:nvGrpSpPr>
              <p:cNvPr id="15" name="Graphic 6">
                <a:extLst>
                  <a:ext uri="{FF2B5EF4-FFF2-40B4-BE49-F238E27FC236}">
                    <a16:creationId xmlns:a16="http://schemas.microsoft.com/office/drawing/2014/main" id="{31113BDC-2845-441C-B626-57D5D70A544F}"/>
                  </a:ext>
                </a:extLst>
              </p:cNvPr>
              <p:cNvGrpSpPr/>
              <p:nvPr/>
            </p:nvGrpSpPr>
            <p:grpSpPr>
              <a:xfrm>
                <a:off x="5564551" y="4040401"/>
                <a:ext cx="512452" cy="584472"/>
                <a:chOff x="5564551" y="4040401"/>
                <a:chExt cx="512452" cy="584472"/>
              </a:xfrm>
            </p:grpSpPr>
            <p:sp>
              <p:nvSpPr>
                <p:cNvPr id="16" name="Freeform: Shape 15">
                  <a:extLst>
                    <a:ext uri="{FF2B5EF4-FFF2-40B4-BE49-F238E27FC236}">
                      <a16:creationId xmlns:a16="http://schemas.microsoft.com/office/drawing/2014/main" id="{11BEDB31-B4AE-4A3F-A635-1FB596393D54}"/>
                    </a:ext>
                  </a:extLst>
                </p:cNvPr>
                <p:cNvSpPr/>
                <p:nvPr/>
              </p:nvSpPr>
              <p:spPr>
                <a:xfrm>
                  <a:off x="5564551" y="4040401"/>
                  <a:ext cx="512452" cy="584472"/>
                </a:xfrm>
                <a:custGeom>
                  <a:avLst/>
                  <a:gdLst>
                    <a:gd name="connsiteX0" fmla="*/ 512452 w 512452"/>
                    <a:gd name="connsiteY0" fmla="*/ 562263 h 584472"/>
                    <a:gd name="connsiteX1" fmla="*/ 433487 w 512452"/>
                    <a:gd name="connsiteY1" fmla="*/ 251337 h 584472"/>
                    <a:gd name="connsiteX2" fmla="*/ 142302 w 512452"/>
                    <a:gd name="connsiteY2" fmla="*/ 2103 h 584472"/>
                    <a:gd name="connsiteX3" fmla="*/ 48531 w 512452"/>
                    <a:gd name="connsiteY3" fmla="*/ 155098 h 584472"/>
                    <a:gd name="connsiteX4" fmla="*/ 432253 w 512452"/>
                    <a:gd name="connsiteY4" fmla="*/ 584472 h 584472"/>
                    <a:gd name="connsiteX5" fmla="*/ 512452 w 512452"/>
                    <a:gd name="connsiteY5" fmla="*/ 562263 h 584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2452" h="584472">
                      <a:moveTo>
                        <a:pt x="512452" y="562263"/>
                      </a:moveTo>
                      <a:cubicBezTo>
                        <a:pt x="512452" y="562263"/>
                        <a:pt x="507517" y="390760"/>
                        <a:pt x="433487" y="251337"/>
                      </a:cubicBezTo>
                      <a:cubicBezTo>
                        <a:pt x="359457" y="111914"/>
                        <a:pt x="250880" y="20610"/>
                        <a:pt x="142302" y="2103"/>
                      </a:cubicBezTo>
                      <a:cubicBezTo>
                        <a:pt x="34959" y="-15171"/>
                        <a:pt x="-61280" y="77367"/>
                        <a:pt x="48531" y="155098"/>
                      </a:cubicBezTo>
                      <a:cubicBezTo>
                        <a:pt x="158342" y="232830"/>
                        <a:pt x="359457" y="320432"/>
                        <a:pt x="432253" y="584472"/>
                      </a:cubicBezTo>
                      <a:lnTo>
                        <a:pt x="512452" y="562263"/>
                      </a:lnTo>
                      <a:close/>
                    </a:path>
                  </a:pathLst>
                </a:custGeom>
                <a:solidFill>
                  <a:schemeClr val="accent1"/>
                </a:solidFill>
                <a:ln w="1232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B288DA2-BFD5-43A5-97C5-B65662545D33}"/>
                    </a:ext>
                  </a:extLst>
                </p:cNvPr>
                <p:cNvSpPr/>
                <p:nvPr/>
              </p:nvSpPr>
              <p:spPr>
                <a:xfrm>
                  <a:off x="5649769" y="4090295"/>
                  <a:ext cx="404112" cy="465811"/>
                </a:xfrm>
                <a:custGeom>
                  <a:avLst/>
                  <a:gdLst>
                    <a:gd name="connsiteX0" fmla="*/ 398856 w 404112"/>
                    <a:gd name="connsiteY0" fmla="*/ 465483 h 465811"/>
                    <a:gd name="connsiteX1" fmla="*/ 398856 w 404112"/>
                    <a:gd name="connsiteY1" fmla="*/ 465483 h 465811"/>
                    <a:gd name="connsiteX2" fmla="*/ 403791 w 404112"/>
                    <a:gd name="connsiteY2" fmla="*/ 458080 h 465811"/>
                    <a:gd name="connsiteX3" fmla="*/ 7731 w 404112"/>
                    <a:gd name="connsiteY3" fmla="*/ 328 h 465811"/>
                    <a:gd name="connsiteX4" fmla="*/ 328 w 404112"/>
                    <a:gd name="connsiteY4" fmla="*/ 4030 h 465811"/>
                    <a:gd name="connsiteX5" fmla="*/ 4030 w 404112"/>
                    <a:gd name="connsiteY5" fmla="*/ 11433 h 465811"/>
                    <a:gd name="connsiteX6" fmla="*/ 392687 w 404112"/>
                    <a:gd name="connsiteY6" fmla="*/ 461781 h 465811"/>
                    <a:gd name="connsiteX7" fmla="*/ 398856 w 404112"/>
                    <a:gd name="connsiteY7" fmla="*/ 465483 h 465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4112" h="465811">
                      <a:moveTo>
                        <a:pt x="398856" y="465483"/>
                      </a:moveTo>
                      <a:cubicBezTo>
                        <a:pt x="400090" y="465483"/>
                        <a:pt x="400090" y="465483"/>
                        <a:pt x="398856" y="465483"/>
                      </a:cubicBezTo>
                      <a:cubicBezTo>
                        <a:pt x="402558" y="464249"/>
                        <a:pt x="405025" y="460548"/>
                        <a:pt x="403791" y="458080"/>
                      </a:cubicBezTo>
                      <a:cubicBezTo>
                        <a:pt x="312488" y="166896"/>
                        <a:pt x="105204" y="31174"/>
                        <a:pt x="7731" y="328"/>
                      </a:cubicBezTo>
                      <a:cubicBezTo>
                        <a:pt x="5264" y="-906"/>
                        <a:pt x="1562" y="1562"/>
                        <a:pt x="328" y="4030"/>
                      </a:cubicBezTo>
                      <a:cubicBezTo>
                        <a:pt x="-906" y="6497"/>
                        <a:pt x="1562" y="10199"/>
                        <a:pt x="4030" y="11433"/>
                      </a:cubicBezTo>
                      <a:cubicBezTo>
                        <a:pt x="99035" y="42279"/>
                        <a:pt x="302617" y="175533"/>
                        <a:pt x="392687" y="461781"/>
                      </a:cubicBezTo>
                      <a:cubicBezTo>
                        <a:pt x="393921" y="464249"/>
                        <a:pt x="396388" y="466717"/>
                        <a:pt x="398856" y="465483"/>
                      </a:cubicBezTo>
                      <a:close/>
                    </a:path>
                  </a:pathLst>
                </a:custGeom>
                <a:solidFill>
                  <a:srgbClr val="FFFFFF"/>
                </a:solidFill>
                <a:ln w="12320" cap="flat">
                  <a:noFill/>
                  <a:prstDash val="solid"/>
                  <a:miter/>
                </a:ln>
              </p:spPr>
              <p:txBody>
                <a:bodyPr rtlCol="0" anchor="ctr"/>
                <a:lstStyle/>
                <a:p>
                  <a:endParaRPr lang="en-US"/>
                </a:p>
              </p:txBody>
            </p:sp>
          </p:grpSp>
          <p:grpSp>
            <p:nvGrpSpPr>
              <p:cNvPr id="18" name="Graphic 6">
                <a:extLst>
                  <a:ext uri="{FF2B5EF4-FFF2-40B4-BE49-F238E27FC236}">
                    <a16:creationId xmlns:a16="http://schemas.microsoft.com/office/drawing/2014/main" id="{31113BDC-2845-441C-B626-57D5D70A544F}"/>
                  </a:ext>
                </a:extLst>
              </p:cNvPr>
              <p:cNvGrpSpPr/>
              <p:nvPr/>
            </p:nvGrpSpPr>
            <p:grpSpPr>
              <a:xfrm>
                <a:off x="5515841" y="4363216"/>
                <a:ext cx="537556" cy="551260"/>
                <a:chOff x="5515841" y="4363216"/>
                <a:chExt cx="537556" cy="551260"/>
              </a:xfrm>
            </p:grpSpPr>
            <p:sp>
              <p:nvSpPr>
                <p:cNvPr id="19" name="Freeform: Shape 18">
                  <a:extLst>
                    <a:ext uri="{FF2B5EF4-FFF2-40B4-BE49-F238E27FC236}">
                      <a16:creationId xmlns:a16="http://schemas.microsoft.com/office/drawing/2014/main" id="{28765E31-673F-497A-9049-B830CA375606}"/>
                    </a:ext>
                  </a:extLst>
                </p:cNvPr>
                <p:cNvSpPr/>
                <p:nvPr/>
              </p:nvSpPr>
              <p:spPr>
                <a:xfrm>
                  <a:off x="5515841" y="4363216"/>
                  <a:ext cx="537556" cy="551260"/>
                </a:xfrm>
                <a:custGeom>
                  <a:avLst/>
                  <a:gdLst>
                    <a:gd name="connsiteX0" fmla="*/ 2236 w 537556"/>
                    <a:gd name="connsiteY0" fmla="*/ 96323 h 551260"/>
                    <a:gd name="connsiteX1" fmla="*/ 51590 w 537556"/>
                    <a:gd name="connsiteY1" fmla="*/ 141975 h 551260"/>
                    <a:gd name="connsiteX2" fmla="*/ 103411 w 537556"/>
                    <a:gd name="connsiteY2" fmla="*/ 185159 h 551260"/>
                    <a:gd name="connsiteX3" fmla="*/ 100943 w 537556"/>
                    <a:gd name="connsiteY3" fmla="*/ 320880 h 551260"/>
                    <a:gd name="connsiteX4" fmla="*/ 146595 w 537556"/>
                    <a:gd name="connsiteY4" fmla="*/ 354194 h 551260"/>
                    <a:gd name="connsiteX5" fmla="*/ 193480 w 537556"/>
                    <a:gd name="connsiteY5" fmla="*/ 362831 h 551260"/>
                    <a:gd name="connsiteX6" fmla="*/ 216923 w 537556"/>
                    <a:gd name="connsiteY6" fmla="*/ 362831 h 551260"/>
                    <a:gd name="connsiteX7" fmla="*/ 282316 w 537556"/>
                    <a:gd name="connsiteY7" fmla="*/ 376403 h 551260"/>
                    <a:gd name="connsiteX8" fmla="*/ 334137 w 537556"/>
                    <a:gd name="connsiteY8" fmla="*/ 470174 h 551260"/>
                    <a:gd name="connsiteX9" fmla="*/ 434078 w 537556"/>
                    <a:gd name="connsiteY9" fmla="*/ 546672 h 551260"/>
                    <a:gd name="connsiteX10" fmla="*/ 535252 w 537556"/>
                    <a:gd name="connsiteY10" fmla="*/ 536801 h 551260"/>
                    <a:gd name="connsiteX11" fmla="*/ 526615 w 537556"/>
                    <a:gd name="connsiteY11" fmla="*/ 472642 h 551260"/>
                    <a:gd name="connsiteX12" fmla="*/ 522914 w 537556"/>
                    <a:gd name="connsiteY12" fmla="*/ 365298 h 551260"/>
                    <a:gd name="connsiteX13" fmla="*/ 520446 w 537556"/>
                    <a:gd name="connsiteY13" fmla="*/ 315945 h 551260"/>
                    <a:gd name="connsiteX14" fmla="*/ 525381 w 537556"/>
                    <a:gd name="connsiteY14" fmla="*/ 260423 h 551260"/>
                    <a:gd name="connsiteX15" fmla="*/ 527849 w 537556"/>
                    <a:gd name="connsiteY15" fmla="*/ 204900 h 551260"/>
                    <a:gd name="connsiteX16" fmla="*/ 501939 w 537556"/>
                    <a:gd name="connsiteY16" fmla="*/ 149378 h 551260"/>
                    <a:gd name="connsiteX17" fmla="*/ 469859 w 537556"/>
                    <a:gd name="connsiteY17" fmla="*/ 98791 h 551260"/>
                    <a:gd name="connsiteX18" fmla="*/ 426675 w 537556"/>
                    <a:gd name="connsiteY18" fmla="*/ 43268 h 551260"/>
                    <a:gd name="connsiteX19" fmla="*/ 314396 w 537556"/>
                    <a:gd name="connsiteY19" fmla="*/ 3785 h 551260"/>
                    <a:gd name="connsiteX20" fmla="*/ 211988 w 537556"/>
                    <a:gd name="connsiteY20" fmla="*/ 17357 h 551260"/>
                    <a:gd name="connsiteX21" fmla="*/ 112047 w 537556"/>
                    <a:gd name="connsiteY21" fmla="*/ 84 h 551260"/>
                    <a:gd name="connsiteX22" fmla="*/ 14575 w 537556"/>
                    <a:gd name="connsiteY22" fmla="*/ 39567 h 551260"/>
                    <a:gd name="connsiteX23" fmla="*/ 2236 w 537556"/>
                    <a:gd name="connsiteY23" fmla="*/ 96323 h 551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37556" h="551260">
                      <a:moveTo>
                        <a:pt x="2236" y="96323"/>
                      </a:moveTo>
                      <a:cubicBezTo>
                        <a:pt x="9639" y="118532"/>
                        <a:pt x="31848" y="130870"/>
                        <a:pt x="51590" y="141975"/>
                      </a:cubicBezTo>
                      <a:cubicBezTo>
                        <a:pt x="71331" y="151845"/>
                        <a:pt x="93540" y="164184"/>
                        <a:pt x="103411" y="185159"/>
                      </a:cubicBezTo>
                      <a:cubicBezTo>
                        <a:pt x="123152" y="227109"/>
                        <a:pt x="79968" y="280164"/>
                        <a:pt x="100943" y="320880"/>
                      </a:cubicBezTo>
                      <a:cubicBezTo>
                        <a:pt x="109580" y="338154"/>
                        <a:pt x="128087" y="348025"/>
                        <a:pt x="146595" y="354194"/>
                      </a:cubicBezTo>
                      <a:cubicBezTo>
                        <a:pt x="162635" y="359129"/>
                        <a:pt x="178674" y="360363"/>
                        <a:pt x="193480" y="362831"/>
                      </a:cubicBezTo>
                      <a:cubicBezTo>
                        <a:pt x="200883" y="362831"/>
                        <a:pt x="208286" y="364065"/>
                        <a:pt x="216923" y="362831"/>
                      </a:cubicBezTo>
                      <a:cubicBezTo>
                        <a:pt x="239132" y="361597"/>
                        <a:pt x="262575" y="362831"/>
                        <a:pt x="282316" y="376403"/>
                      </a:cubicBezTo>
                      <a:cubicBezTo>
                        <a:pt x="311928" y="397378"/>
                        <a:pt x="318097" y="438095"/>
                        <a:pt x="334137" y="470174"/>
                      </a:cubicBezTo>
                      <a:cubicBezTo>
                        <a:pt x="353879" y="509657"/>
                        <a:pt x="392127" y="536801"/>
                        <a:pt x="434078" y="546672"/>
                      </a:cubicBezTo>
                      <a:cubicBezTo>
                        <a:pt x="469859" y="555309"/>
                        <a:pt x="524148" y="551607"/>
                        <a:pt x="535252" y="536801"/>
                      </a:cubicBezTo>
                      <a:cubicBezTo>
                        <a:pt x="543889" y="525697"/>
                        <a:pt x="525381" y="487448"/>
                        <a:pt x="526615" y="472642"/>
                      </a:cubicBezTo>
                      <a:cubicBezTo>
                        <a:pt x="529083" y="436861"/>
                        <a:pt x="527849" y="401080"/>
                        <a:pt x="522914" y="365298"/>
                      </a:cubicBezTo>
                      <a:cubicBezTo>
                        <a:pt x="520446" y="348025"/>
                        <a:pt x="519212" y="333219"/>
                        <a:pt x="520446" y="315945"/>
                      </a:cubicBezTo>
                      <a:cubicBezTo>
                        <a:pt x="522914" y="297438"/>
                        <a:pt x="524148" y="278930"/>
                        <a:pt x="525381" y="260423"/>
                      </a:cubicBezTo>
                      <a:cubicBezTo>
                        <a:pt x="526615" y="240681"/>
                        <a:pt x="532784" y="225875"/>
                        <a:pt x="527849" y="204900"/>
                      </a:cubicBezTo>
                      <a:cubicBezTo>
                        <a:pt x="522914" y="185159"/>
                        <a:pt x="511809" y="166651"/>
                        <a:pt x="501939" y="149378"/>
                      </a:cubicBezTo>
                      <a:cubicBezTo>
                        <a:pt x="492068" y="132104"/>
                        <a:pt x="480963" y="114830"/>
                        <a:pt x="469859" y="98791"/>
                      </a:cubicBezTo>
                      <a:cubicBezTo>
                        <a:pt x="457521" y="79049"/>
                        <a:pt x="443948" y="59308"/>
                        <a:pt x="426675" y="43268"/>
                      </a:cubicBezTo>
                      <a:cubicBezTo>
                        <a:pt x="397063" y="14890"/>
                        <a:pt x="355112" y="84"/>
                        <a:pt x="314396" y="3785"/>
                      </a:cubicBezTo>
                      <a:cubicBezTo>
                        <a:pt x="281082" y="6253"/>
                        <a:pt x="246535" y="22293"/>
                        <a:pt x="211988" y="17357"/>
                      </a:cubicBezTo>
                      <a:cubicBezTo>
                        <a:pt x="178674" y="12422"/>
                        <a:pt x="146595" y="84"/>
                        <a:pt x="112047" y="84"/>
                      </a:cubicBezTo>
                      <a:cubicBezTo>
                        <a:pt x="76266" y="-1150"/>
                        <a:pt x="38017" y="11188"/>
                        <a:pt x="14575" y="39567"/>
                      </a:cubicBezTo>
                      <a:cubicBezTo>
                        <a:pt x="3470" y="54372"/>
                        <a:pt x="-3933" y="76582"/>
                        <a:pt x="2236" y="96323"/>
                      </a:cubicBezTo>
                      <a:close/>
                    </a:path>
                  </a:pathLst>
                </a:custGeom>
                <a:solidFill>
                  <a:schemeClr val="accent1">
                    <a:lumMod val="75000"/>
                  </a:schemeClr>
                </a:solidFill>
                <a:ln w="1232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5BC01003-F85A-475A-8F9B-C7FE43C12DAD}"/>
                    </a:ext>
                  </a:extLst>
                </p:cNvPr>
                <p:cNvSpPr/>
                <p:nvPr/>
              </p:nvSpPr>
              <p:spPr>
                <a:xfrm>
                  <a:off x="5576067" y="4404017"/>
                  <a:ext cx="460219" cy="403463"/>
                </a:xfrm>
                <a:custGeom>
                  <a:avLst/>
                  <a:gdLst>
                    <a:gd name="connsiteX0" fmla="*/ 455284 w 460219"/>
                    <a:gd name="connsiteY0" fmla="*/ 403463 h 403463"/>
                    <a:gd name="connsiteX1" fmla="*/ 455284 w 460219"/>
                    <a:gd name="connsiteY1" fmla="*/ 403463 h 403463"/>
                    <a:gd name="connsiteX2" fmla="*/ 460220 w 460219"/>
                    <a:gd name="connsiteY2" fmla="*/ 397294 h 403463"/>
                    <a:gd name="connsiteX3" fmla="*/ 4935 w 460219"/>
                    <a:gd name="connsiteY3" fmla="*/ 0 h 403463"/>
                    <a:gd name="connsiteX4" fmla="*/ 0 w 460219"/>
                    <a:gd name="connsiteY4" fmla="*/ 4936 h 403463"/>
                    <a:gd name="connsiteX5" fmla="*/ 4935 w 460219"/>
                    <a:gd name="connsiteY5" fmla="*/ 9871 h 403463"/>
                    <a:gd name="connsiteX6" fmla="*/ 450349 w 460219"/>
                    <a:gd name="connsiteY6" fmla="*/ 398528 h 403463"/>
                    <a:gd name="connsiteX7" fmla="*/ 455284 w 460219"/>
                    <a:gd name="connsiteY7" fmla="*/ 403463 h 40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0219" h="403463">
                      <a:moveTo>
                        <a:pt x="455284" y="403463"/>
                      </a:moveTo>
                      <a:cubicBezTo>
                        <a:pt x="455284" y="403463"/>
                        <a:pt x="455284" y="403463"/>
                        <a:pt x="455284" y="403463"/>
                      </a:cubicBezTo>
                      <a:cubicBezTo>
                        <a:pt x="458986" y="403463"/>
                        <a:pt x="460220" y="399762"/>
                        <a:pt x="460220" y="397294"/>
                      </a:cubicBezTo>
                      <a:cubicBezTo>
                        <a:pt x="405931" y="77732"/>
                        <a:pt x="81433" y="1234"/>
                        <a:pt x="4935" y="0"/>
                      </a:cubicBezTo>
                      <a:cubicBezTo>
                        <a:pt x="2468" y="0"/>
                        <a:pt x="0" y="2468"/>
                        <a:pt x="0" y="4936"/>
                      </a:cubicBezTo>
                      <a:cubicBezTo>
                        <a:pt x="0" y="7403"/>
                        <a:pt x="2468" y="9871"/>
                        <a:pt x="4935" y="9871"/>
                      </a:cubicBezTo>
                      <a:cubicBezTo>
                        <a:pt x="80199" y="11105"/>
                        <a:pt x="398528" y="86368"/>
                        <a:pt x="450349" y="398528"/>
                      </a:cubicBezTo>
                      <a:cubicBezTo>
                        <a:pt x="449115" y="402230"/>
                        <a:pt x="451583" y="403463"/>
                        <a:pt x="455284" y="403463"/>
                      </a:cubicBezTo>
                      <a:close/>
                    </a:path>
                  </a:pathLst>
                </a:custGeom>
                <a:solidFill>
                  <a:srgbClr val="FFFFFF"/>
                </a:solidFill>
                <a:ln w="1232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3159310-7336-4D85-B9FF-BDFCB3674363}"/>
                    </a:ext>
                  </a:extLst>
                </p:cNvPr>
                <p:cNvSpPr/>
                <p:nvPr/>
              </p:nvSpPr>
              <p:spPr>
                <a:xfrm>
                  <a:off x="5675197" y="4553104"/>
                  <a:ext cx="244203" cy="61898"/>
                </a:xfrm>
                <a:custGeom>
                  <a:avLst/>
                  <a:gdLst>
                    <a:gd name="connsiteX0" fmla="*/ 5746 w 244203"/>
                    <a:gd name="connsiteY0" fmla="*/ 61898 h 61898"/>
                    <a:gd name="connsiteX1" fmla="*/ 8213 w 244203"/>
                    <a:gd name="connsiteY1" fmla="*/ 60664 h 61898"/>
                    <a:gd name="connsiteX2" fmla="*/ 237706 w 244203"/>
                    <a:gd name="connsiteY2" fmla="*/ 18714 h 61898"/>
                    <a:gd name="connsiteX3" fmla="*/ 243875 w 244203"/>
                    <a:gd name="connsiteY3" fmla="*/ 15013 h 61898"/>
                    <a:gd name="connsiteX4" fmla="*/ 240174 w 244203"/>
                    <a:gd name="connsiteY4" fmla="*/ 8844 h 61898"/>
                    <a:gd name="connsiteX5" fmla="*/ 2044 w 244203"/>
                    <a:gd name="connsiteY5" fmla="*/ 53262 h 61898"/>
                    <a:gd name="connsiteX6" fmla="*/ 810 w 244203"/>
                    <a:gd name="connsiteY6" fmla="*/ 60664 h 61898"/>
                    <a:gd name="connsiteX7" fmla="*/ 5746 w 244203"/>
                    <a:gd name="connsiteY7" fmla="*/ 61898 h 61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203" h="61898">
                      <a:moveTo>
                        <a:pt x="5746" y="61898"/>
                      </a:moveTo>
                      <a:cubicBezTo>
                        <a:pt x="6980" y="61898"/>
                        <a:pt x="8213" y="61898"/>
                        <a:pt x="8213" y="60664"/>
                      </a:cubicBezTo>
                      <a:cubicBezTo>
                        <a:pt x="9447" y="59431"/>
                        <a:pt x="100751" y="-14599"/>
                        <a:pt x="237706" y="18714"/>
                      </a:cubicBezTo>
                      <a:cubicBezTo>
                        <a:pt x="240174" y="19948"/>
                        <a:pt x="243875" y="17480"/>
                        <a:pt x="243875" y="15013"/>
                      </a:cubicBezTo>
                      <a:cubicBezTo>
                        <a:pt x="245109" y="12545"/>
                        <a:pt x="242642" y="8844"/>
                        <a:pt x="240174" y="8844"/>
                      </a:cubicBezTo>
                      <a:cubicBezTo>
                        <a:pt x="98283" y="-25704"/>
                        <a:pt x="2044" y="52028"/>
                        <a:pt x="2044" y="53262"/>
                      </a:cubicBezTo>
                      <a:cubicBezTo>
                        <a:pt x="-423" y="54495"/>
                        <a:pt x="-423" y="58197"/>
                        <a:pt x="810" y="60664"/>
                      </a:cubicBezTo>
                      <a:cubicBezTo>
                        <a:pt x="2044" y="60664"/>
                        <a:pt x="3278" y="61898"/>
                        <a:pt x="5746" y="61898"/>
                      </a:cubicBezTo>
                      <a:close/>
                    </a:path>
                  </a:pathLst>
                </a:custGeom>
                <a:solidFill>
                  <a:srgbClr val="FFFFFF"/>
                </a:solidFill>
                <a:ln w="12320" cap="flat">
                  <a:noFill/>
                  <a:prstDash val="solid"/>
                  <a:miter/>
                </a:ln>
              </p:spPr>
              <p:txBody>
                <a:bodyPr rtlCol="0" anchor="ctr"/>
                <a:lstStyle/>
                <a:p>
                  <a:endParaRPr lang="en-US"/>
                </a:p>
              </p:txBody>
            </p:sp>
          </p:grpSp>
        </p:grpSp>
        <p:grpSp>
          <p:nvGrpSpPr>
            <p:cNvPr id="22" name="Graphic 6">
              <a:extLst>
                <a:ext uri="{FF2B5EF4-FFF2-40B4-BE49-F238E27FC236}">
                  <a16:creationId xmlns:a16="http://schemas.microsoft.com/office/drawing/2014/main" id="{31113BDC-2845-441C-B626-57D5D70A544F}"/>
                </a:ext>
              </a:extLst>
            </p:cNvPr>
            <p:cNvGrpSpPr/>
            <p:nvPr/>
          </p:nvGrpSpPr>
          <p:grpSpPr>
            <a:xfrm>
              <a:off x="6000506" y="1007276"/>
              <a:ext cx="3198093" cy="4008721"/>
              <a:chOff x="6000506" y="1007276"/>
              <a:chExt cx="3198093" cy="4008721"/>
            </a:xfrm>
          </p:grpSpPr>
          <p:grpSp>
            <p:nvGrpSpPr>
              <p:cNvPr id="23" name="Graphic 6">
                <a:extLst>
                  <a:ext uri="{FF2B5EF4-FFF2-40B4-BE49-F238E27FC236}">
                    <a16:creationId xmlns:a16="http://schemas.microsoft.com/office/drawing/2014/main" id="{31113BDC-2845-441C-B626-57D5D70A544F}"/>
                  </a:ext>
                </a:extLst>
              </p:cNvPr>
              <p:cNvGrpSpPr/>
              <p:nvPr/>
            </p:nvGrpSpPr>
            <p:grpSpPr>
              <a:xfrm>
                <a:off x="6000506" y="1007276"/>
                <a:ext cx="3198093" cy="4008721"/>
                <a:chOff x="6000506" y="1007276"/>
                <a:chExt cx="3198093" cy="4008721"/>
              </a:xfrm>
            </p:grpSpPr>
            <p:grpSp>
              <p:nvGrpSpPr>
                <p:cNvPr id="24" name="Graphic 6">
                  <a:extLst>
                    <a:ext uri="{FF2B5EF4-FFF2-40B4-BE49-F238E27FC236}">
                      <a16:creationId xmlns:a16="http://schemas.microsoft.com/office/drawing/2014/main" id="{31113BDC-2845-441C-B626-57D5D70A544F}"/>
                    </a:ext>
                  </a:extLst>
                </p:cNvPr>
                <p:cNvGrpSpPr/>
                <p:nvPr/>
              </p:nvGrpSpPr>
              <p:grpSpPr>
                <a:xfrm>
                  <a:off x="7302199" y="1937585"/>
                  <a:ext cx="37014" cy="49353"/>
                  <a:chOff x="7302199" y="1937585"/>
                  <a:chExt cx="37014" cy="49353"/>
                </a:xfrm>
              </p:grpSpPr>
              <p:sp>
                <p:nvSpPr>
                  <p:cNvPr id="25" name="Freeform: Shape 24">
                    <a:extLst>
                      <a:ext uri="{FF2B5EF4-FFF2-40B4-BE49-F238E27FC236}">
                        <a16:creationId xmlns:a16="http://schemas.microsoft.com/office/drawing/2014/main" id="{35A01041-6EB9-47BB-B5E3-6DB7A0249050}"/>
                      </a:ext>
                    </a:extLst>
                  </p:cNvPr>
                  <p:cNvSpPr/>
                  <p:nvPr/>
                </p:nvSpPr>
                <p:spPr>
                  <a:xfrm>
                    <a:off x="7302199" y="1937585"/>
                    <a:ext cx="37014" cy="49353"/>
                  </a:xfrm>
                  <a:custGeom>
                    <a:avLst/>
                    <a:gdLst>
                      <a:gd name="connsiteX0" fmla="*/ 0 w 37014"/>
                      <a:gd name="connsiteY0" fmla="*/ 0 h 49353"/>
                      <a:gd name="connsiteX1" fmla="*/ 37015 w 37014"/>
                      <a:gd name="connsiteY1" fmla="*/ 0 h 49353"/>
                      <a:gd name="connsiteX2" fmla="*/ 37015 w 37014"/>
                      <a:gd name="connsiteY2" fmla="*/ 49353 h 49353"/>
                      <a:gd name="connsiteX3" fmla="*/ 0 w 37014"/>
                      <a:gd name="connsiteY3" fmla="*/ 49353 h 49353"/>
                    </a:gdLst>
                    <a:ahLst/>
                    <a:cxnLst>
                      <a:cxn ang="0">
                        <a:pos x="connsiteX0" y="connsiteY0"/>
                      </a:cxn>
                      <a:cxn ang="0">
                        <a:pos x="connsiteX1" y="connsiteY1"/>
                      </a:cxn>
                      <a:cxn ang="0">
                        <a:pos x="connsiteX2" y="connsiteY2"/>
                      </a:cxn>
                      <a:cxn ang="0">
                        <a:pos x="connsiteX3" y="connsiteY3"/>
                      </a:cxn>
                    </a:cxnLst>
                    <a:rect l="l" t="t" r="r" b="b"/>
                    <a:pathLst>
                      <a:path w="37014" h="49353">
                        <a:moveTo>
                          <a:pt x="0" y="0"/>
                        </a:moveTo>
                        <a:lnTo>
                          <a:pt x="37015" y="0"/>
                        </a:lnTo>
                        <a:lnTo>
                          <a:pt x="37015" y="49353"/>
                        </a:lnTo>
                        <a:lnTo>
                          <a:pt x="0" y="49353"/>
                        </a:lnTo>
                        <a:close/>
                      </a:path>
                    </a:pathLst>
                  </a:custGeom>
                  <a:solidFill>
                    <a:srgbClr val="27DEBF"/>
                  </a:solidFill>
                  <a:ln w="1232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DA0F29B-DD7A-49C2-B174-3032898C6FC6}"/>
                      </a:ext>
                    </a:extLst>
                  </p:cNvPr>
                  <p:cNvSpPr/>
                  <p:nvPr/>
                </p:nvSpPr>
                <p:spPr>
                  <a:xfrm>
                    <a:off x="7302199" y="1937585"/>
                    <a:ext cx="37014" cy="49353"/>
                  </a:xfrm>
                  <a:custGeom>
                    <a:avLst/>
                    <a:gdLst>
                      <a:gd name="connsiteX0" fmla="*/ 0 w 37014"/>
                      <a:gd name="connsiteY0" fmla="*/ 0 h 49353"/>
                      <a:gd name="connsiteX1" fmla="*/ 37015 w 37014"/>
                      <a:gd name="connsiteY1" fmla="*/ 0 h 49353"/>
                      <a:gd name="connsiteX2" fmla="*/ 37015 w 37014"/>
                      <a:gd name="connsiteY2" fmla="*/ 49353 h 49353"/>
                      <a:gd name="connsiteX3" fmla="*/ 0 w 37014"/>
                      <a:gd name="connsiteY3" fmla="*/ 49353 h 49353"/>
                    </a:gdLst>
                    <a:ahLst/>
                    <a:cxnLst>
                      <a:cxn ang="0">
                        <a:pos x="connsiteX0" y="connsiteY0"/>
                      </a:cxn>
                      <a:cxn ang="0">
                        <a:pos x="connsiteX1" y="connsiteY1"/>
                      </a:cxn>
                      <a:cxn ang="0">
                        <a:pos x="connsiteX2" y="connsiteY2"/>
                      </a:cxn>
                      <a:cxn ang="0">
                        <a:pos x="connsiteX3" y="connsiteY3"/>
                      </a:cxn>
                    </a:cxnLst>
                    <a:rect l="l" t="t" r="r" b="b"/>
                    <a:pathLst>
                      <a:path w="37014" h="49353">
                        <a:moveTo>
                          <a:pt x="0" y="0"/>
                        </a:moveTo>
                        <a:lnTo>
                          <a:pt x="37015" y="0"/>
                        </a:lnTo>
                        <a:lnTo>
                          <a:pt x="37015" y="49353"/>
                        </a:lnTo>
                        <a:lnTo>
                          <a:pt x="0" y="49353"/>
                        </a:lnTo>
                        <a:close/>
                      </a:path>
                    </a:pathLst>
                  </a:custGeom>
                  <a:solidFill>
                    <a:srgbClr val="000000">
                      <a:alpha val="15000"/>
                    </a:srgbClr>
                  </a:solidFill>
                  <a:ln w="12320" cap="flat">
                    <a:noFill/>
                    <a:prstDash val="solid"/>
                    <a:miter/>
                  </a:ln>
                </p:spPr>
                <p:txBody>
                  <a:bodyPr rtlCol="0" anchor="ctr"/>
                  <a:lstStyle/>
                  <a:p>
                    <a:endParaRPr lang="en-US"/>
                  </a:p>
                </p:txBody>
              </p:sp>
            </p:grpSp>
            <p:grpSp>
              <p:nvGrpSpPr>
                <p:cNvPr id="27" name="Graphic 6">
                  <a:extLst>
                    <a:ext uri="{FF2B5EF4-FFF2-40B4-BE49-F238E27FC236}">
                      <a16:creationId xmlns:a16="http://schemas.microsoft.com/office/drawing/2014/main" id="{31113BDC-2845-441C-B626-57D5D70A544F}"/>
                    </a:ext>
                  </a:extLst>
                </p:cNvPr>
                <p:cNvGrpSpPr/>
                <p:nvPr/>
              </p:nvGrpSpPr>
              <p:grpSpPr>
                <a:xfrm>
                  <a:off x="6027259" y="1029996"/>
                  <a:ext cx="3006007" cy="3935414"/>
                  <a:chOff x="6027259" y="1029996"/>
                  <a:chExt cx="3006007" cy="3935414"/>
                </a:xfrm>
              </p:grpSpPr>
              <p:sp>
                <p:nvSpPr>
                  <p:cNvPr id="28" name="Freeform: Shape 27">
                    <a:extLst>
                      <a:ext uri="{FF2B5EF4-FFF2-40B4-BE49-F238E27FC236}">
                        <a16:creationId xmlns:a16="http://schemas.microsoft.com/office/drawing/2014/main" id="{3C1CC863-6427-4E4C-BEF5-E77E8816CD34}"/>
                      </a:ext>
                    </a:extLst>
                  </p:cNvPr>
                  <p:cNvSpPr/>
                  <p:nvPr/>
                </p:nvSpPr>
                <p:spPr>
                  <a:xfrm>
                    <a:off x="6043690" y="1031952"/>
                    <a:ext cx="2989576" cy="3933458"/>
                  </a:xfrm>
                  <a:custGeom>
                    <a:avLst/>
                    <a:gdLst>
                      <a:gd name="connsiteX0" fmla="*/ 0 w 2989576"/>
                      <a:gd name="connsiteY0" fmla="*/ 1727366 h 3933458"/>
                      <a:gd name="connsiteX1" fmla="*/ 2989577 w 2989576"/>
                      <a:gd name="connsiteY1" fmla="*/ 0 h 3933458"/>
                      <a:gd name="connsiteX2" fmla="*/ 2989577 w 2989576"/>
                      <a:gd name="connsiteY2" fmla="*/ 2206093 h 3933458"/>
                      <a:gd name="connsiteX3" fmla="*/ 0 w 2989576"/>
                      <a:gd name="connsiteY3" fmla="*/ 3933458 h 3933458"/>
                    </a:gdLst>
                    <a:ahLst/>
                    <a:cxnLst>
                      <a:cxn ang="0">
                        <a:pos x="connsiteX0" y="connsiteY0"/>
                      </a:cxn>
                      <a:cxn ang="0">
                        <a:pos x="connsiteX1" y="connsiteY1"/>
                      </a:cxn>
                      <a:cxn ang="0">
                        <a:pos x="connsiteX2" y="connsiteY2"/>
                      </a:cxn>
                      <a:cxn ang="0">
                        <a:pos x="connsiteX3" y="connsiteY3"/>
                      </a:cxn>
                    </a:cxnLst>
                    <a:rect l="l" t="t" r="r" b="b"/>
                    <a:pathLst>
                      <a:path w="2989576" h="3933458">
                        <a:moveTo>
                          <a:pt x="0" y="1727366"/>
                        </a:moveTo>
                        <a:lnTo>
                          <a:pt x="2989577" y="0"/>
                        </a:lnTo>
                        <a:lnTo>
                          <a:pt x="2989577" y="2206093"/>
                        </a:lnTo>
                        <a:lnTo>
                          <a:pt x="0" y="3933458"/>
                        </a:lnTo>
                        <a:close/>
                      </a:path>
                    </a:pathLst>
                  </a:custGeom>
                  <a:solidFill>
                    <a:schemeClr val="accent1">
                      <a:lumMod val="60000"/>
                      <a:lumOff val="40000"/>
                    </a:schemeClr>
                  </a:solidFill>
                  <a:ln w="1232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8F3B99F-EB39-46CC-9A25-5B112100B058}"/>
                      </a:ext>
                    </a:extLst>
                  </p:cNvPr>
                  <p:cNvSpPr/>
                  <p:nvPr/>
                </p:nvSpPr>
                <p:spPr>
                  <a:xfrm>
                    <a:off x="6027259" y="1029996"/>
                    <a:ext cx="2989576" cy="3933458"/>
                  </a:xfrm>
                  <a:custGeom>
                    <a:avLst/>
                    <a:gdLst>
                      <a:gd name="connsiteX0" fmla="*/ 0 w 2989576"/>
                      <a:gd name="connsiteY0" fmla="*/ 1727366 h 3933458"/>
                      <a:gd name="connsiteX1" fmla="*/ 2989577 w 2989576"/>
                      <a:gd name="connsiteY1" fmla="*/ 0 h 3933458"/>
                      <a:gd name="connsiteX2" fmla="*/ 2989577 w 2989576"/>
                      <a:gd name="connsiteY2" fmla="*/ 2206093 h 3933458"/>
                      <a:gd name="connsiteX3" fmla="*/ 0 w 2989576"/>
                      <a:gd name="connsiteY3" fmla="*/ 3933458 h 3933458"/>
                    </a:gdLst>
                    <a:ahLst/>
                    <a:cxnLst>
                      <a:cxn ang="0">
                        <a:pos x="connsiteX0" y="connsiteY0"/>
                      </a:cxn>
                      <a:cxn ang="0">
                        <a:pos x="connsiteX1" y="connsiteY1"/>
                      </a:cxn>
                      <a:cxn ang="0">
                        <a:pos x="connsiteX2" y="connsiteY2"/>
                      </a:cxn>
                      <a:cxn ang="0">
                        <a:pos x="connsiteX3" y="connsiteY3"/>
                      </a:cxn>
                    </a:cxnLst>
                    <a:rect l="l" t="t" r="r" b="b"/>
                    <a:pathLst>
                      <a:path w="2989576" h="3933458">
                        <a:moveTo>
                          <a:pt x="0" y="1727366"/>
                        </a:moveTo>
                        <a:lnTo>
                          <a:pt x="2989577" y="0"/>
                        </a:lnTo>
                        <a:lnTo>
                          <a:pt x="2989577" y="2206093"/>
                        </a:lnTo>
                        <a:lnTo>
                          <a:pt x="0" y="3933458"/>
                        </a:lnTo>
                        <a:close/>
                      </a:path>
                    </a:pathLst>
                  </a:custGeom>
                  <a:solidFill>
                    <a:srgbClr val="000000">
                      <a:alpha val="15000"/>
                    </a:srgbClr>
                  </a:solidFill>
                  <a:ln w="12320" cap="flat">
                    <a:noFill/>
                    <a:prstDash val="solid"/>
                    <a:miter/>
                  </a:ln>
                </p:spPr>
                <p:txBody>
                  <a:bodyPr rtlCol="0" anchor="ctr"/>
                  <a:lstStyle/>
                  <a:p>
                    <a:endParaRPr lang="en-US"/>
                  </a:p>
                </p:txBody>
              </p:sp>
            </p:grpSp>
            <p:grpSp>
              <p:nvGrpSpPr>
                <p:cNvPr id="30" name="Graphic 6">
                  <a:extLst>
                    <a:ext uri="{FF2B5EF4-FFF2-40B4-BE49-F238E27FC236}">
                      <a16:creationId xmlns:a16="http://schemas.microsoft.com/office/drawing/2014/main" id="{31113BDC-2845-441C-B626-57D5D70A544F}"/>
                    </a:ext>
                  </a:extLst>
                </p:cNvPr>
                <p:cNvGrpSpPr/>
                <p:nvPr/>
              </p:nvGrpSpPr>
              <p:grpSpPr>
                <a:xfrm>
                  <a:off x="7537861" y="1103514"/>
                  <a:ext cx="1660738" cy="2994225"/>
                  <a:chOff x="7537861" y="1103514"/>
                  <a:chExt cx="1660738" cy="2994225"/>
                </a:xfrm>
              </p:grpSpPr>
              <p:sp>
                <p:nvSpPr>
                  <p:cNvPr id="31" name="Freeform: Shape 30">
                    <a:extLst>
                      <a:ext uri="{FF2B5EF4-FFF2-40B4-BE49-F238E27FC236}">
                        <a16:creationId xmlns:a16="http://schemas.microsoft.com/office/drawing/2014/main" id="{93AAAD15-B20B-477C-9664-ED28A70282E3}"/>
                      </a:ext>
                    </a:extLst>
                  </p:cNvPr>
                  <p:cNvSpPr/>
                  <p:nvPr/>
                </p:nvSpPr>
                <p:spPr>
                  <a:xfrm>
                    <a:off x="7539095" y="1103514"/>
                    <a:ext cx="1659504" cy="883346"/>
                  </a:xfrm>
                  <a:custGeom>
                    <a:avLst/>
                    <a:gdLst>
                      <a:gd name="connsiteX0" fmla="*/ 0 w 1659504"/>
                      <a:gd name="connsiteY0" fmla="*/ 837772 h 883346"/>
                      <a:gd name="connsiteX1" fmla="*/ 45652 w 1659504"/>
                      <a:gd name="connsiteY1" fmla="*/ 864917 h 883346"/>
                      <a:gd name="connsiteX2" fmla="*/ 471324 w 1659504"/>
                      <a:gd name="connsiteY2" fmla="*/ 805693 h 883346"/>
                      <a:gd name="connsiteX3" fmla="*/ 1659505 w 1659504"/>
                      <a:gd name="connsiteY3" fmla="*/ 119682 h 883346"/>
                      <a:gd name="connsiteX4" fmla="*/ 1452221 w 1659504"/>
                      <a:gd name="connsiteY4" fmla="*/ 0 h 883346"/>
                      <a:gd name="connsiteX5" fmla="*/ 0 w 1659504"/>
                      <a:gd name="connsiteY5" fmla="*/ 837772 h 883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9504" h="883346">
                        <a:moveTo>
                          <a:pt x="0" y="837772"/>
                        </a:moveTo>
                        <a:lnTo>
                          <a:pt x="45652" y="864917"/>
                        </a:lnTo>
                        <a:cubicBezTo>
                          <a:pt x="102408" y="898230"/>
                          <a:pt x="324498" y="890827"/>
                          <a:pt x="471324" y="805693"/>
                        </a:cubicBezTo>
                        <a:lnTo>
                          <a:pt x="1659505" y="119682"/>
                        </a:lnTo>
                        <a:lnTo>
                          <a:pt x="1452221" y="0"/>
                        </a:lnTo>
                        <a:lnTo>
                          <a:pt x="0" y="837772"/>
                        </a:lnTo>
                        <a:close/>
                      </a:path>
                    </a:pathLst>
                  </a:custGeom>
                  <a:solidFill>
                    <a:srgbClr val="FFFFFF"/>
                  </a:solidFill>
                  <a:ln w="1232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1BEAB8B2-3791-4ACD-90EB-D6E982EDF5DE}"/>
                      </a:ext>
                    </a:extLst>
                  </p:cNvPr>
                  <p:cNvSpPr/>
                  <p:nvPr/>
                </p:nvSpPr>
                <p:spPr>
                  <a:xfrm>
                    <a:off x="7537861" y="1223196"/>
                    <a:ext cx="1659504" cy="2873518"/>
                  </a:xfrm>
                  <a:custGeom>
                    <a:avLst/>
                    <a:gdLst>
                      <a:gd name="connsiteX0" fmla="*/ 1659505 w 1659504"/>
                      <a:gd name="connsiteY0" fmla="*/ 0 h 2873518"/>
                      <a:gd name="connsiteX1" fmla="*/ 471324 w 1659504"/>
                      <a:gd name="connsiteY1" fmla="*/ 686011 h 2873518"/>
                      <a:gd name="connsiteX2" fmla="*/ 45652 w 1659504"/>
                      <a:gd name="connsiteY2" fmla="*/ 745235 h 2873518"/>
                      <a:gd name="connsiteX3" fmla="*/ 0 w 1659504"/>
                      <a:gd name="connsiteY3" fmla="*/ 718091 h 2873518"/>
                      <a:gd name="connsiteX4" fmla="*/ 0 w 1659504"/>
                      <a:gd name="connsiteY4" fmla="*/ 2827945 h 2873518"/>
                      <a:gd name="connsiteX5" fmla="*/ 0 w 1659504"/>
                      <a:gd name="connsiteY5" fmla="*/ 2827945 h 2873518"/>
                      <a:gd name="connsiteX6" fmla="*/ 45652 w 1659504"/>
                      <a:gd name="connsiteY6" fmla="*/ 2855089 h 2873518"/>
                      <a:gd name="connsiteX7" fmla="*/ 471324 w 1659504"/>
                      <a:gd name="connsiteY7" fmla="*/ 2795865 h 2873518"/>
                      <a:gd name="connsiteX8" fmla="*/ 1658271 w 1659504"/>
                      <a:gd name="connsiteY8" fmla="*/ 2109854 h 2873518"/>
                      <a:gd name="connsiteX9" fmla="*/ 1659505 w 1659504"/>
                      <a:gd name="connsiteY9" fmla="*/ 2109854 h 2873518"/>
                      <a:gd name="connsiteX10" fmla="*/ 1659505 w 1659504"/>
                      <a:gd name="connsiteY10" fmla="*/ 0 h 2873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59504" h="2873518">
                        <a:moveTo>
                          <a:pt x="1659505" y="0"/>
                        </a:moveTo>
                        <a:lnTo>
                          <a:pt x="471324" y="686011"/>
                        </a:lnTo>
                        <a:cubicBezTo>
                          <a:pt x="324498" y="771145"/>
                          <a:pt x="102408" y="778548"/>
                          <a:pt x="45652" y="745235"/>
                        </a:cubicBezTo>
                        <a:lnTo>
                          <a:pt x="0" y="718091"/>
                        </a:lnTo>
                        <a:lnTo>
                          <a:pt x="0" y="2827945"/>
                        </a:lnTo>
                        <a:lnTo>
                          <a:pt x="0" y="2827945"/>
                        </a:lnTo>
                        <a:lnTo>
                          <a:pt x="45652" y="2855089"/>
                        </a:lnTo>
                        <a:cubicBezTo>
                          <a:pt x="102408" y="2888402"/>
                          <a:pt x="324498" y="2880999"/>
                          <a:pt x="471324" y="2795865"/>
                        </a:cubicBezTo>
                        <a:lnTo>
                          <a:pt x="1658271" y="2109854"/>
                        </a:lnTo>
                        <a:lnTo>
                          <a:pt x="1659505" y="2109854"/>
                        </a:lnTo>
                        <a:lnTo>
                          <a:pt x="1659505" y="0"/>
                        </a:lnTo>
                        <a:close/>
                      </a:path>
                    </a:pathLst>
                  </a:custGeom>
                  <a:solidFill>
                    <a:srgbClr val="FAFAFA"/>
                  </a:solidFill>
                  <a:ln w="1232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928C1897-2AE5-4C9E-86DC-4B71988018CC}"/>
                      </a:ext>
                    </a:extLst>
                  </p:cNvPr>
                  <p:cNvSpPr/>
                  <p:nvPr/>
                </p:nvSpPr>
                <p:spPr>
                  <a:xfrm>
                    <a:off x="7537861" y="1223196"/>
                    <a:ext cx="1659504" cy="2873518"/>
                  </a:xfrm>
                  <a:custGeom>
                    <a:avLst/>
                    <a:gdLst>
                      <a:gd name="connsiteX0" fmla="*/ 1659505 w 1659504"/>
                      <a:gd name="connsiteY0" fmla="*/ 0 h 2873518"/>
                      <a:gd name="connsiteX1" fmla="*/ 471324 w 1659504"/>
                      <a:gd name="connsiteY1" fmla="*/ 686011 h 2873518"/>
                      <a:gd name="connsiteX2" fmla="*/ 45652 w 1659504"/>
                      <a:gd name="connsiteY2" fmla="*/ 745235 h 2873518"/>
                      <a:gd name="connsiteX3" fmla="*/ 0 w 1659504"/>
                      <a:gd name="connsiteY3" fmla="*/ 718091 h 2873518"/>
                      <a:gd name="connsiteX4" fmla="*/ 0 w 1659504"/>
                      <a:gd name="connsiteY4" fmla="*/ 2827945 h 2873518"/>
                      <a:gd name="connsiteX5" fmla="*/ 0 w 1659504"/>
                      <a:gd name="connsiteY5" fmla="*/ 2827945 h 2873518"/>
                      <a:gd name="connsiteX6" fmla="*/ 45652 w 1659504"/>
                      <a:gd name="connsiteY6" fmla="*/ 2855089 h 2873518"/>
                      <a:gd name="connsiteX7" fmla="*/ 471324 w 1659504"/>
                      <a:gd name="connsiteY7" fmla="*/ 2795865 h 2873518"/>
                      <a:gd name="connsiteX8" fmla="*/ 1659505 w 1659504"/>
                      <a:gd name="connsiteY8" fmla="*/ 2109854 h 2873518"/>
                      <a:gd name="connsiteX9" fmla="*/ 1659505 w 1659504"/>
                      <a:gd name="connsiteY9" fmla="*/ 0 h 2873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9504" h="2873518">
                        <a:moveTo>
                          <a:pt x="1659505" y="0"/>
                        </a:moveTo>
                        <a:lnTo>
                          <a:pt x="471324" y="686011"/>
                        </a:lnTo>
                        <a:cubicBezTo>
                          <a:pt x="324498" y="771145"/>
                          <a:pt x="102408" y="778548"/>
                          <a:pt x="45652" y="745235"/>
                        </a:cubicBezTo>
                        <a:lnTo>
                          <a:pt x="0" y="718091"/>
                        </a:lnTo>
                        <a:lnTo>
                          <a:pt x="0" y="2827945"/>
                        </a:lnTo>
                        <a:lnTo>
                          <a:pt x="0" y="2827945"/>
                        </a:lnTo>
                        <a:lnTo>
                          <a:pt x="45652" y="2855089"/>
                        </a:lnTo>
                        <a:cubicBezTo>
                          <a:pt x="102408" y="2888402"/>
                          <a:pt x="324498" y="2880999"/>
                          <a:pt x="471324" y="2795865"/>
                        </a:cubicBezTo>
                        <a:lnTo>
                          <a:pt x="1659505" y="2109854"/>
                        </a:lnTo>
                        <a:lnTo>
                          <a:pt x="1659505" y="0"/>
                        </a:lnTo>
                        <a:close/>
                      </a:path>
                    </a:pathLst>
                  </a:custGeom>
                  <a:solidFill>
                    <a:srgbClr val="F5F5F5"/>
                  </a:solidFill>
                  <a:ln w="1232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345B48A1-4826-4F5D-9169-272E042A5791}"/>
                      </a:ext>
                    </a:extLst>
                  </p:cNvPr>
                  <p:cNvSpPr/>
                  <p:nvPr/>
                </p:nvSpPr>
                <p:spPr>
                  <a:xfrm>
                    <a:off x="7539095" y="1916610"/>
                    <a:ext cx="457751" cy="2181130"/>
                  </a:xfrm>
                  <a:custGeom>
                    <a:avLst/>
                    <a:gdLst>
                      <a:gd name="connsiteX0" fmla="*/ 457752 w 457751"/>
                      <a:gd name="connsiteY0" fmla="*/ 0 h 2181130"/>
                      <a:gd name="connsiteX1" fmla="*/ 45652 w 457751"/>
                      <a:gd name="connsiteY1" fmla="*/ 53055 h 2181130"/>
                      <a:gd name="connsiteX2" fmla="*/ 0 w 457751"/>
                      <a:gd name="connsiteY2" fmla="*/ 25911 h 2181130"/>
                      <a:gd name="connsiteX3" fmla="*/ 0 w 457751"/>
                      <a:gd name="connsiteY3" fmla="*/ 2135765 h 2181130"/>
                      <a:gd name="connsiteX4" fmla="*/ 0 w 457751"/>
                      <a:gd name="connsiteY4" fmla="*/ 2135765 h 2181130"/>
                      <a:gd name="connsiteX5" fmla="*/ 45652 w 457751"/>
                      <a:gd name="connsiteY5" fmla="*/ 2162909 h 2181130"/>
                      <a:gd name="connsiteX6" fmla="*/ 457752 w 457751"/>
                      <a:gd name="connsiteY6" fmla="*/ 2111088 h 2181130"/>
                      <a:gd name="connsiteX7" fmla="*/ 457752 w 457751"/>
                      <a:gd name="connsiteY7" fmla="*/ 0 h 2181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751" h="2181130">
                        <a:moveTo>
                          <a:pt x="457752" y="0"/>
                        </a:moveTo>
                        <a:cubicBezTo>
                          <a:pt x="310926" y="77731"/>
                          <a:pt x="99941" y="85134"/>
                          <a:pt x="45652" y="53055"/>
                        </a:cubicBezTo>
                        <a:lnTo>
                          <a:pt x="0" y="25911"/>
                        </a:lnTo>
                        <a:lnTo>
                          <a:pt x="0" y="2135765"/>
                        </a:lnTo>
                        <a:lnTo>
                          <a:pt x="0" y="2135765"/>
                        </a:lnTo>
                        <a:lnTo>
                          <a:pt x="45652" y="2162909"/>
                        </a:lnTo>
                        <a:cubicBezTo>
                          <a:pt x="101174" y="2194989"/>
                          <a:pt x="312160" y="2188819"/>
                          <a:pt x="457752" y="2111088"/>
                        </a:cubicBezTo>
                        <a:lnTo>
                          <a:pt x="457752" y="0"/>
                        </a:lnTo>
                        <a:close/>
                      </a:path>
                    </a:pathLst>
                  </a:custGeom>
                  <a:solidFill>
                    <a:srgbClr val="EBEBEB"/>
                  </a:solidFill>
                  <a:ln w="1232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B78180ED-5F15-446A-A69D-B305DA20C56F}"/>
                      </a:ext>
                    </a:extLst>
                  </p:cNvPr>
                  <p:cNvSpPr/>
                  <p:nvPr/>
                </p:nvSpPr>
                <p:spPr>
                  <a:xfrm>
                    <a:off x="7539095" y="1942521"/>
                    <a:ext cx="215920" cy="2154912"/>
                  </a:xfrm>
                  <a:custGeom>
                    <a:avLst/>
                    <a:gdLst>
                      <a:gd name="connsiteX0" fmla="*/ 215921 w 215920"/>
                      <a:gd name="connsiteY0" fmla="*/ 41950 h 2154912"/>
                      <a:gd name="connsiteX1" fmla="*/ 45652 w 215920"/>
                      <a:gd name="connsiteY1" fmla="*/ 27144 h 2154912"/>
                      <a:gd name="connsiteX2" fmla="*/ 0 w 215920"/>
                      <a:gd name="connsiteY2" fmla="*/ 0 h 2154912"/>
                      <a:gd name="connsiteX3" fmla="*/ 0 w 215920"/>
                      <a:gd name="connsiteY3" fmla="*/ 2109854 h 2154912"/>
                      <a:gd name="connsiteX4" fmla="*/ 0 w 215920"/>
                      <a:gd name="connsiteY4" fmla="*/ 2109854 h 2154912"/>
                      <a:gd name="connsiteX5" fmla="*/ 45652 w 215920"/>
                      <a:gd name="connsiteY5" fmla="*/ 2136998 h 2154912"/>
                      <a:gd name="connsiteX6" fmla="*/ 215921 w 215920"/>
                      <a:gd name="connsiteY6" fmla="*/ 2151804 h 2154912"/>
                      <a:gd name="connsiteX7" fmla="*/ 215921 w 215920"/>
                      <a:gd name="connsiteY7" fmla="*/ 41950 h 2154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5920" h="2154912">
                        <a:moveTo>
                          <a:pt x="215921" y="41950"/>
                        </a:moveTo>
                        <a:cubicBezTo>
                          <a:pt x="138189" y="49353"/>
                          <a:pt x="72796" y="43184"/>
                          <a:pt x="45652" y="27144"/>
                        </a:cubicBezTo>
                        <a:lnTo>
                          <a:pt x="0" y="0"/>
                        </a:lnTo>
                        <a:lnTo>
                          <a:pt x="0" y="2109854"/>
                        </a:lnTo>
                        <a:lnTo>
                          <a:pt x="0" y="2109854"/>
                        </a:lnTo>
                        <a:lnTo>
                          <a:pt x="45652" y="2136998"/>
                        </a:lnTo>
                        <a:cubicBezTo>
                          <a:pt x="72796" y="2153038"/>
                          <a:pt x="139423" y="2159207"/>
                          <a:pt x="215921" y="2151804"/>
                        </a:cubicBezTo>
                        <a:lnTo>
                          <a:pt x="215921" y="41950"/>
                        </a:lnTo>
                        <a:close/>
                      </a:path>
                    </a:pathLst>
                  </a:custGeom>
                  <a:solidFill>
                    <a:srgbClr val="E0E0E0"/>
                  </a:solidFill>
                  <a:ln w="12320" cap="flat">
                    <a:noFill/>
                    <a:prstDash val="solid"/>
                    <a:miter/>
                  </a:ln>
                </p:spPr>
                <p:txBody>
                  <a:bodyPr rtlCol="0" anchor="ctr"/>
                  <a:lstStyle/>
                  <a:p>
                    <a:endParaRPr lang="en-US"/>
                  </a:p>
                </p:txBody>
              </p:sp>
            </p:grpSp>
            <p:grpSp>
              <p:nvGrpSpPr>
                <p:cNvPr id="36" name="Graphic 6">
                  <a:extLst>
                    <a:ext uri="{FF2B5EF4-FFF2-40B4-BE49-F238E27FC236}">
                      <a16:creationId xmlns:a16="http://schemas.microsoft.com/office/drawing/2014/main" id="{31113BDC-2845-441C-B626-57D5D70A544F}"/>
                    </a:ext>
                  </a:extLst>
                </p:cNvPr>
                <p:cNvGrpSpPr/>
                <p:nvPr/>
              </p:nvGrpSpPr>
              <p:grpSpPr>
                <a:xfrm>
                  <a:off x="6081939" y="1940965"/>
                  <a:ext cx="1530505" cy="3075032"/>
                  <a:chOff x="6081939" y="1940965"/>
                  <a:chExt cx="1530505" cy="3075032"/>
                </a:xfrm>
              </p:grpSpPr>
              <p:sp>
                <p:nvSpPr>
                  <p:cNvPr id="37" name="Freeform: Shape 36">
                    <a:extLst>
                      <a:ext uri="{FF2B5EF4-FFF2-40B4-BE49-F238E27FC236}">
                        <a16:creationId xmlns:a16="http://schemas.microsoft.com/office/drawing/2014/main" id="{298FD88D-4D9D-4FFA-A7F3-7DC394D3F71D}"/>
                      </a:ext>
                    </a:extLst>
                  </p:cNvPr>
                  <p:cNvSpPr/>
                  <p:nvPr/>
                </p:nvSpPr>
                <p:spPr>
                  <a:xfrm>
                    <a:off x="6081939" y="1940965"/>
                    <a:ext cx="1530505" cy="965178"/>
                  </a:xfrm>
                  <a:custGeom>
                    <a:avLst/>
                    <a:gdLst>
                      <a:gd name="connsiteX0" fmla="*/ 1499107 w 1530505"/>
                      <a:gd name="connsiteY0" fmla="*/ 26232 h 965178"/>
                      <a:gd name="connsiteX1" fmla="*/ 1396699 w 1530505"/>
                      <a:gd name="connsiteY1" fmla="*/ 276700 h 965178"/>
                      <a:gd name="connsiteX2" fmla="*/ 213453 w 1530505"/>
                      <a:gd name="connsiteY2" fmla="*/ 965178 h 965178"/>
                      <a:gd name="connsiteX3" fmla="*/ 0 w 1530505"/>
                      <a:gd name="connsiteY3" fmla="*/ 841795 h 965178"/>
                      <a:gd name="connsiteX4" fmla="*/ 1455922 w 1530505"/>
                      <a:gd name="connsiteY4" fmla="*/ 1555 h 965178"/>
                      <a:gd name="connsiteX5" fmla="*/ 1499107 w 1530505"/>
                      <a:gd name="connsiteY5" fmla="*/ 26232 h 965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0505" h="965178">
                        <a:moveTo>
                          <a:pt x="1499107" y="26232"/>
                        </a:moveTo>
                        <a:cubicBezTo>
                          <a:pt x="1555863" y="59545"/>
                          <a:pt x="1543525" y="191565"/>
                          <a:pt x="1396699" y="276700"/>
                        </a:cubicBezTo>
                        <a:lnTo>
                          <a:pt x="213453" y="965178"/>
                        </a:lnTo>
                        <a:lnTo>
                          <a:pt x="0" y="841795"/>
                        </a:lnTo>
                        <a:lnTo>
                          <a:pt x="1455922" y="1555"/>
                        </a:lnTo>
                        <a:cubicBezTo>
                          <a:pt x="1457156" y="321"/>
                          <a:pt x="1442350" y="-7082"/>
                          <a:pt x="1499107" y="26232"/>
                        </a:cubicBezTo>
                        <a:close/>
                      </a:path>
                    </a:pathLst>
                  </a:custGeom>
                  <a:solidFill>
                    <a:srgbClr val="FFFFFF"/>
                  </a:solidFill>
                  <a:ln w="1232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275A1033-82CF-47CF-9A1C-3AA093FEDDF9}"/>
                      </a:ext>
                    </a:extLst>
                  </p:cNvPr>
                  <p:cNvSpPr/>
                  <p:nvPr/>
                </p:nvSpPr>
                <p:spPr>
                  <a:xfrm>
                    <a:off x="6083173" y="2781527"/>
                    <a:ext cx="212219" cy="2233236"/>
                  </a:xfrm>
                  <a:custGeom>
                    <a:avLst/>
                    <a:gdLst>
                      <a:gd name="connsiteX0" fmla="*/ 0 w 212219"/>
                      <a:gd name="connsiteY0" fmla="*/ 0 h 2233236"/>
                      <a:gd name="connsiteX1" fmla="*/ 212219 w 212219"/>
                      <a:gd name="connsiteY1" fmla="*/ 123383 h 2233236"/>
                      <a:gd name="connsiteX2" fmla="*/ 212219 w 212219"/>
                      <a:gd name="connsiteY2" fmla="*/ 2233237 h 2233236"/>
                      <a:gd name="connsiteX3" fmla="*/ 0 w 212219"/>
                      <a:gd name="connsiteY3" fmla="*/ 2111088 h 2233236"/>
                    </a:gdLst>
                    <a:ahLst/>
                    <a:cxnLst>
                      <a:cxn ang="0">
                        <a:pos x="connsiteX0" y="connsiteY0"/>
                      </a:cxn>
                      <a:cxn ang="0">
                        <a:pos x="connsiteX1" y="connsiteY1"/>
                      </a:cxn>
                      <a:cxn ang="0">
                        <a:pos x="connsiteX2" y="connsiteY2"/>
                      </a:cxn>
                      <a:cxn ang="0">
                        <a:pos x="connsiteX3" y="connsiteY3"/>
                      </a:cxn>
                    </a:cxnLst>
                    <a:rect l="l" t="t" r="r" b="b"/>
                    <a:pathLst>
                      <a:path w="212219" h="2233236">
                        <a:moveTo>
                          <a:pt x="0" y="0"/>
                        </a:moveTo>
                        <a:lnTo>
                          <a:pt x="212219" y="123383"/>
                        </a:lnTo>
                        <a:lnTo>
                          <a:pt x="212219" y="2233237"/>
                        </a:lnTo>
                        <a:lnTo>
                          <a:pt x="0" y="2111088"/>
                        </a:lnTo>
                        <a:close/>
                      </a:path>
                    </a:pathLst>
                  </a:custGeom>
                  <a:solidFill>
                    <a:srgbClr val="E0E0E0"/>
                  </a:solidFill>
                  <a:ln w="1232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A200715-E4A8-4284-9720-201435247D12}"/>
                      </a:ext>
                    </a:extLst>
                  </p:cNvPr>
                  <p:cNvSpPr/>
                  <p:nvPr/>
                </p:nvSpPr>
                <p:spPr>
                  <a:xfrm>
                    <a:off x="6295392" y="2022720"/>
                    <a:ext cx="1316499" cy="2993277"/>
                  </a:xfrm>
                  <a:custGeom>
                    <a:avLst/>
                    <a:gdLst>
                      <a:gd name="connsiteX0" fmla="*/ 1183246 w 1316499"/>
                      <a:gd name="connsiteY0" fmla="*/ 193712 h 2993277"/>
                      <a:gd name="connsiteX1" fmla="*/ 1130191 w 1316499"/>
                      <a:gd name="connsiteY1" fmla="*/ 224558 h 2993277"/>
                      <a:gd name="connsiteX2" fmla="*/ 0 w 1316499"/>
                      <a:gd name="connsiteY2" fmla="*/ 882190 h 2993277"/>
                      <a:gd name="connsiteX3" fmla="*/ 0 w 1316499"/>
                      <a:gd name="connsiteY3" fmla="*/ 2746511 h 2993277"/>
                      <a:gd name="connsiteX4" fmla="*/ 0 w 1316499"/>
                      <a:gd name="connsiteY4" fmla="*/ 2993278 h 2993277"/>
                      <a:gd name="connsiteX5" fmla="*/ 1183246 w 1316499"/>
                      <a:gd name="connsiteY5" fmla="*/ 2304800 h 2993277"/>
                      <a:gd name="connsiteX6" fmla="*/ 1316499 w 1316499"/>
                      <a:gd name="connsiteY6" fmla="*/ 2139466 h 2993277"/>
                      <a:gd name="connsiteX7" fmla="*/ 1316499 w 1316499"/>
                      <a:gd name="connsiteY7" fmla="*/ 2139466 h 2993277"/>
                      <a:gd name="connsiteX8" fmla="*/ 1316499 w 1316499"/>
                      <a:gd name="connsiteY8" fmla="*/ 0 h 2993277"/>
                      <a:gd name="connsiteX9" fmla="*/ 1183246 w 1316499"/>
                      <a:gd name="connsiteY9" fmla="*/ 193712 h 2993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6499" h="2993277">
                        <a:moveTo>
                          <a:pt x="1183246" y="193712"/>
                        </a:moveTo>
                        <a:lnTo>
                          <a:pt x="1130191" y="224558"/>
                        </a:lnTo>
                        <a:lnTo>
                          <a:pt x="0" y="882190"/>
                        </a:lnTo>
                        <a:lnTo>
                          <a:pt x="0" y="2746511"/>
                        </a:lnTo>
                        <a:lnTo>
                          <a:pt x="0" y="2993278"/>
                        </a:lnTo>
                        <a:lnTo>
                          <a:pt x="1183246" y="2304800"/>
                        </a:lnTo>
                        <a:cubicBezTo>
                          <a:pt x="1290589" y="2241874"/>
                          <a:pt x="1316499" y="2187585"/>
                          <a:pt x="1316499" y="2139466"/>
                        </a:cubicBezTo>
                        <a:lnTo>
                          <a:pt x="1316499" y="2139466"/>
                        </a:lnTo>
                        <a:lnTo>
                          <a:pt x="1316499" y="0"/>
                        </a:lnTo>
                        <a:cubicBezTo>
                          <a:pt x="1316499" y="76498"/>
                          <a:pt x="1270848" y="139423"/>
                          <a:pt x="1183246" y="193712"/>
                        </a:cubicBezTo>
                        <a:close/>
                      </a:path>
                    </a:pathLst>
                  </a:custGeom>
                  <a:solidFill>
                    <a:srgbClr val="F5F5F5"/>
                  </a:solidFill>
                  <a:ln w="12320" cap="flat">
                    <a:noFill/>
                    <a:prstDash val="solid"/>
                    <a:miter/>
                  </a:ln>
                </p:spPr>
                <p:txBody>
                  <a:bodyPr rtlCol="0" anchor="ctr"/>
                  <a:lstStyle/>
                  <a:p>
                    <a:endParaRPr lang="en-US"/>
                  </a:p>
                </p:txBody>
              </p:sp>
            </p:grpSp>
            <p:grpSp>
              <p:nvGrpSpPr>
                <p:cNvPr id="40" name="Graphic 6">
                  <a:extLst>
                    <a:ext uri="{FF2B5EF4-FFF2-40B4-BE49-F238E27FC236}">
                      <a16:creationId xmlns:a16="http://schemas.microsoft.com/office/drawing/2014/main" id="{31113BDC-2845-441C-B626-57D5D70A544F}"/>
                    </a:ext>
                  </a:extLst>
                </p:cNvPr>
                <p:cNvGrpSpPr/>
                <p:nvPr/>
              </p:nvGrpSpPr>
              <p:grpSpPr>
                <a:xfrm>
                  <a:off x="6000506" y="2733407"/>
                  <a:ext cx="43184" cy="2232003"/>
                  <a:chOff x="6000506" y="2733407"/>
                  <a:chExt cx="43184" cy="2232003"/>
                </a:xfrm>
              </p:grpSpPr>
              <p:sp>
                <p:nvSpPr>
                  <p:cNvPr id="41" name="Freeform: Shape 40">
                    <a:extLst>
                      <a:ext uri="{FF2B5EF4-FFF2-40B4-BE49-F238E27FC236}">
                        <a16:creationId xmlns:a16="http://schemas.microsoft.com/office/drawing/2014/main" id="{8A6B70AF-AAF0-417F-84E3-7E374D9A092C}"/>
                      </a:ext>
                    </a:extLst>
                  </p:cNvPr>
                  <p:cNvSpPr/>
                  <p:nvPr/>
                </p:nvSpPr>
                <p:spPr>
                  <a:xfrm>
                    <a:off x="6000506" y="2733407"/>
                    <a:ext cx="43184" cy="2232003"/>
                  </a:xfrm>
                  <a:custGeom>
                    <a:avLst/>
                    <a:gdLst>
                      <a:gd name="connsiteX0" fmla="*/ 0 w 43184"/>
                      <a:gd name="connsiteY0" fmla="*/ 0 h 2232003"/>
                      <a:gd name="connsiteX1" fmla="*/ 43184 w 43184"/>
                      <a:gd name="connsiteY1" fmla="*/ 25911 h 2232003"/>
                      <a:gd name="connsiteX2" fmla="*/ 43184 w 43184"/>
                      <a:gd name="connsiteY2" fmla="*/ 2232003 h 2232003"/>
                      <a:gd name="connsiteX3" fmla="*/ 0 w 43184"/>
                      <a:gd name="connsiteY3" fmla="*/ 2207327 h 2232003"/>
                    </a:gdLst>
                    <a:ahLst/>
                    <a:cxnLst>
                      <a:cxn ang="0">
                        <a:pos x="connsiteX0" y="connsiteY0"/>
                      </a:cxn>
                      <a:cxn ang="0">
                        <a:pos x="connsiteX1" y="connsiteY1"/>
                      </a:cxn>
                      <a:cxn ang="0">
                        <a:pos x="connsiteX2" y="connsiteY2"/>
                      </a:cxn>
                      <a:cxn ang="0">
                        <a:pos x="connsiteX3" y="connsiteY3"/>
                      </a:cxn>
                    </a:cxnLst>
                    <a:rect l="l" t="t" r="r" b="b"/>
                    <a:pathLst>
                      <a:path w="43184" h="2232003">
                        <a:moveTo>
                          <a:pt x="0" y="0"/>
                        </a:moveTo>
                        <a:lnTo>
                          <a:pt x="43184" y="25911"/>
                        </a:lnTo>
                        <a:lnTo>
                          <a:pt x="43184" y="2232003"/>
                        </a:lnTo>
                        <a:lnTo>
                          <a:pt x="0" y="2207327"/>
                        </a:lnTo>
                        <a:close/>
                      </a:path>
                    </a:pathLst>
                  </a:custGeom>
                  <a:solidFill>
                    <a:srgbClr val="27DEBF"/>
                  </a:solidFill>
                  <a:ln w="12320"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3F73F77D-27B8-4A26-90FE-B1EFE6A7FF28}"/>
                      </a:ext>
                    </a:extLst>
                  </p:cNvPr>
                  <p:cNvSpPr/>
                  <p:nvPr/>
                </p:nvSpPr>
                <p:spPr>
                  <a:xfrm>
                    <a:off x="6000506" y="2733407"/>
                    <a:ext cx="43184" cy="2232003"/>
                  </a:xfrm>
                  <a:custGeom>
                    <a:avLst/>
                    <a:gdLst>
                      <a:gd name="connsiteX0" fmla="*/ 0 w 43184"/>
                      <a:gd name="connsiteY0" fmla="*/ 0 h 2232003"/>
                      <a:gd name="connsiteX1" fmla="*/ 43184 w 43184"/>
                      <a:gd name="connsiteY1" fmla="*/ 25911 h 2232003"/>
                      <a:gd name="connsiteX2" fmla="*/ 43184 w 43184"/>
                      <a:gd name="connsiteY2" fmla="*/ 2232003 h 2232003"/>
                      <a:gd name="connsiteX3" fmla="*/ 0 w 43184"/>
                      <a:gd name="connsiteY3" fmla="*/ 2207327 h 2232003"/>
                    </a:gdLst>
                    <a:ahLst/>
                    <a:cxnLst>
                      <a:cxn ang="0">
                        <a:pos x="connsiteX0" y="connsiteY0"/>
                      </a:cxn>
                      <a:cxn ang="0">
                        <a:pos x="connsiteX1" y="connsiteY1"/>
                      </a:cxn>
                      <a:cxn ang="0">
                        <a:pos x="connsiteX2" y="connsiteY2"/>
                      </a:cxn>
                      <a:cxn ang="0">
                        <a:pos x="connsiteX3" y="connsiteY3"/>
                      </a:cxn>
                    </a:cxnLst>
                    <a:rect l="l" t="t" r="r" b="b"/>
                    <a:pathLst>
                      <a:path w="43184" h="2232003">
                        <a:moveTo>
                          <a:pt x="0" y="0"/>
                        </a:moveTo>
                        <a:lnTo>
                          <a:pt x="43184" y="25911"/>
                        </a:lnTo>
                        <a:lnTo>
                          <a:pt x="43184" y="2232003"/>
                        </a:lnTo>
                        <a:lnTo>
                          <a:pt x="0" y="2207327"/>
                        </a:lnTo>
                        <a:close/>
                      </a:path>
                    </a:pathLst>
                  </a:custGeom>
                  <a:solidFill>
                    <a:srgbClr val="000000">
                      <a:alpha val="30000"/>
                    </a:srgbClr>
                  </a:solidFill>
                  <a:ln w="12320" cap="flat">
                    <a:noFill/>
                    <a:prstDash val="solid"/>
                    <a:miter/>
                  </a:ln>
                </p:spPr>
                <p:txBody>
                  <a:bodyPr rtlCol="0" anchor="ctr"/>
                  <a:lstStyle/>
                  <a:p>
                    <a:endParaRPr lang="en-US"/>
                  </a:p>
                </p:txBody>
              </p:sp>
            </p:grpSp>
            <p:sp>
              <p:nvSpPr>
                <p:cNvPr id="43" name="Freeform: Shape 42">
                  <a:extLst>
                    <a:ext uri="{FF2B5EF4-FFF2-40B4-BE49-F238E27FC236}">
                      <a16:creationId xmlns:a16="http://schemas.microsoft.com/office/drawing/2014/main" id="{9554D29E-41EF-499D-8F70-E8E23F3FA09E}"/>
                    </a:ext>
                  </a:extLst>
                </p:cNvPr>
                <p:cNvSpPr/>
                <p:nvPr/>
              </p:nvSpPr>
              <p:spPr>
                <a:xfrm>
                  <a:off x="6000506" y="1007276"/>
                  <a:ext cx="3032760" cy="1752042"/>
                </a:xfrm>
                <a:custGeom>
                  <a:avLst/>
                  <a:gdLst>
                    <a:gd name="connsiteX0" fmla="*/ 0 w 3032760"/>
                    <a:gd name="connsiteY0" fmla="*/ 1726132 h 1752042"/>
                    <a:gd name="connsiteX1" fmla="*/ 2990811 w 3032760"/>
                    <a:gd name="connsiteY1" fmla="*/ 0 h 1752042"/>
                    <a:gd name="connsiteX2" fmla="*/ 3032761 w 3032760"/>
                    <a:gd name="connsiteY2" fmla="*/ 24677 h 1752042"/>
                    <a:gd name="connsiteX3" fmla="*/ 43184 w 3032760"/>
                    <a:gd name="connsiteY3" fmla="*/ 1752042 h 1752042"/>
                  </a:gdLst>
                  <a:ahLst/>
                  <a:cxnLst>
                    <a:cxn ang="0">
                      <a:pos x="connsiteX0" y="connsiteY0"/>
                    </a:cxn>
                    <a:cxn ang="0">
                      <a:pos x="connsiteX1" y="connsiteY1"/>
                    </a:cxn>
                    <a:cxn ang="0">
                      <a:pos x="connsiteX2" y="connsiteY2"/>
                    </a:cxn>
                    <a:cxn ang="0">
                      <a:pos x="connsiteX3" y="connsiteY3"/>
                    </a:cxn>
                  </a:cxnLst>
                  <a:rect l="l" t="t" r="r" b="b"/>
                  <a:pathLst>
                    <a:path w="3032760" h="1752042">
                      <a:moveTo>
                        <a:pt x="0" y="1726132"/>
                      </a:moveTo>
                      <a:lnTo>
                        <a:pt x="2990811" y="0"/>
                      </a:lnTo>
                      <a:lnTo>
                        <a:pt x="3032761" y="24677"/>
                      </a:lnTo>
                      <a:lnTo>
                        <a:pt x="43184" y="1752042"/>
                      </a:lnTo>
                      <a:close/>
                    </a:path>
                  </a:pathLst>
                </a:custGeom>
                <a:solidFill>
                  <a:schemeClr val="accent1"/>
                </a:solidFill>
                <a:ln w="1232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20686F9-C25C-4CDE-A159-6A61314A8FA6}"/>
                    </a:ext>
                  </a:extLst>
                </p:cNvPr>
                <p:cNvSpPr/>
                <p:nvPr/>
              </p:nvSpPr>
              <p:spPr>
                <a:xfrm>
                  <a:off x="7302816" y="1756212"/>
                  <a:ext cx="406547" cy="233194"/>
                </a:xfrm>
                <a:custGeom>
                  <a:avLst/>
                  <a:gdLst>
                    <a:gd name="connsiteX0" fmla="*/ 344856 w 406547"/>
                    <a:gd name="connsiteY0" fmla="*/ 7403 h 233194"/>
                    <a:gd name="connsiteX1" fmla="*/ 284398 w 406547"/>
                    <a:gd name="connsiteY1" fmla="*/ 7403 h 233194"/>
                    <a:gd name="connsiteX2" fmla="*/ 12955 w 406547"/>
                    <a:gd name="connsiteY2" fmla="*/ 164100 h 233194"/>
                    <a:gd name="connsiteX3" fmla="*/ 12955 w 406547"/>
                    <a:gd name="connsiteY3" fmla="*/ 198647 h 233194"/>
                    <a:gd name="connsiteX4" fmla="*/ 73413 w 406547"/>
                    <a:gd name="connsiteY4" fmla="*/ 233194 h 233194"/>
                    <a:gd name="connsiteX5" fmla="*/ 406548 w 406547"/>
                    <a:gd name="connsiteY5" fmla="*/ 40716 h 233194"/>
                    <a:gd name="connsiteX6" fmla="*/ 344856 w 406547"/>
                    <a:gd name="connsiteY6" fmla="*/ 7403 h 233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6547" h="233194">
                      <a:moveTo>
                        <a:pt x="344856" y="7403"/>
                      </a:moveTo>
                      <a:cubicBezTo>
                        <a:pt x="327583" y="-2468"/>
                        <a:pt x="300438" y="-2468"/>
                        <a:pt x="284398" y="7403"/>
                      </a:cubicBezTo>
                      <a:lnTo>
                        <a:pt x="12955" y="164100"/>
                      </a:lnTo>
                      <a:cubicBezTo>
                        <a:pt x="-4318" y="173970"/>
                        <a:pt x="-4318" y="190010"/>
                        <a:pt x="12955" y="198647"/>
                      </a:cubicBezTo>
                      <a:lnTo>
                        <a:pt x="73413" y="233194"/>
                      </a:lnTo>
                      <a:lnTo>
                        <a:pt x="406548" y="40716"/>
                      </a:lnTo>
                      <a:lnTo>
                        <a:pt x="344856" y="7403"/>
                      </a:lnTo>
                      <a:close/>
                    </a:path>
                  </a:pathLst>
                </a:custGeom>
                <a:solidFill>
                  <a:schemeClr val="accent1"/>
                </a:solidFill>
                <a:ln w="12320" cap="flat">
                  <a:noFill/>
                  <a:prstDash val="solid"/>
                  <a:miter/>
                </a:ln>
              </p:spPr>
              <p:txBody>
                <a:bodyPr rtlCol="0" anchor="ctr"/>
                <a:lstStyle/>
                <a:p>
                  <a:endParaRPr lang="en-US"/>
                </a:p>
              </p:txBody>
            </p:sp>
          </p:grpSp>
          <p:grpSp>
            <p:nvGrpSpPr>
              <p:cNvPr id="45" name="Graphic 6">
                <a:extLst>
                  <a:ext uri="{FF2B5EF4-FFF2-40B4-BE49-F238E27FC236}">
                    <a16:creationId xmlns:a16="http://schemas.microsoft.com/office/drawing/2014/main" id="{31113BDC-2845-441C-B626-57D5D70A544F}"/>
                  </a:ext>
                </a:extLst>
              </p:cNvPr>
              <p:cNvGrpSpPr/>
              <p:nvPr/>
            </p:nvGrpSpPr>
            <p:grpSpPr>
              <a:xfrm>
                <a:off x="6415073" y="2420242"/>
                <a:ext cx="1063563" cy="2364800"/>
                <a:chOff x="6415073" y="2420242"/>
                <a:chExt cx="1063563" cy="2364800"/>
              </a:xfrm>
              <a:solidFill>
                <a:srgbClr val="000000"/>
              </a:solidFill>
            </p:grpSpPr>
            <p:sp>
              <p:nvSpPr>
                <p:cNvPr id="46" name="Freeform: Shape 45">
                  <a:extLst>
                    <a:ext uri="{FF2B5EF4-FFF2-40B4-BE49-F238E27FC236}">
                      <a16:creationId xmlns:a16="http://schemas.microsoft.com/office/drawing/2014/main" id="{73A2456B-1195-4164-9906-E5D84D848767}"/>
                    </a:ext>
                  </a:extLst>
                </p:cNvPr>
                <p:cNvSpPr/>
                <p:nvPr/>
              </p:nvSpPr>
              <p:spPr>
                <a:xfrm>
                  <a:off x="6415073" y="2420242"/>
                  <a:ext cx="1063563" cy="639296"/>
                </a:xfrm>
                <a:custGeom>
                  <a:avLst/>
                  <a:gdLst>
                    <a:gd name="connsiteX0" fmla="*/ 25910 w 1063563"/>
                    <a:gd name="connsiteY0" fmla="*/ 635196 h 639296"/>
                    <a:gd name="connsiteX1" fmla="*/ 1011743 w 1063563"/>
                    <a:gd name="connsiteY1" fmla="*/ 65165 h 639296"/>
                    <a:gd name="connsiteX2" fmla="*/ 1038887 w 1063563"/>
                    <a:gd name="connsiteY2" fmla="*/ 49125 h 639296"/>
                    <a:gd name="connsiteX3" fmla="*/ 1063564 w 1063563"/>
                    <a:gd name="connsiteY3" fmla="*/ 12110 h 639296"/>
                    <a:gd name="connsiteX4" fmla="*/ 1038887 w 1063563"/>
                    <a:gd name="connsiteY4" fmla="*/ 4707 h 639296"/>
                    <a:gd name="connsiteX5" fmla="*/ 1011743 w 1063563"/>
                    <a:gd name="connsiteY5" fmla="*/ 20747 h 639296"/>
                    <a:gd name="connsiteX6" fmla="*/ 25910 w 1063563"/>
                    <a:gd name="connsiteY6" fmla="*/ 589544 h 639296"/>
                    <a:gd name="connsiteX7" fmla="*/ 0 w 1063563"/>
                    <a:gd name="connsiteY7" fmla="*/ 626559 h 639296"/>
                    <a:gd name="connsiteX8" fmla="*/ 25910 w 1063563"/>
                    <a:gd name="connsiteY8" fmla="*/ 635196 h 639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563" h="639296">
                      <a:moveTo>
                        <a:pt x="25910" y="635196"/>
                      </a:moveTo>
                      <a:lnTo>
                        <a:pt x="1011743" y="65165"/>
                      </a:lnTo>
                      <a:lnTo>
                        <a:pt x="1038887" y="49125"/>
                      </a:lnTo>
                      <a:cubicBezTo>
                        <a:pt x="1052459" y="40488"/>
                        <a:pt x="1063564" y="24448"/>
                        <a:pt x="1063564" y="12110"/>
                      </a:cubicBezTo>
                      <a:cubicBezTo>
                        <a:pt x="1063564" y="-228"/>
                        <a:pt x="1052459" y="-3930"/>
                        <a:pt x="1038887" y="4707"/>
                      </a:cubicBezTo>
                      <a:lnTo>
                        <a:pt x="1011743" y="20747"/>
                      </a:lnTo>
                      <a:lnTo>
                        <a:pt x="25910" y="589544"/>
                      </a:lnTo>
                      <a:cubicBezTo>
                        <a:pt x="12338" y="598181"/>
                        <a:pt x="0" y="614220"/>
                        <a:pt x="0" y="626559"/>
                      </a:cubicBezTo>
                      <a:cubicBezTo>
                        <a:pt x="0" y="640131"/>
                        <a:pt x="11105" y="642599"/>
                        <a:pt x="25910" y="635196"/>
                      </a:cubicBezTo>
                      <a:close/>
                    </a:path>
                  </a:pathLst>
                </a:custGeom>
                <a:solidFill>
                  <a:srgbClr val="000000"/>
                </a:solidFill>
                <a:ln w="1232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23DD7688-2070-4F21-9FF6-17BC1A3C9A20}"/>
                    </a:ext>
                  </a:extLst>
                </p:cNvPr>
                <p:cNvSpPr/>
                <p:nvPr/>
              </p:nvSpPr>
              <p:spPr>
                <a:xfrm>
                  <a:off x="6415073" y="2527586"/>
                  <a:ext cx="1063563" cy="639902"/>
                </a:xfrm>
                <a:custGeom>
                  <a:avLst/>
                  <a:gdLst>
                    <a:gd name="connsiteX0" fmla="*/ 25910 w 1063563"/>
                    <a:gd name="connsiteY0" fmla="*/ 635196 h 639902"/>
                    <a:gd name="connsiteX1" fmla="*/ 1011743 w 1063563"/>
                    <a:gd name="connsiteY1" fmla="*/ 65165 h 639902"/>
                    <a:gd name="connsiteX2" fmla="*/ 1038887 w 1063563"/>
                    <a:gd name="connsiteY2" fmla="*/ 49125 h 639902"/>
                    <a:gd name="connsiteX3" fmla="*/ 1063564 w 1063563"/>
                    <a:gd name="connsiteY3" fmla="*/ 12110 h 639902"/>
                    <a:gd name="connsiteX4" fmla="*/ 1038887 w 1063563"/>
                    <a:gd name="connsiteY4" fmla="*/ 4707 h 639902"/>
                    <a:gd name="connsiteX5" fmla="*/ 1011743 w 1063563"/>
                    <a:gd name="connsiteY5" fmla="*/ 20747 h 639902"/>
                    <a:gd name="connsiteX6" fmla="*/ 25910 w 1063563"/>
                    <a:gd name="connsiteY6" fmla="*/ 590778 h 639902"/>
                    <a:gd name="connsiteX7" fmla="*/ 0 w 1063563"/>
                    <a:gd name="connsiteY7" fmla="*/ 627793 h 639902"/>
                    <a:gd name="connsiteX8" fmla="*/ 25910 w 1063563"/>
                    <a:gd name="connsiteY8" fmla="*/ 635196 h 639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563" h="639902">
                      <a:moveTo>
                        <a:pt x="25910" y="635196"/>
                      </a:moveTo>
                      <a:lnTo>
                        <a:pt x="1011743" y="65165"/>
                      </a:lnTo>
                      <a:lnTo>
                        <a:pt x="1038887" y="49125"/>
                      </a:lnTo>
                      <a:cubicBezTo>
                        <a:pt x="1052459" y="40488"/>
                        <a:pt x="1063564" y="24448"/>
                        <a:pt x="1063564" y="12110"/>
                      </a:cubicBezTo>
                      <a:cubicBezTo>
                        <a:pt x="1063564" y="-228"/>
                        <a:pt x="1052459" y="-3930"/>
                        <a:pt x="1038887" y="4707"/>
                      </a:cubicBezTo>
                      <a:lnTo>
                        <a:pt x="1011743" y="20747"/>
                      </a:lnTo>
                      <a:lnTo>
                        <a:pt x="25910" y="590778"/>
                      </a:lnTo>
                      <a:cubicBezTo>
                        <a:pt x="12338" y="599414"/>
                        <a:pt x="0" y="615454"/>
                        <a:pt x="0" y="627793"/>
                      </a:cubicBezTo>
                      <a:cubicBezTo>
                        <a:pt x="0" y="640131"/>
                        <a:pt x="11105" y="643832"/>
                        <a:pt x="25910" y="635196"/>
                      </a:cubicBezTo>
                      <a:close/>
                    </a:path>
                  </a:pathLst>
                </a:custGeom>
                <a:solidFill>
                  <a:srgbClr val="000000"/>
                </a:solidFill>
                <a:ln w="1232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6B8FCA4B-B812-4796-9264-ECEAA61DDBF3}"/>
                    </a:ext>
                  </a:extLst>
                </p:cNvPr>
                <p:cNvSpPr/>
                <p:nvPr/>
              </p:nvSpPr>
              <p:spPr>
                <a:xfrm>
                  <a:off x="6415073" y="2636163"/>
                  <a:ext cx="1063563" cy="638993"/>
                </a:xfrm>
                <a:custGeom>
                  <a:avLst/>
                  <a:gdLst>
                    <a:gd name="connsiteX0" fmla="*/ 25910 w 1063563"/>
                    <a:gd name="connsiteY0" fmla="*/ 635196 h 638993"/>
                    <a:gd name="connsiteX1" fmla="*/ 1011743 w 1063563"/>
                    <a:gd name="connsiteY1" fmla="*/ 65165 h 638993"/>
                    <a:gd name="connsiteX2" fmla="*/ 1038887 w 1063563"/>
                    <a:gd name="connsiteY2" fmla="*/ 49125 h 638993"/>
                    <a:gd name="connsiteX3" fmla="*/ 1063564 w 1063563"/>
                    <a:gd name="connsiteY3" fmla="*/ 12110 h 638993"/>
                    <a:gd name="connsiteX4" fmla="*/ 1038887 w 1063563"/>
                    <a:gd name="connsiteY4" fmla="*/ 4707 h 638993"/>
                    <a:gd name="connsiteX5" fmla="*/ 1011743 w 1063563"/>
                    <a:gd name="connsiteY5" fmla="*/ 20747 h 638993"/>
                    <a:gd name="connsiteX6" fmla="*/ 25910 w 1063563"/>
                    <a:gd name="connsiteY6" fmla="*/ 589544 h 638993"/>
                    <a:gd name="connsiteX7" fmla="*/ 0 w 1063563"/>
                    <a:gd name="connsiteY7" fmla="*/ 626559 h 638993"/>
                    <a:gd name="connsiteX8" fmla="*/ 25910 w 1063563"/>
                    <a:gd name="connsiteY8" fmla="*/ 635196 h 638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563" h="638993">
                      <a:moveTo>
                        <a:pt x="25910" y="635196"/>
                      </a:moveTo>
                      <a:lnTo>
                        <a:pt x="1011743" y="65165"/>
                      </a:lnTo>
                      <a:lnTo>
                        <a:pt x="1038887" y="49125"/>
                      </a:lnTo>
                      <a:cubicBezTo>
                        <a:pt x="1052459" y="40488"/>
                        <a:pt x="1063564" y="24448"/>
                        <a:pt x="1063564" y="12110"/>
                      </a:cubicBezTo>
                      <a:cubicBezTo>
                        <a:pt x="1063564" y="-228"/>
                        <a:pt x="1052459" y="-3930"/>
                        <a:pt x="1038887" y="4707"/>
                      </a:cubicBezTo>
                      <a:lnTo>
                        <a:pt x="1011743" y="20747"/>
                      </a:lnTo>
                      <a:lnTo>
                        <a:pt x="25910" y="589544"/>
                      </a:lnTo>
                      <a:cubicBezTo>
                        <a:pt x="12338" y="598181"/>
                        <a:pt x="0" y="614220"/>
                        <a:pt x="0" y="626559"/>
                      </a:cubicBezTo>
                      <a:cubicBezTo>
                        <a:pt x="0" y="638897"/>
                        <a:pt x="11105" y="642599"/>
                        <a:pt x="25910" y="635196"/>
                      </a:cubicBezTo>
                      <a:close/>
                    </a:path>
                  </a:pathLst>
                </a:custGeom>
                <a:solidFill>
                  <a:srgbClr val="000000"/>
                </a:solidFill>
                <a:ln w="1232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C1F6F36-6C23-47EB-B13D-20AD0B688755}"/>
                    </a:ext>
                  </a:extLst>
                </p:cNvPr>
                <p:cNvSpPr/>
                <p:nvPr/>
              </p:nvSpPr>
              <p:spPr>
                <a:xfrm>
                  <a:off x="6415073" y="2743506"/>
                  <a:ext cx="1063563" cy="639902"/>
                </a:xfrm>
                <a:custGeom>
                  <a:avLst/>
                  <a:gdLst>
                    <a:gd name="connsiteX0" fmla="*/ 25910 w 1063563"/>
                    <a:gd name="connsiteY0" fmla="*/ 635196 h 639902"/>
                    <a:gd name="connsiteX1" fmla="*/ 1011743 w 1063563"/>
                    <a:gd name="connsiteY1" fmla="*/ 65165 h 639902"/>
                    <a:gd name="connsiteX2" fmla="*/ 1038887 w 1063563"/>
                    <a:gd name="connsiteY2" fmla="*/ 49125 h 639902"/>
                    <a:gd name="connsiteX3" fmla="*/ 1063564 w 1063563"/>
                    <a:gd name="connsiteY3" fmla="*/ 12110 h 639902"/>
                    <a:gd name="connsiteX4" fmla="*/ 1038887 w 1063563"/>
                    <a:gd name="connsiteY4" fmla="*/ 4707 h 639902"/>
                    <a:gd name="connsiteX5" fmla="*/ 1011743 w 1063563"/>
                    <a:gd name="connsiteY5" fmla="*/ 20747 h 639902"/>
                    <a:gd name="connsiteX6" fmla="*/ 25910 w 1063563"/>
                    <a:gd name="connsiteY6" fmla="*/ 590778 h 639902"/>
                    <a:gd name="connsiteX7" fmla="*/ 0 w 1063563"/>
                    <a:gd name="connsiteY7" fmla="*/ 627793 h 639902"/>
                    <a:gd name="connsiteX8" fmla="*/ 25910 w 1063563"/>
                    <a:gd name="connsiteY8" fmla="*/ 635196 h 639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563" h="639902">
                      <a:moveTo>
                        <a:pt x="25910" y="635196"/>
                      </a:moveTo>
                      <a:lnTo>
                        <a:pt x="1011743" y="65165"/>
                      </a:lnTo>
                      <a:lnTo>
                        <a:pt x="1038887" y="49125"/>
                      </a:lnTo>
                      <a:cubicBezTo>
                        <a:pt x="1052459" y="40488"/>
                        <a:pt x="1063564" y="24448"/>
                        <a:pt x="1063564" y="12110"/>
                      </a:cubicBezTo>
                      <a:cubicBezTo>
                        <a:pt x="1063564" y="-228"/>
                        <a:pt x="1052459" y="-3930"/>
                        <a:pt x="1038887" y="4707"/>
                      </a:cubicBezTo>
                      <a:lnTo>
                        <a:pt x="1011743" y="20747"/>
                      </a:lnTo>
                      <a:lnTo>
                        <a:pt x="25910" y="590778"/>
                      </a:lnTo>
                      <a:cubicBezTo>
                        <a:pt x="12338" y="599414"/>
                        <a:pt x="0" y="615454"/>
                        <a:pt x="0" y="627793"/>
                      </a:cubicBezTo>
                      <a:cubicBezTo>
                        <a:pt x="0" y="640131"/>
                        <a:pt x="11105" y="643832"/>
                        <a:pt x="25910" y="635196"/>
                      </a:cubicBezTo>
                      <a:close/>
                    </a:path>
                  </a:pathLst>
                </a:custGeom>
                <a:solidFill>
                  <a:srgbClr val="000000"/>
                </a:solidFill>
                <a:ln w="1232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6FAD0F8E-736A-4491-A87F-B4140AD36795}"/>
                    </a:ext>
                  </a:extLst>
                </p:cNvPr>
                <p:cNvSpPr/>
                <p:nvPr/>
              </p:nvSpPr>
              <p:spPr>
                <a:xfrm>
                  <a:off x="6415073" y="2850850"/>
                  <a:ext cx="1063563" cy="639902"/>
                </a:xfrm>
                <a:custGeom>
                  <a:avLst/>
                  <a:gdLst>
                    <a:gd name="connsiteX0" fmla="*/ 25910 w 1063563"/>
                    <a:gd name="connsiteY0" fmla="*/ 635195 h 639902"/>
                    <a:gd name="connsiteX1" fmla="*/ 1011743 w 1063563"/>
                    <a:gd name="connsiteY1" fmla="*/ 65165 h 639902"/>
                    <a:gd name="connsiteX2" fmla="*/ 1038887 w 1063563"/>
                    <a:gd name="connsiteY2" fmla="*/ 49125 h 639902"/>
                    <a:gd name="connsiteX3" fmla="*/ 1063564 w 1063563"/>
                    <a:gd name="connsiteY3" fmla="*/ 12110 h 639902"/>
                    <a:gd name="connsiteX4" fmla="*/ 1038887 w 1063563"/>
                    <a:gd name="connsiteY4" fmla="*/ 4707 h 639902"/>
                    <a:gd name="connsiteX5" fmla="*/ 1011743 w 1063563"/>
                    <a:gd name="connsiteY5" fmla="*/ 20747 h 639902"/>
                    <a:gd name="connsiteX6" fmla="*/ 25910 w 1063563"/>
                    <a:gd name="connsiteY6" fmla="*/ 590778 h 639902"/>
                    <a:gd name="connsiteX7" fmla="*/ 0 w 1063563"/>
                    <a:gd name="connsiteY7" fmla="*/ 627793 h 639902"/>
                    <a:gd name="connsiteX8" fmla="*/ 25910 w 1063563"/>
                    <a:gd name="connsiteY8" fmla="*/ 635195 h 639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563" h="639902">
                      <a:moveTo>
                        <a:pt x="25910" y="635195"/>
                      </a:moveTo>
                      <a:lnTo>
                        <a:pt x="1011743" y="65165"/>
                      </a:lnTo>
                      <a:lnTo>
                        <a:pt x="1038887" y="49125"/>
                      </a:lnTo>
                      <a:cubicBezTo>
                        <a:pt x="1052459" y="40488"/>
                        <a:pt x="1063564" y="24448"/>
                        <a:pt x="1063564" y="12110"/>
                      </a:cubicBezTo>
                      <a:cubicBezTo>
                        <a:pt x="1063564" y="-228"/>
                        <a:pt x="1052459" y="-3930"/>
                        <a:pt x="1038887" y="4707"/>
                      </a:cubicBezTo>
                      <a:lnTo>
                        <a:pt x="1011743" y="20747"/>
                      </a:lnTo>
                      <a:lnTo>
                        <a:pt x="25910" y="590778"/>
                      </a:lnTo>
                      <a:cubicBezTo>
                        <a:pt x="12338" y="599414"/>
                        <a:pt x="0" y="615454"/>
                        <a:pt x="0" y="627793"/>
                      </a:cubicBezTo>
                      <a:cubicBezTo>
                        <a:pt x="0" y="640131"/>
                        <a:pt x="11105" y="643832"/>
                        <a:pt x="25910" y="635195"/>
                      </a:cubicBezTo>
                      <a:close/>
                    </a:path>
                  </a:pathLst>
                </a:custGeom>
                <a:solidFill>
                  <a:srgbClr val="000000"/>
                </a:solidFill>
                <a:ln w="12320"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5266036E-AEBF-41FA-92F8-AD241A6974D4}"/>
                    </a:ext>
                  </a:extLst>
                </p:cNvPr>
                <p:cNvSpPr/>
                <p:nvPr/>
              </p:nvSpPr>
              <p:spPr>
                <a:xfrm>
                  <a:off x="6415073" y="2959427"/>
                  <a:ext cx="1063563" cy="639296"/>
                </a:xfrm>
                <a:custGeom>
                  <a:avLst/>
                  <a:gdLst>
                    <a:gd name="connsiteX0" fmla="*/ 25910 w 1063563"/>
                    <a:gd name="connsiteY0" fmla="*/ 635196 h 639296"/>
                    <a:gd name="connsiteX1" fmla="*/ 1011743 w 1063563"/>
                    <a:gd name="connsiteY1" fmla="*/ 65165 h 639296"/>
                    <a:gd name="connsiteX2" fmla="*/ 1038887 w 1063563"/>
                    <a:gd name="connsiteY2" fmla="*/ 49125 h 639296"/>
                    <a:gd name="connsiteX3" fmla="*/ 1063564 w 1063563"/>
                    <a:gd name="connsiteY3" fmla="*/ 12110 h 639296"/>
                    <a:gd name="connsiteX4" fmla="*/ 1038887 w 1063563"/>
                    <a:gd name="connsiteY4" fmla="*/ 4707 h 639296"/>
                    <a:gd name="connsiteX5" fmla="*/ 1011743 w 1063563"/>
                    <a:gd name="connsiteY5" fmla="*/ 20747 h 639296"/>
                    <a:gd name="connsiteX6" fmla="*/ 25910 w 1063563"/>
                    <a:gd name="connsiteY6" fmla="*/ 589544 h 639296"/>
                    <a:gd name="connsiteX7" fmla="*/ 0 w 1063563"/>
                    <a:gd name="connsiteY7" fmla="*/ 626559 h 639296"/>
                    <a:gd name="connsiteX8" fmla="*/ 25910 w 1063563"/>
                    <a:gd name="connsiteY8" fmla="*/ 635196 h 639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563" h="639296">
                      <a:moveTo>
                        <a:pt x="25910" y="635196"/>
                      </a:moveTo>
                      <a:lnTo>
                        <a:pt x="1011743" y="65165"/>
                      </a:lnTo>
                      <a:lnTo>
                        <a:pt x="1038887" y="49125"/>
                      </a:lnTo>
                      <a:cubicBezTo>
                        <a:pt x="1052459" y="40488"/>
                        <a:pt x="1063564" y="24448"/>
                        <a:pt x="1063564" y="12110"/>
                      </a:cubicBezTo>
                      <a:cubicBezTo>
                        <a:pt x="1063564" y="-228"/>
                        <a:pt x="1052459" y="-3930"/>
                        <a:pt x="1038887" y="4707"/>
                      </a:cubicBezTo>
                      <a:lnTo>
                        <a:pt x="1011743" y="20747"/>
                      </a:lnTo>
                      <a:lnTo>
                        <a:pt x="25910" y="589544"/>
                      </a:lnTo>
                      <a:cubicBezTo>
                        <a:pt x="12338" y="598181"/>
                        <a:pt x="0" y="614220"/>
                        <a:pt x="0" y="626559"/>
                      </a:cubicBezTo>
                      <a:cubicBezTo>
                        <a:pt x="0" y="640131"/>
                        <a:pt x="11105" y="642599"/>
                        <a:pt x="25910" y="635196"/>
                      </a:cubicBezTo>
                      <a:close/>
                    </a:path>
                  </a:pathLst>
                </a:custGeom>
                <a:solidFill>
                  <a:srgbClr val="000000"/>
                </a:solidFill>
                <a:ln w="12320"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8F954A90-B081-4D61-8140-16325E5CF882}"/>
                    </a:ext>
                  </a:extLst>
                </p:cNvPr>
                <p:cNvSpPr/>
                <p:nvPr/>
              </p:nvSpPr>
              <p:spPr>
                <a:xfrm>
                  <a:off x="6415073" y="3066770"/>
                  <a:ext cx="1063563" cy="639902"/>
                </a:xfrm>
                <a:custGeom>
                  <a:avLst/>
                  <a:gdLst>
                    <a:gd name="connsiteX0" fmla="*/ 25910 w 1063563"/>
                    <a:gd name="connsiteY0" fmla="*/ 635195 h 639902"/>
                    <a:gd name="connsiteX1" fmla="*/ 1011743 w 1063563"/>
                    <a:gd name="connsiteY1" fmla="*/ 65165 h 639902"/>
                    <a:gd name="connsiteX2" fmla="*/ 1038887 w 1063563"/>
                    <a:gd name="connsiteY2" fmla="*/ 49125 h 639902"/>
                    <a:gd name="connsiteX3" fmla="*/ 1063564 w 1063563"/>
                    <a:gd name="connsiteY3" fmla="*/ 12110 h 639902"/>
                    <a:gd name="connsiteX4" fmla="*/ 1038887 w 1063563"/>
                    <a:gd name="connsiteY4" fmla="*/ 4707 h 639902"/>
                    <a:gd name="connsiteX5" fmla="*/ 1011743 w 1063563"/>
                    <a:gd name="connsiteY5" fmla="*/ 20747 h 639902"/>
                    <a:gd name="connsiteX6" fmla="*/ 25910 w 1063563"/>
                    <a:gd name="connsiteY6" fmla="*/ 590778 h 639902"/>
                    <a:gd name="connsiteX7" fmla="*/ 0 w 1063563"/>
                    <a:gd name="connsiteY7" fmla="*/ 627793 h 639902"/>
                    <a:gd name="connsiteX8" fmla="*/ 25910 w 1063563"/>
                    <a:gd name="connsiteY8" fmla="*/ 635195 h 639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563" h="639902">
                      <a:moveTo>
                        <a:pt x="25910" y="635195"/>
                      </a:moveTo>
                      <a:lnTo>
                        <a:pt x="1011743" y="65165"/>
                      </a:lnTo>
                      <a:lnTo>
                        <a:pt x="1038887" y="49125"/>
                      </a:lnTo>
                      <a:cubicBezTo>
                        <a:pt x="1052459" y="40488"/>
                        <a:pt x="1063564" y="24448"/>
                        <a:pt x="1063564" y="12110"/>
                      </a:cubicBezTo>
                      <a:cubicBezTo>
                        <a:pt x="1063564" y="-228"/>
                        <a:pt x="1052459" y="-3930"/>
                        <a:pt x="1038887" y="4707"/>
                      </a:cubicBezTo>
                      <a:lnTo>
                        <a:pt x="1011743" y="20747"/>
                      </a:lnTo>
                      <a:lnTo>
                        <a:pt x="25910" y="590778"/>
                      </a:lnTo>
                      <a:cubicBezTo>
                        <a:pt x="12338" y="599414"/>
                        <a:pt x="0" y="615454"/>
                        <a:pt x="0" y="627793"/>
                      </a:cubicBezTo>
                      <a:cubicBezTo>
                        <a:pt x="0" y="640131"/>
                        <a:pt x="11105" y="643832"/>
                        <a:pt x="25910" y="635195"/>
                      </a:cubicBezTo>
                      <a:close/>
                    </a:path>
                  </a:pathLst>
                </a:custGeom>
                <a:solidFill>
                  <a:srgbClr val="000000"/>
                </a:solidFill>
                <a:ln w="12320"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7B0C3501-061F-4731-A57C-8DE3CBEA87BC}"/>
                    </a:ext>
                  </a:extLst>
                </p:cNvPr>
                <p:cNvSpPr/>
                <p:nvPr/>
              </p:nvSpPr>
              <p:spPr>
                <a:xfrm>
                  <a:off x="6415073" y="3175348"/>
                  <a:ext cx="1063563" cy="638993"/>
                </a:xfrm>
                <a:custGeom>
                  <a:avLst/>
                  <a:gdLst>
                    <a:gd name="connsiteX0" fmla="*/ 25910 w 1063563"/>
                    <a:gd name="connsiteY0" fmla="*/ 635196 h 638993"/>
                    <a:gd name="connsiteX1" fmla="*/ 1011743 w 1063563"/>
                    <a:gd name="connsiteY1" fmla="*/ 65165 h 638993"/>
                    <a:gd name="connsiteX2" fmla="*/ 1038887 w 1063563"/>
                    <a:gd name="connsiteY2" fmla="*/ 49125 h 638993"/>
                    <a:gd name="connsiteX3" fmla="*/ 1063564 w 1063563"/>
                    <a:gd name="connsiteY3" fmla="*/ 12110 h 638993"/>
                    <a:gd name="connsiteX4" fmla="*/ 1038887 w 1063563"/>
                    <a:gd name="connsiteY4" fmla="*/ 4707 h 638993"/>
                    <a:gd name="connsiteX5" fmla="*/ 1011743 w 1063563"/>
                    <a:gd name="connsiteY5" fmla="*/ 20747 h 638993"/>
                    <a:gd name="connsiteX6" fmla="*/ 25910 w 1063563"/>
                    <a:gd name="connsiteY6" fmla="*/ 589544 h 638993"/>
                    <a:gd name="connsiteX7" fmla="*/ 0 w 1063563"/>
                    <a:gd name="connsiteY7" fmla="*/ 626559 h 638993"/>
                    <a:gd name="connsiteX8" fmla="*/ 25910 w 1063563"/>
                    <a:gd name="connsiteY8" fmla="*/ 635196 h 638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563" h="638993">
                      <a:moveTo>
                        <a:pt x="25910" y="635196"/>
                      </a:moveTo>
                      <a:lnTo>
                        <a:pt x="1011743" y="65165"/>
                      </a:lnTo>
                      <a:lnTo>
                        <a:pt x="1038887" y="49125"/>
                      </a:lnTo>
                      <a:cubicBezTo>
                        <a:pt x="1052459" y="40488"/>
                        <a:pt x="1063564" y="24448"/>
                        <a:pt x="1063564" y="12110"/>
                      </a:cubicBezTo>
                      <a:cubicBezTo>
                        <a:pt x="1063564" y="-228"/>
                        <a:pt x="1052459" y="-3930"/>
                        <a:pt x="1038887" y="4707"/>
                      </a:cubicBezTo>
                      <a:lnTo>
                        <a:pt x="1011743" y="20747"/>
                      </a:lnTo>
                      <a:lnTo>
                        <a:pt x="25910" y="589544"/>
                      </a:lnTo>
                      <a:cubicBezTo>
                        <a:pt x="12338" y="598181"/>
                        <a:pt x="0" y="614220"/>
                        <a:pt x="0" y="626559"/>
                      </a:cubicBezTo>
                      <a:cubicBezTo>
                        <a:pt x="0" y="638897"/>
                        <a:pt x="11105" y="642599"/>
                        <a:pt x="25910" y="635196"/>
                      </a:cubicBezTo>
                      <a:close/>
                    </a:path>
                  </a:pathLst>
                </a:custGeom>
                <a:solidFill>
                  <a:srgbClr val="000000"/>
                </a:solidFill>
                <a:ln w="12320"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0AD3C6D6-16C0-468C-A9E0-6A1BA9DFF925}"/>
                    </a:ext>
                  </a:extLst>
                </p:cNvPr>
                <p:cNvSpPr/>
                <p:nvPr/>
              </p:nvSpPr>
              <p:spPr>
                <a:xfrm>
                  <a:off x="6415073" y="3282691"/>
                  <a:ext cx="1063563" cy="639902"/>
                </a:xfrm>
                <a:custGeom>
                  <a:avLst/>
                  <a:gdLst>
                    <a:gd name="connsiteX0" fmla="*/ 25910 w 1063563"/>
                    <a:gd name="connsiteY0" fmla="*/ 635195 h 639902"/>
                    <a:gd name="connsiteX1" fmla="*/ 1011743 w 1063563"/>
                    <a:gd name="connsiteY1" fmla="*/ 65165 h 639902"/>
                    <a:gd name="connsiteX2" fmla="*/ 1038887 w 1063563"/>
                    <a:gd name="connsiteY2" fmla="*/ 49125 h 639902"/>
                    <a:gd name="connsiteX3" fmla="*/ 1063564 w 1063563"/>
                    <a:gd name="connsiteY3" fmla="*/ 12110 h 639902"/>
                    <a:gd name="connsiteX4" fmla="*/ 1038887 w 1063563"/>
                    <a:gd name="connsiteY4" fmla="*/ 4707 h 639902"/>
                    <a:gd name="connsiteX5" fmla="*/ 1011743 w 1063563"/>
                    <a:gd name="connsiteY5" fmla="*/ 20747 h 639902"/>
                    <a:gd name="connsiteX6" fmla="*/ 25910 w 1063563"/>
                    <a:gd name="connsiteY6" fmla="*/ 590778 h 639902"/>
                    <a:gd name="connsiteX7" fmla="*/ 0 w 1063563"/>
                    <a:gd name="connsiteY7" fmla="*/ 627793 h 639902"/>
                    <a:gd name="connsiteX8" fmla="*/ 25910 w 1063563"/>
                    <a:gd name="connsiteY8" fmla="*/ 635195 h 639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563" h="639902">
                      <a:moveTo>
                        <a:pt x="25910" y="635195"/>
                      </a:moveTo>
                      <a:lnTo>
                        <a:pt x="1011743" y="65165"/>
                      </a:lnTo>
                      <a:lnTo>
                        <a:pt x="1038887" y="49125"/>
                      </a:lnTo>
                      <a:cubicBezTo>
                        <a:pt x="1052459" y="40488"/>
                        <a:pt x="1063564" y="24448"/>
                        <a:pt x="1063564" y="12110"/>
                      </a:cubicBezTo>
                      <a:cubicBezTo>
                        <a:pt x="1063564" y="-228"/>
                        <a:pt x="1052459" y="-3930"/>
                        <a:pt x="1038887" y="4707"/>
                      </a:cubicBezTo>
                      <a:lnTo>
                        <a:pt x="1011743" y="20747"/>
                      </a:lnTo>
                      <a:lnTo>
                        <a:pt x="25910" y="590778"/>
                      </a:lnTo>
                      <a:cubicBezTo>
                        <a:pt x="12338" y="599414"/>
                        <a:pt x="0" y="615454"/>
                        <a:pt x="0" y="627793"/>
                      </a:cubicBezTo>
                      <a:cubicBezTo>
                        <a:pt x="0" y="640131"/>
                        <a:pt x="11105" y="643832"/>
                        <a:pt x="25910" y="635195"/>
                      </a:cubicBezTo>
                      <a:close/>
                    </a:path>
                  </a:pathLst>
                </a:custGeom>
                <a:solidFill>
                  <a:srgbClr val="000000"/>
                </a:solidFill>
                <a:ln w="12320"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49A1B1A8-A422-49F1-9684-CBF080A062D9}"/>
                    </a:ext>
                  </a:extLst>
                </p:cNvPr>
                <p:cNvSpPr/>
                <p:nvPr/>
              </p:nvSpPr>
              <p:spPr>
                <a:xfrm>
                  <a:off x="6415073" y="3390035"/>
                  <a:ext cx="1063563" cy="639902"/>
                </a:xfrm>
                <a:custGeom>
                  <a:avLst/>
                  <a:gdLst>
                    <a:gd name="connsiteX0" fmla="*/ 25910 w 1063563"/>
                    <a:gd name="connsiteY0" fmla="*/ 635196 h 639902"/>
                    <a:gd name="connsiteX1" fmla="*/ 1011743 w 1063563"/>
                    <a:gd name="connsiteY1" fmla="*/ 65165 h 639902"/>
                    <a:gd name="connsiteX2" fmla="*/ 1038887 w 1063563"/>
                    <a:gd name="connsiteY2" fmla="*/ 49125 h 639902"/>
                    <a:gd name="connsiteX3" fmla="*/ 1063564 w 1063563"/>
                    <a:gd name="connsiteY3" fmla="*/ 12110 h 639902"/>
                    <a:gd name="connsiteX4" fmla="*/ 1038887 w 1063563"/>
                    <a:gd name="connsiteY4" fmla="*/ 4707 h 639902"/>
                    <a:gd name="connsiteX5" fmla="*/ 1011743 w 1063563"/>
                    <a:gd name="connsiteY5" fmla="*/ 20747 h 639902"/>
                    <a:gd name="connsiteX6" fmla="*/ 25910 w 1063563"/>
                    <a:gd name="connsiteY6" fmla="*/ 590778 h 639902"/>
                    <a:gd name="connsiteX7" fmla="*/ 0 w 1063563"/>
                    <a:gd name="connsiteY7" fmla="*/ 627793 h 639902"/>
                    <a:gd name="connsiteX8" fmla="*/ 25910 w 1063563"/>
                    <a:gd name="connsiteY8" fmla="*/ 635196 h 639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563" h="639902">
                      <a:moveTo>
                        <a:pt x="25910" y="635196"/>
                      </a:moveTo>
                      <a:lnTo>
                        <a:pt x="1011743" y="65165"/>
                      </a:lnTo>
                      <a:lnTo>
                        <a:pt x="1038887" y="49125"/>
                      </a:lnTo>
                      <a:cubicBezTo>
                        <a:pt x="1052459" y="40488"/>
                        <a:pt x="1063564" y="24448"/>
                        <a:pt x="1063564" y="12110"/>
                      </a:cubicBezTo>
                      <a:cubicBezTo>
                        <a:pt x="1063564" y="-228"/>
                        <a:pt x="1052459" y="-3930"/>
                        <a:pt x="1038887" y="4707"/>
                      </a:cubicBezTo>
                      <a:lnTo>
                        <a:pt x="1011743" y="20747"/>
                      </a:lnTo>
                      <a:lnTo>
                        <a:pt x="25910" y="590778"/>
                      </a:lnTo>
                      <a:cubicBezTo>
                        <a:pt x="12338" y="599414"/>
                        <a:pt x="0" y="615454"/>
                        <a:pt x="0" y="627793"/>
                      </a:cubicBezTo>
                      <a:cubicBezTo>
                        <a:pt x="0" y="640131"/>
                        <a:pt x="11105" y="643832"/>
                        <a:pt x="25910" y="635196"/>
                      </a:cubicBezTo>
                      <a:close/>
                    </a:path>
                  </a:pathLst>
                </a:custGeom>
                <a:solidFill>
                  <a:srgbClr val="000000"/>
                </a:solidFill>
                <a:ln w="12320"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60B0340C-297C-487E-86E1-526BC490CDC7}"/>
                    </a:ext>
                  </a:extLst>
                </p:cNvPr>
                <p:cNvSpPr/>
                <p:nvPr/>
              </p:nvSpPr>
              <p:spPr>
                <a:xfrm>
                  <a:off x="6415073" y="3498612"/>
                  <a:ext cx="1063563" cy="639296"/>
                </a:xfrm>
                <a:custGeom>
                  <a:avLst/>
                  <a:gdLst>
                    <a:gd name="connsiteX0" fmla="*/ 25910 w 1063563"/>
                    <a:gd name="connsiteY0" fmla="*/ 635195 h 639296"/>
                    <a:gd name="connsiteX1" fmla="*/ 1011743 w 1063563"/>
                    <a:gd name="connsiteY1" fmla="*/ 65165 h 639296"/>
                    <a:gd name="connsiteX2" fmla="*/ 1038887 w 1063563"/>
                    <a:gd name="connsiteY2" fmla="*/ 49125 h 639296"/>
                    <a:gd name="connsiteX3" fmla="*/ 1063564 w 1063563"/>
                    <a:gd name="connsiteY3" fmla="*/ 12110 h 639296"/>
                    <a:gd name="connsiteX4" fmla="*/ 1038887 w 1063563"/>
                    <a:gd name="connsiteY4" fmla="*/ 4707 h 639296"/>
                    <a:gd name="connsiteX5" fmla="*/ 1011743 w 1063563"/>
                    <a:gd name="connsiteY5" fmla="*/ 20747 h 639296"/>
                    <a:gd name="connsiteX6" fmla="*/ 25910 w 1063563"/>
                    <a:gd name="connsiteY6" fmla="*/ 589544 h 639296"/>
                    <a:gd name="connsiteX7" fmla="*/ 0 w 1063563"/>
                    <a:gd name="connsiteY7" fmla="*/ 626559 h 639296"/>
                    <a:gd name="connsiteX8" fmla="*/ 25910 w 1063563"/>
                    <a:gd name="connsiteY8" fmla="*/ 635195 h 639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563" h="639296">
                      <a:moveTo>
                        <a:pt x="25910" y="635195"/>
                      </a:moveTo>
                      <a:lnTo>
                        <a:pt x="1011743" y="65165"/>
                      </a:lnTo>
                      <a:lnTo>
                        <a:pt x="1038887" y="49125"/>
                      </a:lnTo>
                      <a:cubicBezTo>
                        <a:pt x="1052459" y="40488"/>
                        <a:pt x="1063564" y="24448"/>
                        <a:pt x="1063564" y="12110"/>
                      </a:cubicBezTo>
                      <a:cubicBezTo>
                        <a:pt x="1063564" y="-228"/>
                        <a:pt x="1052459" y="-3930"/>
                        <a:pt x="1038887" y="4707"/>
                      </a:cubicBezTo>
                      <a:lnTo>
                        <a:pt x="1011743" y="20747"/>
                      </a:lnTo>
                      <a:lnTo>
                        <a:pt x="25910" y="589544"/>
                      </a:lnTo>
                      <a:cubicBezTo>
                        <a:pt x="12338" y="598180"/>
                        <a:pt x="0" y="614220"/>
                        <a:pt x="0" y="626559"/>
                      </a:cubicBezTo>
                      <a:cubicBezTo>
                        <a:pt x="0" y="640131"/>
                        <a:pt x="11105" y="642599"/>
                        <a:pt x="25910" y="635195"/>
                      </a:cubicBezTo>
                      <a:close/>
                    </a:path>
                  </a:pathLst>
                </a:custGeom>
                <a:solidFill>
                  <a:srgbClr val="000000"/>
                </a:solidFill>
                <a:ln w="1232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E9223E5-E05D-4491-BFDE-53C774AAF7E4}"/>
                    </a:ext>
                  </a:extLst>
                </p:cNvPr>
                <p:cNvSpPr/>
                <p:nvPr/>
              </p:nvSpPr>
              <p:spPr>
                <a:xfrm>
                  <a:off x="6415073" y="3605955"/>
                  <a:ext cx="1063563" cy="639902"/>
                </a:xfrm>
                <a:custGeom>
                  <a:avLst/>
                  <a:gdLst>
                    <a:gd name="connsiteX0" fmla="*/ 25910 w 1063563"/>
                    <a:gd name="connsiteY0" fmla="*/ 635196 h 639902"/>
                    <a:gd name="connsiteX1" fmla="*/ 1011743 w 1063563"/>
                    <a:gd name="connsiteY1" fmla="*/ 65165 h 639902"/>
                    <a:gd name="connsiteX2" fmla="*/ 1038887 w 1063563"/>
                    <a:gd name="connsiteY2" fmla="*/ 49125 h 639902"/>
                    <a:gd name="connsiteX3" fmla="*/ 1063564 w 1063563"/>
                    <a:gd name="connsiteY3" fmla="*/ 12110 h 639902"/>
                    <a:gd name="connsiteX4" fmla="*/ 1038887 w 1063563"/>
                    <a:gd name="connsiteY4" fmla="*/ 4707 h 639902"/>
                    <a:gd name="connsiteX5" fmla="*/ 1011743 w 1063563"/>
                    <a:gd name="connsiteY5" fmla="*/ 20747 h 639902"/>
                    <a:gd name="connsiteX6" fmla="*/ 25910 w 1063563"/>
                    <a:gd name="connsiteY6" fmla="*/ 590778 h 639902"/>
                    <a:gd name="connsiteX7" fmla="*/ 0 w 1063563"/>
                    <a:gd name="connsiteY7" fmla="*/ 627793 h 639902"/>
                    <a:gd name="connsiteX8" fmla="*/ 25910 w 1063563"/>
                    <a:gd name="connsiteY8" fmla="*/ 635196 h 639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563" h="639902">
                      <a:moveTo>
                        <a:pt x="25910" y="635196"/>
                      </a:moveTo>
                      <a:lnTo>
                        <a:pt x="1011743" y="65165"/>
                      </a:lnTo>
                      <a:lnTo>
                        <a:pt x="1038887" y="49125"/>
                      </a:lnTo>
                      <a:cubicBezTo>
                        <a:pt x="1052459" y="40488"/>
                        <a:pt x="1063564" y="24448"/>
                        <a:pt x="1063564" y="12110"/>
                      </a:cubicBezTo>
                      <a:cubicBezTo>
                        <a:pt x="1063564" y="-228"/>
                        <a:pt x="1052459" y="-3930"/>
                        <a:pt x="1038887" y="4707"/>
                      </a:cubicBezTo>
                      <a:lnTo>
                        <a:pt x="1011743" y="20747"/>
                      </a:lnTo>
                      <a:lnTo>
                        <a:pt x="25910" y="590778"/>
                      </a:lnTo>
                      <a:cubicBezTo>
                        <a:pt x="12338" y="599415"/>
                        <a:pt x="0" y="615454"/>
                        <a:pt x="0" y="627793"/>
                      </a:cubicBezTo>
                      <a:cubicBezTo>
                        <a:pt x="0" y="640131"/>
                        <a:pt x="11105" y="643832"/>
                        <a:pt x="25910" y="635196"/>
                      </a:cubicBezTo>
                      <a:close/>
                    </a:path>
                  </a:pathLst>
                </a:custGeom>
                <a:solidFill>
                  <a:srgbClr val="000000"/>
                </a:solidFill>
                <a:ln w="12320"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5A84BDDD-C001-46FB-8FFC-0DC443140647}"/>
                    </a:ext>
                  </a:extLst>
                </p:cNvPr>
                <p:cNvSpPr/>
                <p:nvPr/>
              </p:nvSpPr>
              <p:spPr>
                <a:xfrm>
                  <a:off x="6415073" y="3714533"/>
                  <a:ext cx="1063563" cy="638993"/>
                </a:xfrm>
                <a:custGeom>
                  <a:avLst/>
                  <a:gdLst>
                    <a:gd name="connsiteX0" fmla="*/ 25910 w 1063563"/>
                    <a:gd name="connsiteY0" fmla="*/ 635195 h 638993"/>
                    <a:gd name="connsiteX1" fmla="*/ 1011743 w 1063563"/>
                    <a:gd name="connsiteY1" fmla="*/ 65165 h 638993"/>
                    <a:gd name="connsiteX2" fmla="*/ 1038887 w 1063563"/>
                    <a:gd name="connsiteY2" fmla="*/ 49125 h 638993"/>
                    <a:gd name="connsiteX3" fmla="*/ 1063564 w 1063563"/>
                    <a:gd name="connsiteY3" fmla="*/ 12110 h 638993"/>
                    <a:gd name="connsiteX4" fmla="*/ 1038887 w 1063563"/>
                    <a:gd name="connsiteY4" fmla="*/ 4707 h 638993"/>
                    <a:gd name="connsiteX5" fmla="*/ 1011743 w 1063563"/>
                    <a:gd name="connsiteY5" fmla="*/ 20747 h 638993"/>
                    <a:gd name="connsiteX6" fmla="*/ 25910 w 1063563"/>
                    <a:gd name="connsiteY6" fmla="*/ 589544 h 638993"/>
                    <a:gd name="connsiteX7" fmla="*/ 0 w 1063563"/>
                    <a:gd name="connsiteY7" fmla="*/ 626559 h 638993"/>
                    <a:gd name="connsiteX8" fmla="*/ 25910 w 1063563"/>
                    <a:gd name="connsiteY8" fmla="*/ 635195 h 638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563" h="638993">
                      <a:moveTo>
                        <a:pt x="25910" y="635195"/>
                      </a:moveTo>
                      <a:lnTo>
                        <a:pt x="1011743" y="65165"/>
                      </a:lnTo>
                      <a:lnTo>
                        <a:pt x="1038887" y="49125"/>
                      </a:lnTo>
                      <a:cubicBezTo>
                        <a:pt x="1052459" y="40488"/>
                        <a:pt x="1063564" y="24448"/>
                        <a:pt x="1063564" y="12110"/>
                      </a:cubicBezTo>
                      <a:cubicBezTo>
                        <a:pt x="1063564" y="-228"/>
                        <a:pt x="1052459" y="-3930"/>
                        <a:pt x="1038887" y="4707"/>
                      </a:cubicBezTo>
                      <a:lnTo>
                        <a:pt x="1011743" y="20747"/>
                      </a:lnTo>
                      <a:lnTo>
                        <a:pt x="25910" y="589544"/>
                      </a:lnTo>
                      <a:cubicBezTo>
                        <a:pt x="12338" y="598180"/>
                        <a:pt x="0" y="614221"/>
                        <a:pt x="0" y="626559"/>
                      </a:cubicBezTo>
                      <a:cubicBezTo>
                        <a:pt x="0" y="638897"/>
                        <a:pt x="11105" y="642599"/>
                        <a:pt x="25910" y="635195"/>
                      </a:cubicBezTo>
                      <a:close/>
                    </a:path>
                  </a:pathLst>
                </a:custGeom>
                <a:solidFill>
                  <a:srgbClr val="000000"/>
                </a:solidFill>
                <a:ln w="12320"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26CB48AB-8E33-4E2C-89C9-4ACC90845256}"/>
                    </a:ext>
                  </a:extLst>
                </p:cNvPr>
                <p:cNvSpPr/>
                <p:nvPr/>
              </p:nvSpPr>
              <p:spPr>
                <a:xfrm>
                  <a:off x="6415073" y="3821876"/>
                  <a:ext cx="1063563" cy="639902"/>
                </a:xfrm>
                <a:custGeom>
                  <a:avLst/>
                  <a:gdLst>
                    <a:gd name="connsiteX0" fmla="*/ 25910 w 1063563"/>
                    <a:gd name="connsiteY0" fmla="*/ 635196 h 639902"/>
                    <a:gd name="connsiteX1" fmla="*/ 1011743 w 1063563"/>
                    <a:gd name="connsiteY1" fmla="*/ 65165 h 639902"/>
                    <a:gd name="connsiteX2" fmla="*/ 1038887 w 1063563"/>
                    <a:gd name="connsiteY2" fmla="*/ 49125 h 639902"/>
                    <a:gd name="connsiteX3" fmla="*/ 1063564 w 1063563"/>
                    <a:gd name="connsiteY3" fmla="*/ 12110 h 639902"/>
                    <a:gd name="connsiteX4" fmla="*/ 1038887 w 1063563"/>
                    <a:gd name="connsiteY4" fmla="*/ 4707 h 639902"/>
                    <a:gd name="connsiteX5" fmla="*/ 1011743 w 1063563"/>
                    <a:gd name="connsiteY5" fmla="*/ 20747 h 639902"/>
                    <a:gd name="connsiteX6" fmla="*/ 25910 w 1063563"/>
                    <a:gd name="connsiteY6" fmla="*/ 590778 h 639902"/>
                    <a:gd name="connsiteX7" fmla="*/ 0 w 1063563"/>
                    <a:gd name="connsiteY7" fmla="*/ 627793 h 639902"/>
                    <a:gd name="connsiteX8" fmla="*/ 25910 w 1063563"/>
                    <a:gd name="connsiteY8" fmla="*/ 635196 h 639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563" h="639902">
                      <a:moveTo>
                        <a:pt x="25910" y="635196"/>
                      </a:moveTo>
                      <a:lnTo>
                        <a:pt x="1011743" y="65165"/>
                      </a:lnTo>
                      <a:lnTo>
                        <a:pt x="1038887" y="49125"/>
                      </a:lnTo>
                      <a:cubicBezTo>
                        <a:pt x="1052459" y="40488"/>
                        <a:pt x="1063564" y="24448"/>
                        <a:pt x="1063564" y="12110"/>
                      </a:cubicBezTo>
                      <a:cubicBezTo>
                        <a:pt x="1063564" y="-228"/>
                        <a:pt x="1052459" y="-3930"/>
                        <a:pt x="1038887" y="4707"/>
                      </a:cubicBezTo>
                      <a:lnTo>
                        <a:pt x="1011743" y="20747"/>
                      </a:lnTo>
                      <a:lnTo>
                        <a:pt x="25910" y="590778"/>
                      </a:lnTo>
                      <a:cubicBezTo>
                        <a:pt x="12338" y="599415"/>
                        <a:pt x="0" y="615454"/>
                        <a:pt x="0" y="627793"/>
                      </a:cubicBezTo>
                      <a:cubicBezTo>
                        <a:pt x="0" y="640131"/>
                        <a:pt x="11105" y="643832"/>
                        <a:pt x="25910" y="635196"/>
                      </a:cubicBezTo>
                      <a:close/>
                    </a:path>
                  </a:pathLst>
                </a:custGeom>
                <a:solidFill>
                  <a:srgbClr val="000000"/>
                </a:solidFill>
                <a:ln w="12320"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A8FCE5B4-FF2A-4E79-8517-AF19FB800C38}"/>
                    </a:ext>
                  </a:extLst>
                </p:cNvPr>
                <p:cNvSpPr/>
                <p:nvPr/>
              </p:nvSpPr>
              <p:spPr>
                <a:xfrm>
                  <a:off x="6415073" y="3929220"/>
                  <a:ext cx="1063563" cy="639902"/>
                </a:xfrm>
                <a:custGeom>
                  <a:avLst/>
                  <a:gdLst>
                    <a:gd name="connsiteX0" fmla="*/ 25910 w 1063563"/>
                    <a:gd name="connsiteY0" fmla="*/ 635195 h 639902"/>
                    <a:gd name="connsiteX1" fmla="*/ 1011743 w 1063563"/>
                    <a:gd name="connsiteY1" fmla="*/ 65165 h 639902"/>
                    <a:gd name="connsiteX2" fmla="*/ 1038887 w 1063563"/>
                    <a:gd name="connsiteY2" fmla="*/ 49125 h 639902"/>
                    <a:gd name="connsiteX3" fmla="*/ 1063564 w 1063563"/>
                    <a:gd name="connsiteY3" fmla="*/ 12110 h 639902"/>
                    <a:gd name="connsiteX4" fmla="*/ 1038887 w 1063563"/>
                    <a:gd name="connsiteY4" fmla="*/ 4707 h 639902"/>
                    <a:gd name="connsiteX5" fmla="*/ 1011743 w 1063563"/>
                    <a:gd name="connsiteY5" fmla="*/ 20747 h 639902"/>
                    <a:gd name="connsiteX6" fmla="*/ 25910 w 1063563"/>
                    <a:gd name="connsiteY6" fmla="*/ 590778 h 639902"/>
                    <a:gd name="connsiteX7" fmla="*/ 0 w 1063563"/>
                    <a:gd name="connsiteY7" fmla="*/ 627793 h 639902"/>
                    <a:gd name="connsiteX8" fmla="*/ 25910 w 1063563"/>
                    <a:gd name="connsiteY8" fmla="*/ 635195 h 639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563" h="639902">
                      <a:moveTo>
                        <a:pt x="25910" y="635195"/>
                      </a:moveTo>
                      <a:lnTo>
                        <a:pt x="1011743" y="65165"/>
                      </a:lnTo>
                      <a:lnTo>
                        <a:pt x="1038887" y="49125"/>
                      </a:lnTo>
                      <a:cubicBezTo>
                        <a:pt x="1052459" y="40488"/>
                        <a:pt x="1063564" y="24448"/>
                        <a:pt x="1063564" y="12110"/>
                      </a:cubicBezTo>
                      <a:cubicBezTo>
                        <a:pt x="1063564" y="-228"/>
                        <a:pt x="1052459" y="-3930"/>
                        <a:pt x="1038887" y="4707"/>
                      </a:cubicBezTo>
                      <a:lnTo>
                        <a:pt x="1011743" y="20747"/>
                      </a:lnTo>
                      <a:lnTo>
                        <a:pt x="25910" y="590778"/>
                      </a:lnTo>
                      <a:cubicBezTo>
                        <a:pt x="12338" y="599414"/>
                        <a:pt x="0" y="615454"/>
                        <a:pt x="0" y="627793"/>
                      </a:cubicBezTo>
                      <a:cubicBezTo>
                        <a:pt x="0" y="640131"/>
                        <a:pt x="11105" y="643832"/>
                        <a:pt x="25910" y="635195"/>
                      </a:cubicBezTo>
                      <a:close/>
                    </a:path>
                  </a:pathLst>
                </a:custGeom>
                <a:solidFill>
                  <a:srgbClr val="000000"/>
                </a:solidFill>
                <a:ln w="1232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8C514918-F35B-4C22-BC7D-FB11E72E6DBB}"/>
                    </a:ext>
                  </a:extLst>
                </p:cNvPr>
                <p:cNvSpPr/>
                <p:nvPr/>
              </p:nvSpPr>
              <p:spPr>
                <a:xfrm>
                  <a:off x="6415073" y="4037797"/>
                  <a:ext cx="1063563" cy="639296"/>
                </a:xfrm>
                <a:custGeom>
                  <a:avLst/>
                  <a:gdLst>
                    <a:gd name="connsiteX0" fmla="*/ 25910 w 1063563"/>
                    <a:gd name="connsiteY0" fmla="*/ 635196 h 639296"/>
                    <a:gd name="connsiteX1" fmla="*/ 1011743 w 1063563"/>
                    <a:gd name="connsiteY1" fmla="*/ 65165 h 639296"/>
                    <a:gd name="connsiteX2" fmla="*/ 1038887 w 1063563"/>
                    <a:gd name="connsiteY2" fmla="*/ 49125 h 639296"/>
                    <a:gd name="connsiteX3" fmla="*/ 1063564 w 1063563"/>
                    <a:gd name="connsiteY3" fmla="*/ 12110 h 639296"/>
                    <a:gd name="connsiteX4" fmla="*/ 1038887 w 1063563"/>
                    <a:gd name="connsiteY4" fmla="*/ 4707 h 639296"/>
                    <a:gd name="connsiteX5" fmla="*/ 1011743 w 1063563"/>
                    <a:gd name="connsiteY5" fmla="*/ 20747 h 639296"/>
                    <a:gd name="connsiteX6" fmla="*/ 25910 w 1063563"/>
                    <a:gd name="connsiteY6" fmla="*/ 589544 h 639296"/>
                    <a:gd name="connsiteX7" fmla="*/ 0 w 1063563"/>
                    <a:gd name="connsiteY7" fmla="*/ 626559 h 639296"/>
                    <a:gd name="connsiteX8" fmla="*/ 25910 w 1063563"/>
                    <a:gd name="connsiteY8" fmla="*/ 635196 h 639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563" h="639296">
                      <a:moveTo>
                        <a:pt x="25910" y="635196"/>
                      </a:moveTo>
                      <a:lnTo>
                        <a:pt x="1011743" y="65165"/>
                      </a:lnTo>
                      <a:lnTo>
                        <a:pt x="1038887" y="49125"/>
                      </a:lnTo>
                      <a:cubicBezTo>
                        <a:pt x="1052459" y="40488"/>
                        <a:pt x="1063564" y="24448"/>
                        <a:pt x="1063564" y="12110"/>
                      </a:cubicBezTo>
                      <a:cubicBezTo>
                        <a:pt x="1063564" y="-228"/>
                        <a:pt x="1052459" y="-3930"/>
                        <a:pt x="1038887" y="4707"/>
                      </a:cubicBezTo>
                      <a:lnTo>
                        <a:pt x="1011743" y="20747"/>
                      </a:lnTo>
                      <a:lnTo>
                        <a:pt x="25910" y="589544"/>
                      </a:lnTo>
                      <a:cubicBezTo>
                        <a:pt x="12338" y="598181"/>
                        <a:pt x="0" y="614220"/>
                        <a:pt x="0" y="626559"/>
                      </a:cubicBezTo>
                      <a:cubicBezTo>
                        <a:pt x="0" y="640131"/>
                        <a:pt x="11105" y="642599"/>
                        <a:pt x="25910" y="635196"/>
                      </a:cubicBezTo>
                      <a:close/>
                    </a:path>
                  </a:pathLst>
                </a:custGeom>
                <a:solidFill>
                  <a:srgbClr val="000000"/>
                </a:solidFill>
                <a:ln w="1232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94FCC5E7-BC2F-4023-9A69-1816FF21E3DE}"/>
                    </a:ext>
                  </a:extLst>
                </p:cNvPr>
                <p:cNvSpPr/>
                <p:nvPr/>
              </p:nvSpPr>
              <p:spPr>
                <a:xfrm>
                  <a:off x="6415073" y="4145140"/>
                  <a:ext cx="1063563" cy="639902"/>
                </a:xfrm>
                <a:custGeom>
                  <a:avLst/>
                  <a:gdLst>
                    <a:gd name="connsiteX0" fmla="*/ 25910 w 1063563"/>
                    <a:gd name="connsiteY0" fmla="*/ 635195 h 639902"/>
                    <a:gd name="connsiteX1" fmla="*/ 1011743 w 1063563"/>
                    <a:gd name="connsiteY1" fmla="*/ 65165 h 639902"/>
                    <a:gd name="connsiteX2" fmla="*/ 1038887 w 1063563"/>
                    <a:gd name="connsiteY2" fmla="*/ 49125 h 639902"/>
                    <a:gd name="connsiteX3" fmla="*/ 1063564 w 1063563"/>
                    <a:gd name="connsiteY3" fmla="*/ 12110 h 639902"/>
                    <a:gd name="connsiteX4" fmla="*/ 1038887 w 1063563"/>
                    <a:gd name="connsiteY4" fmla="*/ 4707 h 639902"/>
                    <a:gd name="connsiteX5" fmla="*/ 1011743 w 1063563"/>
                    <a:gd name="connsiteY5" fmla="*/ 20747 h 639902"/>
                    <a:gd name="connsiteX6" fmla="*/ 25910 w 1063563"/>
                    <a:gd name="connsiteY6" fmla="*/ 590778 h 639902"/>
                    <a:gd name="connsiteX7" fmla="*/ 0 w 1063563"/>
                    <a:gd name="connsiteY7" fmla="*/ 627793 h 639902"/>
                    <a:gd name="connsiteX8" fmla="*/ 25910 w 1063563"/>
                    <a:gd name="connsiteY8" fmla="*/ 635195 h 639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563" h="639902">
                      <a:moveTo>
                        <a:pt x="25910" y="635195"/>
                      </a:moveTo>
                      <a:lnTo>
                        <a:pt x="1011743" y="65165"/>
                      </a:lnTo>
                      <a:lnTo>
                        <a:pt x="1038887" y="49125"/>
                      </a:lnTo>
                      <a:cubicBezTo>
                        <a:pt x="1052459" y="40488"/>
                        <a:pt x="1063564" y="24448"/>
                        <a:pt x="1063564" y="12110"/>
                      </a:cubicBezTo>
                      <a:cubicBezTo>
                        <a:pt x="1063564" y="-228"/>
                        <a:pt x="1052459" y="-3930"/>
                        <a:pt x="1038887" y="4707"/>
                      </a:cubicBezTo>
                      <a:lnTo>
                        <a:pt x="1011743" y="20747"/>
                      </a:lnTo>
                      <a:lnTo>
                        <a:pt x="25910" y="590778"/>
                      </a:lnTo>
                      <a:cubicBezTo>
                        <a:pt x="12338" y="599414"/>
                        <a:pt x="0" y="615454"/>
                        <a:pt x="0" y="627793"/>
                      </a:cubicBezTo>
                      <a:cubicBezTo>
                        <a:pt x="0" y="640131"/>
                        <a:pt x="11105" y="643832"/>
                        <a:pt x="25910" y="635195"/>
                      </a:cubicBezTo>
                      <a:close/>
                    </a:path>
                  </a:pathLst>
                </a:custGeom>
                <a:solidFill>
                  <a:srgbClr val="000000"/>
                </a:solidFill>
                <a:ln w="12320" cap="flat">
                  <a:noFill/>
                  <a:prstDash val="solid"/>
                  <a:miter/>
                </a:ln>
              </p:spPr>
              <p:txBody>
                <a:bodyPr rtlCol="0" anchor="ctr"/>
                <a:lstStyle/>
                <a:p>
                  <a:endParaRPr lang="en-US"/>
                </a:p>
              </p:txBody>
            </p:sp>
          </p:grpSp>
          <p:grpSp>
            <p:nvGrpSpPr>
              <p:cNvPr id="63" name="Graphic 6">
                <a:extLst>
                  <a:ext uri="{FF2B5EF4-FFF2-40B4-BE49-F238E27FC236}">
                    <a16:creationId xmlns:a16="http://schemas.microsoft.com/office/drawing/2014/main" id="{31113BDC-2845-441C-B626-57D5D70A544F}"/>
                  </a:ext>
                </a:extLst>
              </p:cNvPr>
              <p:cNvGrpSpPr/>
              <p:nvPr/>
            </p:nvGrpSpPr>
            <p:grpSpPr>
              <a:xfrm>
                <a:off x="7826578" y="1501580"/>
                <a:ext cx="1247404" cy="2435770"/>
                <a:chOff x="7826578" y="1501580"/>
                <a:chExt cx="1247404" cy="2435770"/>
              </a:xfrm>
              <a:solidFill>
                <a:srgbClr val="000000"/>
              </a:solidFill>
            </p:grpSpPr>
            <p:sp>
              <p:nvSpPr>
                <p:cNvPr id="64" name="Freeform: Shape 63">
                  <a:extLst>
                    <a:ext uri="{FF2B5EF4-FFF2-40B4-BE49-F238E27FC236}">
                      <a16:creationId xmlns:a16="http://schemas.microsoft.com/office/drawing/2014/main" id="{AF579165-0C2B-4126-B7EC-13632AC8AB28}"/>
                    </a:ext>
                  </a:extLst>
                </p:cNvPr>
                <p:cNvSpPr/>
                <p:nvPr/>
              </p:nvSpPr>
              <p:spPr>
                <a:xfrm>
                  <a:off x="7826578" y="1501580"/>
                  <a:ext cx="1247404" cy="709638"/>
                </a:xfrm>
                <a:custGeom>
                  <a:avLst/>
                  <a:gdLst>
                    <a:gd name="connsiteX0" fmla="*/ 28378 w 1247404"/>
                    <a:gd name="connsiteY0" fmla="*/ 664265 h 709638"/>
                    <a:gd name="connsiteX1" fmla="*/ 0 w 1247404"/>
                    <a:gd name="connsiteY1" fmla="*/ 692643 h 709638"/>
                    <a:gd name="connsiteX2" fmla="*/ 28378 w 1247404"/>
                    <a:gd name="connsiteY2" fmla="*/ 708683 h 709638"/>
                    <a:gd name="connsiteX3" fmla="*/ 183841 w 1247404"/>
                    <a:gd name="connsiteY3" fmla="*/ 649459 h 709638"/>
                    <a:gd name="connsiteX4" fmla="*/ 1221494 w 1247404"/>
                    <a:gd name="connsiteY4" fmla="*/ 48582 h 709638"/>
                    <a:gd name="connsiteX5" fmla="*/ 1247405 w 1247404"/>
                    <a:gd name="connsiteY5" fmla="*/ 11567 h 709638"/>
                    <a:gd name="connsiteX6" fmla="*/ 1221494 w 1247404"/>
                    <a:gd name="connsiteY6" fmla="*/ 4164 h 709638"/>
                    <a:gd name="connsiteX7" fmla="*/ 183841 w 1247404"/>
                    <a:gd name="connsiteY7" fmla="*/ 605041 h 709638"/>
                    <a:gd name="connsiteX8" fmla="*/ 28378 w 1247404"/>
                    <a:gd name="connsiteY8" fmla="*/ 664265 h 70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404" h="709638">
                      <a:moveTo>
                        <a:pt x="28378" y="664265"/>
                      </a:moveTo>
                      <a:cubicBezTo>
                        <a:pt x="12338" y="667966"/>
                        <a:pt x="0" y="680304"/>
                        <a:pt x="0" y="692643"/>
                      </a:cubicBezTo>
                      <a:cubicBezTo>
                        <a:pt x="0" y="704981"/>
                        <a:pt x="12338" y="712384"/>
                        <a:pt x="28378" y="708683"/>
                      </a:cubicBezTo>
                      <a:cubicBezTo>
                        <a:pt x="82667" y="696344"/>
                        <a:pt x="136955" y="676603"/>
                        <a:pt x="183841" y="649459"/>
                      </a:cubicBezTo>
                      <a:lnTo>
                        <a:pt x="1221494" y="48582"/>
                      </a:lnTo>
                      <a:cubicBezTo>
                        <a:pt x="1235066" y="39945"/>
                        <a:pt x="1247405" y="23906"/>
                        <a:pt x="1247405" y="11567"/>
                      </a:cubicBezTo>
                      <a:cubicBezTo>
                        <a:pt x="1247405" y="-771"/>
                        <a:pt x="1236300" y="-3239"/>
                        <a:pt x="1221494" y="4164"/>
                      </a:cubicBezTo>
                      <a:lnTo>
                        <a:pt x="183841" y="605041"/>
                      </a:lnTo>
                      <a:cubicBezTo>
                        <a:pt x="136955" y="632185"/>
                        <a:pt x="82667" y="650693"/>
                        <a:pt x="28378" y="664265"/>
                      </a:cubicBezTo>
                      <a:close/>
                    </a:path>
                  </a:pathLst>
                </a:custGeom>
                <a:solidFill>
                  <a:srgbClr val="000000"/>
                </a:solidFill>
                <a:ln w="1232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FD568A09-9921-450D-B8C0-EFD26DAF66D8}"/>
                    </a:ext>
                  </a:extLst>
                </p:cNvPr>
                <p:cNvSpPr/>
                <p:nvPr/>
              </p:nvSpPr>
              <p:spPr>
                <a:xfrm>
                  <a:off x="7826578" y="1608923"/>
                  <a:ext cx="1247404" cy="709638"/>
                </a:xfrm>
                <a:custGeom>
                  <a:avLst/>
                  <a:gdLst>
                    <a:gd name="connsiteX0" fmla="*/ 28378 w 1247404"/>
                    <a:gd name="connsiteY0" fmla="*/ 664265 h 709638"/>
                    <a:gd name="connsiteX1" fmla="*/ 0 w 1247404"/>
                    <a:gd name="connsiteY1" fmla="*/ 692643 h 709638"/>
                    <a:gd name="connsiteX2" fmla="*/ 28378 w 1247404"/>
                    <a:gd name="connsiteY2" fmla="*/ 708683 h 709638"/>
                    <a:gd name="connsiteX3" fmla="*/ 183841 w 1247404"/>
                    <a:gd name="connsiteY3" fmla="*/ 649459 h 709638"/>
                    <a:gd name="connsiteX4" fmla="*/ 1221494 w 1247404"/>
                    <a:gd name="connsiteY4" fmla="*/ 48582 h 709638"/>
                    <a:gd name="connsiteX5" fmla="*/ 1247405 w 1247404"/>
                    <a:gd name="connsiteY5" fmla="*/ 11567 h 709638"/>
                    <a:gd name="connsiteX6" fmla="*/ 1221494 w 1247404"/>
                    <a:gd name="connsiteY6" fmla="*/ 4164 h 709638"/>
                    <a:gd name="connsiteX7" fmla="*/ 183841 w 1247404"/>
                    <a:gd name="connsiteY7" fmla="*/ 605041 h 709638"/>
                    <a:gd name="connsiteX8" fmla="*/ 28378 w 1247404"/>
                    <a:gd name="connsiteY8" fmla="*/ 664265 h 70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404" h="709638">
                      <a:moveTo>
                        <a:pt x="28378" y="664265"/>
                      </a:moveTo>
                      <a:cubicBezTo>
                        <a:pt x="12338" y="667966"/>
                        <a:pt x="0" y="680305"/>
                        <a:pt x="0" y="692643"/>
                      </a:cubicBezTo>
                      <a:cubicBezTo>
                        <a:pt x="0" y="704981"/>
                        <a:pt x="12338" y="712384"/>
                        <a:pt x="28378" y="708683"/>
                      </a:cubicBezTo>
                      <a:cubicBezTo>
                        <a:pt x="82667" y="696344"/>
                        <a:pt x="136955" y="676603"/>
                        <a:pt x="183841" y="649459"/>
                      </a:cubicBezTo>
                      <a:lnTo>
                        <a:pt x="1221494" y="48582"/>
                      </a:lnTo>
                      <a:cubicBezTo>
                        <a:pt x="1235066" y="39945"/>
                        <a:pt x="1247405" y="23906"/>
                        <a:pt x="1247405" y="11567"/>
                      </a:cubicBezTo>
                      <a:cubicBezTo>
                        <a:pt x="1247405" y="-771"/>
                        <a:pt x="1236300" y="-3239"/>
                        <a:pt x="1221494" y="4164"/>
                      </a:cubicBezTo>
                      <a:lnTo>
                        <a:pt x="183841" y="605041"/>
                      </a:lnTo>
                      <a:cubicBezTo>
                        <a:pt x="136955" y="632185"/>
                        <a:pt x="82667" y="651926"/>
                        <a:pt x="28378" y="664265"/>
                      </a:cubicBezTo>
                      <a:close/>
                    </a:path>
                  </a:pathLst>
                </a:custGeom>
                <a:solidFill>
                  <a:srgbClr val="000000"/>
                </a:solidFill>
                <a:ln w="1232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3B085C6F-0013-4506-B737-ACA0A98F5216}"/>
                    </a:ext>
                  </a:extLst>
                </p:cNvPr>
                <p:cNvSpPr/>
                <p:nvPr/>
              </p:nvSpPr>
              <p:spPr>
                <a:xfrm>
                  <a:off x="7826578" y="1717500"/>
                  <a:ext cx="1247404" cy="709638"/>
                </a:xfrm>
                <a:custGeom>
                  <a:avLst/>
                  <a:gdLst>
                    <a:gd name="connsiteX0" fmla="*/ 28378 w 1247404"/>
                    <a:gd name="connsiteY0" fmla="*/ 664265 h 709638"/>
                    <a:gd name="connsiteX1" fmla="*/ 0 w 1247404"/>
                    <a:gd name="connsiteY1" fmla="*/ 692643 h 709638"/>
                    <a:gd name="connsiteX2" fmla="*/ 28378 w 1247404"/>
                    <a:gd name="connsiteY2" fmla="*/ 708683 h 709638"/>
                    <a:gd name="connsiteX3" fmla="*/ 183841 w 1247404"/>
                    <a:gd name="connsiteY3" fmla="*/ 649459 h 709638"/>
                    <a:gd name="connsiteX4" fmla="*/ 1221494 w 1247404"/>
                    <a:gd name="connsiteY4" fmla="*/ 48582 h 709638"/>
                    <a:gd name="connsiteX5" fmla="*/ 1247405 w 1247404"/>
                    <a:gd name="connsiteY5" fmla="*/ 11567 h 709638"/>
                    <a:gd name="connsiteX6" fmla="*/ 1221494 w 1247404"/>
                    <a:gd name="connsiteY6" fmla="*/ 4164 h 709638"/>
                    <a:gd name="connsiteX7" fmla="*/ 183841 w 1247404"/>
                    <a:gd name="connsiteY7" fmla="*/ 605041 h 709638"/>
                    <a:gd name="connsiteX8" fmla="*/ 28378 w 1247404"/>
                    <a:gd name="connsiteY8" fmla="*/ 664265 h 70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404" h="709638">
                      <a:moveTo>
                        <a:pt x="28378" y="664265"/>
                      </a:moveTo>
                      <a:cubicBezTo>
                        <a:pt x="12338" y="667966"/>
                        <a:pt x="0" y="680304"/>
                        <a:pt x="0" y="692643"/>
                      </a:cubicBezTo>
                      <a:cubicBezTo>
                        <a:pt x="0" y="704981"/>
                        <a:pt x="12338" y="712384"/>
                        <a:pt x="28378" y="708683"/>
                      </a:cubicBezTo>
                      <a:cubicBezTo>
                        <a:pt x="82667" y="696344"/>
                        <a:pt x="136955" y="676603"/>
                        <a:pt x="183841" y="649459"/>
                      </a:cubicBezTo>
                      <a:lnTo>
                        <a:pt x="1221494" y="48582"/>
                      </a:lnTo>
                      <a:cubicBezTo>
                        <a:pt x="1235066" y="39945"/>
                        <a:pt x="1247405" y="23906"/>
                        <a:pt x="1247405" y="11567"/>
                      </a:cubicBezTo>
                      <a:cubicBezTo>
                        <a:pt x="1247405" y="-771"/>
                        <a:pt x="1236300" y="-3239"/>
                        <a:pt x="1221494" y="4164"/>
                      </a:cubicBezTo>
                      <a:lnTo>
                        <a:pt x="183841" y="605041"/>
                      </a:lnTo>
                      <a:cubicBezTo>
                        <a:pt x="136955" y="632185"/>
                        <a:pt x="82667" y="650693"/>
                        <a:pt x="28378" y="664265"/>
                      </a:cubicBezTo>
                      <a:close/>
                    </a:path>
                  </a:pathLst>
                </a:custGeom>
                <a:solidFill>
                  <a:srgbClr val="000000"/>
                </a:solidFill>
                <a:ln w="12320"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760CA22A-B824-4387-9C69-7B5EC66D18CF}"/>
                    </a:ext>
                  </a:extLst>
                </p:cNvPr>
                <p:cNvSpPr/>
                <p:nvPr/>
              </p:nvSpPr>
              <p:spPr>
                <a:xfrm>
                  <a:off x="7826578" y="1824844"/>
                  <a:ext cx="1247404" cy="709638"/>
                </a:xfrm>
                <a:custGeom>
                  <a:avLst/>
                  <a:gdLst>
                    <a:gd name="connsiteX0" fmla="*/ 28378 w 1247404"/>
                    <a:gd name="connsiteY0" fmla="*/ 664265 h 709638"/>
                    <a:gd name="connsiteX1" fmla="*/ 0 w 1247404"/>
                    <a:gd name="connsiteY1" fmla="*/ 692643 h 709638"/>
                    <a:gd name="connsiteX2" fmla="*/ 28378 w 1247404"/>
                    <a:gd name="connsiteY2" fmla="*/ 708683 h 709638"/>
                    <a:gd name="connsiteX3" fmla="*/ 183841 w 1247404"/>
                    <a:gd name="connsiteY3" fmla="*/ 649459 h 709638"/>
                    <a:gd name="connsiteX4" fmla="*/ 1221494 w 1247404"/>
                    <a:gd name="connsiteY4" fmla="*/ 48582 h 709638"/>
                    <a:gd name="connsiteX5" fmla="*/ 1247405 w 1247404"/>
                    <a:gd name="connsiteY5" fmla="*/ 11567 h 709638"/>
                    <a:gd name="connsiteX6" fmla="*/ 1221494 w 1247404"/>
                    <a:gd name="connsiteY6" fmla="*/ 4164 h 709638"/>
                    <a:gd name="connsiteX7" fmla="*/ 183841 w 1247404"/>
                    <a:gd name="connsiteY7" fmla="*/ 605041 h 709638"/>
                    <a:gd name="connsiteX8" fmla="*/ 28378 w 1247404"/>
                    <a:gd name="connsiteY8" fmla="*/ 664265 h 70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404" h="709638">
                      <a:moveTo>
                        <a:pt x="28378" y="664265"/>
                      </a:moveTo>
                      <a:cubicBezTo>
                        <a:pt x="12338" y="667966"/>
                        <a:pt x="0" y="680305"/>
                        <a:pt x="0" y="692643"/>
                      </a:cubicBezTo>
                      <a:cubicBezTo>
                        <a:pt x="0" y="704981"/>
                        <a:pt x="12338" y="712384"/>
                        <a:pt x="28378" y="708683"/>
                      </a:cubicBezTo>
                      <a:cubicBezTo>
                        <a:pt x="82667" y="696344"/>
                        <a:pt x="136955" y="676603"/>
                        <a:pt x="183841" y="649459"/>
                      </a:cubicBezTo>
                      <a:lnTo>
                        <a:pt x="1221494" y="48582"/>
                      </a:lnTo>
                      <a:cubicBezTo>
                        <a:pt x="1235066" y="39945"/>
                        <a:pt x="1247405" y="23905"/>
                        <a:pt x="1247405" y="11567"/>
                      </a:cubicBezTo>
                      <a:cubicBezTo>
                        <a:pt x="1247405" y="-771"/>
                        <a:pt x="1236300" y="-3239"/>
                        <a:pt x="1221494" y="4164"/>
                      </a:cubicBezTo>
                      <a:lnTo>
                        <a:pt x="183841" y="605041"/>
                      </a:lnTo>
                      <a:cubicBezTo>
                        <a:pt x="136955" y="632185"/>
                        <a:pt x="82667" y="651926"/>
                        <a:pt x="28378" y="664265"/>
                      </a:cubicBezTo>
                      <a:close/>
                    </a:path>
                  </a:pathLst>
                </a:custGeom>
                <a:solidFill>
                  <a:srgbClr val="000000"/>
                </a:solidFill>
                <a:ln w="12320"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414A2CDF-21CC-4D98-B0A2-0B5DFC9559C4}"/>
                    </a:ext>
                  </a:extLst>
                </p:cNvPr>
                <p:cNvSpPr/>
                <p:nvPr/>
              </p:nvSpPr>
              <p:spPr>
                <a:xfrm>
                  <a:off x="7826578" y="1932187"/>
                  <a:ext cx="1247404" cy="709638"/>
                </a:xfrm>
                <a:custGeom>
                  <a:avLst/>
                  <a:gdLst>
                    <a:gd name="connsiteX0" fmla="*/ 28378 w 1247404"/>
                    <a:gd name="connsiteY0" fmla="*/ 664265 h 709638"/>
                    <a:gd name="connsiteX1" fmla="*/ 0 w 1247404"/>
                    <a:gd name="connsiteY1" fmla="*/ 692643 h 709638"/>
                    <a:gd name="connsiteX2" fmla="*/ 28378 w 1247404"/>
                    <a:gd name="connsiteY2" fmla="*/ 708683 h 709638"/>
                    <a:gd name="connsiteX3" fmla="*/ 183841 w 1247404"/>
                    <a:gd name="connsiteY3" fmla="*/ 649459 h 709638"/>
                    <a:gd name="connsiteX4" fmla="*/ 1221494 w 1247404"/>
                    <a:gd name="connsiteY4" fmla="*/ 48582 h 709638"/>
                    <a:gd name="connsiteX5" fmla="*/ 1247405 w 1247404"/>
                    <a:gd name="connsiteY5" fmla="*/ 11567 h 709638"/>
                    <a:gd name="connsiteX6" fmla="*/ 1221494 w 1247404"/>
                    <a:gd name="connsiteY6" fmla="*/ 4164 h 709638"/>
                    <a:gd name="connsiteX7" fmla="*/ 183841 w 1247404"/>
                    <a:gd name="connsiteY7" fmla="*/ 605041 h 709638"/>
                    <a:gd name="connsiteX8" fmla="*/ 28378 w 1247404"/>
                    <a:gd name="connsiteY8" fmla="*/ 664265 h 70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404" h="709638">
                      <a:moveTo>
                        <a:pt x="28378" y="664265"/>
                      </a:moveTo>
                      <a:cubicBezTo>
                        <a:pt x="12338" y="667966"/>
                        <a:pt x="0" y="680305"/>
                        <a:pt x="0" y="692643"/>
                      </a:cubicBezTo>
                      <a:cubicBezTo>
                        <a:pt x="0" y="704981"/>
                        <a:pt x="12338" y="712384"/>
                        <a:pt x="28378" y="708683"/>
                      </a:cubicBezTo>
                      <a:cubicBezTo>
                        <a:pt x="82667" y="696344"/>
                        <a:pt x="136955" y="676603"/>
                        <a:pt x="183841" y="649459"/>
                      </a:cubicBezTo>
                      <a:lnTo>
                        <a:pt x="1221494" y="48582"/>
                      </a:lnTo>
                      <a:cubicBezTo>
                        <a:pt x="1235066" y="39945"/>
                        <a:pt x="1247405" y="23906"/>
                        <a:pt x="1247405" y="11567"/>
                      </a:cubicBezTo>
                      <a:cubicBezTo>
                        <a:pt x="1247405" y="-771"/>
                        <a:pt x="1236300" y="-3239"/>
                        <a:pt x="1221494" y="4164"/>
                      </a:cubicBezTo>
                      <a:lnTo>
                        <a:pt x="183841" y="605041"/>
                      </a:lnTo>
                      <a:cubicBezTo>
                        <a:pt x="136955" y="633419"/>
                        <a:pt x="82667" y="651926"/>
                        <a:pt x="28378" y="664265"/>
                      </a:cubicBezTo>
                      <a:close/>
                    </a:path>
                  </a:pathLst>
                </a:custGeom>
                <a:solidFill>
                  <a:srgbClr val="000000"/>
                </a:solidFill>
                <a:ln w="12320"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EB6FD2A3-AC3F-4D8E-A71F-2D04851ACA73}"/>
                    </a:ext>
                  </a:extLst>
                </p:cNvPr>
                <p:cNvSpPr/>
                <p:nvPr/>
              </p:nvSpPr>
              <p:spPr>
                <a:xfrm>
                  <a:off x="7826578" y="2040765"/>
                  <a:ext cx="1247404" cy="709638"/>
                </a:xfrm>
                <a:custGeom>
                  <a:avLst/>
                  <a:gdLst>
                    <a:gd name="connsiteX0" fmla="*/ 28378 w 1247404"/>
                    <a:gd name="connsiteY0" fmla="*/ 664265 h 709638"/>
                    <a:gd name="connsiteX1" fmla="*/ 0 w 1247404"/>
                    <a:gd name="connsiteY1" fmla="*/ 692643 h 709638"/>
                    <a:gd name="connsiteX2" fmla="*/ 28378 w 1247404"/>
                    <a:gd name="connsiteY2" fmla="*/ 708683 h 709638"/>
                    <a:gd name="connsiteX3" fmla="*/ 183841 w 1247404"/>
                    <a:gd name="connsiteY3" fmla="*/ 649459 h 709638"/>
                    <a:gd name="connsiteX4" fmla="*/ 1221494 w 1247404"/>
                    <a:gd name="connsiteY4" fmla="*/ 48582 h 709638"/>
                    <a:gd name="connsiteX5" fmla="*/ 1247405 w 1247404"/>
                    <a:gd name="connsiteY5" fmla="*/ 11567 h 709638"/>
                    <a:gd name="connsiteX6" fmla="*/ 1221494 w 1247404"/>
                    <a:gd name="connsiteY6" fmla="*/ 4164 h 709638"/>
                    <a:gd name="connsiteX7" fmla="*/ 183841 w 1247404"/>
                    <a:gd name="connsiteY7" fmla="*/ 605041 h 709638"/>
                    <a:gd name="connsiteX8" fmla="*/ 28378 w 1247404"/>
                    <a:gd name="connsiteY8" fmla="*/ 664265 h 70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404" h="709638">
                      <a:moveTo>
                        <a:pt x="28378" y="664265"/>
                      </a:moveTo>
                      <a:cubicBezTo>
                        <a:pt x="12338" y="667966"/>
                        <a:pt x="0" y="680304"/>
                        <a:pt x="0" y="692643"/>
                      </a:cubicBezTo>
                      <a:cubicBezTo>
                        <a:pt x="0" y="704981"/>
                        <a:pt x="12338" y="712384"/>
                        <a:pt x="28378" y="708683"/>
                      </a:cubicBezTo>
                      <a:cubicBezTo>
                        <a:pt x="82667" y="696344"/>
                        <a:pt x="136955" y="676603"/>
                        <a:pt x="183841" y="649459"/>
                      </a:cubicBezTo>
                      <a:lnTo>
                        <a:pt x="1221494" y="48582"/>
                      </a:lnTo>
                      <a:cubicBezTo>
                        <a:pt x="1235066" y="39945"/>
                        <a:pt x="1247405" y="23905"/>
                        <a:pt x="1247405" y="11567"/>
                      </a:cubicBezTo>
                      <a:cubicBezTo>
                        <a:pt x="1247405" y="-771"/>
                        <a:pt x="1236300" y="-3239"/>
                        <a:pt x="1221494" y="4164"/>
                      </a:cubicBezTo>
                      <a:lnTo>
                        <a:pt x="183841" y="605041"/>
                      </a:lnTo>
                      <a:cubicBezTo>
                        <a:pt x="136955" y="632185"/>
                        <a:pt x="82667" y="651926"/>
                        <a:pt x="28378" y="664265"/>
                      </a:cubicBezTo>
                      <a:close/>
                    </a:path>
                  </a:pathLst>
                </a:custGeom>
                <a:solidFill>
                  <a:srgbClr val="000000"/>
                </a:solidFill>
                <a:ln w="12320"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009265DD-12DF-426E-8A8D-DD43CBB55D6B}"/>
                    </a:ext>
                  </a:extLst>
                </p:cNvPr>
                <p:cNvSpPr/>
                <p:nvPr/>
              </p:nvSpPr>
              <p:spPr>
                <a:xfrm>
                  <a:off x="7826578" y="2148108"/>
                  <a:ext cx="1247404" cy="709638"/>
                </a:xfrm>
                <a:custGeom>
                  <a:avLst/>
                  <a:gdLst>
                    <a:gd name="connsiteX0" fmla="*/ 28378 w 1247404"/>
                    <a:gd name="connsiteY0" fmla="*/ 664265 h 709638"/>
                    <a:gd name="connsiteX1" fmla="*/ 0 w 1247404"/>
                    <a:gd name="connsiteY1" fmla="*/ 692643 h 709638"/>
                    <a:gd name="connsiteX2" fmla="*/ 28378 w 1247404"/>
                    <a:gd name="connsiteY2" fmla="*/ 708683 h 709638"/>
                    <a:gd name="connsiteX3" fmla="*/ 183841 w 1247404"/>
                    <a:gd name="connsiteY3" fmla="*/ 649459 h 709638"/>
                    <a:gd name="connsiteX4" fmla="*/ 1221494 w 1247404"/>
                    <a:gd name="connsiteY4" fmla="*/ 48582 h 709638"/>
                    <a:gd name="connsiteX5" fmla="*/ 1247405 w 1247404"/>
                    <a:gd name="connsiteY5" fmla="*/ 11567 h 709638"/>
                    <a:gd name="connsiteX6" fmla="*/ 1221494 w 1247404"/>
                    <a:gd name="connsiteY6" fmla="*/ 4164 h 709638"/>
                    <a:gd name="connsiteX7" fmla="*/ 183841 w 1247404"/>
                    <a:gd name="connsiteY7" fmla="*/ 605041 h 709638"/>
                    <a:gd name="connsiteX8" fmla="*/ 28378 w 1247404"/>
                    <a:gd name="connsiteY8" fmla="*/ 664265 h 70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404" h="709638">
                      <a:moveTo>
                        <a:pt x="28378" y="664265"/>
                      </a:moveTo>
                      <a:cubicBezTo>
                        <a:pt x="12338" y="667966"/>
                        <a:pt x="0" y="680305"/>
                        <a:pt x="0" y="692643"/>
                      </a:cubicBezTo>
                      <a:cubicBezTo>
                        <a:pt x="0" y="704981"/>
                        <a:pt x="12338" y="712384"/>
                        <a:pt x="28378" y="708683"/>
                      </a:cubicBezTo>
                      <a:cubicBezTo>
                        <a:pt x="82667" y="696344"/>
                        <a:pt x="136955" y="676603"/>
                        <a:pt x="183841" y="649459"/>
                      </a:cubicBezTo>
                      <a:lnTo>
                        <a:pt x="1221494" y="48582"/>
                      </a:lnTo>
                      <a:cubicBezTo>
                        <a:pt x="1235066" y="39945"/>
                        <a:pt x="1247405" y="23906"/>
                        <a:pt x="1247405" y="11567"/>
                      </a:cubicBezTo>
                      <a:cubicBezTo>
                        <a:pt x="1247405" y="-771"/>
                        <a:pt x="1236300" y="-3239"/>
                        <a:pt x="1221494" y="4164"/>
                      </a:cubicBezTo>
                      <a:lnTo>
                        <a:pt x="183841" y="605041"/>
                      </a:lnTo>
                      <a:cubicBezTo>
                        <a:pt x="136955" y="633419"/>
                        <a:pt x="82667" y="651926"/>
                        <a:pt x="28378" y="664265"/>
                      </a:cubicBezTo>
                      <a:close/>
                    </a:path>
                  </a:pathLst>
                </a:custGeom>
                <a:solidFill>
                  <a:srgbClr val="000000"/>
                </a:solidFill>
                <a:ln w="12320"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364C1038-8015-4998-A94A-E5A4CEDE4560}"/>
                    </a:ext>
                  </a:extLst>
                </p:cNvPr>
                <p:cNvSpPr/>
                <p:nvPr/>
              </p:nvSpPr>
              <p:spPr>
                <a:xfrm>
                  <a:off x="7826578" y="2256685"/>
                  <a:ext cx="1247404" cy="709638"/>
                </a:xfrm>
                <a:custGeom>
                  <a:avLst/>
                  <a:gdLst>
                    <a:gd name="connsiteX0" fmla="*/ 28378 w 1247404"/>
                    <a:gd name="connsiteY0" fmla="*/ 664265 h 709638"/>
                    <a:gd name="connsiteX1" fmla="*/ 0 w 1247404"/>
                    <a:gd name="connsiteY1" fmla="*/ 692643 h 709638"/>
                    <a:gd name="connsiteX2" fmla="*/ 28378 w 1247404"/>
                    <a:gd name="connsiteY2" fmla="*/ 708683 h 709638"/>
                    <a:gd name="connsiteX3" fmla="*/ 183841 w 1247404"/>
                    <a:gd name="connsiteY3" fmla="*/ 649459 h 709638"/>
                    <a:gd name="connsiteX4" fmla="*/ 1221494 w 1247404"/>
                    <a:gd name="connsiteY4" fmla="*/ 48582 h 709638"/>
                    <a:gd name="connsiteX5" fmla="*/ 1247405 w 1247404"/>
                    <a:gd name="connsiteY5" fmla="*/ 11567 h 709638"/>
                    <a:gd name="connsiteX6" fmla="*/ 1221494 w 1247404"/>
                    <a:gd name="connsiteY6" fmla="*/ 4164 h 709638"/>
                    <a:gd name="connsiteX7" fmla="*/ 183841 w 1247404"/>
                    <a:gd name="connsiteY7" fmla="*/ 605041 h 709638"/>
                    <a:gd name="connsiteX8" fmla="*/ 28378 w 1247404"/>
                    <a:gd name="connsiteY8" fmla="*/ 664265 h 70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404" h="709638">
                      <a:moveTo>
                        <a:pt x="28378" y="664265"/>
                      </a:moveTo>
                      <a:cubicBezTo>
                        <a:pt x="12338" y="667966"/>
                        <a:pt x="0" y="680304"/>
                        <a:pt x="0" y="692643"/>
                      </a:cubicBezTo>
                      <a:cubicBezTo>
                        <a:pt x="0" y="704981"/>
                        <a:pt x="12338" y="712384"/>
                        <a:pt x="28378" y="708683"/>
                      </a:cubicBezTo>
                      <a:cubicBezTo>
                        <a:pt x="82667" y="696344"/>
                        <a:pt x="136955" y="676603"/>
                        <a:pt x="183841" y="649459"/>
                      </a:cubicBezTo>
                      <a:lnTo>
                        <a:pt x="1221494" y="48582"/>
                      </a:lnTo>
                      <a:cubicBezTo>
                        <a:pt x="1235066" y="39945"/>
                        <a:pt x="1247405" y="23905"/>
                        <a:pt x="1247405" y="11567"/>
                      </a:cubicBezTo>
                      <a:cubicBezTo>
                        <a:pt x="1247405" y="-771"/>
                        <a:pt x="1236300" y="-3239"/>
                        <a:pt x="1221494" y="4164"/>
                      </a:cubicBezTo>
                      <a:lnTo>
                        <a:pt x="183841" y="605041"/>
                      </a:lnTo>
                      <a:cubicBezTo>
                        <a:pt x="136955" y="632185"/>
                        <a:pt x="82667" y="651926"/>
                        <a:pt x="28378" y="664265"/>
                      </a:cubicBezTo>
                      <a:close/>
                    </a:path>
                  </a:pathLst>
                </a:custGeom>
                <a:solidFill>
                  <a:srgbClr val="000000"/>
                </a:solidFill>
                <a:ln w="12320"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1C53AE70-CE12-4CA1-8ABA-CE59175F4306}"/>
                    </a:ext>
                  </a:extLst>
                </p:cNvPr>
                <p:cNvSpPr/>
                <p:nvPr/>
              </p:nvSpPr>
              <p:spPr>
                <a:xfrm>
                  <a:off x="7826578" y="2364029"/>
                  <a:ext cx="1247404" cy="709638"/>
                </a:xfrm>
                <a:custGeom>
                  <a:avLst/>
                  <a:gdLst>
                    <a:gd name="connsiteX0" fmla="*/ 28378 w 1247404"/>
                    <a:gd name="connsiteY0" fmla="*/ 664265 h 709638"/>
                    <a:gd name="connsiteX1" fmla="*/ 0 w 1247404"/>
                    <a:gd name="connsiteY1" fmla="*/ 692643 h 709638"/>
                    <a:gd name="connsiteX2" fmla="*/ 28378 w 1247404"/>
                    <a:gd name="connsiteY2" fmla="*/ 708683 h 709638"/>
                    <a:gd name="connsiteX3" fmla="*/ 183841 w 1247404"/>
                    <a:gd name="connsiteY3" fmla="*/ 649459 h 709638"/>
                    <a:gd name="connsiteX4" fmla="*/ 1221494 w 1247404"/>
                    <a:gd name="connsiteY4" fmla="*/ 48582 h 709638"/>
                    <a:gd name="connsiteX5" fmla="*/ 1247405 w 1247404"/>
                    <a:gd name="connsiteY5" fmla="*/ 11567 h 709638"/>
                    <a:gd name="connsiteX6" fmla="*/ 1221494 w 1247404"/>
                    <a:gd name="connsiteY6" fmla="*/ 4164 h 709638"/>
                    <a:gd name="connsiteX7" fmla="*/ 183841 w 1247404"/>
                    <a:gd name="connsiteY7" fmla="*/ 605041 h 709638"/>
                    <a:gd name="connsiteX8" fmla="*/ 28378 w 1247404"/>
                    <a:gd name="connsiteY8" fmla="*/ 664265 h 70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404" h="709638">
                      <a:moveTo>
                        <a:pt x="28378" y="664265"/>
                      </a:moveTo>
                      <a:cubicBezTo>
                        <a:pt x="12338" y="667966"/>
                        <a:pt x="0" y="680305"/>
                        <a:pt x="0" y="692643"/>
                      </a:cubicBezTo>
                      <a:cubicBezTo>
                        <a:pt x="0" y="704981"/>
                        <a:pt x="12338" y="712384"/>
                        <a:pt x="28378" y="708683"/>
                      </a:cubicBezTo>
                      <a:cubicBezTo>
                        <a:pt x="82667" y="696344"/>
                        <a:pt x="136955" y="676603"/>
                        <a:pt x="183841" y="649459"/>
                      </a:cubicBezTo>
                      <a:lnTo>
                        <a:pt x="1221494" y="48582"/>
                      </a:lnTo>
                      <a:cubicBezTo>
                        <a:pt x="1235066" y="39945"/>
                        <a:pt x="1247405" y="23906"/>
                        <a:pt x="1247405" y="11567"/>
                      </a:cubicBezTo>
                      <a:cubicBezTo>
                        <a:pt x="1247405" y="-771"/>
                        <a:pt x="1236300" y="-3239"/>
                        <a:pt x="1221494" y="4164"/>
                      </a:cubicBezTo>
                      <a:lnTo>
                        <a:pt x="183841" y="605041"/>
                      </a:lnTo>
                      <a:cubicBezTo>
                        <a:pt x="136955" y="633419"/>
                        <a:pt x="82667" y="651926"/>
                        <a:pt x="28378" y="664265"/>
                      </a:cubicBezTo>
                      <a:close/>
                    </a:path>
                  </a:pathLst>
                </a:custGeom>
                <a:solidFill>
                  <a:srgbClr val="000000"/>
                </a:solidFill>
                <a:ln w="12320"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30CFF72C-B079-4963-9FA4-538AE12B5D63}"/>
                    </a:ext>
                  </a:extLst>
                </p:cNvPr>
                <p:cNvSpPr/>
                <p:nvPr/>
              </p:nvSpPr>
              <p:spPr>
                <a:xfrm>
                  <a:off x="7826578" y="2472606"/>
                  <a:ext cx="1247404" cy="709638"/>
                </a:xfrm>
                <a:custGeom>
                  <a:avLst/>
                  <a:gdLst>
                    <a:gd name="connsiteX0" fmla="*/ 28378 w 1247404"/>
                    <a:gd name="connsiteY0" fmla="*/ 664265 h 709638"/>
                    <a:gd name="connsiteX1" fmla="*/ 0 w 1247404"/>
                    <a:gd name="connsiteY1" fmla="*/ 692643 h 709638"/>
                    <a:gd name="connsiteX2" fmla="*/ 28378 w 1247404"/>
                    <a:gd name="connsiteY2" fmla="*/ 708683 h 709638"/>
                    <a:gd name="connsiteX3" fmla="*/ 183841 w 1247404"/>
                    <a:gd name="connsiteY3" fmla="*/ 649459 h 709638"/>
                    <a:gd name="connsiteX4" fmla="*/ 1221494 w 1247404"/>
                    <a:gd name="connsiteY4" fmla="*/ 48582 h 709638"/>
                    <a:gd name="connsiteX5" fmla="*/ 1247405 w 1247404"/>
                    <a:gd name="connsiteY5" fmla="*/ 11567 h 709638"/>
                    <a:gd name="connsiteX6" fmla="*/ 1221494 w 1247404"/>
                    <a:gd name="connsiteY6" fmla="*/ 4164 h 709638"/>
                    <a:gd name="connsiteX7" fmla="*/ 183841 w 1247404"/>
                    <a:gd name="connsiteY7" fmla="*/ 605041 h 709638"/>
                    <a:gd name="connsiteX8" fmla="*/ 28378 w 1247404"/>
                    <a:gd name="connsiteY8" fmla="*/ 664265 h 70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404" h="709638">
                      <a:moveTo>
                        <a:pt x="28378" y="664265"/>
                      </a:moveTo>
                      <a:cubicBezTo>
                        <a:pt x="12338" y="667966"/>
                        <a:pt x="0" y="680304"/>
                        <a:pt x="0" y="692643"/>
                      </a:cubicBezTo>
                      <a:cubicBezTo>
                        <a:pt x="0" y="704981"/>
                        <a:pt x="12338" y="712384"/>
                        <a:pt x="28378" y="708683"/>
                      </a:cubicBezTo>
                      <a:cubicBezTo>
                        <a:pt x="82667" y="696344"/>
                        <a:pt x="136955" y="676603"/>
                        <a:pt x="183841" y="649459"/>
                      </a:cubicBezTo>
                      <a:lnTo>
                        <a:pt x="1221494" y="48582"/>
                      </a:lnTo>
                      <a:cubicBezTo>
                        <a:pt x="1235066" y="39945"/>
                        <a:pt x="1247405" y="23905"/>
                        <a:pt x="1247405" y="11567"/>
                      </a:cubicBezTo>
                      <a:cubicBezTo>
                        <a:pt x="1247405" y="-771"/>
                        <a:pt x="1236300" y="-3239"/>
                        <a:pt x="1221494" y="4164"/>
                      </a:cubicBezTo>
                      <a:lnTo>
                        <a:pt x="183841" y="605041"/>
                      </a:lnTo>
                      <a:cubicBezTo>
                        <a:pt x="136955" y="632185"/>
                        <a:pt x="82667" y="651926"/>
                        <a:pt x="28378" y="664265"/>
                      </a:cubicBezTo>
                      <a:close/>
                    </a:path>
                  </a:pathLst>
                </a:custGeom>
                <a:solidFill>
                  <a:srgbClr val="000000"/>
                </a:solidFill>
                <a:ln w="12320"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6CFE2DAE-D14A-4F75-9F47-507ADA1FAB44}"/>
                    </a:ext>
                  </a:extLst>
                </p:cNvPr>
                <p:cNvSpPr/>
                <p:nvPr/>
              </p:nvSpPr>
              <p:spPr>
                <a:xfrm>
                  <a:off x="7826578" y="2579949"/>
                  <a:ext cx="1247404" cy="709638"/>
                </a:xfrm>
                <a:custGeom>
                  <a:avLst/>
                  <a:gdLst>
                    <a:gd name="connsiteX0" fmla="*/ 28378 w 1247404"/>
                    <a:gd name="connsiteY0" fmla="*/ 664265 h 709638"/>
                    <a:gd name="connsiteX1" fmla="*/ 0 w 1247404"/>
                    <a:gd name="connsiteY1" fmla="*/ 692643 h 709638"/>
                    <a:gd name="connsiteX2" fmla="*/ 28378 w 1247404"/>
                    <a:gd name="connsiteY2" fmla="*/ 708683 h 709638"/>
                    <a:gd name="connsiteX3" fmla="*/ 183841 w 1247404"/>
                    <a:gd name="connsiteY3" fmla="*/ 649459 h 709638"/>
                    <a:gd name="connsiteX4" fmla="*/ 1221494 w 1247404"/>
                    <a:gd name="connsiteY4" fmla="*/ 48582 h 709638"/>
                    <a:gd name="connsiteX5" fmla="*/ 1247405 w 1247404"/>
                    <a:gd name="connsiteY5" fmla="*/ 11567 h 709638"/>
                    <a:gd name="connsiteX6" fmla="*/ 1221494 w 1247404"/>
                    <a:gd name="connsiteY6" fmla="*/ 4164 h 709638"/>
                    <a:gd name="connsiteX7" fmla="*/ 183841 w 1247404"/>
                    <a:gd name="connsiteY7" fmla="*/ 605041 h 709638"/>
                    <a:gd name="connsiteX8" fmla="*/ 28378 w 1247404"/>
                    <a:gd name="connsiteY8" fmla="*/ 664265 h 70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404" h="709638">
                      <a:moveTo>
                        <a:pt x="28378" y="664265"/>
                      </a:moveTo>
                      <a:cubicBezTo>
                        <a:pt x="12338" y="667966"/>
                        <a:pt x="0" y="680305"/>
                        <a:pt x="0" y="692643"/>
                      </a:cubicBezTo>
                      <a:cubicBezTo>
                        <a:pt x="0" y="704981"/>
                        <a:pt x="12338" y="712384"/>
                        <a:pt x="28378" y="708683"/>
                      </a:cubicBezTo>
                      <a:cubicBezTo>
                        <a:pt x="82667" y="696344"/>
                        <a:pt x="136955" y="676603"/>
                        <a:pt x="183841" y="649459"/>
                      </a:cubicBezTo>
                      <a:lnTo>
                        <a:pt x="1221494" y="48582"/>
                      </a:lnTo>
                      <a:cubicBezTo>
                        <a:pt x="1235066" y="39945"/>
                        <a:pt x="1247405" y="23905"/>
                        <a:pt x="1247405" y="11567"/>
                      </a:cubicBezTo>
                      <a:cubicBezTo>
                        <a:pt x="1247405" y="-771"/>
                        <a:pt x="1236300" y="-3239"/>
                        <a:pt x="1221494" y="4164"/>
                      </a:cubicBezTo>
                      <a:lnTo>
                        <a:pt x="183841" y="605041"/>
                      </a:lnTo>
                      <a:cubicBezTo>
                        <a:pt x="136955" y="632185"/>
                        <a:pt x="82667" y="651926"/>
                        <a:pt x="28378" y="664265"/>
                      </a:cubicBezTo>
                      <a:close/>
                    </a:path>
                  </a:pathLst>
                </a:custGeom>
                <a:solidFill>
                  <a:srgbClr val="000000"/>
                </a:solidFill>
                <a:ln w="12320"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16E68112-20F8-4C61-9B6B-010184A3440F}"/>
                    </a:ext>
                  </a:extLst>
                </p:cNvPr>
                <p:cNvSpPr/>
                <p:nvPr/>
              </p:nvSpPr>
              <p:spPr>
                <a:xfrm>
                  <a:off x="7826578" y="2688527"/>
                  <a:ext cx="1247404" cy="709638"/>
                </a:xfrm>
                <a:custGeom>
                  <a:avLst/>
                  <a:gdLst>
                    <a:gd name="connsiteX0" fmla="*/ 28378 w 1247404"/>
                    <a:gd name="connsiteY0" fmla="*/ 664265 h 709638"/>
                    <a:gd name="connsiteX1" fmla="*/ 0 w 1247404"/>
                    <a:gd name="connsiteY1" fmla="*/ 692643 h 709638"/>
                    <a:gd name="connsiteX2" fmla="*/ 28378 w 1247404"/>
                    <a:gd name="connsiteY2" fmla="*/ 708683 h 709638"/>
                    <a:gd name="connsiteX3" fmla="*/ 183841 w 1247404"/>
                    <a:gd name="connsiteY3" fmla="*/ 649459 h 709638"/>
                    <a:gd name="connsiteX4" fmla="*/ 1221494 w 1247404"/>
                    <a:gd name="connsiteY4" fmla="*/ 48582 h 709638"/>
                    <a:gd name="connsiteX5" fmla="*/ 1247405 w 1247404"/>
                    <a:gd name="connsiteY5" fmla="*/ 11567 h 709638"/>
                    <a:gd name="connsiteX6" fmla="*/ 1221494 w 1247404"/>
                    <a:gd name="connsiteY6" fmla="*/ 4164 h 709638"/>
                    <a:gd name="connsiteX7" fmla="*/ 183841 w 1247404"/>
                    <a:gd name="connsiteY7" fmla="*/ 605041 h 709638"/>
                    <a:gd name="connsiteX8" fmla="*/ 28378 w 1247404"/>
                    <a:gd name="connsiteY8" fmla="*/ 664265 h 70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404" h="709638">
                      <a:moveTo>
                        <a:pt x="28378" y="664265"/>
                      </a:moveTo>
                      <a:cubicBezTo>
                        <a:pt x="12338" y="667966"/>
                        <a:pt x="0" y="680304"/>
                        <a:pt x="0" y="692643"/>
                      </a:cubicBezTo>
                      <a:cubicBezTo>
                        <a:pt x="0" y="704981"/>
                        <a:pt x="12338" y="712384"/>
                        <a:pt x="28378" y="708683"/>
                      </a:cubicBezTo>
                      <a:cubicBezTo>
                        <a:pt x="82667" y="696344"/>
                        <a:pt x="136955" y="676603"/>
                        <a:pt x="183841" y="649459"/>
                      </a:cubicBezTo>
                      <a:lnTo>
                        <a:pt x="1221494" y="48582"/>
                      </a:lnTo>
                      <a:cubicBezTo>
                        <a:pt x="1235066" y="39945"/>
                        <a:pt x="1247405" y="23905"/>
                        <a:pt x="1247405" y="11567"/>
                      </a:cubicBezTo>
                      <a:cubicBezTo>
                        <a:pt x="1247405" y="-771"/>
                        <a:pt x="1236300" y="-3239"/>
                        <a:pt x="1221494" y="4164"/>
                      </a:cubicBezTo>
                      <a:lnTo>
                        <a:pt x="183841" y="605041"/>
                      </a:lnTo>
                      <a:cubicBezTo>
                        <a:pt x="136955" y="632185"/>
                        <a:pt x="82667" y="650693"/>
                        <a:pt x="28378" y="664265"/>
                      </a:cubicBezTo>
                      <a:close/>
                    </a:path>
                  </a:pathLst>
                </a:custGeom>
                <a:solidFill>
                  <a:srgbClr val="000000"/>
                </a:solidFill>
                <a:ln w="12320"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66CB138C-AEE2-457F-8D52-429610B2B81A}"/>
                    </a:ext>
                  </a:extLst>
                </p:cNvPr>
                <p:cNvSpPr/>
                <p:nvPr/>
              </p:nvSpPr>
              <p:spPr>
                <a:xfrm>
                  <a:off x="7826578" y="2795870"/>
                  <a:ext cx="1247404" cy="709638"/>
                </a:xfrm>
                <a:custGeom>
                  <a:avLst/>
                  <a:gdLst>
                    <a:gd name="connsiteX0" fmla="*/ 28378 w 1247404"/>
                    <a:gd name="connsiteY0" fmla="*/ 664265 h 709638"/>
                    <a:gd name="connsiteX1" fmla="*/ 0 w 1247404"/>
                    <a:gd name="connsiteY1" fmla="*/ 692643 h 709638"/>
                    <a:gd name="connsiteX2" fmla="*/ 28378 w 1247404"/>
                    <a:gd name="connsiteY2" fmla="*/ 708683 h 709638"/>
                    <a:gd name="connsiteX3" fmla="*/ 183841 w 1247404"/>
                    <a:gd name="connsiteY3" fmla="*/ 649459 h 709638"/>
                    <a:gd name="connsiteX4" fmla="*/ 1221494 w 1247404"/>
                    <a:gd name="connsiteY4" fmla="*/ 48582 h 709638"/>
                    <a:gd name="connsiteX5" fmla="*/ 1247405 w 1247404"/>
                    <a:gd name="connsiteY5" fmla="*/ 11567 h 709638"/>
                    <a:gd name="connsiteX6" fmla="*/ 1221494 w 1247404"/>
                    <a:gd name="connsiteY6" fmla="*/ 4164 h 709638"/>
                    <a:gd name="connsiteX7" fmla="*/ 182607 w 1247404"/>
                    <a:gd name="connsiteY7" fmla="*/ 605041 h 709638"/>
                    <a:gd name="connsiteX8" fmla="*/ 28378 w 1247404"/>
                    <a:gd name="connsiteY8" fmla="*/ 664265 h 70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404" h="709638">
                      <a:moveTo>
                        <a:pt x="28378" y="664265"/>
                      </a:moveTo>
                      <a:cubicBezTo>
                        <a:pt x="12338" y="667966"/>
                        <a:pt x="0" y="680305"/>
                        <a:pt x="0" y="692643"/>
                      </a:cubicBezTo>
                      <a:cubicBezTo>
                        <a:pt x="0" y="704981"/>
                        <a:pt x="12338" y="712384"/>
                        <a:pt x="28378" y="708683"/>
                      </a:cubicBezTo>
                      <a:cubicBezTo>
                        <a:pt x="82667" y="696344"/>
                        <a:pt x="136955" y="676603"/>
                        <a:pt x="183841" y="649459"/>
                      </a:cubicBezTo>
                      <a:lnTo>
                        <a:pt x="1221494" y="48582"/>
                      </a:lnTo>
                      <a:cubicBezTo>
                        <a:pt x="1235066" y="39945"/>
                        <a:pt x="1247405" y="23905"/>
                        <a:pt x="1247405" y="11567"/>
                      </a:cubicBezTo>
                      <a:cubicBezTo>
                        <a:pt x="1247405" y="-771"/>
                        <a:pt x="1236300" y="-3239"/>
                        <a:pt x="1221494" y="4164"/>
                      </a:cubicBezTo>
                      <a:lnTo>
                        <a:pt x="182607" y="605041"/>
                      </a:lnTo>
                      <a:cubicBezTo>
                        <a:pt x="136955" y="632185"/>
                        <a:pt x="82667" y="651926"/>
                        <a:pt x="28378" y="664265"/>
                      </a:cubicBezTo>
                      <a:close/>
                    </a:path>
                  </a:pathLst>
                </a:custGeom>
                <a:solidFill>
                  <a:srgbClr val="000000"/>
                </a:solidFill>
                <a:ln w="12320"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439E0C35-B63C-483B-8CAF-8BA50D0CE02E}"/>
                    </a:ext>
                  </a:extLst>
                </p:cNvPr>
                <p:cNvSpPr/>
                <p:nvPr/>
              </p:nvSpPr>
              <p:spPr>
                <a:xfrm>
                  <a:off x="7826578" y="2904447"/>
                  <a:ext cx="1247404" cy="709638"/>
                </a:xfrm>
                <a:custGeom>
                  <a:avLst/>
                  <a:gdLst>
                    <a:gd name="connsiteX0" fmla="*/ 28378 w 1247404"/>
                    <a:gd name="connsiteY0" fmla="*/ 664265 h 709638"/>
                    <a:gd name="connsiteX1" fmla="*/ 0 w 1247404"/>
                    <a:gd name="connsiteY1" fmla="*/ 692643 h 709638"/>
                    <a:gd name="connsiteX2" fmla="*/ 28378 w 1247404"/>
                    <a:gd name="connsiteY2" fmla="*/ 708683 h 709638"/>
                    <a:gd name="connsiteX3" fmla="*/ 183841 w 1247404"/>
                    <a:gd name="connsiteY3" fmla="*/ 649459 h 709638"/>
                    <a:gd name="connsiteX4" fmla="*/ 1221494 w 1247404"/>
                    <a:gd name="connsiteY4" fmla="*/ 48582 h 709638"/>
                    <a:gd name="connsiteX5" fmla="*/ 1247405 w 1247404"/>
                    <a:gd name="connsiteY5" fmla="*/ 11567 h 709638"/>
                    <a:gd name="connsiteX6" fmla="*/ 1221494 w 1247404"/>
                    <a:gd name="connsiteY6" fmla="*/ 4164 h 709638"/>
                    <a:gd name="connsiteX7" fmla="*/ 183841 w 1247404"/>
                    <a:gd name="connsiteY7" fmla="*/ 605041 h 709638"/>
                    <a:gd name="connsiteX8" fmla="*/ 28378 w 1247404"/>
                    <a:gd name="connsiteY8" fmla="*/ 664265 h 70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404" h="709638">
                      <a:moveTo>
                        <a:pt x="28378" y="664265"/>
                      </a:moveTo>
                      <a:cubicBezTo>
                        <a:pt x="12338" y="667966"/>
                        <a:pt x="0" y="680304"/>
                        <a:pt x="0" y="692643"/>
                      </a:cubicBezTo>
                      <a:cubicBezTo>
                        <a:pt x="0" y="704981"/>
                        <a:pt x="12338" y="712384"/>
                        <a:pt x="28378" y="708683"/>
                      </a:cubicBezTo>
                      <a:cubicBezTo>
                        <a:pt x="82667" y="696344"/>
                        <a:pt x="136955" y="676603"/>
                        <a:pt x="183841" y="649459"/>
                      </a:cubicBezTo>
                      <a:lnTo>
                        <a:pt x="1221494" y="48582"/>
                      </a:lnTo>
                      <a:cubicBezTo>
                        <a:pt x="1235066" y="39945"/>
                        <a:pt x="1247405" y="23905"/>
                        <a:pt x="1247405" y="11567"/>
                      </a:cubicBezTo>
                      <a:cubicBezTo>
                        <a:pt x="1247405" y="-771"/>
                        <a:pt x="1236300" y="-3239"/>
                        <a:pt x="1221494" y="4164"/>
                      </a:cubicBezTo>
                      <a:lnTo>
                        <a:pt x="183841" y="605041"/>
                      </a:lnTo>
                      <a:cubicBezTo>
                        <a:pt x="136955" y="632185"/>
                        <a:pt x="82667" y="650693"/>
                        <a:pt x="28378" y="664265"/>
                      </a:cubicBezTo>
                      <a:close/>
                    </a:path>
                  </a:pathLst>
                </a:custGeom>
                <a:solidFill>
                  <a:srgbClr val="000000"/>
                </a:solidFill>
                <a:ln w="12320"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42624361-B6D6-4152-9253-792875F7CAC0}"/>
                    </a:ext>
                  </a:extLst>
                </p:cNvPr>
                <p:cNvSpPr/>
                <p:nvPr/>
              </p:nvSpPr>
              <p:spPr>
                <a:xfrm>
                  <a:off x="7826578" y="3011791"/>
                  <a:ext cx="1247404" cy="709638"/>
                </a:xfrm>
                <a:custGeom>
                  <a:avLst/>
                  <a:gdLst>
                    <a:gd name="connsiteX0" fmla="*/ 28378 w 1247404"/>
                    <a:gd name="connsiteY0" fmla="*/ 664265 h 709638"/>
                    <a:gd name="connsiteX1" fmla="*/ 0 w 1247404"/>
                    <a:gd name="connsiteY1" fmla="*/ 692643 h 709638"/>
                    <a:gd name="connsiteX2" fmla="*/ 28378 w 1247404"/>
                    <a:gd name="connsiteY2" fmla="*/ 708683 h 709638"/>
                    <a:gd name="connsiteX3" fmla="*/ 183841 w 1247404"/>
                    <a:gd name="connsiteY3" fmla="*/ 649459 h 709638"/>
                    <a:gd name="connsiteX4" fmla="*/ 1221494 w 1247404"/>
                    <a:gd name="connsiteY4" fmla="*/ 48582 h 709638"/>
                    <a:gd name="connsiteX5" fmla="*/ 1247405 w 1247404"/>
                    <a:gd name="connsiteY5" fmla="*/ 11567 h 709638"/>
                    <a:gd name="connsiteX6" fmla="*/ 1221494 w 1247404"/>
                    <a:gd name="connsiteY6" fmla="*/ 4164 h 709638"/>
                    <a:gd name="connsiteX7" fmla="*/ 183841 w 1247404"/>
                    <a:gd name="connsiteY7" fmla="*/ 605041 h 709638"/>
                    <a:gd name="connsiteX8" fmla="*/ 28378 w 1247404"/>
                    <a:gd name="connsiteY8" fmla="*/ 664265 h 70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404" h="709638">
                      <a:moveTo>
                        <a:pt x="28378" y="664265"/>
                      </a:moveTo>
                      <a:cubicBezTo>
                        <a:pt x="12338" y="667966"/>
                        <a:pt x="0" y="680305"/>
                        <a:pt x="0" y="692643"/>
                      </a:cubicBezTo>
                      <a:cubicBezTo>
                        <a:pt x="0" y="704981"/>
                        <a:pt x="12338" y="712384"/>
                        <a:pt x="28378" y="708683"/>
                      </a:cubicBezTo>
                      <a:cubicBezTo>
                        <a:pt x="82667" y="696344"/>
                        <a:pt x="136955" y="676603"/>
                        <a:pt x="183841" y="649459"/>
                      </a:cubicBezTo>
                      <a:lnTo>
                        <a:pt x="1221494" y="48582"/>
                      </a:lnTo>
                      <a:cubicBezTo>
                        <a:pt x="1235066" y="39945"/>
                        <a:pt x="1247405" y="23905"/>
                        <a:pt x="1247405" y="11567"/>
                      </a:cubicBezTo>
                      <a:cubicBezTo>
                        <a:pt x="1247405" y="-771"/>
                        <a:pt x="1236300" y="-3239"/>
                        <a:pt x="1221494" y="4164"/>
                      </a:cubicBezTo>
                      <a:lnTo>
                        <a:pt x="183841" y="605041"/>
                      </a:lnTo>
                      <a:cubicBezTo>
                        <a:pt x="136955" y="632185"/>
                        <a:pt x="82667" y="651926"/>
                        <a:pt x="28378" y="664265"/>
                      </a:cubicBezTo>
                      <a:close/>
                    </a:path>
                  </a:pathLst>
                </a:custGeom>
                <a:solidFill>
                  <a:srgbClr val="000000"/>
                </a:solidFill>
                <a:ln w="12320"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A2D6C218-055C-43EC-B65E-D1F3C8E1CD99}"/>
                    </a:ext>
                  </a:extLst>
                </p:cNvPr>
                <p:cNvSpPr/>
                <p:nvPr/>
              </p:nvSpPr>
              <p:spPr>
                <a:xfrm>
                  <a:off x="7826578" y="3119134"/>
                  <a:ext cx="1247404" cy="709638"/>
                </a:xfrm>
                <a:custGeom>
                  <a:avLst/>
                  <a:gdLst>
                    <a:gd name="connsiteX0" fmla="*/ 28378 w 1247404"/>
                    <a:gd name="connsiteY0" fmla="*/ 664265 h 709638"/>
                    <a:gd name="connsiteX1" fmla="*/ 0 w 1247404"/>
                    <a:gd name="connsiteY1" fmla="*/ 692643 h 709638"/>
                    <a:gd name="connsiteX2" fmla="*/ 28378 w 1247404"/>
                    <a:gd name="connsiteY2" fmla="*/ 708683 h 709638"/>
                    <a:gd name="connsiteX3" fmla="*/ 183841 w 1247404"/>
                    <a:gd name="connsiteY3" fmla="*/ 649459 h 709638"/>
                    <a:gd name="connsiteX4" fmla="*/ 1221494 w 1247404"/>
                    <a:gd name="connsiteY4" fmla="*/ 48582 h 709638"/>
                    <a:gd name="connsiteX5" fmla="*/ 1247405 w 1247404"/>
                    <a:gd name="connsiteY5" fmla="*/ 11567 h 709638"/>
                    <a:gd name="connsiteX6" fmla="*/ 1221494 w 1247404"/>
                    <a:gd name="connsiteY6" fmla="*/ 4164 h 709638"/>
                    <a:gd name="connsiteX7" fmla="*/ 183841 w 1247404"/>
                    <a:gd name="connsiteY7" fmla="*/ 605041 h 709638"/>
                    <a:gd name="connsiteX8" fmla="*/ 28378 w 1247404"/>
                    <a:gd name="connsiteY8" fmla="*/ 664265 h 70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404" h="709638">
                      <a:moveTo>
                        <a:pt x="28378" y="664265"/>
                      </a:moveTo>
                      <a:cubicBezTo>
                        <a:pt x="12338" y="667966"/>
                        <a:pt x="0" y="680305"/>
                        <a:pt x="0" y="692643"/>
                      </a:cubicBezTo>
                      <a:cubicBezTo>
                        <a:pt x="0" y="704981"/>
                        <a:pt x="12338" y="712384"/>
                        <a:pt x="28378" y="708683"/>
                      </a:cubicBezTo>
                      <a:cubicBezTo>
                        <a:pt x="82667" y="696344"/>
                        <a:pt x="136955" y="676603"/>
                        <a:pt x="183841" y="649459"/>
                      </a:cubicBezTo>
                      <a:lnTo>
                        <a:pt x="1221494" y="48582"/>
                      </a:lnTo>
                      <a:cubicBezTo>
                        <a:pt x="1235066" y="39945"/>
                        <a:pt x="1247405" y="23906"/>
                        <a:pt x="1247405" y="11567"/>
                      </a:cubicBezTo>
                      <a:cubicBezTo>
                        <a:pt x="1247405" y="-771"/>
                        <a:pt x="1236300" y="-3239"/>
                        <a:pt x="1221494" y="4164"/>
                      </a:cubicBezTo>
                      <a:lnTo>
                        <a:pt x="183841" y="605041"/>
                      </a:lnTo>
                      <a:cubicBezTo>
                        <a:pt x="136955" y="633419"/>
                        <a:pt x="82667" y="651926"/>
                        <a:pt x="28378" y="664265"/>
                      </a:cubicBezTo>
                      <a:close/>
                    </a:path>
                  </a:pathLst>
                </a:custGeom>
                <a:solidFill>
                  <a:srgbClr val="000000"/>
                </a:solidFill>
                <a:ln w="12320"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935986A7-4F7F-49C5-A10D-1D9599D4C88E}"/>
                    </a:ext>
                  </a:extLst>
                </p:cNvPr>
                <p:cNvSpPr/>
                <p:nvPr/>
              </p:nvSpPr>
              <p:spPr>
                <a:xfrm>
                  <a:off x="7826578" y="3227712"/>
                  <a:ext cx="1247404" cy="709638"/>
                </a:xfrm>
                <a:custGeom>
                  <a:avLst/>
                  <a:gdLst>
                    <a:gd name="connsiteX0" fmla="*/ 28378 w 1247404"/>
                    <a:gd name="connsiteY0" fmla="*/ 664265 h 709638"/>
                    <a:gd name="connsiteX1" fmla="*/ 0 w 1247404"/>
                    <a:gd name="connsiteY1" fmla="*/ 692643 h 709638"/>
                    <a:gd name="connsiteX2" fmla="*/ 28378 w 1247404"/>
                    <a:gd name="connsiteY2" fmla="*/ 708683 h 709638"/>
                    <a:gd name="connsiteX3" fmla="*/ 183841 w 1247404"/>
                    <a:gd name="connsiteY3" fmla="*/ 649459 h 709638"/>
                    <a:gd name="connsiteX4" fmla="*/ 1221494 w 1247404"/>
                    <a:gd name="connsiteY4" fmla="*/ 48582 h 709638"/>
                    <a:gd name="connsiteX5" fmla="*/ 1247405 w 1247404"/>
                    <a:gd name="connsiteY5" fmla="*/ 11567 h 709638"/>
                    <a:gd name="connsiteX6" fmla="*/ 1221494 w 1247404"/>
                    <a:gd name="connsiteY6" fmla="*/ 4164 h 709638"/>
                    <a:gd name="connsiteX7" fmla="*/ 182607 w 1247404"/>
                    <a:gd name="connsiteY7" fmla="*/ 605041 h 709638"/>
                    <a:gd name="connsiteX8" fmla="*/ 28378 w 1247404"/>
                    <a:gd name="connsiteY8" fmla="*/ 664265 h 70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404" h="709638">
                      <a:moveTo>
                        <a:pt x="28378" y="664265"/>
                      </a:moveTo>
                      <a:cubicBezTo>
                        <a:pt x="12338" y="667966"/>
                        <a:pt x="0" y="680305"/>
                        <a:pt x="0" y="692643"/>
                      </a:cubicBezTo>
                      <a:cubicBezTo>
                        <a:pt x="0" y="704981"/>
                        <a:pt x="12338" y="712384"/>
                        <a:pt x="28378" y="708683"/>
                      </a:cubicBezTo>
                      <a:cubicBezTo>
                        <a:pt x="82667" y="696344"/>
                        <a:pt x="136955" y="676603"/>
                        <a:pt x="183841" y="649459"/>
                      </a:cubicBezTo>
                      <a:lnTo>
                        <a:pt x="1221494" y="48582"/>
                      </a:lnTo>
                      <a:cubicBezTo>
                        <a:pt x="1235066" y="39945"/>
                        <a:pt x="1247405" y="23905"/>
                        <a:pt x="1247405" y="11567"/>
                      </a:cubicBezTo>
                      <a:cubicBezTo>
                        <a:pt x="1247405" y="-771"/>
                        <a:pt x="1236300" y="-3239"/>
                        <a:pt x="1221494" y="4164"/>
                      </a:cubicBezTo>
                      <a:lnTo>
                        <a:pt x="182607" y="605041"/>
                      </a:lnTo>
                      <a:cubicBezTo>
                        <a:pt x="136955" y="632185"/>
                        <a:pt x="82667" y="651926"/>
                        <a:pt x="28378" y="664265"/>
                      </a:cubicBezTo>
                      <a:close/>
                    </a:path>
                  </a:pathLst>
                </a:custGeom>
                <a:solidFill>
                  <a:srgbClr val="000000"/>
                </a:solidFill>
                <a:ln w="12320" cap="flat">
                  <a:noFill/>
                  <a:prstDash val="solid"/>
                  <a:miter/>
                </a:ln>
              </p:spPr>
              <p:txBody>
                <a:bodyPr rtlCol="0" anchor="ctr"/>
                <a:lstStyle/>
                <a:p>
                  <a:endParaRPr lang="en-US"/>
                </a:p>
              </p:txBody>
            </p:sp>
          </p:grpSp>
          <p:grpSp>
            <p:nvGrpSpPr>
              <p:cNvPr id="81" name="Graphic 6">
                <a:extLst>
                  <a:ext uri="{FF2B5EF4-FFF2-40B4-BE49-F238E27FC236}">
                    <a16:creationId xmlns:a16="http://schemas.microsoft.com/office/drawing/2014/main" id="{31113BDC-2845-441C-B626-57D5D70A544F}"/>
                  </a:ext>
                </a:extLst>
              </p:cNvPr>
              <p:cNvGrpSpPr/>
              <p:nvPr/>
            </p:nvGrpSpPr>
            <p:grpSpPr>
              <a:xfrm>
                <a:off x="6142396" y="2624830"/>
                <a:ext cx="333134" cy="623085"/>
                <a:chOff x="6142396" y="2624830"/>
                <a:chExt cx="333134" cy="623085"/>
              </a:xfrm>
              <a:solidFill>
                <a:srgbClr val="000000">
                  <a:alpha val="20000"/>
                </a:srgbClr>
              </a:solidFill>
            </p:grpSpPr>
            <p:sp>
              <p:nvSpPr>
                <p:cNvPr id="82" name="Freeform: Shape 81">
                  <a:extLst>
                    <a:ext uri="{FF2B5EF4-FFF2-40B4-BE49-F238E27FC236}">
                      <a16:creationId xmlns:a16="http://schemas.microsoft.com/office/drawing/2014/main" id="{BD8E16FD-37CA-4261-BC13-41F3779E19FD}"/>
                    </a:ext>
                  </a:extLst>
                </p:cNvPr>
                <p:cNvSpPr/>
                <p:nvPr/>
              </p:nvSpPr>
              <p:spPr>
                <a:xfrm>
                  <a:off x="6233700" y="2767955"/>
                  <a:ext cx="185074" cy="310925"/>
                </a:xfrm>
                <a:custGeom>
                  <a:avLst/>
                  <a:gdLst>
                    <a:gd name="connsiteX0" fmla="*/ 14806 w 185074"/>
                    <a:gd name="connsiteY0" fmla="*/ 111045 h 310925"/>
                    <a:gd name="connsiteX1" fmla="*/ 185075 w 185074"/>
                    <a:gd name="connsiteY1" fmla="*/ 0 h 310925"/>
                    <a:gd name="connsiteX2" fmla="*/ 0 w 185074"/>
                    <a:gd name="connsiteY2" fmla="*/ 101174 h 310925"/>
                    <a:gd name="connsiteX3" fmla="*/ 0 w 185074"/>
                    <a:gd name="connsiteY3" fmla="*/ 310926 h 310925"/>
                  </a:gdLst>
                  <a:ahLst/>
                  <a:cxnLst>
                    <a:cxn ang="0">
                      <a:pos x="connsiteX0" y="connsiteY0"/>
                    </a:cxn>
                    <a:cxn ang="0">
                      <a:pos x="connsiteX1" y="connsiteY1"/>
                    </a:cxn>
                    <a:cxn ang="0">
                      <a:pos x="connsiteX2" y="connsiteY2"/>
                    </a:cxn>
                    <a:cxn ang="0">
                      <a:pos x="connsiteX3" y="connsiteY3"/>
                    </a:cxn>
                  </a:cxnLst>
                  <a:rect l="l" t="t" r="r" b="b"/>
                  <a:pathLst>
                    <a:path w="185074" h="310925">
                      <a:moveTo>
                        <a:pt x="14806" y="111045"/>
                      </a:moveTo>
                      <a:lnTo>
                        <a:pt x="185075" y="0"/>
                      </a:lnTo>
                      <a:lnTo>
                        <a:pt x="0" y="101174"/>
                      </a:lnTo>
                      <a:lnTo>
                        <a:pt x="0" y="310926"/>
                      </a:lnTo>
                      <a:close/>
                    </a:path>
                  </a:pathLst>
                </a:custGeom>
                <a:solidFill>
                  <a:srgbClr val="000000">
                    <a:alpha val="20000"/>
                  </a:srgbClr>
                </a:solidFill>
                <a:ln w="12320"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DC913A85-4546-4B66-B04E-BE8429AEC501}"/>
                    </a:ext>
                  </a:extLst>
                </p:cNvPr>
                <p:cNvSpPr/>
                <p:nvPr/>
              </p:nvSpPr>
              <p:spPr>
                <a:xfrm>
                  <a:off x="6142396" y="2624830"/>
                  <a:ext cx="333134" cy="623085"/>
                </a:xfrm>
                <a:custGeom>
                  <a:avLst/>
                  <a:gdLst>
                    <a:gd name="connsiteX0" fmla="*/ 0 w 333134"/>
                    <a:gd name="connsiteY0" fmla="*/ 191244 h 623085"/>
                    <a:gd name="connsiteX1" fmla="*/ 333135 w 333134"/>
                    <a:gd name="connsiteY1" fmla="*/ 0 h 623085"/>
                    <a:gd name="connsiteX2" fmla="*/ 16040 w 333134"/>
                    <a:gd name="connsiteY2" fmla="*/ 201115 h 623085"/>
                    <a:gd name="connsiteX3" fmla="*/ 0 w 333134"/>
                    <a:gd name="connsiteY3" fmla="*/ 623086 h 623085"/>
                  </a:gdLst>
                  <a:ahLst/>
                  <a:cxnLst>
                    <a:cxn ang="0">
                      <a:pos x="connsiteX0" y="connsiteY0"/>
                    </a:cxn>
                    <a:cxn ang="0">
                      <a:pos x="connsiteX1" y="connsiteY1"/>
                    </a:cxn>
                    <a:cxn ang="0">
                      <a:pos x="connsiteX2" y="connsiteY2"/>
                    </a:cxn>
                    <a:cxn ang="0">
                      <a:pos x="connsiteX3" y="connsiteY3"/>
                    </a:cxn>
                  </a:cxnLst>
                  <a:rect l="l" t="t" r="r" b="b"/>
                  <a:pathLst>
                    <a:path w="333134" h="623085">
                      <a:moveTo>
                        <a:pt x="0" y="191244"/>
                      </a:moveTo>
                      <a:lnTo>
                        <a:pt x="333135" y="0"/>
                      </a:lnTo>
                      <a:lnTo>
                        <a:pt x="16040" y="201115"/>
                      </a:lnTo>
                      <a:lnTo>
                        <a:pt x="0" y="623086"/>
                      </a:lnTo>
                      <a:close/>
                    </a:path>
                  </a:pathLst>
                </a:custGeom>
                <a:solidFill>
                  <a:srgbClr val="000000">
                    <a:alpha val="20000"/>
                  </a:srgbClr>
                </a:solidFill>
                <a:ln w="12320" cap="flat">
                  <a:noFill/>
                  <a:prstDash val="solid"/>
                  <a:miter/>
                </a:ln>
              </p:spPr>
              <p:txBody>
                <a:bodyPr rtlCol="0" anchor="ctr"/>
                <a:lstStyle/>
                <a:p>
                  <a:endParaRPr lang="en-US"/>
                </a:p>
              </p:txBody>
            </p:sp>
          </p:grpSp>
          <p:grpSp>
            <p:nvGrpSpPr>
              <p:cNvPr id="84" name="Graphic 6">
                <a:extLst>
                  <a:ext uri="{FF2B5EF4-FFF2-40B4-BE49-F238E27FC236}">
                    <a16:creationId xmlns:a16="http://schemas.microsoft.com/office/drawing/2014/main" id="{31113BDC-2845-441C-B626-57D5D70A544F}"/>
                  </a:ext>
                </a:extLst>
              </p:cNvPr>
              <p:cNvGrpSpPr/>
              <p:nvPr/>
            </p:nvGrpSpPr>
            <p:grpSpPr>
              <a:xfrm>
                <a:off x="6146098" y="4453370"/>
                <a:ext cx="102408" cy="534249"/>
                <a:chOff x="6146098" y="4453370"/>
                <a:chExt cx="102408" cy="534249"/>
              </a:xfrm>
              <a:solidFill>
                <a:srgbClr val="000000">
                  <a:alpha val="20000"/>
                </a:srgbClr>
              </a:solidFill>
            </p:grpSpPr>
            <p:sp>
              <p:nvSpPr>
                <p:cNvPr id="85" name="Freeform: Shape 84">
                  <a:extLst>
                    <a:ext uri="{FF2B5EF4-FFF2-40B4-BE49-F238E27FC236}">
                      <a16:creationId xmlns:a16="http://schemas.microsoft.com/office/drawing/2014/main" id="{3ED9D0BF-0811-4994-A854-790E40640A60}"/>
                    </a:ext>
                  </a:extLst>
                </p:cNvPr>
                <p:cNvSpPr/>
                <p:nvPr/>
              </p:nvSpPr>
              <p:spPr>
                <a:xfrm>
                  <a:off x="6226297" y="4661888"/>
                  <a:ext cx="22209" cy="325731"/>
                </a:xfrm>
                <a:custGeom>
                  <a:avLst/>
                  <a:gdLst>
                    <a:gd name="connsiteX0" fmla="*/ 22209 w 22209"/>
                    <a:gd name="connsiteY0" fmla="*/ 325732 h 325731"/>
                    <a:gd name="connsiteX1" fmla="*/ 16040 w 22209"/>
                    <a:gd name="connsiteY1" fmla="*/ 0 h 325731"/>
                    <a:gd name="connsiteX2" fmla="*/ 0 w 22209"/>
                    <a:gd name="connsiteY2" fmla="*/ 313393 h 325731"/>
                  </a:gdLst>
                  <a:ahLst/>
                  <a:cxnLst>
                    <a:cxn ang="0">
                      <a:pos x="connsiteX0" y="connsiteY0"/>
                    </a:cxn>
                    <a:cxn ang="0">
                      <a:pos x="connsiteX1" y="connsiteY1"/>
                    </a:cxn>
                    <a:cxn ang="0">
                      <a:pos x="connsiteX2" y="connsiteY2"/>
                    </a:cxn>
                  </a:cxnLst>
                  <a:rect l="l" t="t" r="r" b="b"/>
                  <a:pathLst>
                    <a:path w="22209" h="325731">
                      <a:moveTo>
                        <a:pt x="22209" y="325732"/>
                      </a:moveTo>
                      <a:lnTo>
                        <a:pt x="16040" y="0"/>
                      </a:lnTo>
                      <a:lnTo>
                        <a:pt x="0" y="313393"/>
                      </a:lnTo>
                      <a:close/>
                    </a:path>
                  </a:pathLst>
                </a:custGeom>
                <a:solidFill>
                  <a:srgbClr val="000000">
                    <a:alpha val="20000"/>
                  </a:srgbClr>
                </a:solidFill>
                <a:ln w="12320"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CFB6936F-FC05-4E3B-8CBA-EE60F105CDFC}"/>
                    </a:ext>
                  </a:extLst>
                </p:cNvPr>
                <p:cNvSpPr/>
                <p:nvPr/>
              </p:nvSpPr>
              <p:spPr>
                <a:xfrm>
                  <a:off x="6146098" y="4453370"/>
                  <a:ext cx="19741" cy="486130"/>
                </a:xfrm>
                <a:custGeom>
                  <a:avLst/>
                  <a:gdLst>
                    <a:gd name="connsiteX0" fmla="*/ 19741 w 19741"/>
                    <a:gd name="connsiteY0" fmla="*/ 486130 h 486130"/>
                    <a:gd name="connsiteX1" fmla="*/ 7403 w 19741"/>
                    <a:gd name="connsiteY1" fmla="*/ 0 h 486130"/>
                    <a:gd name="connsiteX2" fmla="*/ 0 w 19741"/>
                    <a:gd name="connsiteY2" fmla="*/ 475026 h 486130"/>
                  </a:gdLst>
                  <a:ahLst/>
                  <a:cxnLst>
                    <a:cxn ang="0">
                      <a:pos x="connsiteX0" y="connsiteY0"/>
                    </a:cxn>
                    <a:cxn ang="0">
                      <a:pos x="connsiteX1" y="connsiteY1"/>
                    </a:cxn>
                    <a:cxn ang="0">
                      <a:pos x="connsiteX2" y="connsiteY2"/>
                    </a:cxn>
                  </a:cxnLst>
                  <a:rect l="l" t="t" r="r" b="b"/>
                  <a:pathLst>
                    <a:path w="19741" h="486130">
                      <a:moveTo>
                        <a:pt x="19741" y="486130"/>
                      </a:moveTo>
                      <a:lnTo>
                        <a:pt x="7403" y="0"/>
                      </a:lnTo>
                      <a:lnTo>
                        <a:pt x="0" y="475026"/>
                      </a:lnTo>
                      <a:close/>
                    </a:path>
                  </a:pathLst>
                </a:custGeom>
                <a:solidFill>
                  <a:srgbClr val="000000">
                    <a:alpha val="20000"/>
                  </a:srgbClr>
                </a:solidFill>
                <a:ln w="12320" cap="flat">
                  <a:noFill/>
                  <a:prstDash val="solid"/>
                  <a:miter/>
                </a:ln>
              </p:spPr>
              <p:txBody>
                <a:bodyPr rtlCol="0" anchor="ctr"/>
                <a:lstStyle/>
                <a:p>
                  <a:endParaRPr lang="en-US"/>
                </a:p>
              </p:txBody>
            </p:sp>
          </p:grpSp>
          <p:grpSp>
            <p:nvGrpSpPr>
              <p:cNvPr id="87" name="Graphic 6">
                <a:extLst>
                  <a:ext uri="{FF2B5EF4-FFF2-40B4-BE49-F238E27FC236}">
                    <a16:creationId xmlns:a16="http://schemas.microsoft.com/office/drawing/2014/main" id="{31113BDC-2845-441C-B626-57D5D70A544F}"/>
                  </a:ext>
                </a:extLst>
              </p:cNvPr>
              <p:cNvGrpSpPr/>
              <p:nvPr/>
            </p:nvGrpSpPr>
            <p:grpSpPr>
              <a:xfrm>
                <a:off x="8658181" y="1147932"/>
                <a:ext cx="489831" cy="243065"/>
                <a:chOff x="8658181" y="1147932"/>
                <a:chExt cx="489831" cy="243065"/>
              </a:xfrm>
              <a:solidFill>
                <a:srgbClr val="000000">
                  <a:alpha val="20000"/>
                </a:srgbClr>
              </a:solidFill>
            </p:grpSpPr>
            <p:sp>
              <p:nvSpPr>
                <p:cNvPr id="88" name="Freeform: Shape 87">
                  <a:extLst>
                    <a:ext uri="{FF2B5EF4-FFF2-40B4-BE49-F238E27FC236}">
                      <a16:creationId xmlns:a16="http://schemas.microsoft.com/office/drawing/2014/main" id="{2A63A36D-4D08-49B6-B7FB-422F80021B09}"/>
                    </a:ext>
                  </a:extLst>
                </p:cNvPr>
                <p:cNvSpPr/>
                <p:nvPr/>
              </p:nvSpPr>
              <p:spPr>
                <a:xfrm>
                  <a:off x="8891376" y="1184947"/>
                  <a:ext cx="256637" cy="149293"/>
                </a:xfrm>
                <a:custGeom>
                  <a:avLst/>
                  <a:gdLst>
                    <a:gd name="connsiteX0" fmla="*/ 0 w 256637"/>
                    <a:gd name="connsiteY0" fmla="*/ 149294 h 149293"/>
                    <a:gd name="connsiteX1" fmla="*/ 238130 w 256637"/>
                    <a:gd name="connsiteY1" fmla="*/ 0 h 149293"/>
                    <a:gd name="connsiteX2" fmla="*/ 256637 w 256637"/>
                    <a:gd name="connsiteY2" fmla="*/ 9871 h 149293"/>
                  </a:gdLst>
                  <a:ahLst/>
                  <a:cxnLst>
                    <a:cxn ang="0">
                      <a:pos x="connsiteX0" y="connsiteY0"/>
                    </a:cxn>
                    <a:cxn ang="0">
                      <a:pos x="connsiteX1" y="connsiteY1"/>
                    </a:cxn>
                    <a:cxn ang="0">
                      <a:pos x="connsiteX2" y="connsiteY2"/>
                    </a:cxn>
                  </a:cxnLst>
                  <a:rect l="l" t="t" r="r" b="b"/>
                  <a:pathLst>
                    <a:path w="256637" h="149293">
                      <a:moveTo>
                        <a:pt x="0" y="149294"/>
                      </a:moveTo>
                      <a:lnTo>
                        <a:pt x="238130" y="0"/>
                      </a:lnTo>
                      <a:lnTo>
                        <a:pt x="256637" y="9871"/>
                      </a:lnTo>
                      <a:close/>
                    </a:path>
                  </a:pathLst>
                </a:custGeom>
                <a:solidFill>
                  <a:srgbClr val="000000">
                    <a:alpha val="20000"/>
                  </a:srgbClr>
                </a:solidFill>
                <a:ln w="12320"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5CB91A10-07E8-4688-A6EE-6A1E9F638B8B}"/>
                    </a:ext>
                  </a:extLst>
                </p:cNvPr>
                <p:cNvSpPr/>
                <p:nvPr/>
              </p:nvSpPr>
              <p:spPr>
                <a:xfrm>
                  <a:off x="8658181" y="1147932"/>
                  <a:ext cx="421970" cy="243065"/>
                </a:xfrm>
                <a:custGeom>
                  <a:avLst/>
                  <a:gdLst>
                    <a:gd name="connsiteX0" fmla="*/ 408398 w 421970"/>
                    <a:gd name="connsiteY0" fmla="*/ 0 h 243065"/>
                    <a:gd name="connsiteX1" fmla="*/ 0 w 421970"/>
                    <a:gd name="connsiteY1" fmla="*/ 243065 h 243065"/>
                    <a:gd name="connsiteX2" fmla="*/ 421971 w 421970"/>
                    <a:gd name="connsiteY2" fmla="*/ 7403 h 243065"/>
                  </a:gdLst>
                  <a:ahLst/>
                  <a:cxnLst>
                    <a:cxn ang="0">
                      <a:pos x="connsiteX0" y="connsiteY0"/>
                    </a:cxn>
                    <a:cxn ang="0">
                      <a:pos x="connsiteX1" y="connsiteY1"/>
                    </a:cxn>
                    <a:cxn ang="0">
                      <a:pos x="connsiteX2" y="connsiteY2"/>
                    </a:cxn>
                  </a:cxnLst>
                  <a:rect l="l" t="t" r="r" b="b"/>
                  <a:pathLst>
                    <a:path w="421970" h="243065">
                      <a:moveTo>
                        <a:pt x="408398" y="0"/>
                      </a:moveTo>
                      <a:lnTo>
                        <a:pt x="0" y="243065"/>
                      </a:lnTo>
                      <a:lnTo>
                        <a:pt x="421971" y="7403"/>
                      </a:lnTo>
                      <a:close/>
                    </a:path>
                  </a:pathLst>
                </a:custGeom>
                <a:solidFill>
                  <a:srgbClr val="000000">
                    <a:alpha val="20000"/>
                  </a:srgbClr>
                </a:solidFill>
                <a:ln w="12320" cap="flat">
                  <a:noFill/>
                  <a:prstDash val="solid"/>
                  <a:miter/>
                </a:ln>
              </p:spPr>
              <p:txBody>
                <a:bodyPr rtlCol="0" anchor="ctr"/>
                <a:lstStyle/>
                <a:p>
                  <a:endParaRPr lang="en-US"/>
                </a:p>
              </p:txBody>
            </p:sp>
          </p:grpSp>
          <p:grpSp>
            <p:nvGrpSpPr>
              <p:cNvPr id="90" name="Graphic 6">
                <a:extLst>
                  <a:ext uri="{FF2B5EF4-FFF2-40B4-BE49-F238E27FC236}">
                    <a16:creationId xmlns:a16="http://schemas.microsoft.com/office/drawing/2014/main" id="{31113BDC-2845-441C-B626-57D5D70A544F}"/>
                  </a:ext>
                </a:extLst>
              </p:cNvPr>
              <p:cNvGrpSpPr/>
              <p:nvPr/>
            </p:nvGrpSpPr>
            <p:grpSpPr>
              <a:xfrm>
                <a:off x="6380526" y="3337985"/>
                <a:ext cx="1141295" cy="1066031"/>
                <a:chOff x="6380526" y="3337985"/>
                <a:chExt cx="1141295" cy="1066031"/>
              </a:xfrm>
              <a:solidFill>
                <a:srgbClr val="27DEBF">
                  <a:alpha val="30000"/>
                </a:srgbClr>
              </a:solidFill>
            </p:grpSpPr>
            <p:sp>
              <p:nvSpPr>
                <p:cNvPr id="91" name="Freeform: Shape 90">
                  <a:extLst>
                    <a:ext uri="{FF2B5EF4-FFF2-40B4-BE49-F238E27FC236}">
                      <a16:creationId xmlns:a16="http://schemas.microsoft.com/office/drawing/2014/main" id="{5334ED08-3FEE-4C3B-B221-A6EB6144749B}"/>
                    </a:ext>
                  </a:extLst>
                </p:cNvPr>
                <p:cNvSpPr/>
                <p:nvPr/>
              </p:nvSpPr>
              <p:spPr>
                <a:xfrm>
                  <a:off x="6380526" y="3337985"/>
                  <a:ext cx="1141295" cy="740299"/>
                </a:xfrm>
                <a:custGeom>
                  <a:avLst/>
                  <a:gdLst>
                    <a:gd name="connsiteX0" fmla="*/ 0 w 1141295"/>
                    <a:gd name="connsiteY0" fmla="*/ 658867 h 740299"/>
                    <a:gd name="connsiteX1" fmla="*/ 0 w 1141295"/>
                    <a:gd name="connsiteY1" fmla="*/ 740300 h 740299"/>
                    <a:gd name="connsiteX2" fmla="*/ 1141295 w 1141295"/>
                    <a:gd name="connsiteY2" fmla="*/ 81433 h 740299"/>
                    <a:gd name="connsiteX3" fmla="*/ 1141295 w 1141295"/>
                    <a:gd name="connsiteY3" fmla="*/ 0 h 740299"/>
                  </a:gdLst>
                  <a:ahLst/>
                  <a:cxnLst>
                    <a:cxn ang="0">
                      <a:pos x="connsiteX0" y="connsiteY0"/>
                    </a:cxn>
                    <a:cxn ang="0">
                      <a:pos x="connsiteX1" y="connsiteY1"/>
                    </a:cxn>
                    <a:cxn ang="0">
                      <a:pos x="connsiteX2" y="connsiteY2"/>
                    </a:cxn>
                    <a:cxn ang="0">
                      <a:pos x="connsiteX3" y="connsiteY3"/>
                    </a:cxn>
                  </a:cxnLst>
                  <a:rect l="l" t="t" r="r" b="b"/>
                  <a:pathLst>
                    <a:path w="1141295" h="740299">
                      <a:moveTo>
                        <a:pt x="0" y="658867"/>
                      </a:moveTo>
                      <a:lnTo>
                        <a:pt x="0" y="740300"/>
                      </a:lnTo>
                      <a:lnTo>
                        <a:pt x="1141295" y="81433"/>
                      </a:lnTo>
                      <a:lnTo>
                        <a:pt x="1141295" y="0"/>
                      </a:lnTo>
                      <a:close/>
                    </a:path>
                  </a:pathLst>
                </a:custGeom>
                <a:solidFill>
                  <a:schemeClr val="accent2">
                    <a:alpha val="33000"/>
                  </a:schemeClr>
                </a:solidFill>
                <a:ln w="12320"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E024E59C-36A7-41E4-90FF-6F031BD119E2}"/>
                    </a:ext>
                  </a:extLst>
                </p:cNvPr>
                <p:cNvSpPr/>
                <p:nvPr/>
              </p:nvSpPr>
              <p:spPr>
                <a:xfrm>
                  <a:off x="6380526" y="3444095"/>
                  <a:ext cx="1141295" cy="740299"/>
                </a:xfrm>
                <a:custGeom>
                  <a:avLst/>
                  <a:gdLst>
                    <a:gd name="connsiteX0" fmla="*/ 0 w 1141295"/>
                    <a:gd name="connsiteY0" fmla="*/ 658867 h 740299"/>
                    <a:gd name="connsiteX1" fmla="*/ 0 w 1141295"/>
                    <a:gd name="connsiteY1" fmla="*/ 740300 h 740299"/>
                    <a:gd name="connsiteX2" fmla="*/ 1141295 w 1141295"/>
                    <a:gd name="connsiteY2" fmla="*/ 82667 h 740299"/>
                    <a:gd name="connsiteX3" fmla="*/ 1141295 w 1141295"/>
                    <a:gd name="connsiteY3" fmla="*/ 0 h 740299"/>
                  </a:gdLst>
                  <a:ahLst/>
                  <a:cxnLst>
                    <a:cxn ang="0">
                      <a:pos x="connsiteX0" y="connsiteY0"/>
                    </a:cxn>
                    <a:cxn ang="0">
                      <a:pos x="connsiteX1" y="connsiteY1"/>
                    </a:cxn>
                    <a:cxn ang="0">
                      <a:pos x="connsiteX2" y="connsiteY2"/>
                    </a:cxn>
                    <a:cxn ang="0">
                      <a:pos x="connsiteX3" y="connsiteY3"/>
                    </a:cxn>
                  </a:cxnLst>
                  <a:rect l="l" t="t" r="r" b="b"/>
                  <a:pathLst>
                    <a:path w="1141295" h="740299">
                      <a:moveTo>
                        <a:pt x="0" y="658867"/>
                      </a:moveTo>
                      <a:lnTo>
                        <a:pt x="0" y="740300"/>
                      </a:lnTo>
                      <a:lnTo>
                        <a:pt x="1141295" y="82667"/>
                      </a:lnTo>
                      <a:lnTo>
                        <a:pt x="1141295" y="0"/>
                      </a:lnTo>
                      <a:close/>
                    </a:path>
                  </a:pathLst>
                </a:custGeom>
                <a:solidFill>
                  <a:schemeClr val="accent2">
                    <a:alpha val="33000"/>
                  </a:schemeClr>
                </a:solidFill>
                <a:ln w="12320"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36B564BB-1E1A-45C5-9F8A-3E4777ADDC82}"/>
                    </a:ext>
                  </a:extLst>
                </p:cNvPr>
                <p:cNvSpPr/>
                <p:nvPr/>
              </p:nvSpPr>
              <p:spPr>
                <a:xfrm>
                  <a:off x="6380526" y="3555140"/>
                  <a:ext cx="1141295" cy="741533"/>
                </a:xfrm>
                <a:custGeom>
                  <a:avLst/>
                  <a:gdLst>
                    <a:gd name="connsiteX0" fmla="*/ 0 w 1141295"/>
                    <a:gd name="connsiteY0" fmla="*/ 658867 h 741533"/>
                    <a:gd name="connsiteX1" fmla="*/ 0 w 1141295"/>
                    <a:gd name="connsiteY1" fmla="*/ 741534 h 741533"/>
                    <a:gd name="connsiteX2" fmla="*/ 1141295 w 1141295"/>
                    <a:gd name="connsiteY2" fmla="*/ 82667 h 741533"/>
                    <a:gd name="connsiteX3" fmla="*/ 1141295 w 1141295"/>
                    <a:gd name="connsiteY3" fmla="*/ 0 h 741533"/>
                  </a:gdLst>
                  <a:ahLst/>
                  <a:cxnLst>
                    <a:cxn ang="0">
                      <a:pos x="connsiteX0" y="connsiteY0"/>
                    </a:cxn>
                    <a:cxn ang="0">
                      <a:pos x="connsiteX1" y="connsiteY1"/>
                    </a:cxn>
                    <a:cxn ang="0">
                      <a:pos x="connsiteX2" y="connsiteY2"/>
                    </a:cxn>
                    <a:cxn ang="0">
                      <a:pos x="connsiteX3" y="connsiteY3"/>
                    </a:cxn>
                  </a:cxnLst>
                  <a:rect l="l" t="t" r="r" b="b"/>
                  <a:pathLst>
                    <a:path w="1141295" h="741533">
                      <a:moveTo>
                        <a:pt x="0" y="658867"/>
                      </a:moveTo>
                      <a:lnTo>
                        <a:pt x="0" y="741534"/>
                      </a:lnTo>
                      <a:lnTo>
                        <a:pt x="1141295" y="82667"/>
                      </a:lnTo>
                      <a:lnTo>
                        <a:pt x="1141295" y="0"/>
                      </a:lnTo>
                      <a:close/>
                    </a:path>
                  </a:pathLst>
                </a:custGeom>
                <a:solidFill>
                  <a:schemeClr val="accent2">
                    <a:alpha val="33000"/>
                  </a:schemeClr>
                </a:solidFill>
                <a:ln w="12320"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F104266C-ABD6-4295-81D7-6359B7A8FEFD}"/>
                    </a:ext>
                  </a:extLst>
                </p:cNvPr>
                <p:cNvSpPr/>
                <p:nvPr/>
              </p:nvSpPr>
              <p:spPr>
                <a:xfrm>
                  <a:off x="6380526" y="3954902"/>
                  <a:ext cx="628020" cy="449115"/>
                </a:xfrm>
                <a:custGeom>
                  <a:avLst/>
                  <a:gdLst>
                    <a:gd name="connsiteX0" fmla="*/ 0 w 628020"/>
                    <a:gd name="connsiteY0" fmla="*/ 367682 h 449115"/>
                    <a:gd name="connsiteX1" fmla="*/ 0 w 628020"/>
                    <a:gd name="connsiteY1" fmla="*/ 449115 h 449115"/>
                    <a:gd name="connsiteX2" fmla="*/ 628021 w 628020"/>
                    <a:gd name="connsiteY2" fmla="*/ 82667 h 449115"/>
                    <a:gd name="connsiteX3" fmla="*/ 628021 w 628020"/>
                    <a:gd name="connsiteY3" fmla="*/ 0 h 449115"/>
                  </a:gdLst>
                  <a:ahLst/>
                  <a:cxnLst>
                    <a:cxn ang="0">
                      <a:pos x="connsiteX0" y="connsiteY0"/>
                    </a:cxn>
                    <a:cxn ang="0">
                      <a:pos x="connsiteX1" y="connsiteY1"/>
                    </a:cxn>
                    <a:cxn ang="0">
                      <a:pos x="connsiteX2" y="connsiteY2"/>
                    </a:cxn>
                    <a:cxn ang="0">
                      <a:pos x="connsiteX3" y="connsiteY3"/>
                    </a:cxn>
                  </a:cxnLst>
                  <a:rect l="l" t="t" r="r" b="b"/>
                  <a:pathLst>
                    <a:path w="628020" h="449115">
                      <a:moveTo>
                        <a:pt x="0" y="367682"/>
                      </a:moveTo>
                      <a:lnTo>
                        <a:pt x="0" y="449115"/>
                      </a:lnTo>
                      <a:lnTo>
                        <a:pt x="628021" y="82667"/>
                      </a:lnTo>
                      <a:lnTo>
                        <a:pt x="628021" y="0"/>
                      </a:lnTo>
                      <a:close/>
                    </a:path>
                  </a:pathLst>
                </a:custGeom>
                <a:solidFill>
                  <a:srgbClr val="27DEBF">
                    <a:alpha val="30000"/>
                  </a:srgbClr>
                </a:solidFill>
                <a:ln w="12320" cap="flat">
                  <a:noFill/>
                  <a:prstDash val="solid"/>
                  <a:miter/>
                </a:ln>
              </p:spPr>
              <p:txBody>
                <a:bodyPr rtlCol="0" anchor="ctr"/>
                <a:lstStyle/>
                <a:p>
                  <a:endParaRPr lang="en-US"/>
                </a:p>
              </p:txBody>
            </p:sp>
          </p:grpSp>
          <p:grpSp>
            <p:nvGrpSpPr>
              <p:cNvPr id="95" name="Graphic 6">
                <a:extLst>
                  <a:ext uri="{FF2B5EF4-FFF2-40B4-BE49-F238E27FC236}">
                    <a16:creationId xmlns:a16="http://schemas.microsoft.com/office/drawing/2014/main" id="{31113BDC-2845-441C-B626-57D5D70A544F}"/>
                  </a:ext>
                </a:extLst>
              </p:cNvPr>
              <p:cNvGrpSpPr/>
              <p:nvPr/>
            </p:nvGrpSpPr>
            <p:grpSpPr>
              <a:xfrm>
                <a:off x="7803135" y="2432352"/>
                <a:ext cx="1286887" cy="1098111"/>
                <a:chOff x="7803135" y="2432352"/>
                <a:chExt cx="1286887" cy="1098111"/>
              </a:xfrm>
              <a:solidFill>
                <a:srgbClr val="27DEBF">
                  <a:alpha val="30000"/>
                </a:srgbClr>
              </a:solidFill>
            </p:grpSpPr>
            <p:sp>
              <p:nvSpPr>
                <p:cNvPr id="96" name="Freeform: Shape 95">
                  <a:extLst>
                    <a:ext uri="{FF2B5EF4-FFF2-40B4-BE49-F238E27FC236}">
                      <a16:creationId xmlns:a16="http://schemas.microsoft.com/office/drawing/2014/main" id="{BC2F953C-DCC7-4BE1-A3CD-84EC65E43998}"/>
                    </a:ext>
                  </a:extLst>
                </p:cNvPr>
                <p:cNvSpPr/>
                <p:nvPr/>
              </p:nvSpPr>
              <p:spPr>
                <a:xfrm>
                  <a:off x="8186857" y="2432352"/>
                  <a:ext cx="903165" cy="610747"/>
                </a:xfrm>
                <a:custGeom>
                  <a:avLst/>
                  <a:gdLst>
                    <a:gd name="connsiteX0" fmla="*/ 0 w 903165"/>
                    <a:gd name="connsiteY0" fmla="*/ 520677 h 610747"/>
                    <a:gd name="connsiteX1" fmla="*/ 903166 w 903165"/>
                    <a:gd name="connsiteY1" fmla="*/ 0 h 610747"/>
                    <a:gd name="connsiteX2" fmla="*/ 903166 w 903165"/>
                    <a:gd name="connsiteY2" fmla="*/ 81433 h 610747"/>
                    <a:gd name="connsiteX3" fmla="*/ 0 w 903165"/>
                    <a:gd name="connsiteY3" fmla="*/ 610747 h 610747"/>
                  </a:gdLst>
                  <a:ahLst/>
                  <a:cxnLst>
                    <a:cxn ang="0">
                      <a:pos x="connsiteX0" y="connsiteY0"/>
                    </a:cxn>
                    <a:cxn ang="0">
                      <a:pos x="connsiteX1" y="connsiteY1"/>
                    </a:cxn>
                    <a:cxn ang="0">
                      <a:pos x="connsiteX2" y="connsiteY2"/>
                    </a:cxn>
                    <a:cxn ang="0">
                      <a:pos x="connsiteX3" y="connsiteY3"/>
                    </a:cxn>
                  </a:cxnLst>
                  <a:rect l="l" t="t" r="r" b="b"/>
                  <a:pathLst>
                    <a:path w="903165" h="610747">
                      <a:moveTo>
                        <a:pt x="0" y="520677"/>
                      </a:moveTo>
                      <a:lnTo>
                        <a:pt x="903166" y="0"/>
                      </a:lnTo>
                      <a:lnTo>
                        <a:pt x="903166" y="81433"/>
                      </a:lnTo>
                      <a:lnTo>
                        <a:pt x="0" y="610747"/>
                      </a:lnTo>
                      <a:close/>
                    </a:path>
                  </a:pathLst>
                </a:custGeom>
                <a:solidFill>
                  <a:schemeClr val="accent2">
                    <a:alpha val="30000"/>
                  </a:schemeClr>
                </a:solidFill>
                <a:ln w="12320"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19D22424-18AC-4167-9C95-CBC926518094}"/>
                    </a:ext>
                  </a:extLst>
                </p:cNvPr>
                <p:cNvSpPr/>
                <p:nvPr/>
              </p:nvSpPr>
              <p:spPr>
                <a:xfrm>
                  <a:off x="7803135" y="2542163"/>
                  <a:ext cx="1286887" cy="779782"/>
                </a:xfrm>
                <a:custGeom>
                  <a:avLst/>
                  <a:gdLst>
                    <a:gd name="connsiteX0" fmla="*/ 193712 w 1286887"/>
                    <a:gd name="connsiteY0" fmla="*/ 630488 h 779782"/>
                    <a:gd name="connsiteX1" fmla="*/ 1286888 w 1286887"/>
                    <a:gd name="connsiteY1" fmla="*/ 0 h 779782"/>
                    <a:gd name="connsiteX2" fmla="*/ 1286888 w 1286887"/>
                    <a:gd name="connsiteY2" fmla="*/ 82667 h 779782"/>
                    <a:gd name="connsiteX3" fmla="*/ 193712 w 1286887"/>
                    <a:gd name="connsiteY3" fmla="*/ 720558 h 779782"/>
                    <a:gd name="connsiteX4" fmla="*/ 0 w 1286887"/>
                    <a:gd name="connsiteY4" fmla="*/ 779782 h 779782"/>
                    <a:gd name="connsiteX5" fmla="*/ 0 w 1286887"/>
                    <a:gd name="connsiteY5" fmla="*/ 690946 h 779782"/>
                    <a:gd name="connsiteX6" fmla="*/ 193712 w 1286887"/>
                    <a:gd name="connsiteY6" fmla="*/ 630488 h 779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6887" h="779782">
                      <a:moveTo>
                        <a:pt x="193712" y="630488"/>
                      </a:moveTo>
                      <a:lnTo>
                        <a:pt x="1286888" y="0"/>
                      </a:lnTo>
                      <a:lnTo>
                        <a:pt x="1286888" y="82667"/>
                      </a:lnTo>
                      <a:lnTo>
                        <a:pt x="193712" y="720558"/>
                      </a:lnTo>
                      <a:cubicBezTo>
                        <a:pt x="138189" y="753872"/>
                        <a:pt x="71562" y="769912"/>
                        <a:pt x="0" y="779782"/>
                      </a:cubicBezTo>
                      <a:lnTo>
                        <a:pt x="0" y="690946"/>
                      </a:lnTo>
                      <a:cubicBezTo>
                        <a:pt x="64159" y="682309"/>
                        <a:pt x="127085" y="668737"/>
                        <a:pt x="193712" y="630488"/>
                      </a:cubicBezTo>
                      <a:close/>
                    </a:path>
                  </a:pathLst>
                </a:custGeom>
                <a:solidFill>
                  <a:schemeClr val="accent2">
                    <a:alpha val="33000"/>
                  </a:schemeClr>
                </a:solidFill>
                <a:ln w="12320"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225638FF-4739-447F-BA41-DBBAF68E82FE}"/>
                    </a:ext>
                  </a:extLst>
                </p:cNvPr>
                <p:cNvSpPr/>
                <p:nvPr/>
              </p:nvSpPr>
              <p:spPr>
                <a:xfrm>
                  <a:off x="7803135" y="2647039"/>
                  <a:ext cx="1286887" cy="779782"/>
                </a:xfrm>
                <a:custGeom>
                  <a:avLst/>
                  <a:gdLst>
                    <a:gd name="connsiteX0" fmla="*/ 193712 w 1286887"/>
                    <a:gd name="connsiteY0" fmla="*/ 630489 h 779782"/>
                    <a:gd name="connsiteX1" fmla="*/ 1286888 w 1286887"/>
                    <a:gd name="connsiteY1" fmla="*/ 0 h 779782"/>
                    <a:gd name="connsiteX2" fmla="*/ 1286888 w 1286887"/>
                    <a:gd name="connsiteY2" fmla="*/ 82667 h 779782"/>
                    <a:gd name="connsiteX3" fmla="*/ 193712 w 1286887"/>
                    <a:gd name="connsiteY3" fmla="*/ 720558 h 779782"/>
                    <a:gd name="connsiteX4" fmla="*/ 0 w 1286887"/>
                    <a:gd name="connsiteY4" fmla="*/ 779782 h 779782"/>
                    <a:gd name="connsiteX5" fmla="*/ 0 w 1286887"/>
                    <a:gd name="connsiteY5" fmla="*/ 690946 h 779782"/>
                    <a:gd name="connsiteX6" fmla="*/ 193712 w 1286887"/>
                    <a:gd name="connsiteY6" fmla="*/ 630489 h 779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6887" h="779782">
                      <a:moveTo>
                        <a:pt x="193712" y="630489"/>
                      </a:moveTo>
                      <a:lnTo>
                        <a:pt x="1286888" y="0"/>
                      </a:lnTo>
                      <a:lnTo>
                        <a:pt x="1286888" y="82667"/>
                      </a:lnTo>
                      <a:lnTo>
                        <a:pt x="193712" y="720558"/>
                      </a:lnTo>
                      <a:cubicBezTo>
                        <a:pt x="138189" y="753872"/>
                        <a:pt x="71562" y="769912"/>
                        <a:pt x="0" y="779782"/>
                      </a:cubicBezTo>
                      <a:lnTo>
                        <a:pt x="0" y="690946"/>
                      </a:lnTo>
                      <a:cubicBezTo>
                        <a:pt x="64159" y="682310"/>
                        <a:pt x="127085" y="668737"/>
                        <a:pt x="193712" y="630489"/>
                      </a:cubicBezTo>
                      <a:close/>
                    </a:path>
                  </a:pathLst>
                </a:custGeom>
                <a:solidFill>
                  <a:schemeClr val="accent2">
                    <a:alpha val="33000"/>
                  </a:schemeClr>
                </a:solidFill>
                <a:ln w="12320"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A32D9290-870E-4CAE-B5CC-30C84CEF07F0}"/>
                    </a:ext>
                  </a:extLst>
                </p:cNvPr>
                <p:cNvSpPr/>
                <p:nvPr/>
              </p:nvSpPr>
              <p:spPr>
                <a:xfrm>
                  <a:off x="7803135" y="2750681"/>
                  <a:ext cx="1286887" cy="779782"/>
                </a:xfrm>
                <a:custGeom>
                  <a:avLst/>
                  <a:gdLst>
                    <a:gd name="connsiteX0" fmla="*/ 193712 w 1286887"/>
                    <a:gd name="connsiteY0" fmla="*/ 630488 h 779782"/>
                    <a:gd name="connsiteX1" fmla="*/ 1286888 w 1286887"/>
                    <a:gd name="connsiteY1" fmla="*/ 0 h 779782"/>
                    <a:gd name="connsiteX2" fmla="*/ 1286888 w 1286887"/>
                    <a:gd name="connsiteY2" fmla="*/ 82667 h 779782"/>
                    <a:gd name="connsiteX3" fmla="*/ 193712 w 1286887"/>
                    <a:gd name="connsiteY3" fmla="*/ 720558 h 779782"/>
                    <a:gd name="connsiteX4" fmla="*/ 0 w 1286887"/>
                    <a:gd name="connsiteY4" fmla="*/ 779782 h 779782"/>
                    <a:gd name="connsiteX5" fmla="*/ 0 w 1286887"/>
                    <a:gd name="connsiteY5" fmla="*/ 690946 h 779782"/>
                    <a:gd name="connsiteX6" fmla="*/ 193712 w 1286887"/>
                    <a:gd name="connsiteY6" fmla="*/ 630488 h 779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6887" h="779782">
                      <a:moveTo>
                        <a:pt x="193712" y="630488"/>
                      </a:moveTo>
                      <a:lnTo>
                        <a:pt x="1286888" y="0"/>
                      </a:lnTo>
                      <a:lnTo>
                        <a:pt x="1286888" y="82667"/>
                      </a:lnTo>
                      <a:lnTo>
                        <a:pt x="193712" y="720558"/>
                      </a:lnTo>
                      <a:cubicBezTo>
                        <a:pt x="138189" y="753872"/>
                        <a:pt x="71562" y="769912"/>
                        <a:pt x="0" y="779782"/>
                      </a:cubicBezTo>
                      <a:lnTo>
                        <a:pt x="0" y="690946"/>
                      </a:lnTo>
                      <a:cubicBezTo>
                        <a:pt x="64159" y="682310"/>
                        <a:pt x="127085" y="668737"/>
                        <a:pt x="193712" y="630488"/>
                      </a:cubicBezTo>
                      <a:close/>
                    </a:path>
                  </a:pathLst>
                </a:custGeom>
                <a:solidFill>
                  <a:schemeClr val="accent2">
                    <a:alpha val="33000"/>
                  </a:schemeClr>
                </a:solidFill>
                <a:ln w="12320" cap="flat">
                  <a:noFill/>
                  <a:prstDash val="solid"/>
                  <a:miter/>
                </a:ln>
              </p:spPr>
              <p:txBody>
                <a:bodyPr rtlCol="0" anchor="ctr"/>
                <a:lstStyle/>
                <a:p>
                  <a:endParaRPr lang="en-US"/>
                </a:p>
              </p:txBody>
            </p:sp>
          </p:grpSp>
          <p:grpSp>
            <p:nvGrpSpPr>
              <p:cNvPr id="100" name="Graphic 6">
                <a:extLst>
                  <a:ext uri="{FF2B5EF4-FFF2-40B4-BE49-F238E27FC236}">
                    <a16:creationId xmlns:a16="http://schemas.microsoft.com/office/drawing/2014/main" id="{31113BDC-2845-441C-B626-57D5D70A544F}"/>
                  </a:ext>
                </a:extLst>
              </p:cNvPr>
              <p:cNvGrpSpPr/>
              <p:nvPr/>
            </p:nvGrpSpPr>
            <p:grpSpPr>
              <a:xfrm>
                <a:off x="6380526" y="2368193"/>
                <a:ext cx="1141295" cy="847642"/>
                <a:chOff x="6380526" y="2368193"/>
                <a:chExt cx="1141295" cy="847642"/>
              </a:xfrm>
              <a:solidFill>
                <a:srgbClr val="27DEBF">
                  <a:alpha val="30000"/>
                </a:srgbClr>
              </a:solidFill>
            </p:grpSpPr>
            <p:sp>
              <p:nvSpPr>
                <p:cNvPr id="101" name="Freeform: Shape 100">
                  <a:extLst>
                    <a:ext uri="{FF2B5EF4-FFF2-40B4-BE49-F238E27FC236}">
                      <a16:creationId xmlns:a16="http://schemas.microsoft.com/office/drawing/2014/main" id="{49154179-992D-446C-A6EB-930B3FF28526}"/>
                    </a:ext>
                  </a:extLst>
                </p:cNvPr>
                <p:cNvSpPr/>
                <p:nvPr/>
              </p:nvSpPr>
              <p:spPr>
                <a:xfrm>
                  <a:off x="6380526" y="2368193"/>
                  <a:ext cx="1141295" cy="740299"/>
                </a:xfrm>
                <a:custGeom>
                  <a:avLst/>
                  <a:gdLst>
                    <a:gd name="connsiteX0" fmla="*/ 0 w 1141295"/>
                    <a:gd name="connsiteY0" fmla="*/ 658867 h 740299"/>
                    <a:gd name="connsiteX1" fmla="*/ 0 w 1141295"/>
                    <a:gd name="connsiteY1" fmla="*/ 740300 h 740299"/>
                    <a:gd name="connsiteX2" fmla="*/ 1141295 w 1141295"/>
                    <a:gd name="connsiteY2" fmla="*/ 82667 h 740299"/>
                    <a:gd name="connsiteX3" fmla="*/ 1141295 w 1141295"/>
                    <a:gd name="connsiteY3" fmla="*/ 0 h 740299"/>
                  </a:gdLst>
                  <a:ahLst/>
                  <a:cxnLst>
                    <a:cxn ang="0">
                      <a:pos x="connsiteX0" y="connsiteY0"/>
                    </a:cxn>
                    <a:cxn ang="0">
                      <a:pos x="connsiteX1" y="connsiteY1"/>
                    </a:cxn>
                    <a:cxn ang="0">
                      <a:pos x="connsiteX2" y="connsiteY2"/>
                    </a:cxn>
                    <a:cxn ang="0">
                      <a:pos x="connsiteX3" y="connsiteY3"/>
                    </a:cxn>
                  </a:cxnLst>
                  <a:rect l="l" t="t" r="r" b="b"/>
                  <a:pathLst>
                    <a:path w="1141295" h="740299">
                      <a:moveTo>
                        <a:pt x="0" y="658867"/>
                      </a:moveTo>
                      <a:lnTo>
                        <a:pt x="0" y="740300"/>
                      </a:lnTo>
                      <a:lnTo>
                        <a:pt x="1141295" y="82667"/>
                      </a:lnTo>
                      <a:lnTo>
                        <a:pt x="1141295" y="0"/>
                      </a:lnTo>
                      <a:close/>
                    </a:path>
                  </a:pathLst>
                </a:custGeom>
                <a:solidFill>
                  <a:schemeClr val="accent2">
                    <a:alpha val="33000"/>
                  </a:schemeClr>
                </a:solidFill>
                <a:ln w="12320"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478D71C1-8B92-4043-B3DE-BC1AB438736C}"/>
                    </a:ext>
                  </a:extLst>
                </p:cNvPr>
                <p:cNvSpPr/>
                <p:nvPr/>
              </p:nvSpPr>
              <p:spPr>
                <a:xfrm>
                  <a:off x="6380526" y="2474303"/>
                  <a:ext cx="1141295" cy="741533"/>
                </a:xfrm>
                <a:custGeom>
                  <a:avLst/>
                  <a:gdLst>
                    <a:gd name="connsiteX0" fmla="*/ 0 w 1141295"/>
                    <a:gd name="connsiteY0" fmla="*/ 658867 h 741533"/>
                    <a:gd name="connsiteX1" fmla="*/ 0 w 1141295"/>
                    <a:gd name="connsiteY1" fmla="*/ 741533 h 741533"/>
                    <a:gd name="connsiteX2" fmla="*/ 1141295 w 1141295"/>
                    <a:gd name="connsiteY2" fmla="*/ 82667 h 741533"/>
                    <a:gd name="connsiteX3" fmla="*/ 1141295 w 1141295"/>
                    <a:gd name="connsiteY3" fmla="*/ 0 h 741533"/>
                  </a:gdLst>
                  <a:ahLst/>
                  <a:cxnLst>
                    <a:cxn ang="0">
                      <a:pos x="connsiteX0" y="connsiteY0"/>
                    </a:cxn>
                    <a:cxn ang="0">
                      <a:pos x="connsiteX1" y="connsiteY1"/>
                    </a:cxn>
                    <a:cxn ang="0">
                      <a:pos x="connsiteX2" y="connsiteY2"/>
                    </a:cxn>
                    <a:cxn ang="0">
                      <a:pos x="connsiteX3" y="connsiteY3"/>
                    </a:cxn>
                  </a:cxnLst>
                  <a:rect l="l" t="t" r="r" b="b"/>
                  <a:pathLst>
                    <a:path w="1141295" h="741533">
                      <a:moveTo>
                        <a:pt x="0" y="658867"/>
                      </a:moveTo>
                      <a:lnTo>
                        <a:pt x="0" y="741533"/>
                      </a:lnTo>
                      <a:lnTo>
                        <a:pt x="1141295" y="82667"/>
                      </a:lnTo>
                      <a:lnTo>
                        <a:pt x="1141295" y="0"/>
                      </a:lnTo>
                      <a:close/>
                    </a:path>
                  </a:pathLst>
                </a:custGeom>
                <a:solidFill>
                  <a:schemeClr val="accent2">
                    <a:alpha val="33000"/>
                  </a:schemeClr>
                </a:solidFill>
                <a:ln w="12320" cap="flat">
                  <a:noFill/>
                  <a:prstDash val="solid"/>
                  <a:miter/>
                </a:ln>
              </p:spPr>
              <p:txBody>
                <a:bodyPr rtlCol="0" anchor="ctr"/>
                <a:lstStyle/>
                <a:p>
                  <a:endParaRPr lang="en-US"/>
                </a:p>
              </p:txBody>
            </p:sp>
          </p:grpSp>
        </p:grpSp>
        <p:grpSp>
          <p:nvGrpSpPr>
            <p:cNvPr id="103" name="Graphic 6">
              <a:extLst>
                <a:ext uri="{FF2B5EF4-FFF2-40B4-BE49-F238E27FC236}">
                  <a16:creationId xmlns:a16="http://schemas.microsoft.com/office/drawing/2014/main" id="{31113BDC-2845-441C-B626-57D5D70A544F}"/>
                </a:ext>
              </a:extLst>
            </p:cNvPr>
            <p:cNvGrpSpPr/>
            <p:nvPr/>
          </p:nvGrpSpPr>
          <p:grpSpPr>
            <a:xfrm>
              <a:off x="8532330" y="1520550"/>
              <a:ext cx="831603" cy="1219026"/>
              <a:chOff x="8532330" y="1520550"/>
              <a:chExt cx="831603" cy="1219026"/>
            </a:xfrm>
          </p:grpSpPr>
          <p:sp>
            <p:nvSpPr>
              <p:cNvPr id="104" name="Freeform: Shape 103">
                <a:extLst>
                  <a:ext uri="{FF2B5EF4-FFF2-40B4-BE49-F238E27FC236}">
                    <a16:creationId xmlns:a16="http://schemas.microsoft.com/office/drawing/2014/main" id="{B058177F-EF4C-44F2-8D34-FD6C3D23B873}"/>
                  </a:ext>
                </a:extLst>
              </p:cNvPr>
              <p:cNvSpPr/>
              <p:nvPr/>
            </p:nvSpPr>
            <p:spPr>
              <a:xfrm>
                <a:off x="8532330" y="1520550"/>
                <a:ext cx="665035" cy="1186947"/>
              </a:xfrm>
              <a:custGeom>
                <a:avLst/>
                <a:gdLst>
                  <a:gd name="connsiteX0" fmla="*/ 0 w 665035"/>
                  <a:gd name="connsiteY0" fmla="*/ 384956 h 1186947"/>
                  <a:gd name="connsiteX1" fmla="*/ 0 w 665035"/>
                  <a:gd name="connsiteY1" fmla="*/ 1186947 h 1186947"/>
                  <a:gd name="connsiteX2" fmla="*/ 665036 w 665035"/>
                  <a:gd name="connsiteY2" fmla="*/ 803225 h 1186947"/>
                  <a:gd name="connsiteX3" fmla="*/ 665036 w 665035"/>
                  <a:gd name="connsiteY3" fmla="*/ 0 h 1186947"/>
                </a:gdLst>
                <a:ahLst/>
                <a:cxnLst>
                  <a:cxn ang="0">
                    <a:pos x="connsiteX0" y="connsiteY0"/>
                  </a:cxn>
                  <a:cxn ang="0">
                    <a:pos x="connsiteX1" y="connsiteY1"/>
                  </a:cxn>
                  <a:cxn ang="0">
                    <a:pos x="connsiteX2" y="connsiteY2"/>
                  </a:cxn>
                  <a:cxn ang="0">
                    <a:pos x="connsiteX3" y="connsiteY3"/>
                  </a:cxn>
                </a:cxnLst>
                <a:rect l="l" t="t" r="r" b="b"/>
                <a:pathLst>
                  <a:path w="665035" h="1186947">
                    <a:moveTo>
                      <a:pt x="0" y="384956"/>
                    </a:moveTo>
                    <a:lnTo>
                      <a:pt x="0" y="1186947"/>
                    </a:lnTo>
                    <a:lnTo>
                      <a:pt x="665036" y="803225"/>
                    </a:lnTo>
                    <a:lnTo>
                      <a:pt x="665036" y="0"/>
                    </a:lnTo>
                    <a:close/>
                  </a:path>
                </a:pathLst>
              </a:custGeom>
              <a:solidFill>
                <a:srgbClr val="000000">
                  <a:alpha val="10000"/>
                </a:srgbClr>
              </a:solidFill>
              <a:ln w="12320" cap="flat">
                <a:noFill/>
                <a:prstDash val="solid"/>
                <a:miter/>
              </a:ln>
            </p:spPr>
            <p:txBody>
              <a:bodyPr rtlCol="0" anchor="ctr"/>
              <a:lstStyle/>
              <a:p>
                <a:endParaRPr lang="en-US"/>
              </a:p>
            </p:txBody>
          </p:sp>
          <p:grpSp>
            <p:nvGrpSpPr>
              <p:cNvPr id="105" name="Graphic 6">
                <a:extLst>
                  <a:ext uri="{FF2B5EF4-FFF2-40B4-BE49-F238E27FC236}">
                    <a16:creationId xmlns:a16="http://schemas.microsoft.com/office/drawing/2014/main" id="{31113BDC-2845-441C-B626-57D5D70A544F}"/>
                  </a:ext>
                </a:extLst>
              </p:cNvPr>
              <p:cNvGrpSpPr/>
              <p:nvPr/>
            </p:nvGrpSpPr>
            <p:grpSpPr>
              <a:xfrm>
                <a:off x="8559475" y="1534122"/>
                <a:ext cx="804458" cy="1205454"/>
                <a:chOff x="8559475" y="1534122"/>
                <a:chExt cx="804458" cy="1205454"/>
              </a:xfrm>
            </p:grpSpPr>
            <p:sp>
              <p:nvSpPr>
                <p:cNvPr id="106" name="Freeform: Shape 105">
                  <a:extLst>
                    <a:ext uri="{FF2B5EF4-FFF2-40B4-BE49-F238E27FC236}">
                      <a16:creationId xmlns:a16="http://schemas.microsoft.com/office/drawing/2014/main" id="{FE3DEB68-3647-4A82-A433-8FA997688DDC}"/>
                    </a:ext>
                  </a:extLst>
                </p:cNvPr>
                <p:cNvSpPr/>
                <p:nvPr/>
              </p:nvSpPr>
              <p:spPr>
                <a:xfrm>
                  <a:off x="8560708" y="1658739"/>
                  <a:ext cx="803224" cy="1080837"/>
                </a:xfrm>
                <a:custGeom>
                  <a:avLst/>
                  <a:gdLst>
                    <a:gd name="connsiteX0" fmla="*/ 803225 w 803224"/>
                    <a:gd name="connsiteY0" fmla="*/ 620618 h 1080837"/>
                    <a:gd name="connsiteX1" fmla="*/ 655165 w 803224"/>
                    <a:gd name="connsiteY1" fmla="*/ 742767 h 1080837"/>
                    <a:gd name="connsiteX2" fmla="*/ 70328 w 803224"/>
                    <a:gd name="connsiteY2" fmla="*/ 1080837 h 1080837"/>
                    <a:gd name="connsiteX3" fmla="*/ 0 w 803224"/>
                    <a:gd name="connsiteY3" fmla="*/ 383722 h 1080837"/>
                    <a:gd name="connsiteX4" fmla="*/ 665036 w 803224"/>
                    <a:gd name="connsiteY4" fmla="*/ 0 h 1080837"/>
                    <a:gd name="connsiteX5" fmla="*/ 708220 w 803224"/>
                    <a:gd name="connsiteY5" fmla="*/ 475026 h 1080837"/>
                    <a:gd name="connsiteX6" fmla="*/ 803225 w 803224"/>
                    <a:gd name="connsiteY6" fmla="*/ 620618 h 1080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224" h="1080837">
                      <a:moveTo>
                        <a:pt x="803225" y="620618"/>
                      </a:moveTo>
                      <a:cubicBezTo>
                        <a:pt x="803225" y="620618"/>
                        <a:pt x="771145" y="674906"/>
                        <a:pt x="655165" y="742767"/>
                      </a:cubicBezTo>
                      <a:cubicBezTo>
                        <a:pt x="589772" y="779782"/>
                        <a:pt x="70328" y="1080837"/>
                        <a:pt x="70328" y="1080837"/>
                      </a:cubicBezTo>
                      <a:lnTo>
                        <a:pt x="0" y="383722"/>
                      </a:lnTo>
                      <a:lnTo>
                        <a:pt x="665036" y="0"/>
                      </a:lnTo>
                      <a:lnTo>
                        <a:pt x="708220" y="475026"/>
                      </a:lnTo>
                      <a:cubicBezTo>
                        <a:pt x="713155" y="539185"/>
                        <a:pt x="739066" y="609513"/>
                        <a:pt x="803225" y="620618"/>
                      </a:cubicBezTo>
                      <a:close/>
                    </a:path>
                  </a:pathLst>
                </a:custGeom>
                <a:solidFill>
                  <a:schemeClr val="accent3">
                    <a:lumMod val="75000"/>
                  </a:schemeClr>
                </a:solidFill>
                <a:ln w="12320"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BEF806F2-4803-4475-8573-4E493D7A61B8}"/>
                    </a:ext>
                  </a:extLst>
                </p:cNvPr>
                <p:cNvSpPr/>
                <p:nvPr/>
              </p:nvSpPr>
              <p:spPr>
                <a:xfrm>
                  <a:off x="8559475" y="1534122"/>
                  <a:ext cx="665035" cy="507105"/>
                </a:xfrm>
                <a:custGeom>
                  <a:avLst/>
                  <a:gdLst>
                    <a:gd name="connsiteX0" fmla="*/ 665036 w 665035"/>
                    <a:gd name="connsiteY0" fmla="*/ 123383 h 507105"/>
                    <a:gd name="connsiteX1" fmla="*/ 0 w 665035"/>
                    <a:gd name="connsiteY1" fmla="*/ 507105 h 507105"/>
                    <a:gd name="connsiteX2" fmla="*/ 0 w 665035"/>
                    <a:gd name="connsiteY2" fmla="*/ 383722 h 507105"/>
                    <a:gd name="connsiteX3" fmla="*/ 665036 w 665035"/>
                    <a:gd name="connsiteY3" fmla="*/ 0 h 507105"/>
                  </a:gdLst>
                  <a:ahLst/>
                  <a:cxnLst>
                    <a:cxn ang="0">
                      <a:pos x="connsiteX0" y="connsiteY0"/>
                    </a:cxn>
                    <a:cxn ang="0">
                      <a:pos x="connsiteX1" y="connsiteY1"/>
                    </a:cxn>
                    <a:cxn ang="0">
                      <a:pos x="connsiteX2" y="connsiteY2"/>
                    </a:cxn>
                    <a:cxn ang="0">
                      <a:pos x="connsiteX3" y="connsiteY3"/>
                    </a:cxn>
                  </a:cxnLst>
                  <a:rect l="l" t="t" r="r" b="b"/>
                  <a:pathLst>
                    <a:path w="665035" h="507105">
                      <a:moveTo>
                        <a:pt x="665036" y="123383"/>
                      </a:moveTo>
                      <a:lnTo>
                        <a:pt x="0" y="507105"/>
                      </a:lnTo>
                      <a:lnTo>
                        <a:pt x="0" y="383722"/>
                      </a:lnTo>
                      <a:lnTo>
                        <a:pt x="665036" y="0"/>
                      </a:lnTo>
                      <a:close/>
                    </a:path>
                  </a:pathLst>
                </a:custGeom>
                <a:solidFill>
                  <a:schemeClr val="accent3"/>
                </a:solidFill>
                <a:ln w="12320" cap="flat">
                  <a:noFill/>
                  <a:prstDash val="solid"/>
                  <a:miter/>
                </a:ln>
              </p:spPr>
              <p:txBody>
                <a:bodyPr rtlCol="0" anchor="ctr"/>
                <a:lstStyle/>
                <a:p>
                  <a:endParaRPr lang="en-US"/>
                </a:p>
              </p:txBody>
            </p:sp>
          </p:grpSp>
          <p:grpSp>
            <p:nvGrpSpPr>
              <p:cNvPr id="108" name="Graphic 6">
                <a:extLst>
                  <a:ext uri="{FF2B5EF4-FFF2-40B4-BE49-F238E27FC236}">
                    <a16:creationId xmlns:a16="http://schemas.microsoft.com/office/drawing/2014/main" id="{31113BDC-2845-441C-B626-57D5D70A544F}"/>
                  </a:ext>
                </a:extLst>
              </p:cNvPr>
              <p:cNvGrpSpPr/>
              <p:nvPr/>
            </p:nvGrpSpPr>
            <p:grpSpPr>
              <a:xfrm>
                <a:off x="8650161" y="1845872"/>
                <a:ext cx="517695" cy="556868"/>
                <a:chOff x="8650161" y="1845872"/>
                <a:chExt cx="517695" cy="556868"/>
              </a:xfrm>
              <a:solidFill>
                <a:srgbClr val="FAFAFA"/>
              </a:solidFill>
            </p:grpSpPr>
            <p:sp>
              <p:nvSpPr>
                <p:cNvPr id="109" name="Freeform: Shape 108">
                  <a:extLst>
                    <a:ext uri="{FF2B5EF4-FFF2-40B4-BE49-F238E27FC236}">
                      <a16:creationId xmlns:a16="http://schemas.microsoft.com/office/drawing/2014/main" id="{99091F5E-B49B-4057-BED1-CA22235DA589}"/>
                    </a:ext>
                  </a:extLst>
                </p:cNvPr>
                <p:cNvSpPr/>
                <p:nvPr/>
              </p:nvSpPr>
              <p:spPr>
                <a:xfrm>
                  <a:off x="8650161" y="1845872"/>
                  <a:ext cx="517695" cy="293479"/>
                </a:xfrm>
                <a:custGeom>
                  <a:avLst/>
                  <a:gdLst>
                    <a:gd name="connsiteX0" fmla="*/ 505254 w 517695"/>
                    <a:gd name="connsiteY0" fmla="*/ 46061 h 293479"/>
                    <a:gd name="connsiteX1" fmla="*/ 465772 w 517695"/>
                    <a:gd name="connsiteY1" fmla="*/ 54698 h 293479"/>
                    <a:gd name="connsiteX2" fmla="*/ 465772 w 517695"/>
                    <a:gd name="connsiteY2" fmla="*/ 53464 h 293479"/>
                    <a:gd name="connsiteX3" fmla="*/ 473175 w 517695"/>
                    <a:gd name="connsiteY3" fmla="*/ 7813 h 293479"/>
                    <a:gd name="connsiteX4" fmla="*/ 462070 w 517695"/>
                    <a:gd name="connsiteY4" fmla="*/ 1643 h 293479"/>
                    <a:gd name="connsiteX5" fmla="*/ 450966 w 517695"/>
                    <a:gd name="connsiteY5" fmla="*/ 49763 h 293479"/>
                    <a:gd name="connsiteX6" fmla="*/ 425055 w 517695"/>
                    <a:gd name="connsiteY6" fmla="*/ 79375 h 293479"/>
                    <a:gd name="connsiteX7" fmla="*/ 394210 w 517695"/>
                    <a:gd name="connsiteY7" fmla="*/ 95415 h 293479"/>
                    <a:gd name="connsiteX8" fmla="*/ 381871 w 517695"/>
                    <a:gd name="connsiteY8" fmla="*/ 62101 h 293479"/>
                    <a:gd name="connsiteX9" fmla="*/ 369533 w 517695"/>
                    <a:gd name="connsiteY9" fmla="*/ 54698 h 293479"/>
                    <a:gd name="connsiteX10" fmla="*/ 338687 w 517695"/>
                    <a:gd name="connsiteY10" fmla="*/ 102818 h 293479"/>
                    <a:gd name="connsiteX11" fmla="*/ 316478 w 517695"/>
                    <a:gd name="connsiteY11" fmla="*/ 127494 h 293479"/>
                    <a:gd name="connsiteX12" fmla="*/ 307841 w 517695"/>
                    <a:gd name="connsiteY12" fmla="*/ 133664 h 293479"/>
                    <a:gd name="connsiteX13" fmla="*/ 307841 w 517695"/>
                    <a:gd name="connsiteY13" fmla="*/ 133664 h 293479"/>
                    <a:gd name="connsiteX14" fmla="*/ 306607 w 517695"/>
                    <a:gd name="connsiteY14" fmla="*/ 129962 h 293479"/>
                    <a:gd name="connsiteX15" fmla="*/ 294269 w 517695"/>
                    <a:gd name="connsiteY15" fmla="*/ 123793 h 293479"/>
                    <a:gd name="connsiteX16" fmla="*/ 253553 w 517695"/>
                    <a:gd name="connsiteY16" fmla="*/ 183017 h 293479"/>
                    <a:gd name="connsiteX17" fmla="*/ 235045 w 517695"/>
                    <a:gd name="connsiteY17" fmla="*/ 179315 h 293479"/>
                    <a:gd name="connsiteX18" fmla="*/ 221473 w 517695"/>
                    <a:gd name="connsiteY18" fmla="*/ 185485 h 293479"/>
                    <a:gd name="connsiteX19" fmla="*/ 200498 w 517695"/>
                    <a:gd name="connsiteY19" fmla="*/ 215097 h 293479"/>
                    <a:gd name="connsiteX20" fmla="*/ 188159 w 517695"/>
                    <a:gd name="connsiteY20" fmla="*/ 228669 h 293479"/>
                    <a:gd name="connsiteX21" fmla="*/ 179523 w 517695"/>
                    <a:gd name="connsiteY21" fmla="*/ 212629 h 293479"/>
                    <a:gd name="connsiteX22" fmla="*/ 168418 w 517695"/>
                    <a:gd name="connsiteY22" fmla="*/ 205226 h 293479"/>
                    <a:gd name="connsiteX23" fmla="*/ 148677 w 517695"/>
                    <a:gd name="connsiteY23" fmla="*/ 232370 h 293479"/>
                    <a:gd name="connsiteX24" fmla="*/ 143742 w 517695"/>
                    <a:gd name="connsiteY24" fmla="*/ 215097 h 293479"/>
                    <a:gd name="connsiteX25" fmla="*/ 132637 w 517695"/>
                    <a:gd name="connsiteY25" fmla="*/ 208927 h 293479"/>
                    <a:gd name="connsiteX26" fmla="*/ 91921 w 517695"/>
                    <a:gd name="connsiteY26" fmla="*/ 255813 h 293479"/>
                    <a:gd name="connsiteX27" fmla="*/ 38866 w 517695"/>
                    <a:gd name="connsiteY27" fmla="*/ 276788 h 293479"/>
                    <a:gd name="connsiteX28" fmla="*/ 31463 w 517695"/>
                    <a:gd name="connsiteY28" fmla="*/ 253345 h 293479"/>
                    <a:gd name="connsiteX29" fmla="*/ 63543 w 517695"/>
                    <a:gd name="connsiteY29" fmla="*/ 220032 h 293479"/>
                    <a:gd name="connsiteX30" fmla="*/ 90687 w 517695"/>
                    <a:gd name="connsiteY30" fmla="*/ 143534 h 293479"/>
                    <a:gd name="connsiteX31" fmla="*/ 84517 w 517695"/>
                    <a:gd name="connsiteY31" fmla="*/ 136131 h 293479"/>
                    <a:gd name="connsiteX32" fmla="*/ 45035 w 517695"/>
                    <a:gd name="connsiteY32" fmla="*/ 176848 h 293479"/>
                    <a:gd name="connsiteX33" fmla="*/ 21592 w 517695"/>
                    <a:gd name="connsiteY33" fmla="*/ 247176 h 293479"/>
                    <a:gd name="connsiteX34" fmla="*/ 21592 w 517695"/>
                    <a:gd name="connsiteY34" fmla="*/ 249644 h 293479"/>
                    <a:gd name="connsiteX35" fmla="*/ 1851 w 517695"/>
                    <a:gd name="connsiteY35" fmla="*/ 252112 h 293479"/>
                    <a:gd name="connsiteX36" fmla="*/ 1851 w 517695"/>
                    <a:gd name="connsiteY36" fmla="*/ 258281 h 293479"/>
                    <a:gd name="connsiteX37" fmla="*/ 21592 w 517695"/>
                    <a:gd name="connsiteY37" fmla="*/ 257047 h 293479"/>
                    <a:gd name="connsiteX38" fmla="*/ 42567 w 517695"/>
                    <a:gd name="connsiteY38" fmla="*/ 291594 h 293479"/>
                    <a:gd name="connsiteX39" fmla="*/ 93154 w 517695"/>
                    <a:gd name="connsiteY39" fmla="*/ 271853 h 293479"/>
                    <a:gd name="connsiteX40" fmla="*/ 133871 w 517695"/>
                    <a:gd name="connsiteY40" fmla="*/ 228669 h 293479"/>
                    <a:gd name="connsiteX41" fmla="*/ 146209 w 517695"/>
                    <a:gd name="connsiteY41" fmla="*/ 248410 h 293479"/>
                    <a:gd name="connsiteX42" fmla="*/ 156080 w 517695"/>
                    <a:gd name="connsiteY42" fmla="*/ 247176 h 293479"/>
                    <a:gd name="connsiteX43" fmla="*/ 168418 w 517695"/>
                    <a:gd name="connsiteY43" fmla="*/ 223733 h 293479"/>
                    <a:gd name="connsiteX44" fmla="*/ 190627 w 517695"/>
                    <a:gd name="connsiteY44" fmla="*/ 242241 h 293479"/>
                    <a:gd name="connsiteX45" fmla="*/ 221473 w 517695"/>
                    <a:gd name="connsiteY45" fmla="*/ 206460 h 293479"/>
                    <a:gd name="connsiteX46" fmla="*/ 237513 w 517695"/>
                    <a:gd name="connsiteY46" fmla="*/ 191654 h 293479"/>
                    <a:gd name="connsiteX47" fmla="*/ 260956 w 517695"/>
                    <a:gd name="connsiteY47" fmla="*/ 194121 h 293479"/>
                    <a:gd name="connsiteX48" fmla="*/ 299204 w 517695"/>
                    <a:gd name="connsiteY48" fmla="*/ 142300 h 293479"/>
                    <a:gd name="connsiteX49" fmla="*/ 306607 w 517695"/>
                    <a:gd name="connsiteY49" fmla="*/ 146002 h 293479"/>
                    <a:gd name="connsiteX50" fmla="*/ 331284 w 517695"/>
                    <a:gd name="connsiteY50" fmla="*/ 131196 h 293479"/>
                    <a:gd name="connsiteX51" fmla="*/ 369533 w 517695"/>
                    <a:gd name="connsiteY51" fmla="*/ 81843 h 293479"/>
                    <a:gd name="connsiteX52" fmla="*/ 384339 w 517695"/>
                    <a:gd name="connsiteY52" fmla="*/ 104052 h 293479"/>
                    <a:gd name="connsiteX53" fmla="*/ 423821 w 517695"/>
                    <a:gd name="connsiteY53" fmla="*/ 97882 h 293479"/>
                    <a:gd name="connsiteX54" fmla="*/ 459603 w 517695"/>
                    <a:gd name="connsiteY54" fmla="*/ 62101 h 293479"/>
                    <a:gd name="connsiteX55" fmla="*/ 516359 w 517695"/>
                    <a:gd name="connsiteY55" fmla="*/ 54698 h 293479"/>
                    <a:gd name="connsiteX56" fmla="*/ 505254 w 517695"/>
                    <a:gd name="connsiteY56" fmla="*/ 46061 h 293479"/>
                    <a:gd name="connsiteX57" fmla="*/ 46269 w 517695"/>
                    <a:gd name="connsiteY57" fmla="*/ 205226 h 293479"/>
                    <a:gd name="connsiteX58" fmla="*/ 63543 w 517695"/>
                    <a:gd name="connsiteY58" fmla="*/ 170679 h 293479"/>
                    <a:gd name="connsiteX59" fmla="*/ 80816 w 517695"/>
                    <a:gd name="connsiteY59" fmla="*/ 150937 h 293479"/>
                    <a:gd name="connsiteX60" fmla="*/ 58607 w 517695"/>
                    <a:gd name="connsiteY60" fmla="*/ 212629 h 293479"/>
                    <a:gd name="connsiteX61" fmla="*/ 33930 w 517695"/>
                    <a:gd name="connsiteY61" fmla="*/ 243475 h 293479"/>
                    <a:gd name="connsiteX62" fmla="*/ 46269 w 517695"/>
                    <a:gd name="connsiteY62" fmla="*/ 205226 h 293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517695" h="293479">
                      <a:moveTo>
                        <a:pt x="505254" y="46061"/>
                      </a:moveTo>
                      <a:cubicBezTo>
                        <a:pt x="495384" y="55932"/>
                        <a:pt x="478110" y="68270"/>
                        <a:pt x="465772" y="54698"/>
                      </a:cubicBezTo>
                      <a:cubicBezTo>
                        <a:pt x="465772" y="54698"/>
                        <a:pt x="465772" y="54698"/>
                        <a:pt x="465772" y="53464"/>
                      </a:cubicBezTo>
                      <a:cubicBezTo>
                        <a:pt x="473175" y="38658"/>
                        <a:pt x="476876" y="22619"/>
                        <a:pt x="473175" y="7813"/>
                      </a:cubicBezTo>
                      <a:cubicBezTo>
                        <a:pt x="471941" y="4111"/>
                        <a:pt x="465772" y="-3292"/>
                        <a:pt x="462070" y="1643"/>
                      </a:cubicBezTo>
                      <a:cubicBezTo>
                        <a:pt x="449732" y="13982"/>
                        <a:pt x="444797" y="32489"/>
                        <a:pt x="450966" y="49763"/>
                      </a:cubicBezTo>
                      <a:cubicBezTo>
                        <a:pt x="443563" y="62101"/>
                        <a:pt x="433692" y="71972"/>
                        <a:pt x="425055" y="79375"/>
                      </a:cubicBezTo>
                      <a:cubicBezTo>
                        <a:pt x="417652" y="86778"/>
                        <a:pt x="405314" y="96649"/>
                        <a:pt x="394210" y="95415"/>
                      </a:cubicBezTo>
                      <a:cubicBezTo>
                        <a:pt x="379403" y="94181"/>
                        <a:pt x="380637" y="71972"/>
                        <a:pt x="381871" y="62101"/>
                      </a:cubicBezTo>
                      <a:cubicBezTo>
                        <a:pt x="381871" y="57166"/>
                        <a:pt x="373234" y="47295"/>
                        <a:pt x="369533" y="54698"/>
                      </a:cubicBezTo>
                      <a:cubicBezTo>
                        <a:pt x="362130" y="71972"/>
                        <a:pt x="349791" y="88012"/>
                        <a:pt x="338687" y="102818"/>
                      </a:cubicBezTo>
                      <a:cubicBezTo>
                        <a:pt x="332518" y="111455"/>
                        <a:pt x="325115" y="120091"/>
                        <a:pt x="316478" y="127494"/>
                      </a:cubicBezTo>
                      <a:cubicBezTo>
                        <a:pt x="314010" y="129962"/>
                        <a:pt x="311543" y="132430"/>
                        <a:pt x="307841" y="133664"/>
                      </a:cubicBezTo>
                      <a:cubicBezTo>
                        <a:pt x="307841" y="133664"/>
                        <a:pt x="307841" y="133664"/>
                        <a:pt x="307841" y="133664"/>
                      </a:cubicBezTo>
                      <a:cubicBezTo>
                        <a:pt x="307841" y="132430"/>
                        <a:pt x="307841" y="131196"/>
                        <a:pt x="306607" y="129962"/>
                      </a:cubicBezTo>
                      <a:cubicBezTo>
                        <a:pt x="306607" y="123793"/>
                        <a:pt x="297971" y="116390"/>
                        <a:pt x="294269" y="123793"/>
                      </a:cubicBezTo>
                      <a:cubicBezTo>
                        <a:pt x="286866" y="139833"/>
                        <a:pt x="274528" y="179315"/>
                        <a:pt x="253553" y="183017"/>
                      </a:cubicBezTo>
                      <a:cubicBezTo>
                        <a:pt x="247384" y="184251"/>
                        <a:pt x="241214" y="179315"/>
                        <a:pt x="235045" y="179315"/>
                      </a:cubicBezTo>
                      <a:cubicBezTo>
                        <a:pt x="230110" y="179315"/>
                        <a:pt x="225174" y="181783"/>
                        <a:pt x="221473" y="185485"/>
                      </a:cubicBezTo>
                      <a:cubicBezTo>
                        <a:pt x="212836" y="194121"/>
                        <a:pt x="207901" y="206460"/>
                        <a:pt x="200498" y="215097"/>
                      </a:cubicBezTo>
                      <a:cubicBezTo>
                        <a:pt x="198030" y="218798"/>
                        <a:pt x="193095" y="227435"/>
                        <a:pt x="188159" y="228669"/>
                      </a:cubicBezTo>
                      <a:cubicBezTo>
                        <a:pt x="181990" y="231136"/>
                        <a:pt x="180757" y="217564"/>
                        <a:pt x="179523" y="212629"/>
                      </a:cubicBezTo>
                      <a:cubicBezTo>
                        <a:pt x="178289" y="208927"/>
                        <a:pt x="173354" y="202758"/>
                        <a:pt x="168418" y="205226"/>
                      </a:cubicBezTo>
                      <a:cubicBezTo>
                        <a:pt x="158547" y="211395"/>
                        <a:pt x="153612" y="221266"/>
                        <a:pt x="148677" y="232370"/>
                      </a:cubicBezTo>
                      <a:cubicBezTo>
                        <a:pt x="146209" y="227435"/>
                        <a:pt x="144975" y="221266"/>
                        <a:pt x="143742" y="215097"/>
                      </a:cubicBezTo>
                      <a:cubicBezTo>
                        <a:pt x="143742" y="211395"/>
                        <a:pt x="136339" y="203992"/>
                        <a:pt x="132637" y="208927"/>
                      </a:cubicBezTo>
                      <a:cubicBezTo>
                        <a:pt x="121532" y="226201"/>
                        <a:pt x="107960" y="242241"/>
                        <a:pt x="91921" y="255813"/>
                      </a:cubicBezTo>
                      <a:cubicBezTo>
                        <a:pt x="82050" y="265684"/>
                        <a:pt x="53672" y="292828"/>
                        <a:pt x="38866" y="276788"/>
                      </a:cubicBezTo>
                      <a:cubicBezTo>
                        <a:pt x="33930" y="270619"/>
                        <a:pt x="31463" y="261982"/>
                        <a:pt x="31463" y="253345"/>
                      </a:cubicBezTo>
                      <a:cubicBezTo>
                        <a:pt x="45035" y="245942"/>
                        <a:pt x="56139" y="232370"/>
                        <a:pt x="63543" y="220032"/>
                      </a:cubicBezTo>
                      <a:cubicBezTo>
                        <a:pt x="78348" y="197823"/>
                        <a:pt x="88219" y="170679"/>
                        <a:pt x="90687" y="143534"/>
                      </a:cubicBezTo>
                      <a:cubicBezTo>
                        <a:pt x="90687" y="141067"/>
                        <a:pt x="88219" y="136131"/>
                        <a:pt x="84517" y="136131"/>
                      </a:cubicBezTo>
                      <a:cubicBezTo>
                        <a:pt x="66010" y="136131"/>
                        <a:pt x="52438" y="162042"/>
                        <a:pt x="45035" y="176848"/>
                      </a:cubicBezTo>
                      <a:cubicBezTo>
                        <a:pt x="33930" y="197823"/>
                        <a:pt x="22826" y="223733"/>
                        <a:pt x="21592" y="247176"/>
                      </a:cubicBezTo>
                      <a:cubicBezTo>
                        <a:pt x="21592" y="248410"/>
                        <a:pt x="21592" y="248410"/>
                        <a:pt x="21592" y="249644"/>
                      </a:cubicBezTo>
                      <a:cubicBezTo>
                        <a:pt x="15423" y="252112"/>
                        <a:pt x="9254" y="253345"/>
                        <a:pt x="1851" y="252112"/>
                      </a:cubicBezTo>
                      <a:cubicBezTo>
                        <a:pt x="-617" y="252112"/>
                        <a:pt x="-617" y="258281"/>
                        <a:pt x="1851" y="258281"/>
                      </a:cubicBezTo>
                      <a:cubicBezTo>
                        <a:pt x="9254" y="259515"/>
                        <a:pt x="15423" y="259515"/>
                        <a:pt x="21592" y="257047"/>
                      </a:cubicBezTo>
                      <a:cubicBezTo>
                        <a:pt x="22826" y="270619"/>
                        <a:pt x="30229" y="286659"/>
                        <a:pt x="42567" y="291594"/>
                      </a:cubicBezTo>
                      <a:cubicBezTo>
                        <a:pt x="61075" y="298997"/>
                        <a:pt x="80816" y="282957"/>
                        <a:pt x="93154" y="271853"/>
                      </a:cubicBezTo>
                      <a:cubicBezTo>
                        <a:pt x="107960" y="259515"/>
                        <a:pt x="121532" y="244709"/>
                        <a:pt x="133871" y="228669"/>
                      </a:cubicBezTo>
                      <a:cubicBezTo>
                        <a:pt x="136339" y="236072"/>
                        <a:pt x="140040" y="242241"/>
                        <a:pt x="146209" y="248410"/>
                      </a:cubicBezTo>
                      <a:cubicBezTo>
                        <a:pt x="148677" y="250878"/>
                        <a:pt x="153612" y="252112"/>
                        <a:pt x="156080" y="247176"/>
                      </a:cubicBezTo>
                      <a:cubicBezTo>
                        <a:pt x="159781" y="238539"/>
                        <a:pt x="162249" y="229903"/>
                        <a:pt x="168418" y="223733"/>
                      </a:cubicBezTo>
                      <a:cubicBezTo>
                        <a:pt x="172120" y="234838"/>
                        <a:pt x="178289" y="245942"/>
                        <a:pt x="190627" y="242241"/>
                      </a:cubicBezTo>
                      <a:cubicBezTo>
                        <a:pt x="204199" y="238539"/>
                        <a:pt x="214070" y="217564"/>
                        <a:pt x="221473" y="206460"/>
                      </a:cubicBezTo>
                      <a:cubicBezTo>
                        <a:pt x="225174" y="200291"/>
                        <a:pt x="228876" y="191654"/>
                        <a:pt x="237513" y="191654"/>
                      </a:cubicBezTo>
                      <a:cubicBezTo>
                        <a:pt x="247384" y="191654"/>
                        <a:pt x="251085" y="199057"/>
                        <a:pt x="260956" y="194121"/>
                      </a:cubicBezTo>
                      <a:cubicBezTo>
                        <a:pt x="280697" y="185485"/>
                        <a:pt x="290568" y="163276"/>
                        <a:pt x="299204" y="142300"/>
                      </a:cubicBezTo>
                      <a:cubicBezTo>
                        <a:pt x="301672" y="143534"/>
                        <a:pt x="302906" y="144768"/>
                        <a:pt x="306607" y="146002"/>
                      </a:cubicBezTo>
                      <a:cubicBezTo>
                        <a:pt x="316478" y="147236"/>
                        <a:pt x="325115" y="137365"/>
                        <a:pt x="331284" y="131196"/>
                      </a:cubicBezTo>
                      <a:cubicBezTo>
                        <a:pt x="344856" y="116390"/>
                        <a:pt x="358428" y="100350"/>
                        <a:pt x="369533" y="81843"/>
                      </a:cubicBezTo>
                      <a:cubicBezTo>
                        <a:pt x="372001" y="90479"/>
                        <a:pt x="375702" y="99116"/>
                        <a:pt x="384339" y="104052"/>
                      </a:cubicBezTo>
                      <a:cubicBezTo>
                        <a:pt x="397911" y="111455"/>
                        <a:pt x="412717" y="105285"/>
                        <a:pt x="423821" y="97882"/>
                      </a:cubicBezTo>
                      <a:cubicBezTo>
                        <a:pt x="436160" y="89246"/>
                        <a:pt x="449732" y="76907"/>
                        <a:pt x="459603" y="62101"/>
                      </a:cubicBezTo>
                      <a:cubicBezTo>
                        <a:pt x="476876" y="81843"/>
                        <a:pt x="501553" y="71972"/>
                        <a:pt x="516359" y="54698"/>
                      </a:cubicBezTo>
                      <a:cubicBezTo>
                        <a:pt x="521294" y="50997"/>
                        <a:pt x="511424" y="39892"/>
                        <a:pt x="505254" y="46061"/>
                      </a:cubicBezTo>
                      <a:close/>
                      <a:moveTo>
                        <a:pt x="46269" y="205226"/>
                      </a:moveTo>
                      <a:cubicBezTo>
                        <a:pt x="51204" y="192888"/>
                        <a:pt x="57373" y="181783"/>
                        <a:pt x="63543" y="170679"/>
                      </a:cubicBezTo>
                      <a:cubicBezTo>
                        <a:pt x="67244" y="164509"/>
                        <a:pt x="73413" y="154639"/>
                        <a:pt x="80816" y="150937"/>
                      </a:cubicBezTo>
                      <a:cubicBezTo>
                        <a:pt x="77114" y="173146"/>
                        <a:pt x="68478" y="194121"/>
                        <a:pt x="58607" y="212629"/>
                      </a:cubicBezTo>
                      <a:cubicBezTo>
                        <a:pt x="52438" y="223733"/>
                        <a:pt x="43801" y="236072"/>
                        <a:pt x="33930" y="243475"/>
                      </a:cubicBezTo>
                      <a:cubicBezTo>
                        <a:pt x="36398" y="229903"/>
                        <a:pt x="42567" y="215097"/>
                        <a:pt x="46269" y="205226"/>
                      </a:cubicBezTo>
                      <a:close/>
                    </a:path>
                  </a:pathLst>
                </a:custGeom>
                <a:solidFill>
                  <a:srgbClr val="FAFAFA"/>
                </a:solidFill>
                <a:ln w="12320"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D94C4F4C-E76B-44E4-B663-4890D36D0402}"/>
                    </a:ext>
                  </a:extLst>
                </p:cNvPr>
                <p:cNvSpPr/>
                <p:nvPr/>
              </p:nvSpPr>
              <p:spPr>
                <a:xfrm>
                  <a:off x="8854610" y="2010608"/>
                  <a:ext cx="225651" cy="392132"/>
                </a:xfrm>
                <a:custGeom>
                  <a:avLst/>
                  <a:gdLst>
                    <a:gd name="connsiteX0" fmla="*/ 30597 w 225651"/>
                    <a:gd name="connsiteY0" fmla="*/ 371157 h 392132"/>
                    <a:gd name="connsiteX1" fmla="*/ 172487 w 225651"/>
                    <a:gd name="connsiteY1" fmla="*/ 213226 h 392132"/>
                    <a:gd name="connsiteX2" fmla="*/ 221841 w 225651"/>
                    <a:gd name="connsiteY2" fmla="*/ 5942 h 392132"/>
                    <a:gd name="connsiteX3" fmla="*/ 211970 w 225651"/>
                    <a:gd name="connsiteY3" fmla="*/ 3475 h 392132"/>
                    <a:gd name="connsiteX4" fmla="*/ 152746 w 225651"/>
                    <a:gd name="connsiteY4" fmla="*/ 203356 h 392132"/>
                    <a:gd name="connsiteX5" fmla="*/ 41701 w 225651"/>
                    <a:gd name="connsiteY5" fmla="*/ 336610 h 392132"/>
                    <a:gd name="connsiteX6" fmla="*/ 46636 w 225651"/>
                    <a:gd name="connsiteY6" fmla="*/ 323037 h 392132"/>
                    <a:gd name="connsiteX7" fmla="*/ 56507 w 225651"/>
                    <a:gd name="connsiteY7" fmla="*/ 288490 h 392132"/>
                    <a:gd name="connsiteX8" fmla="*/ 58975 w 225651"/>
                    <a:gd name="connsiteY8" fmla="*/ 272450 h 392132"/>
                    <a:gd name="connsiteX9" fmla="*/ 57741 w 225651"/>
                    <a:gd name="connsiteY9" fmla="*/ 253943 h 392132"/>
                    <a:gd name="connsiteX10" fmla="*/ 52805 w 225651"/>
                    <a:gd name="connsiteY10" fmla="*/ 247774 h 392132"/>
                    <a:gd name="connsiteX11" fmla="*/ 49104 w 225651"/>
                    <a:gd name="connsiteY11" fmla="*/ 252709 h 392132"/>
                    <a:gd name="connsiteX12" fmla="*/ 42935 w 225651"/>
                    <a:gd name="connsiteY12" fmla="*/ 269983 h 392132"/>
                    <a:gd name="connsiteX13" fmla="*/ 39233 w 225651"/>
                    <a:gd name="connsiteY13" fmla="*/ 284789 h 392132"/>
                    <a:gd name="connsiteX14" fmla="*/ 28129 w 225651"/>
                    <a:gd name="connsiteY14" fmla="*/ 315634 h 392132"/>
                    <a:gd name="connsiteX15" fmla="*/ 985 w 225651"/>
                    <a:gd name="connsiteY15" fmla="*/ 377326 h 392132"/>
                    <a:gd name="connsiteX16" fmla="*/ 12089 w 225651"/>
                    <a:gd name="connsiteY16" fmla="*/ 392132 h 392132"/>
                    <a:gd name="connsiteX17" fmla="*/ 79950 w 225651"/>
                    <a:gd name="connsiteY17" fmla="*/ 378560 h 392132"/>
                    <a:gd name="connsiteX18" fmla="*/ 110796 w 225651"/>
                    <a:gd name="connsiteY18" fmla="*/ 364988 h 392132"/>
                    <a:gd name="connsiteX19" fmla="*/ 139174 w 225651"/>
                    <a:gd name="connsiteY19" fmla="*/ 350182 h 392132"/>
                    <a:gd name="connsiteX20" fmla="*/ 126835 w 225651"/>
                    <a:gd name="connsiteY20" fmla="*/ 334142 h 392132"/>
                    <a:gd name="connsiteX21" fmla="*/ 70079 w 225651"/>
                    <a:gd name="connsiteY21" fmla="*/ 360052 h 392132"/>
                    <a:gd name="connsiteX22" fmla="*/ 26895 w 225651"/>
                    <a:gd name="connsiteY22" fmla="*/ 372391 h 392132"/>
                    <a:gd name="connsiteX23" fmla="*/ 26895 w 225651"/>
                    <a:gd name="connsiteY23" fmla="*/ 371157 h 392132"/>
                    <a:gd name="connsiteX24" fmla="*/ 30597 w 225651"/>
                    <a:gd name="connsiteY24" fmla="*/ 371157 h 392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5651" h="392132">
                      <a:moveTo>
                        <a:pt x="30597" y="371157"/>
                      </a:moveTo>
                      <a:cubicBezTo>
                        <a:pt x="91054" y="334142"/>
                        <a:pt x="137940" y="274918"/>
                        <a:pt x="172487" y="213226"/>
                      </a:cubicBezTo>
                      <a:cubicBezTo>
                        <a:pt x="205801" y="151535"/>
                        <a:pt x="236646" y="76271"/>
                        <a:pt x="221841" y="5942"/>
                      </a:cubicBezTo>
                      <a:cubicBezTo>
                        <a:pt x="220607" y="2241"/>
                        <a:pt x="211970" y="-3928"/>
                        <a:pt x="211970" y="3475"/>
                      </a:cubicBezTo>
                      <a:cubicBezTo>
                        <a:pt x="208268" y="75037"/>
                        <a:pt x="188527" y="141664"/>
                        <a:pt x="152746" y="203356"/>
                      </a:cubicBezTo>
                      <a:cubicBezTo>
                        <a:pt x="124368" y="252709"/>
                        <a:pt x="87353" y="302062"/>
                        <a:pt x="41701" y="336610"/>
                      </a:cubicBezTo>
                      <a:cubicBezTo>
                        <a:pt x="42935" y="331674"/>
                        <a:pt x="45402" y="327973"/>
                        <a:pt x="46636" y="323037"/>
                      </a:cubicBezTo>
                      <a:cubicBezTo>
                        <a:pt x="50338" y="311933"/>
                        <a:pt x="54039" y="300828"/>
                        <a:pt x="56507" y="288490"/>
                      </a:cubicBezTo>
                      <a:cubicBezTo>
                        <a:pt x="57741" y="283555"/>
                        <a:pt x="58975" y="277386"/>
                        <a:pt x="58975" y="272450"/>
                      </a:cubicBezTo>
                      <a:cubicBezTo>
                        <a:pt x="58975" y="266281"/>
                        <a:pt x="57741" y="260112"/>
                        <a:pt x="57741" y="253943"/>
                      </a:cubicBezTo>
                      <a:cubicBezTo>
                        <a:pt x="57741" y="251475"/>
                        <a:pt x="55273" y="249007"/>
                        <a:pt x="52805" y="247774"/>
                      </a:cubicBezTo>
                      <a:cubicBezTo>
                        <a:pt x="49104" y="247774"/>
                        <a:pt x="50338" y="250241"/>
                        <a:pt x="49104" y="252709"/>
                      </a:cubicBezTo>
                      <a:cubicBezTo>
                        <a:pt x="45402" y="257644"/>
                        <a:pt x="44169" y="263813"/>
                        <a:pt x="42935" y="269983"/>
                      </a:cubicBezTo>
                      <a:cubicBezTo>
                        <a:pt x="41701" y="274918"/>
                        <a:pt x="40467" y="279853"/>
                        <a:pt x="39233" y="284789"/>
                      </a:cubicBezTo>
                      <a:cubicBezTo>
                        <a:pt x="35532" y="295893"/>
                        <a:pt x="33064" y="305764"/>
                        <a:pt x="28129" y="315634"/>
                      </a:cubicBezTo>
                      <a:cubicBezTo>
                        <a:pt x="20726" y="336610"/>
                        <a:pt x="10855" y="357585"/>
                        <a:pt x="985" y="377326"/>
                      </a:cubicBezTo>
                      <a:cubicBezTo>
                        <a:pt x="-2717" y="384729"/>
                        <a:pt x="4686" y="392132"/>
                        <a:pt x="12089" y="392132"/>
                      </a:cubicBezTo>
                      <a:cubicBezTo>
                        <a:pt x="35532" y="392132"/>
                        <a:pt x="57741" y="387197"/>
                        <a:pt x="79950" y="378560"/>
                      </a:cubicBezTo>
                      <a:cubicBezTo>
                        <a:pt x="89820" y="374858"/>
                        <a:pt x="100925" y="369923"/>
                        <a:pt x="110796" y="364988"/>
                      </a:cubicBezTo>
                      <a:cubicBezTo>
                        <a:pt x="120666" y="360052"/>
                        <a:pt x="130537" y="356351"/>
                        <a:pt x="139174" y="350182"/>
                      </a:cubicBezTo>
                      <a:cubicBezTo>
                        <a:pt x="149045" y="344013"/>
                        <a:pt x="134238" y="331674"/>
                        <a:pt x="126835" y="334142"/>
                      </a:cubicBezTo>
                      <a:cubicBezTo>
                        <a:pt x="107094" y="340311"/>
                        <a:pt x="89820" y="351416"/>
                        <a:pt x="70079" y="360052"/>
                      </a:cubicBezTo>
                      <a:cubicBezTo>
                        <a:pt x="56507" y="366222"/>
                        <a:pt x="41701" y="369923"/>
                        <a:pt x="26895" y="372391"/>
                      </a:cubicBezTo>
                      <a:cubicBezTo>
                        <a:pt x="26895" y="372391"/>
                        <a:pt x="26895" y="372391"/>
                        <a:pt x="26895" y="371157"/>
                      </a:cubicBezTo>
                      <a:cubicBezTo>
                        <a:pt x="29363" y="372391"/>
                        <a:pt x="30597" y="372391"/>
                        <a:pt x="30597" y="371157"/>
                      </a:cubicBezTo>
                      <a:close/>
                    </a:path>
                  </a:pathLst>
                </a:custGeom>
                <a:solidFill>
                  <a:srgbClr val="FAFAFA"/>
                </a:solidFill>
                <a:ln w="12320" cap="flat">
                  <a:noFill/>
                  <a:prstDash val="solid"/>
                  <a:miter/>
                </a:ln>
              </p:spPr>
              <p:txBody>
                <a:bodyPr rtlCol="0" anchor="ctr"/>
                <a:lstStyle/>
                <a:p>
                  <a:endParaRPr lang="en-US"/>
                </a:p>
              </p:txBody>
            </p:sp>
          </p:grpSp>
        </p:grpSp>
        <p:grpSp>
          <p:nvGrpSpPr>
            <p:cNvPr id="111" name="Graphic 6">
              <a:extLst>
                <a:ext uri="{FF2B5EF4-FFF2-40B4-BE49-F238E27FC236}">
                  <a16:creationId xmlns:a16="http://schemas.microsoft.com/office/drawing/2014/main" id="{31113BDC-2845-441C-B626-57D5D70A544F}"/>
                </a:ext>
              </a:extLst>
            </p:cNvPr>
            <p:cNvGrpSpPr/>
            <p:nvPr/>
          </p:nvGrpSpPr>
          <p:grpSpPr>
            <a:xfrm>
              <a:off x="6983253" y="3700424"/>
              <a:ext cx="3627467" cy="2198042"/>
              <a:chOff x="6983253" y="3700424"/>
              <a:chExt cx="3627467" cy="2198042"/>
            </a:xfrm>
          </p:grpSpPr>
          <p:grpSp>
            <p:nvGrpSpPr>
              <p:cNvPr id="112" name="Graphic 6">
                <a:extLst>
                  <a:ext uri="{FF2B5EF4-FFF2-40B4-BE49-F238E27FC236}">
                    <a16:creationId xmlns:a16="http://schemas.microsoft.com/office/drawing/2014/main" id="{31113BDC-2845-441C-B626-57D5D70A544F}"/>
                  </a:ext>
                </a:extLst>
              </p:cNvPr>
              <p:cNvGrpSpPr/>
              <p:nvPr/>
            </p:nvGrpSpPr>
            <p:grpSpPr>
              <a:xfrm>
                <a:off x="6983253" y="3700424"/>
                <a:ext cx="3627467" cy="2198042"/>
                <a:chOff x="6983253" y="3700424"/>
                <a:chExt cx="3627467" cy="2198042"/>
              </a:xfrm>
            </p:grpSpPr>
            <p:grpSp>
              <p:nvGrpSpPr>
                <p:cNvPr id="113" name="Graphic 6">
                  <a:extLst>
                    <a:ext uri="{FF2B5EF4-FFF2-40B4-BE49-F238E27FC236}">
                      <a16:creationId xmlns:a16="http://schemas.microsoft.com/office/drawing/2014/main" id="{31113BDC-2845-441C-B626-57D5D70A544F}"/>
                    </a:ext>
                  </a:extLst>
                </p:cNvPr>
                <p:cNvGrpSpPr/>
                <p:nvPr/>
              </p:nvGrpSpPr>
              <p:grpSpPr>
                <a:xfrm>
                  <a:off x="8043732" y="3779081"/>
                  <a:ext cx="2566988" cy="1499723"/>
                  <a:chOff x="8043732" y="3779081"/>
                  <a:chExt cx="2566988" cy="1499723"/>
                </a:xfrm>
              </p:grpSpPr>
              <p:sp>
                <p:nvSpPr>
                  <p:cNvPr id="114" name="Freeform: Shape 113">
                    <a:extLst>
                      <a:ext uri="{FF2B5EF4-FFF2-40B4-BE49-F238E27FC236}">
                        <a16:creationId xmlns:a16="http://schemas.microsoft.com/office/drawing/2014/main" id="{7C1E0231-F897-4460-840E-8B02E0D47A50}"/>
                      </a:ext>
                    </a:extLst>
                  </p:cNvPr>
                  <p:cNvSpPr/>
                  <p:nvPr/>
                </p:nvSpPr>
                <p:spPr>
                  <a:xfrm>
                    <a:off x="8043732" y="3807459"/>
                    <a:ext cx="2550332" cy="1471345"/>
                  </a:xfrm>
                  <a:custGeom>
                    <a:avLst/>
                    <a:gdLst>
                      <a:gd name="connsiteX0" fmla="*/ 0 w 2550332"/>
                      <a:gd name="connsiteY0" fmla="*/ 610130 h 1471345"/>
                      <a:gd name="connsiteX1" fmla="*/ 0 w 2550332"/>
                      <a:gd name="connsiteY1" fmla="*/ 582986 h 1471345"/>
                      <a:gd name="connsiteX2" fmla="*/ 1047524 w 2550332"/>
                      <a:gd name="connsiteY2" fmla="*/ 5552 h 1471345"/>
                      <a:gd name="connsiteX3" fmla="*/ 1096877 w 2550332"/>
                      <a:gd name="connsiteY3" fmla="*/ 5552 h 1471345"/>
                      <a:gd name="connsiteX4" fmla="*/ 2550332 w 2550332"/>
                      <a:gd name="connsiteY4" fmla="*/ 824817 h 1471345"/>
                      <a:gd name="connsiteX5" fmla="*/ 2550332 w 2550332"/>
                      <a:gd name="connsiteY5" fmla="*/ 851961 h 1471345"/>
                      <a:gd name="connsiteX6" fmla="*/ 2540461 w 2550332"/>
                      <a:gd name="connsiteY6" fmla="*/ 866768 h 1471345"/>
                      <a:gd name="connsiteX7" fmla="*/ 1492938 w 2550332"/>
                      <a:gd name="connsiteY7" fmla="*/ 1471346 h 1471345"/>
                      <a:gd name="connsiteX8" fmla="*/ 0 w 2550332"/>
                      <a:gd name="connsiteY8" fmla="*/ 610130 h 1471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50332" h="1471345">
                        <a:moveTo>
                          <a:pt x="0" y="610130"/>
                        </a:moveTo>
                        <a:lnTo>
                          <a:pt x="0" y="582986"/>
                        </a:lnTo>
                        <a:lnTo>
                          <a:pt x="1047524" y="5552"/>
                        </a:lnTo>
                        <a:cubicBezTo>
                          <a:pt x="1061096" y="-1851"/>
                          <a:pt x="1083305" y="-1851"/>
                          <a:pt x="1096877" y="5552"/>
                        </a:cubicBezTo>
                        <a:lnTo>
                          <a:pt x="2550332" y="824817"/>
                        </a:lnTo>
                        <a:cubicBezTo>
                          <a:pt x="2550332" y="824817"/>
                          <a:pt x="2550332" y="847026"/>
                          <a:pt x="2550332" y="851961"/>
                        </a:cubicBezTo>
                        <a:cubicBezTo>
                          <a:pt x="2550332" y="856897"/>
                          <a:pt x="2546631" y="861832"/>
                          <a:pt x="2540461" y="866768"/>
                        </a:cubicBezTo>
                        <a:lnTo>
                          <a:pt x="1492938" y="1471346"/>
                        </a:lnTo>
                        <a:lnTo>
                          <a:pt x="0" y="610130"/>
                        </a:lnTo>
                        <a:close/>
                      </a:path>
                    </a:pathLst>
                  </a:custGeom>
                  <a:solidFill>
                    <a:schemeClr val="accent1"/>
                  </a:solidFill>
                  <a:ln w="12320"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CD5FBEC6-DA83-4896-B900-97B2291DF47D}"/>
                      </a:ext>
                    </a:extLst>
                  </p:cNvPr>
                  <p:cNvSpPr/>
                  <p:nvPr/>
                </p:nvSpPr>
                <p:spPr>
                  <a:xfrm>
                    <a:off x="9553326" y="4613598"/>
                    <a:ext cx="1057394" cy="656399"/>
                  </a:xfrm>
                  <a:custGeom>
                    <a:avLst/>
                    <a:gdLst>
                      <a:gd name="connsiteX0" fmla="*/ 1057395 w 1057394"/>
                      <a:gd name="connsiteY0" fmla="*/ 37015 h 656399"/>
                      <a:gd name="connsiteX1" fmla="*/ 1057395 w 1057394"/>
                      <a:gd name="connsiteY1" fmla="*/ 9871 h 656399"/>
                      <a:gd name="connsiteX2" fmla="*/ 1040121 w 1057394"/>
                      <a:gd name="connsiteY2" fmla="*/ 0 h 656399"/>
                      <a:gd name="connsiteX3" fmla="*/ 0 w 1057394"/>
                      <a:gd name="connsiteY3" fmla="*/ 629255 h 656399"/>
                      <a:gd name="connsiteX4" fmla="*/ 0 w 1057394"/>
                      <a:gd name="connsiteY4" fmla="*/ 656399 h 656399"/>
                      <a:gd name="connsiteX5" fmla="*/ 1047524 w 1057394"/>
                      <a:gd name="connsiteY5" fmla="*/ 51821 h 656399"/>
                      <a:gd name="connsiteX6" fmla="*/ 1057395 w 1057394"/>
                      <a:gd name="connsiteY6" fmla="*/ 37015 h 656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7394" h="656399">
                        <a:moveTo>
                          <a:pt x="1057395" y="37015"/>
                        </a:moveTo>
                        <a:cubicBezTo>
                          <a:pt x="1057395" y="32080"/>
                          <a:pt x="1057395" y="9871"/>
                          <a:pt x="1057395" y="9871"/>
                        </a:cubicBezTo>
                        <a:lnTo>
                          <a:pt x="1040121" y="0"/>
                        </a:lnTo>
                        <a:lnTo>
                          <a:pt x="0" y="629255"/>
                        </a:lnTo>
                        <a:lnTo>
                          <a:pt x="0" y="656399"/>
                        </a:lnTo>
                        <a:lnTo>
                          <a:pt x="1047524" y="51821"/>
                        </a:lnTo>
                        <a:cubicBezTo>
                          <a:pt x="1053693" y="48119"/>
                          <a:pt x="1057395" y="41950"/>
                          <a:pt x="1057395" y="37015"/>
                        </a:cubicBezTo>
                        <a:close/>
                      </a:path>
                    </a:pathLst>
                  </a:custGeom>
                  <a:solidFill>
                    <a:schemeClr val="accent2">
                      <a:alpha val="10000"/>
                    </a:schemeClr>
                  </a:solidFill>
                  <a:ln w="12320"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ABAF9AA3-1FD2-4825-B4D5-2C03DACF1CC5}"/>
                      </a:ext>
                    </a:extLst>
                  </p:cNvPr>
                  <p:cNvSpPr/>
                  <p:nvPr/>
                </p:nvSpPr>
                <p:spPr>
                  <a:xfrm>
                    <a:off x="8043732" y="3779081"/>
                    <a:ext cx="2549406" cy="1471345"/>
                  </a:xfrm>
                  <a:custGeom>
                    <a:avLst/>
                    <a:gdLst>
                      <a:gd name="connsiteX0" fmla="*/ 0 w 2549406"/>
                      <a:gd name="connsiteY0" fmla="*/ 610130 h 1471345"/>
                      <a:gd name="connsiteX1" fmla="*/ 1047524 w 2549406"/>
                      <a:gd name="connsiteY1" fmla="*/ 5552 h 1471345"/>
                      <a:gd name="connsiteX2" fmla="*/ 1096877 w 2549406"/>
                      <a:gd name="connsiteY2" fmla="*/ 5552 h 1471345"/>
                      <a:gd name="connsiteX3" fmla="*/ 2539228 w 2549406"/>
                      <a:gd name="connsiteY3" fmla="*/ 838389 h 1471345"/>
                      <a:gd name="connsiteX4" fmla="*/ 2539228 w 2549406"/>
                      <a:gd name="connsiteY4" fmla="*/ 866767 h 1471345"/>
                      <a:gd name="connsiteX5" fmla="*/ 1491704 w 2549406"/>
                      <a:gd name="connsiteY5" fmla="*/ 1471345 h 1471345"/>
                      <a:gd name="connsiteX6" fmla="*/ 0 w 2549406"/>
                      <a:gd name="connsiteY6" fmla="*/ 610130 h 1471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9406" h="1471345">
                        <a:moveTo>
                          <a:pt x="0" y="610130"/>
                        </a:moveTo>
                        <a:lnTo>
                          <a:pt x="1047524" y="5552"/>
                        </a:lnTo>
                        <a:cubicBezTo>
                          <a:pt x="1061096" y="-1851"/>
                          <a:pt x="1083305" y="-1851"/>
                          <a:pt x="1096877" y="5552"/>
                        </a:cubicBezTo>
                        <a:lnTo>
                          <a:pt x="2539228" y="838389"/>
                        </a:lnTo>
                        <a:cubicBezTo>
                          <a:pt x="2552800" y="845792"/>
                          <a:pt x="2552800" y="859364"/>
                          <a:pt x="2539228" y="866767"/>
                        </a:cubicBezTo>
                        <a:lnTo>
                          <a:pt x="1491704" y="1471345"/>
                        </a:lnTo>
                        <a:lnTo>
                          <a:pt x="0" y="610130"/>
                        </a:lnTo>
                        <a:close/>
                      </a:path>
                    </a:pathLst>
                  </a:custGeom>
                  <a:solidFill>
                    <a:schemeClr val="accent1"/>
                  </a:solidFill>
                  <a:ln w="12320"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531B4CF5-9446-4106-8368-1CD0AFF3CF6E}"/>
                      </a:ext>
                    </a:extLst>
                  </p:cNvPr>
                  <p:cNvSpPr/>
                  <p:nvPr/>
                </p:nvSpPr>
                <p:spPr>
                  <a:xfrm>
                    <a:off x="8043732" y="4389211"/>
                    <a:ext cx="1492937" cy="889593"/>
                  </a:xfrm>
                  <a:custGeom>
                    <a:avLst/>
                    <a:gdLst>
                      <a:gd name="connsiteX0" fmla="*/ 1492938 w 1492937"/>
                      <a:gd name="connsiteY0" fmla="*/ 889593 h 889593"/>
                      <a:gd name="connsiteX1" fmla="*/ 1492938 w 1492937"/>
                      <a:gd name="connsiteY1" fmla="*/ 862449 h 889593"/>
                      <a:gd name="connsiteX2" fmla="*/ 0 w 1492937"/>
                      <a:gd name="connsiteY2" fmla="*/ 0 h 889593"/>
                      <a:gd name="connsiteX3" fmla="*/ 0 w 1492937"/>
                      <a:gd name="connsiteY3" fmla="*/ 28378 h 889593"/>
                    </a:gdLst>
                    <a:ahLst/>
                    <a:cxnLst>
                      <a:cxn ang="0">
                        <a:pos x="connsiteX0" y="connsiteY0"/>
                      </a:cxn>
                      <a:cxn ang="0">
                        <a:pos x="connsiteX1" y="connsiteY1"/>
                      </a:cxn>
                      <a:cxn ang="0">
                        <a:pos x="connsiteX2" y="connsiteY2"/>
                      </a:cxn>
                      <a:cxn ang="0">
                        <a:pos x="connsiteX3" y="connsiteY3"/>
                      </a:cxn>
                    </a:cxnLst>
                    <a:rect l="l" t="t" r="r" b="b"/>
                    <a:pathLst>
                      <a:path w="1492937" h="889593">
                        <a:moveTo>
                          <a:pt x="1492938" y="889593"/>
                        </a:moveTo>
                        <a:lnTo>
                          <a:pt x="1492938" y="862449"/>
                        </a:lnTo>
                        <a:lnTo>
                          <a:pt x="0" y="0"/>
                        </a:lnTo>
                        <a:lnTo>
                          <a:pt x="0" y="28378"/>
                        </a:lnTo>
                        <a:close/>
                      </a:path>
                    </a:pathLst>
                  </a:custGeom>
                  <a:solidFill>
                    <a:srgbClr val="000000">
                      <a:alpha val="20000"/>
                    </a:srgbClr>
                  </a:solidFill>
                  <a:ln w="12320" cap="flat">
                    <a:noFill/>
                    <a:prstDash val="solid"/>
                    <a:miter/>
                  </a:ln>
                </p:spPr>
                <p:txBody>
                  <a:bodyPr rtlCol="0" anchor="ctr"/>
                  <a:lstStyle/>
                  <a:p>
                    <a:endParaRPr lang="en-US"/>
                  </a:p>
                </p:txBody>
              </p:sp>
            </p:grpSp>
            <p:grpSp>
              <p:nvGrpSpPr>
                <p:cNvPr id="118" name="Graphic 6">
                  <a:extLst>
                    <a:ext uri="{FF2B5EF4-FFF2-40B4-BE49-F238E27FC236}">
                      <a16:creationId xmlns:a16="http://schemas.microsoft.com/office/drawing/2014/main" id="{31113BDC-2845-441C-B626-57D5D70A544F}"/>
                    </a:ext>
                  </a:extLst>
                </p:cNvPr>
                <p:cNvGrpSpPr/>
                <p:nvPr/>
              </p:nvGrpSpPr>
              <p:grpSpPr>
                <a:xfrm>
                  <a:off x="6983253" y="4402783"/>
                  <a:ext cx="2529974" cy="1495683"/>
                  <a:chOff x="6983253" y="4402783"/>
                  <a:chExt cx="2529974" cy="1495683"/>
                </a:xfrm>
              </p:grpSpPr>
              <p:sp>
                <p:nvSpPr>
                  <p:cNvPr id="119" name="Freeform: Shape 118">
                    <a:extLst>
                      <a:ext uri="{FF2B5EF4-FFF2-40B4-BE49-F238E27FC236}">
                        <a16:creationId xmlns:a16="http://schemas.microsoft.com/office/drawing/2014/main" id="{6615A64F-B3B6-4A04-B29C-7A9C0F74BF4D}"/>
                      </a:ext>
                    </a:extLst>
                  </p:cNvPr>
                  <p:cNvSpPr/>
                  <p:nvPr/>
                </p:nvSpPr>
                <p:spPr>
                  <a:xfrm>
                    <a:off x="6986338" y="4429927"/>
                    <a:ext cx="2524421" cy="1468260"/>
                  </a:xfrm>
                  <a:custGeom>
                    <a:avLst/>
                    <a:gdLst>
                      <a:gd name="connsiteX0" fmla="*/ 1082071 w 2524421"/>
                      <a:gd name="connsiteY0" fmla="*/ 0 h 1468260"/>
                      <a:gd name="connsiteX1" fmla="*/ 22209 w 2524421"/>
                      <a:gd name="connsiteY1" fmla="*/ 557693 h 1468260"/>
                      <a:gd name="connsiteX2" fmla="*/ 0 w 2524421"/>
                      <a:gd name="connsiteY2" fmla="*/ 592240 h 1468260"/>
                      <a:gd name="connsiteX3" fmla="*/ 0 w 2524421"/>
                      <a:gd name="connsiteY3" fmla="*/ 619384 h 1468260"/>
                      <a:gd name="connsiteX4" fmla="*/ 22209 w 2524421"/>
                      <a:gd name="connsiteY4" fmla="*/ 653931 h 1468260"/>
                      <a:gd name="connsiteX5" fmla="*/ 1417674 w 2524421"/>
                      <a:gd name="connsiteY5" fmla="*/ 1459624 h 1468260"/>
                      <a:gd name="connsiteX6" fmla="*/ 1453455 w 2524421"/>
                      <a:gd name="connsiteY6" fmla="*/ 1468261 h 1468260"/>
                      <a:gd name="connsiteX7" fmla="*/ 1489236 w 2524421"/>
                      <a:gd name="connsiteY7" fmla="*/ 1459624 h 1468260"/>
                      <a:gd name="connsiteX8" fmla="*/ 2524422 w 2524421"/>
                      <a:gd name="connsiteY8" fmla="*/ 861215 h 1468260"/>
                      <a:gd name="connsiteX9" fmla="*/ 2524422 w 2524421"/>
                      <a:gd name="connsiteY9" fmla="*/ 834071 h 1468260"/>
                      <a:gd name="connsiteX10" fmla="*/ 1082071 w 2524421"/>
                      <a:gd name="connsiteY10" fmla="*/ 0 h 1468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4421" h="1468260">
                        <a:moveTo>
                          <a:pt x="1082071" y="0"/>
                        </a:moveTo>
                        <a:lnTo>
                          <a:pt x="22209" y="557693"/>
                        </a:lnTo>
                        <a:lnTo>
                          <a:pt x="0" y="592240"/>
                        </a:lnTo>
                        <a:lnTo>
                          <a:pt x="0" y="619384"/>
                        </a:lnTo>
                        <a:cubicBezTo>
                          <a:pt x="0" y="632956"/>
                          <a:pt x="7403" y="645295"/>
                          <a:pt x="22209" y="653931"/>
                        </a:cubicBezTo>
                        <a:lnTo>
                          <a:pt x="1417674" y="1459624"/>
                        </a:lnTo>
                        <a:cubicBezTo>
                          <a:pt x="1427544" y="1465793"/>
                          <a:pt x="1441117" y="1468261"/>
                          <a:pt x="1453455" y="1468261"/>
                        </a:cubicBezTo>
                        <a:cubicBezTo>
                          <a:pt x="1467027" y="1468261"/>
                          <a:pt x="1479365" y="1464560"/>
                          <a:pt x="1489236" y="1459624"/>
                        </a:cubicBezTo>
                        <a:lnTo>
                          <a:pt x="2524422" y="861215"/>
                        </a:lnTo>
                        <a:lnTo>
                          <a:pt x="2524422" y="834071"/>
                        </a:lnTo>
                        <a:lnTo>
                          <a:pt x="1082071" y="0"/>
                        </a:lnTo>
                        <a:close/>
                      </a:path>
                    </a:pathLst>
                  </a:custGeom>
                  <a:solidFill>
                    <a:schemeClr val="accent1"/>
                  </a:solidFill>
                  <a:ln w="12320"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A4F80046-5E2E-4E72-9A6A-70F288D4DBF8}"/>
                      </a:ext>
                    </a:extLst>
                  </p:cNvPr>
                  <p:cNvSpPr/>
                  <p:nvPr/>
                </p:nvSpPr>
                <p:spPr>
                  <a:xfrm>
                    <a:off x="6983253" y="4430206"/>
                    <a:ext cx="2524421" cy="1468260"/>
                  </a:xfrm>
                  <a:custGeom>
                    <a:avLst/>
                    <a:gdLst>
                      <a:gd name="connsiteX0" fmla="*/ 1082071 w 2524421"/>
                      <a:gd name="connsiteY0" fmla="*/ 0 h 1468260"/>
                      <a:gd name="connsiteX1" fmla="*/ 22209 w 2524421"/>
                      <a:gd name="connsiteY1" fmla="*/ 557693 h 1468260"/>
                      <a:gd name="connsiteX2" fmla="*/ 0 w 2524421"/>
                      <a:gd name="connsiteY2" fmla="*/ 592240 h 1468260"/>
                      <a:gd name="connsiteX3" fmla="*/ 0 w 2524421"/>
                      <a:gd name="connsiteY3" fmla="*/ 619384 h 1468260"/>
                      <a:gd name="connsiteX4" fmla="*/ 22209 w 2524421"/>
                      <a:gd name="connsiteY4" fmla="*/ 653931 h 1468260"/>
                      <a:gd name="connsiteX5" fmla="*/ 1417674 w 2524421"/>
                      <a:gd name="connsiteY5" fmla="*/ 1459624 h 1468260"/>
                      <a:gd name="connsiteX6" fmla="*/ 1453455 w 2524421"/>
                      <a:gd name="connsiteY6" fmla="*/ 1468261 h 1468260"/>
                      <a:gd name="connsiteX7" fmla="*/ 1489236 w 2524421"/>
                      <a:gd name="connsiteY7" fmla="*/ 1459624 h 1468260"/>
                      <a:gd name="connsiteX8" fmla="*/ 2524422 w 2524421"/>
                      <a:gd name="connsiteY8" fmla="*/ 861215 h 1468260"/>
                      <a:gd name="connsiteX9" fmla="*/ 2524422 w 2524421"/>
                      <a:gd name="connsiteY9" fmla="*/ 834071 h 1468260"/>
                      <a:gd name="connsiteX10" fmla="*/ 1082071 w 2524421"/>
                      <a:gd name="connsiteY10" fmla="*/ 0 h 1468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4421" h="1468260">
                        <a:moveTo>
                          <a:pt x="1082071" y="0"/>
                        </a:moveTo>
                        <a:lnTo>
                          <a:pt x="22209" y="557693"/>
                        </a:lnTo>
                        <a:lnTo>
                          <a:pt x="0" y="592240"/>
                        </a:lnTo>
                        <a:lnTo>
                          <a:pt x="0" y="619384"/>
                        </a:lnTo>
                        <a:cubicBezTo>
                          <a:pt x="0" y="632956"/>
                          <a:pt x="7403" y="645295"/>
                          <a:pt x="22209" y="653931"/>
                        </a:cubicBezTo>
                        <a:lnTo>
                          <a:pt x="1417674" y="1459624"/>
                        </a:lnTo>
                        <a:cubicBezTo>
                          <a:pt x="1427544" y="1465793"/>
                          <a:pt x="1441117" y="1468261"/>
                          <a:pt x="1453455" y="1468261"/>
                        </a:cubicBezTo>
                        <a:cubicBezTo>
                          <a:pt x="1467027" y="1468261"/>
                          <a:pt x="1479365" y="1464560"/>
                          <a:pt x="1489236" y="1459624"/>
                        </a:cubicBezTo>
                        <a:lnTo>
                          <a:pt x="2524422" y="861215"/>
                        </a:lnTo>
                        <a:lnTo>
                          <a:pt x="2524422" y="834071"/>
                        </a:lnTo>
                        <a:lnTo>
                          <a:pt x="1082071" y="0"/>
                        </a:lnTo>
                        <a:close/>
                      </a:path>
                    </a:pathLst>
                  </a:custGeom>
                  <a:solidFill>
                    <a:srgbClr val="000000">
                      <a:alpha val="10000"/>
                    </a:srgbClr>
                  </a:solidFill>
                  <a:ln w="12320"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BA9D6A2D-5869-468E-819C-73556767F018}"/>
                      </a:ext>
                    </a:extLst>
                  </p:cNvPr>
                  <p:cNvSpPr/>
                  <p:nvPr/>
                </p:nvSpPr>
                <p:spPr>
                  <a:xfrm>
                    <a:off x="6986338" y="4402783"/>
                    <a:ext cx="2526889" cy="1469494"/>
                  </a:xfrm>
                  <a:custGeom>
                    <a:avLst/>
                    <a:gdLst>
                      <a:gd name="connsiteX0" fmla="*/ 1454689 w 2526889"/>
                      <a:gd name="connsiteY0" fmla="*/ 1469494 h 1469494"/>
                      <a:gd name="connsiteX1" fmla="*/ 1418908 w 2526889"/>
                      <a:gd name="connsiteY1" fmla="*/ 1460858 h 1469494"/>
                      <a:gd name="connsiteX2" fmla="*/ 22209 w 2526889"/>
                      <a:gd name="connsiteY2" fmla="*/ 653931 h 1469494"/>
                      <a:gd name="connsiteX3" fmla="*/ 0 w 2526889"/>
                      <a:gd name="connsiteY3" fmla="*/ 619384 h 1469494"/>
                      <a:gd name="connsiteX4" fmla="*/ 22209 w 2526889"/>
                      <a:gd name="connsiteY4" fmla="*/ 584837 h 1469494"/>
                      <a:gd name="connsiteX5" fmla="*/ 1035186 w 2526889"/>
                      <a:gd name="connsiteY5" fmla="*/ 0 h 1469494"/>
                      <a:gd name="connsiteX6" fmla="*/ 2526889 w 2526889"/>
                      <a:gd name="connsiteY6" fmla="*/ 862449 h 1469494"/>
                      <a:gd name="connsiteX7" fmla="*/ 1491704 w 2526889"/>
                      <a:gd name="connsiteY7" fmla="*/ 1460858 h 1469494"/>
                      <a:gd name="connsiteX8" fmla="*/ 1454689 w 2526889"/>
                      <a:gd name="connsiteY8" fmla="*/ 1469494 h 1469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26889" h="1469494">
                        <a:moveTo>
                          <a:pt x="1454689" y="1469494"/>
                        </a:moveTo>
                        <a:cubicBezTo>
                          <a:pt x="1441117" y="1469494"/>
                          <a:pt x="1428778" y="1465793"/>
                          <a:pt x="1418908" y="1460858"/>
                        </a:cubicBezTo>
                        <a:lnTo>
                          <a:pt x="22209" y="653931"/>
                        </a:lnTo>
                        <a:cubicBezTo>
                          <a:pt x="8637" y="646528"/>
                          <a:pt x="0" y="632956"/>
                          <a:pt x="0" y="619384"/>
                        </a:cubicBezTo>
                        <a:cubicBezTo>
                          <a:pt x="0" y="605812"/>
                          <a:pt x="7403" y="593473"/>
                          <a:pt x="22209" y="584837"/>
                        </a:cubicBezTo>
                        <a:lnTo>
                          <a:pt x="1035186" y="0"/>
                        </a:lnTo>
                        <a:lnTo>
                          <a:pt x="2526889" y="862449"/>
                        </a:lnTo>
                        <a:lnTo>
                          <a:pt x="1491704" y="1460858"/>
                        </a:lnTo>
                        <a:cubicBezTo>
                          <a:pt x="1480599" y="1465793"/>
                          <a:pt x="1468261" y="1469494"/>
                          <a:pt x="1454689" y="1469494"/>
                        </a:cubicBezTo>
                        <a:close/>
                      </a:path>
                    </a:pathLst>
                  </a:custGeom>
                  <a:solidFill>
                    <a:schemeClr val="accent1"/>
                  </a:solidFill>
                  <a:ln w="12320" cap="flat">
                    <a:noFill/>
                    <a:prstDash val="solid"/>
                    <a:miter/>
                  </a:ln>
                </p:spPr>
                <p:txBody>
                  <a:bodyPr rtlCol="0" anchor="ctr"/>
                  <a:lstStyle/>
                  <a:p>
                    <a:endParaRPr lang="en-US"/>
                  </a:p>
                </p:txBody>
              </p:sp>
            </p:grpSp>
            <p:grpSp>
              <p:nvGrpSpPr>
                <p:cNvPr id="122" name="Graphic 6">
                  <a:extLst>
                    <a:ext uri="{FF2B5EF4-FFF2-40B4-BE49-F238E27FC236}">
                      <a16:creationId xmlns:a16="http://schemas.microsoft.com/office/drawing/2014/main" id="{31113BDC-2845-441C-B626-57D5D70A544F}"/>
                    </a:ext>
                  </a:extLst>
                </p:cNvPr>
                <p:cNvGrpSpPr/>
                <p:nvPr/>
              </p:nvGrpSpPr>
              <p:grpSpPr>
                <a:xfrm>
                  <a:off x="8077046" y="3700424"/>
                  <a:ext cx="2471366" cy="1531494"/>
                  <a:chOff x="8077046" y="3700424"/>
                  <a:chExt cx="2471366" cy="1531494"/>
                </a:xfrm>
              </p:grpSpPr>
              <p:sp>
                <p:nvSpPr>
                  <p:cNvPr id="123" name="Freeform: Shape 122">
                    <a:extLst>
                      <a:ext uri="{FF2B5EF4-FFF2-40B4-BE49-F238E27FC236}">
                        <a16:creationId xmlns:a16="http://schemas.microsoft.com/office/drawing/2014/main" id="{3946684F-9D55-4766-AA29-64C152ADB956}"/>
                      </a:ext>
                    </a:extLst>
                  </p:cNvPr>
                  <p:cNvSpPr/>
                  <p:nvPr/>
                </p:nvSpPr>
                <p:spPr>
                  <a:xfrm>
                    <a:off x="8077046" y="3700424"/>
                    <a:ext cx="2471366" cy="1531494"/>
                  </a:xfrm>
                  <a:custGeom>
                    <a:avLst/>
                    <a:gdLst>
                      <a:gd name="connsiteX0" fmla="*/ 0 w 2471366"/>
                      <a:gd name="connsiteY0" fmla="*/ 575274 h 1531494"/>
                      <a:gd name="connsiteX1" fmla="*/ 0 w 2471366"/>
                      <a:gd name="connsiteY1" fmla="*/ 697424 h 1531494"/>
                      <a:gd name="connsiteX2" fmla="*/ 1446052 w 2471366"/>
                      <a:gd name="connsiteY2" fmla="*/ 1531495 h 1531494"/>
                      <a:gd name="connsiteX3" fmla="*/ 2459028 w 2471366"/>
                      <a:gd name="connsiteY3" fmla="*/ 946658 h 1531494"/>
                      <a:gd name="connsiteX4" fmla="*/ 2471367 w 2471366"/>
                      <a:gd name="connsiteY4" fmla="*/ 924449 h 1531494"/>
                      <a:gd name="connsiteX5" fmla="*/ 2471367 w 2471366"/>
                      <a:gd name="connsiteY5" fmla="*/ 846718 h 1531494"/>
                      <a:gd name="connsiteX6" fmla="*/ 2459028 w 2471366"/>
                      <a:gd name="connsiteY6" fmla="*/ 824509 h 1531494"/>
                      <a:gd name="connsiteX7" fmla="*/ 1035186 w 2471366"/>
                      <a:gd name="connsiteY7" fmla="*/ 6478 h 1531494"/>
                      <a:gd name="connsiteX8" fmla="*/ 985832 w 2471366"/>
                      <a:gd name="connsiteY8" fmla="*/ 6478 h 1531494"/>
                      <a:gd name="connsiteX9" fmla="*/ 0 w 2471366"/>
                      <a:gd name="connsiteY9" fmla="*/ 575274 h 1531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1366" h="1531494">
                        <a:moveTo>
                          <a:pt x="0" y="575274"/>
                        </a:moveTo>
                        <a:lnTo>
                          <a:pt x="0" y="697424"/>
                        </a:lnTo>
                        <a:lnTo>
                          <a:pt x="1446052" y="1531495"/>
                        </a:lnTo>
                        <a:lnTo>
                          <a:pt x="2459028" y="946658"/>
                        </a:lnTo>
                        <a:cubicBezTo>
                          <a:pt x="2466431" y="942957"/>
                          <a:pt x="2471367" y="933086"/>
                          <a:pt x="2471367" y="924449"/>
                        </a:cubicBezTo>
                        <a:lnTo>
                          <a:pt x="2471367" y="846718"/>
                        </a:lnTo>
                        <a:cubicBezTo>
                          <a:pt x="2471367" y="838081"/>
                          <a:pt x="2465198" y="828210"/>
                          <a:pt x="2459028" y="824509"/>
                        </a:cubicBezTo>
                        <a:lnTo>
                          <a:pt x="1035186" y="6478"/>
                        </a:lnTo>
                        <a:cubicBezTo>
                          <a:pt x="1020379" y="-2159"/>
                          <a:pt x="1000638" y="-2159"/>
                          <a:pt x="985832" y="6478"/>
                        </a:cubicBezTo>
                        <a:lnTo>
                          <a:pt x="0" y="575274"/>
                        </a:lnTo>
                        <a:close/>
                      </a:path>
                    </a:pathLst>
                  </a:custGeom>
                  <a:solidFill>
                    <a:srgbClr val="EBEBEB"/>
                  </a:solidFill>
                  <a:ln w="12320"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44F99757-9837-4F52-AFD5-FFA87C395CCC}"/>
                      </a:ext>
                    </a:extLst>
                  </p:cNvPr>
                  <p:cNvSpPr/>
                  <p:nvPr/>
                </p:nvSpPr>
                <p:spPr>
                  <a:xfrm>
                    <a:off x="8077046" y="4276932"/>
                    <a:ext cx="1446051" cy="954986"/>
                  </a:xfrm>
                  <a:custGeom>
                    <a:avLst/>
                    <a:gdLst>
                      <a:gd name="connsiteX0" fmla="*/ 0 w 1446051"/>
                      <a:gd name="connsiteY0" fmla="*/ 0 h 954986"/>
                      <a:gd name="connsiteX1" fmla="*/ 1446052 w 1446051"/>
                      <a:gd name="connsiteY1" fmla="*/ 835305 h 954986"/>
                      <a:gd name="connsiteX2" fmla="*/ 1446052 w 1446051"/>
                      <a:gd name="connsiteY2" fmla="*/ 954986 h 954986"/>
                      <a:gd name="connsiteX3" fmla="*/ 0 w 1446051"/>
                      <a:gd name="connsiteY3" fmla="*/ 120915 h 954986"/>
                    </a:gdLst>
                    <a:ahLst/>
                    <a:cxnLst>
                      <a:cxn ang="0">
                        <a:pos x="connsiteX0" y="connsiteY0"/>
                      </a:cxn>
                      <a:cxn ang="0">
                        <a:pos x="connsiteX1" y="connsiteY1"/>
                      </a:cxn>
                      <a:cxn ang="0">
                        <a:pos x="connsiteX2" y="connsiteY2"/>
                      </a:cxn>
                      <a:cxn ang="0">
                        <a:pos x="connsiteX3" y="connsiteY3"/>
                      </a:cxn>
                    </a:cxnLst>
                    <a:rect l="l" t="t" r="r" b="b"/>
                    <a:pathLst>
                      <a:path w="1446051" h="954986">
                        <a:moveTo>
                          <a:pt x="0" y="0"/>
                        </a:moveTo>
                        <a:lnTo>
                          <a:pt x="1446052" y="835305"/>
                        </a:lnTo>
                        <a:lnTo>
                          <a:pt x="1446052" y="954986"/>
                        </a:lnTo>
                        <a:lnTo>
                          <a:pt x="0" y="120915"/>
                        </a:lnTo>
                        <a:close/>
                      </a:path>
                    </a:pathLst>
                  </a:custGeom>
                  <a:solidFill>
                    <a:srgbClr val="E0E0E0"/>
                  </a:solidFill>
                  <a:ln w="12320"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F86416BA-130A-4AF5-B852-D8C12D9BE5E2}"/>
                      </a:ext>
                    </a:extLst>
                  </p:cNvPr>
                  <p:cNvSpPr/>
                  <p:nvPr/>
                </p:nvSpPr>
                <p:spPr>
                  <a:xfrm>
                    <a:off x="8077046" y="3700424"/>
                    <a:ext cx="2461496" cy="1411813"/>
                  </a:xfrm>
                  <a:custGeom>
                    <a:avLst/>
                    <a:gdLst>
                      <a:gd name="connsiteX0" fmla="*/ 2461496 w 2461496"/>
                      <a:gd name="connsiteY0" fmla="*/ 825743 h 1411813"/>
                      <a:gd name="connsiteX1" fmla="*/ 2460262 w 2461496"/>
                      <a:gd name="connsiteY1" fmla="*/ 824509 h 1411813"/>
                      <a:gd name="connsiteX2" fmla="*/ 1036419 w 2461496"/>
                      <a:gd name="connsiteY2" fmla="*/ 6478 h 1411813"/>
                      <a:gd name="connsiteX3" fmla="*/ 987066 w 2461496"/>
                      <a:gd name="connsiteY3" fmla="*/ 6478 h 1411813"/>
                      <a:gd name="connsiteX4" fmla="*/ 3701 w 2461496"/>
                      <a:gd name="connsiteY4" fmla="*/ 574040 h 1411813"/>
                      <a:gd name="connsiteX5" fmla="*/ 0 w 2461496"/>
                      <a:gd name="connsiteY5" fmla="*/ 576508 h 1411813"/>
                      <a:gd name="connsiteX6" fmla="*/ 1446052 w 2461496"/>
                      <a:gd name="connsiteY6" fmla="*/ 1411813 h 1411813"/>
                      <a:gd name="connsiteX7" fmla="*/ 2461496 w 2461496"/>
                      <a:gd name="connsiteY7" fmla="*/ 825743 h 141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61496" h="1411813">
                        <a:moveTo>
                          <a:pt x="2461496" y="825743"/>
                        </a:moveTo>
                        <a:cubicBezTo>
                          <a:pt x="2461496" y="825743"/>
                          <a:pt x="2460262" y="824509"/>
                          <a:pt x="2460262" y="824509"/>
                        </a:cubicBezTo>
                        <a:lnTo>
                          <a:pt x="1036419" y="6478"/>
                        </a:lnTo>
                        <a:cubicBezTo>
                          <a:pt x="1021613" y="-2159"/>
                          <a:pt x="1001872" y="-2159"/>
                          <a:pt x="987066" y="6478"/>
                        </a:cubicBezTo>
                        <a:lnTo>
                          <a:pt x="3701" y="574040"/>
                        </a:lnTo>
                        <a:lnTo>
                          <a:pt x="0" y="576508"/>
                        </a:lnTo>
                        <a:lnTo>
                          <a:pt x="1446052" y="1411813"/>
                        </a:lnTo>
                        <a:lnTo>
                          <a:pt x="2461496" y="825743"/>
                        </a:lnTo>
                        <a:close/>
                      </a:path>
                    </a:pathLst>
                  </a:custGeom>
                  <a:solidFill>
                    <a:srgbClr val="FAFAFA"/>
                  </a:solidFill>
                  <a:ln w="12320" cap="flat">
                    <a:noFill/>
                    <a:prstDash val="solid"/>
                    <a:miter/>
                  </a:ln>
                </p:spPr>
                <p:txBody>
                  <a:bodyPr rtlCol="0" anchor="ctr"/>
                  <a:lstStyle/>
                  <a:p>
                    <a:endParaRPr lang="en-US"/>
                  </a:p>
                </p:txBody>
              </p:sp>
            </p:grpSp>
            <p:grpSp>
              <p:nvGrpSpPr>
                <p:cNvPr id="126" name="Graphic 6">
                  <a:extLst>
                    <a:ext uri="{FF2B5EF4-FFF2-40B4-BE49-F238E27FC236}">
                      <a16:creationId xmlns:a16="http://schemas.microsoft.com/office/drawing/2014/main" id="{31113BDC-2845-441C-B626-57D5D70A544F}"/>
                    </a:ext>
                  </a:extLst>
                </p:cNvPr>
                <p:cNvGrpSpPr/>
                <p:nvPr/>
              </p:nvGrpSpPr>
              <p:grpSpPr>
                <a:xfrm>
                  <a:off x="7019343" y="4316415"/>
                  <a:ext cx="2458103" cy="1526250"/>
                  <a:chOff x="7019343" y="4316415"/>
                  <a:chExt cx="2458103" cy="1526250"/>
                </a:xfrm>
              </p:grpSpPr>
              <p:sp>
                <p:nvSpPr>
                  <p:cNvPr id="127" name="Freeform: Shape 126">
                    <a:extLst>
                      <a:ext uri="{FF2B5EF4-FFF2-40B4-BE49-F238E27FC236}">
                        <a16:creationId xmlns:a16="http://schemas.microsoft.com/office/drawing/2014/main" id="{F71D3A5C-E09A-44E3-9C78-D0FA76E32B0D}"/>
                      </a:ext>
                    </a:extLst>
                  </p:cNvPr>
                  <p:cNvSpPr/>
                  <p:nvPr/>
                </p:nvSpPr>
                <p:spPr>
                  <a:xfrm>
                    <a:off x="7020885" y="4316415"/>
                    <a:ext cx="2455326" cy="1525633"/>
                  </a:xfrm>
                  <a:custGeom>
                    <a:avLst/>
                    <a:gdLst>
                      <a:gd name="connsiteX0" fmla="*/ 1010509 w 2455326"/>
                      <a:gd name="connsiteY0" fmla="*/ 0 h 1525633"/>
                      <a:gd name="connsiteX1" fmla="*/ 9871 w 2455326"/>
                      <a:gd name="connsiteY1" fmla="*/ 577434 h 1525633"/>
                      <a:gd name="connsiteX2" fmla="*/ 0 w 2455326"/>
                      <a:gd name="connsiteY2" fmla="*/ 592240 h 1525633"/>
                      <a:gd name="connsiteX3" fmla="*/ 0 w 2455326"/>
                      <a:gd name="connsiteY3" fmla="*/ 699583 h 1525633"/>
                      <a:gd name="connsiteX4" fmla="*/ 0 w 2455326"/>
                      <a:gd name="connsiteY4" fmla="*/ 699583 h 1525633"/>
                      <a:gd name="connsiteX5" fmla="*/ 9871 w 2455326"/>
                      <a:gd name="connsiteY5" fmla="*/ 714389 h 1525633"/>
                      <a:gd name="connsiteX6" fmla="*/ 1405335 w 2455326"/>
                      <a:gd name="connsiteY6" fmla="*/ 1520082 h 1525633"/>
                      <a:gd name="connsiteX7" fmla="*/ 1454689 w 2455326"/>
                      <a:gd name="connsiteY7" fmla="*/ 1520082 h 1525633"/>
                      <a:gd name="connsiteX8" fmla="*/ 2455327 w 2455326"/>
                      <a:gd name="connsiteY8" fmla="*/ 942648 h 1525633"/>
                      <a:gd name="connsiteX9" fmla="*/ 2455327 w 2455326"/>
                      <a:gd name="connsiteY9" fmla="*/ 835305 h 1525633"/>
                      <a:gd name="connsiteX10" fmla="*/ 1010509 w 2455326"/>
                      <a:gd name="connsiteY10" fmla="*/ 0 h 1525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55326" h="1525633">
                        <a:moveTo>
                          <a:pt x="1010509" y="0"/>
                        </a:moveTo>
                        <a:lnTo>
                          <a:pt x="9871" y="577434"/>
                        </a:lnTo>
                        <a:lnTo>
                          <a:pt x="0" y="592240"/>
                        </a:lnTo>
                        <a:lnTo>
                          <a:pt x="0" y="699583"/>
                        </a:lnTo>
                        <a:lnTo>
                          <a:pt x="0" y="699583"/>
                        </a:lnTo>
                        <a:cubicBezTo>
                          <a:pt x="0" y="704518"/>
                          <a:pt x="3702" y="709454"/>
                          <a:pt x="9871" y="714389"/>
                        </a:cubicBezTo>
                        <a:lnTo>
                          <a:pt x="1405335" y="1520082"/>
                        </a:lnTo>
                        <a:cubicBezTo>
                          <a:pt x="1418908" y="1527485"/>
                          <a:pt x="1441117" y="1527485"/>
                          <a:pt x="1454689" y="1520082"/>
                        </a:cubicBezTo>
                        <a:lnTo>
                          <a:pt x="2455327" y="942648"/>
                        </a:lnTo>
                        <a:lnTo>
                          <a:pt x="2455327" y="835305"/>
                        </a:lnTo>
                        <a:lnTo>
                          <a:pt x="1010509" y="0"/>
                        </a:lnTo>
                        <a:close/>
                      </a:path>
                    </a:pathLst>
                  </a:custGeom>
                  <a:solidFill>
                    <a:srgbClr val="EBEBEB"/>
                  </a:solidFill>
                  <a:ln w="12320"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569D0272-3CAE-40BA-AF9A-8DB0666823BE}"/>
                      </a:ext>
                    </a:extLst>
                  </p:cNvPr>
                  <p:cNvSpPr/>
                  <p:nvPr/>
                </p:nvSpPr>
                <p:spPr>
                  <a:xfrm>
                    <a:off x="7019343" y="4317648"/>
                    <a:ext cx="2458103" cy="1417056"/>
                  </a:xfrm>
                  <a:custGeom>
                    <a:avLst/>
                    <a:gdLst>
                      <a:gd name="connsiteX0" fmla="*/ 2458103 w 2458103"/>
                      <a:gd name="connsiteY0" fmla="*/ 834071 h 1417056"/>
                      <a:gd name="connsiteX1" fmla="*/ 2445765 w 2458103"/>
                      <a:gd name="connsiteY1" fmla="*/ 841474 h 1417056"/>
                      <a:gd name="connsiteX2" fmla="*/ 2282899 w 2458103"/>
                      <a:gd name="connsiteY2" fmla="*/ 935245 h 1417056"/>
                      <a:gd name="connsiteX3" fmla="*/ 2252053 w 2458103"/>
                      <a:gd name="connsiteY3" fmla="*/ 952519 h 1417056"/>
                      <a:gd name="connsiteX4" fmla="*/ 1456231 w 2458103"/>
                      <a:gd name="connsiteY4" fmla="*/ 1411505 h 1417056"/>
                      <a:gd name="connsiteX5" fmla="*/ 1406878 w 2458103"/>
                      <a:gd name="connsiteY5" fmla="*/ 1411505 h 1417056"/>
                      <a:gd name="connsiteX6" fmla="*/ 10179 w 2458103"/>
                      <a:gd name="connsiteY6" fmla="*/ 605812 h 1417056"/>
                      <a:gd name="connsiteX7" fmla="*/ 10179 w 2458103"/>
                      <a:gd name="connsiteY7" fmla="*/ 577434 h 1417056"/>
                      <a:gd name="connsiteX8" fmla="*/ 23751 w 2458103"/>
                      <a:gd name="connsiteY8" fmla="*/ 570031 h 1417056"/>
                      <a:gd name="connsiteX9" fmla="*/ 1012051 w 2458103"/>
                      <a:gd name="connsiteY9" fmla="*/ 0 h 1417056"/>
                      <a:gd name="connsiteX10" fmla="*/ 2445765 w 2458103"/>
                      <a:gd name="connsiteY10" fmla="*/ 827902 h 1417056"/>
                      <a:gd name="connsiteX11" fmla="*/ 2448232 w 2458103"/>
                      <a:gd name="connsiteY11" fmla="*/ 829136 h 1417056"/>
                      <a:gd name="connsiteX12" fmla="*/ 2458103 w 2458103"/>
                      <a:gd name="connsiteY12" fmla="*/ 834071 h 1417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58103" h="1417056">
                        <a:moveTo>
                          <a:pt x="2458103" y="834071"/>
                        </a:moveTo>
                        <a:lnTo>
                          <a:pt x="2445765" y="841474"/>
                        </a:lnTo>
                        <a:lnTo>
                          <a:pt x="2282899" y="935245"/>
                        </a:lnTo>
                        <a:lnTo>
                          <a:pt x="2252053" y="952519"/>
                        </a:lnTo>
                        <a:lnTo>
                          <a:pt x="1456231" y="1411505"/>
                        </a:lnTo>
                        <a:cubicBezTo>
                          <a:pt x="1442659" y="1418908"/>
                          <a:pt x="1420450" y="1418908"/>
                          <a:pt x="1406878" y="1411505"/>
                        </a:cubicBezTo>
                        <a:lnTo>
                          <a:pt x="10179" y="605812"/>
                        </a:lnTo>
                        <a:cubicBezTo>
                          <a:pt x="-3393" y="598409"/>
                          <a:pt x="-3393" y="584837"/>
                          <a:pt x="10179" y="577434"/>
                        </a:cubicBezTo>
                        <a:lnTo>
                          <a:pt x="23751" y="570031"/>
                        </a:lnTo>
                        <a:lnTo>
                          <a:pt x="1012051" y="0"/>
                        </a:lnTo>
                        <a:lnTo>
                          <a:pt x="2445765" y="827902"/>
                        </a:lnTo>
                        <a:lnTo>
                          <a:pt x="2448232" y="829136"/>
                        </a:lnTo>
                        <a:lnTo>
                          <a:pt x="2458103" y="834071"/>
                        </a:lnTo>
                        <a:close/>
                      </a:path>
                    </a:pathLst>
                  </a:custGeom>
                  <a:solidFill>
                    <a:srgbClr val="F0F0F0"/>
                  </a:solidFill>
                  <a:ln w="12320"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DFFE93F7-2080-453A-B6A6-12AEF7139E0E}"/>
                      </a:ext>
                    </a:extLst>
                  </p:cNvPr>
                  <p:cNvSpPr/>
                  <p:nvPr/>
                </p:nvSpPr>
                <p:spPr>
                  <a:xfrm>
                    <a:off x="7019651" y="4908654"/>
                    <a:ext cx="1431245" cy="934011"/>
                  </a:xfrm>
                  <a:custGeom>
                    <a:avLst/>
                    <a:gdLst>
                      <a:gd name="connsiteX0" fmla="*/ 1431246 w 1431245"/>
                      <a:gd name="connsiteY0" fmla="*/ 826668 h 934011"/>
                      <a:gd name="connsiteX1" fmla="*/ 1431246 w 1431245"/>
                      <a:gd name="connsiteY1" fmla="*/ 934011 h 934011"/>
                      <a:gd name="connsiteX2" fmla="*/ 1406569 w 1431245"/>
                      <a:gd name="connsiteY2" fmla="*/ 927842 h 934011"/>
                      <a:gd name="connsiteX3" fmla="*/ 9871 w 1431245"/>
                      <a:gd name="connsiteY3" fmla="*/ 122149 h 934011"/>
                      <a:gd name="connsiteX4" fmla="*/ 0 w 1431245"/>
                      <a:gd name="connsiteY4" fmla="*/ 107343 h 934011"/>
                      <a:gd name="connsiteX5" fmla="*/ 0 w 1431245"/>
                      <a:gd name="connsiteY5" fmla="*/ 0 h 934011"/>
                      <a:gd name="connsiteX6" fmla="*/ 9871 w 1431245"/>
                      <a:gd name="connsiteY6" fmla="*/ 14806 h 934011"/>
                      <a:gd name="connsiteX7" fmla="*/ 1406569 w 1431245"/>
                      <a:gd name="connsiteY7" fmla="*/ 820499 h 934011"/>
                      <a:gd name="connsiteX8" fmla="*/ 1431246 w 1431245"/>
                      <a:gd name="connsiteY8" fmla="*/ 826668 h 934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1245" h="934011">
                        <a:moveTo>
                          <a:pt x="1431246" y="826668"/>
                        </a:moveTo>
                        <a:lnTo>
                          <a:pt x="1431246" y="934011"/>
                        </a:lnTo>
                        <a:cubicBezTo>
                          <a:pt x="1422609" y="934011"/>
                          <a:pt x="1412738" y="931544"/>
                          <a:pt x="1406569" y="927842"/>
                        </a:cubicBezTo>
                        <a:lnTo>
                          <a:pt x="9871" y="122149"/>
                        </a:lnTo>
                        <a:cubicBezTo>
                          <a:pt x="3701" y="118448"/>
                          <a:pt x="0" y="113512"/>
                          <a:pt x="0" y="107343"/>
                        </a:cubicBezTo>
                        <a:lnTo>
                          <a:pt x="0" y="0"/>
                        </a:lnTo>
                        <a:cubicBezTo>
                          <a:pt x="0" y="4935"/>
                          <a:pt x="3701" y="9871"/>
                          <a:pt x="9871" y="14806"/>
                        </a:cubicBezTo>
                        <a:lnTo>
                          <a:pt x="1406569" y="820499"/>
                        </a:lnTo>
                        <a:cubicBezTo>
                          <a:pt x="1412738" y="825434"/>
                          <a:pt x="1422609" y="826668"/>
                          <a:pt x="1431246" y="826668"/>
                        </a:cubicBezTo>
                        <a:close/>
                      </a:path>
                    </a:pathLst>
                  </a:custGeom>
                  <a:solidFill>
                    <a:srgbClr val="E0E0E0"/>
                  </a:solidFill>
                  <a:ln w="12320" cap="flat">
                    <a:noFill/>
                    <a:prstDash val="solid"/>
                    <a:miter/>
                  </a:ln>
                </p:spPr>
                <p:txBody>
                  <a:bodyPr rtlCol="0" anchor="ctr"/>
                  <a:lstStyle/>
                  <a:p>
                    <a:endParaRPr lang="en-US"/>
                  </a:p>
                </p:txBody>
              </p:sp>
            </p:grpSp>
            <p:sp>
              <p:nvSpPr>
                <p:cNvPr id="130" name="Freeform: Shape 129">
                  <a:extLst>
                    <a:ext uri="{FF2B5EF4-FFF2-40B4-BE49-F238E27FC236}">
                      <a16:creationId xmlns:a16="http://schemas.microsoft.com/office/drawing/2014/main" id="{0A9EF5E0-C009-4041-8A2C-4FF08BBCB3D8}"/>
                    </a:ext>
                  </a:extLst>
                </p:cNvPr>
                <p:cNvSpPr/>
                <p:nvPr/>
              </p:nvSpPr>
              <p:spPr>
                <a:xfrm>
                  <a:off x="7038920" y="4301609"/>
                  <a:ext cx="2438526" cy="1418290"/>
                </a:xfrm>
                <a:custGeom>
                  <a:avLst/>
                  <a:gdLst>
                    <a:gd name="connsiteX0" fmla="*/ 2438526 w 2438526"/>
                    <a:gd name="connsiteY0" fmla="*/ 835305 h 1418290"/>
                    <a:gd name="connsiteX1" fmla="*/ 2258387 w 2438526"/>
                    <a:gd name="connsiteY1" fmla="*/ 938947 h 1418290"/>
                    <a:gd name="connsiteX2" fmla="*/ 2230009 w 2438526"/>
                    <a:gd name="connsiteY2" fmla="*/ 954986 h 1418290"/>
                    <a:gd name="connsiteX3" fmla="*/ 1437888 w 2438526"/>
                    <a:gd name="connsiteY3" fmla="*/ 1412738 h 1418290"/>
                    <a:gd name="connsiteX4" fmla="*/ 1388535 w 2438526"/>
                    <a:gd name="connsiteY4" fmla="*/ 1412738 h 1418290"/>
                    <a:gd name="connsiteX5" fmla="*/ 138662 w 2438526"/>
                    <a:gd name="connsiteY5" fmla="*/ 690946 h 1418290"/>
                    <a:gd name="connsiteX6" fmla="*/ 107816 w 2438526"/>
                    <a:gd name="connsiteY6" fmla="*/ 672439 h 1418290"/>
                    <a:gd name="connsiteX7" fmla="*/ 6642 w 2438526"/>
                    <a:gd name="connsiteY7" fmla="*/ 584837 h 1418290"/>
                    <a:gd name="connsiteX8" fmla="*/ 4174 w 2438526"/>
                    <a:gd name="connsiteY8" fmla="*/ 581135 h 1418290"/>
                    <a:gd name="connsiteX9" fmla="*/ 473 w 2438526"/>
                    <a:gd name="connsiteY9" fmla="*/ 573732 h 1418290"/>
                    <a:gd name="connsiteX10" fmla="*/ 17746 w 2438526"/>
                    <a:gd name="connsiteY10" fmla="*/ 549056 h 1418290"/>
                    <a:gd name="connsiteX11" fmla="*/ 111518 w 2438526"/>
                    <a:gd name="connsiteY11" fmla="*/ 509573 h 1418290"/>
                    <a:gd name="connsiteX12" fmla="*/ 112752 w 2438526"/>
                    <a:gd name="connsiteY12" fmla="*/ 508339 h 1418290"/>
                    <a:gd name="connsiteX13" fmla="*/ 993708 w 2438526"/>
                    <a:gd name="connsiteY13" fmla="*/ 0 h 1418290"/>
                    <a:gd name="connsiteX14" fmla="*/ 2438526 w 2438526"/>
                    <a:gd name="connsiteY14" fmla="*/ 835305 h 1418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38526" h="1418290">
                      <a:moveTo>
                        <a:pt x="2438526" y="835305"/>
                      </a:moveTo>
                      <a:lnTo>
                        <a:pt x="2258387" y="938947"/>
                      </a:lnTo>
                      <a:lnTo>
                        <a:pt x="2230009" y="954986"/>
                      </a:lnTo>
                      <a:lnTo>
                        <a:pt x="1437888" y="1412738"/>
                      </a:lnTo>
                      <a:cubicBezTo>
                        <a:pt x="1424316" y="1420142"/>
                        <a:pt x="1402107" y="1420142"/>
                        <a:pt x="1388535" y="1412738"/>
                      </a:cubicBezTo>
                      <a:lnTo>
                        <a:pt x="138662" y="690946"/>
                      </a:lnTo>
                      <a:cubicBezTo>
                        <a:pt x="127558" y="684777"/>
                        <a:pt x="116453" y="678608"/>
                        <a:pt x="107816" y="672439"/>
                      </a:cubicBezTo>
                      <a:cubicBezTo>
                        <a:pt x="57229" y="641593"/>
                        <a:pt x="26383" y="613215"/>
                        <a:pt x="6642" y="584837"/>
                      </a:cubicBezTo>
                      <a:cubicBezTo>
                        <a:pt x="5408" y="583603"/>
                        <a:pt x="5408" y="582369"/>
                        <a:pt x="4174" y="581135"/>
                      </a:cubicBezTo>
                      <a:cubicBezTo>
                        <a:pt x="2940" y="578667"/>
                        <a:pt x="1707" y="576200"/>
                        <a:pt x="473" y="573732"/>
                      </a:cubicBezTo>
                      <a:cubicBezTo>
                        <a:pt x="-1995" y="562628"/>
                        <a:pt x="5408" y="552757"/>
                        <a:pt x="17746" y="549056"/>
                      </a:cubicBezTo>
                      <a:cubicBezTo>
                        <a:pt x="42423" y="541652"/>
                        <a:pt x="78204" y="529314"/>
                        <a:pt x="111518" y="509573"/>
                      </a:cubicBezTo>
                      <a:cubicBezTo>
                        <a:pt x="111518" y="509573"/>
                        <a:pt x="112752" y="509573"/>
                        <a:pt x="112752" y="508339"/>
                      </a:cubicBezTo>
                      <a:lnTo>
                        <a:pt x="993708" y="0"/>
                      </a:lnTo>
                      <a:lnTo>
                        <a:pt x="2438526" y="835305"/>
                      </a:lnTo>
                      <a:close/>
                    </a:path>
                  </a:pathLst>
                </a:custGeom>
                <a:solidFill>
                  <a:srgbClr val="FAFAFA"/>
                </a:solidFill>
                <a:ln w="12320" cap="flat">
                  <a:noFill/>
                  <a:prstDash val="solid"/>
                  <a:miter/>
                </a:ln>
              </p:spPr>
              <p:txBody>
                <a:bodyPr rtlCol="0" anchor="ctr"/>
                <a:lstStyle/>
                <a:p>
                  <a:endParaRPr lang="en-US"/>
                </a:p>
              </p:txBody>
            </p:sp>
            <p:grpSp>
              <p:nvGrpSpPr>
                <p:cNvPr id="131" name="Graphic 6">
                  <a:extLst>
                    <a:ext uri="{FF2B5EF4-FFF2-40B4-BE49-F238E27FC236}">
                      <a16:creationId xmlns:a16="http://schemas.microsoft.com/office/drawing/2014/main" id="{31113BDC-2845-441C-B626-57D5D70A544F}"/>
                    </a:ext>
                  </a:extLst>
                </p:cNvPr>
                <p:cNvGrpSpPr/>
                <p:nvPr/>
              </p:nvGrpSpPr>
              <p:grpSpPr>
                <a:xfrm>
                  <a:off x="8320335" y="3794578"/>
                  <a:ext cx="2040843" cy="1177618"/>
                  <a:chOff x="8320335" y="3794578"/>
                  <a:chExt cx="2040843" cy="1177618"/>
                </a:xfrm>
                <a:noFill/>
              </p:grpSpPr>
              <p:sp>
                <p:nvSpPr>
                  <p:cNvPr id="132" name="Freeform: Shape 131">
                    <a:extLst>
                      <a:ext uri="{FF2B5EF4-FFF2-40B4-BE49-F238E27FC236}">
                        <a16:creationId xmlns:a16="http://schemas.microsoft.com/office/drawing/2014/main" id="{88D781CE-1DB7-4F8A-A71C-D329D8C2A253}"/>
                      </a:ext>
                    </a:extLst>
                  </p:cNvPr>
                  <p:cNvSpPr/>
                  <p:nvPr/>
                </p:nvSpPr>
                <p:spPr>
                  <a:xfrm>
                    <a:off x="8320335" y="3794578"/>
                    <a:ext cx="869403" cy="503254"/>
                  </a:xfrm>
                  <a:custGeom>
                    <a:avLst/>
                    <a:gdLst>
                      <a:gd name="connsiteX0" fmla="*/ 860991 w 869403"/>
                      <a:gd name="connsiteY0" fmla="*/ 66553 h 503254"/>
                      <a:gd name="connsiteX1" fmla="*/ 113288 w 869403"/>
                      <a:gd name="connsiteY1" fmla="*/ 498394 h 503254"/>
                      <a:gd name="connsiteX2" fmla="*/ 65169 w 869403"/>
                      <a:gd name="connsiteY2" fmla="*/ 495926 h 503254"/>
                      <a:gd name="connsiteX3" fmla="*/ 12114 w 869403"/>
                      <a:gd name="connsiteY3" fmla="*/ 465081 h 503254"/>
                      <a:gd name="connsiteX4" fmla="*/ 8412 w 869403"/>
                      <a:gd name="connsiteY4" fmla="*/ 436702 h 503254"/>
                      <a:gd name="connsiteX5" fmla="*/ 756115 w 869403"/>
                      <a:gd name="connsiteY5" fmla="*/ 4861 h 503254"/>
                      <a:gd name="connsiteX6" fmla="*/ 804235 w 869403"/>
                      <a:gd name="connsiteY6" fmla="*/ 7329 h 503254"/>
                      <a:gd name="connsiteX7" fmla="*/ 857289 w 869403"/>
                      <a:gd name="connsiteY7" fmla="*/ 38174 h 503254"/>
                      <a:gd name="connsiteX8" fmla="*/ 860991 w 869403"/>
                      <a:gd name="connsiteY8" fmla="*/ 66553 h 503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403" h="503254">
                        <a:moveTo>
                          <a:pt x="860991" y="66553"/>
                        </a:moveTo>
                        <a:lnTo>
                          <a:pt x="113288" y="498394"/>
                        </a:lnTo>
                        <a:cubicBezTo>
                          <a:pt x="100950" y="505797"/>
                          <a:pt x="78741" y="504563"/>
                          <a:pt x="65169" y="495926"/>
                        </a:cubicBezTo>
                        <a:lnTo>
                          <a:pt x="12114" y="465081"/>
                        </a:lnTo>
                        <a:cubicBezTo>
                          <a:pt x="-2692" y="456444"/>
                          <a:pt x="-3926" y="444105"/>
                          <a:pt x="8412" y="436702"/>
                        </a:cubicBezTo>
                        <a:lnTo>
                          <a:pt x="756115" y="4861"/>
                        </a:lnTo>
                        <a:cubicBezTo>
                          <a:pt x="768453" y="-2542"/>
                          <a:pt x="790662" y="-1308"/>
                          <a:pt x="804235" y="7329"/>
                        </a:cubicBezTo>
                        <a:lnTo>
                          <a:pt x="857289" y="38174"/>
                        </a:lnTo>
                        <a:cubicBezTo>
                          <a:pt x="872095" y="46811"/>
                          <a:pt x="873329" y="59150"/>
                          <a:pt x="860991" y="66553"/>
                        </a:cubicBezTo>
                        <a:close/>
                      </a:path>
                    </a:pathLst>
                  </a:custGeom>
                  <a:noFill/>
                  <a:ln w="4736" cap="flat">
                    <a:solidFill>
                      <a:srgbClr val="E0E0E0"/>
                    </a:solid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96D8377C-C49A-446B-933B-76B734F0C1E9}"/>
                      </a:ext>
                    </a:extLst>
                  </p:cNvPr>
                  <p:cNvSpPr/>
                  <p:nvPr/>
                </p:nvSpPr>
                <p:spPr>
                  <a:xfrm>
                    <a:off x="8358360" y="3816712"/>
                    <a:ext cx="792120" cy="458985"/>
                  </a:xfrm>
                  <a:custGeom>
                    <a:avLst/>
                    <a:gdLst>
                      <a:gd name="connsiteX0" fmla="*/ 0 w 792120"/>
                      <a:gd name="connsiteY0" fmla="*/ 458986 h 458985"/>
                      <a:gd name="connsiteX1" fmla="*/ 792121 w 792120"/>
                      <a:gd name="connsiteY1" fmla="*/ 0 h 458985"/>
                    </a:gdLst>
                    <a:ahLst/>
                    <a:cxnLst>
                      <a:cxn ang="0">
                        <a:pos x="connsiteX0" y="connsiteY0"/>
                      </a:cxn>
                      <a:cxn ang="0">
                        <a:pos x="connsiteX1" y="connsiteY1"/>
                      </a:cxn>
                    </a:cxnLst>
                    <a:rect l="l" t="t" r="r" b="b"/>
                    <a:pathLst>
                      <a:path w="792120" h="458985">
                        <a:moveTo>
                          <a:pt x="0" y="458986"/>
                        </a:moveTo>
                        <a:lnTo>
                          <a:pt x="792121" y="0"/>
                        </a:lnTo>
                      </a:path>
                    </a:pathLst>
                  </a:custGeom>
                  <a:ln w="4736" cap="flat">
                    <a:solidFill>
                      <a:srgbClr val="E0E0E0"/>
                    </a:solid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EF1D12AB-5052-4B32-A619-F50DBF3271C0}"/>
                      </a:ext>
                    </a:extLst>
                  </p:cNvPr>
                  <p:cNvSpPr/>
                  <p:nvPr/>
                </p:nvSpPr>
                <p:spPr>
                  <a:xfrm>
                    <a:off x="8481435" y="3888892"/>
                    <a:ext cx="1879743" cy="1083305"/>
                  </a:xfrm>
                  <a:custGeom>
                    <a:avLst/>
                    <a:gdLst>
                      <a:gd name="connsiteX0" fmla="*/ 1125564 w 1879743"/>
                      <a:gd name="connsiteY0" fmla="*/ 1077753 h 1083305"/>
                      <a:gd name="connsiteX1" fmla="*/ 1869565 w 1879743"/>
                      <a:gd name="connsiteY1" fmla="*/ 648379 h 1083305"/>
                      <a:gd name="connsiteX2" fmla="*/ 1869565 w 1879743"/>
                      <a:gd name="connsiteY2" fmla="*/ 620001 h 1083305"/>
                      <a:gd name="connsiteX3" fmla="*/ 802300 w 1879743"/>
                      <a:gd name="connsiteY3" fmla="*/ 5552 h 1083305"/>
                      <a:gd name="connsiteX4" fmla="*/ 754180 w 1879743"/>
                      <a:gd name="connsiteY4" fmla="*/ 5552 h 1083305"/>
                      <a:gd name="connsiteX5" fmla="*/ 10179 w 1879743"/>
                      <a:gd name="connsiteY5" fmla="*/ 434926 h 1083305"/>
                      <a:gd name="connsiteX6" fmla="*/ 10179 w 1879743"/>
                      <a:gd name="connsiteY6" fmla="*/ 463304 h 1083305"/>
                      <a:gd name="connsiteX7" fmla="*/ 1077444 w 1879743"/>
                      <a:gd name="connsiteY7" fmla="*/ 1077753 h 1083305"/>
                      <a:gd name="connsiteX8" fmla="*/ 1125564 w 1879743"/>
                      <a:gd name="connsiteY8" fmla="*/ 1077753 h 1083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9743" h="1083305">
                        <a:moveTo>
                          <a:pt x="1125564" y="1077753"/>
                        </a:moveTo>
                        <a:lnTo>
                          <a:pt x="1869565" y="648379"/>
                        </a:lnTo>
                        <a:cubicBezTo>
                          <a:pt x="1883137" y="640976"/>
                          <a:pt x="1883137" y="628638"/>
                          <a:pt x="1869565" y="620001"/>
                        </a:cubicBezTo>
                        <a:lnTo>
                          <a:pt x="802300" y="5552"/>
                        </a:lnTo>
                        <a:cubicBezTo>
                          <a:pt x="788727" y="-1851"/>
                          <a:pt x="766518" y="-1851"/>
                          <a:pt x="754180" y="5552"/>
                        </a:cubicBezTo>
                        <a:lnTo>
                          <a:pt x="10179" y="434926"/>
                        </a:lnTo>
                        <a:cubicBezTo>
                          <a:pt x="-3393" y="442329"/>
                          <a:pt x="-3393" y="454667"/>
                          <a:pt x="10179" y="463304"/>
                        </a:cubicBezTo>
                        <a:lnTo>
                          <a:pt x="1077444" y="1077753"/>
                        </a:lnTo>
                        <a:cubicBezTo>
                          <a:pt x="1089783" y="1085156"/>
                          <a:pt x="1111992" y="1085156"/>
                          <a:pt x="1125564" y="1077753"/>
                        </a:cubicBezTo>
                        <a:close/>
                      </a:path>
                    </a:pathLst>
                  </a:custGeom>
                  <a:noFill/>
                  <a:ln w="4751" cap="flat">
                    <a:solidFill>
                      <a:srgbClr val="E0E0E0"/>
                    </a:solid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AB82E0C9-EF6C-4064-8D66-9EC02001A380}"/>
                      </a:ext>
                    </a:extLst>
                  </p:cNvPr>
                  <p:cNvSpPr/>
                  <p:nvPr/>
                </p:nvSpPr>
                <p:spPr>
                  <a:xfrm>
                    <a:off x="8519992" y="3910484"/>
                    <a:ext cx="792120" cy="457751"/>
                  </a:xfrm>
                  <a:custGeom>
                    <a:avLst/>
                    <a:gdLst>
                      <a:gd name="connsiteX0" fmla="*/ 0 w 792120"/>
                      <a:gd name="connsiteY0" fmla="*/ 457752 h 457751"/>
                      <a:gd name="connsiteX1" fmla="*/ 792121 w 792120"/>
                      <a:gd name="connsiteY1" fmla="*/ 0 h 457751"/>
                    </a:gdLst>
                    <a:ahLst/>
                    <a:cxnLst>
                      <a:cxn ang="0">
                        <a:pos x="connsiteX0" y="connsiteY0"/>
                      </a:cxn>
                      <a:cxn ang="0">
                        <a:pos x="connsiteX1" y="connsiteY1"/>
                      </a:cxn>
                    </a:cxnLst>
                    <a:rect l="l" t="t" r="r" b="b"/>
                    <a:pathLst>
                      <a:path w="792120" h="457751">
                        <a:moveTo>
                          <a:pt x="0" y="457752"/>
                        </a:moveTo>
                        <a:lnTo>
                          <a:pt x="792121" y="0"/>
                        </a:lnTo>
                      </a:path>
                    </a:pathLst>
                  </a:custGeom>
                  <a:ln w="4751" cap="flat">
                    <a:solidFill>
                      <a:srgbClr val="E0E0E0"/>
                    </a:solid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6A6E8B57-C403-4C17-8322-61F7516FE37A}"/>
                      </a:ext>
                    </a:extLst>
                  </p:cNvPr>
                  <p:cNvSpPr/>
                  <p:nvPr/>
                </p:nvSpPr>
                <p:spPr>
                  <a:xfrm>
                    <a:off x="8573047" y="3941330"/>
                    <a:ext cx="792120" cy="457751"/>
                  </a:xfrm>
                  <a:custGeom>
                    <a:avLst/>
                    <a:gdLst>
                      <a:gd name="connsiteX0" fmla="*/ 0 w 792120"/>
                      <a:gd name="connsiteY0" fmla="*/ 457752 h 457751"/>
                      <a:gd name="connsiteX1" fmla="*/ 792121 w 792120"/>
                      <a:gd name="connsiteY1" fmla="*/ 0 h 457751"/>
                    </a:gdLst>
                    <a:ahLst/>
                    <a:cxnLst>
                      <a:cxn ang="0">
                        <a:pos x="connsiteX0" y="connsiteY0"/>
                      </a:cxn>
                      <a:cxn ang="0">
                        <a:pos x="connsiteX1" y="connsiteY1"/>
                      </a:cxn>
                    </a:cxnLst>
                    <a:rect l="l" t="t" r="r" b="b"/>
                    <a:pathLst>
                      <a:path w="792120" h="457751">
                        <a:moveTo>
                          <a:pt x="0" y="457752"/>
                        </a:moveTo>
                        <a:lnTo>
                          <a:pt x="792121" y="0"/>
                        </a:lnTo>
                      </a:path>
                    </a:pathLst>
                  </a:custGeom>
                  <a:ln w="4751" cap="flat">
                    <a:solidFill>
                      <a:srgbClr val="E0E0E0"/>
                    </a:solid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90603EFE-21A4-48F3-A8FB-06C324F8D39E}"/>
                      </a:ext>
                    </a:extLst>
                  </p:cNvPr>
                  <p:cNvSpPr/>
                  <p:nvPr/>
                </p:nvSpPr>
                <p:spPr>
                  <a:xfrm>
                    <a:off x="8626102" y="3970942"/>
                    <a:ext cx="793354" cy="458985"/>
                  </a:xfrm>
                  <a:custGeom>
                    <a:avLst/>
                    <a:gdLst>
                      <a:gd name="connsiteX0" fmla="*/ 0 w 793354"/>
                      <a:gd name="connsiteY0" fmla="*/ 458986 h 458985"/>
                      <a:gd name="connsiteX1" fmla="*/ 793354 w 793354"/>
                      <a:gd name="connsiteY1" fmla="*/ 0 h 458985"/>
                    </a:gdLst>
                    <a:ahLst/>
                    <a:cxnLst>
                      <a:cxn ang="0">
                        <a:pos x="connsiteX0" y="connsiteY0"/>
                      </a:cxn>
                      <a:cxn ang="0">
                        <a:pos x="connsiteX1" y="connsiteY1"/>
                      </a:cxn>
                    </a:cxnLst>
                    <a:rect l="l" t="t" r="r" b="b"/>
                    <a:pathLst>
                      <a:path w="793354" h="458985">
                        <a:moveTo>
                          <a:pt x="0" y="458986"/>
                        </a:moveTo>
                        <a:lnTo>
                          <a:pt x="793354" y="0"/>
                        </a:lnTo>
                      </a:path>
                    </a:pathLst>
                  </a:custGeom>
                  <a:ln w="4751" cap="flat">
                    <a:solidFill>
                      <a:srgbClr val="E0E0E0"/>
                    </a:solid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365A4C64-1FCC-4403-9B95-AAEE36D1716E}"/>
                      </a:ext>
                    </a:extLst>
                  </p:cNvPr>
                  <p:cNvSpPr/>
                  <p:nvPr/>
                </p:nvSpPr>
                <p:spPr>
                  <a:xfrm>
                    <a:off x="8679156" y="4001787"/>
                    <a:ext cx="793354" cy="457751"/>
                  </a:xfrm>
                  <a:custGeom>
                    <a:avLst/>
                    <a:gdLst>
                      <a:gd name="connsiteX0" fmla="*/ 0 w 793354"/>
                      <a:gd name="connsiteY0" fmla="*/ 457752 h 457751"/>
                      <a:gd name="connsiteX1" fmla="*/ 793355 w 793354"/>
                      <a:gd name="connsiteY1" fmla="*/ 0 h 457751"/>
                    </a:gdLst>
                    <a:ahLst/>
                    <a:cxnLst>
                      <a:cxn ang="0">
                        <a:pos x="connsiteX0" y="connsiteY0"/>
                      </a:cxn>
                      <a:cxn ang="0">
                        <a:pos x="connsiteX1" y="connsiteY1"/>
                      </a:cxn>
                    </a:cxnLst>
                    <a:rect l="l" t="t" r="r" b="b"/>
                    <a:pathLst>
                      <a:path w="793354" h="457751">
                        <a:moveTo>
                          <a:pt x="0" y="457752"/>
                        </a:moveTo>
                        <a:lnTo>
                          <a:pt x="793355" y="0"/>
                        </a:lnTo>
                      </a:path>
                    </a:pathLst>
                  </a:custGeom>
                  <a:ln w="4751" cap="flat">
                    <a:solidFill>
                      <a:srgbClr val="E0E0E0"/>
                    </a:solid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4875FA49-56FD-4BA7-B2FB-3AC4321CF403}"/>
                      </a:ext>
                    </a:extLst>
                  </p:cNvPr>
                  <p:cNvSpPr/>
                  <p:nvPr/>
                </p:nvSpPr>
                <p:spPr>
                  <a:xfrm>
                    <a:off x="8732211" y="4032633"/>
                    <a:ext cx="793354" cy="457751"/>
                  </a:xfrm>
                  <a:custGeom>
                    <a:avLst/>
                    <a:gdLst>
                      <a:gd name="connsiteX0" fmla="*/ 0 w 793354"/>
                      <a:gd name="connsiteY0" fmla="*/ 457752 h 457751"/>
                      <a:gd name="connsiteX1" fmla="*/ 793354 w 793354"/>
                      <a:gd name="connsiteY1" fmla="*/ 0 h 457751"/>
                    </a:gdLst>
                    <a:ahLst/>
                    <a:cxnLst>
                      <a:cxn ang="0">
                        <a:pos x="connsiteX0" y="connsiteY0"/>
                      </a:cxn>
                      <a:cxn ang="0">
                        <a:pos x="connsiteX1" y="connsiteY1"/>
                      </a:cxn>
                    </a:cxnLst>
                    <a:rect l="l" t="t" r="r" b="b"/>
                    <a:pathLst>
                      <a:path w="793354" h="457751">
                        <a:moveTo>
                          <a:pt x="0" y="457752"/>
                        </a:moveTo>
                        <a:lnTo>
                          <a:pt x="793354" y="0"/>
                        </a:lnTo>
                      </a:path>
                    </a:pathLst>
                  </a:custGeom>
                  <a:ln w="4751" cap="flat">
                    <a:solidFill>
                      <a:srgbClr val="E0E0E0"/>
                    </a:solid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41EED975-3236-4CA0-BBEA-CEEA721FC7FE}"/>
                      </a:ext>
                    </a:extLst>
                  </p:cNvPr>
                  <p:cNvSpPr/>
                  <p:nvPr/>
                </p:nvSpPr>
                <p:spPr>
                  <a:xfrm>
                    <a:off x="8785266" y="4063479"/>
                    <a:ext cx="793354" cy="457751"/>
                  </a:xfrm>
                  <a:custGeom>
                    <a:avLst/>
                    <a:gdLst>
                      <a:gd name="connsiteX0" fmla="*/ 0 w 793354"/>
                      <a:gd name="connsiteY0" fmla="*/ 457752 h 457751"/>
                      <a:gd name="connsiteX1" fmla="*/ 793354 w 793354"/>
                      <a:gd name="connsiteY1" fmla="*/ 0 h 457751"/>
                    </a:gdLst>
                    <a:ahLst/>
                    <a:cxnLst>
                      <a:cxn ang="0">
                        <a:pos x="connsiteX0" y="connsiteY0"/>
                      </a:cxn>
                      <a:cxn ang="0">
                        <a:pos x="connsiteX1" y="connsiteY1"/>
                      </a:cxn>
                    </a:cxnLst>
                    <a:rect l="l" t="t" r="r" b="b"/>
                    <a:pathLst>
                      <a:path w="793354" h="457751">
                        <a:moveTo>
                          <a:pt x="0" y="457752"/>
                        </a:moveTo>
                        <a:lnTo>
                          <a:pt x="793354" y="0"/>
                        </a:lnTo>
                      </a:path>
                    </a:pathLst>
                  </a:custGeom>
                  <a:ln w="4751" cap="flat">
                    <a:solidFill>
                      <a:srgbClr val="E0E0E0"/>
                    </a:solid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2381C368-DA59-4084-9433-FA5C862A0273}"/>
                      </a:ext>
                    </a:extLst>
                  </p:cNvPr>
                  <p:cNvSpPr/>
                  <p:nvPr/>
                </p:nvSpPr>
                <p:spPr>
                  <a:xfrm>
                    <a:off x="8838321" y="4094325"/>
                    <a:ext cx="793354" cy="457751"/>
                  </a:xfrm>
                  <a:custGeom>
                    <a:avLst/>
                    <a:gdLst>
                      <a:gd name="connsiteX0" fmla="*/ 0 w 793354"/>
                      <a:gd name="connsiteY0" fmla="*/ 457752 h 457751"/>
                      <a:gd name="connsiteX1" fmla="*/ 793354 w 793354"/>
                      <a:gd name="connsiteY1" fmla="*/ 0 h 457751"/>
                    </a:gdLst>
                    <a:ahLst/>
                    <a:cxnLst>
                      <a:cxn ang="0">
                        <a:pos x="connsiteX0" y="connsiteY0"/>
                      </a:cxn>
                      <a:cxn ang="0">
                        <a:pos x="connsiteX1" y="connsiteY1"/>
                      </a:cxn>
                    </a:cxnLst>
                    <a:rect l="l" t="t" r="r" b="b"/>
                    <a:pathLst>
                      <a:path w="793354" h="457751">
                        <a:moveTo>
                          <a:pt x="0" y="457752"/>
                        </a:moveTo>
                        <a:lnTo>
                          <a:pt x="793354" y="0"/>
                        </a:lnTo>
                      </a:path>
                    </a:pathLst>
                  </a:custGeom>
                  <a:ln w="4751" cap="flat">
                    <a:solidFill>
                      <a:srgbClr val="E0E0E0"/>
                    </a:solid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D79F4650-C832-47B2-AB90-A3A51872A819}"/>
                      </a:ext>
                    </a:extLst>
                  </p:cNvPr>
                  <p:cNvSpPr/>
                  <p:nvPr/>
                </p:nvSpPr>
                <p:spPr>
                  <a:xfrm>
                    <a:off x="8892609" y="4125171"/>
                    <a:ext cx="792120" cy="457751"/>
                  </a:xfrm>
                  <a:custGeom>
                    <a:avLst/>
                    <a:gdLst>
                      <a:gd name="connsiteX0" fmla="*/ 0 w 792120"/>
                      <a:gd name="connsiteY0" fmla="*/ 457752 h 457751"/>
                      <a:gd name="connsiteX1" fmla="*/ 792120 w 792120"/>
                      <a:gd name="connsiteY1" fmla="*/ 0 h 457751"/>
                    </a:gdLst>
                    <a:ahLst/>
                    <a:cxnLst>
                      <a:cxn ang="0">
                        <a:pos x="connsiteX0" y="connsiteY0"/>
                      </a:cxn>
                      <a:cxn ang="0">
                        <a:pos x="connsiteX1" y="connsiteY1"/>
                      </a:cxn>
                    </a:cxnLst>
                    <a:rect l="l" t="t" r="r" b="b"/>
                    <a:pathLst>
                      <a:path w="792120" h="457751">
                        <a:moveTo>
                          <a:pt x="0" y="457752"/>
                        </a:moveTo>
                        <a:lnTo>
                          <a:pt x="792120" y="0"/>
                        </a:lnTo>
                      </a:path>
                    </a:pathLst>
                  </a:custGeom>
                  <a:ln w="4751" cap="flat">
                    <a:solidFill>
                      <a:srgbClr val="E0E0E0"/>
                    </a:solid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E30A78FF-9C1A-4AFE-9FCA-C3D3BE280621}"/>
                      </a:ext>
                    </a:extLst>
                  </p:cNvPr>
                  <p:cNvSpPr/>
                  <p:nvPr/>
                </p:nvSpPr>
                <p:spPr>
                  <a:xfrm>
                    <a:off x="8945664" y="4154783"/>
                    <a:ext cx="792120" cy="458985"/>
                  </a:xfrm>
                  <a:custGeom>
                    <a:avLst/>
                    <a:gdLst>
                      <a:gd name="connsiteX0" fmla="*/ 0 w 792120"/>
                      <a:gd name="connsiteY0" fmla="*/ 458986 h 458985"/>
                      <a:gd name="connsiteX1" fmla="*/ 792121 w 792120"/>
                      <a:gd name="connsiteY1" fmla="*/ 0 h 458985"/>
                    </a:gdLst>
                    <a:ahLst/>
                    <a:cxnLst>
                      <a:cxn ang="0">
                        <a:pos x="connsiteX0" y="connsiteY0"/>
                      </a:cxn>
                      <a:cxn ang="0">
                        <a:pos x="connsiteX1" y="connsiteY1"/>
                      </a:cxn>
                    </a:cxnLst>
                    <a:rect l="l" t="t" r="r" b="b"/>
                    <a:pathLst>
                      <a:path w="792120" h="458985">
                        <a:moveTo>
                          <a:pt x="0" y="458986"/>
                        </a:moveTo>
                        <a:lnTo>
                          <a:pt x="792121" y="0"/>
                        </a:lnTo>
                      </a:path>
                    </a:pathLst>
                  </a:custGeom>
                  <a:ln w="4751" cap="flat">
                    <a:solidFill>
                      <a:srgbClr val="E0E0E0"/>
                    </a:solid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7428A108-97C2-468C-A48A-341965F2123E}"/>
                      </a:ext>
                    </a:extLst>
                  </p:cNvPr>
                  <p:cNvSpPr/>
                  <p:nvPr/>
                </p:nvSpPr>
                <p:spPr>
                  <a:xfrm>
                    <a:off x="8998719" y="4185628"/>
                    <a:ext cx="792120" cy="457751"/>
                  </a:xfrm>
                  <a:custGeom>
                    <a:avLst/>
                    <a:gdLst>
                      <a:gd name="connsiteX0" fmla="*/ 0 w 792120"/>
                      <a:gd name="connsiteY0" fmla="*/ 457752 h 457751"/>
                      <a:gd name="connsiteX1" fmla="*/ 792121 w 792120"/>
                      <a:gd name="connsiteY1" fmla="*/ 0 h 457751"/>
                    </a:gdLst>
                    <a:ahLst/>
                    <a:cxnLst>
                      <a:cxn ang="0">
                        <a:pos x="connsiteX0" y="connsiteY0"/>
                      </a:cxn>
                      <a:cxn ang="0">
                        <a:pos x="connsiteX1" y="connsiteY1"/>
                      </a:cxn>
                    </a:cxnLst>
                    <a:rect l="l" t="t" r="r" b="b"/>
                    <a:pathLst>
                      <a:path w="792120" h="457751">
                        <a:moveTo>
                          <a:pt x="0" y="457752"/>
                        </a:moveTo>
                        <a:lnTo>
                          <a:pt x="792121" y="0"/>
                        </a:lnTo>
                      </a:path>
                    </a:pathLst>
                  </a:custGeom>
                  <a:ln w="4751" cap="flat">
                    <a:solidFill>
                      <a:srgbClr val="E0E0E0"/>
                    </a:solid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13768A35-36DE-44BC-8CC6-FD491C148D21}"/>
                      </a:ext>
                    </a:extLst>
                  </p:cNvPr>
                  <p:cNvSpPr/>
                  <p:nvPr/>
                </p:nvSpPr>
                <p:spPr>
                  <a:xfrm>
                    <a:off x="9051774" y="4216474"/>
                    <a:ext cx="792120" cy="457751"/>
                  </a:xfrm>
                  <a:custGeom>
                    <a:avLst/>
                    <a:gdLst>
                      <a:gd name="connsiteX0" fmla="*/ 0 w 792120"/>
                      <a:gd name="connsiteY0" fmla="*/ 457752 h 457751"/>
                      <a:gd name="connsiteX1" fmla="*/ 792120 w 792120"/>
                      <a:gd name="connsiteY1" fmla="*/ 0 h 457751"/>
                    </a:gdLst>
                    <a:ahLst/>
                    <a:cxnLst>
                      <a:cxn ang="0">
                        <a:pos x="connsiteX0" y="connsiteY0"/>
                      </a:cxn>
                      <a:cxn ang="0">
                        <a:pos x="connsiteX1" y="connsiteY1"/>
                      </a:cxn>
                    </a:cxnLst>
                    <a:rect l="l" t="t" r="r" b="b"/>
                    <a:pathLst>
                      <a:path w="792120" h="457751">
                        <a:moveTo>
                          <a:pt x="0" y="457752"/>
                        </a:moveTo>
                        <a:lnTo>
                          <a:pt x="792120" y="0"/>
                        </a:lnTo>
                      </a:path>
                    </a:pathLst>
                  </a:custGeom>
                  <a:ln w="4751" cap="flat">
                    <a:solidFill>
                      <a:srgbClr val="E0E0E0"/>
                    </a:solid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3DEBA241-1FA6-41EF-BC3F-FBE05D7AC667}"/>
                      </a:ext>
                    </a:extLst>
                  </p:cNvPr>
                  <p:cNvSpPr/>
                  <p:nvPr/>
                </p:nvSpPr>
                <p:spPr>
                  <a:xfrm>
                    <a:off x="9104829" y="4247320"/>
                    <a:ext cx="792120" cy="457751"/>
                  </a:xfrm>
                  <a:custGeom>
                    <a:avLst/>
                    <a:gdLst>
                      <a:gd name="connsiteX0" fmla="*/ 0 w 792120"/>
                      <a:gd name="connsiteY0" fmla="*/ 457752 h 457751"/>
                      <a:gd name="connsiteX1" fmla="*/ 792121 w 792120"/>
                      <a:gd name="connsiteY1" fmla="*/ 0 h 457751"/>
                    </a:gdLst>
                    <a:ahLst/>
                    <a:cxnLst>
                      <a:cxn ang="0">
                        <a:pos x="connsiteX0" y="connsiteY0"/>
                      </a:cxn>
                      <a:cxn ang="0">
                        <a:pos x="connsiteX1" y="connsiteY1"/>
                      </a:cxn>
                    </a:cxnLst>
                    <a:rect l="l" t="t" r="r" b="b"/>
                    <a:pathLst>
                      <a:path w="792120" h="457751">
                        <a:moveTo>
                          <a:pt x="0" y="457752"/>
                        </a:moveTo>
                        <a:lnTo>
                          <a:pt x="792121" y="0"/>
                        </a:lnTo>
                      </a:path>
                    </a:pathLst>
                  </a:custGeom>
                  <a:ln w="4751" cap="flat">
                    <a:solidFill>
                      <a:srgbClr val="E0E0E0"/>
                    </a:solid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DA0BB0B0-DD6E-4D59-AE7C-30EEA03FE33D}"/>
                      </a:ext>
                    </a:extLst>
                  </p:cNvPr>
                  <p:cNvSpPr/>
                  <p:nvPr/>
                </p:nvSpPr>
                <p:spPr>
                  <a:xfrm>
                    <a:off x="9157883" y="4278166"/>
                    <a:ext cx="792120" cy="457751"/>
                  </a:xfrm>
                  <a:custGeom>
                    <a:avLst/>
                    <a:gdLst>
                      <a:gd name="connsiteX0" fmla="*/ 0 w 792120"/>
                      <a:gd name="connsiteY0" fmla="*/ 457752 h 457751"/>
                      <a:gd name="connsiteX1" fmla="*/ 792120 w 792120"/>
                      <a:gd name="connsiteY1" fmla="*/ 0 h 457751"/>
                    </a:gdLst>
                    <a:ahLst/>
                    <a:cxnLst>
                      <a:cxn ang="0">
                        <a:pos x="connsiteX0" y="connsiteY0"/>
                      </a:cxn>
                      <a:cxn ang="0">
                        <a:pos x="connsiteX1" y="connsiteY1"/>
                      </a:cxn>
                    </a:cxnLst>
                    <a:rect l="l" t="t" r="r" b="b"/>
                    <a:pathLst>
                      <a:path w="792120" h="457751">
                        <a:moveTo>
                          <a:pt x="0" y="457752"/>
                        </a:moveTo>
                        <a:lnTo>
                          <a:pt x="792120" y="0"/>
                        </a:lnTo>
                      </a:path>
                    </a:pathLst>
                  </a:custGeom>
                  <a:ln w="4751" cap="flat">
                    <a:solidFill>
                      <a:srgbClr val="E0E0E0"/>
                    </a:solid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2D1E9E4-243B-4689-B6C6-0090EB19A441}"/>
                      </a:ext>
                    </a:extLst>
                  </p:cNvPr>
                  <p:cNvSpPr/>
                  <p:nvPr/>
                </p:nvSpPr>
                <p:spPr>
                  <a:xfrm>
                    <a:off x="9210938" y="4307778"/>
                    <a:ext cx="793354" cy="458985"/>
                  </a:xfrm>
                  <a:custGeom>
                    <a:avLst/>
                    <a:gdLst>
                      <a:gd name="connsiteX0" fmla="*/ 0 w 793354"/>
                      <a:gd name="connsiteY0" fmla="*/ 458986 h 458985"/>
                      <a:gd name="connsiteX1" fmla="*/ 793354 w 793354"/>
                      <a:gd name="connsiteY1" fmla="*/ 0 h 458985"/>
                    </a:gdLst>
                    <a:ahLst/>
                    <a:cxnLst>
                      <a:cxn ang="0">
                        <a:pos x="connsiteX0" y="connsiteY0"/>
                      </a:cxn>
                      <a:cxn ang="0">
                        <a:pos x="connsiteX1" y="connsiteY1"/>
                      </a:cxn>
                    </a:cxnLst>
                    <a:rect l="l" t="t" r="r" b="b"/>
                    <a:pathLst>
                      <a:path w="793354" h="458985">
                        <a:moveTo>
                          <a:pt x="0" y="458986"/>
                        </a:moveTo>
                        <a:lnTo>
                          <a:pt x="793354" y="0"/>
                        </a:lnTo>
                      </a:path>
                    </a:pathLst>
                  </a:custGeom>
                  <a:ln w="4751" cap="flat">
                    <a:solidFill>
                      <a:srgbClr val="E0E0E0"/>
                    </a:solid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C2E4AF7E-72F6-43CC-810F-73C5E6ABB198}"/>
                      </a:ext>
                    </a:extLst>
                  </p:cNvPr>
                  <p:cNvSpPr/>
                  <p:nvPr/>
                </p:nvSpPr>
                <p:spPr>
                  <a:xfrm>
                    <a:off x="9263993" y="4338624"/>
                    <a:ext cx="793354" cy="457751"/>
                  </a:xfrm>
                  <a:custGeom>
                    <a:avLst/>
                    <a:gdLst>
                      <a:gd name="connsiteX0" fmla="*/ 0 w 793354"/>
                      <a:gd name="connsiteY0" fmla="*/ 457752 h 457751"/>
                      <a:gd name="connsiteX1" fmla="*/ 793354 w 793354"/>
                      <a:gd name="connsiteY1" fmla="*/ 0 h 457751"/>
                    </a:gdLst>
                    <a:ahLst/>
                    <a:cxnLst>
                      <a:cxn ang="0">
                        <a:pos x="connsiteX0" y="connsiteY0"/>
                      </a:cxn>
                      <a:cxn ang="0">
                        <a:pos x="connsiteX1" y="connsiteY1"/>
                      </a:cxn>
                    </a:cxnLst>
                    <a:rect l="l" t="t" r="r" b="b"/>
                    <a:pathLst>
                      <a:path w="793354" h="457751">
                        <a:moveTo>
                          <a:pt x="0" y="457752"/>
                        </a:moveTo>
                        <a:lnTo>
                          <a:pt x="793354" y="0"/>
                        </a:lnTo>
                      </a:path>
                    </a:pathLst>
                  </a:custGeom>
                  <a:ln w="4751" cap="flat">
                    <a:solidFill>
                      <a:srgbClr val="E0E0E0"/>
                    </a:solid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712FB6A4-303E-4824-A4AB-57ED5C26F23F}"/>
                      </a:ext>
                    </a:extLst>
                  </p:cNvPr>
                  <p:cNvSpPr/>
                  <p:nvPr/>
                </p:nvSpPr>
                <p:spPr>
                  <a:xfrm>
                    <a:off x="9317048" y="4369469"/>
                    <a:ext cx="793354" cy="457751"/>
                  </a:xfrm>
                  <a:custGeom>
                    <a:avLst/>
                    <a:gdLst>
                      <a:gd name="connsiteX0" fmla="*/ 0 w 793354"/>
                      <a:gd name="connsiteY0" fmla="*/ 457752 h 457751"/>
                      <a:gd name="connsiteX1" fmla="*/ 793354 w 793354"/>
                      <a:gd name="connsiteY1" fmla="*/ 0 h 457751"/>
                    </a:gdLst>
                    <a:ahLst/>
                    <a:cxnLst>
                      <a:cxn ang="0">
                        <a:pos x="connsiteX0" y="connsiteY0"/>
                      </a:cxn>
                      <a:cxn ang="0">
                        <a:pos x="connsiteX1" y="connsiteY1"/>
                      </a:cxn>
                    </a:cxnLst>
                    <a:rect l="l" t="t" r="r" b="b"/>
                    <a:pathLst>
                      <a:path w="793354" h="457751">
                        <a:moveTo>
                          <a:pt x="0" y="457752"/>
                        </a:moveTo>
                        <a:lnTo>
                          <a:pt x="793354" y="0"/>
                        </a:lnTo>
                      </a:path>
                    </a:pathLst>
                  </a:custGeom>
                  <a:ln w="4751" cap="flat">
                    <a:solidFill>
                      <a:srgbClr val="E0E0E0"/>
                    </a:solid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B7D11AF3-C9FA-4DAF-BBC6-6A12DC98FD92}"/>
                      </a:ext>
                    </a:extLst>
                  </p:cNvPr>
                  <p:cNvSpPr/>
                  <p:nvPr/>
                </p:nvSpPr>
                <p:spPr>
                  <a:xfrm>
                    <a:off x="9370103" y="4400315"/>
                    <a:ext cx="793354" cy="457751"/>
                  </a:xfrm>
                  <a:custGeom>
                    <a:avLst/>
                    <a:gdLst>
                      <a:gd name="connsiteX0" fmla="*/ 0 w 793354"/>
                      <a:gd name="connsiteY0" fmla="*/ 457752 h 457751"/>
                      <a:gd name="connsiteX1" fmla="*/ 793355 w 793354"/>
                      <a:gd name="connsiteY1" fmla="*/ 0 h 457751"/>
                    </a:gdLst>
                    <a:ahLst/>
                    <a:cxnLst>
                      <a:cxn ang="0">
                        <a:pos x="connsiteX0" y="connsiteY0"/>
                      </a:cxn>
                      <a:cxn ang="0">
                        <a:pos x="connsiteX1" y="connsiteY1"/>
                      </a:cxn>
                    </a:cxnLst>
                    <a:rect l="l" t="t" r="r" b="b"/>
                    <a:pathLst>
                      <a:path w="793354" h="457751">
                        <a:moveTo>
                          <a:pt x="0" y="457752"/>
                        </a:moveTo>
                        <a:lnTo>
                          <a:pt x="793355" y="0"/>
                        </a:lnTo>
                      </a:path>
                    </a:pathLst>
                  </a:custGeom>
                  <a:ln w="4751" cap="flat">
                    <a:solidFill>
                      <a:srgbClr val="E0E0E0"/>
                    </a:solid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2CD1515A-4ED6-40F2-A7DC-D1E09B5BEA13}"/>
                      </a:ext>
                    </a:extLst>
                  </p:cNvPr>
                  <p:cNvSpPr/>
                  <p:nvPr/>
                </p:nvSpPr>
                <p:spPr>
                  <a:xfrm>
                    <a:off x="9423157" y="4431161"/>
                    <a:ext cx="793354" cy="457751"/>
                  </a:xfrm>
                  <a:custGeom>
                    <a:avLst/>
                    <a:gdLst>
                      <a:gd name="connsiteX0" fmla="*/ 0 w 793354"/>
                      <a:gd name="connsiteY0" fmla="*/ 457752 h 457751"/>
                      <a:gd name="connsiteX1" fmla="*/ 793354 w 793354"/>
                      <a:gd name="connsiteY1" fmla="*/ 0 h 457751"/>
                    </a:gdLst>
                    <a:ahLst/>
                    <a:cxnLst>
                      <a:cxn ang="0">
                        <a:pos x="connsiteX0" y="connsiteY0"/>
                      </a:cxn>
                      <a:cxn ang="0">
                        <a:pos x="connsiteX1" y="connsiteY1"/>
                      </a:cxn>
                    </a:cxnLst>
                    <a:rect l="l" t="t" r="r" b="b"/>
                    <a:pathLst>
                      <a:path w="793354" h="457751">
                        <a:moveTo>
                          <a:pt x="0" y="457752"/>
                        </a:moveTo>
                        <a:lnTo>
                          <a:pt x="793354" y="0"/>
                        </a:lnTo>
                      </a:path>
                    </a:pathLst>
                  </a:custGeom>
                  <a:ln w="4751" cap="flat">
                    <a:solidFill>
                      <a:srgbClr val="E0E0E0"/>
                    </a:solid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2B176317-4419-4B81-AC97-D175991788BB}"/>
                      </a:ext>
                    </a:extLst>
                  </p:cNvPr>
                  <p:cNvSpPr/>
                  <p:nvPr/>
                </p:nvSpPr>
                <p:spPr>
                  <a:xfrm>
                    <a:off x="9477446" y="4462007"/>
                    <a:ext cx="792120" cy="457751"/>
                  </a:xfrm>
                  <a:custGeom>
                    <a:avLst/>
                    <a:gdLst>
                      <a:gd name="connsiteX0" fmla="*/ 0 w 792120"/>
                      <a:gd name="connsiteY0" fmla="*/ 457752 h 457751"/>
                      <a:gd name="connsiteX1" fmla="*/ 792120 w 792120"/>
                      <a:gd name="connsiteY1" fmla="*/ 0 h 457751"/>
                    </a:gdLst>
                    <a:ahLst/>
                    <a:cxnLst>
                      <a:cxn ang="0">
                        <a:pos x="connsiteX0" y="connsiteY0"/>
                      </a:cxn>
                      <a:cxn ang="0">
                        <a:pos x="connsiteX1" y="connsiteY1"/>
                      </a:cxn>
                    </a:cxnLst>
                    <a:rect l="l" t="t" r="r" b="b"/>
                    <a:pathLst>
                      <a:path w="792120" h="457751">
                        <a:moveTo>
                          <a:pt x="0" y="457752"/>
                        </a:moveTo>
                        <a:lnTo>
                          <a:pt x="792120" y="0"/>
                        </a:lnTo>
                      </a:path>
                    </a:pathLst>
                  </a:custGeom>
                  <a:ln w="4751" cap="flat">
                    <a:solidFill>
                      <a:srgbClr val="E0E0E0"/>
                    </a:solid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9F1EDF99-E228-4E9E-84C8-4F92BBEBB2EA}"/>
                      </a:ext>
                    </a:extLst>
                  </p:cNvPr>
                  <p:cNvSpPr/>
                  <p:nvPr/>
                </p:nvSpPr>
                <p:spPr>
                  <a:xfrm>
                    <a:off x="9530501" y="4491619"/>
                    <a:ext cx="792120" cy="458985"/>
                  </a:xfrm>
                  <a:custGeom>
                    <a:avLst/>
                    <a:gdLst>
                      <a:gd name="connsiteX0" fmla="*/ 0 w 792120"/>
                      <a:gd name="connsiteY0" fmla="*/ 458986 h 458985"/>
                      <a:gd name="connsiteX1" fmla="*/ 792121 w 792120"/>
                      <a:gd name="connsiteY1" fmla="*/ 0 h 458985"/>
                    </a:gdLst>
                    <a:ahLst/>
                    <a:cxnLst>
                      <a:cxn ang="0">
                        <a:pos x="connsiteX0" y="connsiteY0"/>
                      </a:cxn>
                      <a:cxn ang="0">
                        <a:pos x="connsiteX1" y="connsiteY1"/>
                      </a:cxn>
                    </a:cxnLst>
                    <a:rect l="l" t="t" r="r" b="b"/>
                    <a:pathLst>
                      <a:path w="792120" h="458985">
                        <a:moveTo>
                          <a:pt x="0" y="458986"/>
                        </a:moveTo>
                        <a:lnTo>
                          <a:pt x="792121" y="0"/>
                        </a:lnTo>
                      </a:path>
                    </a:pathLst>
                  </a:custGeom>
                  <a:ln w="4751" cap="flat">
                    <a:solidFill>
                      <a:srgbClr val="E0E0E0"/>
                    </a:solidFill>
                    <a:prstDash val="solid"/>
                    <a:miter/>
                  </a:ln>
                </p:spPr>
                <p:txBody>
                  <a:bodyPr rtlCol="0" anchor="ctr"/>
                  <a:lstStyle/>
                  <a:p>
                    <a:endParaRPr lang="en-US"/>
                  </a:p>
                </p:txBody>
              </p:sp>
            </p:grpSp>
            <p:grpSp>
              <p:nvGrpSpPr>
                <p:cNvPr id="155" name="Graphic 6">
                  <a:extLst>
                    <a:ext uri="{FF2B5EF4-FFF2-40B4-BE49-F238E27FC236}">
                      <a16:creationId xmlns:a16="http://schemas.microsoft.com/office/drawing/2014/main" id="{31113BDC-2845-441C-B626-57D5D70A544F}"/>
                    </a:ext>
                  </a:extLst>
                </p:cNvPr>
                <p:cNvGrpSpPr/>
                <p:nvPr/>
              </p:nvGrpSpPr>
              <p:grpSpPr>
                <a:xfrm>
                  <a:off x="7185209" y="4450977"/>
                  <a:ext cx="2040843" cy="1178090"/>
                  <a:chOff x="7185209" y="4450977"/>
                  <a:chExt cx="2040843" cy="1178090"/>
                </a:xfrm>
                <a:noFill/>
              </p:grpSpPr>
              <p:sp>
                <p:nvSpPr>
                  <p:cNvPr id="156" name="Freeform: Shape 155">
                    <a:extLst>
                      <a:ext uri="{FF2B5EF4-FFF2-40B4-BE49-F238E27FC236}">
                        <a16:creationId xmlns:a16="http://schemas.microsoft.com/office/drawing/2014/main" id="{433D4344-AA97-42E0-BB0A-65ECC43620FA}"/>
                      </a:ext>
                    </a:extLst>
                  </p:cNvPr>
                  <p:cNvSpPr/>
                  <p:nvPr/>
                </p:nvSpPr>
                <p:spPr>
                  <a:xfrm>
                    <a:off x="7185209" y="4450977"/>
                    <a:ext cx="869403" cy="503254"/>
                  </a:xfrm>
                  <a:custGeom>
                    <a:avLst/>
                    <a:gdLst>
                      <a:gd name="connsiteX0" fmla="*/ 860991 w 869403"/>
                      <a:gd name="connsiteY0" fmla="*/ 66553 h 503254"/>
                      <a:gd name="connsiteX1" fmla="*/ 113288 w 869403"/>
                      <a:gd name="connsiteY1" fmla="*/ 498394 h 503254"/>
                      <a:gd name="connsiteX2" fmla="*/ 65169 w 869403"/>
                      <a:gd name="connsiteY2" fmla="*/ 495926 h 503254"/>
                      <a:gd name="connsiteX3" fmla="*/ 12114 w 869403"/>
                      <a:gd name="connsiteY3" fmla="*/ 465080 h 503254"/>
                      <a:gd name="connsiteX4" fmla="*/ 8412 w 869403"/>
                      <a:gd name="connsiteY4" fmla="*/ 436702 h 503254"/>
                      <a:gd name="connsiteX5" fmla="*/ 756115 w 869403"/>
                      <a:gd name="connsiteY5" fmla="*/ 4861 h 503254"/>
                      <a:gd name="connsiteX6" fmla="*/ 804235 w 869403"/>
                      <a:gd name="connsiteY6" fmla="*/ 7329 h 503254"/>
                      <a:gd name="connsiteX7" fmla="*/ 857289 w 869403"/>
                      <a:gd name="connsiteY7" fmla="*/ 38175 h 503254"/>
                      <a:gd name="connsiteX8" fmla="*/ 860991 w 869403"/>
                      <a:gd name="connsiteY8" fmla="*/ 66553 h 503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403" h="503254">
                        <a:moveTo>
                          <a:pt x="860991" y="66553"/>
                        </a:moveTo>
                        <a:lnTo>
                          <a:pt x="113288" y="498394"/>
                        </a:lnTo>
                        <a:cubicBezTo>
                          <a:pt x="100950" y="505797"/>
                          <a:pt x="78741" y="504563"/>
                          <a:pt x="65169" y="495926"/>
                        </a:cubicBezTo>
                        <a:lnTo>
                          <a:pt x="12114" y="465080"/>
                        </a:lnTo>
                        <a:cubicBezTo>
                          <a:pt x="-2692" y="456444"/>
                          <a:pt x="-3926" y="444105"/>
                          <a:pt x="8412" y="436702"/>
                        </a:cubicBezTo>
                        <a:lnTo>
                          <a:pt x="756115" y="4861"/>
                        </a:lnTo>
                        <a:cubicBezTo>
                          <a:pt x="768453" y="-2542"/>
                          <a:pt x="790662" y="-1308"/>
                          <a:pt x="804235" y="7329"/>
                        </a:cubicBezTo>
                        <a:lnTo>
                          <a:pt x="857289" y="38175"/>
                        </a:lnTo>
                        <a:cubicBezTo>
                          <a:pt x="872095" y="46811"/>
                          <a:pt x="873329" y="59150"/>
                          <a:pt x="860991" y="66553"/>
                        </a:cubicBezTo>
                        <a:close/>
                      </a:path>
                    </a:pathLst>
                  </a:custGeom>
                  <a:noFill/>
                  <a:ln w="4736" cap="flat">
                    <a:solidFill>
                      <a:srgbClr val="E0E0E0"/>
                    </a:solid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3CFE2EB3-0C6E-4906-9C78-F0E39DB36D61}"/>
                      </a:ext>
                    </a:extLst>
                  </p:cNvPr>
                  <p:cNvSpPr/>
                  <p:nvPr/>
                </p:nvSpPr>
                <p:spPr>
                  <a:xfrm>
                    <a:off x="7223234" y="4474345"/>
                    <a:ext cx="793354" cy="457751"/>
                  </a:xfrm>
                  <a:custGeom>
                    <a:avLst/>
                    <a:gdLst>
                      <a:gd name="connsiteX0" fmla="*/ 0 w 793354"/>
                      <a:gd name="connsiteY0" fmla="*/ 457752 h 457751"/>
                      <a:gd name="connsiteX1" fmla="*/ 793354 w 793354"/>
                      <a:gd name="connsiteY1" fmla="*/ 0 h 457751"/>
                    </a:gdLst>
                    <a:ahLst/>
                    <a:cxnLst>
                      <a:cxn ang="0">
                        <a:pos x="connsiteX0" y="connsiteY0"/>
                      </a:cxn>
                      <a:cxn ang="0">
                        <a:pos x="connsiteX1" y="connsiteY1"/>
                      </a:cxn>
                    </a:cxnLst>
                    <a:rect l="l" t="t" r="r" b="b"/>
                    <a:pathLst>
                      <a:path w="793354" h="457751">
                        <a:moveTo>
                          <a:pt x="0" y="457752"/>
                        </a:moveTo>
                        <a:lnTo>
                          <a:pt x="793354" y="0"/>
                        </a:lnTo>
                      </a:path>
                    </a:pathLst>
                  </a:custGeom>
                  <a:ln w="4736" cap="flat">
                    <a:solidFill>
                      <a:srgbClr val="E0E0E0"/>
                    </a:solid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00F70CC6-2172-454A-9571-672A73E0D9C8}"/>
                      </a:ext>
                    </a:extLst>
                  </p:cNvPr>
                  <p:cNvSpPr/>
                  <p:nvPr/>
                </p:nvSpPr>
                <p:spPr>
                  <a:xfrm>
                    <a:off x="7346309" y="4545291"/>
                    <a:ext cx="1879743" cy="1083776"/>
                  </a:xfrm>
                  <a:custGeom>
                    <a:avLst/>
                    <a:gdLst>
                      <a:gd name="connsiteX0" fmla="*/ 1125564 w 1879743"/>
                      <a:gd name="connsiteY0" fmla="*/ 1077753 h 1083776"/>
                      <a:gd name="connsiteX1" fmla="*/ 1869565 w 1879743"/>
                      <a:gd name="connsiteY1" fmla="*/ 648379 h 1083776"/>
                      <a:gd name="connsiteX2" fmla="*/ 1869565 w 1879743"/>
                      <a:gd name="connsiteY2" fmla="*/ 620001 h 1083776"/>
                      <a:gd name="connsiteX3" fmla="*/ 802300 w 1879743"/>
                      <a:gd name="connsiteY3" fmla="*/ 5552 h 1083776"/>
                      <a:gd name="connsiteX4" fmla="*/ 754180 w 1879743"/>
                      <a:gd name="connsiteY4" fmla="*/ 5552 h 1083776"/>
                      <a:gd name="connsiteX5" fmla="*/ 10179 w 1879743"/>
                      <a:gd name="connsiteY5" fmla="*/ 434926 h 1083776"/>
                      <a:gd name="connsiteX6" fmla="*/ 10179 w 1879743"/>
                      <a:gd name="connsiteY6" fmla="*/ 463304 h 1083776"/>
                      <a:gd name="connsiteX7" fmla="*/ 1077444 w 1879743"/>
                      <a:gd name="connsiteY7" fmla="*/ 1077753 h 1083776"/>
                      <a:gd name="connsiteX8" fmla="*/ 1125564 w 1879743"/>
                      <a:gd name="connsiteY8" fmla="*/ 1077753 h 108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9743" h="1083776">
                        <a:moveTo>
                          <a:pt x="1125564" y="1077753"/>
                        </a:moveTo>
                        <a:lnTo>
                          <a:pt x="1869565" y="648379"/>
                        </a:lnTo>
                        <a:cubicBezTo>
                          <a:pt x="1883137" y="640976"/>
                          <a:pt x="1883137" y="628638"/>
                          <a:pt x="1869565" y="620001"/>
                        </a:cubicBezTo>
                        <a:lnTo>
                          <a:pt x="802300" y="5552"/>
                        </a:lnTo>
                        <a:cubicBezTo>
                          <a:pt x="788728" y="-1851"/>
                          <a:pt x="766518" y="-1851"/>
                          <a:pt x="754180" y="5552"/>
                        </a:cubicBezTo>
                        <a:lnTo>
                          <a:pt x="10179" y="434926"/>
                        </a:lnTo>
                        <a:cubicBezTo>
                          <a:pt x="-3393" y="442329"/>
                          <a:pt x="-3393" y="454667"/>
                          <a:pt x="10179" y="463304"/>
                        </a:cubicBezTo>
                        <a:lnTo>
                          <a:pt x="1077444" y="1077753"/>
                        </a:lnTo>
                        <a:cubicBezTo>
                          <a:pt x="1091017" y="1086389"/>
                          <a:pt x="1111992" y="1085156"/>
                          <a:pt x="1125564" y="1077753"/>
                        </a:cubicBezTo>
                        <a:close/>
                      </a:path>
                    </a:pathLst>
                  </a:custGeom>
                  <a:noFill/>
                  <a:ln w="4751" cap="flat">
                    <a:solidFill>
                      <a:srgbClr val="E0E0E0"/>
                    </a:solid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90BD8F33-7215-46A6-9887-752CA256469C}"/>
                      </a:ext>
                    </a:extLst>
                  </p:cNvPr>
                  <p:cNvSpPr/>
                  <p:nvPr/>
                </p:nvSpPr>
                <p:spPr>
                  <a:xfrm>
                    <a:off x="7384866" y="4566883"/>
                    <a:ext cx="793354" cy="458985"/>
                  </a:xfrm>
                  <a:custGeom>
                    <a:avLst/>
                    <a:gdLst>
                      <a:gd name="connsiteX0" fmla="*/ 0 w 793354"/>
                      <a:gd name="connsiteY0" fmla="*/ 458986 h 458985"/>
                      <a:gd name="connsiteX1" fmla="*/ 793354 w 793354"/>
                      <a:gd name="connsiteY1" fmla="*/ 0 h 458985"/>
                    </a:gdLst>
                    <a:ahLst/>
                    <a:cxnLst>
                      <a:cxn ang="0">
                        <a:pos x="connsiteX0" y="connsiteY0"/>
                      </a:cxn>
                      <a:cxn ang="0">
                        <a:pos x="connsiteX1" y="connsiteY1"/>
                      </a:cxn>
                    </a:cxnLst>
                    <a:rect l="l" t="t" r="r" b="b"/>
                    <a:pathLst>
                      <a:path w="793354" h="458985">
                        <a:moveTo>
                          <a:pt x="0" y="458986"/>
                        </a:moveTo>
                        <a:lnTo>
                          <a:pt x="793354" y="0"/>
                        </a:lnTo>
                      </a:path>
                    </a:pathLst>
                  </a:custGeom>
                  <a:ln w="4751" cap="flat">
                    <a:solidFill>
                      <a:srgbClr val="E0E0E0"/>
                    </a:solid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22BBF526-93A8-452E-9E7F-0A43FFA821F5}"/>
                      </a:ext>
                    </a:extLst>
                  </p:cNvPr>
                  <p:cNvSpPr/>
                  <p:nvPr/>
                </p:nvSpPr>
                <p:spPr>
                  <a:xfrm>
                    <a:off x="7437921" y="4597728"/>
                    <a:ext cx="793354" cy="457751"/>
                  </a:xfrm>
                  <a:custGeom>
                    <a:avLst/>
                    <a:gdLst>
                      <a:gd name="connsiteX0" fmla="*/ 0 w 793354"/>
                      <a:gd name="connsiteY0" fmla="*/ 457752 h 457751"/>
                      <a:gd name="connsiteX1" fmla="*/ 793354 w 793354"/>
                      <a:gd name="connsiteY1" fmla="*/ 0 h 457751"/>
                    </a:gdLst>
                    <a:ahLst/>
                    <a:cxnLst>
                      <a:cxn ang="0">
                        <a:pos x="connsiteX0" y="connsiteY0"/>
                      </a:cxn>
                      <a:cxn ang="0">
                        <a:pos x="connsiteX1" y="connsiteY1"/>
                      </a:cxn>
                    </a:cxnLst>
                    <a:rect l="l" t="t" r="r" b="b"/>
                    <a:pathLst>
                      <a:path w="793354" h="457751">
                        <a:moveTo>
                          <a:pt x="0" y="457752"/>
                        </a:moveTo>
                        <a:lnTo>
                          <a:pt x="793354" y="0"/>
                        </a:lnTo>
                      </a:path>
                    </a:pathLst>
                  </a:custGeom>
                  <a:ln w="4751" cap="flat">
                    <a:solidFill>
                      <a:srgbClr val="E0E0E0"/>
                    </a:solid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BD9B67D6-5657-41C5-972F-FE4EDC5B6C40}"/>
                      </a:ext>
                    </a:extLst>
                  </p:cNvPr>
                  <p:cNvSpPr/>
                  <p:nvPr/>
                </p:nvSpPr>
                <p:spPr>
                  <a:xfrm>
                    <a:off x="7490976" y="4628574"/>
                    <a:ext cx="793354" cy="457751"/>
                  </a:xfrm>
                  <a:custGeom>
                    <a:avLst/>
                    <a:gdLst>
                      <a:gd name="connsiteX0" fmla="*/ 0 w 793354"/>
                      <a:gd name="connsiteY0" fmla="*/ 457752 h 457751"/>
                      <a:gd name="connsiteX1" fmla="*/ 793354 w 793354"/>
                      <a:gd name="connsiteY1" fmla="*/ 0 h 457751"/>
                    </a:gdLst>
                    <a:ahLst/>
                    <a:cxnLst>
                      <a:cxn ang="0">
                        <a:pos x="connsiteX0" y="connsiteY0"/>
                      </a:cxn>
                      <a:cxn ang="0">
                        <a:pos x="connsiteX1" y="connsiteY1"/>
                      </a:cxn>
                    </a:cxnLst>
                    <a:rect l="l" t="t" r="r" b="b"/>
                    <a:pathLst>
                      <a:path w="793354" h="457751">
                        <a:moveTo>
                          <a:pt x="0" y="457752"/>
                        </a:moveTo>
                        <a:lnTo>
                          <a:pt x="793354" y="0"/>
                        </a:lnTo>
                      </a:path>
                    </a:pathLst>
                  </a:custGeom>
                  <a:ln w="4751" cap="flat">
                    <a:solidFill>
                      <a:srgbClr val="E0E0E0"/>
                    </a:solid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EA6F659C-FC78-44AE-B737-C8185FC83C2F}"/>
                      </a:ext>
                    </a:extLst>
                  </p:cNvPr>
                  <p:cNvSpPr/>
                  <p:nvPr/>
                </p:nvSpPr>
                <p:spPr>
                  <a:xfrm>
                    <a:off x="7544030" y="4659420"/>
                    <a:ext cx="793354" cy="457751"/>
                  </a:xfrm>
                  <a:custGeom>
                    <a:avLst/>
                    <a:gdLst>
                      <a:gd name="connsiteX0" fmla="*/ 0 w 793354"/>
                      <a:gd name="connsiteY0" fmla="*/ 457752 h 457751"/>
                      <a:gd name="connsiteX1" fmla="*/ 793354 w 793354"/>
                      <a:gd name="connsiteY1" fmla="*/ 0 h 457751"/>
                    </a:gdLst>
                    <a:ahLst/>
                    <a:cxnLst>
                      <a:cxn ang="0">
                        <a:pos x="connsiteX0" y="connsiteY0"/>
                      </a:cxn>
                      <a:cxn ang="0">
                        <a:pos x="connsiteX1" y="connsiteY1"/>
                      </a:cxn>
                    </a:cxnLst>
                    <a:rect l="l" t="t" r="r" b="b"/>
                    <a:pathLst>
                      <a:path w="793354" h="457751">
                        <a:moveTo>
                          <a:pt x="0" y="457752"/>
                        </a:moveTo>
                        <a:lnTo>
                          <a:pt x="793354" y="0"/>
                        </a:lnTo>
                      </a:path>
                    </a:pathLst>
                  </a:custGeom>
                  <a:ln w="4751" cap="flat">
                    <a:solidFill>
                      <a:srgbClr val="E0E0E0"/>
                    </a:solid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7032CD38-5222-493E-8BE5-EFF964B15536}"/>
                      </a:ext>
                    </a:extLst>
                  </p:cNvPr>
                  <p:cNvSpPr/>
                  <p:nvPr/>
                </p:nvSpPr>
                <p:spPr>
                  <a:xfrm>
                    <a:off x="7598319" y="4690266"/>
                    <a:ext cx="792120" cy="457751"/>
                  </a:xfrm>
                  <a:custGeom>
                    <a:avLst/>
                    <a:gdLst>
                      <a:gd name="connsiteX0" fmla="*/ 0 w 792120"/>
                      <a:gd name="connsiteY0" fmla="*/ 457752 h 457751"/>
                      <a:gd name="connsiteX1" fmla="*/ 792121 w 792120"/>
                      <a:gd name="connsiteY1" fmla="*/ 0 h 457751"/>
                    </a:gdLst>
                    <a:ahLst/>
                    <a:cxnLst>
                      <a:cxn ang="0">
                        <a:pos x="connsiteX0" y="connsiteY0"/>
                      </a:cxn>
                      <a:cxn ang="0">
                        <a:pos x="connsiteX1" y="connsiteY1"/>
                      </a:cxn>
                    </a:cxnLst>
                    <a:rect l="l" t="t" r="r" b="b"/>
                    <a:pathLst>
                      <a:path w="792120" h="457751">
                        <a:moveTo>
                          <a:pt x="0" y="457752"/>
                        </a:moveTo>
                        <a:lnTo>
                          <a:pt x="792121" y="0"/>
                        </a:lnTo>
                      </a:path>
                    </a:pathLst>
                  </a:custGeom>
                  <a:ln w="4751" cap="flat">
                    <a:solidFill>
                      <a:srgbClr val="E0E0E0"/>
                    </a:solid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ECDACC57-6FEE-42D1-BB39-17A6436E6880}"/>
                      </a:ext>
                    </a:extLst>
                  </p:cNvPr>
                  <p:cNvSpPr/>
                  <p:nvPr/>
                </p:nvSpPr>
                <p:spPr>
                  <a:xfrm>
                    <a:off x="7651374" y="4719878"/>
                    <a:ext cx="792120" cy="458985"/>
                  </a:xfrm>
                  <a:custGeom>
                    <a:avLst/>
                    <a:gdLst>
                      <a:gd name="connsiteX0" fmla="*/ 0 w 792120"/>
                      <a:gd name="connsiteY0" fmla="*/ 458986 h 458985"/>
                      <a:gd name="connsiteX1" fmla="*/ 792121 w 792120"/>
                      <a:gd name="connsiteY1" fmla="*/ 0 h 458985"/>
                    </a:gdLst>
                    <a:ahLst/>
                    <a:cxnLst>
                      <a:cxn ang="0">
                        <a:pos x="connsiteX0" y="connsiteY0"/>
                      </a:cxn>
                      <a:cxn ang="0">
                        <a:pos x="connsiteX1" y="connsiteY1"/>
                      </a:cxn>
                    </a:cxnLst>
                    <a:rect l="l" t="t" r="r" b="b"/>
                    <a:pathLst>
                      <a:path w="792120" h="458985">
                        <a:moveTo>
                          <a:pt x="0" y="458986"/>
                        </a:moveTo>
                        <a:lnTo>
                          <a:pt x="792121" y="0"/>
                        </a:lnTo>
                      </a:path>
                    </a:pathLst>
                  </a:custGeom>
                  <a:ln w="4751" cap="flat">
                    <a:solidFill>
                      <a:srgbClr val="E0E0E0"/>
                    </a:solid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A8EEF754-672D-4967-BA61-9A3EE72DCF55}"/>
                      </a:ext>
                    </a:extLst>
                  </p:cNvPr>
                  <p:cNvSpPr/>
                  <p:nvPr/>
                </p:nvSpPr>
                <p:spPr>
                  <a:xfrm>
                    <a:off x="7704429" y="4750724"/>
                    <a:ext cx="792120" cy="457751"/>
                  </a:xfrm>
                  <a:custGeom>
                    <a:avLst/>
                    <a:gdLst>
                      <a:gd name="connsiteX0" fmla="*/ 0 w 792120"/>
                      <a:gd name="connsiteY0" fmla="*/ 457752 h 457751"/>
                      <a:gd name="connsiteX1" fmla="*/ 792121 w 792120"/>
                      <a:gd name="connsiteY1" fmla="*/ 0 h 457751"/>
                    </a:gdLst>
                    <a:ahLst/>
                    <a:cxnLst>
                      <a:cxn ang="0">
                        <a:pos x="connsiteX0" y="connsiteY0"/>
                      </a:cxn>
                      <a:cxn ang="0">
                        <a:pos x="connsiteX1" y="connsiteY1"/>
                      </a:cxn>
                    </a:cxnLst>
                    <a:rect l="l" t="t" r="r" b="b"/>
                    <a:pathLst>
                      <a:path w="792120" h="457751">
                        <a:moveTo>
                          <a:pt x="0" y="457752"/>
                        </a:moveTo>
                        <a:lnTo>
                          <a:pt x="792121" y="0"/>
                        </a:lnTo>
                      </a:path>
                    </a:pathLst>
                  </a:custGeom>
                  <a:ln w="4751" cap="flat">
                    <a:solidFill>
                      <a:srgbClr val="E0E0E0"/>
                    </a:solid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7B8894E7-8284-4EDE-B597-680684F8BA82}"/>
                      </a:ext>
                    </a:extLst>
                  </p:cNvPr>
                  <p:cNvSpPr/>
                  <p:nvPr/>
                </p:nvSpPr>
                <p:spPr>
                  <a:xfrm>
                    <a:off x="7757483" y="4781570"/>
                    <a:ext cx="792120" cy="457751"/>
                  </a:xfrm>
                  <a:custGeom>
                    <a:avLst/>
                    <a:gdLst>
                      <a:gd name="connsiteX0" fmla="*/ 0 w 792120"/>
                      <a:gd name="connsiteY0" fmla="*/ 457752 h 457751"/>
                      <a:gd name="connsiteX1" fmla="*/ 792120 w 792120"/>
                      <a:gd name="connsiteY1" fmla="*/ 0 h 457751"/>
                    </a:gdLst>
                    <a:ahLst/>
                    <a:cxnLst>
                      <a:cxn ang="0">
                        <a:pos x="connsiteX0" y="connsiteY0"/>
                      </a:cxn>
                      <a:cxn ang="0">
                        <a:pos x="connsiteX1" y="connsiteY1"/>
                      </a:cxn>
                    </a:cxnLst>
                    <a:rect l="l" t="t" r="r" b="b"/>
                    <a:pathLst>
                      <a:path w="792120" h="457751">
                        <a:moveTo>
                          <a:pt x="0" y="457752"/>
                        </a:moveTo>
                        <a:lnTo>
                          <a:pt x="792120" y="0"/>
                        </a:lnTo>
                      </a:path>
                    </a:pathLst>
                  </a:custGeom>
                  <a:ln w="4751" cap="flat">
                    <a:solidFill>
                      <a:srgbClr val="E0E0E0"/>
                    </a:solid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0E038B71-C269-4797-844C-D7623EBFC575}"/>
                      </a:ext>
                    </a:extLst>
                  </p:cNvPr>
                  <p:cNvSpPr/>
                  <p:nvPr/>
                </p:nvSpPr>
                <p:spPr>
                  <a:xfrm>
                    <a:off x="7810538" y="4812415"/>
                    <a:ext cx="792120" cy="457751"/>
                  </a:xfrm>
                  <a:custGeom>
                    <a:avLst/>
                    <a:gdLst>
                      <a:gd name="connsiteX0" fmla="*/ 0 w 792120"/>
                      <a:gd name="connsiteY0" fmla="*/ 457752 h 457751"/>
                      <a:gd name="connsiteX1" fmla="*/ 792121 w 792120"/>
                      <a:gd name="connsiteY1" fmla="*/ 0 h 457751"/>
                    </a:gdLst>
                    <a:ahLst/>
                    <a:cxnLst>
                      <a:cxn ang="0">
                        <a:pos x="connsiteX0" y="connsiteY0"/>
                      </a:cxn>
                      <a:cxn ang="0">
                        <a:pos x="connsiteX1" y="connsiteY1"/>
                      </a:cxn>
                    </a:cxnLst>
                    <a:rect l="l" t="t" r="r" b="b"/>
                    <a:pathLst>
                      <a:path w="792120" h="457751">
                        <a:moveTo>
                          <a:pt x="0" y="457752"/>
                        </a:moveTo>
                        <a:lnTo>
                          <a:pt x="792121" y="0"/>
                        </a:lnTo>
                      </a:path>
                    </a:pathLst>
                  </a:custGeom>
                  <a:ln w="4751" cap="flat">
                    <a:solidFill>
                      <a:srgbClr val="E0E0E0"/>
                    </a:solid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60B6133E-0987-4C21-B806-D31A04DF258C}"/>
                      </a:ext>
                    </a:extLst>
                  </p:cNvPr>
                  <p:cNvSpPr/>
                  <p:nvPr/>
                </p:nvSpPr>
                <p:spPr>
                  <a:xfrm>
                    <a:off x="7863593" y="4843261"/>
                    <a:ext cx="792120" cy="457751"/>
                  </a:xfrm>
                  <a:custGeom>
                    <a:avLst/>
                    <a:gdLst>
                      <a:gd name="connsiteX0" fmla="*/ 0 w 792120"/>
                      <a:gd name="connsiteY0" fmla="*/ 457752 h 457751"/>
                      <a:gd name="connsiteX1" fmla="*/ 792121 w 792120"/>
                      <a:gd name="connsiteY1" fmla="*/ 0 h 457751"/>
                    </a:gdLst>
                    <a:ahLst/>
                    <a:cxnLst>
                      <a:cxn ang="0">
                        <a:pos x="connsiteX0" y="connsiteY0"/>
                      </a:cxn>
                      <a:cxn ang="0">
                        <a:pos x="connsiteX1" y="connsiteY1"/>
                      </a:cxn>
                    </a:cxnLst>
                    <a:rect l="l" t="t" r="r" b="b"/>
                    <a:pathLst>
                      <a:path w="792120" h="457751">
                        <a:moveTo>
                          <a:pt x="0" y="457752"/>
                        </a:moveTo>
                        <a:lnTo>
                          <a:pt x="792121" y="0"/>
                        </a:lnTo>
                      </a:path>
                    </a:pathLst>
                  </a:custGeom>
                  <a:ln w="4751" cap="flat">
                    <a:solidFill>
                      <a:srgbClr val="E0E0E0"/>
                    </a:solid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AE82F29E-0FB6-4F11-9D1E-E2ED09FAEF66}"/>
                      </a:ext>
                    </a:extLst>
                  </p:cNvPr>
                  <p:cNvSpPr/>
                  <p:nvPr/>
                </p:nvSpPr>
                <p:spPr>
                  <a:xfrm>
                    <a:off x="7916648" y="4874107"/>
                    <a:ext cx="793354" cy="457751"/>
                  </a:xfrm>
                  <a:custGeom>
                    <a:avLst/>
                    <a:gdLst>
                      <a:gd name="connsiteX0" fmla="*/ 0 w 793354"/>
                      <a:gd name="connsiteY0" fmla="*/ 457752 h 457751"/>
                      <a:gd name="connsiteX1" fmla="*/ 793354 w 793354"/>
                      <a:gd name="connsiteY1" fmla="*/ 0 h 457751"/>
                    </a:gdLst>
                    <a:ahLst/>
                    <a:cxnLst>
                      <a:cxn ang="0">
                        <a:pos x="connsiteX0" y="connsiteY0"/>
                      </a:cxn>
                      <a:cxn ang="0">
                        <a:pos x="connsiteX1" y="connsiteY1"/>
                      </a:cxn>
                    </a:cxnLst>
                    <a:rect l="l" t="t" r="r" b="b"/>
                    <a:pathLst>
                      <a:path w="793354" h="457751">
                        <a:moveTo>
                          <a:pt x="0" y="457752"/>
                        </a:moveTo>
                        <a:lnTo>
                          <a:pt x="793354" y="0"/>
                        </a:lnTo>
                      </a:path>
                    </a:pathLst>
                  </a:custGeom>
                  <a:ln w="4751" cap="flat">
                    <a:solidFill>
                      <a:srgbClr val="E0E0E0"/>
                    </a:solid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F1D07F2A-4E34-41FD-9B0F-8687919BAAAD}"/>
                      </a:ext>
                    </a:extLst>
                  </p:cNvPr>
                  <p:cNvSpPr/>
                  <p:nvPr/>
                </p:nvSpPr>
                <p:spPr>
                  <a:xfrm>
                    <a:off x="7969703" y="4903719"/>
                    <a:ext cx="793354" cy="458985"/>
                  </a:xfrm>
                  <a:custGeom>
                    <a:avLst/>
                    <a:gdLst>
                      <a:gd name="connsiteX0" fmla="*/ 0 w 793354"/>
                      <a:gd name="connsiteY0" fmla="*/ 458986 h 458985"/>
                      <a:gd name="connsiteX1" fmla="*/ 793355 w 793354"/>
                      <a:gd name="connsiteY1" fmla="*/ 0 h 458985"/>
                    </a:gdLst>
                    <a:ahLst/>
                    <a:cxnLst>
                      <a:cxn ang="0">
                        <a:pos x="connsiteX0" y="connsiteY0"/>
                      </a:cxn>
                      <a:cxn ang="0">
                        <a:pos x="connsiteX1" y="connsiteY1"/>
                      </a:cxn>
                    </a:cxnLst>
                    <a:rect l="l" t="t" r="r" b="b"/>
                    <a:pathLst>
                      <a:path w="793354" h="458985">
                        <a:moveTo>
                          <a:pt x="0" y="458986"/>
                        </a:moveTo>
                        <a:lnTo>
                          <a:pt x="793355" y="0"/>
                        </a:lnTo>
                      </a:path>
                    </a:pathLst>
                  </a:custGeom>
                  <a:ln w="4751" cap="flat">
                    <a:solidFill>
                      <a:srgbClr val="E0E0E0"/>
                    </a:solid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C61C94E1-342C-4C25-A382-B0EB588B2834}"/>
                      </a:ext>
                    </a:extLst>
                  </p:cNvPr>
                  <p:cNvSpPr/>
                  <p:nvPr/>
                </p:nvSpPr>
                <p:spPr>
                  <a:xfrm>
                    <a:off x="8022757" y="4934565"/>
                    <a:ext cx="793354" cy="457751"/>
                  </a:xfrm>
                  <a:custGeom>
                    <a:avLst/>
                    <a:gdLst>
                      <a:gd name="connsiteX0" fmla="*/ 0 w 793354"/>
                      <a:gd name="connsiteY0" fmla="*/ 457752 h 457751"/>
                      <a:gd name="connsiteX1" fmla="*/ 793354 w 793354"/>
                      <a:gd name="connsiteY1" fmla="*/ 0 h 457751"/>
                    </a:gdLst>
                    <a:ahLst/>
                    <a:cxnLst>
                      <a:cxn ang="0">
                        <a:pos x="connsiteX0" y="connsiteY0"/>
                      </a:cxn>
                      <a:cxn ang="0">
                        <a:pos x="connsiteX1" y="connsiteY1"/>
                      </a:cxn>
                    </a:cxnLst>
                    <a:rect l="l" t="t" r="r" b="b"/>
                    <a:pathLst>
                      <a:path w="793354" h="457751">
                        <a:moveTo>
                          <a:pt x="0" y="457752"/>
                        </a:moveTo>
                        <a:lnTo>
                          <a:pt x="793354" y="0"/>
                        </a:lnTo>
                      </a:path>
                    </a:pathLst>
                  </a:custGeom>
                  <a:ln w="4751" cap="flat">
                    <a:solidFill>
                      <a:srgbClr val="E0E0E0"/>
                    </a:solid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5094838B-F6A6-4DE3-A1A5-F923505AA1D5}"/>
                      </a:ext>
                    </a:extLst>
                  </p:cNvPr>
                  <p:cNvSpPr/>
                  <p:nvPr/>
                </p:nvSpPr>
                <p:spPr>
                  <a:xfrm>
                    <a:off x="8075812" y="4965411"/>
                    <a:ext cx="793354" cy="457751"/>
                  </a:xfrm>
                  <a:custGeom>
                    <a:avLst/>
                    <a:gdLst>
                      <a:gd name="connsiteX0" fmla="*/ 0 w 793354"/>
                      <a:gd name="connsiteY0" fmla="*/ 457752 h 457751"/>
                      <a:gd name="connsiteX1" fmla="*/ 793354 w 793354"/>
                      <a:gd name="connsiteY1" fmla="*/ 0 h 457751"/>
                    </a:gdLst>
                    <a:ahLst/>
                    <a:cxnLst>
                      <a:cxn ang="0">
                        <a:pos x="connsiteX0" y="connsiteY0"/>
                      </a:cxn>
                      <a:cxn ang="0">
                        <a:pos x="connsiteX1" y="connsiteY1"/>
                      </a:cxn>
                    </a:cxnLst>
                    <a:rect l="l" t="t" r="r" b="b"/>
                    <a:pathLst>
                      <a:path w="793354" h="457751">
                        <a:moveTo>
                          <a:pt x="0" y="457752"/>
                        </a:moveTo>
                        <a:lnTo>
                          <a:pt x="793354" y="0"/>
                        </a:lnTo>
                      </a:path>
                    </a:pathLst>
                  </a:custGeom>
                  <a:ln w="4751" cap="flat">
                    <a:solidFill>
                      <a:srgbClr val="E0E0E0"/>
                    </a:solid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A98B1B8E-D32F-4B5A-AE79-E8B199134EFB}"/>
                      </a:ext>
                    </a:extLst>
                  </p:cNvPr>
                  <p:cNvSpPr/>
                  <p:nvPr/>
                </p:nvSpPr>
                <p:spPr>
                  <a:xfrm>
                    <a:off x="8128867" y="4996256"/>
                    <a:ext cx="793354" cy="457751"/>
                  </a:xfrm>
                  <a:custGeom>
                    <a:avLst/>
                    <a:gdLst>
                      <a:gd name="connsiteX0" fmla="*/ 0 w 793354"/>
                      <a:gd name="connsiteY0" fmla="*/ 457752 h 457751"/>
                      <a:gd name="connsiteX1" fmla="*/ 793354 w 793354"/>
                      <a:gd name="connsiteY1" fmla="*/ 0 h 457751"/>
                    </a:gdLst>
                    <a:ahLst/>
                    <a:cxnLst>
                      <a:cxn ang="0">
                        <a:pos x="connsiteX0" y="connsiteY0"/>
                      </a:cxn>
                      <a:cxn ang="0">
                        <a:pos x="connsiteX1" y="connsiteY1"/>
                      </a:cxn>
                    </a:cxnLst>
                    <a:rect l="l" t="t" r="r" b="b"/>
                    <a:pathLst>
                      <a:path w="793354" h="457751">
                        <a:moveTo>
                          <a:pt x="0" y="457752"/>
                        </a:moveTo>
                        <a:lnTo>
                          <a:pt x="793354" y="0"/>
                        </a:lnTo>
                      </a:path>
                    </a:pathLst>
                  </a:custGeom>
                  <a:ln w="4751" cap="flat">
                    <a:solidFill>
                      <a:srgbClr val="E0E0E0"/>
                    </a:solid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7F9C29E9-762B-4C0F-A958-FE7345859D02}"/>
                      </a:ext>
                    </a:extLst>
                  </p:cNvPr>
                  <p:cNvSpPr/>
                  <p:nvPr/>
                </p:nvSpPr>
                <p:spPr>
                  <a:xfrm>
                    <a:off x="8183156" y="5027102"/>
                    <a:ext cx="792120" cy="457751"/>
                  </a:xfrm>
                  <a:custGeom>
                    <a:avLst/>
                    <a:gdLst>
                      <a:gd name="connsiteX0" fmla="*/ 0 w 792120"/>
                      <a:gd name="connsiteY0" fmla="*/ 457752 h 457751"/>
                      <a:gd name="connsiteX1" fmla="*/ 792120 w 792120"/>
                      <a:gd name="connsiteY1" fmla="*/ 0 h 457751"/>
                    </a:gdLst>
                    <a:ahLst/>
                    <a:cxnLst>
                      <a:cxn ang="0">
                        <a:pos x="connsiteX0" y="connsiteY0"/>
                      </a:cxn>
                      <a:cxn ang="0">
                        <a:pos x="connsiteX1" y="connsiteY1"/>
                      </a:cxn>
                    </a:cxnLst>
                    <a:rect l="l" t="t" r="r" b="b"/>
                    <a:pathLst>
                      <a:path w="792120" h="457751">
                        <a:moveTo>
                          <a:pt x="0" y="457752"/>
                        </a:moveTo>
                        <a:lnTo>
                          <a:pt x="792120" y="0"/>
                        </a:lnTo>
                      </a:path>
                    </a:pathLst>
                  </a:custGeom>
                  <a:ln w="4751" cap="flat">
                    <a:solidFill>
                      <a:srgbClr val="E0E0E0"/>
                    </a:solid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9447CA5B-FB72-4D8D-A3F5-1F047448CA53}"/>
                      </a:ext>
                    </a:extLst>
                  </p:cNvPr>
                  <p:cNvSpPr/>
                  <p:nvPr/>
                </p:nvSpPr>
                <p:spPr>
                  <a:xfrm>
                    <a:off x="8236210" y="5056714"/>
                    <a:ext cx="792120" cy="458985"/>
                  </a:xfrm>
                  <a:custGeom>
                    <a:avLst/>
                    <a:gdLst>
                      <a:gd name="connsiteX0" fmla="*/ 0 w 792120"/>
                      <a:gd name="connsiteY0" fmla="*/ 458986 h 458985"/>
                      <a:gd name="connsiteX1" fmla="*/ 792121 w 792120"/>
                      <a:gd name="connsiteY1" fmla="*/ 0 h 458985"/>
                    </a:gdLst>
                    <a:ahLst/>
                    <a:cxnLst>
                      <a:cxn ang="0">
                        <a:pos x="connsiteX0" y="connsiteY0"/>
                      </a:cxn>
                      <a:cxn ang="0">
                        <a:pos x="connsiteX1" y="connsiteY1"/>
                      </a:cxn>
                    </a:cxnLst>
                    <a:rect l="l" t="t" r="r" b="b"/>
                    <a:pathLst>
                      <a:path w="792120" h="458985">
                        <a:moveTo>
                          <a:pt x="0" y="458986"/>
                        </a:moveTo>
                        <a:lnTo>
                          <a:pt x="792121" y="0"/>
                        </a:lnTo>
                      </a:path>
                    </a:pathLst>
                  </a:custGeom>
                  <a:ln w="4751" cap="flat">
                    <a:solidFill>
                      <a:srgbClr val="E0E0E0"/>
                    </a:solid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20E53F7A-DEE2-4310-BFDF-68DBD092908C}"/>
                      </a:ext>
                    </a:extLst>
                  </p:cNvPr>
                  <p:cNvSpPr/>
                  <p:nvPr/>
                </p:nvSpPr>
                <p:spPr>
                  <a:xfrm>
                    <a:off x="8289265" y="5087560"/>
                    <a:ext cx="792120" cy="458985"/>
                  </a:xfrm>
                  <a:custGeom>
                    <a:avLst/>
                    <a:gdLst>
                      <a:gd name="connsiteX0" fmla="*/ 0 w 792120"/>
                      <a:gd name="connsiteY0" fmla="*/ 458986 h 458985"/>
                      <a:gd name="connsiteX1" fmla="*/ 792121 w 792120"/>
                      <a:gd name="connsiteY1" fmla="*/ 0 h 458985"/>
                    </a:gdLst>
                    <a:ahLst/>
                    <a:cxnLst>
                      <a:cxn ang="0">
                        <a:pos x="connsiteX0" y="connsiteY0"/>
                      </a:cxn>
                      <a:cxn ang="0">
                        <a:pos x="connsiteX1" y="connsiteY1"/>
                      </a:cxn>
                    </a:cxnLst>
                    <a:rect l="l" t="t" r="r" b="b"/>
                    <a:pathLst>
                      <a:path w="792120" h="458985">
                        <a:moveTo>
                          <a:pt x="0" y="458986"/>
                        </a:moveTo>
                        <a:lnTo>
                          <a:pt x="792121" y="0"/>
                        </a:lnTo>
                      </a:path>
                    </a:pathLst>
                  </a:custGeom>
                  <a:ln w="4751" cap="flat">
                    <a:solidFill>
                      <a:srgbClr val="E0E0E0"/>
                    </a:solid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09E2E2CE-BF7B-4CBA-8ED0-169FEAFE19D9}"/>
                      </a:ext>
                    </a:extLst>
                  </p:cNvPr>
                  <p:cNvSpPr/>
                  <p:nvPr/>
                </p:nvSpPr>
                <p:spPr>
                  <a:xfrm>
                    <a:off x="8342320" y="5118406"/>
                    <a:ext cx="792120" cy="457751"/>
                  </a:xfrm>
                  <a:custGeom>
                    <a:avLst/>
                    <a:gdLst>
                      <a:gd name="connsiteX0" fmla="*/ 0 w 792120"/>
                      <a:gd name="connsiteY0" fmla="*/ 457752 h 457751"/>
                      <a:gd name="connsiteX1" fmla="*/ 792120 w 792120"/>
                      <a:gd name="connsiteY1" fmla="*/ 0 h 457751"/>
                    </a:gdLst>
                    <a:ahLst/>
                    <a:cxnLst>
                      <a:cxn ang="0">
                        <a:pos x="connsiteX0" y="connsiteY0"/>
                      </a:cxn>
                      <a:cxn ang="0">
                        <a:pos x="connsiteX1" y="connsiteY1"/>
                      </a:cxn>
                    </a:cxnLst>
                    <a:rect l="l" t="t" r="r" b="b"/>
                    <a:pathLst>
                      <a:path w="792120" h="457751">
                        <a:moveTo>
                          <a:pt x="0" y="457752"/>
                        </a:moveTo>
                        <a:lnTo>
                          <a:pt x="792120" y="0"/>
                        </a:lnTo>
                      </a:path>
                    </a:pathLst>
                  </a:custGeom>
                  <a:ln w="4751" cap="flat">
                    <a:solidFill>
                      <a:srgbClr val="E0E0E0"/>
                    </a:solid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6FFDD907-7D8C-4175-9F20-82BDF4401D57}"/>
                      </a:ext>
                    </a:extLst>
                  </p:cNvPr>
                  <p:cNvSpPr/>
                  <p:nvPr/>
                </p:nvSpPr>
                <p:spPr>
                  <a:xfrm>
                    <a:off x="8395375" y="5149252"/>
                    <a:ext cx="792120" cy="457751"/>
                  </a:xfrm>
                  <a:custGeom>
                    <a:avLst/>
                    <a:gdLst>
                      <a:gd name="connsiteX0" fmla="*/ 0 w 792120"/>
                      <a:gd name="connsiteY0" fmla="*/ 457752 h 457751"/>
                      <a:gd name="connsiteX1" fmla="*/ 792121 w 792120"/>
                      <a:gd name="connsiteY1" fmla="*/ 0 h 457751"/>
                    </a:gdLst>
                    <a:ahLst/>
                    <a:cxnLst>
                      <a:cxn ang="0">
                        <a:pos x="connsiteX0" y="connsiteY0"/>
                      </a:cxn>
                      <a:cxn ang="0">
                        <a:pos x="connsiteX1" y="connsiteY1"/>
                      </a:cxn>
                    </a:cxnLst>
                    <a:rect l="l" t="t" r="r" b="b"/>
                    <a:pathLst>
                      <a:path w="792120" h="457751">
                        <a:moveTo>
                          <a:pt x="0" y="457752"/>
                        </a:moveTo>
                        <a:lnTo>
                          <a:pt x="792121" y="0"/>
                        </a:lnTo>
                      </a:path>
                    </a:pathLst>
                  </a:custGeom>
                  <a:ln w="4751" cap="flat">
                    <a:solidFill>
                      <a:srgbClr val="E0E0E0"/>
                    </a:solidFill>
                    <a:prstDash val="solid"/>
                    <a:miter/>
                  </a:ln>
                </p:spPr>
                <p:txBody>
                  <a:bodyPr rtlCol="0" anchor="ctr"/>
                  <a:lstStyle/>
                  <a:p>
                    <a:endParaRPr lang="en-US"/>
                  </a:p>
                </p:txBody>
              </p:sp>
            </p:grpSp>
            <p:grpSp>
              <p:nvGrpSpPr>
                <p:cNvPr id="179" name="Graphic 6">
                  <a:extLst>
                    <a:ext uri="{FF2B5EF4-FFF2-40B4-BE49-F238E27FC236}">
                      <a16:creationId xmlns:a16="http://schemas.microsoft.com/office/drawing/2014/main" id="{31113BDC-2845-441C-B626-57D5D70A544F}"/>
                    </a:ext>
                  </a:extLst>
                </p:cNvPr>
                <p:cNvGrpSpPr/>
                <p:nvPr/>
              </p:nvGrpSpPr>
              <p:grpSpPr>
                <a:xfrm>
                  <a:off x="8006409" y="4253899"/>
                  <a:ext cx="1513866" cy="892268"/>
                  <a:chOff x="8006409" y="4253899"/>
                  <a:chExt cx="1513866" cy="892268"/>
                </a:xfrm>
              </p:grpSpPr>
              <p:grpSp>
                <p:nvGrpSpPr>
                  <p:cNvPr id="180" name="Graphic 6">
                    <a:extLst>
                      <a:ext uri="{FF2B5EF4-FFF2-40B4-BE49-F238E27FC236}">
                        <a16:creationId xmlns:a16="http://schemas.microsoft.com/office/drawing/2014/main" id="{31113BDC-2845-441C-B626-57D5D70A544F}"/>
                      </a:ext>
                    </a:extLst>
                  </p:cNvPr>
                  <p:cNvGrpSpPr/>
                  <p:nvPr/>
                </p:nvGrpSpPr>
                <p:grpSpPr>
                  <a:xfrm>
                    <a:off x="8135962" y="4270894"/>
                    <a:ext cx="1384314" cy="798706"/>
                    <a:chOff x="8135962" y="4270894"/>
                    <a:chExt cx="1384314" cy="798706"/>
                  </a:xfrm>
                  <a:solidFill>
                    <a:srgbClr val="000000">
                      <a:alpha val="10000"/>
                    </a:srgbClr>
                  </a:solidFill>
                </p:grpSpPr>
                <p:sp>
                  <p:nvSpPr>
                    <p:cNvPr id="181" name="Freeform: Shape 180">
                      <a:extLst>
                        <a:ext uri="{FF2B5EF4-FFF2-40B4-BE49-F238E27FC236}">
                          <a16:creationId xmlns:a16="http://schemas.microsoft.com/office/drawing/2014/main" id="{E37A67F7-BE6B-4D53-BAB4-C29E01457E0B}"/>
                        </a:ext>
                      </a:extLst>
                    </p:cNvPr>
                    <p:cNvSpPr/>
                    <p:nvPr/>
                  </p:nvSpPr>
                  <p:spPr>
                    <a:xfrm>
                      <a:off x="9451227" y="5029701"/>
                      <a:ext cx="69048" cy="39899"/>
                    </a:xfrm>
                    <a:custGeom>
                      <a:avLst/>
                      <a:gdLst>
                        <a:gd name="connsiteX0" fmla="*/ 64468 w 69048"/>
                        <a:gd name="connsiteY0" fmla="*/ 30714 h 39899"/>
                        <a:gd name="connsiteX1" fmla="*/ 59532 w 69048"/>
                        <a:gd name="connsiteY1" fmla="*/ 34416 h 39899"/>
                        <a:gd name="connsiteX2" fmla="*/ 48428 w 69048"/>
                        <a:gd name="connsiteY2" fmla="*/ 38117 h 39899"/>
                        <a:gd name="connsiteX3" fmla="*/ 10179 w 69048"/>
                        <a:gd name="connsiteY3" fmla="*/ 34416 h 39899"/>
                        <a:gd name="connsiteX4" fmla="*/ 10179 w 69048"/>
                        <a:gd name="connsiteY4" fmla="*/ 6038 h 39899"/>
                        <a:gd name="connsiteX5" fmla="*/ 17582 w 69048"/>
                        <a:gd name="connsiteY5" fmla="*/ 2336 h 39899"/>
                        <a:gd name="connsiteX6" fmla="*/ 49662 w 69048"/>
                        <a:gd name="connsiteY6" fmla="*/ 2336 h 39899"/>
                        <a:gd name="connsiteX7" fmla="*/ 58299 w 69048"/>
                        <a:gd name="connsiteY7" fmla="*/ 6038 h 39899"/>
                        <a:gd name="connsiteX8" fmla="*/ 64468 w 69048"/>
                        <a:gd name="connsiteY8" fmla="*/ 30714 h 39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48" h="39899">
                          <a:moveTo>
                            <a:pt x="64468" y="30714"/>
                          </a:moveTo>
                          <a:cubicBezTo>
                            <a:pt x="63234" y="31948"/>
                            <a:pt x="60766" y="33182"/>
                            <a:pt x="59532" y="34416"/>
                          </a:cubicBezTo>
                          <a:cubicBezTo>
                            <a:pt x="55831" y="36883"/>
                            <a:pt x="52130" y="38117"/>
                            <a:pt x="48428" y="38117"/>
                          </a:cubicBezTo>
                          <a:cubicBezTo>
                            <a:pt x="36089" y="41819"/>
                            <a:pt x="21284" y="39351"/>
                            <a:pt x="10179" y="34416"/>
                          </a:cubicBezTo>
                          <a:cubicBezTo>
                            <a:pt x="-3393" y="27013"/>
                            <a:pt x="-3393" y="13441"/>
                            <a:pt x="10179" y="6038"/>
                          </a:cubicBezTo>
                          <a:cubicBezTo>
                            <a:pt x="12647" y="4804"/>
                            <a:pt x="15115" y="3570"/>
                            <a:pt x="17582" y="2336"/>
                          </a:cubicBezTo>
                          <a:cubicBezTo>
                            <a:pt x="27453" y="-132"/>
                            <a:pt x="39791" y="-1365"/>
                            <a:pt x="49662" y="2336"/>
                          </a:cubicBezTo>
                          <a:cubicBezTo>
                            <a:pt x="53363" y="3570"/>
                            <a:pt x="55831" y="4804"/>
                            <a:pt x="58299" y="6038"/>
                          </a:cubicBezTo>
                          <a:cubicBezTo>
                            <a:pt x="70637" y="13441"/>
                            <a:pt x="71871" y="23311"/>
                            <a:pt x="64468" y="30714"/>
                          </a:cubicBezTo>
                          <a:close/>
                        </a:path>
                      </a:pathLst>
                    </a:custGeom>
                    <a:solidFill>
                      <a:srgbClr val="000000">
                        <a:alpha val="10000"/>
                      </a:srgbClr>
                    </a:solidFill>
                    <a:ln w="12320"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A9272FEA-76A8-4A38-9C83-CCD3F4A65E8E}"/>
                        </a:ext>
                      </a:extLst>
                    </p:cNvPr>
                    <p:cNvSpPr/>
                    <p:nvPr/>
                  </p:nvSpPr>
                  <p:spPr>
                    <a:xfrm>
                      <a:off x="9305635" y="4945361"/>
                      <a:ext cx="68699" cy="40339"/>
                    </a:xfrm>
                    <a:custGeom>
                      <a:avLst/>
                      <a:gdLst>
                        <a:gd name="connsiteX0" fmla="*/ 64468 w 68699"/>
                        <a:gd name="connsiteY0" fmla="*/ 31154 h 40339"/>
                        <a:gd name="connsiteX1" fmla="*/ 59532 w 68699"/>
                        <a:gd name="connsiteY1" fmla="*/ 34856 h 40339"/>
                        <a:gd name="connsiteX2" fmla="*/ 48428 w 68699"/>
                        <a:gd name="connsiteY2" fmla="*/ 38557 h 40339"/>
                        <a:gd name="connsiteX3" fmla="*/ 10179 w 68699"/>
                        <a:gd name="connsiteY3" fmla="*/ 34856 h 40339"/>
                        <a:gd name="connsiteX4" fmla="*/ 10179 w 68699"/>
                        <a:gd name="connsiteY4" fmla="*/ 6478 h 40339"/>
                        <a:gd name="connsiteX5" fmla="*/ 18816 w 68699"/>
                        <a:gd name="connsiteY5" fmla="*/ 2776 h 40339"/>
                        <a:gd name="connsiteX6" fmla="*/ 18816 w 68699"/>
                        <a:gd name="connsiteY6" fmla="*/ 2776 h 40339"/>
                        <a:gd name="connsiteX7" fmla="*/ 49662 w 68699"/>
                        <a:gd name="connsiteY7" fmla="*/ 2776 h 40339"/>
                        <a:gd name="connsiteX8" fmla="*/ 58299 w 68699"/>
                        <a:gd name="connsiteY8" fmla="*/ 6478 h 40339"/>
                        <a:gd name="connsiteX9" fmla="*/ 64468 w 68699"/>
                        <a:gd name="connsiteY9" fmla="*/ 31154 h 40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99" h="40339">
                          <a:moveTo>
                            <a:pt x="64468" y="31154"/>
                          </a:moveTo>
                          <a:cubicBezTo>
                            <a:pt x="63234" y="32388"/>
                            <a:pt x="60766" y="33622"/>
                            <a:pt x="59532" y="34856"/>
                          </a:cubicBezTo>
                          <a:cubicBezTo>
                            <a:pt x="55831" y="37324"/>
                            <a:pt x="52129" y="38557"/>
                            <a:pt x="48428" y="38557"/>
                          </a:cubicBezTo>
                          <a:cubicBezTo>
                            <a:pt x="36090" y="42259"/>
                            <a:pt x="21284" y="39791"/>
                            <a:pt x="10179" y="34856"/>
                          </a:cubicBezTo>
                          <a:cubicBezTo>
                            <a:pt x="-3393" y="27453"/>
                            <a:pt x="-3393" y="13880"/>
                            <a:pt x="10179" y="6478"/>
                          </a:cubicBezTo>
                          <a:cubicBezTo>
                            <a:pt x="12647" y="5244"/>
                            <a:pt x="15114" y="4010"/>
                            <a:pt x="18816" y="2776"/>
                          </a:cubicBezTo>
                          <a:lnTo>
                            <a:pt x="18816" y="2776"/>
                          </a:lnTo>
                          <a:cubicBezTo>
                            <a:pt x="28687" y="-925"/>
                            <a:pt x="39791" y="-925"/>
                            <a:pt x="49662" y="2776"/>
                          </a:cubicBezTo>
                          <a:cubicBezTo>
                            <a:pt x="53363" y="4010"/>
                            <a:pt x="55831" y="5244"/>
                            <a:pt x="58299" y="6478"/>
                          </a:cubicBezTo>
                          <a:cubicBezTo>
                            <a:pt x="69403" y="13880"/>
                            <a:pt x="71871" y="23751"/>
                            <a:pt x="64468" y="31154"/>
                          </a:cubicBezTo>
                          <a:close/>
                        </a:path>
                      </a:pathLst>
                    </a:custGeom>
                    <a:solidFill>
                      <a:srgbClr val="000000">
                        <a:alpha val="10000"/>
                      </a:srgbClr>
                    </a:solidFill>
                    <a:ln w="12320"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171241C7-E43C-4190-8933-C2ED2A7CDB35}"/>
                        </a:ext>
                      </a:extLst>
                    </p:cNvPr>
                    <p:cNvSpPr/>
                    <p:nvPr/>
                  </p:nvSpPr>
                  <p:spPr>
                    <a:xfrm>
                      <a:off x="9160043" y="4860227"/>
                      <a:ext cx="68427" cy="39791"/>
                    </a:xfrm>
                    <a:custGeom>
                      <a:avLst/>
                      <a:gdLst>
                        <a:gd name="connsiteX0" fmla="*/ 63234 w 68427"/>
                        <a:gd name="connsiteY0" fmla="*/ 31154 h 39791"/>
                        <a:gd name="connsiteX1" fmla="*/ 58299 w 68427"/>
                        <a:gd name="connsiteY1" fmla="*/ 34856 h 39791"/>
                        <a:gd name="connsiteX2" fmla="*/ 47194 w 68427"/>
                        <a:gd name="connsiteY2" fmla="*/ 38557 h 39791"/>
                        <a:gd name="connsiteX3" fmla="*/ 10179 w 68427"/>
                        <a:gd name="connsiteY3" fmla="*/ 34856 h 39791"/>
                        <a:gd name="connsiteX4" fmla="*/ 10179 w 68427"/>
                        <a:gd name="connsiteY4" fmla="*/ 6477 h 39791"/>
                        <a:gd name="connsiteX5" fmla="*/ 18816 w 68427"/>
                        <a:gd name="connsiteY5" fmla="*/ 2776 h 39791"/>
                        <a:gd name="connsiteX6" fmla="*/ 49662 w 68427"/>
                        <a:gd name="connsiteY6" fmla="*/ 2776 h 39791"/>
                        <a:gd name="connsiteX7" fmla="*/ 58299 w 68427"/>
                        <a:gd name="connsiteY7" fmla="*/ 6477 h 39791"/>
                        <a:gd name="connsiteX8" fmla="*/ 63234 w 68427"/>
                        <a:gd name="connsiteY8" fmla="*/ 31154 h 39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427" h="39791">
                          <a:moveTo>
                            <a:pt x="63234" y="31154"/>
                          </a:moveTo>
                          <a:cubicBezTo>
                            <a:pt x="62000" y="32388"/>
                            <a:pt x="59532" y="33622"/>
                            <a:pt x="58299" y="34856"/>
                          </a:cubicBezTo>
                          <a:cubicBezTo>
                            <a:pt x="54597" y="37323"/>
                            <a:pt x="50896" y="38557"/>
                            <a:pt x="47194" y="38557"/>
                          </a:cubicBezTo>
                          <a:cubicBezTo>
                            <a:pt x="34856" y="41025"/>
                            <a:pt x="20050" y="39791"/>
                            <a:pt x="10179" y="34856"/>
                          </a:cubicBezTo>
                          <a:cubicBezTo>
                            <a:pt x="-3393" y="27453"/>
                            <a:pt x="-3393" y="13880"/>
                            <a:pt x="10179" y="6477"/>
                          </a:cubicBezTo>
                          <a:cubicBezTo>
                            <a:pt x="12647" y="5244"/>
                            <a:pt x="15114" y="4010"/>
                            <a:pt x="18816" y="2776"/>
                          </a:cubicBezTo>
                          <a:cubicBezTo>
                            <a:pt x="28687" y="-925"/>
                            <a:pt x="39791" y="-925"/>
                            <a:pt x="49662" y="2776"/>
                          </a:cubicBezTo>
                          <a:cubicBezTo>
                            <a:pt x="53363" y="4010"/>
                            <a:pt x="55831" y="5244"/>
                            <a:pt x="58299" y="6477"/>
                          </a:cubicBezTo>
                          <a:cubicBezTo>
                            <a:pt x="69403" y="13880"/>
                            <a:pt x="71871" y="23751"/>
                            <a:pt x="63234" y="31154"/>
                          </a:cubicBezTo>
                          <a:close/>
                        </a:path>
                      </a:pathLst>
                    </a:custGeom>
                    <a:solidFill>
                      <a:srgbClr val="000000">
                        <a:alpha val="10000"/>
                      </a:srgbClr>
                    </a:solidFill>
                    <a:ln w="12320"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D2C3CCAA-C9CB-49A5-A867-ED7C11DB8D12}"/>
                        </a:ext>
                      </a:extLst>
                    </p:cNvPr>
                    <p:cNvSpPr/>
                    <p:nvPr/>
                  </p:nvSpPr>
                  <p:spPr>
                    <a:xfrm>
                      <a:off x="9013217" y="4776326"/>
                      <a:ext cx="69133" cy="40339"/>
                    </a:xfrm>
                    <a:custGeom>
                      <a:avLst/>
                      <a:gdLst>
                        <a:gd name="connsiteX0" fmla="*/ 64468 w 69133"/>
                        <a:gd name="connsiteY0" fmla="*/ 31154 h 40339"/>
                        <a:gd name="connsiteX1" fmla="*/ 59532 w 69133"/>
                        <a:gd name="connsiteY1" fmla="*/ 34856 h 40339"/>
                        <a:gd name="connsiteX2" fmla="*/ 48428 w 69133"/>
                        <a:gd name="connsiteY2" fmla="*/ 38557 h 40339"/>
                        <a:gd name="connsiteX3" fmla="*/ 10179 w 69133"/>
                        <a:gd name="connsiteY3" fmla="*/ 34856 h 40339"/>
                        <a:gd name="connsiteX4" fmla="*/ 10179 w 69133"/>
                        <a:gd name="connsiteY4" fmla="*/ 6478 h 40339"/>
                        <a:gd name="connsiteX5" fmla="*/ 18816 w 69133"/>
                        <a:gd name="connsiteY5" fmla="*/ 2776 h 40339"/>
                        <a:gd name="connsiteX6" fmla="*/ 50896 w 69133"/>
                        <a:gd name="connsiteY6" fmla="*/ 2776 h 40339"/>
                        <a:gd name="connsiteX7" fmla="*/ 50896 w 69133"/>
                        <a:gd name="connsiteY7" fmla="*/ 2776 h 40339"/>
                        <a:gd name="connsiteX8" fmla="*/ 59532 w 69133"/>
                        <a:gd name="connsiteY8" fmla="*/ 6478 h 40339"/>
                        <a:gd name="connsiteX9" fmla="*/ 64468 w 69133"/>
                        <a:gd name="connsiteY9" fmla="*/ 31154 h 40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133" h="40339">
                          <a:moveTo>
                            <a:pt x="64468" y="31154"/>
                          </a:moveTo>
                          <a:cubicBezTo>
                            <a:pt x="63234" y="32388"/>
                            <a:pt x="60766" y="33622"/>
                            <a:pt x="59532" y="34856"/>
                          </a:cubicBezTo>
                          <a:cubicBezTo>
                            <a:pt x="55831" y="37323"/>
                            <a:pt x="52130" y="38557"/>
                            <a:pt x="48428" y="38557"/>
                          </a:cubicBezTo>
                          <a:cubicBezTo>
                            <a:pt x="36089" y="42259"/>
                            <a:pt x="21284" y="39791"/>
                            <a:pt x="10179" y="34856"/>
                          </a:cubicBezTo>
                          <a:cubicBezTo>
                            <a:pt x="-3393" y="27453"/>
                            <a:pt x="-3393" y="13881"/>
                            <a:pt x="10179" y="6478"/>
                          </a:cubicBezTo>
                          <a:cubicBezTo>
                            <a:pt x="12647" y="5244"/>
                            <a:pt x="15115" y="4010"/>
                            <a:pt x="18816" y="2776"/>
                          </a:cubicBezTo>
                          <a:cubicBezTo>
                            <a:pt x="28686" y="-925"/>
                            <a:pt x="41025" y="-925"/>
                            <a:pt x="50896" y="2776"/>
                          </a:cubicBezTo>
                          <a:cubicBezTo>
                            <a:pt x="50896" y="2776"/>
                            <a:pt x="50896" y="2776"/>
                            <a:pt x="50896" y="2776"/>
                          </a:cubicBezTo>
                          <a:cubicBezTo>
                            <a:pt x="54597" y="4010"/>
                            <a:pt x="57065" y="5244"/>
                            <a:pt x="59532" y="6478"/>
                          </a:cubicBezTo>
                          <a:cubicBezTo>
                            <a:pt x="70637" y="13881"/>
                            <a:pt x="71871" y="23751"/>
                            <a:pt x="64468" y="31154"/>
                          </a:cubicBezTo>
                          <a:close/>
                        </a:path>
                      </a:pathLst>
                    </a:custGeom>
                    <a:solidFill>
                      <a:srgbClr val="000000">
                        <a:alpha val="10000"/>
                      </a:srgbClr>
                    </a:solidFill>
                    <a:ln w="12320"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0CD1D9C2-8860-4E05-82D3-104DABF0EBE2}"/>
                        </a:ext>
                      </a:extLst>
                    </p:cNvPr>
                    <p:cNvSpPr/>
                    <p:nvPr/>
                  </p:nvSpPr>
                  <p:spPr>
                    <a:xfrm>
                      <a:off x="8868858" y="4692865"/>
                      <a:ext cx="67538" cy="39899"/>
                    </a:xfrm>
                    <a:custGeom>
                      <a:avLst/>
                      <a:gdLst>
                        <a:gd name="connsiteX0" fmla="*/ 63234 w 67538"/>
                        <a:gd name="connsiteY0" fmla="*/ 30714 h 39899"/>
                        <a:gd name="connsiteX1" fmla="*/ 58299 w 67538"/>
                        <a:gd name="connsiteY1" fmla="*/ 34416 h 39899"/>
                        <a:gd name="connsiteX2" fmla="*/ 47194 w 67538"/>
                        <a:gd name="connsiteY2" fmla="*/ 38117 h 39899"/>
                        <a:gd name="connsiteX3" fmla="*/ 10179 w 67538"/>
                        <a:gd name="connsiteY3" fmla="*/ 34416 h 39899"/>
                        <a:gd name="connsiteX4" fmla="*/ 10179 w 67538"/>
                        <a:gd name="connsiteY4" fmla="*/ 6038 h 39899"/>
                        <a:gd name="connsiteX5" fmla="*/ 18816 w 67538"/>
                        <a:gd name="connsiteY5" fmla="*/ 2336 h 39899"/>
                        <a:gd name="connsiteX6" fmla="*/ 49662 w 67538"/>
                        <a:gd name="connsiteY6" fmla="*/ 2336 h 39899"/>
                        <a:gd name="connsiteX7" fmla="*/ 58299 w 67538"/>
                        <a:gd name="connsiteY7" fmla="*/ 6038 h 39899"/>
                        <a:gd name="connsiteX8" fmla="*/ 63234 w 67538"/>
                        <a:gd name="connsiteY8" fmla="*/ 30714 h 39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538" h="39899">
                          <a:moveTo>
                            <a:pt x="63234" y="30714"/>
                          </a:moveTo>
                          <a:cubicBezTo>
                            <a:pt x="62000" y="31948"/>
                            <a:pt x="59532" y="33182"/>
                            <a:pt x="58299" y="34416"/>
                          </a:cubicBezTo>
                          <a:cubicBezTo>
                            <a:pt x="54597" y="36884"/>
                            <a:pt x="50896" y="38117"/>
                            <a:pt x="47194" y="38117"/>
                          </a:cubicBezTo>
                          <a:cubicBezTo>
                            <a:pt x="34856" y="41819"/>
                            <a:pt x="20050" y="39351"/>
                            <a:pt x="10179" y="34416"/>
                          </a:cubicBezTo>
                          <a:cubicBezTo>
                            <a:pt x="-3393" y="27013"/>
                            <a:pt x="-3393" y="14674"/>
                            <a:pt x="10179" y="6038"/>
                          </a:cubicBezTo>
                          <a:cubicBezTo>
                            <a:pt x="12647" y="4804"/>
                            <a:pt x="15114" y="3570"/>
                            <a:pt x="18816" y="2336"/>
                          </a:cubicBezTo>
                          <a:cubicBezTo>
                            <a:pt x="28687" y="-131"/>
                            <a:pt x="39791" y="-1365"/>
                            <a:pt x="49662" y="2336"/>
                          </a:cubicBezTo>
                          <a:cubicBezTo>
                            <a:pt x="53363" y="3570"/>
                            <a:pt x="55831" y="4804"/>
                            <a:pt x="58299" y="6038"/>
                          </a:cubicBezTo>
                          <a:cubicBezTo>
                            <a:pt x="68169" y="13440"/>
                            <a:pt x="70637" y="23311"/>
                            <a:pt x="63234" y="30714"/>
                          </a:cubicBezTo>
                          <a:close/>
                        </a:path>
                      </a:pathLst>
                    </a:custGeom>
                    <a:solidFill>
                      <a:srgbClr val="000000">
                        <a:alpha val="10000"/>
                      </a:srgbClr>
                    </a:solidFill>
                    <a:ln w="12320"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8B3A171A-BC8A-4AF0-9D3F-3D47425CBF7E}"/>
                        </a:ext>
                      </a:extLst>
                    </p:cNvPr>
                    <p:cNvSpPr/>
                    <p:nvPr/>
                  </p:nvSpPr>
                  <p:spPr>
                    <a:xfrm>
                      <a:off x="8720798" y="4607731"/>
                      <a:ext cx="69048" cy="39899"/>
                    </a:xfrm>
                    <a:custGeom>
                      <a:avLst/>
                      <a:gdLst>
                        <a:gd name="connsiteX0" fmla="*/ 64468 w 69048"/>
                        <a:gd name="connsiteY0" fmla="*/ 30714 h 39899"/>
                        <a:gd name="connsiteX1" fmla="*/ 59532 w 69048"/>
                        <a:gd name="connsiteY1" fmla="*/ 34416 h 39899"/>
                        <a:gd name="connsiteX2" fmla="*/ 48428 w 69048"/>
                        <a:gd name="connsiteY2" fmla="*/ 38117 h 39899"/>
                        <a:gd name="connsiteX3" fmla="*/ 10179 w 69048"/>
                        <a:gd name="connsiteY3" fmla="*/ 34416 h 39899"/>
                        <a:gd name="connsiteX4" fmla="*/ 10179 w 69048"/>
                        <a:gd name="connsiteY4" fmla="*/ 6037 h 39899"/>
                        <a:gd name="connsiteX5" fmla="*/ 17582 w 69048"/>
                        <a:gd name="connsiteY5" fmla="*/ 2336 h 39899"/>
                        <a:gd name="connsiteX6" fmla="*/ 17582 w 69048"/>
                        <a:gd name="connsiteY6" fmla="*/ 2336 h 39899"/>
                        <a:gd name="connsiteX7" fmla="*/ 49662 w 69048"/>
                        <a:gd name="connsiteY7" fmla="*/ 2336 h 39899"/>
                        <a:gd name="connsiteX8" fmla="*/ 58299 w 69048"/>
                        <a:gd name="connsiteY8" fmla="*/ 6037 h 39899"/>
                        <a:gd name="connsiteX9" fmla="*/ 64468 w 69048"/>
                        <a:gd name="connsiteY9" fmla="*/ 30714 h 39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048" h="39899">
                          <a:moveTo>
                            <a:pt x="64468" y="30714"/>
                          </a:moveTo>
                          <a:cubicBezTo>
                            <a:pt x="63234" y="31948"/>
                            <a:pt x="60766" y="33182"/>
                            <a:pt x="59532" y="34416"/>
                          </a:cubicBezTo>
                          <a:cubicBezTo>
                            <a:pt x="55831" y="36883"/>
                            <a:pt x="52129" y="38117"/>
                            <a:pt x="48428" y="38117"/>
                          </a:cubicBezTo>
                          <a:cubicBezTo>
                            <a:pt x="36090" y="41819"/>
                            <a:pt x="21284" y="39351"/>
                            <a:pt x="10179" y="34416"/>
                          </a:cubicBezTo>
                          <a:cubicBezTo>
                            <a:pt x="-3393" y="27013"/>
                            <a:pt x="-3393" y="13441"/>
                            <a:pt x="10179" y="6037"/>
                          </a:cubicBezTo>
                          <a:cubicBezTo>
                            <a:pt x="12647" y="4804"/>
                            <a:pt x="15114" y="3570"/>
                            <a:pt x="17582" y="2336"/>
                          </a:cubicBezTo>
                          <a:cubicBezTo>
                            <a:pt x="17582" y="2336"/>
                            <a:pt x="17582" y="2336"/>
                            <a:pt x="17582" y="2336"/>
                          </a:cubicBezTo>
                          <a:cubicBezTo>
                            <a:pt x="27453" y="-132"/>
                            <a:pt x="38557" y="-1365"/>
                            <a:pt x="49662" y="2336"/>
                          </a:cubicBezTo>
                          <a:cubicBezTo>
                            <a:pt x="53363" y="3570"/>
                            <a:pt x="55831" y="4804"/>
                            <a:pt x="58299" y="6037"/>
                          </a:cubicBezTo>
                          <a:cubicBezTo>
                            <a:pt x="70637" y="13441"/>
                            <a:pt x="71871" y="23311"/>
                            <a:pt x="64468" y="30714"/>
                          </a:cubicBezTo>
                          <a:close/>
                        </a:path>
                      </a:pathLst>
                    </a:custGeom>
                    <a:solidFill>
                      <a:srgbClr val="000000">
                        <a:alpha val="10000"/>
                      </a:srgbClr>
                    </a:solidFill>
                    <a:ln w="12320"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CCC24843-5AAB-4A9D-AF43-7521614C1018}"/>
                        </a:ext>
                      </a:extLst>
                    </p:cNvPr>
                    <p:cNvSpPr/>
                    <p:nvPr/>
                  </p:nvSpPr>
                  <p:spPr>
                    <a:xfrm>
                      <a:off x="8575206" y="4524624"/>
                      <a:ext cx="68699" cy="39791"/>
                    </a:xfrm>
                    <a:custGeom>
                      <a:avLst/>
                      <a:gdLst>
                        <a:gd name="connsiteX0" fmla="*/ 64468 w 68699"/>
                        <a:gd name="connsiteY0" fmla="*/ 29920 h 39791"/>
                        <a:gd name="connsiteX1" fmla="*/ 59532 w 68699"/>
                        <a:gd name="connsiteY1" fmla="*/ 34856 h 39791"/>
                        <a:gd name="connsiteX2" fmla="*/ 48428 w 68699"/>
                        <a:gd name="connsiteY2" fmla="*/ 38557 h 39791"/>
                        <a:gd name="connsiteX3" fmla="*/ 10179 w 68699"/>
                        <a:gd name="connsiteY3" fmla="*/ 34856 h 39791"/>
                        <a:gd name="connsiteX4" fmla="*/ 10179 w 68699"/>
                        <a:gd name="connsiteY4" fmla="*/ 6478 h 39791"/>
                        <a:gd name="connsiteX5" fmla="*/ 18816 w 68699"/>
                        <a:gd name="connsiteY5" fmla="*/ 2776 h 39791"/>
                        <a:gd name="connsiteX6" fmla="*/ 18816 w 68699"/>
                        <a:gd name="connsiteY6" fmla="*/ 2776 h 39791"/>
                        <a:gd name="connsiteX7" fmla="*/ 49662 w 68699"/>
                        <a:gd name="connsiteY7" fmla="*/ 2776 h 39791"/>
                        <a:gd name="connsiteX8" fmla="*/ 49662 w 68699"/>
                        <a:gd name="connsiteY8" fmla="*/ 2776 h 39791"/>
                        <a:gd name="connsiteX9" fmla="*/ 58299 w 68699"/>
                        <a:gd name="connsiteY9" fmla="*/ 6478 h 39791"/>
                        <a:gd name="connsiteX10" fmla="*/ 64468 w 68699"/>
                        <a:gd name="connsiteY10" fmla="*/ 29920 h 39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699" h="39791">
                          <a:moveTo>
                            <a:pt x="64468" y="29920"/>
                          </a:moveTo>
                          <a:cubicBezTo>
                            <a:pt x="63234" y="31154"/>
                            <a:pt x="60766" y="32388"/>
                            <a:pt x="59532" y="34856"/>
                          </a:cubicBezTo>
                          <a:cubicBezTo>
                            <a:pt x="55831" y="37324"/>
                            <a:pt x="52129" y="38557"/>
                            <a:pt x="48428" y="38557"/>
                          </a:cubicBezTo>
                          <a:cubicBezTo>
                            <a:pt x="36090" y="41025"/>
                            <a:pt x="21284" y="39791"/>
                            <a:pt x="10179" y="34856"/>
                          </a:cubicBezTo>
                          <a:cubicBezTo>
                            <a:pt x="-3393" y="27453"/>
                            <a:pt x="-3393" y="13881"/>
                            <a:pt x="10179" y="6478"/>
                          </a:cubicBezTo>
                          <a:cubicBezTo>
                            <a:pt x="12647" y="5244"/>
                            <a:pt x="15114" y="4010"/>
                            <a:pt x="18816" y="2776"/>
                          </a:cubicBezTo>
                          <a:lnTo>
                            <a:pt x="18816" y="2776"/>
                          </a:lnTo>
                          <a:cubicBezTo>
                            <a:pt x="28687" y="-925"/>
                            <a:pt x="39791" y="-925"/>
                            <a:pt x="49662" y="2776"/>
                          </a:cubicBezTo>
                          <a:cubicBezTo>
                            <a:pt x="49662" y="2776"/>
                            <a:pt x="49662" y="2776"/>
                            <a:pt x="49662" y="2776"/>
                          </a:cubicBezTo>
                          <a:cubicBezTo>
                            <a:pt x="53363" y="4010"/>
                            <a:pt x="55831" y="5244"/>
                            <a:pt x="58299" y="6478"/>
                          </a:cubicBezTo>
                          <a:cubicBezTo>
                            <a:pt x="69403" y="12647"/>
                            <a:pt x="71871" y="22517"/>
                            <a:pt x="64468" y="29920"/>
                          </a:cubicBezTo>
                          <a:close/>
                        </a:path>
                      </a:pathLst>
                    </a:custGeom>
                    <a:solidFill>
                      <a:srgbClr val="000000">
                        <a:alpha val="10000"/>
                      </a:srgbClr>
                    </a:solidFill>
                    <a:ln w="12320"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93065D79-748F-4447-90D1-593ED9717A51}"/>
                        </a:ext>
                      </a:extLst>
                    </p:cNvPr>
                    <p:cNvSpPr/>
                    <p:nvPr/>
                  </p:nvSpPr>
                  <p:spPr>
                    <a:xfrm>
                      <a:off x="8428380" y="4439489"/>
                      <a:ext cx="69048" cy="40339"/>
                    </a:xfrm>
                    <a:custGeom>
                      <a:avLst/>
                      <a:gdLst>
                        <a:gd name="connsiteX0" fmla="*/ 64468 w 69048"/>
                        <a:gd name="connsiteY0" fmla="*/ 31154 h 40339"/>
                        <a:gd name="connsiteX1" fmla="*/ 59532 w 69048"/>
                        <a:gd name="connsiteY1" fmla="*/ 34856 h 40339"/>
                        <a:gd name="connsiteX2" fmla="*/ 48428 w 69048"/>
                        <a:gd name="connsiteY2" fmla="*/ 38557 h 40339"/>
                        <a:gd name="connsiteX3" fmla="*/ 10179 w 69048"/>
                        <a:gd name="connsiteY3" fmla="*/ 34856 h 40339"/>
                        <a:gd name="connsiteX4" fmla="*/ 10179 w 69048"/>
                        <a:gd name="connsiteY4" fmla="*/ 6478 h 40339"/>
                        <a:gd name="connsiteX5" fmla="*/ 18816 w 69048"/>
                        <a:gd name="connsiteY5" fmla="*/ 2776 h 40339"/>
                        <a:gd name="connsiteX6" fmla="*/ 49662 w 69048"/>
                        <a:gd name="connsiteY6" fmla="*/ 2776 h 40339"/>
                        <a:gd name="connsiteX7" fmla="*/ 58299 w 69048"/>
                        <a:gd name="connsiteY7" fmla="*/ 6478 h 40339"/>
                        <a:gd name="connsiteX8" fmla="*/ 64468 w 69048"/>
                        <a:gd name="connsiteY8" fmla="*/ 31154 h 40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48" h="40339">
                          <a:moveTo>
                            <a:pt x="64468" y="31154"/>
                          </a:moveTo>
                          <a:cubicBezTo>
                            <a:pt x="63234" y="32388"/>
                            <a:pt x="60766" y="33622"/>
                            <a:pt x="59532" y="34856"/>
                          </a:cubicBezTo>
                          <a:cubicBezTo>
                            <a:pt x="55831" y="37324"/>
                            <a:pt x="52129" y="38557"/>
                            <a:pt x="48428" y="38557"/>
                          </a:cubicBezTo>
                          <a:cubicBezTo>
                            <a:pt x="36090" y="42259"/>
                            <a:pt x="21284" y="39791"/>
                            <a:pt x="10179" y="34856"/>
                          </a:cubicBezTo>
                          <a:cubicBezTo>
                            <a:pt x="-3393" y="27453"/>
                            <a:pt x="-3393" y="13880"/>
                            <a:pt x="10179" y="6478"/>
                          </a:cubicBezTo>
                          <a:cubicBezTo>
                            <a:pt x="12647" y="5244"/>
                            <a:pt x="15114" y="4010"/>
                            <a:pt x="18816" y="2776"/>
                          </a:cubicBezTo>
                          <a:cubicBezTo>
                            <a:pt x="28687" y="-925"/>
                            <a:pt x="39791" y="-925"/>
                            <a:pt x="49662" y="2776"/>
                          </a:cubicBezTo>
                          <a:cubicBezTo>
                            <a:pt x="53363" y="4010"/>
                            <a:pt x="55831" y="5244"/>
                            <a:pt x="58299" y="6478"/>
                          </a:cubicBezTo>
                          <a:cubicBezTo>
                            <a:pt x="70637" y="12647"/>
                            <a:pt x="71871" y="22517"/>
                            <a:pt x="64468" y="31154"/>
                          </a:cubicBezTo>
                          <a:close/>
                        </a:path>
                      </a:pathLst>
                    </a:custGeom>
                    <a:solidFill>
                      <a:srgbClr val="000000">
                        <a:alpha val="10000"/>
                      </a:srgbClr>
                    </a:solidFill>
                    <a:ln w="12320"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AC629FB6-3DCB-4D94-A35C-A88B938E32D0}"/>
                        </a:ext>
                      </a:extLst>
                    </p:cNvPr>
                    <p:cNvSpPr/>
                    <p:nvPr/>
                  </p:nvSpPr>
                  <p:spPr>
                    <a:xfrm>
                      <a:off x="8282788" y="4354355"/>
                      <a:ext cx="69048" cy="39791"/>
                    </a:xfrm>
                    <a:custGeom>
                      <a:avLst/>
                      <a:gdLst>
                        <a:gd name="connsiteX0" fmla="*/ 64468 w 69048"/>
                        <a:gd name="connsiteY0" fmla="*/ 31154 h 39791"/>
                        <a:gd name="connsiteX1" fmla="*/ 59532 w 69048"/>
                        <a:gd name="connsiteY1" fmla="*/ 34856 h 39791"/>
                        <a:gd name="connsiteX2" fmla="*/ 48428 w 69048"/>
                        <a:gd name="connsiteY2" fmla="*/ 38557 h 39791"/>
                        <a:gd name="connsiteX3" fmla="*/ 10179 w 69048"/>
                        <a:gd name="connsiteY3" fmla="*/ 34856 h 39791"/>
                        <a:gd name="connsiteX4" fmla="*/ 10179 w 69048"/>
                        <a:gd name="connsiteY4" fmla="*/ 6477 h 39791"/>
                        <a:gd name="connsiteX5" fmla="*/ 18816 w 69048"/>
                        <a:gd name="connsiteY5" fmla="*/ 2776 h 39791"/>
                        <a:gd name="connsiteX6" fmla="*/ 18816 w 69048"/>
                        <a:gd name="connsiteY6" fmla="*/ 2776 h 39791"/>
                        <a:gd name="connsiteX7" fmla="*/ 49662 w 69048"/>
                        <a:gd name="connsiteY7" fmla="*/ 2776 h 39791"/>
                        <a:gd name="connsiteX8" fmla="*/ 49662 w 69048"/>
                        <a:gd name="connsiteY8" fmla="*/ 2776 h 39791"/>
                        <a:gd name="connsiteX9" fmla="*/ 58299 w 69048"/>
                        <a:gd name="connsiteY9" fmla="*/ 6477 h 39791"/>
                        <a:gd name="connsiteX10" fmla="*/ 64468 w 69048"/>
                        <a:gd name="connsiteY10" fmla="*/ 31154 h 39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048" h="39791">
                          <a:moveTo>
                            <a:pt x="64468" y="31154"/>
                          </a:moveTo>
                          <a:cubicBezTo>
                            <a:pt x="63234" y="32388"/>
                            <a:pt x="60766" y="33622"/>
                            <a:pt x="59532" y="34856"/>
                          </a:cubicBezTo>
                          <a:cubicBezTo>
                            <a:pt x="55831" y="37323"/>
                            <a:pt x="52129" y="38557"/>
                            <a:pt x="48428" y="38557"/>
                          </a:cubicBezTo>
                          <a:cubicBezTo>
                            <a:pt x="36090" y="41025"/>
                            <a:pt x="21284" y="39791"/>
                            <a:pt x="10179" y="34856"/>
                          </a:cubicBezTo>
                          <a:cubicBezTo>
                            <a:pt x="-3393" y="27453"/>
                            <a:pt x="-3393" y="13880"/>
                            <a:pt x="10179" y="6477"/>
                          </a:cubicBezTo>
                          <a:cubicBezTo>
                            <a:pt x="12647" y="5244"/>
                            <a:pt x="15114" y="4010"/>
                            <a:pt x="18816" y="2776"/>
                          </a:cubicBezTo>
                          <a:lnTo>
                            <a:pt x="18816" y="2776"/>
                          </a:lnTo>
                          <a:cubicBezTo>
                            <a:pt x="28687" y="-925"/>
                            <a:pt x="39791" y="-925"/>
                            <a:pt x="49662" y="2776"/>
                          </a:cubicBezTo>
                          <a:cubicBezTo>
                            <a:pt x="49662" y="2776"/>
                            <a:pt x="49662" y="2776"/>
                            <a:pt x="49662" y="2776"/>
                          </a:cubicBezTo>
                          <a:cubicBezTo>
                            <a:pt x="53363" y="4010"/>
                            <a:pt x="55831" y="5244"/>
                            <a:pt x="58299" y="6477"/>
                          </a:cubicBezTo>
                          <a:cubicBezTo>
                            <a:pt x="70637" y="13880"/>
                            <a:pt x="71871" y="23751"/>
                            <a:pt x="64468" y="31154"/>
                          </a:cubicBezTo>
                          <a:close/>
                        </a:path>
                      </a:pathLst>
                    </a:custGeom>
                    <a:solidFill>
                      <a:srgbClr val="000000">
                        <a:alpha val="10000"/>
                      </a:srgbClr>
                    </a:solidFill>
                    <a:ln w="12320"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86B62029-2CAB-4876-B0CC-4064B745BA2C}"/>
                        </a:ext>
                      </a:extLst>
                    </p:cNvPr>
                    <p:cNvSpPr/>
                    <p:nvPr/>
                  </p:nvSpPr>
                  <p:spPr>
                    <a:xfrm>
                      <a:off x="8135962" y="4270894"/>
                      <a:ext cx="69580" cy="40199"/>
                    </a:xfrm>
                    <a:custGeom>
                      <a:avLst/>
                      <a:gdLst>
                        <a:gd name="connsiteX0" fmla="*/ 64468 w 69580"/>
                        <a:gd name="connsiteY0" fmla="*/ 30714 h 40199"/>
                        <a:gd name="connsiteX1" fmla="*/ 59532 w 69580"/>
                        <a:gd name="connsiteY1" fmla="*/ 34416 h 40199"/>
                        <a:gd name="connsiteX2" fmla="*/ 48428 w 69580"/>
                        <a:gd name="connsiteY2" fmla="*/ 38117 h 40199"/>
                        <a:gd name="connsiteX3" fmla="*/ 10179 w 69580"/>
                        <a:gd name="connsiteY3" fmla="*/ 34416 h 40199"/>
                        <a:gd name="connsiteX4" fmla="*/ 10179 w 69580"/>
                        <a:gd name="connsiteY4" fmla="*/ 6038 h 40199"/>
                        <a:gd name="connsiteX5" fmla="*/ 18816 w 69580"/>
                        <a:gd name="connsiteY5" fmla="*/ 2336 h 40199"/>
                        <a:gd name="connsiteX6" fmla="*/ 49662 w 69580"/>
                        <a:gd name="connsiteY6" fmla="*/ 2336 h 40199"/>
                        <a:gd name="connsiteX7" fmla="*/ 58299 w 69580"/>
                        <a:gd name="connsiteY7" fmla="*/ 6038 h 40199"/>
                        <a:gd name="connsiteX8" fmla="*/ 64468 w 69580"/>
                        <a:gd name="connsiteY8" fmla="*/ 30714 h 4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580" h="40199">
                          <a:moveTo>
                            <a:pt x="64468" y="30714"/>
                          </a:moveTo>
                          <a:cubicBezTo>
                            <a:pt x="63234" y="31948"/>
                            <a:pt x="60766" y="33182"/>
                            <a:pt x="59532" y="34416"/>
                          </a:cubicBezTo>
                          <a:cubicBezTo>
                            <a:pt x="55831" y="36883"/>
                            <a:pt x="52129" y="38117"/>
                            <a:pt x="48428" y="38117"/>
                          </a:cubicBezTo>
                          <a:cubicBezTo>
                            <a:pt x="36090" y="41819"/>
                            <a:pt x="21284" y="40585"/>
                            <a:pt x="10179" y="34416"/>
                          </a:cubicBezTo>
                          <a:cubicBezTo>
                            <a:pt x="-3393" y="27013"/>
                            <a:pt x="-3393" y="13441"/>
                            <a:pt x="10179" y="6038"/>
                          </a:cubicBezTo>
                          <a:cubicBezTo>
                            <a:pt x="12647" y="4804"/>
                            <a:pt x="15114" y="3570"/>
                            <a:pt x="18816" y="2336"/>
                          </a:cubicBezTo>
                          <a:cubicBezTo>
                            <a:pt x="28687" y="-132"/>
                            <a:pt x="39791" y="-1365"/>
                            <a:pt x="49662" y="2336"/>
                          </a:cubicBezTo>
                          <a:cubicBezTo>
                            <a:pt x="53363" y="3570"/>
                            <a:pt x="55831" y="4804"/>
                            <a:pt x="58299" y="6038"/>
                          </a:cubicBezTo>
                          <a:cubicBezTo>
                            <a:pt x="70637" y="13441"/>
                            <a:pt x="73105" y="23311"/>
                            <a:pt x="64468" y="30714"/>
                          </a:cubicBezTo>
                          <a:close/>
                        </a:path>
                      </a:pathLst>
                    </a:custGeom>
                    <a:solidFill>
                      <a:srgbClr val="000000">
                        <a:alpha val="10000"/>
                      </a:srgbClr>
                    </a:solidFill>
                    <a:ln w="12320" cap="flat">
                      <a:noFill/>
                      <a:prstDash val="solid"/>
                      <a:miter/>
                    </a:ln>
                  </p:spPr>
                  <p:txBody>
                    <a:bodyPr rtlCol="0" anchor="ctr"/>
                    <a:lstStyle/>
                    <a:p>
                      <a:endParaRPr lang="en-US"/>
                    </a:p>
                  </p:txBody>
                </p:sp>
              </p:grpSp>
              <p:grpSp>
                <p:nvGrpSpPr>
                  <p:cNvPr id="191" name="Graphic 6">
                    <a:extLst>
                      <a:ext uri="{FF2B5EF4-FFF2-40B4-BE49-F238E27FC236}">
                        <a16:creationId xmlns:a16="http://schemas.microsoft.com/office/drawing/2014/main" id="{31113BDC-2845-441C-B626-57D5D70A544F}"/>
                      </a:ext>
                    </a:extLst>
                  </p:cNvPr>
                  <p:cNvGrpSpPr/>
                  <p:nvPr/>
                </p:nvGrpSpPr>
                <p:grpSpPr>
                  <a:xfrm>
                    <a:off x="9321675" y="5013940"/>
                    <a:ext cx="192786" cy="132227"/>
                    <a:chOff x="9321675" y="5013940"/>
                    <a:chExt cx="192786" cy="132227"/>
                  </a:xfrm>
                </p:grpSpPr>
                <p:sp>
                  <p:nvSpPr>
                    <p:cNvPr id="192" name="Freeform: Shape 191">
                      <a:extLst>
                        <a:ext uri="{FF2B5EF4-FFF2-40B4-BE49-F238E27FC236}">
                          <a16:creationId xmlns:a16="http://schemas.microsoft.com/office/drawing/2014/main" id="{93CDC752-6E37-43CA-ADEA-6307DDBC11C8}"/>
                        </a:ext>
                      </a:extLst>
                    </p:cNvPr>
                    <p:cNvSpPr/>
                    <p:nvPr/>
                  </p:nvSpPr>
                  <p:spPr>
                    <a:xfrm>
                      <a:off x="9321675" y="5105759"/>
                      <a:ext cx="68477" cy="40408"/>
                    </a:xfrm>
                    <a:custGeom>
                      <a:avLst/>
                      <a:gdLst>
                        <a:gd name="connsiteX0" fmla="*/ 10179 w 68477"/>
                        <a:gd name="connsiteY0" fmla="*/ 6478 h 40408"/>
                        <a:gd name="connsiteX1" fmla="*/ 10179 w 68477"/>
                        <a:gd name="connsiteY1" fmla="*/ 34856 h 40408"/>
                        <a:gd name="connsiteX2" fmla="*/ 58299 w 68477"/>
                        <a:gd name="connsiteY2" fmla="*/ 34856 h 40408"/>
                        <a:gd name="connsiteX3" fmla="*/ 58299 w 68477"/>
                        <a:gd name="connsiteY3" fmla="*/ 6478 h 40408"/>
                        <a:gd name="connsiteX4" fmla="*/ 10179 w 68477"/>
                        <a:gd name="connsiteY4" fmla="*/ 6478 h 40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77" h="40408">
                          <a:moveTo>
                            <a:pt x="10179" y="6478"/>
                          </a:moveTo>
                          <a:cubicBezTo>
                            <a:pt x="-3393" y="13880"/>
                            <a:pt x="-3393" y="26219"/>
                            <a:pt x="10179" y="34856"/>
                          </a:cubicBezTo>
                          <a:cubicBezTo>
                            <a:pt x="23751" y="42259"/>
                            <a:pt x="44726" y="42259"/>
                            <a:pt x="58299" y="34856"/>
                          </a:cubicBezTo>
                          <a:cubicBezTo>
                            <a:pt x="71871" y="27453"/>
                            <a:pt x="71871" y="15114"/>
                            <a:pt x="58299" y="6478"/>
                          </a:cubicBezTo>
                          <a:cubicBezTo>
                            <a:pt x="44726" y="-2159"/>
                            <a:pt x="23751" y="-2159"/>
                            <a:pt x="10179" y="6478"/>
                          </a:cubicBezTo>
                          <a:close/>
                        </a:path>
                      </a:pathLst>
                    </a:custGeom>
                    <a:solidFill>
                      <a:srgbClr val="000000">
                        <a:alpha val="10000"/>
                      </a:srgbClr>
                    </a:solidFill>
                    <a:ln w="12320"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37995AD2-5633-4A77-88C7-94FC3DBE9AC4}"/>
                        </a:ext>
                      </a:extLst>
                    </p:cNvPr>
                    <p:cNvSpPr/>
                    <p:nvPr/>
                  </p:nvSpPr>
                  <p:spPr>
                    <a:xfrm>
                      <a:off x="9340491" y="5013940"/>
                      <a:ext cx="173970" cy="131610"/>
                    </a:xfrm>
                    <a:custGeom>
                      <a:avLst/>
                      <a:gdLst>
                        <a:gd name="connsiteX0" fmla="*/ 161632 w 173970"/>
                        <a:gd name="connsiteY0" fmla="*/ 19331 h 131610"/>
                        <a:gd name="connsiteX1" fmla="*/ 146826 w 173970"/>
                        <a:gd name="connsiteY1" fmla="*/ 6993 h 131610"/>
                        <a:gd name="connsiteX2" fmla="*/ 81433 w 173970"/>
                        <a:gd name="connsiteY2" fmla="*/ 11929 h 131610"/>
                        <a:gd name="connsiteX3" fmla="*/ 13572 w 173970"/>
                        <a:gd name="connsiteY3" fmla="*/ 92128 h 131610"/>
                        <a:gd name="connsiteX4" fmla="*/ 0 w 173970"/>
                        <a:gd name="connsiteY4" fmla="*/ 129143 h 131610"/>
                        <a:gd name="connsiteX5" fmla="*/ 2468 w 173970"/>
                        <a:gd name="connsiteY5" fmla="*/ 130376 h 131610"/>
                        <a:gd name="connsiteX6" fmla="*/ 8637 w 173970"/>
                        <a:gd name="connsiteY6" fmla="*/ 131610 h 131610"/>
                        <a:gd name="connsiteX7" fmla="*/ 14806 w 173970"/>
                        <a:gd name="connsiteY7" fmla="*/ 131610 h 131610"/>
                        <a:gd name="connsiteX8" fmla="*/ 17274 w 173970"/>
                        <a:gd name="connsiteY8" fmla="*/ 131610 h 131610"/>
                        <a:gd name="connsiteX9" fmla="*/ 32080 w 173970"/>
                        <a:gd name="connsiteY9" fmla="*/ 94595 h 131610"/>
                        <a:gd name="connsiteX10" fmla="*/ 90070 w 173970"/>
                        <a:gd name="connsiteY10" fmla="*/ 26735 h 131610"/>
                        <a:gd name="connsiteX11" fmla="*/ 119682 w 173970"/>
                        <a:gd name="connsiteY11" fmla="*/ 18098 h 131610"/>
                        <a:gd name="connsiteX12" fmla="*/ 128319 w 173970"/>
                        <a:gd name="connsiteY12" fmla="*/ 19331 h 131610"/>
                        <a:gd name="connsiteX13" fmla="*/ 136956 w 173970"/>
                        <a:gd name="connsiteY13" fmla="*/ 23033 h 131610"/>
                        <a:gd name="connsiteX14" fmla="*/ 157930 w 173970"/>
                        <a:gd name="connsiteY14" fmla="*/ 55113 h 131610"/>
                        <a:gd name="connsiteX15" fmla="*/ 169035 w 173970"/>
                        <a:gd name="connsiteY15" fmla="*/ 51411 h 131610"/>
                        <a:gd name="connsiteX16" fmla="*/ 173970 w 173970"/>
                        <a:gd name="connsiteY16" fmla="*/ 47710 h 131610"/>
                        <a:gd name="connsiteX17" fmla="*/ 161632 w 173970"/>
                        <a:gd name="connsiteY17" fmla="*/ 19331 h 13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3970" h="131610">
                          <a:moveTo>
                            <a:pt x="161632" y="19331"/>
                          </a:moveTo>
                          <a:cubicBezTo>
                            <a:pt x="157930" y="14396"/>
                            <a:pt x="152995" y="10695"/>
                            <a:pt x="146826" y="6993"/>
                          </a:cubicBezTo>
                          <a:cubicBezTo>
                            <a:pt x="128319" y="-4111"/>
                            <a:pt x="104876" y="-1643"/>
                            <a:pt x="81433" y="11929"/>
                          </a:cubicBezTo>
                          <a:cubicBezTo>
                            <a:pt x="54289" y="27968"/>
                            <a:pt x="29612" y="57580"/>
                            <a:pt x="13572" y="92128"/>
                          </a:cubicBezTo>
                          <a:cubicBezTo>
                            <a:pt x="7403" y="104466"/>
                            <a:pt x="3701" y="116805"/>
                            <a:pt x="0" y="129143"/>
                          </a:cubicBezTo>
                          <a:cubicBezTo>
                            <a:pt x="1234" y="129143"/>
                            <a:pt x="2468" y="129143"/>
                            <a:pt x="2468" y="130376"/>
                          </a:cubicBezTo>
                          <a:cubicBezTo>
                            <a:pt x="4935" y="130376"/>
                            <a:pt x="6169" y="131610"/>
                            <a:pt x="8637" y="131610"/>
                          </a:cubicBezTo>
                          <a:cubicBezTo>
                            <a:pt x="11104" y="131610"/>
                            <a:pt x="12338" y="131610"/>
                            <a:pt x="14806" y="131610"/>
                          </a:cubicBezTo>
                          <a:cubicBezTo>
                            <a:pt x="16040" y="131610"/>
                            <a:pt x="17274" y="131610"/>
                            <a:pt x="17274" y="131610"/>
                          </a:cubicBezTo>
                          <a:cubicBezTo>
                            <a:pt x="20975" y="119272"/>
                            <a:pt x="25911" y="106934"/>
                            <a:pt x="32080" y="94595"/>
                          </a:cubicBezTo>
                          <a:cubicBezTo>
                            <a:pt x="46885" y="64983"/>
                            <a:pt x="67861" y="40307"/>
                            <a:pt x="90070" y="26735"/>
                          </a:cubicBezTo>
                          <a:cubicBezTo>
                            <a:pt x="101174" y="20565"/>
                            <a:pt x="111045" y="18098"/>
                            <a:pt x="119682" y="18098"/>
                          </a:cubicBezTo>
                          <a:cubicBezTo>
                            <a:pt x="123383" y="18098"/>
                            <a:pt x="125851" y="18098"/>
                            <a:pt x="128319" y="19331"/>
                          </a:cubicBezTo>
                          <a:cubicBezTo>
                            <a:pt x="130786" y="20565"/>
                            <a:pt x="134488" y="21799"/>
                            <a:pt x="136956" y="23033"/>
                          </a:cubicBezTo>
                          <a:cubicBezTo>
                            <a:pt x="146826" y="29202"/>
                            <a:pt x="154229" y="40307"/>
                            <a:pt x="157930" y="55113"/>
                          </a:cubicBezTo>
                          <a:cubicBezTo>
                            <a:pt x="161632" y="53879"/>
                            <a:pt x="165334" y="52645"/>
                            <a:pt x="169035" y="51411"/>
                          </a:cubicBezTo>
                          <a:cubicBezTo>
                            <a:pt x="171503" y="50177"/>
                            <a:pt x="172737" y="48944"/>
                            <a:pt x="173970" y="47710"/>
                          </a:cubicBezTo>
                          <a:cubicBezTo>
                            <a:pt x="172737" y="35372"/>
                            <a:pt x="167801" y="26735"/>
                            <a:pt x="161632" y="19331"/>
                          </a:cubicBezTo>
                          <a:close/>
                        </a:path>
                      </a:pathLst>
                    </a:custGeom>
                    <a:solidFill>
                      <a:srgbClr val="263238"/>
                    </a:solidFill>
                    <a:ln w="12320" cap="flat">
                      <a:noFill/>
                      <a:prstDash val="solid"/>
                      <a:miter/>
                    </a:ln>
                  </p:spPr>
                  <p:txBody>
                    <a:bodyPr rtlCol="0" anchor="ctr"/>
                    <a:lstStyle/>
                    <a:p>
                      <a:endParaRPr lang="en-US"/>
                    </a:p>
                  </p:txBody>
                </p:sp>
              </p:grpSp>
              <p:grpSp>
                <p:nvGrpSpPr>
                  <p:cNvPr id="194" name="Graphic 6">
                    <a:extLst>
                      <a:ext uri="{FF2B5EF4-FFF2-40B4-BE49-F238E27FC236}">
                        <a16:creationId xmlns:a16="http://schemas.microsoft.com/office/drawing/2014/main" id="{31113BDC-2845-441C-B626-57D5D70A544F}"/>
                      </a:ext>
                    </a:extLst>
                  </p:cNvPr>
                  <p:cNvGrpSpPr/>
                  <p:nvPr/>
                </p:nvGrpSpPr>
                <p:grpSpPr>
                  <a:xfrm>
                    <a:off x="9174848" y="4928805"/>
                    <a:ext cx="195254" cy="132227"/>
                    <a:chOff x="9174848" y="4928805"/>
                    <a:chExt cx="195254" cy="132227"/>
                  </a:xfrm>
                </p:grpSpPr>
                <p:sp>
                  <p:nvSpPr>
                    <p:cNvPr id="195" name="Freeform: Shape 194">
                      <a:extLst>
                        <a:ext uri="{FF2B5EF4-FFF2-40B4-BE49-F238E27FC236}">
                          <a16:creationId xmlns:a16="http://schemas.microsoft.com/office/drawing/2014/main" id="{1FD333B4-D6C7-4CF7-9055-1D55692EC99B}"/>
                        </a:ext>
                      </a:extLst>
                    </p:cNvPr>
                    <p:cNvSpPr/>
                    <p:nvPr/>
                  </p:nvSpPr>
                  <p:spPr>
                    <a:xfrm>
                      <a:off x="9174848" y="5021550"/>
                      <a:ext cx="68477" cy="39482"/>
                    </a:xfrm>
                    <a:custGeom>
                      <a:avLst/>
                      <a:gdLst>
                        <a:gd name="connsiteX0" fmla="*/ 10179 w 68477"/>
                        <a:gd name="connsiteY0" fmla="*/ 5552 h 39482"/>
                        <a:gd name="connsiteX1" fmla="*/ 10179 w 68477"/>
                        <a:gd name="connsiteY1" fmla="*/ 33930 h 39482"/>
                        <a:gd name="connsiteX2" fmla="*/ 58299 w 68477"/>
                        <a:gd name="connsiteY2" fmla="*/ 33930 h 39482"/>
                        <a:gd name="connsiteX3" fmla="*/ 58299 w 68477"/>
                        <a:gd name="connsiteY3" fmla="*/ 5552 h 39482"/>
                        <a:gd name="connsiteX4" fmla="*/ 10179 w 68477"/>
                        <a:gd name="connsiteY4" fmla="*/ 5552 h 39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77" h="39482">
                          <a:moveTo>
                            <a:pt x="10179" y="5552"/>
                          </a:moveTo>
                          <a:cubicBezTo>
                            <a:pt x="-3393" y="12955"/>
                            <a:pt x="-3393" y="25293"/>
                            <a:pt x="10179" y="33930"/>
                          </a:cubicBezTo>
                          <a:cubicBezTo>
                            <a:pt x="23751" y="41333"/>
                            <a:pt x="44727" y="41333"/>
                            <a:pt x="58299" y="33930"/>
                          </a:cubicBezTo>
                          <a:cubicBezTo>
                            <a:pt x="71871" y="26527"/>
                            <a:pt x="71871" y="14189"/>
                            <a:pt x="58299" y="5552"/>
                          </a:cubicBezTo>
                          <a:cubicBezTo>
                            <a:pt x="45960" y="-1851"/>
                            <a:pt x="23751" y="-1851"/>
                            <a:pt x="10179" y="5552"/>
                          </a:cubicBezTo>
                          <a:close/>
                        </a:path>
                      </a:pathLst>
                    </a:custGeom>
                    <a:solidFill>
                      <a:srgbClr val="000000">
                        <a:alpha val="10000"/>
                      </a:srgbClr>
                    </a:solidFill>
                    <a:ln w="12320"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90BC3874-6763-4B47-92B0-BCFF0A3D89CA}"/>
                        </a:ext>
                      </a:extLst>
                    </p:cNvPr>
                    <p:cNvSpPr/>
                    <p:nvPr/>
                  </p:nvSpPr>
                  <p:spPr>
                    <a:xfrm>
                      <a:off x="9194898" y="4928805"/>
                      <a:ext cx="175204" cy="130376"/>
                    </a:xfrm>
                    <a:custGeom>
                      <a:avLst/>
                      <a:gdLst>
                        <a:gd name="connsiteX0" fmla="*/ 160398 w 175204"/>
                        <a:gd name="connsiteY0" fmla="*/ 19331 h 130376"/>
                        <a:gd name="connsiteX1" fmla="*/ 146826 w 175204"/>
                        <a:gd name="connsiteY1" fmla="*/ 6993 h 130376"/>
                        <a:gd name="connsiteX2" fmla="*/ 81433 w 175204"/>
                        <a:gd name="connsiteY2" fmla="*/ 11928 h 130376"/>
                        <a:gd name="connsiteX3" fmla="*/ 13572 w 175204"/>
                        <a:gd name="connsiteY3" fmla="*/ 92128 h 130376"/>
                        <a:gd name="connsiteX4" fmla="*/ 0 w 175204"/>
                        <a:gd name="connsiteY4" fmla="*/ 129143 h 130376"/>
                        <a:gd name="connsiteX5" fmla="*/ 1234 w 175204"/>
                        <a:gd name="connsiteY5" fmla="*/ 129143 h 130376"/>
                        <a:gd name="connsiteX6" fmla="*/ 1234 w 175204"/>
                        <a:gd name="connsiteY6" fmla="*/ 129143 h 130376"/>
                        <a:gd name="connsiteX7" fmla="*/ 3701 w 175204"/>
                        <a:gd name="connsiteY7" fmla="*/ 129143 h 130376"/>
                        <a:gd name="connsiteX8" fmla="*/ 4935 w 175204"/>
                        <a:gd name="connsiteY8" fmla="*/ 129143 h 130376"/>
                        <a:gd name="connsiteX9" fmla="*/ 9871 w 175204"/>
                        <a:gd name="connsiteY9" fmla="*/ 130376 h 130376"/>
                        <a:gd name="connsiteX10" fmla="*/ 16040 w 175204"/>
                        <a:gd name="connsiteY10" fmla="*/ 130376 h 130376"/>
                        <a:gd name="connsiteX11" fmla="*/ 18507 w 175204"/>
                        <a:gd name="connsiteY11" fmla="*/ 130376 h 130376"/>
                        <a:gd name="connsiteX12" fmla="*/ 33313 w 175204"/>
                        <a:gd name="connsiteY12" fmla="*/ 93361 h 130376"/>
                        <a:gd name="connsiteX13" fmla="*/ 91304 w 175204"/>
                        <a:gd name="connsiteY13" fmla="*/ 25501 h 130376"/>
                        <a:gd name="connsiteX14" fmla="*/ 120915 w 175204"/>
                        <a:gd name="connsiteY14" fmla="*/ 16864 h 130376"/>
                        <a:gd name="connsiteX15" fmla="*/ 129552 w 175204"/>
                        <a:gd name="connsiteY15" fmla="*/ 18098 h 130376"/>
                        <a:gd name="connsiteX16" fmla="*/ 129552 w 175204"/>
                        <a:gd name="connsiteY16" fmla="*/ 18098 h 130376"/>
                        <a:gd name="connsiteX17" fmla="*/ 138189 w 175204"/>
                        <a:gd name="connsiteY17" fmla="*/ 21799 h 130376"/>
                        <a:gd name="connsiteX18" fmla="*/ 159164 w 175204"/>
                        <a:gd name="connsiteY18" fmla="*/ 53879 h 130376"/>
                        <a:gd name="connsiteX19" fmla="*/ 170269 w 175204"/>
                        <a:gd name="connsiteY19" fmla="*/ 50177 h 130376"/>
                        <a:gd name="connsiteX20" fmla="*/ 175204 w 175204"/>
                        <a:gd name="connsiteY20" fmla="*/ 46476 h 130376"/>
                        <a:gd name="connsiteX21" fmla="*/ 160398 w 175204"/>
                        <a:gd name="connsiteY21" fmla="*/ 19331 h 13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5204" h="130376">
                          <a:moveTo>
                            <a:pt x="160398" y="19331"/>
                          </a:moveTo>
                          <a:cubicBezTo>
                            <a:pt x="156697" y="14396"/>
                            <a:pt x="151761" y="10695"/>
                            <a:pt x="146826" y="6993"/>
                          </a:cubicBezTo>
                          <a:cubicBezTo>
                            <a:pt x="128319" y="-4111"/>
                            <a:pt x="104876" y="-1643"/>
                            <a:pt x="81433" y="11928"/>
                          </a:cubicBezTo>
                          <a:cubicBezTo>
                            <a:pt x="54289" y="27968"/>
                            <a:pt x="29612" y="57580"/>
                            <a:pt x="13572" y="92128"/>
                          </a:cubicBezTo>
                          <a:cubicBezTo>
                            <a:pt x="7403" y="104466"/>
                            <a:pt x="2467" y="116804"/>
                            <a:pt x="0" y="129143"/>
                          </a:cubicBezTo>
                          <a:cubicBezTo>
                            <a:pt x="0" y="129143"/>
                            <a:pt x="0" y="129143"/>
                            <a:pt x="1234" y="129143"/>
                          </a:cubicBezTo>
                          <a:cubicBezTo>
                            <a:pt x="1234" y="129143"/>
                            <a:pt x="1234" y="129143"/>
                            <a:pt x="1234" y="129143"/>
                          </a:cubicBezTo>
                          <a:cubicBezTo>
                            <a:pt x="2467" y="129143"/>
                            <a:pt x="2467" y="129143"/>
                            <a:pt x="3701" y="129143"/>
                          </a:cubicBezTo>
                          <a:cubicBezTo>
                            <a:pt x="3701" y="129143"/>
                            <a:pt x="3701" y="129143"/>
                            <a:pt x="4935" y="129143"/>
                          </a:cubicBezTo>
                          <a:cubicBezTo>
                            <a:pt x="6169" y="129143"/>
                            <a:pt x="8637" y="129143"/>
                            <a:pt x="9871" y="130376"/>
                          </a:cubicBezTo>
                          <a:cubicBezTo>
                            <a:pt x="12338" y="130376"/>
                            <a:pt x="13572" y="130376"/>
                            <a:pt x="16040" y="130376"/>
                          </a:cubicBezTo>
                          <a:cubicBezTo>
                            <a:pt x="17274" y="130376"/>
                            <a:pt x="18507" y="130376"/>
                            <a:pt x="18507" y="130376"/>
                          </a:cubicBezTo>
                          <a:cubicBezTo>
                            <a:pt x="22209" y="118038"/>
                            <a:pt x="27144" y="105700"/>
                            <a:pt x="33313" y="93361"/>
                          </a:cubicBezTo>
                          <a:cubicBezTo>
                            <a:pt x="48119" y="63750"/>
                            <a:pt x="69094" y="39073"/>
                            <a:pt x="91304" y="25501"/>
                          </a:cubicBezTo>
                          <a:cubicBezTo>
                            <a:pt x="102408" y="19331"/>
                            <a:pt x="112278" y="16864"/>
                            <a:pt x="120915" y="16864"/>
                          </a:cubicBezTo>
                          <a:cubicBezTo>
                            <a:pt x="124617" y="16864"/>
                            <a:pt x="127085" y="16864"/>
                            <a:pt x="129552" y="18098"/>
                          </a:cubicBezTo>
                          <a:lnTo>
                            <a:pt x="129552" y="18098"/>
                          </a:lnTo>
                          <a:cubicBezTo>
                            <a:pt x="132020" y="19331"/>
                            <a:pt x="135722" y="19331"/>
                            <a:pt x="138189" y="21799"/>
                          </a:cubicBezTo>
                          <a:cubicBezTo>
                            <a:pt x="148060" y="27968"/>
                            <a:pt x="155463" y="39073"/>
                            <a:pt x="159164" y="53879"/>
                          </a:cubicBezTo>
                          <a:cubicBezTo>
                            <a:pt x="162866" y="52645"/>
                            <a:pt x="166567" y="51411"/>
                            <a:pt x="170269" y="50177"/>
                          </a:cubicBezTo>
                          <a:cubicBezTo>
                            <a:pt x="172737" y="48943"/>
                            <a:pt x="173970" y="47710"/>
                            <a:pt x="175204" y="46476"/>
                          </a:cubicBezTo>
                          <a:cubicBezTo>
                            <a:pt x="171503" y="36605"/>
                            <a:pt x="166567" y="26735"/>
                            <a:pt x="160398" y="19331"/>
                          </a:cubicBezTo>
                          <a:close/>
                        </a:path>
                      </a:pathLst>
                    </a:custGeom>
                    <a:solidFill>
                      <a:srgbClr val="263238"/>
                    </a:solidFill>
                    <a:ln w="12320" cap="flat">
                      <a:noFill/>
                      <a:prstDash val="solid"/>
                      <a:miter/>
                    </a:ln>
                  </p:spPr>
                  <p:txBody>
                    <a:bodyPr rtlCol="0" anchor="ctr"/>
                    <a:lstStyle/>
                    <a:p>
                      <a:endParaRPr lang="en-US"/>
                    </a:p>
                  </p:txBody>
                </p:sp>
              </p:grpSp>
              <p:grpSp>
                <p:nvGrpSpPr>
                  <p:cNvPr id="197" name="Graphic 6">
                    <a:extLst>
                      <a:ext uri="{FF2B5EF4-FFF2-40B4-BE49-F238E27FC236}">
                        <a16:creationId xmlns:a16="http://schemas.microsoft.com/office/drawing/2014/main" id="{31113BDC-2845-441C-B626-57D5D70A544F}"/>
                      </a:ext>
                    </a:extLst>
                  </p:cNvPr>
                  <p:cNvGrpSpPr/>
                  <p:nvPr/>
                </p:nvGrpSpPr>
                <p:grpSpPr>
                  <a:xfrm>
                    <a:off x="9029256" y="4844905"/>
                    <a:ext cx="195254" cy="132227"/>
                    <a:chOff x="9029256" y="4844905"/>
                    <a:chExt cx="195254" cy="132227"/>
                  </a:xfrm>
                </p:grpSpPr>
                <p:sp>
                  <p:nvSpPr>
                    <p:cNvPr id="198" name="Freeform: Shape 197">
                      <a:extLst>
                        <a:ext uri="{FF2B5EF4-FFF2-40B4-BE49-F238E27FC236}">
                          <a16:creationId xmlns:a16="http://schemas.microsoft.com/office/drawing/2014/main" id="{6343ADA7-78F3-4C6E-8320-A7314AE7C6FC}"/>
                        </a:ext>
                      </a:extLst>
                    </p:cNvPr>
                    <p:cNvSpPr/>
                    <p:nvPr/>
                  </p:nvSpPr>
                  <p:spPr>
                    <a:xfrm>
                      <a:off x="9029256" y="4937649"/>
                      <a:ext cx="68477" cy="39482"/>
                    </a:xfrm>
                    <a:custGeom>
                      <a:avLst/>
                      <a:gdLst>
                        <a:gd name="connsiteX0" fmla="*/ 10179 w 68477"/>
                        <a:gd name="connsiteY0" fmla="*/ 5552 h 39482"/>
                        <a:gd name="connsiteX1" fmla="*/ 10179 w 68477"/>
                        <a:gd name="connsiteY1" fmla="*/ 33930 h 39482"/>
                        <a:gd name="connsiteX2" fmla="*/ 58299 w 68477"/>
                        <a:gd name="connsiteY2" fmla="*/ 33930 h 39482"/>
                        <a:gd name="connsiteX3" fmla="*/ 58299 w 68477"/>
                        <a:gd name="connsiteY3" fmla="*/ 5552 h 39482"/>
                        <a:gd name="connsiteX4" fmla="*/ 10179 w 68477"/>
                        <a:gd name="connsiteY4" fmla="*/ 5552 h 39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77" h="39482">
                          <a:moveTo>
                            <a:pt x="10179" y="5552"/>
                          </a:moveTo>
                          <a:cubicBezTo>
                            <a:pt x="-3393" y="12955"/>
                            <a:pt x="-3393" y="25294"/>
                            <a:pt x="10179" y="33930"/>
                          </a:cubicBezTo>
                          <a:cubicBezTo>
                            <a:pt x="23751" y="41333"/>
                            <a:pt x="44726" y="41333"/>
                            <a:pt x="58299" y="33930"/>
                          </a:cubicBezTo>
                          <a:cubicBezTo>
                            <a:pt x="71871" y="26528"/>
                            <a:pt x="71871" y="14189"/>
                            <a:pt x="58299" y="5552"/>
                          </a:cubicBezTo>
                          <a:cubicBezTo>
                            <a:pt x="44726" y="-1851"/>
                            <a:pt x="23751" y="-1851"/>
                            <a:pt x="10179" y="5552"/>
                          </a:cubicBezTo>
                          <a:close/>
                        </a:path>
                      </a:pathLst>
                    </a:custGeom>
                    <a:solidFill>
                      <a:srgbClr val="000000">
                        <a:alpha val="10000"/>
                      </a:srgbClr>
                    </a:solidFill>
                    <a:ln w="12320"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5622BE0C-9015-4C87-A4D1-131D14A2E526}"/>
                        </a:ext>
                      </a:extLst>
                    </p:cNvPr>
                    <p:cNvSpPr/>
                    <p:nvPr/>
                  </p:nvSpPr>
                  <p:spPr>
                    <a:xfrm>
                      <a:off x="9048072" y="4844905"/>
                      <a:ext cx="176438" cy="130376"/>
                    </a:xfrm>
                    <a:custGeom>
                      <a:avLst/>
                      <a:gdLst>
                        <a:gd name="connsiteX0" fmla="*/ 161632 w 176438"/>
                        <a:gd name="connsiteY0" fmla="*/ 19332 h 130376"/>
                        <a:gd name="connsiteX1" fmla="*/ 146826 w 176438"/>
                        <a:gd name="connsiteY1" fmla="*/ 6993 h 130376"/>
                        <a:gd name="connsiteX2" fmla="*/ 81433 w 176438"/>
                        <a:gd name="connsiteY2" fmla="*/ 11929 h 130376"/>
                        <a:gd name="connsiteX3" fmla="*/ 13572 w 176438"/>
                        <a:gd name="connsiteY3" fmla="*/ 92128 h 130376"/>
                        <a:gd name="connsiteX4" fmla="*/ 0 w 176438"/>
                        <a:gd name="connsiteY4" fmla="*/ 129143 h 130376"/>
                        <a:gd name="connsiteX5" fmla="*/ 7403 w 176438"/>
                        <a:gd name="connsiteY5" fmla="*/ 130377 h 130376"/>
                        <a:gd name="connsiteX6" fmla="*/ 9871 w 176438"/>
                        <a:gd name="connsiteY6" fmla="*/ 130377 h 130376"/>
                        <a:gd name="connsiteX7" fmla="*/ 9871 w 176438"/>
                        <a:gd name="connsiteY7" fmla="*/ 130377 h 130376"/>
                        <a:gd name="connsiteX8" fmla="*/ 11105 w 176438"/>
                        <a:gd name="connsiteY8" fmla="*/ 130377 h 130376"/>
                        <a:gd name="connsiteX9" fmla="*/ 17274 w 176438"/>
                        <a:gd name="connsiteY9" fmla="*/ 130377 h 130376"/>
                        <a:gd name="connsiteX10" fmla="*/ 32080 w 176438"/>
                        <a:gd name="connsiteY10" fmla="*/ 93362 h 130376"/>
                        <a:gd name="connsiteX11" fmla="*/ 91304 w 176438"/>
                        <a:gd name="connsiteY11" fmla="*/ 25501 h 130376"/>
                        <a:gd name="connsiteX12" fmla="*/ 120916 w 176438"/>
                        <a:gd name="connsiteY12" fmla="*/ 16864 h 130376"/>
                        <a:gd name="connsiteX13" fmla="*/ 130786 w 176438"/>
                        <a:gd name="connsiteY13" fmla="*/ 18098 h 130376"/>
                        <a:gd name="connsiteX14" fmla="*/ 139423 w 176438"/>
                        <a:gd name="connsiteY14" fmla="*/ 21799 h 130376"/>
                        <a:gd name="connsiteX15" fmla="*/ 160398 w 176438"/>
                        <a:gd name="connsiteY15" fmla="*/ 53879 h 130376"/>
                        <a:gd name="connsiteX16" fmla="*/ 171503 w 176438"/>
                        <a:gd name="connsiteY16" fmla="*/ 50177 h 130376"/>
                        <a:gd name="connsiteX17" fmla="*/ 176438 w 176438"/>
                        <a:gd name="connsiteY17" fmla="*/ 46476 h 130376"/>
                        <a:gd name="connsiteX18" fmla="*/ 161632 w 176438"/>
                        <a:gd name="connsiteY18" fmla="*/ 19332 h 13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76438" h="130376">
                          <a:moveTo>
                            <a:pt x="161632" y="19332"/>
                          </a:moveTo>
                          <a:cubicBezTo>
                            <a:pt x="157931" y="14396"/>
                            <a:pt x="152996" y="10695"/>
                            <a:pt x="146826" y="6993"/>
                          </a:cubicBezTo>
                          <a:cubicBezTo>
                            <a:pt x="128319" y="-4111"/>
                            <a:pt x="104876" y="-1644"/>
                            <a:pt x="81433" y="11929"/>
                          </a:cubicBezTo>
                          <a:cubicBezTo>
                            <a:pt x="54289" y="27968"/>
                            <a:pt x="29612" y="57580"/>
                            <a:pt x="13572" y="92128"/>
                          </a:cubicBezTo>
                          <a:cubicBezTo>
                            <a:pt x="7403" y="104466"/>
                            <a:pt x="3702" y="116804"/>
                            <a:pt x="0" y="129143"/>
                          </a:cubicBezTo>
                          <a:cubicBezTo>
                            <a:pt x="2468" y="130377"/>
                            <a:pt x="4936" y="130377"/>
                            <a:pt x="7403" y="130377"/>
                          </a:cubicBezTo>
                          <a:cubicBezTo>
                            <a:pt x="8637" y="130377"/>
                            <a:pt x="8637" y="130377"/>
                            <a:pt x="9871" y="130377"/>
                          </a:cubicBezTo>
                          <a:cubicBezTo>
                            <a:pt x="9871" y="130377"/>
                            <a:pt x="9871" y="130377"/>
                            <a:pt x="9871" y="130377"/>
                          </a:cubicBezTo>
                          <a:lnTo>
                            <a:pt x="11105" y="130377"/>
                          </a:lnTo>
                          <a:cubicBezTo>
                            <a:pt x="13572" y="130377"/>
                            <a:pt x="14806" y="130377"/>
                            <a:pt x="17274" y="130377"/>
                          </a:cubicBezTo>
                          <a:cubicBezTo>
                            <a:pt x="20975" y="118038"/>
                            <a:pt x="25911" y="105700"/>
                            <a:pt x="32080" y="93362"/>
                          </a:cubicBezTo>
                          <a:cubicBezTo>
                            <a:pt x="46886" y="63750"/>
                            <a:pt x="67861" y="39073"/>
                            <a:pt x="91304" y="25501"/>
                          </a:cubicBezTo>
                          <a:cubicBezTo>
                            <a:pt x="102408" y="19332"/>
                            <a:pt x="112279" y="16864"/>
                            <a:pt x="120916" y="16864"/>
                          </a:cubicBezTo>
                          <a:cubicBezTo>
                            <a:pt x="124617" y="16864"/>
                            <a:pt x="127085" y="16864"/>
                            <a:pt x="130786" y="18098"/>
                          </a:cubicBezTo>
                          <a:cubicBezTo>
                            <a:pt x="133254" y="19332"/>
                            <a:pt x="135722" y="19332"/>
                            <a:pt x="139423" y="21799"/>
                          </a:cubicBezTo>
                          <a:cubicBezTo>
                            <a:pt x="149294" y="27968"/>
                            <a:pt x="156697" y="39073"/>
                            <a:pt x="160398" y="53879"/>
                          </a:cubicBezTo>
                          <a:cubicBezTo>
                            <a:pt x="164100" y="52645"/>
                            <a:pt x="167801" y="51411"/>
                            <a:pt x="171503" y="50177"/>
                          </a:cubicBezTo>
                          <a:cubicBezTo>
                            <a:pt x="173970" y="48944"/>
                            <a:pt x="175204" y="47710"/>
                            <a:pt x="176438" y="46476"/>
                          </a:cubicBezTo>
                          <a:cubicBezTo>
                            <a:pt x="172737" y="36605"/>
                            <a:pt x="167801" y="26735"/>
                            <a:pt x="161632" y="19332"/>
                          </a:cubicBezTo>
                          <a:close/>
                        </a:path>
                      </a:pathLst>
                    </a:custGeom>
                    <a:solidFill>
                      <a:srgbClr val="263238"/>
                    </a:solidFill>
                    <a:ln w="12320" cap="flat">
                      <a:noFill/>
                      <a:prstDash val="solid"/>
                      <a:miter/>
                    </a:ln>
                  </p:spPr>
                  <p:txBody>
                    <a:bodyPr rtlCol="0" anchor="ctr"/>
                    <a:lstStyle/>
                    <a:p>
                      <a:endParaRPr lang="en-US"/>
                    </a:p>
                  </p:txBody>
                </p:sp>
              </p:grpSp>
              <p:grpSp>
                <p:nvGrpSpPr>
                  <p:cNvPr id="200" name="Graphic 6">
                    <a:extLst>
                      <a:ext uri="{FF2B5EF4-FFF2-40B4-BE49-F238E27FC236}">
                        <a16:creationId xmlns:a16="http://schemas.microsoft.com/office/drawing/2014/main" id="{31113BDC-2845-441C-B626-57D5D70A544F}"/>
                      </a:ext>
                    </a:extLst>
                  </p:cNvPr>
                  <p:cNvGrpSpPr/>
                  <p:nvPr/>
                </p:nvGrpSpPr>
                <p:grpSpPr>
                  <a:xfrm>
                    <a:off x="8883664" y="4761004"/>
                    <a:ext cx="194020" cy="132227"/>
                    <a:chOff x="8883664" y="4761004"/>
                    <a:chExt cx="194020" cy="132227"/>
                  </a:xfrm>
                </p:grpSpPr>
                <p:sp>
                  <p:nvSpPr>
                    <p:cNvPr id="201" name="Freeform: Shape 200">
                      <a:extLst>
                        <a:ext uri="{FF2B5EF4-FFF2-40B4-BE49-F238E27FC236}">
                          <a16:creationId xmlns:a16="http://schemas.microsoft.com/office/drawing/2014/main" id="{B1EF0C05-098F-44A2-AD82-3B0AF701183C}"/>
                        </a:ext>
                      </a:extLst>
                    </p:cNvPr>
                    <p:cNvSpPr/>
                    <p:nvPr/>
                  </p:nvSpPr>
                  <p:spPr>
                    <a:xfrm>
                      <a:off x="8883664" y="4852823"/>
                      <a:ext cx="68477" cy="40408"/>
                    </a:xfrm>
                    <a:custGeom>
                      <a:avLst/>
                      <a:gdLst>
                        <a:gd name="connsiteX0" fmla="*/ 10179 w 68477"/>
                        <a:gd name="connsiteY0" fmla="*/ 6478 h 40408"/>
                        <a:gd name="connsiteX1" fmla="*/ 10179 w 68477"/>
                        <a:gd name="connsiteY1" fmla="*/ 34856 h 40408"/>
                        <a:gd name="connsiteX2" fmla="*/ 58299 w 68477"/>
                        <a:gd name="connsiteY2" fmla="*/ 34856 h 40408"/>
                        <a:gd name="connsiteX3" fmla="*/ 58299 w 68477"/>
                        <a:gd name="connsiteY3" fmla="*/ 6478 h 40408"/>
                        <a:gd name="connsiteX4" fmla="*/ 10179 w 68477"/>
                        <a:gd name="connsiteY4" fmla="*/ 6478 h 40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77" h="40408">
                          <a:moveTo>
                            <a:pt x="10179" y="6478"/>
                          </a:moveTo>
                          <a:cubicBezTo>
                            <a:pt x="-3393" y="13880"/>
                            <a:pt x="-3393" y="26219"/>
                            <a:pt x="10179" y="34856"/>
                          </a:cubicBezTo>
                          <a:cubicBezTo>
                            <a:pt x="23751" y="42259"/>
                            <a:pt x="44726" y="42259"/>
                            <a:pt x="58299" y="34856"/>
                          </a:cubicBezTo>
                          <a:cubicBezTo>
                            <a:pt x="71871" y="27453"/>
                            <a:pt x="71871" y="15114"/>
                            <a:pt x="58299" y="6478"/>
                          </a:cubicBezTo>
                          <a:cubicBezTo>
                            <a:pt x="44726" y="-2159"/>
                            <a:pt x="22517" y="-2159"/>
                            <a:pt x="10179" y="6478"/>
                          </a:cubicBezTo>
                          <a:close/>
                        </a:path>
                      </a:pathLst>
                    </a:custGeom>
                    <a:solidFill>
                      <a:srgbClr val="000000">
                        <a:alpha val="10000"/>
                      </a:srgbClr>
                    </a:solidFill>
                    <a:ln w="12320"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0DD4E2AA-98A3-4F1F-A15D-4673AA934E8B}"/>
                        </a:ext>
                      </a:extLst>
                    </p:cNvPr>
                    <p:cNvSpPr/>
                    <p:nvPr/>
                  </p:nvSpPr>
                  <p:spPr>
                    <a:xfrm>
                      <a:off x="8901246" y="4761004"/>
                      <a:ext cx="176438" cy="131610"/>
                    </a:xfrm>
                    <a:custGeom>
                      <a:avLst/>
                      <a:gdLst>
                        <a:gd name="connsiteX0" fmla="*/ 161632 w 176438"/>
                        <a:gd name="connsiteY0" fmla="*/ 19331 h 131610"/>
                        <a:gd name="connsiteX1" fmla="*/ 161632 w 176438"/>
                        <a:gd name="connsiteY1" fmla="*/ 19331 h 131610"/>
                        <a:gd name="connsiteX2" fmla="*/ 146826 w 176438"/>
                        <a:gd name="connsiteY2" fmla="*/ 6993 h 131610"/>
                        <a:gd name="connsiteX3" fmla="*/ 81433 w 176438"/>
                        <a:gd name="connsiteY3" fmla="*/ 11929 h 131610"/>
                        <a:gd name="connsiteX4" fmla="*/ 13572 w 176438"/>
                        <a:gd name="connsiteY4" fmla="*/ 92128 h 131610"/>
                        <a:gd name="connsiteX5" fmla="*/ 0 w 176438"/>
                        <a:gd name="connsiteY5" fmla="*/ 129143 h 131610"/>
                        <a:gd name="connsiteX6" fmla="*/ 3702 w 176438"/>
                        <a:gd name="connsiteY6" fmla="*/ 130376 h 131610"/>
                        <a:gd name="connsiteX7" fmla="*/ 9871 w 176438"/>
                        <a:gd name="connsiteY7" fmla="*/ 131610 h 131610"/>
                        <a:gd name="connsiteX8" fmla="*/ 16040 w 176438"/>
                        <a:gd name="connsiteY8" fmla="*/ 131610 h 131610"/>
                        <a:gd name="connsiteX9" fmla="*/ 18507 w 176438"/>
                        <a:gd name="connsiteY9" fmla="*/ 131610 h 131610"/>
                        <a:gd name="connsiteX10" fmla="*/ 33314 w 176438"/>
                        <a:gd name="connsiteY10" fmla="*/ 94595 h 131610"/>
                        <a:gd name="connsiteX11" fmla="*/ 91304 w 176438"/>
                        <a:gd name="connsiteY11" fmla="*/ 26735 h 131610"/>
                        <a:gd name="connsiteX12" fmla="*/ 120916 w 176438"/>
                        <a:gd name="connsiteY12" fmla="*/ 18098 h 131610"/>
                        <a:gd name="connsiteX13" fmla="*/ 130786 w 176438"/>
                        <a:gd name="connsiteY13" fmla="*/ 19331 h 131610"/>
                        <a:gd name="connsiteX14" fmla="*/ 139423 w 176438"/>
                        <a:gd name="connsiteY14" fmla="*/ 23033 h 131610"/>
                        <a:gd name="connsiteX15" fmla="*/ 160398 w 176438"/>
                        <a:gd name="connsiteY15" fmla="*/ 55113 h 131610"/>
                        <a:gd name="connsiteX16" fmla="*/ 171503 w 176438"/>
                        <a:gd name="connsiteY16" fmla="*/ 51411 h 131610"/>
                        <a:gd name="connsiteX17" fmla="*/ 176438 w 176438"/>
                        <a:gd name="connsiteY17" fmla="*/ 47710 h 131610"/>
                        <a:gd name="connsiteX18" fmla="*/ 161632 w 176438"/>
                        <a:gd name="connsiteY18" fmla="*/ 19331 h 13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76438" h="131610">
                          <a:moveTo>
                            <a:pt x="161632" y="19331"/>
                          </a:moveTo>
                          <a:cubicBezTo>
                            <a:pt x="161632" y="19331"/>
                            <a:pt x="161632" y="19331"/>
                            <a:pt x="161632" y="19331"/>
                          </a:cubicBezTo>
                          <a:cubicBezTo>
                            <a:pt x="157931" y="14396"/>
                            <a:pt x="152995" y="10695"/>
                            <a:pt x="146826" y="6993"/>
                          </a:cubicBezTo>
                          <a:cubicBezTo>
                            <a:pt x="128319" y="-4111"/>
                            <a:pt x="104876" y="-1643"/>
                            <a:pt x="81433" y="11929"/>
                          </a:cubicBezTo>
                          <a:cubicBezTo>
                            <a:pt x="54289" y="27968"/>
                            <a:pt x="29612" y="57580"/>
                            <a:pt x="13572" y="92128"/>
                          </a:cubicBezTo>
                          <a:cubicBezTo>
                            <a:pt x="7403" y="104466"/>
                            <a:pt x="3702" y="116805"/>
                            <a:pt x="0" y="129143"/>
                          </a:cubicBezTo>
                          <a:cubicBezTo>
                            <a:pt x="1234" y="129143"/>
                            <a:pt x="2468" y="130376"/>
                            <a:pt x="3702" y="130376"/>
                          </a:cubicBezTo>
                          <a:cubicBezTo>
                            <a:pt x="4935" y="130376"/>
                            <a:pt x="7403" y="131610"/>
                            <a:pt x="9871" y="131610"/>
                          </a:cubicBezTo>
                          <a:cubicBezTo>
                            <a:pt x="12338" y="131610"/>
                            <a:pt x="13572" y="131610"/>
                            <a:pt x="16040" y="131610"/>
                          </a:cubicBezTo>
                          <a:cubicBezTo>
                            <a:pt x="17274" y="131610"/>
                            <a:pt x="17274" y="131610"/>
                            <a:pt x="18507" y="131610"/>
                          </a:cubicBezTo>
                          <a:cubicBezTo>
                            <a:pt x="22209" y="119272"/>
                            <a:pt x="27144" y="106934"/>
                            <a:pt x="33314" y="94595"/>
                          </a:cubicBezTo>
                          <a:cubicBezTo>
                            <a:pt x="48119" y="64983"/>
                            <a:pt x="69095" y="40307"/>
                            <a:pt x="91304" y="26735"/>
                          </a:cubicBezTo>
                          <a:cubicBezTo>
                            <a:pt x="102408" y="20565"/>
                            <a:pt x="112279" y="18098"/>
                            <a:pt x="120916" y="18098"/>
                          </a:cubicBezTo>
                          <a:cubicBezTo>
                            <a:pt x="124617" y="18098"/>
                            <a:pt x="127085" y="18098"/>
                            <a:pt x="130786" y="19331"/>
                          </a:cubicBezTo>
                          <a:cubicBezTo>
                            <a:pt x="133254" y="20565"/>
                            <a:pt x="136956" y="21799"/>
                            <a:pt x="139423" y="23033"/>
                          </a:cubicBezTo>
                          <a:cubicBezTo>
                            <a:pt x="149294" y="29202"/>
                            <a:pt x="156697" y="40307"/>
                            <a:pt x="160398" y="55113"/>
                          </a:cubicBezTo>
                          <a:cubicBezTo>
                            <a:pt x="164100" y="53879"/>
                            <a:pt x="167801" y="52645"/>
                            <a:pt x="171503" y="51411"/>
                          </a:cubicBezTo>
                          <a:cubicBezTo>
                            <a:pt x="173970" y="50177"/>
                            <a:pt x="175204" y="48944"/>
                            <a:pt x="176438" y="47710"/>
                          </a:cubicBezTo>
                          <a:cubicBezTo>
                            <a:pt x="172737" y="35372"/>
                            <a:pt x="169035" y="26735"/>
                            <a:pt x="161632" y="19331"/>
                          </a:cubicBezTo>
                          <a:close/>
                        </a:path>
                      </a:pathLst>
                    </a:custGeom>
                    <a:solidFill>
                      <a:srgbClr val="263238"/>
                    </a:solidFill>
                    <a:ln w="12320" cap="flat">
                      <a:noFill/>
                      <a:prstDash val="solid"/>
                      <a:miter/>
                    </a:ln>
                  </p:spPr>
                  <p:txBody>
                    <a:bodyPr rtlCol="0" anchor="ctr"/>
                    <a:lstStyle/>
                    <a:p>
                      <a:endParaRPr lang="en-US"/>
                    </a:p>
                  </p:txBody>
                </p:sp>
              </p:grpSp>
              <p:grpSp>
                <p:nvGrpSpPr>
                  <p:cNvPr id="203" name="Graphic 6">
                    <a:extLst>
                      <a:ext uri="{FF2B5EF4-FFF2-40B4-BE49-F238E27FC236}">
                        <a16:creationId xmlns:a16="http://schemas.microsoft.com/office/drawing/2014/main" id="{31113BDC-2845-441C-B626-57D5D70A544F}"/>
                      </a:ext>
                    </a:extLst>
                  </p:cNvPr>
                  <p:cNvGrpSpPr/>
                  <p:nvPr/>
                </p:nvGrpSpPr>
                <p:grpSpPr>
                  <a:xfrm>
                    <a:off x="8736838" y="4675870"/>
                    <a:ext cx="196487" cy="132227"/>
                    <a:chOff x="8736838" y="4675870"/>
                    <a:chExt cx="196487" cy="132227"/>
                  </a:xfrm>
                </p:grpSpPr>
                <p:sp>
                  <p:nvSpPr>
                    <p:cNvPr id="204" name="Freeform: Shape 203">
                      <a:extLst>
                        <a:ext uri="{FF2B5EF4-FFF2-40B4-BE49-F238E27FC236}">
                          <a16:creationId xmlns:a16="http://schemas.microsoft.com/office/drawing/2014/main" id="{B85A4B09-CE08-427D-85BB-333679E2C8F3}"/>
                        </a:ext>
                      </a:extLst>
                    </p:cNvPr>
                    <p:cNvSpPr/>
                    <p:nvPr/>
                  </p:nvSpPr>
                  <p:spPr>
                    <a:xfrm>
                      <a:off x="8736838" y="4768614"/>
                      <a:ext cx="68477" cy="39482"/>
                    </a:xfrm>
                    <a:custGeom>
                      <a:avLst/>
                      <a:gdLst>
                        <a:gd name="connsiteX0" fmla="*/ 10179 w 68477"/>
                        <a:gd name="connsiteY0" fmla="*/ 5552 h 39482"/>
                        <a:gd name="connsiteX1" fmla="*/ 10179 w 68477"/>
                        <a:gd name="connsiteY1" fmla="*/ 33930 h 39482"/>
                        <a:gd name="connsiteX2" fmla="*/ 58299 w 68477"/>
                        <a:gd name="connsiteY2" fmla="*/ 33930 h 39482"/>
                        <a:gd name="connsiteX3" fmla="*/ 58299 w 68477"/>
                        <a:gd name="connsiteY3" fmla="*/ 5552 h 39482"/>
                        <a:gd name="connsiteX4" fmla="*/ 10179 w 68477"/>
                        <a:gd name="connsiteY4" fmla="*/ 5552 h 39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77" h="39482">
                          <a:moveTo>
                            <a:pt x="10179" y="5552"/>
                          </a:moveTo>
                          <a:cubicBezTo>
                            <a:pt x="-3393" y="12955"/>
                            <a:pt x="-3393" y="25293"/>
                            <a:pt x="10179" y="33930"/>
                          </a:cubicBezTo>
                          <a:cubicBezTo>
                            <a:pt x="23751" y="41333"/>
                            <a:pt x="44727" y="41333"/>
                            <a:pt x="58299" y="33930"/>
                          </a:cubicBezTo>
                          <a:cubicBezTo>
                            <a:pt x="71871" y="26527"/>
                            <a:pt x="71871" y="14189"/>
                            <a:pt x="58299" y="5552"/>
                          </a:cubicBezTo>
                          <a:cubicBezTo>
                            <a:pt x="45960" y="-1851"/>
                            <a:pt x="23751" y="-1851"/>
                            <a:pt x="10179" y="5552"/>
                          </a:cubicBezTo>
                          <a:close/>
                        </a:path>
                      </a:pathLst>
                    </a:custGeom>
                    <a:solidFill>
                      <a:srgbClr val="000000">
                        <a:alpha val="10000"/>
                      </a:srgbClr>
                    </a:solidFill>
                    <a:ln w="12320"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DBA21187-6E47-472A-B912-C5269502971E}"/>
                        </a:ext>
                      </a:extLst>
                    </p:cNvPr>
                    <p:cNvSpPr/>
                    <p:nvPr/>
                  </p:nvSpPr>
                  <p:spPr>
                    <a:xfrm>
                      <a:off x="8755654" y="4675870"/>
                      <a:ext cx="177671" cy="131610"/>
                    </a:xfrm>
                    <a:custGeom>
                      <a:avLst/>
                      <a:gdLst>
                        <a:gd name="connsiteX0" fmla="*/ 161632 w 177671"/>
                        <a:gd name="connsiteY0" fmla="*/ 19331 h 131610"/>
                        <a:gd name="connsiteX1" fmla="*/ 146826 w 177671"/>
                        <a:gd name="connsiteY1" fmla="*/ 6993 h 131610"/>
                        <a:gd name="connsiteX2" fmla="*/ 81433 w 177671"/>
                        <a:gd name="connsiteY2" fmla="*/ 11928 h 131610"/>
                        <a:gd name="connsiteX3" fmla="*/ 13572 w 177671"/>
                        <a:gd name="connsiteY3" fmla="*/ 92128 h 131610"/>
                        <a:gd name="connsiteX4" fmla="*/ 0 w 177671"/>
                        <a:gd name="connsiteY4" fmla="*/ 129143 h 131610"/>
                        <a:gd name="connsiteX5" fmla="*/ 3701 w 177671"/>
                        <a:gd name="connsiteY5" fmla="*/ 130376 h 131610"/>
                        <a:gd name="connsiteX6" fmla="*/ 9871 w 177671"/>
                        <a:gd name="connsiteY6" fmla="*/ 131610 h 131610"/>
                        <a:gd name="connsiteX7" fmla="*/ 16040 w 177671"/>
                        <a:gd name="connsiteY7" fmla="*/ 131610 h 131610"/>
                        <a:gd name="connsiteX8" fmla="*/ 18507 w 177671"/>
                        <a:gd name="connsiteY8" fmla="*/ 131610 h 131610"/>
                        <a:gd name="connsiteX9" fmla="*/ 33313 w 177671"/>
                        <a:gd name="connsiteY9" fmla="*/ 94595 h 131610"/>
                        <a:gd name="connsiteX10" fmla="*/ 92537 w 177671"/>
                        <a:gd name="connsiteY10" fmla="*/ 26735 h 131610"/>
                        <a:gd name="connsiteX11" fmla="*/ 122149 w 177671"/>
                        <a:gd name="connsiteY11" fmla="*/ 18098 h 131610"/>
                        <a:gd name="connsiteX12" fmla="*/ 132020 w 177671"/>
                        <a:gd name="connsiteY12" fmla="*/ 19331 h 131610"/>
                        <a:gd name="connsiteX13" fmla="*/ 140657 w 177671"/>
                        <a:gd name="connsiteY13" fmla="*/ 23033 h 131610"/>
                        <a:gd name="connsiteX14" fmla="*/ 161632 w 177671"/>
                        <a:gd name="connsiteY14" fmla="*/ 55113 h 131610"/>
                        <a:gd name="connsiteX15" fmla="*/ 172737 w 177671"/>
                        <a:gd name="connsiteY15" fmla="*/ 51411 h 131610"/>
                        <a:gd name="connsiteX16" fmla="*/ 177672 w 177671"/>
                        <a:gd name="connsiteY16" fmla="*/ 47710 h 131610"/>
                        <a:gd name="connsiteX17" fmla="*/ 161632 w 177671"/>
                        <a:gd name="connsiteY17" fmla="*/ 19331 h 13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7671" h="131610">
                          <a:moveTo>
                            <a:pt x="161632" y="19331"/>
                          </a:moveTo>
                          <a:cubicBezTo>
                            <a:pt x="157930" y="14396"/>
                            <a:pt x="152995" y="10695"/>
                            <a:pt x="146826" y="6993"/>
                          </a:cubicBezTo>
                          <a:cubicBezTo>
                            <a:pt x="128319" y="-4111"/>
                            <a:pt x="104876" y="-1643"/>
                            <a:pt x="81433" y="11928"/>
                          </a:cubicBezTo>
                          <a:cubicBezTo>
                            <a:pt x="54289" y="27968"/>
                            <a:pt x="29612" y="57580"/>
                            <a:pt x="13572" y="92128"/>
                          </a:cubicBezTo>
                          <a:cubicBezTo>
                            <a:pt x="7403" y="104466"/>
                            <a:pt x="3701" y="116804"/>
                            <a:pt x="0" y="129143"/>
                          </a:cubicBezTo>
                          <a:cubicBezTo>
                            <a:pt x="1234" y="129143"/>
                            <a:pt x="2467" y="130376"/>
                            <a:pt x="3701" y="130376"/>
                          </a:cubicBezTo>
                          <a:cubicBezTo>
                            <a:pt x="4935" y="130376"/>
                            <a:pt x="7403" y="131610"/>
                            <a:pt x="9871" y="131610"/>
                          </a:cubicBezTo>
                          <a:cubicBezTo>
                            <a:pt x="12338" y="131610"/>
                            <a:pt x="13572" y="131610"/>
                            <a:pt x="16040" y="131610"/>
                          </a:cubicBezTo>
                          <a:cubicBezTo>
                            <a:pt x="17274" y="131610"/>
                            <a:pt x="18507" y="131610"/>
                            <a:pt x="18507" y="131610"/>
                          </a:cubicBezTo>
                          <a:cubicBezTo>
                            <a:pt x="22209" y="119272"/>
                            <a:pt x="27144" y="106934"/>
                            <a:pt x="33313" y="94595"/>
                          </a:cubicBezTo>
                          <a:cubicBezTo>
                            <a:pt x="48119" y="64983"/>
                            <a:pt x="69095" y="40307"/>
                            <a:pt x="92537" y="26735"/>
                          </a:cubicBezTo>
                          <a:cubicBezTo>
                            <a:pt x="103642" y="20565"/>
                            <a:pt x="113512" y="18098"/>
                            <a:pt x="122149" y="18098"/>
                          </a:cubicBezTo>
                          <a:cubicBezTo>
                            <a:pt x="125851" y="18098"/>
                            <a:pt x="128319" y="18098"/>
                            <a:pt x="132020" y="19331"/>
                          </a:cubicBezTo>
                          <a:cubicBezTo>
                            <a:pt x="134488" y="20565"/>
                            <a:pt x="136956" y="21799"/>
                            <a:pt x="140657" y="23033"/>
                          </a:cubicBezTo>
                          <a:cubicBezTo>
                            <a:pt x="150527" y="29202"/>
                            <a:pt x="157930" y="40307"/>
                            <a:pt x="161632" y="55113"/>
                          </a:cubicBezTo>
                          <a:cubicBezTo>
                            <a:pt x="165334" y="53879"/>
                            <a:pt x="169035" y="52645"/>
                            <a:pt x="172737" y="51411"/>
                          </a:cubicBezTo>
                          <a:cubicBezTo>
                            <a:pt x="175204" y="50177"/>
                            <a:pt x="176438" y="48943"/>
                            <a:pt x="177672" y="47710"/>
                          </a:cubicBezTo>
                          <a:cubicBezTo>
                            <a:pt x="172737" y="36605"/>
                            <a:pt x="167801" y="26735"/>
                            <a:pt x="161632" y="19331"/>
                          </a:cubicBezTo>
                          <a:close/>
                        </a:path>
                      </a:pathLst>
                    </a:custGeom>
                    <a:solidFill>
                      <a:srgbClr val="263238"/>
                    </a:solidFill>
                    <a:ln w="12320" cap="flat">
                      <a:noFill/>
                      <a:prstDash val="solid"/>
                      <a:miter/>
                    </a:ln>
                  </p:spPr>
                  <p:txBody>
                    <a:bodyPr rtlCol="0" anchor="ctr"/>
                    <a:lstStyle/>
                    <a:p>
                      <a:endParaRPr lang="en-US"/>
                    </a:p>
                  </p:txBody>
                </p:sp>
              </p:grpSp>
              <p:grpSp>
                <p:nvGrpSpPr>
                  <p:cNvPr id="206" name="Graphic 6">
                    <a:extLst>
                      <a:ext uri="{FF2B5EF4-FFF2-40B4-BE49-F238E27FC236}">
                        <a16:creationId xmlns:a16="http://schemas.microsoft.com/office/drawing/2014/main" id="{31113BDC-2845-441C-B626-57D5D70A544F}"/>
                      </a:ext>
                    </a:extLst>
                  </p:cNvPr>
                  <p:cNvGrpSpPr/>
                  <p:nvPr/>
                </p:nvGrpSpPr>
                <p:grpSpPr>
                  <a:xfrm>
                    <a:off x="8591246" y="4591969"/>
                    <a:ext cx="191552" cy="132227"/>
                    <a:chOff x="8591246" y="4591969"/>
                    <a:chExt cx="191552" cy="132227"/>
                  </a:xfrm>
                </p:grpSpPr>
                <p:sp>
                  <p:nvSpPr>
                    <p:cNvPr id="207" name="Freeform: Shape 206">
                      <a:extLst>
                        <a:ext uri="{FF2B5EF4-FFF2-40B4-BE49-F238E27FC236}">
                          <a16:creationId xmlns:a16="http://schemas.microsoft.com/office/drawing/2014/main" id="{E32D17D8-95D4-459D-9277-7960C7477D6E}"/>
                        </a:ext>
                      </a:extLst>
                    </p:cNvPr>
                    <p:cNvSpPr/>
                    <p:nvPr/>
                  </p:nvSpPr>
                  <p:spPr>
                    <a:xfrm>
                      <a:off x="8591246" y="4684714"/>
                      <a:ext cx="68477" cy="39482"/>
                    </a:xfrm>
                    <a:custGeom>
                      <a:avLst/>
                      <a:gdLst>
                        <a:gd name="connsiteX0" fmla="*/ 10179 w 68477"/>
                        <a:gd name="connsiteY0" fmla="*/ 5552 h 39482"/>
                        <a:gd name="connsiteX1" fmla="*/ 10179 w 68477"/>
                        <a:gd name="connsiteY1" fmla="*/ 33930 h 39482"/>
                        <a:gd name="connsiteX2" fmla="*/ 58299 w 68477"/>
                        <a:gd name="connsiteY2" fmla="*/ 33930 h 39482"/>
                        <a:gd name="connsiteX3" fmla="*/ 58299 w 68477"/>
                        <a:gd name="connsiteY3" fmla="*/ 5552 h 39482"/>
                        <a:gd name="connsiteX4" fmla="*/ 10179 w 68477"/>
                        <a:gd name="connsiteY4" fmla="*/ 5552 h 39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77" h="39482">
                          <a:moveTo>
                            <a:pt x="10179" y="5552"/>
                          </a:moveTo>
                          <a:cubicBezTo>
                            <a:pt x="-3393" y="12955"/>
                            <a:pt x="-3393" y="25294"/>
                            <a:pt x="10179" y="33930"/>
                          </a:cubicBezTo>
                          <a:cubicBezTo>
                            <a:pt x="23751" y="41333"/>
                            <a:pt x="44726" y="41333"/>
                            <a:pt x="58299" y="33930"/>
                          </a:cubicBezTo>
                          <a:cubicBezTo>
                            <a:pt x="71871" y="26528"/>
                            <a:pt x="71871" y="14189"/>
                            <a:pt x="58299" y="5552"/>
                          </a:cubicBezTo>
                          <a:cubicBezTo>
                            <a:pt x="44726" y="-1851"/>
                            <a:pt x="22518" y="-1851"/>
                            <a:pt x="10179" y="5552"/>
                          </a:cubicBezTo>
                          <a:close/>
                        </a:path>
                      </a:pathLst>
                    </a:custGeom>
                    <a:solidFill>
                      <a:srgbClr val="000000">
                        <a:alpha val="10000"/>
                      </a:srgbClr>
                    </a:solidFill>
                    <a:ln w="12320"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2256F10D-AE3A-4D3A-BC1B-34515396D7E8}"/>
                        </a:ext>
                      </a:extLst>
                    </p:cNvPr>
                    <p:cNvSpPr/>
                    <p:nvPr/>
                  </p:nvSpPr>
                  <p:spPr>
                    <a:xfrm>
                      <a:off x="8608828" y="4591969"/>
                      <a:ext cx="173970" cy="131610"/>
                    </a:xfrm>
                    <a:custGeom>
                      <a:avLst/>
                      <a:gdLst>
                        <a:gd name="connsiteX0" fmla="*/ 161632 w 173970"/>
                        <a:gd name="connsiteY0" fmla="*/ 19332 h 131610"/>
                        <a:gd name="connsiteX1" fmla="*/ 146826 w 173970"/>
                        <a:gd name="connsiteY1" fmla="*/ 6993 h 131610"/>
                        <a:gd name="connsiteX2" fmla="*/ 81433 w 173970"/>
                        <a:gd name="connsiteY2" fmla="*/ 11929 h 131610"/>
                        <a:gd name="connsiteX3" fmla="*/ 13572 w 173970"/>
                        <a:gd name="connsiteY3" fmla="*/ 92128 h 131610"/>
                        <a:gd name="connsiteX4" fmla="*/ 0 w 173970"/>
                        <a:gd name="connsiteY4" fmla="*/ 129143 h 131610"/>
                        <a:gd name="connsiteX5" fmla="*/ 2468 w 173970"/>
                        <a:gd name="connsiteY5" fmla="*/ 130377 h 131610"/>
                        <a:gd name="connsiteX6" fmla="*/ 8637 w 173970"/>
                        <a:gd name="connsiteY6" fmla="*/ 131610 h 131610"/>
                        <a:gd name="connsiteX7" fmla="*/ 8637 w 173970"/>
                        <a:gd name="connsiteY7" fmla="*/ 131610 h 131610"/>
                        <a:gd name="connsiteX8" fmla="*/ 14806 w 173970"/>
                        <a:gd name="connsiteY8" fmla="*/ 131610 h 131610"/>
                        <a:gd name="connsiteX9" fmla="*/ 17274 w 173970"/>
                        <a:gd name="connsiteY9" fmla="*/ 131610 h 131610"/>
                        <a:gd name="connsiteX10" fmla="*/ 32080 w 173970"/>
                        <a:gd name="connsiteY10" fmla="*/ 94595 h 131610"/>
                        <a:gd name="connsiteX11" fmla="*/ 90070 w 173970"/>
                        <a:gd name="connsiteY11" fmla="*/ 26735 h 131610"/>
                        <a:gd name="connsiteX12" fmla="*/ 119682 w 173970"/>
                        <a:gd name="connsiteY12" fmla="*/ 18098 h 131610"/>
                        <a:gd name="connsiteX13" fmla="*/ 128319 w 173970"/>
                        <a:gd name="connsiteY13" fmla="*/ 19332 h 131610"/>
                        <a:gd name="connsiteX14" fmla="*/ 128319 w 173970"/>
                        <a:gd name="connsiteY14" fmla="*/ 19332 h 131610"/>
                        <a:gd name="connsiteX15" fmla="*/ 136955 w 173970"/>
                        <a:gd name="connsiteY15" fmla="*/ 23033 h 131610"/>
                        <a:gd name="connsiteX16" fmla="*/ 157931 w 173970"/>
                        <a:gd name="connsiteY16" fmla="*/ 55113 h 131610"/>
                        <a:gd name="connsiteX17" fmla="*/ 169035 w 173970"/>
                        <a:gd name="connsiteY17" fmla="*/ 51411 h 131610"/>
                        <a:gd name="connsiteX18" fmla="*/ 173970 w 173970"/>
                        <a:gd name="connsiteY18" fmla="*/ 47710 h 131610"/>
                        <a:gd name="connsiteX19" fmla="*/ 161632 w 173970"/>
                        <a:gd name="connsiteY19" fmla="*/ 19332 h 13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3970" h="131610">
                          <a:moveTo>
                            <a:pt x="161632" y="19332"/>
                          </a:moveTo>
                          <a:cubicBezTo>
                            <a:pt x="157931" y="14396"/>
                            <a:pt x="152995" y="10695"/>
                            <a:pt x="146826" y="6993"/>
                          </a:cubicBezTo>
                          <a:cubicBezTo>
                            <a:pt x="128319" y="-4111"/>
                            <a:pt x="104876" y="-1644"/>
                            <a:pt x="81433" y="11929"/>
                          </a:cubicBezTo>
                          <a:cubicBezTo>
                            <a:pt x="54289" y="27968"/>
                            <a:pt x="29612" y="57580"/>
                            <a:pt x="13572" y="92128"/>
                          </a:cubicBezTo>
                          <a:cubicBezTo>
                            <a:pt x="7403" y="104466"/>
                            <a:pt x="3702" y="116804"/>
                            <a:pt x="0" y="129143"/>
                          </a:cubicBezTo>
                          <a:cubicBezTo>
                            <a:pt x="1234" y="129143"/>
                            <a:pt x="2468" y="129143"/>
                            <a:pt x="2468" y="130377"/>
                          </a:cubicBezTo>
                          <a:cubicBezTo>
                            <a:pt x="4935" y="130377"/>
                            <a:pt x="6169" y="131610"/>
                            <a:pt x="8637" y="131610"/>
                          </a:cubicBezTo>
                          <a:cubicBezTo>
                            <a:pt x="8637" y="131610"/>
                            <a:pt x="8637" y="131610"/>
                            <a:pt x="8637" y="131610"/>
                          </a:cubicBezTo>
                          <a:cubicBezTo>
                            <a:pt x="11105" y="131610"/>
                            <a:pt x="12338" y="131610"/>
                            <a:pt x="14806" y="131610"/>
                          </a:cubicBezTo>
                          <a:cubicBezTo>
                            <a:pt x="16040" y="131610"/>
                            <a:pt x="17274" y="131610"/>
                            <a:pt x="17274" y="131610"/>
                          </a:cubicBezTo>
                          <a:cubicBezTo>
                            <a:pt x="20975" y="119272"/>
                            <a:pt x="25911" y="106934"/>
                            <a:pt x="32080" y="94595"/>
                          </a:cubicBezTo>
                          <a:cubicBezTo>
                            <a:pt x="46886" y="64983"/>
                            <a:pt x="67861" y="40307"/>
                            <a:pt x="90070" y="26735"/>
                          </a:cubicBezTo>
                          <a:cubicBezTo>
                            <a:pt x="101174" y="20566"/>
                            <a:pt x="111045" y="18098"/>
                            <a:pt x="119682" y="18098"/>
                          </a:cubicBezTo>
                          <a:cubicBezTo>
                            <a:pt x="123383" y="18098"/>
                            <a:pt x="125851" y="18098"/>
                            <a:pt x="128319" y="19332"/>
                          </a:cubicBezTo>
                          <a:cubicBezTo>
                            <a:pt x="128319" y="19332"/>
                            <a:pt x="128319" y="19332"/>
                            <a:pt x="128319" y="19332"/>
                          </a:cubicBezTo>
                          <a:cubicBezTo>
                            <a:pt x="130786" y="20566"/>
                            <a:pt x="134488" y="21799"/>
                            <a:pt x="136955" y="23033"/>
                          </a:cubicBezTo>
                          <a:cubicBezTo>
                            <a:pt x="146826" y="29202"/>
                            <a:pt x="154229" y="40307"/>
                            <a:pt x="157931" y="55113"/>
                          </a:cubicBezTo>
                          <a:cubicBezTo>
                            <a:pt x="161632" y="53879"/>
                            <a:pt x="165334" y="52645"/>
                            <a:pt x="169035" y="51411"/>
                          </a:cubicBezTo>
                          <a:cubicBezTo>
                            <a:pt x="171503" y="50177"/>
                            <a:pt x="172737" y="48944"/>
                            <a:pt x="173970" y="47710"/>
                          </a:cubicBezTo>
                          <a:cubicBezTo>
                            <a:pt x="172737" y="36605"/>
                            <a:pt x="169035" y="26735"/>
                            <a:pt x="161632" y="19332"/>
                          </a:cubicBezTo>
                          <a:close/>
                        </a:path>
                      </a:pathLst>
                    </a:custGeom>
                    <a:solidFill>
                      <a:srgbClr val="263238"/>
                    </a:solidFill>
                    <a:ln w="12320" cap="flat">
                      <a:noFill/>
                      <a:prstDash val="solid"/>
                      <a:miter/>
                    </a:ln>
                  </p:spPr>
                  <p:txBody>
                    <a:bodyPr rtlCol="0" anchor="ctr"/>
                    <a:lstStyle/>
                    <a:p>
                      <a:endParaRPr lang="en-US"/>
                    </a:p>
                  </p:txBody>
                </p:sp>
              </p:grpSp>
              <p:grpSp>
                <p:nvGrpSpPr>
                  <p:cNvPr id="209" name="Graphic 6">
                    <a:extLst>
                      <a:ext uri="{FF2B5EF4-FFF2-40B4-BE49-F238E27FC236}">
                        <a16:creationId xmlns:a16="http://schemas.microsoft.com/office/drawing/2014/main" id="{31113BDC-2845-441C-B626-57D5D70A544F}"/>
                      </a:ext>
                    </a:extLst>
                  </p:cNvPr>
                  <p:cNvGrpSpPr/>
                  <p:nvPr/>
                </p:nvGrpSpPr>
                <p:grpSpPr>
                  <a:xfrm>
                    <a:off x="8444420" y="4508068"/>
                    <a:ext cx="195253" cy="132227"/>
                    <a:chOff x="8444420" y="4508068"/>
                    <a:chExt cx="195253" cy="132227"/>
                  </a:xfrm>
                </p:grpSpPr>
                <p:sp>
                  <p:nvSpPr>
                    <p:cNvPr id="210" name="Freeform: Shape 209">
                      <a:extLst>
                        <a:ext uri="{FF2B5EF4-FFF2-40B4-BE49-F238E27FC236}">
                          <a16:creationId xmlns:a16="http://schemas.microsoft.com/office/drawing/2014/main" id="{A3AD63FC-6361-43DE-B2A7-BDD5168DE365}"/>
                        </a:ext>
                      </a:extLst>
                    </p:cNvPr>
                    <p:cNvSpPr/>
                    <p:nvPr/>
                  </p:nvSpPr>
                  <p:spPr>
                    <a:xfrm>
                      <a:off x="8444420" y="4599888"/>
                      <a:ext cx="68477" cy="40408"/>
                    </a:xfrm>
                    <a:custGeom>
                      <a:avLst/>
                      <a:gdLst>
                        <a:gd name="connsiteX0" fmla="*/ 10179 w 68477"/>
                        <a:gd name="connsiteY0" fmla="*/ 6478 h 40408"/>
                        <a:gd name="connsiteX1" fmla="*/ 10179 w 68477"/>
                        <a:gd name="connsiteY1" fmla="*/ 34856 h 40408"/>
                        <a:gd name="connsiteX2" fmla="*/ 58299 w 68477"/>
                        <a:gd name="connsiteY2" fmla="*/ 34856 h 40408"/>
                        <a:gd name="connsiteX3" fmla="*/ 58299 w 68477"/>
                        <a:gd name="connsiteY3" fmla="*/ 6478 h 40408"/>
                        <a:gd name="connsiteX4" fmla="*/ 10179 w 68477"/>
                        <a:gd name="connsiteY4" fmla="*/ 6478 h 40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77" h="40408">
                          <a:moveTo>
                            <a:pt x="10179" y="6478"/>
                          </a:moveTo>
                          <a:cubicBezTo>
                            <a:pt x="-3393" y="13880"/>
                            <a:pt x="-3393" y="26219"/>
                            <a:pt x="10179" y="34856"/>
                          </a:cubicBezTo>
                          <a:cubicBezTo>
                            <a:pt x="23751" y="42259"/>
                            <a:pt x="44726" y="42259"/>
                            <a:pt x="58299" y="34856"/>
                          </a:cubicBezTo>
                          <a:cubicBezTo>
                            <a:pt x="71871" y="27453"/>
                            <a:pt x="71871" y="15114"/>
                            <a:pt x="58299" y="6478"/>
                          </a:cubicBezTo>
                          <a:cubicBezTo>
                            <a:pt x="45960" y="-2159"/>
                            <a:pt x="23751" y="-2159"/>
                            <a:pt x="10179" y="6478"/>
                          </a:cubicBezTo>
                          <a:close/>
                        </a:path>
                      </a:pathLst>
                    </a:custGeom>
                    <a:solidFill>
                      <a:srgbClr val="000000">
                        <a:alpha val="10000"/>
                      </a:srgbClr>
                    </a:solidFill>
                    <a:ln w="12320"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07CF948E-607E-4399-9C8A-2A1317CB92A9}"/>
                        </a:ext>
                      </a:extLst>
                    </p:cNvPr>
                    <p:cNvSpPr/>
                    <p:nvPr/>
                  </p:nvSpPr>
                  <p:spPr>
                    <a:xfrm>
                      <a:off x="8463236" y="4508068"/>
                      <a:ext cx="176438" cy="131610"/>
                    </a:xfrm>
                    <a:custGeom>
                      <a:avLst/>
                      <a:gdLst>
                        <a:gd name="connsiteX0" fmla="*/ 161632 w 176438"/>
                        <a:gd name="connsiteY0" fmla="*/ 19331 h 131610"/>
                        <a:gd name="connsiteX1" fmla="*/ 161632 w 176438"/>
                        <a:gd name="connsiteY1" fmla="*/ 19331 h 131610"/>
                        <a:gd name="connsiteX2" fmla="*/ 146826 w 176438"/>
                        <a:gd name="connsiteY2" fmla="*/ 6993 h 131610"/>
                        <a:gd name="connsiteX3" fmla="*/ 81433 w 176438"/>
                        <a:gd name="connsiteY3" fmla="*/ 11929 h 131610"/>
                        <a:gd name="connsiteX4" fmla="*/ 13572 w 176438"/>
                        <a:gd name="connsiteY4" fmla="*/ 92128 h 131610"/>
                        <a:gd name="connsiteX5" fmla="*/ 0 w 176438"/>
                        <a:gd name="connsiteY5" fmla="*/ 129143 h 131610"/>
                        <a:gd name="connsiteX6" fmla="*/ 3702 w 176438"/>
                        <a:gd name="connsiteY6" fmla="*/ 130376 h 131610"/>
                        <a:gd name="connsiteX7" fmla="*/ 9871 w 176438"/>
                        <a:gd name="connsiteY7" fmla="*/ 131610 h 131610"/>
                        <a:gd name="connsiteX8" fmla="*/ 16040 w 176438"/>
                        <a:gd name="connsiteY8" fmla="*/ 131610 h 131610"/>
                        <a:gd name="connsiteX9" fmla="*/ 18507 w 176438"/>
                        <a:gd name="connsiteY9" fmla="*/ 131610 h 131610"/>
                        <a:gd name="connsiteX10" fmla="*/ 33314 w 176438"/>
                        <a:gd name="connsiteY10" fmla="*/ 94595 h 131610"/>
                        <a:gd name="connsiteX11" fmla="*/ 92537 w 176438"/>
                        <a:gd name="connsiteY11" fmla="*/ 26735 h 131610"/>
                        <a:gd name="connsiteX12" fmla="*/ 122150 w 176438"/>
                        <a:gd name="connsiteY12" fmla="*/ 18098 h 131610"/>
                        <a:gd name="connsiteX13" fmla="*/ 130786 w 176438"/>
                        <a:gd name="connsiteY13" fmla="*/ 19331 h 131610"/>
                        <a:gd name="connsiteX14" fmla="*/ 130786 w 176438"/>
                        <a:gd name="connsiteY14" fmla="*/ 19331 h 131610"/>
                        <a:gd name="connsiteX15" fmla="*/ 139423 w 176438"/>
                        <a:gd name="connsiteY15" fmla="*/ 23033 h 131610"/>
                        <a:gd name="connsiteX16" fmla="*/ 160398 w 176438"/>
                        <a:gd name="connsiteY16" fmla="*/ 55113 h 131610"/>
                        <a:gd name="connsiteX17" fmla="*/ 171503 w 176438"/>
                        <a:gd name="connsiteY17" fmla="*/ 51411 h 131610"/>
                        <a:gd name="connsiteX18" fmla="*/ 176438 w 176438"/>
                        <a:gd name="connsiteY18" fmla="*/ 46476 h 131610"/>
                        <a:gd name="connsiteX19" fmla="*/ 161632 w 176438"/>
                        <a:gd name="connsiteY19" fmla="*/ 19331 h 13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6438" h="131610">
                          <a:moveTo>
                            <a:pt x="161632" y="19331"/>
                          </a:moveTo>
                          <a:cubicBezTo>
                            <a:pt x="161632" y="19331"/>
                            <a:pt x="161632" y="19331"/>
                            <a:pt x="161632" y="19331"/>
                          </a:cubicBezTo>
                          <a:cubicBezTo>
                            <a:pt x="156697" y="14396"/>
                            <a:pt x="152995" y="10695"/>
                            <a:pt x="146826" y="6993"/>
                          </a:cubicBezTo>
                          <a:cubicBezTo>
                            <a:pt x="128319" y="-4111"/>
                            <a:pt x="104876" y="-1643"/>
                            <a:pt x="81433" y="11929"/>
                          </a:cubicBezTo>
                          <a:cubicBezTo>
                            <a:pt x="54289" y="27968"/>
                            <a:pt x="29612" y="57580"/>
                            <a:pt x="13572" y="92128"/>
                          </a:cubicBezTo>
                          <a:cubicBezTo>
                            <a:pt x="7403" y="104466"/>
                            <a:pt x="2468" y="116805"/>
                            <a:pt x="0" y="129143"/>
                          </a:cubicBezTo>
                          <a:cubicBezTo>
                            <a:pt x="1234" y="129143"/>
                            <a:pt x="2468" y="130376"/>
                            <a:pt x="3702" y="130376"/>
                          </a:cubicBezTo>
                          <a:cubicBezTo>
                            <a:pt x="4935" y="130376"/>
                            <a:pt x="7403" y="131610"/>
                            <a:pt x="9871" y="131610"/>
                          </a:cubicBezTo>
                          <a:cubicBezTo>
                            <a:pt x="12338" y="131610"/>
                            <a:pt x="13572" y="131610"/>
                            <a:pt x="16040" y="131610"/>
                          </a:cubicBezTo>
                          <a:cubicBezTo>
                            <a:pt x="17274" y="131610"/>
                            <a:pt x="18507" y="131610"/>
                            <a:pt x="18507" y="131610"/>
                          </a:cubicBezTo>
                          <a:cubicBezTo>
                            <a:pt x="22209" y="119272"/>
                            <a:pt x="27144" y="106934"/>
                            <a:pt x="33314" y="94595"/>
                          </a:cubicBezTo>
                          <a:cubicBezTo>
                            <a:pt x="48120" y="64983"/>
                            <a:pt x="69095" y="40307"/>
                            <a:pt x="92537" y="26735"/>
                          </a:cubicBezTo>
                          <a:cubicBezTo>
                            <a:pt x="103642" y="20565"/>
                            <a:pt x="113513" y="18098"/>
                            <a:pt x="122150" y="18098"/>
                          </a:cubicBezTo>
                          <a:cubicBezTo>
                            <a:pt x="125851" y="18098"/>
                            <a:pt x="128319" y="18098"/>
                            <a:pt x="130786" y="19331"/>
                          </a:cubicBezTo>
                          <a:lnTo>
                            <a:pt x="130786" y="19331"/>
                          </a:lnTo>
                          <a:cubicBezTo>
                            <a:pt x="133254" y="20565"/>
                            <a:pt x="135722" y="20565"/>
                            <a:pt x="139423" y="23033"/>
                          </a:cubicBezTo>
                          <a:cubicBezTo>
                            <a:pt x="149294" y="29202"/>
                            <a:pt x="156697" y="40307"/>
                            <a:pt x="160398" y="55113"/>
                          </a:cubicBezTo>
                          <a:cubicBezTo>
                            <a:pt x="164100" y="53879"/>
                            <a:pt x="167801" y="52645"/>
                            <a:pt x="171503" y="51411"/>
                          </a:cubicBezTo>
                          <a:cubicBezTo>
                            <a:pt x="173970" y="50177"/>
                            <a:pt x="175204" y="48944"/>
                            <a:pt x="176438" y="46476"/>
                          </a:cubicBezTo>
                          <a:cubicBezTo>
                            <a:pt x="172737" y="35372"/>
                            <a:pt x="167801" y="26735"/>
                            <a:pt x="161632" y="19331"/>
                          </a:cubicBezTo>
                          <a:close/>
                        </a:path>
                      </a:pathLst>
                    </a:custGeom>
                    <a:solidFill>
                      <a:srgbClr val="263238"/>
                    </a:solidFill>
                    <a:ln w="12320" cap="flat">
                      <a:noFill/>
                      <a:prstDash val="solid"/>
                      <a:miter/>
                    </a:ln>
                  </p:spPr>
                  <p:txBody>
                    <a:bodyPr rtlCol="0" anchor="ctr"/>
                    <a:lstStyle/>
                    <a:p>
                      <a:endParaRPr lang="en-US"/>
                    </a:p>
                  </p:txBody>
                </p:sp>
              </p:grpSp>
              <p:grpSp>
                <p:nvGrpSpPr>
                  <p:cNvPr id="212" name="Graphic 6">
                    <a:extLst>
                      <a:ext uri="{FF2B5EF4-FFF2-40B4-BE49-F238E27FC236}">
                        <a16:creationId xmlns:a16="http://schemas.microsoft.com/office/drawing/2014/main" id="{31113BDC-2845-441C-B626-57D5D70A544F}"/>
                      </a:ext>
                    </a:extLst>
                  </p:cNvPr>
                  <p:cNvGrpSpPr/>
                  <p:nvPr/>
                </p:nvGrpSpPr>
                <p:grpSpPr>
                  <a:xfrm>
                    <a:off x="8298827" y="4422934"/>
                    <a:ext cx="194020" cy="132227"/>
                    <a:chOff x="8298827" y="4422934"/>
                    <a:chExt cx="194020" cy="132227"/>
                  </a:xfrm>
                </p:grpSpPr>
                <p:sp>
                  <p:nvSpPr>
                    <p:cNvPr id="213" name="Freeform: Shape 212">
                      <a:extLst>
                        <a:ext uri="{FF2B5EF4-FFF2-40B4-BE49-F238E27FC236}">
                          <a16:creationId xmlns:a16="http://schemas.microsoft.com/office/drawing/2014/main" id="{9FB52621-724B-4E26-A86C-5B4A397A4070}"/>
                        </a:ext>
                      </a:extLst>
                    </p:cNvPr>
                    <p:cNvSpPr/>
                    <p:nvPr/>
                  </p:nvSpPr>
                  <p:spPr>
                    <a:xfrm>
                      <a:off x="8298827" y="4515679"/>
                      <a:ext cx="68477" cy="39482"/>
                    </a:xfrm>
                    <a:custGeom>
                      <a:avLst/>
                      <a:gdLst>
                        <a:gd name="connsiteX0" fmla="*/ 10179 w 68477"/>
                        <a:gd name="connsiteY0" fmla="*/ 5552 h 39482"/>
                        <a:gd name="connsiteX1" fmla="*/ 10179 w 68477"/>
                        <a:gd name="connsiteY1" fmla="*/ 33930 h 39482"/>
                        <a:gd name="connsiteX2" fmla="*/ 58299 w 68477"/>
                        <a:gd name="connsiteY2" fmla="*/ 33930 h 39482"/>
                        <a:gd name="connsiteX3" fmla="*/ 58299 w 68477"/>
                        <a:gd name="connsiteY3" fmla="*/ 5552 h 39482"/>
                        <a:gd name="connsiteX4" fmla="*/ 10179 w 68477"/>
                        <a:gd name="connsiteY4" fmla="*/ 5552 h 39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77" h="39482">
                          <a:moveTo>
                            <a:pt x="10179" y="5552"/>
                          </a:moveTo>
                          <a:cubicBezTo>
                            <a:pt x="-3393" y="12955"/>
                            <a:pt x="-3393" y="25293"/>
                            <a:pt x="10179" y="33930"/>
                          </a:cubicBezTo>
                          <a:cubicBezTo>
                            <a:pt x="23751" y="41333"/>
                            <a:pt x="44726" y="41333"/>
                            <a:pt x="58299" y="33930"/>
                          </a:cubicBezTo>
                          <a:cubicBezTo>
                            <a:pt x="71871" y="26527"/>
                            <a:pt x="71871" y="14189"/>
                            <a:pt x="58299" y="5552"/>
                          </a:cubicBezTo>
                          <a:cubicBezTo>
                            <a:pt x="44726" y="-1851"/>
                            <a:pt x="23751" y="-1851"/>
                            <a:pt x="10179" y="5552"/>
                          </a:cubicBezTo>
                          <a:close/>
                        </a:path>
                      </a:pathLst>
                    </a:custGeom>
                    <a:solidFill>
                      <a:srgbClr val="000000">
                        <a:alpha val="10000"/>
                      </a:srgbClr>
                    </a:solidFill>
                    <a:ln w="12320"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BA4EF2D2-3DED-4141-B79D-12832631352C}"/>
                        </a:ext>
                      </a:extLst>
                    </p:cNvPr>
                    <p:cNvSpPr/>
                    <p:nvPr/>
                  </p:nvSpPr>
                  <p:spPr>
                    <a:xfrm>
                      <a:off x="8317643" y="4422934"/>
                      <a:ext cx="175204" cy="131610"/>
                    </a:xfrm>
                    <a:custGeom>
                      <a:avLst/>
                      <a:gdLst>
                        <a:gd name="connsiteX0" fmla="*/ 161632 w 175204"/>
                        <a:gd name="connsiteY0" fmla="*/ 19331 h 131610"/>
                        <a:gd name="connsiteX1" fmla="*/ 146826 w 175204"/>
                        <a:gd name="connsiteY1" fmla="*/ 6993 h 131610"/>
                        <a:gd name="connsiteX2" fmla="*/ 81433 w 175204"/>
                        <a:gd name="connsiteY2" fmla="*/ 11928 h 131610"/>
                        <a:gd name="connsiteX3" fmla="*/ 13572 w 175204"/>
                        <a:gd name="connsiteY3" fmla="*/ 92128 h 131610"/>
                        <a:gd name="connsiteX4" fmla="*/ 0 w 175204"/>
                        <a:gd name="connsiteY4" fmla="*/ 129143 h 131610"/>
                        <a:gd name="connsiteX5" fmla="*/ 0 w 175204"/>
                        <a:gd name="connsiteY5" fmla="*/ 129143 h 131610"/>
                        <a:gd name="connsiteX6" fmla="*/ 3701 w 175204"/>
                        <a:gd name="connsiteY6" fmla="*/ 130376 h 131610"/>
                        <a:gd name="connsiteX7" fmla="*/ 7403 w 175204"/>
                        <a:gd name="connsiteY7" fmla="*/ 131610 h 131610"/>
                        <a:gd name="connsiteX8" fmla="*/ 9871 w 175204"/>
                        <a:gd name="connsiteY8" fmla="*/ 131610 h 131610"/>
                        <a:gd name="connsiteX9" fmla="*/ 9871 w 175204"/>
                        <a:gd name="connsiteY9" fmla="*/ 131610 h 131610"/>
                        <a:gd name="connsiteX10" fmla="*/ 11104 w 175204"/>
                        <a:gd name="connsiteY10" fmla="*/ 131610 h 131610"/>
                        <a:gd name="connsiteX11" fmla="*/ 17274 w 175204"/>
                        <a:gd name="connsiteY11" fmla="*/ 131610 h 131610"/>
                        <a:gd name="connsiteX12" fmla="*/ 32080 w 175204"/>
                        <a:gd name="connsiteY12" fmla="*/ 94595 h 131610"/>
                        <a:gd name="connsiteX13" fmla="*/ 90070 w 175204"/>
                        <a:gd name="connsiteY13" fmla="*/ 26735 h 131610"/>
                        <a:gd name="connsiteX14" fmla="*/ 119682 w 175204"/>
                        <a:gd name="connsiteY14" fmla="*/ 18098 h 131610"/>
                        <a:gd name="connsiteX15" fmla="*/ 129552 w 175204"/>
                        <a:gd name="connsiteY15" fmla="*/ 19331 h 131610"/>
                        <a:gd name="connsiteX16" fmla="*/ 138189 w 175204"/>
                        <a:gd name="connsiteY16" fmla="*/ 23033 h 131610"/>
                        <a:gd name="connsiteX17" fmla="*/ 159164 w 175204"/>
                        <a:gd name="connsiteY17" fmla="*/ 55113 h 131610"/>
                        <a:gd name="connsiteX18" fmla="*/ 170269 w 175204"/>
                        <a:gd name="connsiteY18" fmla="*/ 51411 h 131610"/>
                        <a:gd name="connsiteX19" fmla="*/ 175204 w 175204"/>
                        <a:gd name="connsiteY19" fmla="*/ 47710 h 131610"/>
                        <a:gd name="connsiteX20" fmla="*/ 161632 w 175204"/>
                        <a:gd name="connsiteY20" fmla="*/ 19331 h 13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5204" h="131610">
                          <a:moveTo>
                            <a:pt x="161632" y="19331"/>
                          </a:moveTo>
                          <a:cubicBezTo>
                            <a:pt x="157930" y="14396"/>
                            <a:pt x="152995" y="10695"/>
                            <a:pt x="146826" y="6993"/>
                          </a:cubicBezTo>
                          <a:cubicBezTo>
                            <a:pt x="128319" y="-4111"/>
                            <a:pt x="104876" y="-1643"/>
                            <a:pt x="81433" y="11928"/>
                          </a:cubicBezTo>
                          <a:cubicBezTo>
                            <a:pt x="54289" y="27968"/>
                            <a:pt x="29612" y="57580"/>
                            <a:pt x="13572" y="92128"/>
                          </a:cubicBezTo>
                          <a:cubicBezTo>
                            <a:pt x="7403" y="104466"/>
                            <a:pt x="3701" y="116804"/>
                            <a:pt x="0" y="129143"/>
                          </a:cubicBezTo>
                          <a:cubicBezTo>
                            <a:pt x="0" y="129143"/>
                            <a:pt x="0" y="129143"/>
                            <a:pt x="0" y="129143"/>
                          </a:cubicBezTo>
                          <a:cubicBezTo>
                            <a:pt x="1234" y="129143"/>
                            <a:pt x="2468" y="130376"/>
                            <a:pt x="3701" y="130376"/>
                          </a:cubicBezTo>
                          <a:cubicBezTo>
                            <a:pt x="4935" y="130376"/>
                            <a:pt x="6169" y="130376"/>
                            <a:pt x="7403" y="131610"/>
                          </a:cubicBezTo>
                          <a:cubicBezTo>
                            <a:pt x="8637" y="131610"/>
                            <a:pt x="8637" y="131610"/>
                            <a:pt x="9871" y="131610"/>
                          </a:cubicBezTo>
                          <a:cubicBezTo>
                            <a:pt x="9871" y="131610"/>
                            <a:pt x="9871" y="131610"/>
                            <a:pt x="9871" y="131610"/>
                          </a:cubicBezTo>
                          <a:lnTo>
                            <a:pt x="11104" y="131610"/>
                          </a:lnTo>
                          <a:cubicBezTo>
                            <a:pt x="13572" y="131610"/>
                            <a:pt x="14806" y="131610"/>
                            <a:pt x="17274" y="131610"/>
                          </a:cubicBezTo>
                          <a:cubicBezTo>
                            <a:pt x="20975" y="119272"/>
                            <a:pt x="25910" y="106934"/>
                            <a:pt x="32080" y="94595"/>
                          </a:cubicBezTo>
                          <a:cubicBezTo>
                            <a:pt x="46885" y="64983"/>
                            <a:pt x="67861" y="40307"/>
                            <a:pt x="90070" y="26735"/>
                          </a:cubicBezTo>
                          <a:cubicBezTo>
                            <a:pt x="101174" y="20565"/>
                            <a:pt x="111045" y="18098"/>
                            <a:pt x="119682" y="18098"/>
                          </a:cubicBezTo>
                          <a:cubicBezTo>
                            <a:pt x="123383" y="18098"/>
                            <a:pt x="125851" y="18098"/>
                            <a:pt x="129552" y="19331"/>
                          </a:cubicBezTo>
                          <a:cubicBezTo>
                            <a:pt x="132020" y="20565"/>
                            <a:pt x="135722" y="20565"/>
                            <a:pt x="138189" y="23033"/>
                          </a:cubicBezTo>
                          <a:cubicBezTo>
                            <a:pt x="148060" y="29202"/>
                            <a:pt x="155463" y="40307"/>
                            <a:pt x="159164" y="55113"/>
                          </a:cubicBezTo>
                          <a:cubicBezTo>
                            <a:pt x="162866" y="53879"/>
                            <a:pt x="166567" y="52645"/>
                            <a:pt x="170269" y="51411"/>
                          </a:cubicBezTo>
                          <a:cubicBezTo>
                            <a:pt x="172737" y="50177"/>
                            <a:pt x="173970" y="48943"/>
                            <a:pt x="175204" y="47710"/>
                          </a:cubicBezTo>
                          <a:cubicBezTo>
                            <a:pt x="172737" y="36605"/>
                            <a:pt x="167801" y="26735"/>
                            <a:pt x="161632" y="19331"/>
                          </a:cubicBezTo>
                          <a:close/>
                        </a:path>
                      </a:pathLst>
                    </a:custGeom>
                    <a:solidFill>
                      <a:srgbClr val="263238"/>
                    </a:solidFill>
                    <a:ln w="12320" cap="flat">
                      <a:noFill/>
                      <a:prstDash val="solid"/>
                      <a:miter/>
                    </a:ln>
                  </p:spPr>
                  <p:txBody>
                    <a:bodyPr rtlCol="0" anchor="ctr"/>
                    <a:lstStyle/>
                    <a:p>
                      <a:endParaRPr lang="en-US"/>
                    </a:p>
                  </p:txBody>
                </p:sp>
              </p:grpSp>
              <p:grpSp>
                <p:nvGrpSpPr>
                  <p:cNvPr id="215" name="Graphic 6">
                    <a:extLst>
                      <a:ext uri="{FF2B5EF4-FFF2-40B4-BE49-F238E27FC236}">
                        <a16:creationId xmlns:a16="http://schemas.microsoft.com/office/drawing/2014/main" id="{31113BDC-2845-441C-B626-57D5D70A544F}"/>
                      </a:ext>
                    </a:extLst>
                  </p:cNvPr>
                  <p:cNvGrpSpPr/>
                  <p:nvPr/>
                </p:nvGrpSpPr>
                <p:grpSpPr>
                  <a:xfrm>
                    <a:off x="8152001" y="4339033"/>
                    <a:ext cx="195254" cy="132227"/>
                    <a:chOff x="8152001" y="4339033"/>
                    <a:chExt cx="195254" cy="132227"/>
                  </a:xfrm>
                </p:grpSpPr>
                <p:sp>
                  <p:nvSpPr>
                    <p:cNvPr id="216" name="Freeform: Shape 215">
                      <a:extLst>
                        <a:ext uri="{FF2B5EF4-FFF2-40B4-BE49-F238E27FC236}">
                          <a16:creationId xmlns:a16="http://schemas.microsoft.com/office/drawing/2014/main" id="{06CD6EF7-B1F5-4D26-98D6-84C6BA9BFA5D}"/>
                        </a:ext>
                      </a:extLst>
                    </p:cNvPr>
                    <p:cNvSpPr/>
                    <p:nvPr/>
                  </p:nvSpPr>
                  <p:spPr>
                    <a:xfrm>
                      <a:off x="8152001" y="4430853"/>
                      <a:ext cx="68477" cy="40408"/>
                    </a:xfrm>
                    <a:custGeom>
                      <a:avLst/>
                      <a:gdLst>
                        <a:gd name="connsiteX0" fmla="*/ 10179 w 68477"/>
                        <a:gd name="connsiteY0" fmla="*/ 6478 h 40408"/>
                        <a:gd name="connsiteX1" fmla="*/ 10179 w 68477"/>
                        <a:gd name="connsiteY1" fmla="*/ 34856 h 40408"/>
                        <a:gd name="connsiteX2" fmla="*/ 58299 w 68477"/>
                        <a:gd name="connsiteY2" fmla="*/ 34856 h 40408"/>
                        <a:gd name="connsiteX3" fmla="*/ 58299 w 68477"/>
                        <a:gd name="connsiteY3" fmla="*/ 6478 h 40408"/>
                        <a:gd name="connsiteX4" fmla="*/ 10179 w 68477"/>
                        <a:gd name="connsiteY4" fmla="*/ 6478 h 40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77" h="40408">
                          <a:moveTo>
                            <a:pt x="10179" y="6478"/>
                          </a:moveTo>
                          <a:cubicBezTo>
                            <a:pt x="-3393" y="13881"/>
                            <a:pt x="-3393" y="26219"/>
                            <a:pt x="10179" y="34856"/>
                          </a:cubicBezTo>
                          <a:cubicBezTo>
                            <a:pt x="23751" y="42259"/>
                            <a:pt x="44727" y="42259"/>
                            <a:pt x="58299" y="34856"/>
                          </a:cubicBezTo>
                          <a:cubicBezTo>
                            <a:pt x="71871" y="27453"/>
                            <a:pt x="71871" y="15115"/>
                            <a:pt x="58299" y="6478"/>
                          </a:cubicBezTo>
                          <a:cubicBezTo>
                            <a:pt x="45960" y="-2159"/>
                            <a:pt x="23751" y="-2159"/>
                            <a:pt x="10179" y="6478"/>
                          </a:cubicBezTo>
                          <a:close/>
                        </a:path>
                      </a:pathLst>
                    </a:custGeom>
                    <a:solidFill>
                      <a:srgbClr val="000000">
                        <a:alpha val="10000"/>
                      </a:srgbClr>
                    </a:solidFill>
                    <a:ln w="12320"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D693C26A-812B-45CE-B3D5-AAD4AEC39BE9}"/>
                        </a:ext>
                      </a:extLst>
                    </p:cNvPr>
                    <p:cNvSpPr/>
                    <p:nvPr/>
                  </p:nvSpPr>
                  <p:spPr>
                    <a:xfrm>
                      <a:off x="8170817" y="4339033"/>
                      <a:ext cx="176438" cy="131610"/>
                    </a:xfrm>
                    <a:custGeom>
                      <a:avLst/>
                      <a:gdLst>
                        <a:gd name="connsiteX0" fmla="*/ 161632 w 176438"/>
                        <a:gd name="connsiteY0" fmla="*/ 19332 h 131610"/>
                        <a:gd name="connsiteX1" fmla="*/ 161632 w 176438"/>
                        <a:gd name="connsiteY1" fmla="*/ 19332 h 131610"/>
                        <a:gd name="connsiteX2" fmla="*/ 146826 w 176438"/>
                        <a:gd name="connsiteY2" fmla="*/ 6993 h 131610"/>
                        <a:gd name="connsiteX3" fmla="*/ 81433 w 176438"/>
                        <a:gd name="connsiteY3" fmla="*/ 11929 h 131610"/>
                        <a:gd name="connsiteX4" fmla="*/ 13572 w 176438"/>
                        <a:gd name="connsiteY4" fmla="*/ 92128 h 131610"/>
                        <a:gd name="connsiteX5" fmla="*/ 0 w 176438"/>
                        <a:gd name="connsiteY5" fmla="*/ 129143 h 131610"/>
                        <a:gd name="connsiteX6" fmla="*/ 3702 w 176438"/>
                        <a:gd name="connsiteY6" fmla="*/ 130377 h 131610"/>
                        <a:gd name="connsiteX7" fmla="*/ 9871 w 176438"/>
                        <a:gd name="connsiteY7" fmla="*/ 131610 h 131610"/>
                        <a:gd name="connsiteX8" fmla="*/ 16040 w 176438"/>
                        <a:gd name="connsiteY8" fmla="*/ 131610 h 131610"/>
                        <a:gd name="connsiteX9" fmla="*/ 18507 w 176438"/>
                        <a:gd name="connsiteY9" fmla="*/ 131610 h 131610"/>
                        <a:gd name="connsiteX10" fmla="*/ 33313 w 176438"/>
                        <a:gd name="connsiteY10" fmla="*/ 94595 h 131610"/>
                        <a:gd name="connsiteX11" fmla="*/ 92537 w 176438"/>
                        <a:gd name="connsiteY11" fmla="*/ 26735 h 131610"/>
                        <a:gd name="connsiteX12" fmla="*/ 122150 w 176438"/>
                        <a:gd name="connsiteY12" fmla="*/ 18098 h 131610"/>
                        <a:gd name="connsiteX13" fmla="*/ 130786 w 176438"/>
                        <a:gd name="connsiteY13" fmla="*/ 19332 h 131610"/>
                        <a:gd name="connsiteX14" fmla="*/ 130786 w 176438"/>
                        <a:gd name="connsiteY14" fmla="*/ 19332 h 131610"/>
                        <a:gd name="connsiteX15" fmla="*/ 139423 w 176438"/>
                        <a:gd name="connsiteY15" fmla="*/ 23033 h 131610"/>
                        <a:gd name="connsiteX16" fmla="*/ 160398 w 176438"/>
                        <a:gd name="connsiteY16" fmla="*/ 55113 h 131610"/>
                        <a:gd name="connsiteX17" fmla="*/ 171503 w 176438"/>
                        <a:gd name="connsiteY17" fmla="*/ 51411 h 131610"/>
                        <a:gd name="connsiteX18" fmla="*/ 176438 w 176438"/>
                        <a:gd name="connsiteY18" fmla="*/ 47710 h 131610"/>
                        <a:gd name="connsiteX19" fmla="*/ 161632 w 176438"/>
                        <a:gd name="connsiteY19" fmla="*/ 19332 h 13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6438" h="131610">
                          <a:moveTo>
                            <a:pt x="161632" y="19332"/>
                          </a:moveTo>
                          <a:cubicBezTo>
                            <a:pt x="161632" y="19332"/>
                            <a:pt x="161632" y="19332"/>
                            <a:pt x="161632" y="19332"/>
                          </a:cubicBezTo>
                          <a:cubicBezTo>
                            <a:pt x="157931" y="14396"/>
                            <a:pt x="152995" y="10695"/>
                            <a:pt x="146826" y="6993"/>
                          </a:cubicBezTo>
                          <a:cubicBezTo>
                            <a:pt x="128319" y="-4111"/>
                            <a:pt x="104876" y="-1644"/>
                            <a:pt x="81433" y="11929"/>
                          </a:cubicBezTo>
                          <a:cubicBezTo>
                            <a:pt x="54289" y="27968"/>
                            <a:pt x="29612" y="57580"/>
                            <a:pt x="13572" y="92128"/>
                          </a:cubicBezTo>
                          <a:cubicBezTo>
                            <a:pt x="7403" y="104466"/>
                            <a:pt x="2468" y="116804"/>
                            <a:pt x="0" y="129143"/>
                          </a:cubicBezTo>
                          <a:cubicBezTo>
                            <a:pt x="1234" y="129143"/>
                            <a:pt x="2468" y="130377"/>
                            <a:pt x="3702" y="130377"/>
                          </a:cubicBezTo>
                          <a:cubicBezTo>
                            <a:pt x="4935" y="130377"/>
                            <a:pt x="7403" y="131610"/>
                            <a:pt x="9871" y="131610"/>
                          </a:cubicBezTo>
                          <a:cubicBezTo>
                            <a:pt x="12338" y="131610"/>
                            <a:pt x="13572" y="131610"/>
                            <a:pt x="16040" y="131610"/>
                          </a:cubicBezTo>
                          <a:cubicBezTo>
                            <a:pt x="17274" y="131610"/>
                            <a:pt x="18507" y="131610"/>
                            <a:pt x="18507" y="131610"/>
                          </a:cubicBezTo>
                          <a:cubicBezTo>
                            <a:pt x="22209" y="119272"/>
                            <a:pt x="27144" y="106934"/>
                            <a:pt x="33313" y="94595"/>
                          </a:cubicBezTo>
                          <a:cubicBezTo>
                            <a:pt x="48120" y="64983"/>
                            <a:pt x="69095" y="40307"/>
                            <a:pt x="92537" y="26735"/>
                          </a:cubicBezTo>
                          <a:cubicBezTo>
                            <a:pt x="103642" y="20566"/>
                            <a:pt x="113513" y="18098"/>
                            <a:pt x="122150" y="18098"/>
                          </a:cubicBezTo>
                          <a:cubicBezTo>
                            <a:pt x="125851" y="18098"/>
                            <a:pt x="128319" y="18098"/>
                            <a:pt x="130786" y="19332"/>
                          </a:cubicBezTo>
                          <a:lnTo>
                            <a:pt x="130786" y="19332"/>
                          </a:lnTo>
                          <a:cubicBezTo>
                            <a:pt x="133254" y="20566"/>
                            <a:pt x="135722" y="20566"/>
                            <a:pt x="139423" y="23033"/>
                          </a:cubicBezTo>
                          <a:cubicBezTo>
                            <a:pt x="149294" y="29202"/>
                            <a:pt x="156697" y="40307"/>
                            <a:pt x="160398" y="55113"/>
                          </a:cubicBezTo>
                          <a:cubicBezTo>
                            <a:pt x="164100" y="53879"/>
                            <a:pt x="167801" y="52645"/>
                            <a:pt x="171503" y="51411"/>
                          </a:cubicBezTo>
                          <a:cubicBezTo>
                            <a:pt x="173970" y="50177"/>
                            <a:pt x="175204" y="48944"/>
                            <a:pt x="176438" y="47710"/>
                          </a:cubicBezTo>
                          <a:cubicBezTo>
                            <a:pt x="172737" y="35371"/>
                            <a:pt x="167801" y="26735"/>
                            <a:pt x="161632" y="19332"/>
                          </a:cubicBezTo>
                          <a:close/>
                        </a:path>
                      </a:pathLst>
                    </a:custGeom>
                    <a:solidFill>
                      <a:srgbClr val="263238"/>
                    </a:solidFill>
                    <a:ln w="12320" cap="flat">
                      <a:noFill/>
                      <a:prstDash val="solid"/>
                      <a:miter/>
                    </a:ln>
                  </p:spPr>
                  <p:txBody>
                    <a:bodyPr rtlCol="0" anchor="ctr"/>
                    <a:lstStyle/>
                    <a:p>
                      <a:endParaRPr lang="en-US"/>
                    </a:p>
                  </p:txBody>
                </p:sp>
              </p:grpSp>
              <p:grpSp>
                <p:nvGrpSpPr>
                  <p:cNvPr id="218" name="Graphic 6">
                    <a:extLst>
                      <a:ext uri="{FF2B5EF4-FFF2-40B4-BE49-F238E27FC236}">
                        <a16:creationId xmlns:a16="http://schemas.microsoft.com/office/drawing/2014/main" id="{31113BDC-2845-441C-B626-57D5D70A544F}"/>
                      </a:ext>
                    </a:extLst>
                  </p:cNvPr>
                  <p:cNvGrpSpPr/>
                  <p:nvPr/>
                </p:nvGrpSpPr>
                <p:grpSpPr>
                  <a:xfrm>
                    <a:off x="8006409" y="4253899"/>
                    <a:ext cx="196487" cy="132227"/>
                    <a:chOff x="8006409" y="4253899"/>
                    <a:chExt cx="196487" cy="132227"/>
                  </a:xfrm>
                </p:grpSpPr>
                <p:sp>
                  <p:nvSpPr>
                    <p:cNvPr id="219" name="Freeform: Shape 218">
                      <a:extLst>
                        <a:ext uri="{FF2B5EF4-FFF2-40B4-BE49-F238E27FC236}">
                          <a16:creationId xmlns:a16="http://schemas.microsoft.com/office/drawing/2014/main" id="{E3712391-FA58-48A4-A4C7-F8CCB6D02F77}"/>
                        </a:ext>
                      </a:extLst>
                    </p:cNvPr>
                    <p:cNvSpPr/>
                    <p:nvPr/>
                  </p:nvSpPr>
                  <p:spPr>
                    <a:xfrm>
                      <a:off x="8006409" y="4346644"/>
                      <a:ext cx="68477" cy="39482"/>
                    </a:xfrm>
                    <a:custGeom>
                      <a:avLst/>
                      <a:gdLst>
                        <a:gd name="connsiteX0" fmla="*/ 10179 w 68477"/>
                        <a:gd name="connsiteY0" fmla="*/ 5552 h 39482"/>
                        <a:gd name="connsiteX1" fmla="*/ 10179 w 68477"/>
                        <a:gd name="connsiteY1" fmla="*/ 33930 h 39482"/>
                        <a:gd name="connsiteX2" fmla="*/ 58299 w 68477"/>
                        <a:gd name="connsiteY2" fmla="*/ 33930 h 39482"/>
                        <a:gd name="connsiteX3" fmla="*/ 58299 w 68477"/>
                        <a:gd name="connsiteY3" fmla="*/ 5552 h 39482"/>
                        <a:gd name="connsiteX4" fmla="*/ 10179 w 68477"/>
                        <a:gd name="connsiteY4" fmla="*/ 5552 h 39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77" h="39482">
                          <a:moveTo>
                            <a:pt x="10179" y="5552"/>
                          </a:moveTo>
                          <a:cubicBezTo>
                            <a:pt x="-3393" y="12955"/>
                            <a:pt x="-3393" y="25294"/>
                            <a:pt x="10179" y="33930"/>
                          </a:cubicBezTo>
                          <a:cubicBezTo>
                            <a:pt x="23751" y="41333"/>
                            <a:pt x="44726" y="41333"/>
                            <a:pt x="58299" y="33930"/>
                          </a:cubicBezTo>
                          <a:cubicBezTo>
                            <a:pt x="71871" y="26527"/>
                            <a:pt x="71871" y="14189"/>
                            <a:pt x="58299" y="5552"/>
                          </a:cubicBezTo>
                          <a:cubicBezTo>
                            <a:pt x="44726" y="-1851"/>
                            <a:pt x="23751" y="-1851"/>
                            <a:pt x="10179" y="5552"/>
                          </a:cubicBezTo>
                          <a:close/>
                        </a:path>
                      </a:pathLst>
                    </a:custGeom>
                    <a:solidFill>
                      <a:srgbClr val="000000">
                        <a:alpha val="10000"/>
                      </a:srgbClr>
                    </a:solidFill>
                    <a:ln w="12320"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DE718451-F263-4199-8447-A7F42FBA150E}"/>
                        </a:ext>
                      </a:extLst>
                    </p:cNvPr>
                    <p:cNvSpPr/>
                    <p:nvPr/>
                  </p:nvSpPr>
                  <p:spPr>
                    <a:xfrm>
                      <a:off x="8026459" y="4253899"/>
                      <a:ext cx="176438" cy="131610"/>
                    </a:xfrm>
                    <a:custGeom>
                      <a:avLst/>
                      <a:gdLst>
                        <a:gd name="connsiteX0" fmla="*/ 160398 w 176438"/>
                        <a:gd name="connsiteY0" fmla="*/ 19332 h 131610"/>
                        <a:gd name="connsiteX1" fmla="*/ 146826 w 176438"/>
                        <a:gd name="connsiteY1" fmla="*/ 6993 h 131610"/>
                        <a:gd name="connsiteX2" fmla="*/ 81433 w 176438"/>
                        <a:gd name="connsiteY2" fmla="*/ 11929 h 131610"/>
                        <a:gd name="connsiteX3" fmla="*/ 13572 w 176438"/>
                        <a:gd name="connsiteY3" fmla="*/ 92128 h 131610"/>
                        <a:gd name="connsiteX4" fmla="*/ 0 w 176438"/>
                        <a:gd name="connsiteY4" fmla="*/ 129143 h 131610"/>
                        <a:gd name="connsiteX5" fmla="*/ 2468 w 176438"/>
                        <a:gd name="connsiteY5" fmla="*/ 130377 h 131610"/>
                        <a:gd name="connsiteX6" fmla="*/ 8637 w 176438"/>
                        <a:gd name="connsiteY6" fmla="*/ 131610 h 131610"/>
                        <a:gd name="connsiteX7" fmla="*/ 9871 w 176438"/>
                        <a:gd name="connsiteY7" fmla="*/ 131610 h 131610"/>
                        <a:gd name="connsiteX8" fmla="*/ 16040 w 176438"/>
                        <a:gd name="connsiteY8" fmla="*/ 131610 h 131610"/>
                        <a:gd name="connsiteX9" fmla="*/ 18507 w 176438"/>
                        <a:gd name="connsiteY9" fmla="*/ 131610 h 131610"/>
                        <a:gd name="connsiteX10" fmla="*/ 33313 w 176438"/>
                        <a:gd name="connsiteY10" fmla="*/ 94595 h 131610"/>
                        <a:gd name="connsiteX11" fmla="*/ 91304 w 176438"/>
                        <a:gd name="connsiteY11" fmla="*/ 26734 h 131610"/>
                        <a:gd name="connsiteX12" fmla="*/ 120916 w 176438"/>
                        <a:gd name="connsiteY12" fmla="*/ 18098 h 131610"/>
                        <a:gd name="connsiteX13" fmla="*/ 130786 w 176438"/>
                        <a:gd name="connsiteY13" fmla="*/ 19332 h 131610"/>
                        <a:gd name="connsiteX14" fmla="*/ 139423 w 176438"/>
                        <a:gd name="connsiteY14" fmla="*/ 23033 h 131610"/>
                        <a:gd name="connsiteX15" fmla="*/ 160398 w 176438"/>
                        <a:gd name="connsiteY15" fmla="*/ 55113 h 131610"/>
                        <a:gd name="connsiteX16" fmla="*/ 171503 w 176438"/>
                        <a:gd name="connsiteY16" fmla="*/ 51411 h 131610"/>
                        <a:gd name="connsiteX17" fmla="*/ 176438 w 176438"/>
                        <a:gd name="connsiteY17" fmla="*/ 47710 h 131610"/>
                        <a:gd name="connsiteX18" fmla="*/ 160398 w 176438"/>
                        <a:gd name="connsiteY18" fmla="*/ 19332 h 13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76438" h="131610">
                          <a:moveTo>
                            <a:pt x="160398" y="19332"/>
                          </a:moveTo>
                          <a:cubicBezTo>
                            <a:pt x="156697" y="14396"/>
                            <a:pt x="151761" y="10695"/>
                            <a:pt x="146826" y="6993"/>
                          </a:cubicBezTo>
                          <a:cubicBezTo>
                            <a:pt x="128319" y="-4111"/>
                            <a:pt x="104876" y="-1644"/>
                            <a:pt x="81433" y="11929"/>
                          </a:cubicBezTo>
                          <a:cubicBezTo>
                            <a:pt x="54289" y="27968"/>
                            <a:pt x="29612" y="57580"/>
                            <a:pt x="13572" y="92128"/>
                          </a:cubicBezTo>
                          <a:cubicBezTo>
                            <a:pt x="7403" y="104466"/>
                            <a:pt x="3702" y="116804"/>
                            <a:pt x="0" y="129143"/>
                          </a:cubicBezTo>
                          <a:cubicBezTo>
                            <a:pt x="1234" y="129143"/>
                            <a:pt x="2468" y="129143"/>
                            <a:pt x="2468" y="130377"/>
                          </a:cubicBezTo>
                          <a:cubicBezTo>
                            <a:pt x="4935" y="130377"/>
                            <a:pt x="6169" y="131610"/>
                            <a:pt x="8637" y="131610"/>
                          </a:cubicBezTo>
                          <a:cubicBezTo>
                            <a:pt x="8637" y="131610"/>
                            <a:pt x="8637" y="131610"/>
                            <a:pt x="9871" y="131610"/>
                          </a:cubicBezTo>
                          <a:cubicBezTo>
                            <a:pt x="12338" y="131610"/>
                            <a:pt x="13572" y="131610"/>
                            <a:pt x="16040" y="131610"/>
                          </a:cubicBezTo>
                          <a:cubicBezTo>
                            <a:pt x="17274" y="131610"/>
                            <a:pt x="18507" y="131610"/>
                            <a:pt x="18507" y="131610"/>
                          </a:cubicBezTo>
                          <a:cubicBezTo>
                            <a:pt x="22209" y="119272"/>
                            <a:pt x="27144" y="106934"/>
                            <a:pt x="33313" y="94595"/>
                          </a:cubicBezTo>
                          <a:cubicBezTo>
                            <a:pt x="48119" y="64983"/>
                            <a:pt x="69095" y="40307"/>
                            <a:pt x="91304" y="26734"/>
                          </a:cubicBezTo>
                          <a:cubicBezTo>
                            <a:pt x="102408" y="20565"/>
                            <a:pt x="112279" y="18098"/>
                            <a:pt x="120916" y="18098"/>
                          </a:cubicBezTo>
                          <a:cubicBezTo>
                            <a:pt x="124617" y="18098"/>
                            <a:pt x="127085" y="18098"/>
                            <a:pt x="130786" y="19332"/>
                          </a:cubicBezTo>
                          <a:cubicBezTo>
                            <a:pt x="133254" y="20565"/>
                            <a:pt x="136956" y="21799"/>
                            <a:pt x="139423" y="23033"/>
                          </a:cubicBezTo>
                          <a:cubicBezTo>
                            <a:pt x="149294" y="29202"/>
                            <a:pt x="156697" y="40307"/>
                            <a:pt x="160398" y="55113"/>
                          </a:cubicBezTo>
                          <a:cubicBezTo>
                            <a:pt x="164100" y="53879"/>
                            <a:pt x="167801" y="52645"/>
                            <a:pt x="171503" y="51411"/>
                          </a:cubicBezTo>
                          <a:cubicBezTo>
                            <a:pt x="173970" y="50178"/>
                            <a:pt x="175204" y="48944"/>
                            <a:pt x="176438" y="47710"/>
                          </a:cubicBezTo>
                          <a:cubicBezTo>
                            <a:pt x="171503" y="36605"/>
                            <a:pt x="166567" y="26734"/>
                            <a:pt x="160398" y="19332"/>
                          </a:cubicBezTo>
                          <a:close/>
                        </a:path>
                      </a:pathLst>
                    </a:custGeom>
                    <a:solidFill>
                      <a:srgbClr val="263238"/>
                    </a:solidFill>
                    <a:ln w="12320" cap="flat">
                      <a:noFill/>
                      <a:prstDash val="solid"/>
                      <a:miter/>
                    </a:ln>
                  </p:spPr>
                  <p:txBody>
                    <a:bodyPr rtlCol="0" anchor="ctr"/>
                    <a:lstStyle/>
                    <a:p>
                      <a:endParaRPr lang="en-US"/>
                    </a:p>
                  </p:txBody>
                </p:sp>
              </p:grpSp>
            </p:grpSp>
          </p:grpSp>
          <p:grpSp>
            <p:nvGrpSpPr>
              <p:cNvPr id="221" name="Graphic 6">
                <a:extLst>
                  <a:ext uri="{FF2B5EF4-FFF2-40B4-BE49-F238E27FC236}">
                    <a16:creationId xmlns:a16="http://schemas.microsoft.com/office/drawing/2014/main" id="{31113BDC-2845-441C-B626-57D5D70A544F}"/>
                  </a:ext>
                </a:extLst>
              </p:cNvPr>
              <p:cNvGrpSpPr/>
              <p:nvPr/>
            </p:nvGrpSpPr>
            <p:grpSpPr>
              <a:xfrm>
                <a:off x="7228169" y="4511360"/>
                <a:ext cx="1378190" cy="815563"/>
                <a:chOff x="7228169" y="4511360"/>
                <a:chExt cx="1378190" cy="815563"/>
              </a:xfrm>
            </p:grpSpPr>
            <p:sp>
              <p:nvSpPr>
                <p:cNvPr id="222" name="Freeform: Shape 221">
                  <a:extLst>
                    <a:ext uri="{FF2B5EF4-FFF2-40B4-BE49-F238E27FC236}">
                      <a16:creationId xmlns:a16="http://schemas.microsoft.com/office/drawing/2014/main" id="{B4A62B94-DE76-4BE8-9A70-763995B3BB43}"/>
                    </a:ext>
                  </a:extLst>
                </p:cNvPr>
                <p:cNvSpPr/>
                <p:nvPr/>
              </p:nvSpPr>
              <p:spPr>
                <a:xfrm>
                  <a:off x="7228169" y="4531102"/>
                  <a:ext cx="1378190" cy="795822"/>
                </a:xfrm>
                <a:custGeom>
                  <a:avLst/>
                  <a:gdLst>
                    <a:gd name="connsiteX0" fmla="*/ 0 w 1378190"/>
                    <a:gd name="connsiteY0" fmla="*/ 383722 h 795822"/>
                    <a:gd name="connsiteX1" fmla="*/ 665036 w 1378190"/>
                    <a:gd name="connsiteY1" fmla="*/ 0 h 795822"/>
                    <a:gd name="connsiteX2" fmla="*/ 1378191 w 1378190"/>
                    <a:gd name="connsiteY2" fmla="*/ 412100 h 795822"/>
                    <a:gd name="connsiteX3" fmla="*/ 713155 w 1378190"/>
                    <a:gd name="connsiteY3" fmla="*/ 795822 h 795822"/>
                  </a:gdLst>
                  <a:ahLst/>
                  <a:cxnLst>
                    <a:cxn ang="0">
                      <a:pos x="connsiteX0" y="connsiteY0"/>
                    </a:cxn>
                    <a:cxn ang="0">
                      <a:pos x="connsiteX1" y="connsiteY1"/>
                    </a:cxn>
                    <a:cxn ang="0">
                      <a:pos x="connsiteX2" y="connsiteY2"/>
                    </a:cxn>
                    <a:cxn ang="0">
                      <a:pos x="connsiteX3" y="connsiteY3"/>
                    </a:cxn>
                  </a:cxnLst>
                  <a:rect l="l" t="t" r="r" b="b"/>
                  <a:pathLst>
                    <a:path w="1378190" h="795822">
                      <a:moveTo>
                        <a:pt x="0" y="383722"/>
                      </a:moveTo>
                      <a:lnTo>
                        <a:pt x="665036" y="0"/>
                      </a:lnTo>
                      <a:lnTo>
                        <a:pt x="1378191" y="412100"/>
                      </a:lnTo>
                      <a:lnTo>
                        <a:pt x="713155" y="795822"/>
                      </a:lnTo>
                      <a:close/>
                    </a:path>
                  </a:pathLst>
                </a:custGeom>
                <a:solidFill>
                  <a:srgbClr val="000000">
                    <a:alpha val="10000"/>
                  </a:srgbClr>
                </a:solidFill>
                <a:ln w="12320" cap="flat">
                  <a:noFill/>
                  <a:prstDash val="solid"/>
                  <a:miter/>
                </a:ln>
              </p:spPr>
              <p:txBody>
                <a:bodyPr rtlCol="0" anchor="ctr"/>
                <a:lstStyle/>
                <a:p>
                  <a:endParaRPr lang="en-US"/>
                </a:p>
              </p:txBody>
            </p:sp>
            <p:grpSp>
              <p:nvGrpSpPr>
                <p:cNvPr id="223" name="Graphic 6">
                  <a:extLst>
                    <a:ext uri="{FF2B5EF4-FFF2-40B4-BE49-F238E27FC236}">
                      <a16:creationId xmlns:a16="http://schemas.microsoft.com/office/drawing/2014/main" id="{31113BDC-2845-441C-B626-57D5D70A544F}"/>
                    </a:ext>
                  </a:extLst>
                </p:cNvPr>
                <p:cNvGrpSpPr/>
                <p:nvPr/>
              </p:nvGrpSpPr>
              <p:grpSpPr>
                <a:xfrm>
                  <a:off x="7233104" y="4511360"/>
                  <a:ext cx="1343677" cy="736598"/>
                  <a:chOff x="7233104" y="4511360"/>
                  <a:chExt cx="1343677" cy="736598"/>
                </a:xfrm>
              </p:grpSpPr>
              <p:sp>
                <p:nvSpPr>
                  <p:cNvPr id="224" name="Freeform: Shape 223">
                    <a:extLst>
                      <a:ext uri="{FF2B5EF4-FFF2-40B4-BE49-F238E27FC236}">
                        <a16:creationId xmlns:a16="http://schemas.microsoft.com/office/drawing/2014/main" id="{B1A22864-F068-486B-B5B3-424561090596}"/>
                      </a:ext>
                    </a:extLst>
                  </p:cNvPr>
                  <p:cNvSpPr/>
                  <p:nvPr/>
                </p:nvSpPr>
                <p:spPr>
                  <a:xfrm>
                    <a:off x="7233104" y="4511360"/>
                    <a:ext cx="774846" cy="450348"/>
                  </a:xfrm>
                  <a:custGeom>
                    <a:avLst/>
                    <a:gdLst>
                      <a:gd name="connsiteX0" fmla="*/ 107343 w 774846"/>
                      <a:gd name="connsiteY0" fmla="*/ 450349 h 450348"/>
                      <a:gd name="connsiteX1" fmla="*/ 0 w 774846"/>
                      <a:gd name="connsiteY1" fmla="*/ 384956 h 450348"/>
                      <a:gd name="connsiteX2" fmla="*/ 667504 w 774846"/>
                      <a:gd name="connsiteY2" fmla="*/ 0 h 450348"/>
                      <a:gd name="connsiteX3" fmla="*/ 774847 w 774846"/>
                      <a:gd name="connsiteY3" fmla="*/ 65393 h 450348"/>
                    </a:gdLst>
                    <a:ahLst/>
                    <a:cxnLst>
                      <a:cxn ang="0">
                        <a:pos x="connsiteX0" y="connsiteY0"/>
                      </a:cxn>
                      <a:cxn ang="0">
                        <a:pos x="connsiteX1" y="connsiteY1"/>
                      </a:cxn>
                      <a:cxn ang="0">
                        <a:pos x="connsiteX2" y="connsiteY2"/>
                      </a:cxn>
                      <a:cxn ang="0">
                        <a:pos x="connsiteX3" y="connsiteY3"/>
                      </a:cxn>
                    </a:cxnLst>
                    <a:rect l="l" t="t" r="r" b="b"/>
                    <a:pathLst>
                      <a:path w="774846" h="450348">
                        <a:moveTo>
                          <a:pt x="107343" y="450349"/>
                        </a:moveTo>
                        <a:lnTo>
                          <a:pt x="0" y="384956"/>
                        </a:lnTo>
                        <a:lnTo>
                          <a:pt x="667504" y="0"/>
                        </a:lnTo>
                        <a:lnTo>
                          <a:pt x="774847" y="65393"/>
                        </a:lnTo>
                        <a:close/>
                      </a:path>
                    </a:pathLst>
                  </a:custGeom>
                  <a:solidFill>
                    <a:srgbClr val="27DEBF"/>
                  </a:solidFill>
                  <a:ln w="12320"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4F775BF6-F09F-49DB-9FCC-46F06DB47928}"/>
                      </a:ext>
                    </a:extLst>
                  </p:cNvPr>
                  <p:cNvSpPr/>
                  <p:nvPr/>
                </p:nvSpPr>
                <p:spPr>
                  <a:xfrm>
                    <a:off x="7233104" y="4511360"/>
                    <a:ext cx="774846" cy="450348"/>
                  </a:xfrm>
                  <a:custGeom>
                    <a:avLst/>
                    <a:gdLst>
                      <a:gd name="connsiteX0" fmla="*/ 107343 w 774846"/>
                      <a:gd name="connsiteY0" fmla="*/ 450349 h 450348"/>
                      <a:gd name="connsiteX1" fmla="*/ 0 w 774846"/>
                      <a:gd name="connsiteY1" fmla="*/ 384956 h 450348"/>
                      <a:gd name="connsiteX2" fmla="*/ 667504 w 774846"/>
                      <a:gd name="connsiteY2" fmla="*/ 0 h 450348"/>
                      <a:gd name="connsiteX3" fmla="*/ 774847 w 774846"/>
                      <a:gd name="connsiteY3" fmla="*/ 65393 h 450348"/>
                    </a:gdLst>
                    <a:ahLst/>
                    <a:cxnLst>
                      <a:cxn ang="0">
                        <a:pos x="connsiteX0" y="connsiteY0"/>
                      </a:cxn>
                      <a:cxn ang="0">
                        <a:pos x="connsiteX1" y="connsiteY1"/>
                      </a:cxn>
                      <a:cxn ang="0">
                        <a:pos x="connsiteX2" y="connsiteY2"/>
                      </a:cxn>
                      <a:cxn ang="0">
                        <a:pos x="connsiteX3" y="connsiteY3"/>
                      </a:cxn>
                    </a:cxnLst>
                    <a:rect l="l" t="t" r="r" b="b"/>
                    <a:pathLst>
                      <a:path w="774846" h="450348">
                        <a:moveTo>
                          <a:pt x="107343" y="450349"/>
                        </a:moveTo>
                        <a:lnTo>
                          <a:pt x="0" y="384956"/>
                        </a:lnTo>
                        <a:lnTo>
                          <a:pt x="667504" y="0"/>
                        </a:lnTo>
                        <a:lnTo>
                          <a:pt x="774847" y="65393"/>
                        </a:lnTo>
                        <a:close/>
                      </a:path>
                    </a:pathLst>
                  </a:custGeom>
                  <a:solidFill>
                    <a:schemeClr val="tx2">
                      <a:alpha val="1000"/>
                    </a:schemeClr>
                  </a:solidFill>
                  <a:ln w="12320"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94CD45A3-2EDE-442E-BE04-8D448BB265EB}"/>
                      </a:ext>
                    </a:extLst>
                  </p:cNvPr>
                  <p:cNvSpPr/>
                  <p:nvPr/>
                </p:nvSpPr>
                <p:spPr>
                  <a:xfrm>
                    <a:off x="7340448" y="4576753"/>
                    <a:ext cx="1236333" cy="671205"/>
                  </a:xfrm>
                  <a:custGeom>
                    <a:avLst/>
                    <a:gdLst>
                      <a:gd name="connsiteX0" fmla="*/ 1133892 w 1236333"/>
                      <a:gd name="connsiteY0" fmla="*/ 228259 h 671205"/>
                      <a:gd name="connsiteX1" fmla="*/ 1133892 w 1236333"/>
                      <a:gd name="connsiteY1" fmla="*/ 228259 h 671205"/>
                      <a:gd name="connsiteX2" fmla="*/ 667504 w 1236333"/>
                      <a:gd name="connsiteY2" fmla="*/ 0 h 671205"/>
                      <a:gd name="connsiteX3" fmla="*/ 0 w 1236333"/>
                      <a:gd name="connsiteY3" fmla="*/ 384956 h 671205"/>
                      <a:gd name="connsiteX4" fmla="*/ 591006 w 1236333"/>
                      <a:gd name="connsiteY4" fmla="*/ 671205 h 671205"/>
                      <a:gd name="connsiteX5" fmla="*/ 1168440 w 1236333"/>
                      <a:gd name="connsiteY5" fmla="*/ 338070 h 671205"/>
                      <a:gd name="connsiteX6" fmla="*/ 1236300 w 1236333"/>
                      <a:gd name="connsiteY6" fmla="*/ 238130 h 671205"/>
                      <a:gd name="connsiteX7" fmla="*/ 1133892 w 1236333"/>
                      <a:gd name="connsiteY7" fmla="*/ 228259 h 67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6333" h="671205">
                        <a:moveTo>
                          <a:pt x="1133892" y="228259"/>
                        </a:moveTo>
                        <a:lnTo>
                          <a:pt x="1133892" y="228259"/>
                        </a:lnTo>
                        <a:lnTo>
                          <a:pt x="667504" y="0"/>
                        </a:lnTo>
                        <a:lnTo>
                          <a:pt x="0" y="384956"/>
                        </a:lnTo>
                        <a:lnTo>
                          <a:pt x="591006" y="671205"/>
                        </a:lnTo>
                        <a:lnTo>
                          <a:pt x="1168440" y="338070"/>
                        </a:lnTo>
                        <a:cubicBezTo>
                          <a:pt x="1204221" y="317095"/>
                          <a:pt x="1237534" y="283782"/>
                          <a:pt x="1236300" y="238130"/>
                        </a:cubicBezTo>
                        <a:cubicBezTo>
                          <a:pt x="1215325" y="248000"/>
                          <a:pt x="1183246" y="250468"/>
                          <a:pt x="1133892" y="228259"/>
                        </a:cubicBezTo>
                        <a:close/>
                      </a:path>
                    </a:pathLst>
                  </a:custGeom>
                  <a:solidFill>
                    <a:srgbClr val="27DEBF"/>
                  </a:solidFill>
                  <a:ln w="12320"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396A02B4-5A31-476D-BEF1-04A407476888}"/>
                      </a:ext>
                    </a:extLst>
                  </p:cNvPr>
                  <p:cNvSpPr/>
                  <p:nvPr/>
                </p:nvSpPr>
                <p:spPr>
                  <a:xfrm>
                    <a:off x="7340448" y="4576753"/>
                    <a:ext cx="1236333" cy="671205"/>
                  </a:xfrm>
                  <a:custGeom>
                    <a:avLst/>
                    <a:gdLst>
                      <a:gd name="connsiteX0" fmla="*/ 1133892 w 1236333"/>
                      <a:gd name="connsiteY0" fmla="*/ 228259 h 671205"/>
                      <a:gd name="connsiteX1" fmla="*/ 1133892 w 1236333"/>
                      <a:gd name="connsiteY1" fmla="*/ 228259 h 671205"/>
                      <a:gd name="connsiteX2" fmla="*/ 667504 w 1236333"/>
                      <a:gd name="connsiteY2" fmla="*/ 0 h 671205"/>
                      <a:gd name="connsiteX3" fmla="*/ 0 w 1236333"/>
                      <a:gd name="connsiteY3" fmla="*/ 384956 h 671205"/>
                      <a:gd name="connsiteX4" fmla="*/ 591006 w 1236333"/>
                      <a:gd name="connsiteY4" fmla="*/ 671205 h 671205"/>
                      <a:gd name="connsiteX5" fmla="*/ 1168440 w 1236333"/>
                      <a:gd name="connsiteY5" fmla="*/ 338070 h 671205"/>
                      <a:gd name="connsiteX6" fmla="*/ 1236300 w 1236333"/>
                      <a:gd name="connsiteY6" fmla="*/ 238130 h 671205"/>
                      <a:gd name="connsiteX7" fmla="*/ 1133892 w 1236333"/>
                      <a:gd name="connsiteY7" fmla="*/ 228259 h 67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6333" h="671205">
                        <a:moveTo>
                          <a:pt x="1133892" y="228259"/>
                        </a:moveTo>
                        <a:lnTo>
                          <a:pt x="1133892" y="228259"/>
                        </a:lnTo>
                        <a:lnTo>
                          <a:pt x="667504" y="0"/>
                        </a:lnTo>
                        <a:lnTo>
                          <a:pt x="0" y="384956"/>
                        </a:lnTo>
                        <a:lnTo>
                          <a:pt x="591006" y="671205"/>
                        </a:lnTo>
                        <a:lnTo>
                          <a:pt x="1168440" y="338070"/>
                        </a:lnTo>
                        <a:cubicBezTo>
                          <a:pt x="1204221" y="317095"/>
                          <a:pt x="1237534" y="283782"/>
                          <a:pt x="1236300" y="238130"/>
                        </a:cubicBezTo>
                        <a:cubicBezTo>
                          <a:pt x="1215325" y="248000"/>
                          <a:pt x="1183246" y="250468"/>
                          <a:pt x="1133892" y="228259"/>
                        </a:cubicBezTo>
                        <a:close/>
                      </a:path>
                    </a:pathLst>
                  </a:custGeom>
                  <a:solidFill>
                    <a:schemeClr val="accent1">
                      <a:alpha val="30000"/>
                    </a:schemeClr>
                  </a:solidFill>
                  <a:ln w="12320" cap="flat">
                    <a:noFill/>
                    <a:prstDash val="solid"/>
                    <a:miter/>
                  </a:ln>
                </p:spPr>
                <p:txBody>
                  <a:bodyPr rtlCol="0" anchor="ctr"/>
                  <a:lstStyle/>
                  <a:p>
                    <a:endParaRPr lang="en-US"/>
                  </a:p>
                </p:txBody>
              </p:sp>
            </p:grpSp>
            <p:grpSp>
              <p:nvGrpSpPr>
                <p:cNvPr id="228" name="Graphic 6">
                  <a:extLst>
                    <a:ext uri="{FF2B5EF4-FFF2-40B4-BE49-F238E27FC236}">
                      <a16:creationId xmlns:a16="http://schemas.microsoft.com/office/drawing/2014/main" id="{31113BDC-2845-441C-B626-57D5D70A544F}"/>
                    </a:ext>
                  </a:extLst>
                </p:cNvPr>
                <p:cNvGrpSpPr/>
                <p:nvPr/>
              </p:nvGrpSpPr>
              <p:grpSpPr>
                <a:xfrm>
                  <a:off x="7537533" y="4719318"/>
                  <a:ext cx="768293" cy="328955"/>
                  <a:chOff x="7537533" y="4719318"/>
                  <a:chExt cx="768293" cy="328955"/>
                </a:xfrm>
                <a:solidFill>
                  <a:srgbClr val="455A64"/>
                </a:solidFill>
              </p:grpSpPr>
              <p:sp>
                <p:nvSpPr>
                  <p:cNvPr id="229" name="Freeform: Shape 228">
                    <a:extLst>
                      <a:ext uri="{FF2B5EF4-FFF2-40B4-BE49-F238E27FC236}">
                        <a16:creationId xmlns:a16="http://schemas.microsoft.com/office/drawing/2014/main" id="{2ACFF995-E04A-4A85-B8DA-E713772B80AA}"/>
                      </a:ext>
                    </a:extLst>
                  </p:cNvPr>
                  <p:cNvSpPr/>
                  <p:nvPr/>
                </p:nvSpPr>
                <p:spPr>
                  <a:xfrm>
                    <a:off x="7537533" y="4836311"/>
                    <a:ext cx="262922" cy="135379"/>
                  </a:xfrm>
                  <a:custGeom>
                    <a:avLst/>
                    <a:gdLst>
                      <a:gd name="connsiteX0" fmla="*/ 249562 w 262922"/>
                      <a:gd name="connsiteY0" fmla="*/ 78512 h 135379"/>
                      <a:gd name="connsiteX1" fmla="*/ 250796 w 262922"/>
                      <a:gd name="connsiteY1" fmla="*/ 72343 h 135379"/>
                      <a:gd name="connsiteX2" fmla="*/ 238458 w 262922"/>
                      <a:gd name="connsiteY2" fmla="*/ 64940 h 135379"/>
                      <a:gd name="connsiteX3" fmla="*/ 216249 w 262922"/>
                      <a:gd name="connsiteY3" fmla="*/ 40263 h 135379"/>
                      <a:gd name="connsiteX4" fmla="*/ 191572 w 262922"/>
                      <a:gd name="connsiteY4" fmla="*/ 15587 h 135379"/>
                      <a:gd name="connsiteX5" fmla="*/ 182935 w 262922"/>
                      <a:gd name="connsiteY5" fmla="*/ 2014 h 135379"/>
                      <a:gd name="connsiteX6" fmla="*/ 176766 w 262922"/>
                      <a:gd name="connsiteY6" fmla="*/ 8184 h 135379"/>
                      <a:gd name="connsiteX7" fmla="*/ 182935 w 262922"/>
                      <a:gd name="connsiteY7" fmla="*/ 18054 h 135379"/>
                      <a:gd name="connsiteX8" fmla="*/ 159493 w 262922"/>
                      <a:gd name="connsiteY8" fmla="*/ 67407 h 135379"/>
                      <a:gd name="connsiteX9" fmla="*/ 137284 w 262922"/>
                      <a:gd name="connsiteY9" fmla="*/ 61238 h 135379"/>
                      <a:gd name="connsiteX10" fmla="*/ 127413 w 262922"/>
                      <a:gd name="connsiteY10" fmla="*/ 83447 h 135379"/>
                      <a:gd name="connsiteX11" fmla="*/ 108905 w 262922"/>
                      <a:gd name="connsiteY11" fmla="*/ 79746 h 135379"/>
                      <a:gd name="connsiteX12" fmla="*/ 95333 w 262922"/>
                      <a:gd name="connsiteY12" fmla="*/ 103189 h 135379"/>
                      <a:gd name="connsiteX13" fmla="*/ 73124 w 262922"/>
                      <a:gd name="connsiteY13" fmla="*/ 98253 h 135379"/>
                      <a:gd name="connsiteX14" fmla="*/ 66955 w 262922"/>
                      <a:gd name="connsiteY14" fmla="*/ 122930 h 135379"/>
                      <a:gd name="connsiteX15" fmla="*/ 33642 w 262922"/>
                      <a:gd name="connsiteY15" fmla="*/ 93318 h 135379"/>
                      <a:gd name="connsiteX16" fmla="*/ 328 w 262922"/>
                      <a:gd name="connsiteY16" fmla="*/ 120462 h 135379"/>
                      <a:gd name="connsiteX17" fmla="*/ 4030 w 262922"/>
                      <a:gd name="connsiteY17" fmla="*/ 122930 h 135379"/>
                      <a:gd name="connsiteX18" fmla="*/ 37343 w 262922"/>
                      <a:gd name="connsiteY18" fmla="*/ 100721 h 135379"/>
                      <a:gd name="connsiteX19" fmla="*/ 69423 w 262922"/>
                      <a:gd name="connsiteY19" fmla="*/ 134035 h 135379"/>
                      <a:gd name="connsiteX20" fmla="*/ 74358 w 262922"/>
                      <a:gd name="connsiteY20" fmla="*/ 132801 h 135379"/>
                      <a:gd name="connsiteX21" fmla="*/ 76826 w 262922"/>
                      <a:gd name="connsiteY21" fmla="*/ 108124 h 135379"/>
                      <a:gd name="connsiteX22" fmla="*/ 99035 w 262922"/>
                      <a:gd name="connsiteY22" fmla="*/ 114293 h 135379"/>
                      <a:gd name="connsiteX23" fmla="*/ 102736 w 262922"/>
                      <a:gd name="connsiteY23" fmla="*/ 111825 h 135379"/>
                      <a:gd name="connsiteX24" fmla="*/ 131114 w 262922"/>
                      <a:gd name="connsiteY24" fmla="*/ 95786 h 135379"/>
                      <a:gd name="connsiteX25" fmla="*/ 137284 w 262922"/>
                      <a:gd name="connsiteY25" fmla="*/ 94552 h 135379"/>
                      <a:gd name="connsiteX26" fmla="*/ 142219 w 262922"/>
                      <a:gd name="connsiteY26" fmla="*/ 71109 h 135379"/>
                      <a:gd name="connsiteX27" fmla="*/ 160726 w 262922"/>
                      <a:gd name="connsiteY27" fmla="*/ 78512 h 135379"/>
                      <a:gd name="connsiteX28" fmla="*/ 189105 w 262922"/>
                      <a:gd name="connsiteY28" fmla="*/ 69875 h 135379"/>
                      <a:gd name="connsiteX29" fmla="*/ 197741 w 262922"/>
                      <a:gd name="connsiteY29" fmla="*/ 34094 h 135379"/>
                      <a:gd name="connsiteX30" fmla="*/ 212548 w 262922"/>
                      <a:gd name="connsiteY30" fmla="*/ 47666 h 135379"/>
                      <a:gd name="connsiteX31" fmla="*/ 229821 w 262922"/>
                      <a:gd name="connsiteY31" fmla="*/ 67407 h 135379"/>
                      <a:gd name="connsiteX32" fmla="*/ 217483 w 262922"/>
                      <a:gd name="connsiteY32" fmla="*/ 98253 h 135379"/>
                      <a:gd name="connsiteX33" fmla="*/ 260667 w 262922"/>
                      <a:gd name="connsiteY33" fmla="*/ 119228 h 135379"/>
                      <a:gd name="connsiteX34" fmla="*/ 249562 w 262922"/>
                      <a:gd name="connsiteY34" fmla="*/ 78512 h 135379"/>
                      <a:gd name="connsiteX35" fmla="*/ 240926 w 262922"/>
                      <a:gd name="connsiteY35" fmla="*/ 110592 h 135379"/>
                      <a:gd name="connsiteX36" fmla="*/ 226120 w 262922"/>
                      <a:gd name="connsiteY36" fmla="*/ 93318 h 135379"/>
                      <a:gd name="connsiteX37" fmla="*/ 237224 w 262922"/>
                      <a:gd name="connsiteY37" fmla="*/ 77278 h 135379"/>
                      <a:gd name="connsiteX38" fmla="*/ 240926 w 262922"/>
                      <a:gd name="connsiteY38" fmla="*/ 110592 h 135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262922" h="135379">
                        <a:moveTo>
                          <a:pt x="249562" y="78512"/>
                        </a:moveTo>
                        <a:cubicBezTo>
                          <a:pt x="252030" y="78512"/>
                          <a:pt x="252030" y="73577"/>
                          <a:pt x="250796" y="72343"/>
                        </a:cubicBezTo>
                        <a:cubicBezTo>
                          <a:pt x="247095" y="67407"/>
                          <a:pt x="242159" y="64940"/>
                          <a:pt x="238458" y="64940"/>
                        </a:cubicBezTo>
                        <a:cubicBezTo>
                          <a:pt x="231055" y="56303"/>
                          <a:pt x="223652" y="47666"/>
                          <a:pt x="216249" y="40263"/>
                        </a:cubicBezTo>
                        <a:cubicBezTo>
                          <a:pt x="207612" y="32860"/>
                          <a:pt x="198975" y="24223"/>
                          <a:pt x="191572" y="15587"/>
                        </a:cubicBezTo>
                        <a:cubicBezTo>
                          <a:pt x="189105" y="10651"/>
                          <a:pt x="186637" y="5716"/>
                          <a:pt x="182935" y="2014"/>
                        </a:cubicBezTo>
                        <a:cubicBezTo>
                          <a:pt x="178000" y="-2921"/>
                          <a:pt x="173065" y="2014"/>
                          <a:pt x="176766" y="8184"/>
                        </a:cubicBezTo>
                        <a:cubicBezTo>
                          <a:pt x="179234" y="11885"/>
                          <a:pt x="180468" y="15587"/>
                          <a:pt x="182935" y="18054"/>
                        </a:cubicBezTo>
                        <a:cubicBezTo>
                          <a:pt x="190338" y="39029"/>
                          <a:pt x="180468" y="82214"/>
                          <a:pt x="159493" y="67407"/>
                        </a:cubicBezTo>
                        <a:cubicBezTo>
                          <a:pt x="152090" y="62472"/>
                          <a:pt x="147154" y="55069"/>
                          <a:pt x="137284" y="61238"/>
                        </a:cubicBezTo>
                        <a:cubicBezTo>
                          <a:pt x="129881" y="64940"/>
                          <a:pt x="128647" y="74810"/>
                          <a:pt x="127413" y="83447"/>
                        </a:cubicBezTo>
                        <a:cubicBezTo>
                          <a:pt x="122478" y="78512"/>
                          <a:pt x="116309" y="76044"/>
                          <a:pt x="108905" y="79746"/>
                        </a:cubicBezTo>
                        <a:cubicBezTo>
                          <a:pt x="99035" y="83447"/>
                          <a:pt x="95333" y="93318"/>
                          <a:pt x="95333" y="103189"/>
                        </a:cubicBezTo>
                        <a:cubicBezTo>
                          <a:pt x="89164" y="98253"/>
                          <a:pt x="80527" y="92084"/>
                          <a:pt x="73124" y="98253"/>
                        </a:cubicBezTo>
                        <a:cubicBezTo>
                          <a:pt x="66955" y="103189"/>
                          <a:pt x="66955" y="114293"/>
                          <a:pt x="66955" y="122930"/>
                        </a:cubicBezTo>
                        <a:cubicBezTo>
                          <a:pt x="58318" y="110592"/>
                          <a:pt x="47214" y="97020"/>
                          <a:pt x="33642" y="93318"/>
                        </a:cubicBezTo>
                        <a:cubicBezTo>
                          <a:pt x="15134" y="87149"/>
                          <a:pt x="5264" y="105656"/>
                          <a:pt x="328" y="120462"/>
                        </a:cubicBezTo>
                        <a:cubicBezTo>
                          <a:pt x="-906" y="122930"/>
                          <a:pt x="1562" y="126632"/>
                          <a:pt x="4030" y="122930"/>
                        </a:cubicBezTo>
                        <a:cubicBezTo>
                          <a:pt x="10199" y="108124"/>
                          <a:pt x="20070" y="93318"/>
                          <a:pt x="37343" y="100721"/>
                        </a:cubicBezTo>
                        <a:cubicBezTo>
                          <a:pt x="50915" y="106890"/>
                          <a:pt x="60786" y="121696"/>
                          <a:pt x="69423" y="134035"/>
                        </a:cubicBezTo>
                        <a:cubicBezTo>
                          <a:pt x="70657" y="136502"/>
                          <a:pt x="74358" y="135268"/>
                          <a:pt x="74358" y="132801"/>
                        </a:cubicBezTo>
                        <a:cubicBezTo>
                          <a:pt x="74358" y="125398"/>
                          <a:pt x="73124" y="114293"/>
                          <a:pt x="76826" y="108124"/>
                        </a:cubicBezTo>
                        <a:cubicBezTo>
                          <a:pt x="82995" y="98253"/>
                          <a:pt x="92866" y="108124"/>
                          <a:pt x="99035" y="114293"/>
                        </a:cubicBezTo>
                        <a:cubicBezTo>
                          <a:pt x="101503" y="116761"/>
                          <a:pt x="103970" y="114293"/>
                          <a:pt x="102736" y="111825"/>
                        </a:cubicBezTo>
                        <a:cubicBezTo>
                          <a:pt x="101503" y="95786"/>
                          <a:pt x="118776" y="77278"/>
                          <a:pt x="131114" y="95786"/>
                        </a:cubicBezTo>
                        <a:cubicBezTo>
                          <a:pt x="132348" y="98253"/>
                          <a:pt x="137284" y="99487"/>
                          <a:pt x="137284" y="94552"/>
                        </a:cubicBezTo>
                        <a:cubicBezTo>
                          <a:pt x="137284" y="87149"/>
                          <a:pt x="136050" y="76044"/>
                          <a:pt x="142219" y="71109"/>
                        </a:cubicBezTo>
                        <a:cubicBezTo>
                          <a:pt x="150856" y="64940"/>
                          <a:pt x="154557" y="74810"/>
                          <a:pt x="160726" y="78512"/>
                        </a:cubicBezTo>
                        <a:cubicBezTo>
                          <a:pt x="170597" y="84681"/>
                          <a:pt x="182935" y="78512"/>
                          <a:pt x="189105" y="69875"/>
                        </a:cubicBezTo>
                        <a:cubicBezTo>
                          <a:pt x="195274" y="60005"/>
                          <a:pt x="198975" y="47666"/>
                          <a:pt x="197741" y="34094"/>
                        </a:cubicBezTo>
                        <a:cubicBezTo>
                          <a:pt x="202677" y="39029"/>
                          <a:pt x="207612" y="43965"/>
                          <a:pt x="212548" y="47666"/>
                        </a:cubicBezTo>
                        <a:cubicBezTo>
                          <a:pt x="218717" y="53836"/>
                          <a:pt x="224886" y="60005"/>
                          <a:pt x="229821" y="67407"/>
                        </a:cubicBezTo>
                        <a:cubicBezTo>
                          <a:pt x="219950" y="72343"/>
                          <a:pt x="213781" y="85915"/>
                          <a:pt x="217483" y="98253"/>
                        </a:cubicBezTo>
                        <a:cubicBezTo>
                          <a:pt x="221184" y="113059"/>
                          <a:pt x="245861" y="136502"/>
                          <a:pt x="260667" y="119228"/>
                        </a:cubicBezTo>
                        <a:cubicBezTo>
                          <a:pt x="266836" y="106890"/>
                          <a:pt x="259433" y="90850"/>
                          <a:pt x="249562" y="78512"/>
                        </a:cubicBezTo>
                        <a:close/>
                        <a:moveTo>
                          <a:pt x="240926" y="110592"/>
                        </a:moveTo>
                        <a:cubicBezTo>
                          <a:pt x="233523" y="109358"/>
                          <a:pt x="227353" y="100721"/>
                          <a:pt x="226120" y="93318"/>
                        </a:cubicBezTo>
                        <a:cubicBezTo>
                          <a:pt x="224886" y="83447"/>
                          <a:pt x="229821" y="78512"/>
                          <a:pt x="237224" y="77278"/>
                        </a:cubicBezTo>
                        <a:cubicBezTo>
                          <a:pt x="242159" y="84681"/>
                          <a:pt x="260667" y="113059"/>
                          <a:pt x="240926" y="110592"/>
                        </a:cubicBezTo>
                        <a:close/>
                      </a:path>
                    </a:pathLst>
                  </a:custGeom>
                  <a:solidFill>
                    <a:srgbClr val="455A64"/>
                  </a:solidFill>
                  <a:ln w="12320"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E2698799-922D-49E8-B5B6-8F9079D8A8CF}"/>
                      </a:ext>
                    </a:extLst>
                  </p:cNvPr>
                  <p:cNvSpPr/>
                  <p:nvPr/>
                </p:nvSpPr>
                <p:spPr>
                  <a:xfrm>
                    <a:off x="7768588" y="4719318"/>
                    <a:ext cx="209751" cy="156233"/>
                  </a:xfrm>
                  <a:custGeom>
                    <a:avLst/>
                    <a:gdLst>
                      <a:gd name="connsiteX0" fmla="*/ 202348 w 209751"/>
                      <a:gd name="connsiteY0" fmla="*/ 10430 h 156233"/>
                      <a:gd name="connsiteX1" fmla="*/ 194945 w 209751"/>
                      <a:gd name="connsiteY1" fmla="*/ 12898 h 156233"/>
                      <a:gd name="connsiteX2" fmla="*/ 173970 w 209751"/>
                      <a:gd name="connsiteY2" fmla="*/ 26470 h 156233"/>
                      <a:gd name="connsiteX3" fmla="*/ 144358 w 209751"/>
                      <a:gd name="connsiteY3" fmla="*/ 7963 h 156233"/>
                      <a:gd name="connsiteX4" fmla="*/ 139423 w 209751"/>
                      <a:gd name="connsiteY4" fmla="*/ 1793 h 156233"/>
                      <a:gd name="connsiteX5" fmla="*/ 132020 w 209751"/>
                      <a:gd name="connsiteY5" fmla="*/ 9196 h 156233"/>
                      <a:gd name="connsiteX6" fmla="*/ 138189 w 209751"/>
                      <a:gd name="connsiteY6" fmla="*/ 15366 h 156233"/>
                      <a:gd name="connsiteX7" fmla="*/ 143124 w 209751"/>
                      <a:gd name="connsiteY7" fmla="*/ 53615 h 156233"/>
                      <a:gd name="connsiteX8" fmla="*/ 109811 w 209751"/>
                      <a:gd name="connsiteY8" fmla="*/ 36341 h 156233"/>
                      <a:gd name="connsiteX9" fmla="*/ 102408 w 209751"/>
                      <a:gd name="connsiteY9" fmla="*/ 41276 h 156233"/>
                      <a:gd name="connsiteX10" fmla="*/ 108577 w 209751"/>
                      <a:gd name="connsiteY10" fmla="*/ 63485 h 156233"/>
                      <a:gd name="connsiteX11" fmla="*/ 108577 w 209751"/>
                      <a:gd name="connsiteY11" fmla="*/ 89396 h 156233"/>
                      <a:gd name="connsiteX12" fmla="*/ 78965 w 209751"/>
                      <a:gd name="connsiteY12" fmla="*/ 62251 h 156233"/>
                      <a:gd name="connsiteX13" fmla="*/ 78965 w 209751"/>
                      <a:gd name="connsiteY13" fmla="*/ 62251 h 156233"/>
                      <a:gd name="connsiteX14" fmla="*/ 78965 w 209751"/>
                      <a:gd name="connsiteY14" fmla="*/ 61017 h 156233"/>
                      <a:gd name="connsiteX15" fmla="*/ 78965 w 209751"/>
                      <a:gd name="connsiteY15" fmla="*/ 61017 h 156233"/>
                      <a:gd name="connsiteX16" fmla="*/ 78965 w 209751"/>
                      <a:gd name="connsiteY16" fmla="*/ 59784 h 156233"/>
                      <a:gd name="connsiteX17" fmla="*/ 69095 w 209751"/>
                      <a:gd name="connsiteY17" fmla="*/ 61017 h 156233"/>
                      <a:gd name="connsiteX18" fmla="*/ 64159 w 209751"/>
                      <a:gd name="connsiteY18" fmla="*/ 100500 h 156233"/>
                      <a:gd name="connsiteX19" fmla="*/ 32080 w 209751"/>
                      <a:gd name="connsiteY19" fmla="*/ 94331 h 156233"/>
                      <a:gd name="connsiteX20" fmla="*/ 27144 w 209751"/>
                      <a:gd name="connsiteY20" fmla="*/ 85694 h 156233"/>
                      <a:gd name="connsiteX21" fmla="*/ 17274 w 209751"/>
                      <a:gd name="connsiteY21" fmla="*/ 90630 h 156233"/>
                      <a:gd name="connsiteX22" fmla="*/ 22209 w 209751"/>
                      <a:gd name="connsiteY22" fmla="*/ 98032 h 156233"/>
                      <a:gd name="connsiteX23" fmla="*/ 20975 w 209751"/>
                      <a:gd name="connsiteY23" fmla="*/ 136281 h 156233"/>
                      <a:gd name="connsiteX24" fmla="*/ 12338 w 209751"/>
                      <a:gd name="connsiteY24" fmla="*/ 136281 h 156233"/>
                      <a:gd name="connsiteX25" fmla="*/ 12338 w 209751"/>
                      <a:gd name="connsiteY25" fmla="*/ 121475 h 156233"/>
                      <a:gd name="connsiteX26" fmla="*/ 20975 w 209751"/>
                      <a:gd name="connsiteY26" fmla="*/ 109137 h 156233"/>
                      <a:gd name="connsiteX27" fmla="*/ 22209 w 209751"/>
                      <a:gd name="connsiteY27" fmla="*/ 104201 h 156233"/>
                      <a:gd name="connsiteX28" fmla="*/ 4935 w 209751"/>
                      <a:gd name="connsiteY28" fmla="*/ 102968 h 156233"/>
                      <a:gd name="connsiteX29" fmla="*/ 0 w 209751"/>
                      <a:gd name="connsiteY29" fmla="*/ 126411 h 156233"/>
                      <a:gd name="connsiteX30" fmla="*/ 20975 w 209751"/>
                      <a:gd name="connsiteY30" fmla="*/ 156022 h 156233"/>
                      <a:gd name="connsiteX31" fmla="*/ 37015 w 209751"/>
                      <a:gd name="connsiteY31" fmla="*/ 125177 h 156233"/>
                      <a:gd name="connsiteX32" fmla="*/ 37015 w 209751"/>
                      <a:gd name="connsiteY32" fmla="*/ 112838 h 156233"/>
                      <a:gd name="connsiteX33" fmla="*/ 71562 w 209751"/>
                      <a:gd name="connsiteY33" fmla="*/ 116540 h 156233"/>
                      <a:gd name="connsiteX34" fmla="*/ 83900 w 209751"/>
                      <a:gd name="connsiteY34" fmla="*/ 86928 h 156233"/>
                      <a:gd name="connsiteX35" fmla="*/ 118448 w 209751"/>
                      <a:gd name="connsiteY35" fmla="*/ 102968 h 156233"/>
                      <a:gd name="connsiteX36" fmla="*/ 124617 w 209751"/>
                      <a:gd name="connsiteY36" fmla="*/ 75823 h 156233"/>
                      <a:gd name="connsiteX37" fmla="*/ 123383 w 209751"/>
                      <a:gd name="connsiteY37" fmla="*/ 63485 h 156233"/>
                      <a:gd name="connsiteX38" fmla="*/ 156697 w 209751"/>
                      <a:gd name="connsiteY38" fmla="*/ 65953 h 156233"/>
                      <a:gd name="connsiteX39" fmla="*/ 161632 w 209751"/>
                      <a:gd name="connsiteY39" fmla="*/ 33873 h 156233"/>
                      <a:gd name="connsiteX40" fmla="*/ 190010 w 209751"/>
                      <a:gd name="connsiteY40" fmla="*/ 43744 h 156233"/>
                      <a:gd name="connsiteX41" fmla="*/ 209752 w 209751"/>
                      <a:gd name="connsiteY41" fmla="*/ 37574 h 156233"/>
                      <a:gd name="connsiteX42" fmla="*/ 202348 w 209751"/>
                      <a:gd name="connsiteY42" fmla="*/ 10430 h 156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09751" h="156233">
                        <a:moveTo>
                          <a:pt x="202348" y="10430"/>
                        </a:moveTo>
                        <a:cubicBezTo>
                          <a:pt x="199881" y="5495"/>
                          <a:pt x="193712" y="6729"/>
                          <a:pt x="194945" y="12898"/>
                        </a:cubicBezTo>
                        <a:cubicBezTo>
                          <a:pt x="197413" y="27704"/>
                          <a:pt x="185075" y="28938"/>
                          <a:pt x="173970" y="26470"/>
                        </a:cubicBezTo>
                        <a:cubicBezTo>
                          <a:pt x="161632" y="24002"/>
                          <a:pt x="152995" y="16600"/>
                          <a:pt x="144358" y="7963"/>
                        </a:cubicBezTo>
                        <a:cubicBezTo>
                          <a:pt x="143124" y="5495"/>
                          <a:pt x="140657" y="3027"/>
                          <a:pt x="139423" y="1793"/>
                        </a:cubicBezTo>
                        <a:cubicBezTo>
                          <a:pt x="134488" y="-3142"/>
                          <a:pt x="128319" y="3027"/>
                          <a:pt x="132020" y="9196"/>
                        </a:cubicBezTo>
                        <a:cubicBezTo>
                          <a:pt x="133254" y="11664"/>
                          <a:pt x="135722" y="14132"/>
                          <a:pt x="138189" y="15366"/>
                        </a:cubicBezTo>
                        <a:cubicBezTo>
                          <a:pt x="145592" y="26470"/>
                          <a:pt x="151761" y="43744"/>
                          <a:pt x="143124" y="53615"/>
                        </a:cubicBezTo>
                        <a:cubicBezTo>
                          <a:pt x="130786" y="69654"/>
                          <a:pt x="115980" y="46211"/>
                          <a:pt x="109811" y="36341"/>
                        </a:cubicBezTo>
                        <a:cubicBezTo>
                          <a:pt x="106109" y="28938"/>
                          <a:pt x="98707" y="33873"/>
                          <a:pt x="102408" y="41276"/>
                        </a:cubicBezTo>
                        <a:cubicBezTo>
                          <a:pt x="106109" y="47445"/>
                          <a:pt x="107343" y="56082"/>
                          <a:pt x="108577" y="63485"/>
                        </a:cubicBezTo>
                        <a:cubicBezTo>
                          <a:pt x="109811" y="69654"/>
                          <a:pt x="113513" y="84460"/>
                          <a:pt x="108577" y="89396"/>
                        </a:cubicBezTo>
                        <a:cubicBezTo>
                          <a:pt x="99940" y="99266"/>
                          <a:pt x="81433" y="72122"/>
                          <a:pt x="78965" y="62251"/>
                        </a:cubicBezTo>
                        <a:cubicBezTo>
                          <a:pt x="78965" y="62251"/>
                          <a:pt x="78965" y="62251"/>
                          <a:pt x="78965" y="62251"/>
                        </a:cubicBezTo>
                        <a:cubicBezTo>
                          <a:pt x="78965" y="61017"/>
                          <a:pt x="78965" y="61017"/>
                          <a:pt x="78965" y="61017"/>
                        </a:cubicBezTo>
                        <a:cubicBezTo>
                          <a:pt x="78965" y="61017"/>
                          <a:pt x="78965" y="61017"/>
                          <a:pt x="78965" y="61017"/>
                        </a:cubicBezTo>
                        <a:cubicBezTo>
                          <a:pt x="78965" y="61017"/>
                          <a:pt x="78965" y="59784"/>
                          <a:pt x="78965" y="59784"/>
                        </a:cubicBezTo>
                        <a:cubicBezTo>
                          <a:pt x="76498" y="53615"/>
                          <a:pt x="67861" y="52381"/>
                          <a:pt x="69095" y="61017"/>
                        </a:cubicBezTo>
                        <a:cubicBezTo>
                          <a:pt x="72796" y="73356"/>
                          <a:pt x="70328" y="89396"/>
                          <a:pt x="64159" y="100500"/>
                        </a:cubicBezTo>
                        <a:cubicBezTo>
                          <a:pt x="55522" y="114072"/>
                          <a:pt x="39483" y="104201"/>
                          <a:pt x="32080" y="94331"/>
                        </a:cubicBezTo>
                        <a:cubicBezTo>
                          <a:pt x="30846" y="90630"/>
                          <a:pt x="28378" y="88162"/>
                          <a:pt x="27144" y="85694"/>
                        </a:cubicBezTo>
                        <a:cubicBezTo>
                          <a:pt x="22209" y="80759"/>
                          <a:pt x="14806" y="83226"/>
                          <a:pt x="17274" y="90630"/>
                        </a:cubicBezTo>
                        <a:cubicBezTo>
                          <a:pt x="18507" y="93097"/>
                          <a:pt x="19741" y="95565"/>
                          <a:pt x="22209" y="98032"/>
                        </a:cubicBezTo>
                        <a:cubicBezTo>
                          <a:pt x="27144" y="109137"/>
                          <a:pt x="24677" y="127644"/>
                          <a:pt x="20975" y="136281"/>
                        </a:cubicBezTo>
                        <a:cubicBezTo>
                          <a:pt x="18507" y="142450"/>
                          <a:pt x="13572" y="143684"/>
                          <a:pt x="12338" y="136281"/>
                        </a:cubicBezTo>
                        <a:cubicBezTo>
                          <a:pt x="11104" y="131346"/>
                          <a:pt x="12338" y="126411"/>
                          <a:pt x="12338" y="121475"/>
                        </a:cubicBezTo>
                        <a:cubicBezTo>
                          <a:pt x="12338" y="115306"/>
                          <a:pt x="12338" y="105435"/>
                          <a:pt x="20975" y="109137"/>
                        </a:cubicBezTo>
                        <a:cubicBezTo>
                          <a:pt x="23443" y="110371"/>
                          <a:pt x="23443" y="105435"/>
                          <a:pt x="22209" y="104201"/>
                        </a:cubicBezTo>
                        <a:cubicBezTo>
                          <a:pt x="17274" y="96799"/>
                          <a:pt x="8637" y="94331"/>
                          <a:pt x="4935" y="102968"/>
                        </a:cubicBezTo>
                        <a:cubicBezTo>
                          <a:pt x="1234" y="110371"/>
                          <a:pt x="0" y="117774"/>
                          <a:pt x="0" y="126411"/>
                        </a:cubicBezTo>
                        <a:cubicBezTo>
                          <a:pt x="0" y="138749"/>
                          <a:pt x="4935" y="158490"/>
                          <a:pt x="20975" y="156022"/>
                        </a:cubicBezTo>
                        <a:cubicBezTo>
                          <a:pt x="33313" y="153555"/>
                          <a:pt x="35781" y="136281"/>
                          <a:pt x="37015" y="125177"/>
                        </a:cubicBezTo>
                        <a:cubicBezTo>
                          <a:pt x="37015" y="121475"/>
                          <a:pt x="37015" y="117774"/>
                          <a:pt x="37015" y="112838"/>
                        </a:cubicBezTo>
                        <a:cubicBezTo>
                          <a:pt x="48119" y="120241"/>
                          <a:pt x="60458" y="125177"/>
                          <a:pt x="71562" y="116540"/>
                        </a:cubicBezTo>
                        <a:cubicBezTo>
                          <a:pt x="78965" y="110371"/>
                          <a:pt x="82667" y="99266"/>
                          <a:pt x="83900" y="86928"/>
                        </a:cubicBezTo>
                        <a:cubicBezTo>
                          <a:pt x="93771" y="100500"/>
                          <a:pt x="107343" y="110371"/>
                          <a:pt x="118448" y="102968"/>
                        </a:cubicBezTo>
                        <a:cubicBezTo>
                          <a:pt x="127085" y="98032"/>
                          <a:pt x="124617" y="83226"/>
                          <a:pt x="124617" y="75823"/>
                        </a:cubicBezTo>
                        <a:cubicBezTo>
                          <a:pt x="124617" y="72122"/>
                          <a:pt x="123383" y="68420"/>
                          <a:pt x="123383" y="63485"/>
                        </a:cubicBezTo>
                        <a:cubicBezTo>
                          <a:pt x="133254" y="73356"/>
                          <a:pt x="145592" y="78291"/>
                          <a:pt x="156697" y="65953"/>
                        </a:cubicBezTo>
                        <a:cubicBezTo>
                          <a:pt x="164100" y="57316"/>
                          <a:pt x="165334" y="44978"/>
                          <a:pt x="161632" y="33873"/>
                        </a:cubicBezTo>
                        <a:cubicBezTo>
                          <a:pt x="170269" y="38808"/>
                          <a:pt x="178906" y="42510"/>
                          <a:pt x="190010" y="43744"/>
                        </a:cubicBezTo>
                        <a:cubicBezTo>
                          <a:pt x="197413" y="43744"/>
                          <a:pt x="204816" y="42510"/>
                          <a:pt x="209752" y="37574"/>
                        </a:cubicBezTo>
                        <a:cubicBezTo>
                          <a:pt x="209752" y="26470"/>
                          <a:pt x="207284" y="17833"/>
                          <a:pt x="202348" y="10430"/>
                        </a:cubicBezTo>
                        <a:close/>
                      </a:path>
                    </a:pathLst>
                  </a:custGeom>
                  <a:solidFill>
                    <a:srgbClr val="455A64"/>
                  </a:solidFill>
                  <a:ln w="12320"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6A1091E4-D544-49A1-81EA-E2103B71562A}"/>
                      </a:ext>
                    </a:extLst>
                  </p:cNvPr>
                  <p:cNvSpPr/>
                  <p:nvPr/>
                </p:nvSpPr>
                <p:spPr>
                  <a:xfrm>
                    <a:off x="7858172" y="4786446"/>
                    <a:ext cx="447654" cy="261827"/>
                  </a:xfrm>
                  <a:custGeom>
                    <a:avLst/>
                    <a:gdLst>
                      <a:gd name="connsiteX0" fmla="*/ 436029 w 447654"/>
                      <a:gd name="connsiteY0" fmla="*/ 77790 h 261827"/>
                      <a:gd name="connsiteX1" fmla="*/ 431094 w 447654"/>
                      <a:gd name="connsiteY1" fmla="*/ 67919 h 261827"/>
                      <a:gd name="connsiteX2" fmla="*/ 429860 w 447654"/>
                      <a:gd name="connsiteY2" fmla="*/ 67919 h 261827"/>
                      <a:gd name="connsiteX3" fmla="*/ 427392 w 447654"/>
                      <a:gd name="connsiteY3" fmla="*/ 64218 h 261827"/>
                      <a:gd name="connsiteX4" fmla="*/ 363233 w 447654"/>
                      <a:gd name="connsiteY4" fmla="*/ 1292 h 261827"/>
                      <a:gd name="connsiteX5" fmla="*/ 357064 w 447654"/>
                      <a:gd name="connsiteY5" fmla="*/ 7461 h 261827"/>
                      <a:gd name="connsiteX6" fmla="*/ 364467 w 447654"/>
                      <a:gd name="connsiteY6" fmla="*/ 23501 h 261827"/>
                      <a:gd name="connsiteX7" fmla="*/ 349661 w 447654"/>
                      <a:gd name="connsiteY7" fmla="*/ 29671 h 261827"/>
                      <a:gd name="connsiteX8" fmla="*/ 338556 w 447654"/>
                      <a:gd name="connsiteY8" fmla="*/ 22268 h 261827"/>
                      <a:gd name="connsiteX9" fmla="*/ 321282 w 447654"/>
                      <a:gd name="connsiteY9" fmla="*/ 3760 h 261827"/>
                      <a:gd name="connsiteX10" fmla="*/ 315113 w 447654"/>
                      <a:gd name="connsiteY10" fmla="*/ 9929 h 261827"/>
                      <a:gd name="connsiteX11" fmla="*/ 329919 w 447654"/>
                      <a:gd name="connsiteY11" fmla="*/ 28437 h 261827"/>
                      <a:gd name="connsiteX12" fmla="*/ 331153 w 447654"/>
                      <a:gd name="connsiteY12" fmla="*/ 33372 h 261827"/>
                      <a:gd name="connsiteX13" fmla="*/ 328685 w 447654"/>
                      <a:gd name="connsiteY13" fmla="*/ 60516 h 261827"/>
                      <a:gd name="connsiteX14" fmla="*/ 296606 w 447654"/>
                      <a:gd name="connsiteY14" fmla="*/ 48178 h 261827"/>
                      <a:gd name="connsiteX15" fmla="*/ 273163 w 447654"/>
                      <a:gd name="connsiteY15" fmla="*/ 54347 h 261827"/>
                      <a:gd name="connsiteX16" fmla="*/ 271929 w 447654"/>
                      <a:gd name="connsiteY16" fmla="*/ 79024 h 261827"/>
                      <a:gd name="connsiteX17" fmla="*/ 250954 w 447654"/>
                      <a:gd name="connsiteY17" fmla="*/ 74088 h 261827"/>
                      <a:gd name="connsiteX18" fmla="*/ 244785 w 447654"/>
                      <a:gd name="connsiteY18" fmla="*/ 103701 h 261827"/>
                      <a:gd name="connsiteX19" fmla="*/ 222576 w 447654"/>
                      <a:gd name="connsiteY19" fmla="*/ 93830 h 261827"/>
                      <a:gd name="connsiteX20" fmla="*/ 210237 w 447654"/>
                      <a:gd name="connsiteY20" fmla="*/ 109870 h 261827"/>
                      <a:gd name="connsiteX21" fmla="*/ 171989 w 447654"/>
                      <a:gd name="connsiteY21" fmla="*/ 101233 h 261827"/>
                      <a:gd name="connsiteX22" fmla="*/ 164586 w 447654"/>
                      <a:gd name="connsiteY22" fmla="*/ 137014 h 261827"/>
                      <a:gd name="connsiteX23" fmla="*/ 146078 w 447654"/>
                      <a:gd name="connsiteY23" fmla="*/ 128377 h 261827"/>
                      <a:gd name="connsiteX24" fmla="*/ 133740 w 447654"/>
                      <a:gd name="connsiteY24" fmla="*/ 113571 h 261827"/>
                      <a:gd name="connsiteX25" fmla="*/ 128805 w 447654"/>
                      <a:gd name="connsiteY25" fmla="*/ 123442 h 261827"/>
                      <a:gd name="connsiteX26" fmla="*/ 136207 w 447654"/>
                      <a:gd name="connsiteY26" fmla="*/ 132079 h 261827"/>
                      <a:gd name="connsiteX27" fmla="*/ 138675 w 447654"/>
                      <a:gd name="connsiteY27" fmla="*/ 160457 h 261827"/>
                      <a:gd name="connsiteX28" fmla="*/ 99192 w 447654"/>
                      <a:gd name="connsiteY28" fmla="*/ 128377 h 261827"/>
                      <a:gd name="connsiteX29" fmla="*/ 86854 w 447654"/>
                      <a:gd name="connsiteY29" fmla="*/ 113571 h 261827"/>
                      <a:gd name="connsiteX30" fmla="*/ 60944 w 447654"/>
                      <a:gd name="connsiteY30" fmla="*/ 88894 h 261827"/>
                      <a:gd name="connsiteX31" fmla="*/ 56008 w 447654"/>
                      <a:gd name="connsiteY31" fmla="*/ 99999 h 261827"/>
                      <a:gd name="connsiteX32" fmla="*/ 81919 w 447654"/>
                      <a:gd name="connsiteY32" fmla="*/ 124676 h 261827"/>
                      <a:gd name="connsiteX33" fmla="*/ 90556 w 447654"/>
                      <a:gd name="connsiteY33" fmla="*/ 135780 h 261827"/>
                      <a:gd name="connsiteX34" fmla="*/ 104128 w 447654"/>
                      <a:gd name="connsiteY34" fmla="*/ 172795 h 261827"/>
                      <a:gd name="connsiteX35" fmla="*/ 57242 w 447654"/>
                      <a:gd name="connsiteY35" fmla="*/ 171561 h 261827"/>
                      <a:gd name="connsiteX36" fmla="*/ 52307 w 447654"/>
                      <a:gd name="connsiteY36" fmla="*/ 181432 h 261827"/>
                      <a:gd name="connsiteX37" fmla="*/ 51073 w 447654"/>
                      <a:gd name="connsiteY37" fmla="*/ 222148 h 261827"/>
                      <a:gd name="connsiteX38" fmla="*/ 9123 w 447654"/>
                      <a:gd name="connsiteY38" fmla="*/ 201173 h 261827"/>
                      <a:gd name="connsiteX39" fmla="*/ 5421 w 447654"/>
                      <a:gd name="connsiteY39" fmla="*/ 209810 h 261827"/>
                      <a:gd name="connsiteX40" fmla="*/ 1720 w 447654"/>
                      <a:gd name="connsiteY40" fmla="*/ 256696 h 261827"/>
                      <a:gd name="connsiteX41" fmla="*/ 2954 w 447654"/>
                      <a:gd name="connsiteY41" fmla="*/ 261631 h 261827"/>
                      <a:gd name="connsiteX42" fmla="*/ 17760 w 447654"/>
                      <a:gd name="connsiteY42" fmla="*/ 218447 h 261827"/>
                      <a:gd name="connsiteX43" fmla="*/ 73282 w 447654"/>
                      <a:gd name="connsiteY43" fmla="*/ 229551 h 261827"/>
                      <a:gd name="connsiteX44" fmla="*/ 75750 w 447654"/>
                      <a:gd name="connsiteY44" fmla="*/ 197472 h 261827"/>
                      <a:gd name="connsiteX45" fmla="*/ 116466 w 447654"/>
                      <a:gd name="connsiteY45" fmla="*/ 188835 h 261827"/>
                      <a:gd name="connsiteX46" fmla="*/ 116466 w 447654"/>
                      <a:gd name="connsiteY46" fmla="*/ 165392 h 261827"/>
                      <a:gd name="connsiteX47" fmla="*/ 147312 w 447654"/>
                      <a:gd name="connsiteY47" fmla="*/ 177731 h 261827"/>
                      <a:gd name="connsiteX48" fmla="*/ 152247 w 447654"/>
                      <a:gd name="connsiteY48" fmla="*/ 172795 h 261827"/>
                      <a:gd name="connsiteX49" fmla="*/ 152247 w 447654"/>
                      <a:gd name="connsiteY49" fmla="*/ 149352 h 261827"/>
                      <a:gd name="connsiteX50" fmla="*/ 175690 w 447654"/>
                      <a:gd name="connsiteY50" fmla="*/ 149352 h 261827"/>
                      <a:gd name="connsiteX51" fmla="*/ 183093 w 447654"/>
                      <a:gd name="connsiteY51" fmla="*/ 117272 h 261827"/>
                      <a:gd name="connsiteX52" fmla="*/ 213939 w 447654"/>
                      <a:gd name="connsiteY52" fmla="*/ 129611 h 261827"/>
                      <a:gd name="connsiteX53" fmla="*/ 222576 w 447654"/>
                      <a:gd name="connsiteY53" fmla="*/ 127143 h 261827"/>
                      <a:gd name="connsiteX54" fmla="*/ 231213 w 447654"/>
                      <a:gd name="connsiteY54" fmla="*/ 111103 h 261827"/>
                      <a:gd name="connsiteX55" fmla="*/ 249720 w 447654"/>
                      <a:gd name="connsiteY55" fmla="*/ 124676 h 261827"/>
                      <a:gd name="connsiteX56" fmla="*/ 258357 w 447654"/>
                      <a:gd name="connsiteY56" fmla="*/ 123442 h 261827"/>
                      <a:gd name="connsiteX57" fmla="*/ 258357 w 447654"/>
                      <a:gd name="connsiteY57" fmla="*/ 97531 h 261827"/>
                      <a:gd name="connsiteX58" fmla="*/ 280566 w 447654"/>
                      <a:gd name="connsiteY58" fmla="*/ 104934 h 261827"/>
                      <a:gd name="connsiteX59" fmla="*/ 287969 w 447654"/>
                      <a:gd name="connsiteY59" fmla="*/ 98765 h 261827"/>
                      <a:gd name="connsiteX60" fmla="*/ 284267 w 447654"/>
                      <a:gd name="connsiteY60" fmla="*/ 71621 h 261827"/>
                      <a:gd name="connsiteX61" fmla="*/ 305243 w 447654"/>
                      <a:gd name="connsiteY61" fmla="*/ 76556 h 261827"/>
                      <a:gd name="connsiteX62" fmla="*/ 336089 w 447654"/>
                      <a:gd name="connsiteY62" fmla="*/ 82725 h 261827"/>
                      <a:gd name="connsiteX63" fmla="*/ 343491 w 447654"/>
                      <a:gd name="connsiteY63" fmla="*/ 45710 h 261827"/>
                      <a:gd name="connsiteX64" fmla="*/ 358297 w 447654"/>
                      <a:gd name="connsiteY64" fmla="*/ 51879 h 261827"/>
                      <a:gd name="connsiteX65" fmla="*/ 378039 w 447654"/>
                      <a:gd name="connsiteY65" fmla="*/ 40775 h 261827"/>
                      <a:gd name="connsiteX66" fmla="*/ 378039 w 447654"/>
                      <a:gd name="connsiteY66" fmla="*/ 30904 h 261827"/>
                      <a:gd name="connsiteX67" fmla="*/ 412586 w 447654"/>
                      <a:gd name="connsiteY67" fmla="*/ 65452 h 261827"/>
                      <a:gd name="connsiteX68" fmla="*/ 421223 w 447654"/>
                      <a:gd name="connsiteY68" fmla="*/ 76556 h 261827"/>
                      <a:gd name="connsiteX69" fmla="*/ 399014 w 447654"/>
                      <a:gd name="connsiteY69" fmla="*/ 97531 h 261827"/>
                      <a:gd name="connsiteX70" fmla="*/ 418755 w 447654"/>
                      <a:gd name="connsiteY70" fmla="*/ 138248 h 261827"/>
                      <a:gd name="connsiteX71" fmla="*/ 445900 w 447654"/>
                      <a:gd name="connsiteY71" fmla="*/ 135780 h 261827"/>
                      <a:gd name="connsiteX72" fmla="*/ 436029 w 447654"/>
                      <a:gd name="connsiteY72" fmla="*/ 77790 h 261827"/>
                      <a:gd name="connsiteX73" fmla="*/ 434795 w 447654"/>
                      <a:gd name="connsiteY73" fmla="*/ 122208 h 261827"/>
                      <a:gd name="connsiteX74" fmla="*/ 411352 w 447654"/>
                      <a:gd name="connsiteY74" fmla="*/ 106168 h 261827"/>
                      <a:gd name="connsiteX75" fmla="*/ 428626 w 447654"/>
                      <a:gd name="connsiteY75" fmla="*/ 80257 h 261827"/>
                      <a:gd name="connsiteX76" fmla="*/ 434795 w 447654"/>
                      <a:gd name="connsiteY76" fmla="*/ 91362 h 261827"/>
                      <a:gd name="connsiteX77" fmla="*/ 434795 w 447654"/>
                      <a:gd name="connsiteY77" fmla="*/ 122208 h 261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447654" h="261827">
                        <a:moveTo>
                          <a:pt x="436029" y="77790"/>
                        </a:moveTo>
                        <a:cubicBezTo>
                          <a:pt x="437263" y="74088"/>
                          <a:pt x="434795" y="67919"/>
                          <a:pt x="431094" y="67919"/>
                        </a:cubicBezTo>
                        <a:cubicBezTo>
                          <a:pt x="431094" y="67919"/>
                          <a:pt x="429860" y="67919"/>
                          <a:pt x="429860" y="67919"/>
                        </a:cubicBezTo>
                        <a:cubicBezTo>
                          <a:pt x="428626" y="66686"/>
                          <a:pt x="427392" y="65452"/>
                          <a:pt x="427392" y="64218"/>
                        </a:cubicBezTo>
                        <a:cubicBezTo>
                          <a:pt x="410118" y="39541"/>
                          <a:pt x="386676" y="19800"/>
                          <a:pt x="363233" y="1292"/>
                        </a:cubicBezTo>
                        <a:cubicBezTo>
                          <a:pt x="358297" y="-2409"/>
                          <a:pt x="354596" y="2526"/>
                          <a:pt x="357064" y="7461"/>
                        </a:cubicBezTo>
                        <a:cubicBezTo>
                          <a:pt x="359531" y="12397"/>
                          <a:pt x="364467" y="18566"/>
                          <a:pt x="364467" y="23501"/>
                        </a:cubicBezTo>
                        <a:cubicBezTo>
                          <a:pt x="364467" y="33372"/>
                          <a:pt x="355830" y="33372"/>
                          <a:pt x="349661" y="29671"/>
                        </a:cubicBezTo>
                        <a:cubicBezTo>
                          <a:pt x="345959" y="28437"/>
                          <a:pt x="342258" y="24735"/>
                          <a:pt x="338556" y="22268"/>
                        </a:cubicBezTo>
                        <a:cubicBezTo>
                          <a:pt x="334855" y="14865"/>
                          <a:pt x="328685" y="8695"/>
                          <a:pt x="321282" y="3760"/>
                        </a:cubicBezTo>
                        <a:cubicBezTo>
                          <a:pt x="316347" y="58"/>
                          <a:pt x="312646" y="6228"/>
                          <a:pt x="315113" y="9929"/>
                        </a:cubicBezTo>
                        <a:cubicBezTo>
                          <a:pt x="318815" y="16098"/>
                          <a:pt x="323750" y="22268"/>
                          <a:pt x="329919" y="28437"/>
                        </a:cubicBezTo>
                        <a:cubicBezTo>
                          <a:pt x="329919" y="29671"/>
                          <a:pt x="331153" y="30904"/>
                          <a:pt x="331153" y="33372"/>
                        </a:cubicBezTo>
                        <a:cubicBezTo>
                          <a:pt x="332387" y="42009"/>
                          <a:pt x="331153" y="51879"/>
                          <a:pt x="328685" y="60516"/>
                        </a:cubicBezTo>
                        <a:cubicBezTo>
                          <a:pt x="322516" y="80257"/>
                          <a:pt x="305243" y="54347"/>
                          <a:pt x="296606" y="48178"/>
                        </a:cubicBezTo>
                        <a:cubicBezTo>
                          <a:pt x="287969" y="42009"/>
                          <a:pt x="278098" y="44476"/>
                          <a:pt x="273163" y="54347"/>
                        </a:cubicBezTo>
                        <a:cubicBezTo>
                          <a:pt x="269461" y="61750"/>
                          <a:pt x="270695" y="70387"/>
                          <a:pt x="271929" y="79024"/>
                        </a:cubicBezTo>
                        <a:cubicBezTo>
                          <a:pt x="265760" y="72855"/>
                          <a:pt x="258357" y="67919"/>
                          <a:pt x="250954" y="74088"/>
                        </a:cubicBezTo>
                        <a:cubicBezTo>
                          <a:pt x="243551" y="80257"/>
                          <a:pt x="244785" y="92596"/>
                          <a:pt x="244785" y="103701"/>
                        </a:cubicBezTo>
                        <a:cubicBezTo>
                          <a:pt x="238616" y="97531"/>
                          <a:pt x="229979" y="92596"/>
                          <a:pt x="222576" y="93830"/>
                        </a:cubicBezTo>
                        <a:cubicBezTo>
                          <a:pt x="213939" y="95064"/>
                          <a:pt x="210237" y="102467"/>
                          <a:pt x="210237" y="109870"/>
                        </a:cubicBezTo>
                        <a:cubicBezTo>
                          <a:pt x="199133" y="97531"/>
                          <a:pt x="180626" y="82725"/>
                          <a:pt x="171989" y="101233"/>
                        </a:cubicBezTo>
                        <a:cubicBezTo>
                          <a:pt x="168287" y="111103"/>
                          <a:pt x="173222" y="129611"/>
                          <a:pt x="164586" y="137014"/>
                        </a:cubicBezTo>
                        <a:cubicBezTo>
                          <a:pt x="159650" y="140716"/>
                          <a:pt x="152247" y="134546"/>
                          <a:pt x="146078" y="128377"/>
                        </a:cubicBezTo>
                        <a:cubicBezTo>
                          <a:pt x="143611" y="122208"/>
                          <a:pt x="139909" y="117272"/>
                          <a:pt x="133740" y="113571"/>
                        </a:cubicBezTo>
                        <a:cubicBezTo>
                          <a:pt x="126337" y="108636"/>
                          <a:pt x="125103" y="118506"/>
                          <a:pt x="128805" y="123442"/>
                        </a:cubicBezTo>
                        <a:cubicBezTo>
                          <a:pt x="130038" y="125909"/>
                          <a:pt x="132506" y="128377"/>
                          <a:pt x="136207" y="132079"/>
                        </a:cubicBezTo>
                        <a:cubicBezTo>
                          <a:pt x="139909" y="140716"/>
                          <a:pt x="138675" y="151820"/>
                          <a:pt x="138675" y="160457"/>
                        </a:cubicBezTo>
                        <a:cubicBezTo>
                          <a:pt x="121402" y="157989"/>
                          <a:pt x="109063" y="141949"/>
                          <a:pt x="99192" y="128377"/>
                        </a:cubicBezTo>
                        <a:cubicBezTo>
                          <a:pt x="95491" y="123442"/>
                          <a:pt x="91790" y="118506"/>
                          <a:pt x="86854" y="113571"/>
                        </a:cubicBezTo>
                        <a:cubicBezTo>
                          <a:pt x="79451" y="104934"/>
                          <a:pt x="70814" y="95064"/>
                          <a:pt x="60944" y="88894"/>
                        </a:cubicBezTo>
                        <a:cubicBezTo>
                          <a:pt x="53541" y="83959"/>
                          <a:pt x="51073" y="95064"/>
                          <a:pt x="56008" y="99999"/>
                        </a:cubicBezTo>
                        <a:cubicBezTo>
                          <a:pt x="64645" y="107402"/>
                          <a:pt x="74516" y="114805"/>
                          <a:pt x="81919" y="124676"/>
                        </a:cubicBezTo>
                        <a:cubicBezTo>
                          <a:pt x="84387" y="128377"/>
                          <a:pt x="88088" y="132079"/>
                          <a:pt x="90556" y="135780"/>
                        </a:cubicBezTo>
                        <a:cubicBezTo>
                          <a:pt x="97959" y="146885"/>
                          <a:pt x="104128" y="159223"/>
                          <a:pt x="104128" y="172795"/>
                        </a:cubicBezTo>
                        <a:cubicBezTo>
                          <a:pt x="104128" y="202407"/>
                          <a:pt x="69581" y="180198"/>
                          <a:pt x="57242" y="171561"/>
                        </a:cubicBezTo>
                        <a:cubicBezTo>
                          <a:pt x="49839" y="166626"/>
                          <a:pt x="48605" y="176497"/>
                          <a:pt x="52307" y="181432"/>
                        </a:cubicBezTo>
                        <a:cubicBezTo>
                          <a:pt x="60944" y="191302"/>
                          <a:pt x="80685" y="223382"/>
                          <a:pt x="51073" y="222148"/>
                        </a:cubicBezTo>
                        <a:cubicBezTo>
                          <a:pt x="36267" y="220915"/>
                          <a:pt x="21461" y="208576"/>
                          <a:pt x="9123" y="201173"/>
                        </a:cubicBezTo>
                        <a:cubicBezTo>
                          <a:pt x="4187" y="197472"/>
                          <a:pt x="2954" y="206109"/>
                          <a:pt x="5421" y="209810"/>
                        </a:cubicBezTo>
                        <a:cubicBezTo>
                          <a:pt x="11590" y="220915"/>
                          <a:pt x="15292" y="250527"/>
                          <a:pt x="1720" y="256696"/>
                        </a:cubicBezTo>
                        <a:cubicBezTo>
                          <a:pt x="-748" y="257930"/>
                          <a:pt x="-748" y="262865"/>
                          <a:pt x="2954" y="261631"/>
                        </a:cubicBezTo>
                        <a:cubicBezTo>
                          <a:pt x="20227" y="257930"/>
                          <a:pt x="21461" y="235720"/>
                          <a:pt x="17760" y="218447"/>
                        </a:cubicBezTo>
                        <a:cubicBezTo>
                          <a:pt x="33800" y="229551"/>
                          <a:pt x="57242" y="244357"/>
                          <a:pt x="73282" y="229551"/>
                        </a:cubicBezTo>
                        <a:cubicBezTo>
                          <a:pt x="83153" y="220915"/>
                          <a:pt x="80685" y="208576"/>
                          <a:pt x="75750" y="197472"/>
                        </a:cubicBezTo>
                        <a:cubicBezTo>
                          <a:pt x="91790" y="206109"/>
                          <a:pt x="111531" y="209810"/>
                          <a:pt x="116466" y="188835"/>
                        </a:cubicBezTo>
                        <a:cubicBezTo>
                          <a:pt x="118934" y="181432"/>
                          <a:pt x="117700" y="172795"/>
                          <a:pt x="116466" y="165392"/>
                        </a:cubicBezTo>
                        <a:cubicBezTo>
                          <a:pt x="125103" y="172795"/>
                          <a:pt x="134974" y="177731"/>
                          <a:pt x="147312" y="177731"/>
                        </a:cubicBezTo>
                        <a:cubicBezTo>
                          <a:pt x="149780" y="177731"/>
                          <a:pt x="152247" y="175263"/>
                          <a:pt x="152247" y="172795"/>
                        </a:cubicBezTo>
                        <a:cubicBezTo>
                          <a:pt x="152247" y="165392"/>
                          <a:pt x="153481" y="156755"/>
                          <a:pt x="152247" y="149352"/>
                        </a:cubicBezTo>
                        <a:cubicBezTo>
                          <a:pt x="160884" y="155521"/>
                          <a:pt x="169521" y="157989"/>
                          <a:pt x="175690" y="149352"/>
                        </a:cubicBezTo>
                        <a:cubicBezTo>
                          <a:pt x="183093" y="140716"/>
                          <a:pt x="180626" y="128377"/>
                          <a:pt x="183093" y="117272"/>
                        </a:cubicBezTo>
                        <a:cubicBezTo>
                          <a:pt x="186795" y="96298"/>
                          <a:pt x="207770" y="123442"/>
                          <a:pt x="213939" y="129611"/>
                        </a:cubicBezTo>
                        <a:cubicBezTo>
                          <a:pt x="217640" y="133313"/>
                          <a:pt x="222576" y="132079"/>
                          <a:pt x="222576" y="127143"/>
                        </a:cubicBezTo>
                        <a:cubicBezTo>
                          <a:pt x="222576" y="119740"/>
                          <a:pt x="222576" y="108636"/>
                          <a:pt x="231213" y="111103"/>
                        </a:cubicBezTo>
                        <a:cubicBezTo>
                          <a:pt x="238616" y="112337"/>
                          <a:pt x="244785" y="119740"/>
                          <a:pt x="249720" y="124676"/>
                        </a:cubicBezTo>
                        <a:cubicBezTo>
                          <a:pt x="252188" y="127143"/>
                          <a:pt x="258357" y="128377"/>
                          <a:pt x="258357" y="123442"/>
                        </a:cubicBezTo>
                        <a:cubicBezTo>
                          <a:pt x="258357" y="114805"/>
                          <a:pt x="257123" y="106168"/>
                          <a:pt x="258357" y="97531"/>
                        </a:cubicBezTo>
                        <a:cubicBezTo>
                          <a:pt x="262059" y="82725"/>
                          <a:pt x="273163" y="98765"/>
                          <a:pt x="280566" y="104934"/>
                        </a:cubicBezTo>
                        <a:cubicBezTo>
                          <a:pt x="285501" y="108636"/>
                          <a:pt x="289203" y="103701"/>
                          <a:pt x="287969" y="98765"/>
                        </a:cubicBezTo>
                        <a:cubicBezTo>
                          <a:pt x="285501" y="90128"/>
                          <a:pt x="283034" y="79024"/>
                          <a:pt x="284267" y="71621"/>
                        </a:cubicBezTo>
                        <a:cubicBezTo>
                          <a:pt x="287969" y="53113"/>
                          <a:pt x="299074" y="70387"/>
                          <a:pt x="305243" y="76556"/>
                        </a:cubicBezTo>
                        <a:cubicBezTo>
                          <a:pt x="312646" y="82725"/>
                          <a:pt x="327452" y="91362"/>
                          <a:pt x="336089" y="82725"/>
                        </a:cubicBezTo>
                        <a:cubicBezTo>
                          <a:pt x="343491" y="75322"/>
                          <a:pt x="344725" y="56815"/>
                          <a:pt x="343491" y="45710"/>
                        </a:cubicBezTo>
                        <a:cubicBezTo>
                          <a:pt x="348427" y="48178"/>
                          <a:pt x="353362" y="50646"/>
                          <a:pt x="358297" y="51879"/>
                        </a:cubicBezTo>
                        <a:cubicBezTo>
                          <a:pt x="365700" y="53113"/>
                          <a:pt x="375571" y="49412"/>
                          <a:pt x="378039" y="40775"/>
                        </a:cubicBezTo>
                        <a:cubicBezTo>
                          <a:pt x="379273" y="37073"/>
                          <a:pt x="379273" y="33372"/>
                          <a:pt x="378039" y="30904"/>
                        </a:cubicBezTo>
                        <a:cubicBezTo>
                          <a:pt x="390377" y="40775"/>
                          <a:pt x="402715" y="53113"/>
                          <a:pt x="412586" y="65452"/>
                        </a:cubicBezTo>
                        <a:cubicBezTo>
                          <a:pt x="415054" y="69153"/>
                          <a:pt x="418755" y="72855"/>
                          <a:pt x="421223" y="76556"/>
                        </a:cubicBezTo>
                        <a:cubicBezTo>
                          <a:pt x="408885" y="77790"/>
                          <a:pt x="399014" y="83959"/>
                          <a:pt x="399014" y="97531"/>
                        </a:cubicBezTo>
                        <a:cubicBezTo>
                          <a:pt x="399014" y="112337"/>
                          <a:pt x="407651" y="129611"/>
                          <a:pt x="418755" y="138248"/>
                        </a:cubicBezTo>
                        <a:cubicBezTo>
                          <a:pt x="427392" y="145651"/>
                          <a:pt x="439730" y="148118"/>
                          <a:pt x="445900" y="135780"/>
                        </a:cubicBezTo>
                        <a:cubicBezTo>
                          <a:pt x="450835" y="111103"/>
                          <a:pt x="444666" y="92596"/>
                          <a:pt x="436029" y="77790"/>
                        </a:cubicBezTo>
                        <a:close/>
                        <a:moveTo>
                          <a:pt x="434795" y="122208"/>
                        </a:moveTo>
                        <a:cubicBezTo>
                          <a:pt x="426158" y="132079"/>
                          <a:pt x="413820" y="112337"/>
                          <a:pt x="411352" y="106168"/>
                        </a:cubicBezTo>
                        <a:cubicBezTo>
                          <a:pt x="403949" y="88894"/>
                          <a:pt x="412586" y="81491"/>
                          <a:pt x="428626" y="80257"/>
                        </a:cubicBezTo>
                        <a:cubicBezTo>
                          <a:pt x="431094" y="83959"/>
                          <a:pt x="432327" y="87661"/>
                          <a:pt x="434795" y="91362"/>
                        </a:cubicBezTo>
                        <a:cubicBezTo>
                          <a:pt x="437263" y="98765"/>
                          <a:pt x="440964" y="113571"/>
                          <a:pt x="434795" y="122208"/>
                        </a:cubicBezTo>
                        <a:close/>
                      </a:path>
                    </a:pathLst>
                  </a:custGeom>
                  <a:solidFill>
                    <a:srgbClr val="455A64"/>
                  </a:solidFill>
                  <a:ln w="12320" cap="flat">
                    <a:noFill/>
                    <a:prstDash val="solid"/>
                    <a:miter/>
                  </a:ln>
                </p:spPr>
                <p:txBody>
                  <a:bodyPr rtlCol="0" anchor="ctr"/>
                  <a:lstStyle/>
                  <a:p>
                    <a:endParaRPr lang="en-US"/>
                  </a:p>
                </p:txBody>
              </p:sp>
            </p:grpSp>
          </p:grpSp>
          <p:grpSp>
            <p:nvGrpSpPr>
              <p:cNvPr id="232" name="Graphic 6">
                <a:extLst>
                  <a:ext uri="{FF2B5EF4-FFF2-40B4-BE49-F238E27FC236}">
                    <a16:creationId xmlns:a16="http://schemas.microsoft.com/office/drawing/2014/main" id="{31113BDC-2845-441C-B626-57D5D70A544F}"/>
                  </a:ext>
                </a:extLst>
              </p:cNvPr>
              <p:cNvGrpSpPr/>
              <p:nvPr/>
            </p:nvGrpSpPr>
            <p:grpSpPr>
              <a:xfrm>
                <a:off x="8040031" y="4940117"/>
                <a:ext cx="1020837" cy="589666"/>
                <a:chOff x="8040031" y="4940117"/>
                <a:chExt cx="1020837" cy="589666"/>
              </a:xfrm>
              <a:solidFill>
                <a:srgbClr val="000000"/>
              </a:solidFill>
            </p:grpSpPr>
            <p:sp>
              <p:nvSpPr>
                <p:cNvPr id="233" name="Freeform: Shape 232">
                  <a:extLst>
                    <a:ext uri="{FF2B5EF4-FFF2-40B4-BE49-F238E27FC236}">
                      <a16:creationId xmlns:a16="http://schemas.microsoft.com/office/drawing/2014/main" id="{03AAFCAA-780D-4814-8786-063E5113CB56}"/>
                    </a:ext>
                  </a:extLst>
                </p:cNvPr>
                <p:cNvSpPr/>
                <p:nvPr/>
              </p:nvSpPr>
              <p:spPr>
                <a:xfrm>
                  <a:off x="8040031" y="4940117"/>
                  <a:ext cx="698807" cy="403357"/>
                </a:xfrm>
                <a:custGeom>
                  <a:avLst/>
                  <a:gdLst>
                    <a:gd name="connsiteX0" fmla="*/ 698349 w 698807"/>
                    <a:gd name="connsiteY0" fmla="*/ 1851 h 403357"/>
                    <a:gd name="connsiteX1" fmla="*/ 694648 w 698807"/>
                    <a:gd name="connsiteY1" fmla="*/ 1851 h 403357"/>
                    <a:gd name="connsiteX2" fmla="*/ 673673 w 698807"/>
                    <a:gd name="connsiteY2" fmla="*/ 20358 h 403357"/>
                    <a:gd name="connsiteX3" fmla="*/ 650230 w 698807"/>
                    <a:gd name="connsiteY3" fmla="*/ 20358 h 403357"/>
                    <a:gd name="connsiteX4" fmla="*/ 647762 w 698807"/>
                    <a:gd name="connsiteY4" fmla="*/ 22826 h 403357"/>
                    <a:gd name="connsiteX5" fmla="*/ 641593 w 698807"/>
                    <a:gd name="connsiteY5" fmla="*/ 43801 h 403357"/>
                    <a:gd name="connsiteX6" fmla="*/ 624319 w 698807"/>
                    <a:gd name="connsiteY6" fmla="*/ 41333 h 403357"/>
                    <a:gd name="connsiteX7" fmla="*/ 609513 w 698807"/>
                    <a:gd name="connsiteY7" fmla="*/ 58607 h 403357"/>
                    <a:gd name="connsiteX8" fmla="*/ 605812 w 698807"/>
                    <a:gd name="connsiteY8" fmla="*/ 58607 h 403357"/>
                    <a:gd name="connsiteX9" fmla="*/ 583603 w 698807"/>
                    <a:gd name="connsiteY9" fmla="*/ 63542 h 403357"/>
                    <a:gd name="connsiteX10" fmla="*/ 577434 w 698807"/>
                    <a:gd name="connsiteY10" fmla="*/ 51204 h 403357"/>
                    <a:gd name="connsiteX11" fmla="*/ 573732 w 698807"/>
                    <a:gd name="connsiteY11" fmla="*/ 54906 h 403357"/>
                    <a:gd name="connsiteX12" fmla="*/ 577434 w 698807"/>
                    <a:gd name="connsiteY12" fmla="*/ 64776 h 403357"/>
                    <a:gd name="connsiteX13" fmla="*/ 570031 w 698807"/>
                    <a:gd name="connsiteY13" fmla="*/ 93154 h 403357"/>
                    <a:gd name="connsiteX14" fmla="*/ 539185 w 698807"/>
                    <a:gd name="connsiteY14" fmla="*/ 69711 h 403357"/>
                    <a:gd name="connsiteX15" fmla="*/ 539185 w 698807"/>
                    <a:gd name="connsiteY15" fmla="*/ 69711 h 403357"/>
                    <a:gd name="connsiteX16" fmla="*/ 539185 w 698807"/>
                    <a:gd name="connsiteY16" fmla="*/ 68477 h 403357"/>
                    <a:gd name="connsiteX17" fmla="*/ 534249 w 698807"/>
                    <a:gd name="connsiteY17" fmla="*/ 70945 h 403357"/>
                    <a:gd name="connsiteX18" fmla="*/ 534249 w 698807"/>
                    <a:gd name="connsiteY18" fmla="*/ 72179 h 403357"/>
                    <a:gd name="connsiteX19" fmla="*/ 529314 w 698807"/>
                    <a:gd name="connsiteY19" fmla="*/ 103025 h 403357"/>
                    <a:gd name="connsiteX20" fmla="*/ 505871 w 698807"/>
                    <a:gd name="connsiteY20" fmla="*/ 100557 h 403357"/>
                    <a:gd name="connsiteX21" fmla="*/ 502170 w 698807"/>
                    <a:gd name="connsiteY21" fmla="*/ 103025 h 403357"/>
                    <a:gd name="connsiteX22" fmla="*/ 476259 w 698807"/>
                    <a:gd name="connsiteY22" fmla="*/ 120299 h 403357"/>
                    <a:gd name="connsiteX23" fmla="*/ 471324 w 698807"/>
                    <a:gd name="connsiteY23" fmla="*/ 121533 h 403357"/>
                    <a:gd name="connsiteX24" fmla="*/ 466389 w 698807"/>
                    <a:gd name="connsiteY24" fmla="*/ 138806 h 403357"/>
                    <a:gd name="connsiteX25" fmla="*/ 462687 w 698807"/>
                    <a:gd name="connsiteY25" fmla="*/ 151144 h 403357"/>
                    <a:gd name="connsiteX26" fmla="*/ 456518 w 698807"/>
                    <a:gd name="connsiteY26" fmla="*/ 153612 h 403357"/>
                    <a:gd name="connsiteX27" fmla="*/ 440478 w 698807"/>
                    <a:gd name="connsiteY27" fmla="*/ 142507 h 403357"/>
                    <a:gd name="connsiteX28" fmla="*/ 430608 w 698807"/>
                    <a:gd name="connsiteY28" fmla="*/ 165951 h 403357"/>
                    <a:gd name="connsiteX29" fmla="*/ 413334 w 698807"/>
                    <a:gd name="connsiteY29" fmla="*/ 163483 h 403357"/>
                    <a:gd name="connsiteX30" fmla="*/ 404697 w 698807"/>
                    <a:gd name="connsiteY30" fmla="*/ 181990 h 403357"/>
                    <a:gd name="connsiteX31" fmla="*/ 388657 w 698807"/>
                    <a:gd name="connsiteY31" fmla="*/ 177055 h 403357"/>
                    <a:gd name="connsiteX32" fmla="*/ 378787 w 698807"/>
                    <a:gd name="connsiteY32" fmla="*/ 198030 h 403357"/>
                    <a:gd name="connsiteX33" fmla="*/ 362747 w 698807"/>
                    <a:gd name="connsiteY33" fmla="*/ 184458 h 403357"/>
                    <a:gd name="connsiteX34" fmla="*/ 359045 w 698807"/>
                    <a:gd name="connsiteY34" fmla="*/ 186925 h 403357"/>
                    <a:gd name="connsiteX35" fmla="*/ 357811 w 698807"/>
                    <a:gd name="connsiteY35" fmla="*/ 212836 h 403357"/>
                    <a:gd name="connsiteX36" fmla="*/ 331901 w 698807"/>
                    <a:gd name="connsiteY36" fmla="*/ 194329 h 403357"/>
                    <a:gd name="connsiteX37" fmla="*/ 325732 w 698807"/>
                    <a:gd name="connsiteY37" fmla="*/ 195562 h 403357"/>
                    <a:gd name="connsiteX38" fmla="*/ 308458 w 698807"/>
                    <a:gd name="connsiteY38" fmla="*/ 247383 h 403357"/>
                    <a:gd name="connsiteX39" fmla="*/ 298587 w 698807"/>
                    <a:gd name="connsiteY39" fmla="*/ 243682 h 403357"/>
                    <a:gd name="connsiteX40" fmla="*/ 272677 w 698807"/>
                    <a:gd name="connsiteY40" fmla="*/ 188159 h 403357"/>
                    <a:gd name="connsiteX41" fmla="*/ 268975 w 698807"/>
                    <a:gd name="connsiteY41" fmla="*/ 189393 h 403357"/>
                    <a:gd name="connsiteX42" fmla="*/ 289951 w 698807"/>
                    <a:gd name="connsiteY42" fmla="*/ 247383 h 403357"/>
                    <a:gd name="connsiteX43" fmla="*/ 283782 w 698807"/>
                    <a:gd name="connsiteY43" fmla="*/ 254786 h 403357"/>
                    <a:gd name="connsiteX44" fmla="*/ 260339 w 698807"/>
                    <a:gd name="connsiteY44" fmla="*/ 264657 h 403357"/>
                    <a:gd name="connsiteX45" fmla="*/ 251702 w 698807"/>
                    <a:gd name="connsiteY45" fmla="*/ 274528 h 403357"/>
                    <a:gd name="connsiteX46" fmla="*/ 238130 w 698807"/>
                    <a:gd name="connsiteY46" fmla="*/ 272060 h 403357"/>
                    <a:gd name="connsiteX47" fmla="*/ 231960 w 698807"/>
                    <a:gd name="connsiteY47" fmla="*/ 264657 h 403357"/>
                    <a:gd name="connsiteX48" fmla="*/ 228259 w 698807"/>
                    <a:gd name="connsiteY48" fmla="*/ 267125 h 403357"/>
                    <a:gd name="connsiteX49" fmla="*/ 219622 w 698807"/>
                    <a:gd name="connsiteY49" fmla="*/ 286866 h 403357"/>
                    <a:gd name="connsiteX50" fmla="*/ 202348 w 698807"/>
                    <a:gd name="connsiteY50" fmla="*/ 278229 h 403357"/>
                    <a:gd name="connsiteX51" fmla="*/ 197413 w 698807"/>
                    <a:gd name="connsiteY51" fmla="*/ 279463 h 403357"/>
                    <a:gd name="connsiteX52" fmla="*/ 196179 w 698807"/>
                    <a:gd name="connsiteY52" fmla="*/ 290567 h 403357"/>
                    <a:gd name="connsiteX53" fmla="*/ 194945 w 698807"/>
                    <a:gd name="connsiteY53" fmla="*/ 297970 h 403357"/>
                    <a:gd name="connsiteX54" fmla="*/ 180139 w 698807"/>
                    <a:gd name="connsiteY54" fmla="*/ 297970 h 403357"/>
                    <a:gd name="connsiteX55" fmla="*/ 173970 w 698807"/>
                    <a:gd name="connsiteY55" fmla="*/ 299204 h 403357"/>
                    <a:gd name="connsiteX56" fmla="*/ 162866 w 698807"/>
                    <a:gd name="connsiteY56" fmla="*/ 330050 h 403357"/>
                    <a:gd name="connsiteX57" fmla="*/ 148060 w 698807"/>
                    <a:gd name="connsiteY57" fmla="*/ 337453 h 403357"/>
                    <a:gd name="connsiteX58" fmla="*/ 148060 w 698807"/>
                    <a:gd name="connsiteY58" fmla="*/ 337453 h 403357"/>
                    <a:gd name="connsiteX59" fmla="*/ 149294 w 698807"/>
                    <a:gd name="connsiteY59" fmla="*/ 331284 h 403357"/>
                    <a:gd name="connsiteX60" fmla="*/ 138189 w 698807"/>
                    <a:gd name="connsiteY60" fmla="*/ 309075 h 403357"/>
                    <a:gd name="connsiteX61" fmla="*/ 123383 w 698807"/>
                    <a:gd name="connsiteY61" fmla="*/ 320180 h 403357"/>
                    <a:gd name="connsiteX62" fmla="*/ 134488 w 698807"/>
                    <a:gd name="connsiteY62" fmla="*/ 342388 h 403357"/>
                    <a:gd name="connsiteX63" fmla="*/ 135722 w 698807"/>
                    <a:gd name="connsiteY63" fmla="*/ 342388 h 403357"/>
                    <a:gd name="connsiteX64" fmla="*/ 118448 w 698807"/>
                    <a:gd name="connsiteY64" fmla="*/ 351025 h 403357"/>
                    <a:gd name="connsiteX65" fmla="*/ 103642 w 698807"/>
                    <a:gd name="connsiteY65" fmla="*/ 357195 h 403357"/>
                    <a:gd name="connsiteX66" fmla="*/ 98707 w 698807"/>
                    <a:gd name="connsiteY66" fmla="*/ 363364 h 403357"/>
                    <a:gd name="connsiteX67" fmla="*/ 85134 w 698807"/>
                    <a:gd name="connsiteY67" fmla="*/ 362130 h 403357"/>
                    <a:gd name="connsiteX68" fmla="*/ 64159 w 698807"/>
                    <a:gd name="connsiteY68" fmla="*/ 379403 h 403357"/>
                    <a:gd name="connsiteX69" fmla="*/ 39483 w 698807"/>
                    <a:gd name="connsiteY69" fmla="*/ 397911 h 403357"/>
                    <a:gd name="connsiteX70" fmla="*/ 20975 w 698807"/>
                    <a:gd name="connsiteY70" fmla="*/ 378170 h 403357"/>
                    <a:gd name="connsiteX71" fmla="*/ 0 w 698807"/>
                    <a:gd name="connsiteY71" fmla="*/ 388040 h 403357"/>
                    <a:gd name="connsiteX72" fmla="*/ 0 w 698807"/>
                    <a:gd name="connsiteY72" fmla="*/ 388040 h 403357"/>
                    <a:gd name="connsiteX73" fmla="*/ 23443 w 698807"/>
                    <a:gd name="connsiteY73" fmla="*/ 383105 h 403357"/>
                    <a:gd name="connsiteX74" fmla="*/ 38249 w 698807"/>
                    <a:gd name="connsiteY74" fmla="*/ 402846 h 403357"/>
                    <a:gd name="connsiteX75" fmla="*/ 40716 w 698807"/>
                    <a:gd name="connsiteY75" fmla="*/ 401612 h 403357"/>
                    <a:gd name="connsiteX76" fmla="*/ 62925 w 698807"/>
                    <a:gd name="connsiteY76" fmla="*/ 385573 h 403357"/>
                    <a:gd name="connsiteX77" fmla="*/ 66627 w 698807"/>
                    <a:gd name="connsiteY77" fmla="*/ 384339 h 403357"/>
                    <a:gd name="connsiteX78" fmla="*/ 88836 w 698807"/>
                    <a:gd name="connsiteY78" fmla="*/ 370766 h 403357"/>
                    <a:gd name="connsiteX79" fmla="*/ 99940 w 698807"/>
                    <a:gd name="connsiteY79" fmla="*/ 369533 h 403357"/>
                    <a:gd name="connsiteX80" fmla="*/ 108577 w 698807"/>
                    <a:gd name="connsiteY80" fmla="*/ 360896 h 403357"/>
                    <a:gd name="connsiteX81" fmla="*/ 114746 w 698807"/>
                    <a:gd name="connsiteY81" fmla="*/ 358428 h 403357"/>
                    <a:gd name="connsiteX82" fmla="*/ 132020 w 698807"/>
                    <a:gd name="connsiteY82" fmla="*/ 351025 h 403357"/>
                    <a:gd name="connsiteX83" fmla="*/ 141891 w 698807"/>
                    <a:gd name="connsiteY83" fmla="*/ 343622 h 403357"/>
                    <a:gd name="connsiteX84" fmla="*/ 178906 w 698807"/>
                    <a:gd name="connsiteY84" fmla="*/ 309075 h 403357"/>
                    <a:gd name="connsiteX85" fmla="*/ 194945 w 698807"/>
                    <a:gd name="connsiteY85" fmla="*/ 310309 h 403357"/>
                    <a:gd name="connsiteX86" fmla="*/ 201115 w 698807"/>
                    <a:gd name="connsiteY86" fmla="*/ 286866 h 403357"/>
                    <a:gd name="connsiteX87" fmla="*/ 222090 w 698807"/>
                    <a:gd name="connsiteY87" fmla="*/ 293035 h 403357"/>
                    <a:gd name="connsiteX88" fmla="*/ 230727 w 698807"/>
                    <a:gd name="connsiteY88" fmla="*/ 274528 h 403357"/>
                    <a:gd name="connsiteX89" fmla="*/ 256637 w 698807"/>
                    <a:gd name="connsiteY89" fmla="*/ 280697 h 403357"/>
                    <a:gd name="connsiteX90" fmla="*/ 270209 w 698807"/>
                    <a:gd name="connsiteY90" fmla="*/ 267125 h 403357"/>
                    <a:gd name="connsiteX91" fmla="*/ 278846 w 698807"/>
                    <a:gd name="connsiteY91" fmla="*/ 265891 h 403357"/>
                    <a:gd name="connsiteX92" fmla="*/ 292418 w 698807"/>
                    <a:gd name="connsiteY92" fmla="*/ 252319 h 403357"/>
                    <a:gd name="connsiteX93" fmla="*/ 293652 w 698807"/>
                    <a:gd name="connsiteY93" fmla="*/ 249851 h 403357"/>
                    <a:gd name="connsiteX94" fmla="*/ 301055 w 698807"/>
                    <a:gd name="connsiteY94" fmla="*/ 254786 h 403357"/>
                    <a:gd name="connsiteX95" fmla="*/ 330667 w 698807"/>
                    <a:gd name="connsiteY95" fmla="*/ 209135 h 403357"/>
                    <a:gd name="connsiteX96" fmla="*/ 352876 w 698807"/>
                    <a:gd name="connsiteY96" fmla="*/ 226408 h 403357"/>
                    <a:gd name="connsiteX97" fmla="*/ 361513 w 698807"/>
                    <a:gd name="connsiteY97" fmla="*/ 194329 h 403357"/>
                    <a:gd name="connsiteX98" fmla="*/ 376319 w 698807"/>
                    <a:gd name="connsiteY98" fmla="*/ 205433 h 403357"/>
                    <a:gd name="connsiteX99" fmla="*/ 378787 w 698807"/>
                    <a:gd name="connsiteY99" fmla="*/ 204199 h 403357"/>
                    <a:gd name="connsiteX100" fmla="*/ 382488 w 698807"/>
                    <a:gd name="connsiteY100" fmla="*/ 189393 h 403357"/>
                    <a:gd name="connsiteX101" fmla="*/ 400996 w 698807"/>
                    <a:gd name="connsiteY101" fmla="*/ 188159 h 403357"/>
                    <a:gd name="connsiteX102" fmla="*/ 403463 w 698807"/>
                    <a:gd name="connsiteY102" fmla="*/ 186925 h 403357"/>
                    <a:gd name="connsiteX103" fmla="*/ 412100 w 698807"/>
                    <a:gd name="connsiteY103" fmla="*/ 168418 h 403357"/>
                    <a:gd name="connsiteX104" fmla="*/ 429374 w 698807"/>
                    <a:gd name="connsiteY104" fmla="*/ 175821 h 403357"/>
                    <a:gd name="connsiteX105" fmla="*/ 433075 w 698807"/>
                    <a:gd name="connsiteY105" fmla="*/ 173353 h 403357"/>
                    <a:gd name="connsiteX106" fmla="*/ 445413 w 698807"/>
                    <a:gd name="connsiteY106" fmla="*/ 156080 h 403357"/>
                    <a:gd name="connsiteX107" fmla="*/ 457752 w 698807"/>
                    <a:gd name="connsiteY107" fmla="*/ 167184 h 403357"/>
                    <a:gd name="connsiteX108" fmla="*/ 461453 w 698807"/>
                    <a:gd name="connsiteY108" fmla="*/ 165951 h 403357"/>
                    <a:gd name="connsiteX109" fmla="*/ 472558 w 698807"/>
                    <a:gd name="connsiteY109" fmla="*/ 131403 h 403357"/>
                    <a:gd name="connsiteX110" fmla="*/ 503404 w 698807"/>
                    <a:gd name="connsiteY110" fmla="*/ 110428 h 403357"/>
                    <a:gd name="connsiteX111" fmla="*/ 530548 w 698807"/>
                    <a:gd name="connsiteY111" fmla="*/ 114129 h 403357"/>
                    <a:gd name="connsiteX112" fmla="*/ 539185 w 698807"/>
                    <a:gd name="connsiteY112" fmla="*/ 89453 h 403357"/>
                    <a:gd name="connsiteX113" fmla="*/ 571264 w 698807"/>
                    <a:gd name="connsiteY113" fmla="*/ 105492 h 403357"/>
                    <a:gd name="connsiteX114" fmla="*/ 583603 w 698807"/>
                    <a:gd name="connsiteY114" fmla="*/ 75881 h 403357"/>
                    <a:gd name="connsiteX115" fmla="*/ 587304 w 698807"/>
                    <a:gd name="connsiteY115" fmla="*/ 77114 h 403357"/>
                    <a:gd name="connsiteX116" fmla="*/ 607046 w 698807"/>
                    <a:gd name="connsiteY116" fmla="*/ 64776 h 403357"/>
                    <a:gd name="connsiteX117" fmla="*/ 614449 w 698807"/>
                    <a:gd name="connsiteY117" fmla="*/ 70945 h 403357"/>
                    <a:gd name="connsiteX118" fmla="*/ 616916 w 698807"/>
                    <a:gd name="connsiteY118" fmla="*/ 70945 h 403357"/>
                    <a:gd name="connsiteX119" fmla="*/ 624319 w 698807"/>
                    <a:gd name="connsiteY119" fmla="*/ 56139 h 403357"/>
                    <a:gd name="connsiteX120" fmla="*/ 625553 w 698807"/>
                    <a:gd name="connsiteY120" fmla="*/ 47503 h 403357"/>
                    <a:gd name="connsiteX121" fmla="*/ 639125 w 698807"/>
                    <a:gd name="connsiteY121" fmla="*/ 51204 h 403357"/>
                    <a:gd name="connsiteX122" fmla="*/ 642827 w 698807"/>
                    <a:gd name="connsiteY122" fmla="*/ 51204 h 403357"/>
                    <a:gd name="connsiteX123" fmla="*/ 650230 w 698807"/>
                    <a:gd name="connsiteY123" fmla="*/ 28995 h 403357"/>
                    <a:gd name="connsiteX124" fmla="*/ 660100 w 698807"/>
                    <a:gd name="connsiteY124" fmla="*/ 26527 h 403357"/>
                    <a:gd name="connsiteX125" fmla="*/ 673673 w 698807"/>
                    <a:gd name="connsiteY125" fmla="*/ 28995 h 403357"/>
                    <a:gd name="connsiteX126" fmla="*/ 698349 w 698807"/>
                    <a:gd name="connsiteY126" fmla="*/ 1851 h 403357"/>
                    <a:gd name="connsiteX127" fmla="*/ 129552 w 698807"/>
                    <a:gd name="connsiteY127" fmla="*/ 327582 h 403357"/>
                    <a:gd name="connsiteX128" fmla="*/ 139423 w 698807"/>
                    <a:gd name="connsiteY128" fmla="*/ 318946 h 403357"/>
                    <a:gd name="connsiteX129" fmla="*/ 143124 w 698807"/>
                    <a:gd name="connsiteY129" fmla="*/ 339921 h 403357"/>
                    <a:gd name="connsiteX130" fmla="*/ 129552 w 698807"/>
                    <a:gd name="connsiteY130" fmla="*/ 327582 h 403357"/>
                    <a:gd name="connsiteX131" fmla="*/ 275145 w 698807"/>
                    <a:gd name="connsiteY131" fmla="*/ 199264 h 403357"/>
                    <a:gd name="connsiteX132" fmla="*/ 294886 w 698807"/>
                    <a:gd name="connsiteY132" fmla="*/ 241214 h 403357"/>
                    <a:gd name="connsiteX133" fmla="*/ 275145 w 698807"/>
                    <a:gd name="connsiteY133" fmla="*/ 199264 h 403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698807" h="403357">
                      <a:moveTo>
                        <a:pt x="698349" y="1851"/>
                      </a:moveTo>
                      <a:cubicBezTo>
                        <a:pt x="698349" y="-617"/>
                        <a:pt x="694648" y="-617"/>
                        <a:pt x="694648" y="1851"/>
                      </a:cubicBezTo>
                      <a:cubicBezTo>
                        <a:pt x="693414" y="14189"/>
                        <a:pt x="686011" y="20358"/>
                        <a:pt x="673673" y="20358"/>
                      </a:cubicBezTo>
                      <a:cubicBezTo>
                        <a:pt x="666270" y="20358"/>
                        <a:pt x="657633" y="21592"/>
                        <a:pt x="650230" y="20358"/>
                      </a:cubicBezTo>
                      <a:cubicBezTo>
                        <a:pt x="648996" y="20358"/>
                        <a:pt x="647762" y="21592"/>
                        <a:pt x="647762" y="22826"/>
                      </a:cubicBezTo>
                      <a:cubicBezTo>
                        <a:pt x="645294" y="30229"/>
                        <a:pt x="645294" y="37632"/>
                        <a:pt x="641593" y="43801"/>
                      </a:cubicBezTo>
                      <a:cubicBezTo>
                        <a:pt x="636658" y="40099"/>
                        <a:pt x="629255" y="35164"/>
                        <a:pt x="624319" y="41333"/>
                      </a:cubicBezTo>
                      <a:cubicBezTo>
                        <a:pt x="619384" y="48736"/>
                        <a:pt x="623085" y="72179"/>
                        <a:pt x="609513" y="58607"/>
                      </a:cubicBezTo>
                      <a:cubicBezTo>
                        <a:pt x="608279" y="57373"/>
                        <a:pt x="607046" y="57373"/>
                        <a:pt x="605812" y="58607"/>
                      </a:cubicBezTo>
                      <a:cubicBezTo>
                        <a:pt x="598409" y="70945"/>
                        <a:pt x="589772" y="70945"/>
                        <a:pt x="583603" y="63542"/>
                      </a:cubicBezTo>
                      <a:cubicBezTo>
                        <a:pt x="582369" y="58607"/>
                        <a:pt x="579901" y="54906"/>
                        <a:pt x="577434" y="51204"/>
                      </a:cubicBezTo>
                      <a:cubicBezTo>
                        <a:pt x="574966" y="48736"/>
                        <a:pt x="572498" y="52438"/>
                        <a:pt x="573732" y="54906"/>
                      </a:cubicBezTo>
                      <a:cubicBezTo>
                        <a:pt x="574966" y="58607"/>
                        <a:pt x="576200" y="62308"/>
                        <a:pt x="577434" y="64776"/>
                      </a:cubicBezTo>
                      <a:cubicBezTo>
                        <a:pt x="578667" y="74647"/>
                        <a:pt x="576200" y="88219"/>
                        <a:pt x="570031" y="93154"/>
                      </a:cubicBezTo>
                      <a:cubicBezTo>
                        <a:pt x="556458" y="103025"/>
                        <a:pt x="541652" y="79582"/>
                        <a:pt x="539185" y="69711"/>
                      </a:cubicBezTo>
                      <a:lnTo>
                        <a:pt x="539185" y="69711"/>
                      </a:lnTo>
                      <a:cubicBezTo>
                        <a:pt x="539185" y="69711"/>
                        <a:pt x="539185" y="68477"/>
                        <a:pt x="539185" y="68477"/>
                      </a:cubicBezTo>
                      <a:cubicBezTo>
                        <a:pt x="537951" y="63542"/>
                        <a:pt x="533016" y="66010"/>
                        <a:pt x="534249" y="70945"/>
                      </a:cubicBezTo>
                      <a:cubicBezTo>
                        <a:pt x="534249" y="70945"/>
                        <a:pt x="534249" y="72179"/>
                        <a:pt x="534249" y="72179"/>
                      </a:cubicBezTo>
                      <a:cubicBezTo>
                        <a:pt x="536717" y="80816"/>
                        <a:pt x="534249" y="95622"/>
                        <a:pt x="529314" y="103025"/>
                      </a:cubicBezTo>
                      <a:cubicBezTo>
                        <a:pt x="521911" y="115363"/>
                        <a:pt x="513274" y="109194"/>
                        <a:pt x="505871" y="100557"/>
                      </a:cubicBezTo>
                      <a:cubicBezTo>
                        <a:pt x="503404" y="98090"/>
                        <a:pt x="502170" y="101791"/>
                        <a:pt x="502170" y="103025"/>
                      </a:cubicBezTo>
                      <a:cubicBezTo>
                        <a:pt x="502170" y="117831"/>
                        <a:pt x="491065" y="138806"/>
                        <a:pt x="476259" y="120299"/>
                      </a:cubicBezTo>
                      <a:cubicBezTo>
                        <a:pt x="475026" y="117831"/>
                        <a:pt x="472558" y="120299"/>
                        <a:pt x="471324" y="121533"/>
                      </a:cubicBezTo>
                      <a:cubicBezTo>
                        <a:pt x="470090" y="127702"/>
                        <a:pt x="468856" y="132637"/>
                        <a:pt x="466389" y="138806"/>
                      </a:cubicBezTo>
                      <a:cubicBezTo>
                        <a:pt x="465155" y="142507"/>
                        <a:pt x="463921" y="147443"/>
                        <a:pt x="462687" y="151144"/>
                      </a:cubicBezTo>
                      <a:cubicBezTo>
                        <a:pt x="461453" y="157314"/>
                        <a:pt x="460219" y="158547"/>
                        <a:pt x="456518" y="153612"/>
                      </a:cubicBezTo>
                      <a:cubicBezTo>
                        <a:pt x="451583" y="151144"/>
                        <a:pt x="447881" y="142507"/>
                        <a:pt x="440478" y="142507"/>
                      </a:cubicBezTo>
                      <a:cubicBezTo>
                        <a:pt x="430608" y="143741"/>
                        <a:pt x="429374" y="156080"/>
                        <a:pt x="430608" y="165951"/>
                      </a:cubicBezTo>
                      <a:cubicBezTo>
                        <a:pt x="424438" y="163483"/>
                        <a:pt x="418269" y="159781"/>
                        <a:pt x="413334" y="163483"/>
                      </a:cubicBezTo>
                      <a:cubicBezTo>
                        <a:pt x="408398" y="167184"/>
                        <a:pt x="405931" y="175821"/>
                        <a:pt x="404697" y="181990"/>
                      </a:cubicBezTo>
                      <a:cubicBezTo>
                        <a:pt x="399762" y="178289"/>
                        <a:pt x="394826" y="173353"/>
                        <a:pt x="388657" y="177055"/>
                      </a:cubicBezTo>
                      <a:cubicBezTo>
                        <a:pt x="382488" y="180756"/>
                        <a:pt x="381254" y="190627"/>
                        <a:pt x="378787" y="198030"/>
                      </a:cubicBezTo>
                      <a:cubicBezTo>
                        <a:pt x="371384" y="195562"/>
                        <a:pt x="366448" y="191861"/>
                        <a:pt x="362747" y="184458"/>
                      </a:cubicBezTo>
                      <a:cubicBezTo>
                        <a:pt x="361513" y="181990"/>
                        <a:pt x="359045" y="184458"/>
                        <a:pt x="359045" y="186925"/>
                      </a:cubicBezTo>
                      <a:cubicBezTo>
                        <a:pt x="359045" y="194329"/>
                        <a:pt x="361513" y="206667"/>
                        <a:pt x="357811" y="212836"/>
                      </a:cubicBezTo>
                      <a:cubicBezTo>
                        <a:pt x="350408" y="225174"/>
                        <a:pt x="334369" y="202966"/>
                        <a:pt x="331901" y="194329"/>
                      </a:cubicBezTo>
                      <a:cubicBezTo>
                        <a:pt x="330667" y="190627"/>
                        <a:pt x="325732" y="190627"/>
                        <a:pt x="325732" y="195562"/>
                      </a:cubicBezTo>
                      <a:cubicBezTo>
                        <a:pt x="325732" y="209135"/>
                        <a:pt x="329433" y="248617"/>
                        <a:pt x="308458" y="247383"/>
                      </a:cubicBezTo>
                      <a:cubicBezTo>
                        <a:pt x="304757" y="247383"/>
                        <a:pt x="302289" y="246150"/>
                        <a:pt x="298587" y="243682"/>
                      </a:cubicBezTo>
                      <a:cubicBezTo>
                        <a:pt x="304757" y="221473"/>
                        <a:pt x="294886" y="196796"/>
                        <a:pt x="272677" y="188159"/>
                      </a:cubicBezTo>
                      <a:cubicBezTo>
                        <a:pt x="271443" y="186925"/>
                        <a:pt x="270209" y="188159"/>
                        <a:pt x="268975" y="189393"/>
                      </a:cubicBezTo>
                      <a:cubicBezTo>
                        <a:pt x="261572" y="206667"/>
                        <a:pt x="273911" y="232577"/>
                        <a:pt x="289951" y="247383"/>
                      </a:cubicBezTo>
                      <a:cubicBezTo>
                        <a:pt x="288717" y="249851"/>
                        <a:pt x="286249" y="252319"/>
                        <a:pt x="283782" y="254786"/>
                      </a:cubicBezTo>
                      <a:cubicBezTo>
                        <a:pt x="276378" y="262189"/>
                        <a:pt x="266508" y="257254"/>
                        <a:pt x="260339" y="264657"/>
                      </a:cubicBezTo>
                      <a:cubicBezTo>
                        <a:pt x="256637" y="269592"/>
                        <a:pt x="259105" y="269592"/>
                        <a:pt x="251702" y="274528"/>
                      </a:cubicBezTo>
                      <a:cubicBezTo>
                        <a:pt x="245533" y="279463"/>
                        <a:pt x="243065" y="276996"/>
                        <a:pt x="238130" y="272060"/>
                      </a:cubicBezTo>
                      <a:cubicBezTo>
                        <a:pt x="235662" y="269592"/>
                        <a:pt x="233194" y="267125"/>
                        <a:pt x="231960" y="264657"/>
                      </a:cubicBezTo>
                      <a:cubicBezTo>
                        <a:pt x="230727" y="262189"/>
                        <a:pt x="228259" y="264657"/>
                        <a:pt x="228259" y="267125"/>
                      </a:cubicBezTo>
                      <a:cubicBezTo>
                        <a:pt x="228259" y="273294"/>
                        <a:pt x="227025" y="284398"/>
                        <a:pt x="219622" y="286866"/>
                      </a:cubicBezTo>
                      <a:cubicBezTo>
                        <a:pt x="213453" y="288100"/>
                        <a:pt x="206050" y="281931"/>
                        <a:pt x="202348" y="278229"/>
                      </a:cubicBezTo>
                      <a:cubicBezTo>
                        <a:pt x="199881" y="276996"/>
                        <a:pt x="198647" y="276996"/>
                        <a:pt x="197413" y="279463"/>
                      </a:cubicBezTo>
                      <a:cubicBezTo>
                        <a:pt x="196179" y="283165"/>
                        <a:pt x="196179" y="286866"/>
                        <a:pt x="196179" y="290567"/>
                      </a:cubicBezTo>
                      <a:cubicBezTo>
                        <a:pt x="196179" y="293035"/>
                        <a:pt x="196179" y="295503"/>
                        <a:pt x="194945" y="297970"/>
                      </a:cubicBezTo>
                      <a:cubicBezTo>
                        <a:pt x="192478" y="304140"/>
                        <a:pt x="183841" y="314010"/>
                        <a:pt x="180139" y="297970"/>
                      </a:cubicBezTo>
                      <a:cubicBezTo>
                        <a:pt x="178906" y="294269"/>
                        <a:pt x="173970" y="295503"/>
                        <a:pt x="173970" y="299204"/>
                      </a:cubicBezTo>
                      <a:cubicBezTo>
                        <a:pt x="173970" y="310309"/>
                        <a:pt x="170269" y="321413"/>
                        <a:pt x="162866" y="330050"/>
                      </a:cubicBezTo>
                      <a:cubicBezTo>
                        <a:pt x="159164" y="333752"/>
                        <a:pt x="154229" y="337453"/>
                        <a:pt x="148060" y="337453"/>
                      </a:cubicBezTo>
                      <a:cubicBezTo>
                        <a:pt x="148060" y="337453"/>
                        <a:pt x="148060" y="337453"/>
                        <a:pt x="148060" y="337453"/>
                      </a:cubicBezTo>
                      <a:cubicBezTo>
                        <a:pt x="149294" y="334985"/>
                        <a:pt x="149294" y="333752"/>
                        <a:pt x="149294" y="331284"/>
                      </a:cubicBezTo>
                      <a:cubicBezTo>
                        <a:pt x="149294" y="323881"/>
                        <a:pt x="146826" y="311543"/>
                        <a:pt x="138189" y="309075"/>
                      </a:cubicBezTo>
                      <a:cubicBezTo>
                        <a:pt x="130786" y="306607"/>
                        <a:pt x="124617" y="314010"/>
                        <a:pt x="123383" y="320180"/>
                      </a:cubicBezTo>
                      <a:cubicBezTo>
                        <a:pt x="120915" y="330050"/>
                        <a:pt x="127085" y="337453"/>
                        <a:pt x="134488" y="342388"/>
                      </a:cubicBezTo>
                      <a:cubicBezTo>
                        <a:pt x="134488" y="342388"/>
                        <a:pt x="135722" y="342388"/>
                        <a:pt x="135722" y="342388"/>
                      </a:cubicBezTo>
                      <a:cubicBezTo>
                        <a:pt x="130786" y="346090"/>
                        <a:pt x="124617" y="348558"/>
                        <a:pt x="118448" y="351025"/>
                      </a:cubicBezTo>
                      <a:cubicBezTo>
                        <a:pt x="113513" y="352259"/>
                        <a:pt x="107343" y="353493"/>
                        <a:pt x="103642" y="357195"/>
                      </a:cubicBezTo>
                      <a:cubicBezTo>
                        <a:pt x="102408" y="358428"/>
                        <a:pt x="99940" y="363364"/>
                        <a:pt x="98707" y="363364"/>
                      </a:cubicBezTo>
                      <a:cubicBezTo>
                        <a:pt x="85134" y="370766"/>
                        <a:pt x="91304" y="362130"/>
                        <a:pt x="85134" y="362130"/>
                      </a:cubicBezTo>
                      <a:cubicBezTo>
                        <a:pt x="72796" y="362130"/>
                        <a:pt x="66627" y="368299"/>
                        <a:pt x="64159" y="379403"/>
                      </a:cubicBezTo>
                      <a:cubicBezTo>
                        <a:pt x="53055" y="368299"/>
                        <a:pt x="43184" y="385573"/>
                        <a:pt x="39483" y="397911"/>
                      </a:cubicBezTo>
                      <a:cubicBezTo>
                        <a:pt x="34547" y="390508"/>
                        <a:pt x="28378" y="380637"/>
                        <a:pt x="20975" y="378170"/>
                      </a:cubicBezTo>
                      <a:cubicBezTo>
                        <a:pt x="12338" y="375702"/>
                        <a:pt x="4935" y="383105"/>
                        <a:pt x="0" y="388040"/>
                      </a:cubicBezTo>
                      <a:cubicBezTo>
                        <a:pt x="0" y="388040"/>
                        <a:pt x="0" y="389274"/>
                        <a:pt x="0" y="388040"/>
                      </a:cubicBezTo>
                      <a:cubicBezTo>
                        <a:pt x="7403" y="383105"/>
                        <a:pt x="14806" y="375702"/>
                        <a:pt x="23443" y="383105"/>
                      </a:cubicBezTo>
                      <a:cubicBezTo>
                        <a:pt x="29612" y="388040"/>
                        <a:pt x="33313" y="396677"/>
                        <a:pt x="38249" y="402846"/>
                      </a:cubicBezTo>
                      <a:cubicBezTo>
                        <a:pt x="39483" y="404080"/>
                        <a:pt x="40716" y="402846"/>
                        <a:pt x="40716" y="401612"/>
                      </a:cubicBezTo>
                      <a:cubicBezTo>
                        <a:pt x="43184" y="392976"/>
                        <a:pt x="51821" y="370766"/>
                        <a:pt x="62925" y="385573"/>
                      </a:cubicBezTo>
                      <a:cubicBezTo>
                        <a:pt x="64159" y="388040"/>
                        <a:pt x="65393" y="385573"/>
                        <a:pt x="66627" y="384339"/>
                      </a:cubicBezTo>
                      <a:cubicBezTo>
                        <a:pt x="70328" y="370766"/>
                        <a:pt x="76498" y="367065"/>
                        <a:pt x="88836" y="370766"/>
                      </a:cubicBezTo>
                      <a:cubicBezTo>
                        <a:pt x="93771" y="372000"/>
                        <a:pt x="95005" y="373234"/>
                        <a:pt x="99940" y="369533"/>
                      </a:cubicBezTo>
                      <a:cubicBezTo>
                        <a:pt x="103642" y="367065"/>
                        <a:pt x="103642" y="363364"/>
                        <a:pt x="108577" y="360896"/>
                      </a:cubicBezTo>
                      <a:cubicBezTo>
                        <a:pt x="111045" y="359662"/>
                        <a:pt x="113513" y="359662"/>
                        <a:pt x="114746" y="358428"/>
                      </a:cubicBezTo>
                      <a:cubicBezTo>
                        <a:pt x="120915" y="355961"/>
                        <a:pt x="127085" y="354727"/>
                        <a:pt x="132020" y="351025"/>
                      </a:cubicBezTo>
                      <a:cubicBezTo>
                        <a:pt x="135722" y="348558"/>
                        <a:pt x="139423" y="347324"/>
                        <a:pt x="141891" y="343622"/>
                      </a:cubicBezTo>
                      <a:cubicBezTo>
                        <a:pt x="161632" y="348558"/>
                        <a:pt x="175204" y="327582"/>
                        <a:pt x="178906" y="309075"/>
                      </a:cubicBezTo>
                      <a:cubicBezTo>
                        <a:pt x="182607" y="314010"/>
                        <a:pt x="188776" y="315244"/>
                        <a:pt x="194945" y="310309"/>
                      </a:cubicBezTo>
                      <a:cubicBezTo>
                        <a:pt x="201115" y="305374"/>
                        <a:pt x="201115" y="295503"/>
                        <a:pt x="201115" y="286866"/>
                      </a:cubicBezTo>
                      <a:cubicBezTo>
                        <a:pt x="207284" y="291801"/>
                        <a:pt x="214687" y="296737"/>
                        <a:pt x="222090" y="293035"/>
                      </a:cubicBezTo>
                      <a:cubicBezTo>
                        <a:pt x="228259" y="289334"/>
                        <a:pt x="230727" y="281931"/>
                        <a:pt x="230727" y="274528"/>
                      </a:cubicBezTo>
                      <a:cubicBezTo>
                        <a:pt x="238130" y="283165"/>
                        <a:pt x="248000" y="290567"/>
                        <a:pt x="256637" y="280697"/>
                      </a:cubicBezTo>
                      <a:cubicBezTo>
                        <a:pt x="262806" y="273294"/>
                        <a:pt x="250468" y="274528"/>
                        <a:pt x="270209" y="267125"/>
                      </a:cubicBezTo>
                      <a:cubicBezTo>
                        <a:pt x="272677" y="265891"/>
                        <a:pt x="275145" y="267125"/>
                        <a:pt x="278846" y="265891"/>
                      </a:cubicBezTo>
                      <a:cubicBezTo>
                        <a:pt x="285015" y="263423"/>
                        <a:pt x="288717" y="257254"/>
                        <a:pt x="292418" y="252319"/>
                      </a:cubicBezTo>
                      <a:cubicBezTo>
                        <a:pt x="292418" y="251085"/>
                        <a:pt x="293652" y="251085"/>
                        <a:pt x="293652" y="249851"/>
                      </a:cubicBezTo>
                      <a:cubicBezTo>
                        <a:pt x="296120" y="251085"/>
                        <a:pt x="298587" y="253552"/>
                        <a:pt x="301055" y="254786"/>
                      </a:cubicBezTo>
                      <a:cubicBezTo>
                        <a:pt x="329433" y="267125"/>
                        <a:pt x="330667" y="232577"/>
                        <a:pt x="330667" y="209135"/>
                      </a:cubicBezTo>
                      <a:cubicBezTo>
                        <a:pt x="336836" y="217771"/>
                        <a:pt x="345473" y="226408"/>
                        <a:pt x="352876" y="226408"/>
                      </a:cubicBezTo>
                      <a:cubicBezTo>
                        <a:pt x="366448" y="225174"/>
                        <a:pt x="363981" y="206667"/>
                        <a:pt x="361513" y="194329"/>
                      </a:cubicBezTo>
                      <a:cubicBezTo>
                        <a:pt x="365214" y="199264"/>
                        <a:pt x="370150" y="202966"/>
                        <a:pt x="376319" y="205433"/>
                      </a:cubicBezTo>
                      <a:cubicBezTo>
                        <a:pt x="377553" y="205433"/>
                        <a:pt x="378787" y="204199"/>
                        <a:pt x="378787" y="204199"/>
                      </a:cubicBezTo>
                      <a:cubicBezTo>
                        <a:pt x="380020" y="199264"/>
                        <a:pt x="380020" y="193095"/>
                        <a:pt x="382488" y="189393"/>
                      </a:cubicBezTo>
                      <a:cubicBezTo>
                        <a:pt x="387423" y="178289"/>
                        <a:pt x="394826" y="181990"/>
                        <a:pt x="400996" y="188159"/>
                      </a:cubicBezTo>
                      <a:cubicBezTo>
                        <a:pt x="402229" y="189393"/>
                        <a:pt x="403463" y="188159"/>
                        <a:pt x="403463" y="186925"/>
                      </a:cubicBezTo>
                      <a:cubicBezTo>
                        <a:pt x="404697" y="181990"/>
                        <a:pt x="405931" y="170886"/>
                        <a:pt x="412100" y="168418"/>
                      </a:cubicBezTo>
                      <a:cubicBezTo>
                        <a:pt x="418269" y="165951"/>
                        <a:pt x="425672" y="172120"/>
                        <a:pt x="429374" y="175821"/>
                      </a:cubicBezTo>
                      <a:cubicBezTo>
                        <a:pt x="431841" y="177055"/>
                        <a:pt x="433075" y="174587"/>
                        <a:pt x="433075" y="173353"/>
                      </a:cubicBezTo>
                      <a:cubicBezTo>
                        <a:pt x="433075" y="165951"/>
                        <a:pt x="430608" y="148677"/>
                        <a:pt x="445413" y="156080"/>
                      </a:cubicBezTo>
                      <a:cubicBezTo>
                        <a:pt x="450349" y="158547"/>
                        <a:pt x="452817" y="164717"/>
                        <a:pt x="457752" y="167184"/>
                      </a:cubicBezTo>
                      <a:cubicBezTo>
                        <a:pt x="458986" y="167184"/>
                        <a:pt x="460219" y="167184"/>
                        <a:pt x="461453" y="165951"/>
                      </a:cubicBezTo>
                      <a:cubicBezTo>
                        <a:pt x="468856" y="154846"/>
                        <a:pt x="468856" y="143741"/>
                        <a:pt x="472558" y="131403"/>
                      </a:cubicBezTo>
                      <a:cubicBezTo>
                        <a:pt x="487364" y="147443"/>
                        <a:pt x="502170" y="130169"/>
                        <a:pt x="503404" y="110428"/>
                      </a:cubicBezTo>
                      <a:cubicBezTo>
                        <a:pt x="510807" y="119065"/>
                        <a:pt x="520677" y="125234"/>
                        <a:pt x="530548" y="114129"/>
                      </a:cubicBezTo>
                      <a:cubicBezTo>
                        <a:pt x="536717" y="106726"/>
                        <a:pt x="539185" y="98090"/>
                        <a:pt x="539185" y="89453"/>
                      </a:cubicBezTo>
                      <a:cubicBezTo>
                        <a:pt x="546588" y="101791"/>
                        <a:pt x="558926" y="111662"/>
                        <a:pt x="571264" y="105492"/>
                      </a:cubicBezTo>
                      <a:cubicBezTo>
                        <a:pt x="582369" y="100557"/>
                        <a:pt x="584837" y="88219"/>
                        <a:pt x="583603" y="75881"/>
                      </a:cubicBezTo>
                      <a:cubicBezTo>
                        <a:pt x="584837" y="75881"/>
                        <a:pt x="586071" y="77114"/>
                        <a:pt x="587304" y="77114"/>
                      </a:cubicBezTo>
                      <a:cubicBezTo>
                        <a:pt x="597175" y="80816"/>
                        <a:pt x="603344" y="73413"/>
                        <a:pt x="607046" y="64776"/>
                      </a:cubicBezTo>
                      <a:cubicBezTo>
                        <a:pt x="609513" y="66010"/>
                        <a:pt x="611981" y="68477"/>
                        <a:pt x="614449" y="70945"/>
                      </a:cubicBezTo>
                      <a:cubicBezTo>
                        <a:pt x="614449" y="70945"/>
                        <a:pt x="615682" y="70945"/>
                        <a:pt x="616916" y="70945"/>
                      </a:cubicBezTo>
                      <a:cubicBezTo>
                        <a:pt x="621852" y="67244"/>
                        <a:pt x="623085" y="62308"/>
                        <a:pt x="624319" y="56139"/>
                      </a:cubicBezTo>
                      <a:cubicBezTo>
                        <a:pt x="624319" y="53672"/>
                        <a:pt x="624319" y="49970"/>
                        <a:pt x="625553" y="47503"/>
                      </a:cubicBezTo>
                      <a:cubicBezTo>
                        <a:pt x="629255" y="41333"/>
                        <a:pt x="634190" y="47503"/>
                        <a:pt x="639125" y="51204"/>
                      </a:cubicBezTo>
                      <a:cubicBezTo>
                        <a:pt x="640359" y="52438"/>
                        <a:pt x="641593" y="52438"/>
                        <a:pt x="642827" y="51204"/>
                      </a:cubicBezTo>
                      <a:cubicBezTo>
                        <a:pt x="650230" y="43801"/>
                        <a:pt x="647762" y="37632"/>
                        <a:pt x="650230" y="28995"/>
                      </a:cubicBezTo>
                      <a:cubicBezTo>
                        <a:pt x="652697" y="22826"/>
                        <a:pt x="652697" y="24060"/>
                        <a:pt x="660100" y="26527"/>
                      </a:cubicBezTo>
                      <a:cubicBezTo>
                        <a:pt x="665036" y="27761"/>
                        <a:pt x="668737" y="28995"/>
                        <a:pt x="673673" y="28995"/>
                      </a:cubicBezTo>
                      <a:cubicBezTo>
                        <a:pt x="693414" y="31462"/>
                        <a:pt x="700817" y="20358"/>
                        <a:pt x="698349" y="1851"/>
                      </a:cubicBezTo>
                      <a:close/>
                      <a:moveTo>
                        <a:pt x="129552" y="327582"/>
                      </a:moveTo>
                      <a:cubicBezTo>
                        <a:pt x="129552" y="322647"/>
                        <a:pt x="133254" y="316478"/>
                        <a:pt x="139423" y="318946"/>
                      </a:cubicBezTo>
                      <a:cubicBezTo>
                        <a:pt x="148060" y="321413"/>
                        <a:pt x="146826" y="332518"/>
                        <a:pt x="143124" y="339921"/>
                      </a:cubicBezTo>
                      <a:cubicBezTo>
                        <a:pt x="135722" y="337453"/>
                        <a:pt x="129552" y="332518"/>
                        <a:pt x="129552" y="327582"/>
                      </a:cubicBezTo>
                      <a:close/>
                      <a:moveTo>
                        <a:pt x="275145" y="199264"/>
                      </a:moveTo>
                      <a:cubicBezTo>
                        <a:pt x="289951" y="206667"/>
                        <a:pt x="298587" y="225174"/>
                        <a:pt x="294886" y="241214"/>
                      </a:cubicBezTo>
                      <a:cubicBezTo>
                        <a:pt x="282548" y="230110"/>
                        <a:pt x="272677" y="211602"/>
                        <a:pt x="275145" y="199264"/>
                      </a:cubicBezTo>
                      <a:close/>
                    </a:path>
                  </a:pathLst>
                </a:custGeom>
                <a:solidFill>
                  <a:srgbClr val="000000"/>
                </a:solidFill>
                <a:ln w="12320"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536864F9-98EE-424A-9E11-AE1C5DA7D42A}"/>
                    </a:ext>
                  </a:extLst>
                </p:cNvPr>
                <p:cNvSpPr/>
                <p:nvPr/>
              </p:nvSpPr>
              <p:spPr>
                <a:xfrm>
                  <a:off x="8362061" y="5126426"/>
                  <a:ext cx="698807" cy="403357"/>
                </a:xfrm>
                <a:custGeom>
                  <a:avLst/>
                  <a:gdLst>
                    <a:gd name="connsiteX0" fmla="*/ 698349 w 698807"/>
                    <a:gd name="connsiteY0" fmla="*/ 1851 h 403357"/>
                    <a:gd name="connsiteX1" fmla="*/ 694648 w 698807"/>
                    <a:gd name="connsiteY1" fmla="*/ 1851 h 403357"/>
                    <a:gd name="connsiteX2" fmla="*/ 673673 w 698807"/>
                    <a:gd name="connsiteY2" fmla="*/ 20358 h 403357"/>
                    <a:gd name="connsiteX3" fmla="*/ 650230 w 698807"/>
                    <a:gd name="connsiteY3" fmla="*/ 20358 h 403357"/>
                    <a:gd name="connsiteX4" fmla="*/ 647762 w 698807"/>
                    <a:gd name="connsiteY4" fmla="*/ 22826 h 403357"/>
                    <a:gd name="connsiteX5" fmla="*/ 641593 w 698807"/>
                    <a:gd name="connsiteY5" fmla="*/ 43801 h 403357"/>
                    <a:gd name="connsiteX6" fmla="*/ 624319 w 698807"/>
                    <a:gd name="connsiteY6" fmla="*/ 41334 h 403357"/>
                    <a:gd name="connsiteX7" fmla="*/ 609513 w 698807"/>
                    <a:gd name="connsiteY7" fmla="*/ 58607 h 403357"/>
                    <a:gd name="connsiteX8" fmla="*/ 605812 w 698807"/>
                    <a:gd name="connsiteY8" fmla="*/ 58607 h 403357"/>
                    <a:gd name="connsiteX9" fmla="*/ 583603 w 698807"/>
                    <a:gd name="connsiteY9" fmla="*/ 63542 h 403357"/>
                    <a:gd name="connsiteX10" fmla="*/ 577434 w 698807"/>
                    <a:gd name="connsiteY10" fmla="*/ 51204 h 403357"/>
                    <a:gd name="connsiteX11" fmla="*/ 573732 w 698807"/>
                    <a:gd name="connsiteY11" fmla="*/ 54906 h 403357"/>
                    <a:gd name="connsiteX12" fmla="*/ 577434 w 698807"/>
                    <a:gd name="connsiteY12" fmla="*/ 64776 h 403357"/>
                    <a:gd name="connsiteX13" fmla="*/ 570031 w 698807"/>
                    <a:gd name="connsiteY13" fmla="*/ 93154 h 403357"/>
                    <a:gd name="connsiteX14" fmla="*/ 539185 w 698807"/>
                    <a:gd name="connsiteY14" fmla="*/ 69712 h 403357"/>
                    <a:gd name="connsiteX15" fmla="*/ 539185 w 698807"/>
                    <a:gd name="connsiteY15" fmla="*/ 69712 h 403357"/>
                    <a:gd name="connsiteX16" fmla="*/ 539185 w 698807"/>
                    <a:gd name="connsiteY16" fmla="*/ 68478 h 403357"/>
                    <a:gd name="connsiteX17" fmla="*/ 534250 w 698807"/>
                    <a:gd name="connsiteY17" fmla="*/ 70946 h 403357"/>
                    <a:gd name="connsiteX18" fmla="*/ 534250 w 698807"/>
                    <a:gd name="connsiteY18" fmla="*/ 72179 h 403357"/>
                    <a:gd name="connsiteX19" fmla="*/ 529314 w 698807"/>
                    <a:gd name="connsiteY19" fmla="*/ 103025 h 403357"/>
                    <a:gd name="connsiteX20" fmla="*/ 505872 w 698807"/>
                    <a:gd name="connsiteY20" fmla="*/ 100557 h 403357"/>
                    <a:gd name="connsiteX21" fmla="*/ 502170 w 698807"/>
                    <a:gd name="connsiteY21" fmla="*/ 103025 h 403357"/>
                    <a:gd name="connsiteX22" fmla="*/ 476259 w 698807"/>
                    <a:gd name="connsiteY22" fmla="*/ 120299 h 403357"/>
                    <a:gd name="connsiteX23" fmla="*/ 471324 w 698807"/>
                    <a:gd name="connsiteY23" fmla="*/ 121533 h 403357"/>
                    <a:gd name="connsiteX24" fmla="*/ 466389 w 698807"/>
                    <a:gd name="connsiteY24" fmla="*/ 138806 h 403357"/>
                    <a:gd name="connsiteX25" fmla="*/ 462687 w 698807"/>
                    <a:gd name="connsiteY25" fmla="*/ 151145 h 403357"/>
                    <a:gd name="connsiteX26" fmla="*/ 456518 w 698807"/>
                    <a:gd name="connsiteY26" fmla="*/ 153612 h 403357"/>
                    <a:gd name="connsiteX27" fmla="*/ 440478 w 698807"/>
                    <a:gd name="connsiteY27" fmla="*/ 142508 h 403357"/>
                    <a:gd name="connsiteX28" fmla="*/ 430608 w 698807"/>
                    <a:gd name="connsiteY28" fmla="*/ 165950 h 403357"/>
                    <a:gd name="connsiteX29" fmla="*/ 413334 w 698807"/>
                    <a:gd name="connsiteY29" fmla="*/ 163483 h 403357"/>
                    <a:gd name="connsiteX30" fmla="*/ 404697 w 698807"/>
                    <a:gd name="connsiteY30" fmla="*/ 181991 h 403357"/>
                    <a:gd name="connsiteX31" fmla="*/ 388657 w 698807"/>
                    <a:gd name="connsiteY31" fmla="*/ 177055 h 403357"/>
                    <a:gd name="connsiteX32" fmla="*/ 378787 w 698807"/>
                    <a:gd name="connsiteY32" fmla="*/ 198030 h 403357"/>
                    <a:gd name="connsiteX33" fmla="*/ 362747 w 698807"/>
                    <a:gd name="connsiteY33" fmla="*/ 184458 h 403357"/>
                    <a:gd name="connsiteX34" fmla="*/ 359045 w 698807"/>
                    <a:gd name="connsiteY34" fmla="*/ 186926 h 403357"/>
                    <a:gd name="connsiteX35" fmla="*/ 357812 w 698807"/>
                    <a:gd name="connsiteY35" fmla="*/ 212836 h 403357"/>
                    <a:gd name="connsiteX36" fmla="*/ 331901 w 698807"/>
                    <a:gd name="connsiteY36" fmla="*/ 194329 h 403357"/>
                    <a:gd name="connsiteX37" fmla="*/ 325732 w 698807"/>
                    <a:gd name="connsiteY37" fmla="*/ 195563 h 403357"/>
                    <a:gd name="connsiteX38" fmla="*/ 308458 w 698807"/>
                    <a:gd name="connsiteY38" fmla="*/ 247383 h 403357"/>
                    <a:gd name="connsiteX39" fmla="*/ 298587 w 698807"/>
                    <a:gd name="connsiteY39" fmla="*/ 243682 h 403357"/>
                    <a:gd name="connsiteX40" fmla="*/ 272677 w 698807"/>
                    <a:gd name="connsiteY40" fmla="*/ 188160 h 403357"/>
                    <a:gd name="connsiteX41" fmla="*/ 268976 w 698807"/>
                    <a:gd name="connsiteY41" fmla="*/ 189394 h 403357"/>
                    <a:gd name="connsiteX42" fmla="*/ 289951 w 698807"/>
                    <a:gd name="connsiteY42" fmla="*/ 247383 h 403357"/>
                    <a:gd name="connsiteX43" fmla="*/ 283782 w 698807"/>
                    <a:gd name="connsiteY43" fmla="*/ 254787 h 403357"/>
                    <a:gd name="connsiteX44" fmla="*/ 260339 w 698807"/>
                    <a:gd name="connsiteY44" fmla="*/ 264657 h 403357"/>
                    <a:gd name="connsiteX45" fmla="*/ 251702 w 698807"/>
                    <a:gd name="connsiteY45" fmla="*/ 274528 h 403357"/>
                    <a:gd name="connsiteX46" fmla="*/ 238130 w 698807"/>
                    <a:gd name="connsiteY46" fmla="*/ 272060 h 403357"/>
                    <a:gd name="connsiteX47" fmla="*/ 231961 w 698807"/>
                    <a:gd name="connsiteY47" fmla="*/ 264657 h 403357"/>
                    <a:gd name="connsiteX48" fmla="*/ 228259 w 698807"/>
                    <a:gd name="connsiteY48" fmla="*/ 267125 h 403357"/>
                    <a:gd name="connsiteX49" fmla="*/ 219622 w 698807"/>
                    <a:gd name="connsiteY49" fmla="*/ 286866 h 403357"/>
                    <a:gd name="connsiteX50" fmla="*/ 202349 w 698807"/>
                    <a:gd name="connsiteY50" fmla="*/ 278229 h 403357"/>
                    <a:gd name="connsiteX51" fmla="*/ 197413 w 698807"/>
                    <a:gd name="connsiteY51" fmla="*/ 279463 h 403357"/>
                    <a:gd name="connsiteX52" fmla="*/ 196180 w 698807"/>
                    <a:gd name="connsiteY52" fmla="*/ 290568 h 403357"/>
                    <a:gd name="connsiteX53" fmla="*/ 194946 w 698807"/>
                    <a:gd name="connsiteY53" fmla="*/ 297971 h 403357"/>
                    <a:gd name="connsiteX54" fmla="*/ 180140 w 698807"/>
                    <a:gd name="connsiteY54" fmla="*/ 297971 h 403357"/>
                    <a:gd name="connsiteX55" fmla="*/ 173970 w 698807"/>
                    <a:gd name="connsiteY55" fmla="*/ 299205 h 403357"/>
                    <a:gd name="connsiteX56" fmla="*/ 162866 w 698807"/>
                    <a:gd name="connsiteY56" fmla="*/ 330050 h 403357"/>
                    <a:gd name="connsiteX57" fmla="*/ 148060 w 698807"/>
                    <a:gd name="connsiteY57" fmla="*/ 337454 h 403357"/>
                    <a:gd name="connsiteX58" fmla="*/ 148060 w 698807"/>
                    <a:gd name="connsiteY58" fmla="*/ 337454 h 403357"/>
                    <a:gd name="connsiteX59" fmla="*/ 149294 w 698807"/>
                    <a:gd name="connsiteY59" fmla="*/ 331284 h 403357"/>
                    <a:gd name="connsiteX60" fmla="*/ 138189 w 698807"/>
                    <a:gd name="connsiteY60" fmla="*/ 309075 h 403357"/>
                    <a:gd name="connsiteX61" fmla="*/ 123383 w 698807"/>
                    <a:gd name="connsiteY61" fmla="*/ 320180 h 403357"/>
                    <a:gd name="connsiteX62" fmla="*/ 134488 w 698807"/>
                    <a:gd name="connsiteY62" fmla="*/ 342389 h 403357"/>
                    <a:gd name="connsiteX63" fmla="*/ 135722 w 698807"/>
                    <a:gd name="connsiteY63" fmla="*/ 342389 h 403357"/>
                    <a:gd name="connsiteX64" fmla="*/ 118448 w 698807"/>
                    <a:gd name="connsiteY64" fmla="*/ 351025 h 403357"/>
                    <a:gd name="connsiteX65" fmla="*/ 103642 w 698807"/>
                    <a:gd name="connsiteY65" fmla="*/ 357195 h 403357"/>
                    <a:gd name="connsiteX66" fmla="*/ 98707 w 698807"/>
                    <a:gd name="connsiteY66" fmla="*/ 363364 h 403357"/>
                    <a:gd name="connsiteX67" fmla="*/ 85135 w 698807"/>
                    <a:gd name="connsiteY67" fmla="*/ 362130 h 403357"/>
                    <a:gd name="connsiteX68" fmla="*/ 64159 w 698807"/>
                    <a:gd name="connsiteY68" fmla="*/ 379404 h 403357"/>
                    <a:gd name="connsiteX69" fmla="*/ 39483 w 698807"/>
                    <a:gd name="connsiteY69" fmla="*/ 397911 h 403357"/>
                    <a:gd name="connsiteX70" fmla="*/ 20975 w 698807"/>
                    <a:gd name="connsiteY70" fmla="*/ 378170 h 403357"/>
                    <a:gd name="connsiteX71" fmla="*/ 0 w 698807"/>
                    <a:gd name="connsiteY71" fmla="*/ 388040 h 403357"/>
                    <a:gd name="connsiteX72" fmla="*/ 0 w 698807"/>
                    <a:gd name="connsiteY72" fmla="*/ 388040 h 403357"/>
                    <a:gd name="connsiteX73" fmla="*/ 23443 w 698807"/>
                    <a:gd name="connsiteY73" fmla="*/ 383105 h 403357"/>
                    <a:gd name="connsiteX74" fmla="*/ 38249 w 698807"/>
                    <a:gd name="connsiteY74" fmla="*/ 402846 h 403357"/>
                    <a:gd name="connsiteX75" fmla="*/ 40717 w 698807"/>
                    <a:gd name="connsiteY75" fmla="*/ 401613 h 403357"/>
                    <a:gd name="connsiteX76" fmla="*/ 62926 w 698807"/>
                    <a:gd name="connsiteY76" fmla="*/ 385573 h 403357"/>
                    <a:gd name="connsiteX77" fmla="*/ 66627 w 698807"/>
                    <a:gd name="connsiteY77" fmla="*/ 384339 h 403357"/>
                    <a:gd name="connsiteX78" fmla="*/ 88836 w 698807"/>
                    <a:gd name="connsiteY78" fmla="*/ 370767 h 403357"/>
                    <a:gd name="connsiteX79" fmla="*/ 99941 w 698807"/>
                    <a:gd name="connsiteY79" fmla="*/ 369533 h 403357"/>
                    <a:gd name="connsiteX80" fmla="*/ 108577 w 698807"/>
                    <a:gd name="connsiteY80" fmla="*/ 360896 h 403357"/>
                    <a:gd name="connsiteX81" fmla="*/ 114746 w 698807"/>
                    <a:gd name="connsiteY81" fmla="*/ 358428 h 403357"/>
                    <a:gd name="connsiteX82" fmla="*/ 132020 w 698807"/>
                    <a:gd name="connsiteY82" fmla="*/ 351025 h 403357"/>
                    <a:gd name="connsiteX83" fmla="*/ 141891 w 698807"/>
                    <a:gd name="connsiteY83" fmla="*/ 343623 h 403357"/>
                    <a:gd name="connsiteX84" fmla="*/ 178906 w 698807"/>
                    <a:gd name="connsiteY84" fmla="*/ 309075 h 403357"/>
                    <a:gd name="connsiteX85" fmla="*/ 194946 w 698807"/>
                    <a:gd name="connsiteY85" fmla="*/ 310309 h 403357"/>
                    <a:gd name="connsiteX86" fmla="*/ 201115 w 698807"/>
                    <a:gd name="connsiteY86" fmla="*/ 286866 h 403357"/>
                    <a:gd name="connsiteX87" fmla="*/ 222090 w 698807"/>
                    <a:gd name="connsiteY87" fmla="*/ 293035 h 403357"/>
                    <a:gd name="connsiteX88" fmla="*/ 230727 w 698807"/>
                    <a:gd name="connsiteY88" fmla="*/ 274528 h 403357"/>
                    <a:gd name="connsiteX89" fmla="*/ 256637 w 698807"/>
                    <a:gd name="connsiteY89" fmla="*/ 280697 h 403357"/>
                    <a:gd name="connsiteX90" fmla="*/ 270209 w 698807"/>
                    <a:gd name="connsiteY90" fmla="*/ 267125 h 403357"/>
                    <a:gd name="connsiteX91" fmla="*/ 278846 w 698807"/>
                    <a:gd name="connsiteY91" fmla="*/ 265891 h 403357"/>
                    <a:gd name="connsiteX92" fmla="*/ 292418 w 698807"/>
                    <a:gd name="connsiteY92" fmla="*/ 252319 h 403357"/>
                    <a:gd name="connsiteX93" fmla="*/ 293652 w 698807"/>
                    <a:gd name="connsiteY93" fmla="*/ 249851 h 403357"/>
                    <a:gd name="connsiteX94" fmla="*/ 301055 w 698807"/>
                    <a:gd name="connsiteY94" fmla="*/ 254787 h 403357"/>
                    <a:gd name="connsiteX95" fmla="*/ 330667 w 698807"/>
                    <a:gd name="connsiteY95" fmla="*/ 209135 h 403357"/>
                    <a:gd name="connsiteX96" fmla="*/ 352876 w 698807"/>
                    <a:gd name="connsiteY96" fmla="*/ 226409 h 403357"/>
                    <a:gd name="connsiteX97" fmla="*/ 361513 w 698807"/>
                    <a:gd name="connsiteY97" fmla="*/ 194329 h 403357"/>
                    <a:gd name="connsiteX98" fmla="*/ 376319 w 698807"/>
                    <a:gd name="connsiteY98" fmla="*/ 205433 h 403357"/>
                    <a:gd name="connsiteX99" fmla="*/ 378787 w 698807"/>
                    <a:gd name="connsiteY99" fmla="*/ 204199 h 403357"/>
                    <a:gd name="connsiteX100" fmla="*/ 382488 w 698807"/>
                    <a:gd name="connsiteY100" fmla="*/ 189394 h 403357"/>
                    <a:gd name="connsiteX101" fmla="*/ 400996 w 698807"/>
                    <a:gd name="connsiteY101" fmla="*/ 188160 h 403357"/>
                    <a:gd name="connsiteX102" fmla="*/ 403463 w 698807"/>
                    <a:gd name="connsiteY102" fmla="*/ 186926 h 403357"/>
                    <a:gd name="connsiteX103" fmla="*/ 412100 w 698807"/>
                    <a:gd name="connsiteY103" fmla="*/ 168418 h 403357"/>
                    <a:gd name="connsiteX104" fmla="*/ 429374 w 698807"/>
                    <a:gd name="connsiteY104" fmla="*/ 175821 h 403357"/>
                    <a:gd name="connsiteX105" fmla="*/ 433075 w 698807"/>
                    <a:gd name="connsiteY105" fmla="*/ 173354 h 403357"/>
                    <a:gd name="connsiteX106" fmla="*/ 445413 w 698807"/>
                    <a:gd name="connsiteY106" fmla="*/ 156080 h 403357"/>
                    <a:gd name="connsiteX107" fmla="*/ 457752 w 698807"/>
                    <a:gd name="connsiteY107" fmla="*/ 167184 h 403357"/>
                    <a:gd name="connsiteX108" fmla="*/ 461454 w 698807"/>
                    <a:gd name="connsiteY108" fmla="*/ 165950 h 403357"/>
                    <a:gd name="connsiteX109" fmla="*/ 472558 w 698807"/>
                    <a:gd name="connsiteY109" fmla="*/ 131403 h 403357"/>
                    <a:gd name="connsiteX110" fmla="*/ 503404 w 698807"/>
                    <a:gd name="connsiteY110" fmla="*/ 110428 h 403357"/>
                    <a:gd name="connsiteX111" fmla="*/ 530548 w 698807"/>
                    <a:gd name="connsiteY111" fmla="*/ 114130 h 403357"/>
                    <a:gd name="connsiteX112" fmla="*/ 539185 w 698807"/>
                    <a:gd name="connsiteY112" fmla="*/ 89453 h 403357"/>
                    <a:gd name="connsiteX113" fmla="*/ 571265 w 698807"/>
                    <a:gd name="connsiteY113" fmla="*/ 105493 h 403357"/>
                    <a:gd name="connsiteX114" fmla="*/ 583603 w 698807"/>
                    <a:gd name="connsiteY114" fmla="*/ 75881 h 403357"/>
                    <a:gd name="connsiteX115" fmla="*/ 587304 w 698807"/>
                    <a:gd name="connsiteY115" fmla="*/ 77115 h 403357"/>
                    <a:gd name="connsiteX116" fmla="*/ 607046 w 698807"/>
                    <a:gd name="connsiteY116" fmla="*/ 64776 h 403357"/>
                    <a:gd name="connsiteX117" fmla="*/ 614449 w 698807"/>
                    <a:gd name="connsiteY117" fmla="*/ 70946 h 403357"/>
                    <a:gd name="connsiteX118" fmla="*/ 616917 w 698807"/>
                    <a:gd name="connsiteY118" fmla="*/ 70946 h 403357"/>
                    <a:gd name="connsiteX119" fmla="*/ 624319 w 698807"/>
                    <a:gd name="connsiteY119" fmla="*/ 56139 h 403357"/>
                    <a:gd name="connsiteX120" fmla="*/ 625553 w 698807"/>
                    <a:gd name="connsiteY120" fmla="*/ 47503 h 403357"/>
                    <a:gd name="connsiteX121" fmla="*/ 639125 w 698807"/>
                    <a:gd name="connsiteY121" fmla="*/ 51204 h 403357"/>
                    <a:gd name="connsiteX122" fmla="*/ 642827 w 698807"/>
                    <a:gd name="connsiteY122" fmla="*/ 51204 h 403357"/>
                    <a:gd name="connsiteX123" fmla="*/ 650230 w 698807"/>
                    <a:gd name="connsiteY123" fmla="*/ 28995 h 403357"/>
                    <a:gd name="connsiteX124" fmla="*/ 660101 w 698807"/>
                    <a:gd name="connsiteY124" fmla="*/ 26528 h 403357"/>
                    <a:gd name="connsiteX125" fmla="*/ 673673 w 698807"/>
                    <a:gd name="connsiteY125" fmla="*/ 28995 h 403357"/>
                    <a:gd name="connsiteX126" fmla="*/ 698349 w 698807"/>
                    <a:gd name="connsiteY126" fmla="*/ 1851 h 403357"/>
                    <a:gd name="connsiteX127" fmla="*/ 129552 w 698807"/>
                    <a:gd name="connsiteY127" fmla="*/ 327583 h 403357"/>
                    <a:gd name="connsiteX128" fmla="*/ 139423 w 698807"/>
                    <a:gd name="connsiteY128" fmla="*/ 318946 h 403357"/>
                    <a:gd name="connsiteX129" fmla="*/ 143125 w 698807"/>
                    <a:gd name="connsiteY129" fmla="*/ 339921 h 403357"/>
                    <a:gd name="connsiteX130" fmla="*/ 129552 w 698807"/>
                    <a:gd name="connsiteY130" fmla="*/ 327583 h 403357"/>
                    <a:gd name="connsiteX131" fmla="*/ 275145 w 698807"/>
                    <a:gd name="connsiteY131" fmla="*/ 199264 h 403357"/>
                    <a:gd name="connsiteX132" fmla="*/ 294886 w 698807"/>
                    <a:gd name="connsiteY132" fmla="*/ 241214 h 403357"/>
                    <a:gd name="connsiteX133" fmla="*/ 275145 w 698807"/>
                    <a:gd name="connsiteY133" fmla="*/ 199264 h 403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698807" h="403357">
                      <a:moveTo>
                        <a:pt x="698349" y="1851"/>
                      </a:moveTo>
                      <a:cubicBezTo>
                        <a:pt x="698349" y="-617"/>
                        <a:pt x="694648" y="-617"/>
                        <a:pt x="694648" y="1851"/>
                      </a:cubicBezTo>
                      <a:cubicBezTo>
                        <a:pt x="693414" y="14189"/>
                        <a:pt x="686011" y="20358"/>
                        <a:pt x="673673" y="20358"/>
                      </a:cubicBezTo>
                      <a:cubicBezTo>
                        <a:pt x="666270" y="20358"/>
                        <a:pt x="657633" y="21592"/>
                        <a:pt x="650230" y="20358"/>
                      </a:cubicBezTo>
                      <a:cubicBezTo>
                        <a:pt x="648996" y="20358"/>
                        <a:pt x="647762" y="21592"/>
                        <a:pt x="647762" y="22826"/>
                      </a:cubicBezTo>
                      <a:cubicBezTo>
                        <a:pt x="645295" y="30229"/>
                        <a:pt x="645295" y="37632"/>
                        <a:pt x="641593" y="43801"/>
                      </a:cubicBezTo>
                      <a:cubicBezTo>
                        <a:pt x="636658" y="40100"/>
                        <a:pt x="629255" y="35164"/>
                        <a:pt x="624319" y="41334"/>
                      </a:cubicBezTo>
                      <a:cubicBezTo>
                        <a:pt x="619384" y="48736"/>
                        <a:pt x="623086" y="72179"/>
                        <a:pt x="609513" y="58607"/>
                      </a:cubicBezTo>
                      <a:cubicBezTo>
                        <a:pt x="608280" y="57373"/>
                        <a:pt x="607046" y="57373"/>
                        <a:pt x="605812" y="58607"/>
                      </a:cubicBezTo>
                      <a:cubicBezTo>
                        <a:pt x="598409" y="70946"/>
                        <a:pt x="589772" y="70946"/>
                        <a:pt x="583603" y="63542"/>
                      </a:cubicBezTo>
                      <a:cubicBezTo>
                        <a:pt x="582369" y="58607"/>
                        <a:pt x="579902" y="54906"/>
                        <a:pt x="577434" y="51204"/>
                      </a:cubicBezTo>
                      <a:cubicBezTo>
                        <a:pt x="574966" y="48736"/>
                        <a:pt x="572498" y="52438"/>
                        <a:pt x="573732" y="54906"/>
                      </a:cubicBezTo>
                      <a:cubicBezTo>
                        <a:pt x="574966" y="58607"/>
                        <a:pt x="576200" y="62309"/>
                        <a:pt x="577434" y="64776"/>
                      </a:cubicBezTo>
                      <a:cubicBezTo>
                        <a:pt x="578668" y="74647"/>
                        <a:pt x="576200" y="88219"/>
                        <a:pt x="570031" y="93154"/>
                      </a:cubicBezTo>
                      <a:cubicBezTo>
                        <a:pt x="556458" y="103025"/>
                        <a:pt x="541653" y="79582"/>
                        <a:pt x="539185" y="69712"/>
                      </a:cubicBezTo>
                      <a:lnTo>
                        <a:pt x="539185" y="69712"/>
                      </a:lnTo>
                      <a:cubicBezTo>
                        <a:pt x="539185" y="69712"/>
                        <a:pt x="539185" y="68478"/>
                        <a:pt x="539185" y="68478"/>
                      </a:cubicBezTo>
                      <a:cubicBezTo>
                        <a:pt x="537951" y="63542"/>
                        <a:pt x="533016" y="66010"/>
                        <a:pt x="534250" y="70946"/>
                      </a:cubicBezTo>
                      <a:cubicBezTo>
                        <a:pt x="534250" y="70946"/>
                        <a:pt x="534250" y="72179"/>
                        <a:pt x="534250" y="72179"/>
                      </a:cubicBezTo>
                      <a:cubicBezTo>
                        <a:pt x="536717" y="80816"/>
                        <a:pt x="534250" y="95622"/>
                        <a:pt x="529314" y="103025"/>
                      </a:cubicBezTo>
                      <a:cubicBezTo>
                        <a:pt x="521911" y="115364"/>
                        <a:pt x="513274" y="109194"/>
                        <a:pt x="505872" y="100557"/>
                      </a:cubicBezTo>
                      <a:cubicBezTo>
                        <a:pt x="503404" y="98090"/>
                        <a:pt x="502170" y="101791"/>
                        <a:pt x="502170" y="103025"/>
                      </a:cubicBezTo>
                      <a:cubicBezTo>
                        <a:pt x="502170" y="117831"/>
                        <a:pt x="491065" y="138806"/>
                        <a:pt x="476259" y="120299"/>
                      </a:cubicBezTo>
                      <a:cubicBezTo>
                        <a:pt x="475026" y="117831"/>
                        <a:pt x="472558" y="120299"/>
                        <a:pt x="471324" y="121533"/>
                      </a:cubicBezTo>
                      <a:cubicBezTo>
                        <a:pt x="470090" y="127702"/>
                        <a:pt x="468857" y="132637"/>
                        <a:pt x="466389" y="138806"/>
                      </a:cubicBezTo>
                      <a:cubicBezTo>
                        <a:pt x="465155" y="142508"/>
                        <a:pt x="463921" y="147443"/>
                        <a:pt x="462687" y="151145"/>
                      </a:cubicBezTo>
                      <a:cubicBezTo>
                        <a:pt x="461454" y="157314"/>
                        <a:pt x="460220" y="158548"/>
                        <a:pt x="456518" y="153612"/>
                      </a:cubicBezTo>
                      <a:cubicBezTo>
                        <a:pt x="451583" y="151145"/>
                        <a:pt x="447881" y="142508"/>
                        <a:pt x="440478" y="142508"/>
                      </a:cubicBezTo>
                      <a:cubicBezTo>
                        <a:pt x="430608" y="143742"/>
                        <a:pt x="429374" y="156080"/>
                        <a:pt x="430608" y="165950"/>
                      </a:cubicBezTo>
                      <a:cubicBezTo>
                        <a:pt x="424439" y="163483"/>
                        <a:pt x="418269" y="159781"/>
                        <a:pt x="413334" y="163483"/>
                      </a:cubicBezTo>
                      <a:cubicBezTo>
                        <a:pt x="408398" y="167184"/>
                        <a:pt x="405931" y="175821"/>
                        <a:pt x="404697" y="181991"/>
                      </a:cubicBezTo>
                      <a:cubicBezTo>
                        <a:pt x="399762" y="178289"/>
                        <a:pt x="394827" y="173354"/>
                        <a:pt x="388657" y="177055"/>
                      </a:cubicBezTo>
                      <a:cubicBezTo>
                        <a:pt x="382488" y="180757"/>
                        <a:pt x="381254" y="190627"/>
                        <a:pt x="378787" y="198030"/>
                      </a:cubicBezTo>
                      <a:cubicBezTo>
                        <a:pt x="371384" y="195563"/>
                        <a:pt x="366448" y="191861"/>
                        <a:pt x="362747" y="184458"/>
                      </a:cubicBezTo>
                      <a:cubicBezTo>
                        <a:pt x="361513" y="181991"/>
                        <a:pt x="359045" y="184458"/>
                        <a:pt x="359045" y="186926"/>
                      </a:cubicBezTo>
                      <a:cubicBezTo>
                        <a:pt x="359045" y="194329"/>
                        <a:pt x="361513" y="206667"/>
                        <a:pt x="357812" y="212836"/>
                      </a:cubicBezTo>
                      <a:cubicBezTo>
                        <a:pt x="350409" y="225175"/>
                        <a:pt x="334369" y="202965"/>
                        <a:pt x="331901" y="194329"/>
                      </a:cubicBezTo>
                      <a:cubicBezTo>
                        <a:pt x="330667" y="190627"/>
                        <a:pt x="325732" y="190627"/>
                        <a:pt x="325732" y="195563"/>
                      </a:cubicBezTo>
                      <a:cubicBezTo>
                        <a:pt x="325732" y="209135"/>
                        <a:pt x="329433" y="248617"/>
                        <a:pt x="308458" y="247383"/>
                      </a:cubicBezTo>
                      <a:cubicBezTo>
                        <a:pt x="304757" y="247383"/>
                        <a:pt x="302289" y="246150"/>
                        <a:pt x="298587" y="243682"/>
                      </a:cubicBezTo>
                      <a:cubicBezTo>
                        <a:pt x="304757" y="221473"/>
                        <a:pt x="294886" y="196796"/>
                        <a:pt x="272677" y="188160"/>
                      </a:cubicBezTo>
                      <a:cubicBezTo>
                        <a:pt x="271443" y="186926"/>
                        <a:pt x="270209" y="188160"/>
                        <a:pt x="268976" y="189394"/>
                      </a:cubicBezTo>
                      <a:cubicBezTo>
                        <a:pt x="261572" y="206667"/>
                        <a:pt x="273911" y="232578"/>
                        <a:pt x="289951" y="247383"/>
                      </a:cubicBezTo>
                      <a:cubicBezTo>
                        <a:pt x="288717" y="249851"/>
                        <a:pt x="286249" y="252319"/>
                        <a:pt x="283782" y="254787"/>
                      </a:cubicBezTo>
                      <a:cubicBezTo>
                        <a:pt x="276379" y="262190"/>
                        <a:pt x="266508" y="257254"/>
                        <a:pt x="260339" y="264657"/>
                      </a:cubicBezTo>
                      <a:cubicBezTo>
                        <a:pt x="256637" y="269593"/>
                        <a:pt x="259105" y="269593"/>
                        <a:pt x="251702" y="274528"/>
                      </a:cubicBezTo>
                      <a:cubicBezTo>
                        <a:pt x="245533" y="279463"/>
                        <a:pt x="243065" y="276995"/>
                        <a:pt x="238130" y="272060"/>
                      </a:cubicBezTo>
                      <a:cubicBezTo>
                        <a:pt x="235662" y="269593"/>
                        <a:pt x="233194" y="267125"/>
                        <a:pt x="231961" y="264657"/>
                      </a:cubicBezTo>
                      <a:cubicBezTo>
                        <a:pt x="230727" y="262190"/>
                        <a:pt x="228259" y="264657"/>
                        <a:pt x="228259" y="267125"/>
                      </a:cubicBezTo>
                      <a:cubicBezTo>
                        <a:pt x="228259" y="273294"/>
                        <a:pt x="227025" y="284398"/>
                        <a:pt x="219622" y="286866"/>
                      </a:cubicBezTo>
                      <a:cubicBezTo>
                        <a:pt x="213453" y="288100"/>
                        <a:pt x="206050" y="281931"/>
                        <a:pt x="202349" y="278229"/>
                      </a:cubicBezTo>
                      <a:cubicBezTo>
                        <a:pt x="199881" y="276995"/>
                        <a:pt x="198647" y="276995"/>
                        <a:pt x="197413" y="279463"/>
                      </a:cubicBezTo>
                      <a:cubicBezTo>
                        <a:pt x="196180" y="283165"/>
                        <a:pt x="196180" y="286866"/>
                        <a:pt x="196180" y="290568"/>
                      </a:cubicBezTo>
                      <a:cubicBezTo>
                        <a:pt x="196180" y="293035"/>
                        <a:pt x="196180" y="295503"/>
                        <a:pt x="194946" y="297971"/>
                      </a:cubicBezTo>
                      <a:cubicBezTo>
                        <a:pt x="192478" y="304140"/>
                        <a:pt x="183841" y="314010"/>
                        <a:pt x="180140" y="297971"/>
                      </a:cubicBezTo>
                      <a:cubicBezTo>
                        <a:pt x="178906" y="294269"/>
                        <a:pt x="173970" y="295503"/>
                        <a:pt x="173970" y="299205"/>
                      </a:cubicBezTo>
                      <a:cubicBezTo>
                        <a:pt x="173970" y="310309"/>
                        <a:pt x="170269" y="321413"/>
                        <a:pt x="162866" y="330050"/>
                      </a:cubicBezTo>
                      <a:cubicBezTo>
                        <a:pt x="159165" y="333752"/>
                        <a:pt x="154229" y="337454"/>
                        <a:pt x="148060" y="337454"/>
                      </a:cubicBezTo>
                      <a:cubicBezTo>
                        <a:pt x="148060" y="337454"/>
                        <a:pt x="148060" y="337454"/>
                        <a:pt x="148060" y="337454"/>
                      </a:cubicBezTo>
                      <a:cubicBezTo>
                        <a:pt x="149294" y="334986"/>
                        <a:pt x="149294" y="333752"/>
                        <a:pt x="149294" y="331284"/>
                      </a:cubicBezTo>
                      <a:cubicBezTo>
                        <a:pt x="149294" y="323881"/>
                        <a:pt x="146826" y="311543"/>
                        <a:pt x="138189" y="309075"/>
                      </a:cubicBezTo>
                      <a:cubicBezTo>
                        <a:pt x="130786" y="306608"/>
                        <a:pt x="124617" y="314010"/>
                        <a:pt x="123383" y="320180"/>
                      </a:cubicBezTo>
                      <a:cubicBezTo>
                        <a:pt x="120916" y="330050"/>
                        <a:pt x="127085" y="337454"/>
                        <a:pt x="134488" y="342389"/>
                      </a:cubicBezTo>
                      <a:cubicBezTo>
                        <a:pt x="134488" y="342389"/>
                        <a:pt x="135722" y="342389"/>
                        <a:pt x="135722" y="342389"/>
                      </a:cubicBezTo>
                      <a:cubicBezTo>
                        <a:pt x="130786" y="346090"/>
                        <a:pt x="124617" y="348558"/>
                        <a:pt x="118448" y="351025"/>
                      </a:cubicBezTo>
                      <a:cubicBezTo>
                        <a:pt x="113513" y="352259"/>
                        <a:pt x="107343" y="353493"/>
                        <a:pt x="103642" y="357195"/>
                      </a:cubicBezTo>
                      <a:cubicBezTo>
                        <a:pt x="102408" y="358428"/>
                        <a:pt x="99941" y="363364"/>
                        <a:pt x="98707" y="363364"/>
                      </a:cubicBezTo>
                      <a:cubicBezTo>
                        <a:pt x="85135" y="370767"/>
                        <a:pt x="91304" y="362130"/>
                        <a:pt x="85135" y="362130"/>
                      </a:cubicBezTo>
                      <a:cubicBezTo>
                        <a:pt x="72796" y="362130"/>
                        <a:pt x="66627" y="368299"/>
                        <a:pt x="64159" y="379404"/>
                      </a:cubicBezTo>
                      <a:cubicBezTo>
                        <a:pt x="53055" y="368299"/>
                        <a:pt x="43184" y="385573"/>
                        <a:pt x="39483" y="397911"/>
                      </a:cubicBezTo>
                      <a:cubicBezTo>
                        <a:pt x="34547" y="390508"/>
                        <a:pt x="28378" y="380638"/>
                        <a:pt x="20975" y="378170"/>
                      </a:cubicBezTo>
                      <a:cubicBezTo>
                        <a:pt x="12338" y="375702"/>
                        <a:pt x="4935" y="383105"/>
                        <a:pt x="0" y="388040"/>
                      </a:cubicBezTo>
                      <a:cubicBezTo>
                        <a:pt x="0" y="388040"/>
                        <a:pt x="0" y="389274"/>
                        <a:pt x="0" y="388040"/>
                      </a:cubicBezTo>
                      <a:cubicBezTo>
                        <a:pt x="7403" y="383105"/>
                        <a:pt x="14806" y="375702"/>
                        <a:pt x="23443" y="383105"/>
                      </a:cubicBezTo>
                      <a:cubicBezTo>
                        <a:pt x="29612" y="388040"/>
                        <a:pt x="33313" y="396677"/>
                        <a:pt x="38249" y="402846"/>
                      </a:cubicBezTo>
                      <a:cubicBezTo>
                        <a:pt x="39483" y="404080"/>
                        <a:pt x="40717" y="402846"/>
                        <a:pt x="40717" y="401613"/>
                      </a:cubicBezTo>
                      <a:cubicBezTo>
                        <a:pt x="43184" y="392976"/>
                        <a:pt x="51821" y="370767"/>
                        <a:pt x="62926" y="385573"/>
                      </a:cubicBezTo>
                      <a:cubicBezTo>
                        <a:pt x="64159" y="388040"/>
                        <a:pt x="65393" y="385573"/>
                        <a:pt x="66627" y="384339"/>
                      </a:cubicBezTo>
                      <a:cubicBezTo>
                        <a:pt x="70328" y="370767"/>
                        <a:pt x="76498" y="367065"/>
                        <a:pt x="88836" y="370767"/>
                      </a:cubicBezTo>
                      <a:cubicBezTo>
                        <a:pt x="93771" y="372001"/>
                        <a:pt x="95005" y="373235"/>
                        <a:pt x="99941" y="369533"/>
                      </a:cubicBezTo>
                      <a:cubicBezTo>
                        <a:pt x="103642" y="367065"/>
                        <a:pt x="103642" y="363364"/>
                        <a:pt x="108577" y="360896"/>
                      </a:cubicBezTo>
                      <a:cubicBezTo>
                        <a:pt x="109811" y="359662"/>
                        <a:pt x="113513" y="359662"/>
                        <a:pt x="114746" y="358428"/>
                      </a:cubicBezTo>
                      <a:cubicBezTo>
                        <a:pt x="120916" y="355961"/>
                        <a:pt x="127085" y="354727"/>
                        <a:pt x="132020" y="351025"/>
                      </a:cubicBezTo>
                      <a:cubicBezTo>
                        <a:pt x="135722" y="348558"/>
                        <a:pt x="139423" y="347324"/>
                        <a:pt x="141891" y="343623"/>
                      </a:cubicBezTo>
                      <a:cubicBezTo>
                        <a:pt x="161632" y="348558"/>
                        <a:pt x="175204" y="327583"/>
                        <a:pt x="178906" y="309075"/>
                      </a:cubicBezTo>
                      <a:cubicBezTo>
                        <a:pt x="182607" y="314010"/>
                        <a:pt x="188776" y="315244"/>
                        <a:pt x="194946" y="310309"/>
                      </a:cubicBezTo>
                      <a:cubicBezTo>
                        <a:pt x="201115" y="305374"/>
                        <a:pt x="201115" y="295503"/>
                        <a:pt x="201115" y="286866"/>
                      </a:cubicBezTo>
                      <a:cubicBezTo>
                        <a:pt x="207284" y="291802"/>
                        <a:pt x="214687" y="296737"/>
                        <a:pt x="222090" y="293035"/>
                      </a:cubicBezTo>
                      <a:cubicBezTo>
                        <a:pt x="228259" y="289334"/>
                        <a:pt x="230727" y="281931"/>
                        <a:pt x="230727" y="274528"/>
                      </a:cubicBezTo>
                      <a:cubicBezTo>
                        <a:pt x="238130" y="283165"/>
                        <a:pt x="248000" y="290568"/>
                        <a:pt x="256637" y="280697"/>
                      </a:cubicBezTo>
                      <a:cubicBezTo>
                        <a:pt x="262806" y="273294"/>
                        <a:pt x="250468" y="274528"/>
                        <a:pt x="270209" y="267125"/>
                      </a:cubicBezTo>
                      <a:cubicBezTo>
                        <a:pt x="272677" y="265891"/>
                        <a:pt x="275145" y="267125"/>
                        <a:pt x="278846" y="265891"/>
                      </a:cubicBezTo>
                      <a:cubicBezTo>
                        <a:pt x="285015" y="263424"/>
                        <a:pt x="288717" y="257254"/>
                        <a:pt x="292418" y="252319"/>
                      </a:cubicBezTo>
                      <a:cubicBezTo>
                        <a:pt x="292418" y="251085"/>
                        <a:pt x="293652" y="251085"/>
                        <a:pt x="293652" y="249851"/>
                      </a:cubicBezTo>
                      <a:cubicBezTo>
                        <a:pt x="296120" y="251085"/>
                        <a:pt x="298587" y="253553"/>
                        <a:pt x="301055" y="254787"/>
                      </a:cubicBezTo>
                      <a:cubicBezTo>
                        <a:pt x="329433" y="267125"/>
                        <a:pt x="330667" y="232578"/>
                        <a:pt x="330667" y="209135"/>
                      </a:cubicBezTo>
                      <a:cubicBezTo>
                        <a:pt x="336836" y="217772"/>
                        <a:pt x="345473" y="226409"/>
                        <a:pt x="352876" y="226409"/>
                      </a:cubicBezTo>
                      <a:cubicBezTo>
                        <a:pt x="366448" y="225175"/>
                        <a:pt x="363981" y="206667"/>
                        <a:pt x="361513" y="194329"/>
                      </a:cubicBezTo>
                      <a:cubicBezTo>
                        <a:pt x="365214" y="199264"/>
                        <a:pt x="370150" y="202965"/>
                        <a:pt x="376319" y="205433"/>
                      </a:cubicBezTo>
                      <a:cubicBezTo>
                        <a:pt x="377553" y="205433"/>
                        <a:pt x="378787" y="204199"/>
                        <a:pt x="378787" y="204199"/>
                      </a:cubicBezTo>
                      <a:cubicBezTo>
                        <a:pt x="380020" y="199264"/>
                        <a:pt x="380020" y="193095"/>
                        <a:pt x="382488" y="189394"/>
                      </a:cubicBezTo>
                      <a:cubicBezTo>
                        <a:pt x="387424" y="178289"/>
                        <a:pt x="394827" y="181991"/>
                        <a:pt x="400996" y="188160"/>
                      </a:cubicBezTo>
                      <a:cubicBezTo>
                        <a:pt x="402229" y="189394"/>
                        <a:pt x="403463" y="188160"/>
                        <a:pt x="403463" y="186926"/>
                      </a:cubicBezTo>
                      <a:cubicBezTo>
                        <a:pt x="404697" y="181991"/>
                        <a:pt x="405931" y="170886"/>
                        <a:pt x="412100" y="168418"/>
                      </a:cubicBezTo>
                      <a:cubicBezTo>
                        <a:pt x="418269" y="165950"/>
                        <a:pt x="425672" y="172120"/>
                        <a:pt x="429374" y="175821"/>
                      </a:cubicBezTo>
                      <a:cubicBezTo>
                        <a:pt x="431842" y="177055"/>
                        <a:pt x="433075" y="174587"/>
                        <a:pt x="433075" y="173354"/>
                      </a:cubicBezTo>
                      <a:cubicBezTo>
                        <a:pt x="433075" y="165950"/>
                        <a:pt x="430608" y="148677"/>
                        <a:pt x="445413" y="156080"/>
                      </a:cubicBezTo>
                      <a:cubicBezTo>
                        <a:pt x="450349" y="158548"/>
                        <a:pt x="452817" y="164717"/>
                        <a:pt x="457752" y="167184"/>
                      </a:cubicBezTo>
                      <a:cubicBezTo>
                        <a:pt x="458986" y="167184"/>
                        <a:pt x="460220" y="167184"/>
                        <a:pt x="461454" y="165950"/>
                      </a:cubicBezTo>
                      <a:cubicBezTo>
                        <a:pt x="468857" y="154846"/>
                        <a:pt x="468857" y="143742"/>
                        <a:pt x="472558" y="131403"/>
                      </a:cubicBezTo>
                      <a:cubicBezTo>
                        <a:pt x="487364" y="147443"/>
                        <a:pt x="502170" y="130169"/>
                        <a:pt x="503404" y="110428"/>
                      </a:cubicBezTo>
                      <a:cubicBezTo>
                        <a:pt x="510807" y="119065"/>
                        <a:pt x="520677" y="125234"/>
                        <a:pt x="530548" y="114130"/>
                      </a:cubicBezTo>
                      <a:cubicBezTo>
                        <a:pt x="536717" y="106727"/>
                        <a:pt x="539185" y="98090"/>
                        <a:pt x="539185" y="89453"/>
                      </a:cubicBezTo>
                      <a:cubicBezTo>
                        <a:pt x="546588" y="101791"/>
                        <a:pt x="558926" y="111662"/>
                        <a:pt x="571265" y="105493"/>
                      </a:cubicBezTo>
                      <a:cubicBezTo>
                        <a:pt x="582369" y="100557"/>
                        <a:pt x="584837" y="88219"/>
                        <a:pt x="583603" y="75881"/>
                      </a:cubicBezTo>
                      <a:cubicBezTo>
                        <a:pt x="584837" y="75881"/>
                        <a:pt x="586071" y="77115"/>
                        <a:pt x="587304" y="77115"/>
                      </a:cubicBezTo>
                      <a:cubicBezTo>
                        <a:pt x="597175" y="80816"/>
                        <a:pt x="603344" y="73413"/>
                        <a:pt x="607046" y="64776"/>
                      </a:cubicBezTo>
                      <a:cubicBezTo>
                        <a:pt x="609513" y="66010"/>
                        <a:pt x="611981" y="68478"/>
                        <a:pt x="614449" y="70946"/>
                      </a:cubicBezTo>
                      <a:cubicBezTo>
                        <a:pt x="614449" y="70946"/>
                        <a:pt x="615683" y="70946"/>
                        <a:pt x="616917" y="70946"/>
                      </a:cubicBezTo>
                      <a:cubicBezTo>
                        <a:pt x="621852" y="67244"/>
                        <a:pt x="623086" y="62309"/>
                        <a:pt x="624319" y="56139"/>
                      </a:cubicBezTo>
                      <a:cubicBezTo>
                        <a:pt x="624319" y="53672"/>
                        <a:pt x="624319" y="49970"/>
                        <a:pt x="625553" y="47503"/>
                      </a:cubicBezTo>
                      <a:cubicBezTo>
                        <a:pt x="629255" y="41334"/>
                        <a:pt x="634190" y="47503"/>
                        <a:pt x="639125" y="51204"/>
                      </a:cubicBezTo>
                      <a:cubicBezTo>
                        <a:pt x="640359" y="52438"/>
                        <a:pt x="641593" y="52438"/>
                        <a:pt x="642827" y="51204"/>
                      </a:cubicBezTo>
                      <a:cubicBezTo>
                        <a:pt x="650230" y="43801"/>
                        <a:pt x="647762" y="37632"/>
                        <a:pt x="650230" y="28995"/>
                      </a:cubicBezTo>
                      <a:cubicBezTo>
                        <a:pt x="652698" y="22826"/>
                        <a:pt x="652698" y="24060"/>
                        <a:pt x="660101" y="26528"/>
                      </a:cubicBezTo>
                      <a:cubicBezTo>
                        <a:pt x="665036" y="27761"/>
                        <a:pt x="668737" y="28995"/>
                        <a:pt x="673673" y="28995"/>
                      </a:cubicBezTo>
                      <a:cubicBezTo>
                        <a:pt x="693414" y="31463"/>
                        <a:pt x="700817" y="20358"/>
                        <a:pt x="698349" y="1851"/>
                      </a:cubicBezTo>
                      <a:close/>
                      <a:moveTo>
                        <a:pt x="129552" y="327583"/>
                      </a:moveTo>
                      <a:cubicBezTo>
                        <a:pt x="129552" y="322647"/>
                        <a:pt x="133254" y="316478"/>
                        <a:pt x="139423" y="318946"/>
                      </a:cubicBezTo>
                      <a:cubicBezTo>
                        <a:pt x="148060" y="321413"/>
                        <a:pt x="146826" y="332518"/>
                        <a:pt x="143125" y="339921"/>
                      </a:cubicBezTo>
                      <a:cubicBezTo>
                        <a:pt x="136956" y="336220"/>
                        <a:pt x="129552" y="332518"/>
                        <a:pt x="129552" y="327583"/>
                      </a:cubicBezTo>
                      <a:close/>
                      <a:moveTo>
                        <a:pt x="275145" y="199264"/>
                      </a:moveTo>
                      <a:cubicBezTo>
                        <a:pt x="289951" y="206667"/>
                        <a:pt x="298587" y="225175"/>
                        <a:pt x="294886" y="241214"/>
                      </a:cubicBezTo>
                      <a:cubicBezTo>
                        <a:pt x="282548" y="230110"/>
                        <a:pt x="272677" y="211602"/>
                        <a:pt x="275145" y="199264"/>
                      </a:cubicBezTo>
                      <a:close/>
                    </a:path>
                  </a:pathLst>
                </a:custGeom>
                <a:solidFill>
                  <a:srgbClr val="000000"/>
                </a:solidFill>
                <a:ln w="12320"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79E5A67B-6925-4258-810A-5DD0BC5B566B}"/>
                    </a:ext>
                  </a:extLst>
                </p:cNvPr>
                <p:cNvSpPr/>
                <p:nvPr/>
              </p:nvSpPr>
              <p:spPr>
                <a:xfrm>
                  <a:off x="8157245" y="5344100"/>
                  <a:ext cx="157182" cy="69808"/>
                </a:xfrm>
                <a:custGeom>
                  <a:avLst/>
                  <a:gdLst>
                    <a:gd name="connsiteX0" fmla="*/ 154229 w 157182"/>
                    <a:gd name="connsiteY0" fmla="*/ 14903 h 69808"/>
                    <a:gd name="connsiteX1" fmla="*/ 136955 w 157182"/>
                    <a:gd name="connsiteY1" fmla="*/ 22306 h 69808"/>
                    <a:gd name="connsiteX2" fmla="*/ 114746 w 157182"/>
                    <a:gd name="connsiteY2" fmla="*/ 1331 h 69808"/>
                    <a:gd name="connsiteX3" fmla="*/ 111045 w 157182"/>
                    <a:gd name="connsiteY3" fmla="*/ 5032 h 69808"/>
                    <a:gd name="connsiteX4" fmla="*/ 102408 w 157182"/>
                    <a:gd name="connsiteY4" fmla="*/ 24774 h 69808"/>
                    <a:gd name="connsiteX5" fmla="*/ 87602 w 157182"/>
                    <a:gd name="connsiteY5" fmla="*/ 27242 h 69808"/>
                    <a:gd name="connsiteX6" fmla="*/ 77731 w 157182"/>
                    <a:gd name="connsiteY6" fmla="*/ 34644 h 69808"/>
                    <a:gd name="connsiteX7" fmla="*/ 61692 w 157182"/>
                    <a:gd name="connsiteY7" fmla="*/ 49450 h 69808"/>
                    <a:gd name="connsiteX8" fmla="*/ 48119 w 157182"/>
                    <a:gd name="connsiteY8" fmla="*/ 46983 h 69808"/>
                    <a:gd name="connsiteX9" fmla="*/ 38249 w 157182"/>
                    <a:gd name="connsiteY9" fmla="*/ 63023 h 69808"/>
                    <a:gd name="connsiteX10" fmla="*/ 17274 w 157182"/>
                    <a:gd name="connsiteY10" fmla="*/ 45749 h 69808"/>
                    <a:gd name="connsiteX11" fmla="*/ 0 w 157182"/>
                    <a:gd name="connsiteY11" fmla="*/ 67958 h 69808"/>
                    <a:gd name="connsiteX12" fmla="*/ 2468 w 157182"/>
                    <a:gd name="connsiteY12" fmla="*/ 67958 h 69808"/>
                    <a:gd name="connsiteX13" fmla="*/ 23443 w 157182"/>
                    <a:gd name="connsiteY13" fmla="*/ 50684 h 69808"/>
                    <a:gd name="connsiteX14" fmla="*/ 39483 w 157182"/>
                    <a:gd name="connsiteY14" fmla="*/ 67958 h 69808"/>
                    <a:gd name="connsiteX15" fmla="*/ 41950 w 157182"/>
                    <a:gd name="connsiteY15" fmla="*/ 66724 h 69808"/>
                    <a:gd name="connsiteX16" fmla="*/ 62925 w 157182"/>
                    <a:gd name="connsiteY16" fmla="*/ 55620 h 69808"/>
                    <a:gd name="connsiteX17" fmla="*/ 65393 w 157182"/>
                    <a:gd name="connsiteY17" fmla="*/ 54386 h 69808"/>
                    <a:gd name="connsiteX18" fmla="*/ 80199 w 157182"/>
                    <a:gd name="connsiteY18" fmla="*/ 42047 h 69808"/>
                    <a:gd name="connsiteX19" fmla="*/ 82667 w 157182"/>
                    <a:gd name="connsiteY19" fmla="*/ 38346 h 69808"/>
                    <a:gd name="connsiteX20" fmla="*/ 92537 w 157182"/>
                    <a:gd name="connsiteY20" fmla="*/ 34644 h 69808"/>
                    <a:gd name="connsiteX21" fmla="*/ 103642 w 157182"/>
                    <a:gd name="connsiteY21" fmla="*/ 32177 h 69808"/>
                    <a:gd name="connsiteX22" fmla="*/ 115980 w 157182"/>
                    <a:gd name="connsiteY22" fmla="*/ 12435 h 69808"/>
                    <a:gd name="connsiteX23" fmla="*/ 128319 w 157182"/>
                    <a:gd name="connsiteY23" fmla="*/ 23540 h 69808"/>
                    <a:gd name="connsiteX24" fmla="*/ 133254 w 157182"/>
                    <a:gd name="connsiteY24" fmla="*/ 28475 h 69808"/>
                    <a:gd name="connsiteX25" fmla="*/ 132020 w 157182"/>
                    <a:gd name="connsiteY25" fmla="*/ 30943 h 69808"/>
                    <a:gd name="connsiteX26" fmla="*/ 145592 w 157182"/>
                    <a:gd name="connsiteY26" fmla="*/ 53152 h 69808"/>
                    <a:gd name="connsiteX27" fmla="*/ 148060 w 157182"/>
                    <a:gd name="connsiteY27" fmla="*/ 50684 h 69808"/>
                    <a:gd name="connsiteX28" fmla="*/ 141891 w 157182"/>
                    <a:gd name="connsiteY28" fmla="*/ 27242 h 69808"/>
                    <a:gd name="connsiteX29" fmla="*/ 155463 w 157182"/>
                    <a:gd name="connsiteY29" fmla="*/ 22306 h 69808"/>
                    <a:gd name="connsiteX30" fmla="*/ 154229 w 157182"/>
                    <a:gd name="connsiteY30" fmla="*/ 14903 h 69808"/>
                    <a:gd name="connsiteX31" fmla="*/ 144358 w 157182"/>
                    <a:gd name="connsiteY31" fmla="*/ 44515 h 69808"/>
                    <a:gd name="connsiteX32" fmla="*/ 138189 w 157182"/>
                    <a:gd name="connsiteY32" fmla="*/ 32177 h 69808"/>
                    <a:gd name="connsiteX33" fmla="*/ 144358 w 157182"/>
                    <a:gd name="connsiteY33" fmla="*/ 44515 h 69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7182" h="69808">
                      <a:moveTo>
                        <a:pt x="154229" y="14903"/>
                      </a:moveTo>
                      <a:cubicBezTo>
                        <a:pt x="148060" y="14903"/>
                        <a:pt x="141891" y="17371"/>
                        <a:pt x="136955" y="22306"/>
                      </a:cubicBezTo>
                      <a:cubicBezTo>
                        <a:pt x="129552" y="14903"/>
                        <a:pt x="119682" y="7500"/>
                        <a:pt x="114746" y="1331"/>
                      </a:cubicBezTo>
                      <a:cubicBezTo>
                        <a:pt x="112279" y="-2371"/>
                        <a:pt x="109811" y="2565"/>
                        <a:pt x="111045" y="5032"/>
                      </a:cubicBezTo>
                      <a:cubicBezTo>
                        <a:pt x="111045" y="12435"/>
                        <a:pt x="107343" y="19839"/>
                        <a:pt x="102408" y="24774"/>
                      </a:cubicBezTo>
                      <a:cubicBezTo>
                        <a:pt x="97473" y="29709"/>
                        <a:pt x="93771" y="28475"/>
                        <a:pt x="87602" y="27242"/>
                      </a:cubicBezTo>
                      <a:cubicBezTo>
                        <a:pt x="81433" y="26008"/>
                        <a:pt x="78965" y="29709"/>
                        <a:pt x="77731" y="34644"/>
                      </a:cubicBezTo>
                      <a:cubicBezTo>
                        <a:pt x="69095" y="30943"/>
                        <a:pt x="64159" y="40813"/>
                        <a:pt x="61692" y="49450"/>
                      </a:cubicBezTo>
                      <a:cubicBezTo>
                        <a:pt x="57990" y="45749"/>
                        <a:pt x="53055" y="43281"/>
                        <a:pt x="48119" y="46983"/>
                      </a:cubicBezTo>
                      <a:cubicBezTo>
                        <a:pt x="43184" y="50684"/>
                        <a:pt x="40716" y="56854"/>
                        <a:pt x="38249" y="63023"/>
                      </a:cubicBezTo>
                      <a:cubicBezTo>
                        <a:pt x="30846" y="58087"/>
                        <a:pt x="27144" y="44515"/>
                        <a:pt x="17274" y="45749"/>
                      </a:cubicBezTo>
                      <a:cubicBezTo>
                        <a:pt x="8637" y="48217"/>
                        <a:pt x="1234" y="60555"/>
                        <a:pt x="0" y="67958"/>
                      </a:cubicBezTo>
                      <a:cubicBezTo>
                        <a:pt x="0" y="70426"/>
                        <a:pt x="1234" y="70426"/>
                        <a:pt x="2468" y="67958"/>
                      </a:cubicBezTo>
                      <a:cubicBezTo>
                        <a:pt x="3701" y="60555"/>
                        <a:pt x="13572" y="45749"/>
                        <a:pt x="23443" y="50684"/>
                      </a:cubicBezTo>
                      <a:cubicBezTo>
                        <a:pt x="30846" y="54386"/>
                        <a:pt x="32080" y="64257"/>
                        <a:pt x="39483" y="67958"/>
                      </a:cubicBezTo>
                      <a:cubicBezTo>
                        <a:pt x="40716" y="67958"/>
                        <a:pt x="40716" y="67958"/>
                        <a:pt x="41950" y="66724"/>
                      </a:cubicBezTo>
                      <a:cubicBezTo>
                        <a:pt x="45652" y="56854"/>
                        <a:pt x="51821" y="43281"/>
                        <a:pt x="62925" y="55620"/>
                      </a:cubicBezTo>
                      <a:cubicBezTo>
                        <a:pt x="64159" y="56854"/>
                        <a:pt x="65393" y="55620"/>
                        <a:pt x="65393" y="54386"/>
                      </a:cubicBezTo>
                      <a:cubicBezTo>
                        <a:pt x="67861" y="46983"/>
                        <a:pt x="71562" y="35878"/>
                        <a:pt x="80199" y="42047"/>
                      </a:cubicBezTo>
                      <a:cubicBezTo>
                        <a:pt x="82667" y="43281"/>
                        <a:pt x="83900" y="40813"/>
                        <a:pt x="82667" y="38346"/>
                      </a:cubicBezTo>
                      <a:cubicBezTo>
                        <a:pt x="81433" y="30943"/>
                        <a:pt x="87602" y="34644"/>
                        <a:pt x="92537" y="34644"/>
                      </a:cubicBezTo>
                      <a:cubicBezTo>
                        <a:pt x="96239" y="35878"/>
                        <a:pt x="99940" y="34644"/>
                        <a:pt x="103642" y="32177"/>
                      </a:cubicBezTo>
                      <a:cubicBezTo>
                        <a:pt x="109811" y="27242"/>
                        <a:pt x="113513" y="19839"/>
                        <a:pt x="115980" y="12435"/>
                      </a:cubicBezTo>
                      <a:cubicBezTo>
                        <a:pt x="119682" y="16137"/>
                        <a:pt x="124617" y="19839"/>
                        <a:pt x="128319" y="23540"/>
                      </a:cubicBezTo>
                      <a:cubicBezTo>
                        <a:pt x="129552" y="24774"/>
                        <a:pt x="132020" y="26008"/>
                        <a:pt x="133254" y="28475"/>
                      </a:cubicBezTo>
                      <a:cubicBezTo>
                        <a:pt x="133254" y="29709"/>
                        <a:pt x="132020" y="29709"/>
                        <a:pt x="132020" y="30943"/>
                      </a:cubicBezTo>
                      <a:cubicBezTo>
                        <a:pt x="129552" y="40813"/>
                        <a:pt x="134488" y="51918"/>
                        <a:pt x="145592" y="53152"/>
                      </a:cubicBezTo>
                      <a:cubicBezTo>
                        <a:pt x="146826" y="53152"/>
                        <a:pt x="148060" y="51918"/>
                        <a:pt x="148060" y="50684"/>
                      </a:cubicBezTo>
                      <a:cubicBezTo>
                        <a:pt x="151761" y="42047"/>
                        <a:pt x="148060" y="34644"/>
                        <a:pt x="141891" y="27242"/>
                      </a:cubicBezTo>
                      <a:cubicBezTo>
                        <a:pt x="145592" y="24774"/>
                        <a:pt x="151761" y="24774"/>
                        <a:pt x="155463" y="22306"/>
                      </a:cubicBezTo>
                      <a:cubicBezTo>
                        <a:pt x="157930" y="21072"/>
                        <a:pt x="157930" y="14903"/>
                        <a:pt x="154229" y="14903"/>
                      </a:cubicBezTo>
                      <a:close/>
                      <a:moveTo>
                        <a:pt x="144358" y="44515"/>
                      </a:moveTo>
                      <a:cubicBezTo>
                        <a:pt x="138189" y="42047"/>
                        <a:pt x="135722" y="37112"/>
                        <a:pt x="138189" y="32177"/>
                      </a:cubicBezTo>
                      <a:cubicBezTo>
                        <a:pt x="140657" y="35878"/>
                        <a:pt x="144358" y="40813"/>
                        <a:pt x="144358" y="44515"/>
                      </a:cubicBezTo>
                      <a:close/>
                    </a:path>
                  </a:pathLst>
                </a:custGeom>
                <a:solidFill>
                  <a:srgbClr val="000000"/>
                </a:solidFill>
                <a:ln w="12320"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213272D0-A5B6-4754-BC73-110235E81FE8}"/>
                    </a:ext>
                  </a:extLst>
                </p:cNvPr>
                <p:cNvSpPr/>
                <p:nvPr/>
              </p:nvSpPr>
              <p:spPr>
                <a:xfrm>
                  <a:off x="8310602" y="5233875"/>
                  <a:ext cx="155343" cy="97805"/>
                </a:xfrm>
                <a:custGeom>
                  <a:avLst/>
                  <a:gdLst>
                    <a:gd name="connsiteX0" fmla="*/ 153868 w 155343"/>
                    <a:gd name="connsiteY0" fmla="*/ 511 h 97805"/>
                    <a:gd name="connsiteX1" fmla="*/ 152634 w 155343"/>
                    <a:gd name="connsiteY1" fmla="*/ 1745 h 97805"/>
                    <a:gd name="connsiteX2" fmla="*/ 147699 w 155343"/>
                    <a:gd name="connsiteY2" fmla="*/ 12849 h 97805"/>
                    <a:gd name="connsiteX3" fmla="*/ 135360 w 155343"/>
                    <a:gd name="connsiteY3" fmla="*/ 7914 h 97805"/>
                    <a:gd name="connsiteX4" fmla="*/ 132893 w 155343"/>
                    <a:gd name="connsiteY4" fmla="*/ 10382 h 97805"/>
                    <a:gd name="connsiteX5" fmla="*/ 129191 w 155343"/>
                    <a:gd name="connsiteY5" fmla="*/ 23954 h 97805"/>
                    <a:gd name="connsiteX6" fmla="*/ 116853 w 155343"/>
                    <a:gd name="connsiteY6" fmla="*/ 15317 h 97805"/>
                    <a:gd name="connsiteX7" fmla="*/ 113151 w 155343"/>
                    <a:gd name="connsiteY7" fmla="*/ 17785 h 97805"/>
                    <a:gd name="connsiteX8" fmla="*/ 99579 w 155343"/>
                    <a:gd name="connsiteY8" fmla="*/ 39994 h 97805"/>
                    <a:gd name="connsiteX9" fmla="*/ 93410 w 155343"/>
                    <a:gd name="connsiteY9" fmla="*/ 37526 h 97805"/>
                    <a:gd name="connsiteX10" fmla="*/ 82305 w 155343"/>
                    <a:gd name="connsiteY10" fmla="*/ 11616 h 97805"/>
                    <a:gd name="connsiteX11" fmla="*/ 78604 w 155343"/>
                    <a:gd name="connsiteY11" fmla="*/ 15317 h 97805"/>
                    <a:gd name="connsiteX12" fmla="*/ 87241 w 155343"/>
                    <a:gd name="connsiteY12" fmla="*/ 43695 h 97805"/>
                    <a:gd name="connsiteX13" fmla="*/ 79838 w 155343"/>
                    <a:gd name="connsiteY13" fmla="*/ 58501 h 97805"/>
                    <a:gd name="connsiteX14" fmla="*/ 63798 w 155343"/>
                    <a:gd name="connsiteY14" fmla="*/ 58501 h 97805"/>
                    <a:gd name="connsiteX15" fmla="*/ 57629 w 155343"/>
                    <a:gd name="connsiteY15" fmla="*/ 65904 h 97805"/>
                    <a:gd name="connsiteX16" fmla="*/ 41589 w 155343"/>
                    <a:gd name="connsiteY16" fmla="*/ 75775 h 97805"/>
                    <a:gd name="connsiteX17" fmla="*/ 21848 w 155343"/>
                    <a:gd name="connsiteY17" fmla="*/ 86879 h 97805"/>
                    <a:gd name="connsiteX18" fmla="*/ 7042 w 155343"/>
                    <a:gd name="connsiteY18" fmla="*/ 80710 h 97805"/>
                    <a:gd name="connsiteX19" fmla="*/ 873 w 155343"/>
                    <a:gd name="connsiteY19" fmla="*/ 96750 h 97805"/>
                    <a:gd name="connsiteX20" fmla="*/ 3340 w 155343"/>
                    <a:gd name="connsiteY20" fmla="*/ 95516 h 97805"/>
                    <a:gd name="connsiteX21" fmla="*/ 21848 w 155343"/>
                    <a:gd name="connsiteY21" fmla="*/ 96750 h 97805"/>
                    <a:gd name="connsiteX22" fmla="*/ 26783 w 155343"/>
                    <a:gd name="connsiteY22" fmla="*/ 94282 h 97805"/>
                    <a:gd name="connsiteX23" fmla="*/ 40355 w 155343"/>
                    <a:gd name="connsiteY23" fmla="*/ 84412 h 97805"/>
                    <a:gd name="connsiteX24" fmla="*/ 42823 w 155343"/>
                    <a:gd name="connsiteY24" fmla="*/ 83178 h 97805"/>
                    <a:gd name="connsiteX25" fmla="*/ 56395 w 155343"/>
                    <a:gd name="connsiteY25" fmla="*/ 73307 h 97805"/>
                    <a:gd name="connsiteX26" fmla="*/ 60096 w 155343"/>
                    <a:gd name="connsiteY26" fmla="*/ 70839 h 97805"/>
                    <a:gd name="connsiteX27" fmla="*/ 76136 w 155343"/>
                    <a:gd name="connsiteY27" fmla="*/ 65904 h 97805"/>
                    <a:gd name="connsiteX28" fmla="*/ 89708 w 155343"/>
                    <a:gd name="connsiteY28" fmla="*/ 52332 h 97805"/>
                    <a:gd name="connsiteX29" fmla="*/ 90942 w 155343"/>
                    <a:gd name="connsiteY29" fmla="*/ 47397 h 97805"/>
                    <a:gd name="connsiteX30" fmla="*/ 99579 w 155343"/>
                    <a:gd name="connsiteY30" fmla="*/ 51098 h 97805"/>
                    <a:gd name="connsiteX31" fmla="*/ 114385 w 155343"/>
                    <a:gd name="connsiteY31" fmla="*/ 26422 h 97805"/>
                    <a:gd name="connsiteX32" fmla="*/ 126723 w 155343"/>
                    <a:gd name="connsiteY32" fmla="*/ 32591 h 97805"/>
                    <a:gd name="connsiteX33" fmla="*/ 132893 w 155343"/>
                    <a:gd name="connsiteY33" fmla="*/ 16551 h 97805"/>
                    <a:gd name="connsiteX34" fmla="*/ 148932 w 155343"/>
                    <a:gd name="connsiteY34" fmla="*/ 19019 h 97805"/>
                    <a:gd name="connsiteX35" fmla="*/ 153868 w 155343"/>
                    <a:gd name="connsiteY35" fmla="*/ 511 h 97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5343" h="97805">
                      <a:moveTo>
                        <a:pt x="153868" y="511"/>
                      </a:moveTo>
                      <a:cubicBezTo>
                        <a:pt x="153868" y="-723"/>
                        <a:pt x="152634" y="511"/>
                        <a:pt x="152634" y="1745"/>
                      </a:cubicBezTo>
                      <a:cubicBezTo>
                        <a:pt x="152634" y="5446"/>
                        <a:pt x="152634" y="11616"/>
                        <a:pt x="147699" y="12849"/>
                      </a:cubicBezTo>
                      <a:cubicBezTo>
                        <a:pt x="143997" y="14083"/>
                        <a:pt x="137828" y="10382"/>
                        <a:pt x="135360" y="7914"/>
                      </a:cubicBezTo>
                      <a:cubicBezTo>
                        <a:pt x="134126" y="6680"/>
                        <a:pt x="132893" y="9148"/>
                        <a:pt x="132893" y="10382"/>
                      </a:cubicBezTo>
                      <a:cubicBezTo>
                        <a:pt x="132893" y="12849"/>
                        <a:pt x="131659" y="21486"/>
                        <a:pt x="129191" y="23954"/>
                      </a:cubicBezTo>
                      <a:cubicBezTo>
                        <a:pt x="125490" y="26422"/>
                        <a:pt x="119320" y="17785"/>
                        <a:pt x="116853" y="15317"/>
                      </a:cubicBezTo>
                      <a:cubicBezTo>
                        <a:pt x="115619" y="12849"/>
                        <a:pt x="113151" y="15317"/>
                        <a:pt x="113151" y="17785"/>
                      </a:cubicBezTo>
                      <a:cubicBezTo>
                        <a:pt x="113151" y="25188"/>
                        <a:pt x="109450" y="41227"/>
                        <a:pt x="99579" y="39994"/>
                      </a:cubicBezTo>
                      <a:cubicBezTo>
                        <a:pt x="97111" y="39994"/>
                        <a:pt x="95878" y="38760"/>
                        <a:pt x="93410" y="37526"/>
                      </a:cubicBezTo>
                      <a:cubicBezTo>
                        <a:pt x="93410" y="27655"/>
                        <a:pt x="90942" y="16551"/>
                        <a:pt x="82305" y="11616"/>
                      </a:cubicBezTo>
                      <a:cubicBezTo>
                        <a:pt x="79838" y="10382"/>
                        <a:pt x="78604" y="12849"/>
                        <a:pt x="78604" y="15317"/>
                      </a:cubicBezTo>
                      <a:cubicBezTo>
                        <a:pt x="77370" y="23954"/>
                        <a:pt x="81072" y="36292"/>
                        <a:pt x="87241" y="43695"/>
                      </a:cubicBezTo>
                      <a:cubicBezTo>
                        <a:pt x="86007" y="49864"/>
                        <a:pt x="83539" y="56034"/>
                        <a:pt x="79838" y="58501"/>
                      </a:cubicBezTo>
                      <a:cubicBezTo>
                        <a:pt x="73669" y="62203"/>
                        <a:pt x="69967" y="58501"/>
                        <a:pt x="63798" y="58501"/>
                      </a:cubicBezTo>
                      <a:cubicBezTo>
                        <a:pt x="60096" y="58501"/>
                        <a:pt x="58863" y="62203"/>
                        <a:pt x="57629" y="65904"/>
                      </a:cubicBezTo>
                      <a:cubicBezTo>
                        <a:pt x="50226" y="60969"/>
                        <a:pt x="45290" y="68372"/>
                        <a:pt x="41589" y="75775"/>
                      </a:cubicBezTo>
                      <a:cubicBezTo>
                        <a:pt x="31718" y="68372"/>
                        <a:pt x="24315" y="77009"/>
                        <a:pt x="21848" y="86879"/>
                      </a:cubicBezTo>
                      <a:cubicBezTo>
                        <a:pt x="18146" y="83178"/>
                        <a:pt x="11977" y="80710"/>
                        <a:pt x="7042" y="80710"/>
                      </a:cubicBezTo>
                      <a:cubicBezTo>
                        <a:pt x="-1595" y="80710"/>
                        <a:pt x="-361" y="90581"/>
                        <a:pt x="873" y="96750"/>
                      </a:cubicBezTo>
                      <a:cubicBezTo>
                        <a:pt x="873" y="99218"/>
                        <a:pt x="3340" y="96750"/>
                        <a:pt x="3340" y="95516"/>
                      </a:cubicBezTo>
                      <a:cubicBezTo>
                        <a:pt x="2106" y="81944"/>
                        <a:pt x="16912" y="91815"/>
                        <a:pt x="21848" y="96750"/>
                      </a:cubicBezTo>
                      <a:cubicBezTo>
                        <a:pt x="24315" y="99218"/>
                        <a:pt x="26783" y="96750"/>
                        <a:pt x="26783" y="94282"/>
                      </a:cubicBezTo>
                      <a:cubicBezTo>
                        <a:pt x="26783" y="85645"/>
                        <a:pt x="32952" y="77009"/>
                        <a:pt x="40355" y="84412"/>
                      </a:cubicBezTo>
                      <a:cubicBezTo>
                        <a:pt x="41589" y="85645"/>
                        <a:pt x="42823" y="84412"/>
                        <a:pt x="42823" y="83178"/>
                      </a:cubicBezTo>
                      <a:cubicBezTo>
                        <a:pt x="45290" y="77009"/>
                        <a:pt x="47758" y="65904"/>
                        <a:pt x="56395" y="73307"/>
                      </a:cubicBezTo>
                      <a:cubicBezTo>
                        <a:pt x="57629" y="74541"/>
                        <a:pt x="58863" y="72073"/>
                        <a:pt x="60096" y="70839"/>
                      </a:cubicBezTo>
                      <a:cubicBezTo>
                        <a:pt x="61330" y="59735"/>
                        <a:pt x="68733" y="67138"/>
                        <a:pt x="76136" y="65904"/>
                      </a:cubicBezTo>
                      <a:cubicBezTo>
                        <a:pt x="83539" y="64670"/>
                        <a:pt x="87241" y="58501"/>
                        <a:pt x="89708" y="52332"/>
                      </a:cubicBezTo>
                      <a:cubicBezTo>
                        <a:pt x="89708" y="51098"/>
                        <a:pt x="90942" y="48631"/>
                        <a:pt x="90942" y="47397"/>
                      </a:cubicBezTo>
                      <a:cubicBezTo>
                        <a:pt x="93410" y="49864"/>
                        <a:pt x="97111" y="51098"/>
                        <a:pt x="99579" y="51098"/>
                      </a:cubicBezTo>
                      <a:cubicBezTo>
                        <a:pt x="111917" y="52332"/>
                        <a:pt x="114385" y="37526"/>
                        <a:pt x="114385" y="26422"/>
                      </a:cubicBezTo>
                      <a:cubicBezTo>
                        <a:pt x="118087" y="30123"/>
                        <a:pt x="123022" y="35058"/>
                        <a:pt x="126723" y="32591"/>
                      </a:cubicBezTo>
                      <a:cubicBezTo>
                        <a:pt x="131659" y="30123"/>
                        <a:pt x="132893" y="22720"/>
                        <a:pt x="132893" y="16551"/>
                      </a:cubicBezTo>
                      <a:cubicBezTo>
                        <a:pt x="137828" y="19019"/>
                        <a:pt x="143997" y="22720"/>
                        <a:pt x="148932" y="19019"/>
                      </a:cubicBezTo>
                      <a:cubicBezTo>
                        <a:pt x="156335" y="12849"/>
                        <a:pt x="156335" y="5446"/>
                        <a:pt x="153868" y="511"/>
                      </a:cubicBezTo>
                      <a:close/>
                    </a:path>
                  </a:pathLst>
                </a:custGeom>
                <a:solidFill>
                  <a:srgbClr val="000000"/>
                </a:solidFill>
                <a:ln w="12320"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E7079FF5-4628-4E19-A7E0-B711069246B9}"/>
                    </a:ext>
                  </a:extLst>
                </p:cNvPr>
                <p:cNvSpPr/>
                <p:nvPr/>
              </p:nvSpPr>
              <p:spPr>
                <a:xfrm>
                  <a:off x="8470639" y="5233152"/>
                  <a:ext cx="13572" cy="6169"/>
                </a:xfrm>
                <a:custGeom>
                  <a:avLst/>
                  <a:gdLst>
                    <a:gd name="connsiteX0" fmla="*/ 12338 w 13572"/>
                    <a:gd name="connsiteY0" fmla="*/ 0 h 6169"/>
                    <a:gd name="connsiteX1" fmla="*/ 11104 w 13572"/>
                    <a:gd name="connsiteY1" fmla="*/ 0 h 6169"/>
                    <a:gd name="connsiteX2" fmla="*/ 11104 w 13572"/>
                    <a:gd name="connsiteY2" fmla="*/ 1234 h 6169"/>
                    <a:gd name="connsiteX3" fmla="*/ 11104 w 13572"/>
                    <a:gd name="connsiteY3" fmla="*/ 1234 h 6169"/>
                    <a:gd name="connsiteX4" fmla="*/ 11104 w 13572"/>
                    <a:gd name="connsiteY4" fmla="*/ 1234 h 6169"/>
                    <a:gd name="connsiteX5" fmla="*/ 9871 w 13572"/>
                    <a:gd name="connsiteY5" fmla="*/ 2468 h 6169"/>
                    <a:gd name="connsiteX6" fmla="*/ 9871 w 13572"/>
                    <a:gd name="connsiteY6" fmla="*/ 2468 h 6169"/>
                    <a:gd name="connsiteX7" fmla="*/ 9871 w 13572"/>
                    <a:gd name="connsiteY7" fmla="*/ 2468 h 6169"/>
                    <a:gd name="connsiteX8" fmla="*/ 9871 w 13572"/>
                    <a:gd name="connsiteY8" fmla="*/ 2468 h 6169"/>
                    <a:gd name="connsiteX9" fmla="*/ 8637 w 13572"/>
                    <a:gd name="connsiteY9" fmla="*/ 2468 h 6169"/>
                    <a:gd name="connsiteX10" fmla="*/ 8637 w 13572"/>
                    <a:gd name="connsiteY10" fmla="*/ 2468 h 6169"/>
                    <a:gd name="connsiteX11" fmla="*/ 8637 w 13572"/>
                    <a:gd name="connsiteY11" fmla="*/ 2468 h 6169"/>
                    <a:gd name="connsiteX12" fmla="*/ 7403 w 13572"/>
                    <a:gd name="connsiteY12" fmla="*/ 2468 h 6169"/>
                    <a:gd name="connsiteX13" fmla="*/ 6169 w 13572"/>
                    <a:gd name="connsiteY13" fmla="*/ 2468 h 6169"/>
                    <a:gd name="connsiteX14" fmla="*/ 6169 w 13572"/>
                    <a:gd name="connsiteY14" fmla="*/ 2468 h 6169"/>
                    <a:gd name="connsiteX15" fmla="*/ 6169 w 13572"/>
                    <a:gd name="connsiteY15" fmla="*/ 2468 h 6169"/>
                    <a:gd name="connsiteX16" fmla="*/ 6169 w 13572"/>
                    <a:gd name="connsiteY16" fmla="*/ 2468 h 6169"/>
                    <a:gd name="connsiteX17" fmla="*/ 2468 w 13572"/>
                    <a:gd name="connsiteY17" fmla="*/ 0 h 6169"/>
                    <a:gd name="connsiteX18" fmla="*/ 1234 w 13572"/>
                    <a:gd name="connsiteY18" fmla="*/ 0 h 6169"/>
                    <a:gd name="connsiteX19" fmla="*/ 0 w 13572"/>
                    <a:gd name="connsiteY19" fmla="*/ 1234 h 6169"/>
                    <a:gd name="connsiteX20" fmla="*/ 1234 w 13572"/>
                    <a:gd name="connsiteY20" fmla="*/ 3701 h 6169"/>
                    <a:gd name="connsiteX21" fmla="*/ 8637 w 13572"/>
                    <a:gd name="connsiteY21" fmla="*/ 6169 h 6169"/>
                    <a:gd name="connsiteX22" fmla="*/ 13572 w 13572"/>
                    <a:gd name="connsiteY22" fmla="*/ 0 h 6169"/>
                    <a:gd name="connsiteX23" fmla="*/ 12338 w 13572"/>
                    <a:gd name="connsiteY23" fmla="*/ 0 h 6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572" h="6169">
                      <a:moveTo>
                        <a:pt x="12338" y="0"/>
                      </a:moveTo>
                      <a:cubicBezTo>
                        <a:pt x="12338" y="0"/>
                        <a:pt x="11104" y="0"/>
                        <a:pt x="11104" y="0"/>
                      </a:cubicBezTo>
                      <a:cubicBezTo>
                        <a:pt x="11104" y="0"/>
                        <a:pt x="11104" y="0"/>
                        <a:pt x="11104" y="1234"/>
                      </a:cubicBezTo>
                      <a:cubicBezTo>
                        <a:pt x="11104" y="1234"/>
                        <a:pt x="11104" y="1234"/>
                        <a:pt x="11104" y="1234"/>
                      </a:cubicBezTo>
                      <a:cubicBezTo>
                        <a:pt x="11104" y="1234"/>
                        <a:pt x="11104" y="1234"/>
                        <a:pt x="11104" y="1234"/>
                      </a:cubicBezTo>
                      <a:cubicBezTo>
                        <a:pt x="11104" y="1234"/>
                        <a:pt x="11104" y="2468"/>
                        <a:pt x="9871" y="2468"/>
                      </a:cubicBezTo>
                      <a:cubicBezTo>
                        <a:pt x="9871" y="2468"/>
                        <a:pt x="9871" y="2468"/>
                        <a:pt x="9871" y="2468"/>
                      </a:cubicBezTo>
                      <a:cubicBezTo>
                        <a:pt x="9871" y="2468"/>
                        <a:pt x="9871" y="2468"/>
                        <a:pt x="9871" y="2468"/>
                      </a:cubicBezTo>
                      <a:cubicBezTo>
                        <a:pt x="9871" y="2468"/>
                        <a:pt x="9871" y="2468"/>
                        <a:pt x="9871" y="2468"/>
                      </a:cubicBezTo>
                      <a:cubicBezTo>
                        <a:pt x="9871" y="2468"/>
                        <a:pt x="8637" y="2468"/>
                        <a:pt x="8637" y="2468"/>
                      </a:cubicBezTo>
                      <a:cubicBezTo>
                        <a:pt x="8637" y="2468"/>
                        <a:pt x="8637" y="2468"/>
                        <a:pt x="8637" y="2468"/>
                      </a:cubicBezTo>
                      <a:cubicBezTo>
                        <a:pt x="8637" y="2468"/>
                        <a:pt x="8637" y="2468"/>
                        <a:pt x="8637" y="2468"/>
                      </a:cubicBezTo>
                      <a:cubicBezTo>
                        <a:pt x="8637" y="2468"/>
                        <a:pt x="8637" y="2468"/>
                        <a:pt x="7403" y="2468"/>
                      </a:cubicBezTo>
                      <a:cubicBezTo>
                        <a:pt x="7403" y="2468"/>
                        <a:pt x="7403" y="2468"/>
                        <a:pt x="6169" y="2468"/>
                      </a:cubicBezTo>
                      <a:cubicBezTo>
                        <a:pt x="6169" y="2468"/>
                        <a:pt x="6169" y="2468"/>
                        <a:pt x="6169" y="2468"/>
                      </a:cubicBezTo>
                      <a:cubicBezTo>
                        <a:pt x="6169" y="2468"/>
                        <a:pt x="6169" y="2468"/>
                        <a:pt x="6169" y="2468"/>
                      </a:cubicBezTo>
                      <a:cubicBezTo>
                        <a:pt x="6169" y="2468"/>
                        <a:pt x="6169" y="2468"/>
                        <a:pt x="6169" y="2468"/>
                      </a:cubicBezTo>
                      <a:cubicBezTo>
                        <a:pt x="4935" y="2468"/>
                        <a:pt x="3702" y="1234"/>
                        <a:pt x="2468" y="0"/>
                      </a:cubicBezTo>
                      <a:cubicBezTo>
                        <a:pt x="2468" y="0"/>
                        <a:pt x="1234" y="0"/>
                        <a:pt x="1234" y="0"/>
                      </a:cubicBezTo>
                      <a:cubicBezTo>
                        <a:pt x="1234" y="0"/>
                        <a:pt x="0" y="1234"/>
                        <a:pt x="0" y="1234"/>
                      </a:cubicBezTo>
                      <a:cubicBezTo>
                        <a:pt x="0" y="2468"/>
                        <a:pt x="0" y="3701"/>
                        <a:pt x="1234" y="3701"/>
                      </a:cubicBezTo>
                      <a:cubicBezTo>
                        <a:pt x="3702" y="4935"/>
                        <a:pt x="6169" y="6169"/>
                        <a:pt x="8637" y="6169"/>
                      </a:cubicBezTo>
                      <a:cubicBezTo>
                        <a:pt x="11104" y="4935"/>
                        <a:pt x="13572" y="2468"/>
                        <a:pt x="13572" y="0"/>
                      </a:cubicBezTo>
                      <a:cubicBezTo>
                        <a:pt x="12338" y="1234"/>
                        <a:pt x="13572" y="1234"/>
                        <a:pt x="12338" y="0"/>
                      </a:cubicBezTo>
                      <a:close/>
                    </a:path>
                  </a:pathLst>
                </a:custGeom>
                <a:solidFill>
                  <a:srgbClr val="000000"/>
                </a:solidFill>
                <a:ln w="12320"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80AD1A80-3660-48F1-A8C5-F0208352D696}"/>
                    </a:ext>
                  </a:extLst>
                </p:cNvPr>
                <p:cNvSpPr/>
                <p:nvPr/>
              </p:nvSpPr>
              <p:spPr>
                <a:xfrm>
                  <a:off x="8475882" y="5210395"/>
                  <a:ext cx="28069" cy="24189"/>
                </a:xfrm>
                <a:custGeom>
                  <a:avLst/>
                  <a:gdLst>
                    <a:gd name="connsiteX0" fmla="*/ 28070 w 28069"/>
                    <a:gd name="connsiteY0" fmla="*/ 548 h 24189"/>
                    <a:gd name="connsiteX1" fmla="*/ 28070 w 28069"/>
                    <a:gd name="connsiteY1" fmla="*/ 548 h 24189"/>
                    <a:gd name="connsiteX2" fmla="*/ 23134 w 28069"/>
                    <a:gd name="connsiteY2" fmla="*/ 14120 h 24189"/>
                    <a:gd name="connsiteX3" fmla="*/ 10796 w 28069"/>
                    <a:gd name="connsiteY3" fmla="*/ 17822 h 24189"/>
                    <a:gd name="connsiteX4" fmla="*/ 925 w 28069"/>
                    <a:gd name="connsiteY4" fmla="*/ 20289 h 24189"/>
                    <a:gd name="connsiteX5" fmla="*/ 925 w 28069"/>
                    <a:gd name="connsiteY5" fmla="*/ 23991 h 24189"/>
                    <a:gd name="connsiteX6" fmla="*/ 18199 w 28069"/>
                    <a:gd name="connsiteY6" fmla="*/ 20289 h 24189"/>
                    <a:gd name="connsiteX7" fmla="*/ 23134 w 28069"/>
                    <a:gd name="connsiteY7" fmla="*/ 17822 h 24189"/>
                    <a:gd name="connsiteX8" fmla="*/ 26836 w 28069"/>
                    <a:gd name="connsiteY8" fmla="*/ 11653 h 24189"/>
                    <a:gd name="connsiteX9" fmla="*/ 28070 w 28069"/>
                    <a:gd name="connsiteY9" fmla="*/ 548 h 2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69" h="24189">
                      <a:moveTo>
                        <a:pt x="28070" y="548"/>
                      </a:moveTo>
                      <a:cubicBezTo>
                        <a:pt x="28070" y="-686"/>
                        <a:pt x="28070" y="548"/>
                        <a:pt x="28070" y="548"/>
                      </a:cubicBezTo>
                      <a:cubicBezTo>
                        <a:pt x="26836" y="5484"/>
                        <a:pt x="26836" y="10419"/>
                        <a:pt x="23134" y="14120"/>
                      </a:cubicBezTo>
                      <a:cubicBezTo>
                        <a:pt x="19433" y="16588"/>
                        <a:pt x="15731" y="16588"/>
                        <a:pt x="10796" y="17822"/>
                      </a:cubicBezTo>
                      <a:cubicBezTo>
                        <a:pt x="7095" y="19056"/>
                        <a:pt x="3393" y="19056"/>
                        <a:pt x="925" y="20289"/>
                      </a:cubicBezTo>
                      <a:cubicBezTo>
                        <a:pt x="-308" y="20289"/>
                        <a:pt x="-308" y="25225"/>
                        <a:pt x="925" y="23991"/>
                      </a:cubicBezTo>
                      <a:cubicBezTo>
                        <a:pt x="7095" y="22757"/>
                        <a:pt x="12030" y="21523"/>
                        <a:pt x="18199" y="20289"/>
                      </a:cubicBezTo>
                      <a:cubicBezTo>
                        <a:pt x="20667" y="20289"/>
                        <a:pt x="21901" y="19056"/>
                        <a:pt x="23134" y="17822"/>
                      </a:cubicBezTo>
                      <a:cubicBezTo>
                        <a:pt x="25602" y="16588"/>
                        <a:pt x="26836" y="14120"/>
                        <a:pt x="26836" y="11653"/>
                      </a:cubicBezTo>
                      <a:cubicBezTo>
                        <a:pt x="28070" y="7951"/>
                        <a:pt x="28070" y="4250"/>
                        <a:pt x="28070" y="548"/>
                      </a:cubicBezTo>
                      <a:close/>
                    </a:path>
                  </a:pathLst>
                </a:custGeom>
                <a:solidFill>
                  <a:srgbClr val="000000"/>
                </a:solidFill>
                <a:ln w="12320"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516CAD53-48F1-4941-9F6D-18192AB190E5}"/>
                    </a:ext>
                  </a:extLst>
                </p:cNvPr>
                <p:cNvSpPr/>
                <p:nvPr/>
              </p:nvSpPr>
              <p:spPr>
                <a:xfrm>
                  <a:off x="8563926" y="5034717"/>
                  <a:ext cx="268657" cy="156081"/>
                </a:xfrm>
                <a:custGeom>
                  <a:avLst/>
                  <a:gdLst>
                    <a:gd name="connsiteX0" fmla="*/ 238614 w 268657"/>
                    <a:gd name="connsiteY0" fmla="*/ 1022 h 156081"/>
                    <a:gd name="connsiteX1" fmla="*/ 234912 w 268657"/>
                    <a:gd name="connsiteY1" fmla="*/ 1022 h 156081"/>
                    <a:gd name="connsiteX2" fmla="*/ 213937 w 268657"/>
                    <a:gd name="connsiteY2" fmla="*/ 1022 h 156081"/>
                    <a:gd name="connsiteX3" fmla="*/ 211470 w 268657"/>
                    <a:gd name="connsiteY3" fmla="*/ 3490 h 156081"/>
                    <a:gd name="connsiteX4" fmla="*/ 205300 w 268657"/>
                    <a:gd name="connsiteY4" fmla="*/ 33102 h 156081"/>
                    <a:gd name="connsiteX5" fmla="*/ 186793 w 268657"/>
                    <a:gd name="connsiteY5" fmla="*/ 31868 h 156081"/>
                    <a:gd name="connsiteX6" fmla="*/ 176922 w 268657"/>
                    <a:gd name="connsiteY6" fmla="*/ 47908 h 156081"/>
                    <a:gd name="connsiteX7" fmla="*/ 160882 w 268657"/>
                    <a:gd name="connsiteY7" fmla="*/ 56545 h 156081"/>
                    <a:gd name="connsiteX8" fmla="*/ 143609 w 268657"/>
                    <a:gd name="connsiteY8" fmla="*/ 63948 h 156081"/>
                    <a:gd name="connsiteX9" fmla="*/ 130036 w 268657"/>
                    <a:gd name="connsiteY9" fmla="*/ 55311 h 156081"/>
                    <a:gd name="connsiteX10" fmla="*/ 110295 w 268657"/>
                    <a:gd name="connsiteY10" fmla="*/ 72584 h 156081"/>
                    <a:gd name="connsiteX11" fmla="*/ 109061 w 268657"/>
                    <a:gd name="connsiteY11" fmla="*/ 71351 h 156081"/>
                    <a:gd name="connsiteX12" fmla="*/ 106594 w 268657"/>
                    <a:gd name="connsiteY12" fmla="*/ 67649 h 156081"/>
                    <a:gd name="connsiteX13" fmla="*/ 81917 w 268657"/>
                    <a:gd name="connsiteY13" fmla="*/ 75052 h 156081"/>
                    <a:gd name="connsiteX14" fmla="*/ 52305 w 268657"/>
                    <a:gd name="connsiteY14" fmla="*/ 103430 h 156081"/>
                    <a:gd name="connsiteX15" fmla="*/ 48603 w 268657"/>
                    <a:gd name="connsiteY15" fmla="*/ 104664 h 156081"/>
                    <a:gd name="connsiteX16" fmla="*/ 36265 w 268657"/>
                    <a:gd name="connsiteY16" fmla="*/ 115768 h 156081"/>
                    <a:gd name="connsiteX17" fmla="*/ 32564 w 268657"/>
                    <a:gd name="connsiteY17" fmla="*/ 118236 h 156081"/>
                    <a:gd name="connsiteX18" fmla="*/ 21459 w 268657"/>
                    <a:gd name="connsiteY18" fmla="*/ 133042 h 156081"/>
                    <a:gd name="connsiteX19" fmla="*/ 11588 w 268657"/>
                    <a:gd name="connsiteY19" fmla="*/ 117002 h 156081"/>
                    <a:gd name="connsiteX20" fmla="*/ 7887 w 268657"/>
                    <a:gd name="connsiteY20" fmla="*/ 118236 h 156081"/>
                    <a:gd name="connsiteX21" fmla="*/ 484 w 268657"/>
                    <a:gd name="connsiteY21" fmla="*/ 152783 h 156081"/>
                    <a:gd name="connsiteX22" fmla="*/ 2952 w 268657"/>
                    <a:gd name="connsiteY22" fmla="*/ 155251 h 156081"/>
                    <a:gd name="connsiteX23" fmla="*/ 12822 w 268657"/>
                    <a:gd name="connsiteY23" fmla="*/ 129341 h 156081"/>
                    <a:gd name="connsiteX24" fmla="*/ 27628 w 268657"/>
                    <a:gd name="connsiteY24" fmla="*/ 141679 h 156081"/>
                    <a:gd name="connsiteX25" fmla="*/ 36265 w 268657"/>
                    <a:gd name="connsiteY25" fmla="*/ 124405 h 156081"/>
                    <a:gd name="connsiteX26" fmla="*/ 52305 w 268657"/>
                    <a:gd name="connsiteY26" fmla="*/ 112067 h 156081"/>
                    <a:gd name="connsiteX27" fmla="*/ 75748 w 268657"/>
                    <a:gd name="connsiteY27" fmla="*/ 110833 h 156081"/>
                    <a:gd name="connsiteX28" fmla="*/ 81917 w 268657"/>
                    <a:gd name="connsiteY28" fmla="*/ 92326 h 156081"/>
                    <a:gd name="connsiteX29" fmla="*/ 88086 w 268657"/>
                    <a:gd name="connsiteY29" fmla="*/ 104664 h 156081"/>
                    <a:gd name="connsiteX30" fmla="*/ 109061 w 268657"/>
                    <a:gd name="connsiteY30" fmla="*/ 84923 h 156081"/>
                    <a:gd name="connsiteX31" fmla="*/ 123867 w 268657"/>
                    <a:gd name="connsiteY31" fmla="*/ 84923 h 156081"/>
                    <a:gd name="connsiteX32" fmla="*/ 130036 w 268657"/>
                    <a:gd name="connsiteY32" fmla="*/ 65182 h 156081"/>
                    <a:gd name="connsiteX33" fmla="*/ 141141 w 268657"/>
                    <a:gd name="connsiteY33" fmla="*/ 73818 h 156081"/>
                    <a:gd name="connsiteX34" fmla="*/ 144842 w 268657"/>
                    <a:gd name="connsiteY34" fmla="*/ 71351 h 156081"/>
                    <a:gd name="connsiteX35" fmla="*/ 157181 w 268657"/>
                    <a:gd name="connsiteY35" fmla="*/ 66415 h 156081"/>
                    <a:gd name="connsiteX36" fmla="*/ 162116 w 268657"/>
                    <a:gd name="connsiteY36" fmla="*/ 65182 h 156081"/>
                    <a:gd name="connsiteX37" fmla="*/ 173221 w 268657"/>
                    <a:gd name="connsiteY37" fmla="*/ 57779 h 156081"/>
                    <a:gd name="connsiteX38" fmla="*/ 178156 w 268657"/>
                    <a:gd name="connsiteY38" fmla="*/ 55311 h 156081"/>
                    <a:gd name="connsiteX39" fmla="*/ 179390 w 268657"/>
                    <a:gd name="connsiteY39" fmla="*/ 44206 h 156081"/>
                    <a:gd name="connsiteX40" fmla="*/ 190494 w 268657"/>
                    <a:gd name="connsiteY40" fmla="*/ 45440 h 156081"/>
                    <a:gd name="connsiteX41" fmla="*/ 202833 w 268657"/>
                    <a:gd name="connsiteY41" fmla="*/ 41739 h 156081"/>
                    <a:gd name="connsiteX42" fmla="*/ 210236 w 268657"/>
                    <a:gd name="connsiteY42" fmla="*/ 10893 h 156081"/>
                    <a:gd name="connsiteX43" fmla="*/ 233678 w 268657"/>
                    <a:gd name="connsiteY43" fmla="*/ 8425 h 156081"/>
                    <a:gd name="connsiteX44" fmla="*/ 264524 w 268657"/>
                    <a:gd name="connsiteY44" fmla="*/ 59012 h 156081"/>
                    <a:gd name="connsiteX45" fmla="*/ 268226 w 268657"/>
                    <a:gd name="connsiteY45" fmla="*/ 56545 h 156081"/>
                    <a:gd name="connsiteX46" fmla="*/ 238614 w 268657"/>
                    <a:gd name="connsiteY46" fmla="*/ 1022 h 156081"/>
                    <a:gd name="connsiteX47" fmla="*/ 100424 w 268657"/>
                    <a:gd name="connsiteY47" fmla="*/ 94794 h 156081"/>
                    <a:gd name="connsiteX48" fmla="*/ 93022 w 268657"/>
                    <a:gd name="connsiteY48" fmla="*/ 78754 h 156081"/>
                    <a:gd name="connsiteX49" fmla="*/ 107827 w 268657"/>
                    <a:gd name="connsiteY49" fmla="*/ 71351 h 156081"/>
                    <a:gd name="connsiteX50" fmla="*/ 107827 w 268657"/>
                    <a:gd name="connsiteY50" fmla="*/ 72584 h 156081"/>
                    <a:gd name="connsiteX51" fmla="*/ 100424 w 268657"/>
                    <a:gd name="connsiteY51" fmla="*/ 94794 h 156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68657" h="156081">
                      <a:moveTo>
                        <a:pt x="238614" y="1022"/>
                      </a:moveTo>
                      <a:cubicBezTo>
                        <a:pt x="237380" y="-212"/>
                        <a:pt x="236146" y="-212"/>
                        <a:pt x="234912" y="1022"/>
                      </a:cubicBezTo>
                      <a:cubicBezTo>
                        <a:pt x="231211" y="14594"/>
                        <a:pt x="220106" y="12127"/>
                        <a:pt x="213937" y="1022"/>
                      </a:cubicBezTo>
                      <a:cubicBezTo>
                        <a:pt x="212703" y="-1446"/>
                        <a:pt x="211470" y="1022"/>
                        <a:pt x="211470" y="3490"/>
                      </a:cubicBezTo>
                      <a:cubicBezTo>
                        <a:pt x="211470" y="12127"/>
                        <a:pt x="210236" y="25699"/>
                        <a:pt x="205300" y="33102"/>
                      </a:cubicBezTo>
                      <a:cubicBezTo>
                        <a:pt x="199131" y="42972"/>
                        <a:pt x="194196" y="30634"/>
                        <a:pt x="186793" y="31868"/>
                      </a:cubicBezTo>
                      <a:cubicBezTo>
                        <a:pt x="179390" y="31868"/>
                        <a:pt x="178156" y="40505"/>
                        <a:pt x="176922" y="47908"/>
                      </a:cubicBezTo>
                      <a:cubicBezTo>
                        <a:pt x="170753" y="44206"/>
                        <a:pt x="164584" y="47908"/>
                        <a:pt x="160882" y="56545"/>
                      </a:cubicBezTo>
                      <a:cubicBezTo>
                        <a:pt x="153479" y="50376"/>
                        <a:pt x="147310" y="54077"/>
                        <a:pt x="143609" y="63948"/>
                      </a:cubicBezTo>
                      <a:cubicBezTo>
                        <a:pt x="139907" y="60246"/>
                        <a:pt x="133738" y="54077"/>
                        <a:pt x="130036" y="55311"/>
                      </a:cubicBezTo>
                      <a:cubicBezTo>
                        <a:pt x="122633" y="57779"/>
                        <a:pt x="121400" y="94794"/>
                        <a:pt x="110295" y="72584"/>
                      </a:cubicBezTo>
                      <a:cubicBezTo>
                        <a:pt x="110295" y="71351"/>
                        <a:pt x="109061" y="71351"/>
                        <a:pt x="109061" y="71351"/>
                      </a:cubicBezTo>
                      <a:cubicBezTo>
                        <a:pt x="109061" y="70117"/>
                        <a:pt x="107827" y="67649"/>
                        <a:pt x="106594" y="67649"/>
                      </a:cubicBezTo>
                      <a:cubicBezTo>
                        <a:pt x="95489" y="60246"/>
                        <a:pt x="86852" y="62714"/>
                        <a:pt x="81917" y="75052"/>
                      </a:cubicBezTo>
                      <a:cubicBezTo>
                        <a:pt x="75748" y="87390"/>
                        <a:pt x="72046" y="131809"/>
                        <a:pt x="52305" y="103430"/>
                      </a:cubicBezTo>
                      <a:cubicBezTo>
                        <a:pt x="51071" y="100963"/>
                        <a:pt x="48603" y="103430"/>
                        <a:pt x="48603" y="104664"/>
                      </a:cubicBezTo>
                      <a:cubicBezTo>
                        <a:pt x="48603" y="114535"/>
                        <a:pt x="47370" y="126873"/>
                        <a:pt x="36265" y="115768"/>
                      </a:cubicBezTo>
                      <a:cubicBezTo>
                        <a:pt x="35031" y="114535"/>
                        <a:pt x="32564" y="117002"/>
                        <a:pt x="32564" y="118236"/>
                      </a:cubicBezTo>
                      <a:cubicBezTo>
                        <a:pt x="32564" y="124405"/>
                        <a:pt x="32564" y="140445"/>
                        <a:pt x="21459" y="133042"/>
                      </a:cubicBezTo>
                      <a:cubicBezTo>
                        <a:pt x="16524" y="129341"/>
                        <a:pt x="12822" y="121938"/>
                        <a:pt x="11588" y="117002"/>
                      </a:cubicBezTo>
                      <a:cubicBezTo>
                        <a:pt x="10355" y="114535"/>
                        <a:pt x="7887" y="117002"/>
                        <a:pt x="7887" y="118236"/>
                      </a:cubicBezTo>
                      <a:cubicBezTo>
                        <a:pt x="10355" y="130575"/>
                        <a:pt x="6653" y="141679"/>
                        <a:pt x="484" y="152783"/>
                      </a:cubicBezTo>
                      <a:cubicBezTo>
                        <a:pt x="-750" y="154017"/>
                        <a:pt x="484" y="157719"/>
                        <a:pt x="2952" y="155251"/>
                      </a:cubicBezTo>
                      <a:cubicBezTo>
                        <a:pt x="7887" y="146614"/>
                        <a:pt x="11588" y="139212"/>
                        <a:pt x="12822" y="129341"/>
                      </a:cubicBezTo>
                      <a:cubicBezTo>
                        <a:pt x="16524" y="136744"/>
                        <a:pt x="21459" y="142913"/>
                        <a:pt x="27628" y="141679"/>
                      </a:cubicBezTo>
                      <a:cubicBezTo>
                        <a:pt x="35031" y="140445"/>
                        <a:pt x="36265" y="131809"/>
                        <a:pt x="36265" y="124405"/>
                      </a:cubicBezTo>
                      <a:cubicBezTo>
                        <a:pt x="47370" y="134276"/>
                        <a:pt x="51071" y="124405"/>
                        <a:pt x="52305" y="112067"/>
                      </a:cubicBezTo>
                      <a:cubicBezTo>
                        <a:pt x="59708" y="120704"/>
                        <a:pt x="68345" y="121938"/>
                        <a:pt x="75748" y="110833"/>
                      </a:cubicBezTo>
                      <a:cubicBezTo>
                        <a:pt x="78215" y="107132"/>
                        <a:pt x="79449" y="99729"/>
                        <a:pt x="81917" y="92326"/>
                      </a:cubicBezTo>
                      <a:cubicBezTo>
                        <a:pt x="81917" y="97261"/>
                        <a:pt x="84385" y="100963"/>
                        <a:pt x="88086" y="104664"/>
                      </a:cubicBezTo>
                      <a:cubicBezTo>
                        <a:pt x="99191" y="115768"/>
                        <a:pt x="106594" y="97261"/>
                        <a:pt x="109061" y="84923"/>
                      </a:cubicBezTo>
                      <a:cubicBezTo>
                        <a:pt x="112763" y="89858"/>
                        <a:pt x="118932" y="93560"/>
                        <a:pt x="123867" y="84923"/>
                      </a:cubicBezTo>
                      <a:cubicBezTo>
                        <a:pt x="126335" y="81221"/>
                        <a:pt x="128803" y="65182"/>
                        <a:pt x="130036" y="65182"/>
                      </a:cubicBezTo>
                      <a:cubicBezTo>
                        <a:pt x="131270" y="65182"/>
                        <a:pt x="139907" y="73818"/>
                        <a:pt x="141141" y="73818"/>
                      </a:cubicBezTo>
                      <a:cubicBezTo>
                        <a:pt x="143609" y="75052"/>
                        <a:pt x="144842" y="73818"/>
                        <a:pt x="144842" y="71351"/>
                      </a:cubicBezTo>
                      <a:cubicBezTo>
                        <a:pt x="144842" y="63948"/>
                        <a:pt x="149778" y="62714"/>
                        <a:pt x="157181" y="66415"/>
                      </a:cubicBezTo>
                      <a:cubicBezTo>
                        <a:pt x="158415" y="68883"/>
                        <a:pt x="160882" y="66415"/>
                        <a:pt x="162116" y="65182"/>
                      </a:cubicBezTo>
                      <a:cubicBezTo>
                        <a:pt x="162116" y="59012"/>
                        <a:pt x="165818" y="56545"/>
                        <a:pt x="173221" y="57779"/>
                      </a:cubicBezTo>
                      <a:cubicBezTo>
                        <a:pt x="175688" y="60246"/>
                        <a:pt x="178156" y="59012"/>
                        <a:pt x="178156" y="55311"/>
                      </a:cubicBezTo>
                      <a:cubicBezTo>
                        <a:pt x="178156" y="52843"/>
                        <a:pt x="176922" y="46674"/>
                        <a:pt x="179390" y="44206"/>
                      </a:cubicBezTo>
                      <a:cubicBezTo>
                        <a:pt x="183091" y="38037"/>
                        <a:pt x="186793" y="44206"/>
                        <a:pt x="190494" y="45440"/>
                      </a:cubicBezTo>
                      <a:cubicBezTo>
                        <a:pt x="195429" y="47908"/>
                        <a:pt x="200365" y="45440"/>
                        <a:pt x="202833" y="41739"/>
                      </a:cubicBezTo>
                      <a:cubicBezTo>
                        <a:pt x="209002" y="33102"/>
                        <a:pt x="210236" y="20764"/>
                        <a:pt x="210236" y="10893"/>
                      </a:cubicBezTo>
                      <a:cubicBezTo>
                        <a:pt x="217639" y="20764"/>
                        <a:pt x="229977" y="21998"/>
                        <a:pt x="233678" y="8425"/>
                      </a:cubicBezTo>
                      <a:cubicBezTo>
                        <a:pt x="247251" y="21998"/>
                        <a:pt x="258355" y="41739"/>
                        <a:pt x="264524" y="59012"/>
                      </a:cubicBezTo>
                      <a:cubicBezTo>
                        <a:pt x="265758" y="62714"/>
                        <a:pt x="269459" y="59012"/>
                        <a:pt x="268226" y="56545"/>
                      </a:cubicBezTo>
                      <a:cubicBezTo>
                        <a:pt x="271927" y="33102"/>
                        <a:pt x="250952" y="18296"/>
                        <a:pt x="238614" y="1022"/>
                      </a:cubicBezTo>
                      <a:close/>
                      <a:moveTo>
                        <a:pt x="100424" y="94794"/>
                      </a:moveTo>
                      <a:cubicBezTo>
                        <a:pt x="90554" y="102197"/>
                        <a:pt x="90554" y="83689"/>
                        <a:pt x="93022" y="78754"/>
                      </a:cubicBezTo>
                      <a:cubicBezTo>
                        <a:pt x="96723" y="72584"/>
                        <a:pt x="100424" y="70117"/>
                        <a:pt x="107827" y="71351"/>
                      </a:cubicBezTo>
                      <a:cubicBezTo>
                        <a:pt x="107827" y="71351"/>
                        <a:pt x="107827" y="71351"/>
                        <a:pt x="107827" y="72584"/>
                      </a:cubicBezTo>
                      <a:cubicBezTo>
                        <a:pt x="107827" y="79987"/>
                        <a:pt x="105360" y="91092"/>
                        <a:pt x="100424" y="94794"/>
                      </a:cubicBezTo>
                      <a:close/>
                    </a:path>
                  </a:pathLst>
                </a:custGeom>
                <a:solidFill>
                  <a:srgbClr val="000000"/>
                </a:solidFill>
                <a:ln w="12320"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91D666CE-749F-4355-8722-FBA4BE7B2686}"/>
                    </a:ext>
                  </a:extLst>
                </p:cNvPr>
                <p:cNvSpPr/>
                <p:nvPr/>
              </p:nvSpPr>
              <p:spPr>
                <a:xfrm>
                  <a:off x="8296557" y="5307799"/>
                  <a:ext cx="256911" cy="166450"/>
                </a:xfrm>
                <a:custGeom>
                  <a:avLst/>
                  <a:gdLst>
                    <a:gd name="connsiteX0" fmla="*/ 256748 w 256911"/>
                    <a:gd name="connsiteY0" fmla="*/ 69712 h 166450"/>
                    <a:gd name="connsiteX1" fmla="*/ 220967 w 256911"/>
                    <a:gd name="connsiteY1" fmla="*/ 1851 h 166450"/>
                    <a:gd name="connsiteX2" fmla="*/ 214798 w 256911"/>
                    <a:gd name="connsiteY2" fmla="*/ 1851 h 166450"/>
                    <a:gd name="connsiteX3" fmla="*/ 206161 w 256911"/>
                    <a:gd name="connsiteY3" fmla="*/ 33930 h 166450"/>
                    <a:gd name="connsiteX4" fmla="*/ 187654 w 256911"/>
                    <a:gd name="connsiteY4" fmla="*/ 19124 h 166450"/>
                    <a:gd name="connsiteX5" fmla="*/ 183952 w 256911"/>
                    <a:gd name="connsiteY5" fmla="*/ 20358 h 166450"/>
                    <a:gd name="connsiteX6" fmla="*/ 174082 w 256911"/>
                    <a:gd name="connsiteY6" fmla="*/ 53672 h 166450"/>
                    <a:gd name="connsiteX7" fmla="*/ 164211 w 256911"/>
                    <a:gd name="connsiteY7" fmla="*/ 48736 h 166450"/>
                    <a:gd name="connsiteX8" fmla="*/ 159276 w 256911"/>
                    <a:gd name="connsiteY8" fmla="*/ 62309 h 166450"/>
                    <a:gd name="connsiteX9" fmla="*/ 142002 w 256911"/>
                    <a:gd name="connsiteY9" fmla="*/ 72179 h 166450"/>
                    <a:gd name="connsiteX10" fmla="*/ 121027 w 256911"/>
                    <a:gd name="connsiteY10" fmla="*/ 80816 h 166450"/>
                    <a:gd name="connsiteX11" fmla="*/ 108688 w 256911"/>
                    <a:gd name="connsiteY11" fmla="*/ 72179 h 166450"/>
                    <a:gd name="connsiteX12" fmla="*/ 106221 w 256911"/>
                    <a:gd name="connsiteY12" fmla="*/ 73413 h 166450"/>
                    <a:gd name="connsiteX13" fmla="*/ 102519 w 256911"/>
                    <a:gd name="connsiteY13" fmla="*/ 89453 h 166450"/>
                    <a:gd name="connsiteX14" fmla="*/ 86479 w 256911"/>
                    <a:gd name="connsiteY14" fmla="*/ 83284 h 166450"/>
                    <a:gd name="connsiteX15" fmla="*/ 81544 w 256911"/>
                    <a:gd name="connsiteY15" fmla="*/ 83284 h 166450"/>
                    <a:gd name="connsiteX16" fmla="*/ 76609 w 256911"/>
                    <a:gd name="connsiteY16" fmla="*/ 104259 h 166450"/>
                    <a:gd name="connsiteX17" fmla="*/ 74141 w 256911"/>
                    <a:gd name="connsiteY17" fmla="*/ 111662 h 166450"/>
                    <a:gd name="connsiteX18" fmla="*/ 61803 w 256911"/>
                    <a:gd name="connsiteY18" fmla="*/ 114129 h 166450"/>
                    <a:gd name="connsiteX19" fmla="*/ 54400 w 256911"/>
                    <a:gd name="connsiteY19" fmla="*/ 99324 h 166450"/>
                    <a:gd name="connsiteX20" fmla="*/ 49464 w 256911"/>
                    <a:gd name="connsiteY20" fmla="*/ 100557 h 166450"/>
                    <a:gd name="connsiteX21" fmla="*/ 38360 w 256911"/>
                    <a:gd name="connsiteY21" fmla="*/ 143742 h 166450"/>
                    <a:gd name="connsiteX22" fmla="*/ 28489 w 256911"/>
                    <a:gd name="connsiteY22" fmla="*/ 143742 h 166450"/>
                    <a:gd name="connsiteX23" fmla="*/ 32191 w 256911"/>
                    <a:gd name="connsiteY23" fmla="*/ 124000 h 166450"/>
                    <a:gd name="connsiteX24" fmla="*/ 14917 w 256911"/>
                    <a:gd name="connsiteY24" fmla="*/ 126468 h 166450"/>
                    <a:gd name="connsiteX25" fmla="*/ 19853 w 256911"/>
                    <a:gd name="connsiteY25" fmla="*/ 144975 h 166450"/>
                    <a:gd name="connsiteX26" fmla="*/ 1345 w 256911"/>
                    <a:gd name="connsiteY26" fmla="*/ 159781 h 166450"/>
                    <a:gd name="connsiteX27" fmla="*/ 2579 w 256911"/>
                    <a:gd name="connsiteY27" fmla="*/ 165950 h 166450"/>
                    <a:gd name="connsiteX28" fmla="*/ 23554 w 256911"/>
                    <a:gd name="connsiteY28" fmla="*/ 148677 h 166450"/>
                    <a:gd name="connsiteX29" fmla="*/ 39594 w 256911"/>
                    <a:gd name="connsiteY29" fmla="*/ 151144 h 166450"/>
                    <a:gd name="connsiteX30" fmla="*/ 54400 w 256911"/>
                    <a:gd name="connsiteY30" fmla="*/ 114129 h 166450"/>
                    <a:gd name="connsiteX31" fmla="*/ 71674 w 256911"/>
                    <a:gd name="connsiteY31" fmla="*/ 122766 h 166450"/>
                    <a:gd name="connsiteX32" fmla="*/ 84012 w 256911"/>
                    <a:gd name="connsiteY32" fmla="*/ 91920 h 166450"/>
                    <a:gd name="connsiteX33" fmla="*/ 101286 w 256911"/>
                    <a:gd name="connsiteY33" fmla="*/ 103025 h 166450"/>
                    <a:gd name="connsiteX34" fmla="*/ 107455 w 256911"/>
                    <a:gd name="connsiteY34" fmla="*/ 89453 h 166450"/>
                    <a:gd name="connsiteX35" fmla="*/ 109922 w 256911"/>
                    <a:gd name="connsiteY35" fmla="*/ 78348 h 166450"/>
                    <a:gd name="connsiteX36" fmla="*/ 121027 w 256911"/>
                    <a:gd name="connsiteY36" fmla="*/ 86985 h 166450"/>
                    <a:gd name="connsiteX37" fmla="*/ 124728 w 256911"/>
                    <a:gd name="connsiteY37" fmla="*/ 86985 h 166450"/>
                    <a:gd name="connsiteX38" fmla="*/ 143236 w 256911"/>
                    <a:gd name="connsiteY38" fmla="*/ 79582 h 166450"/>
                    <a:gd name="connsiteX39" fmla="*/ 148171 w 256911"/>
                    <a:gd name="connsiteY39" fmla="*/ 78348 h 166450"/>
                    <a:gd name="connsiteX40" fmla="*/ 161743 w 256911"/>
                    <a:gd name="connsiteY40" fmla="*/ 69712 h 166450"/>
                    <a:gd name="connsiteX41" fmla="*/ 166679 w 256911"/>
                    <a:gd name="connsiteY41" fmla="*/ 68478 h 166450"/>
                    <a:gd name="connsiteX42" fmla="*/ 175316 w 256911"/>
                    <a:gd name="connsiteY42" fmla="*/ 59841 h 166450"/>
                    <a:gd name="connsiteX43" fmla="*/ 179017 w 256911"/>
                    <a:gd name="connsiteY43" fmla="*/ 61075 h 166450"/>
                    <a:gd name="connsiteX44" fmla="*/ 191355 w 256911"/>
                    <a:gd name="connsiteY44" fmla="*/ 26528 h 166450"/>
                    <a:gd name="connsiteX45" fmla="*/ 211097 w 256911"/>
                    <a:gd name="connsiteY45" fmla="*/ 41333 h 166450"/>
                    <a:gd name="connsiteX46" fmla="*/ 223435 w 256911"/>
                    <a:gd name="connsiteY46" fmla="*/ 11721 h 166450"/>
                    <a:gd name="connsiteX47" fmla="*/ 251813 w 256911"/>
                    <a:gd name="connsiteY47" fmla="*/ 69712 h 166450"/>
                    <a:gd name="connsiteX48" fmla="*/ 256748 w 256911"/>
                    <a:gd name="connsiteY48" fmla="*/ 69712 h 16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56911" h="166450">
                      <a:moveTo>
                        <a:pt x="256748" y="69712"/>
                      </a:moveTo>
                      <a:cubicBezTo>
                        <a:pt x="251813" y="45035"/>
                        <a:pt x="237007" y="20358"/>
                        <a:pt x="220967" y="1851"/>
                      </a:cubicBezTo>
                      <a:cubicBezTo>
                        <a:pt x="219733" y="-617"/>
                        <a:pt x="216032" y="-617"/>
                        <a:pt x="214798" y="1851"/>
                      </a:cubicBezTo>
                      <a:cubicBezTo>
                        <a:pt x="212331" y="10487"/>
                        <a:pt x="216032" y="31463"/>
                        <a:pt x="206161" y="33930"/>
                      </a:cubicBezTo>
                      <a:cubicBezTo>
                        <a:pt x="198758" y="36398"/>
                        <a:pt x="195057" y="22826"/>
                        <a:pt x="187654" y="19124"/>
                      </a:cubicBezTo>
                      <a:cubicBezTo>
                        <a:pt x="186420" y="17891"/>
                        <a:pt x="185186" y="19124"/>
                        <a:pt x="183952" y="20358"/>
                      </a:cubicBezTo>
                      <a:cubicBezTo>
                        <a:pt x="179017" y="30229"/>
                        <a:pt x="180251" y="45035"/>
                        <a:pt x="174082" y="53672"/>
                      </a:cubicBezTo>
                      <a:cubicBezTo>
                        <a:pt x="171614" y="49970"/>
                        <a:pt x="167912" y="46269"/>
                        <a:pt x="164211" y="48736"/>
                      </a:cubicBezTo>
                      <a:cubicBezTo>
                        <a:pt x="160509" y="51204"/>
                        <a:pt x="159276" y="57373"/>
                        <a:pt x="159276" y="62309"/>
                      </a:cubicBezTo>
                      <a:cubicBezTo>
                        <a:pt x="150639" y="56139"/>
                        <a:pt x="145703" y="63542"/>
                        <a:pt x="142002" y="72179"/>
                      </a:cubicBezTo>
                      <a:cubicBezTo>
                        <a:pt x="132131" y="63542"/>
                        <a:pt x="125962" y="69712"/>
                        <a:pt x="121027" y="80816"/>
                      </a:cubicBezTo>
                      <a:cubicBezTo>
                        <a:pt x="117325" y="77114"/>
                        <a:pt x="114858" y="72179"/>
                        <a:pt x="108688" y="72179"/>
                      </a:cubicBezTo>
                      <a:cubicBezTo>
                        <a:pt x="107455" y="72179"/>
                        <a:pt x="106221" y="72179"/>
                        <a:pt x="106221" y="73413"/>
                      </a:cubicBezTo>
                      <a:cubicBezTo>
                        <a:pt x="103753" y="78348"/>
                        <a:pt x="103753" y="84517"/>
                        <a:pt x="102519" y="89453"/>
                      </a:cubicBezTo>
                      <a:cubicBezTo>
                        <a:pt x="98818" y="104259"/>
                        <a:pt x="90181" y="89453"/>
                        <a:pt x="86479" y="83284"/>
                      </a:cubicBezTo>
                      <a:cubicBezTo>
                        <a:pt x="85246" y="82050"/>
                        <a:pt x="82778" y="80816"/>
                        <a:pt x="81544" y="83284"/>
                      </a:cubicBezTo>
                      <a:cubicBezTo>
                        <a:pt x="79077" y="90687"/>
                        <a:pt x="79077" y="96856"/>
                        <a:pt x="76609" y="104259"/>
                      </a:cubicBezTo>
                      <a:cubicBezTo>
                        <a:pt x="76609" y="106727"/>
                        <a:pt x="75375" y="109194"/>
                        <a:pt x="74141" y="111662"/>
                      </a:cubicBezTo>
                      <a:cubicBezTo>
                        <a:pt x="71674" y="115363"/>
                        <a:pt x="65504" y="116597"/>
                        <a:pt x="61803" y="114129"/>
                      </a:cubicBezTo>
                      <a:cubicBezTo>
                        <a:pt x="58101" y="111662"/>
                        <a:pt x="55634" y="104259"/>
                        <a:pt x="54400" y="99324"/>
                      </a:cubicBezTo>
                      <a:cubicBezTo>
                        <a:pt x="53166" y="95622"/>
                        <a:pt x="49464" y="95622"/>
                        <a:pt x="49464" y="100557"/>
                      </a:cubicBezTo>
                      <a:cubicBezTo>
                        <a:pt x="49464" y="112896"/>
                        <a:pt x="51932" y="137572"/>
                        <a:pt x="38360" y="143742"/>
                      </a:cubicBezTo>
                      <a:cubicBezTo>
                        <a:pt x="34659" y="144975"/>
                        <a:pt x="32191" y="144975"/>
                        <a:pt x="28489" y="143742"/>
                      </a:cubicBezTo>
                      <a:cubicBezTo>
                        <a:pt x="32191" y="137572"/>
                        <a:pt x="33425" y="130169"/>
                        <a:pt x="32191" y="124000"/>
                      </a:cubicBezTo>
                      <a:cubicBezTo>
                        <a:pt x="28489" y="111662"/>
                        <a:pt x="16151" y="114129"/>
                        <a:pt x="14917" y="126468"/>
                      </a:cubicBezTo>
                      <a:cubicBezTo>
                        <a:pt x="13683" y="132637"/>
                        <a:pt x="16151" y="140040"/>
                        <a:pt x="19853" y="144975"/>
                      </a:cubicBezTo>
                      <a:cubicBezTo>
                        <a:pt x="14917" y="151144"/>
                        <a:pt x="8748" y="156080"/>
                        <a:pt x="1345" y="159781"/>
                      </a:cubicBezTo>
                      <a:cubicBezTo>
                        <a:pt x="-1123" y="161015"/>
                        <a:pt x="111" y="168418"/>
                        <a:pt x="2579" y="165950"/>
                      </a:cubicBezTo>
                      <a:cubicBezTo>
                        <a:pt x="9982" y="162249"/>
                        <a:pt x="17385" y="156080"/>
                        <a:pt x="23554" y="148677"/>
                      </a:cubicBezTo>
                      <a:cubicBezTo>
                        <a:pt x="27256" y="152378"/>
                        <a:pt x="33425" y="153612"/>
                        <a:pt x="39594" y="151144"/>
                      </a:cubicBezTo>
                      <a:cubicBezTo>
                        <a:pt x="51932" y="144975"/>
                        <a:pt x="54400" y="128935"/>
                        <a:pt x="54400" y="114129"/>
                      </a:cubicBezTo>
                      <a:cubicBezTo>
                        <a:pt x="58101" y="120298"/>
                        <a:pt x="64271" y="126468"/>
                        <a:pt x="71674" y="122766"/>
                      </a:cubicBezTo>
                      <a:cubicBezTo>
                        <a:pt x="82778" y="119065"/>
                        <a:pt x="81544" y="103025"/>
                        <a:pt x="84012" y="91920"/>
                      </a:cubicBezTo>
                      <a:cubicBezTo>
                        <a:pt x="87713" y="99324"/>
                        <a:pt x="93883" y="107960"/>
                        <a:pt x="101286" y="103025"/>
                      </a:cubicBezTo>
                      <a:cubicBezTo>
                        <a:pt x="104987" y="100557"/>
                        <a:pt x="106221" y="94388"/>
                        <a:pt x="107455" y="89453"/>
                      </a:cubicBezTo>
                      <a:cubicBezTo>
                        <a:pt x="107455" y="88219"/>
                        <a:pt x="108688" y="79582"/>
                        <a:pt x="109922" y="78348"/>
                      </a:cubicBezTo>
                      <a:cubicBezTo>
                        <a:pt x="112390" y="75881"/>
                        <a:pt x="118559" y="85751"/>
                        <a:pt x="121027" y="86985"/>
                      </a:cubicBezTo>
                      <a:cubicBezTo>
                        <a:pt x="122261" y="88219"/>
                        <a:pt x="124728" y="88219"/>
                        <a:pt x="124728" y="86985"/>
                      </a:cubicBezTo>
                      <a:cubicBezTo>
                        <a:pt x="128430" y="78348"/>
                        <a:pt x="133365" y="67244"/>
                        <a:pt x="143236" y="79582"/>
                      </a:cubicBezTo>
                      <a:cubicBezTo>
                        <a:pt x="144470" y="82050"/>
                        <a:pt x="146937" y="79582"/>
                        <a:pt x="148171" y="78348"/>
                      </a:cubicBezTo>
                      <a:cubicBezTo>
                        <a:pt x="149405" y="73413"/>
                        <a:pt x="151873" y="58607"/>
                        <a:pt x="161743" y="69712"/>
                      </a:cubicBezTo>
                      <a:cubicBezTo>
                        <a:pt x="162977" y="70945"/>
                        <a:pt x="165445" y="70945"/>
                        <a:pt x="166679" y="68478"/>
                      </a:cubicBezTo>
                      <a:cubicBezTo>
                        <a:pt x="166679" y="66010"/>
                        <a:pt x="169146" y="49970"/>
                        <a:pt x="175316" y="59841"/>
                      </a:cubicBezTo>
                      <a:cubicBezTo>
                        <a:pt x="176549" y="61075"/>
                        <a:pt x="177783" y="62309"/>
                        <a:pt x="179017" y="61075"/>
                      </a:cubicBezTo>
                      <a:cubicBezTo>
                        <a:pt x="187654" y="52438"/>
                        <a:pt x="186420" y="37632"/>
                        <a:pt x="191355" y="26528"/>
                      </a:cubicBezTo>
                      <a:cubicBezTo>
                        <a:pt x="197524" y="32697"/>
                        <a:pt x="199992" y="45035"/>
                        <a:pt x="211097" y="41333"/>
                      </a:cubicBezTo>
                      <a:cubicBezTo>
                        <a:pt x="223435" y="36398"/>
                        <a:pt x="222201" y="22826"/>
                        <a:pt x="223435" y="11721"/>
                      </a:cubicBezTo>
                      <a:cubicBezTo>
                        <a:pt x="237007" y="28995"/>
                        <a:pt x="245644" y="48736"/>
                        <a:pt x="251813" y="69712"/>
                      </a:cubicBezTo>
                      <a:cubicBezTo>
                        <a:pt x="251813" y="78348"/>
                        <a:pt x="257982" y="75881"/>
                        <a:pt x="256748" y="69712"/>
                      </a:cubicBezTo>
                      <a:close/>
                    </a:path>
                  </a:pathLst>
                </a:custGeom>
                <a:solidFill>
                  <a:srgbClr val="000000"/>
                </a:solidFill>
                <a:ln w="12320"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974B05A0-1680-4FE5-AE20-C37140629F12}"/>
                    </a:ext>
                  </a:extLst>
                </p:cNvPr>
                <p:cNvSpPr/>
                <p:nvPr/>
              </p:nvSpPr>
              <p:spPr>
                <a:xfrm>
                  <a:off x="8582917" y="5235620"/>
                  <a:ext cx="97164" cy="56332"/>
                </a:xfrm>
                <a:custGeom>
                  <a:avLst/>
                  <a:gdLst>
                    <a:gd name="connsiteX0" fmla="*/ 96239 w 97164"/>
                    <a:gd name="connsiteY0" fmla="*/ 0 h 56332"/>
                    <a:gd name="connsiteX1" fmla="*/ 90070 w 97164"/>
                    <a:gd name="connsiteY1" fmla="*/ 11104 h 56332"/>
                    <a:gd name="connsiteX2" fmla="*/ 76498 w 97164"/>
                    <a:gd name="connsiteY2" fmla="*/ 4935 h 56332"/>
                    <a:gd name="connsiteX3" fmla="*/ 71562 w 97164"/>
                    <a:gd name="connsiteY3" fmla="*/ 14806 h 56332"/>
                    <a:gd name="connsiteX4" fmla="*/ 55522 w 97164"/>
                    <a:gd name="connsiteY4" fmla="*/ 12338 h 56332"/>
                    <a:gd name="connsiteX5" fmla="*/ 50587 w 97164"/>
                    <a:gd name="connsiteY5" fmla="*/ 27144 h 56332"/>
                    <a:gd name="connsiteX6" fmla="*/ 45652 w 97164"/>
                    <a:gd name="connsiteY6" fmla="*/ 23443 h 56332"/>
                    <a:gd name="connsiteX7" fmla="*/ 38249 w 97164"/>
                    <a:gd name="connsiteY7" fmla="*/ 28378 h 56332"/>
                    <a:gd name="connsiteX8" fmla="*/ 33313 w 97164"/>
                    <a:gd name="connsiteY8" fmla="*/ 46885 h 56332"/>
                    <a:gd name="connsiteX9" fmla="*/ 14806 w 97164"/>
                    <a:gd name="connsiteY9" fmla="*/ 32079 h 56332"/>
                    <a:gd name="connsiteX10" fmla="*/ 0 w 97164"/>
                    <a:gd name="connsiteY10" fmla="*/ 50587 h 56332"/>
                    <a:gd name="connsiteX11" fmla="*/ 4935 w 97164"/>
                    <a:gd name="connsiteY11" fmla="*/ 51821 h 56332"/>
                    <a:gd name="connsiteX12" fmla="*/ 16040 w 97164"/>
                    <a:gd name="connsiteY12" fmla="*/ 40716 h 56332"/>
                    <a:gd name="connsiteX13" fmla="*/ 32080 w 97164"/>
                    <a:gd name="connsiteY13" fmla="*/ 55522 h 56332"/>
                    <a:gd name="connsiteX14" fmla="*/ 35781 w 97164"/>
                    <a:gd name="connsiteY14" fmla="*/ 54289 h 56332"/>
                    <a:gd name="connsiteX15" fmla="*/ 39483 w 97164"/>
                    <a:gd name="connsiteY15" fmla="*/ 38249 h 56332"/>
                    <a:gd name="connsiteX16" fmla="*/ 43184 w 97164"/>
                    <a:gd name="connsiteY16" fmla="*/ 30846 h 56332"/>
                    <a:gd name="connsiteX17" fmla="*/ 48119 w 97164"/>
                    <a:gd name="connsiteY17" fmla="*/ 35781 h 56332"/>
                    <a:gd name="connsiteX18" fmla="*/ 51821 w 97164"/>
                    <a:gd name="connsiteY18" fmla="*/ 34547 h 56332"/>
                    <a:gd name="connsiteX19" fmla="*/ 54289 w 97164"/>
                    <a:gd name="connsiteY19" fmla="*/ 19741 h 56332"/>
                    <a:gd name="connsiteX20" fmla="*/ 64159 w 97164"/>
                    <a:gd name="connsiteY20" fmla="*/ 16040 h 56332"/>
                    <a:gd name="connsiteX21" fmla="*/ 71562 w 97164"/>
                    <a:gd name="connsiteY21" fmla="*/ 23443 h 56332"/>
                    <a:gd name="connsiteX22" fmla="*/ 75264 w 97164"/>
                    <a:gd name="connsiteY22" fmla="*/ 19741 h 56332"/>
                    <a:gd name="connsiteX23" fmla="*/ 80199 w 97164"/>
                    <a:gd name="connsiteY23" fmla="*/ 8637 h 56332"/>
                    <a:gd name="connsiteX24" fmla="*/ 90070 w 97164"/>
                    <a:gd name="connsiteY24" fmla="*/ 18507 h 56332"/>
                    <a:gd name="connsiteX25" fmla="*/ 92537 w 97164"/>
                    <a:gd name="connsiteY25" fmla="*/ 14806 h 56332"/>
                    <a:gd name="connsiteX26" fmla="*/ 96239 w 97164"/>
                    <a:gd name="connsiteY26" fmla="*/ 1234 h 56332"/>
                    <a:gd name="connsiteX27" fmla="*/ 96239 w 97164"/>
                    <a:gd name="connsiteY27" fmla="*/ 0 h 56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7164" h="56332">
                      <a:moveTo>
                        <a:pt x="96239" y="0"/>
                      </a:moveTo>
                      <a:cubicBezTo>
                        <a:pt x="91304" y="2467"/>
                        <a:pt x="90070" y="6169"/>
                        <a:pt x="90070" y="11104"/>
                      </a:cubicBezTo>
                      <a:cubicBezTo>
                        <a:pt x="86368" y="7403"/>
                        <a:pt x="81433" y="1234"/>
                        <a:pt x="76498" y="4935"/>
                      </a:cubicBezTo>
                      <a:cubicBezTo>
                        <a:pt x="72796" y="7403"/>
                        <a:pt x="71562" y="11104"/>
                        <a:pt x="71562" y="14806"/>
                      </a:cubicBezTo>
                      <a:cubicBezTo>
                        <a:pt x="67861" y="9871"/>
                        <a:pt x="61692" y="7403"/>
                        <a:pt x="55522" y="12338"/>
                      </a:cubicBezTo>
                      <a:cubicBezTo>
                        <a:pt x="50587" y="16040"/>
                        <a:pt x="50587" y="22209"/>
                        <a:pt x="50587" y="27144"/>
                      </a:cubicBezTo>
                      <a:cubicBezTo>
                        <a:pt x="49353" y="24677"/>
                        <a:pt x="48119" y="23443"/>
                        <a:pt x="45652" y="23443"/>
                      </a:cubicBezTo>
                      <a:cubicBezTo>
                        <a:pt x="41950" y="22209"/>
                        <a:pt x="39483" y="25910"/>
                        <a:pt x="38249" y="28378"/>
                      </a:cubicBezTo>
                      <a:cubicBezTo>
                        <a:pt x="35781" y="34547"/>
                        <a:pt x="34547" y="40716"/>
                        <a:pt x="33313" y="46885"/>
                      </a:cubicBezTo>
                      <a:cubicBezTo>
                        <a:pt x="28378" y="40716"/>
                        <a:pt x="22209" y="34547"/>
                        <a:pt x="14806" y="32079"/>
                      </a:cubicBezTo>
                      <a:cubicBezTo>
                        <a:pt x="3701" y="28378"/>
                        <a:pt x="1234" y="43184"/>
                        <a:pt x="0" y="50587"/>
                      </a:cubicBezTo>
                      <a:cubicBezTo>
                        <a:pt x="0" y="55522"/>
                        <a:pt x="4935" y="57990"/>
                        <a:pt x="4935" y="51821"/>
                      </a:cubicBezTo>
                      <a:cubicBezTo>
                        <a:pt x="6169" y="45652"/>
                        <a:pt x="7403" y="35781"/>
                        <a:pt x="16040" y="40716"/>
                      </a:cubicBezTo>
                      <a:cubicBezTo>
                        <a:pt x="22209" y="44418"/>
                        <a:pt x="27144" y="50587"/>
                        <a:pt x="32080" y="55522"/>
                      </a:cubicBezTo>
                      <a:cubicBezTo>
                        <a:pt x="33313" y="56756"/>
                        <a:pt x="35781" y="56756"/>
                        <a:pt x="35781" y="54289"/>
                      </a:cubicBezTo>
                      <a:cubicBezTo>
                        <a:pt x="37015" y="49353"/>
                        <a:pt x="38249" y="43184"/>
                        <a:pt x="39483" y="38249"/>
                      </a:cubicBezTo>
                      <a:cubicBezTo>
                        <a:pt x="39483" y="35781"/>
                        <a:pt x="40716" y="32079"/>
                        <a:pt x="43184" y="30846"/>
                      </a:cubicBezTo>
                      <a:cubicBezTo>
                        <a:pt x="45652" y="29612"/>
                        <a:pt x="48119" y="34547"/>
                        <a:pt x="48119" y="35781"/>
                      </a:cubicBezTo>
                      <a:cubicBezTo>
                        <a:pt x="49353" y="38249"/>
                        <a:pt x="51821" y="37015"/>
                        <a:pt x="51821" y="34547"/>
                      </a:cubicBezTo>
                      <a:cubicBezTo>
                        <a:pt x="53055" y="29612"/>
                        <a:pt x="51821" y="23443"/>
                        <a:pt x="54289" y="19741"/>
                      </a:cubicBezTo>
                      <a:cubicBezTo>
                        <a:pt x="55522" y="16040"/>
                        <a:pt x="60458" y="14806"/>
                        <a:pt x="64159" y="16040"/>
                      </a:cubicBezTo>
                      <a:cubicBezTo>
                        <a:pt x="67861" y="17274"/>
                        <a:pt x="69095" y="20975"/>
                        <a:pt x="71562" y="23443"/>
                      </a:cubicBezTo>
                      <a:cubicBezTo>
                        <a:pt x="74030" y="25910"/>
                        <a:pt x="75264" y="22209"/>
                        <a:pt x="75264" y="19741"/>
                      </a:cubicBezTo>
                      <a:cubicBezTo>
                        <a:pt x="75264" y="16040"/>
                        <a:pt x="74030" y="6169"/>
                        <a:pt x="80199" y="8637"/>
                      </a:cubicBezTo>
                      <a:cubicBezTo>
                        <a:pt x="83900" y="9871"/>
                        <a:pt x="86368" y="16040"/>
                        <a:pt x="90070" y="18507"/>
                      </a:cubicBezTo>
                      <a:cubicBezTo>
                        <a:pt x="92537" y="19741"/>
                        <a:pt x="92537" y="16040"/>
                        <a:pt x="92537" y="14806"/>
                      </a:cubicBezTo>
                      <a:cubicBezTo>
                        <a:pt x="92537" y="9871"/>
                        <a:pt x="93771" y="6169"/>
                        <a:pt x="96239" y="1234"/>
                      </a:cubicBezTo>
                      <a:cubicBezTo>
                        <a:pt x="97473" y="1234"/>
                        <a:pt x="97473" y="0"/>
                        <a:pt x="96239" y="0"/>
                      </a:cubicBezTo>
                      <a:close/>
                    </a:path>
                  </a:pathLst>
                </a:custGeom>
                <a:solidFill>
                  <a:srgbClr val="000000"/>
                </a:solidFill>
                <a:ln w="12320"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C946E660-8A18-4EB5-A147-9C574B7D8F4A}"/>
                    </a:ext>
                  </a:extLst>
                </p:cNvPr>
                <p:cNvSpPr/>
                <p:nvPr/>
              </p:nvSpPr>
              <p:spPr>
                <a:xfrm>
                  <a:off x="8713218" y="5053191"/>
                  <a:ext cx="268619" cy="179961"/>
                </a:xfrm>
                <a:custGeom>
                  <a:avLst/>
                  <a:gdLst>
                    <a:gd name="connsiteX0" fmla="*/ 237382 w 268619"/>
                    <a:gd name="connsiteY0" fmla="*/ 1056 h 179961"/>
                    <a:gd name="connsiteX1" fmla="*/ 233680 w 268619"/>
                    <a:gd name="connsiteY1" fmla="*/ 2290 h 179961"/>
                    <a:gd name="connsiteX2" fmla="*/ 231213 w 268619"/>
                    <a:gd name="connsiteY2" fmla="*/ 31902 h 179961"/>
                    <a:gd name="connsiteX3" fmla="*/ 220108 w 268619"/>
                    <a:gd name="connsiteY3" fmla="*/ 43006 h 179961"/>
                    <a:gd name="connsiteX4" fmla="*/ 205302 w 268619"/>
                    <a:gd name="connsiteY4" fmla="*/ 36837 h 179961"/>
                    <a:gd name="connsiteX5" fmla="*/ 185561 w 268619"/>
                    <a:gd name="connsiteY5" fmla="*/ 60280 h 179961"/>
                    <a:gd name="connsiteX6" fmla="*/ 173223 w 268619"/>
                    <a:gd name="connsiteY6" fmla="*/ 63981 h 179961"/>
                    <a:gd name="connsiteX7" fmla="*/ 155949 w 268619"/>
                    <a:gd name="connsiteY7" fmla="*/ 75086 h 179961"/>
                    <a:gd name="connsiteX8" fmla="*/ 141143 w 268619"/>
                    <a:gd name="connsiteY8" fmla="*/ 72618 h 179961"/>
                    <a:gd name="connsiteX9" fmla="*/ 136208 w 268619"/>
                    <a:gd name="connsiteY9" fmla="*/ 93593 h 179961"/>
                    <a:gd name="connsiteX10" fmla="*/ 115232 w 268619"/>
                    <a:gd name="connsiteY10" fmla="*/ 86190 h 179961"/>
                    <a:gd name="connsiteX11" fmla="*/ 106595 w 268619"/>
                    <a:gd name="connsiteY11" fmla="*/ 112101 h 179961"/>
                    <a:gd name="connsiteX12" fmla="*/ 93024 w 268619"/>
                    <a:gd name="connsiteY12" fmla="*/ 103464 h 179961"/>
                    <a:gd name="connsiteX13" fmla="*/ 90556 w 268619"/>
                    <a:gd name="connsiteY13" fmla="*/ 104698 h 179961"/>
                    <a:gd name="connsiteX14" fmla="*/ 86854 w 268619"/>
                    <a:gd name="connsiteY14" fmla="*/ 112101 h 179961"/>
                    <a:gd name="connsiteX15" fmla="*/ 80685 w 268619"/>
                    <a:gd name="connsiteY15" fmla="*/ 120738 h 179961"/>
                    <a:gd name="connsiteX16" fmla="*/ 68347 w 268619"/>
                    <a:gd name="connsiteY16" fmla="*/ 112101 h 179961"/>
                    <a:gd name="connsiteX17" fmla="*/ 64645 w 268619"/>
                    <a:gd name="connsiteY17" fmla="*/ 112101 h 179961"/>
                    <a:gd name="connsiteX18" fmla="*/ 59710 w 268619"/>
                    <a:gd name="connsiteY18" fmla="*/ 125673 h 179961"/>
                    <a:gd name="connsiteX19" fmla="*/ 43670 w 268619"/>
                    <a:gd name="connsiteY19" fmla="*/ 125673 h 179961"/>
                    <a:gd name="connsiteX20" fmla="*/ 38735 w 268619"/>
                    <a:gd name="connsiteY20" fmla="*/ 128141 h 179961"/>
                    <a:gd name="connsiteX21" fmla="*/ 36267 w 268619"/>
                    <a:gd name="connsiteY21" fmla="*/ 145415 h 179961"/>
                    <a:gd name="connsiteX22" fmla="*/ 11591 w 268619"/>
                    <a:gd name="connsiteY22" fmla="*/ 136778 h 179961"/>
                    <a:gd name="connsiteX23" fmla="*/ 6655 w 268619"/>
                    <a:gd name="connsiteY23" fmla="*/ 138011 h 179961"/>
                    <a:gd name="connsiteX24" fmla="*/ 1720 w 268619"/>
                    <a:gd name="connsiteY24" fmla="*/ 173793 h 179961"/>
                    <a:gd name="connsiteX25" fmla="*/ 2954 w 268619"/>
                    <a:gd name="connsiteY25" fmla="*/ 179962 h 179961"/>
                    <a:gd name="connsiteX26" fmla="*/ 12824 w 268619"/>
                    <a:gd name="connsiteY26" fmla="*/ 150350 h 179961"/>
                    <a:gd name="connsiteX27" fmla="*/ 35033 w 268619"/>
                    <a:gd name="connsiteY27" fmla="*/ 161454 h 179961"/>
                    <a:gd name="connsiteX28" fmla="*/ 44904 w 268619"/>
                    <a:gd name="connsiteY28" fmla="*/ 139245 h 179961"/>
                    <a:gd name="connsiteX29" fmla="*/ 60944 w 268619"/>
                    <a:gd name="connsiteY29" fmla="*/ 141713 h 179961"/>
                    <a:gd name="connsiteX30" fmla="*/ 69580 w 268619"/>
                    <a:gd name="connsiteY30" fmla="*/ 121971 h 179961"/>
                    <a:gd name="connsiteX31" fmla="*/ 83153 w 268619"/>
                    <a:gd name="connsiteY31" fmla="*/ 130608 h 179961"/>
                    <a:gd name="connsiteX32" fmla="*/ 85620 w 268619"/>
                    <a:gd name="connsiteY32" fmla="*/ 129374 h 179961"/>
                    <a:gd name="connsiteX33" fmla="*/ 90556 w 268619"/>
                    <a:gd name="connsiteY33" fmla="*/ 118270 h 179961"/>
                    <a:gd name="connsiteX34" fmla="*/ 106595 w 268619"/>
                    <a:gd name="connsiteY34" fmla="*/ 119504 h 179961"/>
                    <a:gd name="connsiteX35" fmla="*/ 109063 w 268619"/>
                    <a:gd name="connsiteY35" fmla="*/ 118270 h 179961"/>
                    <a:gd name="connsiteX36" fmla="*/ 117700 w 268619"/>
                    <a:gd name="connsiteY36" fmla="*/ 93593 h 179961"/>
                    <a:gd name="connsiteX37" fmla="*/ 136208 w 268619"/>
                    <a:gd name="connsiteY37" fmla="*/ 104698 h 179961"/>
                    <a:gd name="connsiteX38" fmla="*/ 139909 w 268619"/>
                    <a:gd name="connsiteY38" fmla="*/ 103464 h 179961"/>
                    <a:gd name="connsiteX39" fmla="*/ 141143 w 268619"/>
                    <a:gd name="connsiteY39" fmla="*/ 92359 h 179961"/>
                    <a:gd name="connsiteX40" fmla="*/ 152247 w 268619"/>
                    <a:gd name="connsiteY40" fmla="*/ 83723 h 179961"/>
                    <a:gd name="connsiteX41" fmla="*/ 155949 w 268619"/>
                    <a:gd name="connsiteY41" fmla="*/ 87424 h 179961"/>
                    <a:gd name="connsiteX42" fmla="*/ 159650 w 268619"/>
                    <a:gd name="connsiteY42" fmla="*/ 83723 h 179961"/>
                    <a:gd name="connsiteX43" fmla="*/ 171989 w 268619"/>
                    <a:gd name="connsiteY43" fmla="*/ 73852 h 179961"/>
                    <a:gd name="connsiteX44" fmla="*/ 175690 w 268619"/>
                    <a:gd name="connsiteY44" fmla="*/ 71385 h 179961"/>
                    <a:gd name="connsiteX45" fmla="*/ 185561 w 268619"/>
                    <a:gd name="connsiteY45" fmla="*/ 68917 h 179961"/>
                    <a:gd name="connsiteX46" fmla="*/ 188028 w 268619"/>
                    <a:gd name="connsiteY46" fmla="*/ 67683 h 179961"/>
                    <a:gd name="connsiteX47" fmla="*/ 191730 w 268619"/>
                    <a:gd name="connsiteY47" fmla="*/ 51643 h 179961"/>
                    <a:gd name="connsiteX48" fmla="*/ 202835 w 268619"/>
                    <a:gd name="connsiteY48" fmla="*/ 44240 h 179961"/>
                    <a:gd name="connsiteX49" fmla="*/ 209004 w 268619"/>
                    <a:gd name="connsiteY49" fmla="*/ 49175 h 179961"/>
                    <a:gd name="connsiteX50" fmla="*/ 227511 w 268619"/>
                    <a:gd name="connsiteY50" fmla="*/ 49175 h 179961"/>
                    <a:gd name="connsiteX51" fmla="*/ 236148 w 268619"/>
                    <a:gd name="connsiteY51" fmla="*/ 10926 h 179961"/>
                    <a:gd name="connsiteX52" fmla="*/ 264526 w 268619"/>
                    <a:gd name="connsiteY52" fmla="*/ 59046 h 179961"/>
                    <a:gd name="connsiteX53" fmla="*/ 268228 w 268619"/>
                    <a:gd name="connsiteY53" fmla="*/ 57812 h 179961"/>
                    <a:gd name="connsiteX54" fmla="*/ 237382 w 268619"/>
                    <a:gd name="connsiteY54" fmla="*/ 1056 h 179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68619" h="179961">
                      <a:moveTo>
                        <a:pt x="237382" y="1056"/>
                      </a:moveTo>
                      <a:cubicBezTo>
                        <a:pt x="236148" y="-1412"/>
                        <a:pt x="233680" y="1056"/>
                        <a:pt x="233680" y="2290"/>
                      </a:cubicBezTo>
                      <a:cubicBezTo>
                        <a:pt x="233680" y="12160"/>
                        <a:pt x="233680" y="22031"/>
                        <a:pt x="231213" y="31902"/>
                      </a:cubicBezTo>
                      <a:cubicBezTo>
                        <a:pt x="229979" y="36837"/>
                        <a:pt x="226277" y="43006"/>
                        <a:pt x="220108" y="43006"/>
                      </a:cubicBezTo>
                      <a:cubicBezTo>
                        <a:pt x="213939" y="43006"/>
                        <a:pt x="210238" y="38071"/>
                        <a:pt x="205302" y="36837"/>
                      </a:cubicBezTo>
                      <a:cubicBezTo>
                        <a:pt x="190496" y="30668"/>
                        <a:pt x="185561" y="49175"/>
                        <a:pt x="185561" y="60280"/>
                      </a:cubicBezTo>
                      <a:cubicBezTo>
                        <a:pt x="180625" y="57812"/>
                        <a:pt x="175690" y="59046"/>
                        <a:pt x="173223" y="63981"/>
                      </a:cubicBezTo>
                      <a:cubicBezTo>
                        <a:pt x="164586" y="56578"/>
                        <a:pt x="158417" y="65215"/>
                        <a:pt x="155949" y="75086"/>
                      </a:cubicBezTo>
                      <a:cubicBezTo>
                        <a:pt x="151013" y="70151"/>
                        <a:pt x="147312" y="66449"/>
                        <a:pt x="141143" y="72618"/>
                      </a:cubicBezTo>
                      <a:cubicBezTo>
                        <a:pt x="134974" y="77554"/>
                        <a:pt x="136208" y="86190"/>
                        <a:pt x="136208" y="93593"/>
                      </a:cubicBezTo>
                      <a:cubicBezTo>
                        <a:pt x="130039" y="87424"/>
                        <a:pt x="123869" y="80021"/>
                        <a:pt x="115232" y="86190"/>
                      </a:cubicBezTo>
                      <a:cubicBezTo>
                        <a:pt x="106595" y="92359"/>
                        <a:pt x="107829" y="103464"/>
                        <a:pt x="106595" y="112101"/>
                      </a:cubicBezTo>
                      <a:cubicBezTo>
                        <a:pt x="101660" y="109633"/>
                        <a:pt x="97959" y="107166"/>
                        <a:pt x="93024" y="103464"/>
                      </a:cubicBezTo>
                      <a:cubicBezTo>
                        <a:pt x="91790" y="103464"/>
                        <a:pt x="91790" y="103464"/>
                        <a:pt x="90556" y="104698"/>
                      </a:cubicBezTo>
                      <a:cubicBezTo>
                        <a:pt x="89322" y="107166"/>
                        <a:pt x="88088" y="109633"/>
                        <a:pt x="86854" y="112101"/>
                      </a:cubicBezTo>
                      <a:cubicBezTo>
                        <a:pt x="86854" y="115802"/>
                        <a:pt x="84387" y="118270"/>
                        <a:pt x="80685" y="120738"/>
                      </a:cubicBezTo>
                      <a:cubicBezTo>
                        <a:pt x="75750" y="118270"/>
                        <a:pt x="72048" y="115802"/>
                        <a:pt x="68347" y="112101"/>
                      </a:cubicBezTo>
                      <a:cubicBezTo>
                        <a:pt x="67113" y="110867"/>
                        <a:pt x="65879" y="110867"/>
                        <a:pt x="64645" y="112101"/>
                      </a:cubicBezTo>
                      <a:cubicBezTo>
                        <a:pt x="62178" y="115802"/>
                        <a:pt x="62178" y="120738"/>
                        <a:pt x="59710" y="125673"/>
                      </a:cubicBezTo>
                      <a:cubicBezTo>
                        <a:pt x="56009" y="134310"/>
                        <a:pt x="51073" y="131842"/>
                        <a:pt x="43670" y="125673"/>
                      </a:cubicBezTo>
                      <a:cubicBezTo>
                        <a:pt x="41202" y="123205"/>
                        <a:pt x="38735" y="125673"/>
                        <a:pt x="38735" y="128141"/>
                      </a:cubicBezTo>
                      <a:cubicBezTo>
                        <a:pt x="37501" y="133076"/>
                        <a:pt x="38735" y="139245"/>
                        <a:pt x="36267" y="145415"/>
                      </a:cubicBezTo>
                      <a:cubicBezTo>
                        <a:pt x="30098" y="161454"/>
                        <a:pt x="15292" y="144181"/>
                        <a:pt x="11591" y="136778"/>
                      </a:cubicBezTo>
                      <a:cubicBezTo>
                        <a:pt x="10357" y="134310"/>
                        <a:pt x="6655" y="135544"/>
                        <a:pt x="6655" y="138011"/>
                      </a:cubicBezTo>
                      <a:cubicBezTo>
                        <a:pt x="6655" y="146648"/>
                        <a:pt x="12824" y="170091"/>
                        <a:pt x="1720" y="173793"/>
                      </a:cubicBezTo>
                      <a:cubicBezTo>
                        <a:pt x="-748" y="175026"/>
                        <a:pt x="-748" y="179962"/>
                        <a:pt x="2954" y="179962"/>
                      </a:cubicBezTo>
                      <a:cubicBezTo>
                        <a:pt x="14058" y="176260"/>
                        <a:pt x="14058" y="162688"/>
                        <a:pt x="12824" y="150350"/>
                      </a:cubicBezTo>
                      <a:cubicBezTo>
                        <a:pt x="17760" y="157753"/>
                        <a:pt x="26396" y="165156"/>
                        <a:pt x="35033" y="161454"/>
                      </a:cubicBezTo>
                      <a:cubicBezTo>
                        <a:pt x="43670" y="157753"/>
                        <a:pt x="43670" y="147882"/>
                        <a:pt x="44904" y="139245"/>
                      </a:cubicBezTo>
                      <a:cubicBezTo>
                        <a:pt x="49839" y="142947"/>
                        <a:pt x="54775" y="145415"/>
                        <a:pt x="60944" y="141713"/>
                      </a:cubicBezTo>
                      <a:cubicBezTo>
                        <a:pt x="65879" y="138011"/>
                        <a:pt x="68347" y="129374"/>
                        <a:pt x="69580" y="121971"/>
                      </a:cubicBezTo>
                      <a:cubicBezTo>
                        <a:pt x="74516" y="125673"/>
                        <a:pt x="78217" y="128141"/>
                        <a:pt x="83153" y="130608"/>
                      </a:cubicBezTo>
                      <a:cubicBezTo>
                        <a:pt x="84387" y="130608"/>
                        <a:pt x="84387" y="130608"/>
                        <a:pt x="85620" y="129374"/>
                      </a:cubicBezTo>
                      <a:cubicBezTo>
                        <a:pt x="88088" y="125673"/>
                        <a:pt x="88088" y="121971"/>
                        <a:pt x="90556" y="118270"/>
                      </a:cubicBezTo>
                      <a:cubicBezTo>
                        <a:pt x="95491" y="109633"/>
                        <a:pt x="100426" y="117036"/>
                        <a:pt x="106595" y="119504"/>
                      </a:cubicBezTo>
                      <a:cubicBezTo>
                        <a:pt x="107829" y="119504"/>
                        <a:pt x="109063" y="118270"/>
                        <a:pt x="109063" y="118270"/>
                      </a:cubicBezTo>
                      <a:cubicBezTo>
                        <a:pt x="110297" y="110867"/>
                        <a:pt x="110297" y="96061"/>
                        <a:pt x="117700" y="93593"/>
                      </a:cubicBezTo>
                      <a:cubicBezTo>
                        <a:pt x="125103" y="91126"/>
                        <a:pt x="131272" y="99763"/>
                        <a:pt x="136208" y="104698"/>
                      </a:cubicBezTo>
                      <a:cubicBezTo>
                        <a:pt x="137441" y="105932"/>
                        <a:pt x="139909" y="105932"/>
                        <a:pt x="139909" y="103464"/>
                      </a:cubicBezTo>
                      <a:cubicBezTo>
                        <a:pt x="141143" y="99763"/>
                        <a:pt x="139909" y="94827"/>
                        <a:pt x="141143" y="92359"/>
                      </a:cubicBezTo>
                      <a:cubicBezTo>
                        <a:pt x="142377" y="88658"/>
                        <a:pt x="149780" y="82489"/>
                        <a:pt x="152247" y="83723"/>
                      </a:cubicBezTo>
                      <a:cubicBezTo>
                        <a:pt x="152247" y="83723"/>
                        <a:pt x="157183" y="88658"/>
                        <a:pt x="155949" y="87424"/>
                      </a:cubicBezTo>
                      <a:cubicBezTo>
                        <a:pt x="158417" y="89892"/>
                        <a:pt x="159650" y="84956"/>
                        <a:pt x="159650" y="83723"/>
                      </a:cubicBezTo>
                      <a:cubicBezTo>
                        <a:pt x="158417" y="76320"/>
                        <a:pt x="162118" y="72618"/>
                        <a:pt x="171989" y="73852"/>
                      </a:cubicBezTo>
                      <a:cubicBezTo>
                        <a:pt x="174456" y="76320"/>
                        <a:pt x="175690" y="73852"/>
                        <a:pt x="175690" y="71385"/>
                      </a:cubicBezTo>
                      <a:cubicBezTo>
                        <a:pt x="178158" y="65215"/>
                        <a:pt x="180625" y="65215"/>
                        <a:pt x="185561" y="68917"/>
                      </a:cubicBezTo>
                      <a:cubicBezTo>
                        <a:pt x="186795" y="70151"/>
                        <a:pt x="188028" y="68917"/>
                        <a:pt x="188028" y="67683"/>
                      </a:cubicBezTo>
                      <a:cubicBezTo>
                        <a:pt x="189262" y="62748"/>
                        <a:pt x="189262" y="56578"/>
                        <a:pt x="191730" y="51643"/>
                      </a:cubicBezTo>
                      <a:cubicBezTo>
                        <a:pt x="192964" y="46708"/>
                        <a:pt x="197899" y="41772"/>
                        <a:pt x="202835" y="44240"/>
                      </a:cubicBezTo>
                      <a:cubicBezTo>
                        <a:pt x="205302" y="44240"/>
                        <a:pt x="207770" y="47941"/>
                        <a:pt x="209004" y="49175"/>
                      </a:cubicBezTo>
                      <a:cubicBezTo>
                        <a:pt x="215173" y="52877"/>
                        <a:pt x="221342" y="54111"/>
                        <a:pt x="227511" y="49175"/>
                      </a:cubicBezTo>
                      <a:cubicBezTo>
                        <a:pt x="237382" y="41772"/>
                        <a:pt x="236148" y="24499"/>
                        <a:pt x="236148" y="10926"/>
                      </a:cubicBezTo>
                      <a:cubicBezTo>
                        <a:pt x="247253" y="25733"/>
                        <a:pt x="262058" y="40539"/>
                        <a:pt x="264526" y="59046"/>
                      </a:cubicBezTo>
                      <a:cubicBezTo>
                        <a:pt x="264526" y="62748"/>
                        <a:pt x="268228" y="61514"/>
                        <a:pt x="268228" y="57812"/>
                      </a:cubicBezTo>
                      <a:cubicBezTo>
                        <a:pt x="271929" y="34370"/>
                        <a:pt x="248486" y="17096"/>
                        <a:pt x="237382" y="1056"/>
                      </a:cubicBezTo>
                      <a:close/>
                    </a:path>
                  </a:pathLst>
                </a:custGeom>
                <a:solidFill>
                  <a:srgbClr val="000000"/>
                </a:solidFill>
                <a:ln w="12320" cap="flat">
                  <a:noFill/>
                  <a:prstDash val="solid"/>
                  <a:miter/>
                </a:ln>
              </p:spPr>
              <p:txBody>
                <a:bodyPr rtlCol="0" anchor="ctr"/>
                <a:lstStyle/>
                <a:p>
                  <a:endParaRPr lang="en-US"/>
                </a:p>
              </p:txBody>
            </p:sp>
          </p:grpSp>
          <p:grpSp>
            <p:nvGrpSpPr>
              <p:cNvPr id="243" name="Graphic 6">
                <a:extLst>
                  <a:ext uri="{FF2B5EF4-FFF2-40B4-BE49-F238E27FC236}">
                    <a16:creationId xmlns:a16="http://schemas.microsoft.com/office/drawing/2014/main" id="{31113BDC-2845-441C-B626-57D5D70A544F}"/>
                  </a:ext>
                </a:extLst>
              </p:cNvPr>
              <p:cNvGrpSpPr/>
              <p:nvPr/>
            </p:nvGrpSpPr>
            <p:grpSpPr>
              <a:xfrm>
                <a:off x="8618699" y="3937011"/>
                <a:ext cx="1216990" cy="705752"/>
                <a:chOff x="8618699" y="3937011"/>
                <a:chExt cx="1216990" cy="705752"/>
              </a:xfrm>
              <a:solidFill>
                <a:srgbClr val="000000"/>
              </a:solidFill>
            </p:grpSpPr>
            <p:sp>
              <p:nvSpPr>
                <p:cNvPr id="244" name="Freeform: Shape 243">
                  <a:extLst>
                    <a:ext uri="{FF2B5EF4-FFF2-40B4-BE49-F238E27FC236}">
                      <a16:creationId xmlns:a16="http://schemas.microsoft.com/office/drawing/2014/main" id="{C94E421D-FA5E-45EB-865F-AC768A8106E3}"/>
                    </a:ext>
                  </a:extLst>
                </p:cNvPr>
                <p:cNvSpPr/>
                <p:nvPr/>
              </p:nvSpPr>
              <p:spPr>
                <a:xfrm>
                  <a:off x="8618699" y="3937011"/>
                  <a:ext cx="698807" cy="403357"/>
                </a:xfrm>
                <a:custGeom>
                  <a:avLst/>
                  <a:gdLst>
                    <a:gd name="connsiteX0" fmla="*/ 698349 w 698807"/>
                    <a:gd name="connsiteY0" fmla="*/ 1851 h 403357"/>
                    <a:gd name="connsiteX1" fmla="*/ 694648 w 698807"/>
                    <a:gd name="connsiteY1" fmla="*/ 1851 h 403357"/>
                    <a:gd name="connsiteX2" fmla="*/ 673673 w 698807"/>
                    <a:gd name="connsiteY2" fmla="*/ 20358 h 403357"/>
                    <a:gd name="connsiteX3" fmla="*/ 650230 w 698807"/>
                    <a:gd name="connsiteY3" fmla="*/ 20358 h 403357"/>
                    <a:gd name="connsiteX4" fmla="*/ 647762 w 698807"/>
                    <a:gd name="connsiteY4" fmla="*/ 22826 h 403357"/>
                    <a:gd name="connsiteX5" fmla="*/ 641593 w 698807"/>
                    <a:gd name="connsiteY5" fmla="*/ 43801 h 403357"/>
                    <a:gd name="connsiteX6" fmla="*/ 624319 w 698807"/>
                    <a:gd name="connsiteY6" fmla="*/ 41333 h 403357"/>
                    <a:gd name="connsiteX7" fmla="*/ 609513 w 698807"/>
                    <a:gd name="connsiteY7" fmla="*/ 58607 h 403357"/>
                    <a:gd name="connsiteX8" fmla="*/ 605812 w 698807"/>
                    <a:gd name="connsiteY8" fmla="*/ 58607 h 403357"/>
                    <a:gd name="connsiteX9" fmla="*/ 583603 w 698807"/>
                    <a:gd name="connsiteY9" fmla="*/ 63542 h 403357"/>
                    <a:gd name="connsiteX10" fmla="*/ 577434 w 698807"/>
                    <a:gd name="connsiteY10" fmla="*/ 51204 h 403357"/>
                    <a:gd name="connsiteX11" fmla="*/ 573732 w 698807"/>
                    <a:gd name="connsiteY11" fmla="*/ 54906 h 403357"/>
                    <a:gd name="connsiteX12" fmla="*/ 577434 w 698807"/>
                    <a:gd name="connsiteY12" fmla="*/ 64776 h 403357"/>
                    <a:gd name="connsiteX13" fmla="*/ 570031 w 698807"/>
                    <a:gd name="connsiteY13" fmla="*/ 93154 h 403357"/>
                    <a:gd name="connsiteX14" fmla="*/ 539185 w 698807"/>
                    <a:gd name="connsiteY14" fmla="*/ 69712 h 403357"/>
                    <a:gd name="connsiteX15" fmla="*/ 539185 w 698807"/>
                    <a:gd name="connsiteY15" fmla="*/ 69712 h 403357"/>
                    <a:gd name="connsiteX16" fmla="*/ 539185 w 698807"/>
                    <a:gd name="connsiteY16" fmla="*/ 68478 h 403357"/>
                    <a:gd name="connsiteX17" fmla="*/ 534249 w 698807"/>
                    <a:gd name="connsiteY17" fmla="*/ 70945 h 403357"/>
                    <a:gd name="connsiteX18" fmla="*/ 534249 w 698807"/>
                    <a:gd name="connsiteY18" fmla="*/ 72179 h 403357"/>
                    <a:gd name="connsiteX19" fmla="*/ 529314 w 698807"/>
                    <a:gd name="connsiteY19" fmla="*/ 103025 h 403357"/>
                    <a:gd name="connsiteX20" fmla="*/ 505871 w 698807"/>
                    <a:gd name="connsiteY20" fmla="*/ 100557 h 403357"/>
                    <a:gd name="connsiteX21" fmla="*/ 502170 w 698807"/>
                    <a:gd name="connsiteY21" fmla="*/ 103025 h 403357"/>
                    <a:gd name="connsiteX22" fmla="*/ 476259 w 698807"/>
                    <a:gd name="connsiteY22" fmla="*/ 120299 h 403357"/>
                    <a:gd name="connsiteX23" fmla="*/ 471324 w 698807"/>
                    <a:gd name="connsiteY23" fmla="*/ 121533 h 403357"/>
                    <a:gd name="connsiteX24" fmla="*/ 466389 w 698807"/>
                    <a:gd name="connsiteY24" fmla="*/ 138806 h 403357"/>
                    <a:gd name="connsiteX25" fmla="*/ 462687 w 698807"/>
                    <a:gd name="connsiteY25" fmla="*/ 151145 h 403357"/>
                    <a:gd name="connsiteX26" fmla="*/ 456518 w 698807"/>
                    <a:gd name="connsiteY26" fmla="*/ 153612 h 403357"/>
                    <a:gd name="connsiteX27" fmla="*/ 440478 w 698807"/>
                    <a:gd name="connsiteY27" fmla="*/ 142508 h 403357"/>
                    <a:gd name="connsiteX28" fmla="*/ 430608 w 698807"/>
                    <a:gd name="connsiteY28" fmla="*/ 165950 h 403357"/>
                    <a:gd name="connsiteX29" fmla="*/ 413334 w 698807"/>
                    <a:gd name="connsiteY29" fmla="*/ 163483 h 403357"/>
                    <a:gd name="connsiteX30" fmla="*/ 404697 w 698807"/>
                    <a:gd name="connsiteY30" fmla="*/ 181990 h 403357"/>
                    <a:gd name="connsiteX31" fmla="*/ 388657 w 698807"/>
                    <a:gd name="connsiteY31" fmla="*/ 177055 h 403357"/>
                    <a:gd name="connsiteX32" fmla="*/ 378787 w 698807"/>
                    <a:gd name="connsiteY32" fmla="*/ 198030 h 403357"/>
                    <a:gd name="connsiteX33" fmla="*/ 362747 w 698807"/>
                    <a:gd name="connsiteY33" fmla="*/ 184458 h 403357"/>
                    <a:gd name="connsiteX34" fmla="*/ 359045 w 698807"/>
                    <a:gd name="connsiteY34" fmla="*/ 186926 h 403357"/>
                    <a:gd name="connsiteX35" fmla="*/ 357811 w 698807"/>
                    <a:gd name="connsiteY35" fmla="*/ 212836 h 403357"/>
                    <a:gd name="connsiteX36" fmla="*/ 331901 w 698807"/>
                    <a:gd name="connsiteY36" fmla="*/ 194329 h 403357"/>
                    <a:gd name="connsiteX37" fmla="*/ 325732 w 698807"/>
                    <a:gd name="connsiteY37" fmla="*/ 195563 h 403357"/>
                    <a:gd name="connsiteX38" fmla="*/ 308458 w 698807"/>
                    <a:gd name="connsiteY38" fmla="*/ 247383 h 403357"/>
                    <a:gd name="connsiteX39" fmla="*/ 298588 w 698807"/>
                    <a:gd name="connsiteY39" fmla="*/ 243682 h 403357"/>
                    <a:gd name="connsiteX40" fmla="*/ 272677 w 698807"/>
                    <a:gd name="connsiteY40" fmla="*/ 188159 h 403357"/>
                    <a:gd name="connsiteX41" fmla="*/ 268975 w 698807"/>
                    <a:gd name="connsiteY41" fmla="*/ 189393 h 403357"/>
                    <a:gd name="connsiteX42" fmla="*/ 289951 w 698807"/>
                    <a:gd name="connsiteY42" fmla="*/ 247383 h 403357"/>
                    <a:gd name="connsiteX43" fmla="*/ 283782 w 698807"/>
                    <a:gd name="connsiteY43" fmla="*/ 254787 h 403357"/>
                    <a:gd name="connsiteX44" fmla="*/ 260339 w 698807"/>
                    <a:gd name="connsiteY44" fmla="*/ 264657 h 403357"/>
                    <a:gd name="connsiteX45" fmla="*/ 251702 w 698807"/>
                    <a:gd name="connsiteY45" fmla="*/ 274528 h 403357"/>
                    <a:gd name="connsiteX46" fmla="*/ 238130 w 698807"/>
                    <a:gd name="connsiteY46" fmla="*/ 272060 h 403357"/>
                    <a:gd name="connsiteX47" fmla="*/ 231960 w 698807"/>
                    <a:gd name="connsiteY47" fmla="*/ 264657 h 403357"/>
                    <a:gd name="connsiteX48" fmla="*/ 228259 w 698807"/>
                    <a:gd name="connsiteY48" fmla="*/ 267125 h 403357"/>
                    <a:gd name="connsiteX49" fmla="*/ 219622 w 698807"/>
                    <a:gd name="connsiteY49" fmla="*/ 286866 h 403357"/>
                    <a:gd name="connsiteX50" fmla="*/ 202348 w 698807"/>
                    <a:gd name="connsiteY50" fmla="*/ 278229 h 403357"/>
                    <a:gd name="connsiteX51" fmla="*/ 197413 w 698807"/>
                    <a:gd name="connsiteY51" fmla="*/ 279463 h 403357"/>
                    <a:gd name="connsiteX52" fmla="*/ 196179 w 698807"/>
                    <a:gd name="connsiteY52" fmla="*/ 290568 h 403357"/>
                    <a:gd name="connsiteX53" fmla="*/ 194945 w 698807"/>
                    <a:gd name="connsiteY53" fmla="*/ 297971 h 403357"/>
                    <a:gd name="connsiteX54" fmla="*/ 180140 w 698807"/>
                    <a:gd name="connsiteY54" fmla="*/ 297971 h 403357"/>
                    <a:gd name="connsiteX55" fmla="*/ 173970 w 698807"/>
                    <a:gd name="connsiteY55" fmla="*/ 299205 h 403357"/>
                    <a:gd name="connsiteX56" fmla="*/ 162866 w 698807"/>
                    <a:gd name="connsiteY56" fmla="*/ 330050 h 403357"/>
                    <a:gd name="connsiteX57" fmla="*/ 148060 w 698807"/>
                    <a:gd name="connsiteY57" fmla="*/ 337453 h 403357"/>
                    <a:gd name="connsiteX58" fmla="*/ 148060 w 698807"/>
                    <a:gd name="connsiteY58" fmla="*/ 337453 h 403357"/>
                    <a:gd name="connsiteX59" fmla="*/ 149294 w 698807"/>
                    <a:gd name="connsiteY59" fmla="*/ 331284 h 403357"/>
                    <a:gd name="connsiteX60" fmla="*/ 138189 w 698807"/>
                    <a:gd name="connsiteY60" fmla="*/ 309075 h 403357"/>
                    <a:gd name="connsiteX61" fmla="*/ 123383 w 698807"/>
                    <a:gd name="connsiteY61" fmla="*/ 320180 h 403357"/>
                    <a:gd name="connsiteX62" fmla="*/ 134488 w 698807"/>
                    <a:gd name="connsiteY62" fmla="*/ 342389 h 403357"/>
                    <a:gd name="connsiteX63" fmla="*/ 135722 w 698807"/>
                    <a:gd name="connsiteY63" fmla="*/ 342389 h 403357"/>
                    <a:gd name="connsiteX64" fmla="*/ 118448 w 698807"/>
                    <a:gd name="connsiteY64" fmla="*/ 351025 h 403357"/>
                    <a:gd name="connsiteX65" fmla="*/ 103642 w 698807"/>
                    <a:gd name="connsiteY65" fmla="*/ 357195 h 403357"/>
                    <a:gd name="connsiteX66" fmla="*/ 98707 w 698807"/>
                    <a:gd name="connsiteY66" fmla="*/ 363364 h 403357"/>
                    <a:gd name="connsiteX67" fmla="*/ 85134 w 698807"/>
                    <a:gd name="connsiteY67" fmla="*/ 362130 h 403357"/>
                    <a:gd name="connsiteX68" fmla="*/ 64159 w 698807"/>
                    <a:gd name="connsiteY68" fmla="*/ 379404 h 403357"/>
                    <a:gd name="connsiteX69" fmla="*/ 39483 w 698807"/>
                    <a:gd name="connsiteY69" fmla="*/ 397911 h 403357"/>
                    <a:gd name="connsiteX70" fmla="*/ 20975 w 698807"/>
                    <a:gd name="connsiteY70" fmla="*/ 378170 h 403357"/>
                    <a:gd name="connsiteX71" fmla="*/ 0 w 698807"/>
                    <a:gd name="connsiteY71" fmla="*/ 388040 h 403357"/>
                    <a:gd name="connsiteX72" fmla="*/ 0 w 698807"/>
                    <a:gd name="connsiteY72" fmla="*/ 388040 h 403357"/>
                    <a:gd name="connsiteX73" fmla="*/ 23443 w 698807"/>
                    <a:gd name="connsiteY73" fmla="*/ 383105 h 403357"/>
                    <a:gd name="connsiteX74" fmla="*/ 38249 w 698807"/>
                    <a:gd name="connsiteY74" fmla="*/ 402846 h 403357"/>
                    <a:gd name="connsiteX75" fmla="*/ 40717 w 698807"/>
                    <a:gd name="connsiteY75" fmla="*/ 401613 h 403357"/>
                    <a:gd name="connsiteX76" fmla="*/ 62926 w 698807"/>
                    <a:gd name="connsiteY76" fmla="*/ 385573 h 403357"/>
                    <a:gd name="connsiteX77" fmla="*/ 66627 w 698807"/>
                    <a:gd name="connsiteY77" fmla="*/ 384339 h 403357"/>
                    <a:gd name="connsiteX78" fmla="*/ 88836 w 698807"/>
                    <a:gd name="connsiteY78" fmla="*/ 370767 h 403357"/>
                    <a:gd name="connsiteX79" fmla="*/ 99941 w 698807"/>
                    <a:gd name="connsiteY79" fmla="*/ 369533 h 403357"/>
                    <a:gd name="connsiteX80" fmla="*/ 108577 w 698807"/>
                    <a:gd name="connsiteY80" fmla="*/ 360896 h 403357"/>
                    <a:gd name="connsiteX81" fmla="*/ 114746 w 698807"/>
                    <a:gd name="connsiteY81" fmla="*/ 358428 h 403357"/>
                    <a:gd name="connsiteX82" fmla="*/ 132020 w 698807"/>
                    <a:gd name="connsiteY82" fmla="*/ 351025 h 403357"/>
                    <a:gd name="connsiteX83" fmla="*/ 141891 w 698807"/>
                    <a:gd name="connsiteY83" fmla="*/ 343622 h 403357"/>
                    <a:gd name="connsiteX84" fmla="*/ 178906 w 698807"/>
                    <a:gd name="connsiteY84" fmla="*/ 309075 h 403357"/>
                    <a:gd name="connsiteX85" fmla="*/ 194945 w 698807"/>
                    <a:gd name="connsiteY85" fmla="*/ 310309 h 403357"/>
                    <a:gd name="connsiteX86" fmla="*/ 201115 w 698807"/>
                    <a:gd name="connsiteY86" fmla="*/ 286866 h 403357"/>
                    <a:gd name="connsiteX87" fmla="*/ 222090 w 698807"/>
                    <a:gd name="connsiteY87" fmla="*/ 293035 h 403357"/>
                    <a:gd name="connsiteX88" fmla="*/ 230727 w 698807"/>
                    <a:gd name="connsiteY88" fmla="*/ 274528 h 403357"/>
                    <a:gd name="connsiteX89" fmla="*/ 256637 w 698807"/>
                    <a:gd name="connsiteY89" fmla="*/ 280697 h 403357"/>
                    <a:gd name="connsiteX90" fmla="*/ 270209 w 698807"/>
                    <a:gd name="connsiteY90" fmla="*/ 267125 h 403357"/>
                    <a:gd name="connsiteX91" fmla="*/ 278846 w 698807"/>
                    <a:gd name="connsiteY91" fmla="*/ 265891 h 403357"/>
                    <a:gd name="connsiteX92" fmla="*/ 292418 w 698807"/>
                    <a:gd name="connsiteY92" fmla="*/ 252319 h 403357"/>
                    <a:gd name="connsiteX93" fmla="*/ 293652 w 698807"/>
                    <a:gd name="connsiteY93" fmla="*/ 249851 h 403357"/>
                    <a:gd name="connsiteX94" fmla="*/ 301055 w 698807"/>
                    <a:gd name="connsiteY94" fmla="*/ 254787 h 403357"/>
                    <a:gd name="connsiteX95" fmla="*/ 330667 w 698807"/>
                    <a:gd name="connsiteY95" fmla="*/ 209135 h 403357"/>
                    <a:gd name="connsiteX96" fmla="*/ 352876 w 698807"/>
                    <a:gd name="connsiteY96" fmla="*/ 226408 h 403357"/>
                    <a:gd name="connsiteX97" fmla="*/ 361513 w 698807"/>
                    <a:gd name="connsiteY97" fmla="*/ 194329 h 403357"/>
                    <a:gd name="connsiteX98" fmla="*/ 376319 w 698807"/>
                    <a:gd name="connsiteY98" fmla="*/ 205433 h 403357"/>
                    <a:gd name="connsiteX99" fmla="*/ 378787 w 698807"/>
                    <a:gd name="connsiteY99" fmla="*/ 204199 h 403357"/>
                    <a:gd name="connsiteX100" fmla="*/ 382488 w 698807"/>
                    <a:gd name="connsiteY100" fmla="*/ 189393 h 403357"/>
                    <a:gd name="connsiteX101" fmla="*/ 400996 w 698807"/>
                    <a:gd name="connsiteY101" fmla="*/ 188159 h 403357"/>
                    <a:gd name="connsiteX102" fmla="*/ 403463 w 698807"/>
                    <a:gd name="connsiteY102" fmla="*/ 186926 h 403357"/>
                    <a:gd name="connsiteX103" fmla="*/ 412100 w 698807"/>
                    <a:gd name="connsiteY103" fmla="*/ 168418 h 403357"/>
                    <a:gd name="connsiteX104" fmla="*/ 429374 w 698807"/>
                    <a:gd name="connsiteY104" fmla="*/ 175821 h 403357"/>
                    <a:gd name="connsiteX105" fmla="*/ 433075 w 698807"/>
                    <a:gd name="connsiteY105" fmla="*/ 173354 h 403357"/>
                    <a:gd name="connsiteX106" fmla="*/ 445414 w 698807"/>
                    <a:gd name="connsiteY106" fmla="*/ 156080 h 403357"/>
                    <a:gd name="connsiteX107" fmla="*/ 457752 w 698807"/>
                    <a:gd name="connsiteY107" fmla="*/ 167184 h 403357"/>
                    <a:gd name="connsiteX108" fmla="*/ 461453 w 698807"/>
                    <a:gd name="connsiteY108" fmla="*/ 165950 h 403357"/>
                    <a:gd name="connsiteX109" fmla="*/ 472558 w 698807"/>
                    <a:gd name="connsiteY109" fmla="*/ 131403 h 403357"/>
                    <a:gd name="connsiteX110" fmla="*/ 503404 w 698807"/>
                    <a:gd name="connsiteY110" fmla="*/ 110428 h 403357"/>
                    <a:gd name="connsiteX111" fmla="*/ 530548 w 698807"/>
                    <a:gd name="connsiteY111" fmla="*/ 114130 h 403357"/>
                    <a:gd name="connsiteX112" fmla="*/ 539185 w 698807"/>
                    <a:gd name="connsiteY112" fmla="*/ 89453 h 403357"/>
                    <a:gd name="connsiteX113" fmla="*/ 571264 w 698807"/>
                    <a:gd name="connsiteY113" fmla="*/ 105493 h 403357"/>
                    <a:gd name="connsiteX114" fmla="*/ 583603 w 698807"/>
                    <a:gd name="connsiteY114" fmla="*/ 75881 h 403357"/>
                    <a:gd name="connsiteX115" fmla="*/ 587304 w 698807"/>
                    <a:gd name="connsiteY115" fmla="*/ 77115 h 403357"/>
                    <a:gd name="connsiteX116" fmla="*/ 607046 w 698807"/>
                    <a:gd name="connsiteY116" fmla="*/ 64776 h 403357"/>
                    <a:gd name="connsiteX117" fmla="*/ 614449 w 698807"/>
                    <a:gd name="connsiteY117" fmla="*/ 70945 h 403357"/>
                    <a:gd name="connsiteX118" fmla="*/ 616916 w 698807"/>
                    <a:gd name="connsiteY118" fmla="*/ 70945 h 403357"/>
                    <a:gd name="connsiteX119" fmla="*/ 624319 w 698807"/>
                    <a:gd name="connsiteY119" fmla="*/ 56139 h 403357"/>
                    <a:gd name="connsiteX120" fmla="*/ 625553 w 698807"/>
                    <a:gd name="connsiteY120" fmla="*/ 47503 h 403357"/>
                    <a:gd name="connsiteX121" fmla="*/ 639125 w 698807"/>
                    <a:gd name="connsiteY121" fmla="*/ 51204 h 403357"/>
                    <a:gd name="connsiteX122" fmla="*/ 642827 w 698807"/>
                    <a:gd name="connsiteY122" fmla="*/ 51204 h 403357"/>
                    <a:gd name="connsiteX123" fmla="*/ 650230 w 698807"/>
                    <a:gd name="connsiteY123" fmla="*/ 28995 h 403357"/>
                    <a:gd name="connsiteX124" fmla="*/ 660100 w 698807"/>
                    <a:gd name="connsiteY124" fmla="*/ 26528 h 403357"/>
                    <a:gd name="connsiteX125" fmla="*/ 673673 w 698807"/>
                    <a:gd name="connsiteY125" fmla="*/ 28995 h 403357"/>
                    <a:gd name="connsiteX126" fmla="*/ 698349 w 698807"/>
                    <a:gd name="connsiteY126" fmla="*/ 1851 h 403357"/>
                    <a:gd name="connsiteX127" fmla="*/ 128319 w 698807"/>
                    <a:gd name="connsiteY127" fmla="*/ 327583 h 403357"/>
                    <a:gd name="connsiteX128" fmla="*/ 138189 w 698807"/>
                    <a:gd name="connsiteY128" fmla="*/ 318946 h 403357"/>
                    <a:gd name="connsiteX129" fmla="*/ 141891 w 698807"/>
                    <a:gd name="connsiteY129" fmla="*/ 339921 h 403357"/>
                    <a:gd name="connsiteX130" fmla="*/ 128319 w 698807"/>
                    <a:gd name="connsiteY130" fmla="*/ 327583 h 403357"/>
                    <a:gd name="connsiteX131" fmla="*/ 273911 w 698807"/>
                    <a:gd name="connsiteY131" fmla="*/ 199264 h 403357"/>
                    <a:gd name="connsiteX132" fmla="*/ 293652 w 698807"/>
                    <a:gd name="connsiteY132" fmla="*/ 241214 h 403357"/>
                    <a:gd name="connsiteX133" fmla="*/ 273911 w 698807"/>
                    <a:gd name="connsiteY133" fmla="*/ 199264 h 403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698807" h="403357">
                      <a:moveTo>
                        <a:pt x="698349" y="1851"/>
                      </a:moveTo>
                      <a:cubicBezTo>
                        <a:pt x="698349" y="-617"/>
                        <a:pt x="694648" y="-617"/>
                        <a:pt x="694648" y="1851"/>
                      </a:cubicBezTo>
                      <a:cubicBezTo>
                        <a:pt x="693414" y="14189"/>
                        <a:pt x="686011" y="20358"/>
                        <a:pt x="673673" y="20358"/>
                      </a:cubicBezTo>
                      <a:cubicBezTo>
                        <a:pt x="666270" y="20358"/>
                        <a:pt x="657633" y="21592"/>
                        <a:pt x="650230" y="20358"/>
                      </a:cubicBezTo>
                      <a:cubicBezTo>
                        <a:pt x="648996" y="20358"/>
                        <a:pt x="647762" y="21592"/>
                        <a:pt x="647762" y="22826"/>
                      </a:cubicBezTo>
                      <a:cubicBezTo>
                        <a:pt x="645294" y="30229"/>
                        <a:pt x="645294" y="37632"/>
                        <a:pt x="641593" y="43801"/>
                      </a:cubicBezTo>
                      <a:cubicBezTo>
                        <a:pt x="636658" y="40100"/>
                        <a:pt x="629255" y="35164"/>
                        <a:pt x="624319" y="41333"/>
                      </a:cubicBezTo>
                      <a:cubicBezTo>
                        <a:pt x="619384" y="48736"/>
                        <a:pt x="623085" y="72179"/>
                        <a:pt x="609513" y="58607"/>
                      </a:cubicBezTo>
                      <a:cubicBezTo>
                        <a:pt x="608279" y="57373"/>
                        <a:pt x="607046" y="57373"/>
                        <a:pt x="605812" y="58607"/>
                      </a:cubicBezTo>
                      <a:cubicBezTo>
                        <a:pt x="598409" y="70945"/>
                        <a:pt x="589772" y="70945"/>
                        <a:pt x="583603" y="63542"/>
                      </a:cubicBezTo>
                      <a:cubicBezTo>
                        <a:pt x="582369" y="58607"/>
                        <a:pt x="579901" y="54906"/>
                        <a:pt x="577434" y="51204"/>
                      </a:cubicBezTo>
                      <a:cubicBezTo>
                        <a:pt x="574966" y="48736"/>
                        <a:pt x="572498" y="52438"/>
                        <a:pt x="573732" y="54906"/>
                      </a:cubicBezTo>
                      <a:cubicBezTo>
                        <a:pt x="574966" y="58607"/>
                        <a:pt x="576200" y="62309"/>
                        <a:pt x="577434" y="64776"/>
                      </a:cubicBezTo>
                      <a:cubicBezTo>
                        <a:pt x="578667" y="74647"/>
                        <a:pt x="576200" y="88219"/>
                        <a:pt x="570031" y="93154"/>
                      </a:cubicBezTo>
                      <a:cubicBezTo>
                        <a:pt x="556459" y="103025"/>
                        <a:pt x="541652" y="79582"/>
                        <a:pt x="539185" y="69712"/>
                      </a:cubicBezTo>
                      <a:lnTo>
                        <a:pt x="539185" y="69712"/>
                      </a:lnTo>
                      <a:cubicBezTo>
                        <a:pt x="539185" y="69712"/>
                        <a:pt x="539185" y="68478"/>
                        <a:pt x="539185" y="68478"/>
                      </a:cubicBezTo>
                      <a:cubicBezTo>
                        <a:pt x="537951" y="63542"/>
                        <a:pt x="533016" y="66010"/>
                        <a:pt x="534249" y="70945"/>
                      </a:cubicBezTo>
                      <a:cubicBezTo>
                        <a:pt x="534249" y="70945"/>
                        <a:pt x="534249" y="72179"/>
                        <a:pt x="534249" y="72179"/>
                      </a:cubicBezTo>
                      <a:cubicBezTo>
                        <a:pt x="536717" y="80816"/>
                        <a:pt x="534249" y="95622"/>
                        <a:pt x="529314" y="103025"/>
                      </a:cubicBezTo>
                      <a:cubicBezTo>
                        <a:pt x="521911" y="115363"/>
                        <a:pt x="513274" y="109194"/>
                        <a:pt x="505871" y="100557"/>
                      </a:cubicBezTo>
                      <a:cubicBezTo>
                        <a:pt x="503404" y="98090"/>
                        <a:pt x="502170" y="101791"/>
                        <a:pt x="502170" y="103025"/>
                      </a:cubicBezTo>
                      <a:cubicBezTo>
                        <a:pt x="502170" y="117831"/>
                        <a:pt x="491065" y="138806"/>
                        <a:pt x="476259" y="120299"/>
                      </a:cubicBezTo>
                      <a:cubicBezTo>
                        <a:pt x="475026" y="117831"/>
                        <a:pt x="472558" y="120299"/>
                        <a:pt x="471324" y="121533"/>
                      </a:cubicBezTo>
                      <a:cubicBezTo>
                        <a:pt x="470090" y="127702"/>
                        <a:pt x="468856" y="132637"/>
                        <a:pt x="466389" y="138806"/>
                      </a:cubicBezTo>
                      <a:cubicBezTo>
                        <a:pt x="465155" y="142508"/>
                        <a:pt x="463921" y="147443"/>
                        <a:pt x="462687" y="151145"/>
                      </a:cubicBezTo>
                      <a:cubicBezTo>
                        <a:pt x="461453" y="157314"/>
                        <a:pt x="460219" y="158548"/>
                        <a:pt x="456518" y="153612"/>
                      </a:cubicBezTo>
                      <a:cubicBezTo>
                        <a:pt x="451583" y="151145"/>
                        <a:pt x="447881" y="142508"/>
                        <a:pt x="440478" y="142508"/>
                      </a:cubicBezTo>
                      <a:cubicBezTo>
                        <a:pt x="430608" y="143742"/>
                        <a:pt x="429374" y="156080"/>
                        <a:pt x="430608" y="165950"/>
                      </a:cubicBezTo>
                      <a:cubicBezTo>
                        <a:pt x="424438" y="163483"/>
                        <a:pt x="418269" y="159781"/>
                        <a:pt x="413334" y="163483"/>
                      </a:cubicBezTo>
                      <a:cubicBezTo>
                        <a:pt x="408399" y="167184"/>
                        <a:pt x="405931" y="175821"/>
                        <a:pt x="404697" y="181990"/>
                      </a:cubicBezTo>
                      <a:cubicBezTo>
                        <a:pt x="399762" y="178289"/>
                        <a:pt x="394826" y="173354"/>
                        <a:pt x="388657" y="177055"/>
                      </a:cubicBezTo>
                      <a:cubicBezTo>
                        <a:pt x="382488" y="180757"/>
                        <a:pt x="381254" y="190627"/>
                        <a:pt x="378787" y="198030"/>
                      </a:cubicBezTo>
                      <a:cubicBezTo>
                        <a:pt x="371384" y="195563"/>
                        <a:pt x="366448" y="191861"/>
                        <a:pt x="362747" y="184458"/>
                      </a:cubicBezTo>
                      <a:cubicBezTo>
                        <a:pt x="361513" y="181990"/>
                        <a:pt x="359045" y="184458"/>
                        <a:pt x="359045" y="186926"/>
                      </a:cubicBezTo>
                      <a:cubicBezTo>
                        <a:pt x="359045" y="194329"/>
                        <a:pt x="361513" y="206667"/>
                        <a:pt x="357811" y="212836"/>
                      </a:cubicBezTo>
                      <a:cubicBezTo>
                        <a:pt x="350408" y="225174"/>
                        <a:pt x="334369" y="202965"/>
                        <a:pt x="331901" y="194329"/>
                      </a:cubicBezTo>
                      <a:cubicBezTo>
                        <a:pt x="330667" y="190627"/>
                        <a:pt x="325732" y="190627"/>
                        <a:pt x="325732" y="195563"/>
                      </a:cubicBezTo>
                      <a:cubicBezTo>
                        <a:pt x="325732" y="209135"/>
                        <a:pt x="329433" y="248617"/>
                        <a:pt x="308458" y="247383"/>
                      </a:cubicBezTo>
                      <a:cubicBezTo>
                        <a:pt x="304757" y="247383"/>
                        <a:pt x="302289" y="246150"/>
                        <a:pt x="298588" y="243682"/>
                      </a:cubicBezTo>
                      <a:cubicBezTo>
                        <a:pt x="304757" y="221473"/>
                        <a:pt x="294886" y="196796"/>
                        <a:pt x="272677" y="188159"/>
                      </a:cubicBezTo>
                      <a:cubicBezTo>
                        <a:pt x="271443" y="186926"/>
                        <a:pt x="270209" y="188159"/>
                        <a:pt x="268975" y="189393"/>
                      </a:cubicBezTo>
                      <a:cubicBezTo>
                        <a:pt x="261573" y="206667"/>
                        <a:pt x="273911" y="232577"/>
                        <a:pt x="289951" y="247383"/>
                      </a:cubicBezTo>
                      <a:cubicBezTo>
                        <a:pt x="288717" y="249851"/>
                        <a:pt x="286249" y="252319"/>
                        <a:pt x="283782" y="254787"/>
                      </a:cubicBezTo>
                      <a:cubicBezTo>
                        <a:pt x="276378" y="262190"/>
                        <a:pt x="266508" y="257254"/>
                        <a:pt x="260339" y="264657"/>
                      </a:cubicBezTo>
                      <a:cubicBezTo>
                        <a:pt x="256637" y="269592"/>
                        <a:pt x="259105" y="269592"/>
                        <a:pt x="251702" y="274528"/>
                      </a:cubicBezTo>
                      <a:cubicBezTo>
                        <a:pt x="245533" y="279463"/>
                        <a:pt x="243065" y="276995"/>
                        <a:pt x="238130" y="272060"/>
                      </a:cubicBezTo>
                      <a:cubicBezTo>
                        <a:pt x="235662" y="269592"/>
                        <a:pt x="233194" y="267125"/>
                        <a:pt x="231960" y="264657"/>
                      </a:cubicBezTo>
                      <a:cubicBezTo>
                        <a:pt x="230727" y="262190"/>
                        <a:pt x="228259" y="264657"/>
                        <a:pt x="228259" y="267125"/>
                      </a:cubicBezTo>
                      <a:cubicBezTo>
                        <a:pt x="228259" y="273294"/>
                        <a:pt x="227025" y="284398"/>
                        <a:pt x="219622" y="286866"/>
                      </a:cubicBezTo>
                      <a:cubicBezTo>
                        <a:pt x="213453" y="288100"/>
                        <a:pt x="206050" y="281931"/>
                        <a:pt x="202348" y="278229"/>
                      </a:cubicBezTo>
                      <a:cubicBezTo>
                        <a:pt x="199881" y="276995"/>
                        <a:pt x="198647" y="276995"/>
                        <a:pt x="197413" y="279463"/>
                      </a:cubicBezTo>
                      <a:cubicBezTo>
                        <a:pt x="196179" y="283165"/>
                        <a:pt x="196179" y="286866"/>
                        <a:pt x="196179" y="290568"/>
                      </a:cubicBezTo>
                      <a:cubicBezTo>
                        <a:pt x="196179" y="293035"/>
                        <a:pt x="196179" y="295503"/>
                        <a:pt x="194945" y="297971"/>
                      </a:cubicBezTo>
                      <a:cubicBezTo>
                        <a:pt x="192478" y="304140"/>
                        <a:pt x="183841" y="314010"/>
                        <a:pt x="180140" y="297971"/>
                      </a:cubicBezTo>
                      <a:cubicBezTo>
                        <a:pt x="178906" y="294269"/>
                        <a:pt x="173970" y="295503"/>
                        <a:pt x="173970" y="299205"/>
                      </a:cubicBezTo>
                      <a:cubicBezTo>
                        <a:pt x="173970" y="310309"/>
                        <a:pt x="170269" y="321413"/>
                        <a:pt x="162866" y="330050"/>
                      </a:cubicBezTo>
                      <a:cubicBezTo>
                        <a:pt x="159164" y="333752"/>
                        <a:pt x="154229" y="337453"/>
                        <a:pt x="148060" y="337453"/>
                      </a:cubicBezTo>
                      <a:cubicBezTo>
                        <a:pt x="148060" y="337453"/>
                        <a:pt x="148060" y="337453"/>
                        <a:pt x="148060" y="337453"/>
                      </a:cubicBezTo>
                      <a:cubicBezTo>
                        <a:pt x="149294" y="334986"/>
                        <a:pt x="149294" y="333752"/>
                        <a:pt x="149294" y="331284"/>
                      </a:cubicBezTo>
                      <a:cubicBezTo>
                        <a:pt x="149294" y="323881"/>
                        <a:pt x="146826" y="311543"/>
                        <a:pt x="138189" y="309075"/>
                      </a:cubicBezTo>
                      <a:cubicBezTo>
                        <a:pt x="130786" y="306607"/>
                        <a:pt x="124617" y="314010"/>
                        <a:pt x="123383" y="320180"/>
                      </a:cubicBezTo>
                      <a:cubicBezTo>
                        <a:pt x="120915" y="330050"/>
                        <a:pt x="127085" y="337453"/>
                        <a:pt x="134488" y="342389"/>
                      </a:cubicBezTo>
                      <a:cubicBezTo>
                        <a:pt x="134488" y="342389"/>
                        <a:pt x="135722" y="342389"/>
                        <a:pt x="135722" y="342389"/>
                      </a:cubicBezTo>
                      <a:cubicBezTo>
                        <a:pt x="130786" y="346090"/>
                        <a:pt x="124617" y="348558"/>
                        <a:pt x="118448" y="351025"/>
                      </a:cubicBezTo>
                      <a:cubicBezTo>
                        <a:pt x="113513" y="352259"/>
                        <a:pt x="107344" y="353493"/>
                        <a:pt x="103642" y="357195"/>
                      </a:cubicBezTo>
                      <a:cubicBezTo>
                        <a:pt x="102408" y="358428"/>
                        <a:pt x="99941" y="363364"/>
                        <a:pt x="98707" y="363364"/>
                      </a:cubicBezTo>
                      <a:cubicBezTo>
                        <a:pt x="85134" y="370767"/>
                        <a:pt x="91304" y="362130"/>
                        <a:pt x="85134" y="362130"/>
                      </a:cubicBezTo>
                      <a:cubicBezTo>
                        <a:pt x="72796" y="362130"/>
                        <a:pt x="66627" y="368299"/>
                        <a:pt x="64159" y="379404"/>
                      </a:cubicBezTo>
                      <a:cubicBezTo>
                        <a:pt x="53055" y="368299"/>
                        <a:pt x="43184" y="385573"/>
                        <a:pt x="39483" y="397911"/>
                      </a:cubicBezTo>
                      <a:cubicBezTo>
                        <a:pt x="34547" y="390508"/>
                        <a:pt x="28378" y="380637"/>
                        <a:pt x="20975" y="378170"/>
                      </a:cubicBezTo>
                      <a:cubicBezTo>
                        <a:pt x="12338" y="375702"/>
                        <a:pt x="4935" y="383105"/>
                        <a:pt x="0" y="388040"/>
                      </a:cubicBezTo>
                      <a:cubicBezTo>
                        <a:pt x="0" y="388040"/>
                        <a:pt x="0" y="389274"/>
                        <a:pt x="0" y="388040"/>
                      </a:cubicBezTo>
                      <a:cubicBezTo>
                        <a:pt x="7403" y="383105"/>
                        <a:pt x="14806" y="375702"/>
                        <a:pt x="23443" y="383105"/>
                      </a:cubicBezTo>
                      <a:cubicBezTo>
                        <a:pt x="29612" y="388040"/>
                        <a:pt x="33313" y="396677"/>
                        <a:pt x="38249" y="402846"/>
                      </a:cubicBezTo>
                      <a:cubicBezTo>
                        <a:pt x="39483" y="404080"/>
                        <a:pt x="40717" y="402846"/>
                        <a:pt x="40717" y="401613"/>
                      </a:cubicBezTo>
                      <a:cubicBezTo>
                        <a:pt x="43184" y="392976"/>
                        <a:pt x="51821" y="370767"/>
                        <a:pt x="62926" y="385573"/>
                      </a:cubicBezTo>
                      <a:cubicBezTo>
                        <a:pt x="64159" y="388040"/>
                        <a:pt x="65393" y="385573"/>
                        <a:pt x="66627" y="384339"/>
                      </a:cubicBezTo>
                      <a:cubicBezTo>
                        <a:pt x="70329" y="370767"/>
                        <a:pt x="76498" y="367065"/>
                        <a:pt x="88836" y="370767"/>
                      </a:cubicBezTo>
                      <a:cubicBezTo>
                        <a:pt x="93771" y="372001"/>
                        <a:pt x="95005" y="373235"/>
                        <a:pt x="99941" y="369533"/>
                      </a:cubicBezTo>
                      <a:cubicBezTo>
                        <a:pt x="103642" y="367065"/>
                        <a:pt x="103642" y="363364"/>
                        <a:pt x="108577" y="360896"/>
                      </a:cubicBezTo>
                      <a:cubicBezTo>
                        <a:pt x="111045" y="359662"/>
                        <a:pt x="113513" y="359662"/>
                        <a:pt x="114746" y="358428"/>
                      </a:cubicBezTo>
                      <a:cubicBezTo>
                        <a:pt x="120915" y="355961"/>
                        <a:pt x="127085" y="354727"/>
                        <a:pt x="132020" y="351025"/>
                      </a:cubicBezTo>
                      <a:cubicBezTo>
                        <a:pt x="135722" y="348558"/>
                        <a:pt x="139423" y="347324"/>
                        <a:pt x="141891" y="343622"/>
                      </a:cubicBezTo>
                      <a:cubicBezTo>
                        <a:pt x="161632" y="348558"/>
                        <a:pt x="175204" y="327583"/>
                        <a:pt x="178906" y="309075"/>
                      </a:cubicBezTo>
                      <a:cubicBezTo>
                        <a:pt x="182607" y="314010"/>
                        <a:pt x="188776" y="315244"/>
                        <a:pt x="194945" y="310309"/>
                      </a:cubicBezTo>
                      <a:cubicBezTo>
                        <a:pt x="201115" y="305374"/>
                        <a:pt x="201115" y="295503"/>
                        <a:pt x="201115" y="286866"/>
                      </a:cubicBezTo>
                      <a:cubicBezTo>
                        <a:pt x="207284" y="291802"/>
                        <a:pt x="214687" y="296737"/>
                        <a:pt x="222090" y="293035"/>
                      </a:cubicBezTo>
                      <a:cubicBezTo>
                        <a:pt x="228259" y="289334"/>
                        <a:pt x="230727" y="281931"/>
                        <a:pt x="230727" y="274528"/>
                      </a:cubicBezTo>
                      <a:cubicBezTo>
                        <a:pt x="238130" y="283165"/>
                        <a:pt x="248000" y="290568"/>
                        <a:pt x="256637" y="280697"/>
                      </a:cubicBezTo>
                      <a:cubicBezTo>
                        <a:pt x="262806" y="273294"/>
                        <a:pt x="250468" y="274528"/>
                        <a:pt x="270209" y="267125"/>
                      </a:cubicBezTo>
                      <a:cubicBezTo>
                        <a:pt x="272677" y="265891"/>
                        <a:pt x="275145" y="267125"/>
                        <a:pt x="278846" y="265891"/>
                      </a:cubicBezTo>
                      <a:cubicBezTo>
                        <a:pt x="285015" y="263423"/>
                        <a:pt x="288717" y="257254"/>
                        <a:pt x="292418" y="252319"/>
                      </a:cubicBezTo>
                      <a:cubicBezTo>
                        <a:pt x="292418" y="251085"/>
                        <a:pt x="293652" y="251085"/>
                        <a:pt x="293652" y="249851"/>
                      </a:cubicBezTo>
                      <a:cubicBezTo>
                        <a:pt x="296120" y="251085"/>
                        <a:pt x="298588" y="253553"/>
                        <a:pt x="301055" y="254787"/>
                      </a:cubicBezTo>
                      <a:cubicBezTo>
                        <a:pt x="329433" y="267125"/>
                        <a:pt x="330667" y="232577"/>
                        <a:pt x="330667" y="209135"/>
                      </a:cubicBezTo>
                      <a:cubicBezTo>
                        <a:pt x="336836" y="217772"/>
                        <a:pt x="345473" y="226408"/>
                        <a:pt x="352876" y="226408"/>
                      </a:cubicBezTo>
                      <a:cubicBezTo>
                        <a:pt x="366448" y="225174"/>
                        <a:pt x="363981" y="206667"/>
                        <a:pt x="361513" y="194329"/>
                      </a:cubicBezTo>
                      <a:cubicBezTo>
                        <a:pt x="365215" y="199264"/>
                        <a:pt x="370150" y="202965"/>
                        <a:pt x="376319" y="205433"/>
                      </a:cubicBezTo>
                      <a:cubicBezTo>
                        <a:pt x="377553" y="205433"/>
                        <a:pt x="378787" y="204199"/>
                        <a:pt x="378787" y="204199"/>
                      </a:cubicBezTo>
                      <a:cubicBezTo>
                        <a:pt x="380020" y="199264"/>
                        <a:pt x="380020" y="193095"/>
                        <a:pt x="382488" y="189393"/>
                      </a:cubicBezTo>
                      <a:cubicBezTo>
                        <a:pt x="387423" y="178289"/>
                        <a:pt x="394826" y="181990"/>
                        <a:pt x="400996" y="188159"/>
                      </a:cubicBezTo>
                      <a:cubicBezTo>
                        <a:pt x="402230" y="189393"/>
                        <a:pt x="403463" y="188159"/>
                        <a:pt x="403463" y="186926"/>
                      </a:cubicBezTo>
                      <a:cubicBezTo>
                        <a:pt x="404697" y="181990"/>
                        <a:pt x="405931" y="170886"/>
                        <a:pt x="412100" y="168418"/>
                      </a:cubicBezTo>
                      <a:cubicBezTo>
                        <a:pt x="418269" y="165950"/>
                        <a:pt x="425672" y="172120"/>
                        <a:pt x="429374" y="175821"/>
                      </a:cubicBezTo>
                      <a:cubicBezTo>
                        <a:pt x="431841" y="177055"/>
                        <a:pt x="433075" y="174587"/>
                        <a:pt x="433075" y="173354"/>
                      </a:cubicBezTo>
                      <a:cubicBezTo>
                        <a:pt x="433075" y="165950"/>
                        <a:pt x="430608" y="148677"/>
                        <a:pt x="445414" y="156080"/>
                      </a:cubicBezTo>
                      <a:cubicBezTo>
                        <a:pt x="450349" y="158548"/>
                        <a:pt x="452817" y="164717"/>
                        <a:pt x="457752" y="167184"/>
                      </a:cubicBezTo>
                      <a:cubicBezTo>
                        <a:pt x="458986" y="167184"/>
                        <a:pt x="460219" y="167184"/>
                        <a:pt x="461453" y="165950"/>
                      </a:cubicBezTo>
                      <a:cubicBezTo>
                        <a:pt x="468856" y="154846"/>
                        <a:pt x="468856" y="143742"/>
                        <a:pt x="472558" y="131403"/>
                      </a:cubicBezTo>
                      <a:cubicBezTo>
                        <a:pt x="487364" y="147443"/>
                        <a:pt x="502170" y="130169"/>
                        <a:pt x="503404" y="110428"/>
                      </a:cubicBezTo>
                      <a:cubicBezTo>
                        <a:pt x="510807" y="119065"/>
                        <a:pt x="520678" y="125234"/>
                        <a:pt x="530548" y="114130"/>
                      </a:cubicBezTo>
                      <a:cubicBezTo>
                        <a:pt x="536717" y="106727"/>
                        <a:pt x="539185" y="98090"/>
                        <a:pt x="539185" y="89453"/>
                      </a:cubicBezTo>
                      <a:cubicBezTo>
                        <a:pt x="546588" y="101791"/>
                        <a:pt x="558926" y="111662"/>
                        <a:pt x="571264" y="105493"/>
                      </a:cubicBezTo>
                      <a:cubicBezTo>
                        <a:pt x="582369" y="100557"/>
                        <a:pt x="584837" y="88219"/>
                        <a:pt x="583603" y="75881"/>
                      </a:cubicBezTo>
                      <a:cubicBezTo>
                        <a:pt x="584837" y="75881"/>
                        <a:pt x="586071" y="77115"/>
                        <a:pt x="587304" y="77115"/>
                      </a:cubicBezTo>
                      <a:cubicBezTo>
                        <a:pt x="597175" y="80816"/>
                        <a:pt x="603344" y="73413"/>
                        <a:pt x="607046" y="64776"/>
                      </a:cubicBezTo>
                      <a:cubicBezTo>
                        <a:pt x="609513" y="66010"/>
                        <a:pt x="611981" y="68478"/>
                        <a:pt x="614449" y="70945"/>
                      </a:cubicBezTo>
                      <a:cubicBezTo>
                        <a:pt x="614449" y="70945"/>
                        <a:pt x="615682" y="70945"/>
                        <a:pt x="616916" y="70945"/>
                      </a:cubicBezTo>
                      <a:cubicBezTo>
                        <a:pt x="621852" y="67244"/>
                        <a:pt x="623085" y="62309"/>
                        <a:pt x="624319" y="56139"/>
                      </a:cubicBezTo>
                      <a:cubicBezTo>
                        <a:pt x="624319" y="53672"/>
                        <a:pt x="624319" y="49970"/>
                        <a:pt x="625553" y="47503"/>
                      </a:cubicBezTo>
                      <a:cubicBezTo>
                        <a:pt x="629255" y="41333"/>
                        <a:pt x="634190" y="47503"/>
                        <a:pt x="639125" y="51204"/>
                      </a:cubicBezTo>
                      <a:cubicBezTo>
                        <a:pt x="640359" y="52438"/>
                        <a:pt x="641593" y="52438"/>
                        <a:pt x="642827" y="51204"/>
                      </a:cubicBezTo>
                      <a:cubicBezTo>
                        <a:pt x="650230" y="43801"/>
                        <a:pt x="647762" y="37632"/>
                        <a:pt x="650230" y="28995"/>
                      </a:cubicBezTo>
                      <a:cubicBezTo>
                        <a:pt x="652697" y="22826"/>
                        <a:pt x="652697" y="24060"/>
                        <a:pt x="660100" y="26528"/>
                      </a:cubicBezTo>
                      <a:cubicBezTo>
                        <a:pt x="665036" y="27761"/>
                        <a:pt x="668737" y="28995"/>
                        <a:pt x="673673" y="28995"/>
                      </a:cubicBezTo>
                      <a:cubicBezTo>
                        <a:pt x="693414" y="31463"/>
                        <a:pt x="700817" y="20358"/>
                        <a:pt x="698349" y="1851"/>
                      </a:cubicBezTo>
                      <a:close/>
                      <a:moveTo>
                        <a:pt x="128319" y="327583"/>
                      </a:moveTo>
                      <a:cubicBezTo>
                        <a:pt x="128319" y="322647"/>
                        <a:pt x="132020" y="316478"/>
                        <a:pt x="138189" y="318946"/>
                      </a:cubicBezTo>
                      <a:cubicBezTo>
                        <a:pt x="146826" y="321413"/>
                        <a:pt x="145592" y="332518"/>
                        <a:pt x="141891" y="339921"/>
                      </a:cubicBezTo>
                      <a:cubicBezTo>
                        <a:pt x="135722" y="337453"/>
                        <a:pt x="129552" y="333752"/>
                        <a:pt x="128319" y="327583"/>
                      </a:cubicBezTo>
                      <a:close/>
                      <a:moveTo>
                        <a:pt x="273911" y="199264"/>
                      </a:moveTo>
                      <a:cubicBezTo>
                        <a:pt x="288717" y="206667"/>
                        <a:pt x="297354" y="225174"/>
                        <a:pt x="293652" y="241214"/>
                      </a:cubicBezTo>
                      <a:cubicBezTo>
                        <a:pt x="282548" y="230110"/>
                        <a:pt x="272677" y="211602"/>
                        <a:pt x="273911" y="199264"/>
                      </a:cubicBezTo>
                      <a:close/>
                    </a:path>
                  </a:pathLst>
                </a:custGeom>
                <a:solidFill>
                  <a:srgbClr val="000000"/>
                </a:solidFill>
                <a:ln w="12320"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2E2C017C-DF04-41B6-802F-4ED85BEB065A}"/>
                    </a:ext>
                  </a:extLst>
                </p:cNvPr>
                <p:cNvSpPr/>
                <p:nvPr/>
              </p:nvSpPr>
              <p:spPr>
                <a:xfrm>
                  <a:off x="8940729" y="4123320"/>
                  <a:ext cx="698807" cy="403357"/>
                </a:xfrm>
                <a:custGeom>
                  <a:avLst/>
                  <a:gdLst>
                    <a:gd name="connsiteX0" fmla="*/ 698349 w 698807"/>
                    <a:gd name="connsiteY0" fmla="*/ 1851 h 403357"/>
                    <a:gd name="connsiteX1" fmla="*/ 694648 w 698807"/>
                    <a:gd name="connsiteY1" fmla="*/ 1851 h 403357"/>
                    <a:gd name="connsiteX2" fmla="*/ 673673 w 698807"/>
                    <a:gd name="connsiteY2" fmla="*/ 20358 h 403357"/>
                    <a:gd name="connsiteX3" fmla="*/ 650230 w 698807"/>
                    <a:gd name="connsiteY3" fmla="*/ 20358 h 403357"/>
                    <a:gd name="connsiteX4" fmla="*/ 647762 w 698807"/>
                    <a:gd name="connsiteY4" fmla="*/ 22826 h 403357"/>
                    <a:gd name="connsiteX5" fmla="*/ 641593 w 698807"/>
                    <a:gd name="connsiteY5" fmla="*/ 43801 h 403357"/>
                    <a:gd name="connsiteX6" fmla="*/ 624319 w 698807"/>
                    <a:gd name="connsiteY6" fmla="*/ 41333 h 403357"/>
                    <a:gd name="connsiteX7" fmla="*/ 609513 w 698807"/>
                    <a:gd name="connsiteY7" fmla="*/ 58607 h 403357"/>
                    <a:gd name="connsiteX8" fmla="*/ 605812 w 698807"/>
                    <a:gd name="connsiteY8" fmla="*/ 58607 h 403357"/>
                    <a:gd name="connsiteX9" fmla="*/ 583603 w 698807"/>
                    <a:gd name="connsiteY9" fmla="*/ 63543 h 403357"/>
                    <a:gd name="connsiteX10" fmla="*/ 577434 w 698807"/>
                    <a:gd name="connsiteY10" fmla="*/ 51204 h 403357"/>
                    <a:gd name="connsiteX11" fmla="*/ 573732 w 698807"/>
                    <a:gd name="connsiteY11" fmla="*/ 54906 h 403357"/>
                    <a:gd name="connsiteX12" fmla="*/ 577434 w 698807"/>
                    <a:gd name="connsiteY12" fmla="*/ 64776 h 403357"/>
                    <a:gd name="connsiteX13" fmla="*/ 570030 w 698807"/>
                    <a:gd name="connsiteY13" fmla="*/ 93154 h 403357"/>
                    <a:gd name="connsiteX14" fmla="*/ 539185 w 698807"/>
                    <a:gd name="connsiteY14" fmla="*/ 69712 h 403357"/>
                    <a:gd name="connsiteX15" fmla="*/ 539185 w 698807"/>
                    <a:gd name="connsiteY15" fmla="*/ 69712 h 403357"/>
                    <a:gd name="connsiteX16" fmla="*/ 539185 w 698807"/>
                    <a:gd name="connsiteY16" fmla="*/ 68478 h 403357"/>
                    <a:gd name="connsiteX17" fmla="*/ 534249 w 698807"/>
                    <a:gd name="connsiteY17" fmla="*/ 70945 h 403357"/>
                    <a:gd name="connsiteX18" fmla="*/ 534249 w 698807"/>
                    <a:gd name="connsiteY18" fmla="*/ 72179 h 403357"/>
                    <a:gd name="connsiteX19" fmla="*/ 529314 w 698807"/>
                    <a:gd name="connsiteY19" fmla="*/ 103025 h 403357"/>
                    <a:gd name="connsiteX20" fmla="*/ 505871 w 698807"/>
                    <a:gd name="connsiteY20" fmla="*/ 100558 h 403357"/>
                    <a:gd name="connsiteX21" fmla="*/ 502170 w 698807"/>
                    <a:gd name="connsiteY21" fmla="*/ 103025 h 403357"/>
                    <a:gd name="connsiteX22" fmla="*/ 476259 w 698807"/>
                    <a:gd name="connsiteY22" fmla="*/ 120299 h 403357"/>
                    <a:gd name="connsiteX23" fmla="*/ 471324 w 698807"/>
                    <a:gd name="connsiteY23" fmla="*/ 121532 h 403357"/>
                    <a:gd name="connsiteX24" fmla="*/ 466389 w 698807"/>
                    <a:gd name="connsiteY24" fmla="*/ 138806 h 403357"/>
                    <a:gd name="connsiteX25" fmla="*/ 462687 w 698807"/>
                    <a:gd name="connsiteY25" fmla="*/ 151144 h 403357"/>
                    <a:gd name="connsiteX26" fmla="*/ 456518 w 698807"/>
                    <a:gd name="connsiteY26" fmla="*/ 153612 h 403357"/>
                    <a:gd name="connsiteX27" fmla="*/ 440478 w 698807"/>
                    <a:gd name="connsiteY27" fmla="*/ 142508 h 403357"/>
                    <a:gd name="connsiteX28" fmla="*/ 430608 w 698807"/>
                    <a:gd name="connsiteY28" fmla="*/ 165951 h 403357"/>
                    <a:gd name="connsiteX29" fmla="*/ 413334 w 698807"/>
                    <a:gd name="connsiteY29" fmla="*/ 163483 h 403357"/>
                    <a:gd name="connsiteX30" fmla="*/ 404697 w 698807"/>
                    <a:gd name="connsiteY30" fmla="*/ 181990 h 403357"/>
                    <a:gd name="connsiteX31" fmla="*/ 388657 w 698807"/>
                    <a:gd name="connsiteY31" fmla="*/ 177055 h 403357"/>
                    <a:gd name="connsiteX32" fmla="*/ 378786 w 698807"/>
                    <a:gd name="connsiteY32" fmla="*/ 198030 h 403357"/>
                    <a:gd name="connsiteX33" fmla="*/ 362747 w 698807"/>
                    <a:gd name="connsiteY33" fmla="*/ 184458 h 403357"/>
                    <a:gd name="connsiteX34" fmla="*/ 359045 w 698807"/>
                    <a:gd name="connsiteY34" fmla="*/ 186926 h 403357"/>
                    <a:gd name="connsiteX35" fmla="*/ 357811 w 698807"/>
                    <a:gd name="connsiteY35" fmla="*/ 212836 h 403357"/>
                    <a:gd name="connsiteX36" fmla="*/ 331901 w 698807"/>
                    <a:gd name="connsiteY36" fmla="*/ 194329 h 403357"/>
                    <a:gd name="connsiteX37" fmla="*/ 325732 w 698807"/>
                    <a:gd name="connsiteY37" fmla="*/ 195562 h 403357"/>
                    <a:gd name="connsiteX38" fmla="*/ 308458 w 698807"/>
                    <a:gd name="connsiteY38" fmla="*/ 247384 h 403357"/>
                    <a:gd name="connsiteX39" fmla="*/ 298587 w 698807"/>
                    <a:gd name="connsiteY39" fmla="*/ 243682 h 403357"/>
                    <a:gd name="connsiteX40" fmla="*/ 272677 w 698807"/>
                    <a:gd name="connsiteY40" fmla="*/ 188159 h 403357"/>
                    <a:gd name="connsiteX41" fmla="*/ 268975 w 698807"/>
                    <a:gd name="connsiteY41" fmla="*/ 189393 h 403357"/>
                    <a:gd name="connsiteX42" fmla="*/ 289951 w 698807"/>
                    <a:gd name="connsiteY42" fmla="*/ 247384 h 403357"/>
                    <a:gd name="connsiteX43" fmla="*/ 283782 w 698807"/>
                    <a:gd name="connsiteY43" fmla="*/ 254787 h 403357"/>
                    <a:gd name="connsiteX44" fmla="*/ 260339 w 698807"/>
                    <a:gd name="connsiteY44" fmla="*/ 264657 h 403357"/>
                    <a:gd name="connsiteX45" fmla="*/ 251702 w 698807"/>
                    <a:gd name="connsiteY45" fmla="*/ 274528 h 403357"/>
                    <a:gd name="connsiteX46" fmla="*/ 238130 w 698807"/>
                    <a:gd name="connsiteY46" fmla="*/ 272060 h 403357"/>
                    <a:gd name="connsiteX47" fmla="*/ 231960 w 698807"/>
                    <a:gd name="connsiteY47" fmla="*/ 264657 h 403357"/>
                    <a:gd name="connsiteX48" fmla="*/ 228259 w 698807"/>
                    <a:gd name="connsiteY48" fmla="*/ 267125 h 403357"/>
                    <a:gd name="connsiteX49" fmla="*/ 219622 w 698807"/>
                    <a:gd name="connsiteY49" fmla="*/ 286866 h 403357"/>
                    <a:gd name="connsiteX50" fmla="*/ 202348 w 698807"/>
                    <a:gd name="connsiteY50" fmla="*/ 278229 h 403357"/>
                    <a:gd name="connsiteX51" fmla="*/ 197413 w 698807"/>
                    <a:gd name="connsiteY51" fmla="*/ 279463 h 403357"/>
                    <a:gd name="connsiteX52" fmla="*/ 196179 w 698807"/>
                    <a:gd name="connsiteY52" fmla="*/ 290568 h 403357"/>
                    <a:gd name="connsiteX53" fmla="*/ 194945 w 698807"/>
                    <a:gd name="connsiteY53" fmla="*/ 297971 h 403357"/>
                    <a:gd name="connsiteX54" fmla="*/ 180140 w 698807"/>
                    <a:gd name="connsiteY54" fmla="*/ 297971 h 403357"/>
                    <a:gd name="connsiteX55" fmla="*/ 173970 w 698807"/>
                    <a:gd name="connsiteY55" fmla="*/ 299204 h 403357"/>
                    <a:gd name="connsiteX56" fmla="*/ 162866 w 698807"/>
                    <a:gd name="connsiteY56" fmla="*/ 330050 h 403357"/>
                    <a:gd name="connsiteX57" fmla="*/ 148060 w 698807"/>
                    <a:gd name="connsiteY57" fmla="*/ 337453 h 403357"/>
                    <a:gd name="connsiteX58" fmla="*/ 148060 w 698807"/>
                    <a:gd name="connsiteY58" fmla="*/ 337453 h 403357"/>
                    <a:gd name="connsiteX59" fmla="*/ 149294 w 698807"/>
                    <a:gd name="connsiteY59" fmla="*/ 331284 h 403357"/>
                    <a:gd name="connsiteX60" fmla="*/ 138189 w 698807"/>
                    <a:gd name="connsiteY60" fmla="*/ 309075 h 403357"/>
                    <a:gd name="connsiteX61" fmla="*/ 123383 w 698807"/>
                    <a:gd name="connsiteY61" fmla="*/ 320180 h 403357"/>
                    <a:gd name="connsiteX62" fmla="*/ 134488 w 698807"/>
                    <a:gd name="connsiteY62" fmla="*/ 342388 h 403357"/>
                    <a:gd name="connsiteX63" fmla="*/ 135722 w 698807"/>
                    <a:gd name="connsiteY63" fmla="*/ 342388 h 403357"/>
                    <a:gd name="connsiteX64" fmla="*/ 118448 w 698807"/>
                    <a:gd name="connsiteY64" fmla="*/ 351025 h 403357"/>
                    <a:gd name="connsiteX65" fmla="*/ 103642 w 698807"/>
                    <a:gd name="connsiteY65" fmla="*/ 357195 h 403357"/>
                    <a:gd name="connsiteX66" fmla="*/ 98707 w 698807"/>
                    <a:gd name="connsiteY66" fmla="*/ 363364 h 403357"/>
                    <a:gd name="connsiteX67" fmla="*/ 85134 w 698807"/>
                    <a:gd name="connsiteY67" fmla="*/ 362130 h 403357"/>
                    <a:gd name="connsiteX68" fmla="*/ 64159 w 698807"/>
                    <a:gd name="connsiteY68" fmla="*/ 379403 h 403357"/>
                    <a:gd name="connsiteX69" fmla="*/ 39482 w 698807"/>
                    <a:gd name="connsiteY69" fmla="*/ 397911 h 403357"/>
                    <a:gd name="connsiteX70" fmla="*/ 20975 w 698807"/>
                    <a:gd name="connsiteY70" fmla="*/ 378170 h 403357"/>
                    <a:gd name="connsiteX71" fmla="*/ 0 w 698807"/>
                    <a:gd name="connsiteY71" fmla="*/ 388040 h 403357"/>
                    <a:gd name="connsiteX72" fmla="*/ 0 w 698807"/>
                    <a:gd name="connsiteY72" fmla="*/ 388040 h 403357"/>
                    <a:gd name="connsiteX73" fmla="*/ 23443 w 698807"/>
                    <a:gd name="connsiteY73" fmla="*/ 383105 h 403357"/>
                    <a:gd name="connsiteX74" fmla="*/ 38249 w 698807"/>
                    <a:gd name="connsiteY74" fmla="*/ 402847 h 403357"/>
                    <a:gd name="connsiteX75" fmla="*/ 40716 w 698807"/>
                    <a:gd name="connsiteY75" fmla="*/ 401613 h 403357"/>
                    <a:gd name="connsiteX76" fmla="*/ 62926 w 698807"/>
                    <a:gd name="connsiteY76" fmla="*/ 385573 h 403357"/>
                    <a:gd name="connsiteX77" fmla="*/ 66627 w 698807"/>
                    <a:gd name="connsiteY77" fmla="*/ 384339 h 403357"/>
                    <a:gd name="connsiteX78" fmla="*/ 88836 w 698807"/>
                    <a:gd name="connsiteY78" fmla="*/ 370767 h 403357"/>
                    <a:gd name="connsiteX79" fmla="*/ 99941 w 698807"/>
                    <a:gd name="connsiteY79" fmla="*/ 369533 h 403357"/>
                    <a:gd name="connsiteX80" fmla="*/ 108577 w 698807"/>
                    <a:gd name="connsiteY80" fmla="*/ 360896 h 403357"/>
                    <a:gd name="connsiteX81" fmla="*/ 114746 w 698807"/>
                    <a:gd name="connsiteY81" fmla="*/ 358428 h 403357"/>
                    <a:gd name="connsiteX82" fmla="*/ 132020 w 698807"/>
                    <a:gd name="connsiteY82" fmla="*/ 351025 h 403357"/>
                    <a:gd name="connsiteX83" fmla="*/ 141891 w 698807"/>
                    <a:gd name="connsiteY83" fmla="*/ 343622 h 403357"/>
                    <a:gd name="connsiteX84" fmla="*/ 178906 w 698807"/>
                    <a:gd name="connsiteY84" fmla="*/ 309075 h 403357"/>
                    <a:gd name="connsiteX85" fmla="*/ 194945 w 698807"/>
                    <a:gd name="connsiteY85" fmla="*/ 310309 h 403357"/>
                    <a:gd name="connsiteX86" fmla="*/ 201115 w 698807"/>
                    <a:gd name="connsiteY86" fmla="*/ 286866 h 403357"/>
                    <a:gd name="connsiteX87" fmla="*/ 222090 w 698807"/>
                    <a:gd name="connsiteY87" fmla="*/ 293035 h 403357"/>
                    <a:gd name="connsiteX88" fmla="*/ 230726 w 698807"/>
                    <a:gd name="connsiteY88" fmla="*/ 274528 h 403357"/>
                    <a:gd name="connsiteX89" fmla="*/ 256637 w 698807"/>
                    <a:gd name="connsiteY89" fmla="*/ 280697 h 403357"/>
                    <a:gd name="connsiteX90" fmla="*/ 270209 w 698807"/>
                    <a:gd name="connsiteY90" fmla="*/ 267125 h 403357"/>
                    <a:gd name="connsiteX91" fmla="*/ 278846 w 698807"/>
                    <a:gd name="connsiteY91" fmla="*/ 265891 h 403357"/>
                    <a:gd name="connsiteX92" fmla="*/ 292418 w 698807"/>
                    <a:gd name="connsiteY92" fmla="*/ 252319 h 403357"/>
                    <a:gd name="connsiteX93" fmla="*/ 293652 w 698807"/>
                    <a:gd name="connsiteY93" fmla="*/ 249851 h 403357"/>
                    <a:gd name="connsiteX94" fmla="*/ 301055 w 698807"/>
                    <a:gd name="connsiteY94" fmla="*/ 254787 h 403357"/>
                    <a:gd name="connsiteX95" fmla="*/ 330667 w 698807"/>
                    <a:gd name="connsiteY95" fmla="*/ 209135 h 403357"/>
                    <a:gd name="connsiteX96" fmla="*/ 352876 w 698807"/>
                    <a:gd name="connsiteY96" fmla="*/ 226408 h 403357"/>
                    <a:gd name="connsiteX97" fmla="*/ 361513 w 698807"/>
                    <a:gd name="connsiteY97" fmla="*/ 194329 h 403357"/>
                    <a:gd name="connsiteX98" fmla="*/ 376319 w 698807"/>
                    <a:gd name="connsiteY98" fmla="*/ 205433 h 403357"/>
                    <a:gd name="connsiteX99" fmla="*/ 378786 w 698807"/>
                    <a:gd name="connsiteY99" fmla="*/ 204199 h 403357"/>
                    <a:gd name="connsiteX100" fmla="*/ 382488 w 698807"/>
                    <a:gd name="connsiteY100" fmla="*/ 189393 h 403357"/>
                    <a:gd name="connsiteX101" fmla="*/ 400996 w 698807"/>
                    <a:gd name="connsiteY101" fmla="*/ 188159 h 403357"/>
                    <a:gd name="connsiteX102" fmla="*/ 403463 w 698807"/>
                    <a:gd name="connsiteY102" fmla="*/ 186926 h 403357"/>
                    <a:gd name="connsiteX103" fmla="*/ 412100 w 698807"/>
                    <a:gd name="connsiteY103" fmla="*/ 168418 h 403357"/>
                    <a:gd name="connsiteX104" fmla="*/ 429374 w 698807"/>
                    <a:gd name="connsiteY104" fmla="*/ 175821 h 403357"/>
                    <a:gd name="connsiteX105" fmla="*/ 433075 w 698807"/>
                    <a:gd name="connsiteY105" fmla="*/ 173354 h 403357"/>
                    <a:gd name="connsiteX106" fmla="*/ 445414 w 698807"/>
                    <a:gd name="connsiteY106" fmla="*/ 156080 h 403357"/>
                    <a:gd name="connsiteX107" fmla="*/ 457752 w 698807"/>
                    <a:gd name="connsiteY107" fmla="*/ 167184 h 403357"/>
                    <a:gd name="connsiteX108" fmla="*/ 461453 w 698807"/>
                    <a:gd name="connsiteY108" fmla="*/ 165951 h 403357"/>
                    <a:gd name="connsiteX109" fmla="*/ 472558 w 698807"/>
                    <a:gd name="connsiteY109" fmla="*/ 131403 h 403357"/>
                    <a:gd name="connsiteX110" fmla="*/ 503404 w 698807"/>
                    <a:gd name="connsiteY110" fmla="*/ 110428 h 403357"/>
                    <a:gd name="connsiteX111" fmla="*/ 530548 w 698807"/>
                    <a:gd name="connsiteY111" fmla="*/ 114129 h 403357"/>
                    <a:gd name="connsiteX112" fmla="*/ 539185 w 698807"/>
                    <a:gd name="connsiteY112" fmla="*/ 89453 h 403357"/>
                    <a:gd name="connsiteX113" fmla="*/ 571264 w 698807"/>
                    <a:gd name="connsiteY113" fmla="*/ 105493 h 403357"/>
                    <a:gd name="connsiteX114" fmla="*/ 583603 w 698807"/>
                    <a:gd name="connsiteY114" fmla="*/ 75881 h 403357"/>
                    <a:gd name="connsiteX115" fmla="*/ 587304 w 698807"/>
                    <a:gd name="connsiteY115" fmla="*/ 77114 h 403357"/>
                    <a:gd name="connsiteX116" fmla="*/ 607045 w 698807"/>
                    <a:gd name="connsiteY116" fmla="*/ 64776 h 403357"/>
                    <a:gd name="connsiteX117" fmla="*/ 614449 w 698807"/>
                    <a:gd name="connsiteY117" fmla="*/ 70945 h 403357"/>
                    <a:gd name="connsiteX118" fmla="*/ 616916 w 698807"/>
                    <a:gd name="connsiteY118" fmla="*/ 70945 h 403357"/>
                    <a:gd name="connsiteX119" fmla="*/ 624319 w 698807"/>
                    <a:gd name="connsiteY119" fmla="*/ 56139 h 403357"/>
                    <a:gd name="connsiteX120" fmla="*/ 625553 w 698807"/>
                    <a:gd name="connsiteY120" fmla="*/ 47502 h 403357"/>
                    <a:gd name="connsiteX121" fmla="*/ 639125 w 698807"/>
                    <a:gd name="connsiteY121" fmla="*/ 51204 h 403357"/>
                    <a:gd name="connsiteX122" fmla="*/ 642827 w 698807"/>
                    <a:gd name="connsiteY122" fmla="*/ 51204 h 403357"/>
                    <a:gd name="connsiteX123" fmla="*/ 650230 w 698807"/>
                    <a:gd name="connsiteY123" fmla="*/ 28995 h 403357"/>
                    <a:gd name="connsiteX124" fmla="*/ 660100 w 698807"/>
                    <a:gd name="connsiteY124" fmla="*/ 26527 h 403357"/>
                    <a:gd name="connsiteX125" fmla="*/ 673673 w 698807"/>
                    <a:gd name="connsiteY125" fmla="*/ 28995 h 403357"/>
                    <a:gd name="connsiteX126" fmla="*/ 698349 w 698807"/>
                    <a:gd name="connsiteY126" fmla="*/ 1851 h 403357"/>
                    <a:gd name="connsiteX127" fmla="*/ 128319 w 698807"/>
                    <a:gd name="connsiteY127" fmla="*/ 327583 h 403357"/>
                    <a:gd name="connsiteX128" fmla="*/ 138189 w 698807"/>
                    <a:gd name="connsiteY128" fmla="*/ 318946 h 403357"/>
                    <a:gd name="connsiteX129" fmla="*/ 141891 w 698807"/>
                    <a:gd name="connsiteY129" fmla="*/ 339921 h 403357"/>
                    <a:gd name="connsiteX130" fmla="*/ 128319 w 698807"/>
                    <a:gd name="connsiteY130" fmla="*/ 327583 h 403357"/>
                    <a:gd name="connsiteX131" fmla="*/ 273911 w 698807"/>
                    <a:gd name="connsiteY131" fmla="*/ 199264 h 403357"/>
                    <a:gd name="connsiteX132" fmla="*/ 293652 w 698807"/>
                    <a:gd name="connsiteY132" fmla="*/ 241214 h 403357"/>
                    <a:gd name="connsiteX133" fmla="*/ 273911 w 698807"/>
                    <a:gd name="connsiteY133" fmla="*/ 199264 h 403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698807" h="403357">
                      <a:moveTo>
                        <a:pt x="698349" y="1851"/>
                      </a:moveTo>
                      <a:cubicBezTo>
                        <a:pt x="698349" y="-617"/>
                        <a:pt x="694648" y="-617"/>
                        <a:pt x="694648" y="1851"/>
                      </a:cubicBezTo>
                      <a:cubicBezTo>
                        <a:pt x="693414" y="14189"/>
                        <a:pt x="686011" y="20358"/>
                        <a:pt x="673673" y="20358"/>
                      </a:cubicBezTo>
                      <a:cubicBezTo>
                        <a:pt x="666270" y="20358"/>
                        <a:pt x="657633" y="21592"/>
                        <a:pt x="650230" y="20358"/>
                      </a:cubicBezTo>
                      <a:cubicBezTo>
                        <a:pt x="648996" y="20358"/>
                        <a:pt x="647762" y="21592"/>
                        <a:pt x="647762" y="22826"/>
                      </a:cubicBezTo>
                      <a:cubicBezTo>
                        <a:pt x="645294" y="30229"/>
                        <a:pt x="645294" y="37632"/>
                        <a:pt x="641593" y="43801"/>
                      </a:cubicBezTo>
                      <a:cubicBezTo>
                        <a:pt x="636658" y="40100"/>
                        <a:pt x="629255" y="35164"/>
                        <a:pt x="624319" y="41333"/>
                      </a:cubicBezTo>
                      <a:cubicBezTo>
                        <a:pt x="619384" y="48736"/>
                        <a:pt x="623085" y="72179"/>
                        <a:pt x="609513" y="58607"/>
                      </a:cubicBezTo>
                      <a:cubicBezTo>
                        <a:pt x="608279" y="57373"/>
                        <a:pt x="607045" y="57373"/>
                        <a:pt x="605812" y="58607"/>
                      </a:cubicBezTo>
                      <a:cubicBezTo>
                        <a:pt x="598409" y="70945"/>
                        <a:pt x="589772" y="70945"/>
                        <a:pt x="583603" y="63543"/>
                      </a:cubicBezTo>
                      <a:cubicBezTo>
                        <a:pt x="582369" y="58607"/>
                        <a:pt x="579901" y="54906"/>
                        <a:pt x="577434" y="51204"/>
                      </a:cubicBezTo>
                      <a:cubicBezTo>
                        <a:pt x="574966" y="48736"/>
                        <a:pt x="572498" y="52438"/>
                        <a:pt x="573732" y="54906"/>
                      </a:cubicBezTo>
                      <a:cubicBezTo>
                        <a:pt x="574966" y="58607"/>
                        <a:pt x="576200" y="62309"/>
                        <a:pt x="577434" y="64776"/>
                      </a:cubicBezTo>
                      <a:cubicBezTo>
                        <a:pt x="578667" y="74647"/>
                        <a:pt x="576200" y="88219"/>
                        <a:pt x="570030" y="93154"/>
                      </a:cubicBezTo>
                      <a:cubicBezTo>
                        <a:pt x="556459" y="103025"/>
                        <a:pt x="541652" y="79582"/>
                        <a:pt x="539185" y="69712"/>
                      </a:cubicBezTo>
                      <a:lnTo>
                        <a:pt x="539185" y="69712"/>
                      </a:lnTo>
                      <a:cubicBezTo>
                        <a:pt x="539185" y="69712"/>
                        <a:pt x="539185" y="68478"/>
                        <a:pt x="539185" y="68478"/>
                      </a:cubicBezTo>
                      <a:cubicBezTo>
                        <a:pt x="537951" y="63543"/>
                        <a:pt x="533015" y="66010"/>
                        <a:pt x="534249" y="70945"/>
                      </a:cubicBezTo>
                      <a:cubicBezTo>
                        <a:pt x="534249" y="70945"/>
                        <a:pt x="534249" y="72179"/>
                        <a:pt x="534249" y="72179"/>
                      </a:cubicBezTo>
                      <a:cubicBezTo>
                        <a:pt x="536717" y="80816"/>
                        <a:pt x="534249" y="95622"/>
                        <a:pt x="529314" y="103025"/>
                      </a:cubicBezTo>
                      <a:cubicBezTo>
                        <a:pt x="521911" y="115363"/>
                        <a:pt x="513274" y="109194"/>
                        <a:pt x="505871" y="100558"/>
                      </a:cubicBezTo>
                      <a:cubicBezTo>
                        <a:pt x="503404" y="98090"/>
                        <a:pt x="502170" y="101791"/>
                        <a:pt x="502170" y="103025"/>
                      </a:cubicBezTo>
                      <a:cubicBezTo>
                        <a:pt x="502170" y="117831"/>
                        <a:pt x="491065" y="138806"/>
                        <a:pt x="476259" y="120299"/>
                      </a:cubicBezTo>
                      <a:cubicBezTo>
                        <a:pt x="475026" y="117831"/>
                        <a:pt x="472558" y="120299"/>
                        <a:pt x="471324" y="121532"/>
                      </a:cubicBezTo>
                      <a:cubicBezTo>
                        <a:pt x="470090" y="127702"/>
                        <a:pt x="468856" y="132637"/>
                        <a:pt x="466389" y="138806"/>
                      </a:cubicBezTo>
                      <a:cubicBezTo>
                        <a:pt x="465155" y="142508"/>
                        <a:pt x="463921" y="147443"/>
                        <a:pt x="462687" y="151144"/>
                      </a:cubicBezTo>
                      <a:cubicBezTo>
                        <a:pt x="461453" y="157314"/>
                        <a:pt x="460219" y="158547"/>
                        <a:pt x="456518" y="153612"/>
                      </a:cubicBezTo>
                      <a:cubicBezTo>
                        <a:pt x="451583" y="151144"/>
                        <a:pt x="447881" y="142508"/>
                        <a:pt x="440478" y="142508"/>
                      </a:cubicBezTo>
                      <a:cubicBezTo>
                        <a:pt x="430608" y="143742"/>
                        <a:pt x="429374" y="156080"/>
                        <a:pt x="430608" y="165951"/>
                      </a:cubicBezTo>
                      <a:cubicBezTo>
                        <a:pt x="424438" y="163483"/>
                        <a:pt x="418269" y="159781"/>
                        <a:pt x="413334" y="163483"/>
                      </a:cubicBezTo>
                      <a:cubicBezTo>
                        <a:pt x="408399" y="167184"/>
                        <a:pt x="405931" y="175821"/>
                        <a:pt x="404697" y="181990"/>
                      </a:cubicBezTo>
                      <a:cubicBezTo>
                        <a:pt x="399762" y="178289"/>
                        <a:pt x="394826" y="173354"/>
                        <a:pt x="388657" y="177055"/>
                      </a:cubicBezTo>
                      <a:cubicBezTo>
                        <a:pt x="382488" y="180757"/>
                        <a:pt x="381254" y="190627"/>
                        <a:pt x="378786" y="198030"/>
                      </a:cubicBezTo>
                      <a:cubicBezTo>
                        <a:pt x="371384" y="195562"/>
                        <a:pt x="366448" y="191861"/>
                        <a:pt x="362747" y="184458"/>
                      </a:cubicBezTo>
                      <a:cubicBezTo>
                        <a:pt x="361513" y="181990"/>
                        <a:pt x="359045" y="184458"/>
                        <a:pt x="359045" y="186926"/>
                      </a:cubicBezTo>
                      <a:cubicBezTo>
                        <a:pt x="359045" y="194329"/>
                        <a:pt x="361513" y="206667"/>
                        <a:pt x="357811" y="212836"/>
                      </a:cubicBezTo>
                      <a:cubicBezTo>
                        <a:pt x="350408" y="225174"/>
                        <a:pt x="334369" y="202965"/>
                        <a:pt x="331901" y="194329"/>
                      </a:cubicBezTo>
                      <a:cubicBezTo>
                        <a:pt x="330667" y="190627"/>
                        <a:pt x="325732" y="190627"/>
                        <a:pt x="325732" y="195562"/>
                      </a:cubicBezTo>
                      <a:cubicBezTo>
                        <a:pt x="325732" y="209135"/>
                        <a:pt x="329433" y="248617"/>
                        <a:pt x="308458" y="247384"/>
                      </a:cubicBezTo>
                      <a:cubicBezTo>
                        <a:pt x="304756" y="247384"/>
                        <a:pt x="302289" y="246150"/>
                        <a:pt x="298587" y="243682"/>
                      </a:cubicBezTo>
                      <a:cubicBezTo>
                        <a:pt x="304756" y="221473"/>
                        <a:pt x="294886" y="196796"/>
                        <a:pt x="272677" y="188159"/>
                      </a:cubicBezTo>
                      <a:cubicBezTo>
                        <a:pt x="271443" y="186926"/>
                        <a:pt x="270209" y="188159"/>
                        <a:pt x="268975" y="189393"/>
                      </a:cubicBezTo>
                      <a:cubicBezTo>
                        <a:pt x="261572" y="206667"/>
                        <a:pt x="273911" y="232577"/>
                        <a:pt x="289951" y="247384"/>
                      </a:cubicBezTo>
                      <a:cubicBezTo>
                        <a:pt x="288717" y="249851"/>
                        <a:pt x="286249" y="252319"/>
                        <a:pt x="283782" y="254787"/>
                      </a:cubicBezTo>
                      <a:cubicBezTo>
                        <a:pt x="276378" y="262189"/>
                        <a:pt x="266508" y="257254"/>
                        <a:pt x="260339" y="264657"/>
                      </a:cubicBezTo>
                      <a:cubicBezTo>
                        <a:pt x="256637" y="269592"/>
                        <a:pt x="259105" y="269592"/>
                        <a:pt x="251702" y="274528"/>
                      </a:cubicBezTo>
                      <a:cubicBezTo>
                        <a:pt x="245533" y="279463"/>
                        <a:pt x="243065" y="276995"/>
                        <a:pt x="238130" y="272060"/>
                      </a:cubicBezTo>
                      <a:cubicBezTo>
                        <a:pt x="235662" y="269592"/>
                        <a:pt x="233194" y="267125"/>
                        <a:pt x="231960" y="264657"/>
                      </a:cubicBezTo>
                      <a:cubicBezTo>
                        <a:pt x="230726" y="262189"/>
                        <a:pt x="228259" y="264657"/>
                        <a:pt x="228259" y="267125"/>
                      </a:cubicBezTo>
                      <a:cubicBezTo>
                        <a:pt x="228259" y="273294"/>
                        <a:pt x="227025" y="284399"/>
                        <a:pt x="219622" y="286866"/>
                      </a:cubicBezTo>
                      <a:cubicBezTo>
                        <a:pt x="213453" y="288100"/>
                        <a:pt x="206050" y="281931"/>
                        <a:pt x="202348" y="278229"/>
                      </a:cubicBezTo>
                      <a:cubicBezTo>
                        <a:pt x="199881" y="276995"/>
                        <a:pt x="198647" y="276995"/>
                        <a:pt x="197413" y="279463"/>
                      </a:cubicBezTo>
                      <a:cubicBezTo>
                        <a:pt x="196179" y="283165"/>
                        <a:pt x="196179" y="286866"/>
                        <a:pt x="196179" y="290568"/>
                      </a:cubicBezTo>
                      <a:cubicBezTo>
                        <a:pt x="196179" y="293035"/>
                        <a:pt x="196179" y="295503"/>
                        <a:pt x="194945" y="297971"/>
                      </a:cubicBezTo>
                      <a:cubicBezTo>
                        <a:pt x="192478" y="304140"/>
                        <a:pt x="183841" y="314010"/>
                        <a:pt x="180140" y="297971"/>
                      </a:cubicBezTo>
                      <a:cubicBezTo>
                        <a:pt x="178906" y="294269"/>
                        <a:pt x="173970" y="295503"/>
                        <a:pt x="173970" y="299204"/>
                      </a:cubicBezTo>
                      <a:cubicBezTo>
                        <a:pt x="173970" y="310309"/>
                        <a:pt x="170269" y="321414"/>
                        <a:pt x="162866" y="330050"/>
                      </a:cubicBezTo>
                      <a:cubicBezTo>
                        <a:pt x="159164" y="333752"/>
                        <a:pt x="154229" y="337453"/>
                        <a:pt x="148060" y="337453"/>
                      </a:cubicBezTo>
                      <a:cubicBezTo>
                        <a:pt x="148060" y="337453"/>
                        <a:pt x="148060" y="337453"/>
                        <a:pt x="148060" y="337453"/>
                      </a:cubicBezTo>
                      <a:cubicBezTo>
                        <a:pt x="149294" y="334986"/>
                        <a:pt x="149294" y="333752"/>
                        <a:pt x="149294" y="331284"/>
                      </a:cubicBezTo>
                      <a:cubicBezTo>
                        <a:pt x="149294" y="323881"/>
                        <a:pt x="146826" y="311543"/>
                        <a:pt x="138189" y="309075"/>
                      </a:cubicBezTo>
                      <a:cubicBezTo>
                        <a:pt x="130786" y="306607"/>
                        <a:pt x="124617" y="314010"/>
                        <a:pt x="123383" y="320180"/>
                      </a:cubicBezTo>
                      <a:cubicBezTo>
                        <a:pt x="120915" y="330050"/>
                        <a:pt x="127085" y="337453"/>
                        <a:pt x="134488" y="342388"/>
                      </a:cubicBezTo>
                      <a:cubicBezTo>
                        <a:pt x="134488" y="342388"/>
                        <a:pt x="135722" y="342388"/>
                        <a:pt x="135722" y="342388"/>
                      </a:cubicBezTo>
                      <a:cubicBezTo>
                        <a:pt x="130786" y="346090"/>
                        <a:pt x="124617" y="348558"/>
                        <a:pt x="118448" y="351025"/>
                      </a:cubicBezTo>
                      <a:cubicBezTo>
                        <a:pt x="113512" y="352259"/>
                        <a:pt x="107343" y="353493"/>
                        <a:pt x="103642" y="357195"/>
                      </a:cubicBezTo>
                      <a:cubicBezTo>
                        <a:pt x="102408" y="358428"/>
                        <a:pt x="99941" y="363364"/>
                        <a:pt x="98707" y="363364"/>
                      </a:cubicBezTo>
                      <a:cubicBezTo>
                        <a:pt x="85134" y="370767"/>
                        <a:pt x="91304" y="362130"/>
                        <a:pt x="85134" y="362130"/>
                      </a:cubicBezTo>
                      <a:cubicBezTo>
                        <a:pt x="72796" y="362130"/>
                        <a:pt x="66627" y="368299"/>
                        <a:pt x="64159" y="379403"/>
                      </a:cubicBezTo>
                      <a:cubicBezTo>
                        <a:pt x="53055" y="368299"/>
                        <a:pt x="43184" y="385573"/>
                        <a:pt x="39482" y="397911"/>
                      </a:cubicBezTo>
                      <a:cubicBezTo>
                        <a:pt x="34547" y="390508"/>
                        <a:pt x="28378" y="380637"/>
                        <a:pt x="20975" y="378170"/>
                      </a:cubicBezTo>
                      <a:cubicBezTo>
                        <a:pt x="12338" y="375702"/>
                        <a:pt x="4935" y="383105"/>
                        <a:pt x="0" y="388040"/>
                      </a:cubicBezTo>
                      <a:cubicBezTo>
                        <a:pt x="0" y="388040"/>
                        <a:pt x="0" y="389274"/>
                        <a:pt x="0" y="388040"/>
                      </a:cubicBezTo>
                      <a:cubicBezTo>
                        <a:pt x="7403" y="383105"/>
                        <a:pt x="14806" y="375702"/>
                        <a:pt x="23443" y="383105"/>
                      </a:cubicBezTo>
                      <a:cubicBezTo>
                        <a:pt x="29612" y="388040"/>
                        <a:pt x="33313" y="396677"/>
                        <a:pt x="38249" y="402847"/>
                      </a:cubicBezTo>
                      <a:cubicBezTo>
                        <a:pt x="39482" y="404080"/>
                        <a:pt x="40716" y="402847"/>
                        <a:pt x="40716" y="401613"/>
                      </a:cubicBezTo>
                      <a:cubicBezTo>
                        <a:pt x="43184" y="392976"/>
                        <a:pt x="51821" y="370767"/>
                        <a:pt x="62926" y="385573"/>
                      </a:cubicBezTo>
                      <a:cubicBezTo>
                        <a:pt x="64159" y="388040"/>
                        <a:pt x="65393" y="385573"/>
                        <a:pt x="66627" y="384339"/>
                      </a:cubicBezTo>
                      <a:cubicBezTo>
                        <a:pt x="70328" y="370767"/>
                        <a:pt x="76497" y="367065"/>
                        <a:pt x="88836" y="370767"/>
                      </a:cubicBezTo>
                      <a:cubicBezTo>
                        <a:pt x="93771" y="372001"/>
                        <a:pt x="95005" y="373234"/>
                        <a:pt x="99941" y="369533"/>
                      </a:cubicBezTo>
                      <a:cubicBezTo>
                        <a:pt x="103642" y="367065"/>
                        <a:pt x="103642" y="363364"/>
                        <a:pt x="108577" y="360896"/>
                      </a:cubicBezTo>
                      <a:cubicBezTo>
                        <a:pt x="111045" y="359662"/>
                        <a:pt x="113512" y="359662"/>
                        <a:pt x="114746" y="358428"/>
                      </a:cubicBezTo>
                      <a:cubicBezTo>
                        <a:pt x="120915" y="355961"/>
                        <a:pt x="127085" y="354727"/>
                        <a:pt x="132020" y="351025"/>
                      </a:cubicBezTo>
                      <a:cubicBezTo>
                        <a:pt x="135722" y="348558"/>
                        <a:pt x="139423" y="347324"/>
                        <a:pt x="141891" y="343622"/>
                      </a:cubicBezTo>
                      <a:cubicBezTo>
                        <a:pt x="161632" y="348558"/>
                        <a:pt x="175204" y="327583"/>
                        <a:pt x="178906" y="309075"/>
                      </a:cubicBezTo>
                      <a:cubicBezTo>
                        <a:pt x="182607" y="314010"/>
                        <a:pt x="188776" y="315244"/>
                        <a:pt x="194945" y="310309"/>
                      </a:cubicBezTo>
                      <a:cubicBezTo>
                        <a:pt x="201115" y="305373"/>
                        <a:pt x="201115" y="295503"/>
                        <a:pt x="201115" y="286866"/>
                      </a:cubicBezTo>
                      <a:cubicBezTo>
                        <a:pt x="207284" y="291802"/>
                        <a:pt x="214687" y="296737"/>
                        <a:pt x="222090" y="293035"/>
                      </a:cubicBezTo>
                      <a:cubicBezTo>
                        <a:pt x="228259" y="289334"/>
                        <a:pt x="230726" y="281931"/>
                        <a:pt x="230726" y="274528"/>
                      </a:cubicBezTo>
                      <a:cubicBezTo>
                        <a:pt x="238130" y="283165"/>
                        <a:pt x="248000" y="290568"/>
                        <a:pt x="256637" y="280697"/>
                      </a:cubicBezTo>
                      <a:cubicBezTo>
                        <a:pt x="262806" y="273294"/>
                        <a:pt x="250468" y="274528"/>
                        <a:pt x="270209" y="267125"/>
                      </a:cubicBezTo>
                      <a:cubicBezTo>
                        <a:pt x="272677" y="265891"/>
                        <a:pt x="275145" y="267125"/>
                        <a:pt x="278846" y="265891"/>
                      </a:cubicBezTo>
                      <a:cubicBezTo>
                        <a:pt x="285015" y="263423"/>
                        <a:pt x="288717" y="257254"/>
                        <a:pt x="292418" y="252319"/>
                      </a:cubicBezTo>
                      <a:cubicBezTo>
                        <a:pt x="292418" y="251085"/>
                        <a:pt x="293652" y="251085"/>
                        <a:pt x="293652" y="249851"/>
                      </a:cubicBezTo>
                      <a:cubicBezTo>
                        <a:pt x="296120" y="251085"/>
                        <a:pt x="298587" y="253553"/>
                        <a:pt x="301055" y="254787"/>
                      </a:cubicBezTo>
                      <a:cubicBezTo>
                        <a:pt x="329433" y="267125"/>
                        <a:pt x="330667" y="232577"/>
                        <a:pt x="330667" y="209135"/>
                      </a:cubicBezTo>
                      <a:cubicBezTo>
                        <a:pt x="336836" y="217772"/>
                        <a:pt x="345473" y="226408"/>
                        <a:pt x="352876" y="226408"/>
                      </a:cubicBezTo>
                      <a:cubicBezTo>
                        <a:pt x="366448" y="225174"/>
                        <a:pt x="363981" y="206667"/>
                        <a:pt x="361513" y="194329"/>
                      </a:cubicBezTo>
                      <a:cubicBezTo>
                        <a:pt x="365215" y="199264"/>
                        <a:pt x="370150" y="202965"/>
                        <a:pt x="376319" y="205433"/>
                      </a:cubicBezTo>
                      <a:cubicBezTo>
                        <a:pt x="377553" y="205433"/>
                        <a:pt x="378786" y="204199"/>
                        <a:pt x="378786" y="204199"/>
                      </a:cubicBezTo>
                      <a:cubicBezTo>
                        <a:pt x="380020" y="199264"/>
                        <a:pt x="380020" y="193095"/>
                        <a:pt x="382488" y="189393"/>
                      </a:cubicBezTo>
                      <a:cubicBezTo>
                        <a:pt x="387423" y="178289"/>
                        <a:pt x="394826" y="181990"/>
                        <a:pt x="400996" y="188159"/>
                      </a:cubicBezTo>
                      <a:cubicBezTo>
                        <a:pt x="402230" y="189393"/>
                        <a:pt x="403463" y="188159"/>
                        <a:pt x="403463" y="186926"/>
                      </a:cubicBezTo>
                      <a:cubicBezTo>
                        <a:pt x="404697" y="181990"/>
                        <a:pt x="405931" y="170886"/>
                        <a:pt x="412100" y="168418"/>
                      </a:cubicBezTo>
                      <a:cubicBezTo>
                        <a:pt x="418269" y="165951"/>
                        <a:pt x="425672" y="172120"/>
                        <a:pt x="429374" y="175821"/>
                      </a:cubicBezTo>
                      <a:cubicBezTo>
                        <a:pt x="431841" y="177055"/>
                        <a:pt x="433075" y="174587"/>
                        <a:pt x="433075" y="173354"/>
                      </a:cubicBezTo>
                      <a:cubicBezTo>
                        <a:pt x="433075" y="165951"/>
                        <a:pt x="430608" y="148677"/>
                        <a:pt x="445414" y="156080"/>
                      </a:cubicBezTo>
                      <a:cubicBezTo>
                        <a:pt x="450349" y="158547"/>
                        <a:pt x="452816" y="164717"/>
                        <a:pt x="457752" y="167184"/>
                      </a:cubicBezTo>
                      <a:cubicBezTo>
                        <a:pt x="458986" y="167184"/>
                        <a:pt x="460219" y="167184"/>
                        <a:pt x="461453" y="165951"/>
                      </a:cubicBezTo>
                      <a:cubicBezTo>
                        <a:pt x="468856" y="154846"/>
                        <a:pt x="468856" y="143742"/>
                        <a:pt x="472558" y="131403"/>
                      </a:cubicBezTo>
                      <a:cubicBezTo>
                        <a:pt x="487364" y="147443"/>
                        <a:pt x="502170" y="130169"/>
                        <a:pt x="503404" y="110428"/>
                      </a:cubicBezTo>
                      <a:cubicBezTo>
                        <a:pt x="510807" y="119065"/>
                        <a:pt x="520677" y="125234"/>
                        <a:pt x="530548" y="114129"/>
                      </a:cubicBezTo>
                      <a:cubicBezTo>
                        <a:pt x="536717" y="106727"/>
                        <a:pt x="539185" y="98090"/>
                        <a:pt x="539185" y="89453"/>
                      </a:cubicBezTo>
                      <a:cubicBezTo>
                        <a:pt x="546588" y="101791"/>
                        <a:pt x="558926" y="111662"/>
                        <a:pt x="571264" y="105493"/>
                      </a:cubicBezTo>
                      <a:cubicBezTo>
                        <a:pt x="582369" y="100558"/>
                        <a:pt x="584837" y="88219"/>
                        <a:pt x="583603" y="75881"/>
                      </a:cubicBezTo>
                      <a:cubicBezTo>
                        <a:pt x="584837" y="75881"/>
                        <a:pt x="586071" y="77114"/>
                        <a:pt x="587304" y="77114"/>
                      </a:cubicBezTo>
                      <a:cubicBezTo>
                        <a:pt x="597175" y="80816"/>
                        <a:pt x="603344" y="73413"/>
                        <a:pt x="607045" y="64776"/>
                      </a:cubicBezTo>
                      <a:cubicBezTo>
                        <a:pt x="609513" y="66010"/>
                        <a:pt x="611981" y="68478"/>
                        <a:pt x="614449" y="70945"/>
                      </a:cubicBezTo>
                      <a:cubicBezTo>
                        <a:pt x="614449" y="70945"/>
                        <a:pt x="615682" y="70945"/>
                        <a:pt x="616916" y="70945"/>
                      </a:cubicBezTo>
                      <a:cubicBezTo>
                        <a:pt x="621852" y="67244"/>
                        <a:pt x="623085" y="62309"/>
                        <a:pt x="624319" y="56139"/>
                      </a:cubicBezTo>
                      <a:cubicBezTo>
                        <a:pt x="624319" y="53672"/>
                        <a:pt x="624319" y="49970"/>
                        <a:pt x="625553" y="47502"/>
                      </a:cubicBezTo>
                      <a:cubicBezTo>
                        <a:pt x="629255" y="41333"/>
                        <a:pt x="634190" y="47502"/>
                        <a:pt x="639125" y="51204"/>
                      </a:cubicBezTo>
                      <a:cubicBezTo>
                        <a:pt x="640359" y="52438"/>
                        <a:pt x="641593" y="52438"/>
                        <a:pt x="642827" y="51204"/>
                      </a:cubicBezTo>
                      <a:cubicBezTo>
                        <a:pt x="650230" y="43801"/>
                        <a:pt x="647762" y="37632"/>
                        <a:pt x="650230" y="28995"/>
                      </a:cubicBezTo>
                      <a:cubicBezTo>
                        <a:pt x="652697" y="22826"/>
                        <a:pt x="652697" y="24060"/>
                        <a:pt x="660100" y="26527"/>
                      </a:cubicBezTo>
                      <a:cubicBezTo>
                        <a:pt x="665036" y="27761"/>
                        <a:pt x="668737" y="28995"/>
                        <a:pt x="673673" y="28995"/>
                      </a:cubicBezTo>
                      <a:cubicBezTo>
                        <a:pt x="693414" y="31463"/>
                        <a:pt x="700817" y="20358"/>
                        <a:pt x="698349" y="1851"/>
                      </a:cubicBezTo>
                      <a:close/>
                      <a:moveTo>
                        <a:pt x="128319" y="327583"/>
                      </a:moveTo>
                      <a:cubicBezTo>
                        <a:pt x="128319" y="322647"/>
                        <a:pt x="132020" y="316478"/>
                        <a:pt x="138189" y="318946"/>
                      </a:cubicBezTo>
                      <a:cubicBezTo>
                        <a:pt x="146826" y="321414"/>
                        <a:pt x="145592" y="332518"/>
                        <a:pt x="141891" y="339921"/>
                      </a:cubicBezTo>
                      <a:cubicBezTo>
                        <a:pt x="135722" y="336219"/>
                        <a:pt x="129552" y="332518"/>
                        <a:pt x="128319" y="327583"/>
                      </a:cubicBezTo>
                      <a:close/>
                      <a:moveTo>
                        <a:pt x="273911" y="199264"/>
                      </a:moveTo>
                      <a:cubicBezTo>
                        <a:pt x="288717" y="206667"/>
                        <a:pt x="297354" y="225174"/>
                        <a:pt x="293652" y="241214"/>
                      </a:cubicBezTo>
                      <a:cubicBezTo>
                        <a:pt x="282548" y="230110"/>
                        <a:pt x="272677" y="211602"/>
                        <a:pt x="273911" y="199264"/>
                      </a:cubicBezTo>
                      <a:close/>
                    </a:path>
                  </a:pathLst>
                </a:custGeom>
                <a:solidFill>
                  <a:srgbClr val="000000"/>
                </a:solidFill>
                <a:ln w="12320"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8CFB5623-B277-4F1B-87BD-22EE508E6A27}"/>
                    </a:ext>
                  </a:extLst>
                </p:cNvPr>
                <p:cNvSpPr/>
                <p:nvPr/>
              </p:nvSpPr>
              <p:spPr>
                <a:xfrm>
                  <a:off x="8735913" y="4342228"/>
                  <a:ext cx="156696" cy="69808"/>
                </a:xfrm>
                <a:custGeom>
                  <a:avLst/>
                  <a:gdLst>
                    <a:gd name="connsiteX0" fmla="*/ 154229 w 156696"/>
                    <a:gd name="connsiteY0" fmla="*/ 14903 h 69808"/>
                    <a:gd name="connsiteX1" fmla="*/ 136956 w 156696"/>
                    <a:gd name="connsiteY1" fmla="*/ 22306 h 69808"/>
                    <a:gd name="connsiteX2" fmla="*/ 114746 w 156696"/>
                    <a:gd name="connsiteY2" fmla="*/ 1331 h 69808"/>
                    <a:gd name="connsiteX3" fmla="*/ 111045 w 156696"/>
                    <a:gd name="connsiteY3" fmla="*/ 5033 h 69808"/>
                    <a:gd name="connsiteX4" fmla="*/ 102408 w 156696"/>
                    <a:gd name="connsiteY4" fmla="*/ 24774 h 69808"/>
                    <a:gd name="connsiteX5" fmla="*/ 87602 w 156696"/>
                    <a:gd name="connsiteY5" fmla="*/ 27241 h 69808"/>
                    <a:gd name="connsiteX6" fmla="*/ 77731 w 156696"/>
                    <a:gd name="connsiteY6" fmla="*/ 34645 h 69808"/>
                    <a:gd name="connsiteX7" fmla="*/ 61692 w 156696"/>
                    <a:gd name="connsiteY7" fmla="*/ 49450 h 69808"/>
                    <a:gd name="connsiteX8" fmla="*/ 48119 w 156696"/>
                    <a:gd name="connsiteY8" fmla="*/ 46983 h 69808"/>
                    <a:gd name="connsiteX9" fmla="*/ 38249 w 156696"/>
                    <a:gd name="connsiteY9" fmla="*/ 63023 h 69808"/>
                    <a:gd name="connsiteX10" fmla="*/ 17274 w 156696"/>
                    <a:gd name="connsiteY10" fmla="*/ 45749 h 69808"/>
                    <a:gd name="connsiteX11" fmla="*/ 0 w 156696"/>
                    <a:gd name="connsiteY11" fmla="*/ 67958 h 69808"/>
                    <a:gd name="connsiteX12" fmla="*/ 2468 w 156696"/>
                    <a:gd name="connsiteY12" fmla="*/ 67958 h 69808"/>
                    <a:gd name="connsiteX13" fmla="*/ 23443 w 156696"/>
                    <a:gd name="connsiteY13" fmla="*/ 50684 h 69808"/>
                    <a:gd name="connsiteX14" fmla="*/ 39483 w 156696"/>
                    <a:gd name="connsiteY14" fmla="*/ 67958 h 69808"/>
                    <a:gd name="connsiteX15" fmla="*/ 41950 w 156696"/>
                    <a:gd name="connsiteY15" fmla="*/ 66724 h 69808"/>
                    <a:gd name="connsiteX16" fmla="*/ 62926 w 156696"/>
                    <a:gd name="connsiteY16" fmla="*/ 55619 h 69808"/>
                    <a:gd name="connsiteX17" fmla="*/ 65393 w 156696"/>
                    <a:gd name="connsiteY17" fmla="*/ 54386 h 69808"/>
                    <a:gd name="connsiteX18" fmla="*/ 80199 w 156696"/>
                    <a:gd name="connsiteY18" fmla="*/ 42048 h 69808"/>
                    <a:gd name="connsiteX19" fmla="*/ 82667 w 156696"/>
                    <a:gd name="connsiteY19" fmla="*/ 38346 h 69808"/>
                    <a:gd name="connsiteX20" fmla="*/ 92537 w 156696"/>
                    <a:gd name="connsiteY20" fmla="*/ 34645 h 69808"/>
                    <a:gd name="connsiteX21" fmla="*/ 103642 w 156696"/>
                    <a:gd name="connsiteY21" fmla="*/ 32177 h 69808"/>
                    <a:gd name="connsiteX22" fmla="*/ 115980 w 156696"/>
                    <a:gd name="connsiteY22" fmla="*/ 12435 h 69808"/>
                    <a:gd name="connsiteX23" fmla="*/ 128319 w 156696"/>
                    <a:gd name="connsiteY23" fmla="*/ 23540 h 69808"/>
                    <a:gd name="connsiteX24" fmla="*/ 133254 w 156696"/>
                    <a:gd name="connsiteY24" fmla="*/ 28475 h 69808"/>
                    <a:gd name="connsiteX25" fmla="*/ 132020 w 156696"/>
                    <a:gd name="connsiteY25" fmla="*/ 30943 h 69808"/>
                    <a:gd name="connsiteX26" fmla="*/ 145592 w 156696"/>
                    <a:gd name="connsiteY26" fmla="*/ 53152 h 69808"/>
                    <a:gd name="connsiteX27" fmla="*/ 148060 w 156696"/>
                    <a:gd name="connsiteY27" fmla="*/ 50684 h 69808"/>
                    <a:gd name="connsiteX28" fmla="*/ 141891 w 156696"/>
                    <a:gd name="connsiteY28" fmla="*/ 27241 h 69808"/>
                    <a:gd name="connsiteX29" fmla="*/ 155463 w 156696"/>
                    <a:gd name="connsiteY29" fmla="*/ 22306 h 69808"/>
                    <a:gd name="connsiteX30" fmla="*/ 154229 w 156696"/>
                    <a:gd name="connsiteY30" fmla="*/ 14903 h 69808"/>
                    <a:gd name="connsiteX31" fmla="*/ 143125 w 156696"/>
                    <a:gd name="connsiteY31" fmla="*/ 43281 h 69808"/>
                    <a:gd name="connsiteX32" fmla="*/ 136956 w 156696"/>
                    <a:gd name="connsiteY32" fmla="*/ 30943 h 69808"/>
                    <a:gd name="connsiteX33" fmla="*/ 143125 w 156696"/>
                    <a:gd name="connsiteY33" fmla="*/ 43281 h 69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6696" h="69808">
                      <a:moveTo>
                        <a:pt x="154229" y="14903"/>
                      </a:moveTo>
                      <a:cubicBezTo>
                        <a:pt x="148060" y="14903"/>
                        <a:pt x="141891" y="17371"/>
                        <a:pt x="136956" y="22306"/>
                      </a:cubicBezTo>
                      <a:cubicBezTo>
                        <a:pt x="129552" y="14903"/>
                        <a:pt x="119682" y="7500"/>
                        <a:pt x="114746" y="1331"/>
                      </a:cubicBezTo>
                      <a:cubicBezTo>
                        <a:pt x="112279" y="-2370"/>
                        <a:pt x="109811" y="2565"/>
                        <a:pt x="111045" y="5033"/>
                      </a:cubicBezTo>
                      <a:cubicBezTo>
                        <a:pt x="111045" y="12435"/>
                        <a:pt x="107344" y="19838"/>
                        <a:pt x="102408" y="24774"/>
                      </a:cubicBezTo>
                      <a:cubicBezTo>
                        <a:pt x="97473" y="29709"/>
                        <a:pt x="93771" y="28475"/>
                        <a:pt x="87602" y="27241"/>
                      </a:cubicBezTo>
                      <a:cubicBezTo>
                        <a:pt x="81433" y="26008"/>
                        <a:pt x="78965" y="29709"/>
                        <a:pt x="77731" y="34645"/>
                      </a:cubicBezTo>
                      <a:cubicBezTo>
                        <a:pt x="69095" y="30943"/>
                        <a:pt x="64159" y="40814"/>
                        <a:pt x="61692" y="49450"/>
                      </a:cubicBezTo>
                      <a:cubicBezTo>
                        <a:pt x="57990" y="45749"/>
                        <a:pt x="53055" y="43281"/>
                        <a:pt x="48119" y="46983"/>
                      </a:cubicBezTo>
                      <a:cubicBezTo>
                        <a:pt x="43184" y="50684"/>
                        <a:pt x="40716" y="56853"/>
                        <a:pt x="38249" y="63023"/>
                      </a:cubicBezTo>
                      <a:cubicBezTo>
                        <a:pt x="30846" y="58087"/>
                        <a:pt x="27144" y="44515"/>
                        <a:pt x="17274" y="45749"/>
                      </a:cubicBezTo>
                      <a:cubicBezTo>
                        <a:pt x="8637" y="48217"/>
                        <a:pt x="1234" y="60555"/>
                        <a:pt x="0" y="67958"/>
                      </a:cubicBezTo>
                      <a:cubicBezTo>
                        <a:pt x="0" y="70426"/>
                        <a:pt x="1234" y="70426"/>
                        <a:pt x="2468" y="67958"/>
                      </a:cubicBezTo>
                      <a:cubicBezTo>
                        <a:pt x="3701" y="60555"/>
                        <a:pt x="13572" y="45749"/>
                        <a:pt x="23443" y="50684"/>
                      </a:cubicBezTo>
                      <a:cubicBezTo>
                        <a:pt x="30846" y="54386"/>
                        <a:pt x="32080" y="64256"/>
                        <a:pt x="39483" y="67958"/>
                      </a:cubicBezTo>
                      <a:cubicBezTo>
                        <a:pt x="40716" y="67958"/>
                        <a:pt x="40716" y="67958"/>
                        <a:pt x="41950" y="66724"/>
                      </a:cubicBezTo>
                      <a:cubicBezTo>
                        <a:pt x="45652" y="56853"/>
                        <a:pt x="51821" y="43281"/>
                        <a:pt x="62926" y="55619"/>
                      </a:cubicBezTo>
                      <a:cubicBezTo>
                        <a:pt x="64159" y="56853"/>
                        <a:pt x="65393" y="55619"/>
                        <a:pt x="65393" y="54386"/>
                      </a:cubicBezTo>
                      <a:cubicBezTo>
                        <a:pt x="67861" y="46983"/>
                        <a:pt x="71562" y="35878"/>
                        <a:pt x="80199" y="42048"/>
                      </a:cubicBezTo>
                      <a:cubicBezTo>
                        <a:pt x="82667" y="43281"/>
                        <a:pt x="83900" y="40814"/>
                        <a:pt x="82667" y="38346"/>
                      </a:cubicBezTo>
                      <a:cubicBezTo>
                        <a:pt x="81433" y="30943"/>
                        <a:pt x="87602" y="34645"/>
                        <a:pt x="92537" y="34645"/>
                      </a:cubicBezTo>
                      <a:cubicBezTo>
                        <a:pt x="96239" y="35878"/>
                        <a:pt x="99941" y="34645"/>
                        <a:pt x="103642" y="32177"/>
                      </a:cubicBezTo>
                      <a:cubicBezTo>
                        <a:pt x="109811" y="27241"/>
                        <a:pt x="113513" y="19838"/>
                        <a:pt x="115980" y="12435"/>
                      </a:cubicBezTo>
                      <a:cubicBezTo>
                        <a:pt x="119682" y="16137"/>
                        <a:pt x="124617" y="19838"/>
                        <a:pt x="128319" y="23540"/>
                      </a:cubicBezTo>
                      <a:cubicBezTo>
                        <a:pt x="129552" y="24774"/>
                        <a:pt x="132020" y="26008"/>
                        <a:pt x="133254" y="28475"/>
                      </a:cubicBezTo>
                      <a:cubicBezTo>
                        <a:pt x="133254" y="29709"/>
                        <a:pt x="132020" y="29709"/>
                        <a:pt x="132020" y="30943"/>
                      </a:cubicBezTo>
                      <a:cubicBezTo>
                        <a:pt x="129552" y="40814"/>
                        <a:pt x="134488" y="51918"/>
                        <a:pt x="145592" y="53152"/>
                      </a:cubicBezTo>
                      <a:cubicBezTo>
                        <a:pt x="146826" y="53152"/>
                        <a:pt x="148060" y="51918"/>
                        <a:pt x="148060" y="50684"/>
                      </a:cubicBezTo>
                      <a:cubicBezTo>
                        <a:pt x="151761" y="42048"/>
                        <a:pt x="148060" y="34645"/>
                        <a:pt x="141891" y="27241"/>
                      </a:cubicBezTo>
                      <a:cubicBezTo>
                        <a:pt x="145592" y="24774"/>
                        <a:pt x="151761" y="24774"/>
                        <a:pt x="155463" y="22306"/>
                      </a:cubicBezTo>
                      <a:cubicBezTo>
                        <a:pt x="156697" y="19838"/>
                        <a:pt x="157930" y="13669"/>
                        <a:pt x="154229" y="14903"/>
                      </a:cubicBezTo>
                      <a:close/>
                      <a:moveTo>
                        <a:pt x="143125" y="43281"/>
                      </a:moveTo>
                      <a:cubicBezTo>
                        <a:pt x="136956" y="40814"/>
                        <a:pt x="134488" y="35878"/>
                        <a:pt x="136956" y="30943"/>
                      </a:cubicBezTo>
                      <a:cubicBezTo>
                        <a:pt x="140657" y="34645"/>
                        <a:pt x="143125" y="39580"/>
                        <a:pt x="143125" y="43281"/>
                      </a:cubicBezTo>
                      <a:close/>
                    </a:path>
                  </a:pathLst>
                </a:custGeom>
                <a:solidFill>
                  <a:srgbClr val="000000"/>
                </a:solidFill>
                <a:ln w="12320"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76F1BD4A-3116-454A-9587-75C4369C9CCE}"/>
                    </a:ext>
                  </a:extLst>
                </p:cNvPr>
                <p:cNvSpPr/>
                <p:nvPr/>
              </p:nvSpPr>
              <p:spPr>
                <a:xfrm>
                  <a:off x="8889269" y="4230769"/>
                  <a:ext cx="154800" cy="97805"/>
                </a:xfrm>
                <a:custGeom>
                  <a:avLst/>
                  <a:gdLst>
                    <a:gd name="connsiteX0" fmla="*/ 153868 w 154800"/>
                    <a:gd name="connsiteY0" fmla="*/ 511 h 97805"/>
                    <a:gd name="connsiteX1" fmla="*/ 152634 w 154800"/>
                    <a:gd name="connsiteY1" fmla="*/ 1745 h 97805"/>
                    <a:gd name="connsiteX2" fmla="*/ 147699 w 154800"/>
                    <a:gd name="connsiteY2" fmla="*/ 12849 h 97805"/>
                    <a:gd name="connsiteX3" fmla="*/ 135360 w 154800"/>
                    <a:gd name="connsiteY3" fmla="*/ 7914 h 97805"/>
                    <a:gd name="connsiteX4" fmla="*/ 132893 w 154800"/>
                    <a:gd name="connsiteY4" fmla="*/ 10382 h 97805"/>
                    <a:gd name="connsiteX5" fmla="*/ 129191 w 154800"/>
                    <a:gd name="connsiteY5" fmla="*/ 23954 h 97805"/>
                    <a:gd name="connsiteX6" fmla="*/ 116853 w 154800"/>
                    <a:gd name="connsiteY6" fmla="*/ 15317 h 97805"/>
                    <a:gd name="connsiteX7" fmla="*/ 113151 w 154800"/>
                    <a:gd name="connsiteY7" fmla="*/ 17785 h 97805"/>
                    <a:gd name="connsiteX8" fmla="*/ 99579 w 154800"/>
                    <a:gd name="connsiteY8" fmla="*/ 39994 h 97805"/>
                    <a:gd name="connsiteX9" fmla="*/ 93410 w 154800"/>
                    <a:gd name="connsiteY9" fmla="*/ 37526 h 97805"/>
                    <a:gd name="connsiteX10" fmla="*/ 82306 w 154800"/>
                    <a:gd name="connsiteY10" fmla="*/ 11616 h 97805"/>
                    <a:gd name="connsiteX11" fmla="*/ 78604 w 154800"/>
                    <a:gd name="connsiteY11" fmla="*/ 15317 h 97805"/>
                    <a:gd name="connsiteX12" fmla="*/ 87241 w 154800"/>
                    <a:gd name="connsiteY12" fmla="*/ 43695 h 97805"/>
                    <a:gd name="connsiteX13" fmla="*/ 79838 w 154800"/>
                    <a:gd name="connsiteY13" fmla="*/ 58501 h 97805"/>
                    <a:gd name="connsiteX14" fmla="*/ 63798 w 154800"/>
                    <a:gd name="connsiteY14" fmla="*/ 58501 h 97805"/>
                    <a:gd name="connsiteX15" fmla="*/ 57629 w 154800"/>
                    <a:gd name="connsiteY15" fmla="*/ 65904 h 97805"/>
                    <a:gd name="connsiteX16" fmla="*/ 41589 w 154800"/>
                    <a:gd name="connsiteY16" fmla="*/ 75775 h 97805"/>
                    <a:gd name="connsiteX17" fmla="*/ 21848 w 154800"/>
                    <a:gd name="connsiteY17" fmla="*/ 86879 h 97805"/>
                    <a:gd name="connsiteX18" fmla="*/ 7042 w 154800"/>
                    <a:gd name="connsiteY18" fmla="*/ 80710 h 97805"/>
                    <a:gd name="connsiteX19" fmla="*/ 873 w 154800"/>
                    <a:gd name="connsiteY19" fmla="*/ 96750 h 97805"/>
                    <a:gd name="connsiteX20" fmla="*/ 3340 w 154800"/>
                    <a:gd name="connsiteY20" fmla="*/ 95516 h 97805"/>
                    <a:gd name="connsiteX21" fmla="*/ 21848 w 154800"/>
                    <a:gd name="connsiteY21" fmla="*/ 96750 h 97805"/>
                    <a:gd name="connsiteX22" fmla="*/ 26783 w 154800"/>
                    <a:gd name="connsiteY22" fmla="*/ 94282 h 97805"/>
                    <a:gd name="connsiteX23" fmla="*/ 40355 w 154800"/>
                    <a:gd name="connsiteY23" fmla="*/ 84412 h 97805"/>
                    <a:gd name="connsiteX24" fmla="*/ 42823 w 154800"/>
                    <a:gd name="connsiteY24" fmla="*/ 83178 h 97805"/>
                    <a:gd name="connsiteX25" fmla="*/ 56395 w 154800"/>
                    <a:gd name="connsiteY25" fmla="*/ 73307 h 97805"/>
                    <a:gd name="connsiteX26" fmla="*/ 60096 w 154800"/>
                    <a:gd name="connsiteY26" fmla="*/ 70840 h 97805"/>
                    <a:gd name="connsiteX27" fmla="*/ 76136 w 154800"/>
                    <a:gd name="connsiteY27" fmla="*/ 65904 h 97805"/>
                    <a:gd name="connsiteX28" fmla="*/ 89709 w 154800"/>
                    <a:gd name="connsiteY28" fmla="*/ 52332 h 97805"/>
                    <a:gd name="connsiteX29" fmla="*/ 90942 w 154800"/>
                    <a:gd name="connsiteY29" fmla="*/ 47397 h 97805"/>
                    <a:gd name="connsiteX30" fmla="*/ 99579 w 154800"/>
                    <a:gd name="connsiteY30" fmla="*/ 51098 h 97805"/>
                    <a:gd name="connsiteX31" fmla="*/ 114385 w 154800"/>
                    <a:gd name="connsiteY31" fmla="*/ 26421 h 97805"/>
                    <a:gd name="connsiteX32" fmla="*/ 126724 w 154800"/>
                    <a:gd name="connsiteY32" fmla="*/ 32591 h 97805"/>
                    <a:gd name="connsiteX33" fmla="*/ 132893 w 154800"/>
                    <a:gd name="connsiteY33" fmla="*/ 16551 h 97805"/>
                    <a:gd name="connsiteX34" fmla="*/ 148932 w 154800"/>
                    <a:gd name="connsiteY34" fmla="*/ 19018 h 97805"/>
                    <a:gd name="connsiteX35" fmla="*/ 153868 w 154800"/>
                    <a:gd name="connsiteY35" fmla="*/ 511 h 97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4800" h="97805">
                      <a:moveTo>
                        <a:pt x="153868" y="511"/>
                      </a:moveTo>
                      <a:cubicBezTo>
                        <a:pt x="153868" y="-723"/>
                        <a:pt x="152634" y="511"/>
                        <a:pt x="152634" y="1745"/>
                      </a:cubicBezTo>
                      <a:cubicBezTo>
                        <a:pt x="152634" y="5447"/>
                        <a:pt x="152634" y="11616"/>
                        <a:pt x="147699" y="12849"/>
                      </a:cubicBezTo>
                      <a:cubicBezTo>
                        <a:pt x="143997" y="14083"/>
                        <a:pt x="137828" y="10382"/>
                        <a:pt x="135360" y="7914"/>
                      </a:cubicBezTo>
                      <a:cubicBezTo>
                        <a:pt x="134126" y="6680"/>
                        <a:pt x="132893" y="9148"/>
                        <a:pt x="132893" y="10382"/>
                      </a:cubicBezTo>
                      <a:cubicBezTo>
                        <a:pt x="132893" y="12849"/>
                        <a:pt x="131659" y="21486"/>
                        <a:pt x="129191" y="23954"/>
                      </a:cubicBezTo>
                      <a:cubicBezTo>
                        <a:pt x="125490" y="26421"/>
                        <a:pt x="119321" y="17785"/>
                        <a:pt x="116853" y="15317"/>
                      </a:cubicBezTo>
                      <a:cubicBezTo>
                        <a:pt x="115619" y="12849"/>
                        <a:pt x="113151" y="15317"/>
                        <a:pt x="113151" y="17785"/>
                      </a:cubicBezTo>
                      <a:cubicBezTo>
                        <a:pt x="113151" y="25188"/>
                        <a:pt x="109450" y="41228"/>
                        <a:pt x="99579" y="39994"/>
                      </a:cubicBezTo>
                      <a:cubicBezTo>
                        <a:pt x="97111" y="39994"/>
                        <a:pt x="95878" y="38760"/>
                        <a:pt x="93410" y="37526"/>
                      </a:cubicBezTo>
                      <a:cubicBezTo>
                        <a:pt x="93410" y="27655"/>
                        <a:pt x="90942" y="16551"/>
                        <a:pt x="82306" y="11616"/>
                      </a:cubicBezTo>
                      <a:cubicBezTo>
                        <a:pt x="79838" y="10382"/>
                        <a:pt x="78604" y="12849"/>
                        <a:pt x="78604" y="15317"/>
                      </a:cubicBezTo>
                      <a:cubicBezTo>
                        <a:pt x="77370" y="23954"/>
                        <a:pt x="81072" y="36292"/>
                        <a:pt x="87241" y="43695"/>
                      </a:cubicBezTo>
                      <a:cubicBezTo>
                        <a:pt x="86007" y="49864"/>
                        <a:pt x="83539" y="56033"/>
                        <a:pt x="79838" y="58501"/>
                      </a:cubicBezTo>
                      <a:cubicBezTo>
                        <a:pt x="73669" y="62203"/>
                        <a:pt x="69967" y="58501"/>
                        <a:pt x="63798" y="58501"/>
                      </a:cubicBezTo>
                      <a:cubicBezTo>
                        <a:pt x="60096" y="58501"/>
                        <a:pt x="58863" y="62203"/>
                        <a:pt x="57629" y="65904"/>
                      </a:cubicBezTo>
                      <a:cubicBezTo>
                        <a:pt x="50226" y="60969"/>
                        <a:pt x="45291" y="68372"/>
                        <a:pt x="41589" y="75775"/>
                      </a:cubicBezTo>
                      <a:cubicBezTo>
                        <a:pt x="31718" y="68372"/>
                        <a:pt x="24315" y="77009"/>
                        <a:pt x="21848" y="86879"/>
                      </a:cubicBezTo>
                      <a:cubicBezTo>
                        <a:pt x="18146" y="83178"/>
                        <a:pt x="11977" y="80710"/>
                        <a:pt x="7042" y="80710"/>
                      </a:cubicBezTo>
                      <a:cubicBezTo>
                        <a:pt x="-1595" y="80710"/>
                        <a:pt x="-361" y="90581"/>
                        <a:pt x="873" y="96750"/>
                      </a:cubicBezTo>
                      <a:cubicBezTo>
                        <a:pt x="873" y="99218"/>
                        <a:pt x="3340" y="96750"/>
                        <a:pt x="3340" y="95516"/>
                      </a:cubicBezTo>
                      <a:cubicBezTo>
                        <a:pt x="2106" y="81944"/>
                        <a:pt x="16912" y="91815"/>
                        <a:pt x="21848" y="96750"/>
                      </a:cubicBezTo>
                      <a:cubicBezTo>
                        <a:pt x="24315" y="99218"/>
                        <a:pt x="26783" y="96750"/>
                        <a:pt x="26783" y="94282"/>
                      </a:cubicBezTo>
                      <a:cubicBezTo>
                        <a:pt x="26783" y="85646"/>
                        <a:pt x="32952" y="77009"/>
                        <a:pt x="40355" y="84412"/>
                      </a:cubicBezTo>
                      <a:cubicBezTo>
                        <a:pt x="41589" y="85646"/>
                        <a:pt x="42823" y="84412"/>
                        <a:pt x="42823" y="83178"/>
                      </a:cubicBezTo>
                      <a:cubicBezTo>
                        <a:pt x="45291" y="77009"/>
                        <a:pt x="47758" y="65904"/>
                        <a:pt x="56395" y="73307"/>
                      </a:cubicBezTo>
                      <a:cubicBezTo>
                        <a:pt x="57629" y="74541"/>
                        <a:pt x="58863" y="72073"/>
                        <a:pt x="60096" y="70840"/>
                      </a:cubicBezTo>
                      <a:cubicBezTo>
                        <a:pt x="61330" y="59735"/>
                        <a:pt x="68733" y="67138"/>
                        <a:pt x="76136" y="65904"/>
                      </a:cubicBezTo>
                      <a:cubicBezTo>
                        <a:pt x="83539" y="64670"/>
                        <a:pt x="87241" y="58501"/>
                        <a:pt x="89709" y="52332"/>
                      </a:cubicBezTo>
                      <a:cubicBezTo>
                        <a:pt x="89709" y="51098"/>
                        <a:pt x="90942" y="48631"/>
                        <a:pt x="90942" y="47397"/>
                      </a:cubicBezTo>
                      <a:cubicBezTo>
                        <a:pt x="93410" y="49864"/>
                        <a:pt x="97111" y="51098"/>
                        <a:pt x="99579" y="51098"/>
                      </a:cubicBezTo>
                      <a:cubicBezTo>
                        <a:pt x="111917" y="52332"/>
                        <a:pt x="114385" y="37526"/>
                        <a:pt x="114385" y="26421"/>
                      </a:cubicBezTo>
                      <a:cubicBezTo>
                        <a:pt x="118087" y="30123"/>
                        <a:pt x="123022" y="35058"/>
                        <a:pt x="126724" y="32591"/>
                      </a:cubicBezTo>
                      <a:cubicBezTo>
                        <a:pt x="131659" y="30123"/>
                        <a:pt x="132893" y="22720"/>
                        <a:pt x="132893" y="16551"/>
                      </a:cubicBezTo>
                      <a:cubicBezTo>
                        <a:pt x="137828" y="19018"/>
                        <a:pt x="143997" y="22720"/>
                        <a:pt x="148932" y="19018"/>
                      </a:cubicBezTo>
                      <a:cubicBezTo>
                        <a:pt x="156336" y="12849"/>
                        <a:pt x="155102" y="5447"/>
                        <a:pt x="153868" y="511"/>
                      </a:cubicBezTo>
                      <a:close/>
                    </a:path>
                  </a:pathLst>
                </a:custGeom>
                <a:solidFill>
                  <a:srgbClr val="000000"/>
                </a:solidFill>
                <a:ln w="12320"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365759D3-F3C1-4B33-BECA-C2D09B78F8B4}"/>
                    </a:ext>
                  </a:extLst>
                </p:cNvPr>
                <p:cNvSpPr/>
                <p:nvPr/>
              </p:nvSpPr>
              <p:spPr>
                <a:xfrm>
                  <a:off x="9049306" y="4230047"/>
                  <a:ext cx="13572" cy="6169"/>
                </a:xfrm>
                <a:custGeom>
                  <a:avLst/>
                  <a:gdLst>
                    <a:gd name="connsiteX0" fmla="*/ 12338 w 13572"/>
                    <a:gd name="connsiteY0" fmla="*/ 0 h 6169"/>
                    <a:gd name="connsiteX1" fmla="*/ 11104 w 13572"/>
                    <a:gd name="connsiteY1" fmla="*/ 0 h 6169"/>
                    <a:gd name="connsiteX2" fmla="*/ 11104 w 13572"/>
                    <a:gd name="connsiteY2" fmla="*/ 1234 h 6169"/>
                    <a:gd name="connsiteX3" fmla="*/ 11104 w 13572"/>
                    <a:gd name="connsiteY3" fmla="*/ 1234 h 6169"/>
                    <a:gd name="connsiteX4" fmla="*/ 11104 w 13572"/>
                    <a:gd name="connsiteY4" fmla="*/ 1234 h 6169"/>
                    <a:gd name="connsiteX5" fmla="*/ 9871 w 13572"/>
                    <a:gd name="connsiteY5" fmla="*/ 2467 h 6169"/>
                    <a:gd name="connsiteX6" fmla="*/ 9871 w 13572"/>
                    <a:gd name="connsiteY6" fmla="*/ 2467 h 6169"/>
                    <a:gd name="connsiteX7" fmla="*/ 9871 w 13572"/>
                    <a:gd name="connsiteY7" fmla="*/ 2467 h 6169"/>
                    <a:gd name="connsiteX8" fmla="*/ 9871 w 13572"/>
                    <a:gd name="connsiteY8" fmla="*/ 2467 h 6169"/>
                    <a:gd name="connsiteX9" fmla="*/ 8637 w 13572"/>
                    <a:gd name="connsiteY9" fmla="*/ 2467 h 6169"/>
                    <a:gd name="connsiteX10" fmla="*/ 8637 w 13572"/>
                    <a:gd name="connsiteY10" fmla="*/ 2467 h 6169"/>
                    <a:gd name="connsiteX11" fmla="*/ 8637 w 13572"/>
                    <a:gd name="connsiteY11" fmla="*/ 2467 h 6169"/>
                    <a:gd name="connsiteX12" fmla="*/ 7403 w 13572"/>
                    <a:gd name="connsiteY12" fmla="*/ 2467 h 6169"/>
                    <a:gd name="connsiteX13" fmla="*/ 6169 w 13572"/>
                    <a:gd name="connsiteY13" fmla="*/ 2467 h 6169"/>
                    <a:gd name="connsiteX14" fmla="*/ 6169 w 13572"/>
                    <a:gd name="connsiteY14" fmla="*/ 2467 h 6169"/>
                    <a:gd name="connsiteX15" fmla="*/ 6169 w 13572"/>
                    <a:gd name="connsiteY15" fmla="*/ 2467 h 6169"/>
                    <a:gd name="connsiteX16" fmla="*/ 6169 w 13572"/>
                    <a:gd name="connsiteY16" fmla="*/ 2467 h 6169"/>
                    <a:gd name="connsiteX17" fmla="*/ 2468 w 13572"/>
                    <a:gd name="connsiteY17" fmla="*/ 0 h 6169"/>
                    <a:gd name="connsiteX18" fmla="*/ 1234 w 13572"/>
                    <a:gd name="connsiteY18" fmla="*/ 0 h 6169"/>
                    <a:gd name="connsiteX19" fmla="*/ 0 w 13572"/>
                    <a:gd name="connsiteY19" fmla="*/ 1234 h 6169"/>
                    <a:gd name="connsiteX20" fmla="*/ 1234 w 13572"/>
                    <a:gd name="connsiteY20" fmla="*/ 3701 h 6169"/>
                    <a:gd name="connsiteX21" fmla="*/ 8637 w 13572"/>
                    <a:gd name="connsiteY21" fmla="*/ 6169 h 6169"/>
                    <a:gd name="connsiteX22" fmla="*/ 13572 w 13572"/>
                    <a:gd name="connsiteY22" fmla="*/ 0 h 6169"/>
                    <a:gd name="connsiteX23" fmla="*/ 12338 w 13572"/>
                    <a:gd name="connsiteY23" fmla="*/ 0 h 6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572" h="6169">
                      <a:moveTo>
                        <a:pt x="12338" y="0"/>
                      </a:moveTo>
                      <a:cubicBezTo>
                        <a:pt x="12338" y="0"/>
                        <a:pt x="11104" y="0"/>
                        <a:pt x="11104" y="0"/>
                      </a:cubicBezTo>
                      <a:cubicBezTo>
                        <a:pt x="11104" y="0"/>
                        <a:pt x="11104" y="0"/>
                        <a:pt x="11104" y="1234"/>
                      </a:cubicBezTo>
                      <a:cubicBezTo>
                        <a:pt x="11104" y="1234"/>
                        <a:pt x="11104" y="1234"/>
                        <a:pt x="11104" y="1234"/>
                      </a:cubicBezTo>
                      <a:cubicBezTo>
                        <a:pt x="11104" y="1234"/>
                        <a:pt x="11104" y="1234"/>
                        <a:pt x="11104" y="1234"/>
                      </a:cubicBezTo>
                      <a:cubicBezTo>
                        <a:pt x="11104" y="1234"/>
                        <a:pt x="11104" y="2467"/>
                        <a:pt x="9871" y="2467"/>
                      </a:cubicBezTo>
                      <a:cubicBezTo>
                        <a:pt x="9871" y="2467"/>
                        <a:pt x="9871" y="2467"/>
                        <a:pt x="9871" y="2467"/>
                      </a:cubicBezTo>
                      <a:cubicBezTo>
                        <a:pt x="9871" y="2467"/>
                        <a:pt x="9871" y="2467"/>
                        <a:pt x="9871" y="2467"/>
                      </a:cubicBezTo>
                      <a:cubicBezTo>
                        <a:pt x="9871" y="2467"/>
                        <a:pt x="9871" y="2467"/>
                        <a:pt x="9871" y="2467"/>
                      </a:cubicBezTo>
                      <a:cubicBezTo>
                        <a:pt x="9871" y="2467"/>
                        <a:pt x="8637" y="2467"/>
                        <a:pt x="8637" y="2467"/>
                      </a:cubicBezTo>
                      <a:cubicBezTo>
                        <a:pt x="8637" y="2467"/>
                        <a:pt x="8637" y="2467"/>
                        <a:pt x="8637" y="2467"/>
                      </a:cubicBezTo>
                      <a:cubicBezTo>
                        <a:pt x="8637" y="2467"/>
                        <a:pt x="8637" y="2467"/>
                        <a:pt x="8637" y="2467"/>
                      </a:cubicBezTo>
                      <a:cubicBezTo>
                        <a:pt x="8637" y="2467"/>
                        <a:pt x="8637" y="2467"/>
                        <a:pt x="7403" y="2467"/>
                      </a:cubicBezTo>
                      <a:cubicBezTo>
                        <a:pt x="7403" y="2467"/>
                        <a:pt x="7403" y="2467"/>
                        <a:pt x="6169" y="2467"/>
                      </a:cubicBezTo>
                      <a:cubicBezTo>
                        <a:pt x="6169" y="2467"/>
                        <a:pt x="6169" y="2467"/>
                        <a:pt x="6169" y="2467"/>
                      </a:cubicBezTo>
                      <a:cubicBezTo>
                        <a:pt x="6169" y="2467"/>
                        <a:pt x="6169" y="2467"/>
                        <a:pt x="6169" y="2467"/>
                      </a:cubicBezTo>
                      <a:cubicBezTo>
                        <a:pt x="6169" y="2467"/>
                        <a:pt x="6169" y="2467"/>
                        <a:pt x="6169" y="2467"/>
                      </a:cubicBezTo>
                      <a:cubicBezTo>
                        <a:pt x="4935" y="2467"/>
                        <a:pt x="3702" y="1234"/>
                        <a:pt x="2468" y="0"/>
                      </a:cubicBezTo>
                      <a:cubicBezTo>
                        <a:pt x="2468" y="0"/>
                        <a:pt x="1234" y="0"/>
                        <a:pt x="1234" y="0"/>
                      </a:cubicBezTo>
                      <a:cubicBezTo>
                        <a:pt x="1234" y="0"/>
                        <a:pt x="0" y="1234"/>
                        <a:pt x="0" y="1234"/>
                      </a:cubicBezTo>
                      <a:cubicBezTo>
                        <a:pt x="0" y="2467"/>
                        <a:pt x="0" y="3701"/>
                        <a:pt x="1234" y="3701"/>
                      </a:cubicBezTo>
                      <a:cubicBezTo>
                        <a:pt x="3702" y="4935"/>
                        <a:pt x="6169" y="6169"/>
                        <a:pt x="8637" y="6169"/>
                      </a:cubicBezTo>
                      <a:cubicBezTo>
                        <a:pt x="11104" y="4935"/>
                        <a:pt x="13572" y="2467"/>
                        <a:pt x="13572" y="0"/>
                      </a:cubicBezTo>
                      <a:cubicBezTo>
                        <a:pt x="12338" y="1234"/>
                        <a:pt x="12338" y="1234"/>
                        <a:pt x="12338" y="0"/>
                      </a:cubicBezTo>
                      <a:close/>
                    </a:path>
                  </a:pathLst>
                </a:custGeom>
                <a:solidFill>
                  <a:srgbClr val="000000"/>
                </a:solidFill>
                <a:ln w="12320"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E7A3D56B-175D-4B97-B6E9-0622E9795F1E}"/>
                    </a:ext>
                  </a:extLst>
                </p:cNvPr>
                <p:cNvSpPr/>
                <p:nvPr/>
              </p:nvSpPr>
              <p:spPr>
                <a:xfrm>
                  <a:off x="9054550" y="4207289"/>
                  <a:ext cx="28069" cy="24189"/>
                </a:xfrm>
                <a:custGeom>
                  <a:avLst/>
                  <a:gdLst>
                    <a:gd name="connsiteX0" fmla="*/ 28070 w 28069"/>
                    <a:gd name="connsiteY0" fmla="*/ 548 h 24189"/>
                    <a:gd name="connsiteX1" fmla="*/ 28070 w 28069"/>
                    <a:gd name="connsiteY1" fmla="*/ 548 h 24189"/>
                    <a:gd name="connsiteX2" fmla="*/ 23135 w 28069"/>
                    <a:gd name="connsiteY2" fmla="*/ 14121 h 24189"/>
                    <a:gd name="connsiteX3" fmla="*/ 10796 w 28069"/>
                    <a:gd name="connsiteY3" fmla="*/ 17822 h 24189"/>
                    <a:gd name="connsiteX4" fmla="*/ 925 w 28069"/>
                    <a:gd name="connsiteY4" fmla="*/ 20290 h 24189"/>
                    <a:gd name="connsiteX5" fmla="*/ 925 w 28069"/>
                    <a:gd name="connsiteY5" fmla="*/ 23991 h 24189"/>
                    <a:gd name="connsiteX6" fmla="*/ 18199 w 28069"/>
                    <a:gd name="connsiteY6" fmla="*/ 20290 h 24189"/>
                    <a:gd name="connsiteX7" fmla="*/ 23135 w 28069"/>
                    <a:gd name="connsiteY7" fmla="*/ 17822 h 24189"/>
                    <a:gd name="connsiteX8" fmla="*/ 26836 w 28069"/>
                    <a:gd name="connsiteY8" fmla="*/ 11653 h 24189"/>
                    <a:gd name="connsiteX9" fmla="*/ 28070 w 28069"/>
                    <a:gd name="connsiteY9" fmla="*/ 548 h 2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69" h="24189">
                      <a:moveTo>
                        <a:pt x="28070" y="548"/>
                      </a:moveTo>
                      <a:cubicBezTo>
                        <a:pt x="28070" y="-686"/>
                        <a:pt x="26836" y="548"/>
                        <a:pt x="28070" y="548"/>
                      </a:cubicBezTo>
                      <a:cubicBezTo>
                        <a:pt x="26836" y="5484"/>
                        <a:pt x="26836" y="10419"/>
                        <a:pt x="23135" y="14121"/>
                      </a:cubicBezTo>
                      <a:cubicBezTo>
                        <a:pt x="19433" y="16588"/>
                        <a:pt x="15732" y="16588"/>
                        <a:pt x="10796" y="17822"/>
                      </a:cubicBezTo>
                      <a:cubicBezTo>
                        <a:pt x="7095" y="19056"/>
                        <a:pt x="3393" y="19056"/>
                        <a:pt x="925" y="20290"/>
                      </a:cubicBezTo>
                      <a:cubicBezTo>
                        <a:pt x="-308" y="20290"/>
                        <a:pt x="-308" y="25225"/>
                        <a:pt x="925" y="23991"/>
                      </a:cubicBezTo>
                      <a:cubicBezTo>
                        <a:pt x="7095" y="22758"/>
                        <a:pt x="12030" y="21524"/>
                        <a:pt x="18199" y="20290"/>
                      </a:cubicBezTo>
                      <a:cubicBezTo>
                        <a:pt x="20667" y="20290"/>
                        <a:pt x="21901" y="19056"/>
                        <a:pt x="23135" y="17822"/>
                      </a:cubicBezTo>
                      <a:cubicBezTo>
                        <a:pt x="25602" y="16588"/>
                        <a:pt x="26836" y="14121"/>
                        <a:pt x="26836" y="11653"/>
                      </a:cubicBezTo>
                      <a:cubicBezTo>
                        <a:pt x="28070" y="7951"/>
                        <a:pt x="28070" y="4250"/>
                        <a:pt x="28070" y="548"/>
                      </a:cubicBezTo>
                      <a:close/>
                    </a:path>
                  </a:pathLst>
                </a:custGeom>
                <a:solidFill>
                  <a:srgbClr val="000000"/>
                </a:solidFill>
                <a:ln w="12320"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A6D4AFB8-2EA7-46CE-8855-571F538DBE78}"/>
                    </a:ext>
                  </a:extLst>
                </p:cNvPr>
                <p:cNvSpPr/>
                <p:nvPr/>
              </p:nvSpPr>
              <p:spPr>
                <a:xfrm>
                  <a:off x="9141359" y="4031611"/>
                  <a:ext cx="268657" cy="156081"/>
                </a:xfrm>
                <a:custGeom>
                  <a:avLst/>
                  <a:gdLst>
                    <a:gd name="connsiteX0" fmla="*/ 238614 w 268657"/>
                    <a:gd name="connsiteY0" fmla="*/ 1022 h 156081"/>
                    <a:gd name="connsiteX1" fmla="*/ 234912 w 268657"/>
                    <a:gd name="connsiteY1" fmla="*/ 1022 h 156081"/>
                    <a:gd name="connsiteX2" fmla="*/ 213937 w 268657"/>
                    <a:gd name="connsiteY2" fmla="*/ 1022 h 156081"/>
                    <a:gd name="connsiteX3" fmla="*/ 211470 w 268657"/>
                    <a:gd name="connsiteY3" fmla="*/ 3490 h 156081"/>
                    <a:gd name="connsiteX4" fmla="*/ 205300 w 268657"/>
                    <a:gd name="connsiteY4" fmla="*/ 33102 h 156081"/>
                    <a:gd name="connsiteX5" fmla="*/ 186793 w 268657"/>
                    <a:gd name="connsiteY5" fmla="*/ 31868 h 156081"/>
                    <a:gd name="connsiteX6" fmla="*/ 176922 w 268657"/>
                    <a:gd name="connsiteY6" fmla="*/ 47908 h 156081"/>
                    <a:gd name="connsiteX7" fmla="*/ 160882 w 268657"/>
                    <a:gd name="connsiteY7" fmla="*/ 56545 h 156081"/>
                    <a:gd name="connsiteX8" fmla="*/ 143609 w 268657"/>
                    <a:gd name="connsiteY8" fmla="*/ 63948 h 156081"/>
                    <a:gd name="connsiteX9" fmla="*/ 130036 w 268657"/>
                    <a:gd name="connsiteY9" fmla="*/ 55311 h 156081"/>
                    <a:gd name="connsiteX10" fmla="*/ 110295 w 268657"/>
                    <a:gd name="connsiteY10" fmla="*/ 72584 h 156081"/>
                    <a:gd name="connsiteX11" fmla="*/ 109062 w 268657"/>
                    <a:gd name="connsiteY11" fmla="*/ 71351 h 156081"/>
                    <a:gd name="connsiteX12" fmla="*/ 106594 w 268657"/>
                    <a:gd name="connsiteY12" fmla="*/ 67649 h 156081"/>
                    <a:gd name="connsiteX13" fmla="*/ 81917 w 268657"/>
                    <a:gd name="connsiteY13" fmla="*/ 75052 h 156081"/>
                    <a:gd name="connsiteX14" fmla="*/ 52305 w 268657"/>
                    <a:gd name="connsiteY14" fmla="*/ 103430 h 156081"/>
                    <a:gd name="connsiteX15" fmla="*/ 48603 w 268657"/>
                    <a:gd name="connsiteY15" fmla="*/ 104664 h 156081"/>
                    <a:gd name="connsiteX16" fmla="*/ 36265 w 268657"/>
                    <a:gd name="connsiteY16" fmla="*/ 115769 h 156081"/>
                    <a:gd name="connsiteX17" fmla="*/ 32564 w 268657"/>
                    <a:gd name="connsiteY17" fmla="*/ 118236 h 156081"/>
                    <a:gd name="connsiteX18" fmla="*/ 21459 w 268657"/>
                    <a:gd name="connsiteY18" fmla="*/ 133042 h 156081"/>
                    <a:gd name="connsiteX19" fmla="*/ 11588 w 268657"/>
                    <a:gd name="connsiteY19" fmla="*/ 117003 h 156081"/>
                    <a:gd name="connsiteX20" fmla="*/ 7887 w 268657"/>
                    <a:gd name="connsiteY20" fmla="*/ 118236 h 156081"/>
                    <a:gd name="connsiteX21" fmla="*/ 484 w 268657"/>
                    <a:gd name="connsiteY21" fmla="*/ 152784 h 156081"/>
                    <a:gd name="connsiteX22" fmla="*/ 2952 w 268657"/>
                    <a:gd name="connsiteY22" fmla="*/ 155251 h 156081"/>
                    <a:gd name="connsiteX23" fmla="*/ 12822 w 268657"/>
                    <a:gd name="connsiteY23" fmla="*/ 129341 h 156081"/>
                    <a:gd name="connsiteX24" fmla="*/ 27629 w 268657"/>
                    <a:gd name="connsiteY24" fmla="*/ 141679 h 156081"/>
                    <a:gd name="connsiteX25" fmla="*/ 36265 w 268657"/>
                    <a:gd name="connsiteY25" fmla="*/ 124405 h 156081"/>
                    <a:gd name="connsiteX26" fmla="*/ 52305 w 268657"/>
                    <a:gd name="connsiteY26" fmla="*/ 112067 h 156081"/>
                    <a:gd name="connsiteX27" fmla="*/ 75748 w 268657"/>
                    <a:gd name="connsiteY27" fmla="*/ 110833 h 156081"/>
                    <a:gd name="connsiteX28" fmla="*/ 81917 w 268657"/>
                    <a:gd name="connsiteY28" fmla="*/ 92326 h 156081"/>
                    <a:gd name="connsiteX29" fmla="*/ 88086 w 268657"/>
                    <a:gd name="connsiteY29" fmla="*/ 104664 h 156081"/>
                    <a:gd name="connsiteX30" fmla="*/ 109062 w 268657"/>
                    <a:gd name="connsiteY30" fmla="*/ 84923 h 156081"/>
                    <a:gd name="connsiteX31" fmla="*/ 123867 w 268657"/>
                    <a:gd name="connsiteY31" fmla="*/ 84923 h 156081"/>
                    <a:gd name="connsiteX32" fmla="*/ 130036 w 268657"/>
                    <a:gd name="connsiteY32" fmla="*/ 65181 h 156081"/>
                    <a:gd name="connsiteX33" fmla="*/ 141141 w 268657"/>
                    <a:gd name="connsiteY33" fmla="*/ 73818 h 156081"/>
                    <a:gd name="connsiteX34" fmla="*/ 144843 w 268657"/>
                    <a:gd name="connsiteY34" fmla="*/ 71351 h 156081"/>
                    <a:gd name="connsiteX35" fmla="*/ 157181 w 268657"/>
                    <a:gd name="connsiteY35" fmla="*/ 66415 h 156081"/>
                    <a:gd name="connsiteX36" fmla="*/ 162116 w 268657"/>
                    <a:gd name="connsiteY36" fmla="*/ 65181 h 156081"/>
                    <a:gd name="connsiteX37" fmla="*/ 173221 w 268657"/>
                    <a:gd name="connsiteY37" fmla="*/ 57779 h 156081"/>
                    <a:gd name="connsiteX38" fmla="*/ 178156 w 268657"/>
                    <a:gd name="connsiteY38" fmla="*/ 55311 h 156081"/>
                    <a:gd name="connsiteX39" fmla="*/ 179390 w 268657"/>
                    <a:gd name="connsiteY39" fmla="*/ 44206 h 156081"/>
                    <a:gd name="connsiteX40" fmla="*/ 190494 w 268657"/>
                    <a:gd name="connsiteY40" fmla="*/ 45440 h 156081"/>
                    <a:gd name="connsiteX41" fmla="*/ 202833 w 268657"/>
                    <a:gd name="connsiteY41" fmla="*/ 41739 h 156081"/>
                    <a:gd name="connsiteX42" fmla="*/ 210236 w 268657"/>
                    <a:gd name="connsiteY42" fmla="*/ 10893 h 156081"/>
                    <a:gd name="connsiteX43" fmla="*/ 233678 w 268657"/>
                    <a:gd name="connsiteY43" fmla="*/ 8425 h 156081"/>
                    <a:gd name="connsiteX44" fmla="*/ 264524 w 268657"/>
                    <a:gd name="connsiteY44" fmla="*/ 59012 h 156081"/>
                    <a:gd name="connsiteX45" fmla="*/ 268226 w 268657"/>
                    <a:gd name="connsiteY45" fmla="*/ 56545 h 156081"/>
                    <a:gd name="connsiteX46" fmla="*/ 238614 w 268657"/>
                    <a:gd name="connsiteY46" fmla="*/ 1022 h 156081"/>
                    <a:gd name="connsiteX47" fmla="*/ 100425 w 268657"/>
                    <a:gd name="connsiteY47" fmla="*/ 96027 h 156081"/>
                    <a:gd name="connsiteX48" fmla="*/ 93022 w 268657"/>
                    <a:gd name="connsiteY48" fmla="*/ 79988 h 156081"/>
                    <a:gd name="connsiteX49" fmla="*/ 107828 w 268657"/>
                    <a:gd name="connsiteY49" fmla="*/ 72584 h 156081"/>
                    <a:gd name="connsiteX50" fmla="*/ 107828 w 268657"/>
                    <a:gd name="connsiteY50" fmla="*/ 73818 h 156081"/>
                    <a:gd name="connsiteX51" fmla="*/ 100425 w 268657"/>
                    <a:gd name="connsiteY51" fmla="*/ 96027 h 156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68657" h="156081">
                      <a:moveTo>
                        <a:pt x="238614" y="1022"/>
                      </a:moveTo>
                      <a:cubicBezTo>
                        <a:pt x="237380" y="-212"/>
                        <a:pt x="236146" y="-212"/>
                        <a:pt x="234912" y="1022"/>
                      </a:cubicBezTo>
                      <a:cubicBezTo>
                        <a:pt x="231211" y="14594"/>
                        <a:pt x="220107" y="12127"/>
                        <a:pt x="213937" y="1022"/>
                      </a:cubicBezTo>
                      <a:cubicBezTo>
                        <a:pt x="212703" y="-1446"/>
                        <a:pt x="211470" y="1022"/>
                        <a:pt x="211470" y="3490"/>
                      </a:cubicBezTo>
                      <a:cubicBezTo>
                        <a:pt x="211470" y="12127"/>
                        <a:pt x="210236" y="25699"/>
                        <a:pt x="205300" y="33102"/>
                      </a:cubicBezTo>
                      <a:cubicBezTo>
                        <a:pt x="199131" y="42973"/>
                        <a:pt x="194196" y="30634"/>
                        <a:pt x="186793" y="31868"/>
                      </a:cubicBezTo>
                      <a:cubicBezTo>
                        <a:pt x="179390" y="31868"/>
                        <a:pt x="178156" y="40505"/>
                        <a:pt x="176922" y="47908"/>
                      </a:cubicBezTo>
                      <a:cubicBezTo>
                        <a:pt x="170753" y="44206"/>
                        <a:pt x="164584" y="47908"/>
                        <a:pt x="160882" y="56545"/>
                      </a:cubicBezTo>
                      <a:cubicBezTo>
                        <a:pt x="153479" y="50375"/>
                        <a:pt x="147310" y="54077"/>
                        <a:pt x="143609" y="63948"/>
                      </a:cubicBezTo>
                      <a:cubicBezTo>
                        <a:pt x="139907" y="60246"/>
                        <a:pt x="133738" y="54077"/>
                        <a:pt x="130036" y="55311"/>
                      </a:cubicBezTo>
                      <a:cubicBezTo>
                        <a:pt x="122633" y="57779"/>
                        <a:pt x="121400" y="94793"/>
                        <a:pt x="110295" y="72584"/>
                      </a:cubicBezTo>
                      <a:cubicBezTo>
                        <a:pt x="110295" y="71351"/>
                        <a:pt x="109062" y="71351"/>
                        <a:pt x="109062" y="71351"/>
                      </a:cubicBezTo>
                      <a:cubicBezTo>
                        <a:pt x="109062" y="70117"/>
                        <a:pt x="107828" y="67649"/>
                        <a:pt x="106594" y="67649"/>
                      </a:cubicBezTo>
                      <a:cubicBezTo>
                        <a:pt x="95489" y="60246"/>
                        <a:pt x="86852" y="62714"/>
                        <a:pt x="81917" y="75052"/>
                      </a:cubicBezTo>
                      <a:cubicBezTo>
                        <a:pt x="75748" y="87390"/>
                        <a:pt x="72047" y="131808"/>
                        <a:pt x="52305" y="103430"/>
                      </a:cubicBezTo>
                      <a:cubicBezTo>
                        <a:pt x="51071" y="100963"/>
                        <a:pt x="48603" y="103430"/>
                        <a:pt x="48603" y="104664"/>
                      </a:cubicBezTo>
                      <a:cubicBezTo>
                        <a:pt x="48603" y="114535"/>
                        <a:pt x="47370" y="126873"/>
                        <a:pt x="36265" y="115769"/>
                      </a:cubicBezTo>
                      <a:cubicBezTo>
                        <a:pt x="35032" y="114535"/>
                        <a:pt x="32564" y="117003"/>
                        <a:pt x="32564" y="118236"/>
                      </a:cubicBezTo>
                      <a:cubicBezTo>
                        <a:pt x="32564" y="124405"/>
                        <a:pt x="32564" y="140445"/>
                        <a:pt x="21459" y="133042"/>
                      </a:cubicBezTo>
                      <a:cubicBezTo>
                        <a:pt x="16524" y="129341"/>
                        <a:pt x="12822" y="121938"/>
                        <a:pt x="11588" y="117003"/>
                      </a:cubicBezTo>
                      <a:cubicBezTo>
                        <a:pt x="10355" y="114535"/>
                        <a:pt x="7887" y="117003"/>
                        <a:pt x="7887" y="118236"/>
                      </a:cubicBezTo>
                      <a:cubicBezTo>
                        <a:pt x="10355" y="130575"/>
                        <a:pt x="6653" y="141679"/>
                        <a:pt x="484" y="152784"/>
                      </a:cubicBezTo>
                      <a:cubicBezTo>
                        <a:pt x="-750" y="154017"/>
                        <a:pt x="484" y="157719"/>
                        <a:pt x="2952" y="155251"/>
                      </a:cubicBezTo>
                      <a:cubicBezTo>
                        <a:pt x="7887" y="146614"/>
                        <a:pt x="11588" y="139211"/>
                        <a:pt x="12822" y="129341"/>
                      </a:cubicBezTo>
                      <a:cubicBezTo>
                        <a:pt x="16524" y="136744"/>
                        <a:pt x="21459" y="142913"/>
                        <a:pt x="27629" y="141679"/>
                      </a:cubicBezTo>
                      <a:cubicBezTo>
                        <a:pt x="35032" y="140445"/>
                        <a:pt x="36265" y="131808"/>
                        <a:pt x="36265" y="124405"/>
                      </a:cubicBezTo>
                      <a:cubicBezTo>
                        <a:pt x="47370" y="134276"/>
                        <a:pt x="51071" y="124405"/>
                        <a:pt x="52305" y="112067"/>
                      </a:cubicBezTo>
                      <a:cubicBezTo>
                        <a:pt x="59708" y="120704"/>
                        <a:pt x="68345" y="121938"/>
                        <a:pt x="75748" y="110833"/>
                      </a:cubicBezTo>
                      <a:cubicBezTo>
                        <a:pt x="78216" y="107132"/>
                        <a:pt x="79449" y="99729"/>
                        <a:pt x="81917" y="92326"/>
                      </a:cubicBezTo>
                      <a:cubicBezTo>
                        <a:pt x="81917" y="97261"/>
                        <a:pt x="84385" y="100963"/>
                        <a:pt x="88086" y="104664"/>
                      </a:cubicBezTo>
                      <a:cubicBezTo>
                        <a:pt x="99191" y="115769"/>
                        <a:pt x="106594" y="97261"/>
                        <a:pt x="109062" y="84923"/>
                      </a:cubicBezTo>
                      <a:cubicBezTo>
                        <a:pt x="112763" y="89858"/>
                        <a:pt x="118932" y="93560"/>
                        <a:pt x="123867" y="84923"/>
                      </a:cubicBezTo>
                      <a:cubicBezTo>
                        <a:pt x="126335" y="81221"/>
                        <a:pt x="128803" y="65181"/>
                        <a:pt x="130036" y="65181"/>
                      </a:cubicBezTo>
                      <a:cubicBezTo>
                        <a:pt x="131270" y="65181"/>
                        <a:pt x="139907" y="73818"/>
                        <a:pt x="141141" y="73818"/>
                      </a:cubicBezTo>
                      <a:cubicBezTo>
                        <a:pt x="143609" y="75052"/>
                        <a:pt x="144843" y="73818"/>
                        <a:pt x="144843" y="71351"/>
                      </a:cubicBezTo>
                      <a:cubicBezTo>
                        <a:pt x="144843" y="63948"/>
                        <a:pt x="149778" y="62714"/>
                        <a:pt x="157181" y="66415"/>
                      </a:cubicBezTo>
                      <a:cubicBezTo>
                        <a:pt x="158415" y="68883"/>
                        <a:pt x="160882" y="66415"/>
                        <a:pt x="162116" y="65181"/>
                      </a:cubicBezTo>
                      <a:cubicBezTo>
                        <a:pt x="162116" y="59012"/>
                        <a:pt x="165818" y="56545"/>
                        <a:pt x="173221" y="57779"/>
                      </a:cubicBezTo>
                      <a:cubicBezTo>
                        <a:pt x="175688" y="60246"/>
                        <a:pt x="178156" y="59012"/>
                        <a:pt x="178156" y="55311"/>
                      </a:cubicBezTo>
                      <a:cubicBezTo>
                        <a:pt x="178156" y="52843"/>
                        <a:pt x="176922" y="46674"/>
                        <a:pt x="179390" y="44206"/>
                      </a:cubicBezTo>
                      <a:cubicBezTo>
                        <a:pt x="183092" y="38037"/>
                        <a:pt x="186793" y="44206"/>
                        <a:pt x="190494" y="45440"/>
                      </a:cubicBezTo>
                      <a:cubicBezTo>
                        <a:pt x="195430" y="47908"/>
                        <a:pt x="200365" y="45440"/>
                        <a:pt x="202833" y="41739"/>
                      </a:cubicBezTo>
                      <a:cubicBezTo>
                        <a:pt x="209002" y="33102"/>
                        <a:pt x="210236" y="20764"/>
                        <a:pt x="210236" y="10893"/>
                      </a:cubicBezTo>
                      <a:cubicBezTo>
                        <a:pt x="217639" y="20764"/>
                        <a:pt x="229977" y="21997"/>
                        <a:pt x="233678" y="8425"/>
                      </a:cubicBezTo>
                      <a:cubicBezTo>
                        <a:pt x="247251" y="21997"/>
                        <a:pt x="258355" y="41739"/>
                        <a:pt x="264524" y="59012"/>
                      </a:cubicBezTo>
                      <a:cubicBezTo>
                        <a:pt x="265758" y="62714"/>
                        <a:pt x="269460" y="59012"/>
                        <a:pt x="268226" y="56545"/>
                      </a:cubicBezTo>
                      <a:cubicBezTo>
                        <a:pt x="271927" y="33102"/>
                        <a:pt x="250952" y="18296"/>
                        <a:pt x="238614" y="1022"/>
                      </a:cubicBezTo>
                      <a:close/>
                      <a:moveTo>
                        <a:pt x="100425" y="96027"/>
                      </a:moveTo>
                      <a:cubicBezTo>
                        <a:pt x="90554" y="103430"/>
                        <a:pt x="90554" y="84923"/>
                        <a:pt x="93022" y="79988"/>
                      </a:cubicBezTo>
                      <a:cubicBezTo>
                        <a:pt x="96723" y="73818"/>
                        <a:pt x="100425" y="71351"/>
                        <a:pt x="107828" y="72584"/>
                      </a:cubicBezTo>
                      <a:cubicBezTo>
                        <a:pt x="107828" y="72584"/>
                        <a:pt x="107828" y="72584"/>
                        <a:pt x="107828" y="73818"/>
                      </a:cubicBezTo>
                      <a:cubicBezTo>
                        <a:pt x="107828" y="79988"/>
                        <a:pt x="106594" y="91092"/>
                        <a:pt x="100425" y="96027"/>
                      </a:cubicBezTo>
                      <a:close/>
                    </a:path>
                  </a:pathLst>
                </a:custGeom>
                <a:solidFill>
                  <a:srgbClr val="000000"/>
                </a:solidFill>
                <a:ln w="12320"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B392AF95-2307-494D-B7CC-263648A66A48}"/>
                    </a:ext>
                  </a:extLst>
                </p:cNvPr>
                <p:cNvSpPr/>
                <p:nvPr/>
              </p:nvSpPr>
              <p:spPr>
                <a:xfrm>
                  <a:off x="9161585" y="4572955"/>
                  <a:ext cx="156696" cy="69808"/>
                </a:xfrm>
                <a:custGeom>
                  <a:avLst/>
                  <a:gdLst>
                    <a:gd name="connsiteX0" fmla="*/ 154229 w 156696"/>
                    <a:gd name="connsiteY0" fmla="*/ 14903 h 69808"/>
                    <a:gd name="connsiteX1" fmla="*/ 136956 w 156696"/>
                    <a:gd name="connsiteY1" fmla="*/ 22306 h 69808"/>
                    <a:gd name="connsiteX2" fmla="*/ 114746 w 156696"/>
                    <a:gd name="connsiteY2" fmla="*/ 1331 h 69808"/>
                    <a:gd name="connsiteX3" fmla="*/ 111045 w 156696"/>
                    <a:gd name="connsiteY3" fmla="*/ 5032 h 69808"/>
                    <a:gd name="connsiteX4" fmla="*/ 102408 w 156696"/>
                    <a:gd name="connsiteY4" fmla="*/ 24774 h 69808"/>
                    <a:gd name="connsiteX5" fmla="*/ 87602 w 156696"/>
                    <a:gd name="connsiteY5" fmla="*/ 27242 h 69808"/>
                    <a:gd name="connsiteX6" fmla="*/ 77731 w 156696"/>
                    <a:gd name="connsiteY6" fmla="*/ 34644 h 69808"/>
                    <a:gd name="connsiteX7" fmla="*/ 61692 w 156696"/>
                    <a:gd name="connsiteY7" fmla="*/ 49450 h 69808"/>
                    <a:gd name="connsiteX8" fmla="*/ 48119 w 156696"/>
                    <a:gd name="connsiteY8" fmla="*/ 46983 h 69808"/>
                    <a:gd name="connsiteX9" fmla="*/ 38249 w 156696"/>
                    <a:gd name="connsiteY9" fmla="*/ 63023 h 69808"/>
                    <a:gd name="connsiteX10" fmla="*/ 17274 w 156696"/>
                    <a:gd name="connsiteY10" fmla="*/ 45749 h 69808"/>
                    <a:gd name="connsiteX11" fmla="*/ 0 w 156696"/>
                    <a:gd name="connsiteY11" fmla="*/ 67958 h 69808"/>
                    <a:gd name="connsiteX12" fmla="*/ 2468 w 156696"/>
                    <a:gd name="connsiteY12" fmla="*/ 67958 h 69808"/>
                    <a:gd name="connsiteX13" fmla="*/ 23443 w 156696"/>
                    <a:gd name="connsiteY13" fmla="*/ 50684 h 69808"/>
                    <a:gd name="connsiteX14" fmla="*/ 39483 w 156696"/>
                    <a:gd name="connsiteY14" fmla="*/ 67958 h 69808"/>
                    <a:gd name="connsiteX15" fmla="*/ 41950 w 156696"/>
                    <a:gd name="connsiteY15" fmla="*/ 66724 h 69808"/>
                    <a:gd name="connsiteX16" fmla="*/ 62926 w 156696"/>
                    <a:gd name="connsiteY16" fmla="*/ 55620 h 69808"/>
                    <a:gd name="connsiteX17" fmla="*/ 65393 w 156696"/>
                    <a:gd name="connsiteY17" fmla="*/ 54386 h 69808"/>
                    <a:gd name="connsiteX18" fmla="*/ 80199 w 156696"/>
                    <a:gd name="connsiteY18" fmla="*/ 42047 h 69808"/>
                    <a:gd name="connsiteX19" fmla="*/ 82667 w 156696"/>
                    <a:gd name="connsiteY19" fmla="*/ 38346 h 69808"/>
                    <a:gd name="connsiteX20" fmla="*/ 92537 w 156696"/>
                    <a:gd name="connsiteY20" fmla="*/ 34644 h 69808"/>
                    <a:gd name="connsiteX21" fmla="*/ 103642 w 156696"/>
                    <a:gd name="connsiteY21" fmla="*/ 32177 h 69808"/>
                    <a:gd name="connsiteX22" fmla="*/ 115980 w 156696"/>
                    <a:gd name="connsiteY22" fmla="*/ 12435 h 69808"/>
                    <a:gd name="connsiteX23" fmla="*/ 128319 w 156696"/>
                    <a:gd name="connsiteY23" fmla="*/ 23540 h 69808"/>
                    <a:gd name="connsiteX24" fmla="*/ 133254 w 156696"/>
                    <a:gd name="connsiteY24" fmla="*/ 28475 h 69808"/>
                    <a:gd name="connsiteX25" fmla="*/ 132020 w 156696"/>
                    <a:gd name="connsiteY25" fmla="*/ 30943 h 69808"/>
                    <a:gd name="connsiteX26" fmla="*/ 145592 w 156696"/>
                    <a:gd name="connsiteY26" fmla="*/ 53152 h 69808"/>
                    <a:gd name="connsiteX27" fmla="*/ 148060 w 156696"/>
                    <a:gd name="connsiteY27" fmla="*/ 50684 h 69808"/>
                    <a:gd name="connsiteX28" fmla="*/ 141891 w 156696"/>
                    <a:gd name="connsiteY28" fmla="*/ 27242 h 69808"/>
                    <a:gd name="connsiteX29" fmla="*/ 155463 w 156696"/>
                    <a:gd name="connsiteY29" fmla="*/ 22306 h 69808"/>
                    <a:gd name="connsiteX30" fmla="*/ 154229 w 156696"/>
                    <a:gd name="connsiteY30" fmla="*/ 14903 h 69808"/>
                    <a:gd name="connsiteX31" fmla="*/ 143125 w 156696"/>
                    <a:gd name="connsiteY31" fmla="*/ 44515 h 69808"/>
                    <a:gd name="connsiteX32" fmla="*/ 136956 w 156696"/>
                    <a:gd name="connsiteY32" fmla="*/ 32177 h 69808"/>
                    <a:gd name="connsiteX33" fmla="*/ 143125 w 156696"/>
                    <a:gd name="connsiteY33" fmla="*/ 44515 h 69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6696" h="69808">
                      <a:moveTo>
                        <a:pt x="154229" y="14903"/>
                      </a:moveTo>
                      <a:cubicBezTo>
                        <a:pt x="148060" y="14903"/>
                        <a:pt x="141891" y="17371"/>
                        <a:pt x="136956" y="22306"/>
                      </a:cubicBezTo>
                      <a:cubicBezTo>
                        <a:pt x="129552" y="14903"/>
                        <a:pt x="119682" y="7500"/>
                        <a:pt x="114746" y="1331"/>
                      </a:cubicBezTo>
                      <a:cubicBezTo>
                        <a:pt x="112279" y="-2371"/>
                        <a:pt x="109811" y="2565"/>
                        <a:pt x="111045" y="5032"/>
                      </a:cubicBezTo>
                      <a:cubicBezTo>
                        <a:pt x="111045" y="12435"/>
                        <a:pt x="107344" y="19839"/>
                        <a:pt x="102408" y="24774"/>
                      </a:cubicBezTo>
                      <a:cubicBezTo>
                        <a:pt x="97473" y="29709"/>
                        <a:pt x="93771" y="28475"/>
                        <a:pt x="87602" y="27242"/>
                      </a:cubicBezTo>
                      <a:cubicBezTo>
                        <a:pt x="81433" y="26008"/>
                        <a:pt x="78965" y="29709"/>
                        <a:pt x="77731" y="34644"/>
                      </a:cubicBezTo>
                      <a:cubicBezTo>
                        <a:pt x="69095" y="30943"/>
                        <a:pt x="64159" y="40813"/>
                        <a:pt x="61692" y="49450"/>
                      </a:cubicBezTo>
                      <a:cubicBezTo>
                        <a:pt x="57990" y="45749"/>
                        <a:pt x="53055" y="43281"/>
                        <a:pt x="48119" y="46983"/>
                      </a:cubicBezTo>
                      <a:cubicBezTo>
                        <a:pt x="43184" y="50684"/>
                        <a:pt x="40716" y="56854"/>
                        <a:pt x="38249" y="63023"/>
                      </a:cubicBezTo>
                      <a:cubicBezTo>
                        <a:pt x="30846" y="58087"/>
                        <a:pt x="27144" y="44515"/>
                        <a:pt x="17274" y="45749"/>
                      </a:cubicBezTo>
                      <a:cubicBezTo>
                        <a:pt x="8637" y="48217"/>
                        <a:pt x="1234" y="60555"/>
                        <a:pt x="0" y="67958"/>
                      </a:cubicBezTo>
                      <a:cubicBezTo>
                        <a:pt x="0" y="70426"/>
                        <a:pt x="1234" y="70426"/>
                        <a:pt x="2468" y="67958"/>
                      </a:cubicBezTo>
                      <a:cubicBezTo>
                        <a:pt x="3701" y="60555"/>
                        <a:pt x="13572" y="45749"/>
                        <a:pt x="23443" y="50684"/>
                      </a:cubicBezTo>
                      <a:cubicBezTo>
                        <a:pt x="30846" y="54386"/>
                        <a:pt x="32080" y="64257"/>
                        <a:pt x="39483" y="67958"/>
                      </a:cubicBezTo>
                      <a:cubicBezTo>
                        <a:pt x="40716" y="67958"/>
                        <a:pt x="40716" y="67958"/>
                        <a:pt x="41950" y="66724"/>
                      </a:cubicBezTo>
                      <a:cubicBezTo>
                        <a:pt x="45652" y="56854"/>
                        <a:pt x="51821" y="43281"/>
                        <a:pt x="62926" y="55620"/>
                      </a:cubicBezTo>
                      <a:cubicBezTo>
                        <a:pt x="64159" y="56854"/>
                        <a:pt x="65393" y="55620"/>
                        <a:pt x="65393" y="54386"/>
                      </a:cubicBezTo>
                      <a:cubicBezTo>
                        <a:pt x="67861" y="46983"/>
                        <a:pt x="71562" y="35878"/>
                        <a:pt x="80199" y="42047"/>
                      </a:cubicBezTo>
                      <a:cubicBezTo>
                        <a:pt x="82667" y="43281"/>
                        <a:pt x="83900" y="40813"/>
                        <a:pt x="82667" y="38346"/>
                      </a:cubicBezTo>
                      <a:cubicBezTo>
                        <a:pt x="81433" y="30943"/>
                        <a:pt x="87602" y="34644"/>
                        <a:pt x="92537" y="34644"/>
                      </a:cubicBezTo>
                      <a:cubicBezTo>
                        <a:pt x="96239" y="35878"/>
                        <a:pt x="99941" y="34644"/>
                        <a:pt x="103642" y="32177"/>
                      </a:cubicBezTo>
                      <a:cubicBezTo>
                        <a:pt x="109811" y="27242"/>
                        <a:pt x="113513" y="19839"/>
                        <a:pt x="115980" y="12435"/>
                      </a:cubicBezTo>
                      <a:cubicBezTo>
                        <a:pt x="119682" y="16137"/>
                        <a:pt x="124617" y="19839"/>
                        <a:pt x="128319" y="23540"/>
                      </a:cubicBezTo>
                      <a:cubicBezTo>
                        <a:pt x="129552" y="24774"/>
                        <a:pt x="132020" y="26008"/>
                        <a:pt x="133254" y="28475"/>
                      </a:cubicBezTo>
                      <a:cubicBezTo>
                        <a:pt x="133254" y="29709"/>
                        <a:pt x="132020" y="29709"/>
                        <a:pt x="132020" y="30943"/>
                      </a:cubicBezTo>
                      <a:cubicBezTo>
                        <a:pt x="129552" y="40813"/>
                        <a:pt x="134488" y="51918"/>
                        <a:pt x="145592" y="53152"/>
                      </a:cubicBezTo>
                      <a:cubicBezTo>
                        <a:pt x="146826" y="53152"/>
                        <a:pt x="148060" y="51918"/>
                        <a:pt x="148060" y="50684"/>
                      </a:cubicBezTo>
                      <a:cubicBezTo>
                        <a:pt x="151761" y="42047"/>
                        <a:pt x="148060" y="34644"/>
                        <a:pt x="141891" y="27242"/>
                      </a:cubicBezTo>
                      <a:cubicBezTo>
                        <a:pt x="145592" y="24774"/>
                        <a:pt x="151761" y="24774"/>
                        <a:pt x="155463" y="22306"/>
                      </a:cubicBezTo>
                      <a:cubicBezTo>
                        <a:pt x="156697" y="19839"/>
                        <a:pt x="157930" y="14903"/>
                        <a:pt x="154229" y="14903"/>
                      </a:cubicBezTo>
                      <a:close/>
                      <a:moveTo>
                        <a:pt x="143125" y="44515"/>
                      </a:moveTo>
                      <a:cubicBezTo>
                        <a:pt x="136956" y="42047"/>
                        <a:pt x="134488" y="37112"/>
                        <a:pt x="136956" y="32177"/>
                      </a:cubicBezTo>
                      <a:cubicBezTo>
                        <a:pt x="140657" y="35878"/>
                        <a:pt x="143125" y="39580"/>
                        <a:pt x="143125" y="44515"/>
                      </a:cubicBezTo>
                      <a:close/>
                    </a:path>
                  </a:pathLst>
                </a:custGeom>
                <a:solidFill>
                  <a:srgbClr val="000000"/>
                </a:solidFill>
                <a:ln w="12320"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43582171-EA00-4971-B2EC-118F6F062B73}"/>
                    </a:ext>
                  </a:extLst>
                </p:cNvPr>
                <p:cNvSpPr/>
                <p:nvPr/>
              </p:nvSpPr>
              <p:spPr>
                <a:xfrm>
                  <a:off x="9314941" y="4461496"/>
                  <a:ext cx="154800" cy="97805"/>
                </a:xfrm>
                <a:custGeom>
                  <a:avLst/>
                  <a:gdLst>
                    <a:gd name="connsiteX0" fmla="*/ 153868 w 154800"/>
                    <a:gd name="connsiteY0" fmla="*/ 511 h 97805"/>
                    <a:gd name="connsiteX1" fmla="*/ 152634 w 154800"/>
                    <a:gd name="connsiteY1" fmla="*/ 1745 h 97805"/>
                    <a:gd name="connsiteX2" fmla="*/ 147699 w 154800"/>
                    <a:gd name="connsiteY2" fmla="*/ 12849 h 97805"/>
                    <a:gd name="connsiteX3" fmla="*/ 135360 w 154800"/>
                    <a:gd name="connsiteY3" fmla="*/ 7914 h 97805"/>
                    <a:gd name="connsiteX4" fmla="*/ 132893 w 154800"/>
                    <a:gd name="connsiteY4" fmla="*/ 10382 h 97805"/>
                    <a:gd name="connsiteX5" fmla="*/ 129191 w 154800"/>
                    <a:gd name="connsiteY5" fmla="*/ 23954 h 97805"/>
                    <a:gd name="connsiteX6" fmla="*/ 116853 w 154800"/>
                    <a:gd name="connsiteY6" fmla="*/ 15317 h 97805"/>
                    <a:gd name="connsiteX7" fmla="*/ 113151 w 154800"/>
                    <a:gd name="connsiteY7" fmla="*/ 17785 h 97805"/>
                    <a:gd name="connsiteX8" fmla="*/ 99579 w 154800"/>
                    <a:gd name="connsiteY8" fmla="*/ 39994 h 97805"/>
                    <a:gd name="connsiteX9" fmla="*/ 93410 w 154800"/>
                    <a:gd name="connsiteY9" fmla="*/ 37526 h 97805"/>
                    <a:gd name="connsiteX10" fmla="*/ 82306 w 154800"/>
                    <a:gd name="connsiteY10" fmla="*/ 11616 h 97805"/>
                    <a:gd name="connsiteX11" fmla="*/ 78604 w 154800"/>
                    <a:gd name="connsiteY11" fmla="*/ 15317 h 97805"/>
                    <a:gd name="connsiteX12" fmla="*/ 87241 w 154800"/>
                    <a:gd name="connsiteY12" fmla="*/ 43695 h 97805"/>
                    <a:gd name="connsiteX13" fmla="*/ 79838 w 154800"/>
                    <a:gd name="connsiteY13" fmla="*/ 58501 h 97805"/>
                    <a:gd name="connsiteX14" fmla="*/ 63798 w 154800"/>
                    <a:gd name="connsiteY14" fmla="*/ 58501 h 97805"/>
                    <a:gd name="connsiteX15" fmla="*/ 57629 w 154800"/>
                    <a:gd name="connsiteY15" fmla="*/ 65904 h 97805"/>
                    <a:gd name="connsiteX16" fmla="*/ 41589 w 154800"/>
                    <a:gd name="connsiteY16" fmla="*/ 75775 h 97805"/>
                    <a:gd name="connsiteX17" fmla="*/ 21848 w 154800"/>
                    <a:gd name="connsiteY17" fmla="*/ 86879 h 97805"/>
                    <a:gd name="connsiteX18" fmla="*/ 7042 w 154800"/>
                    <a:gd name="connsiteY18" fmla="*/ 80710 h 97805"/>
                    <a:gd name="connsiteX19" fmla="*/ 873 w 154800"/>
                    <a:gd name="connsiteY19" fmla="*/ 96750 h 97805"/>
                    <a:gd name="connsiteX20" fmla="*/ 3340 w 154800"/>
                    <a:gd name="connsiteY20" fmla="*/ 95516 h 97805"/>
                    <a:gd name="connsiteX21" fmla="*/ 21848 w 154800"/>
                    <a:gd name="connsiteY21" fmla="*/ 96750 h 97805"/>
                    <a:gd name="connsiteX22" fmla="*/ 26783 w 154800"/>
                    <a:gd name="connsiteY22" fmla="*/ 94282 h 97805"/>
                    <a:gd name="connsiteX23" fmla="*/ 40355 w 154800"/>
                    <a:gd name="connsiteY23" fmla="*/ 84412 h 97805"/>
                    <a:gd name="connsiteX24" fmla="*/ 42823 w 154800"/>
                    <a:gd name="connsiteY24" fmla="*/ 83178 h 97805"/>
                    <a:gd name="connsiteX25" fmla="*/ 56395 w 154800"/>
                    <a:gd name="connsiteY25" fmla="*/ 73307 h 97805"/>
                    <a:gd name="connsiteX26" fmla="*/ 60096 w 154800"/>
                    <a:gd name="connsiteY26" fmla="*/ 70840 h 97805"/>
                    <a:gd name="connsiteX27" fmla="*/ 76136 w 154800"/>
                    <a:gd name="connsiteY27" fmla="*/ 65904 h 97805"/>
                    <a:gd name="connsiteX28" fmla="*/ 89709 w 154800"/>
                    <a:gd name="connsiteY28" fmla="*/ 52332 h 97805"/>
                    <a:gd name="connsiteX29" fmla="*/ 90942 w 154800"/>
                    <a:gd name="connsiteY29" fmla="*/ 47397 h 97805"/>
                    <a:gd name="connsiteX30" fmla="*/ 99579 w 154800"/>
                    <a:gd name="connsiteY30" fmla="*/ 51098 h 97805"/>
                    <a:gd name="connsiteX31" fmla="*/ 114385 w 154800"/>
                    <a:gd name="connsiteY31" fmla="*/ 26422 h 97805"/>
                    <a:gd name="connsiteX32" fmla="*/ 126724 w 154800"/>
                    <a:gd name="connsiteY32" fmla="*/ 32591 h 97805"/>
                    <a:gd name="connsiteX33" fmla="*/ 132893 w 154800"/>
                    <a:gd name="connsiteY33" fmla="*/ 16551 h 97805"/>
                    <a:gd name="connsiteX34" fmla="*/ 148932 w 154800"/>
                    <a:gd name="connsiteY34" fmla="*/ 19019 h 97805"/>
                    <a:gd name="connsiteX35" fmla="*/ 153868 w 154800"/>
                    <a:gd name="connsiteY35" fmla="*/ 511 h 97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4800" h="97805">
                      <a:moveTo>
                        <a:pt x="153868" y="511"/>
                      </a:moveTo>
                      <a:cubicBezTo>
                        <a:pt x="153868" y="-723"/>
                        <a:pt x="152634" y="511"/>
                        <a:pt x="152634" y="1745"/>
                      </a:cubicBezTo>
                      <a:cubicBezTo>
                        <a:pt x="152634" y="5446"/>
                        <a:pt x="152634" y="11616"/>
                        <a:pt x="147699" y="12849"/>
                      </a:cubicBezTo>
                      <a:cubicBezTo>
                        <a:pt x="143997" y="14083"/>
                        <a:pt x="137828" y="10382"/>
                        <a:pt x="135360" y="7914"/>
                      </a:cubicBezTo>
                      <a:cubicBezTo>
                        <a:pt x="134126" y="6680"/>
                        <a:pt x="132893" y="9148"/>
                        <a:pt x="132893" y="10382"/>
                      </a:cubicBezTo>
                      <a:cubicBezTo>
                        <a:pt x="132893" y="12849"/>
                        <a:pt x="131659" y="21486"/>
                        <a:pt x="129191" y="23954"/>
                      </a:cubicBezTo>
                      <a:cubicBezTo>
                        <a:pt x="125490" y="26422"/>
                        <a:pt x="119321" y="17785"/>
                        <a:pt x="116853" y="15317"/>
                      </a:cubicBezTo>
                      <a:cubicBezTo>
                        <a:pt x="115619" y="12849"/>
                        <a:pt x="113151" y="15317"/>
                        <a:pt x="113151" y="17785"/>
                      </a:cubicBezTo>
                      <a:cubicBezTo>
                        <a:pt x="113151" y="25188"/>
                        <a:pt x="109450" y="41227"/>
                        <a:pt x="99579" y="39994"/>
                      </a:cubicBezTo>
                      <a:cubicBezTo>
                        <a:pt x="97111" y="39994"/>
                        <a:pt x="95878" y="38760"/>
                        <a:pt x="93410" y="37526"/>
                      </a:cubicBezTo>
                      <a:cubicBezTo>
                        <a:pt x="93410" y="27656"/>
                        <a:pt x="90942" y="16551"/>
                        <a:pt x="82306" y="11616"/>
                      </a:cubicBezTo>
                      <a:cubicBezTo>
                        <a:pt x="79838" y="10382"/>
                        <a:pt x="78604" y="12849"/>
                        <a:pt x="78604" y="15317"/>
                      </a:cubicBezTo>
                      <a:cubicBezTo>
                        <a:pt x="77370" y="23954"/>
                        <a:pt x="81072" y="36292"/>
                        <a:pt x="87241" y="43695"/>
                      </a:cubicBezTo>
                      <a:cubicBezTo>
                        <a:pt x="86007" y="49864"/>
                        <a:pt x="83539" y="56034"/>
                        <a:pt x="79838" y="58501"/>
                      </a:cubicBezTo>
                      <a:cubicBezTo>
                        <a:pt x="73669" y="62203"/>
                        <a:pt x="69967" y="58501"/>
                        <a:pt x="63798" y="58501"/>
                      </a:cubicBezTo>
                      <a:cubicBezTo>
                        <a:pt x="60096" y="58501"/>
                        <a:pt x="58863" y="62203"/>
                        <a:pt x="57629" y="65904"/>
                      </a:cubicBezTo>
                      <a:cubicBezTo>
                        <a:pt x="50226" y="60969"/>
                        <a:pt x="45291" y="68372"/>
                        <a:pt x="41589" y="75775"/>
                      </a:cubicBezTo>
                      <a:cubicBezTo>
                        <a:pt x="31718" y="68372"/>
                        <a:pt x="24315" y="77009"/>
                        <a:pt x="21848" y="86879"/>
                      </a:cubicBezTo>
                      <a:cubicBezTo>
                        <a:pt x="18146" y="83178"/>
                        <a:pt x="11977" y="80710"/>
                        <a:pt x="7042" y="80710"/>
                      </a:cubicBezTo>
                      <a:cubicBezTo>
                        <a:pt x="-1595" y="80710"/>
                        <a:pt x="-361" y="90581"/>
                        <a:pt x="873" y="96750"/>
                      </a:cubicBezTo>
                      <a:cubicBezTo>
                        <a:pt x="873" y="99218"/>
                        <a:pt x="3340" y="96750"/>
                        <a:pt x="3340" y="95516"/>
                      </a:cubicBezTo>
                      <a:cubicBezTo>
                        <a:pt x="2106" y="81944"/>
                        <a:pt x="16912" y="91815"/>
                        <a:pt x="21848" y="96750"/>
                      </a:cubicBezTo>
                      <a:cubicBezTo>
                        <a:pt x="24315" y="99218"/>
                        <a:pt x="26783" y="96750"/>
                        <a:pt x="26783" y="94282"/>
                      </a:cubicBezTo>
                      <a:cubicBezTo>
                        <a:pt x="26783" y="85645"/>
                        <a:pt x="32952" y="77009"/>
                        <a:pt x="40355" y="84412"/>
                      </a:cubicBezTo>
                      <a:cubicBezTo>
                        <a:pt x="41589" y="85645"/>
                        <a:pt x="42823" y="84412"/>
                        <a:pt x="42823" y="83178"/>
                      </a:cubicBezTo>
                      <a:cubicBezTo>
                        <a:pt x="45291" y="77009"/>
                        <a:pt x="47758" y="65904"/>
                        <a:pt x="56395" y="73307"/>
                      </a:cubicBezTo>
                      <a:cubicBezTo>
                        <a:pt x="57629" y="74541"/>
                        <a:pt x="58863" y="72073"/>
                        <a:pt x="60096" y="70840"/>
                      </a:cubicBezTo>
                      <a:cubicBezTo>
                        <a:pt x="61330" y="59735"/>
                        <a:pt x="68733" y="67138"/>
                        <a:pt x="76136" y="65904"/>
                      </a:cubicBezTo>
                      <a:cubicBezTo>
                        <a:pt x="83539" y="64671"/>
                        <a:pt x="87241" y="58501"/>
                        <a:pt x="89709" y="52332"/>
                      </a:cubicBezTo>
                      <a:cubicBezTo>
                        <a:pt x="89709" y="51098"/>
                        <a:pt x="90942" y="48631"/>
                        <a:pt x="90942" y="47397"/>
                      </a:cubicBezTo>
                      <a:cubicBezTo>
                        <a:pt x="93410" y="49864"/>
                        <a:pt x="97111" y="51098"/>
                        <a:pt x="99579" y="51098"/>
                      </a:cubicBezTo>
                      <a:cubicBezTo>
                        <a:pt x="111917" y="52332"/>
                        <a:pt x="114385" y="37526"/>
                        <a:pt x="114385" y="26422"/>
                      </a:cubicBezTo>
                      <a:cubicBezTo>
                        <a:pt x="118087" y="30123"/>
                        <a:pt x="123022" y="35058"/>
                        <a:pt x="126724" y="32591"/>
                      </a:cubicBezTo>
                      <a:cubicBezTo>
                        <a:pt x="131659" y="30123"/>
                        <a:pt x="132893" y="22720"/>
                        <a:pt x="132893" y="16551"/>
                      </a:cubicBezTo>
                      <a:cubicBezTo>
                        <a:pt x="137828" y="19019"/>
                        <a:pt x="143997" y="22720"/>
                        <a:pt x="148932" y="19019"/>
                      </a:cubicBezTo>
                      <a:cubicBezTo>
                        <a:pt x="156336" y="14083"/>
                        <a:pt x="155102" y="5446"/>
                        <a:pt x="153868" y="511"/>
                      </a:cubicBezTo>
                      <a:close/>
                    </a:path>
                  </a:pathLst>
                </a:custGeom>
                <a:solidFill>
                  <a:srgbClr val="000000"/>
                </a:solidFill>
                <a:ln w="12320"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18BB3DF3-504F-42C4-BA19-FD3D456895CA}"/>
                    </a:ext>
                  </a:extLst>
                </p:cNvPr>
                <p:cNvSpPr/>
                <p:nvPr/>
              </p:nvSpPr>
              <p:spPr>
                <a:xfrm>
                  <a:off x="9480222" y="4438564"/>
                  <a:ext cx="28069" cy="23640"/>
                </a:xfrm>
                <a:custGeom>
                  <a:avLst/>
                  <a:gdLst>
                    <a:gd name="connsiteX0" fmla="*/ 28070 w 28069"/>
                    <a:gd name="connsiteY0" fmla="*/ 0 h 23640"/>
                    <a:gd name="connsiteX1" fmla="*/ 28070 w 28069"/>
                    <a:gd name="connsiteY1" fmla="*/ 0 h 23640"/>
                    <a:gd name="connsiteX2" fmla="*/ 23135 w 28069"/>
                    <a:gd name="connsiteY2" fmla="*/ 13572 h 23640"/>
                    <a:gd name="connsiteX3" fmla="*/ 10796 w 28069"/>
                    <a:gd name="connsiteY3" fmla="*/ 17274 h 23640"/>
                    <a:gd name="connsiteX4" fmla="*/ 925 w 28069"/>
                    <a:gd name="connsiteY4" fmla="*/ 19741 h 23640"/>
                    <a:gd name="connsiteX5" fmla="*/ 925 w 28069"/>
                    <a:gd name="connsiteY5" fmla="*/ 23443 h 23640"/>
                    <a:gd name="connsiteX6" fmla="*/ 18199 w 28069"/>
                    <a:gd name="connsiteY6" fmla="*/ 19741 h 23640"/>
                    <a:gd name="connsiteX7" fmla="*/ 23135 w 28069"/>
                    <a:gd name="connsiteY7" fmla="*/ 17274 h 23640"/>
                    <a:gd name="connsiteX8" fmla="*/ 26836 w 28069"/>
                    <a:gd name="connsiteY8" fmla="*/ 11104 h 23640"/>
                    <a:gd name="connsiteX9" fmla="*/ 28070 w 28069"/>
                    <a:gd name="connsiteY9" fmla="*/ 0 h 23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69" h="23640">
                      <a:moveTo>
                        <a:pt x="28070" y="0"/>
                      </a:moveTo>
                      <a:cubicBezTo>
                        <a:pt x="28070" y="0"/>
                        <a:pt x="26836" y="0"/>
                        <a:pt x="28070" y="0"/>
                      </a:cubicBezTo>
                      <a:cubicBezTo>
                        <a:pt x="26836" y="4935"/>
                        <a:pt x="26836" y="9871"/>
                        <a:pt x="23135" y="13572"/>
                      </a:cubicBezTo>
                      <a:cubicBezTo>
                        <a:pt x="19433" y="16040"/>
                        <a:pt x="15732" y="16040"/>
                        <a:pt x="10796" y="17274"/>
                      </a:cubicBezTo>
                      <a:cubicBezTo>
                        <a:pt x="7095" y="18507"/>
                        <a:pt x="3393" y="18507"/>
                        <a:pt x="925" y="19741"/>
                      </a:cubicBezTo>
                      <a:cubicBezTo>
                        <a:pt x="-308" y="19741"/>
                        <a:pt x="-308" y="24677"/>
                        <a:pt x="925" y="23443"/>
                      </a:cubicBezTo>
                      <a:cubicBezTo>
                        <a:pt x="7095" y="22209"/>
                        <a:pt x="12030" y="20975"/>
                        <a:pt x="18199" y="19741"/>
                      </a:cubicBezTo>
                      <a:cubicBezTo>
                        <a:pt x="20667" y="19741"/>
                        <a:pt x="21901" y="18507"/>
                        <a:pt x="23135" y="17274"/>
                      </a:cubicBezTo>
                      <a:cubicBezTo>
                        <a:pt x="25602" y="16040"/>
                        <a:pt x="26836" y="13572"/>
                        <a:pt x="26836" y="11104"/>
                      </a:cubicBezTo>
                      <a:cubicBezTo>
                        <a:pt x="28070" y="7403"/>
                        <a:pt x="28070" y="3701"/>
                        <a:pt x="28070" y="0"/>
                      </a:cubicBezTo>
                      <a:close/>
                    </a:path>
                  </a:pathLst>
                </a:custGeom>
                <a:solidFill>
                  <a:srgbClr val="000000"/>
                </a:solidFill>
                <a:ln w="12320"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678DB0D5-88A8-4043-A8A8-32C1FAD820C0}"/>
                    </a:ext>
                  </a:extLst>
                </p:cNvPr>
                <p:cNvSpPr/>
                <p:nvPr/>
              </p:nvSpPr>
              <p:spPr>
                <a:xfrm>
                  <a:off x="9567032" y="4262338"/>
                  <a:ext cx="268657" cy="156081"/>
                </a:xfrm>
                <a:custGeom>
                  <a:avLst/>
                  <a:gdLst>
                    <a:gd name="connsiteX0" fmla="*/ 238614 w 268657"/>
                    <a:gd name="connsiteY0" fmla="*/ 1022 h 156081"/>
                    <a:gd name="connsiteX1" fmla="*/ 234912 w 268657"/>
                    <a:gd name="connsiteY1" fmla="*/ 1022 h 156081"/>
                    <a:gd name="connsiteX2" fmla="*/ 213937 w 268657"/>
                    <a:gd name="connsiteY2" fmla="*/ 1022 h 156081"/>
                    <a:gd name="connsiteX3" fmla="*/ 211470 w 268657"/>
                    <a:gd name="connsiteY3" fmla="*/ 3490 h 156081"/>
                    <a:gd name="connsiteX4" fmla="*/ 205300 w 268657"/>
                    <a:gd name="connsiteY4" fmla="*/ 33102 h 156081"/>
                    <a:gd name="connsiteX5" fmla="*/ 186793 w 268657"/>
                    <a:gd name="connsiteY5" fmla="*/ 31868 h 156081"/>
                    <a:gd name="connsiteX6" fmla="*/ 176922 w 268657"/>
                    <a:gd name="connsiteY6" fmla="*/ 47908 h 156081"/>
                    <a:gd name="connsiteX7" fmla="*/ 160882 w 268657"/>
                    <a:gd name="connsiteY7" fmla="*/ 56545 h 156081"/>
                    <a:gd name="connsiteX8" fmla="*/ 143609 w 268657"/>
                    <a:gd name="connsiteY8" fmla="*/ 63948 h 156081"/>
                    <a:gd name="connsiteX9" fmla="*/ 130036 w 268657"/>
                    <a:gd name="connsiteY9" fmla="*/ 55311 h 156081"/>
                    <a:gd name="connsiteX10" fmla="*/ 110295 w 268657"/>
                    <a:gd name="connsiteY10" fmla="*/ 72585 h 156081"/>
                    <a:gd name="connsiteX11" fmla="*/ 109062 w 268657"/>
                    <a:gd name="connsiteY11" fmla="*/ 71351 h 156081"/>
                    <a:gd name="connsiteX12" fmla="*/ 106594 w 268657"/>
                    <a:gd name="connsiteY12" fmla="*/ 67649 h 156081"/>
                    <a:gd name="connsiteX13" fmla="*/ 81917 w 268657"/>
                    <a:gd name="connsiteY13" fmla="*/ 75052 h 156081"/>
                    <a:gd name="connsiteX14" fmla="*/ 52305 w 268657"/>
                    <a:gd name="connsiteY14" fmla="*/ 103430 h 156081"/>
                    <a:gd name="connsiteX15" fmla="*/ 48603 w 268657"/>
                    <a:gd name="connsiteY15" fmla="*/ 104664 h 156081"/>
                    <a:gd name="connsiteX16" fmla="*/ 36265 w 268657"/>
                    <a:gd name="connsiteY16" fmla="*/ 115769 h 156081"/>
                    <a:gd name="connsiteX17" fmla="*/ 32564 w 268657"/>
                    <a:gd name="connsiteY17" fmla="*/ 118236 h 156081"/>
                    <a:gd name="connsiteX18" fmla="*/ 21459 w 268657"/>
                    <a:gd name="connsiteY18" fmla="*/ 133042 h 156081"/>
                    <a:gd name="connsiteX19" fmla="*/ 11588 w 268657"/>
                    <a:gd name="connsiteY19" fmla="*/ 117002 h 156081"/>
                    <a:gd name="connsiteX20" fmla="*/ 7887 w 268657"/>
                    <a:gd name="connsiteY20" fmla="*/ 118236 h 156081"/>
                    <a:gd name="connsiteX21" fmla="*/ 484 w 268657"/>
                    <a:gd name="connsiteY21" fmla="*/ 152784 h 156081"/>
                    <a:gd name="connsiteX22" fmla="*/ 2952 w 268657"/>
                    <a:gd name="connsiteY22" fmla="*/ 155251 h 156081"/>
                    <a:gd name="connsiteX23" fmla="*/ 12822 w 268657"/>
                    <a:gd name="connsiteY23" fmla="*/ 129341 h 156081"/>
                    <a:gd name="connsiteX24" fmla="*/ 27629 w 268657"/>
                    <a:gd name="connsiteY24" fmla="*/ 141679 h 156081"/>
                    <a:gd name="connsiteX25" fmla="*/ 36265 w 268657"/>
                    <a:gd name="connsiteY25" fmla="*/ 124405 h 156081"/>
                    <a:gd name="connsiteX26" fmla="*/ 52305 w 268657"/>
                    <a:gd name="connsiteY26" fmla="*/ 112067 h 156081"/>
                    <a:gd name="connsiteX27" fmla="*/ 75748 w 268657"/>
                    <a:gd name="connsiteY27" fmla="*/ 110833 h 156081"/>
                    <a:gd name="connsiteX28" fmla="*/ 81917 w 268657"/>
                    <a:gd name="connsiteY28" fmla="*/ 92326 h 156081"/>
                    <a:gd name="connsiteX29" fmla="*/ 88086 w 268657"/>
                    <a:gd name="connsiteY29" fmla="*/ 104664 h 156081"/>
                    <a:gd name="connsiteX30" fmla="*/ 109062 w 268657"/>
                    <a:gd name="connsiteY30" fmla="*/ 84923 h 156081"/>
                    <a:gd name="connsiteX31" fmla="*/ 123867 w 268657"/>
                    <a:gd name="connsiteY31" fmla="*/ 84923 h 156081"/>
                    <a:gd name="connsiteX32" fmla="*/ 130036 w 268657"/>
                    <a:gd name="connsiteY32" fmla="*/ 65181 h 156081"/>
                    <a:gd name="connsiteX33" fmla="*/ 141141 w 268657"/>
                    <a:gd name="connsiteY33" fmla="*/ 73818 h 156081"/>
                    <a:gd name="connsiteX34" fmla="*/ 144843 w 268657"/>
                    <a:gd name="connsiteY34" fmla="*/ 71351 h 156081"/>
                    <a:gd name="connsiteX35" fmla="*/ 157181 w 268657"/>
                    <a:gd name="connsiteY35" fmla="*/ 66415 h 156081"/>
                    <a:gd name="connsiteX36" fmla="*/ 162116 w 268657"/>
                    <a:gd name="connsiteY36" fmla="*/ 65181 h 156081"/>
                    <a:gd name="connsiteX37" fmla="*/ 173221 w 268657"/>
                    <a:gd name="connsiteY37" fmla="*/ 57778 h 156081"/>
                    <a:gd name="connsiteX38" fmla="*/ 178156 w 268657"/>
                    <a:gd name="connsiteY38" fmla="*/ 55311 h 156081"/>
                    <a:gd name="connsiteX39" fmla="*/ 179390 w 268657"/>
                    <a:gd name="connsiteY39" fmla="*/ 44206 h 156081"/>
                    <a:gd name="connsiteX40" fmla="*/ 190494 w 268657"/>
                    <a:gd name="connsiteY40" fmla="*/ 45440 h 156081"/>
                    <a:gd name="connsiteX41" fmla="*/ 202833 w 268657"/>
                    <a:gd name="connsiteY41" fmla="*/ 41739 h 156081"/>
                    <a:gd name="connsiteX42" fmla="*/ 210236 w 268657"/>
                    <a:gd name="connsiteY42" fmla="*/ 10893 h 156081"/>
                    <a:gd name="connsiteX43" fmla="*/ 233678 w 268657"/>
                    <a:gd name="connsiteY43" fmla="*/ 8425 h 156081"/>
                    <a:gd name="connsiteX44" fmla="*/ 264524 w 268657"/>
                    <a:gd name="connsiteY44" fmla="*/ 59012 h 156081"/>
                    <a:gd name="connsiteX45" fmla="*/ 268226 w 268657"/>
                    <a:gd name="connsiteY45" fmla="*/ 56545 h 156081"/>
                    <a:gd name="connsiteX46" fmla="*/ 238614 w 268657"/>
                    <a:gd name="connsiteY46" fmla="*/ 1022 h 156081"/>
                    <a:gd name="connsiteX47" fmla="*/ 100425 w 268657"/>
                    <a:gd name="connsiteY47" fmla="*/ 96027 h 156081"/>
                    <a:gd name="connsiteX48" fmla="*/ 93022 w 268657"/>
                    <a:gd name="connsiteY48" fmla="*/ 79987 h 156081"/>
                    <a:gd name="connsiteX49" fmla="*/ 107828 w 268657"/>
                    <a:gd name="connsiteY49" fmla="*/ 72585 h 156081"/>
                    <a:gd name="connsiteX50" fmla="*/ 107828 w 268657"/>
                    <a:gd name="connsiteY50" fmla="*/ 73818 h 156081"/>
                    <a:gd name="connsiteX51" fmla="*/ 100425 w 268657"/>
                    <a:gd name="connsiteY51" fmla="*/ 96027 h 156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68657" h="156081">
                      <a:moveTo>
                        <a:pt x="238614" y="1022"/>
                      </a:moveTo>
                      <a:cubicBezTo>
                        <a:pt x="237380" y="-212"/>
                        <a:pt x="236146" y="-212"/>
                        <a:pt x="234912" y="1022"/>
                      </a:cubicBezTo>
                      <a:cubicBezTo>
                        <a:pt x="231211" y="14594"/>
                        <a:pt x="220107" y="12126"/>
                        <a:pt x="213937" y="1022"/>
                      </a:cubicBezTo>
                      <a:cubicBezTo>
                        <a:pt x="212703" y="-1445"/>
                        <a:pt x="211470" y="1022"/>
                        <a:pt x="211470" y="3490"/>
                      </a:cubicBezTo>
                      <a:cubicBezTo>
                        <a:pt x="211470" y="12126"/>
                        <a:pt x="210236" y="25699"/>
                        <a:pt x="205300" y="33102"/>
                      </a:cubicBezTo>
                      <a:cubicBezTo>
                        <a:pt x="199131" y="42972"/>
                        <a:pt x="194196" y="30634"/>
                        <a:pt x="186793" y="31868"/>
                      </a:cubicBezTo>
                      <a:cubicBezTo>
                        <a:pt x="179390" y="31868"/>
                        <a:pt x="178156" y="40505"/>
                        <a:pt x="176922" y="47908"/>
                      </a:cubicBezTo>
                      <a:cubicBezTo>
                        <a:pt x="170753" y="44206"/>
                        <a:pt x="164584" y="47908"/>
                        <a:pt x="160882" y="56545"/>
                      </a:cubicBezTo>
                      <a:cubicBezTo>
                        <a:pt x="153479" y="50375"/>
                        <a:pt x="147310" y="54077"/>
                        <a:pt x="143609" y="63948"/>
                      </a:cubicBezTo>
                      <a:cubicBezTo>
                        <a:pt x="139907" y="60246"/>
                        <a:pt x="133738" y="54077"/>
                        <a:pt x="130036" y="55311"/>
                      </a:cubicBezTo>
                      <a:cubicBezTo>
                        <a:pt x="122633" y="57778"/>
                        <a:pt x="121400" y="94793"/>
                        <a:pt x="110295" y="72585"/>
                      </a:cubicBezTo>
                      <a:cubicBezTo>
                        <a:pt x="110295" y="71351"/>
                        <a:pt x="109062" y="71351"/>
                        <a:pt x="109062" y="71351"/>
                      </a:cubicBezTo>
                      <a:cubicBezTo>
                        <a:pt x="109062" y="70117"/>
                        <a:pt x="107828" y="67649"/>
                        <a:pt x="106594" y="67649"/>
                      </a:cubicBezTo>
                      <a:cubicBezTo>
                        <a:pt x="95489" y="60246"/>
                        <a:pt x="86852" y="62714"/>
                        <a:pt x="81917" y="75052"/>
                      </a:cubicBezTo>
                      <a:cubicBezTo>
                        <a:pt x="75748" y="87390"/>
                        <a:pt x="72047" y="131808"/>
                        <a:pt x="52305" y="103430"/>
                      </a:cubicBezTo>
                      <a:cubicBezTo>
                        <a:pt x="51071" y="100963"/>
                        <a:pt x="48603" y="103430"/>
                        <a:pt x="48603" y="104664"/>
                      </a:cubicBezTo>
                      <a:cubicBezTo>
                        <a:pt x="48603" y="114535"/>
                        <a:pt x="47370" y="126873"/>
                        <a:pt x="36265" y="115769"/>
                      </a:cubicBezTo>
                      <a:cubicBezTo>
                        <a:pt x="35032" y="114535"/>
                        <a:pt x="32564" y="117002"/>
                        <a:pt x="32564" y="118236"/>
                      </a:cubicBezTo>
                      <a:cubicBezTo>
                        <a:pt x="32564" y="124405"/>
                        <a:pt x="32564" y="140445"/>
                        <a:pt x="21459" y="133042"/>
                      </a:cubicBezTo>
                      <a:cubicBezTo>
                        <a:pt x="16524" y="129341"/>
                        <a:pt x="12822" y="121938"/>
                        <a:pt x="11588" y="117002"/>
                      </a:cubicBezTo>
                      <a:cubicBezTo>
                        <a:pt x="10355" y="114535"/>
                        <a:pt x="7887" y="117002"/>
                        <a:pt x="7887" y="118236"/>
                      </a:cubicBezTo>
                      <a:cubicBezTo>
                        <a:pt x="10355" y="130574"/>
                        <a:pt x="6653" y="141679"/>
                        <a:pt x="484" y="152784"/>
                      </a:cubicBezTo>
                      <a:cubicBezTo>
                        <a:pt x="-750" y="154017"/>
                        <a:pt x="484" y="157719"/>
                        <a:pt x="2952" y="155251"/>
                      </a:cubicBezTo>
                      <a:cubicBezTo>
                        <a:pt x="7887" y="146615"/>
                        <a:pt x="11588" y="139211"/>
                        <a:pt x="12822" y="129341"/>
                      </a:cubicBezTo>
                      <a:cubicBezTo>
                        <a:pt x="16524" y="136744"/>
                        <a:pt x="21459" y="142913"/>
                        <a:pt x="27629" y="141679"/>
                      </a:cubicBezTo>
                      <a:cubicBezTo>
                        <a:pt x="35032" y="140445"/>
                        <a:pt x="36265" y="131808"/>
                        <a:pt x="36265" y="124405"/>
                      </a:cubicBezTo>
                      <a:cubicBezTo>
                        <a:pt x="47370" y="134276"/>
                        <a:pt x="51071" y="124405"/>
                        <a:pt x="52305" y="112067"/>
                      </a:cubicBezTo>
                      <a:cubicBezTo>
                        <a:pt x="59708" y="120704"/>
                        <a:pt x="68345" y="121938"/>
                        <a:pt x="75748" y="110833"/>
                      </a:cubicBezTo>
                      <a:cubicBezTo>
                        <a:pt x="78216" y="107132"/>
                        <a:pt x="79449" y="99729"/>
                        <a:pt x="81917" y="92326"/>
                      </a:cubicBezTo>
                      <a:cubicBezTo>
                        <a:pt x="81917" y="97261"/>
                        <a:pt x="84385" y="100963"/>
                        <a:pt x="88086" y="104664"/>
                      </a:cubicBezTo>
                      <a:cubicBezTo>
                        <a:pt x="99191" y="115769"/>
                        <a:pt x="106594" y="97261"/>
                        <a:pt x="109062" y="84923"/>
                      </a:cubicBezTo>
                      <a:cubicBezTo>
                        <a:pt x="112763" y="89858"/>
                        <a:pt x="118932" y="93559"/>
                        <a:pt x="123867" y="84923"/>
                      </a:cubicBezTo>
                      <a:cubicBezTo>
                        <a:pt x="126335" y="81221"/>
                        <a:pt x="128803" y="65181"/>
                        <a:pt x="130036" y="65181"/>
                      </a:cubicBezTo>
                      <a:cubicBezTo>
                        <a:pt x="131270" y="65181"/>
                        <a:pt x="139907" y="73818"/>
                        <a:pt x="141141" y="73818"/>
                      </a:cubicBezTo>
                      <a:cubicBezTo>
                        <a:pt x="143609" y="75052"/>
                        <a:pt x="144843" y="73818"/>
                        <a:pt x="144843" y="71351"/>
                      </a:cubicBezTo>
                      <a:cubicBezTo>
                        <a:pt x="144843" y="63948"/>
                        <a:pt x="149778" y="62714"/>
                        <a:pt x="157181" y="66415"/>
                      </a:cubicBezTo>
                      <a:cubicBezTo>
                        <a:pt x="158415" y="68883"/>
                        <a:pt x="160882" y="66415"/>
                        <a:pt x="162116" y="65181"/>
                      </a:cubicBezTo>
                      <a:cubicBezTo>
                        <a:pt x="162116" y="59012"/>
                        <a:pt x="165818" y="56545"/>
                        <a:pt x="173221" y="57778"/>
                      </a:cubicBezTo>
                      <a:cubicBezTo>
                        <a:pt x="175688" y="60246"/>
                        <a:pt x="178156" y="59012"/>
                        <a:pt x="178156" y="55311"/>
                      </a:cubicBezTo>
                      <a:cubicBezTo>
                        <a:pt x="178156" y="52843"/>
                        <a:pt x="176922" y="46674"/>
                        <a:pt x="179390" y="44206"/>
                      </a:cubicBezTo>
                      <a:cubicBezTo>
                        <a:pt x="183092" y="38037"/>
                        <a:pt x="186793" y="44206"/>
                        <a:pt x="190494" y="45440"/>
                      </a:cubicBezTo>
                      <a:cubicBezTo>
                        <a:pt x="195430" y="47908"/>
                        <a:pt x="200365" y="45440"/>
                        <a:pt x="202833" y="41739"/>
                      </a:cubicBezTo>
                      <a:cubicBezTo>
                        <a:pt x="209002" y="33102"/>
                        <a:pt x="210236" y="20763"/>
                        <a:pt x="210236" y="10893"/>
                      </a:cubicBezTo>
                      <a:cubicBezTo>
                        <a:pt x="217639" y="20763"/>
                        <a:pt x="229977" y="21997"/>
                        <a:pt x="233678" y="8425"/>
                      </a:cubicBezTo>
                      <a:cubicBezTo>
                        <a:pt x="247251" y="21997"/>
                        <a:pt x="258355" y="41739"/>
                        <a:pt x="264524" y="59012"/>
                      </a:cubicBezTo>
                      <a:cubicBezTo>
                        <a:pt x="265758" y="62714"/>
                        <a:pt x="269460" y="59012"/>
                        <a:pt x="268226" y="56545"/>
                      </a:cubicBezTo>
                      <a:cubicBezTo>
                        <a:pt x="271927" y="33102"/>
                        <a:pt x="250952" y="18296"/>
                        <a:pt x="238614" y="1022"/>
                      </a:cubicBezTo>
                      <a:close/>
                      <a:moveTo>
                        <a:pt x="100425" y="96027"/>
                      </a:moveTo>
                      <a:cubicBezTo>
                        <a:pt x="90554" y="103430"/>
                        <a:pt x="90554" y="84923"/>
                        <a:pt x="93022" y="79987"/>
                      </a:cubicBezTo>
                      <a:cubicBezTo>
                        <a:pt x="96723" y="73818"/>
                        <a:pt x="100425" y="71351"/>
                        <a:pt x="107828" y="72585"/>
                      </a:cubicBezTo>
                      <a:cubicBezTo>
                        <a:pt x="107828" y="72585"/>
                        <a:pt x="107828" y="72585"/>
                        <a:pt x="107828" y="73818"/>
                      </a:cubicBezTo>
                      <a:cubicBezTo>
                        <a:pt x="109062" y="79987"/>
                        <a:pt x="106594" y="92326"/>
                        <a:pt x="100425" y="96027"/>
                      </a:cubicBezTo>
                      <a:close/>
                    </a:path>
                  </a:pathLst>
                </a:custGeom>
                <a:solidFill>
                  <a:srgbClr val="000000"/>
                </a:solidFill>
                <a:ln w="12320"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DB5EB642-1322-4961-BB9B-3D6D9151A826}"/>
                    </a:ext>
                  </a:extLst>
                </p:cNvPr>
                <p:cNvSpPr/>
                <p:nvPr/>
              </p:nvSpPr>
              <p:spPr>
                <a:xfrm>
                  <a:off x="8873991" y="4304693"/>
                  <a:ext cx="257252" cy="166450"/>
                </a:xfrm>
                <a:custGeom>
                  <a:avLst/>
                  <a:gdLst>
                    <a:gd name="connsiteX0" fmla="*/ 256748 w 257252"/>
                    <a:gd name="connsiteY0" fmla="*/ 69711 h 166450"/>
                    <a:gd name="connsiteX1" fmla="*/ 220967 w 257252"/>
                    <a:gd name="connsiteY1" fmla="*/ 1851 h 166450"/>
                    <a:gd name="connsiteX2" fmla="*/ 214798 w 257252"/>
                    <a:gd name="connsiteY2" fmla="*/ 1851 h 166450"/>
                    <a:gd name="connsiteX3" fmla="*/ 206161 w 257252"/>
                    <a:gd name="connsiteY3" fmla="*/ 33930 h 166450"/>
                    <a:gd name="connsiteX4" fmla="*/ 187654 w 257252"/>
                    <a:gd name="connsiteY4" fmla="*/ 19124 h 166450"/>
                    <a:gd name="connsiteX5" fmla="*/ 183952 w 257252"/>
                    <a:gd name="connsiteY5" fmla="*/ 20358 h 166450"/>
                    <a:gd name="connsiteX6" fmla="*/ 174081 w 257252"/>
                    <a:gd name="connsiteY6" fmla="*/ 53672 h 166450"/>
                    <a:gd name="connsiteX7" fmla="*/ 164211 w 257252"/>
                    <a:gd name="connsiteY7" fmla="*/ 48736 h 166450"/>
                    <a:gd name="connsiteX8" fmla="*/ 159276 w 257252"/>
                    <a:gd name="connsiteY8" fmla="*/ 62308 h 166450"/>
                    <a:gd name="connsiteX9" fmla="*/ 142002 w 257252"/>
                    <a:gd name="connsiteY9" fmla="*/ 72179 h 166450"/>
                    <a:gd name="connsiteX10" fmla="*/ 121027 w 257252"/>
                    <a:gd name="connsiteY10" fmla="*/ 80816 h 166450"/>
                    <a:gd name="connsiteX11" fmla="*/ 108688 w 257252"/>
                    <a:gd name="connsiteY11" fmla="*/ 72179 h 166450"/>
                    <a:gd name="connsiteX12" fmla="*/ 106221 w 257252"/>
                    <a:gd name="connsiteY12" fmla="*/ 73413 h 166450"/>
                    <a:gd name="connsiteX13" fmla="*/ 102519 w 257252"/>
                    <a:gd name="connsiteY13" fmla="*/ 89453 h 166450"/>
                    <a:gd name="connsiteX14" fmla="*/ 86480 w 257252"/>
                    <a:gd name="connsiteY14" fmla="*/ 83284 h 166450"/>
                    <a:gd name="connsiteX15" fmla="*/ 81544 w 257252"/>
                    <a:gd name="connsiteY15" fmla="*/ 83284 h 166450"/>
                    <a:gd name="connsiteX16" fmla="*/ 76609 w 257252"/>
                    <a:gd name="connsiteY16" fmla="*/ 104259 h 166450"/>
                    <a:gd name="connsiteX17" fmla="*/ 74141 w 257252"/>
                    <a:gd name="connsiteY17" fmla="*/ 111662 h 166450"/>
                    <a:gd name="connsiteX18" fmla="*/ 61803 w 257252"/>
                    <a:gd name="connsiteY18" fmla="*/ 114129 h 166450"/>
                    <a:gd name="connsiteX19" fmla="*/ 54400 w 257252"/>
                    <a:gd name="connsiteY19" fmla="*/ 99323 h 166450"/>
                    <a:gd name="connsiteX20" fmla="*/ 49465 w 257252"/>
                    <a:gd name="connsiteY20" fmla="*/ 100557 h 166450"/>
                    <a:gd name="connsiteX21" fmla="*/ 38360 w 257252"/>
                    <a:gd name="connsiteY21" fmla="*/ 143741 h 166450"/>
                    <a:gd name="connsiteX22" fmla="*/ 28489 w 257252"/>
                    <a:gd name="connsiteY22" fmla="*/ 143741 h 166450"/>
                    <a:gd name="connsiteX23" fmla="*/ 32191 w 257252"/>
                    <a:gd name="connsiteY23" fmla="*/ 124000 h 166450"/>
                    <a:gd name="connsiteX24" fmla="*/ 14917 w 257252"/>
                    <a:gd name="connsiteY24" fmla="*/ 126468 h 166450"/>
                    <a:gd name="connsiteX25" fmla="*/ 19852 w 257252"/>
                    <a:gd name="connsiteY25" fmla="*/ 144975 h 166450"/>
                    <a:gd name="connsiteX26" fmla="*/ 1345 w 257252"/>
                    <a:gd name="connsiteY26" fmla="*/ 159781 h 166450"/>
                    <a:gd name="connsiteX27" fmla="*/ 2579 w 257252"/>
                    <a:gd name="connsiteY27" fmla="*/ 165951 h 166450"/>
                    <a:gd name="connsiteX28" fmla="*/ 23554 w 257252"/>
                    <a:gd name="connsiteY28" fmla="*/ 148677 h 166450"/>
                    <a:gd name="connsiteX29" fmla="*/ 39594 w 257252"/>
                    <a:gd name="connsiteY29" fmla="*/ 151144 h 166450"/>
                    <a:gd name="connsiteX30" fmla="*/ 54400 w 257252"/>
                    <a:gd name="connsiteY30" fmla="*/ 114129 h 166450"/>
                    <a:gd name="connsiteX31" fmla="*/ 71674 w 257252"/>
                    <a:gd name="connsiteY31" fmla="*/ 122766 h 166450"/>
                    <a:gd name="connsiteX32" fmla="*/ 84012 w 257252"/>
                    <a:gd name="connsiteY32" fmla="*/ 91921 h 166450"/>
                    <a:gd name="connsiteX33" fmla="*/ 101285 w 257252"/>
                    <a:gd name="connsiteY33" fmla="*/ 103025 h 166450"/>
                    <a:gd name="connsiteX34" fmla="*/ 107455 w 257252"/>
                    <a:gd name="connsiteY34" fmla="*/ 89453 h 166450"/>
                    <a:gd name="connsiteX35" fmla="*/ 109922 w 257252"/>
                    <a:gd name="connsiteY35" fmla="*/ 78348 h 166450"/>
                    <a:gd name="connsiteX36" fmla="*/ 121027 w 257252"/>
                    <a:gd name="connsiteY36" fmla="*/ 86985 h 166450"/>
                    <a:gd name="connsiteX37" fmla="*/ 124728 w 257252"/>
                    <a:gd name="connsiteY37" fmla="*/ 86985 h 166450"/>
                    <a:gd name="connsiteX38" fmla="*/ 143236 w 257252"/>
                    <a:gd name="connsiteY38" fmla="*/ 79582 h 166450"/>
                    <a:gd name="connsiteX39" fmla="*/ 148171 w 257252"/>
                    <a:gd name="connsiteY39" fmla="*/ 78348 h 166450"/>
                    <a:gd name="connsiteX40" fmla="*/ 161743 w 257252"/>
                    <a:gd name="connsiteY40" fmla="*/ 69711 h 166450"/>
                    <a:gd name="connsiteX41" fmla="*/ 166679 w 257252"/>
                    <a:gd name="connsiteY41" fmla="*/ 68477 h 166450"/>
                    <a:gd name="connsiteX42" fmla="*/ 175315 w 257252"/>
                    <a:gd name="connsiteY42" fmla="*/ 59841 h 166450"/>
                    <a:gd name="connsiteX43" fmla="*/ 179017 w 257252"/>
                    <a:gd name="connsiteY43" fmla="*/ 61075 h 166450"/>
                    <a:gd name="connsiteX44" fmla="*/ 191355 w 257252"/>
                    <a:gd name="connsiteY44" fmla="*/ 26527 h 166450"/>
                    <a:gd name="connsiteX45" fmla="*/ 211096 w 257252"/>
                    <a:gd name="connsiteY45" fmla="*/ 41333 h 166450"/>
                    <a:gd name="connsiteX46" fmla="*/ 223435 w 257252"/>
                    <a:gd name="connsiteY46" fmla="*/ 11721 h 166450"/>
                    <a:gd name="connsiteX47" fmla="*/ 251813 w 257252"/>
                    <a:gd name="connsiteY47" fmla="*/ 69711 h 166450"/>
                    <a:gd name="connsiteX48" fmla="*/ 256748 w 257252"/>
                    <a:gd name="connsiteY48" fmla="*/ 69711 h 16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57252" h="166450">
                      <a:moveTo>
                        <a:pt x="256748" y="69711"/>
                      </a:moveTo>
                      <a:cubicBezTo>
                        <a:pt x="251813" y="45035"/>
                        <a:pt x="237007" y="20358"/>
                        <a:pt x="220967" y="1851"/>
                      </a:cubicBezTo>
                      <a:cubicBezTo>
                        <a:pt x="219733" y="-617"/>
                        <a:pt x="216032" y="-617"/>
                        <a:pt x="214798" y="1851"/>
                      </a:cubicBezTo>
                      <a:cubicBezTo>
                        <a:pt x="212330" y="10488"/>
                        <a:pt x="216032" y="31462"/>
                        <a:pt x="206161" y="33930"/>
                      </a:cubicBezTo>
                      <a:cubicBezTo>
                        <a:pt x="198758" y="36398"/>
                        <a:pt x="195057" y="22826"/>
                        <a:pt x="187654" y="19124"/>
                      </a:cubicBezTo>
                      <a:cubicBezTo>
                        <a:pt x="186420" y="17891"/>
                        <a:pt x="185186" y="19124"/>
                        <a:pt x="183952" y="20358"/>
                      </a:cubicBezTo>
                      <a:cubicBezTo>
                        <a:pt x="179017" y="30229"/>
                        <a:pt x="180251" y="45035"/>
                        <a:pt x="174081" y="53672"/>
                      </a:cubicBezTo>
                      <a:cubicBezTo>
                        <a:pt x="171614" y="49970"/>
                        <a:pt x="167912" y="46269"/>
                        <a:pt x="164211" y="48736"/>
                      </a:cubicBezTo>
                      <a:cubicBezTo>
                        <a:pt x="160510" y="51204"/>
                        <a:pt x="159276" y="57373"/>
                        <a:pt x="159276" y="62308"/>
                      </a:cubicBezTo>
                      <a:cubicBezTo>
                        <a:pt x="150639" y="56139"/>
                        <a:pt x="145703" y="63542"/>
                        <a:pt x="142002" y="72179"/>
                      </a:cubicBezTo>
                      <a:cubicBezTo>
                        <a:pt x="132131" y="63542"/>
                        <a:pt x="125962" y="69711"/>
                        <a:pt x="121027" y="80816"/>
                      </a:cubicBezTo>
                      <a:cubicBezTo>
                        <a:pt x="117325" y="77114"/>
                        <a:pt x="114858" y="72179"/>
                        <a:pt x="108688" y="72179"/>
                      </a:cubicBezTo>
                      <a:cubicBezTo>
                        <a:pt x="107455" y="72179"/>
                        <a:pt x="106221" y="72179"/>
                        <a:pt x="106221" y="73413"/>
                      </a:cubicBezTo>
                      <a:cubicBezTo>
                        <a:pt x="103753" y="78348"/>
                        <a:pt x="103753" y="84518"/>
                        <a:pt x="102519" y="89453"/>
                      </a:cubicBezTo>
                      <a:cubicBezTo>
                        <a:pt x="98818" y="104259"/>
                        <a:pt x="90181" y="89453"/>
                        <a:pt x="86480" y="83284"/>
                      </a:cubicBezTo>
                      <a:cubicBezTo>
                        <a:pt x="85246" y="82050"/>
                        <a:pt x="82778" y="80816"/>
                        <a:pt x="81544" y="83284"/>
                      </a:cubicBezTo>
                      <a:cubicBezTo>
                        <a:pt x="79077" y="90687"/>
                        <a:pt x="79077" y="96856"/>
                        <a:pt x="76609" y="104259"/>
                      </a:cubicBezTo>
                      <a:cubicBezTo>
                        <a:pt x="76609" y="106726"/>
                        <a:pt x="75375" y="109194"/>
                        <a:pt x="74141" y="111662"/>
                      </a:cubicBezTo>
                      <a:cubicBezTo>
                        <a:pt x="71674" y="115363"/>
                        <a:pt x="65504" y="116597"/>
                        <a:pt x="61803" y="114129"/>
                      </a:cubicBezTo>
                      <a:cubicBezTo>
                        <a:pt x="58101" y="111662"/>
                        <a:pt x="55634" y="104259"/>
                        <a:pt x="54400" y="99323"/>
                      </a:cubicBezTo>
                      <a:cubicBezTo>
                        <a:pt x="53166" y="95622"/>
                        <a:pt x="49465" y="95622"/>
                        <a:pt x="49465" y="100557"/>
                      </a:cubicBezTo>
                      <a:cubicBezTo>
                        <a:pt x="49465" y="112896"/>
                        <a:pt x="51932" y="137572"/>
                        <a:pt x="38360" y="143741"/>
                      </a:cubicBezTo>
                      <a:cubicBezTo>
                        <a:pt x="34659" y="144975"/>
                        <a:pt x="32191" y="144975"/>
                        <a:pt x="28489" y="143741"/>
                      </a:cubicBezTo>
                      <a:cubicBezTo>
                        <a:pt x="32191" y="137572"/>
                        <a:pt x="33425" y="130169"/>
                        <a:pt x="32191" y="124000"/>
                      </a:cubicBezTo>
                      <a:cubicBezTo>
                        <a:pt x="28489" y="111662"/>
                        <a:pt x="16151" y="114129"/>
                        <a:pt x="14917" y="126468"/>
                      </a:cubicBezTo>
                      <a:cubicBezTo>
                        <a:pt x="13683" y="132637"/>
                        <a:pt x="16151" y="140040"/>
                        <a:pt x="19852" y="144975"/>
                      </a:cubicBezTo>
                      <a:cubicBezTo>
                        <a:pt x="14917" y="151144"/>
                        <a:pt x="8748" y="156080"/>
                        <a:pt x="1345" y="159781"/>
                      </a:cubicBezTo>
                      <a:cubicBezTo>
                        <a:pt x="-1123" y="161015"/>
                        <a:pt x="111" y="168418"/>
                        <a:pt x="2579" y="165951"/>
                      </a:cubicBezTo>
                      <a:cubicBezTo>
                        <a:pt x="9982" y="162249"/>
                        <a:pt x="17385" y="156080"/>
                        <a:pt x="23554" y="148677"/>
                      </a:cubicBezTo>
                      <a:cubicBezTo>
                        <a:pt x="27255" y="152378"/>
                        <a:pt x="33425" y="153612"/>
                        <a:pt x="39594" y="151144"/>
                      </a:cubicBezTo>
                      <a:cubicBezTo>
                        <a:pt x="51932" y="144975"/>
                        <a:pt x="54400" y="128936"/>
                        <a:pt x="54400" y="114129"/>
                      </a:cubicBezTo>
                      <a:cubicBezTo>
                        <a:pt x="58101" y="120299"/>
                        <a:pt x="64270" y="126468"/>
                        <a:pt x="71674" y="122766"/>
                      </a:cubicBezTo>
                      <a:cubicBezTo>
                        <a:pt x="82778" y="119065"/>
                        <a:pt x="81544" y="103025"/>
                        <a:pt x="84012" y="91921"/>
                      </a:cubicBezTo>
                      <a:cubicBezTo>
                        <a:pt x="87713" y="99323"/>
                        <a:pt x="93882" y="107960"/>
                        <a:pt x="101285" y="103025"/>
                      </a:cubicBezTo>
                      <a:cubicBezTo>
                        <a:pt x="104987" y="100557"/>
                        <a:pt x="106221" y="94388"/>
                        <a:pt x="107455" y="89453"/>
                      </a:cubicBezTo>
                      <a:cubicBezTo>
                        <a:pt x="107455" y="88219"/>
                        <a:pt x="108688" y="79582"/>
                        <a:pt x="109922" y="78348"/>
                      </a:cubicBezTo>
                      <a:cubicBezTo>
                        <a:pt x="112390" y="75881"/>
                        <a:pt x="118559" y="85751"/>
                        <a:pt x="121027" y="86985"/>
                      </a:cubicBezTo>
                      <a:cubicBezTo>
                        <a:pt x="122261" y="88219"/>
                        <a:pt x="124728" y="88219"/>
                        <a:pt x="124728" y="86985"/>
                      </a:cubicBezTo>
                      <a:cubicBezTo>
                        <a:pt x="128430" y="78348"/>
                        <a:pt x="133365" y="67244"/>
                        <a:pt x="143236" y="79582"/>
                      </a:cubicBezTo>
                      <a:cubicBezTo>
                        <a:pt x="144470" y="82050"/>
                        <a:pt x="146937" y="79582"/>
                        <a:pt x="148171" y="78348"/>
                      </a:cubicBezTo>
                      <a:cubicBezTo>
                        <a:pt x="149405" y="73413"/>
                        <a:pt x="151873" y="58607"/>
                        <a:pt x="161743" y="69711"/>
                      </a:cubicBezTo>
                      <a:cubicBezTo>
                        <a:pt x="162977" y="70945"/>
                        <a:pt x="165445" y="70945"/>
                        <a:pt x="166679" y="68477"/>
                      </a:cubicBezTo>
                      <a:cubicBezTo>
                        <a:pt x="166679" y="66010"/>
                        <a:pt x="169146" y="49970"/>
                        <a:pt x="175315" y="59841"/>
                      </a:cubicBezTo>
                      <a:cubicBezTo>
                        <a:pt x="176549" y="61075"/>
                        <a:pt x="177783" y="62308"/>
                        <a:pt x="179017" y="61075"/>
                      </a:cubicBezTo>
                      <a:cubicBezTo>
                        <a:pt x="187654" y="52438"/>
                        <a:pt x="186420" y="37632"/>
                        <a:pt x="191355" y="26527"/>
                      </a:cubicBezTo>
                      <a:cubicBezTo>
                        <a:pt x="197525" y="32696"/>
                        <a:pt x="199992" y="45035"/>
                        <a:pt x="211096" y="41333"/>
                      </a:cubicBezTo>
                      <a:cubicBezTo>
                        <a:pt x="223435" y="36398"/>
                        <a:pt x="222201" y="22826"/>
                        <a:pt x="223435" y="11721"/>
                      </a:cubicBezTo>
                      <a:cubicBezTo>
                        <a:pt x="237007" y="28995"/>
                        <a:pt x="245644" y="48736"/>
                        <a:pt x="251813" y="69711"/>
                      </a:cubicBezTo>
                      <a:cubicBezTo>
                        <a:pt x="251813" y="78348"/>
                        <a:pt x="259216" y="75881"/>
                        <a:pt x="256748" y="69711"/>
                      </a:cubicBezTo>
                      <a:close/>
                    </a:path>
                  </a:pathLst>
                </a:custGeom>
                <a:solidFill>
                  <a:srgbClr val="000000"/>
                </a:solidFill>
                <a:ln w="12320"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F55A26F0-1DA1-4F10-A477-C4931A8753FD}"/>
                    </a:ext>
                  </a:extLst>
                </p:cNvPr>
                <p:cNvSpPr/>
                <p:nvPr/>
              </p:nvSpPr>
              <p:spPr>
                <a:xfrm>
                  <a:off x="9161585" y="4232514"/>
                  <a:ext cx="97164" cy="56332"/>
                </a:xfrm>
                <a:custGeom>
                  <a:avLst/>
                  <a:gdLst>
                    <a:gd name="connsiteX0" fmla="*/ 96239 w 97164"/>
                    <a:gd name="connsiteY0" fmla="*/ 0 h 56332"/>
                    <a:gd name="connsiteX1" fmla="*/ 90070 w 97164"/>
                    <a:gd name="connsiteY1" fmla="*/ 11104 h 56332"/>
                    <a:gd name="connsiteX2" fmla="*/ 76498 w 97164"/>
                    <a:gd name="connsiteY2" fmla="*/ 4935 h 56332"/>
                    <a:gd name="connsiteX3" fmla="*/ 71562 w 97164"/>
                    <a:gd name="connsiteY3" fmla="*/ 14806 h 56332"/>
                    <a:gd name="connsiteX4" fmla="*/ 55522 w 97164"/>
                    <a:gd name="connsiteY4" fmla="*/ 12338 h 56332"/>
                    <a:gd name="connsiteX5" fmla="*/ 50587 w 97164"/>
                    <a:gd name="connsiteY5" fmla="*/ 27144 h 56332"/>
                    <a:gd name="connsiteX6" fmla="*/ 45652 w 97164"/>
                    <a:gd name="connsiteY6" fmla="*/ 23443 h 56332"/>
                    <a:gd name="connsiteX7" fmla="*/ 38249 w 97164"/>
                    <a:gd name="connsiteY7" fmla="*/ 28378 h 56332"/>
                    <a:gd name="connsiteX8" fmla="*/ 33314 w 97164"/>
                    <a:gd name="connsiteY8" fmla="*/ 46886 h 56332"/>
                    <a:gd name="connsiteX9" fmla="*/ 14806 w 97164"/>
                    <a:gd name="connsiteY9" fmla="*/ 32080 h 56332"/>
                    <a:gd name="connsiteX10" fmla="*/ 0 w 97164"/>
                    <a:gd name="connsiteY10" fmla="*/ 50587 h 56332"/>
                    <a:gd name="connsiteX11" fmla="*/ 4935 w 97164"/>
                    <a:gd name="connsiteY11" fmla="*/ 51821 h 56332"/>
                    <a:gd name="connsiteX12" fmla="*/ 16040 w 97164"/>
                    <a:gd name="connsiteY12" fmla="*/ 40717 h 56332"/>
                    <a:gd name="connsiteX13" fmla="*/ 32080 w 97164"/>
                    <a:gd name="connsiteY13" fmla="*/ 55522 h 56332"/>
                    <a:gd name="connsiteX14" fmla="*/ 35781 w 97164"/>
                    <a:gd name="connsiteY14" fmla="*/ 54289 h 56332"/>
                    <a:gd name="connsiteX15" fmla="*/ 39483 w 97164"/>
                    <a:gd name="connsiteY15" fmla="*/ 38249 h 56332"/>
                    <a:gd name="connsiteX16" fmla="*/ 43184 w 97164"/>
                    <a:gd name="connsiteY16" fmla="*/ 30846 h 56332"/>
                    <a:gd name="connsiteX17" fmla="*/ 48119 w 97164"/>
                    <a:gd name="connsiteY17" fmla="*/ 35781 h 56332"/>
                    <a:gd name="connsiteX18" fmla="*/ 51821 w 97164"/>
                    <a:gd name="connsiteY18" fmla="*/ 34548 h 56332"/>
                    <a:gd name="connsiteX19" fmla="*/ 54289 w 97164"/>
                    <a:gd name="connsiteY19" fmla="*/ 19741 h 56332"/>
                    <a:gd name="connsiteX20" fmla="*/ 64159 w 97164"/>
                    <a:gd name="connsiteY20" fmla="*/ 16040 h 56332"/>
                    <a:gd name="connsiteX21" fmla="*/ 71562 w 97164"/>
                    <a:gd name="connsiteY21" fmla="*/ 23443 h 56332"/>
                    <a:gd name="connsiteX22" fmla="*/ 75264 w 97164"/>
                    <a:gd name="connsiteY22" fmla="*/ 19741 h 56332"/>
                    <a:gd name="connsiteX23" fmla="*/ 80199 w 97164"/>
                    <a:gd name="connsiteY23" fmla="*/ 8637 h 56332"/>
                    <a:gd name="connsiteX24" fmla="*/ 90070 w 97164"/>
                    <a:gd name="connsiteY24" fmla="*/ 18507 h 56332"/>
                    <a:gd name="connsiteX25" fmla="*/ 92537 w 97164"/>
                    <a:gd name="connsiteY25" fmla="*/ 14806 h 56332"/>
                    <a:gd name="connsiteX26" fmla="*/ 96239 w 97164"/>
                    <a:gd name="connsiteY26" fmla="*/ 1234 h 56332"/>
                    <a:gd name="connsiteX27" fmla="*/ 96239 w 97164"/>
                    <a:gd name="connsiteY27" fmla="*/ 0 h 56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7164" h="56332">
                      <a:moveTo>
                        <a:pt x="96239" y="0"/>
                      </a:moveTo>
                      <a:cubicBezTo>
                        <a:pt x="91304" y="2468"/>
                        <a:pt x="90070" y="6169"/>
                        <a:pt x="90070" y="11104"/>
                      </a:cubicBezTo>
                      <a:cubicBezTo>
                        <a:pt x="86368" y="7403"/>
                        <a:pt x="81433" y="1234"/>
                        <a:pt x="76498" y="4935"/>
                      </a:cubicBezTo>
                      <a:cubicBezTo>
                        <a:pt x="72796" y="7403"/>
                        <a:pt x="71562" y="11104"/>
                        <a:pt x="71562" y="14806"/>
                      </a:cubicBezTo>
                      <a:cubicBezTo>
                        <a:pt x="67861" y="9871"/>
                        <a:pt x="61692" y="7403"/>
                        <a:pt x="55522" y="12338"/>
                      </a:cubicBezTo>
                      <a:cubicBezTo>
                        <a:pt x="50587" y="16040"/>
                        <a:pt x="50587" y="22209"/>
                        <a:pt x="50587" y="27144"/>
                      </a:cubicBezTo>
                      <a:cubicBezTo>
                        <a:pt x="49353" y="24677"/>
                        <a:pt x="48119" y="23443"/>
                        <a:pt x="45652" y="23443"/>
                      </a:cubicBezTo>
                      <a:cubicBezTo>
                        <a:pt x="41950" y="22209"/>
                        <a:pt x="39483" y="25911"/>
                        <a:pt x="38249" y="28378"/>
                      </a:cubicBezTo>
                      <a:cubicBezTo>
                        <a:pt x="35781" y="34548"/>
                        <a:pt x="34547" y="40717"/>
                        <a:pt x="33314" y="46886"/>
                      </a:cubicBezTo>
                      <a:cubicBezTo>
                        <a:pt x="28378" y="40717"/>
                        <a:pt x="22209" y="34548"/>
                        <a:pt x="14806" y="32080"/>
                      </a:cubicBezTo>
                      <a:cubicBezTo>
                        <a:pt x="3701" y="28378"/>
                        <a:pt x="1234" y="43184"/>
                        <a:pt x="0" y="50587"/>
                      </a:cubicBezTo>
                      <a:cubicBezTo>
                        <a:pt x="0" y="55522"/>
                        <a:pt x="4935" y="57990"/>
                        <a:pt x="4935" y="51821"/>
                      </a:cubicBezTo>
                      <a:cubicBezTo>
                        <a:pt x="6169" y="45652"/>
                        <a:pt x="7403" y="35781"/>
                        <a:pt x="16040" y="40717"/>
                      </a:cubicBezTo>
                      <a:cubicBezTo>
                        <a:pt x="22209" y="44418"/>
                        <a:pt x="27144" y="50587"/>
                        <a:pt x="32080" y="55522"/>
                      </a:cubicBezTo>
                      <a:cubicBezTo>
                        <a:pt x="33314" y="56756"/>
                        <a:pt x="35781" y="56756"/>
                        <a:pt x="35781" y="54289"/>
                      </a:cubicBezTo>
                      <a:cubicBezTo>
                        <a:pt x="37015" y="49353"/>
                        <a:pt x="38249" y="43184"/>
                        <a:pt x="39483" y="38249"/>
                      </a:cubicBezTo>
                      <a:cubicBezTo>
                        <a:pt x="39483" y="35781"/>
                        <a:pt x="40716" y="32080"/>
                        <a:pt x="43184" y="30846"/>
                      </a:cubicBezTo>
                      <a:cubicBezTo>
                        <a:pt x="45652" y="29612"/>
                        <a:pt x="48119" y="34548"/>
                        <a:pt x="48119" y="35781"/>
                      </a:cubicBezTo>
                      <a:cubicBezTo>
                        <a:pt x="49353" y="38249"/>
                        <a:pt x="51821" y="37015"/>
                        <a:pt x="51821" y="34548"/>
                      </a:cubicBezTo>
                      <a:cubicBezTo>
                        <a:pt x="53055" y="29612"/>
                        <a:pt x="51821" y="23443"/>
                        <a:pt x="54289" y="19741"/>
                      </a:cubicBezTo>
                      <a:cubicBezTo>
                        <a:pt x="55522" y="16040"/>
                        <a:pt x="60458" y="14806"/>
                        <a:pt x="64159" y="16040"/>
                      </a:cubicBezTo>
                      <a:cubicBezTo>
                        <a:pt x="67861" y="17274"/>
                        <a:pt x="69095" y="20975"/>
                        <a:pt x="71562" y="23443"/>
                      </a:cubicBezTo>
                      <a:cubicBezTo>
                        <a:pt x="74030" y="25911"/>
                        <a:pt x="75264" y="22209"/>
                        <a:pt x="75264" y="19741"/>
                      </a:cubicBezTo>
                      <a:cubicBezTo>
                        <a:pt x="75264" y="16040"/>
                        <a:pt x="74030" y="6169"/>
                        <a:pt x="80199" y="8637"/>
                      </a:cubicBezTo>
                      <a:cubicBezTo>
                        <a:pt x="83900" y="9871"/>
                        <a:pt x="86368" y="16040"/>
                        <a:pt x="90070" y="18507"/>
                      </a:cubicBezTo>
                      <a:cubicBezTo>
                        <a:pt x="92537" y="19741"/>
                        <a:pt x="92537" y="16040"/>
                        <a:pt x="92537" y="14806"/>
                      </a:cubicBezTo>
                      <a:cubicBezTo>
                        <a:pt x="92537" y="9871"/>
                        <a:pt x="93771" y="6169"/>
                        <a:pt x="96239" y="1234"/>
                      </a:cubicBezTo>
                      <a:cubicBezTo>
                        <a:pt x="97473" y="2468"/>
                        <a:pt x="97473" y="0"/>
                        <a:pt x="96239" y="0"/>
                      </a:cubicBezTo>
                      <a:close/>
                    </a:path>
                  </a:pathLst>
                </a:custGeom>
                <a:solidFill>
                  <a:srgbClr val="000000"/>
                </a:solidFill>
                <a:ln w="12320"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8C0BD266-0538-4FBF-8467-4405D5CB272C}"/>
                    </a:ext>
                  </a:extLst>
                </p:cNvPr>
                <p:cNvSpPr/>
                <p:nvPr/>
              </p:nvSpPr>
              <p:spPr>
                <a:xfrm>
                  <a:off x="9291885" y="4050085"/>
                  <a:ext cx="268619" cy="179961"/>
                </a:xfrm>
                <a:custGeom>
                  <a:avLst/>
                  <a:gdLst>
                    <a:gd name="connsiteX0" fmla="*/ 237382 w 268619"/>
                    <a:gd name="connsiteY0" fmla="*/ 1056 h 179961"/>
                    <a:gd name="connsiteX1" fmla="*/ 233680 w 268619"/>
                    <a:gd name="connsiteY1" fmla="*/ 2290 h 179961"/>
                    <a:gd name="connsiteX2" fmla="*/ 231213 w 268619"/>
                    <a:gd name="connsiteY2" fmla="*/ 31902 h 179961"/>
                    <a:gd name="connsiteX3" fmla="*/ 220108 w 268619"/>
                    <a:gd name="connsiteY3" fmla="*/ 43006 h 179961"/>
                    <a:gd name="connsiteX4" fmla="*/ 205302 w 268619"/>
                    <a:gd name="connsiteY4" fmla="*/ 36837 h 179961"/>
                    <a:gd name="connsiteX5" fmla="*/ 185561 w 268619"/>
                    <a:gd name="connsiteY5" fmla="*/ 60280 h 179961"/>
                    <a:gd name="connsiteX6" fmla="*/ 173223 w 268619"/>
                    <a:gd name="connsiteY6" fmla="*/ 63981 h 179961"/>
                    <a:gd name="connsiteX7" fmla="*/ 155949 w 268619"/>
                    <a:gd name="connsiteY7" fmla="*/ 75086 h 179961"/>
                    <a:gd name="connsiteX8" fmla="*/ 141143 w 268619"/>
                    <a:gd name="connsiteY8" fmla="*/ 72618 h 179961"/>
                    <a:gd name="connsiteX9" fmla="*/ 136208 w 268619"/>
                    <a:gd name="connsiteY9" fmla="*/ 93593 h 179961"/>
                    <a:gd name="connsiteX10" fmla="*/ 115232 w 268619"/>
                    <a:gd name="connsiteY10" fmla="*/ 86190 h 179961"/>
                    <a:gd name="connsiteX11" fmla="*/ 106596 w 268619"/>
                    <a:gd name="connsiteY11" fmla="*/ 112101 h 179961"/>
                    <a:gd name="connsiteX12" fmla="*/ 93023 w 268619"/>
                    <a:gd name="connsiteY12" fmla="*/ 103464 h 179961"/>
                    <a:gd name="connsiteX13" fmla="*/ 90556 w 268619"/>
                    <a:gd name="connsiteY13" fmla="*/ 104698 h 179961"/>
                    <a:gd name="connsiteX14" fmla="*/ 86854 w 268619"/>
                    <a:gd name="connsiteY14" fmla="*/ 112101 h 179961"/>
                    <a:gd name="connsiteX15" fmla="*/ 80685 w 268619"/>
                    <a:gd name="connsiteY15" fmla="*/ 120738 h 179961"/>
                    <a:gd name="connsiteX16" fmla="*/ 68347 w 268619"/>
                    <a:gd name="connsiteY16" fmla="*/ 112101 h 179961"/>
                    <a:gd name="connsiteX17" fmla="*/ 64645 w 268619"/>
                    <a:gd name="connsiteY17" fmla="*/ 112101 h 179961"/>
                    <a:gd name="connsiteX18" fmla="*/ 59710 w 268619"/>
                    <a:gd name="connsiteY18" fmla="*/ 125673 h 179961"/>
                    <a:gd name="connsiteX19" fmla="*/ 43670 w 268619"/>
                    <a:gd name="connsiteY19" fmla="*/ 125673 h 179961"/>
                    <a:gd name="connsiteX20" fmla="*/ 38735 w 268619"/>
                    <a:gd name="connsiteY20" fmla="*/ 128141 h 179961"/>
                    <a:gd name="connsiteX21" fmla="*/ 36267 w 268619"/>
                    <a:gd name="connsiteY21" fmla="*/ 145414 h 179961"/>
                    <a:gd name="connsiteX22" fmla="*/ 11590 w 268619"/>
                    <a:gd name="connsiteY22" fmla="*/ 136778 h 179961"/>
                    <a:gd name="connsiteX23" fmla="*/ 6655 w 268619"/>
                    <a:gd name="connsiteY23" fmla="*/ 138011 h 179961"/>
                    <a:gd name="connsiteX24" fmla="*/ 1720 w 268619"/>
                    <a:gd name="connsiteY24" fmla="*/ 173793 h 179961"/>
                    <a:gd name="connsiteX25" fmla="*/ 2953 w 268619"/>
                    <a:gd name="connsiteY25" fmla="*/ 179962 h 179961"/>
                    <a:gd name="connsiteX26" fmla="*/ 12824 w 268619"/>
                    <a:gd name="connsiteY26" fmla="*/ 150349 h 179961"/>
                    <a:gd name="connsiteX27" fmla="*/ 35033 w 268619"/>
                    <a:gd name="connsiteY27" fmla="*/ 161454 h 179961"/>
                    <a:gd name="connsiteX28" fmla="*/ 44904 w 268619"/>
                    <a:gd name="connsiteY28" fmla="*/ 139245 h 179961"/>
                    <a:gd name="connsiteX29" fmla="*/ 60944 w 268619"/>
                    <a:gd name="connsiteY29" fmla="*/ 141713 h 179961"/>
                    <a:gd name="connsiteX30" fmla="*/ 69581 w 268619"/>
                    <a:gd name="connsiteY30" fmla="*/ 121971 h 179961"/>
                    <a:gd name="connsiteX31" fmla="*/ 83153 w 268619"/>
                    <a:gd name="connsiteY31" fmla="*/ 130608 h 179961"/>
                    <a:gd name="connsiteX32" fmla="*/ 85620 w 268619"/>
                    <a:gd name="connsiteY32" fmla="*/ 129375 h 179961"/>
                    <a:gd name="connsiteX33" fmla="*/ 90556 w 268619"/>
                    <a:gd name="connsiteY33" fmla="*/ 118270 h 179961"/>
                    <a:gd name="connsiteX34" fmla="*/ 106596 w 268619"/>
                    <a:gd name="connsiteY34" fmla="*/ 119504 h 179961"/>
                    <a:gd name="connsiteX35" fmla="*/ 109063 w 268619"/>
                    <a:gd name="connsiteY35" fmla="*/ 118270 h 179961"/>
                    <a:gd name="connsiteX36" fmla="*/ 117700 w 268619"/>
                    <a:gd name="connsiteY36" fmla="*/ 93593 h 179961"/>
                    <a:gd name="connsiteX37" fmla="*/ 136208 w 268619"/>
                    <a:gd name="connsiteY37" fmla="*/ 104698 h 179961"/>
                    <a:gd name="connsiteX38" fmla="*/ 139909 w 268619"/>
                    <a:gd name="connsiteY38" fmla="*/ 103464 h 179961"/>
                    <a:gd name="connsiteX39" fmla="*/ 141143 w 268619"/>
                    <a:gd name="connsiteY39" fmla="*/ 92360 h 179961"/>
                    <a:gd name="connsiteX40" fmla="*/ 152247 w 268619"/>
                    <a:gd name="connsiteY40" fmla="*/ 83723 h 179961"/>
                    <a:gd name="connsiteX41" fmla="*/ 155949 w 268619"/>
                    <a:gd name="connsiteY41" fmla="*/ 87424 h 179961"/>
                    <a:gd name="connsiteX42" fmla="*/ 159650 w 268619"/>
                    <a:gd name="connsiteY42" fmla="*/ 83723 h 179961"/>
                    <a:gd name="connsiteX43" fmla="*/ 171989 w 268619"/>
                    <a:gd name="connsiteY43" fmla="*/ 73852 h 179961"/>
                    <a:gd name="connsiteX44" fmla="*/ 175690 w 268619"/>
                    <a:gd name="connsiteY44" fmla="*/ 71384 h 179961"/>
                    <a:gd name="connsiteX45" fmla="*/ 185561 w 268619"/>
                    <a:gd name="connsiteY45" fmla="*/ 68917 h 179961"/>
                    <a:gd name="connsiteX46" fmla="*/ 188028 w 268619"/>
                    <a:gd name="connsiteY46" fmla="*/ 67683 h 179961"/>
                    <a:gd name="connsiteX47" fmla="*/ 191730 w 268619"/>
                    <a:gd name="connsiteY47" fmla="*/ 51643 h 179961"/>
                    <a:gd name="connsiteX48" fmla="*/ 202835 w 268619"/>
                    <a:gd name="connsiteY48" fmla="*/ 44240 h 179961"/>
                    <a:gd name="connsiteX49" fmla="*/ 209004 w 268619"/>
                    <a:gd name="connsiteY49" fmla="*/ 49175 h 179961"/>
                    <a:gd name="connsiteX50" fmla="*/ 227511 w 268619"/>
                    <a:gd name="connsiteY50" fmla="*/ 49175 h 179961"/>
                    <a:gd name="connsiteX51" fmla="*/ 236148 w 268619"/>
                    <a:gd name="connsiteY51" fmla="*/ 10927 h 179961"/>
                    <a:gd name="connsiteX52" fmla="*/ 264526 w 268619"/>
                    <a:gd name="connsiteY52" fmla="*/ 59046 h 179961"/>
                    <a:gd name="connsiteX53" fmla="*/ 268228 w 268619"/>
                    <a:gd name="connsiteY53" fmla="*/ 57812 h 179961"/>
                    <a:gd name="connsiteX54" fmla="*/ 237382 w 268619"/>
                    <a:gd name="connsiteY54" fmla="*/ 1056 h 179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68619" h="179961">
                      <a:moveTo>
                        <a:pt x="237382" y="1056"/>
                      </a:moveTo>
                      <a:cubicBezTo>
                        <a:pt x="236148" y="-1412"/>
                        <a:pt x="233680" y="1056"/>
                        <a:pt x="233680" y="2290"/>
                      </a:cubicBezTo>
                      <a:cubicBezTo>
                        <a:pt x="233680" y="12160"/>
                        <a:pt x="233680" y="22031"/>
                        <a:pt x="231213" y="31902"/>
                      </a:cubicBezTo>
                      <a:cubicBezTo>
                        <a:pt x="229979" y="36837"/>
                        <a:pt x="226277" y="43006"/>
                        <a:pt x="220108" y="43006"/>
                      </a:cubicBezTo>
                      <a:cubicBezTo>
                        <a:pt x="213939" y="43006"/>
                        <a:pt x="210238" y="38071"/>
                        <a:pt x="205302" y="36837"/>
                      </a:cubicBezTo>
                      <a:cubicBezTo>
                        <a:pt x="190496" y="30668"/>
                        <a:pt x="185561" y="49175"/>
                        <a:pt x="185561" y="60280"/>
                      </a:cubicBezTo>
                      <a:cubicBezTo>
                        <a:pt x="180626" y="57812"/>
                        <a:pt x="175690" y="59046"/>
                        <a:pt x="173223" y="63981"/>
                      </a:cubicBezTo>
                      <a:cubicBezTo>
                        <a:pt x="164586" y="56578"/>
                        <a:pt x="158416" y="65215"/>
                        <a:pt x="155949" y="75086"/>
                      </a:cubicBezTo>
                      <a:cubicBezTo>
                        <a:pt x="151013" y="70151"/>
                        <a:pt x="147312" y="66449"/>
                        <a:pt x="141143" y="72618"/>
                      </a:cubicBezTo>
                      <a:cubicBezTo>
                        <a:pt x="134974" y="77553"/>
                        <a:pt x="136208" y="86190"/>
                        <a:pt x="136208" y="93593"/>
                      </a:cubicBezTo>
                      <a:cubicBezTo>
                        <a:pt x="130038" y="87424"/>
                        <a:pt x="123869" y="80021"/>
                        <a:pt x="115232" y="86190"/>
                      </a:cubicBezTo>
                      <a:cubicBezTo>
                        <a:pt x="106596" y="92360"/>
                        <a:pt x="107829" y="103464"/>
                        <a:pt x="106596" y="112101"/>
                      </a:cubicBezTo>
                      <a:cubicBezTo>
                        <a:pt x="101660" y="109633"/>
                        <a:pt x="97959" y="107166"/>
                        <a:pt x="93023" y="103464"/>
                      </a:cubicBezTo>
                      <a:cubicBezTo>
                        <a:pt x="91790" y="103464"/>
                        <a:pt x="91790" y="103464"/>
                        <a:pt x="90556" y="104698"/>
                      </a:cubicBezTo>
                      <a:cubicBezTo>
                        <a:pt x="89322" y="107166"/>
                        <a:pt x="88088" y="109633"/>
                        <a:pt x="86854" y="112101"/>
                      </a:cubicBezTo>
                      <a:cubicBezTo>
                        <a:pt x="86854" y="115802"/>
                        <a:pt x="84387" y="118270"/>
                        <a:pt x="80685" y="120738"/>
                      </a:cubicBezTo>
                      <a:cubicBezTo>
                        <a:pt x="75750" y="118270"/>
                        <a:pt x="72048" y="115802"/>
                        <a:pt x="68347" y="112101"/>
                      </a:cubicBezTo>
                      <a:cubicBezTo>
                        <a:pt x="67113" y="110867"/>
                        <a:pt x="65879" y="110867"/>
                        <a:pt x="64645" y="112101"/>
                      </a:cubicBezTo>
                      <a:cubicBezTo>
                        <a:pt x="62178" y="115802"/>
                        <a:pt x="62178" y="120738"/>
                        <a:pt x="59710" y="125673"/>
                      </a:cubicBezTo>
                      <a:cubicBezTo>
                        <a:pt x="56009" y="134310"/>
                        <a:pt x="51073" y="131842"/>
                        <a:pt x="43670" y="125673"/>
                      </a:cubicBezTo>
                      <a:cubicBezTo>
                        <a:pt x="41202" y="123205"/>
                        <a:pt x="38735" y="125673"/>
                        <a:pt x="38735" y="128141"/>
                      </a:cubicBezTo>
                      <a:cubicBezTo>
                        <a:pt x="37501" y="133076"/>
                        <a:pt x="38735" y="139245"/>
                        <a:pt x="36267" y="145414"/>
                      </a:cubicBezTo>
                      <a:cubicBezTo>
                        <a:pt x="30098" y="161454"/>
                        <a:pt x="15292" y="144180"/>
                        <a:pt x="11590" y="136778"/>
                      </a:cubicBezTo>
                      <a:cubicBezTo>
                        <a:pt x="10357" y="134310"/>
                        <a:pt x="6655" y="135544"/>
                        <a:pt x="6655" y="138011"/>
                      </a:cubicBezTo>
                      <a:cubicBezTo>
                        <a:pt x="6655" y="146648"/>
                        <a:pt x="12824" y="170091"/>
                        <a:pt x="1720" y="173793"/>
                      </a:cubicBezTo>
                      <a:cubicBezTo>
                        <a:pt x="-748" y="175026"/>
                        <a:pt x="-748" y="179962"/>
                        <a:pt x="2953" y="179962"/>
                      </a:cubicBezTo>
                      <a:cubicBezTo>
                        <a:pt x="14058" y="176260"/>
                        <a:pt x="14058" y="162688"/>
                        <a:pt x="12824" y="150349"/>
                      </a:cubicBezTo>
                      <a:cubicBezTo>
                        <a:pt x="17760" y="157753"/>
                        <a:pt x="26397" y="165156"/>
                        <a:pt x="35033" y="161454"/>
                      </a:cubicBezTo>
                      <a:cubicBezTo>
                        <a:pt x="43670" y="157753"/>
                        <a:pt x="43670" y="147882"/>
                        <a:pt x="44904" y="139245"/>
                      </a:cubicBezTo>
                      <a:cubicBezTo>
                        <a:pt x="49839" y="142947"/>
                        <a:pt x="54775" y="145414"/>
                        <a:pt x="60944" y="141713"/>
                      </a:cubicBezTo>
                      <a:cubicBezTo>
                        <a:pt x="65879" y="138011"/>
                        <a:pt x="68347" y="129375"/>
                        <a:pt x="69581" y="121971"/>
                      </a:cubicBezTo>
                      <a:cubicBezTo>
                        <a:pt x="74516" y="125673"/>
                        <a:pt x="78217" y="128141"/>
                        <a:pt x="83153" y="130608"/>
                      </a:cubicBezTo>
                      <a:cubicBezTo>
                        <a:pt x="84387" y="130608"/>
                        <a:pt x="84387" y="130608"/>
                        <a:pt x="85620" y="129375"/>
                      </a:cubicBezTo>
                      <a:cubicBezTo>
                        <a:pt x="88088" y="125673"/>
                        <a:pt x="88088" y="121971"/>
                        <a:pt x="90556" y="118270"/>
                      </a:cubicBezTo>
                      <a:cubicBezTo>
                        <a:pt x="95491" y="109633"/>
                        <a:pt x="100427" y="117036"/>
                        <a:pt x="106596" y="119504"/>
                      </a:cubicBezTo>
                      <a:cubicBezTo>
                        <a:pt x="107829" y="119504"/>
                        <a:pt x="109063" y="118270"/>
                        <a:pt x="109063" y="118270"/>
                      </a:cubicBezTo>
                      <a:cubicBezTo>
                        <a:pt x="110297" y="110867"/>
                        <a:pt x="110297" y="96061"/>
                        <a:pt x="117700" y="93593"/>
                      </a:cubicBezTo>
                      <a:cubicBezTo>
                        <a:pt x="125103" y="91126"/>
                        <a:pt x="131272" y="99762"/>
                        <a:pt x="136208" y="104698"/>
                      </a:cubicBezTo>
                      <a:cubicBezTo>
                        <a:pt x="137442" y="105932"/>
                        <a:pt x="139909" y="105932"/>
                        <a:pt x="139909" y="103464"/>
                      </a:cubicBezTo>
                      <a:cubicBezTo>
                        <a:pt x="141143" y="99762"/>
                        <a:pt x="139909" y="94827"/>
                        <a:pt x="141143" y="92360"/>
                      </a:cubicBezTo>
                      <a:cubicBezTo>
                        <a:pt x="142377" y="88658"/>
                        <a:pt x="149780" y="82489"/>
                        <a:pt x="152247" y="83723"/>
                      </a:cubicBezTo>
                      <a:cubicBezTo>
                        <a:pt x="152247" y="83723"/>
                        <a:pt x="157183" y="88658"/>
                        <a:pt x="155949" y="87424"/>
                      </a:cubicBezTo>
                      <a:cubicBezTo>
                        <a:pt x="158416" y="89892"/>
                        <a:pt x="159650" y="84957"/>
                        <a:pt x="159650" y="83723"/>
                      </a:cubicBezTo>
                      <a:cubicBezTo>
                        <a:pt x="158416" y="76320"/>
                        <a:pt x="162118" y="72618"/>
                        <a:pt x="171989" y="73852"/>
                      </a:cubicBezTo>
                      <a:cubicBezTo>
                        <a:pt x="174457" y="76320"/>
                        <a:pt x="175690" y="73852"/>
                        <a:pt x="175690" y="71384"/>
                      </a:cubicBezTo>
                      <a:cubicBezTo>
                        <a:pt x="178158" y="65215"/>
                        <a:pt x="180626" y="65215"/>
                        <a:pt x="185561" y="68917"/>
                      </a:cubicBezTo>
                      <a:cubicBezTo>
                        <a:pt x="186795" y="70151"/>
                        <a:pt x="188028" y="68917"/>
                        <a:pt x="188028" y="67683"/>
                      </a:cubicBezTo>
                      <a:cubicBezTo>
                        <a:pt x="189262" y="62747"/>
                        <a:pt x="189262" y="56578"/>
                        <a:pt x="191730" y="51643"/>
                      </a:cubicBezTo>
                      <a:cubicBezTo>
                        <a:pt x="192964" y="46708"/>
                        <a:pt x="197899" y="41772"/>
                        <a:pt x="202835" y="44240"/>
                      </a:cubicBezTo>
                      <a:cubicBezTo>
                        <a:pt x="205302" y="44240"/>
                        <a:pt x="207770" y="47942"/>
                        <a:pt x="209004" y="49175"/>
                      </a:cubicBezTo>
                      <a:cubicBezTo>
                        <a:pt x="215173" y="52877"/>
                        <a:pt x="221342" y="54111"/>
                        <a:pt x="227511" y="49175"/>
                      </a:cubicBezTo>
                      <a:cubicBezTo>
                        <a:pt x="237382" y="41772"/>
                        <a:pt x="236148" y="24499"/>
                        <a:pt x="236148" y="10927"/>
                      </a:cubicBezTo>
                      <a:cubicBezTo>
                        <a:pt x="247253" y="25732"/>
                        <a:pt x="262058" y="40538"/>
                        <a:pt x="264526" y="59046"/>
                      </a:cubicBezTo>
                      <a:cubicBezTo>
                        <a:pt x="264526" y="62747"/>
                        <a:pt x="268228" y="61514"/>
                        <a:pt x="268228" y="57812"/>
                      </a:cubicBezTo>
                      <a:cubicBezTo>
                        <a:pt x="271929" y="34369"/>
                        <a:pt x="248486" y="17096"/>
                        <a:pt x="237382" y="1056"/>
                      </a:cubicBezTo>
                      <a:close/>
                    </a:path>
                  </a:pathLst>
                </a:custGeom>
                <a:solidFill>
                  <a:srgbClr val="000000"/>
                </a:solidFill>
                <a:ln w="12320"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5A69609D-D22C-46E3-BF53-20BB52C62597}"/>
                    </a:ext>
                  </a:extLst>
                </p:cNvPr>
                <p:cNvSpPr/>
                <p:nvPr/>
              </p:nvSpPr>
              <p:spPr>
                <a:xfrm>
                  <a:off x="9051663" y="4437947"/>
                  <a:ext cx="256911" cy="166450"/>
                </a:xfrm>
                <a:custGeom>
                  <a:avLst/>
                  <a:gdLst>
                    <a:gd name="connsiteX0" fmla="*/ 256748 w 256911"/>
                    <a:gd name="connsiteY0" fmla="*/ 69712 h 166450"/>
                    <a:gd name="connsiteX1" fmla="*/ 220967 w 256911"/>
                    <a:gd name="connsiteY1" fmla="*/ 1851 h 166450"/>
                    <a:gd name="connsiteX2" fmla="*/ 214798 w 256911"/>
                    <a:gd name="connsiteY2" fmla="*/ 1851 h 166450"/>
                    <a:gd name="connsiteX3" fmla="*/ 206161 w 256911"/>
                    <a:gd name="connsiteY3" fmla="*/ 33930 h 166450"/>
                    <a:gd name="connsiteX4" fmla="*/ 187654 w 256911"/>
                    <a:gd name="connsiteY4" fmla="*/ 19124 h 166450"/>
                    <a:gd name="connsiteX5" fmla="*/ 183952 w 256911"/>
                    <a:gd name="connsiteY5" fmla="*/ 20358 h 166450"/>
                    <a:gd name="connsiteX6" fmla="*/ 174082 w 256911"/>
                    <a:gd name="connsiteY6" fmla="*/ 53672 h 166450"/>
                    <a:gd name="connsiteX7" fmla="*/ 164211 w 256911"/>
                    <a:gd name="connsiteY7" fmla="*/ 48736 h 166450"/>
                    <a:gd name="connsiteX8" fmla="*/ 159276 w 256911"/>
                    <a:gd name="connsiteY8" fmla="*/ 62309 h 166450"/>
                    <a:gd name="connsiteX9" fmla="*/ 142002 w 256911"/>
                    <a:gd name="connsiteY9" fmla="*/ 72179 h 166450"/>
                    <a:gd name="connsiteX10" fmla="*/ 121027 w 256911"/>
                    <a:gd name="connsiteY10" fmla="*/ 80816 h 166450"/>
                    <a:gd name="connsiteX11" fmla="*/ 108688 w 256911"/>
                    <a:gd name="connsiteY11" fmla="*/ 72179 h 166450"/>
                    <a:gd name="connsiteX12" fmla="*/ 106221 w 256911"/>
                    <a:gd name="connsiteY12" fmla="*/ 73413 h 166450"/>
                    <a:gd name="connsiteX13" fmla="*/ 102519 w 256911"/>
                    <a:gd name="connsiteY13" fmla="*/ 89453 h 166450"/>
                    <a:gd name="connsiteX14" fmla="*/ 86480 w 256911"/>
                    <a:gd name="connsiteY14" fmla="*/ 83284 h 166450"/>
                    <a:gd name="connsiteX15" fmla="*/ 81544 w 256911"/>
                    <a:gd name="connsiteY15" fmla="*/ 83284 h 166450"/>
                    <a:gd name="connsiteX16" fmla="*/ 76609 w 256911"/>
                    <a:gd name="connsiteY16" fmla="*/ 104259 h 166450"/>
                    <a:gd name="connsiteX17" fmla="*/ 74141 w 256911"/>
                    <a:gd name="connsiteY17" fmla="*/ 111662 h 166450"/>
                    <a:gd name="connsiteX18" fmla="*/ 61803 w 256911"/>
                    <a:gd name="connsiteY18" fmla="*/ 114129 h 166450"/>
                    <a:gd name="connsiteX19" fmla="*/ 54400 w 256911"/>
                    <a:gd name="connsiteY19" fmla="*/ 99324 h 166450"/>
                    <a:gd name="connsiteX20" fmla="*/ 49465 w 256911"/>
                    <a:gd name="connsiteY20" fmla="*/ 100557 h 166450"/>
                    <a:gd name="connsiteX21" fmla="*/ 38360 w 256911"/>
                    <a:gd name="connsiteY21" fmla="*/ 143742 h 166450"/>
                    <a:gd name="connsiteX22" fmla="*/ 28489 w 256911"/>
                    <a:gd name="connsiteY22" fmla="*/ 143742 h 166450"/>
                    <a:gd name="connsiteX23" fmla="*/ 32191 w 256911"/>
                    <a:gd name="connsiteY23" fmla="*/ 124000 h 166450"/>
                    <a:gd name="connsiteX24" fmla="*/ 14917 w 256911"/>
                    <a:gd name="connsiteY24" fmla="*/ 126468 h 166450"/>
                    <a:gd name="connsiteX25" fmla="*/ 19853 w 256911"/>
                    <a:gd name="connsiteY25" fmla="*/ 144975 h 166450"/>
                    <a:gd name="connsiteX26" fmla="*/ 1345 w 256911"/>
                    <a:gd name="connsiteY26" fmla="*/ 159781 h 166450"/>
                    <a:gd name="connsiteX27" fmla="*/ 2579 w 256911"/>
                    <a:gd name="connsiteY27" fmla="*/ 165950 h 166450"/>
                    <a:gd name="connsiteX28" fmla="*/ 23554 w 256911"/>
                    <a:gd name="connsiteY28" fmla="*/ 148677 h 166450"/>
                    <a:gd name="connsiteX29" fmla="*/ 39594 w 256911"/>
                    <a:gd name="connsiteY29" fmla="*/ 151144 h 166450"/>
                    <a:gd name="connsiteX30" fmla="*/ 54400 w 256911"/>
                    <a:gd name="connsiteY30" fmla="*/ 114129 h 166450"/>
                    <a:gd name="connsiteX31" fmla="*/ 71673 w 256911"/>
                    <a:gd name="connsiteY31" fmla="*/ 122766 h 166450"/>
                    <a:gd name="connsiteX32" fmla="*/ 84012 w 256911"/>
                    <a:gd name="connsiteY32" fmla="*/ 91920 h 166450"/>
                    <a:gd name="connsiteX33" fmla="*/ 101285 w 256911"/>
                    <a:gd name="connsiteY33" fmla="*/ 103025 h 166450"/>
                    <a:gd name="connsiteX34" fmla="*/ 107454 w 256911"/>
                    <a:gd name="connsiteY34" fmla="*/ 89453 h 166450"/>
                    <a:gd name="connsiteX35" fmla="*/ 109922 w 256911"/>
                    <a:gd name="connsiteY35" fmla="*/ 78348 h 166450"/>
                    <a:gd name="connsiteX36" fmla="*/ 121027 w 256911"/>
                    <a:gd name="connsiteY36" fmla="*/ 86985 h 166450"/>
                    <a:gd name="connsiteX37" fmla="*/ 124728 w 256911"/>
                    <a:gd name="connsiteY37" fmla="*/ 86985 h 166450"/>
                    <a:gd name="connsiteX38" fmla="*/ 143236 w 256911"/>
                    <a:gd name="connsiteY38" fmla="*/ 79582 h 166450"/>
                    <a:gd name="connsiteX39" fmla="*/ 148171 w 256911"/>
                    <a:gd name="connsiteY39" fmla="*/ 78348 h 166450"/>
                    <a:gd name="connsiteX40" fmla="*/ 161743 w 256911"/>
                    <a:gd name="connsiteY40" fmla="*/ 69712 h 166450"/>
                    <a:gd name="connsiteX41" fmla="*/ 166679 w 256911"/>
                    <a:gd name="connsiteY41" fmla="*/ 68478 h 166450"/>
                    <a:gd name="connsiteX42" fmla="*/ 175315 w 256911"/>
                    <a:gd name="connsiteY42" fmla="*/ 59841 h 166450"/>
                    <a:gd name="connsiteX43" fmla="*/ 179017 w 256911"/>
                    <a:gd name="connsiteY43" fmla="*/ 61075 h 166450"/>
                    <a:gd name="connsiteX44" fmla="*/ 191355 w 256911"/>
                    <a:gd name="connsiteY44" fmla="*/ 26528 h 166450"/>
                    <a:gd name="connsiteX45" fmla="*/ 211097 w 256911"/>
                    <a:gd name="connsiteY45" fmla="*/ 41333 h 166450"/>
                    <a:gd name="connsiteX46" fmla="*/ 223435 w 256911"/>
                    <a:gd name="connsiteY46" fmla="*/ 11721 h 166450"/>
                    <a:gd name="connsiteX47" fmla="*/ 251813 w 256911"/>
                    <a:gd name="connsiteY47" fmla="*/ 69712 h 166450"/>
                    <a:gd name="connsiteX48" fmla="*/ 256748 w 256911"/>
                    <a:gd name="connsiteY48" fmla="*/ 69712 h 16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56911" h="166450">
                      <a:moveTo>
                        <a:pt x="256748" y="69712"/>
                      </a:moveTo>
                      <a:cubicBezTo>
                        <a:pt x="251813" y="45035"/>
                        <a:pt x="237007" y="20358"/>
                        <a:pt x="220967" y="1851"/>
                      </a:cubicBezTo>
                      <a:cubicBezTo>
                        <a:pt x="219733" y="-617"/>
                        <a:pt x="216032" y="-617"/>
                        <a:pt x="214798" y="1851"/>
                      </a:cubicBezTo>
                      <a:cubicBezTo>
                        <a:pt x="212330" y="10487"/>
                        <a:pt x="216032" y="31463"/>
                        <a:pt x="206161" y="33930"/>
                      </a:cubicBezTo>
                      <a:cubicBezTo>
                        <a:pt x="198758" y="36398"/>
                        <a:pt x="195057" y="22826"/>
                        <a:pt x="187654" y="19124"/>
                      </a:cubicBezTo>
                      <a:cubicBezTo>
                        <a:pt x="186420" y="17891"/>
                        <a:pt x="185186" y="19124"/>
                        <a:pt x="183952" y="20358"/>
                      </a:cubicBezTo>
                      <a:cubicBezTo>
                        <a:pt x="179017" y="30229"/>
                        <a:pt x="180251" y="45035"/>
                        <a:pt x="174082" y="53672"/>
                      </a:cubicBezTo>
                      <a:cubicBezTo>
                        <a:pt x="171614" y="49970"/>
                        <a:pt x="167913" y="46269"/>
                        <a:pt x="164211" y="48736"/>
                      </a:cubicBezTo>
                      <a:cubicBezTo>
                        <a:pt x="160510" y="51204"/>
                        <a:pt x="159276" y="57373"/>
                        <a:pt x="159276" y="62309"/>
                      </a:cubicBezTo>
                      <a:cubicBezTo>
                        <a:pt x="150639" y="56139"/>
                        <a:pt x="145703" y="63542"/>
                        <a:pt x="142002" y="72179"/>
                      </a:cubicBezTo>
                      <a:cubicBezTo>
                        <a:pt x="132131" y="63542"/>
                        <a:pt x="125962" y="69712"/>
                        <a:pt x="121027" y="80816"/>
                      </a:cubicBezTo>
                      <a:cubicBezTo>
                        <a:pt x="117325" y="77114"/>
                        <a:pt x="114858" y="72179"/>
                        <a:pt x="108688" y="72179"/>
                      </a:cubicBezTo>
                      <a:cubicBezTo>
                        <a:pt x="107454" y="72179"/>
                        <a:pt x="106221" y="72179"/>
                        <a:pt x="106221" y="73413"/>
                      </a:cubicBezTo>
                      <a:cubicBezTo>
                        <a:pt x="103753" y="78348"/>
                        <a:pt x="103753" y="84517"/>
                        <a:pt x="102519" y="89453"/>
                      </a:cubicBezTo>
                      <a:cubicBezTo>
                        <a:pt x="98818" y="104259"/>
                        <a:pt x="90181" y="89453"/>
                        <a:pt x="86480" y="83284"/>
                      </a:cubicBezTo>
                      <a:cubicBezTo>
                        <a:pt x="85246" y="82050"/>
                        <a:pt x="82778" y="80816"/>
                        <a:pt x="81544" y="83284"/>
                      </a:cubicBezTo>
                      <a:cubicBezTo>
                        <a:pt x="79076" y="90687"/>
                        <a:pt x="79076" y="96856"/>
                        <a:pt x="76609" y="104259"/>
                      </a:cubicBezTo>
                      <a:cubicBezTo>
                        <a:pt x="76609" y="106727"/>
                        <a:pt x="75375" y="109194"/>
                        <a:pt x="74141" y="111662"/>
                      </a:cubicBezTo>
                      <a:cubicBezTo>
                        <a:pt x="71673" y="115363"/>
                        <a:pt x="65504" y="116597"/>
                        <a:pt x="61803" y="114129"/>
                      </a:cubicBezTo>
                      <a:cubicBezTo>
                        <a:pt x="58101" y="111662"/>
                        <a:pt x="55634" y="104259"/>
                        <a:pt x="54400" y="99324"/>
                      </a:cubicBezTo>
                      <a:cubicBezTo>
                        <a:pt x="53166" y="95622"/>
                        <a:pt x="49465" y="95622"/>
                        <a:pt x="49465" y="100557"/>
                      </a:cubicBezTo>
                      <a:cubicBezTo>
                        <a:pt x="49465" y="112896"/>
                        <a:pt x="51932" y="137572"/>
                        <a:pt x="38360" y="143742"/>
                      </a:cubicBezTo>
                      <a:cubicBezTo>
                        <a:pt x="34658" y="144975"/>
                        <a:pt x="32191" y="144975"/>
                        <a:pt x="28489" y="143742"/>
                      </a:cubicBezTo>
                      <a:cubicBezTo>
                        <a:pt x="32191" y="137572"/>
                        <a:pt x="33425" y="130169"/>
                        <a:pt x="32191" y="124000"/>
                      </a:cubicBezTo>
                      <a:cubicBezTo>
                        <a:pt x="28489" y="111662"/>
                        <a:pt x="16151" y="114129"/>
                        <a:pt x="14917" y="126468"/>
                      </a:cubicBezTo>
                      <a:cubicBezTo>
                        <a:pt x="13684" y="132637"/>
                        <a:pt x="16151" y="140040"/>
                        <a:pt x="19853" y="144975"/>
                      </a:cubicBezTo>
                      <a:cubicBezTo>
                        <a:pt x="14917" y="151144"/>
                        <a:pt x="8748" y="156080"/>
                        <a:pt x="1345" y="159781"/>
                      </a:cubicBezTo>
                      <a:cubicBezTo>
                        <a:pt x="-1123" y="161015"/>
                        <a:pt x="111" y="168418"/>
                        <a:pt x="2579" y="165950"/>
                      </a:cubicBezTo>
                      <a:cubicBezTo>
                        <a:pt x="9982" y="162249"/>
                        <a:pt x="17385" y="156080"/>
                        <a:pt x="23554" y="148677"/>
                      </a:cubicBezTo>
                      <a:cubicBezTo>
                        <a:pt x="27255" y="152378"/>
                        <a:pt x="33425" y="153612"/>
                        <a:pt x="39594" y="151144"/>
                      </a:cubicBezTo>
                      <a:cubicBezTo>
                        <a:pt x="51932" y="144975"/>
                        <a:pt x="54400" y="128935"/>
                        <a:pt x="54400" y="114129"/>
                      </a:cubicBezTo>
                      <a:cubicBezTo>
                        <a:pt x="58101" y="120298"/>
                        <a:pt x="64270" y="126468"/>
                        <a:pt x="71673" y="122766"/>
                      </a:cubicBezTo>
                      <a:cubicBezTo>
                        <a:pt x="82778" y="119065"/>
                        <a:pt x="81544" y="103025"/>
                        <a:pt x="84012" y="91920"/>
                      </a:cubicBezTo>
                      <a:cubicBezTo>
                        <a:pt x="87713" y="99324"/>
                        <a:pt x="93883" y="107960"/>
                        <a:pt x="101285" y="103025"/>
                      </a:cubicBezTo>
                      <a:cubicBezTo>
                        <a:pt x="104987" y="100557"/>
                        <a:pt x="106221" y="94388"/>
                        <a:pt x="107454" y="89453"/>
                      </a:cubicBezTo>
                      <a:cubicBezTo>
                        <a:pt x="107454" y="88219"/>
                        <a:pt x="108688" y="79582"/>
                        <a:pt x="109922" y="78348"/>
                      </a:cubicBezTo>
                      <a:cubicBezTo>
                        <a:pt x="112390" y="75881"/>
                        <a:pt x="118559" y="85751"/>
                        <a:pt x="121027" y="86985"/>
                      </a:cubicBezTo>
                      <a:cubicBezTo>
                        <a:pt x="122261" y="88219"/>
                        <a:pt x="124728" y="88219"/>
                        <a:pt x="124728" y="86985"/>
                      </a:cubicBezTo>
                      <a:cubicBezTo>
                        <a:pt x="128430" y="78348"/>
                        <a:pt x="133365" y="67244"/>
                        <a:pt x="143236" y="79582"/>
                      </a:cubicBezTo>
                      <a:cubicBezTo>
                        <a:pt x="144469" y="82050"/>
                        <a:pt x="146937" y="79582"/>
                        <a:pt x="148171" y="78348"/>
                      </a:cubicBezTo>
                      <a:cubicBezTo>
                        <a:pt x="149405" y="73413"/>
                        <a:pt x="151873" y="58607"/>
                        <a:pt x="161743" y="69712"/>
                      </a:cubicBezTo>
                      <a:cubicBezTo>
                        <a:pt x="162977" y="70945"/>
                        <a:pt x="165445" y="70945"/>
                        <a:pt x="166679" y="68478"/>
                      </a:cubicBezTo>
                      <a:cubicBezTo>
                        <a:pt x="166679" y="66010"/>
                        <a:pt x="169146" y="49970"/>
                        <a:pt x="175315" y="59841"/>
                      </a:cubicBezTo>
                      <a:cubicBezTo>
                        <a:pt x="176549" y="61075"/>
                        <a:pt x="177783" y="62309"/>
                        <a:pt x="179017" y="61075"/>
                      </a:cubicBezTo>
                      <a:cubicBezTo>
                        <a:pt x="187654" y="52438"/>
                        <a:pt x="186420" y="37632"/>
                        <a:pt x="191355" y="26528"/>
                      </a:cubicBezTo>
                      <a:cubicBezTo>
                        <a:pt x="197525" y="32697"/>
                        <a:pt x="199992" y="45035"/>
                        <a:pt x="211097" y="41333"/>
                      </a:cubicBezTo>
                      <a:cubicBezTo>
                        <a:pt x="223435" y="36398"/>
                        <a:pt x="222201" y="22826"/>
                        <a:pt x="223435" y="11721"/>
                      </a:cubicBezTo>
                      <a:cubicBezTo>
                        <a:pt x="237007" y="28995"/>
                        <a:pt x="245644" y="48736"/>
                        <a:pt x="251813" y="69712"/>
                      </a:cubicBezTo>
                      <a:cubicBezTo>
                        <a:pt x="251813" y="77114"/>
                        <a:pt x="257982" y="75881"/>
                        <a:pt x="256748" y="69712"/>
                      </a:cubicBezTo>
                      <a:close/>
                    </a:path>
                  </a:pathLst>
                </a:custGeom>
                <a:solidFill>
                  <a:srgbClr val="000000"/>
                </a:solidFill>
                <a:ln w="12320"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2F4F1455-4E19-404A-9208-1B0B3287029C}"/>
                    </a:ext>
                  </a:extLst>
                </p:cNvPr>
                <p:cNvSpPr/>
                <p:nvPr/>
              </p:nvSpPr>
              <p:spPr>
                <a:xfrm>
                  <a:off x="9338023" y="4365423"/>
                  <a:ext cx="97663" cy="56678"/>
                </a:xfrm>
                <a:custGeom>
                  <a:avLst/>
                  <a:gdLst>
                    <a:gd name="connsiteX0" fmla="*/ 96239 w 97663"/>
                    <a:gd name="connsiteY0" fmla="*/ 346 h 56678"/>
                    <a:gd name="connsiteX1" fmla="*/ 90070 w 97663"/>
                    <a:gd name="connsiteY1" fmla="*/ 11450 h 56678"/>
                    <a:gd name="connsiteX2" fmla="*/ 76498 w 97663"/>
                    <a:gd name="connsiteY2" fmla="*/ 5281 h 56678"/>
                    <a:gd name="connsiteX3" fmla="*/ 71563 w 97663"/>
                    <a:gd name="connsiteY3" fmla="*/ 15151 h 56678"/>
                    <a:gd name="connsiteX4" fmla="*/ 55522 w 97663"/>
                    <a:gd name="connsiteY4" fmla="*/ 12684 h 56678"/>
                    <a:gd name="connsiteX5" fmla="*/ 50587 w 97663"/>
                    <a:gd name="connsiteY5" fmla="*/ 27490 h 56678"/>
                    <a:gd name="connsiteX6" fmla="*/ 45652 w 97663"/>
                    <a:gd name="connsiteY6" fmla="*/ 23788 h 56678"/>
                    <a:gd name="connsiteX7" fmla="*/ 38249 w 97663"/>
                    <a:gd name="connsiteY7" fmla="*/ 28724 h 56678"/>
                    <a:gd name="connsiteX8" fmla="*/ 33314 w 97663"/>
                    <a:gd name="connsiteY8" fmla="*/ 47231 h 56678"/>
                    <a:gd name="connsiteX9" fmla="*/ 14806 w 97663"/>
                    <a:gd name="connsiteY9" fmla="*/ 32425 h 56678"/>
                    <a:gd name="connsiteX10" fmla="*/ 0 w 97663"/>
                    <a:gd name="connsiteY10" fmla="*/ 50932 h 56678"/>
                    <a:gd name="connsiteX11" fmla="*/ 4936 w 97663"/>
                    <a:gd name="connsiteY11" fmla="*/ 52166 h 56678"/>
                    <a:gd name="connsiteX12" fmla="*/ 16040 w 97663"/>
                    <a:gd name="connsiteY12" fmla="*/ 41062 h 56678"/>
                    <a:gd name="connsiteX13" fmla="*/ 32080 w 97663"/>
                    <a:gd name="connsiteY13" fmla="*/ 55868 h 56678"/>
                    <a:gd name="connsiteX14" fmla="*/ 35781 w 97663"/>
                    <a:gd name="connsiteY14" fmla="*/ 54634 h 56678"/>
                    <a:gd name="connsiteX15" fmla="*/ 39483 w 97663"/>
                    <a:gd name="connsiteY15" fmla="*/ 38594 h 56678"/>
                    <a:gd name="connsiteX16" fmla="*/ 43184 w 97663"/>
                    <a:gd name="connsiteY16" fmla="*/ 31191 h 56678"/>
                    <a:gd name="connsiteX17" fmla="*/ 48120 w 97663"/>
                    <a:gd name="connsiteY17" fmla="*/ 36127 h 56678"/>
                    <a:gd name="connsiteX18" fmla="*/ 51821 w 97663"/>
                    <a:gd name="connsiteY18" fmla="*/ 34893 h 56678"/>
                    <a:gd name="connsiteX19" fmla="*/ 54289 w 97663"/>
                    <a:gd name="connsiteY19" fmla="*/ 20087 h 56678"/>
                    <a:gd name="connsiteX20" fmla="*/ 64159 w 97663"/>
                    <a:gd name="connsiteY20" fmla="*/ 16385 h 56678"/>
                    <a:gd name="connsiteX21" fmla="*/ 71563 w 97663"/>
                    <a:gd name="connsiteY21" fmla="*/ 23788 h 56678"/>
                    <a:gd name="connsiteX22" fmla="*/ 75264 w 97663"/>
                    <a:gd name="connsiteY22" fmla="*/ 20087 h 56678"/>
                    <a:gd name="connsiteX23" fmla="*/ 80199 w 97663"/>
                    <a:gd name="connsiteY23" fmla="*/ 8982 h 56678"/>
                    <a:gd name="connsiteX24" fmla="*/ 90070 w 97663"/>
                    <a:gd name="connsiteY24" fmla="*/ 18853 h 56678"/>
                    <a:gd name="connsiteX25" fmla="*/ 92537 w 97663"/>
                    <a:gd name="connsiteY25" fmla="*/ 15151 h 56678"/>
                    <a:gd name="connsiteX26" fmla="*/ 96239 w 97663"/>
                    <a:gd name="connsiteY26" fmla="*/ 1579 h 56678"/>
                    <a:gd name="connsiteX27" fmla="*/ 96239 w 97663"/>
                    <a:gd name="connsiteY27" fmla="*/ 346 h 5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7663" h="56678">
                      <a:moveTo>
                        <a:pt x="96239" y="346"/>
                      </a:moveTo>
                      <a:cubicBezTo>
                        <a:pt x="91304" y="2813"/>
                        <a:pt x="90070" y="6515"/>
                        <a:pt x="90070" y="11450"/>
                      </a:cubicBezTo>
                      <a:cubicBezTo>
                        <a:pt x="86368" y="7748"/>
                        <a:pt x="81433" y="1579"/>
                        <a:pt x="76498" y="5281"/>
                      </a:cubicBezTo>
                      <a:cubicBezTo>
                        <a:pt x="72796" y="7748"/>
                        <a:pt x="71563" y="11450"/>
                        <a:pt x="71563" y="15151"/>
                      </a:cubicBezTo>
                      <a:cubicBezTo>
                        <a:pt x="67861" y="10216"/>
                        <a:pt x="61692" y="7748"/>
                        <a:pt x="55522" y="12684"/>
                      </a:cubicBezTo>
                      <a:cubicBezTo>
                        <a:pt x="50587" y="16385"/>
                        <a:pt x="50587" y="22554"/>
                        <a:pt x="50587" y="27490"/>
                      </a:cubicBezTo>
                      <a:cubicBezTo>
                        <a:pt x="49353" y="25022"/>
                        <a:pt x="48120" y="23788"/>
                        <a:pt x="45652" y="23788"/>
                      </a:cubicBezTo>
                      <a:cubicBezTo>
                        <a:pt x="41951" y="22554"/>
                        <a:pt x="39483" y="26256"/>
                        <a:pt x="38249" y="28724"/>
                      </a:cubicBezTo>
                      <a:cubicBezTo>
                        <a:pt x="35781" y="34893"/>
                        <a:pt x="34548" y="41062"/>
                        <a:pt x="33314" y="47231"/>
                      </a:cubicBezTo>
                      <a:cubicBezTo>
                        <a:pt x="28378" y="41062"/>
                        <a:pt x="22209" y="34893"/>
                        <a:pt x="14806" y="32425"/>
                      </a:cubicBezTo>
                      <a:cubicBezTo>
                        <a:pt x="3702" y="28724"/>
                        <a:pt x="1234" y="43530"/>
                        <a:pt x="0" y="50932"/>
                      </a:cubicBezTo>
                      <a:cubicBezTo>
                        <a:pt x="0" y="55868"/>
                        <a:pt x="4936" y="58335"/>
                        <a:pt x="4936" y="52166"/>
                      </a:cubicBezTo>
                      <a:cubicBezTo>
                        <a:pt x="6169" y="45997"/>
                        <a:pt x="7403" y="36127"/>
                        <a:pt x="16040" y="41062"/>
                      </a:cubicBezTo>
                      <a:cubicBezTo>
                        <a:pt x="22209" y="44763"/>
                        <a:pt x="27144" y="50932"/>
                        <a:pt x="32080" y="55868"/>
                      </a:cubicBezTo>
                      <a:cubicBezTo>
                        <a:pt x="33314" y="57102"/>
                        <a:pt x="35781" y="57102"/>
                        <a:pt x="35781" y="54634"/>
                      </a:cubicBezTo>
                      <a:cubicBezTo>
                        <a:pt x="37015" y="49699"/>
                        <a:pt x="38249" y="43530"/>
                        <a:pt x="39483" y="38594"/>
                      </a:cubicBezTo>
                      <a:cubicBezTo>
                        <a:pt x="39483" y="36127"/>
                        <a:pt x="40717" y="32425"/>
                        <a:pt x="43184" y="31191"/>
                      </a:cubicBezTo>
                      <a:cubicBezTo>
                        <a:pt x="45652" y="29957"/>
                        <a:pt x="48120" y="34893"/>
                        <a:pt x="48120" y="36127"/>
                      </a:cubicBezTo>
                      <a:cubicBezTo>
                        <a:pt x="49353" y="38594"/>
                        <a:pt x="51821" y="37361"/>
                        <a:pt x="51821" y="34893"/>
                      </a:cubicBezTo>
                      <a:cubicBezTo>
                        <a:pt x="53055" y="29957"/>
                        <a:pt x="51821" y="23788"/>
                        <a:pt x="54289" y="20087"/>
                      </a:cubicBezTo>
                      <a:cubicBezTo>
                        <a:pt x="55522" y="16385"/>
                        <a:pt x="60458" y="15151"/>
                        <a:pt x="64159" y="16385"/>
                      </a:cubicBezTo>
                      <a:cubicBezTo>
                        <a:pt x="67861" y="17619"/>
                        <a:pt x="69095" y="21320"/>
                        <a:pt x="71563" y="23788"/>
                      </a:cubicBezTo>
                      <a:cubicBezTo>
                        <a:pt x="74030" y="26256"/>
                        <a:pt x="75264" y="22554"/>
                        <a:pt x="75264" y="20087"/>
                      </a:cubicBezTo>
                      <a:cubicBezTo>
                        <a:pt x="75264" y="16385"/>
                        <a:pt x="74030" y="6515"/>
                        <a:pt x="80199" y="8982"/>
                      </a:cubicBezTo>
                      <a:cubicBezTo>
                        <a:pt x="83901" y="10216"/>
                        <a:pt x="86368" y="16385"/>
                        <a:pt x="90070" y="18853"/>
                      </a:cubicBezTo>
                      <a:cubicBezTo>
                        <a:pt x="92537" y="20087"/>
                        <a:pt x="92537" y="16385"/>
                        <a:pt x="92537" y="15151"/>
                      </a:cubicBezTo>
                      <a:cubicBezTo>
                        <a:pt x="92537" y="10216"/>
                        <a:pt x="93771" y="6515"/>
                        <a:pt x="96239" y="1579"/>
                      </a:cubicBezTo>
                      <a:cubicBezTo>
                        <a:pt x="97473" y="1579"/>
                        <a:pt x="98707" y="-888"/>
                        <a:pt x="96239" y="346"/>
                      </a:cubicBezTo>
                      <a:close/>
                    </a:path>
                  </a:pathLst>
                </a:custGeom>
                <a:solidFill>
                  <a:srgbClr val="000000"/>
                </a:solidFill>
                <a:ln w="12320"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A3CA1D7C-89DF-48CB-B602-F43232B494C0}"/>
                    </a:ext>
                  </a:extLst>
                </p:cNvPr>
                <p:cNvSpPr/>
                <p:nvPr/>
              </p:nvSpPr>
              <p:spPr>
                <a:xfrm>
                  <a:off x="9469557" y="4182105"/>
                  <a:ext cx="268619" cy="179961"/>
                </a:xfrm>
                <a:custGeom>
                  <a:avLst/>
                  <a:gdLst>
                    <a:gd name="connsiteX0" fmla="*/ 237382 w 268619"/>
                    <a:gd name="connsiteY0" fmla="*/ 1056 h 179961"/>
                    <a:gd name="connsiteX1" fmla="*/ 233680 w 268619"/>
                    <a:gd name="connsiteY1" fmla="*/ 2290 h 179961"/>
                    <a:gd name="connsiteX2" fmla="*/ 231213 w 268619"/>
                    <a:gd name="connsiteY2" fmla="*/ 31902 h 179961"/>
                    <a:gd name="connsiteX3" fmla="*/ 220108 w 268619"/>
                    <a:gd name="connsiteY3" fmla="*/ 43006 h 179961"/>
                    <a:gd name="connsiteX4" fmla="*/ 205302 w 268619"/>
                    <a:gd name="connsiteY4" fmla="*/ 36837 h 179961"/>
                    <a:gd name="connsiteX5" fmla="*/ 185561 w 268619"/>
                    <a:gd name="connsiteY5" fmla="*/ 60280 h 179961"/>
                    <a:gd name="connsiteX6" fmla="*/ 173223 w 268619"/>
                    <a:gd name="connsiteY6" fmla="*/ 63981 h 179961"/>
                    <a:gd name="connsiteX7" fmla="*/ 155949 w 268619"/>
                    <a:gd name="connsiteY7" fmla="*/ 75086 h 179961"/>
                    <a:gd name="connsiteX8" fmla="*/ 141143 w 268619"/>
                    <a:gd name="connsiteY8" fmla="*/ 72618 h 179961"/>
                    <a:gd name="connsiteX9" fmla="*/ 136208 w 268619"/>
                    <a:gd name="connsiteY9" fmla="*/ 93593 h 179961"/>
                    <a:gd name="connsiteX10" fmla="*/ 115232 w 268619"/>
                    <a:gd name="connsiteY10" fmla="*/ 86190 h 179961"/>
                    <a:gd name="connsiteX11" fmla="*/ 106596 w 268619"/>
                    <a:gd name="connsiteY11" fmla="*/ 112101 h 179961"/>
                    <a:gd name="connsiteX12" fmla="*/ 93023 w 268619"/>
                    <a:gd name="connsiteY12" fmla="*/ 103464 h 179961"/>
                    <a:gd name="connsiteX13" fmla="*/ 90556 w 268619"/>
                    <a:gd name="connsiteY13" fmla="*/ 104698 h 179961"/>
                    <a:gd name="connsiteX14" fmla="*/ 86854 w 268619"/>
                    <a:gd name="connsiteY14" fmla="*/ 112101 h 179961"/>
                    <a:gd name="connsiteX15" fmla="*/ 80685 w 268619"/>
                    <a:gd name="connsiteY15" fmla="*/ 120738 h 179961"/>
                    <a:gd name="connsiteX16" fmla="*/ 68347 w 268619"/>
                    <a:gd name="connsiteY16" fmla="*/ 112101 h 179961"/>
                    <a:gd name="connsiteX17" fmla="*/ 64645 w 268619"/>
                    <a:gd name="connsiteY17" fmla="*/ 112101 h 179961"/>
                    <a:gd name="connsiteX18" fmla="*/ 59710 w 268619"/>
                    <a:gd name="connsiteY18" fmla="*/ 125673 h 179961"/>
                    <a:gd name="connsiteX19" fmla="*/ 43670 w 268619"/>
                    <a:gd name="connsiteY19" fmla="*/ 125673 h 179961"/>
                    <a:gd name="connsiteX20" fmla="*/ 38735 w 268619"/>
                    <a:gd name="connsiteY20" fmla="*/ 128141 h 179961"/>
                    <a:gd name="connsiteX21" fmla="*/ 36267 w 268619"/>
                    <a:gd name="connsiteY21" fmla="*/ 145414 h 179961"/>
                    <a:gd name="connsiteX22" fmla="*/ 11590 w 268619"/>
                    <a:gd name="connsiteY22" fmla="*/ 136777 h 179961"/>
                    <a:gd name="connsiteX23" fmla="*/ 6655 w 268619"/>
                    <a:gd name="connsiteY23" fmla="*/ 138011 h 179961"/>
                    <a:gd name="connsiteX24" fmla="*/ 1720 w 268619"/>
                    <a:gd name="connsiteY24" fmla="*/ 173792 h 179961"/>
                    <a:gd name="connsiteX25" fmla="*/ 2954 w 268619"/>
                    <a:gd name="connsiteY25" fmla="*/ 179961 h 179961"/>
                    <a:gd name="connsiteX26" fmla="*/ 12824 w 268619"/>
                    <a:gd name="connsiteY26" fmla="*/ 150350 h 179961"/>
                    <a:gd name="connsiteX27" fmla="*/ 35033 w 268619"/>
                    <a:gd name="connsiteY27" fmla="*/ 161454 h 179961"/>
                    <a:gd name="connsiteX28" fmla="*/ 44904 w 268619"/>
                    <a:gd name="connsiteY28" fmla="*/ 139245 h 179961"/>
                    <a:gd name="connsiteX29" fmla="*/ 60944 w 268619"/>
                    <a:gd name="connsiteY29" fmla="*/ 141713 h 179961"/>
                    <a:gd name="connsiteX30" fmla="*/ 69581 w 268619"/>
                    <a:gd name="connsiteY30" fmla="*/ 121972 h 179961"/>
                    <a:gd name="connsiteX31" fmla="*/ 83153 w 268619"/>
                    <a:gd name="connsiteY31" fmla="*/ 130608 h 179961"/>
                    <a:gd name="connsiteX32" fmla="*/ 85620 w 268619"/>
                    <a:gd name="connsiteY32" fmla="*/ 129374 h 179961"/>
                    <a:gd name="connsiteX33" fmla="*/ 90556 w 268619"/>
                    <a:gd name="connsiteY33" fmla="*/ 118270 h 179961"/>
                    <a:gd name="connsiteX34" fmla="*/ 106596 w 268619"/>
                    <a:gd name="connsiteY34" fmla="*/ 119504 h 179961"/>
                    <a:gd name="connsiteX35" fmla="*/ 109063 w 268619"/>
                    <a:gd name="connsiteY35" fmla="*/ 118270 h 179961"/>
                    <a:gd name="connsiteX36" fmla="*/ 117700 w 268619"/>
                    <a:gd name="connsiteY36" fmla="*/ 93593 h 179961"/>
                    <a:gd name="connsiteX37" fmla="*/ 136208 w 268619"/>
                    <a:gd name="connsiteY37" fmla="*/ 104698 h 179961"/>
                    <a:gd name="connsiteX38" fmla="*/ 139909 w 268619"/>
                    <a:gd name="connsiteY38" fmla="*/ 103464 h 179961"/>
                    <a:gd name="connsiteX39" fmla="*/ 141143 w 268619"/>
                    <a:gd name="connsiteY39" fmla="*/ 92359 h 179961"/>
                    <a:gd name="connsiteX40" fmla="*/ 152247 w 268619"/>
                    <a:gd name="connsiteY40" fmla="*/ 83723 h 179961"/>
                    <a:gd name="connsiteX41" fmla="*/ 155949 w 268619"/>
                    <a:gd name="connsiteY41" fmla="*/ 87424 h 179961"/>
                    <a:gd name="connsiteX42" fmla="*/ 159650 w 268619"/>
                    <a:gd name="connsiteY42" fmla="*/ 83723 h 179961"/>
                    <a:gd name="connsiteX43" fmla="*/ 171989 w 268619"/>
                    <a:gd name="connsiteY43" fmla="*/ 73852 h 179961"/>
                    <a:gd name="connsiteX44" fmla="*/ 175690 w 268619"/>
                    <a:gd name="connsiteY44" fmla="*/ 71384 h 179961"/>
                    <a:gd name="connsiteX45" fmla="*/ 185561 w 268619"/>
                    <a:gd name="connsiteY45" fmla="*/ 68917 h 179961"/>
                    <a:gd name="connsiteX46" fmla="*/ 188029 w 268619"/>
                    <a:gd name="connsiteY46" fmla="*/ 67683 h 179961"/>
                    <a:gd name="connsiteX47" fmla="*/ 191730 w 268619"/>
                    <a:gd name="connsiteY47" fmla="*/ 51643 h 179961"/>
                    <a:gd name="connsiteX48" fmla="*/ 202834 w 268619"/>
                    <a:gd name="connsiteY48" fmla="*/ 44240 h 179961"/>
                    <a:gd name="connsiteX49" fmla="*/ 209004 w 268619"/>
                    <a:gd name="connsiteY49" fmla="*/ 49175 h 179961"/>
                    <a:gd name="connsiteX50" fmla="*/ 227511 w 268619"/>
                    <a:gd name="connsiteY50" fmla="*/ 49175 h 179961"/>
                    <a:gd name="connsiteX51" fmla="*/ 236148 w 268619"/>
                    <a:gd name="connsiteY51" fmla="*/ 10927 h 179961"/>
                    <a:gd name="connsiteX52" fmla="*/ 264526 w 268619"/>
                    <a:gd name="connsiteY52" fmla="*/ 59046 h 179961"/>
                    <a:gd name="connsiteX53" fmla="*/ 268228 w 268619"/>
                    <a:gd name="connsiteY53" fmla="*/ 57812 h 179961"/>
                    <a:gd name="connsiteX54" fmla="*/ 237382 w 268619"/>
                    <a:gd name="connsiteY54" fmla="*/ 1056 h 179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68619" h="179961">
                      <a:moveTo>
                        <a:pt x="237382" y="1056"/>
                      </a:moveTo>
                      <a:cubicBezTo>
                        <a:pt x="236148" y="-1412"/>
                        <a:pt x="233680" y="1056"/>
                        <a:pt x="233680" y="2290"/>
                      </a:cubicBezTo>
                      <a:cubicBezTo>
                        <a:pt x="233680" y="12160"/>
                        <a:pt x="233680" y="22031"/>
                        <a:pt x="231213" y="31902"/>
                      </a:cubicBezTo>
                      <a:cubicBezTo>
                        <a:pt x="229979" y="36837"/>
                        <a:pt x="226277" y="43006"/>
                        <a:pt x="220108" y="43006"/>
                      </a:cubicBezTo>
                      <a:cubicBezTo>
                        <a:pt x="213939" y="43006"/>
                        <a:pt x="210238" y="38071"/>
                        <a:pt x="205302" y="36837"/>
                      </a:cubicBezTo>
                      <a:cubicBezTo>
                        <a:pt x="190496" y="30668"/>
                        <a:pt x="185561" y="49175"/>
                        <a:pt x="185561" y="60280"/>
                      </a:cubicBezTo>
                      <a:cubicBezTo>
                        <a:pt x="180626" y="57812"/>
                        <a:pt x="175690" y="59046"/>
                        <a:pt x="173223" y="63981"/>
                      </a:cubicBezTo>
                      <a:cubicBezTo>
                        <a:pt x="164586" y="56578"/>
                        <a:pt x="158416" y="65215"/>
                        <a:pt x="155949" y="75086"/>
                      </a:cubicBezTo>
                      <a:cubicBezTo>
                        <a:pt x="151014" y="70150"/>
                        <a:pt x="147312" y="66449"/>
                        <a:pt x="141143" y="72618"/>
                      </a:cubicBezTo>
                      <a:cubicBezTo>
                        <a:pt x="134974" y="77554"/>
                        <a:pt x="136208" y="86190"/>
                        <a:pt x="136208" y="93593"/>
                      </a:cubicBezTo>
                      <a:cubicBezTo>
                        <a:pt x="130038" y="87424"/>
                        <a:pt x="123869" y="80021"/>
                        <a:pt x="115232" y="86190"/>
                      </a:cubicBezTo>
                      <a:cubicBezTo>
                        <a:pt x="106596" y="92359"/>
                        <a:pt x="107830" y="103464"/>
                        <a:pt x="106596" y="112101"/>
                      </a:cubicBezTo>
                      <a:cubicBezTo>
                        <a:pt x="101660" y="109633"/>
                        <a:pt x="97959" y="107165"/>
                        <a:pt x="93023" y="103464"/>
                      </a:cubicBezTo>
                      <a:cubicBezTo>
                        <a:pt x="91790" y="103464"/>
                        <a:pt x="91790" y="103464"/>
                        <a:pt x="90556" y="104698"/>
                      </a:cubicBezTo>
                      <a:cubicBezTo>
                        <a:pt x="89322" y="107165"/>
                        <a:pt x="88088" y="109633"/>
                        <a:pt x="86854" y="112101"/>
                      </a:cubicBezTo>
                      <a:cubicBezTo>
                        <a:pt x="86854" y="115802"/>
                        <a:pt x="84386" y="118270"/>
                        <a:pt x="80685" y="120738"/>
                      </a:cubicBezTo>
                      <a:cubicBezTo>
                        <a:pt x="75750" y="118270"/>
                        <a:pt x="72048" y="115802"/>
                        <a:pt x="68347" y="112101"/>
                      </a:cubicBezTo>
                      <a:cubicBezTo>
                        <a:pt x="67113" y="110867"/>
                        <a:pt x="65879" y="110867"/>
                        <a:pt x="64645" y="112101"/>
                      </a:cubicBezTo>
                      <a:cubicBezTo>
                        <a:pt x="62178" y="115802"/>
                        <a:pt x="62178" y="120738"/>
                        <a:pt x="59710" y="125673"/>
                      </a:cubicBezTo>
                      <a:cubicBezTo>
                        <a:pt x="56008" y="134310"/>
                        <a:pt x="51073" y="131842"/>
                        <a:pt x="43670" y="125673"/>
                      </a:cubicBezTo>
                      <a:cubicBezTo>
                        <a:pt x="41202" y="123205"/>
                        <a:pt x="38735" y="125673"/>
                        <a:pt x="38735" y="128141"/>
                      </a:cubicBezTo>
                      <a:cubicBezTo>
                        <a:pt x="37501" y="133076"/>
                        <a:pt x="38735" y="139245"/>
                        <a:pt x="36267" y="145414"/>
                      </a:cubicBezTo>
                      <a:cubicBezTo>
                        <a:pt x="30098" y="161454"/>
                        <a:pt x="15292" y="144180"/>
                        <a:pt x="11590" y="136777"/>
                      </a:cubicBezTo>
                      <a:cubicBezTo>
                        <a:pt x="10357" y="134310"/>
                        <a:pt x="6655" y="135543"/>
                        <a:pt x="6655" y="138011"/>
                      </a:cubicBezTo>
                      <a:cubicBezTo>
                        <a:pt x="6655" y="146648"/>
                        <a:pt x="12824" y="170091"/>
                        <a:pt x="1720" y="173792"/>
                      </a:cubicBezTo>
                      <a:cubicBezTo>
                        <a:pt x="-748" y="175026"/>
                        <a:pt x="-748" y="179961"/>
                        <a:pt x="2954" y="179961"/>
                      </a:cubicBezTo>
                      <a:cubicBezTo>
                        <a:pt x="14058" y="176260"/>
                        <a:pt x="14058" y="162688"/>
                        <a:pt x="12824" y="150350"/>
                      </a:cubicBezTo>
                      <a:cubicBezTo>
                        <a:pt x="17760" y="157753"/>
                        <a:pt x="26397" y="165156"/>
                        <a:pt x="35033" y="161454"/>
                      </a:cubicBezTo>
                      <a:cubicBezTo>
                        <a:pt x="43670" y="157753"/>
                        <a:pt x="43670" y="147882"/>
                        <a:pt x="44904" y="139245"/>
                      </a:cubicBezTo>
                      <a:cubicBezTo>
                        <a:pt x="49839" y="142947"/>
                        <a:pt x="54775" y="145414"/>
                        <a:pt x="60944" y="141713"/>
                      </a:cubicBezTo>
                      <a:cubicBezTo>
                        <a:pt x="65879" y="138011"/>
                        <a:pt x="68347" y="129374"/>
                        <a:pt x="69581" y="121972"/>
                      </a:cubicBezTo>
                      <a:cubicBezTo>
                        <a:pt x="74516" y="125673"/>
                        <a:pt x="78217" y="128141"/>
                        <a:pt x="83153" y="130608"/>
                      </a:cubicBezTo>
                      <a:cubicBezTo>
                        <a:pt x="84386" y="130608"/>
                        <a:pt x="84386" y="130608"/>
                        <a:pt x="85620" y="129374"/>
                      </a:cubicBezTo>
                      <a:cubicBezTo>
                        <a:pt x="88088" y="125673"/>
                        <a:pt x="88088" y="121972"/>
                        <a:pt x="90556" y="118270"/>
                      </a:cubicBezTo>
                      <a:cubicBezTo>
                        <a:pt x="95491" y="109633"/>
                        <a:pt x="100427" y="117036"/>
                        <a:pt x="106596" y="119504"/>
                      </a:cubicBezTo>
                      <a:cubicBezTo>
                        <a:pt x="107830" y="119504"/>
                        <a:pt x="109063" y="118270"/>
                        <a:pt x="109063" y="118270"/>
                      </a:cubicBezTo>
                      <a:cubicBezTo>
                        <a:pt x="110297" y="110867"/>
                        <a:pt x="110297" y="96061"/>
                        <a:pt x="117700" y="93593"/>
                      </a:cubicBezTo>
                      <a:cubicBezTo>
                        <a:pt x="125103" y="91126"/>
                        <a:pt x="131272" y="99762"/>
                        <a:pt x="136208" y="104698"/>
                      </a:cubicBezTo>
                      <a:cubicBezTo>
                        <a:pt x="137442" y="105932"/>
                        <a:pt x="139909" y="105932"/>
                        <a:pt x="139909" y="103464"/>
                      </a:cubicBezTo>
                      <a:cubicBezTo>
                        <a:pt x="141143" y="99762"/>
                        <a:pt x="139909" y="94827"/>
                        <a:pt x="141143" y="92359"/>
                      </a:cubicBezTo>
                      <a:cubicBezTo>
                        <a:pt x="142377" y="88658"/>
                        <a:pt x="149780" y="82489"/>
                        <a:pt x="152247" y="83723"/>
                      </a:cubicBezTo>
                      <a:cubicBezTo>
                        <a:pt x="152247" y="83723"/>
                        <a:pt x="157183" y="88658"/>
                        <a:pt x="155949" y="87424"/>
                      </a:cubicBezTo>
                      <a:cubicBezTo>
                        <a:pt x="158416" y="89892"/>
                        <a:pt x="159650" y="84957"/>
                        <a:pt x="159650" y="83723"/>
                      </a:cubicBezTo>
                      <a:cubicBezTo>
                        <a:pt x="158416" y="76320"/>
                        <a:pt x="162118" y="72618"/>
                        <a:pt x="171989" y="73852"/>
                      </a:cubicBezTo>
                      <a:cubicBezTo>
                        <a:pt x="174456" y="76320"/>
                        <a:pt x="175690" y="73852"/>
                        <a:pt x="175690" y="71384"/>
                      </a:cubicBezTo>
                      <a:cubicBezTo>
                        <a:pt x="178158" y="65215"/>
                        <a:pt x="180626" y="65215"/>
                        <a:pt x="185561" y="68917"/>
                      </a:cubicBezTo>
                      <a:cubicBezTo>
                        <a:pt x="186795" y="70150"/>
                        <a:pt x="188029" y="68917"/>
                        <a:pt x="188029" y="67683"/>
                      </a:cubicBezTo>
                      <a:cubicBezTo>
                        <a:pt x="189262" y="62747"/>
                        <a:pt x="189262" y="56578"/>
                        <a:pt x="191730" y="51643"/>
                      </a:cubicBezTo>
                      <a:cubicBezTo>
                        <a:pt x="192964" y="46708"/>
                        <a:pt x="197899" y="41772"/>
                        <a:pt x="202834" y="44240"/>
                      </a:cubicBezTo>
                      <a:cubicBezTo>
                        <a:pt x="205302" y="44240"/>
                        <a:pt x="207770" y="47942"/>
                        <a:pt x="209004" y="49175"/>
                      </a:cubicBezTo>
                      <a:cubicBezTo>
                        <a:pt x="215173" y="52877"/>
                        <a:pt x="221342" y="54111"/>
                        <a:pt x="227511" y="49175"/>
                      </a:cubicBezTo>
                      <a:cubicBezTo>
                        <a:pt x="237382" y="41772"/>
                        <a:pt x="236148" y="24499"/>
                        <a:pt x="236148" y="10927"/>
                      </a:cubicBezTo>
                      <a:cubicBezTo>
                        <a:pt x="247253" y="25732"/>
                        <a:pt x="262059" y="40539"/>
                        <a:pt x="264526" y="59046"/>
                      </a:cubicBezTo>
                      <a:cubicBezTo>
                        <a:pt x="264526" y="62747"/>
                        <a:pt x="268228" y="61513"/>
                        <a:pt x="268228" y="57812"/>
                      </a:cubicBezTo>
                      <a:cubicBezTo>
                        <a:pt x="271929" y="35603"/>
                        <a:pt x="248486" y="18329"/>
                        <a:pt x="237382" y="1056"/>
                      </a:cubicBezTo>
                      <a:close/>
                    </a:path>
                  </a:pathLst>
                </a:custGeom>
                <a:solidFill>
                  <a:srgbClr val="000000"/>
                </a:solidFill>
                <a:ln w="12320" cap="flat">
                  <a:noFill/>
                  <a:prstDash val="solid"/>
                  <a:miter/>
                </a:ln>
              </p:spPr>
              <p:txBody>
                <a:bodyPr rtlCol="0" anchor="ctr"/>
                <a:lstStyle/>
                <a:p>
                  <a:endParaRPr lang="en-US"/>
                </a:p>
              </p:txBody>
            </p:sp>
          </p:grpSp>
        </p:grpSp>
        <p:grpSp>
          <p:nvGrpSpPr>
            <p:cNvPr id="261" name="Graphic 6">
              <a:extLst>
                <a:ext uri="{FF2B5EF4-FFF2-40B4-BE49-F238E27FC236}">
                  <a16:creationId xmlns:a16="http://schemas.microsoft.com/office/drawing/2014/main" id="{31113BDC-2845-441C-B626-57D5D70A544F}"/>
                </a:ext>
              </a:extLst>
            </p:cNvPr>
            <p:cNvGrpSpPr/>
            <p:nvPr/>
          </p:nvGrpSpPr>
          <p:grpSpPr>
            <a:xfrm>
              <a:off x="9355537" y="2591990"/>
              <a:ext cx="1645183" cy="2840743"/>
              <a:chOff x="9355537" y="2591990"/>
              <a:chExt cx="1645183" cy="2840743"/>
            </a:xfrm>
          </p:grpSpPr>
          <p:grpSp>
            <p:nvGrpSpPr>
              <p:cNvPr id="262" name="Graphic 6">
                <a:extLst>
                  <a:ext uri="{FF2B5EF4-FFF2-40B4-BE49-F238E27FC236}">
                    <a16:creationId xmlns:a16="http://schemas.microsoft.com/office/drawing/2014/main" id="{31113BDC-2845-441C-B626-57D5D70A544F}"/>
                  </a:ext>
                </a:extLst>
              </p:cNvPr>
              <p:cNvGrpSpPr/>
              <p:nvPr/>
            </p:nvGrpSpPr>
            <p:grpSpPr>
              <a:xfrm>
                <a:off x="9355537" y="2591990"/>
                <a:ext cx="1645183" cy="2119473"/>
                <a:chOff x="9355537" y="2591990"/>
                <a:chExt cx="1645183" cy="2119473"/>
              </a:xfrm>
            </p:grpSpPr>
            <p:grpSp>
              <p:nvGrpSpPr>
                <p:cNvPr id="263" name="Graphic 6">
                  <a:extLst>
                    <a:ext uri="{FF2B5EF4-FFF2-40B4-BE49-F238E27FC236}">
                      <a16:creationId xmlns:a16="http://schemas.microsoft.com/office/drawing/2014/main" id="{31113BDC-2845-441C-B626-57D5D70A544F}"/>
                    </a:ext>
                  </a:extLst>
                </p:cNvPr>
                <p:cNvGrpSpPr/>
                <p:nvPr/>
              </p:nvGrpSpPr>
              <p:grpSpPr>
                <a:xfrm>
                  <a:off x="9355537" y="2591990"/>
                  <a:ext cx="1645183" cy="2119473"/>
                  <a:chOff x="9355537" y="2591990"/>
                  <a:chExt cx="1645183" cy="2119473"/>
                </a:xfrm>
              </p:grpSpPr>
              <p:sp>
                <p:nvSpPr>
                  <p:cNvPr id="264" name="Freeform: Shape 263">
                    <a:extLst>
                      <a:ext uri="{FF2B5EF4-FFF2-40B4-BE49-F238E27FC236}">
                        <a16:creationId xmlns:a16="http://schemas.microsoft.com/office/drawing/2014/main" id="{FEB97F84-D0CA-41A4-8221-C430B82C5BAD}"/>
                      </a:ext>
                    </a:extLst>
                  </p:cNvPr>
                  <p:cNvSpPr/>
                  <p:nvPr/>
                </p:nvSpPr>
                <p:spPr>
                  <a:xfrm>
                    <a:off x="9356771" y="4337390"/>
                    <a:ext cx="331660" cy="374073"/>
                  </a:xfrm>
                  <a:custGeom>
                    <a:avLst/>
                    <a:gdLst>
                      <a:gd name="connsiteX0" fmla="*/ 331661 w 331660"/>
                      <a:gd name="connsiteY0" fmla="*/ 164100 h 374073"/>
                      <a:gd name="connsiteX1" fmla="*/ 76257 w 331660"/>
                      <a:gd name="connsiteY1" fmla="*/ 336837 h 374073"/>
                      <a:gd name="connsiteX2" fmla="*/ 25670 w 331660"/>
                      <a:gd name="connsiteY2" fmla="*/ 371384 h 374073"/>
                      <a:gd name="connsiteX3" fmla="*/ 25670 w 331660"/>
                      <a:gd name="connsiteY3" fmla="*/ 371384 h 374073"/>
                      <a:gd name="connsiteX4" fmla="*/ 4695 w 331660"/>
                      <a:gd name="connsiteY4" fmla="*/ 368916 h 374073"/>
                      <a:gd name="connsiteX5" fmla="*/ 993 w 331660"/>
                      <a:gd name="connsiteY5" fmla="*/ 352876 h 374073"/>
                      <a:gd name="connsiteX6" fmla="*/ 993 w 331660"/>
                      <a:gd name="connsiteY6" fmla="*/ 352876 h 374073"/>
                      <a:gd name="connsiteX7" fmla="*/ 23202 w 331660"/>
                      <a:gd name="connsiteY7" fmla="*/ 287483 h 374073"/>
                      <a:gd name="connsiteX8" fmla="*/ 119441 w 331660"/>
                      <a:gd name="connsiteY8" fmla="*/ 0 h 374073"/>
                      <a:gd name="connsiteX9" fmla="*/ 204576 w 331660"/>
                      <a:gd name="connsiteY9" fmla="*/ 66627 h 374073"/>
                      <a:gd name="connsiteX10" fmla="*/ 331661 w 331660"/>
                      <a:gd name="connsiteY10" fmla="*/ 164100 h 37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1660" h="374073">
                        <a:moveTo>
                          <a:pt x="331661" y="164100"/>
                        </a:moveTo>
                        <a:lnTo>
                          <a:pt x="76257" y="336837"/>
                        </a:lnTo>
                        <a:lnTo>
                          <a:pt x="25670" y="371384"/>
                        </a:lnTo>
                        <a:lnTo>
                          <a:pt x="25670" y="371384"/>
                        </a:lnTo>
                        <a:cubicBezTo>
                          <a:pt x="18267" y="376319"/>
                          <a:pt x="10864" y="373852"/>
                          <a:pt x="4695" y="368916"/>
                        </a:cubicBezTo>
                        <a:cubicBezTo>
                          <a:pt x="993" y="365215"/>
                          <a:pt x="-1474" y="359045"/>
                          <a:pt x="993" y="352876"/>
                        </a:cubicBezTo>
                        <a:cubicBezTo>
                          <a:pt x="993" y="352876"/>
                          <a:pt x="993" y="352876"/>
                          <a:pt x="993" y="352876"/>
                        </a:cubicBezTo>
                        <a:lnTo>
                          <a:pt x="23202" y="287483"/>
                        </a:lnTo>
                        <a:lnTo>
                          <a:pt x="119441" y="0"/>
                        </a:lnTo>
                        <a:lnTo>
                          <a:pt x="204576" y="66627"/>
                        </a:lnTo>
                        <a:lnTo>
                          <a:pt x="331661" y="164100"/>
                        </a:lnTo>
                        <a:close/>
                      </a:path>
                    </a:pathLst>
                  </a:custGeom>
                  <a:solidFill>
                    <a:srgbClr val="FFA8A7"/>
                  </a:solidFill>
                  <a:ln w="12320"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2C045303-3B98-4C2E-9524-D7FE8ACFC283}"/>
                      </a:ext>
                    </a:extLst>
                  </p:cNvPr>
                  <p:cNvSpPr/>
                  <p:nvPr/>
                </p:nvSpPr>
                <p:spPr>
                  <a:xfrm>
                    <a:off x="9355537" y="4337390"/>
                    <a:ext cx="204575" cy="368915"/>
                  </a:xfrm>
                  <a:custGeom>
                    <a:avLst/>
                    <a:gdLst>
                      <a:gd name="connsiteX0" fmla="*/ 204576 w 204575"/>
                      <a:gd name="connsiteY0" fmla="*/ 65393 h 368915"/>
                      <a:gd name="connsiteX1" fmla="*/ 36775 w 204575"/>
                      <a:gd name="connsiteY1" fmla="*/ 320797 h 368915"/>
                      <a:gd name="connsiteX2" fmla="*/ 4695 w 204575"/>
                      <a:gd name="connsiteY2" fmla="*/ 368916 h 368915"/>
                      <a:gd name="connsiteX3" fmla="*/ 993 w 204575"/>
                      <a:gd name="connsiteY3" fmla="*/ 352876 h 368915"/>
                      <a:gd name="connsiteX4" fmla="*/ 993 w 204575"/>
                      <a:gd name="connsiteY4" fmla="*/ 352876 h 368915"/>
                      <a:gd name="connsiteX5" fmla="*/ 23202 w 204575"/>
                      <a:gd name="connsiteY5" fmla="*/ 287483 h 368915"/>
                      <a:gd name="connsiteX6" fmla="*/ 119441 w 204575"/>
                      <a:gd name="connsiteY6" fmla="*/ 0 h 368915"/>
                      <a:gd name="connsiteX7" fmla="*/ 204576 w 204575"/>
                      <a:gd name="connsiteY7" fmla="*/ 65393 h 368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4575" h="368915">
                        <a:moveTo>
                          <a:pt x="204576" y="65393"/>
                        </a:moveTo>
                        <a:lnTo>
                          <a:pt x="36775" y="320797"/>
                        </a:lnTo>
                        <a:lnTo>
                          <a:pt x="4695" y="368916"/>
                        </a:lnTo>
                        <a:cubicBezTo>
                          <a:pt x="993" y="365215"/>
                          <a:pt x="-1474" y="359045"/>
                          <a:pt x="993" y="352876"/>
                        </a:cubicBezTo>
                        <a:cubicBezTo>
                          <a:pt x="993" y="352876"/>
                          <a:pt x="993" y="352876"/>
                          <a:pt x="993" y="352876"/>
                        </a:cubicBezTo>
                        <a:lnTo>
                          <a:pt x="23202" y="287483"/>
                        </a:lnTo>
                        <a:lnTo>
                          <a:pt x="119441" y="0"/>
                        </a:lnTo>
                        <a:lnTo>
                          <a:pt x="204576" y="65393"/>
                        </a:lnTo>
                        <a:close/>
                      </a:path>
                    </a:pathLst>
                  </a:custGeom>
                  <a:solidFill>
                    <a:srgbClr val="FFC4C3"/>
                  </a:solidFill>
                  <a:ln w="12320"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3EE2499C-420C-48CE-BB7E-C97415A376D4}"/>
                      </a:ext>
                    </a:extLst>
                  </p:cNvPr>
                  <p:cNvSpPr/>
                  <p:nvPr/>
                </p:nvSpPr>
                <p:spPr>
                  <a:xfrm>
                    <a:off x="9355537" y="4624873"/>
                    <a:ext cx="76257" cy="86590"/>
                  </a:xfrm>
                  <a:custGeom>
                    <a:avLst/>
                    <a:gdLst>
                      <a:gd name="connsiteX0" fmla="*/ 76257 w 76257"/>
                      <a:gd name="connsiteY0" fmla="*/ 49353 h 86590"/>
                      <a:gd name="connsiteX1" fmla="*/ 25670 w 76257"/>
                      <a:gd name="connsiteY1" fmla="*/ 83900 h 86590"/>
                      <a:gd name="connsiteX2" fmla="*/ 25670 w 76257"/>
                      <a:gd name="connsiteY2" fmla="*/ 83900 h 86590"/>
                      <a:gd name="connsiteX3" fmla="*/ 4695 w 76257"/>
                      <a:gd name="connsiteY3" fmla="*/ 81433 h 86590"/>
                      <a:gd name="connsiteX4" fmla="*/ 993 w 76257"/>
                      <a:gd name="connsiteY4" fmla="*/ 65393 h 86590"/>
                      <a:gd name="connsiteX5" fmla="*/ 993 w 76257"/>
                      <a:gd name="connsiteY5" fmla="*/ 65393 h 86590"/>
                      <a:gd name="connsiteX6" fmla="*/ 23202 w 76257"/>
                      <a:gd name="connsiteY6" fmla="*/ 0 h 86590"/>
                      <a:gd name="connsiteX7" fmla="*/ 36775 w 76257"/>
                      <a:gd name="connsiteY7" fmla="*/ 33313 h 86590"/>
                      <a:gd name="connsiteX8" fmla="*/ 76257 w 76257"/>
                      <a:gd name="connsiteY8" fmla="*/ 49353 h 86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57" h="86590">
                        <a:moveTo>
                          <a:pt x="76257" y="49353"/>
                        </a:moveTo>
                        <a:lnTo>
                          <a:pt x="25670" y="83900"/>
                        </a:lnTo>
                        <a:lnTo>
                          <a:pt x="25670" y="83900"/>
                        </a:lnTo>
                        <a:cubicBezTo>
                          <a:pt x="18267" y="88836"/>
                          <a:pt x="10864" y="86368"/>
                          <a:pt x="4695" y="81433"/>
                        </a:cubicBezTo>
                        <a:cubicBezTo>
                          <a:pt x="993" y="77731"/>
                          <a:pt x="-1474" y="71562"/>
                          <a:pt x="993" y="65393"/>
                        </a:cubicBezTo>
                        <a:cubicBezTo>
                          <a:pt x="993" y="65393"/>
                          <a:pt x="993" y="65393"/>
                          <a:pt x="993" y="65393"/>
                        </a:cubicBezTo>
                        <a:lnTo>
                          <a:pt x="23202" y="0"/>
                        </a:lnTo>
                        <a:cubicBezTo>
                          <a:pt x="25670" y="14806"/>
                          <a:pt x="30605" y="25910"/>
                          <a:pt x="36775" y="33313"/>
                        </a:cubicBezTo>
                        <a:cubicBezTo>
                          <a:pt x="46645" y="43184"/>
                          <a:pt x="58983" y="49353"/>
                          <a:pt x="76257" y="49353"/>
                        </a:cubicBezTo>
                        <a:close/>
                      </a:path>
                    </a:pathLst>
                  </a:custGeom>
                  <a:solidFill>
                    <a:srgbClr val="37474F"/>
                  </a:solidFill>
                  <a:ln w="12320"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12A1B2E4-00A7-44B4-B047-0CF10A84678E}"/>
                      </a:ext>
                    </a:extLst>
                  </p:cNvPr>
                  <p:cNvSpPr/>
                  <p:nvPr/>
                </p:nvSpPr>
                <p:spPr>
                  <a:xfrm>
                    <a:off x="9474978" y="2874064"/>
                    <a:ext cx="1315265" cy="1631262"/>
                  </a:xfrm>
                  <a:custGeom>
                    <a:avLst/>
                    <a:gdLst>
                      <a:gd name="connsiteX0" fmla="*/ 1107982 w 1315265"/>
                      <a:gd name="connsiteY0" fmla="*/ 0 h 1631262"/>
                      <a:gd name="connsiteX1" fmla="*/ 1087007 w 1315265"/>
                      <a:gd name="connsiteY1" fmla="*/ 28378 h 1631262"/>
                      <a:gd name="connsiteX2" fmla="*/ 1061096 w 1315265"/>
                      <a:gd name="connsiteY2" fmla="*/ 62925 h 1631262"/>
                      <a:gd name="connsiteX3" fmla="*/ 0 w 1315265"/>
                      <a:gd name="connsiteY3" fmla="*/ 1462092 h 1631262"/>
                      <a:gd name="connsiteX4" fmla="*/ 57990 w 1315265"/>
                      <a:gd name="connsiteY4" fmla="*/ 1573136 h 1631262"/>
                      <a:gd name="connsiteX5" fmla="*/ 212219 w 1315265"/>
                      <a:gd name="connsiteY5" fmla="*/ 1627425 h 1631262"/>
                      <a:gd name="connsiteX6" fmla="*/ 1265912 w 1315265"/>
                      <a:gd name="connsiteY6" fmla="*/ 236896 h 1631262"/>
                      <a:gd name="connsiteX7" fmla="*/ 1315266 w 1315265"/>
                      <a:gd name="connsiteY7" fmla="*/ 171503 h 1631262"/>
                      <a:gd name="connsiteX8" fmla="*/ 1107982 w 1315265"/>
                      <a:gd name="connsiteY8" fmla="*/ 0 h 163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5265" h="1631262">
                        <a:moveTo>
                          <a:pt x="1107982" y="0"/>
                        </a:moveTo>
                        <a:lnTo>
                          <a:pt x="1087007" y="28378"/>
                        </a:lnTo>
                        <a:lnTo>
                          <a:pt x="1061096" y="62925"/>
                        </a:lnTo>
                        <a:lnTo>
                          <a:pt x="0" y="1462092"/>
                        </a:lnTo>
                        <a:cubicBezTo>
                          <a:pt x="2468" y="1505276"/>
                          <a:pt x="27144" y="1543525"/>
                          <a:pt x="57990" y="1573136"/>
                        </a:cubicBezTo>
                        <a:cubicBezTo>
                          <a:pt x="106110" y="1617555"/>
                          <a:pt x="171503" y="1640997"/>
                          <a:pt x="212219" y="1627425"/>
                        </a:cubicBezTo>
                        <a:lnTo>
                          <a:pt x="1265912" y="236896"/>
                        </a:lnTo>
                        <a:lnTo>
                          <a:pt x="1315266" y="171503"/>
                        </a:lnTo>
                        <a:cubicBezTo>
                          <a:pt x="1281952" y="212219"/>
                          <a:pt x="1074668" y="41950"/>
                          <a:pt x="1107982" y="0"/>
                        </a:cubicBezTo>
                        <a:close/>
                      </a:path>
                    </a:pathLst>
                  </a:custGeom>
                  <a:solidFill>
                    <a:srgbClr val="263238"/>
                  </a:solidFill>
                  <a:ln w="12320"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4D81A9A6-F99B-4286-B2E6-5DA4DD3FB581}"/>
                      </a:ext>
                    </a:extLst>
                  </p:cNvPr>
                  <p:cNvSpPr/>
                  <p:nvPr/>
                </p:nvSpPr>
                <p:spPr>
                  <a:xfrm>
                    <a:off x="9474978" y="2902443"/>
                    <a:ext cx="1142529" cy="1544758"/>
                  </a:xfrm>
                  <a:custGeom>
                    <a:avLst/>
                    <a:gdLst>
                      <a:gd name="connsiteX0" fmla="*/ 1087007 w 1142529"/>
                      <a:gd name="connsiteY0" fmla="*/ 0 h 1544758"/>
                      <a:gd name="connsiteX1" fmla="*/ 1061096 w 1142529"/>
                      <a:gd name="connsiteY1" fmla="*/ 34547 h 1544758"/>
                      <a:gd name="connsiteX2" fmla="*/ 0 w 1142529"/>
                      <a:gd name="connsiteY2" fmla="*/ 1433713 h 1544758"/>
                      <a:gd name="connsiteX3" fmla="*/ 57990 w 1142529"/>
                      <a:gd name="connsiteY3" fmla="*/ 1544758 h 1544758"/>
                      <a:gd name="connsiteX4" fmla="*/ 1142529 w 1142529"/>
                      <a:gd name="connsiteY4" fmla="*/ 98707 h 1544758"/>
                      <a:gd name="connsiteX5" fmla="*/ 1087007 w 1142529"/>
                      <a:gd name="connsiteY5" fmla="*/ 0 h 1544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2529" h="1544758">
                        <a:moveTo>
                          <a:pt x="1087007" y="0"/>
                        </a:moveTo>
                        <a:lnTo>
                          <a:pt x="1061096" y="34547"/>
                        </a:lnTo>
                        <a:lnTo>
                          <a:pt x="0" y="1433713"/>
                        </a:lnTo>
                        <a:cubicBezTo>
                          <a:pt x="2468" y="1476898"/>
                          <a:pt x="27144" y="1515146"/>
                          <a:pt x="57990" y="1544758"/>
                        </a:cubicBezTo>
                        <a:lnTo>
                          <a:pt x="1142529" y="98707"/>
                        </a:lnTo>
                        <a:lnTo>
                          <a:pt x="1087007" y="0"/>
                        </a:lnTo>
                        <a:close/>
                      </a:path>
                    </a:pathLst>
                  </a:custGeom>
                  <a:solidFill>
                    <a:srgbClr val="37474F"/>
                  </a:solidFill>
                  <a:ln w="12320"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F25AC9B2-839D-487E-B276-40677920722F}"/>
                      </a:ext>
                    </a:extLst>
                  </p:cNvPr>
                  <p:cNvSpPr/>
                  <p:nvPr/>
                </p:nvSpPr>
                <p:spPr>
                  <a:xfrm>
                    <a:off x="10449643" y="2982642"/>
                    <a:ext cx="261635" cy="239517"/>
                  </a:xfrm>
                  <a:custGeom>
                    <a:avLst/>
                    <a:gdLst>
                      <a:gd name="connsiteX0" fmla="*/ 51884 w 261635"/>
                      <a:gd name="connsiteY0" fmla="*/ 0 h 239517"/>
                      <a:gd name="connsiteX1" fmla="*/ 3764 w 261635"/>
                      <a:gd name="connsiteY1" fmla="*/ 62925 h 239517"/>
                      <a:gd name="connsiteX2" fmla="*/ 61754 w 261635"/>
                      <a:gd name="connsiteY2" fmla="*/ 160398 h 239517"/>
                      <a:gd name="connsiteX3" fmla="*/ 213516 w 261635"/>
                      <a:gd name="connsiteY3" fmla="*/ 233194 h 239517"/>
                      <a:gd name="connsiteX4" fmla="*/ 261635 w 261635"/>
                      <a:gd name="connsiteY4" fmla="*/ 169035 h 239517"/>
                      <a:gd name="connsiteX5" fmla="*/ 108640 w 261635"/>
                      <a:gd name="connsiteY5" fmla="*/ 96239 h 239517"/>
                      <a:gd name="connsiteX6" fmla="*/ 49416 w 261635"/>
                      <a:gd name="connsiteY6" fmla="*/ 1234 h 239517"/>
                      <a:gd name="connsiteX7" fmla="*/ 49416 w 261635"/>
                      <a:gd name="connsiteY7" fmla="*/ 1234 h 239517"/>
                      <a:gd name="connsiteX8" fmla="*/ 51884 w 261635"/>
                      <a:gd name="connsiteY8" fmla="*/ 0 h 239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635" h="239517">
                        <a:moveTo>
                          <a:pt x="51884" y="0"/>
                        </a:moveTo>
                        <a:lnTo>
                          <a:pt x="3764" y="62925"/>
                        </a:lnTo>
                        <a:cubicBezTo>
                          <a:pt x="-11042" y="80199"/>
                          <a:pt x="19804" y="122149"/>
                          <a:pt x="61754" y="160398"/>
                        </a:cubicBezTo>
                        <a:cubicBezTo>
                          <a:pt x="117277" y="210985"/>
                          <a:pt x="193775" y="256637"/>
                          <a:pt x="213516" y="233194"/>
                        </a:cubicBezTo>
                        <a:lnTo>
                          <a:pt x="261635" y="169035"/>
                        </a:lnTo>
                        <a:cubicBezTo>
                          <a:pt x="241894" y="192478"/>
                          <a:pt x="165396" y="148060"/>
                          <a:pt x="108640" y="96239"/>
                        </a:cubicBezTo>
                        <a:cubicBezTo>
                          <a:pt x="67923" y="59224"/>
                          <a:pt x="39545" y="19741"/>
                          <a:pt x="49416" y="1234"/>
                        </a:cubicBezTo>
                        <a:lnTo>
                          <a:pt x="49416" y="1234"/>
                        </a:lnTo>
                        <a:cubicBezTo>
                          <a:pt x="50650" y="1234"/>
                          <a:pt x="50650" y="0"/>
                          <a:pt x="51884" y="0"/>
                        </a:cubicBezTo>
                        <a:close/>
                      </a:path>
                    </a:pathLst>
                  </a:custGeom>
                  <a:solidFill>
                    <a:srgbClr val="F0F0F0"/>
                  </a:solidFill>
                  <a:ln w="12320"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59BD1EAF-00F9-48AD-B2FF-CC8F06E1ACD0}"/>
                      </a:ext>
                    </a:extLst>
                  </p:cNvPr>
                  <p:cNvSpPr/>
                  <p:nvPr/>
                </p:nvSpPr>
                <p:spPr>
                  <a:xfrm>
                    <a:off x="10448409" y="2981408"/>
                    <a:ext cx="109874" cy="160398"/>
                  </a:xfrm>
                  <a:custGeom>
                    <a:avLst/>
                    <a:gdLst>
                      <a:gd name="connsiteX0" fmla="*/ 109874 w 109874"/>
                      <a:gd name="connsiteY0" fmla="*/ 97473 h 160398"/>
                      <a:gd name="connsiteX1" fmla="*/ 50650 w 109874"/>
                      <a:gd name="connsiteY1" fmla="*/ 2468 h 160398"/>
                      <a:gd name="connsiteX2" fmla="*/ 50650 w 109874"/>
                      <a:gd name="connsiteY2" fmla="*/ 2468 h 160398"/>
                      <a:gd name="connsiteX3" fmla="*/ 51884 w 109874"/>
                      <a:gd name="connsiteY3" fmla="*/ 0 h 160398"/>
                      <a:gd name="connsiteX4" fmla="*/ 3764 w 109874"/>
                      <a:gd name="connsiteY4" fmla="*/ 62926 h 160398"/>
                      <a:gd name="connsiteX5" fmla="*/ 61754 w 109874"/>
                      <a:gd name="connsiteY5" fmla="*/ 160398 h 160398"/>
                      <a:gd name="connsiteX6" fmla="*/ 109874 w 109874"/>
                      <a:gd name="connsiteY6" fmla="*/ 97473 h 160398"/>
                      <a:gd name="connsiteX7" fmla="*/ 109874 w 109874"/>
                      <a:gd name="connsiteY7" fmla="*/ 97473 h 16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874" h="160398">
                        <a:moveTo>
                          <a:pt x="109874" y="97473"/>
                        </a:moveTo>
                        <a:cubicBezTo>
                          <a:pt x="69157" y="60458"/>
                          <a:pt x="40779" y="20975"/>
                          <a:pt x="50650" y="2468"/>
                        </a:cubicBezTo>
                        <a:lnTo>
                          <a:pt x="50650" y="2468"/>
                        </a:lnTo>
                        <a:cubicBezTo>
                          <a:pt x="50650" y="1234"/>
                          <a:pt x="51884" y="1234"/>
                          <a:pt x="51884" y="0"/>
                        </a:cubicBezTo>
                        <a:lnTo>
                          <a:pt x="3764" y="62926"/>
                        </a:lnTo>
                        <a:cubicBezTo>
                          <a:pt x="-11042" y="80199"/>
                          <a:pt x="19804" y="122149"/>
                          <a:pt x="61754" y="160398"/>
                        </a:cubicBezTo>
                        <a:lnTo>
                          <a:pt x="109874" y="97473"/>
                        </a:lnTo>
                        <a:lnTo>
                          <a:pt x="109874" y="97473"/>
                        </a:lnTo>
                        <a:close/>
                      </a:path>
                    </a:pathLst>
                  </a:custGeom>
                  <a:solidFill>
                    <a:srgbClr val="FAFAFA"/>
                  </a:solidFill>
                  <a:ln w="12320"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1C58F12E-5416-4AE4-B59F-55F507E2020E}"/>
                      </a:ext>
                    </a:extLst>
                  </p:cNvPr>
                  <p:cNvSpPr/>
                  <p:nvPr/>
                </p:nvSpPr>
                <p:spPr>
                  <a:xfrm>
                    <a:off x="10485597" y="2934522"/>
                    <a:ext cx="261462" cy="239789"/>
                  </a:xfrm>
                  <a:custGeom>
                    <a:avLst/>
                    <a:gdLst>
                      <a:gd name="connsiteX0" fmla="*/ 3591 w 261462"/>
                      <a:gd name="connsiteY0" fmla="*/ 62926 h 239789"/>
                      <a:gd name="connsiteX1" fmla="*/ 213343 w 261462"/>
                      <a:gd name="connsiteY1" fmla="*/ 233194 h 239789"/>
                      <a:gd name="connsiteX2" fmla="*/ 261462 w 261462"/>
                      <a:gd name="connsiteY2" fmla="*/ 170269 h 239789"/>
                      <a:gd name="connsiteX3" fmla="*/ 52945 w 261462"/>
                      <a:gd name="connsiteY3" fmla="*/ 0 h 239789"/>
                      <a:gd name="connsiteX4" fmla="*/ 3591 w 261462"/>
                      <a:gd name="connsiteY4" fmla="*/ 62926 h 239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462" h="239789">
                        <a:moveTo>
                          <a:pt x="3591" y="62926"/>
                        </a:moveTo>
                        <a:cubicBezTo>
                          <a:pt x="-29722" y="104876"/>
                          <a:pt x="178795" y="275145"/>
                          <a:pt x="213343" y="233194"/>
                        </a:cubicBezTo>
                        <a:lnTo>
                          <a:pt x="261462" y="170269"/>
                        </a:lnTo>
                        <a:cubicBezTo>
                          <a:pt x="228149" y="212219"/>
                          <a:pt x="18397" y="41950"/>
                          <a:pt x="52945" y="0"/>
                        </a:cubicBezTo>
                        <a:lnTo>
                          <a:pt x="3591" y="62926"/>
                        </a:lnTo>
                        <a:close/>
                      </a:path>
                    </a:pathLst>
                  </a:custGeom>
                  <a:solidFill>
                    <a:schemeClr val="accent2"/>
                  </a:solidFill>
                  <a:ln w="12320"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CD21E400-2668-402A-9870-F36FB84F26ED}"/>
                      </a:ext>
                    </a:extLst>
                  </p:cNvPr>
                  <p:cNvSpPr/>
                  <p:nvPr/>
                </p:nvSpPr>
                <p:spPr>
                  <a:xfrm>
                    <a:off x="10531113" y="2874064"/>
                    <a:ext cx="259130" cy="240998"/>
                  </a:xfrm>
                  <a:custGeom>
                    <a:avLst/>
                    <a:gdLst>
                      <a:gd name="connsiteX0" fmla="*/ 51847 w 259130"/>
                      <a:gd name="connsiteY0" fmla="*/ 0 h 240998"/>
                      <a:gd name="connsiteX1" fmla="*/ 3727 w 259130"/>
                      <a:gd name="connsiteY1" fmla="*/ 62925 h 240998"/>
                      <a:gd name="connsiteX2" fmla="*/ 209778 w 259130"/>
                      <a:gd name="connsiteY2" fmla="*/ 236896 h 240998"/>
                      <a:gd name="connsiteX3" fmla="*/ 212246 w 259130"/>
                      <a:gd name="connsiteY3" fmla="*/ 234428 h 240998"/>
                      <a:gd name="connsiteX4" fmla="*/ 259131 w 259130"/>
                      <a:gd name="connsiteY4" fmla="*/ 171503 h 240998"/>
                      <a:gd name="connsiteX5" fmla="*/ 51847 w 259130"/>
                      <a:gd name="connsiteY5" fmla="*/ 0 h 240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9130" h="240998">
                        <a:moveTo>
                          <a:pt x="51847" y="0"/>
                        </a:moveTo>
                        <a:lnTo>
                          <a:pt x="3727" y="62925"/>
                        </a:lnTo>
                        <a:cubicBezTo>
                          <a:pt x="-29586" y="103642"/>
                          <a:pt x="170295" y="268976"/>
                          <a:pt x="209778" y="236896"/>
                        </a:cubicBezTo>
                        <a:cubicBezTo>
                          <a:pt x="211012" y="236896"/>
                          <a:pt x="211012" y="235662"/>
                          <a:pt x="212246" y="234428"/>
                        </a:cubicBezTo>
                        <a:lnTo>
                          <a:pt x="259131" y="171503"/>
                        </a:lnTo>
                        <a:cubicBezTo>
                          <a:pt x="225817" y="212219"/>
                          <a:pt x="18534" y="41950"/>
                          <a:pt x="51847" y="0"/>
                        </a:cubicBezTo>
                        <a:close/>
                      </a:path>
                    </a:pathLst>
                  </a:custGeom>
                  <a:solidFill>
                    <a:srgbClr val="F0F0F0"/>
                  </a:solidFill>
                  <a:ln w="12320"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83E02D45-F333-4BD9-9A11-1B97F6087B27}"/>
                      </a:ext>
                    </a:extLst>
                  </p:cNvPr>
                  <p:cNvSpPr/>
                  <p:nvPr/>
                </p:nvSpPr>
                <p:spPr>
                  <a:xfrm>
                    <a:off x="10580328" y="2591990"/>
                    <a:ext cx="420392" cy="461023"/>
                  </a:xfrm>
                  <a:custGeom>
                    <a:avLst/>
                    <a:gdLst>
                      <a:gd name="connsiteX0" fmla="*/ 204980 w 420392"/>
                      <a:gd name="connsiteY0" fmla="*/ 18034 h 461023"/>
                      <a:gd name="connsiteX1" fmla="*/ 3865 w 420392"/>
                      <a:gd name="connsiteY1" fmla="*/ 283308 h 461023"/>
                      <a:gd name="connsiteX2" fmla="*/ 60622 w 420392"/>
                      <a:gd name="connsiteY2" fmla="*/ 380781 h 461023"/>
                      <a:gd name="connsiteX3" fmla="*/ 212383 w 420392"/>
                      <a:gd name="connsiteY3" fmla="*/ 454811 h 461023"/>
                      <a:gd name="connsiteX4" fmla="*/ 212383 w 420392"/>
                      <a:gd name="connsiteY4" fmla="*/ 454811 h 461023"/>
                      <a:gd name="connsiteX5" fmla="*/ 406095 w 420392"/>
                      <a:gd name="connsiteY5" fmla="*/ 200641 h 461023"/>
                      <a:gd name="connsiteX6" fmla="*/ 282711 w 420392"/>
                      <a:gd name="connsiteY6" fmla="*/ 6929 h 461023"/>
                      <a:gd name="connsiteX7" fmla="*/ 204980 w 420392"/>
                      <a:gd name="connsiteY7" fmla="*/ 18034 h 46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392" h="461023">
                        <a:moveTo>
                          <a:pt x="204980" y="18034"/>
                        </a:moveTo>
                        <a:lnTo>
                          <a:pt x="3865" y="283308"/>
                        </a:lnTo>
                        <a:cubicBezTo>
                          <a:pt x="-10941" y="300582"/>
                          <a:pt x="18671" y="342532"/>
                          <a:pt x="60622" y="380781"/>
                        </a:cubicBezTo>
                        <a:cubicBezTo>
                          <a:pt x="116144" y="431368"/>
                          <a:pt x="192642" y="478253"/>
                          <a:pt x="212383" y="454811"/>
                        </a:cubicBezTo>
                        <a:cubicBezTo>
                          <a:pt x="212383" y="454811"/>
                          <a:pt x="212383" y="454811"/>
                          <a:pt x="212383" y="454811"/>
                        </a:cubicBezTo>
                        <a:lnTo>
                          <a:pt x="406095" y="200641"/>
                        </a:lnTo>
                        <a:cubicBezTo>
                          <a:pt x="456682" y="145119"/>
                          <a:pt x="362911" y="34074"/>
                          <a:pt x="282711" y="6929"/>
                        </a:cubicBezTo>
                        <a:cubicBezTo>
                          <a:pt x="251866" y="-4175"/>
                          <a:pt x="223488" y="-2941"/>
                          <a:pt x="204980" y="18034"/>
                        </a:cubicBezTo>
                        <a:close/>
                      </a:path>
                    </a:pathLst>
                  </a:custGeom>
                  <a:solidFill>
                    <a:srgbClr val="F28F8F"/>
                  </a:solidFill>
                  <a:ln w="12320"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05A2E749-E4AE-4F4D-92C8-25FB87934A60}"/>
                      </a:ext>
                    </a:extLst>
                  </p:cNvPr>
                  <p:cNvSpPr/>
                  <p:nvPr/>
                </p:nvSpPr>
                <p:spPr>
                  <a:xfrm>
                    <a:off x="10580328" y="2591990"/>
                    <a:ext cx="282711" cy="380780"/>
                  </a:xfrm>
                  <a:custGeom>
                    <a:avLst/>
                    <a:gdLst>
                      <a:gd name="connsiteX0" fmla="*/ 204980 w 282711"/>
                      <a:gd name="connsiteY0" fmla="*/ 18034 h 380780"/>
                      <a:gd name="connsiteX1" fmla="*/ 3865 w 282711"/>
                      <a:gd name="connsiteY1" fmla="*/ 283308 h 380780"/>
                      <a:gd name="connsiteX2" fmla="*/ 60622 w 282711"/>
                      <a:gd name="connsiteY2" fmla="*/ 380781 h 380780"/>
                      <a:gd name="connsiteX3" fmla="*/ 266672 w 282711"/>
                      <a:gd name="connsiteY3" fmla="*/ 122910 h 380780"/>
                      <a:gd name="connsiteX4" fmla="*/ 217318 w 282711"/>
                      <a:gd name="connsiteY4" fmla="*/ 37775 h 380780"/>
                      <a:gd name="connsiteX5" fmla="*/ 282711 w 282711"/>
                      <a:gd name="connsiteY5" fmla="*/ 6929 h 380780"/>
                      <a:gd name="connsiteX6" fmla="*/ 204980 w 282711"/>
                      <a:gd name="connsiteY6" fmla="*/ 18034 h 380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711" h="380780">
                        <a:moveTo>
                          <a:pt x="204980" y="18034"/>
                        </a:moveTo>
                        <a:lnTo>
                          <a:pt x="3865" y="283308"/>
                        </a:lnTo>
                        <a:cubicBezTo>
                          <a:pt x="-10941" y="300582"/>
                          <a:pt x="18671" y="342532"/>
                          <a:pt x="60622" y="380781"/>
                        </a:cubicBezTo>
                        <a:lnTo>
                          <a:pt x="266672" y="122910"/>
                        </a:lnTo>
                        <a:cubicBezTo>
                          <a:pt x="266672" y="122910"/>
                          <a:pt x="212383" y="68621"/>
                          <a:pt x="217318" y="37775"/>
                        </a:cubicBezTo>
                        <a:cubicBezTo>
                          <a:pt x="222254" y="6929"/>
                          <a:pt x="249398" y="760"/>
                          <a:pt x="282711" y="6929"/>
                        </a:cubicBezTo>
                        <a:cubicBezTo>
                          <a:pt x="251866" y="-4175"/>
                          <a:pt x="223488" y="-2941"/>
                          <a:pt x="204980" y="18034"/>
                        </a:cubicBezTo>
                        <a:close/>
                      </a:path>
                    </a:pathLst>
                  </a:custGeom>
                  <a:solidFill>
                    <a:srgbClr val="FFA8A7"/>
                  </a:solidFill>
                  <a:ln w="12320" cap="flat">
                    <a:noFill/>
                    <a:prstDash val="solid"/>
                    <a:miter/>
                  </a:ln>
                </p:spPr>
                <p:txBody>
                  <a:bodyPr rtlCol="0" anchor="ctr"/>
                  <a:lstStyle/>
                  <a:p>
                    <a:endParaRPr lang="en-US"/>
                  </a:p>
                </p:txBody>
              </p:sp>
            </p:grpSp>
            <p:sp>
              <p:nvSpPr>
                <p:cNvPr id="275" name="Freeform: Shape 274">
                  <a:extLst>
                    <a:ext uri="{FF2B5EF4-FFF2-40B4-BE49-F238E27FC236}">
                      <a16:creationId xmlns:a16="http://schemas.microsoft.com/office/drawing/2014/main" id="{2C781690-5315-4D05-B550-57BCFDD0C398}"/>
                    </a:ext>
                  </a:extLst>
                </p:cNvPr>
                <p:cNvSpPr/>
                <p:nvPr/>
              </p:nvSpPr>
              <p:spPr>
                <a:xfrm>
                  <a:off x="10485418" y="2934522"/>
                  <a:ext cx="108646" cy="160398"/>
                </a:xfrm>
                <a:custGeom>
                  <a:avLst/>
                  <a:gdLst>
                    <a:gd name="connsiteX0" fmla="*/ 51890 w 108646"/>
                    <a:gd name="connsiteY0" fmla="*/ 0 h 160398"/>
                    <a:gd name="connsiteX1" fmla="*/ 3771 w 108646"/>
                    <a:gd name="connsiteY1" fmla="*/ 62926 h 160398"/>
                    <a:gd name="connsiteX2" fmla="*/ 60527 w 108646"/>
                    <a:gd name="connsiteY2" fmla="*/ 160398 h 160398"/>
                    <a:gd name="connsiteX3" fmla="*/ 108647 w 108646"/>
                    <a:gd name="connsiteY3" fmla="*/ 97473 h 160398"/>
                    <a:gd name="connsiteX4" fmla="*/ 51890 w 108646"/>
                    <a:gd name="connsiteY4" fmla="*/ 0 h 1603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646" h="160398">
                      <a:moveTo>
                        <a:pt x="51890" y="0"/>
                      </a:moveTo>
                      <a:lnTo>
                        <a:pt x="3771" y="62926"/>
                      </a:lnTo>
                      <a:cubicBezTo>
                        <a:pt x="-11035" y="80199"/>
                        <a:pt x="19811" y="122150"/>
                        <a:pt x="60527" y="160398"/>
                      </a:cubicBezTo>
                      <a:lnTo>
                        <a:pt x="108647" y="97473"/>
                      </a:lnTo>
                      <a:cubicBezTo>
                        <a:pt x="67930" y="59224"/>
                        <a:pt x="37084" y="18507"/>
                        <a:pt x="51890" y="0"/>
                      </a:cubicBezTo>
                      <a:close/>
                    </a:path>
                  </a:pathLst>
                </a:custGeom>
                <a:solidFill>
                  <a:srgbClr val="FFFFFF">
                    <a:alpha val="40000"/>
                  </a:srgbClr>
                </a:solidFill>
                <a:ln w="12320"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F13B9B5F-EF84-46A4-9F0E-44F6122CC0CA}"/>
                    </a:ext>
                  </a:extLst>
                </p:cNvPr>
                <p:cNvSpPr/>
                <p:nvPr/>
              </p:nvSpPr>
              <p:spPr>
                <a:xfrm>
                  <a:off x="10530975" y="2874064"/>
                  <a:ext cx="107507" cy="160398"/>
                </a:xfrm>
                <a:custGeom>
                  <a:avLst/>
                  <a:gdLst>
                    <a:gd name="connsiteX0" fmla="*/ 51985 w 107507"/>
                    <a:gd name="connsiteY0" fmla="*/ 0 h 160398"/>
                    <a:gd name="connsiteX1" fmla="*/ 3865 w 107507"/>
                    <a:gd name="connsiteY1" fmla="*/ 62925 h 160398"/>
                    <a:gd name="connsiteX2" fmla="*/ 60622 w 107507"/>
                    <a:gd name="connsiteY2" fmla="*/ 160398 h 160398"/>
                    <a:gd name="connsiteX3" fmla="*/ 107507 w 107507"/>
                    <a:gd name="connsiteY3" fmla="*/ 97473 h 160398"/>
                    <a:gd name="connsiteX4" fmla="*/ 51985 w 107507"/>
                    <a:gd name="connsiteY4" fmla="*/ 0 h 1603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507" h="160398">
                      <a:moveTo>
                        <a:pt x="51985" y="0"/>
                      </a:moveTo>
                      <a:lnTo>
                        <a:pt x="3865" y="62925"/>
                      </a:lnTo>
                      <a:cubicBezTo>
                        <a:pt x="-10941" y="80199"/>
                        <a:pt x="18671" y="122149"/>
                        <a:pt x="60622" y="160398"/>
                      </a:cubicBezTo>
                      <a:lnTo>
                        <a:pt x="107507" y="97473"/>
                      </a:lnTo>
                      <a:cubicBezTo>
                        <a:pt x="66791" y="59224"/>
                        <a:pt x="37179" y="18507"/>
                        <a:pt x="51985" y="0"/>
                      </a:cubicBezTo>
                      <a:close/>
                    </a:path>
                  </a:pathLst>
                </a:custGeom>
                <a:solidFill>
                  <a:srgbClr val="FAFAFA"/>
                </a:solidFill>
                <a:ln w="12320" cap="flat">
                  <a:noFill/>
                  <a:prstDash val="solid"/>
                  <a:miter/>
                </a:ln>
              </p:spPr>
              <p:txBody>
                <a:bodyPr rtlCol="0" anchor="ctr"/>
                <a:lstStyle/>
                <a:p>
                  <a:endParaRPr lang="en-US"/>
                </a:p>
              </p:txBody>
            </p:sp>
          </p:grpSp>
          <p:grpSp>
            <p:nvGrpSpPr>
              <p:cNvPr id="277" name="Graphic 6">
                <a:extLst>
                  <a:ext uri="{FF2B5EF4-FFF2-40B4-BE49-F238E27FC236}">
                    <a16:creationId xmlns:a16="http://schemas.microsoft.com/office/drawing/2014/main" id="{31113BDC-2845-441C-B626-57D5D70A544F}"/>
                  </a:ext>
                </a:extLst>
              </p:cNvPr>
              <p:cNvGrpSpPr/>
              <p:nvPr/>
            </p:nvGrpSpPr>
            <p:grpSpPr>
              <a:xfrm>
                <a:off x="9734106" y="2822814"/>
                <a:ext cx="995039" cy="2609920"/>
                <a:chOff x="9734106" y="2822814"/>
                <a:chExt cx="995039" cy="2609920"/>
              </a:xfrm>
            </p:grpSpPr>
            <p:grpSp>
              <p:nvGrpSpPr>
                <p:cNvPr id="278" name="Graphic 6">
                  <a:extLst>
                    <a:ext uri="{FF2B5EF4-FFF2-40B4-BE49-F238E27FC236}">
                      <a16:creationId xmlns:a16="http://schemas.microsoft.com/office/drawing/2014/main" id="{31113BDC-2845-441C-B626-57D5D70A544F}"/>
                    </a:ext>
                  </a:extLst>
                </p:cNvPr>
                <p:cNvGrpSpPr/>
                <p:nvPr/>
              </p:nvGrpSpPr>
              <p:grpSpPr>
                <a:xfrm>
                  <a:off x="10459577" y="3273314"/>
                  <a:ext cx="269568" cy="533527"/>
                  <a:chOff x="10459577" y="3273314"/>
                  <a:chExt cx="269568" cy="533527"/>
                </a:xfrm>
              </p:grpSpPr>
              <p:sp>
                <p:nvSpPr>
                  <p:cNvPr id="279" name="Freeform: Shape 278">
                    <a:extLst>
                      <a:ext uri="{FF2B5EF4-FFF2-40B4-BE49-F238E27FC236}">
                        <a16:creationId xmlns:a16="http://schemas.microsoft.com/office/drawing/2014/main" id="{C9D7EB5D-B7BE-4F06-A458-5DABB8660D21}"/>
                      </a:ext>
                    </a:extLst>
                  </p:cNvPr>
                  <p:cNvSpPr/>
                  <p:nvPr/>
                </p:nvSpPr>
                <p:spPr>
                  <a:xfrm>
                    <a:off x="10459577" y="3278711"/>
                    <a:ext cx="269568" cy="528130"/>
                  </a:xfrm>
                  <a:custGeom>
                    <a:avLst/>
                    <a:gdLst>
                      <a:gd name="connsiteX0" fmla="*/ 78965 w 269568"/>
                      <a:gd name="connsiteY0" fmla="*/ 51 h 528130"/>
                      <a:gd name="connsiteX1" fmla="*/ 202348 w 269568"/>
                      <a:gd name="connsiteY1" fmla="*/ 101225 h 528130"/>
                      <a:gd name="connsiteX2" fmla="*/ 265274 w 269568"/>
                      <a:gd name="connsiteY2" fmla="*/ 452867 h 528130"/>
                      <a:gd name="connsiteX3" fmla="*/ 28378 w 269568"/>
                      <a:gd name="connsiteY3" fmla="*/ 528131 h 528130"/>
                      <a:gd name="connsiteX4" fmla="*/ 0 w 269568"/>
                      <a:gd name="connsiteY4" fmla="*/ 414618 h 528130"/>
                      <a:gd name="connsiteX5" fmla="*/ 135722 w 269568"/>
                      <a:gd name="connsiteY5" fmla="*/ 386240 h 528130"/>
                      <a:gd name="connsiteX6" fmla="*/ 115980 w 269568"/>
                      <a:gd name="connsiteY6" fmla="*/ 280131 h 528130"/>
                      <a:gd name="connsiteX7" fmla="*/ 78965 w 269568"/>
                      <a:gd name="connsiteY7" fmla="*/ 51 h 52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568" h="528130">
                        <a:moveTo>
                          <a:pt x="78965" y="51"/>
                        </a:moveTo>
                        <a:cubicBezTo>
                          <a:pt x="129552" y="-1183"/>
                          <a:pt x="175204" y="19792"/>
                          <a:pt x="202348" y="101225"/>
                        </a:cubicBezTo>
                        <a:cubicBezTo>
                          <a:pt x="231960" y="192528"/>
                          <a:pt x="285015" y="386240"/>
                          <a:pt x="265274" y="452867"/>
                        </a:cubicBezTo>
                        <a:cubicBezTo>
                          <a:pt x="249234" y="505922"/>
                          <a:pt x="28378" y="528131"/>
                          <a:pt x="28378" y="528131"/>
                        </a:cubicBezTo>
                        <a:lnTo>
                          <a:pt x="0" y="414618"/>
                        </a:lnTo>
                        <a:lnTo>
                          <a:pt x="135722" y="386240"/>
                        </a:lnTo>
                        <a:lnTo>
                          <a:pt x="115980" y="280131"/>
                        </a:lnTo>
                        <a:lnTo>
                          <a:pt x="78965" y="51"/>
                        </a:lnTo>
                        <a:close/>
                      </a:path>
                    </a:pathLst>
                  </a:custGeom>
                  <a:solidFill>
                    <a:srgbClr val="FFA8A7"/>
                  </a:solidFill>
                  <a:ln w="12320"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CD5EF53E-46F0-48FB-9F01-8FE4ECE8985C}"/>
                      </a:ext>
                    </a:extLst>
                  </p:cNvPr>
                  <p:cNvSpPr/>
                  <p:nvPr/>
                </p:nvSpPr>
                <p:spPr>
                  <a:xfrm>
                    <a:off x="10534840" y="3273314"/>
                    <a:ext cx="182607" cy="348605"/>
                  </a:xfrm>
                  <a:custGeom>
                    <a:avLst/>
                    <a:gdLst>
                      <a:gd name="connsiteX0" fmla="*/ 0 w 182607"/>
                      <a:gd name="connsiteY0" fmla="*/ 512 h 348605"/>
                      <a:gd name="connsiteX1" fmla="*/ 129552 w 182607"/>
                      <a:gd name="connsiteY1" fmla="*/ 99218 h 348605"/>
                      <a:gd name="connsiteX2" fmla="*/ 182607 w 182607"/>
                      <a:gd name="connsiteY2" fmla="*/ 285527 h 348605"/>
                      <a:gd name="connsiteX3" fmla="*/ 57990 w 182607"/>
                      <a:gd name="connsiteY3" fmla="*/ 347219 h 348605"/>
                      <a:gd name="connsiteX4" fmla="*/ 44418 w 182607"/>
                      <a:gd name="connsiteY4" fmla="*/ 299099 h 348605"/>
                      <a:gd name="connsiteX5" fmla="*/ 0 w 182607"/>
                      <a:gd name="connsiteY5" fmla="*/ 512 h 348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607" h="348605">
                        <a:moveTo>
                          <a:pt x="0" y="512"/>
                        </a:moveTo>
                        <a:cubicBezTo>
                          <a:pt x="86368" y="-5657"/>
                          <a:pt x="111045" y="44930"/>
                          <a:pt x="129552" y="99218"/>
                        </a:cubicBezTo>
                        <a:cubicBezTo>
                          <a:pt x="155463" y="178184"/>
                          <a:pt x="166567" y="217666"/>
                          <a:pt x="182607" y="285527"/>
                        </a:cubicBezTo>
                        <a:cubicBezTo>
                          <a:pt x="182607" y="285527"/>
                          <a:pt x="160398" y="359557"/>
                          <a:pt x="57990" y="347219"/>
                        </a:cubicBezTo>
                        <a:lnTo>
                          <a:pt x="44418" y="299099"/>
                        </a:lnTo>
                        <a:lnTo>
                          <a:pt x="0" y="512"/>
                        </a:lnTo>
                        <a:close/>
                      </a:path>
                    </a:pathLst>
                  </a:custGeom>
                  <a:solidFill>
                    <a:schemeClr val="accent2"/>
                  </a:solidFill>
                  <a:ln w="12320" cap="flat">
                    <a:noFill/>
                    <a:prstDash val="solid"/>
                    <a:miter/>
                  </a:ln>
                </p:spPr>
                <p:txBody>
                  <a:bodyPr rtlCol="0" anchor="ctr"/>
                  <a:lstStyle/>
                  <a:p>
                    <a:endParaRPr lang="en-US"/>
                  </a:p>
                </p:txBody>
              </p:sp>
            </p:grpSp>
            <p:grpSp>
              <p:nvGrpSpPr>
                <p:cNvPr id="281" name="Graphic 6">
                  <a:extLst>
                    <a:ext uri="{FF2B5EF4-FFF2-40B4-BE49-F238E27FC236}">
                      <a16:creationId xmlns:a16="http://schemas.microsoft.com/office/drawing/2014/main" id="{31113BDC-2845-441C-B626-57D5D70A544F}"/>
                    </a:ext>
                  </a:extLst>
                </p:cNvPr>
                <p:cNvGrpSpPr/>
                <p:nvPr/>
              </p:nvGrpSpPr>
              <p:grpSpPr>
                <a:xfrm>
                  <a:off x="10007923" y="3826877"/>
                  <a:ext cx="622888" cy="1605857"/>
                  <a:chOff x="10007923" y="3826877"/>
                  <a:chExt cx="622888" cy="1605857"/>
                </a:xfrm>
              </p:grpSpPr>
              <p:grpSp>
                <p:nvGrpSpPr>
                  <p:cNvPr id="282" name="Graphic 6">
                    <a:extLst>
                      <a:ext uri="{FF2B5EF4-FFF2-40B4-BE49-F238E27FC236}">
                        <a16:creationId xmlns:a16="http://schemas.microsoft.com/office/drawing/2014/main" id="{31113BDC-2845-441C-B626-57D5D70A544F}"/>
                      </a:ext>
                    </a:extLst>
                  </p:cNvPr>
                  <p:cNvGrpSpPr/>
                  <p:nvPr/>
                </p:nvGrpSpPr>
                <p:grpSpPr>
                  <a:xfrm>
                    <a:off x="10007923" y="5151719"/>
                    <a:ext cx="361583" cy="281014"/>
                    <a:chOff x="10007923" y="5151719"/>
                    <a:chExt cx="361583" cy="281014"/>
                  </a:xfrm>
                </p:grpSpPr>
                <p:grpSp>
                  <p:nvGrpSpPr>
                    <p:cNvPr id="283" name="Graphic 6">
                      <a:extLst>
                        <a:ext uri="{FF2B5EF4-FFF2-40B4-BE49-F238E27FC236}">
                          <a16:creationId xmlns:a16="http://schemas.microsoft.com/office/drawing/2014/main" id="{31113BDC-2845-441C-B626-57D5D70A544F}"/>
                        </a:ext>
                      </a:extLst>
                    </p:cNvPr>
                    <p:cNvGrpSpPr/>
                    <p:nvPr/>
                  </p:nvGrpSpPr>
                  <p:grpSpPr>
                    <a:xfrm>
                      <a:off x="10007923" y="5217113"/>
                      <a:ext cx="361583" cy="215621"/>
                      <a:chOff x="10007923" y="5217113"/>
                      <a:chExt cx="361583" cy="215621"/>
                    </a:xfrm>
                  </p:grpSpPr>
                  <p:sp>
                    <p:nvSpPr>
                      <p:cNvPr id="284" name="Freeform: Shape 283">
                        <a:extLst>
                          <a:ext uri="{FF2B5EF4-FFF2-40B4-BE49-F238E27FC236}">
                            <a16:creationId xmlns:a16="http://schemas.microsoft.com/office/drawing/2014/main" id="{E6F99CE9-3598-45AE-9540-74018BC378EB}"/>
                          </a:ext>
                        </a:extLst>
                      </p:cNvPr>
                      <p:cNvSpPr/>
                      <p:nvPr/>
                    </p:nvSpPr>
                    <p:spPr>
                      <a:xfrm>
                        <a:off x="10007923" y="5331859"/>
                        <a:ext cx="361583" cy="100875"/>
                      </a:xfrm>
                      <a:custGeom>
                        <a:avLst/>
                        <a:gdLst>
                          <a:gd name="connsiteX0" fmla="*/ 1305 w 361583"/>
                          <a:gd name="connsiteY0" fmla="*/ 32080 h 100875"/>
                          <a:gd name="connsiteX1" fmla="*/ 34618 w 361583"/>
                          <a:gd name="connsiteY1" fmla="*/ 83900 h 100875"/>
                          <a:gd name="connsiteX2" fmla="*/ 159235 w 361583"/>
                          <a:gd name="connsiteY2" fmla="*/ 92537 h 100875"/>
                          <a:gd name="connsiteX3" fmla="*/ 251773 w 361583"/>
                          <a:gd name="connsiteY3" fmla="*/ 51821 h 100875"/>
                          <a:gd name="connsiteX4" fmla="*/ 341842 w 361583"/>
                          <a:gd name="connsiteY4" fmla="*/ 40716 h 100875"/>
                          <a:gd name="connsiteX5" fmla="*/ 361584 w 361583"/>
                          <a:gd name="connsiteY5" fmla="*/ 0 h 100875"/>
                          <a:gd name="connsiteX6" fmla="*/ 1305 w 361583"/>
                          <a:gd name="connsiteY6" fmla="*/ 32080 h 100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583" h="100875">
                            <a:moveTo>
                              <a:pt x="1305" y="32080"/>
                            </a:moveTo>
                            <a:cubicBezTo>
                              <a:pt x="-3631" y="55522"/>
                              <a:pt x="5006" y="66627"/>
                              <a:pt x="34618" y="83900"/>
                            </a:cubicBezTo>
                            <a:cubicBezTo>
                              <a:pt x="64230" y="101174"/>
                              <a:pt x="109882" y="107344"/>
                              <a:pt x="159235" y="92537"/>
                            </a:cubicBezTo>
                            <a:cubicBezTo>
                              <a:pt x="207354" y="78965"/>
                              <a:pt x="230797" y="56756"/>
                              <a:pt x="251773" y="51821"/>
                            </a:cubicBezTo>
                            <a:cubicBezTo>
                              <a:pt x="271514" y="46885"/>
                              <a:pt x="322101" y="46885"/>
                              <a:pt x="341842" y="40716"/>
                            </a:cubicBezTo>
                            <a:cubicBezTo>
                              <a:pt x="361584" y="34547"/>
                              <a:pt x="361584" y="24677"/>
                              <a:pt x="361584" y="0"/>
                            </a:cubicBezTo>
                            <a:lnTo>
                              <a:pt x="1305" y="32080"/>
                            </a:lnTo>
                            <a:close/>
                          </a:path>
                        </a:pathLst>
                      </a:custGeom>
                      <a:solidFill>
                        <a:srgbClr val="455A64"/>
                      </a:solidFill>
                      <a:ln w="12320"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D4E06D15-34ED-496F-9858-88C4B778B9D8}"/>
                          </a:ext>
                        </a:extLst>
                      </p:cNvPr>
                      <p:cNvSpPr/>
                      <p:nvPr/>
                    </p:nvSpPr>
                    <p:spPr>
                      <a:xfrm>
                        <a:off x="10009246" y="5217113"/>
                        <a:ext cx="360033" cy="198151"/>
                      </a:xfrm>
                      <a:custGeom>
                        <a:avLst/>
                        <a:gdLst>
                          <a:gd name="connsiteX0" fmla="*/ 339286 w 360033"/>
                          <a:gd name="connsiteY0" fmla="*/ 0 h 198151"/>
                          <a:gd name="connsiteX1" fmla="*/ 354091 w 360033"/>
                          <a:gd name="connsiteY1" fmla="*/ 54289 h 198151"/>
                          <a:gd name="connsiteX2" fmla="*/ 356559 w 360033"/>
                          <a:gd name="connsiteY2" fmla="*/ 123383 h 198151"/>
                          <a:gd name="connsiteX3" fmla="*/ 280061 w 360033"/>
                          <a:gd name="connsiteY3" fmla="*/ 148060 h 198151"/>
                          <a:gd name="connsiteX4" fmla="*/ 180121 w 360033"/>
                          <a:gd name="connsiteY4" fmla="*/ 182607 h 198151"/>
                          <a:gd name="connsiteX5" fmla="*/ 85116 w 360033"/>
                          <a:gd name="connsiteY5" fmla="*/ 196179 h 198151"/>
                          <a:gd name="connsiteX6" fmla="*/ 2449 w 360033"/>
                          <a:gd name="connsiteY6" fmla="*/ 154229 h 198151"/>
                          <a:gd name="connsiteX7" fmla="*/ 83882 w 360033"/>
                          <a:gd name="connsiteY7" fmla="*/ 88836 h 198151"/>
                          <a:gd name="connsiteX8" fmla="*/ 229474 w 360033"/>
                          <a:gd name="connsiteY8" fmla="*/ 3701 h 198151"/>
                          <a:gd name="connsiteX9" fmla="*/ 339286 w 360033"/>
                          <a:gd name="connsiteY9" fmla="*/ 0 h 198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0033" h="198151">
                            <a:moveTo>
                              <a:pt x="339286" y="0"/>
                            </a:moveTo>
                            <a:cubicBezTo>
                              <a:pt x="339286" y="0"/>
                              <a:pt x="349156" y="28378"/>
                              <a:pt x="354091" y="54289"/>
                            </a:cubicBezTo>
                            <a:cubicBezTo>
                              <a:pt x="357793" y="74030"/>
                              <a:pt x="363962" y="107343"/>
                              <a:pt x="356559" y="123383"/>
                            </a:cubicBezTo>
                            <a:cubicBezTo>
                              <a:pt x="349156" y="138189"/>
                              <a:pt x="322012" y="148060"/>
                              <a:pt x="280061" y="148060"/>
                            </a:cubicBezTo>
                            <a:cubicBezTo>
                              <a:pt x="252917" y="148060"/>
                              <a:pt x="209733" y="166567"/>
                              <a:pt x="180121" y="182607"/>
                            </a:cubicBezTo>
                            <a:cubicBezTo>
                              <a:pt x="149275" y="199881"/>
                              <a:pt x="117196" y="199881"/>
                              <a:pt x="85116" y="196179"/>
                            </a:cubicBezTo>
                            <a:cubicBezTo>
                              <a:pt x="46867" y="191244"/>
                              <a:pt x="8618" y="170269"/>
                              <a:pt x="2449" y="154229"/>
                            </a:cubicBezTo>
                            <a:cubicBezTo>
                              <a:pt x="-3720" y="138189"/>
                              <a:pt x="-4954" y="127085"/>
                              <a:pt x="83882" y="88836"/>
                            </a:cubicBezTo>
                            <a:cubicBezTo>
                              <a:pt x="85116" y="88836"/>
                              <a:pt x="187524" y="50587"/>
                              <a:pt x="229474" y="3701"/>
                            </a:cubicBezTo>
                            <a:lnTo>
                              <a:pt x="339286" y="0"/>
                            </a:lnTo>
                            <a:close/>
                          </a:path>
                        </a:pathLst>
                      </a:custGeom>
                      <a:solidFill>
                        <a:srgbClr val="27DEBF"/>
                      </a:solidFill>
                      <a:ln w="12320"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D0D9EFF5-8F65-4184-BE50-C3426D20E239}"/>
                          </a:ext>
                        </a:extLst>
                      </p:cNvPr>
                      <p:cNvSpPr/>
                      <p:nvPr/>
                    </p:nvSpPr>
                    <p:spPr>
                      <a:xfrm>
                        <a:off x="10009246" y="5217113"/>
                        <a:ext cx="360033" cy="198151"/>
                      </a:xfrm>
                      <a:custGeom>
                        <a:avLst/>
                        <a:gdLst>
                          <a:gd name="connsiteX0" fmla="*/ 339286 w 360033"/>
                          <a:gd name="connsiteY0" fmla="*/ 0 h 198151"/>
                          <a:gd name="connsiteX1" fmla="*/ 354091 w 360033"/>
                          <a:gd name="connsiteY1" fmla="*/ 54289 h 198151"/>
                          <a:gd name="connsiteX2" fmla="*/ 356559 w 360033"/>
                          <a:gd name="connsiteY2" fmla="*/ 123383 h 198151"/>
                          <a:gd name="connsiteX3" fmla="*/ 280061 w 360033"/>
                          <a:gd name="connsiteY3" fmla="*/ 148060 h 198151"/>
                          <a:gd name="connsiteX4" fmla="*/ 180121 w 360033"/>
                          <a:gd name="connsiteY4" fmla="*/ 182607 h 198151"/>
                          <a:gd name="connsiteX5" fmla="*/ 85116 w 360033"/>
                          <a:gd name="connsiteY5" fmla="*/ 196179 h 198151"/>
                          <a:gd name="connsiteX6" fmla="*/ 2449 w 360033"/>
                          <a:gd name="connsiteY6" fmla="*/ 154229 h 198151"/>
                          <a:gd name="connsiteX7" fmla="*/ 83882 w 360033"/>
                          <a:gd name="connsiteY7" fmla="*/ 88836 h 198151"/>
                          <a:gd name="connsiteX8" fmla="*/ 229474 w 360033"/>
                          <a:gd name="connsiteY8" fmla="*/ 3701 h 198151"/>
                          <a:gd name="connsiteX9" fmla="*/ 339286 w 360033"/>
                          <a:gd name="connsiteY9" fmla="*/ 0 h 198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0033" h="198151">
                            <a:moveTo>
                              <a:pt x="339286" y="0"/>
                            </a:moveTo>
                            <a:cubicBezTo>
                              <a:pt x="339286" y="0"/>
                              <a:pt x="349156" y="28378"/>
                              <a:pt x="354091" y="54289"/>
                            </a:cubicBezTo>
                            <a:cubicBezTo>
                              <a:pt x="357793" y="74030"/>
                              <a:pt x="363962" y="107343"/>
                              <a:pt x="356559" y="123383"/>
                            </a:cubicBezTo>
                            <a:cubicBezTo>
                              <a:pt x="349156" y="138189"/>
                              <a:pt x="322012" y="148060"/>
                              <a:pt x="280061" y="148060"/>
                            </a:cubicBezTo>
                            <a:cubicBezTo>
                              <a:pt x="252917" y="148060"/>
                              <a:pt x="209733" y="166567"/>
                              <a:pt x="180121" y="182607"/>
                            </a:cubicBezTo>
                            <a:cubicBezTo>
                              <a:pt x="149275" y="199881"/>
                              <a:pt x="117196" y="199881"/>
                              <a:pt x="85116" y="196179"/>
                            </a:cubicBezTo>
                            <a:cubicBezTo>
                              <a:pt x="46867" y="191244"/>
                              <a:pt x="8618" y="170269"/>
                              <a:pt x="2449" y="154229"/>
                            </a:cubicBezTo>
                            <a:cubicBezTo>
                              <a:pt x="-3720" y="138189"/>
                              <a:pt x="-4954" y="127085"/>
                              <a:pt x="83882" y="88836"/>
                            </a:cubicBezTo>
                            <a:cubicBezTo>
                              <a:pt x="85116" y="88836"/>
                              <a:pt x="187524" y="50587"/>
                              <a:pt x="229474" y="3701"/>
                            </a:cubicBezTo>
                            <a:lnTo>
                              <a:pt x="339286" y="0"/>
                            </a:lnTo>
                            <a:close/>
                          </a:path>
                        </a:pathLst>
                      </a:custGeom>
                      <a:solidFill>
                        <a:srgbClr val="000000"/>
                      </a:solidFill>
                      <a:ln w="12320"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8C3E5F52-861F-4821-99AD-BB0C3391F426}"/>
                          </a:ext>
                        </a:extLst>
                      </p:cNvPr>
                      <p:cNvSpPr/>
                      <p:nvPr/>
                    </p:nvSpPr>
                    <p:spPr>
                      <a:xfrm>
                        <a:off x="10008887" y="5300888"/>
                        <a:ext cx="169376" cy="117532"/>
                      </a:xfrm>
                      <a:custGeom>
                        <a:avLst/>
                        <a:gdLst>
                          <a:gd name="connsiteX0" fmla="*/ 169376 w 169376"/>
                          <a:gd name="connsiteY0" fmla="*/ 103767 h 117532"/>
                          <a:gd name="connsiteX1" fmla="*/ 100281 w 169376"/>
                          <a:gd name="connsiteY1" fmla="*/ 5061 h 117532"/>
                          <a:gd name="connsiteX2" fmla="*/ 341 w 169376"/>
                          <a:gd name="connsiteY2" fmla="*/ 63051 h 117532"/>
                          <a:gd name="connsiteX3" fmla="*/ 169376 w 169376"/>
                          <a:gd name="connsiteY3" fmla="*/ 103767 h 117532"/>
                        </a:gdLst>
                        <a:ahLst/>
                        <a:cxnLst>
                          <a:cxn ang="0">
                            <a:pos x="connsiteX0" y="connsiteY0"/>
                          </a:cxn>
                          <a:cxn ang="0">
                            <a:pos x="connsiteX1" y="connsiteY1"/>
                          </a:cxn>
                          <a:cxn ang="0">
                            <a:pos x="connsiteX2" y="connsiteY2"/>
                          </a:cxn>
                          <a:cxn ang="0">
                            <a:pos x="connsiteX3" y="connsiteY3"/>
                          </a:cxn>
                        </a:cxnLst>
                        <a:rect l="l" t="t" r="r" b="b"/>
                        <a:pathLst>
                          <a:path w="169376" h="117532">
                            <a:moveTo>
                              <a:pt x="169376" y="103767"/>
                            </a:moveTo>
                            <a:cubicBezTo>
                              <a:pt x="169376" y="103767"/>
                              <a:pt x="161973" y="27270"/>
                              <a:pt x="100281" y="5061"/>
                            </a:cubicBezTo>
                            <a:cubicBezTo>
                              <a:pt x="44759" y="-14681"/>
                              <a:pt x="-4594" y="27270"/>
                              <a:pt x="341" y="63051"/>
                            </a:cubicBezTo>
                            <a:cubicBezTo>
                              <a:pt x="4043" y="87728"/>
                              <a:pt x="71903" y="143250"/>
                              <a:pt x="169376" y="103767"/>
                            </a:cubicBezTo>
                            <a:close/>
                          </a:path>
                        </a:pathLst>
                      </a:custGeom>
                      <a:solidFill>
                        <a:srgbClr val="FAFAFA"/>
                      </a:solidFill>
                      <a:ln w="12320"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A983F446-E963-4F7B-87BF-8550E04DE306}"/>
                          </a:ext>
                        </a:extLst>
                      </p:cNvPr>
                      <p:cNvSpPr/>
                      <p:nvPr/>
                    </p:nvSpPr>
                    <p:spPr>
                      <a:xfrm>
                        <a:off x="10123974" y="5281096"/>
                        <a:ext cx="76576" cy="57480"/>
                      </a:xfrm>
                      <a:custGeom>
                        <a:avLst/>
                        <a:gdLst>
                          <a:gd name="connsiteX0" fmla="*/ 0 w 76576"/>
                          <a:gd name="connsiteY0" fmla="*/ 11280 h 57480"/>
                          <a:gd name="connsiteX1" fmla="*/ 41950 w 76576"/>
                          <a:gd name="connsiteY1" fmla="*/ 29787 h 57480"/>
                          <a:gd name="connsiteX2" fmla="*/ 60458 w 76576"/>
                          <a:gd name="connsiteY2" fmla="*/ 54464 h 57480"/>
                          <a:gd name="connsiteX3" fmla="*/ 76498 w 76576"/>
                          <a:gd name="connsiteY3" fmla="*/ 47061 h 57480"/>
                          <a:gd name="connsiteX4" fmla="*/ 22209 w 76576"/>
                          <a:gd name="connsiteY4" fmla="*/ 175 h 57480"/>
                          <a:gd name="connsiteX5" fmla="*/ 0 w 76576"/>
                          <a:gd name="connsiteY5" fmla="*/ 11280 h 5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576" h="57480">
                            <a:moveTo>
                              <a:pt x="0" y="11280"/>
                            </a:moveTo>
                            <a:cubicBezTo>
                              <a:pt x="0" y="11280"/>
                              <a:pt x="19741" y="11280"/>
                              <a:pt x="41950" y="29787"/>
                            </a:cubicBezTo>
                            <a:cubicBezTo>
                              <a:pt x="60458" y="44593"/>
                              <a:pt x="60458" y="54464"/>
                              <a:pt x="60458" y="54464"/>
                            </a:cubicBezTo>
                            <a:cubicBezTo>
                              <a:pt x="64159" y="60633"/>
                              <a:pt x="77731" y="56932"/>
                              <a:pt x="76498" y="47061"/>
                            </a:cubicBezTo>
                            <a:cubicBezTo>
                              <a:pt x="76498" y="47061"/>
                              <a:pt x="72796" y="8812"/>
                              <a:pt x="22209" y="175"/>
                            </a:cubicBezTo>
                            <a:cubicBezTo>
                              <a:pt x="22209" y="175"/>
                              <a:pt x="8637" y="-2292"/>
                              <a:pt x="0" y="11280"/>
                            </a:cubicBezTo>
                            <a:close/>
                          </a:path>
                        </a:pathLst>
                      </a:custGeom>
                      <a:solidFill>
                        <a:srgbClr val="FAFAFA"/>
                      </a:solidFill>
                      <a:ln w="12320"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966A5C2B-01C8-405A-BD6E-81D546FAE184}"/>
                          </a:ext>
                        </a:extLst>
                      </p:cNvPr>
                      <p:cNvSpPr/>
                      <p:nvPr/>
                    </p:nvSpPr>
                    <p:spPr>
                      <a:xfrm>
                        <a:off x="10159755" y="5264771"/>
                        <a:ext cx="77810" cy="57765"/>
                      </a:xfrm>
                      <a:custGeom>
                        <a:avLst/>
                        <a:gdLst>
                          <a:gd name="connsiteX0" fmla="*/ 0 w 77810"/>
                          <a:gd name="connsiteY0" fmla="*/ 10332 h 57765"/>
                          <a:gd name="connsiteX1" fmla="*/ 43184 w 77810"/>
                          <a:gd name="connsiteY1" fmla="*/ 27605 h 57765"/>
                          <a:gd name="connsiteX2" fmla="*/ 61692 w 77810"/>
                          <a:gd name="connsiteY2" fmla="*/ 54750 h 57765"/>
                          <a:gd name="connsiteX3" fmla="*/ 77732 w 77810"/>
                          <a:gd name="connsiteY3" fmla="*/ 47347 h 57765"/>
                          <a:gd name="connsiteX4" fmla="*/ 23443 w 77810"/>
                          <a:gd name="connsiteY4" fmla="*/ 461 h 57765"/>
                          <a:gd name="connsiteX5" fmla="*/ 0 w 77810"/>
                          <a:gd name="connsiteY5" fmla="*/ 10332 h 57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10" h="57765">
                            <a:moveTo>
                              <a:pt x="0" y="10332"/>
                            </a:moveTo>
                            <a:cubicBezTo>
                              <a:pt x="0" y="10332"/>
                              <a:pt x="20975" y="9098"/>
                              <a:pt x="43184" y="27605"/>
                            </a:cubicBezTo>
                            <a:cubicBezTo>
                              <a:pt x="61692" y="42411"/>
                              <a:pt x="61692" y="54750"/>
                              <a:pt x="61692" y="54750"/>
                            </a:cubicBezTo>
                            <a:cubicBezTo>
                              <a:pt x="65393" y="60919"/>
                              <a:pt x="78965" y="57218"/>
                              <a:pt x="77732" y="47347"/>
                            </a:cubicBezTo>
                            <a:cubicBezTo>
                              <a:pt x="77732" y="47347"/>
                              <a:pt x="74030" y="9098"/>
                              <a:pt x="23443" y="461"/>
                            </a:cubicBezTo>
                            <a:cubicBezTo>
                              <a:pt x="22209" y="461"/>
                              <a:pt x="8637" y="-3241"/>
                              <a:pt x="0" y="10332"/>
                            </a:cubicBezTo>
                            <a:close/>
                          </a:path>
                        </a:pathLst>
                      </a:custGeom>
                      <a:solidFill>
                        <a:srgbClr val="FAFAFA"/>
                      </a:solidFill>
                      <a:ln w="12320"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3D7FA1B9-6312-4787-815C-653EF706E65C}"/>
                          </a:ext>
                        </a:extLst>
                      </p:cNvPr>
                      <p:cNvSpPr/>
                      <p:nvPr/>
                    </p:nvSpPr>
                    <p:spPr>
                      <a:xfrm>
                        <a:off x="10194303" y="5243297"/>
                        <a:ext cx="80285" cy="54267"/>
                      </a:xfrm>
                      <a:custGeom>
                        <a:avLst/>
                        <a:gdLst>
                          <a:gd name="connsiteX0" fmla="*/ 0 w 80285"/>
                          <a:gd name="connsiteY0" fmla="*/ 12064 h 54267"/>
                          <a:gd name="connsiteX1" fmla="*/ 44418 w 80285"/>
                          <a:gd name="connsiteY1" fmla="*/ 25636 h 54267"/>
                          <a:gd name="connsiteX2" fmla="*/ 64159 w 80285"/>
                          <a:gd name="connsiteY2" fmla="*/ 51547 h 54267"/>
                          <a:gd name="connsiteX3" fmla="*/ 80199 w 80285"/>
                          <a:gd name="connsiteY3" fmla="*/ 42910 h 54267"/>
                          <a:gd name="connsiteX4" fmla="*/ 22209 w 80285"/>
                          <a:gd name="connsiteY4" fmla="*/ 960 h 54267"/>
                          <a:gd name="connsiteX5" fmla="*/ 0 w 80285"/>
                          <a:gd name="connsiteY5" fmla="*/ 12064 h 54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285" h="54267">
                            <a:moveTo>
                              <a:pt x="0" y="12064"/>
                            </a:moveTo>
                            <a:cubicBezTo>
                              <a:pt x="0" y="12064"/>
                              <a:pt x="19741" y="8363"/>
                              <a:pt x="44418" y="25636"/>
                            </a:cubicBezTo>
                            <a:cubicBezTo>
                              <a:pt x="62925" y="39209"/>
                              <a:pt x="64159" y="51547"/>
                              <a:pt x="64159" y="51547"/>
                            </a:cubicBezTo>
                            <a:cubicBezTo>
                              <a:pt x="69094" y="57716"/>
                              <a:pt x="81433" y="52781"/>
                              <a:pt x="80199" y="42910"/>
                            </a:cubicBezTo>
                            <a:cubicBezTo>
                              <a:pt x="80199" y="42910"/>
                              <a:pt x="74030" y="4661"/>
                              <a:pt x="22209" y="960"/>
                            </a:cubicBezTo>
                            <a:cubicBezTo>
                              <a:pt x="22209" y="-274"/>
                              <a:pt x="7403" y="-2742"/>
                              <a:pt x="0" y="12064"/>
                            </a:cubicBezTo>
                            <a:close/>
                          </a:path>
                        </a:pathLst>
                      </a:custGeom>
                      <a:solidFill>
                        <a:srgbClr val="FAFAFA"/>
                      </a:solidFill>
                      <a:ln w="12320" cap="flat">
                        <a:noFill/>
                        <a:prstDash val="solid"/>
                        <a:miter/>
                      </a:ln>
                    </p:spPr>
                    <p:txBody>
                      <a:bodyPr rtlCol="0" anchor="ctr"/>
                      <a:lstStyle/>
                      <a:p>
                        <a:endParaRPr lang="en-US"/>
                      </a:p>
                    </p:txBody>
                  </p:sp>
                </p:grpSp>
                <p:sp>
                  <p:nvSpPr>
                    <p:cNvPr id="291" name="Freeform: Shape 290">
                      <a:extLst>
                        <a:ext uri="{FF2B5EF4-FFF2-40B4-BE49-F238E27FC236}">
                          <a16:creationId xmlns:a16="http://schemas.microsoft.com/office/drawing/2014/main" id="{1C34381C-C139-458B-ADA7-65EFE27281F5}"/>
                        </a:ext>
                      </a:extLst>
                    </p:cNvPr>
                    <p:cNvSpPr/>
                    <p:nvPr/>
                  </p:nvSpPr>
                  <p:spPr>
                    <a:xfrm>
                      <a:off x="10238672" y="5151719"/>
                      <a:ext cx="109860" cy="101226"/>
                    </a:xfrm>
                    <a:custGeom>
                      <a:avLst/>
                      <a:gdLst>
                        <a:gd name="connsiteX0" fmla="*/ 109860 w 109860"/>
                        <a:gd name="connsiteY0" fmla="*/ 0 h 101226"/>
                        <a:gd name="connsiteX1" fmla="*/ 109860 w 109860"/>
                        <a:gd name="connsiteY1" fmla="*/ 67861 h 101226"/>
                        <a:gd name="connsiteX2" fmla="*/ 50636 w 109860"/>
                        <a:gd name="connsiteY2" fmla="*/ 101174 h 101226"/>
                        <a:gd name="connsiteX3" fmla="*/ 49 w 109860"/>
                        <a:gd name="connsiteY3" fmla="*/ 66627 h 101226"/>
                        <a:gd name="connsiteX4" fmla="*/ 49 w 109860"/>
                        <a:gd name="connsiteY4" fmla="*/ 4935 h 101226"/>
                        <a:gd name="connsiteX5" fmla="*/ 109860 w 109860"/>
                        <a:gd name="connsiteY5" fmla="*/ 0 h 101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860" h="101226">
                          <a:moveTo>
                            <a:pt x="109860" y="0"/>
                          </a:moveTo>
                          <a:cubicBezTo>
                            <a:pt x="109860" y="0"/>
                            <a:pt x="109860" y="53055"/>
                            <a:pt x="109860" y="67861"/>
                          </a:cubicBezTo>
                          <a:cubicBezTo>
                            <a:pt x="109860" y="81433"/>
                            <a:pt x="93820" y="102408"/>
                            <a:pt x="50636" y="101174"/>
                          </a:cubicBezTo>
                          <a:cubicBezTo>
                            <a:pt x="21024" y="99941"/>
                            <a:pt x="-1185" y="92537"/>
                            <a:pt x="49" y="66627"/>
                          </a:cubicBezTo>
                          <a:lnTo>
                            <a:pt x="49" y="4935"/>
                          </a:lnTo>
                          <a:lnTo>
                            <a:pt x="109860" y="0"/>
                          </a:lnTo>
                          <a:close/>
                        </a:path>
                      </a:pathLst>
                    </a:custGeom>
                    <a:solidFill>
                      <a:srgbClr val="FFA8A7"/>
                    </a:solidFill>
                    <a:ln w="12320" cap="flat">
                      <a:noFill/>
                      <a:prstDash val="solid"/>
                      <a:miter/>
                    </a:ln>
                  </p:spPr>
                  <p:txBody>
                    <a:bodyPr rtlCol="0" anchor="ctr"/>
                    <a:lstStyle/>
                    <a:p>
                      <a:endParaRPr lang="en-US"/>
                    </a:p>
                  </p:txBody>
                </p:sp>
              </p:grpSp>
              <p:grpSp>
                <p:nvGrpSpPr>
                  <p:cNvPr id="292" name="Graphic 6">
                    <a:extLst>
                      <a:ext uri="{FF2B5EF4-FFF2-40B4-BE49-F238E27FC236}">
                        <a16:creationId xmlns:a16="http://schemas.microsoft.com/office/drawing/2014/main" id="{31113BDC-2845-441C-B626-57D5D70A544F}"/>
                      </a:ext>
                    </a:extLst>
                  </p:cNvPr>
                  <p:cNvGrpSpPr/>
                  <p:nvPr/>
                </p:nvGrpSpPr>
                <p:grpSpPr>
                  <a:xfrm>
                    <a:off x="10391545" y="4928026"/>
                    <a:ext cx="220751" cy="259204"/>
                    <a:chOff x="10391545" y="4928026"/>
                    <a:chExt cx="220751" cy="259204"/>
                  </a:xfrm>
                </p:grpSpPr>
                <p:sp>
                  <p:nvSpPr>
                    <p:cNvPr id="293" name="Freeform: Shape 292">
                      <a:extLst>
                        <a:ext uri="{FF2B5EF4-FFF2-40B4-BE49-F238E27FC236}">
                          <a16:creationId xmlns:a16="http://schemas.microsoft.com/office/drawing/2014/main" id="{99E67D55-CCBC-49B3-8E26-A4F0FADE4FBA}"/>
                        </a:ext>
                      </a:extLst>
                    </p:cNvPr>
                    <p:cNvSpPr/>
                    <p:nvPr/>
                  </p:nvSpPr>
                  <p:spPr>
                    <a:xfrm>
                      <a:off x="10391545" y="4965410"/>
                      <a:ext cx="219945" cy="221820"/>
                    </a:xfrm>
                    <a:custGeom>
                      <a:avLst/>
                      <a:gdLst>
                        <a:gd name="connsiteX0" fmla="*/ 1405 w 219945"/>
                        <a:gd name="connsiteY0" fmla="*/ 0 h 221820"/>
                        <a:gd name="connsiteX1" fmla="*/ 5107 w 219945"/>
                        <a:gd name="connsiteY1" fmla="*/ 57990 h 221820"/>
                        <a:gd name="connsiteX2" fmla="*/ 51992 w 219945"/>
                        <a:gd name="connsiteY2" fmla="*/ 114747 h 221820"/>
                        <a:gd name="connsiteX3" fmla="*/ 91475 w 219945"/>
                        <a:gd name="connsiteY3" fmla="*/ 161632 h 221820"/>
                        <a:gd name="connsiteX4" fmla="*/ 132191 w 219945"/>
                        <a:gd name="connsiteY4" fmla="*/ 212219 h 221820"/>
                        <a:gd name="connsiteX5" fmla="*/ 197585 w 219945"/>
                        <a:gd name="connsiteY5" fmla="*/ 217155 h 221820"/>
                        <a:gd name="connsiteX6" fmla="*/ 219793 w 219945"/>
                        <a:gd name="connsiteY6" fmla="*/ 176438 h 221820"/>
                        <a:gd name="connsiteX7" fmla="*/ 134659 w 219945"/>
                        <a:gd name="connsiteY7" fmla="*/ 139423 h 221820"/>
                        <a:gd name="connsiteX8" fmla="*/ 1405 w 219945"/>
                        <a:gd name="connsiteY8" fmla="*/ 0 h 221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945" h="221820">
                          <a:moveTo>
                            <a:pt x="1405" y="0"/>
                          </a:moveTo>
                          <a:cubicBezTo>
                            <a:pt x="171" y="19741"/>
                            <a:pt x="-2296" y="37015"/>
                            <a:pt x="5107" y="57990"/>
                          </a:cubicBezTo>
                          <a:cubicBezTo>
                            <a:pt x="16211" y="88836"/>
                            <a:pt x="38420" y="102408"/>
                            <a:pt x="51992" y="114747"/>
                          </a:cubicBezTo>
                          <a:cubicBezTo>
                            <a:pt x="65564" y="127085"/>
                            <a:pt x="80371" y="144359"/>
                            <a:pt x="91475" y="161632"/>
                          </a:cubicBezTo>
                          <a:cubicBezTo>
                            <a:pt x="101345" y="177672"/>
                            <a:pt x="111216" y="194946"/>
                            <a:pt x="132191" y="212219"/>
                          </a:cubicBezTo>
                          <a:cubicBezTo>
                            <a:pt x="144530" y="223324"/>
                            <a:pt x="180311" y="224558"/>
                            <a:pt x="197585" y="217155"/>
                          </a:cubicBezTo>
                          <a:cubicBezTo>
                            <a:pt x="214858" y="209752"/>
                            <a:pt x="221027" y="203582"/>
                            <a:pt x="219793" y="176438"/>
                          </a:cubicBezTo>
                          <a:cubicBezTo>
                            <a:pt x="218560" y="149294"/>
                            <a:pt x="134659" y="139423"/>
                            <a:pt x="134659" y="139423"/>
                          </a:cubicBezTo>
                          <a:lnTo>
                            <a:pt x="1405" y="0"/>
                          </a:lnTo>
                          <a:close/>
                        </a:path>
                      </a:pathLst>
                    </a:custGeom>
                    <a:solidFill>
                      <a:srgbClr val="455A64"/>
                    </a:solidFill>
                    <a:ln w="12320"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F6911FD6-517B-47DC-BE93-6FA1067B18EA}"/>
                        </a:ext>
                      </a:extLst>
                    </p:cNvPr>
                    <p:cNvSpPr/>
                    <p:nvPr/>
                  </p:nvSpPr>
                  <p:spPr>
                    <a:xfrm>
                      <a:off x="10396667" y="4932306"/>
                      <a:ext cx="215628" cy="237615"/>
                    </a:xfrm>
                    <a:custGeom>
                      <a:avLst/>
                      <a:gdLst>
                        <a:gd name="connsiteX0" fmla="*/ 203566 w 215628"/>
                        <a:gd name="connsiteY0" fmla="*/ 126876 h 237615"/>
                        <a:gd name="connsiteX1" fmla="*/ 213437 w 215628"/>
                        <a:gd name="connsiteY1" fmla="*/ 170060 h 237615"/>
                        <a:gd name="connsiteX2" fmla="*/ 194929 w 215628"/>
                        <a:gd name="connsiteY2" fmla="*/ 232985 h 237615"/>
                        <a:gd name="connsiteX3" fmla="*/ 120900 w 215628"/>
                        <a:gd name="connsiteY3" fmla="*/ 216946 h 237615"/>
                        <a:gd name="connsiteX4" fmla="*/ 61676 w 215628"/>
                        <a:gd name="connsiteY4" fmla="*/ 142916 h 237615"/>
                        <a:gd name="connsiteX5" fmla="*/ 2452 w 215628"/>
                        <a:gd name="connsiteY5" fmla="*/ 57781 h 237615"/>
                        <a:gd name="connsiteX6" fmla="*/ 23427 w 215628"/>
                        <a:gd name="connsiteY6" fmla="*/ 2259 h 237615"/>
                        <a:gd name="connsiteX7" fmla="*/ 124601 w 215628"/>
                        <a:gd name="connsiteY7" fmla="*/ 38040 h 237615"/>
                        <a:gd name="connsiteX8" fmla="*/ 203566 w 215628"/>
                        <a:gd name="connsiteY8" fmla="*/ 126876 h 237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628" h="237615">
                          <a:moveTo>
                            <a:pt x="203566" y="126876"/>
                          </a:moveTo>
                          <a:cubicBezTo>
                            <a:pt x="210970" y="129344"/>
                            <a:pt x="212203" y="142916"/>
                            <a:pt x="213437" y="170060"/>
                          </a:cubicBezTo>
                          <a:cubicBezTo>
                            <a:pt x="214671" y="191035"/>
                            <a:pt x="223308" y="220647"/>
                            <a:pt x="194929" y="232985"/>
                          </a:cubicBezTo>
                          <a:cubicBezTo>
                            <a:pt x="172721" y="242856"/>
                            <a:pt x="135706" y="236687"/>
                            <a:pt x="120900" y="216946"/>
                          </a:cubicBezTo>
                          <a:cubicBezTo>
                            <a:pt x="102392" y="193503"/>
                            <a:pt x="88820" y="171294"/>
                            <a:pt x="61676" y="142916"/>
                          </a:cubicBezTo>
                          <a:cubicBezTo>
                            <a:pt x="38233" y="117005"/>
                            <a:pt x="13556" y="108368"/>
                            <a:pt x="2452" y="57781"/>
                          </a:cubicBezTo>
                          <a:cubicBezTo>
                            <a:pt x="-3718" y="25702"/>
                            <a:pt x="1218" y="12129"/>
                            <a:pt x="23427" y="2259"/>
                          </a:cubicBezTo>
                          <a:cubicBezTo>
                            <a:pt x="53039" y="-10080"/>
                            <a:pt x="101158" y="31871"/>
                            <a:pt x="124601" y="38040"/>
                          </a:cubicBezTo>
                          <a:cubicBezTo>
                            <a:pt x="144342" y="44209"/>
                            <a:pt x="196163" y="124408"/>
                            <a:pt x="203566" y="126876"/>
                          </a:cubicBezTo>
                          <a:close/>
                        </a:path>
                      </a:pathLst>
                    </a:custGeom>
                    <a:solidFill>
                      <a:srgbClr val="27DEBF"/>
                    </a:solidFill>
                    <a:ln w="12320"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5356A728-5FF9-49AE-868B-6A746474F56B}"/>
                        </a:ext>
                      </a:extLst>
                    </p:cNvPr>
                    <p:cNvSpPr/>
                    <p:nvPr/>
                  </p:nvSpPr>
                  <p:spPr>
                    <a:xfrm>
                      <a:off x="10396667" y="4932306"/>
                      <a:ext cx="215628" cy="237615"/>
                    </a:xfrm>
                    <a:custGeom>
                      <a:avLst/>
                      <a:gdLst>
                        <a:gd name="connsiteX0" fmla="*/ 203566 w 215628"/>
                        <a:gd name="connsiteY0" fmla="*/ 126876 h 237615"/>
                        <a:gd name="connsiteX1" fmla="*/ 213437 w 215628"/>
                        <a:gd name="connsiteY1" fmla="*/ 170060 h 237615"/>
                        <a:gd name="connsiteX2" fmla="*/ 194929 w 215628"/>
                        <a:gd name="connsiteY2" fmla="*/ 232985 h 237615"/>
                        <a:gd name="connsiteX3" fmla="*/ 120900 w 215628"/>
                        <a:gd name="connsiteY3" fmla="*/ 216946 h 237615"/>
                        <a:gd name="connsiteX4" fmla="*/ 61676 w 215628"/>
                        <a:gd name="connsiteY4" fmla="*/ 142916 h 237615"/>
                        <a:gd name="connsiteX5" fmla="*/ 2452 w 215628"/>
                        <a:gd name="connsiteY5" fmla="*/ 57781 h 237615"/>
                        <a:gd name="connsiteX6" fmla="*/ 23427 w 215628"/>
                        <a:gd name="connsiteY6" fmla="*/ 2259 h 237615"/>
                        <a:gd name="connsiteX7" fmla="*/ 124601 w 215628"/>
                        <a:gd name="connsiteY7" fmla="*/ 38040 h 237615"/>
                        <a:gd name="connsiteX8" fmla="*/ 203566 w 215628"/>
                        <a:gd name="connsiteY8" fmla="*/ 126876 h 237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628" h="237615">
                          <a:moveTo>
                            <a:pt x="203566" y="126876"/>
                          </a:moveTo>
                          <a:cubicBezTo>
                            <a:pt x="210970" y="129344"/>
                            <a:pt x="212203" y="142916"/>
                            <a:pt x="213437" y="170060"/>
                          </a:cubicBezTo>
                          <a:cubicBezTo>
                            <a:pt x="214671" y="191035"/>
                            <a:pt x="223308" y="220647"/>
                            <a:pt x="194929" y="232985"/>
                          </a:cubicBezTo>
                          <a:cubicBezTo>
                            <a:pt x="172721" y="242856"/>
                            <a:pt x="135706" y="236687"/>
                            <a:pt x="120900" y="216946"/>
                          </a:cubicBezTo>
                          <a:cubicBezTo>
                            <a:pt x="102392" y="193503"/>
                            <a:pt x="88820" y="171294"/>
                            <a:pt x="61676" y="142916"/>
                          </a:cubicBezTo>
                          <a:cubicBezTo>
                            <a:pt x="38233" y="117005"/>
                            <a:pt x="13556" y="108368"/>
                            <a:pt x="2452" y="57781"/>
                          </a:cubicBezTo>
                          <a:cubicBezTo>
                            <a:pt x="-3718" y="25702"/>
                            <a:pt x="1218" y="12129"/>
                            <a:pt x="23427" y="2259"/>
                          </a:cubicBezTo>
                          <a:cubicBezTo>
                            <a:pt x="53039" y="-10080"/>
                            <a:pt x="101158" y="31871"/>
                            <a:pt x="124601" y="38040"/>
                          </a:cubicBezTo>
                          <a:cubicBezTo>
                            <a:pt x="144342" y="44209"/>
                            <a:pt x="196163" y="124408"/>
                            <a:pt x="203566" y="126876"/>
                          </a:cubicBezTo>
                          <a:close/>
                        </a:path>
                      </a:pathLst>
                    </a:custGeom>
                    <a:solidFill>
                      <a:srgbClr val="000000">
                        <a:alpha val="30000"/>
                      </a:srgbClr>
                    </a:solidFill>
                    <a:ln w="12320"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A698F46D-9E2E-4FF4-A4F2-20B3BA9D7FE0}"/>
                        </a:ext>
                      </a:extLst>
                    </p:cNvPr>
                    <p:cNvSpPr/>
                    <p:nvPr/>
                  </p:nvSpPr>
                  <p:spPr>
                    <a:xfrm>
                      <a:off x="10451497" y="4970346"/>
                      <a:ext cx="82110" cy="54856"/>
                    </a:xfrm>
                    <a:custGeom>
                      <a:avLst/>
                      <a:gdLst>
                        <a:gd name="connsiteX0" fmla="*/ 69772 w 82110"/>
                        <a:gd name="connsiteY0" fmla="*/ 1234 h 54856"/>
                        <a:gd name="connsiteX1" fmla="*/ 66070 w 82110"/>
                        <a:gd name="connsiteY1" fmla="*/ 0 h 54856"/>
                        <a:gd name="connsiteX2" fmla="*/ 677 w 82110"/>
                        <a:gd name="connsiteY2" fmla="*/ 43184 h 54856"/>
                        <a:gd name="connsiteX3" fmla="*/ 16717 w 82110"/>
                        <a:gd name="connsiteY3" fmla="*/ 51821 h 54856"/>
                        <a:gd name="connsiteX4" fmla="*/ 82110 w 82110"/>
                        <a:gd name="connsiteY4" fmla="*/ 8637 h 54856"/>
                        <a:gd name="connsiteX5" fmla="*/ 69772 w 82110"/>
                        <a:gd name="connsiteY5" fmla="*/ 1234 h 54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10" h="54856">
                          <a:moveTo>
                            <a:pt x="69772" y="1234"/>
                          </a:moveTo>
                          <a:cubicBezTo>
                            <a:pt x="68538" y="1234"/>
                            <a:pt x="67304" y="0"/>
                            <a:pt x="66070" y="0"/>
                          </a:cubicBezTo>
                          <a:cubicBezTo>
                            <a:pt x="22886" y="3701"/>
                            <a:pt x="5613" y="33313"/>
                            <a:pt x="677" y="43184"/>
                          </a:cubicBezTo>
                          <a:cubicBezTo>
                            <a:pt x="-3024" y="51821"/>
                            <a:pt x="9314" y="59224"/>
                            <a:pt x="16717" y="51821"/>
                          </a:cubicBezTo>
                          <a:cubicBezTo>
                            <a:pt x="33991" y="18507"/>
                            <a:pt x="68538" y="11104"/>
                            <a:pt x="82110" y="8637"/>
                          </a:cubicBezTo>
                          <a:cubicBezTo>
                            <a:pt x="77175" y="4935"/>
                            <a:pt x="72239" y="1234"/>
                            <a:pt x="69772" y="1234"/>
                          </a:cubicBezTo>
                          <a:close/>
                        </a:path>
                      </a:pathLst>
                    </a:custGeom>
                    <a:solidFill>
                      <a:srgbClr val="FAFAFA"/>
                    </a:solidFill>
                    <a:ln w="12320"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115353E1-CDA9-4BB2-A71D-8E6EC10C15F2}"/>
                        </a:ext>
                      </a:extLst>
                    </p:cNvPr>
                    <p:cNvSpPr/>
                    <p:nvPr/>
                  </p:nvSpPr>
                  <p:spPr>
                    <a:xfrm>
                      <a:off x="10479875" y="4986386"/>
                      <a:ext cx="71005" cy="53623"/>
                    </a:xfrm>
                    <a:custGeom>
                      <a:avLst/>
                      <a:gdLst>
                        <a:gd name="connsiteX0" fmla="*/ 61135 w 71005"/>
                        <a:gd name="connsiteY0" fmla="*/ 0 h 53623"/>
                        <a:gd name="connsiteX1" fmla="*/ 677 w 71005"/>
                        <a:gd name="connsiteY1" fmla="*/ 41950 h 53623"/>
                        <a:gd name="connsiteX2" fmla="*/ 16717 w 71005"/>
                        <a:gd name="connsiteY2" fmla="*/ 50587 h 53623"/>
                        <a:gd name="connsiteX3" fmla="*/ 71006 w 71005"/>
                        <a:gd name="connsiteY3" fmla="*/ 9871 h 53623"/>
                        <a:gd name="connsiteX4" fmla="*/ 61135 w 71005"/>
                        <a:gd name="connsiteY4" fmla="*/ 0 h 536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005" h="53623">
                          <a:moveTo>
                            <a:pt x="61135" y="0"/>
                          </a:moveTo>
                          <a:cubicBezTo>
                            <a:pt x="20419" y="4935"/>
                            <a:pt x="4379" y="33314"/>
                            <a:pt x="677" y="41950"/>
                          </a:cubicBezTo>
                          <a:cubicBezTo>
                            <a:pt x="-3024" y="50587"/>
                            <a:pt x="9314" y="57990"/>
                            <a:pt x="16717" y="50587"/>
                          </a:cubicBezTo>
                          <a:cubicBezTo>
                            <a:pt x="30289" y="23443"/>
                            <a:pt x="54966" y="13572"/>
                            <a:pt x="71006" y="9871"/>
                          </a:cubicBezTo>
                          <a:cubicBezTo>
                            <a:pt x="67304" y="7403"/>
                            <a:pt x="63603" y="3701"/>
                            <a:pt x="61135" y="0"/>
                          </a:cubicBezTo>
                          <a:close/>
                        </a:path>
                      </a:pathLst>
                    </a:custGeom>
                    <a:solidFill>
                      <a:srgbClr val="FAFAFA"/>
                    </a:solidFill>
                    <a:ln w="12320"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040383B0-F9A5-4FC6-8DF7-83A0B427B219}"/>
                        </a:ext>
                      </a:extLst>
                    </p:cNvPr>
                    <p:cNvSpPr/>
                    <p:nvPr/>
                  </p:nvSpPr>
                  <p:spPr>
                    <a:xfrm>
                      <a:off x="10510164" y="5011062"/>
                      <a:ext cx="93771" cy="69039"/>
                    </a:xfrm>
                    <a:custGeom>
                      <a:avLst/>
                      <a:gdLst>
                        <a:gd name="connsiteX0" fmla="*/ 93771 w 93771"/>
                        <a:gd name="connsiteY0" fmla="*/ 0 h 69039"/>
                        <a:gd name="connsiteX1" fmla="*/ 90070 w 93771"/>
                        <a:gd name="connsiteY1" fmla="*/ 56756 h 69039"/>
                        <a:gd name="connsiteX2" fmla="*/ 6169 w 93771"/>
                        <a:gd name="connsiteY2" fmla="*/ 59224 h 69039"/>
                        <a:gd name="connsiteX3" fmla="*/ 0 w 93771"/>
                        <a:gd name="connsiteY3" fmla="*/ 4935 h 69039"/>
                        <a:gd name="connsiteX4" fmla="*/ 93771 w 93771"/>
                        <a:gd name="connsiteY4" fmla="*/ 0 h 690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771" h="69039">
                          <a:moveTo>
                            <a:pt x="93771" y="0"/>
                          </a:moveTo>
                          <a:lnTo>
                            <a:pt x="90070" y="56756"/>
                          </a:lnTo>
                          <a:cubicBezTo>
                            <a:pt x="90070" y="56756"/>
                            <a:pt x="55522" y="82667"/>
                            <a:pt x="6169" y="59224"/>
                          </a:cubicBezTo>
                          <a:cubicBezTo>
                            <a:pt x="4936" y="55522"/>
                            <a:pt x="0" y="4935"/>
                            <a:pt x="0" y="4935"/>
                          </a:cubicBezTo>
                          <a:lnTo>
                            <a:pt x="93771" y="0"/>
                          </a:lnTo>
                          <a:close/>
                        </a:path>
                      </a:pathLst>
                    </a:custGeom>
                    <a:solidFill>
                      <a:srgbClr val="FFA8A7"/>
                    </a:solidFill>
                    <a:ln w="12320"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9260197D-14D2-4327-B949-77F33281D4CA}"/>
                        </a:ext>
                      </a:extLst>
                    </p:cNvPr>
                    <p:cNvSpPr/>
                    <p:nvPr/>
                  </p:nvSpPr>
                  <p:spPr>
                    <a:xfrm>
                      <a:off x="10392509" y="4928026"/>
                      <a:ext cx="109018" cy="100309"/>
                    </a:xfrm>
                    <a:custGeom>
                      <a:avLst/>
                      <a:gdLst>
                        <a:gd name="connsiteX0" fmla="*/ 20182 w 109018"/>
                        <a:gd name="connsiteY0" fmla="*/ 100310 h 100309"/>
                        <a:gd name="connsiteX1" fmla="*/ 104083 w 109018"/>
                        <a:gd name="connsiteY1" fmla="*/ 31215 h 100309"/>
                        <a:gd name="connsiteX2" fmla="*/ 109018 w 109018"/>
                        <a:gd name="connsiteY2" fmla="*/ 33683 h 100309"/>
                        <a:gd name="connsiteX3" fmla="*/ 68301 w 109018"/>
                        <a:gd name="connsiteY3" fmla="*/ 2837 h 100309"/>
                        <a:gd name="connsiteX4" fmla="*/ 5376 w 109018"/>
                        <a:gd name="connsiteY4" fmla="*/ 21344 h 100309"/>
                        <a:gd name="connsiteX5" fmla="*/ 20182 w 109018"/>
                        <a:gd name="connsiteY5" fmla="*/ 100310 h 100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018" h="100309">
                          <a:moveTo>
                            <a:pt x="20182" y="100310"/>
                          </a:moveTo>
                          <a:cubicBezTo>
                            <a:pt x="20182" y="100310"/>
                            <a:pt x="22650" y="39852"/>
                            <a:pt x="104083" y="31215"/>
                          </a:cubicBezTo>
                          <a:lnTo>
                            <a:pt x="109018" y="33683"/>
                          </a:lnTo>
                          <a:cubicBezTo>
                            <a:pt x="109018" y="33683"/>
                            <a:pt x="95446" y="10240"/>
                            <a:pt x="68301" y="2837"/>
                          </a:cubicBezTo>
                          <a:cubicBezTo>
                            <a:pt x="41157" y="-4566"/>
                            <a:pt x="20182" y="2837"/>
                            <a:pt x="5376" y="21344"/>
                          </a:cubicBezTo>
                          <a:cubicBezTo>
                            <a:pt x="-8196" y="39852"/>
                            <a:pt x="6610" y="89205"/>
                            <a:pt x="20182" y="100310"/>
                          </a:cubicBezTo>
                          <a:close/>
                        </a:path>
                      </a:pathLst>
                    </a:custGeom>
                    <a:solidFill>
                      <a:srgbClr val="FAFAFA"/>
                    </a:solidFill>
                    <a:ln w="12320" cap="flat">
                      <a:noFill/>
                      <a:prstDash val="solid"/>
                      <a:miter/>
                    </a:ln>
                  </p:spPr>
                  <p:txBody>
                    <a:bodyPr rtlCol="0" anchor="ctr"/>
                    <a:lstStyle/>
                    <a:p>
                      <a:endParaRPr lang="en-US"/>
                    </a:p>
                  </p:txBody>
                </p:sp>
              </p:grpSp>
              <p:sp>
                <p:nvSpPr>
                  <p:cNvPr id="300" name="Freeform: Shape 299">
                    <a:extLst>
                      <a:ext uri="{FF2B5EF4-FFF2-40B4-BE49-F238E27FC236}">
                        <a16:creationId xmlns:a16="http://schemas.microsoft.com/office/drawing/2014/main" id="{ACBA0755-E6C0-4AA4-A60C-A256167D567E}"/>
                      </a:ext>
                    </a:extLst>
                  </p:cNvPr>
                  <p:cNvSpPr/>
                  <p:nvPr/>
                </p:nvSpPr>
                <p:spPr>
                  <a:xfrm>
                    <a:off x="10177544" y="3826877"/>
                    <a:ext cx="453267" cy="1363776"/>
                  </a:xfrm>
                  <a:custGeom>
                    <a:avLst/>
                    <a:gdLst>
                      <a:gd name="connsiteX0" fmla="*/ 451068 w 453267"/>
                      <a:gd name="connsiteY0" fmla="*/ 805399 h 1363776"/>
                      <a:gd name="connsiteX1" fmla="*/ 418988 w 453267"/>
                      <a:gd name="connsiteY1" fmla="*/ 646234 h 1363776"/>
                      <a:gd name="connsiteX2" fmla="*/ 441197 w 453267"/>
                      <a:gd name="connsiteY2" fmla="*/ 380960 h 1363776"/>
                      <a:gd name="connsiteX3" fmla="*/ 451068 w 453267"/>
                      <a:gd name="connsiteY3" fmla="*/ 30552 h 1363776"/>
                      <a:gd name="connsiteX4" fmla="*/ 5654 w 453267"/>
                      <a:gd name="connsiteY4" fmla="*/ 92243 h 1363776"/>
                      <a:gd name="connsiteX5" fmla="*/ 9356 w 453267"/>
                      <a:gd name="connsiteY5" fmla="*/ 723966 h 1363776"/>
                      <a:gd name="connsiteX6" fmla="*/ 25395 w 453267"/>
                      <a:gd name="connsiteY6" fmla="*/ 984304 h 1363776"/>
                      <a:gd name="connsiteX7" fmla="*/ 57475 w 453267"/>
                      <a:gd name="connsiteY7" fmla="*/ 1354454 h 1363776"/>
                      <a:gd name="connsiteX8" fmla="*/ 178391 w 453267"/>
                      <a:gd name="connsiteY8" fmla="*/ 1354454 h 1363776"/>
                      <a:gd name="connsiteX9" fmla="*/ 210470 w 453267"/>
                      <a:gd name="connsiteY9" fmla="*/ 963329 h 1363776"/>
                      <a:gd name="connsiteX10" fmla="*/ 183326 w 453267"/>
                      <a:gd name="connsiteY10" fmla="*/ 784424 h 1363776"/>
                      <a:gd name="connsiteX11" fmla="*/ 237615 w 453267"/>
                      <a:gd name="connsiteY11" fmla="*/ 334075 h 1363776"/>
                      <a:gd name="connsiteX12" fmla="*/ 246251 w 453267"/>
                      <a:gd name="connsiteY12" fmla="*/ 605518 h 1363776"/>
                      <a:gd name="connsiteX13" fmla="*/ 277097 w 453267"/>
                      <a:gd name="connsiteY13" fmla="*/ 852284 h 1363776"/>
                      <a:gd name="connsiteX14" fmla="*/ 331386 w 453267"/>
                      <a:gd name="connsiteY14" fmla="*/ 1198992 h 1363776"/>
                      <a:gd name="connsiteX15" fmla="*/ 427625 w 453267"/>
                      <a:gd name="connsiteY15" fmla="*/ 1198992 h 1363776"/>
                      <a:gd name="connsiteX16" fmla="*/ 451068 w 453267"/>
                      <a:gd name="connsiteY16" fmla="*/ 805399 h 136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3267" h="1363776">
                        <a:moveTo>
                          <a:pt x="451068" y="805399"/>
                        </a:moveTo>
                        <a:cubicBezTo>
                          <a:pt x="439963" y="705458"/>
                          <a:pt x="418988" y="646234"/>
                          <a:pt x="418988" y="646234"/>
                        </a:cubicBezTo>
                        <a:cubicBezTo>
                          <a:pt x="418988" y="646234"/>
                          <a:pt x="432560" y="510513"/>
                          <a:pt x="441197" y="380960"/>
                        </a:cubicBezTo>
                        <a:cubicBezTo>
                          <a:pt x="449834" y="241537"/>
                          <a:pt x="448600" y="65099"/>
                          <a:pt x="451068" y="30552"/>
                        </a:cubicBezTo>
                        <a:cubicBezTo>
                          <a:pt x="451068" y="30552"/>
                          <a:pt x="17992" y="-69389"/>
                          <a:pt x="5654" y="92243"/>
                        </a:cubicBezTo>
                        <a:cubicBezTo>
                          <a:pt x="-7918" y="273617"/>
                          <a:pt x="6888" y="673379"/>
                          <a:pt x="9356" y="723966"/>
                        </a:cubicBezTo>
                        <a:cubicBezTo>
                          <a:pt x="13057" y="795528"/>
                          <a:pt x="13057" y="869558"/>
                          <a:pt x="25395" y="984304"/>
                        </a:cubicBezTo>
                        <a:cubicBezTo>
                          <a:pt x="37734" y="1097817"/>
                          <a:pt x="57475" y="1354454"/>
                          <a:pt x="57475" y="1354454"/>
                        </a:cubicBezTo>
                        <a:cubicBezTo>
                          <a:pt x="115465" y="1375429"/>
                          <a:pt x="178391" y="1354454"/>
                          <a:pt x="178391" y="1354454"/>
                        </a:cubicBezTo>
                        <a:cubicBezTo>
                          <a:pt x="178391" y="1354454"/>
                          <a:pt x="211704" y="1044762"/>
                          <a:pt x="210470" y="963329"/>
                        </a:cubicBezTo>
                        <a:cubicBezTo>
                          <a:pt x="209236" y="863389"/>
                          <a:pt x="183326" y="784424"/>
                          <a:pt x="183326" y="784424"/>
                        </a:cubicBezTo>
                        <a:lnTo>
                          <a:pt x="237615" y="334075"/>
                        </a:lnTo>
                        <a:cubicBezTo>
                          <a:pt x="237615" y="334075"/>
                          <a:pt x="242550" y="533955"/>
                          <a:pt x="246251" y="605518"/>
                        </a:cubicBezTo>
                        <a:cubicBezTo>
                          <a:pt x="249953" y="677080"/>
                          <a:pt x="259824" y="720264"/>
                          <a:pt x="277097" y="852284"/>
                        </a:cubicBezTo>
                        <a:cubicBezTo>
                          <a:pt x="291903" y="967031"/>
                          <a:pt x="331386" y="1198992"/>
                          <a:pt x="331386" y="1198992"/>
                        </a:cubicBezTo>
                        <a:cubicBezTo>
                          <a:pt x="384441" y="1219966"/>
                          <a:pt x="427625" y="1198992"/>
                          <a:pt x="427625" y="1198992"/>
                        </a:cubicBezTo>
                        <a:cubicBezTo>
                          <a:pt x="427625" y="1198992"/>
                          <a:pt x="462172" y="904105"/>
                          <a:pt x="451068" y="805399"/>
                        </a:cubicBezTo>
                        <a:close/>
                      </a:path>
                    </a:pathLst>
                  </a:custGeom>
                  <a:solidFill>
                    <a:srgbClr val="37474F"/>
                  </a:solidFill>
                  <a:ln w="12320"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B4B29B0B-1866-48A7-8A71-07B90992CEDD}"/>
                      </a:ext>
                    </a:extLst>
                  </p:cNvPr>
                  <p:cNvSpPr/>
                  <p:nvPr/>
                </p:nvSpPr>
                <p:spPr>
                  <a:xfrm>
                    <a:off x="10413925" y="4065947"/>
                    <a:ext cx="156696" cy="344311"/>
                  </a:xfrm>
                  <a:custGeom>
                    <a:avLst/>
                    <a:gdLst>
                      <a:gd name="connsiteX0" fmla="*/ 156697 w 156696"/>
                      <a:gd name="connsiteY0" fmla="*/ 0 h 344311"/>
                      <a:gd name="connsiteX1" fmla="*/ 37015 w 156696"/>
                      <a:gd name="connsiteY1" fmla="*/ 101174 h 344311"/>
                      <a:gd name="connsiteX2" fmla="*/ 7403 w 156696"/>
                      <a:gd name="connsiteY2" fmla="*/ 344239 h 344311"/>
                      <a:gd name="connsiteX3" fmla="*/ 0 w 156696"/>
                      <a:gd name="connsiteY3" fmla="*/ 95005 h 344311"/>
                      <a:gd name="connsiteX4" fmla="*/ 156697 w 156696"/>
                      <a:gd name="connsiteY4" fmla="*/ 0 h 344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696" h="344311">
                        <a:moveTo>
                          <a:pt x="156697" y="0"/>
                        </a:moveTo>
                        <a:cubicBezTo>
                          <a:pt x="156697" y="0"/>
                          <a:pt x="103642" y="70329"/>
                          <a:pt x="37015" y="101174"/>
                        </a:cubicBezTo>
                        <a:cubicBezTo>
                          <a:pt x="37015" y="101174"/>
                          <a:pt x="7403" y="349175"/>
                          <a:pt x="7403" y="344239"/>
                        </a:cubicBezTo>
                        <a:lnTo>
                          <a:pt x="0" y="95005"/>
                        </a:lnTo>
                        <a:cubicBezTo>
                          <a:pt x="0" y="93771"/>
                          <a:pt x="101174" y="46886"/>
                          <a:pt x="156697" y="0"/>
                        </a:cubicBezTo>
                        <a:close/>
                      </a:path>
                    </a:pathLst>
                  </a:custGeom>
                  <a:solidFill>
                    <a:srgbClr val="263238"/>
                  </a:solidFill>
                  <a:ln w="12320" cap="flat">
                    <a:noFill/>
                    <a:prstDash val="solid"/>
                    <a:miter/>
                  </a:ln>
                </p:spPr>
                <p:txBody>
                  <a:bodyPr rtlCol="0" anchor="ctr"/>
                  <a:lstStyle/>
                  <a:p>
                    <a:endParaRPr lang="en-US"/>
                  </a:p>
                </p:txBody>
              </p:sp>
            </p:grpSp>
            <p:grpSp>
              <p:nvGrpSpPr>
                <p:cNvPr id="302" name="Graphic 6">
                  <a:extLst>
                    <a:ext uri="{FF2B5EF4-FFF2-40B4-BE49-F238E27FC236}">
                      <a16:creationId xmlns:a16="http://schemas.microsoft.com/office/drawing/2014/main" id="{31113BDC-2845-441C-B626-57D5D70A544F}"/>
                    </a:ext>
                  </a:extLst>
                </p:cNvPr>
                <p:cNvGrpSpPr/>
                <p:nvPr/>
              </p:nvGrpSpPr>
              <p:grpSpPr>
                <a:xfrm>
                  <a:off x="9734106" y="2822814"/>
                  <a:ext cx="914131" cy="1201867"/>
                  <a:chOff x="9734106" y="2822814"/>
                  <a:chExt cx="914131" cy="1201867"/>
                </a:xfrm>
              </p:grpSpPr>
              <p:sp>
                <p:nvSpPr>
                  <p:cNvPr id="303" name="Freeform: Shape 302">
                    <a:extLst>
                      <a:ext uri="{FF2B5EF4-FFF2-40B4-BE49-F238E27FC236}">
                        <a16:creationId xmlns:a16="http://schemas.microsoft.com/office/drawing/2014/main" id="{DCE02A84-8A99-427A-9DEF-BD6E398BF99B}"/>
                      </a:ext>
                    </a:extLst>
                  </p:cNvPr>
                  <p:cNvSpPr/>
                  <p:nvPr/>
                </p:nvSpPr>
                <p:spPr>
                  <a:xfrm>
                    <a:off x="10327557" y="3187458"/>
                    <a:ext cx="169035" cy="178905"/>
                  </a:xfrm>
                  <a:custGeom>
                    <a:avLst/>
                    <a:gdLst>
                      <a:gd name="connsiteX0" fmla="*/ 0 w 169035"/>
                      <a:gd name="connsiteY0" fmla="*/ 30846 h 178905"/>
                      <a:gd name="connsiteX1" fmla="*/ 23443 w 169035"/>
                      <a:gd name="connsiteY1" fmla="*/ 178906 h 178905"/>
                      <a:gd name="connsiteX2" fmla="*/ 169035 w 169035"/>
                      <a:gd name="connsiteY2" fmla="*/ 171503 h 178905"/>
                      <a:gd name="connsiteX3" fmla="*/ 148060 w 169035"/>
                      <a:gd name="connsiteY3" fmla="*/ 0 h 178905"/>
                    </a:gdLst>
                    <a:ahLst/>
                    <a:cxnLst>
                      <a:cxn ang="0">
                        <a:pos x="connsiteX0" y="connsiteY0"/>
                      </a:cxn>
                      <a:cxn ang="0">
                        <a:pos x="connsiteX1" y="connsiteY1"/>
                      </a:cxn>
                      <a:cxn ang="0">
                        <a:pos x="connsiteX2" y="connsiteY2"/>
                      </a:cxn>
                      <a:cxn ang="0">
                        <a:pos x="connsiteX3" y="connsiteY3"/>
                      </a:cxn>
                    </a:cxnLst>
                    <a:rect l="l" t="t" r="r" b="b"/>
                    <a:pathLst>
                      <a:path w="169035" h="178905">
                        <a:moveTo>
                          <a:pt x="0" y="30846"/>
                        </a:moveTo>
                        <a:lnTo>
                          <a:pt x="23443" y="178906"/>
                        </a:lnTo>
                        <a:lnTo>
                          <a:pt x="169035" y="171503"/>
                        </a:lnTo>
                        <a:lnTo>
                          <a:pt x="148060" y="0"/>
                        </a:lnTo>
                        <a:close/>
                      </a:path>
                    </a:pathLst>
                  </a:custGeom>
                  <a:solidFill>
                    <a:srgbClr val="FFA8A7"/>
                  </a:solidFill>
                  <a:ln w="12320"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05E01DB7-9EFF-433B-8C3E-DE8D53D88DD9}"/>
                      </a:ext>
                    </a:extLst>
                  </p:cNvPr>
                  <p:cNvSpPr/>
                  <p:nvPr/>
                </p:nvSpPr>
                <p:spPr>
                  <a:xfrm>
                    <a:off x="10178176" y="3273011"/>
                    <a:ext cx="470062" cy="751670"/>
                  </a:xfrm>
                  <a:custGeom>
                    <a:avLst/>
                    <a:gdLst>
                      <a:gd name="connsiteX0" fmla="*/ 451670 w 470062"/>
                      <a:gd name="connsiteY0" fmla="*/ 78546 h 751670"/>
                      <a:gd name="connsiteX1" fmla="*/ 343092 w 470062"/>
                      <a:gd name="connsiteY1" fmla="*/ 815 h 751670"/>
                      <a:gd name="connsiteX2" fmla="*/ 308545 w 470062"/>
                      <a:gd name="connsiteY2" fmla="*/ 5750 h 751670"/>
                      <a:gd name="connsiteX3" fmla="*/ 162953 w 470062"/>
                      <a:gd name="connsiteY3" fmla="*/ 36596 h 751670"/>
                      <a:gd name="connsiteX4" fmla="*/ 77818 w 470062"/>
                      <a:gd name="connsiteY4" fmla="*/ 46466 h 751670"/>
                      <a:gd name="connsiteX5" fmla="*/ 11191 w 470062"/>
                      <a:gd name="connsiteY5" fmla="*/ 259920 h 751670"/>
                      <a:gd name="connsiteX6" fmla="*/ 87 w 470062"/>
                      <a:gd name="connsiteY6" fmla="*/ 707801 h 751670"/>
                      <a:gd name="connsiteX7" fmla="*/ 287570 w 470062"/>
                      <a:gd name="connsiteY7" fmla="*/ 744816 h 751670"/>
                      <a:gd name="connsiteX8" fmla="*/ 450436 w 470062"/>
                      <a:gd name="connsiteY8" fmla="*/ 657214 h 751670"/>
                      <a:gd name="connsiteX9" fmla="*/ 440565 w 470062"/>
                      <a:gd name="connsiteY9" fmla="*/ 411681 h 751670"/>
                      <a:gd name="connsiteX10" fmla="*/ 465242 w 470062"/>
                      <a:gd name="connsiteY10" fmla="*/ 252517 h 751670"/>
                      <a:gd name="connsiteX11" fmla="*/ 451670 w 470062"/>
                      <a:gd name="connsiteY11" fmla="*/ 78546 h 751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0062" h="751670">
                        <a:moveTo>
                          <a:pt x="451670" y="78546"/>
                        </a:moveTo>
                        <a:cubicBezTo>
                          <a:pt x="439331" y="37830"/>
                          <a:pt x="393679" y="-6588"/>
                          <a:pt x="343092" y="815"/>
                        </a:cubicBezTo>
                        <a:cubicBezTo>
                          <a:pt x="330754" y="3282"/>
                          <a:pt x="319649" y="3282"/>
                          <a:pt x="308545" y="5750"/>
                        </a:cubicBezTo>
                        <a:cubicBezTo>
                          <a:pt x="302376" y="30427"/>
                          <a:pt x="227112" y="51402"/>
                          <a:pt x="162953" y="36596"/>
                        </a:cubicBezTo>
                        <a:lnTo>
                          <a:pt x="77818" y="46466"/>
                        </a:lnTo>
                        <a:cubicBezTo>
                          <a:pt x="30933" y="62506"/>
                          <a:pt x="18594" y="106924"/>
                          <a:pt x="11191" y="259920"/>
                        </a:cubicBezTo>
                        <a:cubicBezTo>
                          <a:pt x="11191" y="259920"/>
                          <a:pt x="-1147" y="612796"/>
                          <a:pt x="87" y="707801"/>
                        </a:cubicBezTo>
                        <a:cubicBezTo>
                          <a:pt x="116067" y="757154"/>
                          <a:pt x="219709" y="757154"/>
                          <a:pt x="287570" y="744816"/>
                        </a:cubicBezTo>
                        <a:cubicBezTo>
                          <a:pt x="428227" y="717672"/>
                          <a:pt x="450436" y="657214"/>
                          <a:pt x="450436" y="657214"/>
                        </a:cubicBezTo>
                        <a:lnTo>
                          <a:pt x="440565" y="411681"/>
                        </a:lnTo>
                        <a:cubicBezTo>
                          <a:pt x="440565" y="358626"/>
                          <a:pt x="460307" y="285830"/>
                          <a:pt x="465242" y="252517"/>
                        </a:cubicBezTo>
                        <a:cubicBezTo>
                          <a:pt x="478814" y="147641"/>
                          <a:pt x="460307" y="106924"/>
                          <a:pt x="451670" y="78546"/>
                        </a:cubicBezTo>
                        <a:close/>
                      </a:path>
                    </a:pathLst>
                  </a:custGeom>
                  <a:solidFill>
                    <a:srgbClr val="455A64"/>
                  </a:solidFill>
                  <a:ln w="12320"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B899D077-A565-4718-9A76-D4FC08416D60}"/>
                      </a:ext>
                    </a:extLst>
                  </p:cNvPr>
                  <p:cNvSpPr/>
                  <p:nvPr/>
                </p:nvSpPr>
                <p:spPr>
                  <a:xfrm>
                    <a:off x="9734106" y="3324413"/>
                    <a:ext cx="547801" cy="668737"/>
                  </a:xfrm>
                  <a:custGeom>
                    <a:avLst/>
                    <a:gdLst>
                      <a:gd name="connsiteX0" fmla="*/ 532993 w 547801"/>
                      <a:gd name="connsiteY0" fmla="*/ 0 h 668737"/>
                      <a:gd name="connsiteX1" fmla="*/ 387400 w 547801"/>
                      <a:gd name="connsiteY1" fmla="*/ 135722 h 668737"/>
                      <a:gd name="connsiteX2" fmla="*/ 323241 w 547801"/>
                      <a:gd name="connsiteY2" fmla="*/ 344239 h 668737"/>
                      <a:gd name="connsiteX3" fmla="*/ 159141 w 547801"/>
                      <a:gd name="connsiteY3" fmla="*/ 461453 h 668737"/>
                      <a:gd name="connsiteX4" fmla="*/ 60434 w 547801"/>
                      <a:gd name="connsiteY4" fmla="*/ 512041 h 668737"/>
                      <a:gd name="connsiteX5" fmla="*/ 13549 w 547801"/>
                      <a:gd name="connsiteY5" fmla="*/ 586071 h 668737"/>
                      <a:gd name="connsiteX6" fmla="*/ 2444 w 547801"/>
                      <a:gd name="connsiteY6" fmla="*/ 668737 h 668737"/>
                      <a:gd name="connsiteX7" fmla="*/ 32056 w 547801"/>
                      <a:gd name="connsiteY7" fmla="*/ 630488 h 668737"/>
                      <a:gd name="connsiteX8" fmla="*/ 90047 w 547801"/>
                      <a:gd name="connsiteY8" fmla="*/ 625553 h 668737"/>
                      <a:gd name="connsiteX9" fmla="*/ 186285 w 547801"/>
                      <a:gd name="connsiteY9" fmla="*/ 561394 h 668737"/>
                      <a:gd name="connsiteX10" fmla="*/ 399738 w 547801"/>
                      <a:gd name="connsiteY10" fmla="*/ 462687 h 668737"/>
                      <a:gd name="connsiteX11" fmla="*/ 444156 w 547801"/>
                      <a:gd name="connsiteY11" fmla="*/ 415802 h 668737"/>
                      <a:gd name="connsiteX12" fmla="*/ 495978 w 547801"/>
                      <a:gd name="connsiteY12" fmla="*/ 234428 h 668737"/>
                      <a:gd name="connsiteX13" fmla="*/ 532993 w 547801"/>
                      <a:gd name="connsiteY13" fmla="*/ 0 h 668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7801" h="668737">
                        <a:moveTo>
                          <a:pt x="532993" y="0"/>
                        </a:moveTo>
                        <a:cubicBezTo>
                          <a:pt x="424415" y="3702"/>
                          <a:pt x="423182" y="25910"/>
                          <a:pt x="387400" y="135722"/>
                        </a:cubicBezTo>
                        <a:cubicBezTo>
                          <a:pt x="371360" y="187543"/>
                          <a:pt x="345450" y="271443"/>
                          <a:pt x="323241" y="344239"/>
                        </a:cubicBezTo>
                        <a:cubicBezTo>
                          <a:pt x="309669" y="357811"/>
                          <a:pt x="198624" y="434309"/>
                          <a:pt x="159141" y="461453"/>
                        </a:cubicBezTo>
                        <a:cubicBezTo>
                          <a:pt x="119659" y="488598"/>
                          <a:pt x="97449" y="482428"/>
                          <a:pt x="60434" y="512041"/>
                        </a:cubicBezTo>
                        <a:cubicBezTo>
                          <a:pt x="34524" y="531782"/>
                          <a:pt x="25887" y="556458"/>
                          <a:pt x="13549" y="586071"/>
                        </a:cubicBezTo>
                        <a:cubicBezTo>
                          <a:pt x="2444" y="611981"/>
                          <a:pt x="-3725" y="640359"/>
                          <a:pt x="2444" y="668737"/>
                        </a:cubicBezTo>
                        <a:lnTo>
                          <a:pt x="32056" y="630488"/>
                        </a:lnTo>
                        <a:cubicBezTo>
                          <a:pt x="32056" y="630488"/>
                          <a:pt x="70305" y="628021"/>
                          <a:pt x="90047" y="625553"/>
                        </a:cubicBezTo>
                        <a:cubicBezTo>
                          <a:pt x="124594" y="621852"/>
                          <a:pt x="152972" y="578667"/>
                          <a:pt x="186285" y="561394"/>
                        </a:cubicBezTo>
                        <a:cubicBezTo>
                          <a:pt x="250445" y="526847"/>
                          <a:pt x="341748" y="491065"/>
                          <a:pt x="399738" y="462687"/>
                        </a:cubicBezTo>
                        <a:cubicBezTo>
                          <a:pt x="429351" y="449115"/>
                          <a:pt x="437987" y="439244"/>
                          <a:pt x="444156" y="415802"/>
                        </a:cubicBezTo>
                        <a:cubicBezTo>
                          <a:pt x="471301" y="325732"/>
                          <a:pt x="495978" y="234428"/>
                          <a:pt x="495978" y="234428"/>
                        </a:cubicBezTo>
                        <a:cubicBezTo>
                          <a:pt x="546565" y="167801"/>
                          <a:pt x="562604" y="35781"/>
                          <a:pt x="532993" y="0"/>
                        </a:cubicBezTo>
                        <a:close/>
                      </a:path>
                    </a:pathLst>
                  </a:custGeom>
                  <a:solidFill>
                    <a:srgbClr val="FFA8A7"/>
                  </a:solidFill>
                  <a:ln w="12320"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D267F129-BD44-4224-AB9F-B6C0F9C89B14}"/>
                      </a:ext>
                    </a:extLst>
                  </p:cNvPr>
                  <p:cNvSpPr/>
                  <p:nvPr/>
                </p:nvSpPr>
                <p:spPr>
                  <a:xfrm>
                    <a:off x="10067218" y="3317564"/>
                    <a:ext cx="222278" cy="365746"/>
                  </a:xfrm>
                  <a:custGeom>
                    <a:avLst/>
                    <a:gdLst>
                      <a:gd name="connsiteX0" fmla="*/ 202348 w 222278"/>
                      <a:gd name="connsiteY0" fmla="*/ 680 h 365746"/>
                      <a:gd name="connsiteX1" fmla="*/ 133254 w 222278"/>
                      <a:gd name="connsiteY1" fmla="*/ 6849 h 365746"/>
                      <a:gd name="connsiteX2" fmla="*/ 64159 w 222278"/>
                      <a:gd name="connsiteY2" fmla="*/ 87048 h 365746"/>
                      <a:gd name="connsiteX3" fmla="*/ 0 w 222278"/>
                      <a:gd name="connsiteY3" fmla="*/ 309138 h 365746"/>
                      <a:gd name="connsiteX4" fmla="*/ 55522 w 222278"/>
                      <a:gd name="connsiteY4" fmla="*/ 352322 h 365746"/>
                      <a:gd name="connsiteX5" fmla="*/ 133254 w 222278"/>
                      <a:gd name="connsiteY5" fmla="*/ 363427 h 365746"/>
                      <a:gd name="connsiteX6" fmla="*/ 173970 w 222278"/>
                      <a:gd name="connsiteY6" fmla="*/ 242511 h 365746"/>
                      <a:gd name="connsiteX7" fmla="*/ 219622 w 222278"/>
                      <a:gd name="connsiteY7" fmla="*/ 138869 h 365746"/>
                      <a:gd name="connsiteX8" fmla="*/ 202348 w 222278"/>
                      <a:gd name="connsiteY8" fmla="*/ 680 h 365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2278" h="365746">
                        <a:moveTo>
                          <a:pt x="202348" y="680"/>
                        </a:moveTo>
                        <a:cubicBezTo>
                          <a:pt x="202348" y="680"/>
                          <a:pt x="162866" y="-3022"/>
                          <a:pt x="133254" y="6849"/>
                        </a:cubicBezTo>
                        <a:cubicBezTo>
                          <a:pt x="102408" y="15486"/>
                          <a:pt x="85134" y="32759"/>
                          <a:pt x="64159" y="87048"/>
                        </a:cubicBezTo>
                        <a:cubicBezTo>
                          <a:pt x="43184" y="141337"/>
                          <a:pt x="0" y="309138"/>
                          <a:pt x="0" y="309138"/>
                        </a:cubicBezTo>
                        <a:cubicBezTo>
                          <a:pt x="0" y="309138"/>
                          <a:pt x="7403" y="332581"/>
                          <a:pt x="55522" y="352322"/>
                        </a:cubicBezTo>
                        <a:cubicBezTo>
                          <a:pt x="106110" y="373297"/>
                          <a:pt x="133254" y="363427"/>
                          <a:pt x="133254" y="363427"/>
                        </a:cubicBezTo>
                        <a:lnTo>
                          <a:pt x="173970" y="242511"/>
                        </a:lnTo>
                        <a:cubicBezTo>
                          <a:pt x="173970" y="242511"/>
                          <a:pt x="212219" y="180819"/>
                          <a:pt x="219622" y="138869"/>
                        </a:cubicBezTo>
                        <a:cubicBezTo>
                          <a:pt x="224558" y="98153"/>
                          <a:pt x="224558" y="45098"/>
                          <a:pt x="202348" y="680"/>
                        </a:cubicBezTo>
                        <a:close/>
                      </a:path>
                    </a:pathLst>
                  </a:custGeom>
                  <a:solidFill>
                    <a:schemeClr val="accent2"/>
                  </a:solidFill>
                  <a:ln w="12320" cap="flat">
                    <a:noFill/>
                    <a:prstDash val="solid"/>
                    <a:miter/>
                  </a:ln>
                </p:spPr>
                <p:txBody>
                  <a:bodyPr rtlCol="0" anchor="ctr"/>
                  <a:lstStyle/>
                  <a:p>
                    <a:endParaRPr lang="en-US"/>
                  </a:p>
                </p:txBody>
              </p:sp>
              <p:grpSp>
                <p:nvGrpSpPr>
                  <p:cNvPr id="307" name="Graphic 6">
                    <a:extLst>
                      <a:ext uri="{FF2B5EF4-FFF2-40B4-BE49-F238E27FC236}">
                        <a16:creationId xmlns:a16="http://schemas.microsoft.com/office/drawing/2014/main" id="{31113BDC-2845-441C-B626-57D5D70A544F}"/>
                      </a:ext>
                    </a:extLst>
                  </p:cNvPr>
                  <p:cNvGrpSpPr/>
                  <p:nvPr/>
                </p:nvGrpSpPr>
                <p:grpSpPr>
                  <a:xfrm>
                    <a:off x="10197727" y="2884280"/>
                    <a:ext cx="347370" cy="343625"/>
                    <a:chOff x="10197727" y="2884280"/>
                    <a:chExt cx="347370" cy="343625"/>
                  </a:xfrm>
                </p:grpSpPr>
                <p:sp>
                  <p:nvSpPr>
                    <p:cNvPr id="308" name="Freeform: Shape 307">
                      <a:extLst>
                        <a:ext uri="{FF2B5EF4-FFF2-40B4-BE49-F238E27FC236}">
                          <a16:creationId xmlns:a16="http://schemas.microsoft.com/office/drawing/2014/main" id="{03B30B9B-39F5-47D0-909A-57E8275D522E}"/>
                        </a:ext>
                      </a:extLst>
                    </p:cNvPr>
                    <p:cNvSpPr/>
                    <p:nvPr/>
                  </p:nvSpPr>
                  <p:spPr>
                    <a:xfrm>
                      <a:off x="10197727" y="3038164"/>
                      <a:ext cx="31123" cy="67860"/>
                    </a:xfrm>
                    <a:custGeom>
                      <a:avLst/>
                      <a:gdLst>
                        <a:gd name="connsiteX0" fmla="*/ 31123 w 31123"/>
                        <a:gd name="connsiteY0" fmla="*/ 0 h 67860"/>
                        <a:gd name="connsiteX1" fmla="*/ 278 w 31123"/>
                        <a:gd name="connsiteY1" fmla="*/ 57990 h 67860"/>
                        <a:gd name="connsiteX2" fmla="*/ 29889 w 31123"/>
                        <a:gd name="connsiteY2" fmla="*/ 67861 h 67860"/>
                        <a:gd name="connsiteX3" fmla="*/ 31123 w 31123"/>
                        <a:gd name="connsiteY3" fmla="*/ 0 h 67860"/>
                      </a:gdLst>
                      <a:ahLst/>
                      <a:cxnLst>
                        <a:cxn ang="0">
                          <a:pos x="connsiteX0" y="connsiteY0"/>
                        </a:cxn>
                        <a:cxn ang="0">
                          <a:pos x="connsiteX1" y="connsiteY1"/>
                        </a:cxn>
                        <a:cxn ang="0">
                          <a:pos x="connsiteX2" y="connsiteY2"/>
                        </a:cxn>
                        <a:cxn ang="0">
                          <a:pos x="connsiteX3" y="connsiteY3"/>
                        </a:cxn>
                      </a:cxnLst>
                      <a:rect l="l" t="t" r="r" b="b"/>
                      <a:pathLst>
                        <a:path w="31123" h="67860">
                          <a:moveTo>
                            <a:pt x="31123" y="0"/>
                          </a:moveTo>
                          <a:cubicBezTo>
                            <a:pt x="31123" y="0"/>
                            <a:pt x="-3424" y="53055"/>
                            <a:pt x="278" y="57990"/>
                          </a:cubicBezTo>
                          <a:cubicBezTo>
                            <a:pt x="3979" y="62925"/>
                            <a:pt x="29889" y="67861"/>
                            <a:pt x="29889" y="67861"/>
                          </a:cubicBezTo>
                          <a:lnTo>
                            <a:pt x="31123" y="0"/>
                          </a:lnTo>
                          <a:close/>
                        </a:path>
                      </a:pathLst>
                    </a:custGeom>
                    <a:solidFill>
                      <a:srgbClr val="F28F8F"/>
                    </a:solidFill>
                    <a:ln w="12320"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FC3BAC1B-E85E-4B71-8EAC-2674F2E04C06}"/>
                        </a:ext>
                      </a:extLst>
                    </p:cNvPr>
                    <p:cNvSpPr/>
                    <p:nvPr/>
                  </p:nvSpPr>
                  <p:spPr>
                    <a:xfrm>
                      <a:off x="10226648" y="2884280"/>
                      <a:ext cx="318449" cy="343625"/>
                    </a:xfrm>
                    <a:custGeom>
                      <a:avLst/>
                      <a:gdLst>
                        <a:gd name="connsiteX0" fmla="*/ 99675 w 318449"/>
                        <a:gd name="connsiteY0" fmla="*/ 7058 h 343625"/>
                        <a:gd name="connsiteX1" fmla="*/ 2202 w 318449"/>
                        <a:gd name="connsiteY1" fmla="*/ 164989 h 343625"/>
                        <a:gd name="connsiteX2" fmla="*/ 23177 w 318449"/>
                        <a:gd name="connsiteY2" fmla="*/ 334024 h 343625"/>
                        <a:gd name="connsiteX3" fmla="*/ 120650 w 318449"/>
                        <a:gd name="connsiteY3" fmla="*/ 338959 h 343625"/>
                        <a:gd name="connsiteX4" fmla="*/ 278581 w 318449"/>
                        <a:gd name="connsiteY4" fmla="*/ 240252 h 343625"/>
                        <a:gd name="connsiteX5" fmla="*/ 287218 w 318449"/>
                        <a:gd name="connsiteY5" fmla="*/ 39138 h 343625"/>
                        <a:gd name="connsiteX6" fmla="*/ 99675 w 318449"/>
                        <a:gd name="connsiteY6" fmla="*/ 7058 h 343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8449" h="343625">
                          <a:moveTo>
                            <a:pt x="99675" y="7058"/>
                          </a:moveTo>
                          <a:cubicBezTo>
                            <a:pt x="29347" y="21864"/>
                            <a:pt x="8371" y="52710"/>
                            <a:pt x="2202" y="164989"/>
                          </a:cubicBezTo>
                          <a:cubicBezTo>
                            <a:pt x="-5201" y="282203"/>
                            <a:pt x="7137" y="319218"/>
                            <a:pt x="23177" y="334024"/>
                          </a:cubicBezTo>
                          <a:cubicBezTo>
                            <a:pt x="33048" y="345128"/>
                            <a:pt x="91038" y="346362"/>
                            <a:pt x="120650" y="338959"/>
                          </a:cubicBezTo>
                          <a:cubicBezTo>
                            <a:pt x="157665" y="329088"/>
                            <a:pt x="239098" y="299476"/>
                            <a:pt x="278581" y="240252"/>
                          </a:cubicBezTo>
                          <a:cubicBezTo>
                            <a:pt x="324233" y="171158"/>
                            <a:pt x="335337" y="77386"/>
                            <a:pt x="287218" y="39138"/>
                          </a:cubicBezTo>
                          <a:cubicBezTo>
                            <a:pt x="216889" y="-15151"/>
                            <a:pt x="128053" y="889"/>
                            <a:pt x="99675" y="7058"/>
                          </a:cubicBezTo>
                          <a:close/>
                        </a:path>
                      </a:pathLst>
                    </a:custGeom>
                    <a:solidFill>
                      <a:srgbClr val="FFA8A7"/>
                    </a:solidFill>
                    <a:ln w="12320" cap="flat">
                      <a:noFill/>
                      <a:prstDash val="solid"/>
                      <a:miter/>
                    </a:ln>
                  </p:spPr>
                  <p:txBody>
                    <a:bodyPr rtlCol="0" anchor="ctr"/>
                    <a:lstStyle/>
                    <a:p>
                      <a:endParaRPr lang="en-US"/>
                    </a:p>
                  </p:txBody>
                </p:sp>
              </p:grpSp>
              <p:sp>
                <p:nvSpPr>
                  <p:cNvPr id="310" name="Freeform: Shape 309">
                    <a:extLst>
                      <a:ext uri="{FF2B5EF4-FFF2-40B4-BE49-F238E27FC236}">
                        <a16:creationId xmlns:a16="http://schemas.microsoft.com/office/drawing/2014/main" id="{332F2D8A-6BCA-45F7-B9FF-D509BEAE52DE}"/>
                      </a:ext>
                    </a:extLst>
                  </p:cNvPr>
                  <p:cNvSpPr/>
                  <p:nvPr/>
                </p:nvSpPr>
                <p:spPr>
                  <a:xfrm>
                    <a:off x="10191835" y="2822814"/>
                    <a:ext cx="397849" cy="396697"/>
                  </a:xfrm>
                  <a:custGeom>
                    <a:avLst/>
                    <a:gdLst>
                      <a:gd name="connsiteX0" fmla="*/ 22209 w 397849"/>
                      <a:gd name="connsiteY0" fmla="*/ 111708 h 396697"/>
                      <a:gd name="connsiteX1" fmla="*/ 40716 w 397849"/>
                      <a:gd name="connsiteY1" fmla="*/ 126514 h 396697"/>
                      <a:gd name="connsiteX2" fmla="*/ 70329 w 397849"/>
                      <a:gd name="connsiteY2" fmla="*/ 142554 h 396697"/>
                      <a:gd name="connsiteX3" fmla="*/ 98707 w 397849"/>
                      <a:gd name="connsiteY3" fmla="*/ 156126 h 396697"/>
                      <a:gd name="connsiteX4" fmla="*/ 113513 w 397849"/>
                      <a:gd name="connsiteY4" fmla="*/ 191907 h 396697"/>
                      <a:gd name="connsiteX5" fmla="*/ 113513 w 397849"/>
                      <a:gd name="connsiteY5" fmla="*/ 226454 h 396697"/>
                      <a:gd name="connsiteX6" fmla="*/ 132020 w 397849"/>
                      <a:gd name="connsiteY6" fmla="*/ 235091 h 396697"/>
                      <a:gd name="connsiteX7" fmla="*/ 180140 w 397849"/>
                      <a:gd name="connsiteY7" fmla="*/ 196843 h 396697"/>
                      <a:gd name="connsiteX8" fmla="*/ 202348 w 397849"/>
                      <a:gd name="connsiteY8" fmla="*/ 275808 h 396697"/>
                      <a:gd name="connsiteX9" fmla="*/ 162866 w 397849"/>
                      <a:gd name="connsiteY9" fmla="*/ 290614 h 396697"/>
                      <a:gd name="connsiteX10" fmla="*/ 201115 w 397849"/>
                      <a:gd name="connsiteY10" fmla="*/ 389320 h 396697"/>
                      <a:gd name="connsiteX11" fmla="*/ 287483 w 397849"/>
                      <a:gd name="connsiteY11" fmla="*/ 391788 h 396697"/>
                      <a:gd name="connsiteX12" fmla="*/ 372618 w 397849"/>
                      <a:gd name="connsiteY12" fmla="*/ 264703 h 396697"/>
                      <a:gd name="connsiteX13" fmla="*/ 361513 w 397849"/>
                      <a:gd name="connsiteY13" fmla="*/ 78395 h 396697"/>
                      <a:gd name="connsiteX14" fmla="*/ 277612 w 397849"/>
                      <a:gd name="connsiteY14" fmla="*/ 3131 h 396697"/>
                      <a:gd name="connsiteX15" fmla="*/ 98707 w 397849"/>
                      <a:gd name="connsiteY15" fmla="*/ 11768 h 396697"/>
                      <a:gd name="connsiteX16" fmla="*/ 69095 w 397849"/>
                      <a:gd name="connsiteY16" fmla="*/ 4365 h 396697"/>
                      <a:gd name="connsiteX17" fmla="*/ 56756 w 397849"/>
                      <a:gd name="connsiteY17" fmla="*/ 3131 h 396697"/>
                      <a:gd name="connsiteX18" fmla="*/ 50587 w 397849"/>
                      <a:gd name="connsiteY18" fmla="*/ 16703 h 396697"/>
                      <a:gd name="connsiteX19" fmla="*/ 67861 w 397849"/>
                      <a:gd name="connsiteY19" fmla="*/ 45081 h 396697"/>
                      <a:gd name="connsiteX20" fmla="*/ 59224 w 397849"/>
                      <a:gd name="connsiteY20" fmla="*/ 46315 h 396697"/>
                      <a:gd name="connsiteX21" fmla="*/ 49353 w 397849"/>
                      <a:gd name="connsiteY21" fmla="*/ 46315 h 396697"/>
                      <a:gd name="connsiteX22" fmla="*/ 29612 w 397849"/>
                      <a:gd name="connsiteY22" fmla="*/ 45081 h 396697"/>
                      <a:gd name="connsiteX23" fmla="*/ 16040 w 397849"/>
                      <a:gd name="connsiteY23" fmla="*/ 45081 h 396697"/>
                      <a:gd name="connsiteX24" fmla="*/ 0 w 397849"/>
                      <a:gd name="connsiteY24" fmla="*/ 69758 h 396697"/>
                      <a:gd name="connsiteX25" fmla="*/ 11104 w 397849"/>
                      <a:gd name="connsiteY25" fmla="*/ 99370 h 396697"/>
                      <a:gd name="connsiteX26" fmla="*/ 18507 w 397849"/>
                      <a:gd name="connsiteY26" fmla="*/ 110474 h 396697"/>
                      <a:gd name="connsiteX27" fmla="*/ 22209 w 397849"/>
                      <a:gd name="connsiteY27" fmla="*/ 111708 h 396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97849" h="396697">
                        <a:moveTo>
                          <a:pt x="22209" y="111708"/>
                        </a:moveTo>
                        <a:cubicBezTo>
                          <a:pt x="27144" y="117877"/>
                          <a:pt x="33314" y="121579"/>
                          <a:pt x="40716" y="126514"/>
                        </a:cubicBezTo>
                        <a:cubicBezTo>
                          <a:pt x="50587" y="132683"/>
                          <a:pt x="60458" y="137619"/>
                          <a:pt x="70329" y="142554"/>
                        </a:cubicBezTo>
                        <a:cubicBezTo>
                          <a:pt x="80199" y="147489"/>
                          <a:pt x="90070" y="149957"/>
                          <a:pt x="98707" y="156126"/>
                        </a:cubicBezTo>
                        <a:cubicBezTo>
                          <a:pt x="111045" y="164763"/>
                          <a:pt x="113513" y="177101"/>
                          <a:pt x="113513" y="191907"/>
                        </a:cubicBezTo>
                        <a:cubicBezTo>
                          <a:pt x="113513" y="201778"/>
                          <a:pt x="113513" y="212882"/>
                          <a:pt x="113513" y="226454"/>
                        </a:cubicBezTo>
                        <a:cubicBezTo>
                          <a:pt x="113513" y="246196"/>
                          <a:pt x="125851" y="261002"/>
                          <a:pt x="132020" y="235091"/>
                        </a:cubicBezTo>
                        <a:cubicBezTo>
                          <a:pt x="132020" y="235091"/>
                          <a:pt x="143125" y="191907"/>
                          <a:pt x="180140" y="196843"/>
                        </a:cubicBezTo>
                        <a:cubicBezTo>
                          <a:pt x="217155" y="201778"/>
                          <a:pt x="219622" y="243728"/>
                          <a:pt x="202348" y="275808"/>
                        </a:cubicBezTo>
                        <a:cubicBezTo>
                          <a:pt x="191244" y="295549"/>
                          <a:pt x="162866" y="290614"/>
                          <a:pt x="162866" y="290614"/>
                        </a:cubicBezTo>
                        <a:cubicBezTo>
                          <a:pt x="162866" y="290614"/>
                          <a:pt x="156697" y="344902"/>
                          <a:pt x="201115" y="389320"/>
                        </a:cubicBezTo>
                        <a:cubicBezTo>
                          <a:pt x="201115" y="389320"/>
                          <a:pt x="229493" y="404126"/>
                          <a:pt x="287483" y="391788"/>
                        </a:cubicBezTo>
                        <a:cubicBezTo>
                          <a:pt x="326966" y="337499"/>
                          <a:pt x="351642" y="311589"/>
                          <a:pt x="372618" y="264703"/>
                        </a:cubicBezTo>
                        <a:cubicBezTo>
                          <a:pt x="417035" y="165997"/>
                          <a:pt x="396060" y="104305"/>
                          <a:pt x="361513" y="78395"/>
                        </a:cubicBezTo>
                        <a:cubicBezTo>
                          <a:pt x="354110" y="32743"/>
                          <a:pt x="318329" y="13001"/>
                          <a:pt x="277612" y="3131"/>
                        </a:cubicBezTo>
                        <a:cubicBezTo>
                          <a:pt x="217155" y="-10441"/>
                          <a:pt x="159164" y="25340"/>
                          <a:pt x="98707" y="11768"/>
                        </a:cubicBezTo>
                        <a:cubicBezTo>
                          <a:pt x="88836" y="9300"/>
                          <a:pt x="78965" y="6832"/>
                          <a:pt x="69095" y="4365"/>
                        </a:cubicBezTo>
                        <a:cubicBezTo>
                          <a:pt x="65393" y="3131"/>
                          <a:pt x="60458" y="1897"/>
                          <a:pt x="56756" y="3131"/>
                        </a:cubicBezTo>
                        <a:cubicBezTo>
                          <a:pt x="51821" y="5598"/>
                          <a:pt x="50587" y="11768"/>
                          <a:pt x="50587" y="16703"/>
                        </a:cubicBezTo>
                        <a:cubicBezTo>
                          <a:pt x="51821" y="27807"/>
                          <a:pt x="57990" y="38912"/>
                          <a:pt x="67861" y="45081"/>
                        </a:cubicBezTo>
                        <a:cubicBezTo>
                          <a:pt x="66627" y="43847"/>
                          <a:pt x="60458" y="46315"/>
                          <a:pt x="59224" y="46315"/>
                        </a:cubicBezTo>
                        <a:cubicBezTo>
                          <a:pt x="55522" y="46315"/>
                          <a:pt x="53055" y="46315"/>
                          <a:pt x="49353" y="46315"/>
                        </a:cubicBezTo>
                        <a:cubicBezTo>
                          <a:pt x="43184" y="46315"/>
                          <a:pt x="35781" y="45081"/>
                          <a:pt x="29612" y="45081"/>
                        </a:cubicBezTo>
                        <a:cubicBezTo>
                          <a:pt x="24677" y="45081"/>
                          <a:pt x="19741" y="43847"/>
                          <a:pt x="16040" y="45081"/>
                        </a:cubicBezTo>
                        <a:cubicBezTo>
                          <a:pt x="6169" y="47549"/>
                          <a:pt x="0" y="59887"/>
                          <a:pt x="0" y="69758"/>
                        </a:cubicBezTo>
                        <a:cubicBezTo>
                          <a:pt x="0" y="80862"/>
                          <a:pt x="4935" y="89499"/>
                          <a:pt x="11104" y="99370"/>
                        </a:cubicBezTo>
                        <a:cubicBezTo>
                          <a:pt x="13572" y="103071"/>
                          <a:pt x="16040" y="106773"/>
                          <a:pt x="18507" y="110474"/>
                        </a:cubicBezTo>
                        <a:cubicBezTo>
                          <a:pt x="20975" y="110474"/>
                          <a:pt x="20975" y="110474"/>
                          <a:pt x="22209" y="111708"/>
                        </a:cubicBezTo>
                        <a:close/>
                      </a:path>
                    </a:pathLst>
                  </a:custGeom>
                  <a:solidFill>
                    <a:srgbClr val="37474F"/>
                  </a:solidFill>
                  <a:ln w="12320"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3F5A73A7-5715-4F6B-A340-1F825EF50C97}"/>
                      </a:ext>
                    </a:extLst>
                  </p:cNvPr>
                  <p:cNvSpPr/>
                  <p:nvPr/>
                </p:nvSpPr>
                <p:spPr>
                  <a:xfrm>
                    <a:off x="10248591" y="3210827"/>
                    <a:ext cx="80199" cy="18253"/>
                  </a:xfrm>
                  <a:custGeom>
                    <a:avLst/>
                    <a:gdLst>
                      <a:gd name="connsiteX0" fmla="*/ 0 w 80199"/>
                      <a:gd name="connsiteY0" fmla="*/ 8710 h 18253"/>
                      <a:gd name="connsiteX1" fmla="*/ 77731 w 80199"/>
                      <a:gd name="connsiteY1" fmla="*/ 17347 h 18253"/>
                      <a:gd name="connsiteX2" fmla="*/ 80199 w 80199"/>
                      <a:gd name="connsiteY2" fmla="*/ 17347 h 18253"/>
                      <a:gd name="connsiteX3" fmla="*/ 75264 w 80199"/>
                      <a:gd name="connsiteY3" fmla="*/ 73 h 18253"/>
                      <a:gd name="connsiteX4" fmla="*/ 0 w 80199"/>
                      <a:gd name="connsiteY4" fmla="*/ 8710 h 18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199" h="18253">
                        <a:moveTo>
                          <a:pt x="0" y="8710"/>
                        </a:moveTo>
                        <a:cubicBezTo>
                          <a:pt x="8637" y="17347"/>
                          <a:pt x="48119" y="19815"/>
                          <a:pt x="77731" y="17347"/>
                        </a:cubicBezTo>
                        <a:lnTo>
                          <a:pt x="80199" y="17347"/>
                        </a:lnTo>
                        <a:lnTo>
                          <a:pt x="75264" y="73"/>
                        </a:lnTo>
                        <a:cubicBezTo>
                          <a:pt x="75264" y="-1161"/>
                          <a:pt x="29612" y="13645"/>
                          <a:pt x="0" y="8710"/>
                        </a:cubicBezTo>
                        <a:close/>
                      </a:path>
                    </a:pathLst>
                  </a:custGeom>
                  <a:solidFill>
                    <a:srgbClr val="F28F8F"/>
                  </a:solidFill>
                  <a:ln w="12320" cap="flat">
                    <a:noFill/>
                    <a:prstDash val="solid"/>
                    <a:miter/>
                  </a:ln>
                </p:spPr>
                <p:txBody>
                  <a:bodyPr rtlCol="0" anchor="ctr"/>
                  <a:lstStyle/>
                  <a:p>
                    <a:endParaRPr lang="en-US"/>
                  </a:p>
                </p:txBody>
              </p:sp>
            </p:grpSp>
          </p:grpSp>
        </p:grpSp>
      </p:grpSp>
      <p:sp>
        <p:nvSpPr>
          <p:cNvPr id="319" name="TextBox 318">
            <a:extLst>
              <a:ext uri="{FF2B5EF4-FFF2-40B4-BE49-F238E27FC236}">
                <a16:creationId xmlns:a16="http://schemas.microsoft.com/office/drawing/2014/main" id="{3F2B039C-15E8-4F8B-ACBD-AE72CB206AE2}"/>
              </a:ext>
            </a:extLst>
          </p:cNvPr>
          <p:cNvSpPr txBox="1"/>
          <p:nvPr/>
        </p:nvSpPr>
        <p:spPr>
          <a:xfrm>
            <a:off x="1940658" y="2077240"/>
            <a:ext cx="3178309" cy="692497"/>
          </a:xfrm>
          <a:prstGeom prst="rect">
            <a:avLst/>
          </a:prstGeom>
          <a:noFill/>
        </p:spPr>
        <p:txBody>
          <a:bodyPr wrap="square" rtlCol="0">
            <a:spAutoFit/>
          </a:bodyPr>
          <a:lstStyle/>
          <a:p>
            <a:pPr>
              <a:buClr>
                <a:schemeClr val="bg2"/>
              </a:buClr>
            </a:pPr>
            <a:r>
              <a:rPr lang="en-US" sz="1600" b="1" dirty="0">
                <a:solidFill>
                  <a:schemeClr val="accent1"/>
                </a:solidFill>
                <a:latin typeface="Roboto" panose="02000000000000000000" pitchFamily="2" charset="0"/>
                <a:ea typeface="Roboto" panose="02000000000000000000" pitchFamily="2" charset="0"/>
              </a:rPr>
              <a:t>Section 1: Name.</a:t>
            </a:r>
            <a:endParaRPr lang="ar-EG" sz="1600" b="1" dirty="0">
              <a:solidFill>
                <a:schemeClr val="accent1"/>
              </a:solidFill>
              <a:latin typeface="Roboto" panose="02000000000000000000" pitchFamily="2" charset="0"/>
              <a:ea typeface="Roboto" panose="02000000000000000000" pitchFamily="2" charset="0"/>
            </a:endParaRPr>
          </a:p>
          <a:p>
            <a:pPr>
              <a:buClr>
                <a:schemeClr val="bg2"/>
              </a:buClr>
            </a:pPr>
            <a:endParaRPr lang="en-US" sz="900" dirty="0">
              <a:solidFill>
                <a:schemeClr val="tx2"/>
              </a:solidFill>
              <a:latin typeface="Roboto" panose="02000000000000000000" pitchFamily="2" charset="0"/>
              <a:ea typeface="Roboto" panose="02000000000000000000" pitchFamily="2" charset="0"/>
            </a:endParaRPr>
          </a:p>
          <a:p>
            <a:pPr>
              <a:buClr>
                <a:schemeClr val="tx2"/>
              </a:buClr>
            </a:pPr>
            <a:r>
              <a:rPr lang="en-US" sz="1400" dirty="0">
                <a:solidFill>
                  <a:schemeClr val="tx2"/>
                </a:solidFill>
                <a:latin typeface="Roboto" panose="02000000000000000000" pitchFamily="2" charset="0"/>
                <a:ea typeface="Roboto" panose="02000000000000000000" pitchFamily="2" charset="0"/>
              </a:rPr>
              <a:t>Provide brief description, if desired.</a:t>
            </a:r>
          </a:p>
        </p:txBody>
      </p:sp>
      <p:grpSp>
        <p:nvGrpSpPr>
          <p:cNvPr id="331" name="Group 330">
            <a:extLst>
              <a:ext uri="{FF2B5EF4-FFF2-40B4-BE49-F238E27FC236}">
                <a16:creationId xmlns:a16="http://schemas.microsoft.com/office/drawing/2014/main" id="{4FC07398-9A12-4136-BB7B-88E9A694D922}"/>
              </a:ext>
            </a:extLst>
          </p:cNvPr>
          <p:cNvGrpSpPr/>
          <p:nvPr/>
        </p:nvGrpSpPr>
        <p:grpSpPr>
          <a:xfrm>
            <a:off x="1473142" y="2250287"/>
            <a:ext cx="335106" cy="346402"/>
            <a:chOff x="920324" y="2235873"/>
            <a:chExt cx="559554" cy="578415"/>
          </a:xfrm>
        </p:grpSpPr>
        <p:sp>
          <p:nvSpPr>
            <p:cNvPr id="329" name="Rectangle: Rounded Corners 328">
              <a:extLst>
                <a:ext uri="{FF2B5EF4-FFF2-40B4-BE49-F238E27FC236}">
                  <a16:creationId xmlns:a16="http://schemas.microsoft.com/office/drawing/2014/main" id="{ADEDD407-8825-4302-89F0-95E547FF0AA3}"/>
                </a:ext>
              </a:extLst>
            </p:cNvPr>
            <p:cNvSpPr/>
            <p:nvPr/>
          </p:nvSpPr>
          <p:spPr>
            <a:xfrm>
              <a:off x="920324" y="2330117"/>
              <a:ext cx="484171" cy="484171"/>
            </a:xfrm>
            <a:prstGeom prst="roundRect">
              <a:avLst/>
            </a:prstGeom>
            <a:no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6" name="Freeform: Shape 325">
              <a:extLst>
                <a:ext uri="{FF2B5EF4-FFF2-40B4-BE49-F238E27FC236}">
                  <a16:creationId xmlns:a16="http://schemas.microsoft.com/office/drawing/2014/main" id="{993C8551-CB85-4589-8545-C7A93F45397C}"/>
                </a:ext>
              </a:extLst>
            </p:cNvPr>
            <p:cNvSpPr/>
            <p:nvPr/>
          </p:nvSpPr>
          <p:spPr>
            <a:xfrm>
              <a:off x="1019392" y="2235873"/>
              <a:ext cx="460486" cy="475522"/>
            </a:xfrm>
            <a:custGeom>
              <a:avLst/>
              <a:gdLst>
                <a:gd name="connsiteX0" fmla="*/ 157117 w 433203"/>
                <a:gd name="connsiteY0" fmla="*/ 447348 h 447348"/>
                <a:gd name="connsiteX1" fmla="*/ 136729 w 433203"/>
                <a:gd name="connsiteY1" fmla="*/ 437834 h 447348"/>
                <a:gd name="connsiteX2" fmla="*/ 6244 w 433203"/>
                <a:gd name="connsiteY2" fmla="*/ 281523 h 447348"/>
                <a:gd name="connsiteX3" fmla="*/ 10322 w 433203"/>
                <a:gd name="connsiteY3" fmla="*/ 244825 h 447348"/>
                <a:gd name="connsiteX4" fmla="*/ 47020 w 433203"/>
                <a:gd name="connsiteY4" fmla="*/ 248902 h 447348"/>
                <a:gd name="connsiteX5" fmla="*/ 154399 w 433203"/>
                <a:gd name="connsiteY5" fmla="*/ 378028 h 447348"/>
                <a:gd name="connsiteX6" fmla="*/ 384106 w 433203"/>
                <a:gd name="connsiteY6" fmla="*/ 12398 h 447348"/>
                <a:gd name="connsiteX7" fmla="*/ 420805 w 433203"/>
                <a:gd name="connsiteY7" fmla="*/ 4243 h 447348"/>
                <a:gd name="connsiteX8" fmla="*/ 428961 w 433203"/>
                <a:gd name="connsiteY8" fmla="*/ 40942 h 447348"/>
                <a:gd name="connsiteX9" fmla="*/ 178865 w 433203"/>
                <a:gd name="connsiteY9" fmla="*/ 435115 h 447348"/>
                <a:gd name="connsiteX10" fmla="*/ 158476 w 433203"/>
                <a:gd name="connsiteY10" fmla="*/ 447348 h 447348"/>
                <a:gd name="connsiteX11" fmla="*/ 157117 w 433203"/>
                <a:gd name="connsiteY11" fmla="*/ 447348 h 44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3203" h="447348">
                  <a:moveTo>
                    <a:pt x="157117" y="447348"/>
                  </a:moveTo>
                  <a:cubicBezTo>
                    <a:pt x="148962" y="447348"/>
                    <a:pt x="142166" y="443270"/>
                    <a:pt x="136729" y="437834"/>
                  </a:cubicBezTo>
                  <a:lnTo>
                    <a:pt x="6244" y="281523"/>
                  </a:lnTo>
                  <a:cubicBezTo>
                    <a:pt x="-3271" y="270650"/>
                    <a:pt x="-1911" y="254339"/>
                    <a:pt x="10322" y="244825"/>
                  </a:cubicBezTo>
                  <a:cubicBezTo>
                    <a:pt x="21195" y="235310"/>
                    <a:pt x="37506" y="236669"/>
                    <a:pt x="47020" y="248902"/>
                  </a:cubicBezTo>
                  <a:lnTo>
                    <a:pt x="154399" y="378028"/>
                  </a:lnTo>
                  <a:lnTo>
                    <a:pt x="384106" y="12398"/>
                  </a:lnTo>
                  <a:cubicBezTo>
                    <a:pt x="392262" y="165"/>
                    <a:pt x="408572" y="-3912"/>
                    <a:pt x="420805" y="4243"/>
                  </a:cubicBezTo>
                  <a:cubicBezTo>
                    <a:pt x="433038" y="12398"/>
                    <a:pt x="437116" y="28709"/>
                    <a:pt x="428961" y="40942"/>
                  </a:cubicBezTo>
                  <a:lnTo>
                    <a:pt x="178865" y="435115"/>
                  </a:lnTo>
                  <a:cubicBezTo>
                    <a:pt x="174787" y="441911"/>
                    <a:pt x="166632" y="447348"/>
                    <a:pt x="158476" y="447348"/>
                  </a:cubicBezTo>
                  <a:cubicBezTo>
                    <a:pt x="157117" y="447348"/>
                    <a:pt x="157117" y="447348"/>
                    <a:pt x="157117" y="447348"/>
                  </a:cubicBezTo>
                  <a:close/>
                </a:path>
              </a:pathLst>
            </a:custGeom>
            <a:solidFill>
              <a:schemeClr val="tx2">
                <a:lumMod val="75000"/>
                <a:lumOff val="25000"/>
              </a:schemeClr>
            </a:solidFill>
            <a:ln w="13447" cap="flat">
              <a:noFill/>
              <a:prstDash val="solid"/>
              <a:miter/>
            </a:ln>
          </p:spPr>
          <p:txBody>
            <a:bodyPr rtlCol="0" anchor="ctr"/>
            <a:lstStyle/>
            <a:p>
              <a:endParaRPr lang="en-US"/>
            </a:p>
          </p:txBody>
        </p:sp>
      </p:grpSp>
      <p:sp>
        <p:nvSpPr>
          <p:cNvPr id="320" name="TextBox 319">
            <a:extLst>
              <a:ext uri="{FF2B5EF4-FFF2-40B4-BE49-F238E27FC236}">
                <a16:creationId xmlns:a16="http://schemas.microsoft.com/office/drawing/2014/main" id="{08B25632-53F3-4658-917D-CC2DCBEA152A}"/>
              </a:ext>
            </a:extLst>
          </p:cNvPr>
          <p:cNvSpPr txBox="1"/>
          <p:nvPr/>
        </p:nvSpPr>
        <p:spPr>
          <a:xfrm>
            <a:off x="1940658" y="3095769"/>
            <a:ext cx="3166825" cy="692497"/>
          </a:xfrm>
          <a:prstGeom prst="rect">
            <a:avLst/>
          </a:prstGeom>
          <a:noFill/>
        </p:spPr>
        <p:txBody>
          <a:bodyPr wrap="square" rtlCol="0">
            <a:spAutoFit/>
          </a:bodyPr>
          <a:lstStyle/>
          <a:p>
            <a:pPr>
              <a:buClr>
                <a:schemeClr val="bg2"/>
              </a:buClr>
            </a:pPr>
            <a:r>
              <a:rPr lang="en-US" sz="1600" b="1" dirty="0">
                <a:solidFill>
                  <a:schemeClr val="accent1"/>
                </a:solidFill>
                <a:latin typeface="Roboto" panose="02000000000000000000" pitchFamily="2" charset="0"/>
                <a:ea typeface="Roboto" panose="02000000000000000000" pitchFamily="2" charset="0"/>
              </a:rPr>
              <a:t>Section </a:t>
            </a:r>
            <a:r>
              <a:rPr lang="ar-EG" sz="1600" b="1" dirty="0">
                <a:solidFill>
                  <a:schemeClr val="accent1"/>
                </a:solidFill>
                <a:latin typeface="Roboto" panose="02000000000000000000" pitchFamily="2" charset="0"/>
                <a:ea typeface="Roboto" panose="02000000000000000000" pitchFamily="2" charset="0"/>
              </a:rPr>
              <a:t>2</a:t>
            </a:r>
            <a:r>
              <a:rPr lang="en-US" sz="1600" b="1" dirty="0">
                <a:solidFill>
                  <a:schemeClr val="accent1"/>
                </a:solidFill>
                <a:latin typeface="Roboto" panose="02000000000000000000" pitchFamily="2" charset="0"/>
                <a:ea typeface="Roboto" panose="02000000000000000000" pitchFamily="2" charset="0"/>
              </a:rPr>
              <a:t>: Name.</a:t>
            </a:r>
            <a:br>
              <a:rPr lang="ar-EG" sz="1600" b="1" dirty="0">
                <a:solidFill>
                  <a:schemeClr val="accent1"/>
                </a:solidFill>
                <a:latin typeface="Roboto" panose="02000000000000000000" pitchFamily="2" charset="0"/>
                <a:ea typeface="Roboto" panose="02000000000000000000" pitchFamily="2" charset="0"/>
              </a:rPr>
            </a:br>
            <a:endParaRPr lang="en-US" sz="900" dirty="0">
              <a:solidFill>
                <a:schemeClr val="tx2"/>
              </a:solidFill>
              <a:latin typeface="Roboto" panose="02000000000000000000" pitchFamily="2" charset="0"/>
              <a:ea typeface="Roboto" panose="02000000000000000000" pitchFamily="2" charset="0"/>
            </a:endParaRPr>
          </a:p>
          <a:p>
            <a:pPr>
              <a:buClr>
                <a:schemeClr val="tx2"/>
              </a:buClr>
            </a:pPr>
            <a:r>
              <a:rPr lang="en-US" sz="1400" dirty="0">
                <a:solidFill>
                  <a:schemeClr val="tx2"/>
                </a:solidFill>
                <a:latin typeface="Roboto" panose="02000000000000000000" pitchFamily="2" charset="0"/>
                <a:ea typeface="Roboto" panose="02000000000000000000" pitchFamily="2" charset="0"/>
              </a:rPr>
              <a:t>Provide brief description, if desired.</a:t>
            </a:r>
          </a:p>
        </p:txBody>
      </p:sp>
      <p:grpSp>
        <p:nvGrpSpPr>
          <p:cNvPr id="332" name="Group 331">
            <a:extLst>
              <a:ext uri="{FF2B5EF4-FFF2-40B4-BE49-F238E27FC236}">
                <a16:creationId xmlns:a16="http://schemas.microsoft.com/office/drawing/2014/main" id="{E2322F40-AD1E-418B-AB3F-532E9860E281}"/>
              </a:ext>
            </a:extLst>
          </p:cNvPr>
          <p:cNvGrpSpPr/>
          <p:nvPr/>
        </p:nvGrpSpPr>
        <p:grpSpPr>
          <a:xfrm>
            <a:off x="1473142" y="3268816"/>
            <a:ext cx="335106" cy="346402"/>
            <a:chOff x="920324" y="2235873"/>
            <a:chExt cx="559554" cy="578415"/>
          </a:xfrm>
        </p:grpSpPr>
        <p:sp>
          <p:nvSpPr>
            <p:cNvPr id="333" name="Rectangle: Rounded Corners 332">
              <a:extLst>
                <a:ext uri="{FF2B5EF4-FFF2-40B4-BE49-F238E27FC236}">
                  <a16:creationId xmlns:a16="http://schemas.microsoft.com/office/drawing/2014/main" id="{E0DFBE5C-5367-49D3-B00C-C34DC3A0497B}"/>
                </a:ext>
              </a:extLst>
            </p:cNvPr>
            <p:cNvSpPr/>
            <p:nvPr/>
          </p:nvSpPr>
          <p:spPr>
            <a:xfrm>
              <a:off x="920324" y="2330117"/>
              <a:ext cx="484171" cy="484171"/>
            </a:xfrm>
            <a:prstGeom prst="roundRect">
              <a:avLst/>
            </a:prstGeom>
            <a:no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4" name="Freeform: Shape 333">
              <a:extLst>
                <a:ext uri="{FF2B5EF4-FFF2-40B4-BE49-F238E27FC236}">
                  <a16:creationId xmlns:a16="http://schemas.microsoft.com/office/drawing/2014/main" id="{F8866FDF-D96F-4B50-AC1F-E8E150719D8A}"/>
                </a:ext>
              </a:extLst>
            </p:cNvPr>
            <p:cNvSpPr/>
            <p:nvPr/>
          </p:nvSpPr>
          <p:spPr>
            <a:xfrm>
              <a:off x="1019392" y="2235873"/>
              <a:ext cx="460486" cy="475522"/>
            </a:xfrm>
            <a:custGeom>
              <a:avLst/>
              <a:gdLst>
                <a:gd name="connsiteX0" fmla="*/ 157117 w 433203"/>
                <a:gd name="connsiteY0" fmla="*/ 447348 h 447348"/>
                <a:gd name="connsiteX1" fmla="*/ 136729 w 433203"/>
                <a:gd name="connsiteY1" fmla="*/ 437834 h 447348"/>
                <a:gd name="connsiteX2" fmla="*/ 6244 w 433203"/>
                <a:gd name="connsiteY2" fmla="*/ 281523 h 447348"/>
                <a:gd name="connsiteX3" fmla="*/ 10322 w 433203"/>
                <a:gd name="connsiteY3" fmla="*/ 244825 h 447348"/>
                <a:gd name="connsiteX4" fmla="*/ 47020 w 433203"/>
                <a:gd name="connsiteY4" fmla="*/ 248902 h 447348"/>
                <a:gd name="connsiteX5" fmla="*/ 154399 w 433203"/>
                <a:gd name="connsiteY5" fmla="*/ 378028 h 447348"/>
                <a:gd name="connsiteX6" fmla="*/ 384106 w 433203"/>
                <a:gd name="connsiteY6" fmla="*/ 12398 h 447348"/>
                <a:gd name="connsiteX7" fmla="*/ 420805 w 433203"/>
                <a:gd name="connsiteY7" fmla="*/ 4243 h 447348"/>
                <a:gd name="connsiteX8" fmla="*/ 428961 w 433203"/>
                <a:gd name="connsiteY8" fmla="*/ 40942 h 447348"/>
                <a:gd name="connsiteX9" fmla="*/ 178865 w 433203"/>
                <a:gd name="connsiteY9" fmla="*/ 435115 h 447348"/>
                <a:gd name="connsiteX10" fmla="*/ 158476 w 433203"/>
                <a:gd name="connsiteY10" fmla="*/ 447348 h 447348"/>
                <a:gd name="connsiteX11" fmla="*/ 157117 w 433203"/>
                <a:gd name="connsiteY11" fmla="*/ 447348 h 44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3203" h="447348">
                  <a:moveTo>
                    <a:pt x="157117" y="447348"/>
                  </a:moveTo>
                  <a:cubicBezTo>
                    <a:pt x="148962" y="447348"/>
                    <a:pt x="142166" y="443270"/>
                    <a:pt x="136729" y="437834"/>
                  </a:cubicBezTo>
                  <a:lnTo>
                    <a:pt x="6244" y="281523"/>
                  </a:lnTo>
                  <a:cubicBezTo>
                    <a:pt x="-3271" y="270650"/>
                    <a:pt x="-1911" y="254339"/>
                    <a:pt x="10322" y="244825"/>
                  </a:cubicBezTo>
                  <a:cubicBezTo>
                    <a:pt x="21195" y="235310"/>
                    <a:pt x="37506" y="236669"/>
                    <a:pt x="47020" y="248902"/>
                  </a:cubicBezTo>
                  <a:lnTo>
                    <a:pt x="154399" y="378028"/>
                  </a:lnTo>
                  <a:lnTo>
                    <a:pt x="384106" y="12398"/>
                  </a:lnTo>
                  <a:cubicBezTo>
                    <a:pt x="392262" y="165"/>
                    <a:pt x="408572" y="-3912"/>
                    <a:pt x="420805" y="4243"/>
                  </a:cubicBezTo>
                  <a:cubicBezTo>
                    <a:pt x="433038" y="12398"/>
                    <a:pt x="437116" y="28709"/>
                    <a:pt x="428961" y="40942"/>
                  </a:cubicBezTo>
                  <a:lnTo>
                    <a:pt x="178865" y="435115"/>
                  </a:lnTo>
                  <a:cubicBezTo>
                    <a:pt x="174787" y="441911"/>
                    <a:pt x="166632" y="447348"/>
                    <a:pt x="158476" y="447348"/>
                  </a:cubicBezTo>
                  <a:cubicBezTo>
                    <a:pt x="157117" y="447348"/>
                    <a:pt x="157117" y="447348"/>
                    <a:pt x="157117" y="447348"/>
                  </a:cubicBezTo>
                  <a:close/>
                </a:path>
              </a:pathLst>
            </a:custGeom>
            <a:solidFill>
              <a:schemeClr val="tx2">
                <a:lumMod val="75000"/>
                <a:lumOff val="25000"/>
              </a:schemeClr>
            </a:solidFill>
            <a:ln w="13447" cap="flat">
              <a:noFill/>
              <a:prstDash val="solid"/>
              <a:miter/>
            </a:ln>
          </p:spPr>
          <p:txBody>
            <a:bodyPr rtlCol="0" anchor="ctr"/>
            <a:lstStyle/>
            <a:p>
              <a:endParaRPr lang="en-US"/>
            </a:p>
          </p:txBody>
        </p:sp>
      </p:grpSp>
      <p:sp>
        <p:nvSpPr>
          <p:cNvPr id="321" name="TextBox 320">
            <a:extLst>
              <a:ext uri="{FF2B5EF4-FFF2-40B4-BE49-F238E27FC236}">
                <a16:creationId xmlns:a16="http://schemas.microsoft.com/office/drawing/2014/main" id="{452A2273-F773-4C27-BD31-1FEEE63705CE}"/>
              </a:ext>
            </a:extLst>
          </p:cNvPr>
          <p:cNvSpPr txBox="1"/>
          <p:nvPr/>
        </p:nvSpPr>
        <p:spPr>
          <a:xfrm>
            <a:off x="1940658" y="4114298"/>
            <a:ext cx="3166825" cy="692497"/>
          </a:xfrm>
          <a:prstGeom prst="rect">
            <a:avLst/>
          </a:prstGeom>
          <a:noFill/>
        </p:spPr>
        <p:txBody>
          <a:bodyPr wrap="square" rtlCol="0">
            <a:spAutoFit/>
          </a:bodyPr>
          <a:lstStyle/>
          <a:p>
            <a:pPr>
              <a:buClr>
                <a:schemeClr val="bg2"/>
              </a:buClr>
            </a:pPr>
            <a:r>
              <a:rPr lang="en-US" sz="1600" b="1" dirty="0">
                <a:solidFill>
                  <a:schemeClr val="accent1"/>
                </a:solidFill>
                <a:latin typeface="Roboto" panose="02000000000000000000" pitchFamily="2" charset="0"/>
                <a:ea typeface="Roboto" panose="02000000000000000000" pitchFamily="2" charset="0"/>
              </a:rPr>
              <a:t>Section </a:t>
            </a:r>
            <a:r>
              <a:rPr lang="ar-EG" sz="1600" b="1" dirty="0">
                <a:solidFill>
                  <a:schemeClr val="accent1"/>
                </a:solidFill>
                <a:latin typeface="Roboto" panose="02000000000000000000" pitchFamily="2" charset="0"/>
                <a:ea typeface="Roboto" panose="02000000000000000000" pitchFamily="2" charset="0"/>
              </a:rPr>
              <a:t>3</a:t>
            </a:r>
            <a:r>
              <a:rPr lang="en-US" sz="1600" b="1" dirty="0">
                <a:solidFill>
                  <a:schemeClr val="accent1"/>
                </a:solidFill>
                <a:latin typeface="Roboto" panose="02000000000000000000" pitchFamily="2" charset="0"/>
                <a:ea typeface="Roboto" panose="02000000000000000000" pitchFamily="2" charset="0"/>
              </a:rPr>
              <a:t>: Name.</a:t>
            </a:r>
            <a:endParaRPr lang="ar-EG" sz="1600" b="1" dirty="0">
              <a:solidFill>
                <a:schemeClr val="accent1"/>
              </a:solidFill>
              <a:latin typeface="Roboto" panose="02000000000000000000" pitchFamily="2" charset="0"/>
              <a:ea typeface="Roboto" panose="02000000000000000000" pitchFamily="2" charset="0"/>
            </a:endParaRPr>
          </a:p>
          <a:p>
            <a:pPr>
              <a:buClr>
                <a:schemeClr val="bg2"/>
              </a:buClr>
            </a:pPr>
            <a:endParaRPr lang="en-US" sz="900" dirty="0">
              <a:solidFill>
                <a:schemeClr val="tx2"/>
              </a:solidFill>
              <a:latin typeface="Roboto" panose="02000000000000000000" pitchFamily="2" charset="0"/>
              <a:ea typeface="Roboto" panose="02000000000000000000" pitchFamily="2" charset="0"/>
            </a:endParaRPr>
          </a:p>
          <a:p>
            <a:pPr>
              <a:buClr>
                <a:schemeClr val="tx2"/>
              </a:buClr>
            </a:pPr>
            <a:r>
              <a:rPr lang="en-US" sz="1400" dirty="0">
                <a:solidFill>
                  <a:schemeClr val="tx2"/>
                </a:solidFill>
                <a:latin typeface="Roboto" panose="02000000000000000000" pitchFamily="2" charset="0"/>
                <a:ea typeface="Roboto" panose="02000000000000000000" pitchFamily="2" charset="0"/>
              </a:rPr>
              <a:t>Provide brief description, if desired.</a:t>
            </a:r>
          </a:p>
        </p:txBody>
      </p:sp>
      <p:grpSp>
        <p:nvGrpSpPr>
          <p:cNvPr id="335" name="Group 334">
            <a:extLst>
              <a:ext uri="{FF2B5EF4-FFF2-40B4-BE49-F238E27FC236}">
                <a16:creationId xmlns:a16="http://schemas.microsoft.com/office/drawing/2014/main" id="{29E4C0A4-479C-4019-ABA1-2BE7D435DDE6}"/>
              </a:ext>
            </a:extLst>
          </p:cNvPr>
          <p:cNvGrpSpPr/>
          <p:nvPr/>
        </p:nvGrpSpPr>
        <p:grpSpPr>
          <a:xfrm>
            <a:off x="1473142" y="4287345"/>
            <a:ext cx="335106" cy="346402"/>
            <a:chOff x="920324" y="2235873"/>
            <a:chExt cx="559554" cy="578415"/>
          </a:xfrm>
        </p:grpSpPr>
        <p:sp>
          <p:nvSpPr>
            <p:cNvPr id="336" name="Rectangle: Rounded Corners 335">
              <a:extLst>
                <a:ext uri="{FF2B5EF4-FFF2-40B4-BE49-F238E27FC236}">
                  <a16:creationId xmlns:a16="http://schemas.microsoft.com/office/drawing/2014/main" id="{EC773D03-514F-4F8C-B071-5DE77234C70B}"/>
                </a:ext>
              </a:extLst>
            </p:cNvPr>
            <p:cNvSpPr/>
            <p:nvPr/>
          </p:nvSpPr>
          <p:spPr>
            <a:xfrm>
              <a:off x="920324" y="2330117"/>
              <a:ext cx="484171" cy="484171"/>
            </a:xfrm>
            <a:prstGeom prst="roundRect">
              <a:avLst/>
            </a:prstGeom>
            <a:no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7" name="Freeform: Shape 336">
              <a:extLst>
                <a:ext uri="{FF2B5EF4-FFF2-40B4-BE49-F238E27FC236}">
                  <a16:creationId xmlns:a16="http://schemas.microsoft.com/office/drawing/2014/main" id="{C21755E2-39EE-47DC-A913-B57226DE1BEF}"/>
                </a:ext>
              </a:extLst>
            </p:cNvPr>
            <p:cNvSpPr/>
            <p:nvPr/>
          </p:nvSpPr>
          <p:spPr>
            <a:xfrm>
              <a:off x="1019392" y="2235873"/>
              <a:ext cx="460486" cy="475522"/>
            </a:xfrm>
            <a:custGeom>
              <a:avLst/>
              <a:gdLst>
                <a:gd name="connsiteX0" fmla="*/ 157117 w 433203"/>
                <a:gd name="connsiteY0" fmla="*/ 447348 h 447348"/>
                <a:gd name="connsiteX1" fmla="*/ 136729 w 433203"/>
                <a:gd name="connsiteY1" fmla="*/ 437834 h 447348"/>
                <a:gd name="connsiteX2" fmla="*/ 6244 w 433203"/>
                <a:gd name="connsiteY2" fmla="*/ 281523 h 447348"/>
                <a:gd name="connsiteX3" fmla="*/ 10322 w 433203"/>
                <a:gd name="connsiteY3" fmla="*/ 244825 h 447348"/>
                <a:gd name="connsiteX4" fmla="*/ 47020 w 433203"/>
                <a:gd name="connsiteY4" fmla="*/ 248902 h 447348"/>
                <a:gd name="connsiteX5" fmla="*/ 154399 w 433203"/>
                <a:gd name="connsiteY5" fmla="*/ 378028 h 447348"/>
                <a:gd name="connsiteX6" fmla="*/ 384106 w 433203"/>
                <a:gd name="connsiteY6" fmla="*/ 12398 h 447348"/>
                <a:gd name="connsiteX7" fmla="*/ 420805 w 433203"/>
                <a:gd name="connsiteY7" fmla="*/ 4243 h 447348"/>
                <a:gd name="connsiteX8" fmla="*/ 428961 w 433203"/>
                <a:gd name="connsiteY8" fmla="*/ 40942 h 447348"/>
                <a:gd name="connsiteX9" fmla="*/ 178865 w 433203"/>
                <a:gd name="connsiteY9" fmla="*/ 435115 h 447348"/>
                <a:gd name="connsiteX10" fmla="*/ 158476 w 433203"/>
                <a:gd name="connsiteY10" fmla="*/ 447348 h 447348"/>
                <a:gd name="connsiteX11" fmla="*/ 157117 w 433203"/>
                <a:gd name="connsiteY11" fmla="*/ 447348 h 44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3203" h="447348">
                  <a:moveTo>
                    <a:pt x="157117" y="447348"/>
                  </a:moveTo>
                  <a:cubicBezTo>
                    <a:pt x="148962" y="447348"/>
                    <a:pt x="142166" y="443270"/>
                    <a:pt x="136729" y="437834"/>
                  </a:cubicBezTo>
                  <a:lnTo>
                    <a:pt x="6244" y="281523"/>
                  </a:lnTo>
                  <a:cubicBezTo>
                    <a:pt x="-3271" y="270650"/>
                    <a:pt x="-1911" y="254339"/>
                    <a:pt x="10322" y="244825"/>
                  </a:cubicBezTo>
                  <a:cubicBezTo>
                    <a:pt x="21195" y="235310"/>
                    <a:pt x="37506" y="236669"/>
                    <a:pt x="47020" y="248902"/>
                  </a:cubicBezTo>
                  <a:lnTo>
                    <a:pt x="154399" y="378028"/>
                  </a:lnTo>
                  <a:lnTo>
                    <a:pt x="384106" y="12398"/>
                  </a:lnTo>
                  <a:cubicBezTo>
                    <a:pt x="392262" y="165"/>
                    <a:pt x="408572" y="-3912"/>
                    <a:pt x="420805" y="4243"/>
                  </a:cubicBezTo>
                  <a:cubicBezTo>
                    <a:pt x="433038" y="12398"/>
                    <a:pt x="437116" y="28709"/>
                    <a:pt x="428961" y="40942"/>
                  </a:cubicBezTo>
                  <a:lnTo>
                    <a:pt x="178865" y="435115"/>
                  </a:lnTo>
                  <a:cubicBezTo>
                    <a:pt x="174787" y="441911"/>
                    <a:pt x="166632" y="447348"/>
                    <a:pt x="158476" y="447348"/>
                  </a:cubicBezTo>
                  <a:cubicBezTo>
                    <a:pt x="157117" y="447348"/>
                    <a:pt x="157117" y="447348"/>
                    <a:pt x="157117" y="447348"/>
                  </a:cubicBezTo>
                  <a:close/>
                </a:path>
              </a:pathLst>
            </a:custGeom>
            <a:solidFill>
              <a:schemeClr val="tx2">
                <a:lumMod val="75000"/>
                <a:lumOff val="25000"/>
              </a:schemeClr>
            </a:solidFill>
            <a:ln w="13447" cap="flat">
              <a:noFill/>
              <a:prstDash val="solid"/>
              <a:miter/>
            </a:ln>
          </p:spPr>
          <p:txBody>
            <a:bodyPr rtlCol="0" anchor="ctr"/>
            <a:lstStyle/>
            <a:p>
              <a:endParaRPr lang="en-US"/>
            </a:p>
          </p:txBody>
        </p:sp>
      </p:grpSp>
      <p:sp>
        <p:nvSpPr>
          <p:cNvPr id="340" name="TextBox 339">
            <a:extLst>
              <a:ext uri="{FF2B5EF4-FFF2-40B4-BE49-F238E27FC236}">
                <a16:creationId xmlns:a16="http://schemas.microsoft.com/office/drawing/2014/main" id="{742EB119-303E-4597-BD32-23461BC10ADB}"/>
              </a:ext>
            </a:extLst>
          </p:cNvPr>
          <p:cNvSpPr txBox="1"/>
          <p:nvPr/>
        </p:nvSpPr>
        <p:spPr>
          <a:xfrm>
            <a:off x="1940658" y="5132826"/>
            <a:ext cx="3166825" cy="692497"/>
          </a:xfrm>
          <a:prstGeom prst="rect">
            <a:avLst/>
          </a:prstGeom>
          <a:noFill/>
        </p:spPr>
        <p:txBody>
          <a:bodyPr wrap="square" rtlCol="0">
            <a:spAutoFit/>
          </a:bodyPr>
          <a:lstStyle/>
          <a:p>
            <a:pPr>
              <a:buClr>
                <a:schemeClr val="bg2"/>
              </a:buClr>
            </a:pPr>
            <a:r>
              <a:rPr lang="en-US" sz="1600" b="1" dirty="0">
                <a:solidFill>
                  <a:schemeClr val="accent1"/>
                </a:solidFill>
                <a:latin typeface="Roboto" panose="02000000000000000000" pitchFamily="2" charset="0"/>
                <a:ea typeface="Roboto" panose="02000000000000000000" pitchFamily="2" charset="0"/>
              </a:rPr>
              <a:t>Section 4: Name.</a:t>
            </a:r>
            <a:endParaRPr lang="ar-EG" sz="1600" b="1" dirty="0">
              <a:solidFill>
                <a:schemeClr val="accent1"/>
              </a:solidFill>
              <a:latin typeface="Roboto" panose="02000000000000000000" pitchFamily="2" charset="0"/>
              <a:ea typeface="Roboto" panose="02000000000000000000" pitchFamily="2" charset="0"/>
            </a:endParaRPr>
          </a:p>
          <a:p>
            <a:pPr>
              <a:buClr>
                <a:schemeClr val="bg2"/>
              </a:buClr>
            </a:pPr>
            <a:endParaRPr lang="en-US" sz="900" dirty="0">
              <a:solidFill>
                <a:schemeClr val="tx2"/>
              </a:solidFill>
              <a:latin typeface="Roboto" panose="02000000000000000000" pitchFamily="2" charset="0"/>
              <a:ea typeface="Roboto" panose="02000000000000000000" pitchFamily="2" charset="0"/>
            </a:endParaRPr>
          </a:p>
          <a:p>
            <a:pPr>
              <a:buClr>
                <a:schemeClr val="tx2"/>
              </a:buClr>
            </a:pPr>
            <a:r>
              <a:rPr lang="en-US" sz="1400" dirty="0">
                <a:solidFill>
                  <a:schemeClr val="tx2"/>
                </a:solidFill>
                <a:latin typeface="Roboto" panose="02000000000000000000" pitchFamily="2" charset="0"/>
                <a:ea typeface="Roboto" panose="02000000000000000000" pitchFamily="2" charset="0"/>
              </a:rPr>
              <a:t>Provide brief description, if desired.</a:t>
            </a:r>
          </a:p>
        </p:txBody>
      </p:sp>
      <p:grpSp>
        <p:nvGrpSpPr>
          <p:cNvPr id="341" name="Group 340">
            <a:extLst>
              <a:ext uri="{FF2B5EF4-FFF2-40B4-BE49-F238E27FC236}">
                <a16:creationId xmlns:a16="http://schemas.microsoft.com/office/drawing/2014/main" id="{8602C11E-4D06-4D4E-A730-53F5CBACF793}"/>
              </a:ext>
            </a:extLst>
          </p:cNvPr>
          <p:cNvGrpSpPr/>
          <p:nvPr/>
        </p:nvGrpSpPr>
        <p:grpSpPr>
          <a:xfrm>
            <a:off x="1473142" y="5305873"/>
            <a:ext cx="335106" cy="346402"/>
            <a:chOff x="920324" y="2235873"/>
            <a:chExt cx="559554" cy="578415"/>
          </a:xfrm>
        </p:grpSpPr>
        <p:sp>
          <p:nvSpPr>
            <p:cNvPr id="342" name="Rectangle: Rounded Corners 341">
              <a:extLst>
                <a:ext uri="{FF2B5EF4-FFF2-40B4-BE49-F238E27FC236}">
                  <a16:creationId xmlns:a16="http://schemas.microsoft.com/office/drawing/2014/main" id="{5C90BF45-7EF7-4B03-AA62-CAAEAC108A18}"/>
                </a:ext>
              </a:extLst>
            </p:cNvPr>
            <p:cNvSpPr/>
            <p:nvPr/>
          </p:nvSpPr>
          <p:spPr>
            <a:xfrm>
              <a:off x="920324" y="2330117"/>
              <a:ext cx="484171" cy="484171"/>
            </a:xfrm>
            <a:prstGeom prst="roundRect">
              <a:avLst/>
            </a:prstGeom>
            <a:no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3" name="Freeform: Shape 342">
              <a:extLst>
                <a:ext uri="{FF2B5EF4-FFF2-40B4-BE49-F238E27FC236}">
                  <a16:creationId xmlns:a16="http://schemas.microsoft.com/office/drawing/2014/main" id="{2AE65863-876C-48B6-B34D-B81A1D4A8012}"/>
                </a:ext>
              </a:extLst>
            </p:cNvPr>
            <p:cNvSpPr/>
            <p:nvPr/>
          </p:nvSpPr>
          <p:spPr>
            <a:xfrm>
              <a:off x="1019392" y="2235873"/>
              <a:ext cx="460486" cy="475522"/>
            </a:xfrm>
            <a:custGeom>
              <a:avLst/>
              <a:gdLst>
                <a:gd name="connsiteX0" fmla="*/ 157117 w 433203"/>
                <a:gd name="connsiteY0" fmla="*/ 447348 h 447348"/>
                <a:gd name="connsiteX1" fmla="*/ 136729 w 433203"/>
                <a:gd name="connsiteY1" fmla="*/ 437834 h 447348"/>
                <a:gd name="connsiteX2" fmla="*/ 6244 w 433203"/>
                <a:gd name="connsiteY2" fmla="*/ 281523 h 447348"/>
                <a:gd name="connsiteX3" fmla="*/ 10322 w 433203"/>
                <a:gd name="connsiteY3" fmla="*/ 244825 h 447348"/>
                <a:gd name="connsiteX4" fmla="*/ 47020 w 433203"/>
                <a:gd name="connsiteY4" fmla="*/ 248902 h 447348"/>
                <a:gd name="connsiteX5" fmla="*/ 154399 w 433203"/>
                <a:gd name="connsiteY5" fmla="*/ 378028 h 447348"/>
                <a:gd name="connsiteX6" fmla="*/ 384106 w 433203"/>
                <a:gd name="connsiteY6" fmla="*/ 12398 h 447348"/>
                <a:gd name="connsiteX7" fmla="*/ 420805 w 433203"/>
                <a:gd name="connsiteY7" fmla="*/ 4243 h 447348"/>
                <a:gd name="connsiteX8" fmla="*/ 428961 w 433203"/>
                <a:gd name="connsiteY8" fmla="*/ 40942 h 447348"/>
                <a:gd name="connsiteX9" fmla="*/ 178865 w 433203"/>
                <a:gd name="connsiteY9" fmla="*/ 435115 h 447348"/>
                <a:gd name="connsiteX10" fmla="*/ 158476 w 433203"/>
                <a:gd name="connsiteY10" fmla="*/ 447348 h 447348"/>
                <a:gd name="connsiteX11" fmla="*/ 157117 w 433203"/>
                <a:gd name="connsiteY11" fmla="*/ 447348 h 44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3203" h="447348">
                  <a:moveTo>
                    <a:pt x="157117" y="447348"/>
                  </a:moveTo>
                  <a:cubicBezTo>
                    <a:pt x="148962" y="447348"/>
                    <a:pt x="142166" y="443270"/>
                    <a:pt x="136729" y="437834"/>
                  </a:cubicBezTo>
                  <a:lnTo>
                    <a:pt x="6244" y="281523"/>
                  </a:lnTo>
                  <a:cubicBezTo>
                    <a:pt x="-3271" y="270650"/>
                    <a:pt x="-1911" y="254339"/>
                    <a:pt x="10322" y="244825"/>
                  </a:cubicBezTo>
                  <a:cubicBezTo>
                    <a:pt x="21195" y="235310"/>
                    <a:pt x="37506" y="236669"/>
                    <a:pt x="47020" y="248902"/>
                  </a:cubicBezTo>
                  <a:lnTo>
                    <a:pt x="154399" y="378028"/>
                  </a:lnTo>
                  <a:lnTo>
                    <a:pt x="384106" y="12398"/>
                  </a:lnTo>
                  <a:cubicBezTo>
                    <a:pt x="392262" y="165"/>
                    <a:pt x="408572" y="-3912"/>
                    <a:pt x="420805" y="4243"/>
                  </a:cubicBezTo>
                  <a:cubicBezTo>
                    <a:pt x="433038" y="12398"/>
                    <a:pt x="437116" y="28709"/>
                    <a:pt x="428961" y="40942"/>
                  </a:cubicBezTo>
                  <a:lnTo>
                    <a:pt x="178865" y="435115"/>
                  </a:lnTo>
                  <a:cubicBezTo>
                    <a:pt x="174787" y="441911"/>
                    <a:pt x="166632" y="447348"/>
                    <a:pt x="158476" y="447348"/>
                  </a:cubicBezTo>
                  <a:cubicBezTo>
                    <a:pt x="157117" y="447348"/>
                    <a:pt x="157117" y="447348"/>
                    <a:pt x="157117" y="447348"/>
                  </a:cubicBezTo>
                  <a:close/>
                </a:path>
              </a:pathLst>
            </a:custGeom>
            <a:solidFill>
              <a:schemeClr val="tx2">
                <a:lumMod val="75000"/>
                <a:lumOff val="25000"/>
              </a:schemeClr>
            </a:solidFill>
            <a:ln w="13447" cap="flat">
              <a:noFill/>
              <a:prstDash val="solid"/>
              <a:miter/>
            </a:ln>
          </p:spPr>
          <p:txBody>
            <a:bodyPr rtlCol="0" anchor="ctr"/>
            <a:lstStyle/>
            <a:p>
              <a:endParaRPr lang="en-US"/>
            </a:p>
          </p:txBody>
        </p:sp>
      </p:grpSp>
    </p:spTree>
    <p:extLst>
      <p:ext uri="{BB962C8B-B14F-4D97-AF65-F5344CB8AC3E}">
        <p14:creationId xmlns:p14="http://schemas.microsoft.com/office/powerpoint/2010/main" val="3077880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0F70E58-BF15-4D83-BAB5-C16C80683782}"/>
              </a:ext>
            </a:extLst>
          </p:cNvPr>
          <p:cNvGrpSpPr/>
          <p:nvPr/>
        </p:nvGrpSpPr>
        <p:grpSpPr>
          <a:xfrm>
            <a:off x="7340529" y="706284"/>
            <a:ext cx="4116990" cy="5250013"/>
            <a:chOff x="1001977" y="575310"/>
            <a:chExt cx="4116990" cy="5250013"/>
          </a:xfrm>
        </p:grpSpPr>
        <p:sp>
          <p:nvSpPr>
            <p:cNvPr id="356" name="Rectangle 355">
              <a:extLst>
                <a:ext uri="{FF2B5EF4-FFF2-40B4-BE49-F238E27FC236}">
                  <a16:creationId xmlns:a16="http://schemas.microsoft.com/office/drawing/2014/main" id="{A32B5A53-C2F5-4682-AF01-458FBCD91829}"/>
                </a:ext>
              </a:extLst>
            </p:cNvPr>
            <p:cNvSpPr/>
            <p:nvPr/>
          </p:nvSpPr>
          <p:spPr>
            <a:xfrm>
              <a:off x="1001977" y="575310"/>
              <a:ext cx="209751" cy="690880"/>
            </a:xfrm>
            <a:prstGeom prst="rect">
              <a:avLst/>
            </a:prstGeom>
            <a:gradFill flip="none" rotWithShape="1">
              <a:gsLst>
                <a:gs pos="0">
                  <a:schemeClr val="accent1">
                    <a:alpha val="50000"/>
                  </a:schemeClr>
                </a:gs>
                <a:gs pos="100000">
                  <a:schemeClr val="accent2">
                    <a:alpha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6A7E534D-4BD1-4C60-860F-A4CB3E0F269F}"/>
                </a:ext>
              </a:extLst>
            </p:cNvPr>
            <p:cNvSpPr txBox="1"/>
            <p:nvPr/>
          </p:nvSpPr>
          <p:spPr>
            <a:xfrm>
              <a:off x="1003702" y="694236"/>
              <a:ext cx="3949298" cy="646331"/>
            </a:xfrm>
            <a:prstGeom prst="rect">
              <a:avLst/>
            </a:prstGeom>
            <a:noFill/>
          </p:spPr>
          <p:txBody>
            <a:bodyPr wrap="square" rtlCol="0">
              <a:spAutoFit/>
            </a:bodyPr>
            <a:lstStyle/>
            <a:p>
              <a:r>
                <a:rPr lang="en-US" sz="3600" b="1" dirty="0">
                  <a:latin typeface="Roboto" panose="02000000000000000000" pitchFamily="2" charset="0"/>
                  <a:ea typeface="Roboto" panose="02000000000000000000" pitchFamily="2" charset="0"/>
                </a:rPr>
                <a:t>LESSON OUTLINE</a:t>
              </a:r>
            </a:p>
          </p:txBody>
        </p:sp>
        <p:sp>
          <p:nvSpPr>
            <p:cNvPr id="319" name="TextBox 318">
              <a:extLst>
                <a:ext uri="{FF2B5EF4-FFF2-40B4-BE49-F238E27FC236}">
                  <a16:creationId xmlns:a16="http://schemas.microsoft.com/office/drawing/2014/main" id="{3F2B039C-15E8-4F8B-ACBD-AE72CB206AE2}"/>
                </a:ext>
              </a:extLst>
            </p:cNvPr>
            <p:cNvSpPr txBox="1"/>
            <p:nvPr/>
          </p:nvSpPr>
          <p:spPr>
            <a:xfrm>
              <a:off x="1940658" y="2077240"/>
              <a:ext cx="3178309" cy="692497"/>
            </a:xfrm>
            <a:prstGeom prst="rect">
              <a:avLst/>
            </a:prstGeom>
            <a:noFill/>
          </p:spPr>
          <p:txBody>
            <a:bodyPr wrap="square" rtlCol="0">
              <a:spAutoFit/>
            </a:bodyPr>
            <a:lstStyle/>
            <a:p>
              <a:pPr>
                <a:buClr>
                  <a:schemeClr val="bg2"/>
                </a:buClr>
              </a:pPr>
              <a:r>
                <a:rPr lang="en-US" sz="1600" b="1" dirty="0">
                  <a:solidFill>
                    <a:schemeClr val="accent1"/>
                  </a:solidFill>
                  <a:latin typeface="Roboto" panose="02000000000000000000" pitchFamily="2" charset="0"/>
                  <a:ea typeface="Roboto" panose="02000000000000000000" pitchFamily="2" charset="0"/>
                </a:rPr>
                <a:t>Section 1: Name.</a:t>
              </a:r>
              <a:endParaRPr lang="ar-EG" sz="1600" b="1" dirty="0">
                <a:solidFill>
                  <a:schemeClr val="accent1"/>
                </a:solidFill>
                <a:latin typeface="Roboto" panose="02000000000000000000" pitchFamily="2" charset="0"/>
                <a:ea typeface="Roboto" panose="02000000000000000000" pitchFamily="2" charset="0"/>
              </a:endParaRPr>
            </a:p>
            <a:p>
              <a:pPr>
                <a:buClr>
                  <a:schemeClr val="bg2"/>
                </a:buClr>
              </a:pPr>
              <a:endParaRPr lang="en-US" sz="900" dirty="0">
                <a:solidFill>
                  <a:schemeClr val="tx2"/>
                </a:solidFill>
                <a:latin typeface="Roboto" panose="02000000000000000000" pitchFamily="2" charset="0"/>
                <a:ea typeface="Roboto" panose="02000000000000000000" pitchFamily="2" charset="0"/>
              </a:endParaRPr>
            </a:p>
            <a:p>
              <a:pPr>
                <a:buClr>
                  <a:schemeClr val="tx2"/>
                </a:buClr>
              </a:pPr>
              <a:r>
                <a:rPr lang="en-US" sz="1400" dirty="0">
                  <a:solidFill>
                    <a:schemeClr val="tx2"/>
                  </a:solidFill>
                  <a:latin typeface="Roboto" panose="02000000000000000000" pitchFamily="2" charset="0"/>
                  <a:ea typeface="Roboto" panose="02000000000000000000" pitchFamily="2" charset="0"/>
                </a:rPr>
                <a:t>Provide brief description, if desired.</a:t>
              </a:r>
            </a:p>
          </p:txBody>
        </p:sp>
        <p:grpSp>
          <p:nvGrpSpPr>
            <p:cNvPr id="331" name="Group 330">
              <a:extLst>
                <a:ext uri="{FF2B5EF4-FFF2-40B4-BE49-F238E27FC236}">
                  <a16:creationId xmlns:a16="http://schemas.microsoft.com/office/drawing/2014/main" id="{4FC07398-9A12-4136-BB7B-88E9A694D922}"/>
                </a:ext>
              </a:extLst>
            </p:cNvPr>
            <p:cNvGrpSpPr/>
            <p:nvPr/>
          </p:nvGrpSpPr>
          <p:grpSpPr>
            <a:xfrm>
              <a:off x="1473142" y="2250287"/>
              <a:ext cx="335106" cy="346402"/>
              <a:chOff x="920324" y="2235873"/>
              <a:chExt cx="559554" cy="578415"/>
            </a:xfrm>
          </p:grpSpPr>
          <p:sp>
            <p:nvSpPr>
              <p:cNvPr id="329" name="Rectangle: Rounded Corners 328">
                <a:extLst>
                  <a:ext uri="{FF2B5EF4-FFF2-40B4-BE49-F238E27FC236}">
                    <a16:creationId xmlns:a16="http://schemas.microsoft.com/office/drawing/2014/main" id="{ADEDD407-8825-4302-89F0-95E547FF0AA3}"/>
                  </a:ext>
                </a:extLst>
              </p:cNvPr>
              <p:cNvSpPr/>
              <p:nvPr/>
            </p:nvSpPr>
            <p:spPr>
              <a:xfrm>
                <a:off x="920324" y="2330117"/>
                <a:ext cx="484171" cy="484171"/>
              </a:xfrm>
              <a:prstGeom prst="roundRect">
                <a:avLst/>
              </a:prstGeom>
              <a:no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6" name="Freeform: Shape 325">
                <a:extLst>
                  <a:ext uri="{FF2B5EF4-FFF2-40B4-BE49-F238E27FC236}">
                    <a16:creationId xmlns:a16="http://schemas.microsoft.com/office/drawing/2014/main" id="{993C8551-CB85-4589-8545-C7A93F45397C}"/>
                  </a:ext>
                </a:extLst>
              </p:cNvPr>
              <p:cNvSpPr/>
              <p:nvPr/>
            </p:nvSpPr>
            <p:spPr>
              <a:xfrm>
                <a:off x="1019392" y="2235873"/>
                <a:ext cx="460486" cy="475522"/>
              </a:xfrm>
              <a:custGeom>
                <a:avLst/>
                <a:gdLst>
                  <a:gd name="connsiteX0" fmla="*/ 157117 w 433203"/>
                  <a:gd name="connsiteY0" fmla="*/ 447348 h 447348"/>
                  <a:gd name="connsiteX1" fmla="*/ 136729 w 433203"/>
                  <a:gd name="connsiteY1" fmla="*/ 437834 h 447348"/>
                  <a:gd name="connsiteX2" fmla="*/ 6244 w 433203"/>
                  <a:gd name="connsiteY2" fmla="*/ 281523 h 447348"/>
                  <a:gd name="connsiteX3" fmla="*/ 10322 w 433203"/>
                  <a:gd name="connsiteY3" fmla="*/ 244825 h 447348"/>
                  <a:gd name="connsiteX4" fmla="*/ 47020 w 433203"/>
                  <a:gd name="connsiteY4" fmla="*/ 248902 h 447348"/>
                  <a:gd name="connsiteX5" fmla="*/ 154399 w 433203"/>
                  <a:gd name="connsiteY5" fmla="*/ 378028 h 447348"/>
                  <a:gd name="connsiteX6" fmla="*/ 384106 w 433203"/>
                  <a:gd name="connsiteY6" fmla="*/ 12398 h 447348"/>
                  <a:gd name="connsiteX7" fmla="*/ 420805 w 433203"/>
                  <a:gd name="connsiteY7" fmla="*/ 4243 h 447348"/>
                  <a:gd name="connsiteX8" fmla="*/ 428961 w 433203"/>
                  <a:gd name="connsiteY8" fmla="*/ 40942 h 447348"/>
                  <a:gd name="connsiteX9" fmla="*/ 178865 w 433203"/>
                  <a:gd name="connsiteY9" fmla="*/ 435115 h 447348"/>
                  <a:gd name="connsiteX10" fmla="*/ 158476 w 433203"/>
                  <a:gd name="connsiteY10" fmla="*/ 447348 h 447348"/>
                  <a:gd name="connsiteX11" fmla="*/ 157117 w 433203"/>
                  <a:gd name="connsiteY11" fmla="*/ 447348 h 44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3203" h="447348">
                    <a:moveTo>
                      <a:pt x="157117" y="447348"/>
                    </a:moveTo>
                    <a:cubicBezTo>
                      <a:pt x="148962" y="447348"/>
                      <a:pt x="142166" y="443270"/>
                      <a:pt x="136729" y="437834"/>
                    </a:cubicBezTo>
                    <a:lnTo>
                      <a:pt x="6244" y="281523"/>
                    </a:lnTo>
                    <a:cubicBezTo>
                      <a:pt x="-3271" y="270650"/>
                      <a:pt x="-1911" y="254339"/>
                      <a:pt x="10322" y="244825"/>
                    </a:cubicBezTo>
                    <a:cubicBezTo>
                      <a:pt x="21195" y="235310"/>
                      <a:pt x="37506" y="236669"/>
                      <a:pt x="47020" y="248902"/>
                    </a:cubicBezTo>
                    <a:lnTo>
                      <a:pt x="154399" y="378028"/>
                    </a:lnTo>
                    <a:lnTo>
                      <a:pt x="384106" y="12398"/>
                    </a:lnTo>
                    <a:cubicBezTo>
                      <a:pt x="392262" y="165"/>
                      <a:pt x="408572" y="-3912"/>
                      <a:pt x="420805" y="4243"/>
                    </a:cubicBezTo>
                    <a:cubicBezTo>
                      <a:pt x="433038" y="12398"/>
                      <a:pt x="437116" y="28709"/>
                      <a:pt x="428961" y="40942"/>
                    </a:cubicBezTo>
                    <a:lnTo>
                      <a:pt x="178865" y="435115"/>
                    </a:lnTo>
                    <a:cubicBezTo>
                      <a:pt x="174787" y="441911"/>
                      <a:pt x="166632" y="447348"/>
                      <a:pt x="158476" y="447348"/>
                    </a:cubicBezTo>
                    <a:cubicBezTo>
                      <a:pt x="157117" y="447348"/>
                      <a:pt x="157117" y="447348"/>
                      <a:pt x="157117" y="447348"/>
                    </a:cubicBezTo>
                    <a:close/>
                  </a:path>
                </a:pathLst>
              </a:custGeom>
              <a:solidFill>
                <a:schemeClr val="tx2">
                  <a:lumMod val="75000"/>
                  <a:lumOff val="25000"/>
                </a:schemeClr>
              </a:solidFill>
              <a:ln w="13447" cap="flat">
                <a:noFill/>
                <a:prstDash val="solid"/>
                <a:miter/>
              </a:ln>
            </p:spPr>
            <p:txBody>
              <a:bodyPr rtlCol="0" anchor="ctr"/>
              <a:lstStyle/>
              <a:p>
                <a:endParaRPr lang="en-US"/>
              </a:p>
            </p:txBody>
          </p:sp>
        </p:grpSp>
        <p:sp>
          <p:nvSpPr>
            <p:cNvPr id="320" name="TextBox 319">
              <a:extLst>
                <a:ext uri="{FF2B5EF4-FFF2-40B4-BE49-F238E27FC236}">
                  <a16:creationId xmlns:a16="http://schemas.microsoft.com/office/drawing/2014/main" id="{08B25632-53F3-4658-917D-CC2DCBEA152A}"/>
                </a:ext>
              </a:extLst>
            </p:cNvPr>
            <p:cNvSpPr txBox="1"/>
            <p:nvPr/>
          </p:nvSpPr>
          <p:spPr>
            <a:xfrm>
              <a:off x="1940658" y="3095769"/>
              <a:ext cx="3166825" cy="692497"/>
            </a:xfrm>
            <a:prstGeom prst="rect">
              <a:avLst/>
            </a:prstGeom>
            <a:noFill/>
          </p:spPr>
          <p:txBody>
            <a:bodyPr wrap="square" rtlCol="0">
              <a:spAutoFit/>
            </a:bodyPr>
            <a:lstStyle/>
            <a:p>
              <a:pPr>
                <a:buClr>
                  <a:schemeClr val="bg2"/>
                </a:buClr>
              </a:pPr>
              <a:r>
                <a:rPr lang="en-US" sz="1600" b="1" dirty="0">
                  <a:solidFill>
                    <a:schemeClr val="accent1"/>
                  </a:solidFill>
                  <a:latin typeface="Roboto" panose="02000000000000000000" pitchFamily="2" charset="0"/>
                  <a:ea typeface="Roboto" panose="02000000000000000000" pitchFamily="2" charset="0"/>
                </a:rPr>
                <a:t>Section </a:t>
              </a:r>
              <a:r>
                <a:rPr lang="ar-EG" sz="1600" b="1" dirty="0">
                  <a:solidFill>
                    <a:schemeClr val="accent1"/>
                  </a:solidFill>
                  <a:latin typeface="Roboto" panose="02000000000000000000" pitchFamily="2" charset="0"/>
                  <a:ea typeface="Roboto" panose="02000000000000000000" pitchFamily="2" charset="0"/>
                </a:rPr>
                <a:t>2</a:t>
              </a:r>
              <a:r>
                <a:rPr lang="en-US" sz="1600" b="1" dirty="0">
                  <a:solidFill>
                    <a:schemeClr val="accent1"/>
                  </a:solidFill>
                  <a:latin typeface="Roboto" panose="02000000000000000000" pitchFamily="2" charset="0"/>
                  <a:ea typeface="Roboto" panose="02000000000000000000" pitchFamily="2" charset="0"/>
                </a:rPr>
                <a:t>: Name.</a:t>
              </a:r>
              <a:br>
                <a:rPr lang="ar-EG" sz="1600" b="1" dirty="0">
                  <a:solidFill>
                    <a:schemeClr val="accent1"/>
                  </a:solidFill>
                  <a:latin typeface="Roboto" panose="02000000000000000000" pitchFamily="2" charset="0"/>
                  <a:ea typeface="Roboto" panose="02000000000000000000" pitchFamily="2" charset="0"/>
                </a:rPr>
              </a:br>
              <a:endParaRPr lang="en-US" sz="900" dirty="0">
                <a:solidFill>
                  <a:schemeClr val="tx2"/>
                </a:solidFill>
                <a:latin typeface="Roboto" panose="02000000000000000000" pitchFamily="2" charset="0"/>
                <a:ea typeface="Roboto" panose="02000000000000000000" pitchFamily="2" charset="0"/>
              </a:endParaRPr>
            </a:p>
            <a:p>
              <a:pPr>
                <a:buClr>
                  <a:schemeClr val="tx2"/>
                </a:buClr>
              </a:pPr>
              <a:r>
                <a:rPr lang="en-US" sz="1400" dirty="0">
                  <a:solidFill>
                    <a:schemeClr val="tx2"/>
                  </a:solidFill>
                  <a:latin typeface="Roboto" panose="02000000000000000000" pitchFamily="2" charset="0"/>
                  <a:ea typeface="Roboto" panose="02000000000000000000" pitchFamily="2" charset="0"/>
                </a:rPr>
                <a:t>Provide brief description, if desired.</a:t>
              </a:r>
            </a:p>
          </p:txBody>
        </p:sp>
        <p:grpSp>
          <p:nvGrpSpPr>
            <p:cNvPr id="332" name="Group 331">
              <a:extLst>
                <a:ext uri="{FF2B5EF4-FFF2-40B4-BE49-F238E27FC236}">
                  <a16:creationId xmlns:a16="http://schemas.microsoft.com/office/drawing/2014/main" id="{E2322F40-AD1E-418B-AB3F-532E9860E281}"/>
                </a:ext>
              </a:extLst>
            </p:cNvPr>
            <p:cNvGrpSpPr/>
            <p:nvPr/>
          </p:nvGrpSpPr>
          <p:grpSpPr>
            <a:xfrm>
              <a:off x="1473142" y="3268816"/>
              <a:ext cx="335106" cy="346402"/>
              <a:chOff x="920324" y="2235873"/>
              <a:chExt cx="559554" cy="578415"/>
            </a:xfrm>
          </p:grpSpPr>
          <p:sp>
            <p:nvSpPr>
              <p:cNvPr id="333" name="Rectangle: Rounded Corners 332">
                <a:extLst>
                  <a:ext uri="{FF2B5EF4-FFF2-40B4-BE49-F238E27FC236}">
                    <a16:creationId xmlns:a16="http://schemas.microsoft.com/office/drawing/2014/main" id="{E0DFBE5C-5367-49D3-B00C-C34DC3A0497B}"/>
                  </a:ext>
                </a:extLst>
              </p:cNvPr>
              <p:cNvSpPr/>
              <p:nvPr/>
            </p:nvSpPr>
            <p:spPr>
              <a:xfrm>
                <a:off x="920324" y="2330117"/>
                <a:ext cx="484171" cy="484171"/>
              </a:xfrm>
              <a:prstGeom prst="roundRect">
                <a:avLst/>
              </a:prstGeom>
              <a:no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4" name="Freeform: Shape 333">
                <a:extLst>
                  <a:ext uri="{FF2B5EF4-FFF2-40B4-BE49-F238E27FC236}">
                    <a16:creationId xmlns:a16="http://schemas.microsoft.com/office/drawing/2014/main" id="{F8866FDF-D96F-4B50-AC1F-E8E150719D8A}"/>
                  </a:ext>
                </a:extLst>
              </p:cNvPr>
              <p:cNvSpPr/>
              <p:nvPr/>
            </p:nvSpPr>
            <p:spPr>
              <a:xfrm>
                <a:off x="1019392" y="2235873"/>
                <a:ext cx="460486" cy="475522"/>
              </a:xfrm>
              <a:custGeom>
                <a:avLst/>
                <a:gdLst>
                  <a:gd name="connsiteX0" fmla="*/ 157117 w 433203"/>
                  <a:gd name="connsiteY0" fmla="*/ 447348 h 447348"/>
                  <a:gd name="connsiteX1" fmla="*/ 136729 w 433203"/>
                  <a:gd name="connsiteY1" fmla="*/ 437834 h 447348"/>
                  <a:gd name="connsiteX2" fmla="*/ 6244 w 433203"/>
                  <a:gd name="connsiteY2" fmla="*/ 281523 h 447348"/>
                  <a:gd name="connsiteX3" fmla="*/ 10322 w 433203"/>
                  <a:gd name="connsiteY3" fmla="*/ 244825 h 447348"/>
                  <a:gd name="connsiteX4" fmla="*/ 47020 w 433203"/>
                  <a:gd name="connsiteY4" fmla="*/ 248902 h 447348"/>
                  <a:gd name="connsiteX5" fmla="*/ 154399 w 433203"/>
                  <a:gd name="connsiteY5" fmla="*/ 378028 h 447348"/>
                  <a:gd name="connsiteX6" fmla="*/ 384106 w 433203"/>
                  <a:gd name="connsiteY6" fmla="*/ 12398 h 447348"/>
                  <a:gd name="connsiteX7" fmla="*/ 420805 w 433203"/>
                  <a:gd name="connsiteY7" fmla="*/ 4243 h 447348"/>
                  <a:gd name="connsiteX8" fmla="*/ 428961 w 433203"/>
                  <a:gd name="connsiteY8" fmla="*/ 40942 h 447348"/>
                  <a:gd name="connsiteX9" fmla="*/ 178865 w 433203"/>
                  <a:gd name="connsiteY9" fmla="*/ 435115 h 447348"/>
                  <a:gd name="connsiteX10" fmla="*/ 158476 w 433203"/>
                  <a:gd name="connsiteY10" fmla="*/ 447348 h 447348"/>
                  <a:gd name="connsiteX11" fmla="*/ 157117 w 433203"/>
                  <a:gd name="connsiteY11" fmla="*/ 447348 h 44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3203" h="447348">
                    <a:moveTo>
                      <a:pt x="157117" y="447348"/>
                    </a:moveTo>
                    <a:cubicBezTo>
                      <a:pt x="148962" y="447348"/>
                      <a:pt x="142166" y="443270"/>
                      <a:pt x="136729" y="437834"/>
                    </a:cubicBezTo>
                    <a:lnTo>
                      <a:pt x="6244" y="281523"/>
                    </a:lnTo>
                    <a:cubicBezTo>
                      <a:pt x="-3271" y="270650"/>
                      <a:pt x="-1911" y="254339"/>
                      <a:pt x="10322" y="244825"/>
                    </a:cubicBezTo>
                    <a:cubicBezTo>
                      <a:pt x="21195" y="235310"/>
                      <a:pt x="37506" y="236669"/>
                      <a:pt x="47020" y="248902"/>
                    </a:cubicBezTo>
                    <a:lnTo>
                      <a:pt x="154399" y="378028"/>
                    </a:lnTo>
                    <a:lnTo>
                      <a:pt x="384106" y="12398"/>
                    </a:lnTo>
                    <a:cubicBezTo>
                      <a:pt x="392262" y="165"/>
                      <a:pt x="408572" y="-3912"/>
                      <a:pt x="420805" y="4243"/>
                    </a:cubicBezTo>
                    <a:cubicBezTo>
                      <a:pt x="433038" y="12398"/>
                      <a:pt x="437116" y="28709"/>
                      <a:pt x="428961" y="40942"/>
                    </a:cubicBezTo>
                    <a:lnTo>
                      <a:pt x="178865" y="435115"/>
                    </a:lnTo>
                    <a:cubicBezTo>
                      <a:pt x="174787" y="441911"/>
                      <a:pt x="166632" y="447348"/>
                      <a:pt x="158476" y="447348"/>
                    </a:cubicBezTo>
                    <a:cubicBezTo>
                      <a:pt x="157117" y="447348"/>
                      <a:pt x="157117" y="447348"/>
                      <a:pt x="157117" y="447348"/>
                    </a:cubicBezTo>
                    <a:close/>
                  </a:path>
                </a:pathLst>
              </a:custGeom>
              <a:solidFill>
                <a:schemeClr val="tx2">
                  <a:lumMod val="75000"/>
                  <a:lumOff val="25000"/>
                </a:schemeClr>
              </a:solidFill>
              <a:ln w="13447" cap="flat">
                <a:noFill/>
                <a:prstDash val="solid"/>
                <a:miter/>
              </a:ln>
            </p:spPr>
            <p:txBody>
              <a:bodyPr rtlCol="0" anchor="ctr"/>
              <a:lstStyle/>
              <a:p>
                <a:endParaRPr lang="en-US"/>
              </a:p>
            </p:txBody>
          </p:sp>
        </p:grpSp>
        <p:sp>
          <p:nvSpPr>
            <p:cNvPr id="321" name="TextBox 320">
              <a:extLst>
                <a:ext uri="{FF2B5EF4-FFF2-40B4-BE49-F238E27FC236}">
                  <a16:creationId xmlns:a16="http://schemas.microsoft.com/office/drawing/2014/main" id="{452A2273-F773-4C27-BD31-1FEEE63705CE}"/>
                </a:ext>
              </a:extLst>
            </p:cNvPr>
            <p:cNvSpPr txBox="1"/>
            <p:nvPr/>
          </p:nvSpPr>
          <p:spPr>
            <a:xfrm>
              <a:off x="1940658" y="4114298"/>
              <a:ext cx="3166825" cy="692497"/>
            </a:xfrm>
            <a:prstGeom prst="rect">
              <a:avLst/>
            </a:prstGeom>
            <a:noFill/>
          </p:spPr>
          <p:txBody>
            <a:bodyPr wrap="square" rtlCol="0">
              <a:spAutoFit/>
            </a:bodyPr>
            <a:lstStyle/>
            <a:p>
              <a:pPr>
                <a:buClr>
                  <a:schemeClr val="bg2"/>
                </a:buClr>
              </a:pPr>
              <a:r>
                <a:rPr lang="en-US" sz="1600" b="1" dirty="0">
                  <a:solidFill>
                    <a:schemeClr val="accent1"/>
                  </a:solidFill>
                  <a:latin typeface="Roboto" panose="02000000000000000000" pitchFamily="2" charset="0"/>
                  <a:ea typeface="Roboto" panose="02000000000000000000" pitchFamily="2" charset="0"/>
                </a:rPr>
                <a:t>Section </a:t>
              </a:r>
              <a:r>
                <a:rPr lang="ar-EG" sz="1600" b="1" dirty="0">
                  <a:solidFill>
                    <a:schemeClr val="accent1"/>
                  </a:solidFill>
                  <a:latin typeface="Roboto" panose="02000000000000000000" pitchFamily="2" charset="0"/>
                  <a:ea typeface="Roboto" panose="02000000000000000000" pitchFamily="2" charset="0"/>
                </a:rPr>
                <a:t>3</a:t>
              </a:r>
              <a:r>
                <a:rPr lang="en-US" sz="1600" b="1" dirty="0">
                  <a:solidFill>
                    <a:schemeClr val="accent1"/>
                  </a:solidFill>
                  <a:latin typeface="Roboto" panose="02000000000000000000" pitchFamily="2" charset="0"/>
                  <a:ea typeface="Roboto" panose="02000000000000000000" pitchFamily="2" charset="0"/>
                </a:rPr>
                <a:t>: Name.</a:t>
              </a:r>
              <a:endParaRPr lang="ar-EG" sz="1600" b="1" dirty="0">
                <a:solidFill>
                  <a:schemeClr val="accent1"/>
                </a:solidFill>
                <a:latin typeface="Roboto" panose="02000000000000000000" pitchFamily="2" charset="0"/>
                <a:ea typeface="Roboto" panose="02000000000000000000" pitchFamily="2" charset="0"/>
              </a:endParaRPr>
            </a:p>
            <a:p>
              <a:pPr>
                <a:buClr>
                  <a:schemeClr val="bg2"/>
                </a:buClr>
              </a:pPr>
              <a:endParaRPr lang="en-US" sz="900" dirty="0">
                <a:solidFill>
                  <a:schemeClr val="tx2"/>
                </a:solidFill>
                <a:latin typeface="Roboto" panose="02000000000000000000" pitchFamily="2" charset="0"/>
                <a:ea typeface="Roboto" panose="02000000000000000000" pitchFamily="2" charset="0"/>
              </a:endParaRPr>
            </a:p>
            <a:p>
              <a:pPr>
                <a:buClr>
                  <a:schemeClr val="tx2"/>
                </a:buClr>
              </a:pPr>
              <a:r>
                <a:rPr lang="en-US" sz="1400" dirty="0">
                  <a:solidFill>
                    <a:schemeClr val="tx2"/>
                  </a:solidFill>
                  <a:latin typeface="Roboto" panose="02000000000000000000" pitchFamily="2" charset="0"/>
                  <a:ea typeface="Roboto" panose="02000000000000000000" pitchFamily="2" charset="0"/>
                </a:rPr>
                <a:t>Provide brief description, if desired.</a:t>
              </a:r>
            </a:p>
          </p:txBody>
        </p:sp>
        <p:grpSp>
          <p:nvGrpSpPr>
            <p:cNvPr id="335" name="Group 334">
              <a:extLst>
                <a:ext uri="{FF2B5EF4-FFF2-40B4-BE49-F238E27FC236}">
                  <a16:creationId xmlns:a16="http://schemas.microsoft.com/office/drawing/2014/main" id="{29E4C0A4-479C-4019-ABA1-2BE7D435DDE6}"/>
                </a:ext>
              </a:extLst>
            </p:cNvPr>
            <p:cNvGrpSpPr/>
            <p:nvPr/>
          </p:nvGrpSpPr>
          <p:grpSpPr>
            <a:xfrm>
              <a:off x="1473142" y="4287345"/>
              <a:ext cx="335106" cy="346402"/>
              <a:chOff x="920324" y="2235873"/>
              <a:chExt cx="559554" cy="578415"/>
            </a:xfrm>
          </p:grpSpPr>
          <p:sp>
            <p:nvSpPr>
              <p:cNvPr id="336" name="Rectangle: Rounded Corners 335">
                <a:extLst>
                  <a:ext uri="{FF2B5EF4-FFF2-40B4-BE49-F238E27FC236}">
                    <a16:creationId xmlns:a16="http://schemas.microsoft.com/office/drawing/2014/main" id="{EC773D03-514F-4F8C-B071-5DE77234C70B}"/>
                  </a:ext>
                </a:extLst>
              </p:cNvPr>
              <p:cNvSpPr/>
              <p:nvPr/>
            </p:nvSpPr>
            <p:spPr>
              <a:xfrm>
                <a:off x="920324" y="2330117"/>
                <a:ext cx="484171" cy="484171"/>
              </a:xfrm>
              <a:prstGeom prst="roundRect">
                <a:avLst/>
              </a:prstGeom>
              <a:no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7" name="Freeform: Shape 336">
                <a:extLst>
                  <a:ext uri="{FF2B5EF4-FFF2-40B4-BE49-F238E27FC236}">
                    <a16:creationId xmlns:a16="http://schemas.microsoft.com/office/drawing/2014/main" id="{C21755E2-39EE-47DC-A913-B57226DE1BEF}"/>
                  </a:ext>
                </a:extLst>
              </p:cNvPr>
              <p:cNvSpPr/>
              <p:nvPr/>
            </p:nvSpPr>
            <p:spPr>
              <a:xfrm>
                <a:off x="1019392" y="2235873"/>
                <a:ext cx="460486" cy="475522"/>
              </a:xfrm>
              <a:custGeom>
                <a:avLst/>
                <a:gdLst>
                  <a:gd name="connsiteX0" fmla="*/ 157117 w 433203"/>
                  <a:gd name="connsiteY0" fmla="*/ 447348 h 447348"/>
                  <a:gd name="connsiteX1" fmla="*/ 136729 w 433203"/>
                  <a:gd name="connsiteY1" fmla="*/ 437834 h 447348"/>
                  <a:gd name="connsiteX2" fmla="*/ 6244 w 433203"/>
                  <a:gd name="connsiteY2" fmla="*/ 281523 h 447348"/>
                  <a:gd name="connsiteX3" fmla="*/ 10322 w 433203"/>
                  <a:gd name="connsiteY3" fmla="*/ 244825 h 447348"/>
                  <a:gd name="connsiteX4" fmla="*/ 47020 w 433203"/>
                  <a:gd name="connsiteY4" fmla="*/ 248902 h 447348"/>
                  <a:gd name="connsiteX5" fmla="*/ 154399 w 433203"/>
                  <a:gd name="connsiteY5" fmla="*/ 378028 h 447348"/>
                  <a:gd name="connsiteX6" fmla="*/ 384106 w 433203"/>
                  <a:gd name="connsiteY6" fmla="*/ 12398 h 447348"/>
                  <a:gd name="connsiteX7" fmla="*/ 420805 w 433203"/>
                  <a:gd name="connsiteY7" fmla="*/ 4243 h 447348"/>
                  <a:gd name="connsiteX8" fmla="*/ 428961 w 433203"/>
                  <a:gd name="connsiteY8" fmla="*/ 40942 h 447348"/>
                  <a:gd name="connsiteX9" fmla="*/ 178865 w 433203"/>
                  <a:gd name="connsiteY9" fmla="*/ 435115 h 447348"/>
                  <a:gd name="connsiteX10" fmla="*/ 158476 w 433203"/>
                  <a:gd name="connsiteY10" fmla="*/ 447348 h 447348"/>
                  <a:gd name="connsiteX11" fmla="*/ 157117 w 433203"/>
                  <a:gd name="connsiteY11" fmla="*/ 447348 h 44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3203" h="447348">
                    <a:moveTo>
                      <a:pt x="157117" y="447348"/>
                    </a:moveTo>
                    <a:cubicBezTo>
                      <a:pt x="148962" y="447348"/>
                      <a:pt x="142166" y="443270"/>
                      <a:pt x="136729" y="437834"/>
                    </a:cubicBezTo>
                    <a:lnTo>
                      <a:pt x="6244" y="281523"/>
                    </a:lnTo>
                    <a:cubicBezTo>
                      <a:pt x="-3271" y="270650"/>
                      <a:pt x="-1911" y="254339"/>
                      <a:pt x="10322" y="244825"/>
                    </a:cubicBezTo>
                    <a:cubicBezTo>
                      <a:pt x="21195" y="235310"/>
                      <a:pt x="37506" y="236669"/>
                      <a:pt x="47020" y="248902"/>
                    </a:cubicBezTo>
                    <a:lnTo>
                      <a:pt x="154399" y="378028"/>
                    </a:lnTo>
                    <a:lnTo>
                      <a:pt x="384106" y="12398"/>
                    </a:lnTo>
                    <a:cubicBezTo>
                      <a:pt x="392262" y="165"/>
                      <a:pt x="408572" y="-3912"/>
                      <a:pt x="420805" y="4243"/>
                    </a:cubicBezTo>
                    <a:cubicBezTo>
                      <a:pt x="433038" y="12398"/>
                      <a:pt x="437116" y="28709"/>
                      <a:pt x="428961" y="40942"/>
                    </a:cubicBezTo>
                    <a:lnTo>
                      <a:pt x="178865" y="435115"/>
                    </a:lnTo>
                    <a:cubicBezTo>
                      <a:pt x="174787" y="441911"/>
                      <a:pt x="166632" y="447348"/>
                      <a:pt x="158476" y="447348"/>
                    </a:cubicBezTo>
                    <a:cubicBezTo>
                      <a:pt x="157117" y="447348"/>
                      <a:pt x="157117" y="447348"/>
                      <a:pt x="157117" y="447348"/>
                    </a:cubicBezTo>
                    <a:close/>
                  </a:path>
                </a:pathLst>
              </a:custGeom>
              <a:solidFill>
                <a:schemeClr val="tx2">
                  <a:lumMod val="75000"/>
                  <a:lumOff val="25000"/>
                </a:schemeClr>
              </a:solidFill>
              <a:ln w="13447" cap="flat">
                <a:noFill/>
                <a:prstDash val="solid"/>
                <a:miter/>
              </a:ln>
            </p:spPr>
            <p:txBody>
              <a:bodyPr rtlCol="0" anchor="ctr"/>
              <a:lstStyle/>
              <a:p>
                <a:endParaRPr lang="en-US"/>
              </a:p>
            </p:txBody>
          </p:sp>
        </p:grpSp>
        <p:sp>
          <p:nvSpPr>
            <p:cNvPr id="340" name="TextBox 339">
              <a:extLst>
                <a:ext uri="{FF2B5EF4-FFF2-40B4-BE49-F238E27FC236}">
                  <a16:creationId xmlns:a16="http://schemas.microsoft.com/office/drawing/2014/main" id="{742EB119-303E-4597-BD32-23461BC10ADB}"/>
                </a:ext>
              </a:extLst>
            </p:cNvPr>
            <p:cNvSpPr txBox="1"/>
            <p:nvPr/>
          </p:nvSpPr>
          <p:spPr>
            <a:xfrm>
              <a:off x="1940658" y="5132826"/>
              <a:ext cx="3166825" cy="692497"/>
            </a:xfrm>
            <a:prstGeom prst="rect">
              <a:avLst/>
            </a:prstGeom>
            <a:noFill/>
          </p:spPr>
          <p:txBody>
            <a:bodyPr wrap="square" rtlCol="0">
              <a:spAutoFit/>
            </a:bodyPr>
            <a:lstStyle/>
            <a:p>
              <a:pPr>
                <a:buClr>
                  <a:schemeClr val="bg2"/>
                </a:buClr>
              </a:pPr>
              <a:r>
                <a:rPr lang="en-US" sz="1600" b="1" dirty="0">
                  <a:solidFill>
                    <a:schemeClr val="accent1"/>
                  </a:solidFill>
                  <a:latin typeface="Roboto" panose="02000000000000000000" pitchFamily="2" charset="0"/>
                  <a:ea typeface="Roboto" panose="02000000000000000000" pitchFamily="2" charset="0"/>
                </a:rPr>
                <a:t>Section 4: Name.</a:t>
              </a:r>
              <a:endParaRPr lang="ar-EG" sz="1600" b="1" dirty="0">
                <a:solidFill>
                  <a:schemeClr val="accent1"/>
                </a:solidFill>
                <a:latin typeface="Roboto" panose="02000000000000000000" pitchFamily="2" charset="0"/>
                <a:ea typeface="Roboto" panose="02000000000000000000" pitchFamily="2" charset="0"/>
              </a:endParaRPr>
            </a:p>
            <a:p>
              <a:pPr>
                <a:buClr>
                  <a:schemeClr val="bg2"/>
                </a:buClr>
              </a:pPr>
              <a:endParaRPr lang="en-US" sz="900" dirty="0">
                <a:solidFill>
                  <a:schemeClr val="tx2"/>
                </a:solidFill>
                <a:latin typeface="Roboto" panose="02000000000000000000" pitchFamily="2" charset="0"/>
                <a:ea typeface="Roboto" panose="02000000000000000000" pitchFamily="2" charset="0"/>
              </a:endParaRPr>
            </a:p>
            <a:p>
              <a:pPr>
                <a:buClr>
                  <a:schemeClr val="tx2"/>
                </a:buClr>
              </a:pPr>
              <a:r>
                <a:rPr lang="en-US" sz="1400" dirty="0">
                  <a:solidFill>
                    <a:schemeClr val="tx2"/>
                  </a:solidFill>
                  <a:latin typeface="Roboto" panose="02000000000000000000" pitchFamily="2" charset="0"/>
                  <a:ea typeface="Roboto" panose="02000000000000000000" pitchFamily="2" charset="0"/>
                </a:rPr>
                <a:t>Provide brief description, if desired.</a:t>
              </a:r>
            </a:p>
          </p:txBody>
        </p:sp>
        <p:grpSp>
          <p:nvGrpSpPr>
            <p:cNvPr id="341" name="Group 340">
              <a:extLst>
                <a:ext uri="{FF2B5EF4-FFF2-40B4-BE49-F238E27FC236}">
                  <a16:creationId xmlns:a16="http://schemas.microsoft.com/office/drawing/2014/main" id="{8602C11E-4D06-4D4E-A730-53F5CBACF793}"/>
                </a:ext>
              </a:extLst>
            </p:cNvPr>
            <p:cNvGrpSpPr/>
            <p:nvPr/>
          </p:nvGrpSpPr>
          <p:grpSpPr>
            <a:xfrm>
              <a:off x="1473142" y="5305873"/>
              <a:ext cx="335106" cy="346402"/>
              <a:chOff x="920324" y="2235873"/>
              <a:chExt cx="559554" cy="578415"/>
            </a:xfrm>
          </p:grpSpPr>
          <p:sp>
            <p:nvSpPr>
              <p:cNvPr id="342" name="Rectangle: Rounded Corners 341">
                <a:extLst>
                  <a:ext uri="{FF2B5EF4-FFF2-40B4-BE49-F238E27FC236}">
                    <a16:creationId xmlns:a16="http://schemas.microsoft.com/office/drawing/2014/main" id="{5C90BF45-7EF7-4B03-AA62-CAAEAC108A18}"/>
                  </a:ext>
                </a:extLst>
              </p:cNvPr>
              <p:cNvSpPr/>
              <p:nvPr/>
            </p:nvSpPr>
            <p:spPr>
              <a:xfrm>
                <a:off x="920324" y="2330117"/>
                <a:ext cx="484171" cy="484171"/>
              </a:xfrm>
              <a:prstGeom prst="roundRect">
                <a:avLst/>
              </a:prstGeom>
              <a:no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3" name="Freeform: Shape 342">
                <a:extLst>
                  <a:ext uri="{FF2B5EF4-FFF2-40B4-BE49-F238E27FC236}">
                    <a16:creationId xmlns:a16="http://schemas.microsoft.com/office/drawing/2014/main" id="{2AE65863-876C-48B6-B34D-B81A1D4A8012}"/>
                  </a:ext>
                </a:extLst>
              </p:cNvPr>
              <p:cNvSpPr/>
              <p:nvPr/>
            </p:nvSpPr>
            <p:spPr>
              <a:xfrm>
                <a:off x="1019392" y="2235873"/>
                <a:ext cx="460486" cy="475522"/>
              </a:xfrm>
              <a:custGeom>
                <a:avLst/>
                <a:gdLst>
                  <a:gd name="connsiteX0" fmla="*/ 157117 w 433203"/>
                  <a:gd name="connsiteY0" fmla="*/ 447348 h 447348"/>
                  <a:gd name="connsiteX1" fmla="*/ 136729 w 433203"/>
                  <a:gd name="connsiteY1" fmla="*/ 437834 h 447348"/>
                  <a:gd name="connsiteX2" fmla="*/ 6244 w 433203"/>
                  <a:gd name="connsiteY2" fmla="*/ 281523 h 447348"/>
                  <a:gd name="connsiteX3" fmla="*/ 10322 w 433203"/>
                  <a:gd name="connsiteY3" fmla="*/ 244825 h 447348"/>
                  <a:gd name="connsiteX4" fmla="*/ 47020 w 433203"/>
                  <a:gd name="connsiteY4" fmla="*/ 248902 h 447348"/>
                  <a:gd name="connsiteX5" fmla="*/ 154399 w 433203"/>
                  <a:gd name="connsiteY5" fmla="*/ 378028 h 447348"/>
                  <a:gd name="connsiteX6" fmla="*/ 384106 w 433203"/>
                  <a:gd name="connsiteY6" fmla="*/ 12398 h 447348"/>
                  <a:gd name="connsiteX7" fmla="*/ 420805 w 433203"/>
                  <a:gd name="connsiteY7" fmla="*/ 4243 h 447348"/>
                  <a:gd name="connsiteX8" fmla="*/ 428961 w 433203"/>
                  <a:gd name="connsiteY8" fmla="*/ 40942 h 447348"/>
                  <a:gd name="connsiteX9" fmla="*/ 178865 w 433203"/>
                  <a:gd name="connsiteY9" fmla="*/ 435115 h 447348"/>
                  <a:gd name="connsiteX10" fmla="*/ 158476 w 433203"/>
                  <a:gd name="connsiteY10" fmla="*/ 447348 h 447348"/>
                  <a:gd name="connsiteX11" fmla="*/ 157117 w 433203"/>
                  <a:gd name="connsiteY11" fmla="*/ 447348 h 44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3203" h="447348">
                    <a:moveTo>
                      <a:pt x="157117" y="447348"/>
                    </a:moveTo>
                    <a:cubicBezTo>
                      <a:pt x="148962" y="447348"/>
                      <a:pt x="142166" y="443270"/>
                      <a:pt x="136729" y="437834"/>
                    </a:cubicBezTo>
                    <a:lnTo>
                      <a:pt x="6244" y="281523"/>
                    </a:lnTo>
                    <a:cubicBezTo>
                      <a:pt x="-3271" y="270650"/>
                      <a:pt x="-1911" y="254339"/>
                      <a:pt x="10322" y="244825"/>
                    </a:cubicBezTo>
                    <a:cubicBezTo>
                      <a:pt x="21195" y="235310"/>
                      <a:pt x="37506" y="236669"/>
                      <a:pt x="47020" y="248902"/>
                    </a:cubicBezTo>
                    <a:lnTo>
                      <a:pt x="154399" y="378028"/>
                    </a:lnTo>
                    <a:lnTo>
                      <a:pt x="384106" y="12398"/>
                    </a:lnTo>
                    <a:cubicBezTo>
                      <a:pt x="392262" y="165"/>
                      <a:pt x="408572" y="-3912"/>
                      <a:pt x="420805" y="4243"/>
                    </a:cubicBezTo>
                    <a:cubicBezTo>
                      <a:pt x="433038" y="12398"/>
                      <a:pt x="437116" y="28709"/>
                      <a:pt x="428961" y="40942"/>
                    </a:cubicBezTo>
                    <a:lnTo>
                      <a:pt x="178865" y="435115"/>
                    </a:lnTo>
                    <a:cubicBezTo>
                      <a:pt x="174787" y="441911"/>
                      <a:pt x="166632" y="447348"/>
                      <a:pt x="158476" y="447348"/>
                    </a:cubicBezTo>
                    <a:cubicBezTo>
                      <a:pt x="157117" y="447348"/>
                      <a:pt x="157117" y="447348"/>
                      <a:pt x="157117" y="447348"/>
                    </a:cubicBezTo>
                    <a:close/>
                  </a:path>
                </a:pathLst>
              </a:custGeom>
              <a:solidFill>
                <a:schemeClr val="tx2">
                  <a:lumMod val="75000"/>
                  <a:lumOff val="25000"/>
                </a:schemeClr>
              </a:solidFill>
              <a:ln w="13447" cap="flat">
                <a:noFill/>
                <a:prstDash val="solid"/>
                <a:miter/>
              </a:ln>
            </p:spPr>
            <p:txBody>
              <a:bodyPr rtlCol="0" anchor="ctr"/>
              <a:lstStyle/>
              <a:p>
                <a:endParaRPr lang="en-US"/>
              </a:p>
            </p:txBody>
          </p:sp>
        </p:grpSp>
      </p:grpSp>
      <p:grpSp>
        <p:nvGrpSpPr>
          <p:cNvPr id="324" name="Graphic 4">
            <a:extLst>
              <a:ext uri="{FF2B5EF4-FFF2-40B4-BE49-F238E27FC236}">
                <a16:creationId xmlns:a16="http://schemas.microsoft.com/office/drawing/2014/main" id="{36F3B19B-412D-4116-9959-CF8C377294EF}"/>
              </a:ext>
            </a:extLst>
          </p:cNvPr>
          <p:cNvGrpSpPr/>
          <p:nvPr/>
        </p:nvGrpSpPr>
        <p:grpSpPr>
          <a:xfrm>
            <a:off x="459557" y="1558505"/>
            <a:ext cx="6880972" cy="4375373"/>
            <a:chOff x="12191805" y="-264941"/>
            <a:chExt cx="10782762" cy="6856385"/>
          </a:xfrm>
        </p:grpSpPr>
        <p:sp>
          <p:nvSpPr>
            <p:cNvPr id="325" name="Freeform: Shape 324">
              <a:extLst>
                <a:ext uri="{FF2B5EF4-FFF2-40B4-BE49-F238E27FC236}">
                  <a16:creationId xmlns:a16="http://schemas.microsoft.com/office/drawing/2014/main" id="{597B24FD-194C-49A4-812A-AE8F3BE710F0}"/>
                </a:ext>
              </a:extLst>
            </p:cNvPr>
            <p:cNvSpPr/>
            <p:nvPr/>
          </p:nvSpPr>
          <p:spPr>
            <a:xfrm>
              <a:off x="12191805" y="77207"/>
              <a:ext cx="10782762" cy="6476697"/>
            </a:xfrm>
            <a:custGeom>
              <a:avLst/>
              <a:gdLst>
                <a:gd name="connsiteX0" fmla="*/ 10028455 w 10782762"/>
                <a:gd name="connsiteY0" fmla="*/ 6476698 h 6476697"/>
                <a:gd name="connsiteX1" fmla="*/ 9907360 w 10782762"/>
                <a:gd name="connsiteY1" fmla="*/ 2945978 h 6476697"/>
                <a:gd name="connsiteX2" fmla="*/ 8111929 w 10782762"/>
                <a:gd name="connsiteY2" fmla="*/ 1130363 h 6476697"/>
                <a:gd name="connsiteX3" fmla="*/ 4762852 w 10782762"/>
                <a:gd name="connsiteY3" fmla="*/ 343651 h 6476697"/>
                <a:gd name="connsiteX4" fmla="*/ 1655560 w 10782762"/>
                <a:gd name="connsiteY4" fmla="*/ 968904 h 6476697"/>
                <a:gd name="connsiteX5" fmla="*/ 41367 w 10782762"/>
                <a:gd name="connsiteY5" fmla="*/ 2098718 h 6476697"/>
                <a:gd name="connsiteX6" fmla="*/ 384469 w 10782762"/>
                <a:gd name="connsiteY6" fmla="*/ 3712911 h 6476697"/>
                <a:gd name="connsiteX7" fmla="*/ 40560 w 10782762"/>
                <a:gd name="connsiteY7" fmla="*/ 4923052 h 6476697"/>
                <a:gd name="connsiteX8" fmla="*/ 727571 w 10782762"/>
                <a:gd name="connsiteY8" fmla="*/ 6476698 h 6476697"/>
                <a:gd name="connsiteX9" fmla="*/ 10028455 w 10782762"/>
                <a:gd name="connsiteY9" fmla="*/ 6476698 h 6476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82762" h="6476697">
                  <a:moveTo>
                    <a:pt x="10028455" y="6476698"/>
                  </a:moveTo>
                  <a:cubicBezTo>
                    <a:pt x="10028455" y="6476698"/>
                    <a:pt x="11803704" y="4176704"/>
                    <a:pt x="9907360" y="2945978"/>
                  </a:cubicBezTo>
                  <a:cubicBezTo>
                    <a:pt x="8011017" y="1715251"/>
                    <a:pt x="8575722" y="2098718"/>
                    <a:pt x="8111929" y="1130363"/>
                  </a:cubicBezTo>
                  <a:cubicBezTo>
                    <a:pt x="7647733" y="162009"/>
                    <a:pt x="6356863" y="-403100"/>
                    <a:pt x="4762852" y="343651"/>
                  </a:cubicBezTo>
                  <a:cubicBezTo>
                    <a:pt x="3168841" y="1090402"/>
                    <a:pt x="1917932" y="948721"/>
                    <a:pt x="1655560" y="968904"/>
                  </a:cubicBezTo>
                  <a:cubicBezTo>
                    <a:pt x="1393188" y="989086"/>
                    <a:pt x="243192" y="1049634"/>
                    <a:pt x="41367" y="2098718"/>
                  </a:cubicBezTo>
                  <a:cubicBezTo>
                    <a:pt x="-160457" y="3147802"/>
                    <a:pt x="445016" y="3289079"/>
                    <a:pt x="384469" y="3712911"/>
                  </a:cubicBezTo>
                  <a:cubicBezTo>
                    <a:pt x="323922" y="4136743"/>
                    <a:pt x="-612" y="4439076"/>
                    <a:pt x="40560" y="4923052"/>
                  </a:cubicBezTo>
                  <a:cubicBezTo>
                    <a:pt x="81732" y="5407431"/>
                    <a:pt x="142279" y="6274873"/>
                    <a:pt x="727571" y="6476698"/>
                  </a:cubicBezTo>
                  <a:lnTo>
                    <a:pt x="10028455" y="6476698"/>
                  </a:lnTo>
                  <a:close/>
                </a:path>
              </a:pathLst>
            </a:custGeom>
            <a:solidFill>
              <a:schemeClr val="accent1">
                <a:alpha val="15000"/>
              </a:schemeClr>
            </a:solidFill>
            <a:ln w="4033"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A47C682F-FF1D-4ECB-9152-835BF96EA97A}"/>
                </a:ext>
              </a:extLst>
            </p:cNvPr>
            <p:cNvSpPr/>
            <p:nvPr/>
          </p:nvSpPr>
          <p:spPr>
            <a:xfrm>
              <a:off x="12319149" y="5963623"/>
              <a:ext cx="10185280" cy="627820"/>
            </a:xfrm>
            <a:custGeom>
              <a:avLst/>
              <a:gdLst>
                <a:gd name="connsiteX0" fmla="*/ 10185280 w 10185280"/>
                <a:gd name="connsiteY0" fmla="*/ 627820 h 627820"/>
                <a:gd name="connsiteX1" fmla="*/ 0 w 10185280"/>
                <a:gd name="connsiteY1" fmla="*/ 627820 h 627820"/>
                <a:gd name="connsiteX2" fmla="*/ 0 w 10185280"/>
                <a:gd name="connsiteY2" fmla="*/ 627417 h 627820"/>
                <a:gd name="connsiteX3" fmla="*/ 2620087 w 10185280"/>
                <a:gd name="connsiteY3" fmla="*/ 128910 h 627820"/>
                <a:gd name="connsiteX4" fmla="*/ 3596918 w 10185280"/>
                <a:gd name="connsiteY4" fmla="*/ 157569 h 627820"/>
                <a:gd name="connsiteX5" fmla="*/ 3699445 w 10185280"/>
                <a:gd name="connsiteY5" fmla="*/ 158377 h 627820"/>
                <a:gd name="connsiteX6" fmla="*/ 3849603 w 10185280"/>
                <a:gd name="connsiteY6" fmla="*/ 158780 h 627820"/>
                <a:gd name="connsiteX7" fmla="*/ 3949304 w 10185280"/>
                <a:gd name="connsiteY7" fmla="*/ 158780 h 627820"/>
                <a:gd name="connsiteX8" fmla="*/ 6299753 w 10185280"/>
                <a:gd name="connsiteY8" fmla="*/ 73206 h 627820"/>
                <a:gd name="connsiteX9" fmla="*/ 9641161 w 10185280"/>
                <a:gd name="connsiteY9" fmla="*/ 322662 h 627820"/>
                <a:gd name="connsiteX10" fmla="*/ 9723102 w 10185280"/>
                <a:gd name="connsiteY10" fmla="*/ 359797 h 627820"/>
                <a:gd name="connsiteX11" fmla="*/ 10185280 w 10185280"/>
                <a:gd name="connsiteY11" fmla="*/ 627820 h 627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185280" h="627820">
                  <a:moveTo>
                    <a:pt x="10185280" y="627820"/>
                  </a:moveTo>
                  <a:lnTo>
                    <a:pt x="0" y="627820"/>
                  </a:lnTo>
                  <a:cubicBezTo>
                    <a:pt x="0" y="627820"/>
                    <a:pt x="0" y="627820"/>
                    <a:pt x="0" y="627417"/>
                  </a:cubicBezTo>
                  <a:cubicBezTo>
                    <a:pt x="598612" y="-59594"/>
                    <a:pt x="1804312" y="88142"/>
                    <a:pt x="2620087" y="128910"/>
                  </a:cubicBezTo>
                  <a:cubicBezTo>
                    <a:pt x="2945428" y="145056"/>
                    <a:pt x="3271173" y="154340"/>
                    <a:pt x="3596918" y="157569"/>
                  </a:cubicBezTo>
                  <a:cubicBezTo>
                    <a:pt x="3631228" y="157973"/>
                    <a:pt x="3665135" y="158377"/>
                    <a:pt x="3699445" y="158377"/>
                  </a:cubicBezTo>
                  <a:cubicBezTo>
                    <a:pt x="3749498" y="158780"/>
                    <a:pt x="3799550" y="158780"/>
                    <a:pt x="3849603" y="158780"/>
                  </a:cubicBezTo>
                  <a:cubicBezTo>
                    <a:pt x="3882702" y="158780"/>
                    <a:pt x="3916205" y="158780"/>
                    <a:pt x="3949304" y="158780"/>
                  </a:cubicBezTo>
                  <a:cubicBezTo>
                    <a:pt x="4733191" y="156762"/>
                    <a:pt x="5517885" y="122452"/>
                    <a:pt x="6299753" y="73206"/>
                  </a:cubicBezTo>
                  <a:cubicBezTo>
                    <a:pt x="7410596" y="2972"/>
                    <a:pt x="8605397" y="-127811"/>
                    <a:pt x="9641161" y="322662"/>
                  </a:cubicBezTo>
                  <a:cubicBezTo>
                    <a:pt x="9668609" y="334771"/>
                    <a:pt x="9696058" y="346881"/>
                    <a:pt x="9723102" y="359797"/>
                  </a:cubicBezTo>
                  <a:cubicBezTo>
                    <a:pt x="9881332" y="434472"/>
                    <a:pt x="10035930" y="522872"/>
                    <a:pt x="10185280" y="627820"/>
                  </a:cubicBezTo>
                  <a:close/>
                </a:path>
              </a:pathLst>
            </a:custGeom>
            <a:solidFill>
              <a:schemeClr val="accent3"/>
            </a:solidFill>
            <a:ln w="4033" cap="flat">
              <a:noFill/>
              <a:prstDash val="solid"/>
              <a:miter/>
            </a:ln>
          </p:spPr>
          <p:txBody>
            <a:bodyPr rtlCol="0" anchor="ctr"/>
            <a:lstStyle/>
            <a:p>
              <a:endParaRPr lang="en-US"/>
            </a:p>
          </p:txBody>
        </p:sp>
        <p:grpSp>
          <p:nvGrpSpPr>
            <p:cNvPr id="328" name="Graphic 4">
              <a:extLst>
                <a:ext uri="{FF2B5EF4-FFF2-40B4-BE49-F238E27FC236}">
                  <a16:creationId xmlns:a16="http://schemas.microsoft.com/office/drawing/2014/main" id="{16E4B8CF-40CA-4B28-83B1-62D72F6FDC8A}"/>
                </a:ext>
              </a:extLst>
            </p:cNvPr>
            <p:cNvGrpSpPr/>
            <p:nvPr/>
          </p:nvGrpSpPr>
          <p:grpSpPr>
            <a:xfrm>
              <a:off x="15144290" y="-264941"/>
              <a:ext cx="4271819" cy="6675550"/>
              <a:chOff x="15144290" y="-264941"/>
              <a:chExt cx="4271819" cy="6675550"/>
            </a:xfrm>
          </p:grpSpPr>
          <p:grpSp>
            <p:nvGrpSpPr>
              <p:cNvPr id="410" name="Graphic 4">
                <a:extLst>
                  <a:ext uri="{FF2B5EF4-FFF2-40B4-BE49-F238E27FC236}">
                    <a16:creationId xmlns:a16="http://schemas.microsoft.com/office/drawing/2014/main" id="{A9FC1E54-68AD-43A2-8F95-51F80159D67F}"/>
                  </a:ext>
                </a:extLst>
              </p:cNvPr>
              <p:cNvGrpSpPr/>
              <p:nvPr/>
            </p:nvGrpSpPr>
            <p:grpSpPr>
              <a:xfrm>
                <a:off x="15370333" y="923578"/>
                <a:ext cx="4045775" cy="5487030"/>
                <a:chOff x="15370333" y="923578"/>
                <a:chExt cx="4045775" cy="5487030"/>
              </a:xfrm>
            </p:grpSpPr>
            <p:grpSp>
              <p:nvGrpSpPr>
                <p:cNvPr id="415" name="Graphic 4">
                  <a:extLst>
                    <a:ext uri="{FF2B5EF4-FFF2-40B4-BE49-F238E27FC236}">
                      <a16:creationId xmlns:a16="http://schemas.microsoft.com/office/drawing/2014/main" id="{0614709F-9F0A-408E-B9F3-0B37A98D60DE}"/>
                    </a:ext>
                  </a:extLst>
                </p:cNvPr>
                <p:cNvGrpSpPr/>
                <p:nvPr/>
              </p:nvGrpSpPr>
              <p:grpSpPr>
                <a:xfrm>
                  <a:off x="15370333" y="923578"/>
                  <a:ext cx="4045775" cy="3659710"/>
                  <a:chOff x="15370333" y="923578"/>
                  <a:chExt cx="4045775" cy="3659710"/>
                </a:xfrm>
              </p:grpSpPr>
              <p:sp>
                <p:nvSpPr>
                  <p:cNvPr id="434" name="Freeform: Shape 433">
                    <a:extLst>
                      <a:ext uri="{FF2B5EF4-FFF2-40B4-BE49-F238E27FC236}">
                        <a16:creationId xmlns:a16="http://schemas.microsoft.com/office/drawing/2014/main" id="{B33ACE3D-DF7A-4D55-AB94-C02F91DD8CA1}"/>
                      </a:ext>
                    </a:extLst>
                  </p:cNvPr>
                  <p:cNvSpPr/>
                  <p:nvPr/>
                </p:nvSpPr>
                <p:spPr>
                  <a:xfrm>
                    <a:off x="15370333" y="1121190"/>
                    <a:ext cx="4045775" cy="3282071"/>
                  </a:xfrm>
                  <a:custGeom>
                    <a:avLst/>
                    <a:gdLst>
                      <a:gd name="connsiteX0" fmla="*/ 3898040 w 4045775"/>
                      <a:gd name="connsiteY0" fmla="*/ 0 h 3282071"/>
                      <a:gd name="connsiteX1" fmla="*/ 147736 w 4045775"/>
                      <a:gd name="connsiteY1" fmla="*/ 0 h 3282071"/>
                      <a:gd name="connsiteX2" fmla="*/ 0 w 4045775"/>
                      <a:gd name="connsiteY2" fmla="*/ 147736 h 3282071"/>
                      <a:gd name="connsiteX3" fmla="*/ 0 w 4045775"/>
                      <a:gd name="connsiteY3" fmla="*/ 2727862 h 3282071"/>
                      <a:gd name="connsiteX4" fmla="*/ 147736 w 4045775"/>
                      <a:gd name="connsiteY4" fmla="*/ 2875597 h 3282071"/>
                      <a:gd name="connsiteX5" fmla="*/ 1546784 w 4045775"/>
                      <a:gd name="connsiteY5" fmla="*/ 2875597 h 3282071"/>
                      <a:gd name="connsiteX6" fmla="*/ 1546784 w 4045775"/>
                      <a:gd name="connsiteY6" fmla="*/ 3282072 h 3282071"/>
                      <a:gd name="connsiteX7" fmla="*/ 2498992 w 4045775"/>
                      <a:gd name="connsiteY7" fmla="*/ 3282072 h 3282071"/>
                      <a:gd name="connsiteX8" fmla="*/ 2498992 w 4045775"/>
                      <a:gd name="connsiteY8" fmla="*/ 2875597 h 3282071"/>
                      <a:gd name="connsiteX9" fmla="*/ 3898040 w 4045775"/>
                      <a:gd name="connsiteY9" fmla="*/ 2875597 h 3282071"/>
                      <a:gd name="connsiteX10" fmla="*/ 4045776 w 4045775"/>
                      <a:gd name="connsiteY10" fmla="*/ 2727862 h 3282071"/>
                      <a:gd name="connsiteX11" fmla="*/ 4045776 w 4045775"/>
                      <a:gd name="connsiteY11" fmla="*/ 148139 h 3282071"/>
                      <a:gd name="connsiteX12" fmla="*/ 3898040 w 4045775"/>
                      <a:gd name="connsiteY12" fmla="*/ 0 h 328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45775" h="3282071">
                        <a:moveTo>
                          <a:pt x="3898040" y="0"/>
                        </a:moveTo>
                        <a:lnTo>
                          <a:pt x="147736" y="0"/>
                        </a:lnTo>
                        <a:cubicBezTo>
                          <a:pt x="66198" y="0"/>
                          <a:pt x="0" y="66198"/>
                          <a:pt x="0" y="147736"/>
                        </a:cubicBezTo>
                        <a:lnTo>
                          <a:pt x="0" y="2727862"/>
                        </a:lnTo>
                        <a:cubicBezTo>
                          <a:pt x="0" y="2809399"/>
                          <a:pt x="66198" y="2875597"/>
                          <a:pt x="147736" y="2875597"/>
                        </a:cubicBezTo>
                        <a:lnTo>
                          <a:pt x="1546784" y="2875597"/>
                        </a:lnTo>
                        <a:lnTo>
                          <a:pt x="1546784" y="3282072"/>
                        </a:lnTo>
                        <a:lnTo>
                          <a:pt x="2498992" y="3282072"/>
                        </a:lnTo>
                        <a:lnTo>
                          <a:pt x="2498992" y="2875597"/>
                        </a:lnTo>
                        <a:lnTo>
                          <a:pt x="3898040" y="2875597"/>
                        </a:lnTo>
                        <a:cubicBezTo>
                          <a:pt x="3979578" y="2875597"/>
                          <a:pt x="4045776" y="2809399"/>
                          <a:pt x="4045776" y="2727862"/>
                        </a:cubicBezTo>
                        <a:lnTo>
                          <a:pt x="4045776" y="148139"/>
                        </a:lnTo>
                        <a:cubicBezTo>
                          <a:pt x="4045776" y="66198"/>
                          <a:pt x="3979578" y="0"/>
                          <a:pt x="3898040" y="0"/>
                        </a:cubicBezTo>
                        <a:close/>
                      </a:path>
                    </a:pathLst>
                  </a:custGeom>
                  <a:solidFill>
                    <a:schemeClr val="accent1">
                      <a:lumMod val="60000"/>
                      <a:lumOff val="40000"/>
                    </a:schemeClr>
                  </a:solidFill>
                  <a:ln w="4033" cap="flat">
                    <a:noFill/>
                    <a:prstDash val="solid"/>
                    <a:miter/>
                  </a:ln>
                </p:spPr>
                <p:txBody>
                  <a:bodyPr rtlCol="0" anchor="ctr"/>
                  <a:lstStyle/>
                  <a:p>
                    <a:endParaRPr lang="en-US"/>
                  </a:p>
                </p:txBody>
              </p:sp>
              <p:sp>
                <p:nvSpPr>
                  <p:cNvPr id="435" name="Freeform: Shape 434">
                    <a:extLst>
                      <a:ext uri="{FF2B5EF4-FFF2-40B4-BE49-F238E27FC236}">
                        <a16:creationId xmlns:a16="http://schemas.microsoft.com/office/drawing/2014/main" id="{74471201-7C79-43C1-B21B-9B8D6204060C}"/>
                      </a:ext>
                    </a:extLst>
                  </p:cNvPr>
                  <p:cNvSpPr/>
                  <p:nvPr/>
                </p:nvSpPr>
                <p:spPr>
                  <a:xfrm>
                    <a:off x="19177956" y="1121592"/>
                    <a:ext cx="238153" cy="2875598"/>
                  </a:xfrm>
                  <a:custGeom>
                    <a:avLst/>
                    <a:gdLst>
                      <a:gd name="connsiteX0" fmla="*/ 238153 w 238153"/>
                      <a:gd name="connsiteY0" fmla="*/ 147737 h 2875598"/>
                      <a:gd name="connsiteX1" fmla="*/ 238153 w 238153"/>
                      <a:gd name="connsiteY1" fmla="*/ 2727863 h 2875598"/>
                      <a:gd name="connsiteX2" fmla="*/ 106563 w 238153"/>
                      <a:gd name="connsiteY2" fmla="*/ 2875599 h 2875598"/>
                      <a:gd name="connsiteX3" fmla="*/ 0 w 238153"/>
                      <a:gd name="connsiteY3" fmla="*/ 2875599 h 2875598"/>
                      <a:gd name="connsiteX4" fmla="*/ 131994 w 238153"/>
                      <a:gd name="connsiteY4" fmla="*/ 2727863 h 2875598"/>
                      <a:gd name="connsiteX5" fmla="*/ 131994 w 238153"/>
                      <a:gd name="connsiteY5" fmla="*/ 147737 h 2875598"/>
                      <a:gd name="connsiteX6" fmla="*/ 0 w 238153"/>
                      <a:gd name="connsiteY6" fmla="*/ 2 h 2875598"/>
                      <a:gd name="connsiteX7" fmla="*/ 106563 w 238153"/>
                      <a:gd name="connsiteY7" fmla="*/ 2 h 2875598"/>
                      <a:gd name="connsiteX8" fmla="*/ 238153 w 238153"/>
                      <a:gd name="connsiteY8" fmla="*/ 147737 h 2875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153" h="2875598">
                        <a:moveTo>
                          <a:pt x="238153" y="147737"/>
                        </a:moveTo>
                        <a:lnTo>
                          <a:pt x="238153" y="2727863"/>
                        </a:lnTo>
                        <a:cubicBezTo>
                          <a:pt x="238153" y="2809400"/>
                          <a:pt x="179220" y="2875599"/>
                          <a:pt x="106563" y="2875599"/>
                        </a:cubicBezTo>
                        <a:lnTo>
                          <a:pt x="0" y="2875599"/>
                        </a:lnTo>
                        <a:cubicBezTo>
                          <a:pt x="72657" y="2875599"/>
                          <a:pt x="131994" y="2809400"/>
                          <a:pt x="131994" y="2727863"/>
                        </a:cubicBezTo>
                        <a:lnTo>
                          <a:pt x="131994" y="147737"/>
                        </a:lnTo>
                        <a:cubicBezTo>
                          <a:pt x="131994" y="66200"/>
                          <a:pt x="73061" y="2"/>
                          <a:pt x="0" y="2"/>
                        </a:cubicBezTo>
                        <a:lnTo>
                          <a:pt x="106563" y="2"/>
                        </a:lnTo>
                        <a:cubicBezTo>
                          <a:pt x="179220" y="-402"/>
                          <a:pt x="238153" y="65797"/>
                          <a:pt x="238153" y="147737"/>
                        </a:cubicBezTo>
                        <a:close/>
                      </a:path>
                    </a:pathLst>
                  </a:custGeom>
                  <a:solidFill>
                    <a:schemeClr val="accent1"/>
                  </a:solidFill>
                  <a:ln w="4033" cap="flat">
                    <a:noFill/>
                    <a:prstDash val="solid"/>
                    <a:miter/>
                  </a:ln>
                </p:spPr>
                <p:txBody>
                  <a:bodyPr rtlCol="0" anchor="ctr"/>
                  <a:lstStyle/>
                  <a:p>
                    <a:endParaRPr lang="en-US"/>
                  </a:p>
                </p:txBody>
              </p:sp>
              <p:sp>
                <p:nvSpPr>
                  <p:cNvPr id="436" name="Freeform: Shape 435">
                    <a:extLst>
                      <a:ext uri="{FF2B5EF4-FFF2-40B4-BE49-F238E27FC236}">
                        <a16:creationId xmlns:a16="http://schemas.microsoft.com/office/drawing/2014/main" id="{0AD09C8E-B6ED-4D26-B549-A2ADA2B93162}"/>
                      </a:ext>
                    </a:extLst>
                  </p:cNvPr>
                  <p:cNvSpPr/>
                  <p:nvPr/>
                </p:nvSpPr>
                <p:spPr>
                  <a:xfrm>
                    <a:off x="15672666" y="1340371"/>
                    <a:ext cx="3441513" cy="2446114"/>
                  </a:xfrm>
                  <a:custGeom>
                    <a:avLst/>
                    <a:gdLst>
                      <a:gd name="connsiteX0" fmla="*/ 3441513 w 3441513"/>
                      <a:gd name="connsiteY0" fmla="*/ 138855 h 2446114"/>
                      <a:gd name="connsiteX1" fmla="*/ 3441513 w 3441513"/>
                      <a:gd name="connsiteY1" fmla="*/ 2307259 h 2446114"/>
                      <a:gd name="connsiteX2" fmla="*/ 3302658 w 3441513"/>
                      <a:gd name="connsiteY2" fmla="*/ 2446114 h 2446114"/>
                      <a:gd name="connsiteX3" fmla="*/ 138855 w 3441513"/>
                      <a:gd name="connsiteY3" fmla="*/ 2446114 h 2446114"/>
                      <a:gd name="connsiteX4" fmla="*/ 0 w 3441513"/>
                      <a:gd name="connsiteY4" fmla="*/ 2307259 h 2446114"/>
                      <a:gd name="connsiteX5" fmla="*/ 0 w 3441513"/>
                      <a:gd name="connsiteY5" fmla="*/ 138855 h 2446114"/>
                      <a:gd name="connsiteX6" fmla="*/ 138855 w 3441513"/>
                      <a:gd name="connsiteY6" fmla="*/ 0 h 2446114"/>
                      <a:gd name="connsiteX7" fmla="*/ 3302658 w 3441513"/>
                      <a:gd name="connsiteY7" fmla="*/ 0 h 2446114"/>
                      <a:gd name="connsiteX8" fmla="*/ 3441513 w 3441513"/>
                      <a:gd name="connsiteY8" fmla="*/ 138855 h 244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41513" h="2446114">
                        <a:moveTo>
                          <a:pt x="3441513" y="138855"/>
                        </a:moveTo>
                        <a:lnTo>
                          <a:pt x="3441513" y="2307259"/>
                        </a:lnTo>
                        <a:cubicBezTo>
                          <a:pt x="3441513" y="2383952"/>
                          <a:pt x="3379351" y="2446114"/>
                          <a:pt x="3302658" y="2446114"/>
                        </a:cubicBezTo>
                        <a:lnTo>
                          <a:pt x="138855" y="2446114"/>
                        </a:lnTo>
                        <a:cubicBezTo>
                          <a:pt x="62162" y="2446114"/>
                          <a:pt x="0" y="2383952"/>
                          <a:pt x="0" y="2307259"/>
                        </a:cubicBezTo>
                        <a:lnTo>
                          <a:pt x="0" y="138855"/>
                        </a:lnTo>
                        <a:cubicBezTo>
                          <a:pt x="0" y="62162"/>
                          <a:pt x="62162" y="0"/>
                          <a:pt x="138855" y="0"/>
                        </a:cubicBezTo>
                        <a:lnTo>
                          <a:pt x="3302658" y="0"/>
                        </a:lnTo>
                        <a:cubicBezTo>
                          <a:pt x="3379351" y="0"/>
                          <a:pt x="3441513" y="62162"/>
                          <a:pt x="3441513" y="138855"/>
                        </a:cubicBezTo>
                        <a:close/>
                      </a:path>
                    </a:pathLst>
                  </a:custGeom>
                  <a:solidFill>
                    <a:schemeClr val="accent1"/>
                  </a:solidFill>
                  <a:ln w="4033" cap="flat">
                    <a:noFill/>
                    <a:prstDash val="solid"/>
                    <a:miter/>
                  </a:ln>
                </p:spPr>
                <p:txBody>
                  <a:bodyPr rtlCol="0" anchor="ctr"/>
                  <a:lstStyle/>
                  <a:p>
                    <a:endParaRPr lang="en-US"/>
                  </a:p>
                </p:txBody>
              </p:sp>
              <p:sp>
                <p:nvSpPr>
                  <p:cNvPr id="437" name="Freeform: Shape 436">
                    <a:extLst>
                      <a:ext uri="{FF2B5EF4-FFF2-40B4-BE49-F238E27FC236}">
                        <a16:creationId xmlns:a16="http://schemas.microsoft.com/office/drawing/2014/main" id="{A38DF041-4B0F-414F-8179-7AFEB44CBF50}"/>
                      </a:ext>
                    </a:extLst>
                  </p:cNvPr>
                  <p:cNvSpPr/>
                  <p:nvPr/>
                </p:nvSpPr>
                <p:spPr>
                  <a:xfrm>
                    <a:off x="15785285" y="1458641"/>
                    <a:ext cx="3183984" cy="2227336"/>
                  </a:xfrm>
                  <a:custGeom>
                    <a:avLst/>
                    <a:gdLst>
                      <a:gd name="connsiteX0" fmla="*/ 3183985 w 3183984"/>
                      <a:gd name="connsiteY0" fmla="*/ 53685 h 2227336"/>
                      <a:gd name="connsiteX1" fmla="*/ 3183985 w 3183984"/>
                      <a:gd name="connsiteY1" fmla="*/ 2173651 h 2227336"/>
                      <a:gd name="connsiteX2" fmla="*/ 3107292 w 3183984"/>
                      <a:gd name="connsiteY2" fmla="*/ 2227336 h 2227336"/>
                      <a:gd name="connsiteX3" fmla="*/ 76693 w 3183984"/>
                      <a:gd name="connsiteY3" fmla="*/ 2227336 h 2227336"/>
                      <a:gd name="connsiteX4" fmla="*/ 0 w 3183984"/>
                      <a:gd name="connsiteY4" fmla="*/ 2173651 h 2227336"/>
                      <a:gd name="connsiteX5" fmla="*/ 0 w 3183984"/>
                      <a:gd name="connsiteY5" fmla="*/ 53685 h 2227336"/>
                      <a:gd name="connsiteX6" fmla="*/ 76693 w 3183984"/>
                      <a:gd name="connsiteY6" fmla="*/ 0 h 2227336"/>
                      <a:gd name="connsiteX7" fmla="*/ 3107292 w 3183984"/>
                      <a:gd name="connsiteY7" fmla="*/ 0 h 2227336"/>
                      <a:gd name="connsiteX8" fmla="*/ 3183985 w 3183984"/>
                      <a:gd name="connsiteY8" fmla="*/ 53685 h 2227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83984" h="2227336">
                        <a:moveTo>
                          <a:pt x="3183985" y="53685"/>
                        </a:moveTo>
                        <a:lnTo>
                          <a:pt x="3183985" y="2173651"/>
                        </a:lnTo>
                        <a:cubicBezTo>
                          <a:pt x="3183985" y="2203117"/>
                          <a:pt x="3149271" y="2227336"/>
                          <a:pt x="3107292" y="2227336"/>
                        </a:cubicBezTo>
                        <a:lnTo>
                          <a:pt x="76693" y="2227336"/>
                        </a:lnTo>
                        <a:cubicBezTo>
                          <a:pt x="34714" y="2227336"/>
                          <a:pt x="0" y="2203117"/>
                          <a:pt x="0" y="2173651"/>
                        </a:cubicBezTo>
                        <a:lnTo>
                          <a:pt x="0" y="53685"/>
                        </a:lnTo>
                        <a:cubicBezTo>
                          <a:pt x="0" y="24219"/>
                          <a:pt x="34714" y="0"/>
                          <a:pt x="76693" y="0"/>
                        </a:cubicBezTo>
                        <a:lnTo>
                          <a:pt x="3107292" y="0"/>
                        </a:lnTo>
                        <a:cubicBezTo>
                          <a:pt x="3149675" y="0"/>
                          <a:pt x="3183985" y="24219"/>
                          <a:pt x="3183985" y="53685"/>
                        </a:cubicBezTo>
                        <a:close/>
                      </a:path>
                    </a:pathLst>
                  </a:custGeom>
                  <a:solidFill>
                    <a:schemeClr val="accent1">
                      <a:lumMod val="20000"/>
                      <a:lumOff val="80000"/>
                    </a:schemeClr>
                  </a:solidFill>
                  <a:ln w="4033" cap="flat">
                    <a:noFill/>
                    <a:prstDash val="solid"/>
                    <a:miter/>
                  </a:ln>
                </p:spPr>
                <p:txBody>
                  <a:bodyPr rtlCol="0" anchor="ctr"/>
                  <a:lstStyle/>
                  <a:p>
                    <a:endParaRPr lang="en-US"/>
                  </a:p>
                </p:txBody>
              </p:sp>
              <p:sp>
                <p:nvSpPr>
                  <p:cNvPr id="438" name="Freeform: Shape 437">
                    <a:extLst>
                      <a:ext uri="{FF2B5EF4-FFF2-40B4-BE49-F238E27FC236}">
                        <a16:creationId xmlns:a16="http://schemas.microsoft.com/office/drawing/2014/main" id="{ED1ECBCA-A104-4FBB-BC21-6CE0EF13DD69}"/>
                      </a:ext>
                    </a:extLst>
                  </p:cNvPr>
                  <p:cNvSpPr/>
                  <p:nvPr/>
                </p:nvSpPr>
                <p:spPr>
                  <a:xfrm>
                    <a:off x="17843896" y="3995980"/>
                    <a:ext cx="74675" cy="406474"/>
                  </a:xfrm>
                  <a:custGeom>
                    <a:avLst/>
                    <a:gdLst>
                      <a:gd name="connsiteX0" fmla="*/ 0 w 74675"/>
                      <a:gd name="connsiteY0" fmla="*/ 0 h 406474"/>
                      <a:gd name="connsiteX1" fmla="*/ 74675 w 74675"/>
                      <a:gd name="connsiteY1" fmla="*/ 0 h 406474"/>
                      <a:gd name="connsiteX2" fmla="*/ 74675 w 74675"/>
                      <a:gd name="connsiteY2" fmla="*/ 406474 h 406474"/>
                      <a:gd name="connsiteX3" fmla="*/ 0 w 74675"/>
                      <a:gd name="connsiteY3" fmla="*/ 406474 h 406474"/>
                    </a:gdLst>
                    <a:ahLst/>
                    <a:cxnLst>
                      <a:cxn ang="0">
                        <a:pos x="connsiteX0" y="connsiteY0"/>
                      </a:cxn>
                      <a:cxn ang="0">
                        <a:pos x="connsiteX1" y="connsiteY1"/>
                      </a:cxn>
                      <a:cxn ang="0">
                        <a:pos x="connsiteX2" y="connsiteY2"/>
                      </a:cxn>
                      <a:cxn ang="0">
                        <a:pos x="connsiteX3" y="connsiteY3"/>
                      </a:cxn>
                    </a:cxnLst>
                    <a:rect l="l" t="t" r="r" b="b"/>
                    <a:pathLst>
                      <a:path w="74675" h="406474">
                        <a:moveTo>
                          <a:pt x="0" y="0"/>
                        </a:moveTo>
                        <a:lnTo>
                          <a:pt x="74675" y="0"/>
                        </a:lnTo>
                        <a:lnTo>
                          <a:pt x="74675" y="406474"/>
                        </a:lnTo>
                        <a:lnTo>
                          <a:pt x="0" y="406474"/>
                        </a:lnTo>
                        <a:close/>
                      </a:path>
                    </a:pathLst>
                  </a:custGeom>
                  <a:solidFill>
                    <a:schemeClr val="accent1"/>
                  </a:solidFill>
                  <a:ln w="4033" cap="flat">
                    <a:noFill/>
                    <a:prstDash val="solid"/>
                    <a:miter/>
                  </a:ln>
                </p:spPr>
                <p:txBody>
                  <a:bodyPr rtlCol="0" anchor="ctr"/>
                  <a:lstStyle/>
                  <a:p>
                    <a:endParaRPr lang="en-US"/>
                  </a:p>
                </p:txBody>
              </p:sp>
              <p:grpSp>
                <p:nvGrpSpPr>
                  <p:cNvPr id="439" name="Graphic 4">
                    <a:extLst>
                      <a:ext uri="{FF2B5EF4-FFF2-40B4-BE49-F238E27FC236}">
                        <a16:creationId xmlns:a16="http://schemas.microsoft.com/office/drawing/2014/main" id="{10CC78D3-A3A7-4B29-964B-85998A596266}"/>
                      </a:ext>
                    </a:extLst>
                  </p:cNvPr>
                  <p:cNvGrpSpPr/>
                  <p:nvPr/>
                </p:nvGrpSpPr>
                <p:grpSpPr>
                  <a:xfrm>
                    <a:off x="16012931" y="923578"/>
                    <a:ext cx="2589176" cy="3169936"/>
                    <a:chOff x="16012931" y="923578"/>
                    <a:chExt cx="2589176" cy="3169936"/>
                  </a:xfrm>
                </p:grpSpPr>
                <p:sp>
                  <p:nvSpPr>
                    <p:cNvPr id="442" name="Freeform: Shape 441">
                      <a:extLst>
                        <a:ext uri="{FF2B5EF4-FFF2-40B4-BE49-F238E27FC236}">
                          <a16:creationId xmlns:a16="http://schemas.microsoft.com/office/drawing/2014/main" id="{877BCA12-12C4-4EA4-963C-34294CAD4388}"/>
                        </a:ext>
                      </a:extLst>
                    </p:cNvPr>
                    <p:cNvSpPr/>
                    <p:nvPr/>
                  </p:nvSpPr>
                  <p:spPr>
                    <a:xfrm>
                      <a:off x="17386158" y="2897246"/>
                      <a:ext cx="4036" cy="4036"/>
                    </a:xfrm>
                    <a:custGeom>
                      <a:avLst/>
                      <a:gdLst>
                        <a:gd name="connsiteX0" fmla="*/ 0 w 4036"/>
                        <a:gd name="connsiteY0" fmla="*/ 0 h 4036"/>
                        <a:gd name="connsiteX1" fmla="*/ 0 w 4036"/>
                        <a:gd name="connsiteY1" fmla="*/ 0 h 4036"/>
                        <a:gd name="connsiteX2" fmla="*/ 0 w 4036"/>
                        <a:gd name="connsiteY2" fmla="*/ 0 h 4036"/>
                        <a:gd name="connsiteX3" fmla="*/ 0 w 4036"/>
                        <a:gd name="connsiteY3" fmla="*/ 0 h 4036"/>
                        <a:gd name="connsiteX4" fmla="*/ 0 w 4036"/>
                        <a:gd name="connsiteY4" fmla="*/ 0 h 4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6" h="4036">
                          <a:moveTo>
                            <a:pt x="0" y="0"/>
                          </a:moveTo>
                          <a:cubicBezTo>
                            <a:pt x="0" y="0"/>
                            <a:pt x="0" y="0"/>
                            <a:pt x="0" y="0"/>
                          </a:cubicBezTo>
                          <a:cubicBezTo>
                            <a:pt x="0" y="0"/>
                            <a:pt x="0" y="0"/>
                            <a:pt x="0" y="0"/>
                          </a:cubicBezTo>
                          <a:cubicBezTo>
                            <a:pt x="0" y="0"/>
                            <a:pt x="0" y="0"/>
                            <a:pt x="0" y="0"/>
                          </a:cubicBezTo>
                          <a:lnTo>
                            <a:pt x="0" y="0"/>
                          </a:lnTo>
                          <a:close/>
                        </a:path>
                      </a:pathLst>
                    </a:custGeom>
                    <a:solidFill>
                      <a:srgbClr val="242C37"/>
                    </a:solidFill>
                    <a:ln w="4033" cap="flat">
                      <a:noFill/>
                      <a:prstDash val="solid"/>
                      <a:miter/>
                    </a:ln>
                  </p:spPr>
                  <p:txBody>
                    <a:bodyPr rtlCol="0" anchor="ctr"/>
                    <a:lstStyle/>
                    <a:p>
                      <a:endParaRPr lang="en-US"/>
                    </a:p>
                  </p:txBody>
                </p:sp>
                <p:sp>
                  <p:nvSpPr>
                    <p:cNvPr id="443" name="Freeform: Shape 442">
                      <a:extLst>
                        <a:ext uri="{FF2B5EF4-FFF2-40B4-BE49-F238E27FC236}">
                          <a16:creationId xmlns:a16="http://schemas.microsoft.com/office/drawing/2014/main" id="{EAD5EA04-8B14-4584-A862-9324045F9398}"/>
                        </a:ext>
                      </a:extLst>
                    </p:cNvPr>
                    <p:cNvSpPr/>
                    <p:nvPr/>
                  </p:nvSpPr>
                  <p:spPr>
                    <a:xfrm>
                      <a:off x="17408762" y="1712384"/>
                      <a:ext cx="297775" cy="244792"/>
                    </a:xfrm>
                    <a:custGeom>
                      <a:avLst/>
                      <a:gdLst>
                        <a:gd name="connsiteX0" fmla="*/ 251473 w 297775"/>
                        <a:gd name="connsiteY0" fmla="*/ 2977 h 244792"/>
                        <a:gd name="connsiteX1" fmla="*/ 295067 w 297775"/>
                        <a:gd name="connsiteY1" fmla="*/ 186234 h 244792"/>
                        <a:gd name="connsiteX2" fmla="*/ 112214 w 297775"/>
                        <a:gd name="connsiteY2" fmla="*/ 244763 h 244792"/>
                        <a:gd name="connsiteX3" fmla="*/ 0 w 297775"/>
                        <a:gd name="connsiteY3" fmla="*/ 210049 h 244792"/>
                        <a:gd name="connsiteX4" fmla="*/ 30274 w 297775"/>
                        <a:gd name="connsiteY4" fmla="*/ 20738 h 244792"/>
                        <a:gd name="connsiteX5" fmla="*/ 251473 w 297775"/>
                        <a:gd name="connsiteY5" fmla="*/ 2977 h 244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7775" h="244792">
                          <a:moveTo>
                            <a:pt x="251473" y="2977"/>
                          </a:moveTo>
                          <a:cubicBezTo>
                            <a:pt x="251473" y="2977"/>
                            <a:pt x="257932" y="143447"/>
                            <a:pt x="295067" y="186234"/>
                          </a:cubicBezTo>
                          <a:cubicBezTo>
                            <a:pt x="316865" y="211664"/>
                            <a:pt x="202632" y="243148"/>
                            <a:pt x="112214" y="244763"/>
                          </a:cubicBezTo>
                          <a:cubicBezTo>
                            <a:pt x="48841" y="245974"/>
                            <a:pt x="0" y="210049"/>
                            <a:pt x="0" y="210049"/>
                          </a:cubicBezTo>
                          <a:cubicBezTo>
                            <a:pt x="0" y="210049"/>
                            <a:pt x="45209" y="52222"/>
                            <a:pt x="30274" y="20738"/>
                          </a:cubicBezTo>
                          <a:cubicBezTo>
                            <a:pt x="15338" y="-10747"/>
                            <a:pt x="251473" y="2977"/>
                            <a:pt x="251473" y="2977"/>
                          </a:cubicBezTo>
                          <a:close/>
                        </a:path>
                      </a:pathLst>
                    </a:custGeom>
                    <a:solidFill>
                      <a:srgbClr val="EFB284"/>
                    </a:solidFill>
                    <a:ln w="4033" cap="flat">
                      <a:noFill/>
                      <a:prstDash val="solid"/>
                      <a:miter/>
                    </a:ln>
                  </p:spPr>
                  <p:txBody>
                    <a:bodyPr rtlCol="0" anchor="ctr"/>
                    <a:lstStyle/>
                    <a:p>
                      <a:endParaRPr lang="en-US"/>
                    </a:p>
                  </p:txBody>
                </p:sp>
                <p:sp>
                  <p:nvSpPr>
                    <p:cNvPr id="444" name="Freeform: Shape 443">
                      <a:extLst>
                        <a:ext uri="{FF2B5EF4-FFF2-40B4-BE49-F238E27FC236}">
                          <a16:creationId xmlns:a16="http://schemas.microsoft.com/office/drawing/2014/main" id="{83B57B9B-8C73-41B9-B858-E3C930D1A293}"/>
                        </a:ext>
                      </a:extLst>
                    </p:cNvPr>
                    <p:cNvSpPr/>
                    <p:nvPr/>
                  </p:nvSpPr>
                  <p:spPr>
                    <a:xfrm>
                      <a:off x="17187540" y="1050532"/>
                      <a:ext cx="745179" cy="708028"/>
                    </a:xfrm>
                    <a:custGeom>
                      <a:avLst/>
                      <a:gdLst>
                        <a:gd name="connsiteX0" fmla="*/ 693491 w 745179"/>
                        <a:gd name="connsiteY0" fmla="*/ 322131 h 708028"/>
                        <a:gd name="connsiteX1" fmla="*/ 680574 w 745179"/>
                        <a:gd name="connsiteY1" fmla="*/ 324150 h 708028"/>
                        <a:gd name="connsiteX2" fmla="*/ 673712 w 745179"/>
                        <a:gd name="connsiteY2" fmla="*/ 201440 h 708028"/>
                        <a:gd name="connsiteX3" fmla="*/ 365728 w 745179"/>
                        <a:gd name="connsiteY3" fmla="*/ 19 h 708028"/>
                        <a:gd name="connsiteX4" fmla="*/ 55725 w 745179"/>
                        <a:gd name="connsiteY4" fmla="*/ 189734 h 708028"/>
                        <a:gd name="connsiteX5" fmla="*/ 48863 w 745179"/>
                        <a:gd name="connsiteY5" fmla="*/ 319306 h 708028"/>
                        <a:gd name="connsiteX6" fmla="*/ 22 w 745179"/>
                        <a:gd name="connsiteY6" fmla="*/ 373395 h 708028"/>
                        <a:gd name="connsiteX7" fmla="*/ 52496 w 745179"/>
                        <a:gd name="connsiteY7" fmla="*/ 424255 h 708028"/>
                        <a:gd name="connsiteX8" fmla="*/ 55322 w 745179"/>
                        <a:gd name="connsiteY8" fmla="*/ 423851 h 708028"/>
                        <a:gd name="connsiteX9" fmla="*/ 361288 w 745179"/>
                        <a:gd name="connsiteY9" fmla="*/ 708020 h 708028"/>
                        <a:gd name="connsiteX10" fmla="*/ 667658 w 745179"/>
                        <a:gd name="connsiteY10" fmla="*/ 419007 h 708028"/>
                        <a:gd name="connsiteX11" fmla="*/ 695913 w 745179"/>
                        <a:gd name="connsiteY11" fmla="*/ 427080 h 708028"/>
                        <a:gd name="connsiteX12" fmla="*/ 745158 w 745179"/>
                        <a:gd name="connsiteY12" fmla="*/ 372991 h 708028"/>
                        <a:gd name="connsiteX13" fmla="*/ 693491 w 745179"/>
                        <a:gd name="connsiteY13" fmla="*/ 322131 h 70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5179" h="708028">
                          <a:moveTo>
                            <a:pt x="693491" y="322131"/>
                          </a:moveTo>
                          <a:cubicBezTo>
                            <a:pt x="689051" y="322131"/>
                            <a:pt x="685015" y="322939"/>
                            <a:pt x="680574" y="324150"/>
                          </a:cubicBezTo>
                          <a:cubicBezTo>
                            <a:pt x="682996" y="282977"/>
                            <a:pt x="682592" y="230099"/>
                            <a:pt x="673712" y="201440"/>
                          </a:cubicBezTo>
                          <a:cubicBezTo>
                            <a:pt x="631329" y="64199"/>
                            <a:pt x="502565" y="1230"/>
                            <a:pt x="365728" y="19"/>
                          </a:cubicBezTo>
                          <a:cubicBezTo>
                            <a:pt x="230505" y="-1192"/>
                            <a:pt x="100530" y="54915"/>
                            <a:pt x="55725" y="189734"/>
                          </a:cubicBezTo>
                          <a:cubicBezTo>
                            <a:pt x="45634" y="219604"/>
                            <a:pt x="47653" y="275712"/>
                            <a:pt x="48863" y="319306"/>
                          </a:cubicBezTo>
                          <a:cubicBezTo>
                            <a:pt x="21012" y="320517"/>
                            <a:pt x="-785" y="344332"/>
                            <a:pt x="22" y="373395"/>
                          </a:cubicBezTo>
                          <a:cubicBezTo>
                            <a:pt x="829" y="402457"/>
                            <a:pt x="24241" y="425062"/>
                            <a:pt x="52496" y="424255"/>
                          </a:cubicBezTo>
                          <a:cubicBezTo>
                            <a:pt x="53707" y="424255"/>
                            <a:pt x="54514" y="424255"/>
                            <a:pt x="55322" y="423851"/>
                          </a:cubicBezTo>
                          <a:cubicBezTo>
                            <a:pt x="117080" y="605089"/>
                            <a:pt x="209919" y="706809"/>
                            <a:pt x="361288" y="708020"/>
                          </a:cubicBezTo>
                          <a:cubicBezTo>
                            <a:pt x="515886" y="709231"/>
                            <a:pt x="586121" y="583292"/>
                            <a:pt x="667658" y="419007"/>
                          </a:cubicBezTo>
                          <a:cubicBezTo>
                            <a:pt x="675731" y="424255"/>
                            <a:pt x="685822" y="427080"/>
                            <a:pt x="695913" y="427080"/>
                          </a:cubicBezTo>
                          <a:cubicBezTo>
                            <a:pt x="724168" y="426273"/>
                            <a:pt x="745966" y="402054"/>
                            <a:pt x="745158" y="372991"/>
                          </a:cubicBezTo>
                          <a:cubicBezTo>
                            <a:pt x="745158" y="344332"/>
                            <a:pt x="721343" y="321324"/>
                            <a:pt x="693491" y="322131"/>
                          </a:cubicBezTo>
                          <a:close/>
                        </a:path>
                      </a:pathLst>
                    </a:custGeom>
                    <a:solidFill>
                      <a:srgbClr val="F8BD8C"/>
                    </a:solidFill>
                    <a:ln w="4033" cap="flat">
                      <a:noFill/>
                      <a:prstDash val="solid"/>
                      <a:miter/>
                    </a:ln>
                  </p:spPr>
                  <p:txBody>
                    <a:bodyPr rtlCol="0" anchor="ctr"/>
                    <a:lstStyle/>
                    <a:p>
                      <a:endParaRPr lang="en-US"/>
                    </a:p>
                  </p:txBody>
                </p:sp>
                <p:sp>
                  <p:nvSpPr>
                    <p:cNvPr id="445" name="Freeform: Shape 444">
                      <a:extLst>
                        <a:ext uri="{FF2B5EF4-FFF2-40B4-BE49-F238E27FC236}">
                          <a16:creationId xmlns:a16="http://schemas.microsoft.com/office/drawing/2014/main" id="{950DA4E0-369F-4EC3-8385-933AC301A10C}"/>
                        </a:ext>
                      </a:extLst>
                    </p:cNvPr>
                    <p:cNvSpPr/>
                    <p:nvPr/>
                  </p:nvSpPr>
                  <p:spPr>
                    <a:xfrm>
                      <a:off x="17375259" y="1344811"/>
                      <a:ext cx="40364" cy="60976"/>
                    </a:xfrm>
                    <a:custGeom>
                      <a:avLst/>
                      <a:gdLst>
                        <a:gd name="connsiteX0" fmla="*/ 39154 w 40364"/>
                        <a:gd name="connsiteY0" fmla="*/ 18972 h 60976"/>
                        <a:gd name="connsiteX1" fmla="*/ 19375 w 40364"/>
                        <a:gd name="connsiteY1" fmla="*/ 0 h 60976"/>
                        <a:gd name="connsiteX2" fmla="*/ 0 w 40364"/>
                        <a:gd name="connsiteY2" fmla="*/ 27045 h 60976"/>
                        <a:gd name="connsiteX3" fmla="*/ 1211 w 40364"/>
                        <a:gd name="connsiteY3" fmla="*/ 38750 h 60976"/>
                        <a:gd name="connsiteX4" fmla="*/ 4844 w 40364"/>
                        <a:gd name="connsiteY4" fmla="*/ 49245 h 60976"/>
                        <a:gd name="connsiteX5" fmla="*/ 21394 w 40364"/>
                        <a:gd name="connsiteY5" fmla="*/ 60951 h 60976"/>
                        <a:gd name="connsiteX6" fmla="*/ 36328 w 40364"/>
                        <a:gd name="connsiteY6" fmla="*/ 50860 h 60976"/>
                        <a:gd name="connsiteX7" fmla="*/ 40365 w 40364"/>
                        <a:gd name="connsiteY7" fmla="*/ 29466 h 60976"/>
                        <a:gd name="connsiteX8" fmla="*/ 39154 w 40364"/>
                        <a:gd name="connsiteY8" fmla="*/ 18972 h 60976"/>
                        <a:gd name="connsiteX9" fmla="*/ 39154 w 40364"/>
                        <a:gd name="connsiteY9" fmla="*/ 18972 h 6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64" h="60976">
                          <a:moveTo>
                            <a:pt x="39154" y="18972"/>
                          </a:moveTo>
                          <a:cubicBezTo>
                            <a:pt x="37136" y="6862"/>
                            <a:pt x="31485" y="0"/>
                            <a:pt x="19375" y="0"/>
                          </a:cubicBezTo>
                          <a:cubicBezTo>
                            <a:pt x="10495" y="0"/>
                            <a:pt x="808" y="7669"/>
                            <a:pt x="0" y="27045"/>
                          </a:cubicBezTo>
                          <a:cubicBezTo>
                            <a:pt x="0" y="31081"/>
                            <a:pt x="404" y="34714"/>
                            <a:pt x="1211" y="38750"/>
                          </a:cubicBezTo>
                          <a:cubicBezTo>
                            <a:pt x="2018" y="42383"/>
                            <a:pt x="3229" y="46016"/>
                            <a:pt x="4844" y="49245"/>
                          </a:cubicBezTo>
                          <a:cubicBezTo>
                            <a:pt x="8073" y="56107"/>
                            <a:pt x="13724" y="60547"/>
                            <a:pt x="21394" y="60951"/>
                          </a:cubicBezTo>
                          <a:cubicBezTo>
                            <a:pt x="27852" y="61355"/>
                            <a:pt x="33100" y="56915"/>
                            <a:pt x="36328" y="50860"/>
                          </a:cubicBezTo>
                          <a:cubicBezTo>
                            <a:pt x="39558" y="44401"/>
                            <a:pt x="40365" y="36732"/>
                            <a:pt x="40365" y="29466"/>
                          </a:cubicBezTo>
                          <a:cubicBezTo>
                            <a:pt x="40365" y="26237"/>
                            <a:pt x="39961" y="22604"/>
                            <a:pt x="39154" y="18972"/>
                          </a:cubicBezTo>
                          <a:lnTo>
                            <a:pt x="39154" y="18972"/>
                          </a:lnTo>
                          <a:close/>
                        </a:path>
                      </a:pathLst>
                    </a:custGeom>
                    <a:solidFill>
                      <a:srgbClr val="3D3C3B"/>
                    </a:solidFill>
                    <a:ln w="4033" cap="flat">
                      <a:noFill/>
                      <a:prstDash val="solid"/>
                      <a:miter/>
                    </a:ln>
                  </p:spPr>
                  <p:txBody>
                    <a:bodyPr rtlCol="0" anchor="ctr"/>
                    <a:lstStyle/>
                    <a:p>
                      <a:endParaRPr lang="en-US"/>
                    </a:p>
                  </p:txBody>
                </p:sp>
                <p:sp>
                  <p:nvSpPr>
                    <p:cNvPr id="446" name="Freeform: Shape 445">
                      <a:extLst>
                        <a:ext uri="{FF2B5EF4-FFF2-40B4-BE49-F238E27FC236}">
                          <a16:creationId xmlns:a16="http://schemas.microsoft.com/office/drawing/2014/main" id="{F4088DCC-BE95-4C20-803B-FCAF0D9AB1E0}"/>
                        </a:ext>
                      </a:extLst>
                    </p:cNvPr>
                    <p:cNvSpPr/>
                    <p:nvPr/>
                  </p:nvSpPr>
                  <p:spPr>
                    <a:xfrm>
                      <a:off x="17686876" y="1341672"/>
                      <a:ext cx="40119" cy="66939"/>
                    </a:xfrm>
                    <a:custGeom>
                      <a:avLst/>
                      <a:gdLst>
                        <a:gd name="connsiteX0" fmla="*/ 807 w 40119"/>
                        <a:gd name="connsiteY0" fmla="*/ 21304 h 66939"/>
                        <a:gd name="connsiteX1" fmla="*/ 4844 w 40119"/>
                        <a:gd name="connsiteY1" fmla="*/ 8387 h 66939"/>
                        <a:gd name="connsiteX2" fmla="*/ 33099 w 40119"/>
                        <a:gd name="connsiteY2" fmla="*/ 6369 h 66939"/>
                        <a:gd name="connsiteX3" fmla="*/ 39961 w 40119"/>
                        <a:gd name="connsiteY3" fmla="*/ 28973 h 66939"/>
                        <a:gd name="connsiteX4" fmla="*/ 39154 w 40119"/>
                        <a:gd name="connsiteY4" fmla="*/ 41890 h 66939"/>
                        <a:gd name="connsiteX5" fmla="*/ 35924 w 40119"/>
                        <a:gd name="connsiteY5" fmla="*/ 53595 h 66939"/>
                        <a:gd name="connsiteX6" fmla="*/ 19778 w 40119"/>
                        <a:gd name="connsiteY6" fmla="*/ 66916 h 66939"/>
                        <a:gd name="connsiteX7" fmla="*/ 4844 w 40119"/>
                        <a:gd name="connsiteY7" fmla="*/ 56421 h 66939"/>
                        <a:gd name="connsiteX8" fmla="*/ 0 w 40119"/>
                        <a:gd name="connsiteY8" fmla="*/ 33413 h 66939"/>
                        <a:gd name="connsiteX9" fmla="*/ 807 w 40119"/>
                        <a:gd name="connsiteY9" fmla="*/ 21304 h 66939"/>
                        <a:gd name="connsiteX10" fmla="*/ 807 w 40119"/>
                        <a:gd name="connsiteY10" fmla="*/ 21304 h 66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19" h="66939">
                          <a:moveTo>
                            <a:pt x="807" y="21304"/>
                          </a:moveTo>
                          <a:cubicBezTo>
                            <a:pt x="1211" y="16863"/>
                            <a:pt x="2422" y="12423"/>
                            <a:pt x="4844" y="8387"/>
                          </a:cubicBezTo>
                          <a:cubicBezTo>
                            <a:pt x="10495" y="-897"/>
                            <a:pt x="25430" y="-3723"/>
                            <a:pt x="33099" y="6369"/>
                          </a:cubicBezTo>
                          <a:cubicBezTo>
                            <a:pt x="37943" y="12827"/>
                            <a:pt x="39557" y="20900"/>
                            <a:pt x="39961" y="28973"/>
                          </a:cubicBezTo>
                          <a:cubicBezTo>
                            <a:pt x="40365" y="33413"/>
                            <a:pt x="39961" y="37450"/>
                            <a:pt x="39154" y="41890"/>
                          </a:cubicBezTo>
                          <a:cubicBezTo>
                            <a:pt x="38347" y="45926"/>
                            <a:pt x="37539" y="49559"/>
                            <a:pt x="35924" y="53595"/>
                          </a:cubicBezTo>
                          <a:cubicBezTo>
                            <a:pt x="32695" y="60861"/>
                            <a:pt x="27448" y="66109"/>
                            <a:pt x="19778" y="66916"/>
                          </a:cubicBezTo>
                          <a:cubicBezTo>
                            <a:pt x="12917" y="67320"/>
                            <a:pt x="7669" y="62476"/>
                            <a:pt x="4844" y="56421"/>
                          </a:cubicBezTo>
                          <a:cubicBezTo>
                            <a:pt x="1614" y="49155"/>
                            <a:pt x="404" y="41082"/>
                            <a:pt x="0" y="33413"/>
                          </a:cubicBezTo>
                          <a:cubicBezTo>
                            <a:pt x="0" y="29377"/>
                            <a:pt x="0" y="25340"/>
                            <a:pt x="807" y="21304"/>
                          </a:cubicBezTo>
                          <a:lnTo>
                            <a:pt x="807" y="21304"/>
                          </a:lnTo>
                          <a:close/>
                        </a:path>
                      </a:pathLst>
                    </a:custGeom>
                    <a:solidFill>
                      <a:srgbClr val="3D3C3B"/>
                    </a:solidFill>
                    <a:ln w="4033" cap="flat">
                      <a:noFill/>
                      <a:prstDash val="solid"/>
                      <a:miter/>
                    </a:ln>
                  </p:spPr>
                  <p:txBody>
                    <a:bodyPr rtlCol="0" anchor="ctr"/>
                    <a:lstStyle/>
                    <a:p>
                      <a:endParaRPr lang="en-US"/>
                    </a:p>
                  </p:txBody>
                </p:sp>
                <p:sp>
                  <p:nvSpPr>
                    <p:cNvPr id="447" name="Freeform: Shape 446">
                      <a:extLst>
                        <a:ext uri="{FF2B5EF4-FFF2-40B4-BE49-F238E27FC236}">
                          <a16:creationId xmlns:a16="http://schemas.microsoft.com/office/drawing/2014/main" id="{64D339F2-5CEA-4513-9F27-A1A711979330}"/>
                        </a:ext>
                      </a:extLst>
                    </p:cNvPr>
                    <p:cNvSpPr/>
                    <p:nvPr/>
                  </p:nvSpPr>
                  <p:spPr>
                    <a:xfrm>
                      <a:off x="17656198" y="1285234"/>
                      <a:ext cx="101438" cy="39294"/>
                    </a:xfrm>
                    <a:custGeom>
                      <a:avLst/>
                      <a:gdLst>
                        <a:gd name="connsiteX0" fmla="*/ 96876 w 101438"/>
                        <a:gd name="connsiteY0" fmla="*/ 18809 h 39294"/>
                        <a:gd name="connsiteX1" fmla="*/ 54897 w 101438"/>
                        <a:gd name="connsiteY1" fmla="*/ 1049 h 39294"/>
                        <a:gd name="connsiteX2" fmla="*/ 30274 w 101438"/>
                        <a:gd name="connsiteY2" fmla="*/ 241 h 39294"/>
                        <a:gd name="connsiteX3" fmla="*/ 0 w 101438"/>
                        <a:gd name="connsiteY3" fmla="*/ 16791 h 39294"/>
                        <a:gd name="connsiteX4" fmla="*/ 2018 w 101438"/>
                        <a:gd name="connsiteY4" fmla="*/ 24057 h 39294"/>
                        <a:gd name="connsiteX5" fmla="*/ 16954 w 101438"/>
                        <a:gd name="connsiteY5" fmla="*/ 28901 h 39294"/>
                        <a:gd name="connsiteX6" fmla="*/ 42383 w 101438"/>
                        <a:gd name="connsiteY6" fmla="*/ 27690 h 39294"/>
                        <a:gd name="connsiteX7" fmla="*/ 73061 w 101438"/>
                        <a:gd name="connsiteY7" fmla="*/ 34148 h 39294"/>
                        <a:gd name="connsiteX8" fmla="*/ 79116 w 101438"/>
                        <a:gd name="connsiteY8" fmla="*/ 36974 h 39294"/>
                        <a:gd name="connsiteX9" fmla="*/ 96876 w 101438"/>
                        <a:gd name="connsiteY9" fmla="*/ 36166 h 39294"/>
                        <a:gd name="connsiteX10" fmla="*/ 99702 w 101438"/>
                        <a:gd name="connsiteY10" fmla="*/ 32937 h 39294"/>
                        <a:gd name="connsiteX11" fmla="*/ 96876 w 101438"/>
                        <a:gd name="connsiteY11" fmla="*/ 18809 h 39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1438" h="39294">
                          <a:moveTo>
                            <a:pt x="96876" y="18809"/>
                          </a:moveTo>
                          <a:cubicBezTo>
                            <a:pt x="86381" y="8314"/>
                            <a:pt x="69428" y="3067"/>
                            <a:pt x="54897" y="1049"/>
                          </a:cubicBezTo>
                          <a:cubicBezTo>
                            <a:pt x="46824" y="-162"/>
                            <a:pt x="38347" y="-162"/>
                            <a:pt x="30274" y="241"/>
                          </a:cubicBezTo>
                          <a:cubicBezTo>
                            <a:pt x="17761" y="1452"/>
                            <a:pt x="1211" y="4278"/>
                            <a:pt x="0" y="16791"/>
                          </a:cubicBezTo>
                          <a:cubicBezTo>
                            <a:pt x="0" y="19213"/>
                            <a:pt x="808" y="22038"/>
                            <a:pt x="2018" y="24057"/>
                          </a:cubicBezTo>
                          <a:cubicBezTo>
                            <a:pt x="5651" y="28901"/>
                            <a:pt x="10091" y="29708"/>
                            <a:pt x="16954" y="28901"/>
                          </a:cubicBezTo>
                          <a:cubicBezTo>
                            <a:pt x="23815" y="28093"/>
                            <a:pt x="26237" y="26479"/>
                            <a:pt x="42383" y="27690"/>
                          </a:cubicBezTo>
                          <a:cubicBezTo>
                            <a:pt x="52878" y="28497"/>
                            <a:pt x="63373" y="30515"/>
                            <a:pt x="73061" y="34148"/>
                          </a:cubicBezTo>
                          <a:cubicBezTo>
                            <a:pt x="75079" y="34955"/>
                            <a:pt x="77097" y="36166"/>
                            <a:pt x="79116" y="36974"/>
                          </a:cubicBezTo>
                          <a:cubicBezTo>
                            <a:pt x="85574" y="39799"/>
                            <a:pt x="91629" y="40606"/>
                            <a:pt x="96876" y="36166"/>
                          </a:cubicBezTo>
                          <a:cubicBezTo>
                            <a:pt x="98087" y="35359"/>
                            <a:pt x="98894" y="34148"/>
                            <a:pt x="99702" y="32937"/>
                          </a:cubicBezTo>
                          <a:cubicBezTo>
                            <a:pt x="102527" y="29708"/>
                            <a:pt x="102123" y="24057"/>
                            <a:pt x="96876" y="18809"/>
                          </a:cubicBezTo>
                          <a:close/>
                        </a:path>
                      </a:pathLst>
                    </a:custGeom>
                    <a:solidFill>
                      <a:srgbClr val="3D3C3B"/>
                    </a:solidFill>
                    <a:ln w="4033" cap="flat">
                      <a:noFill/>
                      <a:prstDash val="solid"/>
                      <a:miter/>
                    </a:ln>
                  </p:spPr>
                  <p:txBody>
                    <a:bodyPr rtlCol="0" anchor="ctr"/>
                    <a:lstStyle/>
                    <a:p>
                      <a:endParaRPr lang="en-US"/>
                    </a:p>
                  </p:txBody>
                </p:sp>
                <p:sp>
                  <p:nvSpPr>
                    <p:cNvPr id="448" name="Freeform: Shape 447">
                      <a:extLst>
                        <a:ext uri="{FF2B5EF4-FFF2-40B4-BE49-F238E27FC236}">
                          <a16:creationId xmlns:a16="http://schemas.microsoft.com/office/drawing/2014/main" id="{FA06D505-BDA2-4996-9EDC-3E387C01A33C}"/>
                        </a:ext>
                      </a:extLst>
                    </p:cNvPr>
                    <p:cNvSpPr/>
                    <p:nvPr/>
                  </p:nvSpPr>
                  <p:spPr>
                    <a:xfrm>
                      <a:off x="17512053" y="1387554"/>
                      <a:ext cx="57764" cy="130422"/>
                    </a:xfrm>
                    <a:custGeom>
                      <a:avLst/>
                      <a:gdLst>
                        <a:gd name="connsiteX0" fmla="*/ 51710 w 57764"/>
                        <a:gd name="connsiteY0" fmla="*/ 130423 h 130422"/>
                        <a:gd name="connsiteX1" fmla="*/ 25473 w 57764"/>
                        <a:gd name="connsiteY1" fmla="*/ 130423 h 130422"/>
                        <a:gd name="connsiteX2" fmla="*/ 5290 w 57764"/>
                        <a:gd name="connsiteY2" fmla="*/ 120735 h 130422"/>
                        <a:gd name="connsiteX3" fmla="*/ 850 w 57764"/>
                        <a:gd name="connsiteY3" fmla="*/ 98938 h 130422"/>
                        <a:gd name="connsiteX4" fmla="*/ 17803 w 57764"/>
                        <a:gd name="connsiteY4" fmla="*/ 5695 h 130422"/>
                        <a:gd name="connsiteX5" fmla="*/ 24665 w 57764"/>
                        <a:gd name="connsiteY5" fmla="*/ 44 h 130422"/>
                        <a:gd name="connsiteX6" fmla="*/ 29913 w 57764"/>
                        <a:gd name="connsiteY6" fmla="*/ 6906 h 130422"/>
                        <a:gd name="connsiteX7" fmla="*/ 12556 w 57764"/>
                        <a:gd name="connsiteY7" fmla="*/ 101764 h 130422"/>
                        <a:gd name="connsiteX8" fmla="*/ 14977 w 57764"/>
                        <a:gd name="connsiteY8" fmla="*/ 112662 h 130422"/>
                        <a:gd name="connsiteX9" fmla="*/ 25473 w 57764"/>
                        <a:gd name="connsiteY9" fmla="*/ 117506 h 130422"/>
                        <a:gd name="connsiteX10" fmla="*/ 51710 w 57764"/>
                        <a:gd name="connsiteY10" fmla="*/ 117506 h 130422"/>
                        <a:gd name="connsiteX11" fmla="*/ 57765 w 57764"/>
                        <a:gd name="connsiteY11" fmla="*/ 123964 h 130422"/>
                        <a:gd name="connsiteX12" fmla="*/ 51710 w 57764"/>
                        <a:gd name="connsiteY12" fmla="*/ 130423 h 130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764" h="130422">
                          <a:moveTo>
                            <a:pt x="51710" y="130423"/>
                          </a:moveTo>
                          <a:lnTo>
                            <a:pt x="25473" y="130423"/>
                          </a:lnTo>
                          <a:cubicBezTo>
                            <a:pt x="17400" y="130423"/>
                            <a:pt x="10134" y="126790"/>
                            <a:pt x="5290" y="120735"/>
                          </a:cubicBezTo>
                          <a:cubicBezTo>
                            <a:pt x="446" y="114680"/>
                            <a:pt x="-1168" y="106607"/>
                            <a:pt x="850" y="98938"/>
                          </a:cubicBezTo>
                          <a:cubicBezTo>
                            <a:pt x="8519" y="67050"/>
                            <a:pt x="14574" y="35969"/>
                            <a:pt x="17803" y="5695"/>
                          </a:cubicBezTo>
                          <a:cubicBezTo>
                            <a:pt x="18207" y="2062"/>
                            <a:pt x="21436" y="-360"/>
                            <a:pt x="24665" y="44"/>
                          </a:cubicBezTo>
                          <a:cubicBezTo>
                            <a:pt x="27895" y="448"/>
                            <a:pt x="30316" y="3677"/>
                            <a:pt x="29913" y="6906"/>
                          </a:cubicBezTo>
                          <a:cubicBezTo>
                            <a:pt x="26280" y="37583"/>
                            <a:pt x="20629" y="69472"/>
                            <a:pt x="12556" y="101764"/>
                          </a:cubicBezTo>
                          <a:cubicBezTo>
                            <a:pt x="11749" y="105396"/>
                            <a:pt x="12556" y="109433"/>
                            <a:pt x="14977" y="112662"/>
                          </a:cubicBezTo>
                          <a:cubicBezTo>
                            <a:pt x="17400" y="115891"/>
                            <a:pt x="21032" y="117506"/>
                            <a:pt x="25473" y="117506"/>
                          </a:cubicBezTo>
                          <a:lnTo>
                            <a:pt x="51710" y="117506"/>
                          </a:lnTo>
                          <a:cubicBezTo>
                            <a:pt x="54939" y="117506"/>
                            <a:pt x="57765" y="120331"/>
                            <a:pt x="57765" y="123964"/>
                          </a:cubicBezTo>
                          <a:cubicBezTo>
                            <a:pt x="57765" y="127597"/>
                            <a:pt x="54939" y="130423"/>
                            <a:pt x="51710" y="130423"/>
                          </a:cubicBezTo>
                          <a:close/>
                        </a:path>
                      </a:pathLst>
                    </a:custGeom>
                    <a:solidFill>
                      <a:srgbClr val="3D3C3B"/>
                    </a:solidFill>
                    <a:ln w="4033" cap="flat">
                      <a:noFill/>
                      <a:prstDash val="solid"/>
                      <a:miter/>
                    </a:ln>
                  </p:spPr>
                  <p:txBody>
                    <a:bodyPr rtlCol="0" anchor="ctr"/>
                    <a:lstStyle/>
                    <a:p>
                      <a:endParaRPr lang="en-US"/>
                    </a:p>
                  </p:txBody>
                </p:sp>
                <p:sp>
                  <p:nvSpPr>
                    <p:cNvPr id="449" name="Freeform: Shape 448">
                      <a:extLst>
                        <a:ext uri="{FF2B5EF4-FFF2-40B4-BE49-F238E27FC236}">
                          <a16:creationId xmlns:a16="http://schemas.microsoft.com/office/drawing/2014/main" id="{98A902F4-84DB-48AB-97C3-B063AA2F9171}"/>
                        </a:ext>
                      </a:extLst>
                    </p:cNvPr>
                    <p:cNvSpPr/>
                    <p:nvPr/>
                  </p:nvSpPr>
                  <p:spPr>
                    <a:xfrm>
                      <a:off x="16012931" y="3575377"/>
                      <a:ext cx="466226" cy="518138"/>
                    </a:xfrm>
                    <a:custGeom>
                      <a:avLst/>
                      <a:gdLst>
                        <a:gd name="connsiteX0" fmla="*/ 344325 w 466226"/>
                        <a:gd name="connsiteY0" fmla="*/ 0 h 518138"/>
                        <a:gd name="connsiteX1" fmla="*/ 270053 w 466226"/>
                        <a:gd name="connsiteY1" fmla="*/ 75886 h 518138"/>
                        <a:gd name="connsiteX2" fmla="*/ 162683 w 466226"/>
                        <a:gd name="connsiteY2" fmla="*/ 70235 h 518138"/>
                        <a:gd name="connsiteX3" fmla="*/ 70650 w 466226"/>
                        <a:gd name="connsiteY3" fmla="*/ 83152 h 518138"/>
                        <a:gd name="connsiteX4" fmla="*/ 215157 w 466226"/>
                        <a:gd name="connsiteY4" fmla="*/ 123113 h 518138"/>
                        <a:gd name="connsiteX5" fmla="*/ 151380 w 466226"/>
                        <a:gd name="connsiteY5" fmla="*/ 204650 h 518138"/>
                        <a:gd name="connsiteX6" fmla="*/ 12 w 466226"/>
                        <a:gd name="connsiteY6" fmla="*/ 381045 h 518138"/>
                        <a:gd name="connsiteX7" fmla="*/ 24634 w 466226"/>
                        <a:gd name="connsiteY7" fmla="*/ 393962 h 518138"/>
                        <a:gd name="connsiteX8" fmla="*/ 167123 w 466226"/>
                        <a:gd name="connsiteY8" fmla="*/ 254703 h 518138"/>
                        <a:gd name="connsiteX9" fmla="*/ 169544 w 466226"/>
                        <a:gd name="connsiteY9" fmla="*/ 257528 h 518138"/>
                        <a:gd name="connsiteX10" fmla="*/ 26653 w 466226"/>
                        <a:gd name="connsiteY10" fmla="*/ 479939 h 518138"/>
                        <a:gd name="connsiteX11" fmla="*/ 51679 w 466226"/>
                        <a:gd name="connsiteY11" fmla="*/ 498507 h 518138"/>
                        <a:gd name="connsiteX12" fmla="*/ 208698 w 466226"/>
                        <a:gd name="connsiteY12" fmla="*/ 297489 h 518138"/>
                        <a:gd name="connsiteX13" fmla="*/ 209909 w 466226"/>
                        <a:gd name="connsiteY13" fmla="*/ 298297 h 518138"/>
                        <a:gd name="connsiteX14" fmla="*/ 83971 w 466226"/>
                        <a:gd name="connsiteY14" fmla="*/ 502140 h 518138"/>
                        <a:gd name="connsiteX15" fmla="*/ 116666 w 466226"/>
                        <a:gd name="connsiteY15" fmla="*/ 511020 h 518138"/>
                        <a:gd name="connsiteX16" fmla="*/ 255522 w 466226"/>
                        <a:gd name="connsiteY16" fmla="*/ 328167 h 518138"/>
                        <a:gd name="connsiteX17" fmla="*/ 258347 w 466226"/>
                        <a:gd name="connsiteY17" fmla="*/ 329378 h 518138"/>
                        <a:gd name="connsiteX18" fmla="*/ 186094 w 466226"/>
                        <a:gd name="connsiteY18" fmla="*/ 480746 h 518138"/>
                        <a:gd name="connsiteX19" fmla="*/ 228477 w 466226"/>
                        <a:gd name="connsiteY19" fmla="*/ 461775 h 518138"/>
                        <a:gd name="connsiteX20" fmla="*/ 313647 w 466226"/>
                        <a:gd name="connsiteY20" fmla="*/ 328167 h 518138"/>
                        <a:gd name="connsiteX21" fmla="*/ 316473 w 466226"/>
                        <a:gd name="connsiteY21" fmla="*/ 325745 h 518138"/>
                        <a:gd name="connsiteX22" fmla="*/ 404872 w 466226"/>
                        <a:gd name="connsiteY22" fmla="*/ 181238 h 518138"/>
                        <a:gd name="connsiteX23" fmla="*/ 466227 w 466226"/>
                        <a:gd name="connsiteY23" fmla="*/ 104141 h 518138"/>
                        <a:gd name="connsiteX24" fmla="*/ 344325 w 466226"/>
                        <a:gd name="connsiteY24" fmla="*/ 0 h 51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66226" h="518138">
                          <a:moveTo>
                            <a:pt x="344325" y="0"/>
                          </a:moveTo>
                          <a:cubicBezTo>
                            <a:pt x="344325" y="0"/>
                            <a:pt x="306382" y="86381"/>
                            <a:pt x="270053" y="75886"/>
                          </a:cubicBezTo>
                          <a:cubicBezTo>
                            <a:pt x="233725" y="64987"/>
                            <a:pt x="179636" y="68217"/>
                            <a:pt x="162683" y="70235"/>
                          </a:cubicBezTo>
                          <a:cubicBezTo>
                            <a:pt x="140078" y="72657"/>
                            <a:pt x="66210" y="55300"/>
                            <a:pt x="70650" y="83152"/>
                          </a:cubicBezTo>
                          <a:cubicBezTo>
                            <a:pt x="75091" y="110600"/>
                            <a:pt x="190938" y="117058"/>
                            <a:pt x="215157" y="123113"/>
                          </a:cubicBezTo>
                          <a:cubicBezTo>
                            <a:pt x="236550" y="128360"/>
                            <a:pt x="171159" y="177202"/>
                            <a:pt x="151380" y="204650"/>
                          </a:cubicBezTo>
                          <a:cubicBezTo>
                            <a:pt x="125950" y="231291"/>
                            <a:pt x="415" y="363284"/>
                            <a:pt x="12" y="381045"/>
                          </a:cubicBezTo>
                          <a:cubicBezTo>
                            <a:pt x="-392" y="400420"/>
                            <a:pt x="9699" y="408493"/>
                            <a:pt x="24634" y="393962"/>
                          </a:cubicBezTo>
                          <a:cubicBezTo>
                            <a:pt x="37147" y="382256"/>
                            <a:pt x="132409" y="289013"/>
                            <a:pt x="167123" y="254703"/>
                          </a:cubicBezTo>
                          <a:cubicBezTo>
                            <a:pt x="167930" y="255510"/>
                            <a:pt x="168737" y="256721"/>
                            <a:pt x="169544" y="257528"/>
                          </a:cubicBezTo>
                          <a:cubicBezTo>
                            <a:pt x="135638" y="308388"/>
                            <a:pt x="30285" y="467022"/>
                            <a:pt x="26653" y="479939"/>
                          </a:cubicBezTo>
                          <a:cubicBezTo>
                            <a:pt x="24231" y="489223"/>
                            <a:pt x="42799" y="505772"/>
                            <a:pt x="51679" y="498507"/>
                          </a:cubicBezTo>
                          <a:cubicBezTo>
                            <a:pt x="58945" y="492856"/>
                            <a:pt x="169544" y="347945"/>
                            <a:pt x="208698" y="297489"/>
                          </a:cubicBezTo>
                          <a:cubicBezTo>
                            <a:pt x="209102" y="297893"/>
                            <a:pt x="209506" y="298297"/>
                            <a:pt x="209909" y="298297"/>
                          </a:cubicBezTo>
                          <a:cubicBezTo>
                            <a:pt x="176003" y="349560"/>
                            <a:pt x="83567" y="490434"/>
                            <a:pt x="83971" y="502140"/>
                          </a:cubicBezTo>
                          <a:cubicBezTo>
                            <a:pt x="84778" y="514653"/>
                            <a:pt x="105364" y="525955"/>
                            <a:pt x="116666" y="511020"/>
                          </a:cubicBezTo>
                          <a:cubicBezTo>
                            <a:pt x="125950" y="498910"/>
                            <a:pt x="220000" y="374990"/>
                            <a:pt x="255522" y="328167"/>
                          </a:cubicBezTo>
                          <a:cubicBezTo>
                            <a:pt x="256329" y="328571"/>
                            <a:pt x="257136" y="328974"/>
                            <a:pt x="258347" y="329378"/>
                          </a:cubicBezTo>
                          <a:cubicBezTo>
                            <a:pt x="234532" y="371357"/>
                            <a:pt x="180039" y="471058"/>
                            <a:pt x="186094" y="480746"/>
                          </a:cubicBezTo>
                          <a:cubicBezTo>
                            <a:pt x="190938" y="488012"/>
                            <a:pt x="206277" y="502947"/>
                            <a:pt x="228477" y="461775"/>
                          </a:cubicBezTo>
                          <a:cubicBezTo>
                            <a:pt x="250678" y="420199"/>
                            <a:pt x="313243" y="328167"/>
                            <a:pt x="313647" y="328167"/>
                          </a:cubicBezTo>
                          <a:cubicBezTo>
                            <a:pt x="314455" y="327359"/>
                            <a:pt x="315262" y="326552"/>
                            <a:pt x="316473" y="325745"/>
                          </a:cubicBezTo>
                          <a:cubicBezTo>
                            <a:pt x="370965" y="276500"/>
                            <a:pt x="393166" y="188100"/>
                            <a:pt x="404872" y="181238"/>
                          </a:cubicBezTo>
                          <a:cubicBezTo>
                            <a:pt x="416174" y="174376"/>
                            <a:pt x="466227" y="104141"/>
                            <a:pt x="466227" y="104141"/>
                          </a:cubicBezTo>
                          <a:lnTo>
                            <a:pt x="344325" y="0"/>
                          </a:lnTo>
                          <a:close/>
                        </a:path>
                      </a:pathLst>
                    </a:custGeom>
                    <a:solidFill>
                      <a:srgbClr val="EEA886"/>
                    </a:solidFill>
                    <a:ln w="4033" cap="flat">
                      <a:noFill/>
                      <a:prstDash val="solid"/>
                      <a:miter/>
                    </a:ln>
                  </p:spPr>
                  <p:txBody>
                    <a:bodyPr rtlCol="0" anchor="ctr"/>
                    <a:lstStyle/>
                    <a:p>
                      <a:endParaRPr lang="en-US"/>
                    </a:p>
                  </p:txBody>
                </p:sp>
                <p:sp>
                  <p:nvSpPr>
                    <p:cNvPr id="450" name="Freeform: Shape 449">
                      <a:extLst>
                        <a:ext uri="{FF2B5EF4-FFF2-40B4-BE49-F238E27FC236}">
                          <a16:creationId xmlns:a16="http://schemas.microsoft.com/office/drawing/2014/main" id="{D82757F5-2B43-4A84-A96A-8DADAD9F44C3}"/>
                        </a:ext>
                      </a:extLst>
                    </p:cNvPr>
                    <p:cNvSpPr/>
                    <p:nvPr/>
                  </p:nvSpPr>
                  <p:spPr>
                    <a:xfrm>
                      <a:off x="16279755" y="1882579"/>
                      <a:ext cx="2322352" cy="1862830"/>
                    </a:xfrm>
                    <a:custGeom>
                      <a:avLst/>
                      <a:gdLst>
                        <a:gd name="connsiteX0" fmla="*/ 2313314 w 2322352"/>
                        <a:gd name="connsiteY0" fmla="*/ 1102259 h 1862830"/>
                        <a:gd name="connsiteX1" fmla="*/ 2281425 w 2322352"/>
                        <a:gd name="connsiteY1" fmla="*/ 1016282 h 1862830"/>
                        <a:gd name="connsiteX2" fmla="*/ 2239849 w 2322352"/>
                        <a:gd name="connsiteY2" fmla="*/ 895187 h 1862830"/>
                        <a:gd name="connsiteX3" fmla="*/ 2188586 w 2322352"/>
                        <a:gd name="connsiteY3" fmla="*/ 755121 h 1862830"/>
                        <a:gd name="connsiteX4" fmla="*/ 2131672 w 2322352"/>
                        <a:gd name="connsiteY4" fmla="*/ 607385 h 1862830"/>
                        <a:gd name="connsiteX5" fmla="*/ 2072335 w 2322352"/>
                        <a:gd name="connsiteY5" fmla="*/ 463686 h 1862830"/>
                        <a:gd name="connsiteX6" fmla="*/ 2014613 w 2322352"/>
                        <a:gd name="connsiteY6" fmla="*/ 335729 h 1862830"/>
                        <a:gd name="connsiteX7" fmla="*/ 1962139 w 2322352"/>
                        <a:gd name="connsiteY7" fmla="*/ 235220 h 1862830"/>
                        <a:gd name="connsiteX8" fmla="*/ 1918141 w 2322352"/>
                        <a:gd name="connsiteY8" fmla="*/ 173462 h 1862830"/>
                        <a:gd name="connsiteX9" fmla="*/ 1902399 w 2322352"/>
                        <a:gd name="connsiteY9" fmla="*/ 161756 h 1862830"/>
                        <a:gd name="connsiteX10" fmla="*/ 1411965 w 2322352"/>
                        <a:gd name="connsiteY10" fmla="*/ 1104 h 1862830"/>
                        <a:gd name="connsiteX11" fmla="*/ 1332850 w 2322352"/>
                        <a:gd name="connsiteY11" fmla="*/ 20883 h 1862830"/>
                        <a:gd name="connsiteX12" fmla="*/ 1153629 w 2322352"/>
                        <a:gd name="connsiteY12" fmla="*/ 5948 h 1862830"/>
                        <a:gd name="connsiteX13" fmla="*/ 632922 w 2322352"/>
                        <a:gd name="connsiteY13" fmla="*/ 249348 h 1862830"/>
                        <a:gd name="connsiteX14" fmla="*/ 402035 w 2322352"/>
                        <a:gd name="connsiteY14" fmla="*/ 1055032 h 1862830"/>
                        <a:gd name="connsiteX15" fmla="*/ 0 w 2322352"/>
                        <a:gd name="connsiteY15" fmla="*/ 1738410 h 1862830"/>
                        <a:gd name="connsiteX16" fmla="*/ 91225 w 2322352"/>
                        <a:gd name="connsiteY16" fmla="*/ 1803398 h 1862830"/>
                        <a:gd name="connsiteX17" fmla="*/ 192541 w 2322352"/>
                        <a:gd name="connsiteY17" fmla="*/ 1861119 h 1862830"/>
                        <a:gd name="connsiteX18" fmla="*/ 229273 w 2322352"/>
                        <a:gd name="connsiteY18" fmla="*/ 1803398 h 1862830"/>
                        <a:gd name="connsiteX19" fmla="*/ 651086 w 2322352"/>
                        <a:gd name="connsiteY19" fmla="*/ 1164017 h 1862830"/>
                        <a:gd name="connsiteX20" fmla="*/ 793574 w 2322352"/>
                        <a:gd name="connsiteY20" fmla="*/ 713545 h 1862830"/>
                        <a:gd name="connsiteX21" fmla="*/ 858562 w 2322352"/>
                        <a:gd name="connsiteY21" fmla="*/ 1549906 h 1862830"/>
                        <a:gd name="connsiteX22" fmla="*/ 853718 w 2322352"/>
                        <a:gd name="connsiteY22" fmla="*/ 1803398 h 1862830"/>
                        <a:gd name="connsiteX23" fmla="*/ 1861227 w 2322352"/>
                        <a:gd name="connsiteY23" fmla="*/ 1803398 h 1862830"/>
                        <a:gd name="connsiteX24" fmla="*/ 1852750 w 2322352"/>
                        <a:gd name="connsiteY24" fmla="*/ 1748905 h 1862830"/>
                        <a:gd name="connsiteX25" fmla="*/ 1812385 w 2322352"/>
                        <a:gd name="connsiteY25" fmla="*/ 1348485 h 1862830"/>
                        <a:gd name="connsiteX26" fmla="*/ 1836604 w 2322352"/>
                        <a:gd name="connsiteY26" fmla="*/ 1340816 h 1862830"/>
                        <a:gd name="connsiteX27" fmla="*/ 1989990 w 2322352"/>
                        <a:gd name="connsiteY27" fmla="*/ 1291570 h 1862830"/>
                        <a:gd name="connsiteX28" fmla="*/ 2136112 w 2322352"/>
                        <a:gd name="connsiteY28" fmla="*/ 1241922 h 1862830"/>
                        <a:gd name="connsiteX29" fmla="*/ 2252362 w 2322352"/>
                        <a:gd name="connsiteY29" fmla="*/ 1197520 h 1862830"/>
                        <a:gd name="connsiteX30" fmla="*/ 2288691 w 2322352"/>
                        <a:gd name="connsiteY30" fmla="*/ 1181374 h 1862830"/>
                        <a:gd name="connsiteX31" fmla="*/ 2312103 w 2322352"/>
                        <a:gd name="connsiteY31" fmla="*/ 1167650 h 1862830"/>
                        <a:gd name="connsiteX32" fmla="*/ 2313314 w 2322352"/>
                        <a:gd name="connsiteY32" fmla="*/ 1102259 h 1862830"/>
                        <a:gd name="connsiteX33" fmla="*/ 2023493 w 2322352"/>
                        <a:gd name="connsiteY33" fmla="*/ 1029602 h 1862830"/>
                        <a:gd name="connsiteX34" fmla="*/ 1814403 w 2322352"/>
                        <a:gd name="connsiteY34" fmla="*/ 1132533 h 1862830"/>
                        <a:gd name="connsiteX35" fmla="*/ 1835797 w 2322352"/>
                        <a:gd name="connsiteY35" fmla="*/ 742204 h 1862830"/>
                        <a:gd name="connsiteX36" fmla="*/ 2023493 w 2322352"/>
                        <a:gd name="connsiteY36" fmla="*/ 1029602 h 186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322352" h="1862830">
                          <a:moveTo>
                            <a:pt x="2313314" y="1102259"/>
                          </a:moveTo>
                          <a:cubicBezTo>
                            <a:pt x="2304433" y="1072793"/>
                            <a:pt x="2291113" y="1045344"/>
                            <a:pt x="2281425" y="1016282"/>
                          </a:cubicBezTo>
                          <a:cubicBezTo>
                            <a:pt x="2268105" y="975917"/>
                            <a:pt x="2253977" y="935552"/>
                            <a:pt x="2239849" y="895187"/>
                          </a:cubicBezTo>
                          <a:cubicBezTo>
                            <a:pt x="2223300" y="848364"/>
                            <a:pt x="2206347" y="801540"/>
                            <a:pt x="2188586" y="755121"/>
                          </a:cubicBezTo>
                          <a:cubicBezTo>
                            <a:pt x="2170018" y="705472"/>
                            <a:pt x="2151047" y="656630"/>
                            <a:pt x="2131672" y="607385"/>
                          </a:cubicBezTo>
                          <a:cubicBezTo>
                            <a:pt x="2112700" y="559351"/>
                            <a:pt x="2092921" y="511317"/>
                            <a:pt x="2072335" y="463686"/>
                          </a:cubicBezTo>
                          <a:cubicBezTo>
                            <a:pt x="2053767" y="420495"/>
                            <a:pt x="2034796" y="378112"/>
                            <a:pt x="2014613" y="335729"/>
                          </a:cubicBezTo>
                          <a:cubicBezTo>
                            <a:pt x="1998063" y="301822"/>
                            <a:pt x="1981110" y="267916"/>
                            <a:pt x="1962139" y="235220"/>
                          </a:cubicBezTo>
                          <a:cubicBezTo>
                            <a:pt x="1949625" y="213827"/>
                            <a:pt x="1935902" y="191223"/>
                            <a:pt x="1918141" y="173462"/>
                          </a:cubicBezTo>
                          <a:cubicBezTo>
                            <a:pt x="1913701" y="169022"/>
                            <a:pt x="1908453" y="164582"/>
                            <a:pt x="1902399" y="161756"/>
                          </a:cubicBezTo>
                          <a:cubicBezTo>
                            <a:pt x="1753048" y="93943"/>
                            <a:pt x="1412368" y="1104"/>
                            <a:pt x="1411965" y="1104"/>
                          </a:cubicBezTo>
                          <a:cubicBezTo>
                            <a:pt x="1389764" y="-4951"/>
                            <a:pt x="1354243" y="15635"/>
                            <a:pt x="1332850" y="20883"/>
                          </a:cubicBezTo>
                          <a:cubicBezTo>
                            <a:pt x="1268669" y="36625"/>
                            <a:pt x="1241221" y="121795"/>
                            <a:pt x="1153629" y="5948"/>
                          </a:cubicBezTo>
                          <a:cubicBezTo>
                            <a:pt x="1153629" y="5948"/>
                            <a:pt x="674094" y="112915"/>
                            <a:pt x="632922" y="249348"/>
                          </a:cubicBezTo>
                          <a:cubicBezTo>
                            <a:pt x="592153" y="385781"/>
                            <a:pt x="512634" y="706279"/>
                            <a:pt x="402035" y="1055032"/>
                          </a:cubicBezTo>
                          <a:cubicBezTo>
                            <a:pt x="335836" y="1263719"/>
                            <a:pt x="0" y="1738410"/>
                            <a:pt x="0" y="1738410"/>
                          </a:cubicBezTo>
                          <a:cubicBezTo>
                            <a:pt x="0" y="1738410"/>
                            <a:pt x="44805" y="1771509"/>
                            <a:pt x="91225" y="1803398"/>
                          </a:cubicBezTo>
                          <a:cubicBezTo>
                            <a:pt x="140873" y="1837708"/>
                            <a:pt x="192541" y="1870807"/>
                            <a:pt x="192541" y="1861119"/>
                          </a:cubicBezTo>
                          <a:cubicBezTo>
                            <a:pt x="192541" y="1857890"/>
                            <a:pt x="206265" y="1836497"/>
                            <a:pt x="229273" y="1803398"/>
                          </a:cubicBezTo>
                          <a:cubicBezTo>
                            <a:pt x="337047" y="1647185"/>
                            <a:pt x="646646" y="1224565"/>
                            <a:pt x="651086" y="1164017"/>
                          </a:cubicBezTo>
                          <a:cubicBezTo>
                            <a:pt x="656334" y="1090149"/>
                            <a:pt x="793574" y="713545"/>
                            <a:pt x="793574" y="713545"/>
                          </a:cubicBezTo>
                          <a:cubicBezTo>
                            <a:pt x="793574" y="713545"/>
                            <a:pt x="858562" y="1438095"/>
                            <a:pt x="858562" y="1549906"/>
                          </a:cubicBezTo>
                          <a:cubicBezTo>
                            <a:pt x="858562" y="1617719"/>
                            <a:pt x="855736" y="1727512"/>
                            <a:pt x="853718" y="1803398"/>
                          </a:cubicBezTo>
                          <a:lnTo>
                            <a:pt x="1861227" y="1803398"/>
                          </a:lnTo>
                          <a:cubicBezTo>
                            <a:pt x="1866474" y="1787252"/>
                            <a:pt x="1864052" y="1769087"/>
                            <a:pt x="1852750" y="1748905"/>
                          </a:cubicBezTo>
                          <a:cubicBezTo>
                            <a:pt x="1824091" y="1698045"/>
                            <a:pt x="1813596" y="1531742"/>
                            <a:pt x="1812385" y="1348485"/>
                          </a:cubicBezTo>
                          <a:cubicBezTo>
                            <a:pt x="1820458" y="1346063"/>
                            <a:pt x="1828531" y="1343641"/>
                            <a:pt x="1836604" y="1340816"/>
                          </a:cubicBezTo>
                          <a:cubicBezTo>
                            <a:pt x="1887867" y="1324670"/>
                            <a:pt x="1939131" y="1308524"/>
                            <a:pt x="1989990" y="1291570"/>
                          </a:cubicBezTo>
                          <a:cubicBezTo>
                            <a:pt x="2038832" y="1275424"/>
                            <a:pt x="2087674" y="1259278"/>
                            <a:pt x="2136112" y="1241922"/>
                          </a:cubicBezTo>
                          <a:cubicBezTo>
                            <a:pt x="2175265" y="1228197"/>
                            <a:pt x="2214420" y="1213666"/>
                            <a:pt x="2252362" y="1197520"/>
                          </a:cubicBezTo>
                          <a:cubicBezTo>
                            <a:pt x="2264472" y="1192273"/>
                            <a:pt x="2276985" y="1187429"/>
                            <a:pt x="2288691" y="1181374"/>
                          </a:cubicBezTo>
                          <a:cubicBezTo>
                            <a:pt x="2296764" y="1177338"/>
                            <a:pt x="2305644" y="1173705"/>
                            <a:pt x="2312103" y="1167650"/>
                          </a:cubicBezTo>
                          <a:cubicBezTo>
                            <a:pt x="2331074" y="1151504"/>
                            <a:pt x="2318965" y="1121634"/>
                            <a:pt x="2313314" y="1102259"/>
                          </a:cubicBezTo>
                          <a:close/>
                          <a:moveTo>
                            <a:pt x="2023493" y="1029602"/>
                          </a:moveTo>
                          <a:cubicBezTo>
                            <a:pt x="2015420" y="1049381"/>
                            <a:pt x="1920966" y="1090957"/>
                            <a:pt x="1814403" y="1132533"/>
                          </a:cubicBezTo>
                          <a:cubicBezTo>
                            <a:pt x="1819247" y="924653"/>
                            <a:pt x="1830953" y="744626"/>
                            <a:pt x="1835797" y="742204"/>
                          </a:cubicBezTo>
                          <a:cubicBezTo>
                            <a:pt x="1846695" y="736553"/>
                            <a:pt x="2042869" y="981971"/>
                            <a:pt x="2023493" y="1029602"/>
                          </a:cubicBezTo>
                          <a:close/>
                        </a:path>
                      </a:pathLst>
                    </a:custGeom>
                    <a:solidFill>
                      <a:schemeClr val="accent3"/>
                    </a:solidFill>
                    <a:ln w="4033" cap="flat">
                      <a:noFill/>
                      <a:prstDash val="solid"/>
                      <a:miter/>
                    </a:ln>
                  </p:spPr>
                  <p:txBody>
                    <a:bodyPr rtlCol="0" anchor="ctr"/>
                    <a:lstStyle/>
                    <a:p>
                      <a:endParaRPr lang="en-US"/>
                    </a:p>
                  </p:txBody>
                </p:sp>
                <p:sp>
                  <p:nvSpPr>
                    <p:cNvPr id="451" name="Freeform: Shape 450">
                      <a:extLst>
                        <a:ext uri="{FF2B5EF4-FFF2-40B4-BE49-F238E27FC236}">
                          <a16:creationId xmlns:a16="http://schemas.microsoft.com/office/drawing/2014/main" id="{6D728FF5-F463-4A8F-B54D-44370517524D}"/>
                        </a:ext>
                      </a:extLst>
                    </p:cNvPr>
                    <p:cNvSpPr/>
                    <p:nvPr/>
                  </p:nvSpPr>
                  <p:spPr>
                    <a:xfrm>
                      <a:off x="17219854" y="923578"/>
                      <a:ext cx="701332" cy="470307"/>
                    </a:xfrm>
                    <a:custGeom>
                      <a:avLst/>
                      <a:gdLst>
                        <a:gd name="connsiteX0" fmla="*/ 0 w 701332"/>
                        <a:gd name="connsiteY0" fmla="*/ 200841 h 470307"/>
                        <a:gd name="connsiteX1" fmla="*/ 155001 w 701332"/>
                        <a:gd name="connsiteY1" fmla="*/ 271479 h 470307"/>
                        <a:gd name="connsiteX2" fmla="*/ 409704 w 701332"/>
                        <a:gd name="connsiteY2" fmla="*/ 255333 h 470307"/>
                        <a:gd name="connsiteX3" fmla="*/ 649472 w 701332"/>
                        <a:gd name="connsiteY3" fmla="*/ 389749 h 470307"/>
                        <a:gd name="connsiteX4" fmla="*/ 661178 w 701332"/>
                        <a:gd name="connsiteY4" fmla="*/ 449085 h 470307"/>
                        <a:gd name="connsiteX5" fmla="*/ 689433 w 701332"/>
                        <a:gd name="connsiteY5" fmla="*/ 278745 h 470307"/>
                        <a:gd name="connsiteX6" fmla="*/ 266005 w 701332"/>
                        <a:gd name="connsiteY6" fmla="*/ 8300 h 470307"/>
                        <a:gd name="connsiteX7" fmla="*/ 0 w 701332"/>
                        <a:gd name="connsiteY7" fmla="*/ 200841 h 470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1332" h="470307">
                          <a:moveTo>
                            <a:pt x="0" y="200841"/>
                          </a:moveTo>
                          <a:cubicBezTo>
                            <a:pt x="0" y="200841"/>
                            <a:pt x="14935" y="313055"/>
                            <a:pt x="155001" y="271479"/>
                          </a:cubicBezTo>
                          <a:cubicBezTo>
                            <a:pt x="295067" y="229903"/>
                            <a:pt x="338258" y="207299"/>
                            <a:pt x="409704" y="255333"/>
                          </a:cubicBezTo>
                          <a:cubicBezTo>
                            <a:pt x="481150" y="303368"/>
                            <a:pt x="657141" y="254526"/>
                            <a:pt x="649472" y="389749"/>
                          </a:cubicBezTo>
                          <a:cubicBezTo>
                            <a:pt x="641802" y="524971"/>
                            <a:pt x="661178" y="449085"/>
                            <a:pt x="661178" y="449085"/>
                          </a:cubicBezTo>
                          <a:cubicBezTo>
                            <a:pt x="661178" y="449085"/>
                            <a:pt x="727780" y="424059"/>
                            <a:pt x="689433" y="278745"/>
                          </a:cubicBezTo>
                          <a:cubicBezTo>
                            <a:pt x="651086" y="133028"/>
                            <a:pt x="439574" y="-40138"/>
                            <a:pt x="266005" y="8300"/>
                          </a:cubicBezTo>
                          <a:cubicBezTo>
                            <a:pt x="92436" y="56334"/>
                            <a:pt x="7266" y="97910"/>
                            <a:pt x="0" y="200841"/>
                          </a:cubicBezTo>
                          <a:close/>
                        </a:path>
                      </a:pathLst>
                    </a:custGeom>
                    <a:solidFill>
                      <a:srgbClr val="3D3C3B"/>
                    </a:solidFill>
                    <a:ln w="4033" cap="flat">
                      <a:noFill/>
                      <a:prstDash val="solid"/>
                      <a:miter/>
                    </a:ln>
                  </p:spPr>
                  <p:txBody>
                    <a:bodyPr rtlCol="0" anchor="ctr"/>
                    <a:lstStyle/>
                    <a:p>
                      <a:endParaRPr lang="en-US"/>
                    </a:p>
                  </p:txBody>
                </p:sp>
                <p:sp>
                  <p:nvSpPr>
                    <p:cNvPr id="452" name="Freeform: Shape 451">
                      <a:extLst>
                        <a:ext uri="{FF2B5EF4-FFF2-40B4-BE49-F238E27FC236}">
                          <a16:creationId xmlns:a16="http://schemas.microsoft.com/office/drawing/2014/main" id="{D44A93EA-11C1-4E05-8E85-0F20A17AB216}"/>
                        </a:ext>
                      </a:extLst>
                    </p:cNvPr>
                    <p:cNvSpPr/>
                    <p:nvPr/>
                  </p:nvSpPr>
                  <p:spPr>
                    <a:xfrm>
                      <a:off x="17196441" y="1092107"/>
                      <a:ext cx="99955" cy="291455"/>
                    </a:xfrm>
                    <a:custGeom>
                      <a:avLst/>
                      <a:gdLst>
                        <a:gd name="connsiteX0" fmla="*/ 7267 w 99955"/>
                        <a:gd name="connsiteY0" fmla="*/ 273291 h 291455"/>
                        <a:gd name="connsiteX1" fmla="*/ 35119 w 99955"/>
                        <a:gd name="connsiteY1" fmla="*/ 18992 h 291455"/>
                        <a:gd name="connsiteX2" fmla="*/ 91226 w 99955"/>
                        <a:gd name="connsiteY2" fmla="*/ 66623 h 291455"/>
                        <a:gd name="connsiteX3" fmla="*/ 43595 w 99955"/>
                        <a:gd name="connsiteY3" fmla="*/ 278135 h 291455"/>
                        <a:gd name="connsiteX4" fmla="*/ 10900 w 99955"/>
                        <a:gd name="connsiteY4" fmla="*/ 291455 h 291455"/>
                        <a:gd name="connsiteX5" fmla="*/ 7267 w 99955"/>
                        <a:gd name="connsiteY5" fmla="*/ 273291 h 291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55" h="291455">
                          <a:moveTo>
                            <a:pt x="7267" y="273291"/>
                          </a:moveTo>
                          <a:cubicBezTo>
                            <a:pt x="7267" y="273291"/>
                            <a:pt x="-21392" y="70659"/>
                            <a:pt x="35119" y="18992"/>
                          </a:cubicBezTo>
                          <a:cubicBezTo>
                            <a:pt x="91629" y="-32675"/>
                            <a:pt x="113830" y="33927"/>
                            <a:pt x="91226" y="66623"/>
                          </a:cubicBezTo>
                          <a:cubicBezTo>
                            <a:pt x="68622" y="99318"/>
                            <a:pt x="40366" y="266025"/>
                            <a:pt x="43595" y="278135"/>
                          </a:cubicBezTo>
                          <a:cubicBezTo>
                            <a:pt x="43595" y="278135"/>
                            <a:pt x="35926" y="274502"/>
                            <a:pt x="10900" y="291455"/>
                          </a:cubicBezTo>
                          <a:lnTo>
                            <a:pt x="7267" y="273291"/>
                          </a:lnTo>
                          <a:close/>
                        </a:path>
                      </a:pathLst>
                    </a:custGeom>
                    <a:solidFill>
                      <a:srgbClr val="3D3C3B"/>
                    </a:solidFill>
                    <a:ln w="4033" cap="flat">
                      <a:noFill/>
                      <a:prstDash val="solid"/>
                      <a:miter/>
                    </a:ln>
                  </p:spPr>
                  <p:txBody>
                    <a:bodyPr rtlCol="0" anchor="ctr"/>
                    <a:lstStyle/>
                    <a:p>
                      <a:endParaRPr lang="en-US"/>
                    </a:p>
                  </p:txBody>
                </p:sp>
                <p:sp>
                  <p:nvSpPr>
                    <p:cNvPr id="453" name="Freeform: Shape 452">
                      <a:extLst>
                        <a:ext uri="{FF2B5EF4-FFF2-40B4-BE49-F238E27FC236}">
                          <a16:creationId xmlns:a16="http://schemas.microsoft.com/office/drawing/2014/main" id="{852DFE19-00F7-4B1A-AD86-9B2CE5DA4488}"/>
                        </a:ext>
                      </a:extLst>
                    </p:cNvPr>
                    <p:cNvSpPr/>
                    <p:nvPr/>
                  </p:nvSpPr>
                  <p:spPr>
                    <a:xfrm>
                      <a:off x="17473245" y="1593858"/>
                      <a:ext cx="167365" cy="62973"/>
                    </a:xfrm>
                    <a:custGeom>
                      <a:avLst/>
                      <a:gdLst>
                        <a:gd name="connsiteX0" fmla="*/ 79620 w 167365"/>
                        <a:gd name="connsiteY0" fmla="*/ 62974 h 62973"/>
                        <a:gd name="connsiteX1" fmla="*/ 2523 w 167365"/>
                        <a:gd name="connsiteY1" fmla="*/ 27049 h 62973"/>
                        <a:gd name="connsiteX2" fmla="*/ 101 w 167365"/>
                        <a:gd name="connsiteY2" fmla="*/ 18573 h 62973"/>
                        <a:gd name="connsiteX3" fmla="*/ 101 w 167365"/>
                        <a:gd name="connsiteY3" fmla="*/ 18573 h 62973"/>
                        <a:gd name="connsiteX4" fmla="*/ 17862 w 167365"/>
                        <a:gd name="connsiteY4" fmla="*/ 9692 h 62973"/>
                        <a:gd name="connsiteX5" fmla="*/ 19072 w 167365"/>
                        <a:gd name="connsiteY5" fmla="*/ 9692 h 62973"/>
                        <a:gd name="connsiteX6" fmla="*/ 124425 w 167365"/>
                        <a:gd name="connsiteY6" fmla="*/ 2427 h 62973"/>
                        <a:gd name="connsiteX7" fmla="*/ 140167 w 167365"/>
                        <a:gd name="connsiteY7" fmla="*/ 812 h 62973"/>
                        <a:gd name="connsiteX8" fmla="*/ 166001 w 167365"/>
                        <a:gd name="connsiteY8" fmla="*/ 5656 h 62973"/>
                        <a:gd name="connsiteX9" fmla="*/ 164789 w 167365"/>
                        <a:gd name="connsiteY9" fmla="*/ 18169 h 62973"/>
                        <a:gd name="connsiteX10" fmla="*/ 83656 w 167365"/>
                        <a:gd name="connsiteY10" fmla="*/ 62974 h 62973"/>
                        <a:gd name="connsiteX11" fmla="*/ 79620 w 167365"/>
                        <a:gd name="connsiteY11" fmla="*/ 62974 h 62973"/>
                        <a:gd name="connsiteX12" fmla="*/ 14229 w 167365"/>
                        <a:gd name="connsiteY12" fmla="*/ 22205 h 62973"/>
                        <a:gd name="connsiteX13" fmla="*/ 83253 w 167365"/>
                        <a:gd name="connsiteY13" fmla="*/ 50865 h 62973"/>
                        <a:gd name="connsiteX14" fmla="*/ 153891 w 167365"/>
                        <a:gd name="connsiteY14" fmla="*/ 12518 h 62973"/>
                        <a:gd name="connsiteX15" fmla="*/ 141782 w 167365"/>
                        <a:gd name="connsiteY15" fmla="*/ 13325 h 62973"/>
                        <a:gd name="connsiteX16" fmla="*/ 139763 w 167365"/>
                        <a:gd name="connsiteY16" fmla="*/ 13729 h 62973"/>
                        <a:gd name="connsiteX17" fmla="*/ 125636 w 167365"/>
                        <a:gd name="connsiteY17" fmla="*/ 14940 h 62973"/>
                        <a:gd name="connsiteX18" fmla="*/ 19476 w 167365"/>
                        <a:gd name="connsiteY18" fmla="*/ 22205 h 62973"/>
                        <a:gd name="connsiteX19" fmla="*/ 17862 w 167365"/>
                        <a:gd name="connsiteY19" fmla="*/ 22205 h 62973"/>
                        <a:gd name="connsiteX20" fmla="*/ 14229 w 167365"/>
                        <a:gd name="connsiteY20" fmla="*/ 22205 h 62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7365" h="62973">
                          <a:moveTo>
                            <a:pt x="79620" y="62974"/>
                          </a:moveTo>
                          <a:cubicBezTo>
                            <a:pt x="53786" y="62974"/>
                            <a:pt x="18265" y="50057"/>
                            <a:pt x="2523" y="27049"/>
                          </a:cubicBezTo>
                          <a:cubicBezTo>
                            <a:pt x="504" y="24224"/>
                            <a:pt x="-303" y="21398"/>
                            <a:pt x="101" y="18573"/>
                          </a:cubicBezTo>
                          <a:lnTo>
                            <a:pt x="101" y="18573"/>
                          </a:lnTo>
                          <a:cubicBezTo>
                            <a:pt x="1312" y="9692"/>
                            <a:pt x="12614" y="9692"/>
                            <a:pt x="17862" y="9692"/>
                          </a:cubicBezTo>
                          <a:lnTo>
                            <a:pt x="19072" y="9692"/>
                          </a:lnTo>
                          <a:cubicBezTo>
                            <a:pt x="54190" y="8885"/>
                            <a:pt x="89711" y="5656"/>
                            <a:pt x="124425" y="2427"/>
                          </a:cubicBezTo>
                          <a:lnTo>
                            <a:pt x="140167" y="812"/>
                          </a:lnTo>
                          <a:cubicBezTo>
                            <a:pt x="151066" y="-399"/>
                            <a:pt x="161964" y="-1206"/>
                            <a:pt x="166001" y="5656"/>
                          </a:cubicBezTo>
                          <a:cubicBezTo>
                            <a:pt x="167615" y="8078"/>
                            <a:pt x="168422" y="12114"/>
                            <a:pt x="164789" y="18169"/>
                          </a:cubicBezTo>
                          <a:cubicBezTo>
                            <a:pt x="147836" y="43195"/>
                            <a:pt x="115544" y="61359"/>
                            <a:pt x="83656" y="62974"/>
                          </a:cubicBezTo>
                          <a:cubicBezTo>
                            <a:pt x="82445" y="62974"/>
                            <a:pt x="80831" y="62974"/>
                            <a:pt x="79620" y="62974"/>
                          </a:cubicBezTo>
                          <a:close/>
                          <a:moveTo>
                            <a:pt x="14229" y="22205"/>
                          </a:moveTo>
                          <a:cubicBezTo>
                            <a:pt x="28760" y="40773"/>
                            <a:pt x="61052" y="52075"/>
                            <a:pt x="83253" y="50865"/>
                          </a:cubicBezTo>
                          <a:cubicBezTo>
                            <a:pt x="110701" y="49250"/>
                            <a:pt x="138956" y="33911"/>
                            <a:pt x="153891" y="12518"/>
                          </a:cubicBezTo>
                          <a:cubicBezTo>
                            <a:pt x="151873" y="12518"/>
                            <a:pt x="148240" y="12518"/>
                            <a:pt x="141782" y="13325"/>
                          </a:cubicBezTo>
                          <a:cubicBezTo>
                            <a:pt x="140975" y="13325"/>
                            <a:pt x="140571" y="13325"/>
                            <a:pt x="139763" y="13729"/>
                          </a:cubicBezTo>
                          <a:lnTo>
                            <a:pt x="125636" y="14940"/>
                          </a:lnTo>
                          <a:cubicBezTo>
                            <a:pt x="90922" y="18169"/>
                            <a:pt x="54997" y="21802"/>
                            <a:pt x="19476" y="22205"/>
                          </a:cubicBezTo>
                          <a:lnTo>
                            <a:pt x="17862" y="22205"/>
                          </a:lnTo>
                          <a:cubicBezTo>
                            <a:pt x="17054" y="21802"/>
                            <a:pt x="15439" y="21802"/>
                            <a:pt x="14229" y="22205"/>
                          </a:cubicBezTo>
                          <a:close/>
                        </a:path>
                      </a:pathLst>
                    </a:custGeom>
                    <a:solidFill>
                      <a:srgbClr val="3D3C3B"/>
                    </a:solidFill>
                    <a:ln w="4033" cap="flat">
                      <a:noFill/>
                      <a:prstDash val="solid"/>
                      <a:miter/>
                    </a:ln>
                  </p:spPr>
                  <p:txBody>
                    <a:bodyPr rtlCol="0" anchor="ctr"/>
                    <a:lstStyle/>
                    <a:p>
                      <a:endParaRPr lang="en-US"/>
                    </a:p>
                  </p:txBody>
                </p:sp>
                <p:sp>
                  <p:nvSpPr>
                    <p:cNvPr id="454" name="Freeform: Shape 453">
                      <a:extLst>
                        <a:ext uri="{FF2B5EF4-FFF2-40B4-BE49-F238E27FC236}">
                          <a16:creationId xmlns:a16="http://schemas.microsoft.com/office/drawing/2014/main" id="{5A62B6BF-B04E-4795-AC9E-392D84422487}"/>
                        </a:ext>
                      </a:extLst>
                    </p:cNvPr>
                    <p:cNvSpPr/>
                    <p:nvPr/>
                  </p:nvSpPr>
                  <p:spPr>
                    <a:xfrm>
                      <a:off x="17284438" y="1858657"/>
                      <a:ext cx="594171" cy="743521"/>
                    </a:xfrm>
                    <a:custGeom>
                      <a:avLst/>
                      <a:gdLst>
                        <a:gd name="connsiteX0" fmla="*/ 594172 w 594171"/>
                        <a:gd name="connsiteY0" fmla="*/ 54089 h 743521"/>
                        <a:gd name="connsiteX1" fmla="*/ 259143 w 594171"/>
                        <a:gd name="connsiteY1" fmla="*/ 743522 h 743521"/>
                        <a:gd name="connsiteX2" fmla="*/ 149754 w 594171"/>
                        <a:gd name="connsiteY2" fmla="*/ 713652 h 743521"/>
                        <a:gd name="connsiteX3" fmla="*/ 0 w 594171"/>
                        <a:gd name="connsiteY3" fmla="*/ 63373 h 743521"/>
                        <a:gd name="connsiteX4" fmla="*/ 98491 w 594171"/>
                        <a:gd name="connsiteY4" fmla="*/ 36328 h 743521"/>
                        <a:gd name="connsiteX5" fmla="*/ 180027 w 594171"/>
                        <a:gd name="connsiteY5" fmla="*/ 13724 h 743521"/>
                        <a:gd name="connsiteX6" fmla="*/ 229273 w 594171"/>
                        <a:gd name="connsiteY6" fmla="*/ 80326 h 743521"/>
                        <a:gd name="connsiteX7" fmla="*/ 230080 w 594171"/>
                        <a:gd name="connsiteY7" fmla="*/ 82345 h 743521"/>
                        <a:gd name="connsiteX8" fmla="*/ 230080 w 594171"/>
                        <a:gd name="connsiteY8" fmla="*/ 82345 h 743521"/>
                        <a:gd name="connsiteX9" fmla="*/ 235731 w 594171"/>
                        <a:gd name="connsiteY9" fmla="*/ 82345 h 743521"/>
                        <a:gd name="connsiteX10" fmla="*/ 239768 w 594171"/>
                        <a:gd name="connsiteY10" fmla="*/ 74272 h 743521"/>
                        <a:gd name="connsiteX11" fmla="*/ 320498 w 594171"/>
                        <a:gd name="connsiteY11" fmla="*/ 0 h 743521"/>
                        <a:gd name="connsiteX12" fmla="*/ 470251 w 594171"/>
                        <a:gd name="connsiteY12" fmla="*/ 29467 h 743521"/>
                        <a:gd name="connsiteX13" fmla="*/ 594172 w 594171"/>
                        <a:gd name="connsiteY13" fmla="*/ 54089 h 743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4171" h="743521">
                          <a:moveTo>
                            <a:pt x="594172" y="54089"/>
                          </a:moveTo>
                          <a:lnTo>
                            <a:pt x="259143" y="743522"/>
                          </a:lnTo>
                          <a:cubicBezTo>
                            <a:pt x="259143" y="743522"/>
                            <a:pt x="161460" y="722532"/>
                            <a:pt x="149754" y="713652"/>
                          </a:cubicBezTo>
                          <a:cubicBezTo>
                            <a:pt x="137644" y="704368"/>
                            <a:pt x="0" y="63373"/>
                            <a:pt x="0" y="63373"/>
                          </a:cubicBezTo>
                          <a:lnTo>
                            <a:pt x="98491" y="36328"/>
                          </a:lnTo>
                          <a:lnTo>
                            <a:pt x="180027" y="13724"/>
                          </a:lnTo>
                          <a:lnTo>
                            <a:pt x="229273" y="80326"/>
                          </a:lnTo>
                          <a:cubicBezTo>
                            <a:pt x="229676" y="80730"/>
                            <a:pt x="230080" y="81537"/>
                            <a:pt x="230080" y="82345"/>
                          </a:cubicBezTo>
                          <a:cubicBezTo>
                            <a:pt x="230080" y="82345"/>
                            <a:pt x="230080" y="82345"/>
                            <a:pt x="230080" y="82345"/>
                          </a:cubicBezTo>
                          <a:cubicBezTo>
                            <a:pt x="232098" y="81537"/>
                            <a:pt x="234117" y="81537"/>
                            <a:pt x="235731" y="82345"/>
                          </a:cubicBezTo>
                          <a:cubicBezTo>
                            <a:pt x="236135" y="79519"/>
                            <a:pt x="237346" y="76290"/>
                            <a:pt x="239768" y="74272"/>
                          </a:cubicBezTo>
                          <a:lnTo>
                            <a:pt x="320498" y="0"/>
                          </a:lnTo>
                          <a:lnTo>
                            <a:pt x="470251" y="29467"/>
                          </a:lnTo>
                          <a:lnTo>
                            <a:pt x="594172" y="54089"/>
                          </a:lnTo>
                          <a:close/>
                        </a:path>
                      </a:pathLst>
                    </a:custGeom>
                    <a:solidFill>
                      <a:srgbClr val="EFECF7"/>
                    </a:solidFill>
                    <a:ln w="4033" cap="flat">
                      <a:noFill/>
                      <a:prstDash val="solid"/>
                      <a:miter/>
                    </a:ln>
                  </p:spPr>
                  <p:txBody>
                    <a:bodyPr rtlCol="0" anchor="ctr"/>
                    <a:lstStyle/>
                    <a:p>
                      <a:endParaRPr lang="en-US"/>
                    </a:p>
                  </p:txBody>
                </p:sp>
                <p:sp>
                  <p:nvSpPr>
                    <p:cNvPr id="455" name="Freeform: Shape 454">
                      <a:extLst>
                        <a:ext uri="{FF2B5EF4-FFF2-40B4-BE49-F238E27FC236}">
                          <a16:creationId xmlns:a16="http://schemas.microsoft.com/office/drawing/2014/main" id="{8BB4D77B-6329-49F8-BDC3-DE3C2E70A46E}"/>
                        </a:ext>
                      </a:extLst>
                    </p:cNvPr>
                    <p:cNvSpPr/>
                    <p:nvPr/>
                  </p:nvSpPr>
                  <p:spPr>
                    <a:xfrm>
                      <a:off x="17382928" y="1832616"/>
                      <a:ext cx="132654" cy="240439"/>
                    </a:xfrm>
                    <a:custGeom>
                      <a:avLst/>
                      <a:gdLst>
                        <a:gd name="connsiteX0" fmla="*/ 130379 w 132654"/>
                        <a:gd name="connsiteY0" fmla="*/ 117265 h 240439"/>
                        <a:gd name="connsiteX1" fmla="*/ 85573 w 132654"/>
                        <a:gd name="connsiteY1" fmla="*/ 164089 h 240439"/>
                        <a:gd name="connsiteX2" fmla="*/ 14531 w 132654"/>
                        <a:gd name="connsiteY2" fmla="*/ 237956 h 240439"/>
                        <a:gd name="connsiteX3" fmla="*/ 0 w 132654"/>
                        <a:gd name="connsiteY3" fmla="*/ 232306 h 240439"/>
                        <a:gd name="connsiteX4" fmla="*/ 0 w 132654"/>
                        <a:gd name="connsiteY4" fmla="*/ 40572 h 240439"/>
                        <a:gd name="connsiteX5" fmla="*/ 3229 w 132654"/>
                        <a:gd name="connsiteY5" fmla="*/ 34114 h 240439"/>
                        <a:gd name="connsiteX6" fmla="*/ 42787 w 132654"/>
                        <a:gd name="connsiteY6" fmla="*/ 1822 h 240439"/>
                        <a:gd name="connsiteX7" fmla="*/ 54896 w 132654"/>
                        <a:gd name="connsiteY7" fmla="*/ 3436 h 240439"/>
                        <a:gd name="connsiteX8" fmla="*/ 81941 w 132654"/>
                        <a:gd name="connsiteY8" fmla="*/ 40168 h 240439"/>
                        <a:gd name="connsiteX9" fmla="*/ 131186 w 132654"/>
                        <a:gd name="connsiteY9" fmla="*/ 106770 h 240439"/>
                        <a:gd name="connsiteX10" fmla="*/ 131993 w 132654"/>
                        <a:gd name="connsiteY10" fmla="*/ 108789 h 240439"/>
                        <a:gd name="connsiteX11" fmla="*/ 131993 w 132654"/>
                        <a:gd name="connsiteY11" fmla="*/ 108789 h 240439"/>
                        <a:gd name="connsiteX12" fmla="*/ 130379 w 132654"/>
                        <a:gd name="connsiteY12" fmla="*/ 117265 h 24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2654" h="240439">
                          <a:moveTo>
                            <a:pt x="130379" y="117265"/>
                          </a:moveTo>
                          <a:lnTo>
                            <a:pt x="85573" y="164089"/>
                          </a:lnTo>
                          <a:lnTo>
                            <a:pt x="14531" y="237956"/>
                          </a:lnTo>
                          <a:cubicBezTo>
                            <a:pt x="9284" y="243204"/>
                            <a:pt x="0" y="239571"/>
                            <a:pt x="0" y="232306"/>
                          </a:cubicBezTo>
                          <a:lnTo>
                            <a:pt x="0" y="40572"/>
                          </a:lnTo>
                          <a:cubicBezTo>
                            <a:pt x="0" y="38150"/>
                            <a:pt x="1211" y="35728"/>
                            <a:pt x="3229" y="34114"/>
                          </a:cubicBezTo>
                          <a:lnTo>
                            <a:pt x="42787" y="1822"/>
                          </a:lnTo>
                          <a:cubicBezTo>
                            <a:pt x="46420" y="-1004"/>
                            <a:pt x="52071" y="-600"/>
                            <a:pt x="54896" y="3436"/>
                          </a:cubicBezTo>
                          <a:lnTo>
                            <a:pt x="81941" y="40168"/>
                          </a:lnTo>
                          <a:lnTo>
                            <a:pt x="131186" y="106770"/>
                          </a:lnTo>
                          <a:cubicBezTo>
                            <a:pt x="131590" y="107174"/>
                            <a:pt x="131993" y="107982"/>
                            <a:pt x="131993" y="108789"/>
                          </a:cubicBezTo>
                          <a:cubicBezTo>
                            <a:pt x="131993" y="108789"/>
                            <a:pt x="131993" y="108789"/>
                            <a:pt x="131993" y="108789"/>
                          </a:cubicBezTo>
                          <a:cubicBezTo>
                            <a:pt x="133204" y="111614"/>
                            <a:pt x="132801" y="114843"/>
                            <a:pt x="130379" y="117265"/>
                          </a:cubicBezTo>
                          <a:close/>
                        </a:path>
                      </a:pathLst>
                    </a:custGeom>
                    <a:solidFill>
                      <a:schemeClr val="accent3">
                        <a:lumMod val="60000"/>
                        <a:lumOff val="40000"/>
                      </a:schemeClr>
                    </a:solidFill>
                    <a:ln w="4033" cap="flat">
                      <a:noFill/>
                      <a:prstDash val="solid"/>
                      <a:miter/>
                    </a:ln>
                  </p:spPr>
                  <p:txBody>
                    <a:bodyPr rtlCol="0" anchor="ctr"/>
                    <a:lstStyle/>
                    <a:p>
                      <a:endParaRPr lang="en-US"/>
                    </a:p>
                  </p:txBody>
                </p:sp>
                <p:sp>
                  <p:nvSpPr>
                    <p:cNvPr id="456" name="Freeform: Shape 455">
                      <a:extLst>
                        <a:ext uri="{FF2B5EF4-FFF2-40B4-BE49-F238E27FC236}">
                          <a16:creationId xmlns:a16="http://schemas.microsoft.com/office/drawing/2014/main" id="{EAFB141F-645F-41DC-8C05-CFA69BAA3DDA}"/>
                        </a:ext>
                      </a:extLst>
                    </p:cNvPr>
                    <p:cNvSpPr/>
                    <p:nvPr/>
                  </p:nvSpPr>
                  <p:spPr>
                    <a:xfrm>
                      <a:off x="17520875" y="1808907"/>
                      <a:ext cx="236437" cy="276660"/>
                    </a:xfrm>
                    <a:custGeom>
                      <a:avLst/>
                      <a:gdLst>
                        <a:gd name="connsiteX0" fmla="*/ 234621 w 236437"/>
                        <a:gd name="connsiteY0" fmla="*/ 93344 h 276660"/>
                        <a:gd name="connsiteX1" fmla="*/ 122407 w 236437"/>
                        <a:gd name="connsiteY1" fmla="*/ 270950 h 276660"/>
                        <a:gd name="connsiteX2" fmla="*/ 101821 w 236437"/>
                        <a:gd name="connsiteY2" fmla="*/ 271757 h 276660"/>
                        <a:gd name="connsiteX3" fmla="*/ 40466 w 236437"/>
                        <a:gd name="connsiteY3" fmla="*/ 191027 h 276660"/>
                        <a:gd name="connsiteX4" fmla="*/ 2523 w 236437"/>
                        <a:gd name="connsiteY4" fmla="*/ 140975 h 276660"/>
                        <a:gd name="connsiteX5" fmla="*/ 101 w 236437"/>
                        <a:gd name="connsiteY5" fmla="*/ 132094 h 276660"/>
                        <a:gd name="connsiteX6" fmla="*/ 4137 w 236437"/>
                        <a:gd name="connsiteY6" fmla="*/ 124021 h 276660"/>
                        <a:gd name="connsiteX7" fmla="*/ 84867 w 236437"/>
                        <a:gd name="connsiteY7" fmla="*/ 49750 h 276660"/>
                        <a:gd name="connsiteX8" fmla="*/ 135323 w 236437"/>
                        <a:gd name="connsiteY8" fmla="*/ 3330 h 276660"/>
                        <a:gd name="connsiteX9" fmla="*/ 152277 w 236437"/>
                        <a:gd name="connsiteY9" fmla="*/ 3330 h 276660"/>
                        <a:gd name="connsiteX10" fmla="*/ 232603 w 236437"/>
                        <a:gd name="connsiteY10" fmla="*/ 76794 h 276660"/>
                        <a:gd name="connsiteX11" fmla="*/ 234621 w 236437"/>
                        <a:gd name="connsiteY11" fmla="*/ 79216 h 276660"/>
                        <a:gd name="connsiteX12" fmla="*/ 234621 w 236437"/>
                        <a:gd name="connsiteY12" fmla="*/ 93344 h 276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6437" h="276660">
                          <a:moveTo>
                            <a:pt x="234621" y="93344"/>
                          </a:moveTo>
                          <a:lnTo>
                            <a:pt x="122407" y="270950"/>
                          </a:lnTo>
                          <a:cubicBezTo>
                            <a:pt x="117563" y="278215"/>
                            <a:pt x="107068" y="278619"/>
                            <a:pt x="101821" y="271757"/>
                          </a:cubicBezTo>
                          <a:lnTo>
                            <a:pt x="40466" y="191027"/>
                          </a:lnTo>
                          <a:lnTo>
                            <a:pt x="2523" y="140975"/>
                          </a:lnTo>
                          <a:cubicBezTo>
                            <a:pt x="505" y="138553"/>
                            <a:pt x="-303" y="135323"/>
                            <a:pt x="101" y="132094"/>
                          </a:cubicBezTo>
                          <a:cubicBezTo>
                            <a:pt x="505" y="129269"/>
                            <a:pt x="1716" y="126039"/>
                            <a:pt x="4137" y="124021"/>
                          </a:cubicBezTo>
                          <a:lnTo>
                            <a:pt x="84867" y="49750"/>
                          </a:lnTo>
                          <a:lnTo>
                            <a:pt x="135323" y="3330"/>
                          </a:lnTo>
                          <a:cubicBezTo>
                            <a:pt x="140167" y="-1110"/>
                            <a:pt x="147433" y="-1110"/>
                            <a:pt x="152277" y="3330"/>
                          </a:cubicBezTo>
                          <a:lnTo>
                            <a:pt x="232603" y="76794"/>
                          </a:lnTo>
                          <a:cubicBezTo>
                            <a:pt x="233410" y="77602"/>
                            <a:pt x="233814" y="78409"/>
                            <a:pt x="234621" y="79216"/>
                          </a:cubicBezTo>
                          <a:cubicBezTo>
                            <a:pt x="237043" y="83656"/>
                            <a:pt x="237043" y="89308"/>
                            <a:pt x="234621" y="93344"/>
                          </a:cubicBezTo>
                          <a:close/>
                        </a:path>
                      </a:pathLst>
                    </a:custGeom>
                    <a:solidFill>
                      <a:schemeClr val="accent3">
                        <a:lumMod val="60000"/>
                        <a:lumOff val="40000"/>
                      </a:schemeClr>
                    </a:solidFill>
                    <a:ln w="4033" cap="flat">
                      <a:noFill/>
                      <a:prstDash val="solid"/>
                      <a:miter/>
                    </a:ln>
                  </p:spPr>
                  <p:txBody>
                    <a:bodyPr rtlCol="0" anchor="ctr"/>
                    <a:lstStyle/>
                    <a:p>
                      <a:endParaRPr lang="en-US"/>
                    </a:p>
                  </p:txBody>
                </p:sp>
                <p:sp>
                  <p:nvSpPr>
                    <p:cNvPr id="457" name="Freeform: Shape 456">
                      <a:extLst>
                        <a:ext uri="{FF2B5EF4-FFF2-40B4-BE49-F238E27FC236}">
                          <a16:creationId xmlns:a16="http://schemas.microsoft.com/office/drawing/2014/main" id="{2D801E10-7D74-4C9A-92CB-E2ABD462BD52}"/>
                        </a:ext>
                      </a:extLst>
                    </p:cNvPr>
                    <p:cNvSpPr/>
                    <p:nvPr/>
                  </p:nvSpPr>
                  <p:spPr>
                    <a:xfrm>
                      <a:off x="17462611" y="1940800"/>
                      <a:ext cx="105947" cy="104111"/>
                    </a:xfrm>
                    <a:custGeom>
                      <a:avLst/>
                      <a:gdLst>
                        <a:gd name="connsiteX0" fmla="*/ 103574 w 105947"/>
                        <a:gd name="connsiteY0" fmla="*/ 54694 h 104111"/>
                        <a:gd name="connsiteX1" fmla="*/ 98730 w 105947"/>
                        <a:gd name="connsiteY1" fmla="*/ 59134 h 104111"/>
                        <a:gd name="connsiteX2" fmla="*/ 53521 w 105947"/>
                        <a:gd name="connsiteY2" fmla="*/ 101921 h 104111"/>
                        <a:gd name="connsiteX3" fmla="*/ 41412 w 105947"/>
                        <a:gd name="connsiteY3" fmla="*/ 101114 h 104111"/>
                        <a:gd name="connsiteX4" fmla="*/ 5487 w 105947"/>
                        <a:gd name="connsiteY4" fmla="*/ 55905 h 104111"/>
                        <a:gd name="connsiteX5" fmla="*/ 1854 w 105947"/>
                        <a:gd name="connsiteY5" fmla="*/ 51465 h 104111"/>
                        <a:gd name="connsiteX6" fmla="*/ 3065 w 105947"/>
                        <a:gd name="connsiteY6" fmla="*/ 40163 h 104111"/>
                        <a:gd name="connsiteX7" fmla="*/ 49888 w 105947"/>
                        <a:gd name="connsiteY7" fmla="*/ 1816 h 104111"/>
                        <a:gd name="connsiteX8" fmla="*/ 52310 w 105947"/>
                        <a:gd name="connsiteY8" fmla="*/ 605 h 104111"/>
                        <a:gd name="connsiteX9" fmla="*/ 52310 w 105947"/>
                        <a:gd name="connsiteY9" fmla="*/ 605 h 104111"/>
                        <a:gd name="connsiteX10" fmla="*/ 57961 w 105947"/>
                        <a:gd name="connsiteY10" fmla="*/ 605 h 104111"/>
                        <a:gd name="connsiteX11" fmla="*/ 60383 w 105947"/>
                        <a:gd name="connsiteY11" fmla="*/ 2220 h 104111"/>
                        <a:gd name="connsiteX12" fmla="*/ 103170 w 105947"/>
                        <a:gd name="connsiteY12" fmla="*/ 42988 h 104111"/>
                        <a:gd name="connsiteX13" fmla="*/ 103574 w 105947"/>
                        <a:gd name="connsiteY13" fmla="*/ 54694 h 104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5947" h="104111">
                          <a:moveTo>
                            <a:pt x="103574" y="54694"/>
                          </a:moveTo>
                          <a:lnTo>
                            <a:pt x="98730" y="59134"/>
                          </a:lnTo>
                          <a:lnTo>
                            <a:pt x="53521" y="101921"/>
                          </a:lnTo>
                          <a:cubicBezTo>
                            <a:pt x="49888" y="105151"/>
                            <a:pt x="44641" y="104747"/>
                            <a:pt x="41412" y="101114"/>
                          </a:cubicBezTo>
                          <a:lnTo>
                            <a:pt x="5487" y="55905"/>
                          </a:lnTo>
                          <a:lnTo>
                            <a:pt x="1854" y="51465"/>
                          </a:lnTo>
                          <a:cubicBezTo>
                            <a:pt x="-971" y="47832"/>
                            <a:pt x="-568" y="42988"/>
                            <a:pt x="3065" y="40163"/>
                          </a:cubicBezTo>
                          <a:lnTo>
                            <a:pt x="49888" y="1816"/>
                          </a:lnTo>
                          <a:cubicBezTo>
                            <a:pt x="50696" y="1009"/>
                            <a:pt x="51503" y="605"/>
                            <a:pt x="52310" y="605"/>
                          </a:cubicBezTo>
                          <a:cubicBezTo>
                            <a:pt x="52310" y="605"/>
                            <a:pt x="52310" y="605"/>
                            <a:pt x="52310" y="605"/>
                          </a:cubicBezTo>
                          <a:cubicBezTo>
                            <a:pt x="54329" y="-202"/>
                            <a:pt x="56347" y="-202"/>
                            <a:pt x="57961" y="605"/>
                          </a:cubicBezTo>
                          <a:cubicBezTo>
                            <a:pt x="58769" y="1009"/>
                            <a:pt x="59980" y="1413"/>
                            <a:pt x="60383" y="2220"/>
                          </a:cubicBezTo>
                          <a:lnTo>
                            <a:pt x="103170" y="42988"/>
                          </a:lnTo>
                          <a:cubicBezTo>
                            <a:pt x="106803" y="46218"/>
                            <a:pt x="106803" y="51465"/>
                            <a:pt x="103574" y="54694"/>
                          </a:cubicBezTo>
                          <a:close/>
                        </a:path>
                      </a:pathLst>
                    </a:custGeom>
                    <a:solidFill>
                      <a:srgbClr val="FE6E8D"/>
                    </a:solidFill>
                    <a:ln w="4033" cap="flat">
                      <a:noFill/>
                      <a:prstDash val="solid"/>
                      <a:miter/>
                    </a:ln>
                  </p:spPr>
                  <p:txBody>
                    <a:bodyPr rtlCol="0" anchor="ctr"/>
                    <a:lstStyle/>
                    <a:p>
                      <a:endParaRPr lang="en-US"/>
                    </a:p>
                  </p:txBody>
                </p:sp>
                <p:sp>
                  <p:nvSpPr>
                    <p:cNvPr id="458" name="Freeform: Shape 457">
                      <a:extLst>
                        <a:ext uri="{FF2B5EF4-FFF2-40B4-BE49-F238E27FC236}">
                          <a16:creationId xmlns:a16="http://schemas.microsoft.com/office/drawing/2014/main" id="{4971D5CF-D9F5-494C-B1F1-9A66A0AEC09F}"/>
                        </a:ext>
                      </a:extLst>
                    </p:cNvPr>
                    <p:cNvSpPr/>
                    <p:nvPr/>
                  </p:nvSpPr>
                  <p:spPr>
                    <a:xfrm>
                      <a:off x="17393826" y="2002356"/>
                      <a:ext cx="192540" cy="747961"/>
                    </a:xfrm>
                    <a:custGeom>
                      <a:avLst/>
                      <a:gdLst>
                        <a:gd name="connsiteX0" fmla="*/ 117866 w 192540"/>
                        <a:gd name="connsiteY0" fmla="*/ 0 h 747961"/>
                        <a:gd name="connsiteX1" fmla="*/ 192541 w 192540"/>
                        <a:gd name="connsiteY1" fmla="*/ 485994 h 747961"/>
                        <a:gd name="connsiteX2" fmla="*/ 65795 w 192540"/>
                        <a:gd name="connsiteY2" fmla="*/ 747962 h 747961"/>
                        <a:gd name="connsiteX3" fmla="*/ 0 w 192540"/>
                        <a:gd name="connsiteY3" fmla="*/ 479132 h 747961"/>
                      </a:gdLst>
                      <a:ahLst/>
                      <a:cxnLst>
                        <a:cxn ang="0">
                          <a:pos x="connsiteX0" y="connsiteY0"/>
                        </a:cxn>
                        <a:cxn ang="0">
                          <a:pos x="connsiteX1" y="connsiteY1"/>
                        </a:cxn>
                        <a:cxn ang="0">
                          <a:pos x="connsiteX2" y="connsiteY2"/>
                        </a:cxn>
                        <a:cxn ang="0">
                          <a:pos x="connsiteX3" y="connsiteY3"/>
                        </a:cxn>
                      </a:cxnLst>
                      <a:rect l="l" t="t" r="r" b="b"/>
                      <a:pathLst>
                        <a:path w="192540" h="747961">
                          <a:moveTo>
                            <a:pt x="117866" y="0"/>
                          </a:moveTo>
                          <a:lnTo>
                            <a:pt x="192541" y="485994"/>
                          </a:lnTo>
                          <a:lnTo>
                            <a:pt x="65795" y="747962"/>
                          </a:lnTo>
                          <a:lnTo>
                            <a:pt x="0" y="479132"/>
                          </a:lnTo>
                          <a:close/>
                        </a:path>
                      </a:pathLst>
                    </a:custGeom>
                    <a:solidFill>
                      <a:schemeClr val="accent3"/>
                    </a:solidFill>
                    <a:ln w="4033" cap="flat">
                      <a:noFill/>
                      <a:prstDash val="solid"/>
                      <a:miter/>
                    </a:ln>
                  </p:spPr>
                  <p:txBody>
                    <a:bodyPr rtlCol="0" anchor="ctr"/>
                    <a:lstStyle/>
                    <a:p>
                      <a:endParaRPr lang="en-US"/>
                    </a:p>
                  </p:txBody>
                </p:sp>
                <p:sp>
                  <p:nvSpPr>
                    <p:cNvPr id="459" name="Freeform: Shape 458">
                      <a:extLst>
                        <a:ext uri="{FF2B5EF4-FFF2-40B4-BE49-F238E27FC236}">
                          <a16:creationId xmlns:a16="http://schemas.microsoft.com/office/drawing/2014/main" id="{D238116D-3EB1-48C0-9A29-790597026D9F}"/>
                        </a:ext>
                      </a:extLst>
                    </p:cNvPr>
                    <p:cNvSpPr/>
                    <p:nvPr/>
                  </p:nvSpPr>
                  <p:spPr>
                    <a:xfrm>
                      <a:off x="17138847" y="1910396"/>
                      <a:ext cx="315655" cy="819681"/>
                    </a:xfrm>
                    <a:custGeom>
                      <a:avLst/>
                      <a:gdLst>
                        <a:gd name="connsiteX0" fmla="*/ 154068 w 315655"/>
                        <a:gd name="connsiteY0" fmla="*/ 4369 h 819681"/>
                        <a:gd name="connsiteX1" fmla="*/ 315527 w 315655"/>
                        <a:gd name="connsiteY1" fmla="*/ 813282 h 819681"/>
                        <a:gd name="connsiteX2" fmla="*/ 305840 w 315655"/>
                        <a:gd name="connsiteY2" fmla="*/ 817318 h 819681"/>
                        <a:gd name="connsiteX3" fmla="*/ 60825 w 315655"/>
                        <a:gd name="connsiteY3" fmla="*/ 447575 h 819681"/>
                        <a:gd name="connsiteX4" fmla="*/ 61228 w 315655"/>
                        <a:gd name="connsiteY4" fmla="*/ 441117 h 819681"/>
                        <a:gd name="connsiteX5" fmla="*/ 135500 w 315655"/>
                        <a:gd name="connsiteY5" fmla="*/ 357158 h 819681"/>
                        <a:gd name="connsiteX6" fmla="*/ 135096 w 315655"/>
                        <a:gd name="connsiteY6" fmla="*/ 349489 h 819681"/>
                        <a:gd name="connsiteX7" fmla="*/ 1892 w 315655"/>
                        <a:gd name="connsiteY7" fmla="*/ 238485 h 819681"/>
                        <a:gd name="connsiteX8" fmla="*/ 681 w 315655"/>
                        <a:gd name="connsiteY8" fmla="*/ 231623 h 819681"/>
                        <a:gd name="connsiteX9" fmla="*/ 143976 w 315655"/>
                        <a:gd name="connsiteY9" fmla="*/ 2754 h 819681"/>
                        <a:gd name="connsiteX10" fmla="*/ 154068 w 315655"/>
                        <a:gd name="connsiteY10" fmla="*/ 4369 h 819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5655" h="819681">
                          <a:moveTo>
                            <a:pt x="154068" y="4369"/>
                          </a:moveTo>
                          <a:lnTo>
                            <a:pt x="315527" y="813282"/>
                          </a:lnTo>
                          <a:cubicBezTo>
                            <a:pt x="316738" y="818933"/>
                            <a:pt x="309069" y="822162"/>
                            <a:pt x="305840" y="817318"/>
                          </a:cubicBezTo>
                          <a:lnTo>
                            <a:pt x="60825" y="447575"/>
                          </a:lnTo>
                          <a:cubicBezTo>
                            <a:pt x="59614" y="445557"/>
                            <a:pt x="59614" y="442732"/>
                            <a:pt x="61228" y="441117"/>
                          </a:cubicBezTo>
                          <a:lnTo>
                            <a:pt x="135500" y="357158"/>
                          </a:lnTo>
                          <a:cubicBezTo>
                            <a:pt x="137518" y="354736"/>
                            <a:pt x="137115" y="351507"/>
                            <a:pt x="135096" y="349489"/>
                          </a:cubicBezTo>
                          <a:lnTo>
                            <a:pt x="1892" y="238485"/>
                          </a:lnTo>
                          <a:cubicBezTo>
                            <a:pt x="-126" y="236870"/>
                            <a:pt x="-530" y="233641"/>
                            <a:pt x="681" y="231623"/>
                          </a:cubicBezTo>
                          <a:lnTo>
                            <a:pt x="143976" y="2754"/>
                          </a:lnTo>
                          <a:cubicBezTo>
                            <a:pt x="146802" y="-1686"/>
                            <a:pt x="153261" y="-475"/>
                            <a:pt x="154068" y="4369"/>
                          </a:cubicBezTo>
                          <a:close/>
                        </a:path>
                      </a:pathLst>
                    </a:custGeom>
                    <a:solidFill>
                      <a:schemeClr val="accent3">
                        <a:lumMod val="60000"/>
                        <a:lumOff val="40000"/>
                      </a:schemeClr>
                    </a:solidFill>
                    <a:ln w="4033" cap="flat">
                      <a:noFill/>
                      <a:prstDash val="solid"/>
                      <a:miter/>
                    </a:ln>
                  </p:spPr>
                  <p:txBody>
                    <a:bodyPr rtlCol="0" anchor="ctr"/>
                    <a:lstStyle/>
                    <a:p>
                      <a:endParaRPr lang="en-US"/>
                    </a:p>
                  </p:txBody>
                </p:sp>
                <p:sp>
                  <p:nvSpPr>
                    <p:cNvPr id="460" name="Freeform: Shape 459">
                      <a:extLst>
                        <a:ext uri="{FF2B5EF4-FFF2-40B4-BE49-F238E27FC236}">
                          <a16:creationId xmlns:a16="http://schemas.microsoft.com/office/drawing/2014/main" id="{1EA5654D-891A-4C82-98CC-B0D6B26CEF91}"/>
                        </a:ext>
                      </a:extLst>
                    </p:cNvPr>
                    <p:cNvSpPr/>
                    <p:nvPr/>
                  </p:nvSpPr>
                  <p:spPr>
                    <a:xfrm>
                      <a:off x="17471929" y="1881193"/>
                      <a:ext cx="539391" cy="847779"/>
                    </a:xfrm>
                    <a:custGeom>
                      <a:avLst/>
                      <a:gdLst>
                        <a:gd name="connsiteX0" fmla="*/ 376811 w 539391"/>
                        <a:gd name="connsiteY0" fmla="*/ 3298 h 847779"/>
                        <a:gd name="connsiteX1" fmla="*/ 609 w 539391"/>
                        <a:gd name="connsiteY1" fmla="*/ 839659 h 847779"/>
                        <a:gd name="connsiteX2" fmla="*/ 9893 w 539391"/>
                        <a:gd name="connsiteY2" fmla="*/ 846117 h 847779"/>
                        <a:gd name="connsiteX3" fmla="*/ 414754 w 539391"/>
                        <a:gd name="connsiteY3" fmla="*/ 434799 h 847779"/>
                        <a:gd name="connsiteX4" fmla="*/ 415561 w 539391"/>
                        <a:gd name="connsiteY4" fmla="*/ 427533 h 847779"/>
                        <a:gd name="connsiteX5" fmla="*/ 359857 w 539391"/>
                        <a:gd name="connsiteY5" fmla="*/ 345188 h 847779"/>
                        <a:gd name="connsiteX6" fmla="*/ 361472 w 539391"/>
                        <a:gd name="connsiteY6" fmla="*/ 337115 h 847779"/>
                        <a:gd name="connsiteX7" fmla="*/ 536656 w 539391"/>
                        <a:gd name="connsiteY7" fmla="*/ 232167 h 847779"/>
                        <a:gd name="connsiteX8" fmla="*/ 538270 w 539391"/>
                        <a:gd name="connsiteY8" fmla="*/ 224094 h 847779"/>
                        <a:gd name="connsiteX9" fmla="*/ 386902 w 539391"/>
                        <a:gd name="connsiteY9" fmla="*/ 2490 h 847779"/>
                        <a:gd name="connsiteX10" fmla="*/ 376811 w 539391"/>
                        <a:gd name="connsiteY10" fmla="*/ 3298 h 84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9391" h="847779">
                          <a:moveTo>
                            <a:pt x="376811" y="3298"/>
                          </a:moveTo>
                          <a:lnTo>
                            <a:pt x="609" y="839659"/>
                          </a:lnTo>
                          <a:cubicBezTo>
                            <a:pt x="-2216" y="845310"/>
                            <a:pt x="5453" y="850557"/>
                            <a:pt x="9893" y="846117"/>
                          </a:cubicBezTo>
                          <a:lnTo>
                            <a:pt x="414754" y="434799"/>
                          </a:lnTo>
                          <a:cubicBezTo>
                            <a:pt x="416772" y="432780"/>
                            <a:pt x="416772" y="429955"/>
                            <a:pt x="415561" y="427533"/>
                          </a:cubicBezTo>
                          <a:lnTo>
                            <a:pt x="359857" y="345188"/>
                          </a:lnTo>
                          <a:cubicBezTo>
                            <a:pt x="357839" y="342363"/>
                            <a:pt x="358646" y="338730"/>
                            <a:pt x="361472" y="337115"/>
                          </a:cubicBezTo>
                          <a:lnTo>
                            <a:pt x="536656" y="232167"/>
                          </a:lnTo>
                          <a:cubicBezTo>
                            <a:pt x="539481" y="230552"/>
                            <a:pt x="540289" y="226919"/>
                            <a:pt x="538270" y="224094"/>
                          </a:cubicBezTo>
                          <a:lnTo>
                            <a:pt x="386902" y="2490"/>
                          </a:lnTo>
                          <a:cubicBezTo>
                            <a:pt x="384480" y="-1143"/>
                            <a:pt x="378829" y="-739"/>
                            <a:pt x="376811" y="3298"/>
                          </a:cubicBezTo>
                          <a:close/>
                        </a:path>
                      </a:pathLst>
                    </a:custGeom>
                    <a:solidFill>
                      <a:schemeClr val="accent3">
                        <a:lumMod val="60000"/>
                        <a:lumOff val="40000"/>
                      </a:schemeClr>
                    </a:solidFill>
                    <a:ln w="4033" cap="flat">
                      <a:noFill/>
                      <a:prstDash val="solid"/>
                      <a:miter/>
                    </a:ln>
                  </p:spPr>
                  <p:txBody>
                    <a:bodyPr rtlCol="0" anchor="ctr"/>
                    <a:lstStyle/>
                    <a:p>
                      <a:endParaRPr lang="en-US"/>
                    </a:p>
                  </p:txBody>
                </p:sp>
                <p:sp>
                  <p:nvSpPr>
                    <p:cNvPr id="461" name="Freeform: Shape 460">
                      <a:extLst>
                        <a:ext uri="{FF2B5EF4-FFF2-40B4-BE49-F238E27FC236}">
                          <a16:creationId xmlns:a16="http://schemas.microsoft.com/office/drawing/2014/main" id="{F0AB7BA0-AEEF-4103-AF5B-FD4E60783D1D}"/>
                        </a:ext>
                      </a:extLst>
                    </p:cNvPr>
                    <p:cNvSpPr/>
                    <p:nvPr/>
                  </p:nvSpPr>
                  <p:spPr>
                    <a:xfrm>
                      <a:off x="17381152" y="2403422"/>
                      <a:ext cx="1144265" cy="1222169"/>
                    </a:xfrm>
                    <a:custGeom>
                      <a:avLst/>
                      <a:gdLst>
                        <a:gd name="connsiteX0" fmla="*/ 1105353 w 1144265"/>
                        <a:gd name="connsiteY0" fmla="*/ 884557 h 1222169"/>
                        <a:gd name="connsiteX1" fmla="*/ 643982 w 1144265"/>
                        <a:gd name="connsiteY1" fmla="*/ 1205862 h 1222169"/>
                        <a:gd name="connsiteX2" fmla="*/ 517640 w 1144265"/>
                        <a:gd name="connsiteY2" fmla="*/ 1183258 h 1222169"/>
                        <a:gd name="connsiteX3" fmla="*/ 16308 w 1144265"/>
                        <a:gd name="connsiteY3" fmla="*/ 463955 h 1222169"/>
                        <a:gd name="connsiteX4" fmla="*/ 38912 w 1144265"/>
                        <a:gd name="connsiteY4" fmla="*/ 337613 h 1222169"/>
                        <a:gd name="connsiteX5" fmla="*/ 500283 w 1144265"/>
                        <a:gd name="connsiteY5" fmla="*/ 16308 h 1222169"/>
                        <a:gd name="connsiteX6" fmla="*/ 626625 w 1144265"/>
                        <a:gd name="connsiteY6" fmla="*/ 38912 h 1222169"/>
                        <a:gd name="connsiteX7" fmla="*/ 1127958 w 1144265"/>
                        <a:gd name="connsiteY7" fmla="*/ 758619 h 1222169"/>
                        <a:gd name="connsiteX8" fmla="*/ 1105353 w 1144265"/>
                        <a:gd name="connsiteY8" fmla="*/ 884557 h 1222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4265" h="1222169">
                          <a:moveTo>
                            <a:pt x="1105353" y="884557"/>
                          </a:moveTo>
                          <a:lnTo>
                            <a:pt x="643982" y="1205862"/>
                          </a:lnTo>
                          <a:cubicBezTo>
                            <a:pt x="602810" y="1234521"/>
                            <a:pt x="546299" y="1224430"/>
                            <a:pt x="517640" y="1183258"/>
                          </a:cubicBezTo>
                          <a:lnTo>
                            <a:pt x="16308" y="463955"/>
                          </a:lnTo>
                          <a:cubicBezTo>
                            <a:pt x="-12351" y="422782"/>
                            <a:pt x="-2260" y="366272"/>
                            <a:pt x="38912" y="337613"/>
                          </a:cubicBezTo>
                          <a:lnTo>
                            <a:pt x="500283" y="16308"/>
                          </a:lnTo>
                          <a:cubicBezTo>
                            <a:pt x="541455" y="-12351"/>
                            <a:pt x="597966" y="-2260"/>
                            <a:pt x="626625" y="38912"/>
                          </a:cubicBezTo>
                          <a:lnTo>
                            <a:pt x="1127958" y="758619"/>
                          </a:lnTo>
                          <a:cubicBezTo>
                            <a:pt x="1156617" y="799387"/>
                            <a:pt x="1146525" y="855898"/>
                            <a:pt x="1105353" y="884557"/>
                          </a:cubicBezTo>
                          <a:close/>
                        </a:path>
                      </a:pathLst>
                    </a:custGeom>
                    <a:solidFill>
                      <a:srgbClr val="56548C"/>
                    </a:solidFill>
                    <a:ln w="4033" cap="flat">
                      <a:noFill/>
                      <a:prstDash val="solid"/>
                      <a:miter/>
                    </a:ln>
                  </p:spPr>
                  <p:txBody>
                    <a:bodyPr rtlCol="0" anchor="ctr"/>
                    <a:lstStyle/>
                    <a:p>
                      <a:endParaRPr lang="en-US"/>
                    </a:p>
                  </p:txBody>
                </p:sp>
                <p:sp>
                  <p:nvSpPr>
                    <p:cNvPr id="462" name="Freeform: Shape 461">
                      <a:extLst>
                        <a:ext uri="{FF2B5EF4-FFF2-40B4-BE49-F238E27FC236}">
                          <a16:creationId xmlns:a16="http://schemas.microsoft.com/office/drawing/2014/main" id="{7C0A0106-9FBA-4BF6-BF08-BF0DE6187C98}"/>
                        </a:ext>
                      </a:extLst>
                    </p:cNvPr>
                    <p:cNvSpPr/>
                    <p:nvPr/>
                  </p:nvSpPr>
                  <p:spPr>
                    <a:xfrm>
                      <a:off x="17576212" y="3117946"/>
                      <a:ext cx="67876" cy="34600"/>
                    </a:xfrm>
                    <a:custGeom>
                      <a:avLst/>
                      <a:gdLst>
                        <a:gd name="connsiteX0" fmla="*/ 67877 w 67876"/>
                        <a:gd name="connsiteY0" fmla="*/ 3326 h 34600"/>
                        <a:gd name="connsiteX1" fmla="*/ 6926 w 67876"/>
                        <a:gd name="connsiteY1" fmla="*/ 96 h 34600"/>
                        <a:gd name="connsiteX2" fmla="*/ 18632 w 67876"/>
                        <a:gd name="connsiteY2" fmla="*/ 34003 h 34600"/>
                        <a:gd name="connsiteX3" fmla="*/ 67877 w 67876"/>
                        <a:gd name="connsiteY3" fmla="*/ 3326 h 34600"/>
                        <a:gd name="connsiteX4" fmla="*/ 67877 w 67876"/>
                        <a:gd name="connsiteY4" fmla="*/ 3326 h 34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76" h="34600">
                          <a:moveTo>
                            <a:pt x="67877" y="3326"/>
                          </a:moveTo>
                          <a:cubicBezTo>
                            <a:pt x="67877" y="3326"/>
                            <a:pt x="21457" y="2115"/>
                            <a:pt x="6926" y="96"/>
                          </a:cubicBezTo>
                          <a:cubicBezTo>
                            <a:pt x="-7202" y="-1922"/>
                            <a:pt x="2082" y="28352"/>
                            <a:pt x="18632" y="34003"/>
                          </a:cubicBezTo>
                          <a:cubicBezTo>
                            <a:pt x="35181" y="39654"/>
                            <a:pt x="67877" y="3326"/>
                            <a:pt x="67877" y="3326"/>
                          </a:cubicBezTo>
                          <a:lnTo>
                            <a:pt x="67877" y="3326"/>
                          </a:lnTo>
                          <a:close/>
                        </a:path>
                      </a:pathLst>
                    </a:custGeom>
                    <a:solidFill>
                      <a:srgbClr val="C98462"/>
                    </a:solidFill>
                    <a:ln w="4033" cap="flat">
                      <a:noFill/>
                      <a:prstDash val="solid"/>
                      <a:miter/>
                    </a:ln>
                  </p:spPr>
                  <p:txBody>
                    <a:bodyPr rtlCol="0" anchor="ctr"/>
                    <a:lstStyle/>
                    <a:p>
                      <a:endParaRPr lang="en-US"/>
                    </a:p>
                  </p:txBody>
                </p:sp>
                <p:sp>
                  <p:nvSpPr>
                    <p:cNvPr id="463" name="Freeform: Shape 462">
                      <a:extLst>
                        <a:ext uri="{FF2B5EF4-FFF2-40B4-BE49-F238E27FC236}">
                          <a16:creationId xmlns:a16="http://schemas.microsoft.com/office/drawing/2014/main" id="{3171C18D-2E7F-4123-B64E-0B8AE99D41B9}"/>
                        </a:ext>
                      </a:extLst>
                    </p:cNvPr>
                    <p:cNvSpPr/>
                    <p:nvPr/>
                  </p:nvSpPr>
                  <p:spPr>
                    <a:xfrm>
                      <a:off x="17566367" y="3117023"/>
                      <a:ext cx="277528" cy="229976"/>
                    </a:xfrm>
                    <a:custGeom>
                      <a:avLst/>
                      <a:gdLst>
                        <a:gd name="connsiteX0" fmla="*/ 50275 w 277528"/>
                        <a:gd name="connsiteY0" fmla="*/ 226659 h 229976"/>
                        <a:gd name="connsiteX1" fmla="*/ 80548 w 277528"/>
                        <a:gd name="connsiteY1" fmla="*/ 229485 h 229976"/>
                        <a:gd name="connsiteX2" fmla="*/ 111226 w 277528"/>
                        <a:gd name="connsiteY2" fmla="*/ 221008 h 229976"/>
                        <a:gd name="connsiteX3" fmla="*/ 121317 w 277528"/>
                        <a:gd name="connsiteY3" fmla="*/ 218990 h 229976"/>
                        <a:gd name="connsiteX4" fmla="*/ 176213 w 277528"/>
                        <a:gd name="connsiteY4" fmla="*/ 209706 h 229976"/>
                        <a:gd name="connsiteX5" fmla="*/ 277529 w 277528"/>
                        <a:gd name="connsiteY5" fmla="*/ 160461 h 229976"/>
                        <a:gd name="connsiteX6" fmla="*/ 255328 w 277528"/>
                        <a:gd name="connsiteY6" fmla="*/ 87804 h 229976"/>
                        <a:gd name="connsiteX7" fmla="*/ 238375 w 277528"/>
                        <a:gd name="connsiteY7" fmla="*/ 30082 h 229976"/>
                        <a:gd name="connsiteX8" fmla="*/ 83777 w 277528"/>
                        <a:gd name="connsiteY8" fmla="*/ 616 h 229976"/>
                        <a:gd name="connsiteX9" fmla="*/ 77319 w 277528"/>
                        <a:gd name="connsiteY9" fmla="*/ 2634 h 229976"/>
                        <a:gd name="connsiteX10" fmla="*/ 38569 w 277528"/>
                        <a:gd name="connsiteY10" fmla="*/ 27256 h 229976"/>
                        <a:gd name="connsiteX11" fmla="*/ 626 w 277528"/>
                        <a:gd name="connsiteY11" fmla="*/ 59952 h 229976"/>
                        <a:gd name="connsiteX12" fmla="*/ 11120 w 277528"/>
                        <a:gd name="connsiteY12" fmla="*/ 94666 h 229976"/>
                        <a:gd name="connsiteX13" fmla="*/ 19193 w 277528"/>
                        <a:gd name="connsiteY13" fmla="*/ 143104 h 229976"/>
                        <a:gd name="connsiteX14" fmla="*/ 35743 w 277528"/>
                        <a:gd name="connsiteY14" fmla="*/ 189120 h 229976"/>
                        <a:gd name="connsiteX15" fmla="*/ 50275 w 277528"/>
                        <a:gd name="connsiteY15" fmla="*/ 226659 h 229976"/>
                        <a:gd name="connsiteX16" fmla="*/ 50275 w 277528"/>
                        <a:gd name="connsiteY16" fmla="*/ 226659 h 229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7528" h="229976">
                          <a:moveTo>
                            <a:pt x="50275" y="226659"/>
                          </a:moveTo>
                          <a:cubicBezTo>
                            <a:pt x="50275" y="226659"/>
                            <a:pt x="70457" y="231503"/>
                            <a:pt x="80548" y="229485"/>
                          </a:cubicBezTo>
                          <a:cubicBezTo>
                            <a:pt x="80548" y="229485"/>
                            <a:pt x="98309" y="224237"/>
                            <a:pt x="111226" y="221008"/>
                          </a:cubicBezTo>
                          <a:cubicBezTo>
                            <a:pt x="115262" y="220201"/>
                            <a:pt x="118895" y="219394"/>
                            <a:pt x="121317" y="218990"/>
                          </a:cubicBezTo>
                          <a:cubicBezTo>
                            <a:pt x="131408" y="218183"/>
                            <a:pt x="153205" y="218990"/>
                            <a:pt x="176213" y="209706"/>
                          </a:cubicBezTo>
                          <a:cubicBezTo>
                            <a:pt x="199221" y="200826"/>
                            <a:pt x="277529" y="160461"/>
                            <a:pt x="277529" y="160461"/>
                          </a:cubicBezTo>
                          <a:lnTo>
                            <a:pt x="255328" y="87804"/>
                          </a:lnTo>
                          <a:lnTo>
                            <a:pt x="238375" y="30082"/>
                          </a:lnTo>
                          <a:cubicBezTo>
                            <a:pt x="238375" y="30082"/>
                            <a:pt x="105978" y="-5036"/>
                            <a:pt x="83777" y="616"/>
                          </a:cubicBezTo>
                          <a:cubicBezTo>
                            <a:pt x="81759" y="1019"/>
                            <a:pt x="79337" y="1826"/>
                            <a:pt x="77319" y="2634"/>
                          </a:cubicBezTo>
                          <a:cubicBezTo>
                            <a:pt x="58751" y="9496"/>
                            <a:pt x="47853" y="22413"/>
                            <a:pt x="38569" y="27256"/>
                          </a:cubicBezTo>
                          <a:cubicBezTo>
                            <a:pt x="35339" y="28871"/>
                            <a:pt x="2240" y="48650"/>
                            <a:pt x="626" y="59952"/>
                          </a:cubicBezTo>
                          <a:cubicBezTo>
                            <a:pt x="-1796" y="75694"/>
                            <a:pt x="3047" y="87400"/>
                            <a:pt x="11120" y="94666"/>
                          </a:cubicBezTo>
                          <a:cubicBezTo>
                            <a:pt x="11120" y="94666"/>
                            <a:pt x="7891" y="125343"/>
                            <a:pt x="19193" y="143104"/>
                          </a:cubicBezTo>
                          <a:cubicBezTo>
                            <a:pt x="19193" y="143104"/>
                            <a:pt x="15157" y="171359"/>
                            <a:pt x="35743" y="189120"/>
                          </a:cubicBezTo>
                          <a:cubicBezTo>
                            <a:pt x="35743" y="189523"/>
                            <a:pt x="34936" y="218990"/>
                            <a:pt x="50275" y="226659"/>
                          </a:cubicBezTo>
                          <a:lnTo>
                            <a:pt x="50275" y="226659"/>
                          </a:lnTo>
                          <a:close/>
                        </a:path>
                      </a:pathLst>
                    </a:custGeom>
                    <a:solidFill>
                      <a:srgbClr val="EEA886"/>
                    </a:solidFill>
                    <a:ln w="4033" cap="flat">
                      <a:noFill/>
                      <a:prstDash val="solid"/>
                      <a:miter/>
                    </a:ln>
                  </p:spPr>
                  <p:txBody>
                    <a:bodyPr rtlCol="0" anchor="ctr"/>
                    <a:lstStyle/>
                    <a:p>
                      <a:endParaRPr lang="en-US"/>
                    </a:p>
                  </p:txBody>
                </p:sp>
                <p:sp>
                  <p:nvSpPr>
                    <p:cNvPr id="464" name="Freeform: Shape 463">
                      <a:extLst>
                        <a:ext uri="{FF2B5EF4-FFF2-40B4-BE49-F238E27FC236}">
                          <a16:creationId xmlns:a16="http://schemas.microsoft.com/office/drawing/2014/main" id="{239E74F7-A5A2-43C2-98B0-1CCF4EB23D02}"/>
                        </a:ext>
                      </a:extLst>
                    </p:cNvPr>
                    <p:cNvSpPr/>
                    <p:nvPr/>
                  </p:nvSpPr>
                  <p:spPr>
                    <a:xfrm>
                      <a:off x="17776735" y="2265535"/>
                      <a:ext cx="696511" cy="1041818"/>
                    </a:xfrm>
                    <a:custGeom>
                      <a:avLst/>
                      <a:gdLst>
                        <a:gd name="connsiteX0" fmla="*/ 154 w 696511"/>
                        <a:gd name="connsiteY0" fmla="*/ 863406 h 1041818"/>
                        <a:gd name="connsiteX1" fmla="*/ 64335 w 696511"/>
                        <a:gd name="connsiteY1" fmla="*/ 1041819 h 1041818"/>
                        <a:gd name="connsiteX2" fmla="*/ 687166 w 696511"/>
                        <a:gd name="connsiteY2" fmla="*/ 842012 h 1041818"/>
                        <a:gd name="connsiteX3" fmla="*/ 446187 w 696511"/>
                        <a:gd name="connsiteY3" fmla="*/ 0 h 1041818"/>
                        <a:gd name="connsiteX4" fmla="*/ 220143 w 696511"/>
                        <a:gd name="connsiteY4" fmla="*/ 77097 h 1041818"/>
                        <a:gd name="connsiteX5" fmla="*/ 341641 w 696511"/>
                        <a:gd name="connsiteY5" fmla="*/ 306773 h 1041818"/>
                        <a:gd name="connsiteX6" fmla="*/ 526513 w 696511"/>
                        <a:gd name="connsiteY6" fmla="*/ 647050 h 1041818"/>
                        <a:gd name="connsiteX7" fmla="*/ 154 w 696511"/>
                        <a:gd name="connsiteY7" fmla="*/ 863406 h 1041818"/>
                        <a:gd name="connsiteX8" fmla="*/ 154 w 696511"/>
                        <a:gd name="connsiteY8" fmla="*/ 863406 h 104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6511" h="1041818">
                          <a:moveTo>
                            <a:pt x="154" y="863406"/>
                          </a:moveTo>
                          <a:cubicBezTo>
                            <a:pt x="154" y="863406"/>
                            <a:pt x="-6304" y="956245"/>
                            <a:pt x="64335" y="1041819"/>
                          </a:cubicBezTo>
                          <a:cubicBezTo>
                            <a:pt x="64335" y="1041819"/>
                            <a:pt x="620967" y="868249"/>
                            <a:pt x="687166" y="842012"/>
                          </a:cubicBezTo>
                          <a:cubicBezTo>
                            <a:pt x="753364" y="815775"/>
                            <a:pt x="446187" y="0"/>
                            <a:pt x="446187" y="0"/>
                          </a:cubicBezTo>
                          <a:lnTo>
                            <a:pt x="220143" y="77097"/>
                          </a:lnTo>
                          <a:lnTo>
                            <a:pt x="341641" y="306773"/>
                          </a:lnTo>
                          <a:cubicBezTo>
                            <a:pt x="341641" y="306773"/>
                            <a:pt x="401785" y="435537"/>
                            <a:pt x="526513" y="647050"/>
                          </a:cubicBezTo>
                          <a:cubicBezTo>
                            <a:pt x="526513" y="646646"/>
                            <a:pt x="449820" y="719707"/>
                            <a:pt x="154" y="863406"/>
                          </a:cubicBezTo>
                          <a:lnTo>
                            <a:pt x="154" y="863406"/>
                          </a:lnTo>
                          <a:close/>
                        </a:path>
                      </a:pathLst>
                    </a:custGeom>
                    <a:solidFill>
                      <a:schemeClr val="accent3"/>
                    </a:solidFill>
                    <a:ln w="4033" cap="flat">
                      <a:noFill/>
                      <a:prstDash val="solid"/>
                      <a:miter/>
                    </a:ln>
                  </p:spPr>
                  <p:txBody>
                    <a:bodyPr rtlCol="0" anchor="ctr"/>
                    <a:lstStyle/>
                    <a:p>
                      <a:endParaRPr lang="en-US"/>
                    </a:p>
                  </p:txBody>
                </p:sp>
                <p:sp>
                  <p:nvSpPr>
                    <p:cNvPr id="465" name="Freeform: Shape 464">
                      <a:extLst>
                        <a:ext uri="{FF2B5EF4-FFF2-40B4-BE49-F238E27FC236}">
                          <a16:creationId xmlns:a16="http://schemas.microsoft.com/office/drawing/2014/main" id="{2B3FB60E-DD79-494D-B678-0E7E724C60F7}"/>
                        </a:ext>
                      </a:extLst>
                    </p:cNvPr>
                    <p:cNvSpPr/>
                    <p:nvPr/>
                  </p:nvSpPr>
                  <p:spPr>
                    <a:xfrm>
                      <a:off x="17344000" y="1267008"/>
                      <a:ext cx="100282" cy="45548"/>
                    </a:xfrm>
                    <a:custGeom>
                      <a:avLst/>
                      <a:gdLst>
                        <a:gd name="connsiteX0" fmla="*/ 91403 w 100282"/>
                        <a:gd name="connsiteY0" fmla="*/ 3936 h 45548"/>
                        <a:gd name="connsiteX1" fmla="*/ 45790 w 100282"/>
                        <a:gd name="connsiteY1" fmla="*/ 2725 h 45548"/>
                        <a:gd name="connsiteX2" fmla="*/ 22379 w 100282"/>
                        <a:gd name="connsiteY2" fmla="*/ 11201 h 45548"/>
                        <a:gd name="connsiteX3" fmla="*/ 582 w 100282"/>
                        <a:gd name="connsiteY3" fmla="*/ 37438 h 45548"/>
                        <a:gd name="connsiteX4" fmla="*/ 5425 w 100282"/>
                        <a:gd name="connsiteY4" fmla="*/ 43493 h 45548"/>
                        <a:gd name="connsiteX5" fmla="*/ 21168 w 100282"/>
                        <a:gd name="connsiteY5" fmla="*/ 42686 h 45548"/>
                        <a:gd name="connsiteX6" fmla="*/ 44579 w 100282"/>
                        <a:gd name="connsiteY6" fmla="*/ 32191 h 45548"/>
                        <a:gd name="connsiteX7" fmla="*/ 75660 w 100282"/>
                        <a:gd name="connsiteY7" fmla="*/ 26944 h 45548"/>
                        <a:gd name="connsiteX8" fmla="*/ 82523 w 100282"/>
                        <a:gd name="connsiteY8" fmla="*/ 27347 h 45548"/>
                        <a:gd name="connsiteX9" fmla="*/ 98669 w 100282"/>
                        <a:gd name="connsiteY9" fmla="*/ 20082 h 45548"/>
                        <a:gd name="connsiteX10" fmla="*/ 100283 w 100282"/>
                        <a:gd name="connsiteY10" fmla="*/ 16045 h 45548"/>
                        <a:gd name="connsiteX11" fmla="*/ 91403 w 100282"/>
                        <a:gd name="connsiteY11" fmla="*/ 3936 h 45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282" h="45548">
                          <a:moveTo>
                            <a:pt x="91403" y="3936"/>
                          </a:moveTo>
                          <a:cubicBezTo>
                            <a:pt x="77678" y="-1715"/>
                            <a:pt x="60322" y="-505"/>
                            <a:pt x="45790" y="2725"/>
                          </a:cubicBezTo>
                          <a:cubicBezTo>
                            <a:pt x="37717" y="4743"/>
                            <a:pt x="30048" y="7568"/>
                            <a:pt x="22379" y="11201"/>
                          </a:cubicBezTo>
                          <a:cubicBezTo>
                            <a:pt x="11076" y="16852"/>
                            <a:pt x="-3051" y="25733"/>
                            <a:pt x="582" y="37438"/>
                          </a:cubicBezTo>
                          <a:cubicBezTo>
                            <a:pt x="1389" y="39860"/>
                            <a:pt x="3003" y="42282"/>
                            <a:pt x="5425" y="43493"/>
                          </a:cubicBezTo>
                          <a:cubicBezTo>
                            <a:pt x="10673" y="46722"/>
                            <a:pt x="15113" y="45915"/>
                            <a:pt x="21168" y="42686"/>
                          </a:cubicBezTo>
                          <a:cubicBezTo>
                            <a:pt x="27222" y="39457"/>
                            <a:pt x="28837" y="37035"/>
                            <a:pt x="44579" y="32191"/>
                          </a:cubicBezTo>
                          <a:cubicBezTo>
                            <a:pt x="54671" y="29365"/>
                            <a:pt x="65165" y="27347"/>
                            <a:pt x="75660" y="26944"/>
                          </a:cubicBezTo>
                          <a:cubicBezTo>
                            <a:pt x="78082" y="26944"/>
                            <a:pt x="80100" y="27347"/>
                            <a:pt x="82523" y="27347"/>
                          </a:cubicBezTo>
                          <a:cubicBezTo>
                            <a:pt x="89384" y="27347"/>
                            <a:pt x="95439" y="26136"/>
                            <a:pt x="98669" y="20082"/>
                          </a:cubicBezTo>
                          <a:cubicBezTo>
                            <a:pt x="99476" y="18871"/>
                            <a:pt x="99879" y="17256"/>
                            <a:pt x="100283" y="16045"/>
                          </a:cubicBezTo>
                          <a:cubicBezTo>
                            <a:pt x="100283" y="12009"/>
                            <a:pt x="98265" y="7165"/>
                            <a:pt x="91403" y="3936"/>
                          </a:cubicBezTo>
                          <a:close/>
                        </a:path>
                      </a:pathLst>
                    </a:custGeom>
                    <a:solidFill>
                      <a:srgbClr val="3D3C3B"/>
                    </a:solidFill>
                    <a:ln w="4033" cap="flat">
                      <a:noFill/>
                      <a:prstDash val="solid"/>
                      <a:miter/>
                    </a:ln>
                  </p:spPr>
                  <p:txBody>
                    <a:bodyPr rtlCol="0" anchor="ctr"/>
                    <a:lstStyle/>
                    <a:p>
                      <a:endParaRPr lang="en-US"/>
                    </a:p>
                  </p:txBody>
                </p:sp>
              </p:grpSp>
              <p:sp>
                <p:nvSpPr>
                  <p:cNvPr id="440" name="Freeform: Shape 439">
                    <a:extLst>
                      <a:ext uri="{FF2B5EF4-FFF2-40B4-BE49-F238E27FC236}">
                        <a16:creationId xmlns:a16="http://schemas.microsoft.com/office/drawing/2014/main" id="{53DD8615-870A-4BB7-A37B-27CD4A11A5DF}"/>
                      </a:ext>
                    </a:extLst>
                  </p:cNvPr>
                  <p:cNvSpPr/>
                  <p:nvPr/>
                </p:nvSpPr>
                <p:spPr>
                  <a:xfrm>
                    <a:off x="16706412" y="4384694"/>
                    <a:ext cx="1433761" cy="198595"/>
                  </a:xfrm>
                  <a:custGeom>
                    <a:avLst/>
                    <a:gdLst>
                      <a:gd name="connsiteX0" fmla="*/ 1381287 w 1433761"/>
                      <a:gd name="connsiteY0" fmla="*/ 198595 h 198595"/>
                      <a:gd name="connsiteX1" fmla="*/ 52474 w 1433761"/>
                      <a:gd name="connsiteY1" fmla="*/ 198595 h 198595"/>
                      <a:gd name="connsiteX2" fmla="*/ 0 w 1433761"/>
                      <a:gd name="connsiteY2" fmla="*/ 146121 h 198595"/>
                      <a:gd name="connsiteX3" fmla="*/ 0 w 1433761"/>
                      <a:gd name="connsiteY3" fmla="*/ 52474 h 198595"/>
                      <a:gd name="connsiteX4" fmla="*/ 52474 w 1433761"/>
                      <a:gd name="connsiteY4" fmla="*/ 0 h 198595"/>
                      <a:gd name="connsiteX5" fmla="*/ 1381287 w 1433761"/>
                      <a:gd name="connsiteY5" fmla="*/ 0 h 198595"/>
                      <a:gd name="connsiteX6" fmla="*/ 1433762 w 1433761"/>
                      <a:gd name="connsiteY6" fmla="*/ 52474 h 198595"/>
                      <a:gd name="connsiteX7" fmla="*/ 1433762 w 1433761"/>
                      <a:gd name="connsiteY7" fmla="*/ 146121 h 198595"/>
                      <a:gd name="connsiteX8" fmla="*/ 1381287 w 1433761"/>
                      <a:gd name="connsiteY8" fmla="*/ 198595 h 19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3761" h="198595">
                        <a:moveTo>
                          <a:pt x="1381287" y="198595"/>
                        </a:moveTo>
                        <a:lnTo>
                          <a:pt x="52474" y="198595"/>
                        </a:lnTo>
                        <a:cubicBezTo>
                          <a:pt x="23411" y="198595"/>
                          <a:pt x="0" y="175184"/>
                          <a:pt x="0" y="146121"/>
                        </a:cubicBezTo>
                        <a:lnTo>
                          <a:pt x="0" y="52474"/>
                        </a:lnTo>
                        <a:cubicBezTo>
                          <a:pt x="0" y="23411"/>
                          <a:pt x="23411" y="0"/>
                          <a:pt x="52474" y="0"/>
                        </a:cubicBezTo>
                        <a:lnTo>
                          <a:pt x="1381287" y="0"/>
                        </a:lnTo>
                        <a:cubicBezTo>
                          <a:pt x="1410350" y="0"/>
                          <a:pt x="1433762" y="23411"/>
                          <a:pt x="1433762" y="52474"/>
                        </a:cubicBezTo>
                        <a:lnTo>
                          <a:pt x="1433762" y="146121"/>
                        </a:lnTo>
                        <a:cubicBezTo>
                          <a:pt x="1433762" y="175184"/>
                          <a:pt x="1410350" y="198595"/>
                          <a:pt x="1381287" y="198595"/>
                        </a:cubicBezTo>
                        <a:close/>
                      </a:path>
                    </a:pathLst>
                  </a:custGeom>
                  <a:solidFill>
                    <a:srgbClr val="EF658A"/>
                  </a:solidFill>
                  <a:ln w="4033" cap="flat">
                    <a:noFill/>
                    <a:prstDash val="solid"/>
                    <a:miter/>
                  </a:ln>
                </p:spPr>
                <p:txBody>
                  <a:bodyPr rtlCol="0" anchor="ctr"/>
                  <a:lstStyle/>
                  <a:p>
                    <a:endParaRPr lang="en-US"/>
                  </a:p>
                </p:txBody>
              </p:sp>
              <p:sp>
                <p:nvSpPr>
                  <p:cNvPr id="441" name="Freeform: Shape 440">
                    <a:extLst>
                      <a:ext uri="{FF2B5EF4-FFF2-40B4-BE49-F238E27FC236}">
                        <a16:creationId xmlns:a16="http://schemas.microsoft.com/office/drawing/2014/main" id="{118B26D1-3111-4B1E-B3EA-2A9CC55AB2D0}"/>
                      </a:ext>
                    </a:extLst>
                  </p:cNvPr>
                  <p:cNvSpPr/>
                  <p:nvPr/>
                </p:nvSpPr>
                <p:spPr>
                  <a:xfrm>
                    <a:off x="16681386" y="4384694"/>
                    <a:ext cx="1402680" cy="198595"/>
                  </a:xfrm>
                  <a:custGeom>
                    <a:avLst/>
                    <a:gdLst>
                      <a:gd name="connsiteX0" fmla="*/ 1350207 w 1402680"/>
                      <a:gd name="connsiteY0" fmla="*/ 198595 h 198595"/>
                      <a:gd name="connsiteX1" fmla="*/ 52474 w 1402680"/>
                      <a:gd name="connsiteY1" fmla="*/ 198595 h 198595"/>
                      <a:gd name="connsiteX2" fmla="*/ 0 w 1402680"/>
                      <a:gd name="connsiteY2" fmla="*/ 146121 h 198595"/>
                      <a:gd name="connsiteX3" fmla="*/ 0 w 1402680"/>
                      <a:gd name="connsiteY3" fmla="*/ 52474 h 198595"/>
                      <a:gd name="connsiteX4" fmla="*/ 52474 w 1402680"/>
                      <a:gd name="connsiteY4" fmla="*/ 0 h 198595"/>
                      <a:gd name="connsiteX5" fmla="*/ 1350207 w 1402680"/>
                      <a:gd name="connsiteY5" fmla="*/ 0 h 198595"/>
                      <a:gd name="connsiteX6" fmla="*/ 1402681 w 1402680"/>
                      <a:gd name="connsiteY6" fmla="*/ 52474 h 198595"/>
                      <a:gd name="connsiteX7" fmla="*/ 1402681 w 1402680"/>
                      <a:gd name="connsiteY7" fmla="*/ 146121 h 198595"/>
                      <a:gd name="connsiteX8" fmla="*/ 1350207 w 1402680"/>
                      <a:gd name="connsiteY8" fmla="*/ 198595 h 19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2680" h="198595">
                        <a:moveTo>
                          <a:pt x="1350207" y="198595"/>
                        </a:moveTo>
                        <a:lnTo>
                          <a:pt x="52474" y="198595"/>
                        </a:lnTo>
                        <a:cubicBezTo>
                          <a:pt x="23412" y="198595"/>
                          <a:pt x="0" y="175184"/>
                          <a:pt x="0" y="146121"/>
                        </a:cubicBezTo>
                        <a:lnTo>
                          <a:pt x="0" y="52474"/>
                        </a:lnTo>
                        <a:cubicBezTo>
                          <a:pt x="0" y="23411"/>
                          <a:pt x="23412" y="0"/>
                          <a:pt x="52474" y="0"/>
                        </a:cubicBezTo>
                        <a:lnTo>
                          <a:pt x="1350207" y="0"/>
                        </a:lnTo>
                        <a:cubicBezTo>
                          <a:pt x="1379270" y="0"/>
                          <a:pt x="1402681" y="23411"/>
                          <a:pt x="1402681" y="52474"/>
                        </a:cubicBezTo>
                        <a:lnTo>
                          <a:pt x="1402681" y="146121"/>
                        </a:lnTo>
                        <a:cubicBezTo>
                          <a:pt x="1402681" y="175184"/>
                          <a:pt x="1379270" y="198595"/>
                          <a:pt x="1350207" y="198595"/>
                        </a:cubicBezTo>
                        <a:close/>
                      </a:path>
                    </a:pathLst>
                  </a:custGeom>
                  <a:solidFill>
                    <a:schemeClr val="accent1"/>
                  </a:solidFill>
                  <a:ln w="4033" cap="flat">
                    <a:noFill/>
                    <a:prstDash val="solid"/>
                    <a:miter/>
                  </a:ln>
                </p:spPr>
                <p:txBody>
                  <a:bodyPr rtlCol="0" anchor="ctr"/>
                  <a:lstStyle/>
                  <a:p>
                    <a:endParaRPr lang="en-US"/>
                  </a:p>
                </p:txBody>
              </p:sp>
            </p:grpSp>
            <p:sp>
              <p:nvSpPr>
                <p:cNvPr id="416" name="Freeform: Shape 415">
                  <a:extLst>
                    <a:ext uri="{FF2B5EF4-FFF2-40B4-BE49-F238E27FC236}">
                      <a16:creationId xmlns:a16="http://schemas.microsoft.com/office/drawing/2014/main" id="{7D4E958B-0AF6-4F5F-993F-FE97D22FFEBF}"/>
                    </a:ext>
                  </a:extLst>
                </p:cNvPr>
                <p:cNvSpPr/>
                <p:nvPr/>
              </p:nvSpPr>
              <p:spPr>
                <a:xfrm>
                  <a:off x="17527031" y="4758473"/>
                  <a:ext cx="46016" cy="46016"/>
                </a:xfrm>
                <a:custGeom>
                  <a:avLst/>
                  <a:gdLst>
                    <a:gd name="connsiteX0" fmla="*/ 46016 w 46016"/>
                    <a:gd name="connsiteY0" fmla="*/ 23008 h 46016"/>
                    <a:gd name="connsiteX1" fmla="*/ 23008 w 46016"/>
                    <a:gd name="connsiteY1" fmla="*/ 46016 h 46016"/>
                    <a:gd name="connsiteX2" fmla="*/ 0 w 46016"/>
                    <a:gd name="connsiteY2" fmla="*/ 23008 h 46016"/>
                    <a:gd name="connsiteX3" fmla="*/ 23008 w 46016"/>
                    <a:gd name="connsiteY3" fmla="*/ 0 h 46016"/>
                    <a:gd name="connsiteX4" fmla="*/ 46016 w 46016"/>
                    <a:gd name="connsiteY4" fmla="*/ 23008 h 46016"/>
                    <a:gd name="connsiteX5" fmla="*/ 46016 w 46016"/>
                    <a:gd name="connsiteY5" fmla="*/ 23008 h 46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16" h="46016">
                      <a:moveTo>
                        <a:pt x="46016" y="23008"/>
                      </a:moveTo>
                      <a:cubicBezTo>
                        <a:pt x="46016" y="35925"/>
                        <a:pt x="35521" y="46016"/>
                        <a:pt x="23008" y="46016"/>
                      </a:cubicBezTo>
                      <a:cubicBezTo>
                        <a:pt x="10091" y="46016"/>
                        <a:pt x="0" y="35521"/>
                        <a:pt x="0" y="23008"/>
                      </a:cubicBezTo>
                      <a:cubicBezTo>
                        <a:pt x="0" y="10091"/>
                        <a:pt x="10495" y="0"/>
                        <a:pt x="23008" y="0"/>
                      </a:cubicBezTo>
                      <a:cubicBezTo>
                        <a:pt x="35925" y="0"/>
                        <a:pt x="46016" y="10495"/>
                        <a:pt x="46016" y="23008"/>
                      </a:cubicBezTo>
                      <a:lnTo>
                        <a:pt x="46016" y="23008"/>
                      </a:lnTo>
                      <a:close/>
                    </a:path>
                  </a:pathLst>
                </a:custGeom>
                <a:solidFill>
                  <a:srgbClr val="FFFFFF"/>
                </a:solidFill>
                <a:ln w="4033" cap="flat">
                  <a:noFill/>
                  <a:prstDash val="solid"/>
                  <a:miter/>
                </a:ln>
              </p:spPr>
              <p:txBody>
                <a:bodyPr rtlCol="0" anchor="ctr"/>
                <a:lstStyle/>
                <a:p>
                  <a:endParaRPr lang="en-US"/>
                </a:p>
              </p:txBody>
            </p:sp>
            <p:sp>
              <p:nvSpPr>
                <p:cNvPr id="417" name="Freeform: Shape 416">
                  <a:extLst>
                    <a:ext uri="{FF2B5EF4-FFF2-40B4-BE49-F238E27FC236}">
                      <a16:creationId xmlns:a16="http://schemas.microsoft.com/office/drawing/2014/main" id="{8EEECACB-C489-435E-91F6-C0FF40088A1C}"/>
                    </a:ext>
                  </a:extLst>
                </p:cNvPr>
                <p:cNvSpPr/>
                <p:nvPr/>
              </p:nvSpPr>
              <p:spPr>
                <a:xfrm>
                  <a:off x="16139661" y="5496747"/>
                  <a:ext cx="2480048" cy="458948"/>
                </a:xfrm>
                <a:custGeom>
                  <a:avLst/>
                  <a:gdLst>
                    <a:gd name="connsiteX0" fmla="*/ 2480049 w 2480048"/>
                    <a:gd name="connsiteY0" fmla="*/ 458949 h 458948"/>
                    <a:gd name="connsiteX1" fmla="*/ 123141 w 2480048"/>
                    <a:gd name="connsiteY1" fmla="*/ 458949 h 458948"/>
                    <a:gd name="connsiteX2" fmla="*/ 123141 w 2480048"/>
                    <a:gd name="connsiteY2" fmla="*/ 0 h 458948"/>
                    <a:gd name="connsiteX3" fmla="*/ 2480049 w 2480048"/>
                    <a:gd name="connsiteY3" fmla="*/ 0 h 458948"/>
                    <a:gd name="connsiteX4" fmla="*/ 2480049 w 2480048"/>
                    <a:gd name="connsiteY4" fmla="*/ 54896 h 458948"/>
                    <a:gd name="connsiteX5" fmla="*/ 2405373 w 2480048"/>
                    <a:gd name="connsiteY5" fmla="*/ 54896 h 458948"/>
                    <a:gd name="connsiteX6" fmla="*/ 2405373 w 2480048"/>
                    <a:gd name="connsiteY6" fmla="*/ 397594 h 458948"/>
                    <a:gd name="connsiteX7" fmla="*/ 2480049 w 2480048"/>
                    <a:gd name="connsiteY7" fmla="*/ 397594 h 458948"/>
                    <a:gd name="connsiteX8" fmla="*/ 2480049 w 2480048"/>
                    <a:gd name="connsiteY8" fmla="*/ 458949 h 458948"/>
                    <a:gd name="connsiteX9" fmla="*/ 2480049 w 2480048"/>
                    <a:gd name="connsiteY9" fmla="*/ 458949 h 458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80048" h="458948">
                      <a:moveTo>
                        <a:pt x="2480049" y="458949"/>
                      </a:moveTo>
                      <a:cubicBezTo>
                        <a:pt x="2480049" y="458949"/>
                        <a:pt x="284197" y="458949"/>
                        <a:pt x="123141" y="458949"/>
                      </a:cubicBezTo>
                      <a:cubicBezTo>
                        <a:pt x="-32668" y="307581"/>
                        <a:pt x="-49218" y="113829"/>
                        <a:pt x="123141" y="0"/>
                      </a:cubicBezTo>
                      <a:cubicBezTo>
                        <a:pt x="288637" y="0"/>
                        <a:pt x="2480049" y="0"/>
                        <a:pt x="2480049" y="0"/>
                      </a:cubicBezTo>
                      <a:lnTo>
                        <a:pt x="2480049" y="54896"/>
                      </a:lnTo>
                      <a:lnTo>
                        <a:pt x="2405373" y="54896"/>
                      </a:lnTo>
                      <a:lnTo>
                        <a:pt x="2405373" y="397594"/>
                      </a:lnTo>
                      <a:lnTo>
                        <a:pt x="2480049" y="397594"/>
                      </a:lnTo>
                      <a:lnTo>
                        <a:pt x="2480049" y="458949"/>
                      </a:lnTo>
                      <a:lnTo>
                        <a:pt x="2480049" y="458949"/>
                      </a:lnTo>
                      <a:close/>
                    </a:path>
                  </a:pathLst>
                </a:custGeom>
                <a:solidFill>
                  <a:schemeClr val="accent4">
                    <a:lumMod val="75000"/>
                  </a:schemeClr>
                </a:solidFill>
                <a:ln w="4033" cap="flat">
                  <a:noFill/>
                  <a:prstDash val="solid"/>
                  <a:miter/>
                </a:ln>
              </p:spPr>
              <p:txBody>
                <a:bodyPr rtlCol="0" anchor="ctr"/>
                <a:lstStyle/>
                <a:p>
                  <a:endParaRPr lang="en-US"/>
                </a:p>
              </p:txBody>
            </p:sp>
            <p:sp>
              <p:nvSpPr>
                <p:cNvPr id="418" name="Freeform: Shape 417">
                  <a:extLst>
                    <a:ext uri="{FF2B5EF4-FFF2-40B4-BE49-F238E27FC236}">
                      <a16:creationId xmlns:a16="http://schemas.microsoft.com/office/drawing/2014/main" id="{F10153FF-761C-4FAF-A829-E011D30FDADE}"/>
                    </a:ext>
                  </a:extLst>
                </p:cNvPr>
                <p:cNvSpPr/>
                <p:nvPr/>
              </p:nvSpPr>
              <p:spPr>
                <a:xfrm>
                  <a:off x="16224753" y="5551644"/>
                  <a:ext cx="2320280" cy="342698"/>
                </a:xfrm>
                <a:custGeom>
                  <a:avLst/>
                  <a:gdLst>
                    <a:gd name="connsiteX0" fmla="*/ 2320281 w 2320280"/>
                    <a:gd name="connsiteY0" fmla="*/ 342698 h 342698"/>
                    <a:gd name="connsiteX1" fmla="*/ 82046 w 2320280"/>
                    <a:gd name="connsiteY1" fmla="*/ 342698 h 342698"/>
                    <a:gd name="connsiteX2" fmla="*/ 82046 w 2320280"/>
                    <a:gd name="connsiteY2" fmla="*/ 0 h 342698"/>
                    <a:gd name="connsiteX3" fmla="*/ 2320281 w 2320280"/>
                    <a:gd name="connsiteY3" fmla="*/ 0 h 342698"/>
                    <a:gd name="connsiteX4" fmla="*/ 2320281 w 2320280"/>
                    <a:gd name="connsiteY4" fmla="*/ 342698 h 342698"/>
                    <a:gd name="connsiteX5" fmla="*/ 2320281 w 2320280"/>
                    <a:gd name="connsiteY5" fmla="*/ 342698 h 342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20280" h="342698">
                      <a:moveTo>
                        <a:pt x="2320281" y="342698"/>
                      </a:moveTo>
                      <a:cubicBezTo>
                        <a:pt x="2320281" y="342698"/>
                        <a:pt x="233415" y="342698"/>
                        <a:pt x="82046" y="342698"/>
                      </a:cubicBezTo>
                      <a:cubicBezTo>
                        <a:pt x="-25728" y="266812"/>
                        <a:pt x="-28957" y="69832"/>
                        <a:pt x="82046" y="0"/>
                      </a:cubicBezTo>
                      <a:cubicBezTo>
                        <a:pt x="237855" y="0"/>
                        <a:pt x="2320281" y="0"/>
                        <a:pt x="2320281" y="0"/>
                      </a:cubicBezTo>
                      <a:lnTo>
                        <a:pt x="2320281" y="342698"/>
                      </a:lnTo>
                      <a:lnTo>
                        <a:pt x="2320281" y="342698"/>
                      </a:lnTo>
                      <a:close/>
                    </a:path>
                  </a:pathLst>
                </a:custGeom>
                <a:solidFill>
                  <a:srgbClr val="FFFFFF"/>
                </a:solidFill>
                <a:ln w="4033" cap="flat">
                  <a:noFill/>
                  <a:prstDash val="solid"/>
                  <a:miter/>
                </a:ln>
              </p:spPr>
              <p:txBody>
                <a:bodyPr rtlCol="0" anchor="ctr"/>
                <a:lstStyle/>
                <a:p>
                  <a:endParaRPr lang="en-US"/>
                </a:p>
              </p:txBody>
            </p:sp>
            <p:sp>
              <p:nvSpPr>
                <p:cNvPr id="419" name="Freeform: Shape 418">
                  <a:extLst>
                    <a:ext uri="{FF2B5EF4-FFF2-40B4-BE49-F238E27FC236}">
                      <a16:creationId xmlns:a16="http://schemas.microsoft.com/office/drawing/2014/main" id="{29F3C92F-1205-4BE6-9F4B-7DA93A34D256}"/>
                    </a:ext>
                  </a:extLst>
                </p:cNvPr>
                <p:cNvSpPr/>
                <p:nvPr/>
              </p:nvSpPr>
              <p:spPr>
                <a:xfrm>
                  <a:off x="16224859" y="5551644"/>
                  <a:ext cx="2320175" cy="342698"/>
                </a:xfrm>
                <a:custGeom>
                  <a:avLst/>
                  <a:gdLst>
                    <a:gd name="connsiteX0" fmla="*/ 83555 w 2320175"/>
                    <a:gd name="connsiteY0" fmla="*/ 342698 h 342698"/>
                    <a:gd name="connsiteX1" fmla="*/ 81941 w 2320175"/>
                    <a:gd name="connsiteY1" fmla="*/ 342698 h 342698"/>
                    <a:gd name="connsiteX2" fmla="*/ 0 w 2320175"/>
                    <a:gd name="connsiteY2" fmla="*/ 167514 h 342698"/>
                    <a:gd name="connsiteX3" fmla="*/ 81941 w 2320175"/>
                    <a:gd name="connsiteY3" fmla="*/ 0 h 342698"/>
                    <a:gd name="connsiteX4" fmla="*/ 2320176 w 2320175"/>
                    <a:gd name="connsiteY4" fmla="*/ 0 h 342698"/>
                    <a:gd name="connsiteX5" fmla="*/ 2320176 w 2320175"/>
                    <a:gd name="connsiteY5" fmla="*/ 63777 h 342698"/>
                    <a:gd name="connsiteX6" fmla="*/ 138855 w 2320175"/>
                    <a:gd name="connsiteY6" fmla="*/ 63777 h 342698"/>
                    <a:gd name="connsiteX7" fmla="*/ 83555 w 2320175"/>
                    <a:gd name="connsiteY7" fmla="*/ 342698 h 342698"/>
                    <a:gd name="connsiteX8" fmla="*/ 83555 w 2320175"/>
                    <a:gd name="connsiteY8" fmla="*/ 342698 h 342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0175" h="342698">
                      <a:moveTo>
                        <a:pt x="83555" y="342698"/>
                      </a:moveTo>
                      <a:cubicBezTo>
                        <a:pt x="83152" y="342698"/>
                        <a:pt x="82345" y="342698"/>
                        <a:pt x="81941" y="342698"/>
                      </a:cubicBezTo>
                      <a:cubicBezTo>
                        <a:pt x="27448" y="304352"/>
                        <a:pt x="0" y="235328"/>
                        <a:pt x="0" y="167514"/>
                      </a:cubicBezTo>
                      <a:cubicBezTo>
                        <a:pt x="0" y="100509"/>
                        <a:pt x="27045" y="34714"/>
                        <a:pt x="81941" y="0"/>
                      </a:cubicBezTo>
                      <a:cubicBezTo>
                        <a:pt x="237749" y="0"/>
                        <a:pt x="2320176" y="0"/>
                        <a:pt x="2320176" y="0"/>
                      </a:cubicBezTo>
                      <a:lnTo>
                        <a:pt x="2320176" y="63777"/>
                      </a:lnTo>
                      <a:cubicBezTo>
                        <a:pt x="1985551" y="63777"/>
                        <a:pt x="279326" y="63777"/>
                        <a:pt x="138855" y="63777"/>
                      </a:cubicBezTo>
                      <a:cubicBezTo>
                        <a:pt x="51667" y="118269"/>
                        <a:pt x="34714" y="251070"/>
                        <a:pt x="83555" y="342698"/>
                      </a:cubicBezTo>
                      <a:lnTo>
                        <a:pt x="83555" y="342698"/>
                      </a:lnTo>
                      <a:close/>
                    </a:path>
                  </a:pathLst>
                </a:custGeom>
                <a:solidFill>
                  <a:srgbClr val="D6D2CB"/>
                </a:solidFill>
                <a:ln w="4033" cap="flat">
                  <a:noFill/>
                  <a:prstDash val="solid"/>
                  <a:miter/>
                </a:ln>
              </p:spPr>
              <p:txBody>
                <a:bodyPr rtlCol="0" anchor="ctr"/>
                <a:lstStyle/>
                <a:p>
                  <a:endParaRPr lang="en-US"/>
                </a:p>
              </p:txBody>
            </p:sp>
            <p:sp>
              <p:nvSpPr>
                <p:cNvPr id="420" name="Freeform: Shape 419">
                  <a:extLst>
                    <a:ext uri="{FF2B5EF4-FFF2-40B4-BE49-F238E27FC236}">
                      <a16:creationId xmlns:a16="http://schemas.microsoft.com/office/drawing/2014/main" id="{0B6F9DAA-8B9A-4ABB-A816-B92604E30942}"/>
                    </a:ext>
                  </a:extLst>
                </p:cNvPr>
                <p:cNvSpPr/>
                <p:nvPr/>
              </p:nvSpPr>
              <p:spPr>
                <a:xfrm>
                  <a:off x="16046987" y="5951660"/>
                  <a:ext cx="2479883" cy="458949"/>
                </a:xfrm>
                <a:custGeom>
                  <a:avLst/>
                  <a:gdLst>
                    <a:gd name="connsiteX0" fmla="*/ 2405208 w 2479883"/>
                    <a:gd name="connsiteY0" fmla="*/ 397594 h 458949"/>
                    <a:gd name="connsiteX1" fmla="*/ 2479883 w 2479883"/>
                    <a:gd name="connsiteY1" fmla="*/ 397594 h 458949"/>
                    <a:gd name="connsiteX2" fmla="*/ 2479883 w 2479883"/>
                    <a:gd name="connsiteY2" fmla="*/ 458949 h 458949"/>
                    <a:gd name="connsiteX3" fmla="*/ 122975 w 2479883"/>
                    <a:gd name="connsiteY3" fmla="*/ 458949 h 458949"/>
                    <a:gd name="connsiteX4" fmla="*/ 16412 w 2479883"/>
                    <a:gd name="connsiteY4" fmla="*/ 123921 h 458949"/>
                    <a:gd name="connsiteX5" fmla="*/ 122975 w 2479883"/>
                    <a:gd name="connsiteY5" fmla="*/ 0 h 458949"/>
                    <a:gd name="connsiteX6" fmla="*/ 2479883 w 2479883"/>
                    <a:gd name="connsiteY6" fmla="*/ 0 h 458949"/>
                    <a:gd name="connsiteX7" fmla="*/ 2479883 w 2479883"/>
                    <a:gd name="connsiteY7" fmla="*/ 54896 h 458949"/>
                    <a:gd name="connsiteX8" fmla="*/ 2405208 w 2479883"/>
                    <a:gd name="connsiteY8" fmla="*/ 54896 h 458949"/>
                    <a:gd name="connsiteX9" fmla="*/ 2405208 w 2479883"/>
                    <a:gd name="connsiteY9" fmla="*/ 397594 h 458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9883" h="458949">
                      <a:moveTo>
                        <a:pt x="2405208" y="397594"/>
                      </a:moveTo>
                      <a:lnTo>
                        <a:pt x="2479883" y="397594"/>
                      </a:lnTo>
                      <a:lnTo>
                        <a:pt x="2479883" y="458949"/>
                      </a:lnTo>
                      <a:cubicBezTo>
                        <a:pt x="2479883" y="458949"/>
                        <a:pt x="284031" y="458949"/>
                        <a:pt x="122975" y="458949"/>
                      </a:cubicBezTo>
                      <a:cubicBezTo>
                        <a:pt x="15201" y="354001"/>
                        <a:pt x="-25971" y="228869"/>
                        <a:pt x="16412" y="123921"/>
                      </a:cubicBezTo>
                      <a:cubicBezTo>
                        <a:pt x="34980" y="77501"/>
                        <a:pt x="70097" y="35118"/>
                        <a:pt x="122975" y="0"/>
                      </a:cubicBezTo>
                      <a:cubicBezTo>
                        <a:pt x="288875" y="0"/>
                        <a:pt x="2479883" y="0"/>
                        <a:pt x="2479883" y="0"/>
                      </a:cubicBezTo>
                      <a:lnTo>
                        <a:pt x="2479883" y="54896"/>
                      </a:lnTo>
                      <a:lnTo>
                        <a:pt x="2405208" y="54896"/>
                      </a:lnTo>
                      <a:lnTo>
                        <a:pt x="2405208" y="397594"/>
                      </a:lnTo>
                      <a:close/>
                    </a:path>
                  </a:pathLst>
                </a:custGeom>
                <a:solidFill>
                  <a:schemeClr val="accent1"/>
                </a:solidFill>
                <a:ln w="4033" cap="flat">
                  <a:noFill/>
                  <a:prstDash val="solid"/>
                  <a:miter/>
                </a:ln>
              </p:spPr>
              <p:txBody>
                <a:bodyPr rtlCol="0" anchor="ctr"/>
                <a:lstStyle/>
                <a:p>
                  <a:endParaRPr lang="en-US"/>
                </a:p>
              </p:txBody>
            </p:sp>
            <p:sp>
              <p:nvSpPr>
                <p:cNvPr id="421" name="Freeform: Shape 420">
                  <a:extLst>
                    <a:ext uri="{FF2B5EF4-FFF2-40B4-BE49-F238E27FC236}">
                      <a16:creationId xmlns:a16="http://schemas.microsoft.com/office/drawing/2014/main" id="{0CF96100-7F74-41C0-8F3E-E0AB7550D08E}"/>
                    </a:ext>
                  </a:extLst>
                </p:cNvPr>
                <p:cNvSpPr/>
                <p:nvPr/>
              </p:nvSpPr>
              <p:spPr>
                <a:xfrm>
                  <a:off x="16328972" y="5951660"/>
                  <a:ext cx="2480048" cy="458949"/>
                </a:xfrm>
                <a:custGeom>
                  <a:avLst/>
                  <a:gdLst>
                    <a:gd name="connsiteX0" fmla="*/ 2480049 w 2480048"/>
                    <a:gd name="connsiteY0" fmla="*/ 458949 h 458949"/>
                    <a:gd name="connsiteX1" fmla="*/ 123141 w 2480048"/>
                    <a:gd name="connsiteY1" fmla="*/ 458949 h 458949"/>
                    <a:gd name="connsiteX2" fmla="*/ 123141 w 2480048"/>
                    <a:gd name="connsiteY2" fmla="*/ 0 h 458949"/>
                    <a:gd name="connsiteX3" fmla="*/ 2480049 w 2480048"/>
                    <a:gd name="connsiteY3" fmla="*/ 0 h 458949"/>
                    <a:gd name="connsiteX4" fmla="*/ 2480049 w 2480048"/>
                    <a:gd name="connsiteY4" fmla="*/ 54896 h 458949"/>
                    <a:gd name="connsiteX5" fmla="*/ 2405374 w 2480048"/>
                    <a:gd name="connsiteY5" fmla="*/ 54896 h 458949"/>
                    <a:gd name="connsiteX6" fmla="*/ 2405374 w 2480048"/>
                    <a:gd name="connsiteY6" fmla="*/ 397594 h 458949"/>
                    <a:gd name="connsiteX7" fmla="*/ 2480049 w 2480048"/>
                    <a:gd name="connsiteY7" fmla="*/ 397594 h 458949"/>
                    <a:gd name="connsiteX8" fmla="*/ 2480049 w 2480048"/>
                    <a:gd name="connsiteY8" fmla="*/ 458949 h 458949"/>
                    <a:gd name="connsiteX9" fmla="*/ 2480049 w 2480048"/>
                    <a:gd name="connsiteY9" fmla="*/ 458949 h 458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80048" h="458949">
                      <a:moveTo>
                        <a:pt x="2480049" y="458949"/>
                      </a:moveTo>
                      <a:cubicBezTo>
                        <a:pt x="2480049" y="458949"/>
                        <a:pt x="284197" y="458949"/>
                        <a:pt x="123141" y="458949"/>
                      </a:cubicBezTo>
                      <a:cubicBezTo>
                        <a:pt x="-32668" y="307581"/>
                        <a:pt x="-49217" y="113829"/>
                        <a:pt x="123141" y="0"/>
                      </a:cubicBezTo>
                      <a:cubicBezTo>
                        <a:pt x="288637" y="0"/>
                        <a:pt x="2480049" y="0"/>
                        <a:pt x="2480049" y="0"/>
                      </a:cubicBezTo>
                      <a:lnTo>
                        <a:pt x="2480049" y="54896"/>
                      </a:lnTo>
                      <a:lnTo>
                        <a:pt x="2405374" y="54896"/>
                      </a:lnTo>
                      <a:lnTo>
                        <a:pt x="2405374" y="397594"/>
                      </a:lnTo>
                      <a:lnTo>
                        <a:pt x="2480049" y="397594"/>
                      </a:lnTo>
                      <a:lnTo>
                        <a:pt x="2480049" y="458949"/>
                      </a:lnTo>
                      <a:lnTo>
                        <a:pt x="2480049" y="458949"/>
                      </a:lnTo>
                      <a:close/>
                    </a:path>
                  </a:pathLst>
                </a:custGeom>
                <a:solidFill>
                  <a:schemeClr val="accent1">
                    <a:lumMod val="75000"/>
                  </a:schemeClr>
                </a:solidFill>
                <a:ln w="4033" cap="flat">
                  <a:noFill/>
                  <a:prstDash val="solid"/>
                  <a:miter/>
                </a:ln>
              </p:spPr>
              <p:txBody>
                <a:bodyPr rtlCol="0" anchor="ctr"/>
                <a:lstStyle/>
                <a:p>
                  <a:endParaRPr lang="en-US"/>
                </a:p>
              </p:txBody>
            </p:sp>
            <p:sp>
              <p:nvSpPr>
                <p:cNvPr id="422" name="Freeform: Shape 421">
                  <a:extLst>
                    <a:ext uri="{FF2B5EF4-FFF2-40B4-BE49-F238E27FC236}">
                      <a16:creationId xmlns:a16="http://schemas.microsoft.com/office/drawing/2014/main" id="{4BEAA007-886D-4E52-A7BF-D2DED493958B}"/>
                    </a:ext>
                  </a:extLst>
                </p:cNvPr>
                <p:cNvSpPr/>
                <p:nvPr/>
              </p:nvSpPr>
              <p:spPr>
                <a:xfrm>
                  <a:off x="16414065" y="6006556"/>
                  <a:ext cx="2320281" cy="342698"/>
                </a:xfrm>
                <a:custGeom>
                  <a:avLst/>
                  <a:gdLst>
                    <a:gd name="connsiteX0" fmla="*/ 2320281 w 2320281"/>
                    <a:gd name="connsiteY0" fmla="*/ 342698 h 342698"/>
                    <a:gd name="connsiteX1" fmla="*/ 82046 w 2320281"/>
                    <a:gd name="connsiteY1" fmla="*/ 342698 h 342698"/>
                    <a:gd name="connsiteX2" fmla="*/ 82046 w 2320281"/>
                    <a:gd name="connsiteY2" fmla="*/ 0 h 342698"/>
                    <a:gd name="connsiteX3" fmla="*/ 2320281 w 2320281"/>
                    <a:gd name="connsiteY3" fmla="*/ 0 h 342698"/>
                    <a:gd name="connsiteX4" fmla="*/ 2320281 w 2320281"/>
                    <a:gd name="connsiteY4" fmla="*/ 342698 h 342698"/>
                    <a:gd name="connsiteX5" fmla="*/ 2320281 w 2320281"/>
                    <a:gd name="connsiteY5" fmla="*/ 342698 h 342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20281" h="342698">
                      <a:moveTo>
                        <a:pt x="2320281" y="342698"/>
                      </a:moveTo>
                      <a:cubicBezTo>
                        <a:pt x="2320281" y="342698"/>
                        <a:pt x="233818" y="342698"/>
                        <a:pt x="82046" y="342698"/>
                      </a:cubicBezTo>
                      <a:cubicBezTo>
                        <a:pt x="-25728" y="266813"/>
                        <a:pt x="-28957" y="69428"/>
                        <a:pt x="82046" y="0"/>
                      </a:cubicBezTo>
                      <a:cubicBezTo>
                        <a:pt x="237855" y="0"/>
                        <a:pt x="2320281" y="0"/>
                        <a:pt x="2320281" y="0"/>
                      </a:cubicBezTo>
                      <a:lnTo>
                        <a:pt x="2320281" y="342698"/>
                      </a:lnTo>
                      <a:lnTo>
                        <a:pt x="2320281" y="342698"/>
                      </a:lnTo>
                      <a:close/>
                    </a:path>
                  </a:pathLst>
                </a:custGeom>
                <a:solidFill>
                  <a:srgbClr val="FFFFFF"/>
                </a:solidFill>
                <a:ln w="4033" cap="flat">
                  <a:noFill/>
                  <a:prstDash val="solid"/>
                  <a:miter/>
                </a:ln>
              </p:spPr>
              <p:txBody>
                <a:bodyPr rtlCol="0" anchor="ctr"/>
                <a:lstStyle/>
                <a:p>
                  <a:endParaRPr lang="en-US"/>
                </a:p>
              </p:txBody>
            </p:sp>
            <p:sp>
              <p:nvSpPr>
                <p:cNvPr id="423" name="Freeform: Shape 422">
                  <a:extLst>
                    <a:ext uri="{FF2B5EF4-FFF2-40B4-BE49-F238E27FC236}">
                      <a16:creationId xmlns:a16="http://schemas.microsoft.com/office/drawing/2014/main" id="{18E33B13-C025-4497-8DCA-AACD8FE94038}"/>
                    </a:ext>
                  </a:extLst>
                </p:cNvPr>
                <p:cNvSpPr/>
                <p:nvPr/>
              </p:nvSpPr>
              <p:spPr>
                <a:xfrm>
                  <a:off x="16414170" y="6006556"/>
                  <a:ext cx="2320175" cy="342698"/>
                </a:xfrm>
                <a:custGeom>
                  <a:avLst/>
                  <a:gdLst>
                    <a:gd name="connsiteX0" fmla="*/ 83555 w 2320175"/>
                    <a:gd name="connsiteY0" fmla="*/ 342698 h 342698"/>
                    <a:gd name="connsiteX1" fmla="*/ 81941 w 2320175"/>
                    <a:gd name="connsiteY1" fmla="*/ 342698 h 342698"/>
                    <a:gd name="connsiteX2" fmla="*/ 0 w 2320175"/>
                    <a:gd name="connsiteY2" fmla="*/ 167514 h 342698"/>
                    <a:gd name="connsiteX3" fmla="*/ 81941 w 2320175"/>
                    <a:gd name="connsiteY3" fmla="*/ 0 h 342698"/>
                    <a:gd name="connsiteX4" fmla="*/ 2320176 w 2320175"/>
                    <a:gd name="connsiteY4" fmla="*/ 0 h 342698"/>
                    <a:gd name="connsiteX5" fmla="*/ 2320176 w 2320175"/>
                    <a:gd name="connsiteY5" fmla="*/ 52071 h 342698"/>
                    <a:gd name="connsiteX6" fmla="*/ 2320176 w 2320175"/>
                    <a:gd name="connsiteY6" fmla="*/ 63777 h 342698"/>
                    <a:gd name="connsiteX7" fmla="*/ 138855 w 2320175"/>
                    <a:gd name="connsiteY7" fmla="*/ 63777 h 342698"/>
                    <a:gd name="connsiteX8" fmla="*/ 83555 w 2320175"/>
                    <a:gd name="connsiteY8" fmla="*/ 342698 h 342698"/>
                    <a:gd name="connsiteX9" fmla="*/ 83555 w 2320175"/>
                    <a:gd name="connsiteY9" fmla="*/ 342698 h 342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20175" h="342698">
                      <a:moveTo>
                        <a:pt x="83555" y="342698"/>
                      </a:moveTo>
                      <a:cubicBezTo>
                        <a:pt x="83152" y="342698"/>
                        <a:pt x="82345" y="342698"/>
                        <a:pt x="81941" y="342698"/>
                      </a:cubicBezTo>
                      <a:cubicBezTo>
                        <a:pt x="27448" y="304352"/>
                        <a:pt x="0" y="235328"/>
                        <a:pt x="0" y="167514"/>
                      </a:cubicBezTo>
                      <a:cubicBezTo>
                        <a:pt x="0" y="100509"/>
                        <a:pt x="27044" y="34714"/>
                        <a:pt x="81941" y="0"/>
                      </a:cubicBezTo>
                      <a:cubicBezTo>
                        <a:pt x="237749" y="0"/>
                        <a:pt x="2320176" y="0"/>
                        <a:pt x="2320176" y="0"/>
                      </a:cubicBezTo>
                      <a:lnTo>
                        <a:pt x="2320176" y="52071"/>
                      </a:lnTo>
                      <a:lnTo>
                        <a:pt x="2320176" y="63777"/>
                      </a:lnTo>
                      <a:cubicBezTo>
                        <a:pt x="1985551" y="63777"/>
                        <a:pt x="279325" y="63777"/>
                        <a:pt x="138855" y="63777"/>
                      </a:cubicBezTo>
                      <a:cubicBezTo>
                        <a:pt x="51667" y="118269"/>
                        <a:pt x="34714" y="251070"/>
                        <a:pt x="83555" y="342698"/>
                      </a:cubicBezTo>
                      <a:lnTo>
                        <a:pt x="83555" y="342698"/>
                      </a:lnTo>
                      <a:close/>
                    </a:path>
                  </a:pathLst>
                </a:custGeom>
                <a:solidFill>
                  <a:srgbClr val="D6D2CB"/>
                </a:solidFill>
                <a:ln w="4033" cap="flat">
                  <a:noFill/>
                  <a:prstDash val="solid"/>
                  <a:miter/>
                </a:ln>
              </p:spPr>
              <p:txBody>
                <a:bodyPr rtlCol="0" anchor="ctr"/>
                <a:lstStyle/>
                <a:p>
                  <a:endParaRPr lang="en-US"/>
                </a:p>
              </p:txBody>
            </p:sp>
            <p:sp>
              <p:nvSpPr>
                <p:cNvPr id="424" name="Freeform: Shape 423">
                  <a:extLst>
                    <a:ext uri="{FF2B5EF4-FFF2-40B4-BE49-F238E27FC236}">
                      <a16:creationId xmlns:a16="http://schemas.microsoft.com/office/drawing/2014/main" id="{64849A01-9190-4B3E-95C4-DBC2BA9B6DD2}"/>
                    </a:ext>
                  </a:extLst>
                </p:cNvPr>
                <p:cNvSpPr/>
                <p:nvPr/>
              </p:nvSpPr>
              <p:spPr>
                <a:xfrm>
                  <a:off x="16046822" y="4582482"/>
                  <a:ext cx="2480048" cy="458948"/>
                </a:xfrm>
                <a:custGeom>
                  <a:avLst/>
                  <a:gdLst>
                    <a:gd name="connsiteX0" fmla="*/ 2480049 w 2480048"/>
                    <a:gd name="connsiteY0" fmla="*/ 458949 h 458948"/>
                    <a:gd name="connsiteX1" fmla="*/ 123141 w 2480048"/>
                    <a:gd name="connsiteY1" fmla="*/ 458949 h 458948"/>
                    <a:gd name="connsiteX2" fmla="*/ 123141 w 2480048"/>
                    <a:gd name="connsiteY2" fmla="*/ 0 h 458948"/>
                    <a:gd name="connsiteX3" fmla="*/ 2480049 w 2480048"/>
                    <a:gd name="connsiteY3" fmla="*/ 0 h 458948"/>
                    <a:gd name="connsiteX4" fmla="*/ 2480049 w 2480048"/>
                    <a:gd name="connsiteY4" fmla="*/ 54896 h 458948"/>
                    <a:gd name="connsiteX5" fmla="*/ 2405373 w 2480048"/>
                    <a:gd name="connsiteY5" fmla="*/ 54896 h 458948"/>
                    <a:gd name="connsiteX6" fmla="*/ 2405373 w 2480048"/>
                    <a:gd name="connsiteY6" fmla="*/ 397594 h 458948"/>
                    <a:gd name="connsiteX7" fmla="*/ 2480049 w 2480048"/>
                    <a:gd name="connsiteY7" fmla="*/ 397594 h 458948"/>
                    <a:gd name="connsiteX8" fmla="*/ 2480049 w 2480048"/>
                    <a:gd name="connsiteY8" fmla="*/ 458949 h 458948"/>
                    <a:gd name="connsiteX9" fmla="*/ 2480049 w 2480048"/>
                    <a:gd name="connsiteY9" fmla="*/ 458949 h 458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80048" h="458948">
                      <a:moveTo>
                        <a:pt x="2480049" y="458949"/>
                      </a:moveTo>
                      <a:cubicBezTo>
                        <a:pt x="2480049" y="458949"/>
                        <a:pt x="284197" y="458949"/>
                        <a:pt x="123141" y="458949"/>
                      </a:cubicBezTo>
                      <a:cubicBezTo>
                        <a:pt x="-32668" y="307581"/>
                        <a:pt x="-49218" y="113829"/>
                        <a:pt x="123141" y="0"/>
                      </a:cubicBezTo>
                      <a:cubicBezTo>
                        <a:pt x="288637" y="0"/>
                        <a:pt x="2480049" y="0"/>
                        <a:pt x="2480049" y="0"/>
                      </a:cubicBezTo>
                      <a:lnTo>
                        <a:pt x="2480049" y="54896"/>
                      </a:lnTo>
                      <a:lnTo>
                        <a:pt x="2405373" y="54896"/>
                      </a:lnTo>
                      <a:lnTo>
                        <a:pt x="2405373" y="397594"/>
                      </a:lnTo>
                      <a:lnTo>
                        <a:pt x="2480049" y="397594"/>
                      </a:lnTo>
                      <a:lnTo>
                        <a:pt x="2480049" y="458949"/>
                      </a:lnTo>
                      <a:lnTo>
                        <a:pt x="2480049" y="458949"/>
                      </a:lnTo>
                      <a:close/>
                    </a:path>
                  </a:pathLst>
                </a:custGeom>
                <a:solidFill>
                  <a:schemeClr val="accent4"/>
                </a:solidFill>
                <a:ln w="4033" cap="flat">
                  <a:noFill/>
                  <a:prstDash val="solid"/>
                  <a:miter/>
                </a:ln>
              </p:spPr>
              <p:txBody>
                <a:bodyPr rtlCol="0" anchor="ctr"/>
                <a:lstStyle/>
                <a:p>
                  <a:endParaRPr lang="en-US"/>
                </a:p>
              </p:txBody>
            </p:sp>
            <p:sp>
              <p:nvSpPr>
                <p:cNvPr id="425" name="Freeform: Shape 424">
                  <a:extLst>
                    <a:ext uri="{FF2B5EF4-FFF2-40B4-BE49-F238E27FC236}">
                      <a16:creationId xmlns:a16="http://schemas.microsoft.com/office/drawing/2014/main" id="{D78C8F84-913A-432F-AA5D-406C9FF850ED}"/>
                    </a:ext>
                  </a:extLst>
                </p:cNvPr>
                <p:cNvSpPr/>
                <p:nvPr/>
              </p:nvSpPr>
              <p:spPr>
                <a:xfrm>
                  <a:off x="16328972" y="4582482"/>
                  <a:ext cx="2480048" cy="458948"/>
                </a:xfrm>
                <a:custGeom>
                  <a:avLst/>
                  <a:gdLst>
                    <a:gd name="connsiteX0" fmla="*/ 2480049 w 2480048"/>
                    <a:gd name="connsiteY0" fmla="*/ 458949 h 458948"/>
                    <a:gd name="connsiteX1" fmla="*/ 123141 w 2480048"/>
                    <a:gd name="connsiteY1" fmla="*/ 458949 h 458948"/>
                    <a:gd name="connsiteX2" fmla="*/ 123141 w 2480048"/>
                    <a:gd name="connsiteY2" fmla="*/ 0 h 458948"/>
                    <a:gd name="connsiteX3" fmla="*/ 2480049 w 2480048"/>
                    <a:gd name="connsiteY3" fmla="*/ 0 h 458948"/>
                    <a:gd name="connsiteX4" fmla="*/ 2480049 w 2480048"/>
                    <a:gd name="connsiteY4" fmla="*/ 54896 h 458948"/>
                    <a:gd name="connsiteX5" fmla="*/ 2405374 w 2480048"/>
                    <a:gd name="connsiteY5" fmla="*/ 54896 h 458948"/>
                    <a:gd name="connsiteX6" fmla="*/ 2405374 w 2480048"/>
                    <a:gd name="connsiteY6" fmla="*/ 397594 h 458948"/>
                    <a:gd name="connsiteX7" fmla="*/ 2480049 w 2480048"/>
                    <a:gd name="connsiteY7" fmla="*/ 397594 h 458948"/>
                    <a:gd name="connsiteX8" fmla="*/ 2480049 w 2480048"/>
                    <a:gd name="connsiteY8" fmla="*/ 458949 h 458948"/>
                    <a:gd name="connsiteX9" fmla="*/ 2480049 w 2480048"/>
                    <a:gd name="connsiteY9" fmla="*/ 458949 h 458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80048" h="458948">
                      <a:moveTo>
                        <a:pt x="2480049" y="458949"/>
                      </a:moveTo>
                      <a:cubicBezTo>
                        <a:pt x="2480049" y="458949"/>
                        <a:pt x="284197" y="458949"/>
                        <a:pt x="123141" y="458949"/>
                      </a:cubicBezTo>
                      <a:cubicBezTo>
                        <a:pt x="-32668" y="307581"/>
                        <a:pt x="-49217" y="113829"/>
                        <a:pt x="123141" y="0"/>
                      </a:cubicBezTo>
                      <a:cubicBezTo>
                        <a:pt x="288637" y="0"/>
                        <a:pt x="2480049" y="0"/>
                        <a:pt x="2480049" y="0"/>
                      </a:cubicBezTo>
                      <a:lnTo>
                        <a:pt x="2480049" y="54896"/>
                      </a:lnTo>
                      <a:lnTo>
                        <a:pt x="2405374" y="54896"/>
                      </a:lnTo>
                      <a:lnTo>
                        <a:pt x="2405374" y="397594"/>
                      </a:lnTo>
                      <a:lnTo>
                        <a:pt x="2480049" y="397594"/>
                      </a:lnTo>
                      <a:lnTo>
                        <a:pt x="2480049" y="458949"/>
                      </a:lnTo>
                      <a:lnTo>
                        <a:pt x="2480049" y="458949"/>
                      </a:lnTo>
                      <a:close/>
                    </a:path>
                  </a:pathLst>
                </a:custGeom>
                <a:solidFill>
                  <a:schemeClr val="accent4">
                    <a:lumMod val="75000"/>
                  </a:schemeClr>
                </a:solidFill>
                <a:ln w="4033" cap="flat">
                  <a:noFill/>
                  <a:prstDash val="solid"/>
                  <a:miter/>
                </a:ln>
              </p:spPr>
              <p:txBody>
                <a:bodyPr rtlCol="0" anchor="ctr"/>
                <a:lstStyle/>
                <a:p>
                  <a:endParaRPr lang="en-US"/>
                </a:p>
              </p:txBody>
            </p:sp>
            <p:sp>
              <p:nvSpPr>
                <p:cNvPr id="426" name="Freeform: Shape 425">
                  <a:extLst>
                    <a:ext uri="{FF2B5EF4-FFF2-40B4-BE49-F238E27FC236}">
                      <a16:creationId xmlns:a16="http://schemas.microsoft.com/office/drawing/2014/main" id="{C405B07B-0CC9-4FB9-94F5-F23D76C22CF6}"/>
                    </a:ext>
                  </a:extLst>
                </p:cNvPr>
                <p:cNvSpPr/>
                <p:nvPr/>
              </p:nvSpPr>
              <p:spPr>
                <a:xfrm>
                  <a:off x="16414065" y="4636975"/>
                  <a:ext cx="2320281" cy="342698"/>
                </a:xfrm>
                <a:custGeom>
                  <a:avLst/>
                  <a:gdLst>
                    <a:gd name="connsiteX0" fmla="*/ 2320281 w 2320281"/>
                    <a:gd name="connsiteY0" fmla="*/ 342698 h 342698"/>
                    <a:gd name="connsiteX1" fmla="*/ 82046 w 2320281"/>
                    <a:gd name="connsiteY1" fmla="*/ 342698 h 342698"/>
                    <a:gd name="connsiteX2" fmla="*/ 82046 w 2320281"/>
                    <a:gd name="connsiteY2" fmla="*/ 0 h 342698"/>
                    <a:gd name="connsiteX3" fmla="*/ 2320281 w 2320281"/>
                    <a:gd name="connsiteY3" fmla="*/ 0 h 342698"/>
                    <a:gd name="connsiteX4" fmla="*/ 2320281 w 2320281"/>
                    <a:gd name="connsiteY4" fmla="*/ 342698 h 342698"/>
                    <a:gd name="connsiteX5" fmla="*/ 2320281 w 2320281"/>
                    <a:gd name="connsiteY5" fmla="*/ 342698 h 342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20281" h="342698">
                      <a:moveTo>
                        <a:pt x="2320281" y="342698"/>
                      </a:moveTo>
                      <a:cubicBezTo>
                        <a:pt x="2320281" y="342698"/>
                        <a:pt x="233818" y="342698"/>
                        <a:pt x="82046" y="342698"/>
                      </a:cubicBezTo>
                      <a:cubicBezTo>
                        <a:pt x="-25728" y="266812"/>
                        <a:pt x="-28957" y="69427"/>
                        <a:pt x="82046" y="0"/>
                      </a:cubicBezTo>
                      <a:cubicBezTo>
                        <a:pt x="237855" y="0"/>
                        <a:pt x="2320281" y="0"/>
                        <a:pt x="2320281" y="0"/>
                      </a:cubicBezTo>
                      <a:lnTo>
                        <a:pt x="2320281" y="342698"/>
                      </a:lnTo>
                      <a:lnTo>
                        <a:pt x="2320281" y="342698"/>
                      </a:lnTo>
                      <a:close/>
                    </a:path>
                  </a:pathLst>
                </a:custGeom>
                <a:solidFill>
                  <a:srgbClr val="FFFFFF"/>
                </a:solidFill>
                <a:ln w="4033" cap="flat">
                  <a:noFill/>
                  <a:prstDash val="solid"/>
                  <a:miter/>
                </a:ln>
              </p:spPr>
              <p:txBody>
                <a:bodyPr rtlCol="0" anchor="ctr"/>
                <a:lstStyle/>
                <a:p>
                  <a:endParaRPr lang="en-US"/>
                </a:p>
              </p:txBody>
            </p:sp>
            <p:sp>
              <p:nvSpPr>
                <p:cNvPr id="427" name="Freeform: Shape 426">
                  <a:extLst>
                    <a:ext uri="{FF2B5EF4-FFF2-40B4-BE49-F238E27FC236}">
                      <a16:creationId xmlns:a16="http://schemas.microsoft.com/office/drawing/2014/main" id="{F7673492-79FA-42F8-90E8-83B1441F3177}"/>
                    </a:ext>
                  </a:extLst>
                </p:cNvPr>
                <p:cNvSpPr/>
                <p:nvPr/>
              </p:nvSpPr>
              <p:spPr>
                <a:xfrm>
                  <a:off x="16414170" y="4636975"/>
                  <a:ext cx="2320175" cy="342698"/>
                </a:xfrm>
                <a:custGeom>
                  <a:avLst/>
                  <a:gdLst>
                    <a:gd name="connsiteX0" fmla="*/ 83555 w 2320175"/>
                    <a:gd name="connsiteY0" fmla="*/ 342698 h 342698"/>
                    <a:gd name="connsiteX1" fmla="*/ 81941 w 2320175"/>
                    <a:gd name="connsiteY1" fmla="*/ 342698 h 342698"/>
                    <a:gd name="connsiteX2" fmla="*/ 0 w 2320175"/>
                    <a:gd name="connsiteY2" fmla="*/ 167514 h 342698"/>
                    <a:gd name="connsiteX3" fmla="*/ 81941 w 2320175"/>
                    <a:gd name="connsiteY3" fmla="*/ 0 h 342698"/>
                    <a:gd name="connsiteX4" fmla="*/ 2320176 w 2320175"/>
                    <a:gd name="connsiteY4" fmla="*/ 0 h 342698"/>
                    <a:gd name="connsiteX5" fmla="*/ 2320176 w 2320175"/>
                    <a:gd name="connsiteY5" fmla="*/ 15742 h 342698"/>
                    <a:gd name="connsiteX6" fmla="*/ 2320176 w 2320175"/>
                    <a:gd name="connsiteY6" fmla="*/ 63776 h 342698"/>
                    <a:gd name="connsiteX7" fmla="*/ 138855 w 2320175"/>
                    <a:gd name="connsiteY7" fmla="*/ 63776 h 342698"/>
                    <a:gd name="connsiteX8" fmla="*/ 83555 w 2320175"/>
                    <a:gd name="connsiteY8" fmla="*/ 342698 h 342698"/>
                    <a:gd name="connsiteX9" fmla="*/ 83555 w 2320175"/>
                    <a:gd name="connsiteY9" fmla="*/ 342698 h 342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20175" h="342698">
                      <a:moveTo>
                        <a:pt x="83555" y="342698"/>
                      </a:moveTo>
                      <a:cubicBezTo>
                        <a:pt x="83152" y="342698"/>
                        <a:pt x="82345" y="342698"/>
                        <a:pt x="81941" y="342698"/>
                      </a:cubicBezTo>
                      <a:cubicBezTo>
                        <a:pt x="27448" y="304352"/>
                        <a:pt x="0" y="235327"/>
                        <a:pt x="0" y="167514"/>
                      </a:cubicBezTo>
                      <a:cubicBezTo>
                        <a:pt x="0" y="100509"/>
                        <a:pt x="27044" y="34714"/>
                        <a:pt x="81941" y="0"/>
                      </a:cubicBezTo>
                      <a:cubicBezTo>
                        <a:pt x="237749" y="0"/>
                        <a:pt x="2320176" y="0"/>
                        <a:pt x="2320176" y="0"/>
                      </a:cubicBezTo>
                      <a:lnTo>
                        <a:pt x="2320176" y="15742"/>
                      </a:lnTo>
                      <a:lnTo>
                        <a:pt x="2320176" y="63776"/>
                      </a:lnTo>
                      <a:cubicBezTo>
                        <a:pt x="1985551" y="63776"/>
                        <a:pt x="279325" y="63776"/>
                        <a:pt x="138855" y="63776"/>
                      </a:cubicBezTo>
                      <a:cubicBezTo>
                        <a:pt x="51667" y="118673"/>
                        <a:pt x="34714" y="251473"/>
                        <a:pt x="83555" y="342698"/>
                      </a:cubicBezTo>
                      <a:lnTo>
                        <a:pt x="83555" y="342698"/>
                      </a:lnTo>
                      <a:close/>
                    </a:path>
                  </a:pathLst>
                </a:custGeom>
                <a:solidFill>
                  <a:srgbClr val="D6D2CB"/>
                </a:solidFill>
                <a:ln w="4033" cap="flat">
                  <a:noFill/>
                  <a:prstDash val="solid"/>
                  <a:miter/>
                </a:ln>
              </p:spPr>
              <p:txBody>
                <a:bodyPr rtlCol="0" anchor="ctr"/>
                <a:lstStyle/>
                <a:p>
                  <a:endParaRPr lang="en-US"/>
                </a:p>
              </p:txBody>
            </p:sp>
            <p:sp>
              <p:nvSpPr>
                <p:cNvPr id="428" name="Freeform: Shape 427">
                  <a:extLst>
                    <a:ext uri="{FF2B5EF4-FFF2-40B4-BE49-F238E27FC236}">
                      <a16:creationId xmlns:a16="http://schemas.microsoft.com/office/drawing/2014/main" id="{89F7079B-370E-484B-AD62-18BF577B9471}"/>
                    </a:ext>
                  </a:extLst>
                </p:cNvPr>
                <p:cNvSpPr/>
                <p:nvPr/>
              </p:nvSpPr>
              <p:spPr>
                <a:xfrm>
                  <a:off x="16184494" y="5034569"/>
                  <a:ext cx="2583354" cy="465003"/>
                </a:xfrm>
                <a:custGeom>
                  <a:avLst/>
                  <a:gdLst>
                    <a:gd name="connsiteX0" fmla="*/ 2550659 w 2583354"/>
                    <a:gd name="connsiteY0" fmla="*/ 465004 h 465003"/>
                    <a:gd name="connsiteX1" fmla="*/ 114233 w 2583354"/>
                    <a:gd name="connsiteY1" fmla="*/ 465004 h 465003"/>
                    <a:gd name="connsiteX2" fmla="*/ 0 w 2583354"/>
                    <a:gd name="connsiteY2" fmla="*/ 350771 h 465003"/>
                    <a:gd name="connsiteX3" fmla="*/ 0 w 2583354"/>
                    <a:gd name="connsiteY3" fmla="*/ 114232 h 465003"/>
                    <a:gd name="connsiteX4" fmla="*/ 114233 w 2583354"/>
                    <a:gd name="connsiteY4" fmla="*/ 0 h 465003"/>
                    <a:gd name="connsiteX5" fmla="*/ 2548238 w 2583354"/>
                    <a:gd name="connsiteY5" fmla="*/ 0 h 465003"/>
                    <a:gd name="connsiteX6" fmla="*/ 2583355 w 2583354"/>
                    <a:gd name="connsiteY6" fmla="*/ 35117 h 465003"/>
                    <a:gd name="connsiteX7" fmla="*/ 2583355 w 2583354"/>
                    <a:gd name="connsiteY7" fmla="*/ 432308 h 465003"/>
                    <a:gd name="connsiteX8" fmla="*/ 2550659 w 2583354"/>
                    <a:gd name="connsiteY8" fmla="*/ 465004 h 465003"/>
                    <a:gd name="connsiteX9" fmla="*/ 2550659 w 2583354"/>
                    <a:gd name="connsiteY9" fmla="*/ 465004 h 46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83354" h="465003">
                      <a:moveTo>
                        <a:pt x="2550659" y="465004"/>
                      </a:moveTo>
                      <a:lnTo>
                        <a:pt x="114233" y="465004"/>
                      </a:lnTo>
                      <a:cubicBezTo>
                        <a:pt x="51263" y="465004"/>
                        <a:pt x="0" y="413740"/>
                        <a:pt x="0" y="350771"/>
                      </a:cubicBezTo>
                      <a:lnTo>
                        <a:pt x="0" y="114232"/>
                      </a:lnTo>
                      <a:cubicBezTo>
                        <a:pt x="0" y="51263"/>
                        <a:pt x="51263" y="0"/>
                        <a:pt x="114233" y="0"/>
                      </a:cubicBezTo>
                      <a:lnTo>
                        <a:pt x="2548238" y="0"/>
                      </a:lnTo>
                      <a:cubicBezTo>
                        <a:pt x="2567613" y="0"/>
                        <a:pt x="2583355" y="15742"/>
                        <a:pt x="2583355" y="35117"/>
                      </a:cubicBezTo>
                      <a:lnTo>
                        <a:pt x="2583355" y="432308"/>
                      </a:lnTo>
                      <a:cubicBezTo>
                        <a:pt x="2583355" y="450472"/>
                        <a:pt x="2568824" y="465004"/>
                        <a:pt x="2550659" y="465004"/>
                      </a:cubicBezTo>
                      <a:lnTo>
                        <a:pt x="2550659" y="465004"/>
                      </a:lnTo>
                      <a:close/>
                    </a:path>
                  </a:pathLst>
                </a:custGeom>
                <a:solidFill>
                  <a:schemeClr val="accent1"/>
                </a:solidFill>
                <a:ln w="4033" cap="flat">
                  <a:noFill/>
                  <a:prstDash val="solid"/>
                  <a:miter/>
                </a:ln>
              </p:spPr>
              <p:txBody>
                <a:bodyPr rtlCol="0" anchor="ctr"/>
                <a:lstStyle/>
                <a:p>
                  <a:endParaRPr lang="en-US"/>
                </a:p>
              </p:txBody>
            </p:sp>
            <p:sp>
              <p:nvSpPr>
                <p:cNvPr id="429" name="Freeform: Shape 428">
                  <a:extLst>
                    <a:ext uri="{FF2B5EF4-FFF2-40B4-BE49-F238E27FC236}">
                      <a16:creationId xmlns:a16="http://schemas.microsoft.com/office/drawing/2014/main" id="{E78F2488-D787-408E-B642-7BA16F276387}"/>
                    </a:ext>
                  </a:extLst>
                </p:cNvPr>
                <p:cNvSpPr/>
                <p:nvPr/>
              </p:nvSpPr>
              <p:spPr>
                <a:xfrm>
                  <a:off x="16584510" y="5034569"/>
                  <a:ext cx="221603" cy="464600"/>
                </a:xfrm>
                <a:custGeom>
                  <a:avLst/>
                  <a:gdLst>
                    <a:gd name="connsiteX0" fmla="*/ 0 w 221603"/>
                    <a:gd name="connsiteY0" fmla="*/ 0 h 464600"/>
                    <a:gd name="connsiteX1" fmla="*/ 221603 w 221603"/>
                    <a:gd name="connsiteY1" fmla="*/ 0 h 464600"/>
                    <a:gd name="connsiteX2" fmla="*/ 221603 w 221603"/>
                    <a:gd name="connsiteY2" fmla="*/ 464600 h 464600"/>
                    <a:gd name="connsiteX3" fmla="*/ 0 w 221603"/>
                    <a:gd name="connsiteY3" fmla="*/ 464600 h 464600"/>
                  </a:gdLst>
                  <a:ahLst/>
                  <a:cxnLst>
                    <a:cxn ang="0">
                      <a:pos x="connsiteX0" y="connsiteY0"/>
                    </a:cxn>
                    <a:cxn ang="0">
                      <a:pos x="connsiteX1" y="connsiteY1"/>
                    </a:cxn>
                    <a:cxn ang="0">
                      <a:pos x="connsiteX2" y="connsiteY2"/>
                    </a:cxn>
                    <a:cxn ang="0">
                      <a:pos x="connsiteX3" y="connsiteY3"/>
                    </a:cxn>
                  </a:cxnLst>
                  <a:rect l="l" t="t" r="r" b="b"/>
                  <a:pathLst>
                    <a:path w="221603" h="464600">
                      <a:moveTo>
                        <a:pt x="0" y="0"/>
                      </a:moveTo>
                      <a:lnTo>
                        <a:pt x="221603" y="0"/>
                      </a:lnTo>
                      <a:lnTo>
                        <a:pt x="221603" y="464600"/>
                      </a:lnTo>
                      <a:lnTo>
                        <a:pt x="0" y="464600"/>
                      </a:lnTo>
                      <a:close/>
                    </a:path>
                  </a:pathLst>
                </a:custGeom>
                <a:solidFill>
                  <a:schemeClr val="accent1">
                    <a:lumMod val="75000"/>
                  </a:schemeClr>
                </a:solidFill>
                <a:ln w="4033" cap="flat">
                  <a:noFill/>
                  <a:prstDash val="solid"/>
                  <a:miter/>
                </a:ln>
              </p:spPr>
              <p:txBody>
                <a:bodyPr rtlCol="0" anchor="ctr"/>
                <a:lstStyle/>
                <a:p>
                  <a:endParaRPr lang="en-US"/>
                </a:p>
              </p:txBody>
            </p:sp>
            <p:sp>
              <p:nvSpPr>
                <p:cNvPr id="430" name="Freeform: Shape 429">
                  <a:extLst>
                    <a:ext uri="{FF2B5EF4-FFF2-40B4-BE49-F238E27FC236}">
                      <a16:creationId xmlns:a16="http://schemas.microsoft.com/office/drawing/2014/main" id="{9B18B5FE-007E-4155-9368-94DA7E9B023D}"/>
                    </a:ext>
                  </a:extLst>
                </p:cNvPr>
                <p:cNvSpPr/>
                <p:nvPr/>
              </p:nvSpPr>
              <p:spPr>
                <a:xfrm>
                  <a:off x="16856166" y="6254397"/>
                  <a:ext cx="1577864" cy="33906"/>
                </a:xfrm>
                <a:custGeom>
                  <a:avLst/>
                  <a:gdLst>
                    <a:gd name="connsiteX0" fmla="*/ 1564544 w 1577864"/>
                    <a:gd name="connsiteY0" fmla="*/ 33907 h 33906"/>
                    <a:gd name="connsiteX1" fmla="*/ 13321 w 1577864"/>
                    <a:gd name="connsiteY1" fmla="*/ 33907 h 33906"/>
                    <a:gd name="connsiteX2" fmla="*/ 0 w 1577864"/>
                    <a:gd name="connsiteY2" fmla="*/ 20586 h 33906"/>
                    <a:gd name="connsiteX3" fmla="*/ 0 w 1577864"/>
                    <a:gd name="connsiteY3" fmla="*/ 13321 h 33906"/>
                    <a:gd name="connsiteX4" fmla="*/ 13321 w 1577864"/>
                    <a:gd name="connsiteY4" fmla="*/ 0 h 33906"/>
                    <a:gd name="connsiteX5" fmla="*/ 1564544 w 1577864"/>
                    <a:gd name="connsiteY5" fmla="*/ 0 h 33906"/>
                    <a:gd name="connsiteX6" fmla="*/ 1577865 w 1577864"/>
                    <a:gd name="connsiteY6" fmla="*/ 13321 h 33906"/>
                    <a:gd name="connsiteX7" fmla="*/ 1577865 w 1577864"/>
                    <a:gd name="connsiteY7" fmla="*/ 20586 h 33906"/>
                    <a:gd name="connsiteX8" fmla="*/ 1564544 w 1577864"/>
                    <a:gd name="connsiteY8" fmla="*/ 33907 h 33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7864" h="33906">
                      <a:moveTo>
                        <a:pt x="1564544" y="33907"/>
                      </a:moveTo>
                      <a:lnTo>
                        <a:pt x="13321" y="33907"/>
                      </a:lnTo>
                      <a:cubicBezTo>
                        <a:pt x="6055" y="33907"/>
                        <a:pt x="0" y="27852"/>
                        <a:pt x="0" y="20586"/>
                      </a:cubicBezTo>
                      <a:lnTo>
                        <a:pt x="0" y="13321"/>
                      </a:lnTo>
                      <a:cubicBezTo>
                        <a:pt x="0" y="6055"/>
                        <a:pt x="6055" y="0"/>
                        <a:pt x="13321" y="0"/>
                      </a:cubicBezTo>
                      <a:lnTo>
                        <a:pt x="1564544" y="0"/>
                      </a:lnTo>
                      <a:cubicBezTo>
                        <a:pt x="1571810" y="0"/>
                        <a:pt x="1577865" y="6055"/>
                        <a:pt x="1577865" y="13321"/>
                      </a:cubicBezTo>
                      <a:lnTo>
                        <a:pt x="1577865" y="20586"/>
                      </a:lnTo>
                      <a:cubicBezTo>
                        <a:pt x="1577865" y="27852"/>
                        <a:pt x="1571810" y="33907"/>
                        <a:pt x="1564544" y="33907"/>
                      </a:cubicBezTo>
                      <a:close/>
                    </a:path>
                  </a:pathLst>
                </a:custGeom>
                <a:solidFill>
                  <a:srgbClr val="E3DCD5"/>
                </a:solidFill>
                <a:ln w="4033" cap="flat">
                  <a:noFill/>
                  <a:prstDash val="solid"/>
                  <a:miter/>
                </a:ln>
              </p:spPr>
              <p:txBody>
                <a:bodyPr rtlCol="0" anchor="ctr"/>
                <a:lstStyle/>
                <a:p>
                  <a:endParaRPr lang="en-US"/>
                </a:p>
              </p:txBody>
            </p:sp>
            <p:sp>
              <p:nvSpPr>
                <p:cNvPr id="431" name="Freeform: Shape 430">
                  <a:extLst>
                    <a:ext uri="{FF2B5EF4-FFF2-40B4-BE49-F238E27FC236}">
                      <a16:creationId xmlns:a16="http://schemas.microsoft.com/office/drawing/2014/main" id="{C64074CD-4013-4637-BA83-C2DED3C43D00}"/>
                    </a:ext>
                  </a:extLst>
                </p:cNvPr>
                <p:cNvSpPr/>
                <p:nvPr/>
              </p:nvSpPr>
              <p:spPr>
                <a:xfrm>
                  <a:off x="16634966" y="6159943"/>
                  <a:ext cx="1577864" cy="36328"/>
                </a:xfrm>
                <a:custGeom>
                  <a:avLst/>
                  <a:gdLst>
                    <a:gd name="connsiteX0" fmla="*/ 1564545 w 1577864"/>
                    <a:gd name="connsiteY0" fmla="*/ 36328 h 36328"/>
                    <a:gd name="connsiteX1" fmla="*/ 13321 w 1577864"/>
                    <a:gd name="connsiteY1" fmla="*/ 36328 h 36328"/>
                    <a:gd name="connsiteX2" fmla="*/ 0 w 1577864"/>
                    <a:gd name="connsiteY2" fmla="*/ 23008 h 36328"/>
                    <a:gd name="connsiteX3" fmla="*/ 0 w 1577864"/>
                    <a:gd name="connsiteY3" fmla="*/ 13321 h 36328"/>
                    <a:gd name="connsiteX4" fmla="*/ 13321 w 1577864"/>
                    <a:gd name="connsiteY4" fmla="*/ 0 h 36328"/>
                    <a:gd name="connsiteX5" fmla="*/ 1564545 w 1577864"/>
                    <a:gd name="connsiteY5" fmla="*/ 0 h 36328"/>
                    <a:gd name="connsiteX6" fmla="*/ 1577865 w 1577864"/>
                    <a:gd name="connsiteY6" fmla="*/ 13321 h 36328"/>
                    <a:gd name="connsiteX7" fmla="*/ 1577865 w 1577864"/>
                    <a:gd name="connsiteY7" fmla="*/ 23008 h 36328"/>
                    <a:gd name="connsiteX8" fmla="*/ 1564545 w 1577864"/>
                    <a:gd name="connsiteY8" fmla="*/ 36328 h 36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7864" h="36328">
                      <a:moveTo>
                        <a:pt x="1564545" y="36328"/>
                      </a:moveTo>
                      <a:lnTo>
                        <a:pt x="13321" y="36328"/>
                      </a:lnTo>
                      <a:cubicBezTo>
                        <a:pt x="6055" y="36328"/>
                        <a:pt x="0" y="30274"/>
                        <a:pt x="0" y="23008"/>
                      </a:cubicBezTo>
                      <a:lnTo>
                        <a:pt x="0" y="13321"/>
                      </a:lnTo>
                      <a:cubicBezTo>
                        <a:pt x="0" y="6055"/>
                        <a:pt x="6055" y="0"/>
                        <a:pt x="13321" y="0"/>
                      </a:cubicBezTo>
                      <a:lnTo>
                        <a:pt x="1564545" y="0"/>
                      </a:lnTo>
                      <a:cubicBezTo>
                        <a:pt x="1571810" y="0"/>
                        <a:pt x="1577865" y="6055"/>
                        <a:pt x="1577865" y="13321"/>
                      </a:cubicBezTo>
                      <a:lnTo>
                        <a:pt x="1577865" y="23008"/>
                      </a:lnTo>
                      <a:cubicBezTo>
                        <a:pt x="1577865" y="30274"/>
                        <a:pt x="1571810" y="36328"/>
                        <a:pt x="1564545" y="36328"/>
                      </a:cubicBezTo>
                      <a:close/>
                    </a:path>
                  </a:pathLst>
                </a:custGeom>
                <a:solidFill>
                  <a:srgbClr val="E3DCD5"/>
                </a:solidFill>
                <a:ln w="4033" cap="flat">
                  <a:noFill/>
                  <a:prstDash val="solid"/>
                  <a:miter/>
                </a:ln>
              </p:spPr>
              <p:txBody>
                <a:bodyPr rtlCol="0" anchor="ctr"/>
                <a:lstStyle/>
                <a:p>
                  <a:endParaRPr lang="en-US"/>
                </a:p>
              </p:txBody>
            </p:sp>
            <p:sp>
              <p:nvSpPr>
                <p:cNvPr id="432" name="Freeform: Shape 431">
                  <a:extLst>
                    <a:ext uri="{FF2B5EF4-FFF2-40B4-BE49-F238E27FC236}">
                      <a16:creationId xmlns:a16="http://schemas.microsoft.com/office/drawing/2014/main" id="{2531F3DC-5F75-4403-AB7C-6B7D67CFCA9B}"/>
                    </a:ext>
                  </a:extLst>
                </p:cNvPr>
                <p:cNvSpPr/>
                <p:nvPr/>
              </p:nvSpPr>
              <p:spPr>
                <a:xfrm>
                  <a:off x="16785124" y="4842836"/>
                  <a:ext cx="1577883" cy="36328"/>
                </a:xfrm>
                <a:custGeom>
                  <a:avLst/>
                  <a:gdLst>
                    <a:gd name="connsiteX0" fmla="*/ 1564544 w 1577883"/>
                    <a:gd name="connsiteY0" fmla="*/ 36328 h 36328"/>
                    <a:gd name="connsiteX1" fmla="*/ 13320 w 1577883"/>
                    <a:gd name="connsiteY1" fmla="*/ 36328 h 36328"/>
                    <a:gd name="connsiteX2" fmla="*/ 0 w 1577883"/>
                    <a:gd name="connsiteY2" fmla="*/ 23008 h 36328"/>
                    <a:gd name="connsiteX3" fmla="*/ 0 w 1577883"/>
                    <a:gd name="connsiteY3" fmla="*/ 13320 h 36328"/>
                    <a:gd name="connsiteX4" fmla="*/ 13320 w 1577883"/>
                    <a:gd name="connsiteY4" fmla="*/ 0 h 36328"/>
                    <a:gd name="connsiteX5" fmla="*/ 1564544 w 1577883"/>
                    <a:gd name="connsiteY5" fmla="*/ 0 h 36328"/>
                    <a:gd name="connsiteX6" fmla="*/ 1577865 w 1577883"/>
                    <a:gd name="connsiteY6" fmla="*/ 13320 h 36328"/>
                    <a:gd name="connsiteX7" fmla="*/ 1577865 w 1577883"/>
                    <a:gd name="connsiteY7" fmla="*/ 23008 h 36328"/>
                    <a:gd name="connsiteX8" fmla="*/ 1564544 w 1577883"/>
                    <a:gd name="connsiteY8" fmla="*/ 36328 h 36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7883" h="36328">
                      <a:moveTo>
                        <a:pt x="1564544" y="36328"/>
                      </a:moveTo>
                      <a:lnTo>
                        <a:pt x="13320" y="36328"/>
                      </a:lnTo>
                      <a:cubicBezTo>
                        <a:pt x="6055" y="36328"/>
                        <a:pt x="0" y="30274"/>
                        <a:pt x="0" y="23008"/>
                      </a:cubicBezTo>
                      <a:lnTo>
                        <a:pt x="0" y="13320"/>
                      </a:lnTo>
                      <a:cubicBezTo>
                        <a:pt x="0" y="6055"/>
                        <a:pt x="6055" y="0"/>
                        <a:pt x="13320" y="0"/>
                      </a:cubicBezTo>
                      <a:lnTo>
                        <a:pt x="1564544" y="0"/>
                      </a:lnTo>
                      <a:cubicBezTo>
                        <a:pt x="1571810" y="0"/>
                        <a:pt x="1577865" y="6055"/>
                        <a:pt x="1577865" y="13320"/>
                      </a:cubicBezTo>
                      <a:lnTo>
                        <a:pt x="1577865" y="23008"/>
                      </a:lnTo>
                      <a:cubicBezTo>
                        <a:pt x="1578268" y="30274"/>
                        <a:pt x="1572214" y="36328"/>
                        <a:pt x="1564544" y="36328"/>
                      </a:cubicBezTo>
                      <a:close/>
                    </a:path>
                  </a:pathLst>
                </a:custGeom>
                <a:solidFill>
                  <a:srgbClr val="E3DCD5"/>
                </a:solidFill>
                <a:ln w="4033" cap="flat">
                  <a:noFill/>
                  <a:prstDash val="solid"/>
                  <a:miter/>
                </a:ln>
              </p:spPr>
              <p:txBody>
                <a:bodyPr rtlCol="0" anchor="ctr"/>
                <a:lstStyle/>
                <a:p>
                  <a:endParaRPr lang="en-US"/>
                </a:p>
              </p:txBody>
            </p:sp>
            <p:sp>
              <p:nvSpPr>
                <p:cNvPr id="433" name="Freeform: Shape 432">
                  <a:extLst>
                    <a:ext uri="{FF2B5EF4-FFF2-40B4-BE49-F238E27FC236}">
                      <a16:creationId xmlns:a16="http://schemas.microsoft.com/office/drawing/2014/main" id="{AFE02352-D18E-438F-93DA-E7A7FF323029}"/>
                    </a:ext>
                  </a:extLst>
                </p:cNvPr>
                <p:cNvSpPr/>
                <p:nvPr/>
              </p:nvSpPr>
              <p:spPr>
                <a:xfrm>
                  <a:off x="16819838" y="5688884"/>
                  <a:ext cx="1577864" cy="36328"/>
                </a:xfrm>
                <a:custGeom>
                  <a:avLst/>
                  <a:gdLst>
                    <a:gd name="connsiteX0" fmla="*/ 1564544 w 1577864"/>
                    <a:gd name="connsiteY0" fmla="*/ 36328 h 36328"/>
                    <a:gd name="connsiteX1" fmla="*/ 13321 w 1577864"/>
                    <a:gd name="connsiteY1" fmla="*/ 36328 h 36328"/>
                    <a:gd name="connsiteX2" fmla="*/ 0 w 1577864"/>
                    <a:gd name="connsiteY2" fmla="*/ 23008 h 36328"/>
                    <a:gd name="connsiteX3" fmla="*/ 0 w 1577864"/>
                    <a:gd name="connsiteY3" fmla="*/ 13321 h 36328"/>
                    <a:gd name="connsiteX4" fmla="*/ 13321 w 1577864"/>
                    <a:gd name="connsiteY4" fmla="*/ 0 h 36328"/>
                    <a:gd name="connsiteX5" fmla="*/ 1564544 w 1577864"/>
                    <a:gd name="connsiteY5" fmla="*/ 0 h 36328"/>
                    <a:gd name="connsiteX6" fmla="*/ 1577865 w 1577864"/>
                    <a:gd name="connsiteY6" fmla="*/ 13321 h 36328"/>
                    <a:gd name="connsiteX7" fmla="*/ 1577865 w 1577864"/>
                    <a:gd name="connsiteY7" fmla="*/ 23008 h 36328"/>
                    <a:gd name="connsiteX8" fmla="*/ 1564544 w 1577864"/>
                    <a:gd name="connsiteY8" fmla="*/ 36328 h 36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7864" h="36328">
                      <a:moveTo>
                        <a:pt x="1564544" y="36328"/>
                      </a:moveTo>
                      <a:lnTo>
                        <a:pt x="13321" y="36328"/>
                      </a:lnTo>
                      <a:cubicBezTo>
                        <a:pt x="6055" y="36328"/>
                        <a:pt x="0" y="30274"/>
                        <a:pt x="0" y="23008"/>
                      </a:cubicBezTo>
                      <a:lnTo>
                        <a:pt x="0" y="13321"/>
                      </a:lnTo>
                      <a:cubicBezTo>
                        <a:pt x="0" y="6055"/>
                        <a:pt x="6055" y="0"/>
                        <a:pt x="13321" y="0"/>
                      </a:cubicBezTo>
                      <a:lnTo>
                        <a:pt x="1564544" y="0"/>
                      </a:lnTo>
                      <a:cubicBezTo>
                        <a:pt x="1571810" y="0"/>
                        <a:pt x="1577865" y="6055"/>
                        <a:pt x="1577865" y="13321"/>
                      </a:cubicBezTo>
                      <a:lnTo>
                        <a:pt x="1577865" y="23008"/>
                      </a:lnTo>
                      <a:cubicBezTo>
                        <a:pt x="1577865" y="30274"/>
                        <a:pt x="1571810" y="36328"/>
                        <a:pt x="1564544" y="36328"/>
                      </a:cubicBezTo>
                      <a:close/>
                    </a:path>
                  </a:pathLst>
                </a:custGeom>
                <a:solidFill>
                  <a:srgbClr val="E3DCD5"/>
                </a:solidFill>
                <a:ln w="4033" cap="flat">
                  <a:noFill/>
                  <a:prstDash val="solid"/>
                  <a:miter/>
                </a:ln>
              </p:spPr>
              <p:txBody>
                <a:bodyPr rtlCol="0" anchor="ctr"/>
                <a:lstStyle/>
                <a:p>
                  <a:endParaRPr lang="en-US"/>
                </a:p>
              </p:txBody>
            </p:sp>
          </p:grpSp>
          <p:sp>
            <p:nvSpPr>
              <p:cNvPr id="411" name="Freeform: Shape 410">
                <a:extLst>
                  <a:ext uri="{FF2B5EF4-FFF2-40B4-BE49-F238E27FC236}">
                    <a16:creationId xmlns:a16="http://schemas.microsoft.com/office/drawing/2014/main" id="{6C10EE42-0EAF-45ED-AF94-9129FF63D219}"/>
                  </a:ext>
                </a:extLst>
              </p:cNvPr>
              <p:cNvSpPr/>
              <p:nvPr/>
            </p:nvSpPr>
            <p:spPr>
              <a:xfrm>
                <a:off x="15144290" y="-264941"/>
                <a:ext cx="1334867" cy="1047066"/>
              </a:xfrm>
              <a:custGeom>
                <a:avLst/>
                <a:gdLst>
                  <a:gd name="connsiteX0" fmla="*/ 131590 w 1334867"/>
                  <a:gd name="connsiteY0" fmla="*/ 0 h 1047066"/>
                  <a:gd name="connsiteX1" fmla="*/ 1203278 w 1334867"/>
                  <a:gd name="connsiteY1" fmla="*/ 83555 h 1047066"/>
                  <a:gd name="connsiteX2" fmla="*/ 1334868 w 1334867"/>
                  <a:gd name="connsiteY2" fmla="*/ 215145 h 1047066"/>
                  <a:gd name="connsiteX3" fmla="*/ 1251313 w 1334867"/>
                  <a:gd name="connsiteY3" fmla="*/ 740293 h 1047066"/>
                  <a:gd name="connsiteX4" fmla="*/ 1119723 w 1334867"/>
                  <a:gd name="connsiteY4" fmla="*/ 871882 h 1047066"/>
                  <a:gd name="connsiteX5" fmla="*/ 1069267 w 1334867"/>
                  <a:gd name="connsiteY5" fmla="*/ 875112 h 1047066"/>
                  <a:gd name="connsiteX6" fmla="*/ 1069267 w 1334867"/>
                  <a:gd name="connsiteY6" fmla="*/ 875112 h 1047066"/>
                  <a:gd name="connsiteX7" fmla="*/ 1098329 w 1334867"/>
                  <a:gd name="connsiteY7" fmla="*/ 1047066 h 1047066"/>
                  <a:gd name="connsiteX8" fmla="*/ 894487 w 1334867"/>
                  <a:gd name="connsiteY8" fmla="*/ 885606 h 1047066"/>
                  <a:gd name="connsiteX9" fmla="*/ 215145 w 1334867"/>
                  <a:gd name="connsiteY9" fmla="*/ 927182 h 1047066"/>
                  <a:gd name="connsiteX10" fmla="*/ 83555 w 1334867"/>
                  <a:gd name="connsiteY10" fmla="*/ 795593 h 1047066"/>
                  <a:gd name="connsiteX11" fmla="*/ 0 w 1334867"/>
                  <a:gd name="connsiteY11" fmla="*/ 131590 h 1047066"/>
                  <a:gd name="connsiteX12" fmla="*/ 131590 w 1334867"/>
                  <a:gd name="connsiteY12" fmla="*/ 0 h 1047066"/>
                  <a:gd name="connsiteX13" fmla="*/ 131590 w 1334867"/>
                  <a:gd name="connsiteY13" fmla="*/ 0 h 1047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4867" h="1047066">
                    <a:moveTo>
                      <a:pt x="131590" y="0"/>
                    </a:moveTo>
                    <a:lnTo>
                      <a:pt x="1203278" y="83555"/>
                    </a:lnTo>
                    <a:cubicBezTo>
                      <a:pt x="1275935" y="83555"/>
                      <a:pt x="1334868" y="142488"/>
                      <a:pt x="1334868" y="215145"/>
                    </a:cubicBezTo>
                    <a:lnTo>
                      <a:pt x="1251313" y="740293"/>
                    </a:lnTo>
                    <a:cubicBezTo>
                      <a:pt x="1251313" y="812950"/>
                      <a:pt x="1192380" y="871882"/>
                      <a:pt x="1119723" y="871882"/>
                    </a:cubicBezTo>
                    <a:lnTo>
                      <a:pt x="1069267" y="875112"/>
                    </a:lnTo>
                    <a:lnTo>
                      <a:pt x="1069267" y="875112"/>
                    </a:lnTo>
                    <a:cubicBezTo>
                      <a:pt x="1069267" y="875112"/>
                      <a:pt x="1039397" y="988537"/>
                      <a:pt x="1098329" y="1047066"/>
                    </a:cubicBezTo>
                    <a:cubicBezTo>
                      <a:pt x="1098329" y="1047066"/>
                      <a:pt x="922742" y="1004683"/>
                      <a:pt x="894487" y="885606"/>
                    </a:cubicBezTo>
                    <a:lnTo>
                      <a:pt x="215145" y="927182"/>
                    </a:lnTo>
                    <a:cubicBezTo>
                      <a:pt x="142488" y="927182"/>
                      <a:pt x="83555" y="868249"/>
                      <a:pt x="83555" y="795593"/>
                    </a:cubicBezTo>
                    <a:lnTo>
                      <a:pt x="0" y="131590"/>
                    </a:lnTo>
                    <a:cubicBezTo>
                      <a:pt x="0" y="58933"/>
                      <a:pt x="58933" y="0"/>
                      <a:pt x="131590" y="0"/>
                    </a:cubicBezTo>
                    <a:lnTo>
                      <a:pt x="131590" y="0"/>
                    </a:lnTo>
                    <a:close/>
                  </a:path>
                </a:pathLst>
              </a:custGeom>
              <a:solidFill>
                <a:schemeClr val="accent3"/>
              </a:solidFill>
              <a:ln w="4033" cap="flat">
                <a:noFill/>
                <a:prstDash val="solid"/>
                <a:miter/>
              </a:ln>
            </p:spPr>
            <p:txBody>
              <a:bodyPr rtlCol="0" anchor="ctr"/>
              <a:lstStyle/>
              <a:p>
                <a:endParaRPr lang="en-US"/>
              </a:p>
            </p:txBody>
          </p:sp>
          <p:sp>
            <p:nvSpPr>
              <p:cNvPr id="412" name="Freeform: Shape 411">
                <a:extLst>
                  <a:ext uri="{FF2B5EF4-FFF2-40B4-BE49-F238E27FC236}">
                    <a16:creationId xmlns:a16="http://schemas.microsoft.com/office/drawing/2014/main" id="{B577447D-DC66-475A-8971-EAF2D5B3B1F1}"/>
                  </a:ext>
                </a:extLst>
              </p:cNvPr>
              <p:cNvSpPr/>
              <p:nvPr/>
            </p:nvSpPr>
            <p:spPr>
              <a:xfrm>
                <a:off x="15405047" y="57978"/>
                <a:ext cx="812949" cy="54088"/>
              </a:xfrm>
              <a:custGeom>
                <a:avLst/>
                <a:gdLst>
                  <a:gd name="connsiteX0" fmla="*/ 0 w 812949"/>
                  <a:gd name="connsiteY0" fmla="*/ 27044 h 54088"/>
                  <a:gd name="connsiteX1" fmla="*/ 27045 w 812949"/>
                  <a:gd name="connsiteY1" fmla="*/ 54089 h 54088"/>
                  <a:gd name="connsiteX2" fmla="*/ 785905 w 812949"/>
                  <a:gd name="connsiteY2" fmla="*/ 54089 h 54088"/>
                  <a:gd name="connsiteX3" fmla="*/ 812950 w 812949"/>
                  <a:gd name="connsiteY3" fmla="*/ 27044 h 54088"/>
                  <a:gd name="connsiteX4" fmla="*/ 785905 w 812949"/>
                  <a:gd name="connsiteY4" fmla="*/ 0 h 54088"/>
                  <a:gd name="connsiteX5" fmla="*/ 27045 w 812949"/>
                  <a:gd name="connsiteY5" fmla="*/ 0 h 54088"/>
                  <a:gd name="connsiteX6" fmla="*/ 0 w 812949"/>
                  <a:gd name="connsiteY6" fmla="*/ 27044 h 54088"/>
                  <a:gd name="connsiteX7" fmla="*/ 0 w 812949"/>
                  <a:gd name="connsiteY7" fmla="*/ 27044 h 54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2949" h="54088">
                    <a:moveTo>
                      <a:pt x="0" y="27044"/>
                    </a:moveTo>
                    <a:cubicBezTo>
                      <a:pt x="0" y="41980"/>
                      <a:pt x="12109" y="54089"/>
                      <a:pt x="27045" y="54089"/>
                    </a:cubicBezTo>
                    <a:lnTo>
                      <a:pt x="785905" y="54089"/>
                    </a:lnTo>
                    <a:cubicBezTo>
                      <a:pt x="800840" y="54089"/>
                      <a:pt x="812950" y="41980"/>
                      <a:pt x="812950" y="27044"/>
                    </a:cubicBezTo>
                    <a:cubicBezTo>
                      <a:pt x="812950" y="12109"/>
                      <a:pt x="800840" y="0"/>
                      <a:pt x="785905" y="0"/>
                    </a:cubicBezTo>
                    <a:lnTo>
                      <a:pt x="27045" y="0"/>
                    </a:lnTo>
                    <a:cubicBezTo>
                      <a:pt x="12109" y="0"/>
                      <a:pt x="0" y="12109"/>
                      <a:pt x="0" y="27044"/>
                    </a:cubicBezTo>
                    <a:lnTo>
                      <a:pt x="0" y="27044"/>
                    </a:lnTo>
                    <a:close/>
                  </a:path>
                </a:pathLst>
              </a:custGeom>
              <a:solidFill>
                <a:schemeClr val="bg2"/>
              </a:solidFill>
              <a:ln w="4033" cap="flat">
                <a:noFill/>
                <a:prstDash val="solid"/>
                <a:miter/>
              </a:ln>
            </p:spPr>
            <p:txBody>
              <a:bodyPr rtlCol="0" anchor="ctr"/>
              <a:lstStyle/>
              <a:p>
                <a:endParaRPr lang="en-US"/>
              </a:p>
            </p:txBody>
          </p:sp>
          <p:sp>
            <p:nvSpPr>
              <p:cNvPr id="413" name="Freeform: Shape 412">
                <a:extLst>
                  <a:ext uri="{FF2B5EF4-FFF2-40B4-BE49-F238E27FC236}">
                    <a16:creationId xmlns:a16="http://schemas.microsoft.com/office/drawing/2014/main" id="{87988A39-A752-4EB2-8CE3-77F17CB1D8F0}"/>
                  </a:ext>
                </a:extLst>
              </p:cNvPr>
              <p:cNvSpPr/>
              <p:nvPr/>
            </p:nvSpPr>
            <p:spPr>
              <a:xfrm>
                <a:off x="15405047" y="171807"/>
                <a:ext cx="812949" cy="54088"/>
              </a:xfrm>
              <a:custGeom>
                <a:avLst/>
                <a:gdLst>
                  <a:gd name="connsiteX0" fmla="*/ 0 w 812949"/>
                  <a:gd name="connsiteY0" fmla="*/ 27045 h 54088"/>
                  <a:gd name="connsiteX1" fmla="*/ 27045 w 812949"/>
                  <a:gd name="connsiteY1" fmla="*/ 54089 h 54088"/>
                  <a:gd name="connsiteX2" fmla="*/ 785905 w 812949"/>
                  <a:gd name="connsiteY2" fmla="*/ 54089 h 54088"/>
                  <a:gd name="connsiteX3" fmla="*/ 812950 w 812949"/>
                  <a:gd name="connsiteY3" fmla="*/ 27045 h 54088"/>
                  <a:gd name="connsiteX4" fmla="*/ 785905 w 812949"/>
                  <a:gd name="connsiteY4" fmla="*/ 0 h 54088"/>
                  <a:gd name="connsiteX5" fmla="*/ 27045 w 812949"/>
                  <a:gd name="connsiteY5" fmla="*/ 0 h 54088"/>
                  <a:gd name="connsiteX6" fmla="*/ 0 w 812949"/>
                  <a:gd name="connsiteY6" fmla="*/ 27045 h 54088"/>
                  <a:gd name="connsiteX7" fmla="*/ 0 w 812949"/>
                  <a:gd name="connsiteY7" fmla="*/ 27045 h 54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2949" h="54088">
                    <a:moveTo>
                      <a:pt x="0" y="27045"/>
                    </a:moveTo>
                    <a:cubicBezTo>
                      <a:pt x="0" y="41980"/>
                      <a:pt x="12109" y="54089"/>
                      <a:pt x="27045" y="54089"/>
                    </a:cubicBezTo>
                    <a:lnTo>
                      <a:pt x="785905" y="54089"/>
                    </a:lnTo>
                    <a:cubicBezTo>
                      <a:pt x="800840" y="54089"/>
                      <a:pt x="812950" y="41980"/>
                      <a:pt x="812950" y="27045"/>
                    </a:cubicBezTo>
                    <a:cubicBezTo>
                      <a:pt x="812950" y="12109"/>
                      <a:pt x="800840" y="0"/>
                      <a:pt x="785905" y="0"/>
                    </a:cubicBezTo>
                    <a:lnTo>
                      <a:pt x="27045" y="0"/>
                    </a:lnTo>
                    <a:cubicBezTo>
                      <a:pt x="12109" y="0"/>
                      <a:pt x="0" y="12109"/>
                      <a:pt x="0" y="27045"/>
                    </a:cubicBezTo>
                    <a:lnTo>
                      <a:pt x="0" y="27045"/>
                    </a:lnTo>
                    <a:close/>
                  </a:path>
                </a:pathLst>
              </a:custGeom>
              <a:solidFill>
                <a:schemeClr val="bg2"/>
              </a:solidFill>
              <a:ln w="4033" cap="flat">
                <a:noFill/>
                <a:prstDash val="solid"/>
                <a:miter/>
              </a:ln>
            </p:spPr>
            <p:txBody>
              <a:bodyPr rtlCol="0" anchor="ctr"/>
              <a:lstStyle/>
              <a:p>
                <a:endParaRPr lang="en-US"/>
              </a:p>
            </p:txBody>
          </p:sp>
          <p:sp>
            <p:nvSpPr>
              <p:cNvPr id="414" name="Freeform: Shape 413">
                <a:extLst>
                  <a:ext uri="{FF2B5EF4-FFF2-40B4-BE49-F238E27FC236}">
                    <a16:creationId xmlns:a16="http://schemas.microsoft.com/office/drawing/2014/main" id="{EFAFDAAC-BBCC-4D11-8CFE-838153F8EF1F}"/>
                  </a:ext>
                </a:extLst>
              </p:cNvPr>
              <p:cNvSpPr/>
              <p:nvPr/>
            </p:nvSpPr>
            <p:spPr>
              <a:xfrm>
                <a:off x="15405047" y="285636"/>
                <a:ext cx="812949" cy="54089"/>
              </a:xfrm>
              <a:custGeom>
                <a:avLst/>
                <a:gdLst>
                  <a:gd name="connsiteX0" fmla="*/ 0 w 812949"/>
                  <a:gd name="connsiteY0" fmla="*/ 27045 h 54089"/>
                  <a:gd name="connsiteX1" fmla="*/ 27045 w 812949"/>
                  <a:gd name="connsiteY1" fmla="*/ 54089 h 54089"/>
                  <a:gd name="connsiteX2" fmla="*/ 785905 w 812949"/>
                  <a:gd name="connsiteY2" fmla="*/ 54089 h 54089"/>
                  <a:gd name="connsiteX3" fmla="*/ 812950 w 812949"/>
                  <a:gd name="connsiteY3" fmla="*/ 27045 h 54089"/>
                  <a:gd name="connsiteX4" fmla="*/ 785905 w 812949"/>
                  <a:gd name="connsiteY4" fmla="*/ 0 h 54089"/>
                  <a:gd name="connsiteX5" fmla="*/ 27045 w 812949"/>
                  <a:gd name="connsiteY5" fmla="*/ 0 h 54089"/>
                  <a:gd name="connsiteX6" fmla="*/ 0 w 812949"/>
                  <a:gd name="connsiteY6" fmla="*/ 27045 h 54089"/>
                  <a:gd name="connsiteX7" fmla="*/ 0 w 812949"/>
                  <a:gd name="connsiteY7" fmla="*/ 27045 h 5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2949" h="54089">
                    <a:moveTo>
                      <a:pt x="0" y="27045"/>
                    </a:moveTo>
                    <a:cubicBezTo>
                      <a:pt x="0" y="41980"/>
                      <a:pt x="12109" y="54089"/>
                      <a:pt x="27045" y="54089"/>
                    </a:cubicBezTo>
                    <a:lnTo>
                      <a:pt x="785905" y="54089"/>
                    </a:lnTo>
                    <a:cubicBezTo>
                      <a:pt x="800840" y="54089"/>
                      <a:pt x="812950" y="41980"/>
                      <a:pt x="812950" y="27045"/>
                    </a:cubicBezTo>
                    <a:cubicBezTo>
                      <a:pt x="812950" y="12109"/>
                      <a:pt x="800840" y="0"/>
                      <a:pt x="785905" y="0"/>
                    </a:cubicBezTo>
                    <a:lnTo>
                      <a:pt x="27045" y="0"/>
                    </a:lnTo>
                    <a:cubicBezTo>
                      <a:pt x="12109" y="0"/>
                      <a:pt x="0" y="12109"/>
                      <a:pt x="0" y="27045"/>
                    </a:cubicBezTo>
                    <a:lnTo>
                      <a:pt x="0" y="27045"/>
                    </a:lnTo>
                    <a:close/>
                  </a:path>
                </a:pathLst>
              </a:custGeom>
              <a:solidFill>
                <a:schemeClr val="bg2"/>
              </a:solidFill>
              <a:ln w="4033" cap="flat">
                <a:noFill/>
                <a:prstDash val="solid"/>
                <a:miter/>
              </a:ln>
            </p:spPr>
            <p:txBody>
              <a:bodyPr rtlCol="0" anchor="ctr"/>
              <a:lstStyle/>
              <a:p>
                <a:endParaRPr lang="en-US"/>
              </a:p>
            </p:txBody>
          </p:sp>
        </p:grpSp>
        <p:grpSp>
          <p:nvGrpSpPr>
            <p:cNvPr id="330" name="Graphic 4">
              <a:extLst>
                <a:ext uri="{FF2B5EF4-FFF2-40B4-BE49-F238E27FC236}">
                  <a16:creationId xmlns:a16="http://schemas.microsoft.com/office/drawing/2014/main" id="{E429BC86-FCD3-4B04-B9E5-990264749072}"/>
                </a:ext>
              </a:extLst>
            </p:cNvPr>
            <p:cNvGrpSpPr/>
            <p:nvPr/>
          </p:nvGrpSpPr>
          <p:grpSpPr>
            <a:xfrm>
              <a:off x="13062238" y="3296859"/>
              <a:ext cx="2706093" cy="2829984"/>
              <a:chOff x="13062238" y="3296859"/>
              <a:chExt cx="2706093" cy="2829984"/>
            </a:xfrm>
          </p:grpSpPr>
          <p:sp>
            <p:nvSpPr>
              <p:cNvPr id="379" name="Freeform: Shape 378">
                <a:extLst>
                  <a:ext uri="{FF2B5EF4-FFF2-40B4-BE49-F238E27FC236}">
                    <a16:creationId xmlns:a16="http://schemas.microsoft.com/office/drawing/2014/main" id="{2178767C-A6D9-4B1F-89B6-8AC75240B14A}"/>
                  </a:ext>
                </a:extLst>
              </p:cNvPr>
              <p:cNvSpPr/>
              <p:nvPr/>
            </p:nvSpPr>
            <p:spPr>
              <a:xfrm>
                <a:off x="14655067" y="4793187"/>
                <a:ext cx="289820" cy="405263"/>
              </a:xfrm>
              <a:custGeom>
                <a:avLst/>
                <a:gdLst>
                  <a:gd name="connsiteX0" fmla="*/ 75482 w 289820"/>
                  <a:gd name="connsiteY0" fmla="*/ 0 h 405263"/>
                  <a:gd name="connsiteX1" fmla="*/ 289820 w 289820"/>
                  <a:gd name="connsiteY1" fmla="*/ 405264 h 405263"/>
                  <a:gd name="connsiteX2" fmla="*/ 0 w 289820"/>
                  <a:gd name="connsiteY2" fmla="*/ 382256 h 405263"/>
                  <a:gd name="connsiteX3" fmla="*/ 75482 w 289820"/>
                  <a:gd name="connsiteY3" fmla="*/ 0 h 405263"/>
                </a:gdLst>
                <a:ahLst/>
                <a:cxnLst>
                  <a:cxn ang="0">
                    <a:pos x="connsiteX0" y="connsiteY0"/>
                  </a:cxn>
                  <a:cxn ang="0">
                    <a:pos x="connsiteX1" y="connsiteY1"/>
                  </a:cxn>
                  <a:cxn ang="0">
                    <a:pos x="connsiteX2" y="connsiteY2"/>
                  </a:cxn>
                  <a:cxn ang="0">
                    <a:pos x="connsiteX3" y="connsiteY3"/>
                  </a:cxn>
                </a:cxnLst>
                <a:rect l="l" t="t" r="r" b="b"/>
                <a:pathLst>
                  <a:path w="289820" h="405263">
                    <a:moveTo>
                      <a:pt x="75482" y="0"/>
                    </a:moveTo>
                    <a:lnTo>
                      <a:pt x="289820" y="405264"/>
                    </a:lnTo>
                    <a:lnTo>
                      <a:pt x="0" y="382256"/>
                    </a:lnTo>
                    <a:lnTo>
                      <a:pt x="75482" y="0"/>
                    </a:lnTo>
                    <a:close/>
                  </a:path>
                </a:pathLst>
              </a:custGeom>
              <a:solidFill>
                <a:srgbClr val="6F5DC6"/>
              </a:solidFill>
              <a:ln w="4033" cap="flat">
                <a:noFill/>
                <a:prstDash val="solid"/>
                <a:miter/>
              </a:ln>
            </p:spPr>
            <p:txBody>
              <a:bodyPr rtlCol="0" anchor="ctr"/>
              <a:lstStyle/>
              <a:p>
                <a:endParaRPr lang="en-US"/>
              </a:p>
            </p:txBody>
          </p:sp>
          <p:sp>
            <p:nvSpPr>
              <p:cNvPr id="380" name="Freeform: Shape 379">
                <a:extLst>
                  <a:ext uri="{FF2B5EF4-FFF2-40B4-BE49-F238E27FC236}">
                    <a16:creationId xmlns:a16="http://schemas.microsoft.com/office/drawing/2014/main" id="{670E2698-58CF-4C66-8EA8-6AA38C75D203}"/>
                  </a:ext>
                </a:extLst>
              </p:cNvPr>
              <p:cNvSpPr/>
              <p:nvPr/>
            </p:nvSpPr>
            <p:spPr>
              <a:xfrm>
                <a:off x="13740117" y="4098954"/>
                <a:ext cx="1111353" cy="997107"/>
              </a:xfrm>
              <a:custGeom>
                <a:avLst/>
                <a:gdLst>
                  <a:gd name="connsiteX0" fmla="*/ 549244 w 1111353"/>
                  <a:gd name="connsiteY0" fmla="*/ 1167 h 997107"/>
                  <a:gd name="connsiteX1" fmla="*/ 542382 w 1111353"/>
                  <a:gd name="connsiteY1" fmla="*/ 1167 h 997107"/>
                  <a:gd name="connsiteX2" fmla="*/ 523814 w 1111353"/>
                  <a:gd name="connsiteY2" fmla="*/ 3185 h 997107"/>
                  <a:gd name="connsiteX3" fmla="*/ 496366 w 1111353"/>
                  <a:gd name="connsiteY3" fmla="*/ 9240 h 997107"/>
                  <a:gd name="connsiteX4" fmla="*/ 464074 w 1111353"/>
                  <a:gd name="connsiteY4" fmla="*/ 22156 h 997107"/>
                  <a:gd name="connsiteX5" fmla="*/ 429764 w 1111353"/>
                  <a:gd name="connsiteY5" fmla="*/ 43953 h 997107"/>
                  <a:gd name="connsiteX6" fmla="*/ 396665 w 1111353"/>
                  <a:gd name="connsiteY6" fmla="*/ 77052 h 997107"/>
                  <a:gd name="connsiteX7" fmla="*/ 368409 w 1111353"/>
                  <a:gd name="connsiteY7" fmla="*/ 123876 h 997107"/>
                  <a:gd name="connsiteX8" fmla="*/ 348227 w 1111353"/>
                  <a:gd name="connsiteY8" fmla="*/ 186845 h 997107"/>
                  <a:gd name="connsiteX9" fmla="*/ 339347 w 1111353"/>
                  <a:gd name="connsiteY9" fmla="*/ 268382 h 997107"/>
                  <a:gd name="connsiteX10" fmla="*/ 339750 w 1111353"/>
                  <a:gd name="connsiteY10" fmla="*/ 298252 h 997107"/>
                  <a:gd name="connsiteX11" fmla="*/ 338539 w 1111353"/>
                  <a:gd name="connsiteY11" fmla="*/ 315206 h 997107"/>
                  <a:gd name="connsiteX12" fmla="*/ 325623 w 1111353"/>
                  <a:gd name="connsiteY12" fmla="*/ 339424 h 997107"/>
                  <a:gd name="connsiteX13" fmla="*/ 295349 w 1111353"/>
                  <a:gd name="connsiteY13" fmla="*/ 363240 h 997107"/>
                  <a:gd name="connsiteX14" fmla="*/ 118147 w 1111353"/>
                  <a:gd name="connsiteY14" fmla="*/ 584036 h 997107"/>
                  <a:gd name="connsiteX15" fmla="*/ 38224 w 1111353"/>
                  <a:gd name="connsiteY15" fmla="*/ 823804 h 997107"/>
                  <a:gd name="connsiteX16" fmla="*/ 56389 w 1111353"/>
                  <a:gd name="connsiteY16" fmla="*/ 983649 h 997107"/>
                  <a:gd name="connsiteX17" fmla="*/ 1076814 w 1111353"/>
                  <a:gd name="connsiteY17" fmla="*/ 961852 h 997107"/>
                  <a:gd name="connsiteX18" fmla="*/ 1040485 w 1111353"/>
                  <a:gd name="connsiteY18" fmla="*/ 669610 h 997107"/>
                  <a:gd name="connsiteX19" fmla="*/ 958948 w 1111353"/>
                  <a:gd name="connsiteY19" fmla="*/ 408045 h 997107"/>
                  <a:gd name="connsiteX20" fmla="*/ 844715 w 1111353"/>
                  <a:gd name="connsiteY20" fmla="*/ 250218 h 997107"/>
                  <a:gd name="connsiteX21" fmla="*/ 549244 w 1111353"/>
                  <a:gd name="connsiteY21" fmla="*/ 1167 h 997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11353" h="997107">
                    <a:moveTo>
                      <a:pt x="549244" y="1167"/>
                    </a:moveTo>
                    <a:cubicBezTo>
                      <a:pt x="546822" y="1167"/>
                      <a:pt x="544804" y="1167"/>
                      <a:pt x="542382" y="1167"/>
                    </a:cubicBezTo>
                    <a:cubicBezTo>
                      <a:pt x="535924" y="1570"/>
                      <a:pt x="529869" y="1974"/>
                      <a:pt x="523814" y="3185"/>
                    </a:cubicBezTo>
                    <a:cubicBezTo>
                      <a:pt x="514530" y="4800"/>
                      <a:pt x="505650" y="6818"/>
                      <a:pt x="496366" y="9240"/>
                    </a:cubicBezTo>
                    <a:cubicBezTo>
                      <a:pt x="485064" y="12469"/>
                      <a:pt x="474165" y="16909"/>
                      <a:pt x="464074" y="22156"/>
                    </a:cubicBezTo>
                    <a:cubicBezTo>
                      <a:pt x="451965" y="28211"/>
                      <a:pt x="440259" y="35477"/>
                      <a:pt x="429764" y="43953"/>
                    </a:cubicBezTo>
                    <a:cubicBezTo>
                      <a:pt x="417655" y="53641"/>
                      <a:pt x="406352" y="64943"/>
                      <a:pt x="396665" y="77052"/>
                    </a:cubicBezTo>
                    <a:cubicBezTo>
                      <a:pt x="385363" y="91584"/>
                      <a:pt x="376079" y="107326"/>
                      <a:pt x="368409" y="123876"/>
                    </a:cubicBezTo>
                    <a:cubicBezTo>
                      <a:pt x="359125" y="144059"/>
                      <a:pt x="352667" y="165048"/>
                      <a:pt x="348227" y="186845"/>
                    </a:cubicBezTo>
                    <a:cubicBezTo>
                      <a:pt x="342576" y="213486"/>
                      <a:pt x="339750" y="240934"/>
                      <a:pt x="339347" y="268382"/>
                    </a:cubicBezTo>
                    <a:cubicBezTo>
                      <a:pt x="338943" y="278474"/>
                      <a:pt x="339750" y="288161"/>
                      <a:pt x="339750" y="298252"/>
                    </a:cubicBezTo>
                    <a:cubicBezTo>
                      <a:pt x="339750" y="303904"/>
                      <a:pt x="340154" y="309555"/>
                      <a:pt x="338539" y="315206"/>
                    </a:cubicBezTo>
                    <a:cubicBezTo>
                      <a:pt x="335714" y="324086"/>
                      <a:pt x="331274" y="332159"/>
                      <a:pt x="325623" y="339424"/>
                    </a:cubicBezTo>
                    <a:cubicBezTo>
                      <a:pt x="317550" y="349516"/>
                      <a:pt x="307055" y="357589"/>
                      <a:pt x="295349" y="363240"/>
                    </a:cubicBezTo>
                    <a:cubicBezTo>
                      <a:pt x="256195" y="381404"/>
                      <a:pt x="129045" y="416925"/>
                      <a:pt x="118147" y="584036"/>
                    </a:cubicBezTo>
                    <a:cubicBezTo>
                      <a:pt x="107248" y="751147"/>
                      <a:pt x="99983" y="791108"/>
                      <a:pt x="38224" y="823804"/>
                    </a:cubicBezTo>
                    <a:cubicBezTo>
                      <a:pt x="-23534" y="856500"/>
                      <a:pt x="-5370" y="943688"/>
                      <a:pt x="56389" y="983649"/>
                    </a:cubicBezTo>
                    <a:cubicBezTo>
                      <a:pt x="118147" y="1023610"/>
                      <a:pt x="1076814" y="961852"/>
                      <a:pt x="1076814" y="961852"/>
                    </a:cubicBezTo>
                    <a:cubicBezTo>
                      <a:pt x="1076814" y="961852"/>
                      <a:pt x="1174900" y="796759"/>
                      <a:pt x="1040485" y="669610"/>
                    </a:cubicBezTo>
                    <a:cubicBezTo>
                      <a:pt x="906070" y="542460"/>
                      <a:pt x="982360" y="509765"/>
                      <a:pt x="958948" y="408045"/>
                    </a:cubicBezTo>
                    <a:cubicBezTo>
                      <a:pt x="935536" y="306325"/>
                      <a:pt x="846330" y="299060"/>
                      <a:pt x="844715" y="250218"/>
                    </a:cubicBezTo>
                    <a:cubicBezTo>
                      <a:pt x="842294" y="200165"/>
                      <a:pt x="837046" y="-17805"/>
                      <a:pt x="549244" y="1167"/>
                    </a:cubicBezTo>
                    <a:close/>
                  </a:path>
                </a:pathLst>
              </a:custGeom>
              <a:solidFill>
                <a:srgbClr val="3D3C3B"/>
              </a:solidFill>
              <a:ln w="4033" cap="flat">
                <a:noFill/>
                <a:prstDash val="solid"/>
                <a:miter/>
              </a:ln>
            </p:spPr>
            <p:txBody>
              <a:bodyPr rtlCol="0" anchor="ctr"/>
              <a:lstStyle/>
              <a:p>
                <a:endParaRPr lang="en-US"/>
              </a:p>
            </p:txBody>
          </p:sp>
          <p:sp>
            <p:nvSpPr>
              <p:cNvPr id="381" name="Freeform: Shape 380">
                <a:extLst>
                  <a:ext uri="{FF2B5EF4-FFF2-40B4-BE49-F238E27FC236}">
                    <a16:creationId xmlns:a16="http://schemas.microsoft.com/office/drawing/2014/main" id="{890E26E5-D7F2-49F6-B76F-9CD0D2265A58}"/>
                  </a:ext>
                </a:extLst>
              </p:cNvPr>
              <p:cNvSpPr/>
              <p:nvPr/>
            </p:nvSpPr>
            <p:spPr>
              <a:xfrm>
                <a:off x="14193086" y="4214382"/>
                <a:ext cx="361964" cy="410342"/>
              </a:xfrm>
              <a:custGeom>
                <a:avLst/>
                <a:gdLst>
                  <a:gd name="connsiteX0" fmla="*/ 351785 w 361964"/>
                  <a:gd name="connsiteY0" fmla="*/ 329350 h 410342"/>
                  <a:gd name="connsiteX1" fmla="*/ 136639 w 361964"/>
                  <a:gd name="connsiteY1" fmla="*/ 387071 h 410342"/>
                  <a:gd name="connsiteX2" fmla="*/ 7875 w 361964"/>
                  <a:gd name="connsiteY2" fmla="*/ 141653 h 410342"/>
                  <a:gd name="connsiteX3" fmla="*/ 244817 w 361964"/>
                  <a:gd name="connsiteY3" fmla="*/ 8045 h 410342"/>
                  <a:gd name="connsiteX4" fmla="*/ 351785 w 361964"/>
                  <a:gd name="connsiteY4" fmla="*/ 329350 h 410342"/>
                  <a:gd name="connsiteX5" fmla="*/ 351785 w 361964"/>
                  <a:gd name="connsiteY5" fmla="*/ 329350 h 410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1964" h="410342">
                    <a:moveTo>
                      <a:pt x="351785" y="329350"/>
                    </a:moveTo>
                    <a:cubicBezTo>
                      <a:pt x="321914" y="433894"/>
                      <a:pt x="237552" y="418153"/>
                      <a:pt x="136639" y="387071"/>
                    </a:cubicBezTo>
                    <a:cubicBezTo>
                      <a:pt x="35727" y="355990"/>
                      <a:pt x="-21995" y="246198"/>
                      <a:pt x="7875" y="141653"/>
                    </a:cubicBezTo>
                    <a:cubicBezTo>
                      <a:pt x="37745" y="37108"/>
                      <a:pt x="143905" y="-22633"/>
                      <a:pt x="244817" y="8045"/>
                    </a:cubicBezTo>
                    <a:cubicBezTo>
                      <a:pt x="345730" y="39126"/>
                      <a:pt x="381654" y="224804"/>
                      <a:pt x="351785" y="329350"/>
                    </a:cubicBezTo>
                    <a:lnTo>
                      <a:pt x="351785" y="329350"/>
                    </a:lnTo>
                    <a:close/>
                  </a:path>
                </a:pathLst>
              </a:custGeom>
              <a:solidFill>
                <a:srgbClr val="EEA886"/>
              </a:solidFill>
              <a:ln w="4033" cap="flat">
                <a:noFill/>
                <a:prstDash val="solid"/>
                <a:miter/>
              </a:ln>
            </p:spPr>
            <p:txBody>
              <a:bodyPr rtlCol="0" anchor="ctr"/>
              <a:lstStyle/>
              <a:p>
                <a:endParaRPr lang="en-US"/>
              </a:p>
            </p:txBody>
          </p:sp>
          <p:sp>
            <p:nvSpPr>
              <p:cNvPr id="382" name="Freeform: Shape 381">
                <a:extLst>
                  <a:ext uri="{FF2B5EF4-FFF2-40B4-BE49-F238E27FC236}">
                    <a16:creationId xmlns:a16="http://schemas.microsoft.com/office/drawing/2014/main" id="{46CB1D7F-DC06-4F1F-96D0-44137ACBC65A}"/>
                  </a:ext>
                </a:extLst>
              </p:cNvPr>
              <p:cNvSpPr/>
              <p:nvPr/>
            </p:nvSpPr>
            <p:spPr>
              <a:xfrm>
                <a:off x="14140316" y="4176416"/>
                <a:ext cx="234931" cy="376195"/>
              </a:xfrm>
              <a:custGeom>
                <a:avLst/>
                <a:gdLst>
                  <a:gd name="connsiteX0" fmla="*/ 213629 w 234931"/>
                  <a:gd name="connsiteY0" fmla="*/ 398 h 376195"/>
                  <a:gd name="connsiteX1" fmla="*/ 155907 w 234931"/>
                  <a:gd name="connsiteY1" fmla="*/ 197379 h 376195"/>
                  <a:gd name="connsiteX2" fmla="*/ 59838 w 234931"/>
                  <a:gd name="connsiteY2" fmla="*/ 376195 h 376195"/>
                  <a:gd name="connsiteX3" fmla="*/ 2117 w 234931"/>
                  <a:gd name="connsiteY3" fmla="*/ 222002 h 376195"/>
                  <a:gd name="connsiteX4" fmla="*/ 71544 w 234931"/>
                  <a:gd name="connsiteY4" fmla="*/ 29461 h 376195"/>
                  <a:gd name="connsiteX5" fmla="*/ 213629 w 234931"/>
                  <a:gd name="connsiteY5" fmla="*/ 398 h 376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4931" h="376195">
                    <a:moveTo>
                      <a:pt x="213629" y="398"/>
                    </a:moveTo>
                    <a:cubicBezTo>
                      <a:pt x="213629" y="398"/>
                      <a:pt x="289111" y="129162"/>
                      <a:pt x="155907" y="197379"/>
                    </a:cubicBezTo>
                    <a:cubicBezTo>
                      <a:pt x="22703" y="265595"/>
                      <a:pt x="59838" y="376195"/>
                      <a:pt x="59838" y="376195"/>
                    </a:cubicBezTo>
                    <a:cubicBezTo>
                      <a:pt x="59838" y="376195"/>
                      <a:pt x="-13222" y="345518"/>
                      <a:pt x="2117" y="222002"/>
                    </a:cubicBezTo>
                    <a:cubicBezTo>
                      <a:pt x="17455" y="98889"/>
                      <a:pt x="-20891" y="64174"/>
                      <a:pt x="71544" y="29461"/>
                    </a:cubicBezTo>
                    <a:cubicBezTo>
                      <a:pt x="163576" y="-5657"/>
                      <a:pt x="213629" y="398"/>
                      <a:pt x="213629" y="398"/>
                    </a:cubicBezTo>
                    <a:close/>
                  </a:path>
                </a:pathLst>
              </a:custGeom>
              <a:solidFill>
                <a:srgbClr val="3D3C3B"/>
              </a:solidFill>
              <a:ln w="4033" cap="flat">
                <a:noFill/>
                <a:prstDash val="solid"/>
                <a:miter/>
              </a:ln>
            </p:spPr>
            <p:txBody>
              <a:bodyPr rtlCol="0" anchor="ctr"/>
              <a:lstStyle/>
              <a:p>
                <a:endParaRPr lang="en-US"/>
              </a:p>
            </p:txBody>
          </p:sp>
          <p:sp>
            <p:nvSpPr>
              <p:cNvPr id="383" name="Freeform: Shape 382">
                <a:extLst>
                  <a:ext uri="{FF2B5EF4-FFF2-40B4-BE49-F238E27FC236}">
                    <a16:creationId xmlns:a16="http://schemas.microsoft.com/office/drawing/2014/main" id="{1712D8F6-5DC5-433C-A433-8D1C2C5E041E}"/>
                  </a:ext>
                </a:extLst>
              </p:cNvPr>
              <p:cNvSpPr/>
              <p:nvPr/>
            </p:nvSpPr>
            <p:spPr>
              <a:xfrm>
                <a:off x="14295461" y="4547007"/>
                <a:ext cx="159495" cy="161838"/>
              </a:xfrm>
              <a:custGeom>
                <a:avLst/>
                <a:gdLst>
                  <a:gd name="connsiteX0" fmla="*/ 146882 w 159495"/>
                  <a:gd name="connsiteY0" fmla="*/ 36282 h 161838"/>
                  <a:gd name="connsiteX1" fmla="*/ 155359 w 159495"/>
                  <a:gd name="connsiteY1" fmla="*/ 143249 h 161838"/>
                  <a:gd name="connsiteX2" fmla="*/ 3587 w 159495"/>
                  <a:gd name="connsiteY2" fmla="*/ 161414 h 161838"/>
                  <a:gd name="connsiteX3" fmla="*/ 19733 w 159495"/>
                  <a:gd name="connsiteY3" fmla="*/ 16100 h 161838"/>
                  <a:gd name="connsiteX4" fmla="*/ 146882 w 159495"/>
                  <a:gd name="connsiteY4" fmla="*/ 36282 h 1618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495" h="161838">
                    <a:moveTo>
                      <a:pt x="146882" y="36282"/>
                    </a:moveTo>
                    <a:cubicBezTo>
                      <a:pt x="146882" y="36282"/>
                      <a:pt x="121856" y="120242"/>
                      <a:pt x="155359" y="143249"/>
                    </a:cubicBezTo>
                    <a:cubicBezTo>
                      <a:pt x="189266" y="166258"/>
                      <a:pt x="3587" y="161414"/>
                      <a:pt x="3587" y="161414"/>
                    </a:cubicBezTo>
                    <a:cubicBezTo>
                      <a:pt x="3587" y="161414"/>
                      <a:pt x="-11348" y="61713"/>
                      <a:pt x="19733" y="16100"/>
                    </a:cubicBezTo>
                    <a:cubicBezTo>
                      <a:pt x="50814" y="-29512"/>
                      <a:pt x="146882" y="36282"/>
                      <a:pt x="146882" y="36282"/>
                    </a:cubicBezTo>
                    <a:close/>
                  </a:path>
                </a:pathLst>
              </a:custGeom>
              <a:solidFill>
                <a:srgbClr val="EEA886"/>
              </a:solidFill>
              <a:ln w="4033" cap="flat">
                <a:noFill/>
                <a:prstDash val="solid"/>
                <a:miter/>
              </a:ln>
            </p:spPr>
            <p:txBody>
              <a:bodyPr rtlCol="0" anchor="ctr"/>
              <a:lstStyle/>
              <a:p>
                <a:endParaRPr lang="en-US"/>
              </a:p>
            </p:txBody>
          </p:sp>
          <p:sp>
            <p:nvSpPr>
              <p:cNvPr id="384" name="Freeform: Shape 383">
                <a:extLst>
                  <a:ext uri="{FF2B5EF4-FFF2-40B4-BE49-F238E27FC236}">
                    <a16:creationId xmlns:a16="http://schemas.microsoft.com/office/drawing/2014/main" id="{24402060-E4A0-4F7E-95AA-CC5FC633DDDF}"/>
                  </a:ext>
                </a:extLst>
              </p:cNvPr>
              <p:cNvSpPr/>
              <p:nvPr/>
            </p:nvSpPr>
            <p:spPr>
              <a:xfrm>
                <a:off x="14185219" y="4471882"/>
                <a:ext cx="57318" cy="57318"/>
              </a:xfrm>
              <a:custGeom>
                <a:avLst/>
                <a:gdLst>
                  <a:gd name="connsiteX0" fmla="*/ 57318 w 57318"/>
                  <a:gd name="connsiteY0" fmla="*/ 28659 h 57318"/>
                  <a:gd name="connsiteX1" fmla="*/ 28659 w 57318"/>
                  <a:gd name="connsiteY1" fmla="*/ 57318 h 57318"/>
                  <a:gd name="connsiteX2" fmla="*/ 0 w 57318"/>
                  <a:gd name="connsiteY2" fmla="*/ 28659 h 57318"/>
                  <a:gd name="connsiteX3" fmla="*/ 28659 w 57318"/>
                  <a:gd name="connsiteY3" fmla="*/ 0 h 57318"/>
                  <a:gd name="connsiteX4" fmla="*/ 57318 w 57318"/>
                  <a:gd name="connsiteY4" fmla="*/ 28659 h 573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18" h="57318">
                    <a:moveTo>
                      <a:pt x="57318" y="28659"/>
                    </a:moveTo>
                    <a:cubicBezTo>
                      <a:pt x="57318" y="44487"/>
                      <a:pt x="44487" y="57318"/>
                      <a:pt x="28659" y="57318"/>
                    </a:cubicBezTo>
                    <a:cubicBezTo>
                      <a:pt x="12831" y="57318"/>
                      <a:pt x="0" y="44487"/>
                      <a:pt x="0" y="28659"/>
                    </a:cubicBezTo>
                    <a:cubicBezTo>
                      <a:pt x="0" y="12831"/>
                      <a:pt x="12831" y="0"/>
                      <a:pt x="28659" y="0"/>
                    </a:cubicBezTo>
                    <a:cubicBezTo>
                      <a:pt x="44487" y="0"/>
                      <a:pt x="57318" y="12831"/>
                      <a:pt x="57318" y="28659"/>
                    </a:cubicBezTo>
                    <a:close/>
                  </a:path>
                </a:pathLst>
              </a:custGeom>
              <a:solidFill>
                <a:srgbClr val="EEA886"/>
              </a:solidFill>
              <a:ln w="4033" cap="flat">
                <a:noFill/>
                <a:prstDash val="solid"/>
                <a:miter/>
              </a:ln>
            </p:spPr>
            <p:txBody>
              <a:bodyPr rtlCol="0" anchor="ctr"/>
              <a:lstStyle/>
              <a:p>
                <a:endParaRPr lang="en-US"/>
              </a:p>
            </p:txBody>
          </p:sp>
          <p:sp>
            <p:nvSpPr>
              <p:cNvPr id="385" name="Freeform: Shape 384">
                <a:extLst>
                  <a:ext uri="{FF2B5EF4-FFF2-40B4-BE49-F238E27FC236}">
                    <a16:creationId xmlns:a16="http://schemas.microsoft.com/office/drawing/2014/main" id="{367BDC84-3345-4CA5-A085-DF05EE121C6B}"/>
                  </a:ext>
                </a:extLst>
              </p:cNvPr>
              <p:cNvSpPr/>
              <p:nvPr/>
            </p:nvSpPr>
            <p:spPr>
              <a:xfrm>
                <a:off x="14320038" y="4413353"/>
                <a:ext cx="32291" cy="32291"/>
              </a:xfrm>
              <a:custGeom>
                <a:avLst/>
                <a:gdLst>
                  <a:gd name="connsiteX0" fmla="*/ 32292 w 32291"/>
                  <a:gd name="connsiteY0" fmla="*/ 16146 h 32291"/>
                  <a:gd name="connsiteX1" fmla="*/ 16146 w 32291"/>
                  <a:gd name="connsiteY1" fmla="*/ 32292 h 32291"/>
                  <a:gd name="connsiteX2" fmla="*/ 0 w 32291"/>
                  <a:gd name="connsiteY2" fmla="*/ 16146 h 32291"/>
                  <a:gd name="connsiteX3" fmla="*/ 16146 w 32291"/>
                  <a:gd name="connsiteY3" fmla="*/ 0 h 32291"/>
                  <a:gd name="connsiteX4" fmla="*/ 32292 w 32291"/>
                  <a:gd name="connsiteY4" fmla="*/ 16146 h 3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91" h="32291">
                    <a:moveTo>
                      <a:pt x="32292" y="16146"/>
                    </a:moveTo>
                    <a:cubicBezTo>
                      <a:pt x="32292" y="25063"/>
                      <a:pt x="25063" y="32292"/>
                      <a:pt x="16146" y="32292"/>
                    </a:cubicBezTo>
                    <a:cubicBezTo>
                      <a:pt x="7229" y="32292"/>
                      <a:pt x="0" y="25063"/>
                      <a:pt x="0" y="16146"/>
                    </a:cubicBezTo>
                    <a:cubicBezTo>
                      <a:pt x="0" y="7229"/>
                      <a:pt x="7229" y="0"/>
                      <a:pt x="16146" y="0"/>
                    </a:cubicBezTo>
                    <a:cubicBezTo>
                      <a:pt x="25063" y="0"/>
                      <a:pt x="32292" y="7229"/>
                      <a:pt x="32292" y="16146"/>
                    </a:cubicBezTo>
                    <a:close/>
                  </a:path>
                </a:pathLst>
              </a:custGeom>
              <a:solidFill>
                <a:srgbClr val="3D3C3B"/>
              </a:solidFill>
              <a:ln w="4033" cap="flat">
                <a:noFill/>
                <a:prstDash val="solid"/>
                <a:miter/>
              </a:ln>
            </p:spPr>
            <p:txBody>
              <a:bodyPr rtlCol="0" anchor="ctr"/>
              <a:lstStyle/>
              <a:p>
                <a:endParaRPr lang="en-US"/>
              </a:p>
            </p:txBody>
          </p:sp>
          <p:sp>
            <p:nvSpPr>
              <p:cNvPr id="386" name="Freeform: Shape 385">
                <a:extLst>
                  <a:ext uri="{FF2B5EF4-FFF2-40B4-BE49-F238E27FC236}">
                    <a16:creationId xmlns:a16="http://schemas.microsoft.com/office/drawing/2014/main" id="{2DD8D256-C45F-4C86-8CE8-0796DC82903F}"/>
                  </a:ext>
                </a:extLst>
              </p:cNvPr>
              <p:cNvSpPr/>
              <p:nvPr/>
            </p:nvSpPr>
            <p:spPr>
              <a:xfrm>
                <a:off x="14472214" y="4332623"/>
                <a:ext cx="30677" cy="30677"/>
              </a:xfrm>
              <a:custGeom>
                <a:avLst/>
                <a:gdLst>
                  <a:gd name="connsiteX0" fmla="*/ 30677 w 30677"/>
                  <a:gd name="connsiteY0" fmla="*/ 15339 h 30677"/>
                  <a:gd name="connsiteX1" fmla="*/ 15339 w 30677"/>
                  <a:gd name="connsiteY1" fmla="*/ 30678 h 30677"/>
                  <a:gd name="connsiteX2" fmla="*/ 0 w 30677"/>
                  <a:gd name="connsiteY2" fmla="*/ 15339 h 30677"/>
                  <a:gd name="connsiteX3" fmla="*/ 15339 w 30677"/>
                  <a:gd name="connsiteY3" fmla="*/ 0 h 30677"/>
                  <a:gd name="connsiteX4" fmla="*/ 30677 w 30677"/>
                  <a:gd name="connsiteY4" fmla="*/ 15339 h 30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77" h="30677">
                    <a:moveTo>
                      <a:pt x="30677" y="15339"/>
                    </a:moveTo>
                    <a:cubicBezTo>
                      <a:pt x="30677" y="23810"/>
                      <a:pt x="23810" y="30678"/>
                      <a:pt x="15339" y="30678"/>
                    </a:cubicBezTo>
                    <a:cubicBezTo>
                      <a:pt x="6867" y="30678"/>
                      <a:pt x="0" y="23810"/>
                      <a:pt x="0" y="15339"/>
                    </a:cubicBezTo>
                    <a:cubicBezTo>
                      <a:pt x="0" y="6868"/>
                      <a:pt x="6867" y="0"/>
                      <a:pt x="15339" y="0"/>
                    </a:cubicBezTo>
                    <a:cubicBezTo>
                      <a:pt x="23810" y="0"/>
                      <a:pt x="30677" y="6867"/>
                      <a:pt x="30677" y="15339"/>
                    </a:cubicBezTo>
                    <a:close/>
                  </a:path>
                </a:pathLst>
              </a:custGeom>
              <a:solidFill>
                <a:srgbClr val="3D3C3B"/>
              </a:solidFill>
              <a:ln w="4033" cap="flat">
                <a:noFill/>
                <a:prstDash val="solid"/>
                <a:miter/>
              </a:ln>
            </p:spPr>
            <p:txBody>
              <a:bodyPr rtlCol="0" anchor="ctr"/>
              <a:lstStyle/>
              <a:p>
                <a:endParaRPr lang="en-US"/>
              </a:p>
            </p:txBody>
          </p:sp>
          <p:sp>
            <p:nvSpPr>
              <p:cNvPr id="387" name="Freeform: Shape 386">
                <a:extLst>
                  <a:ext uri="{FF2B5EF4-FFF2-40B4-BE49-F238E27FC236}">
                    <a16:creationId xmlns:a16="http://schemas.microsoft.com/office/drawing/2014/main" id="{F0BFEFEF-5667-4FC5-97F4-E7A9D3EFC9DD}"/>
                  </a:ext>
                </a:extLst>
              </p:cNvPr>
              <p:cNvSpPr/>
              <p:nvPr/>
            </p:nvSpPr>
            <p:spPr>
              <a:xfrm>
                <a:off x="14272912" y="4372676"/>
                <a:ext cx="72555" cy="70143"/>
              </a:xfrm>
              <a:custGeom>
                <a:avLst/>
                <a:gdLst>
                  <a:gd name="connsiteX0" fmla="*/ 72556 w 72555"/>
                  <a:gd name="connsiteY0" fmla="*/ 13228 h 70143"/>
                  <a:gd name="connsiteX1" fmla="*/ 49548 w 72555"/>
                  <a:gd name="connsiteY1" fmla="*/ 20494 h 70143"/>
                  <a:gd name="connsiteX2" fmla="*/ 16045 w 72555"/>
                  <a:gd name="connsiteY2" fmla="*/ 39466 h 70143"/>
                  <a:gd name="connsiteX3" fmla="*/ 7569 w 72555"/>
                  <a:gd name="connsiteY3" fmla="*/ 54401 h 70143"/>
                  <a:gd name="connsiteX4" fmla="*/ 303 w 72555"/>
                  <a:gd name="connsiteY4" fmla="*/ 70143 h 70143"/>
                  <a:gd name="connsiteX5" fmla="*/ 303 w 72555"/>
                  <a:gd name="connsiteY5" fmla="*/ 64896 h 70143"/>
                  <a:gd name="connsiteX6" fmla="*/ 4743 w 72555"/>
                  <a:gd name="connsiteY6" fmla="*/ 36237 h 70143"/>
                  <a:gd name="connsiteX7" fmla="*/ 32595 w 72555"/>
                  <a:gd name="connsiteY7" fmla="*/ 6770 h 70143"/>
                  <a:gd name="connsiteX8" fmla="*/ 72556 w 72555"/>
                  <a:gd name="connsiteY8" fmla="*/ 13228 h 7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555" h="70143">
                    <a:moveTo>
                      <a:pt x="72556" y="13228"/>
                    </a:moveTo>
                    <a:cubicBezTo>
                      <a:pt x="72556" y="14036"/>
                      <a:pt x="51566" y="20091"/>
                      <a:pt x="49548" y="20494"/>
                    </a:cubicBezTo>
                    <a:cubicBezTo>
                      <a:pt x="37438" y="24934"/>
                      <a:pt x="24925" y="29374"/>
                      <a:pt x="16045" y="39466"/>
                    </a:cubicBezTo>
                    <a:cubicBezTo>
                      <a:pt x="12412" y="43502"/>
                      <a:pt x="9990" y="48750"/>
                      <a:pt x="7569" y="54401"/>
                    </a:cubicBezTo>
                    <a:cubicBezTo>
                      <a:pt x="5550" y="59245"/>
                      <a:pt x="3936" y="66107"/>
                      <a:pt x="303" y="70143"/>
                    </a:cubicBezTo>
                    <a:cubicBezTo>
                      <a:pt x="-101" y="68529"/>
                      <a:pt x="-101" y="66510"/>
                      <a:pt x="303" y="64896"/>
                    </a:cubicBezTo>
                    <a:cubicBezTo>
                      <a:pt x="1110" y="55612"/>
                      <a:pt x="1514" y="45520"/>
                      <a:pt x="4743" y="36237"/>
                    </a:cubicBezTo>
                    <a:cubicBezTo>
                      <a:pt x="8779" y="23724"/>
                      <a:pt x="21696" y="12825"/>
                      <a:pt x="32595" y="6770"/>
                    </a:cubicBezTo>
                    <a:cubicBezTo>
                      <a:pt x="43493" y="715"/>
                      <a:pt x="71345" y="-7358"/>
                      <a:pt x="72556" y="13228"/>
                    </a:cubicBezTo>
                    <a:close/>
                  </a:path>
                </a:pathLst>
              </a:custGeom>
              <a:solidFill>
                <a:srgbClr val="3D3C3B"/>
              </a:solidFill>
              <a:ln w="4033" cap="flat">
                <a:noFill/>
                <a:prstDash val="solid"/>
                <a:miter/>
              </a:ln>
            </p:spPr>
            <p:txBody>
              <a:bodyPr rtlCol="0" anchor="ctr"/>
              <a:lstStyle/>
              <a:p>
                <a:endParaRPr lang="en-US"/>
              </a:p>
            </p:txBody>
          </p:sp>
          <p:sp>
            <p:nvSpPr>
              <p:cNvPr id="388" name="Freeform: Shape 387">
                <a:extLst>
                  <a:ext uri="{FF2B5EF4-FFF2-40B4-BE49-F238E27FC236}">
                    <a16:creationId xmlns:a16="http://schemas.microsoft.com/office/drawing/2014/main" id="{F8A79B9A-5AF0-4BB6-985B-DAC83E978ED5}"/>
                  </a:ext>
                </a:extLst>
              </p:cNvPr>
              <p:cNvSpPr/>
              <p:nvPr/>
            </p:nvSpPr>
            <p:spPr>
              <a:xfrm>
                <a:off x="14432883" y="4292897"/>
                <a:ext cx="91805" cy="48614"/>
              </a:xfrm>
              <a:custGeom>
                <a:avLst/>
                <a:gdLst>
                  <a:gd name="connsiteX0" fmla="*/ 6635 w 91805"/>
                  <a:gd name="connsiteY0" fmla="*/ 48606 h 48614"/>
                  <a:gd name="connsiteX1" fmla="*/ 24396 w 91805"/>
                  <a:gd name="connsiteY1" fmla="*/ 32460 h 48614"/>
                  <a:gd name="connsiteX2" fmla="*/ 57495 w 91805"/>
                  <a:gd name="connsiteY2" fmla="*/ 12682 h 48614"/>
                  <a:gd name="connsiteX3" fmla="*/ 74448 w 91805"/>
                  <a:gd name="connsiteY3" fmla="*/ 12682 h 48614"/>
                  <a:gd name="connsiteX4" fmla="*/ 91805 w 91805"/>
                  <a:gd name="connsiteY4" fmla="*/ 13893 h 48614"/>
                  <a:gd name="connsiteX5" fmla="*/ 87365 w 91805"/>
                  <a:gd name="connsiteY5" fmla="*/ 11067 h 48614"/>
                  <a:gd name="connsiteX6" fmla="*/ 60321 w 91805"/>
                  <a:gd name="connsiteY6" fmla="*/ 572 h 48614"/>
                  <a:gd name="connsiteX7" fmla="*/ 20763 w 91805"/>
                  <a:gd name="connsiteY7" fmla="*/ 10260 h 48614"/>
                  <a:gd name="connsiteX8" fmla="*/ 6635 w 91805"/>
                  <a:gd name="connsiteY8" fmla="*/ 48606 h 48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805" h="48614">
                    <a:moveTo>
                      <a:pt x="6635" y="48606"/>
                    </a:moveTo>
                    <a:cubicBezTo>
                      <a:pt x="7039" y="49010"/>
                      <a:pt x="22781" y="33672"/>
                      <a:pt x="24396" y="32460"/>
                    </a:cubicBezTo>
                    <a:cubicBezTo>
                      <a:pt x="34083" y="23984"/>
                      <a:pt x="44578" y="15507"/>
                      <a:pt x="57495" y="12682"/>
                    </a:cubicBezTo>
                    <a:cubicBezTo>
                      <a:pt x="63146" y="11471"/>
                      <a:pt x="68797" y="11874"/>
                      <a:pt x="74448" y="12682"/>
                    </a:cubicBezTo>
                    <a:cubicBezTo>
                      <a:pt x="79696" y="13489"/>
                      <a:pt x="86558" y="15507"/>
                      <a:pt x="91805" y="13893"/>
                    </a:cubicBezTo>
                    <a:cubicBezTo>
                      <a:pt x="90594" y="12682"/>
                      <a:pt x="88980" y="11874"/>
                      <a:pt x="87365" y="11067"/>
                    </a:cubicBezTo>
                    <a:cubicBezTo>
                      <a:pt x="78889" y="7031"/>
                      <a:pt x="70008" y="2591"/>
                      <a:pt x="60321" y="572"/>
                    </a:cubicBezTo>
                    <a:cubicBezTo>
                      <a:pt x="47404" y="-1850"/>
                      <a:pt x="31662" y="3801"/>
                      <a:pt x="20763" y="10260"/>
                    </a:cubicBezTo>
                    <a:cubicBezTo>
                      <a:pt x="10268" y="16718"/>
                      <a:pt x="-10722" y="36901"/>
                      <a:pt x="6635" y="48606"/>
                    </a:cubicBezTo>
                    <a:close/>
                  </a:path>
                </a:pathLst>
              </a:custGeom>
              <a:solidFill>
                <a:srgbClr val="3D3C3B"/>
              </a:solidFill>
              <a:ln w="4033" cap="flat">
                <a:noFill/>
                <a:prstDash val="solid"/>
                <a:miter/>
              </a:ln>
            </p:spPr>
            <p:txBody>
              <a:bodyPr rtlCol="0" anchor="ctr"/>
              <a:lstStyle/>
              <a:p>
                <a:endParaRPr lang="en-US"/>
              </a:p>
            </p:txBody>
          </p:sp>
          <p:sp>
            <p:nvSpPr>
              <p:cNvPr id="389" name="Freeform: Shape 388">
                <a:extLst>
                  <a:ext uri="{FF2B5EF4-FFF2-40B4-BE49-F238E27FC236}">
                    <a16:creationId xmlns:a16="http://schemas.microsoft.com/office/drawing/2014/main" id="{B0029C6D-13A7-4DA3-BC7D-3531D3340A78}"/>
                  </a:ext>
                </a:extLst>
              </p:cNvPr>
              <p:cNvSpPr/>
              <p:nvPr/>
            </p:nvSpPr>
            <p:spPr>
              <a:xfrm>
                <a:off x="13904078" y="4265516"/>
                <a:ext cx="199301" cy="258234"/>
              </a:xfrm>
              <a:custGeom>
                <a:avLst/>
                <a:gdLst>
                  <a:gd name="connsiteX0" fmla="*/ 199201 w 199301"/>
                  <a:gd name="connsiteY0" fmla="*/ 4944 h 258234"/>
                  <a:gd name="connsiteX1" fmla="*/ 175789 w 199301"/>
                  <a:gd name="connsiteY1" fmla="*/ 88096 h 258234"/>
                  <a:gd name="connsiteX2" fmla="*/ 167313 w 199301"/>
                  <a:gd name="connsiteY2" fmla="*/ 130479 h 258234"/>
                  <a:gd name="connsiteX3" fmla="*/ 165698 w 199301"/>
                  <a:gd name="connsiteY3" fmla="*/ 140975 h 258234"/>
                  <a:gd name="connsiteX4" fmla="*/ 164891 w 199301"/>
                  <a:gd name="connsiteY4" fmla="*/ 146222 h 258234"/>
                  <a:gd name="connsiteX5" fmla="*/ 163276 w 199301"/>
                  <a:gd name="connsiteY5" fmla="*/ 151873 h 258234"/>
                  <a:gd name="connsiteX6" fmla="*/ 149148 w 199301"/>
                  <a:gd name="connsiteY6" fmla="*/ 170441 h 258234"/>
                  <a:gd name="connsiteX7" fmla="*/ 130177 w 199301"/>
                  <a:gd name="connsiteY7" fmla="*/ 182147 h 258234"/>
                  <a:gd name="connsiteX8" fmla="*/ 109994 w 199301"/>
                  <a:gd name="connsiteY8" fmla="*/ 190623 h 258234"/>
                  <a:gd name="connsiteX9" fmla="*/ 89408 w 199301"/>
                  <a:gd name="connsiteY9" fmla="*/ 197889 h 258234"/>
                  <a:gd name="connsiteX10" fmla="*/ 79317 w 199301"/>
                  <a:gd name="connsiteY10" fmla="*/ 201522 h 258234"/>
                  <a:gd name="connsiteX11" fmla="*/ 69629 w 199301"/>
                  <a:gd name="connsiteY11" fmla="*/ 205558 h 258234"/>
                  <a:gd name="connsiteX12" fmla="*/ 33705 w 199301"/>
                  <a:gd name="connsiteY12" fmla="*/ 228163 h 258234"/>
                  <a:gd name="connsiteX13" fmla="*/ 2624 w 199301"/>
                  <a:gd name="connsiteY13" fmla="*/ 257629 h 258234"/>
                  <a:gd name="connsiteX14" fmla="*/ 2624 w 199301"/>
                  <a:gd name="connsiteY14" fmla="*/ 257629 h 258234"/>
                  <a:gd name="connsiteX15" fmla="*/ 605 w 199301"/>
                  <a:gd name="connsiteY15" fmla="*/ 257629 h 258234"/>
                  <a:gd name="connsiteX16" fmla="*/ 605 w 199301"/>
                  <a:gd name="connsiteY16" fmla="*/ 255611 h 258234"/>
                  <a:gd name="connsiteX17" fmla="*/ 31283 w 199301"/>
                  <a:gd name="connsiteY17" fmla="*/ 224933 h 258234"/>
                  <a:gd name="connsiteX18" fmla="*/ 67611 w 199301"/>
                  <a:gd name="connsiteY18" fmla="*/ 200714 h 258234"/>
                  <a:gd name="connsiteX19" fmla="*/ 77702 w 199301"/>
                  <a:gd name="connsiteY19" fmla="*/ 196274 h 258234"/>
                  <a:gd name="connsiteX20" fmla="*/ 87794 w 199301"/>
                  <a:gd name="connsiteY20" fmla="*/ 192641 h 258234"/>
                  <a:gd name="connsiteX21" fmla="*/ 107976 w 199301"/>
                  <a:gd name="connsiteY21" fmla="*/ 184972 h 258234"/>
                  <a:gd name="connsiteX22" fmla="*/ 127351 w 199301"/>
                  <a:gd name="connsiteY22" fmla="*/ 176495 h 258234"/>
                  <a:gd name="connsiteX23" fmla="*/ 145112 w 199301"/>
                  <a:gd name="connsiteY23" fmla="*/ 165597 h 258234"/>
                  <a:gd name="connsiteX24" fmla="*/ 156414 w 199301"/>
                  <a:gd name="connsiteY24" fmla="*/ 149855 h 258234"/>
                  <a:gd name="connsiteX25" fmla="*/ 157625 w 199301"/>
                  <a:gd name="connsiteY25" fmla="*/ 145011 h 258234"/>
                  <a:gd name="connsiteX26" fmla="*/ 158432 w 199301"/>
                  <a:gd name="connsiteY26" fmla="*/ 139763 h 258234"/>
                  <a:gd name="connsiteX27" fmla="*/ 160047 w 199301"/>
                  <a:gd name="connsiteY27" fmla="*/ 128865 h 258234"/>
                  <a:gd name="connsiteX28" fmla="*/ 168524 w 199301"/>
                  <a:gd name="connsiteY28" fmla="*/ 86078 h 258234"/>
                  <a:gd name="connsiteX29" fmla="*/ 179422 w 199301"/>
                  <a:gd name="connsiteY29" fmla="*/ 44099 h 258234"/>
                  <a:gd name="connsiteX30" fmla="*/ 192339 w 199301"/>
                  <a:gd name="connsiteY30" fmla="*/ 2523 h 258234"/>
                  <a:gd name="connsiteX31" fmla="*/ 196779 w 199301"/>
                  <a:gd name="connsiteY31" fmla="*/ 101 h 258234"/>
                  <a:gd name="connsiteX32" fmla="*/ 199201 w 199301"/>
                  <a:gd name="connsiteY32" fmla="*/ 4944 h 258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9301" h="258234">
                    <a:moveTo>
                      <a:pt x="199201" y="4944"/>
                    </a:moveTo>
                    <a:cubicBezTo>
                      <a:pt x="190321" y="32393"/>
                      <a:pt x="182248" y="59841"/>
                      <a:pt x="175789" y="88096"/>
                    </a:cubicBezTo>
                    <a:cubicBezTo>
                      <a:pt x="172560" y="102224"/>
                      <a:pt x="169735" y="116352"/>
                      <a:pt x="167313" y="130479"/>
                    </a:cubicBezTo>
                    <a:lnTo>
                      <a:pt x="165698" y="140975"/>
                    </a:lnTo>
                    <a:lnTo>
                      <a:pt x="164891" y="146222"/>
                    </a:lnTo>
                    <a:cubicBezTo>
                      <a:pt x="164487" y="148240"/>
                      <a:pt x="164083" y="150258"/>
                      <a:pt x="163276" y="151873"/>
                    </a:cubicBezTo>
                    <a:cubicBezTo>
                      <a:pt x="160451" y="159542"/>
                      <a:pt x="155203" y="165597"/>
                      <a:pt x="149148" y="170441"/>
                    </a:cubicBezTo>
                    <a:cubicBezTo>
                      <a:pt x="143094" y="175285"/>
                      <a:pt x="136635" y="178917"/>
                      <a:pt x="130177" y="182147"/>
                    </a:cubicBezTo>
                    <a:cubicBezTo>
                      <a:pt x="123718" y="185376"/>
                      <a:pt x="116856" y="188201"/>
                      <a:pt x="109994" y="190623"/>
                    </a:cubicBezTo>
                    <a:cubicBezTo>
                      <a:pt x="103132" y="193045"/>
                      <a:pt x="96270" y="195467"/>
                      <a:pt x="89408" y="197889"/>
                    </a:cubicBezTo>
                    <a:lnTo>
                      <a:pt x="79317" y="201522"/>
                    </a:lnTo>
                    <a:cubicBezTo>
                      <a:pt x="76088" y="202733"/>
                      <a:pt x="72859" y="203944"/>
                      <a:pt x="69629" y="205558"/>
                    </a:cubicBezTo>
                    <a:cubicBezTo>
                      <a:pt x="56713" y="211613"/>
                      <a:pt x="45007" y="219282"/>
                      <a:pt x="33705" y="228163"/>
                    </a:cubicBezTo>
                    <a:cubicBezTo>
                      <a:pt x="22403" y="237043"/>
                      <a:pt x="11908" y="247134"/>
                      <a:pt x="2624" y="257629"/>
                    </a:cubicBezTo>
                    <a:lnTo>
                      <a:pt x="2624" y="257629"/>
                    </a:lnTo>
                    <a:cubicBezTo>
                      <a:pt x="2220" y="258436"/>
                      <a:pt x="1009" y="258436"/>
                      <a:pt x="605" y="257629"/>
                    </a:cubicBezTo>
                    <a:cubicBezTo>
                      <a:pt x="-202" y="257225"/>
                      <a:pt x="-202" y="256015"/>
                      <a:pt x="605" y="255611"/>
                    </a:cubicBezTo>
                    <a:cubicBezTo>
                      <a:pt x="9889" y="244309"/>
                      <a:pt x="20384" y="234217"/>
                      <a:pt x="31283" y="224933"/>
                    </a:cubicBezTo>
                    <a:cubicBezTo>
                      <a:pt x="42181" y="215650"/>
                      <a:pt x="54695" y="207173"/>
                      <a:pt x="67611" y="200714"/>
                    </a:cubicBezTo>
                    <a:cubicBezTo>
                      <a:pt x="70840" y="199100"/>
                      <a:pt x="74473" y="197889"/>
                      <a:pt x="77702" y="196274"/>
                    </a:cubicBezTo>
                    <a:lnTo>
                      <a:pt x="87794" y="192641"/>
                    </a:lnTo>
                    <a:cubicBezTo>
                      <a:pt x="94656" y="190220"/>
                      <a:pt x="101114" y="187798"/>
                      <a:pt x="107976" y="184972"/>
                    </a:cubicBezTo>
                    <a:cubicBezTo>
                      <a:pt x="114838" y="182550"/>
                      <a:pt x="121297" y="179725"/>
                      <a:pt x="127351" y="176495"/>
                    </a:cubicBezTo>
                    <a:cubicBezTo>
                      <a:pt x="133810" y="173267"/>
                      <a:pt x="139864" y="169634"/>
                      <a:pt x="145112" y="165597"/>
                    </a:cubicBezTo>
                    <a:cubicBezTo>
                      <a:pt x="150359" y="161157"/>
                      <a:pt x="154799" y="155909"/>
                      <a:pt x="156414" y="149855"/>
                    </a:cubicBezTo>
                    <a:cubicBezTo>
                      <a:pt x="156818" y="148240"/>
                      <a:pt x="157221" y="147029"/>
                      <a:pt x="157625" y="145011"/>
                    </a:cubicBezTo>
                    <a:lnTo>
                      <a:pt x="158432" y="139763"/>
                    </a:lnTo>
                    <a:lnTo>
                      <a:pt x="160047" y="128865"/>
                    </a:lnTo>
                    <a:cubicBezTo>
                      <a:pt x="162469" y="114737"/>
                      <a:pt x="165294" y="100206"/>
                      <a:pt x="168524" y="86078"/>
                    </a:cubicBezTo>
                    <a:cubicBezTo>
                      <a:pt x="171753" y="71950"/>
                      <a:pt x="175386" y="57822"/>
                      <a:pt x="179422" y="44099"/>
                    </a:cubicBezTo>
                    <a:cubicBezTo>
                      <a:pt x="183459" y="29971"/>
                      <a:pt x="187899" y="16247"/>
                      <a:pt x="192339" y="2523"/>
                    </a:cubicBezTo>
                    <a:cubicBezTo>
                      <a:pt x="193146" y="504"/>
                      <a:pt x="194761" y="-303"/>
                      <a:pt x="196779" y="101"/>
                    </a:cubicBezTo>
                    <a:cubicBezTo>
                      <a:pt x="198797" y="1312"/>
                      <a:pt x="199605" y="2926"/>
                      <a:pt x="199201" y="4944"/>
                    </a:cubicBezTo>
                    <a:close/>
                  </a:path>
                </a:pathLst>
              </a:custGeom>
              <a:solidFill>
                <a:srgbClr val="3D3C3B"/>
              </a:solidFill>
              <a:ln w="4033" cap="flat">
                <a:noFill/>
                <a:prstDash val="solid"/>
                <a:miter/>
              </a:ln>
            </p:spPr>
            <p:txBody>
              <a:bodyPr rtlCol="0" anchor="ctr"/>
              <a:lstStyle/>
              <a:p>
                <a:endParaRPr lang="en-US"/>
              </a:p>
            </p:txBody>
          </p:sp>
          <p:sp>
            <p:nvSpPr>
              <p:cNvPr id="390" name="Freeform: Shape 389">
                <a:extLst>
                  <a:ext uri="{FF2B5EF4-FFF2-40B4-BE49-F238E27FC236}">
                    <a16:creationId xmlns:a16="http://schemas.microsoft.com/office/drawing/2014/main" id="{483D6B0D-5E4D-431D-8420-7C135B944CA7}"/>
                  </a:ext>
                </a:extLst>
              </p:cNvPr>
              <p:cNvSpPr/>
              <p:nvPr/>
            </p:nvSpPr>
            <p:spPr>
              <a:xfrm>
                <a:off x="13999944" y="4655300"/>
                <a:ext cx="783079" cy="909259"/>
              </a:xfrm>
              <a:custGeom>
                <a:avLst/>
                <a:gdLst>
                  <a:gd name="connsiteX0" fmla="*/ 289416 w 783079"/>
                  <a:gd name="connsiteY0" fmla="*/ 645 h 909259"/>
                  <a:gd name="connsiteX1" fmla="*/ 456124 w 783079"/>
                  <a:gd name="connsiteY1" fmla="*/ 31727 h 909259"/>
                  <a:gd name="connsiteX2" fmla="*/ 478728 w 783079"/>
                  <a:gd name="connsiteY2" fmla="*/ 55946 h 909259"/>
                  <a:gd name="connsiteX3" fmla="*/ 478728 w 783079"/>
                  <a:gd name="connsiteY3" fmla="*/ 72092 h 909259"/>
                  <a:gd name="connsiteX4" fmla="*/ 730605 w 783079"/>
                  <a:gd name="connsiteY4" fmla="*/ 137483 h 909259"/>
                  <a:gd name="connsiteX5" fmla="*/ 783080 w 783079"/>
                  <a:gd name="connsiteY5" fmla="*/ 909260 h 909259"/>
                  <a:gd name="connsiteX6" fmla="*/ 0 w 783079"/>
                  <a:gd name="connsiteY6" fmla="*/ 909260 h 909259"/>
                  <a:gd name="connsiteX7" fmla="*/ 54896 w 783079"/>
                  <a:gd name="connsiteY7" fmla="*/ 137483 h 909259"/>
                  <a:gd name="connsiteX8" fmla="*/ 260757 w 783079"/>
                  <a:gd name="connsiteY8" fmla="*/ 91467 h 909259"/>
                  <a:gd name="connsiteX9" fmla="*/ 263987 w 783079"/>
                  <a:gd name="connsiteY9" fmla="*/ 19617 h 909259"/>
                  <a:gd name="connsiteX10" fmla="*/ 289416 w 783079"/>
                  <a:gd name="connsiteY10" fmla="*/ 645 h 90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3079" h="909259">
                    <a:moveTo>
                      <a:pt x="289416" y="645"/>
                    </a:moveTo>
                    <a:cubicBezTo>
                      <a:pt x="329378" y="10333"/>
                      <a:pt x="409300" y="28497"/>
                      <a:pt x="456124" y="31727"/>
                    </a:cubicBezTo>
                    <a:cubicBezTo>
                      <a:pt x="469040" y="32534"/>
                      <a:pt x="478728" y="43432"/>
                      <a:pt x="478728" y="55946"/>
                    </a:cubicBezTo>
                    <a:lnTo>
                      <a:pt x="478728" y="72092"/>
                    </a:lnTo>
                    <a:cubicBezTo>
                      <a:pt x="478728" y="72092"/>
                      <a:pt x="707193" y="93081"/>
                      <a:pt x="730605" y="137483"/>
                    </a:cubicBezTo>
                    <a:cubicBezTo>
                      <a:pt x="754017" y="181884"/>
                      <a:pt x="783080" y="909260"/>
                      <a:pt x="783080" y="909260"/>
                    </a:cubicBezTo>
                    <a:lnTo>
                      <a:pt x="0" y="909260"/>
                    </a:lnTo>
                    <a:lnTo>
                      <a:pt x="54896" y="137483"/>
                    </a:lnTo>
                    <a:cubicBezTo>
                      <a:pt x="54896" y="137483"/>
                      <a:pt x="146121" y="102769"/>
                      <a:pt x="260757" y="91467"/>
                    </a:cubicBezTo>
                    <a:lnTo>
                      <a:pt x="263987" y="19617"/>
                    </a:lnTo>
                    <a:cubicBezTo>
                      <a:pt x="264390" y="6700"/>
                      <a:pt x="276500" y="-2583"/>
                      <a:pt x="289416" y="645"/>
                    </a:cubicBezTo>
                    <a:close/>
                  </a:path>
                </a:pathLst>
              </a:custGeom>
              <a:solidFill>
                <a:schemeClr val="accent6"/>
              </a:solidFill>
              <a:ln w="4033" cap="flat">
                <a:noFill/>
                <a:prstDash val="solid"/>
                <a:miter/>
              </a:ln>
            </p:spPr>
            <p:txBody>
              <a:bodyPr rtlCol="0" anchor="ctr"/>
              <a:lstStyle/>
              <a:p>
                <a:endParaRPr lang="en-US"/>
              </a:p>
            </p:txBody>
          </p:sp>
          <p:sp>
            <p:nvSpPr>
              <p:cNvPr id="391" name="Freeform: Shape 390">
                <a:extLst>
                  <a:ext uri="{FF2B5EF4-FFF2-40B4-BE49-F238E27FC236}">
                    <a16:creationId xmlns:a16="http://schemas.microsoft.com/office/drawing/2014/main" id="{B7111E30-CD78-4098-869E-14BDFC0621F6}"/>
                  </a:ext>
                </a:extLst>
              </p:cNvPr>
              <p:cNvSpPr/>
              <p:nvPr/>
            </p:nvSpPr>
            <p:spPr>
              <a:xfrm>
                <a:off x="13651069" y="4792783"/>
                <a:ext cx="697628" cy="742252"/>
              </a:xfrm>
              <a:custGeom>
                <a:avLst/>
                <a:gdLst>
                  <a:gd name="connsiteX0" fmla="*/ 697628 w 697628"/>
                  <a:gd name="connsiteY0" fmla="*/ 614354 h 742252"/>
                  <a:gd name="connsiteX1" fmla="*/ 621742 w 697628"/>
                  <a:gd name="connsiteY1" fmla="*/ 740696 h 742252"/>
                  <a:gd name="connsiteX2" fmla="*/ 354930 w 697628"/>
                  <a:gd name="connsiteY2" fmla="*/ 683378 h 742252"/>
                  <a:gd name="connsiteX3" fmla="*/ 309721 w 697628"/>
                  <a:gd name="connsiteY3" fmla="*/ 671672 h 742252"/>
                  <a:gd name="connsiteX4" fmla="*/ 153509 w 697628"/>
                  <a:gd name="connsiteY4" fmla="*/ 637362 h 742252"/>
                  <a:gd name="connsiteX5" fmla="*/ 32818 w 697628"/>
                  <a:gd name="connsiteY5" fmla="*/ 599016 h 742252"/>
                  <a:gd name="connsiteX6" fmla="*/ 122 w 697628"/>
                  <a:gd name="connsiteY6" fmla="*/ 535239 h 742252"/>
                  <a:gd name="connsiteX7" fmla="*/ 25956 w 697628"/>
                  <a:gd name="connsiteY7" fmla="*/ 477921 h 742252"/>
                  <a:gd name="connsiteX8" fmla="*/ 403772 w 697628"/>
                  <a:gd name="connsiteY8" fmla="*/ 0 h 742252"/>
                  <a:gd name="connsiteX9" fmla="*/ 377131 w 697628"/>
                  <a:gd name="connsiteY9" fmla="*/ 373779 h 742252"/>
                  <a:gd name="connsiteX10" fmla="*/ 294383 w 697628"/>
                  <a:gd name="connsiteY10" fmla="*/ 468233 h 742252"/>
                  <a:gd name="connsiteX11" fmla="*/ 368251 w 697628"/>
                  <a:gd name="connsiteY11" fmla="*/ 495277 h 742252"/>
                  <a:gd name="connsiteX12" fmla="*/ 697628 w 697628"/>
                  <a:gd name="connsiteY12" fmla="*/ 614354 h 742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7628" h="742252">
                    <a:moveTo>
                      <a:pt x="697628" y="614354"/>
                    </a:moveTo>
                    <a:cubicBezTo>
                      <a:pt x="672602" y="656334"/>
                      <a:pt x="647172" y="698717"/>
                      <a:pt x="621742" y="740696"/>
                    </a:cubicBezTo>
                    <a:cubicBezTo>
                      <a:pt x="615284" y="751191"/>
                      <a:pt x="441311" y="705983"/>
                      <a:pt x="354930" y="683378"/>
                    </a:cubicBezTo>
                    <a:cubicBezTo>
                      <a:pt x="332326" y="677324"/>
                      <a:pt x="315776" y="673287"/>
                      <a:pt x="309721" y="671672"/>
                    </a:cubicBezTo>
                    <a:cubicBezTo>
                      <a:pt x="257651" y="660370"/>
                      <a:pt x="205580" y="648664"/>
                      <a:pt x="153509" y="637362"/>
                    </a:cubicBezTo>
                    <a:cubicBezTo>
                      <a:pt x="113548" y="628482"/>
                      <a:pt x="66321" y="624042"/>
                      <a:pt x="32818" y="599016"/>
                    </a:cubicBezTo>
                    <a:cubicBezTo>
                      <a:pt x="13039" y="584080"/>
                      <a:pt x="-1492" y="560265"/>
                      <a:pt x="122" y="535239"/>
                    </a:cubicBezTo>
                    <a:cubicBezTo>
                      <a:pt x="1333" y="514249"/>
                      <a:pt x="13847" y="495681"/>
                      <a:pt x="25956" y="477921"/>
                    </a:cubicBezTo>
                    <a:cubicBezTo>
                      <a:pt x="142207" y="305966"/>
                      <a:pt x="282273" y="168322"/>
                      <a:pt x="403772" y="0"/>
                    </a:cubicBezTo>
                    <a:lnTo>
                      <a:pt x="377131" y="373779"/>
                    </a:lnTo>
                    <a:cubicBezTo>
                      <a:pt x="356545" y="397998"/>
                      <a:pt x="298823" y="468233"/>
                      <a:pt x="294383" y="468233"/>
                    </a:cubicBezTo>
                    <a:cubicBezTo>
                      <a:pt x="319005" y="477113"/>
                      <a:pt x="343628" y="486397"/>
                      <a:pt x="368251" y="495277"/>
                    </a:cubicBezTo>
                    <a:cubicBezTo>
                      <a:pt x="478043" y="535239"/>
                      <a:pt x="587836" y="575200"/>
                      <a:pt x="697628" y="614354"/>
                    </a:cubicBezTo>
                    <a:close/>
                  </a:path>
                </a:pathLst>
              </a:custGeom>
              <a:solidFill>
                <a:schemeClr val="accent6"/>
              </a:solidFill>
              <a:ln w="4033" cap="flat">
                <a:noFill/>
                <a:prstDash val="solid"/>
                <a:miter/>
              </a:ln>
            </p:spPr>
            <p:txBody>
              <a:bodyPr rtlCol="0" anchor="ctr"/>
              <a:lstStyle/>
              <a:p>
                <a:endParaRPr lang="en-US"/>
              </a:p>
            </p:txBody>
          </p:sp>
          <p:sp>
            <p:nvSpPr>
              <p:cNvPr id="392" name="Freeform: Shape 391">
                <a:extLst>
                  <a:ext uri="{FF2B5EF4-FFF2-40B4-BE49-F238E27FC236}">
                    <a16:creationId xmlns:a16="http://schemas.microsoft.com/office/drawing/2014/main" id="{F3622E05-31AA-47C7-99F5-A21B9C597682}"/>
                  </a:ext>
                </a:extLst>
              </p:cNvPr>
              <p:cNvSpPr/>
              <p:nvPr/>
            </p:nvSpPr>
            <p:spPr>
              <a:xfrm>
                <a:off x="14278866" y="5420458"/>
                <a:ext cx="167917" cy="105352"/>
              </a:xfrm>
              <a:custGeom>
                <a:avLst/>
                <a:gdLst>
                  <a:gd name="connsiteX0" fmla="*/ 167918 w 167917"/>
                  <a:gd name="connsiteY0" fmla="*/ 105352 h 105352"/>
                  <a:gd name="connsiteX1" fmla="*/ 0 w 167917"/>
                  <a:gd name="connsiteY1" fmla="*/ 105352 h 105352"/>
                  <a:gd name="connsiteX2" fmla="*/ 0 w 167917"/>
                  <a:gd name="connsiteY2" fmla="*/ 103334 h 105352"/>
                  <a:gd name="connsiteX3" fmla="*/ 61758 w 167917"/>
                  <a:gd name="connsiteY3" fmla="*/ 0 h 105352"/>
                  <a:gd name="connsiteX4" fmla="*/ 62969 w 167917"/>
                  <a:gd name="connsiteY4" fmla="*/ 0 h 105352"/>
                  <a:gd name="connsiteX5" fmla="*/ 157827 w 167917"/>
                  <a:gd name="connsiteY5" fmla="*/ 60144 h 105352"/>
                  <a:gd name="connsiteX6" fmla="*/ 167918 w 167917"/>
                  <a:gd name="connsiteY6" fmla="*/ 105352 h 10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917" h="105352">
                    <a:moveTo>
                      <a:pt x="167918" y="105352"/>
                    </a:moveTo>
                    <a:lnTo>
                      <a:pt x="0" y="105352"/>
                    </a:lnTo>
                    <a:lnTo>
                      <a:pt x="0" y="103334"/>
                    </a:lnTo>
                    <a:cubicBezTo>
                      <a:pt x="20586" y="69024"/>
                      <a:pt x="41172" y="34310"/>
                      <a:pt x="61758" y="0"/>
                    </a:cubicBezTo>
                    <a:lnTo>
                      <a:pt x="62969" y="0"/>
                    </a:lnTo>
                    <a:cubicBezTo>
                      <a:pt x="107774" y="9688"/>
                      <a:pt x="150561" y="28255"/>
                      <a:pt x="157827" y="60144"/>
                    </a:cubicBezTo>
                    <a:lnTo>
                      <a:pt x="167918" y="105352"/>
                    </a:lnTo>
                    <a:close/>
                  </a:path>
                </a:pathLst>
              </a:custGeom>
              <a:solidFill>
                <a:srgbClr val="EEA886"/>
              </a:solidFill>
              <a:ln w="4033" cap="flat">
                <a:noFill/>
                <a:prstDash val="solid"/>
                <a:miter/>
              </a:ln>
            </p:spPr>
            <p:txBody>
              <a:bodyPr rtlCol="0" anchor="ctr"/>
              <a:lstStyle/>
              <a:p>
                <a:endParaRPr lang="en-US"/>
              </a:p>
            </p:txBody>
          </p:sp>
          <p:sp>
            <p:nvSpPr>
              <p:cNvPr id="393" name="Freeform: Shape 392">
                <a:extLst>
                  <a:ext uri="{FF2B5EF4-FFF2-40B4-BE49-F238E27FC236}">
                    <a16:creationId xmlns:a16="http://schemas.microsoft.com/office/drawing/2014/main" id="{269C2E7D-6D78-47F0-8C7E-99AA2FE24727}"/>
                  </a:ext>
                </a:extLst>
              </p:cNvPr>
              <p:cNvSpPr/>
              <p:nvPr/>
            </p:nvSpPr>
            <p:spPr>
              <a:xfrm>
                <a:off x="14415556" y="5015597"/>
                <a:ext cx="931511" cy="548962"/>
              </a:xfrm>
              <a:custGeom>
                <a:avLst/>
                <a:gdLst>
                  <a:gd name="connsiteX0" fmla="*/ 759411 w 931511"/>
                  <a:gd name="connsiteY0" fmla="*/ 548963 h 548962"/>
                  <a:gd name="connsiteX1" fmla="*/ 29209 w 931511"/>
                  <a:gd name="connsiteY1" fmla="*/ 548963 h 548962"/>
                  <a:gd name="connsiteX2" fmla="*/ 1358 w 931511"/>
                  <a:gd name="connsiteY2" fmla="*/ 511020 h 548962"/>
                  <a:gd name="connsiteX3" fmla="*/ 124471 w 931511"/>
                  <a:gd name="connsiteY3" fmla="*/ 37943 h 548962"/>
                  <a:gd name="connsiteX4" fmla="*/ 172101 w 931511"/>
                  <a:gd name="connsiteY4" fmla="*/ 0 h 548962"/>
                  <a:gd name="connsiteX5" fmla="*/ 902303 w 931511"/>
                  <a:gd name="connsiteY5" fmla="*/ 0 h 548962"/>
                  <a:gd name="connsiteX6" fmla="*/ 930154 w 931511"/>
                  <a:gd name="connsiteY6" fmla="*/ 37943 h 548962"/>
                  <a:gd name="connsiteX7" fmla="*/ 807041 w 931511"/>
                  <a:gd name="connsiteY7" fmla="*/ 511020 h 548962"/>
                  <a:gd name="connsiteX8" fmla="*/ 759411 w 931511"/>
                  <a:gd name="connsiteY8" fmla="*/ 548963 h 548962"/>
                  <a:gd name="connsiteX9" fmla="*/ 759411 w 931511"/>
                  <a:gd name="connsiteY9" fmla="*/ 548963 h 548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1511" h="548962">
                    <a:moveTo>
                      <a:pt x="759411" y="548963"/>
                    </a:moveTo>
                    <a:lnTo>
                      <a:pt x="29209" y="548963"/>
                    </a:lnTo>
                    <a:cubicBezTo>
                      <a:pt x="8220" y="548963"/>
                      <a:pt x="-4294" y="532010"/>
                      <a:pt x="1358" y="511020"/>
                    </a:cubicBezTo>
                    <a:lnTo>
                      <a:pt x="124471" y="37943"/>
                    </a:lnTo>
                    <a:cubicBezTo>
                      <a:pt x="129718" y="16954"/>
                      <a:pt x="151515" y="0"/>
                      <a:pt x="172101" y="0"/>
                    </a:cubicBezTo>
                    <a:lnTo>
                      <a:pt x="902303" y="0"/>
                    </a:lnTo>
                    <a:cubicBezTo>
                      <a:pt x="923292" y="0"/>
                      <a:pt x="935805" y="16954"/>
                      <a:pt x="930154" y="37943"/>
                    </a:cubicBezTo>
                    <a:lnTo>
                      <a:pt x="807041" y="511020"/>
                    </a:lnTo>
                    <a:cubicBezTo>
                      <a:pt x="801794" y="532010"/>
                      <a:pt x="779997" y="548963"/>
                      <a:pt x="759411" y="548963"/>
                    </a:cubicBezTo>
                    <a:lnTo>
                      <a:pt x="759411" y="548963"/>
                    </a:lnTo>
                    <a:close/>
                  </a:path>
                </a:pathLst>
              </a:custGeom>
              <a:solidFill>
                <a:schemeClr val="accent3">
                  <a:lumMod val="75000"/>
                </a:schemeClr>
              </a:solidFill>
              <a:ln w="4033" cap="flat">
                <a:noFill/>
                <a:prstDash val="solid"/>
                <a:miter/>
              </a:ln>
            </p:spPr>
            <p:txBody>
              <a:bodyPr rtlCol="0" anchor="ctr"/>
              <a:lstStyle/>
              <a:p>
                <a:endParaRPr lang="en-US"/>
              </a:p>
            </p:txBody>
          </p:sp>
          <p:sp>
            <p:nvSpPr>
              <p:cNvPr id="394" name="Freeform: Shape 393">
                <a:extLst>
                  <a:ext uri="{FF2B5EF4-FFF2-40B4-BE49-F238E27FC236}">
                    <a16:creationId xmlns:a16="http://schemas.microsoft.com/office/drawing/2014/main" id="{7169BBDF-F186-49B1-953B-663A49B3BCB6}"/>
                  </a:ext>
                </a:extLst>
              </p:cNvPr>
              <p:cNvSpPr/>
              <p:nvPr/>
            </p:nvSpPr>
            <p:spPr>
              <a:xfrm>
                <a:off x="14143643" y="5502399"/>
                <a:ext cx="395181" cy="62161"/>
              </a:xfrm>
              <a:custGeom>
                <a:avLst/>
                <a:gdLst>
                  <a:gd name="connsiteX0" fmla="*/ 364092 w 395181"/>
                  <a:gd name="connsiteY0" fmla="*/ 62162 h 62161"/>
                  <a:gd name="connsiteX1" fmla="*/ 31081 w 395181"/>
                  <a:gd name="connsiteY1" fmla="*/ 62162 h 62161"/>
                  <a:gd name="connsiteX2" fmla="*/ 0 w 395181"/>
                  <a:gd name="connsiteY2" fmla="*/ 31081 h 62161"/>
                  <a:gd name="connsiteX3" fmla="*/ 0 w 395181"/>
                  <a:gd name="connsiteY3" fmla="*/ 31081 h 62161"/>
                  <a:gd name="connsiteX4" fmla="*/ 31081 w 395181"/>
                  <a:gd name="connsiteY4" fmla="*/ 0 h 62161"/>
                  <a:gd name="connsiteX5" fmla="*/ 364092 w 395181"/>
                  <a:gd name="connsiteY5" fmla="*/ 0 h 62161"/>
                  <a:gd name="connsiteX6" fmla="*/ 395173 w 395181"/>
                  <a:gd name="connsiteY6" fmla="*/ 31081 h 62161"/>
                  <a:gd name="connsiteX7" fmla="*/ 395173 w 395181"/>
                  <a:gd name="connsiteY7" fmla="*/ 31081 h 62161"/>
                  <a:gd name="connsiteX8" fmla="*/ 364092 w 395181"/>
                  <a:gd name="connsiteY8" fmla="*/ 62162 h 62161"/>
                  <a:gd name="connsiteX9" fmla="*/ 364092 w 395181"/>
                  <a:gd name="connsiteY9" fmla="*/ 62162 h 62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5181" h="62161">
                    <a:moveTo>
                      <a:pt x="364092" y="62162"/>
                    </a:moveTo>
                    <a:lnTo>
                      <a:pt x="31081" y="62162"/>
                    </a:lnTo>
                    <a:cubicBezTo>
                      <a:pt x="13724" y="62162"/>
                      <a:pt x="0" y="48034"/>
                      <a:pt x="0" y="31081"/>
                    </a:cubicBezTo>
                    <a:lnTo>
                      <a:pt x="0" y="31081"/>
                    </a:lnTo>
                    <a:cubicBezTo>
                      <a:pt x="0" y="13724"/>
                      <a:pt x="14128" y="0"/>
                      <a:pt x="31081" y="0"/>
                    </a:cubicBezTo>
                    <a:lnTo>
                      <a:pt x="364092" y="0"/>
                    </a:lnTo>
                    <a:cubicBezTo>
                      <a:pt x="381449" y="0"/>
                      <a:pt x="395173" y="14128"/>
                      <a:pt x="395173" y="31081"/>
                    </a:cubicBezTo>
                    <a:lnTo>
                      <a:pt x="395173" y="31081"/>
                    </a:lnTo>
                    <a:cubicBezTo>
                      <a:pt x="395576" y="48034"/>
                      <a:pt x="381449" y="62162"/>
                      <a:pt x="364092" y="62162"/>
                    </a:cubicBezTo>
                    <a:lnTo>
                      <a:pt x="364092" y="62162"/>
                    </a:lnTo>
                    <a:close/>
                  </a:path>
                </a:pathLst>
              </a:custGeom>
              <a:solidFill>
                <a:schemeClr val="accent3">
                  <a:lumMod val="75000"/>
                </a:schemeClr>
              </a:solidFill>
              <a:ln w="4033" cap="flat">
                <a:noFill/>
                <a:prstDash val="solid"/>
                <a:miter/>
              </a:ln>
            </p:spPr>
            <p:txBody>
              <a:bodyPr rtlCol="0" anchor="ctr"/>
              <a:lstStyle/>
              <a:p>
                <a:endParaRPr lang="en-US"/>
              </a:p>
            </p:txBody>
          </p:sp>
          <p:sp>
            <p:nvSpPr>
              <p:cNvPr id="395" name="Freeform: Shape 394">
                <a:extLst>
                  <a:ext uri="{FF2B5EF4-FFF2-40B4-BE49-F238E27FC236}">
                    <a16:creationId xmlns:a16="http://schemas.microsoft.com/office/drawing/2014/main" id="{BBAAA357-155B-446C-87DE-955C3D1F1561}"/>
                  </a:ext>
                </a:extLst>
              </p:cNvPr>
              <p:cNvSpPr/>
              <p:nvPr/>
            </p:nvSpPr>
            <p:spPr>
              <a:xfrm>
                <a:off x="14456488" y="5015597"/>
                <a:ext cx="909792" cy="548962"/>
              </a:xfrm>
              <a:custGeom>
                <a:avLst/>
                <a:gdLst>
                  <a:gd name="connsiteX0" fmla="*/ 737854 w 909792"/>
                  <a:gd name="connsiteY0" fmla="*/ 548963 h 548962"/>
                  <a:gd name="connsiteX1" fmla="*/ 29450 w 909792"/>
                  <a:gd name="connsiteY1" fmla="*/ 548963 h 548962"/>
                  <a:gd name="connsiteX2" fmla="*/ 1195 w 909792"/>
                  <a:gd name="connsiteY2" fmla="*/ 511020 h 548962"/>
                  <a:gd name="connsiteX3" fmla="*/ 124308 w 909792"/>
                  <a:gd name="connsiteY3" fmla="*/ 37943 h 548962"/>
                  <a:gd name="connsiteX4" fmla="*/ 171938 w 909792"/>
                  <a:gd name="connsiteY4" fmla="*/ 0 h 548962"/>
                  <a:gd name="connsiteX5" fmla="*/ 880343 w 909792"/>
                  <a:gd name="connsiteY5" fmla="*/ 0 h 548962"/>
                  <a:gd name="connsiteX6" fmla="*/ 908598 w 909792"/>
                  <a:gd name="connsiteY6" fmla="*/ 37943 h 548962"/>
                  <a:gd name="connsiteX7" fmla="*/ 785485 w 909792"/>
                  <a:gd name="connsiteY7" fmla="*/ 511020 h 548962"/>
                  <a:gd name="connsiteX8" fmla="*/ 737854 w 909792"/>
                  <a:gd name="connsiteY8" fmla="*/ 548963 h 548962"/>
                  <a:gd name="connsiteX9" fmla="*/ 737854 w 909792"/>
                  <a:gd name="connsiteY9" fmla="*/ 548963 h 548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09792" h="548962">
                    <a:moveTo>
                      <a:pt x="737854" y="548963"/>
                    </a:moveTo>
                    <a:lnTo>
                      <a:pt x="29450" y="548963"/>
                    </a:lnTo>
                    <a:cubicBezTo>
                      <a:pt x="8460" y="548963"/>
                      <a:pt x="-4053" y="532010"/>
                      <a:pt x="1195" y="511020"/>
                    </a:cubicBezTo>
                    <a:lnTo>
                      <a:pt x="124308" y="37943"/>
                    </a:lnTo>
                    <a:cubicBezTo>
                      <a:pt x="129555" y="16954"/>
                      <a:pt x="151352" y="0"/>
                      <a:pt x="171938" y="0"/>
                    </a:cubicBezTo>
                    <a:lnTo>
                      <a:pt x="880343" y="0"/>
                    </a:lnTo>
                    <a:cubicBezTo>
                      <a:pt x="901332" y="0"/>
                      <a:pt x="913846" y="16954"/>
                      <a:pt x="908598" y="37943"/>
                    </a:cubicBezTo>
                    <a:lnTo>
                      <a:pt x="785485" y="511020"/>
                    </a:lnTo>
                    <a:cubicBezTo>
                      <a:pt x="780238" y="532010"/>
                      <a:pt x="758844" y="548963"/>
                      <a:pt x="737854" y="548963"/>
                    </a:cubicBezTo>
                    <a:lnTo>
                      <a:pt x="737854" y="548963"/>
                    </a:lnTo>
                    <a:close/>
                  </a:path>
                </a:pathLst>
              </a:custGeom>
              <a:solidFill>
                <a:schemeClr val="accent3"/>
              </a:solidFill>
              <a:ln w="4033" cap="flat">
                <a:noFill/>
                <a:prstDash val="solid"/>
                <a:miter/>
              </a:ln>
            </p:spPr>
            <p:txBody>
              <a:bodyPr rtlCol="0" anchor="ctr"/>
              <a:lstStyle/>
              <a:p>
                <a:endParaRPr lang="en-US"/>
              </a:p>
            </p:txBody>
          </p:sp>
          <p:sp>
            <p:nvSpPr>
              <p:cNvPr id="396" name="Freeform: Shape 395">
                <a:extLst>
                  <a:ext uri="{FF2B5EF4-FFF2-40B4-BE49-F238E27FC236}">
                    <a16:creationId xmlns:a16="http://schemas.microsoft.com/office/drawing/2014/main" id="{63116DAB-6DF5-4BBE-85CF-AF756B205D91}"/>
                  </a:ext>
                </a:extLst>
              </p:cNvPr>
              <p:cNvSpPr/>
              <p:nvPr/>
            </p:nvSpPr>
            <p:spPr>
              <a:xfrm>
                <a:off x="14417301" y="4408089"/>
                <a:ext cx="36950" cy="60160"/>
              </a:xfrm>
              <a:custGeom>
                <a:avLst/>
                <a:gdLst>
                  <a:gd name="connsiteX0" fmla="*/ 21813 w 36950"/>
                  <a:gd name="connsiteY0" fmla="*/ 60160 h 60160"/>
                  <a:gd name="connsiteX1" fmla="*/ 19795 w 36950"/>
                  <a:gd name="connsiteY1" fmla="*/ 59353 h 60160"/>
                  <a:gd name="connsiteX2" fmla="*/ 20199 w 36950"/>
                  <a:gd name="connsiteY2" fmla="*/ 55720 h 60160"/>
                  <a:gd name="connsiteX3" fmla="*/ 24639 w 36950"/>
                  <a:gd name="connsiteY3" fmla="*/ 52491 h 60160"/>
                  <a:gd name="connsiteX4" fmla="*/ 29483 w 36950"/>
                  <a:gd name="connsiteY4" fmla="*/ 48858 h 60160"/>
                  <a:gd name="connsiteX5" fmla="*/ 29079 w 36950"/>
                  <a:gd name="connsiteY5" fmla="*/ 38363 h 60160"/>
                  <a:gd name="connsiteX6" fmla="*/ 23832 w 36950"/>
                  <a:gd name="connsiteY6" fmla="*/ 33116 h 60160"/>
                  <a:gd name="connsiteX7" fmla="*/ 420 w 36950"/>
                  <a:gd name="connsiteY7" fmla="*/ 4053 h 60160"/>
                  <a:gd name="connsiteX8" fmla="*/ 1227 w 36950"/>
                  <a:gd name="connsiteY8" fmla="*/ 420 h 60160"/>
                  <a:gd name="connsiteX9" fmla="*/ 4860 w 36950"/>
                  <a:gd name="connsiteY9" fmla="*/ 1227 h 60160"/>
                  <a:gd name="connsiteX10" fmla="*/ 27464 w 36950"/>
                  <a:gd name="connsiteY10" fmla="*/ 29483 h 60160"/>
                  <a:gd name="connsiteX11" fmla="*/ 32712 w 36950"/>
                  <a:gd name="connsiteY11" fmla="*/ 34730 h 60160"/>
                  <a:gd name="connsiteX12" fmla="*/ 32712 w 36950"/>
                  <a:gd name="connsiteY12" fmla="*/ 52491 h 60160"/>
                  <a:gd name="connsiteX13" fmla="*/ 27061 w 36950"/>
                  <a:gd name="connsiteY13" fmla="*/ 56931 h 60160"/>
                  <a:gd name="connsiteX14" fmla="*/ 23024 w 36950"/>
                  <a:gd name="connsiteY14" fmla="*/ 59756 h 60160"/>
                  <a:gd name="connsiteX15" fmla="*/ 21813 w 36950"/>
                  <a:gd name="connsiteY15" fmla="*/ 60160 h 6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6950" h="60160">
                    <a:moveTo>
                      <a:pt x="21813" y="60160"/>
                    </a:moveTo>
                    <a:cubicBezTo>
                      <a:pt x="21006" y="60160"/>
                      <a:pt x="20199" y="59756"/>
                      <a:pt x="19795" y="59353"/>
                    </a:cubicBezTo>
                    <a:cubicBezTo>
                      <a:pt x="18988" y="58142"/>
                      <a:pt x="18988" y="56527"/>
                      <a:pt x="20199" y="55720"/>
                    </a:cubicBezTo>
                    <a:cubicBezTo>
                      <a:pt x="21813" y="54509"/>
                      <a:pt x="23024" y="53702"/>
                      <a:pt x="24639" y="52491"/>
                    </a:cubicBezTo>
                    <a:cubicBezTo>
                      <a:pt x="26253" y="51280"/>
                      <a:pt x="28272" y="50069"/>
                      <a:pt x="29483" y="48858"/>
                    </a:cubicBezTo>
                    <a:cubicBezTo>
                      <a:pt x="33116" y="45225"/>
                      <a:pt x="33116" y="42399"/>
                      <a:pt x="29079" y="38363"/>
                    </a:cubicBezTo>
                    <a:cubicBezTo>
                      <a:pt x="27061" y="36345"/>
                      <a:pt x="25446" y="34730"/>
                      <a:pt x="23832" y="33116"/>
                    </a:cubicBezTo>
                    <a:cubicBezTo>
                      <a:pt x="17777" y="27465"/>
                      <a:pt x="14951" y="24235"/>
                      <a:pt x="420" y="4053"/>
                    </a:cubicBezTo>
                    <a:cubicBezTo>
                      <a:pt x="-387" y="2842"/>
                      <a:pt x="16" y="1227"/>
                      <a:pt x="1227" y="420"/>
                    </a:cubicBezTo>
                    <a:cubicBezTo>
                      <a:pt x="2438" y="-387"/>
                      <a:pt x="4053" y="16"/>
                      <a:pt x="4860" y="1227"/>
                    </a:cubicBezTo>
                    <a:cubicBezTo>
                      <a:pt x="18988" y="21410"/>
                      <a:pt x="21813" y="24235"/>
                      <a:pt x="27464" y="29483"/>
                    </a:cubicBezTo>
                    <a:cubicBezTo>
                      <a:pt x="29079" y="31097"/>
                      <a:pt x="30694" y="32712"/>
                      <a:pt x="32712" y="34730"/>
                    </a:cubicBezTo>
                    <a:cubicBezTo>
                      <a:pt x="38363" y="40785"/>
                      <a:pt x="38363" y="47243"/>
                      <a:pt x="32712" y="52491"/>
                    </a:cubicBezTo>
                    <a:cubicBezTo>
                      <a:pt x="31097" y="54105"/>
                      <a:pt x="29079" y="55316"/>
                      <a:pt x="27061" y="56931"/>
                    </a:cubicBezTo>
                    <a:cubicBezTo>
                      <a:pt x="25850" y="57738"/>
                      <a:pt x="24235" y="58949"/>
                      <a:pt x="23024" y="59756"/>
                    </a:cubicBezTo>
                    <a:cubicBezTo>
                      <a:pt x="23024" y="60160"/>
                      <a:pt x="22621" y="60160"/>
                      <a:pt x="21813" y="60160"/>
                    </a:cubicBezTo>
                    <a:close/>
                  </a:path>
                </a:pathLst>
              </a:custGeom>
              <a:solidFill>
                <a:srgbClr val="3D3C3B"/>
              </a:solidFill>
              <a:ln w="4033" cap="flat">
                <a:noFill/>
                <a:prstDash val="solid"/>
                <a:miter/>
              </a:ln>
            </p:spPr>
            <p:txBody>
              <a:bodyPr rtlCol="0" anchor="ctr"/>
              <a:lstStyle/>
              <a:p>
                <a:endParaRPr lang="en-US"/>
              </a:p>
            </p:txBody>
          </p:sp>
          <p:sp>
            <p:nvSpPr>
              <p:cNvPr id="397" name="Freeform: Shape 396">
                <a:extLst>
                  <a:ext uri="{FF2B5EF4-FFF2-40B4-BE49-F238E27FC236}">
                    <a16:creationId xmlns:a16="http://schemas.microsoft.com/office/drawing/2014/main" id="{CEAB3743-E37C-41C7-9CD8-4053EF7269B0}"/>
                  </a:ext>
                </a:extLst>
              </p:cNvPr>
              <p:cNvSpPr/>
              <p:nvPr/>
            </p:nvSpPr>
            <p:spPr>
              <a:xfrm>
                <a:off x="14410946" y="4520623"/>
                <a:ext cx="85587" cy="27145"/>
              </a:xfrm>
              <a:custGeom>
                <a:avLst/>
                <a:gdLst>
                  <a:gd name="connsiteX0" fmla="*/ 32609 w 85587"/>
                  <a:gd name="connsiteY0" fmla="*/ 27146 h 27145"/>
                  <a:gd name="connsiteX1" fmla="*/ 1931 w 85587"/>
                  <a:gd name="connsiteY1" fmla="*/ 21898 h 27145"/>
                  <a:gd name="connsiteX2" fmla="*/ 317 w 85587"/>
                  <a:gd name="connsiteY2" fmla="*/ 17861 h 27145"/>
                  <a:gd name="connsiteX3" fmla="*/ 4353 w 85587"/>
                  <a:gd name="connsiteY3" fmla="*/ 16247 h 27145"/>
                  <a:gd name="connsiteX4" fmla="*/ 80643 w 85587"/>
                  <a:gd name="connsiteY4" fmla="*/ 908 h 27145"/>
                  <a:gd name="connsiteX5" fmla="*/ 84680 w 85587"/>
                  <a:gd name="connsiteY5" fmla="*/ 908 h 27145"/>
                  <a:gd name="connsiteX6" fmla="*/ 84680 w 85587"/>
                  <a:gd name="connsiteY6" fmla="*/ 4945 h 27145"/>
                  <a:gd name="connsiteX7" fmla="*/ 32609 w 85587"/>
                  <a:gd name="connsiteY7" fmla="*/ 27146 h 27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587" h="27145">
                    <a:moveTo>
                      <a:pt x="32609" y="27146"/>
                    </a:moveTo>
                    <a:cubicBezTo>
                      <a:pt x="15252" y="27146"/>
                      <a:pt x="1931" y="21898"/>
                      <a:pt x="1931" y="21898"/>
                    </a:cubicBezTo>
                    <a:cubicBezTo>
                      <a:pt x="317" y="21091"/>
                      <a:pt x="-491" y="19476"/>
                      <a:pt x="317" y="17861"/>
                    </a:cubicBezTo>
                    <a:cubicBezTo>
                      <a:pt x="1124" y="16247"/>
                      <a:pt x="2739" y="15440"/>
                      <a:pt x="4353" y="16247"/>
                    </a:cubicBezTo>
                    <a:cubicBezTo>
                      <a:pt x="4757" y="16247"/>
                      <a:pt x="50369" y="34007"/>
                      <a:pt x="80643" y="908"/>
                    </a:cubicBezTo>
                    <a:cubicBezTo>
                      <a:pt x="81854" y="-303"/>
                      <a:pt x="83469" y="-303"/>
                      <a:pt x="84680" y="908"/>
                    </a:cubicBezTo>
                    <a:cubicBezTo>
                      <a:pt x="85890" y="2119"/>
                      <a:pt x="85890" y="3734"/>
                      <a:pt x="84680" y="4945"/>
                    </a:cubicBezTo>
                    <a:cubicBezTo>
                      <a:pt x="68534" y="22705"/>
                      <a:pt x="48755" y="27146"/>
                      <a:pt x="32609" y="27146"/>
                    </a:cubicBezTo>
                    <a:close/>
                  </a:path>
                </a:pathLst>
              </a:custGeom>
              <a:solidFill>
                <a:srgbClr val="3D3C3B"/>
              </a:solidFill>
              <a:ln w="4033" cap="flat">
                <a:noFill/>
                <a:prstDash val="solid"/>
                <a:miter/>
              </a:ln>
            </p:spPr>
            <p:txBody>
              <a:bodyPr rtlCol="0" anchor="ctr"/>
              <a:lstStyle/>
              <a:p>
                <a:endParaRPr lang="en-US"/>
              </a:p>
            </p:txBody>
          </p:sp>
          <p:sp>
            <p:nvSpPr>
              <p:cNvPr id="398" name="Freeform: Shape 397">
                <a:extLst>
                  <a:ext uri="{FF2B5EF4-FFF2-40B4-BE49-F238E27FC236}">
                    <a16:creationId xmlns:a16="http://schemas.microsoft.com/office/drawing/2014/main" id="{CB251045-7833-474C-9B1F-141A3EEC950B}"/>
                  </a:ext>
                </a:extLst>
              </p:cNvPr>
              <p:cNvSpPr/>
              <p:nvPr/>
            </p:nvSpPr>
            <p:spPr>
              <a:xfrm>
                <a:off x="14688122" y="4574769"/>
                <a:ext cx="121707" cy="161265"/>
              </a:xfrm>
              <a:custGeom>
                <a:avLst/>
                <a:gdLst>
                  <a:gd name="connsiteX0" fmla="*/ 12154 w 121707"/>
                  <a:gd name="connsiteY0" fmla="*/ 5695 h 161265"/>
                  <a:gd name="connsiteX1" fmla="*/ 22245 w 121707"/>
                  <a:gd name="connsiteY1" fmla="*/ 51711 h 161265"/>
                  <a:gd name="connsiteX2" fmla="*/ 45253 w 121707"/>
                  <a:gd name="connsiteY2" fmla="*/ 93287 h 161265"/>
                  <a:gd name="connsiteX3" fmla="*/ 119524 w 121707"/>
                  <a:gd name="connsiteY3" fmla="*/ 153431 h 161265"/>
                  <a:gd name="connsiteX4" fmla="*/ 121139 w 121707"/>
                  <a:gd name="connsiteY4" fmla="*/ 159082 h 161265"/>
                  <a:gd name="connsiteX5" fmla="*/ 115488 w 121707"/>
                  <a:gd name="connsiteY5" fmla="*/ 160696 h 161265"/>
                  <a:gd name="connsiteX6" fmla="*/ 37180 w 121707"/>
                  <a:gd name="connsiteY6" fmla="*/ 99341 h 161265"/>
                  <a:gd name="connsiteX7" fmla="*/ 11750 w 121707"/>
                  <a:gd name="connsiteY7" fmla="*/ 55748 h 161265"/>
                  <a:gd name="connsiteX8" fmla="*/ 44 w 121707"/>
                  <a:gd name="connsiteY8" fmla="*/ 6502 h 161265"/>
                  <a:gd name="connsiteX9" fmla="*/ 5291 w 121707"/>
                  <a:gd name="connsiteY9" fmla="*/ 44 h 161265"/>
                  <a:gd name="connsiteX10" fmla="*/ 12154 w 121707"/>
                  <a:gd name="connsiteY10" fmla="*/ 5695 h 161265"/>
                  <a:gd name="connsiteX11" fmla="*/ 12154 w 121707"/>
                  <a:gd name="connsiteY11" fmla="*/ 5695 h 161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707" h="161265">
                    <a:moveTo>
                      <a:pt x="12154" y="5695"/>
                    </a:moveTo>
                    <a:cubicBezTo>
                      <a:pt x="13364" y="21437"/>
                      <a:pt x="16594" y="37179"/>
                      <a:pt x="22245" y="51711"/>
                    </a:cubicBezTo>
                    <a:cubicBezTo>
                      <a:pt x="27896" y="66646"/>
                      <a:pt x="35565" y="80370"/>
                      <a:pt x="45253" y="93287"/>
                    </a:cubicBezTo>
                    <a:cubicBezTo>
                      <a:pt x="64628" y="118717"/>
                      <a:pt x="90865" y="138496"/>
                      <a:pt x="119524" y="153431"/>
                    </a:cubicBezTo>
                    <a:cubicBezTo>
                      <a:pt x="121542" y="154642"/>
                      <a:pt x="122350" y="157063"/>
                      <a:pt x="121139" y="159082"/>
                    </a:cubicBezTo>
                    <a:cubicBezTo>
                      <a:pt x="119928" y="161100"/>
                      <a:pt x="117506" y="161907"/>
                      <a:pt x="115488" y="160696"/>
                    </a:cubicBezTo>
                    <a:cubicBezTo>
                      <a:pt x="85617" y="145761"/>
                      <a:pt x="58169" y="125982"/>
                      <a:pt x="37180" y="99341"/>
                    </a:cubicBezTo>
                    <a:cubicBezTo>
                      <a:pt x="26685" y="86021"/>
                      <a:pt x="18208" y="71490"/>
                      <a:pt x="11750" y="55748"/>
                    </a:cubicBezTo>
                    <a:cubicBezTo>
                      <a:pt x="5291" y="40005"/>
                      <a:pt x="1658" y="23456"/>
                      <a:pt x="44" y="6502"/>
                    </a:cubicBezTo>
                    <a:cubicBezTo>
                      <a:pt x="-360" y="3273"/>
                      <a:pt x="2062" y="44"/>
                      <a:pt x="5291" y="44"/>
                    </a:cubicBezTo>
                    <a:cubicBezTo>
                      <a:pt x="8924" y="-360"/>
                      <a:pt x="11750" y="2062"/>
                      <a:pt x="12154" y="5695"/>
                    </a:cubicBezTo>
                    <a:cubicBezTo>
                      <a:pt x="12154" y="5291"/>
                      <a:pt x="12154" y="5695"/>
                      <a:pt x="12154" y="5695"/>
                    </a:cubicBezTo>
                    <a:close/>
                  </a:path>
                </a:pathLst>
              </a:custGeom>
              <a:solidFill>
                <a:srgbClr val="3D3C3B"/>
              </a:solidFill>
              <a:ln w="4033" cap="flat">
                <a:noFill/>
                <a:prstDash val="solid"/>
                <a:miter/>
              </a:ln>
            </p:spPr>
            <p:txBody>
              <a:bodyPr rtlCol="0" anchor="ctr"/>
              <a:lstStyle/>
              <a:p>
                <a:endParaRPr lang="en-US"/>
              </a:p>
            </p:txBody>
          </p:sp>
          <p:sp>
            <p:nvSpPr>
              <p:cNvPr id="399" name="Freeform: Shape 398">
                <a:extLst>
                  <a:ext uri="{FF2B5EF4-FFF2-40B4-BE49-F238E27FC236}">
                    <a16:creationId xmlns:a16="http://schemas.microsoft.com/office/drawing/2014/main" id="{89793ABD-AFE7-4CA2-8746-6107CF238DB7}"/>
                  </a:ext>
                </a:extLst>
              </p:cNvPr>
              <p:cNvSpPr/>
              <p:nvPr/>
            </p:nvSpPr>
            <p:spPr>
              <a:xfrm>
                <a:off x="14336184" y="4212239"/>
                <a:ext cx="224431" cy="220892"/>
              </a:xfrm>
              <a:custGeom>
                <a:avLst/>
                <a:gdLst>
                  <a:gd name="connsiteX0" fmla="*/ 0 w 224431"/>
                  <a:gd name="connsiteY0" fmla="*/ 8573 h 220892"/>
                  <a:gd name="connsiteX1" fmla="*/ 224025 w 224431"/>
                  <a:gd name="connsiteY1" fmla="*/ 220892 h 220892"/>
                  <a:gd name="connsiteX2" fmla="*/ 0 w 224431"/>
                  <a:gd name="connsiteY2" fmla="*/ 8573 h 220892"/>
                </a:gdLst>
                <a:ahLst/>
                <a:cxnLst>
                  <a:cxn ang="0">
                    <a:pos x="connsiteX0" y="connsiteY0"/>
                  </a:cxn>
                  <a:cxn ang="0">
                    <a:pos x="connsiteX1" y="connsiteY1"/>
                  </a:cxn>
                  <a:cxn ang="0">
                    <a:pos x="connsiteX2" y="connsiteY2"/>
                  </a:cxn>
                </a:cxnLst>
                <a:rect l="l" t="t" r="r" b="b"/>
                <a:pathLst>
                  <a:path w="224431" h="220892">
                    <a:moveTo>
                      <a:pt x="0" y="8573"/>
                    </a:moveTo>
                    <a:cubicBezTo>
                      <a:pt x="0" y="8573"/>
                      <a:pt x="205457" y="56203"/>
                      <a:pt x="224025" y="220892"/>
                    </a:cubicBezTo>
                    <a:cubicBezTo>
                      <a:pt x="224025" y="220892"/>
                      <a:pt x="244208" y="-51167"/>
                      <a:pt x="0" y="8573"/>
                    </a:cubicBezTo>
                    <a:close/>
                  </a:path>
                </a:pathLst>
              </a:custGeom>
              <a:solidFill>
                <a:srgbClr val="3D3C3B"/>
              </a:solidFill>
              <a:ln w="4033" cap="flat">
                <a:noFill/>
                <a:prstDash val="solid"/>
                <a:miter/>
              </a:ln>
            </p:spPr>
            <p:txBody>
              <a:bodyPr rtlCol="0" anchor="ctr"/>
              <a:lstStyle/>
              <a:p>
                <a:endParaRPr lang="en-US"/>
              </a:p>
            </p:txBody>
          </p:sp>
          <p:sp>
            <p:nvSpPr>
              <p:cNvPr id="400" name="Freeform: Shape 399">
                <a:extLst>
                  <a:ext uri="{FF2B5EF4-FFF2-40B4-BE49-F238E27FC236}">
                    <a16:creationId xmlns:a16="http://schemas.microsoft.com/office/drawing/2014/main" id="{FACB838C-921B-48EC-9529-312D4132038C}"/>
                  </a:ext>
                </a:extLst>
              </p:cNvPr>
              <p:cNvSpPr/>
              <p:nvPr/>
            </p:nvSpPr>
            <p:spPr>
              <a:xfrm>
                <a:off x="13062238" y="5515315"/>
                <a:ext cx="2429997" cy="611528"/>
              </a:xfrm>
              <a:custGeom>
                <a:avLst/>
                <a:gdLst>
                  <a:gd name="connsiteX0" fmla="*/ 2429997 w 2429997"/>
                  <a:gd name="connsiteY0" fmla="*/ 611529 h 611528"/>
                  <a:gd name="connsiteX1" fmla="*/ 120720 w 2429997"/>
                  <a:gd name="connsiteY1" fmla="*/ 611529 h 611528"/>
                  <a:gd name="connsiteX2" fmla="*/ 120720 w 2429997"/>
                  <a:gd name="connsiteY2" fmla="*/ 0 h 611528"/>
                  <a:gd name="connsiteX3" fmla="*/ 2429997 w 2429997"/>
                  <a:gd name="connsiteY3" fmla="*/ 0 h 611528"/>
                  <a:gd name="connsiteX4" fmla="*/ 2429997 w 2429997"/>
                  <a:gd name="connsiteY4" fmla="*/ 73060 h 611528"/>
                  <a:gd name="connsiteX5" fmla="*/ 2356937 w 2429997"/>
                  <a:gd name="connsiteY5" fmla="*/ 73060 h 611528"/>
                  <a:gd name="connsiteX6" fmla="*/ 2356937 w 2429997"/>
                  <a:gd name="connsiteY6" fmla="*/ 529588 h 611528"/>
                  <a:gd name="connsiteX7" fmla="*/ 2429997 w 2429997"/>
                  <a:gd name="connsiteY7" fmla="*/ 529588 h 611528"/>
                  <a:gd name="connsiteX8" fmla="*/ 2429997 w 2429997"/>
                  <a:gd name="connsiteY8" fmla="*/ 611529 h 611528"/>
                  <a:gd name="connsiteX9" fmla="*/ 2429997 w 2429997"/>
                  <a:gd name="connsiteY9" fmla="*/ 611529 h 611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9997" h="611528">
                    <a:moveTo>
                      <a:pt x="2429997" y="611529"/>
                    </a:moveTo>
                    <a:cubicBezTo>
                      <a:pt x="2429997" y="611529"/>
                      <a:pt x="278547" y="611529"/>
                      <a:pt x="120720" y="611529"/>
                    </a:cubicBezTo>
                    <a:cubicBezTo>
                      <a:pt x="-31859" y="409704"/>
                      <a:pt x="-48409" y="151772"/>
                      <a:pt x="120720" y="0"/>
                    </a:cubicBezTo>
                    <a:cubicBezTo>
                      <a:pt x="282987" y="0"/>
                      <a:pt x="2429997" y="0"/>
                      <a:pt x="2429997" y="0"/>
                    </a:cubicBezTo>
                    <a:lnTo>
                      <a:pt x="2429997" y="73060"/>
                    </a:lnTo>
                    <a:lnTo>
                      <a:pt x="2356937" y="73060"/>
                    </a:lnTo>
                    <a:lnTo>
                      <a:pt x="2356937" y="529588"/>
                    </a:lnTo>
                    <a:lnTo>
                      <a:pt x="2429997" y="529588"/>
                    </a:lnTo>
                    <a:lnTo>
                      <a:pt x="2429997" y="611529"/>
                    </a:lnTo>
                    <a:lnTo>
                      <a:pt x="2429997" y="611529"/>
                    </a:lnTo>
                    <a:close/>
                  </a:path>
                </a:pathLst>
              </a:custGeom>
              <a:solidFill>
                <a:schemeClr val="accent1"/>
              </a:solidFill>
              <a:ln w="4033" cap="flat">
                <a:noFill/>
                <a:prstDash val="solid"/>
                <a:miter/>
              </a:ln>
            </p:spPr>
            <p:txBody>
              <a:bodyPr rtlCol="0" anchor="ctr"/>
              <a:lstStyle/>
              <a:p>
                <a:endParaRPr lang="en-US"/>
              </a:p>
            </p:txBody>
          </p:sp>
          <p:sp>
            <p:nvSpPr>
              <p:cNvPr id="401" name="Freeform: Shape 400">
                <a:extLst>
                  <a:ext uri="{FF2B5EF4-FFF2-40B4-BE49-F238E27FC236}">
                    <a16:creationId xmlns:a16="http://schemas.microsoft.com/office/drawing/2014/main" id="{5FAF31D3-ADBF-445D-99E5-2302DCBF675F}"/>
                  </a:ext>
                </a:extLst>
              </p:cNvPr>
              <p:cNvSpPr/>
              <p:nvPr/>
            </p:nvSpPr>
            <p:spPr>
              <a:xfrm>
                <a:off x="13338334" y="5515315"/>
                <a:ext cx="2429997" cy="611528"/>
              </a:xfrm>
              <a:custGeom>
                <a:avLst/>
                <a:gdLst>
                  <a:gd name="connsiteX0" fmla="*/ 2429998 w 2429997"/>
                  <a:gd name="connsiteY0" fmla="*/ 611529 h 611528"/>
                  <a:gd name="connsiteX1" fmla="*/ 120720 w 2429997"/>
                  <a:gd name="connsiteY1" fmla="*/ 611529 h 611528"/>
                  <a:gd name="connsiteX2" fmla="*/ 120720 w 2429997"/>
                  <a:gd name="connsiteY2" fmla="*/ 0 h 611528"/>
                  <a:gd name="connsiteX3" fmla="*/ 2429998 w 2429997"/>
                  <a:gd name="connsiteY3" fmla="*/ 0 h 611528"/>
                  <a:gd name="connsiteX4" fmla="*/ 2429998 w 2429997"/>
                  <a:gd name="connsiteY4" fmla="*/ 73060 h 611528"/>
                  <a:gd name="connsiteX5" fmla="*/ 2356937 w 2429997"/>
                  <a:gd name="connsiteY5" fmla="*/ 73060 h 611528"/>
                  <a:gd name="connsiteX6" fmla="*/ 2356937 w 2429997"/>
                  <a:gd name="connsiteY6" fmla="*/ 529588 h 611528"/>
                  <a:gd name="connsiteX7" fmla="*/ 2429998 w 2429997"/>
                  <a:gd name="connsiteY7" fmla="*/ 529588 h 611528"/>
                  <a:gd name="connsiteX8" fmla="*/ 2429998 w 2429997"/>
                  <a:gd name="connsiteY8" fmla="*/ 611529 h 611528"/>
                  <a:gd name="connsiteX9" fmla="*/ 2429998 w 2429997"/>
                  <a:gd name="connsiteY9" fmla="*/ 611529 h 611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9997" h="611528">
                    <a:moveTo>
                      <a:pt x="2429998" y="611529"/>
                    </a:moveTo>
                    <a:cubicBezTo>
                      <a:pt x="2429998" y="611529"/>
                      <a:pt x="278547" y="611529"/>
                      <a:pt x="120720" y="611529"/>
                    </a:cubicBezTo>
                    <a:cubicBezTo>
                      <a:pt x="-31859" y="409704"/>
                      <a:pt x="-48409" y="151772"/>
                      <a:pt x="120720" y="0"/>
                    </a:cubicBezTo>
                    <a:cubicBezTo>
                      <a:pt x="282987" y="0"/>
                      <a:pt x="2429998" y="0"/>
                      <a:pt x="2429998" y="0"/>
                    </a:cubicBezTo>
                    <a:lnTo>
                      <a:pt x="2429998" y="73060"/>
                    </a:lnTo>
                    <a:lnTo>
                      <a:pt x="2356937" y="73060"/>
                    </a:lnTo>
                    <a:lnTo>
                      <a:pt x="2356937" y="529588"/>
                    </a:lnTo>
                    <a:lnTo>
                      <a:pt x="2429998" y="529588"/>
                    </a:lnTo>
                    <a:lnTo>
                      <a:pt x="2429998" y="611529"/>
                    </a:lnTo>
                    <a:lnTo>
                      <a:pt x="2429998" y="611529"/>
                    </a:lnTo>
                    <a:close/>
                  </a:path>
                </a:pathLst>
              </a:custGeom>
              <a:solidFill>
                <a:schemeClr val="accent1">
                  <a:lumMod val="75000"/>
                </a:schemeClr>
              </a:solidFill>
              <a:ln w="4033" cap="flat">
                <a:noFill/>
                <a:prstDash val="solid"/>
                <a:miter/>
              </a:ln>
            </p:spPr>
            <p:txBody>
              <a:bodyPr rtlCol="0" anchor="ctr"/>
              <a:lstStyle/>
              <a:p>
                <a:endParaRPr lang="en-US"/>
              </a:p>
            </p:txBody>
          </p:sp>
          <p:sp>
            <p:nvSpPr>
              <p:cNvPr id="402" name="Freeform: Shape 401">
                <a:extLst>
                  <a:ext uri="{FF2B5EF4-FFF2-40B4-BE49-F238E27FC236}">
                    <a16:creationId xmlns:a16="http://schemas.microsoft.com/office/drawing/2014/main" id="{CB0EA829-401C-4776-AB24-BC770172E260}"/>
                  </a:ext>
                </a:extLst>
              </p:cNvPr>
              <p:cNvSpPr/>
              <p:nvPr/>
            </p:nvSpPr>
            <p:spPr>
              <a:xfrm>
                <a:off x="13421865" y="5588376"/>
                <a:ext cx="2273406" cy="456527"/>
              </a:xfrm>
              <a:custGeom>
                <a:avLst/>
                <a:gdLst>
                  <a:gd name="connsiteX0" fmla="*/ 2273406 w 2273406"/>
                  <a:gd name="connsiteY0" fmla="*/ 456527 h 456527"/>
                  <a:gd name="connsiteX1" fmla="*/ 80380 w 2273406"/>
                  <a:gd name="connsiteY1" fmla="*/ 456527 h 456527"/>
                  <a:gd name="connsiteX2" fmla="*/ 80380 w 2273406"/>
                  <a:gd name="connsiteY2" fmla="*/ 0 h 456527"/>
                  <a:gd name="connsiteX3" fmla="*/ 2273406 w 2273406"/>
                  <a:gd name="connsiteY3" fmla="*/ 0 h 456527"/>
                  <a:gd name="connsiteX4" fmla="*/ 2273406 w 2273406"/>
                  <a:gd name="connsiteY4" fmla="*/ 456527 h 456527"/>
                  <a:gd name="connsiteX5" fmla="*/ 2273406 w 2273406"/>
                  <a:gd name="connsiteY5" fmla="*/ 456527 h 456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73406" h="456527">
                    <a:moveTo>
                      <a:pt x="2273406" y="456527"/>
                    </a:moveTo>
                    <a:cubicBezTo>
                      <a:pt x="2273406" y="456527"/>
                      <a:pt x="228923" y="456527"/>
                      <a:pt x="80380" y="456527"/>
                    </a:cubicBezTo>
                    <a:cubicBezTo>
                      <a:pt x="-25376" y="355211"/>
                      <a:pt x="-28201" y="92436"/>
                      <a:pt x="80380" y="0"/>
                    </a:cubicBezTo>
                    <a:cubicBezTo>
                      <a:pt x="232960" y="0"/>
                      <a:pt x="2273406" y="0"/>
                      <a:pt x="2273406" y="0"/>
                    </a:cubicBezTo>
                    <a:lnTo>
                      <a:pt x="2273406" y="456527"/>
                    </a:lnTo>
                    <a:lnTo>
                      <a:pt x="2273406" y="456527"/>
                    </a:lnTo>
                    <a:close/>
                  </a:path>
                </a:pathLst>
              </a:custGeom>
              <a:solidFill>
                <a:srgbClr val="FFFFFF"/>
              </a:solidFill>
              <a:ln w="4033" cap="flat">
                <a:noFill/>
                <a:prstDash val="solid"/>
                <a:miter/>
              </a:ln>
            </p:spPr>
            <p:txBody>
              <a:bodyPr rtlCol="0" anchor="ctr"/>
              <a:lstStyle/>
              <a:p>
                <a:endParaRPr lang="en-US"/>
              </a:p>
            </p:txBody>
          </p:sp>
          <p:sp>
            <p:nvSpPr>
              <p:cNvPr id="403" name="Freeform: Shape 402">
                <a:extLst>
                  <a:ext uri="{FF2B5EF4-FFF2-40B4-BE49-F238E27FC236}">
                    <a16:creationId xmlns:a16="http://schemas.microsoft.com/office/drawing/2014/main" id="{A738159C-0D88-4875-A034-DE1050C71255}"/>
                  </a:ext>
                </a:extLst>
              </p:cNvPr>
              <p:cNvSpPr/>
              <p:nvPr/>
            </p:nvSpPr>
            <p:spPr>
              <a:xfrm>
                <a:off x="13421919" y="5588376"/>
                <a:ext cx="2273352" cy="456527"/>
              </a:xfrm>
              <a:custGeom>
                <a:avLst/>
                <a:gdLst>
                  <a:gd name="connsiteX0" fmla="*/ 81941 w 2273352"/>
                  <a:gd name="connsiteY0" fmla="*/ 456527 h 456527"/>
                  <a:gd name="connsiteX1" fmla="*/ 80326 w 2273352"/>
                  <a:gd name="connsiteY1" fmla="*/ 456527 h 456527"/>
                  <a:gd name="connsiteX2" fmla="*/ 0 w 2273352"/>
                  <a:gd name="connsiteY2" fmla="*/ 222815 h 456527"/>
                  <a:gd name="connsiteX3" fmla="*/ 80326 w 2273352"/>
                  <a:gd name="connsiteY3" fmla="*/ 0 h 456527"/>
                  <a:gd name="connsiteX4" fmla="*/ 2273352 w 2273352"/>
                  <a:gd name="connsiteY4" fmla="*/ 0 h 456527"/>
                  <a:gd name="connsiteX5" fmla="*/ 2273352 w 2273352"/>
                  <a:gd name="connsiteY5" fmla="*/ 21394 h 456527"/>
                  <a:gd name="connsiteX6" fmla="*/ 2273352 w 2273352"/>
                  <a:gd name="connsiteY6" fmla="*/ 85170 h 456527"/>
                  <a:gd name="connsiteX7" fmla="*/ 136030 w 2273352"/>
                  <a:gd name="connsiteY7" fmla="*/ 85170 h 456527"/>
                  <a:gd name="connsiteX8" fmla="*/ 81941 w 2273352"/>
                  <a:gd name="connsiteY8" fmla="*/ 456527 h 456527"/>
                  <a:gd name="connsiteX9" fmla="*/ 81941 w 2273352"/>
                  <a:gd name="connsiteY9" fmla="*/ 456527 h 456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73352" h="456527">
                    <a:moveTo>
                      <a:pt x="81941" y="456527"/>
                    </a:moveTo>
                    <a:cubicBezTo>
                      <a:pt x="81537" y="456527"/>
                      <a:pt x="80730" y="456527"/>
                      <a:pt x="80326" y="456527"/>
                    </a:cubicBezTo>
                    <a:cubicBezTo>
                      <a:pt x="27044" y="405667"/>
                      <a:pt x="0" y="313636"/>
                      <a:pt x="0" y="222815"/>
                    </a:cubicBezTo>
                    <a:cubicBezTo>
                      <a:pt x="0" y="133608"/>
                      <a:pt x="26641" y="45613"/>
                      <a:pt x="80326" y="0"/>
                    </a:cubicBezTo>
                    <a:cubicBezTo>
                      <a:pt x="232906" y="0"/>
                      <a:pt x="2273352" y="0"/>
                      <a:pt x="2273352" y="0"/>
                    </a:cubicBezTo>
                    <a:lnTo>
                      <a:pt x="2273352" y="21394"/>
                    </a:lnTo>
                    <a:lnTo>
                      <a:pt x="2273352" y="85170"/>
                    </a:lnTo>
                    <a:cubicBezTo>
                      <a:pt x="1945589" y="85170"/>
                      <a:pt x="273674" y="85170"/>
                      <a:pt x="136030" y="85170"/>
                    </a:cubicBezTo>
                    <a:cubicBezTo>
                      <a:pt x="50860" y="157827"/>
                      <a:pt x="34310" y="334625"/>
                      <a:pt x="81941" y="456527"/>
                    </a:cubicBezTo>
                    <a:lnTo>
                      <a:pt x="81941" y="456527"/>
                    </a:lnTo>
                    <a:close/>
                  </a:path>
                </a:pathLst>
              </a:custGeom>
              <a:solidFill>
                <a:srgbClr val="D6D2CB"/>
              </a:solidFill>
              <a:ln w="4033" cap="flat">
                <a:noFill/>
                <a:prstDash val="solid"/>
                <a:miter/>
              </a:ln>
            </p:spPr>
            <p:txBody>
              <a:bodyPr rtlCol="0" anchor="ctr"/>
              <a:lstStyle/>
              <a:p>
                <a:endParaRPr lang="en-US"/>
              </a:p>
            </p:txBody>
          </p:sp>
          <p:sp>
            <p:nvSpPr>
              <p:cNvPr id="404" name="Freeform: Shape 403">
                <a:extLst>
                  <a:ext uri="{FF2B5EF4-FFF2-40B4-BE49-F238E27FC236}">
                    <a16:creationId xmlns:a16="http://schemas.microsoft.com/office/drawing/2014/main" id="{4CB75E00-2432-4040-9EF5-EBCFBD0D4E6B}"/>
                  </a:ext>
                </a:extLst>
              </p:cNvPr>
              <p:cNvSpPr/>
              <p:nvPr/>
            </p:nvSpPr>
            <p:spPr>
              <a:xfrm>
                <a:off x="13865529" y="5791008"/>
                <a:ext cx="1562539" cy="46015"/>
              </a:xfrm>
              <a:custGeom>
                <a:avLst/>
                <a:gdLst>
                  <a:gd name="connsiteX0" fmla="*/ 1543555 w 1562539"/>
                  <a:gd name="connsiteY0" fmla="*/ 46016 h 46015"/>
                  <a:gd name="connsiteX1" fmla="*/ 18971 w 1562539"/>
                  <a:gd name="connsiteY1" fmla="*/ 46016 h 46015"/>
                  <a:gd name="connsiteX2" fmla="*/ 0 w 1562539"/>
                  <a:gd name="connsiteY2" fmla="*/ 27044 h 46015"/>
                  <a:gd name="connsiteX3" fmla="*/ 0 w 1562539"/>
                  <a:gd name="connsiteY3" fmla="*/ 18971 h 46015"/>
                  <a:gd name="connsiteX4" fmla="*/ 18971 w 1562539"/>
                  <a:gd name="connsiteY4" fmla="*/ 0 h 46015"/>
                  <a:gd name="connsiteX5" fmla="*/ 1543555 w 1562539"/>
                  <a:gd name="connsiteY5" fmla="*/ 0 h 46015"/>
                  <a:gd name="connsiteX6" fmla="*/ 1562526 w 1562539"/>
                  <a:gd name="connsiteY6" fmla="*/ 18971 h 46015"/>
                  <a:gd name="connsiteX7" fmla="*/ 1562526 w 1562539"/>
                  <a:gd name="connsiteY7" fmla="*/ 27044 h 46015"/>
                  <a:gd name="connsiteX8" fmla="*/ 1543555 w 1562539"/>
                  <a:gd name="connsiteY8" fmla="*/ 46016 h 4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2539" h="46015">
                    <a:moveTo>
                      <a:pt x="1543555" y="46016"/>
                    </a:moveTo>
                    <a:lnTo>
                      <a:pt x="18971" y="46016"/>
                    </a:lnTo>
                    <a:cubicBezTo>
                      <a:pt x="8477" y="46016"/>
                      <a:pt x="0" y="37539"/>
                      <a:pt x="0" y="27044"/>
                    </a:cubicBezTo>
                    <a:lnTo>
                      <a:pt x="0" y="18971"/>
                    </a:lnTo>
                    <a:cubicBezTo>
                      <a:pt x="0" y="8477"/>
                      <a:pt x="8477" y="0"/>
                      <a:pt x="18971" y="0"/>
                    </a:cubicBezTo>
                    <a:lnTo>
                      <a:pt x="1543555" y="0"/>
                    </a:lnTo>
                    <a:cubicBezTo>
                      <a:pt x="1554049" y="0"/>
                      <a:pt x="1562526" y="8477"/>
                      <a:pt x="1562526" y="18971"/>
                    </a:cubicBezTo>
                    <a:lnTo>
                      <a:pt x="1562526" y="27044"/>
                    </a:lnTo>
                    <a:cubicBezTo>
                      <a:pt x="1562930" y="37539"/>
                      <a:pt x="1554049" y="46016"/>
                      <a:pt x="1543555" y="46016"/>
                    </a:cubicBezTo>
                    <a:close/>
                  </a:path>
                </a:pathLst>
              </a:custGeom>
              <a:solidFill>
                <a:srgbClr val="E3DCD5"/>
              </a:solidFill>
              <a:ln w="4033" cap="flat">
                <a:noFill/>
                <a:prstDash val="solid"/>
                <a:miter/>
              </a:ln>
            </p:spPr>
            <p:txBody>
              <a:bodyPr rtlCol="0" anchor="ctr"/>
              <a:lstStyle/>
              <a:p>
                <a:endParaRPr lang="en-US"/>
              </a:p>
            </p:txBody>
          </p:sp>
          <p:sp>
            <p:nvSpPr>
              <p:cNvPr id="405" name="Freeform: Shape 404">
                <a:extLst>
                  <a:ext uri="{FF2B5EF4-FFF2-40B4-BE49-F238E27FC236}">
                    <a16:creationId xmlns:a16="http://schemas.microsoft.com/office/drawing/2014/main" id="{F9772BA6-7E43-4CEE-ACB5-343261688EF6}"/>
                  </a:ext>
                </a:extLst>
              </p:cNvPr>
              <p:cNvSpPr/>
              <p:nvPr/>
            </p:nvSpPr>
            <p:spPr>
              <a:xfrm>
                <a:off x="13635853" y="5938340"/>
                <a:ext cx="1562539" cy="46015"/>
              </a:xfrm>
              <a:custGeom>
                <a:avLst/>
                <a:gdLst>
                  <a:gd name="connsiteX0" fmla="*/ 1543554 w 1562539"/>
                  <a:gd name="connsiteY0" fmla="*/ 46016 h 46015"/>
                  <a:gd name="connsiteX1" fmla="*/ 18971 w 1562539"/>
                  <a:gd name="connsiteY1" fmla="*/ 46016 h 46015"/>
                  <a:gd name="connsiteX2" fmla="*/ 0 w 1562539"/>
                  <a:gd name="connsiteY2" fmla="*/ 27044 h 46015"/>
                  <a:gd name="connsiteX3" fmla="*/ 0 w 1562539"/>
                  <a:gd name="connsiteY3" fmla="*/ 18971 h 46015"/>
                  <a:gd name="connsiteX4" fmla="*/ 18971 w 1562539"/>
                  <a:gd name="connsiteY4" fmla="*/ 0 h 46015"/>
                  <a:gd name="connsiteX5" fmla="*/ 1543554 w 1562539"/>
                  <a:gd name="connsiteY5" fmla="*/ 0 h 46015"/>
                  <a:gd name="connsiteX6" fmla="*/ 1562526 w 1562539"/>
                  <a:gd name="connsiteY6" fmla="*/ 18971 h 46015"/>
                  <a:gd name="connsiteX7" fmla="*/ 1562526 w 1562539"/>
                  <a:gd name="connsiteY7" fmla="*/ 27044 h 46015"/>
                  <a:gd name="connsiteX8" fmla="*/ 1543554 w 1562539"/>
                  <a:gd name="connsiteY8" fmla="*/ 46016 h 4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2539" h="46015">
                    <a:moveTo>
                      <a:pt x="1543554" y="46016"/>
                    </a:moveTo>
                    <a:lnTo>
                      <a:pt x="18971" y="46016"/>
                    </a:lnTo>
                    <a:cubicBezTo>
                      <a:pt x="8477" y="46016"/>
                      <a:pt x="0" y="37539"/>
                      <a:pt x="0" y="27044"/>
                    </a:cubicBezTo>
                    <a:lnTo>
                      <a:pt x="0" y="18971"/>
                    </a:lnTo>
                    <a:cubicBezTo>
                      <a:pt x="0" y="8477"/>
                      <a:pt x="8477" y="0"/>
                      <a:pt x="18971" y="0"/>
                    </a:cubicBezTo>
                    <a:lnTo>
                      <a:pt x="1543554" y="0"/>
                    </a:lnTo>
                    <a:cubicBezTo>
                      <a:pt x="1554049" y="0"/>
                      <a:pt x="1562526" y="8477"/>
                      <a:pt x="1562526" y="18971"/>
                    </a:cubicBezTo>
                    <a:lnTo>
                      <a:pt x="1562526" y="27044"/>
                    </a:lnTo>
                    <a:cubicBezTo>
                      <a:pt x="1562930" y="37136"/>
                      <a:pt x="1554453" y="46016"/>
                      <a:pt x="1543554" y="46016"/>
                    </a:cubicBezTo>
                    <a:close/>
                  </a:path>
                </a:pathLst>
              </a:custGeom>
              <a:solidFill>
                <a:srgbClr val="E3DCD5"/>
              </a:solidFill>
              <a:ln w="4033" cap="flat">
                <a:noFill/>
                <a:prstDash val="solid"/>
                <a:miter/>
              </a:ln>
            </p:spPr>
            <p:txBody>
              <a:bodyPr rtlCol="0" anchor="ctr"/>
              <a:lstStyle/>
              <a:p>
                <a:endParaRPr lang="en-US"/>
              </a:p>
            </p:txBody>
          </p:sp>
          <p:sp>
            <p:nvSpPr>
              <p:cNvPr id="406" name="Freeform: Shape 405">
                <a:extLst>
                  <a:ext uri="{FF2B5EF4-FFF2-40B4-BE49-F238E27FC236}">
                    <a16:creationId xmlns:a16="http://schemas.microsoft.com/office/drawing/2014/main" id="{88DB06B9-9A2D-4793-8BA0-303CF918D022}"/>
                  </a:ext>
                </a:extLst>
              </p:cNvPr>
              <p:cNvSpPr/>
              <p:nvPr/>
            </p:nvSpPr>
            <p:spPr>
              <a:xfrm>
                <a:off x="14320038" y="3296859"/>
                <a:ext cx="609514" cy="478324"/>
              </a:xfrm>
              <a:custGeom>
                <a:avLst/>
                <a:gdLst>
                  <a:gd name="connsiteX0" fmla="*/ 549770 w 609514"/>
                  <a:gd name="connsiteY0" fmla="*/ 0 h 478324"/>
                  <a:gd name="connsiteX1" fmla="*/ 60144 w 609514"/>
                  <a:gd name="connsiteY1" fmla="*/ 37943 h 478324"/>
                  <a:gd name="connsiteX2" fmla="*/ 0 w 609514"/>
                  <a:gd name="connsiteY2" fmla="*/ 98087 h 478324"/>
                  <a:gd name="connsiteX3" fmla="*/ 37943 w 609514"/>
                  <a:gd name="connsiteY3" fmla="*/ 337854 h 478324"/>
                  <a:gd name="connsiteX4" fmla="*/ 98087 w 609514"/>
                  <a:gd name="connsiteY4" fmla="*/ 397998 h 478324"/>
                  <a:gd name="connsiteX5" fmla="*/ 121095 w 609514"/>
                  <a:gd name="connsiteY5" fmla="*/ 399613 h 478324"/>
                  <a:gd name="connsiteX6" fmla="*/ 121095 w 609514"/>
                  <a:gd name="connsiteY6" fmla="*/ 399613 h 478324"/>
                  <a:gd name="connsiteX7" fmla="*/ 107774 w 609514"/>
                  <a:gd name="connsiteY7" fmla="*/ 478324 h 478324"/>
                  <a:gd name="connsiteX8" fmla="*/ 201017 w 609514"/>
                  <a:gd name="connsiteY8" fmla="*/ 404456 h 478324"/>
                  <a:gd name="connsiteX9" fmla="*/ 511424 w 609514"/>
                  <a:gd name="connsiteY9" fmla="*/ 423428 h 478324"/>
                  <a:gd name="connsiteX10" fmla="*/ 571567 w 609514"/>
                  <a:gd name="connsiteY10" fmla="*/ 363284 h 478324"/>
                  <a:gd name="connsiteX11" fmla="*/ 609510 w 609514"/>
                  <a:gd name="connsiteY11" fmla="*/ 59740 h 478324"/>
                  <a:gd name="connsiteX12" fmla="*/ 549770 w 609514"/>
                  <a:gd name="connsiteY12" fmla="*/ 0 h 478324"/>
                  <a:gd name="connsiteX13" fmla="*/ 549770 w 609514"/>
                  <a:gd name="connsiteY13" fmla="*/ 0 h 47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9514" h="478324">
                    <a:moveTo>
                      <a:pt x="549770" y="0"/>
                    </a:moveTo>
                    <a:lnTo>
                      <a:pt x="60144" y="37943"/>
                    </a:lnTo>
                    <a:cubicBezTo>
                      <a:pt x="27045" y="37943"/>
                      <a:pt x="0" y="64987"/>
                      <a:pt x="0" y="98087"/>
                    </a:cubicBezTo>
                    <a:lnTo>
                      <a:pt x="37943" y="337854"/>
                    </a:lnTo>
                    <a:cubicBezTo>
                      <a:pt x="37943" y="370953"/>
                      <a:pt x="64987" y="397998"/>
                      <a:pt x="98087" y="397998"/>
                    </a:cubicBezTo>
                    <a:lnTo>
                      <a:pt x="121095" y="399613"/>
                    </a:lnTo>
                    <a:lnTo>
                      <a:pt x="121095" y="399613"/>
                    </a:lnTo>
                    <a:cubicBezTo>
                      <a:pt x="121095" y="399613"/>
                      <a:pt x="134819" y="451280"/>
                      <a:pt x="107774" y="478324"/>
                    </a:cubicBezTo>
                    <a:cubicBezTo>
                      <a:pt x="107774" y="478324"/>
                      <a:pt x="188100" y="458949"/>
                      <a:pt x="201017" y="404456"/>
                    </a:cubicBezTo>
                    <a:lnTo>
                      <a:pt x="511424" y="423428"/>
                    </a:lnTo>
                    <a:cubicBezTo>
                      <a:pt x="544523" y="423428"/>
                      <a:pt x="571567" y="396383"/>
                      <a:pt x="571567" y="363284"/>
                    </a:cubicBezTo>
                    <a:lnTo>
                      <a:pt x="609510" y="59740"/>
                    </a:lnTo>
                    <a:cubicBezTo>
                      <a:pt x="609914" y="26641"/>
                      <a:pt x="582869" y="0"/>
                      <a:pt x="549770" y="0"/>
                    </a:cubicBezTo>
                    <a:lnTo>
                      <a:pt x="549770" y="0"/>
                    </a:lnTo>
                    <a:close/>
                  </a:path>
                </a:pathLst>
              </a:custGeom>
              <a:solidFill>
                <a:schemeClr val="accent3"/>
              </a:solidFill>
              <a:ln w="4033" cap="flat">
                <a:noFill/>
                <a:prstDash val="solid"/>
                <a:miter/>
              </a:ln>
            </p:spPr>
            <p:txBody>
              <a:bodyPr rtlCol="0" anchor="ctr"/>
              <a:lstStyle/>
              <a:p>
                <a:endParaRPr lang="en-US"/>
              </a:p>
            </p:txBody>
          </p:sp>
          <p:sp>
            <p:nvSpPr>
              <p:cNvPr id="407" name="Freeform: Shape 406">
                <a:extLst>
                  <a:ext uri="{FF2B5EF4-FFF2-40B4-BE49-F238E27FC236}">
                    <a16:creationId xmlns:a16="http://schemas.microsoft.com/office/drawing/2014/main" id="{14F226B9-7B14-472F-95D4-E207D59B0F22}"/>
                  </a:ext>
                </a:extLst>
              </p:cNvPr>
              <p:cNvSpPr/>
              <p:nvPr/>
            </p:nvSpPr>
            <p:spPr>
              <a:xfrm>
                <a:off x="14475039" y="3488593"/>
                <a:ext cx="65391" cy="65390"/>
              </a:xfrm>
              <a:custGeom>
                <a:avLst/>
                <a:gdLst>
                  <a:gd name="connsiteX0" fmla="*/ 65391 w 65391"/>
                  <a:gd name="connsiteY0" fmla="*/ 32695 h 65390"/>
                  <a:gd name="connsiteX1" fmla="*/ 32696 w 65391"/>
                  <a:gd name="connsiteY1" fmla="*/ 65391 h 65390"/>
                  <a:gd name="connsiteX2" fmla="*/ 0 w 65391"/>
                  <a:gd name="connsiteY2" fmla="*/ 32695 h 65390"/>
                  <a:gd name="connsiteX3" fmla="*/ 32696 w 65391"/>
                  <a:gd name="connsiteY3" fmla="*/ 0 h 65390"/>
                  <a:gd name="connsiteX4" fmla="*/ 65391 w 65391"/>
                  <a:gd name="connsiteY4" fmla="*/ 32695 h 65390"/>
                  <a:gd name="connsiteX5" fmla="*/ 65391 w 65391"/>
                  <a:gd name="connsiteY5" fmla="*/ 32695 h 65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391" h="65390">
                    <a:moveTo>
                      <a:pt x="65391" y="32695"/>
                    </a:moveTo>
                    <a:cubicBezTo>
                      <a:pt x="65391" y="50860"/>
                      <a:pt x="50860" y="65391"/>
                      <a:pt x="32696" y="65391"/>
                    </a:cubicBezTo>
                    <a:cubicBezTo>
                      <a:pt x="14532" y="65391"/>
                      <a:pt x="0" y="50860"/>
                      <a:pt x="0" y="32695"/>
                    </a:cubicBezTo>
                    <a:cubicBezTo>
                      <a:pt x="0" y="14531"/>
                      <a:pt x="14532" y="0"/>
                      <a:pt x="32696" y="0"/>
                    </a:cubicBezTo>
                    <a:cubicBezTo>
                      <a:pt x="50860" y="0"/>
                      <a:pt x="65391" y="14935"/>
                      <a:pt x="65391" y="32695"/>
                    </a:cubicBezTo>
                    <a:lnTo>
                      <a:pt x="65391" y="32695"/>
                    </a:lnTo>
                    <a:close/>
                  </a:path>
                </a:pathLst>
              </a:custGeom>
              <a:solidFill>
                <a:schemeClr val="bg2"/>
              </a:solidFill>
              <a:ln w="4033" cap="flat">
                <a:noFill/>
                <a:prstDash val="solid"/>
                <a:miter/>
              </a:ln>
            </p:spPr>
            <p:txBody>
              <a:bodyPr rtlCol="0" anchor="ctr"/>
              <a:lstStyle/>
              <a:p>
                <a:endParaRPr lang="en-US"/>
              </a:p>
            </p:txBody>
          </p:sp>
          <p:sp>
            <p:nvSpPr>
              <p:cNvPr id="408" name="Freeform: Shape 407">
                <a:extLst>
                  <a:ext uri="{FF2B5EF4-FFF2-40B4-BE49-F238E27FC236}">
                    <a16:creationId xmlns:a16="http://schemas.microsoft.com/office/drawing/2014/main" id="{A254F281-20DA-4F78-8974-DAECCF9ED1E4}"/>
                  </a:ext>
                </a:extLst>
              </p:cNvPr>
              <p:cNvSpPr/>
              <p:nvPr/>
            </p:nvSpPr>
            <p:spPr>
              <a:xfrm>
                <a:off x="14577970" y="3484152"/>
                <a:ext cx="65391" cy="65391"/>
              </a:xfrm>
              <a:custGeom>
                <a:avLst/>
                <a:gdLst>
                  <a:gd name="connsiteX0" fmla="*/ 65391 w 65391"/>
                  <a:gd name="connsiteY0" fmla="*/ 32696 h 65391"/>
                  <a:gd name="connsiteX1" fmla="*/ 32696 w 65391"/>
                  <a:gd name="connsiteY1" fmla="*/ 65391 h 65391"/>
                  <a:gd name="connsiteX2" fmla="*/ 0 w 65391"/>
                  <a:gd name="connsiteY2" fmla="*/ 32696 h 65391"/>
                  <a:gd name="connsiteX3" fmla="*/ 32696 w 65391"/>
                  <a:gd name="connsiteY3" fmla="*/ 0 h 65391"/>
                  <a:gd name="connsiteX4" fmla="*/ 65391 w 65391"/>
                  <a:gd name="connsiteY4" fmla="*/ 32696 h 65391"/>
                  <a:gd name="connsiteX5" fmla="*/ 65391 w 65391"/>
                  <a:gd name="connsiteY5" fmla="*/ 32696 h 65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391" h="65391">
                    <a:moveTo>
                      <a:pt x="65391" y="32696"/>
                    </a:moveTo>
                    <a:cubicBezTo>
                      <a:pt x="65391" y="50860"/>
                      <a:pt x="50860" y="65391"/>
                      <a:pt x="32696" y="65391"/>
                    </a:cubicBezTo>
                    <a:cubicBezTo>
                      <a:pt x="14532" y="65391"/>
                      <a:pt x="0" y="50860"/>
                      <a:pt x="0" y="32696"/>
                    </a:cubicBezTo>
                    <a:cubicBezTo>
                      <a:pt x="0" y="14532"/>
                      <a:pt x="14532" y="0"/>
                      <a:pt x="32696" y="0"/>
                    </a:cubicBezTo>
                    <a:cubicBezTo>
                      <a:pt x="50860" y="0"/>
                      <a:pt x="65391" y="14532"/>
                      <a:pt x="65391" y="32696"/>
                    </a:cubicBezTo>
                    <a:lnTo>
                      <a:pt x="65391" y="32696"/>
                    </a:lnTo>
                    <a:close/>
                  </a:path>
                </a:pathLst>
              </a:custGeom>
              <a:solidFill>
                <a:schemeClr val="bg2"/>
              </a:solidFill>
              <a:ln w="4033" cap="flat">
                <a:noFill/>
                <a:prstDash val="solid"/>
                <a:miter/>
              </a:ln>
            </p:spPr>
            <p:txBody>
              <a:bodyPr rtlCol="0" anchor="ctr"/>
              <a:lstStyle/>
              <a:p>
                <a:endParaRPr lang="en-US"/>
              </a:p>
            </p:txBody>
          </p:sp>
          <p:sp>
            <p:nvSpPr>
              <p:cNvPr id="409" name="Freeform: Shape 408">
                <a:extLst>
                  <a:ext uri="{FF2B5EF4-FFF2-40B4-BE49-F238E27FC236}">
                    <a16:creationId xmlns:a16="http://schemas.microsoft.com/office/drawing/2014/main" id="{2FA8C54A-2869-465C-B7BB-CE83B35CE26D}"/>
                  </a:ext>
                </a:extLst>
              </p:cNvPr>
              <p:cNvSpPr/>
              <p:nvPr/>
            </p:nvSpPr>
            <p:spPr>
              <a:xfrm>
                <a:off x="14681304" y="3479712"/>
                <a:ext cx="65391" cy="65391"/>
              </a:xfrm>
              <a:custGeom>
                <a:avLst/>
                <a:gdLst>
                  <a:gd name="connsiteX0" fmla="*/ 65391 w 65391"/>
                  <a:gd name="connsiteY0" fmla="*/ 32695 h 65391"/>
                  <a:gd name="connsiteX1" fmla="*/ 32695 w 65391"/>
                  <a:gd name="connsiteY1" fmla="*/ 65391 h 65391"/>
                  <a:gd name="connsiteX2" fmla="*/ 0 w 65391"/>
                  <a:gd name="connsiteY2" fmla="*/ 32695 h 65391"/>
                  <a:gd name="connsiteX3" fmla="*/ 32695 w 65391"/>
                  <a:gd name="connsiteY3" fmla="*/ 0 h 65391"/>
                  <a:gd name="connsiteX4" fmla="*/ 65391 w 65391"/>
                  <a:gd name="connsiteY4" fmla="*/ 32695 h 65391"/>
                  <a:gd name="connsiteX5" fmla="*/ 65391 w 65391"/>
                  <a:gd name="connsiteY5" fmla="*/ 32695 h 65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391" h="65391">
                    <a:moveTo>
                      <a:pt x="65391" y="32695"/>
                    </a:moveTo>
                    <a:cubicBezTo>
                      <a:pt x="65391" y="50860"/>
                      <a:pt x="50860" y="65391"/>
                      <a:pt x="32695" y="65391"/>
                    </a:cubicBezTo>
                    <a:cubicBezTo>
                      <a:pt x="14531" y="65391"/>
                      <a:pt x="0" y="50860"/>
                      <a:pt x="0" y="32695"/>
                    </a:cubicBezTo>
                    <a:cubicBezTo>
                      <a:pt x="0" y="14531"/>
                      <a:pt x="14531" y="0"/>
                      <a:pt x="32695" y="0"/>
                    </a:cubicBezTo>
                    <a:cubicBezTo>
                      <a:pt x="50860" y="0"/>
                      <a:pt x="65391" y="14531"/>
                      <a:pt x="65391" y="32695"/>
                    </a:cubicBezTo>
                    <a:lnTo>
                      <a:pt x="65391" y="32695"/>
                    </a:lnTo>
                    <a:close/>
                  </a:path>
                </a:pathLst>
              </a:custGeom>
              <a:solidFill>
                <a:schemeClr val="bg2"/>
              </a:solidFill>
              <a:ln w="4033" cap="flat">
                <a:noFill/>
                <a:prstDash val="solid"/>
                <a:miter/>
              </a:ln>
            </p:spPr>
            <p:txBody>
              <a:bodyPr rtlCol="0" anchor="ctr"/>
              <a:lstStyle/>
              <a:p>
                <a:endParaRPr lang="en-US"/>
              </a:p>
            </p:txBody>
          </p:sp>
        </p:grpSp>
        <p:grpSp>
          <p:nvGrpSpPr>
            <p:cNvPr id="338" name="Graphic 4">
              <a:extLst>
                <a:ext uri="{FF2B5EF4-FFF2-40B4-BE49-F238E27FC236}">
                  <a16:creationId xmlns:a16="http://schemas.microsoft.com/office/drawing/2014/main" id="{F6B110C4-C72B-4E09-B048-266EF8A464E7}"/>
                </a:ext>
              </a:extLst>
            </p:cNvPr>
            <p:cNvGrpSpPr/>
            <p:nvPr/>
          </p:nvGrpSpPr>
          <p:grpSpPr>
            <a:xfrm>
              <a:off x="18994514" y="3149533"/>
              <a:ext cx="2929468" cy="3237260"/>
              <a:chOff x="18994514" y="3149533"/>
              <a:chExt cx="2929468" cy="3237260"/>
            </a:xfrm>
          </p:grpSpPr>
          <p:sp>
            <p:nvSpPr>
              <p:cNvPr id="339" name="Freeform: Shape 338">
                <a:extLst>
                  <a:ext uri="{FF2B5EF4-FFF2-40B4-BE49-F238E27FC236}">
                    <a16:creationId xmlns:a16="http://schemas.microsoft.com/office/drawing/2014/main" id="{9E1231D8-5777-457D-94DD-E6D7D4648C44}"/>
                  </a:ext>
                </a:extLst>
              </p:cNvPr>
              <p:cNvSpPr/>
              <p:nvPr/>
            </p:nvSpPr>
            <p:spPr>
              <a:xfrm>
                <a:off x="20214441" y="3960055"/>
                <a:ext cx="707236" cy="711569"/>
              </a:xfrm>
              <a:custGeom>
                <a:avLst/>
                <a:gdLst>
                  <a:gd name="connsiteX0" fmla="*/ 672969 w 707236"/>
                  <a:gd name="connsiteY0" fmla="*/ 435134 h 711569"/>
                  <a:gd name="connsiteX1" fmla="*/ 505052 w 707236"/>
                  <a:gd name="connsiteY1" fmla="*/ 20182 h 711569"/>
                  <a:gd name="connsiteX2" fmla="*/ 369021 w 707236"/>
                  <a:gd name="connsiteY2" fmla="*/ 6862 h 711569"/>
                  <a:gd name="connsiteX3" fmla="*/ 369021 w 707236"/>
                  <a:gd name="connsiteY3" fmla="*/ 0 h 711569"/>
                  <a:gd name="connsiteX4" fmla="*/ 356509 w 707236"/>
                  <a:gd name="connsiteY4" fmla="*/ 3229 h 711569"/>
                  <a:gd name="connsiteX5" fmla="*/ 343995 w 707236"/>
                  <a:gd name="connsiteY5" fmla="*/ 0 h 711569"/>
                  <a:gd name="connsiteX6" fmla="*/ 343995 w 707236"/>
                  <a:gd name="connsiteY6" fmla="*/ 6862 h 711569"/>
                  <a:gd name="connsiteX7" fmla="*/ 124411 w 707236"/>
                  <a:gd name="connsiteY7" fmla="*/ 63777 h 711569"/>
                  <a:gd name="connsiteX8" fmla="*/ 33185 w 707236"/>
                  <a:gd name="connsiteY8" fmla="*/ 441996 h 711569"/>
                  <a:gd name="connsiteX9" fmla="*/ 356105 w 707236"/>
                  <a:gd name="connsiteY9" fmla="*/ 709212 h 711569"/>
                  <a:gd name="connsiteX10" fmla="*/ 672969 w 707236"/>
                  <a:gd name="connsiteY10" fmla="*/ 435134 h 711569"/>
                  <a:gd name="connsiteX11" fmla="*/ 672969 w 707236"/>
                  <a:gd name="connsiteY11" fmla="*/ 435134 h 711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7236" h="711569">
                    <a:moveTo>
                      <a:pt x="672969" y="435134"/>
                    </a:moveTo>
                    <a:cubicBezTo>
                      <a:pt x="589010" y="304352"/>
                      <a:pt x="505052" y="20182"/>
                      <a:pt x="505052" y="20182"/>
                    </a:cubicBezTo>
                    <a:lnTo>
                      <a:pt x="369021" y="6862"/>
                    </a:lnTo>
                    <a:lnTo>
                      <a:pt x="369021" y="0"/>
                    </a:lnTo>
                    <a:lnTo>
                      <a:pt x="356509" y="3229"/>
                    </a:lnTo>
                    <a:lnTo>
                      <a:pt x="343995" y="0"/>
                    </a:lnTo>
                    <a:lnTo>
                      <a:pt x="343995" y="6862"/>
                    </a:lnTo>
                    <a:lnTo>
                      <a:pt x="124411" y="63777"/>
                    </a:lnTo>
                    <a:cubicBezTo>
                      <a:pt x="124411" y="63777"/>
                      <a:pt x="117145" y="310810"/>
                      <a:pt x="33185" y="441996"/>
                    </a:cubicBezTo>
                    <a:cubicBezTo>
                      <a:pt x="-49563" y="571568"/>
                      <a:pt x="9774" y="733027"/>
                      <a:pt x="356105" y="709212"/>
                    </a:cubicBezTo>
                    <a:cubicBezTo>
                      <a:pt x="702840" y="732623"/>
                      <a:pt x="755717" y="564302"/>
                      <a:pt x="672969" y="435134"/>
                    </a:cubicBezTo>
                    <a:lnTo>
                      <a:pt x="672969" y="435134"/>
                    </a:lnTo>
                    <a:close/>
                  </a:path>
                </a:pathLst>
              </a:custGeom>
              <a:solidFill>
                <a:srgbClr val="3D3C3B"/>
              </a:solidFill>
              <a:ln w="4033"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A59C9A8B-5E17-4461-AE7E-4E554CEB7B61}"/>
                  </a:ext>
                </a:extLst>
              </p:cNvPr>
              <p:cNvSpPr/>
              <p:nvPr/>
            </p:nvSpPr>
            <p:spPr>
              <a:xfrm>
                <a:off x="20338044" y="3853895"/>
                <a:ext cx="391540" cy="393154"/>
              </a:xfrm>
              <a:custGeom>
                <a:avLst/>
                <a:gdLst>
                  <a:gd name="connsiteX0" fmla="*/ 391540 w 391540"/>
                  <a:gd name="connsiteY0" fmla="*/ 189312 h 393154"/>
                  <a:gd name="connsiteX1" fmla="*/ 195770 w 391540"/>
                  <a:gd name="connsiteY1" fmla="*/ 393154 h 393154"/>
                  <a:gd name="connsiteX2" fmla="*/ 0 w 391540"/>
                  <a:gd name="connsiteY2" fmla="*/ 189312 h 393154"/>
                  <a:gd name="connsiteX3" fmla="*/ 195770 w 391540"/>
                  <a:gd name="connsiteY3" fmla="*/ 0 h 393154"/>
                  <a:gd name="connsiteX4" fmla="*/ 391540 w 391540"/>
                  <a:gd name="connsiteY4" fmla="*/ 189312 h 393154"/>
                  <a:gd name="connsiteX5" fmla="*/ 391540 w 391540"/>
                  <a:gd name="connsiteY5" fmla="*/ 189312 h 393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1540" h="393154">
                    <a:moveTo>
                      <a:pt x="391540" y="189312"/>
                    </a:moveTo>
                    <a:cubicBezTo>
                      <a:pt x="391540" y="301929"/>
                      <a:pt x="303948" y="393154"/>
                      <a:pt x="195770" y="393154"/>
                    </a:cubicBezTo>
                    <a:cubicBezTo>
                      <a:pt x="87592" y="393154"/>
                      <a:pt x="0" y="301929"/>
                      <a:pt x="0" y="189312"/>
                    </a:cubicBezTo>
                    <a:cubicBezTo>
                      <a:pt x="0" y="76693"/>
                      <a:pt x="87592" y="0"/>
                      <a:pt x="195770" y="0"/>
                    </a:cubicBezTo>
                    <a:cubicBezTo>
                      <a:pt x="303948" y="0"/>
                      <a:pt x="391540" y="76693"/>
                      <a:pt x="391540" y="189312"/>
                    </a:cubicBezTo>
                    <a:lnTo>
                      <a:pt x="391540" y="189312"/>
                    </a:lnTo>
                    <a:close/>
                  </a:path>
                </a:pathLst>
              </a:custGeom>
              <a:solidFill>
                <a:srgbClr val="3D3C3B"/>
              </a:solidFill>
              <a:ln w="4033"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39DE4983-601B-42EA-9A11-0095610A127C}"/>
                  </a:ext>
                </a:extLst>
              </p:cNvPr>
              <p:cNvSpPr/>
              <p:nvPr/>
            </p:nvSpPr>
            <p:spPr>
              <a:xfrm>
                <a:off x="20371941" y="3920054"/>
                <a:ext cx="314863" cy="564696"/>
              </a:xfrm>
              <a:custGeom>
                <a:avLst/>
                <a:gdLst>
                  <a:gd name="connsiteX0" fmla="*/ 155414 w 314863"/>
                  <a:gd name="connsiteY0" fmla="*/ 40 h 564696"/>
                  <a:gd name="connsiteX1" fmla="*/ 816 w 314863"/>
                  <a:gd name="connsiteY1" fmla="*/ 146564 h 564696"/>
                  <a:gd name="connsiteX2" fmla="*/ 17770 w 314863"/>
                  <a:gd name="connsiteY2" fmla="*/ 292685 h 564696"/>
                  <a:gd name="connsiteX3" fmla="*/ 92445 w 314863"/>
                  <a:gd name="connsiteY3" fmla="*/ 377452 h 564696"/>
                  <a:gd name="connsiteX4" fmla="*/ 82354 w 314863"/>
                  <a:gd name="connsiteY4" fmla="*/ 511059 h 564696"/>
                  <a:gd name="connsiteX5" fmla="*/ 83161 w 314863"/>
                  <a:gd name="connsiteY5" fmla="*/ 563937 h 564696"/>
                  <a:gd name="connsiteX6" fmla="*/ 238969 w 314863"/>
                  <a:gd name="connsiteY6" fmla="*/ 561516 h 564696"/>
                  <a:gd name="connsiteX7" fmla="*/ 236951 w 314863"/>
                  <a:gd name="connsiteY7" fmla="*/ 537700 h 564696"/>
                  <a:gd name="connsiteX8" fmla="*/ 222016 w 314863"/>
                  <a:gd name="connsiteY8" fmla="*/ 506619 h 564696"/>
                  <a:gd name="connsiteX9" fmla="*/ 221612 w 314863"/>
                  <a:gd name="connsiteY9" fmla="*/ 456970 h 564696"/>
                  <a:gd name="connsiteX10" fmla="*/ 217980 w 314863"/>
                  <a:gd name="connsiteY10" fmla="*/ 380277 h 564696"/>
                  <a:gd name="connsiteX11" fmla="*/ 225649 w 314863"/>
                  <a:gd name="connsiteY11" fmla="*/ 373415 h 564696"/>
                  <a:gd name="connsiteX12" fmla="*/ 296287 w 314863"/>
                  <a:gd name="connsiteY12" fmla="*/ 293089 h 564696"/>
                  <a:gd name="connsiteX13" fmla="*/ 314856 w 314863"/>
                  <a:gd name="connsiteY13" fmla="*/ 146564 h 564696"/>
                  <a:gd name="connsiteX14" fmla="*/ 155414 w 314863"/>
                  <a:gd name="connsiteY14" fmla="*/ 40 h 56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4863" h="564696">
                    <a:moveTo>
                      <a:pt x="155414" y="40"/>
                    </a:moveTo>
                    <a:cubicBezTo>
                      <a:pt x="-13715" y="-2786"/>
                      <a:pt x="816" y="146564"/>
                      <a:pt x="816" y="146564"/>
                    </a:cubicBezTo>
                    <a:cubicBezTo>
                      <a:pt x="816" y="146564"/>
                      <a:pt x="-5642" y="225679"/>
                      <a:pt x="17770" y="292685"/>
                    </a:cubicBezTo>
                    <a:cubicBezTo>
                      <a:pt x="29476" y="326591"/>
                      <a:pt x="44814" y="344756"/>
                      <a:pt x="92445" y="377452"/>
                    </a:cubicBezTo>
                    <a:cubicBezTo>
                      <a:pt x="91638" y="388350"/>
                      <a:pt x="85583" y="457374"/>
                      <a:pt x="82354" y="511059"/>
                    </a:cubicBezTo>
                    <a:cubicBezTo>
                      <a:pt x="80336" y="540930"/>
                      <a:pt x="83161" y="563937"/>
                      <a:pt x="83161" y="563937"/>
                    </a:cubicBezTo>
                    <a:cubicBezTo>
                      <a:pt x="83161" y="563937"/>
                      <a:pt x="142094" y="566763"/>
                      <a:pt x="238969" y="561516"/>
                    </a:cubicBezTo>
                    <a:lnTo>
                      <a:pt x="236951" y="537700"/>
                    </a:lnTo>
                    <a:lnTo>
                      <a:pt x="222016" y="506619"/>
                    </a:lnTo>
                    <a:lnTo>
                      <a:pt x="221612" y="456970"/>
                    </a:lnTo>
                    <a:lnTo>
                      <a:pt x="217980" y="380277"/>
                    </a:lnTo>
                    <a:lnTo>
                      <a:pt x="225649" y="373415"/>
                    </a:lnTo>
                    <a:cubicBezTo>
                      <a:pt x="259959" y="347985"/>
                      <a:pt x="284178" y="320537"/>
                      <a:pt x="296287" y="293089"/>
                    </a:cubicBezTo>
                    <a:cubicBezTo>
                      <a:pt x="311626" y="258779"/>
                      <a:pt x="314856" y="205497"/>
                      <a:pt x="314856" y="146564"/>
                    </a:cubicBezTo>
                    <a:cubicBezTo>
                      <a:pt x="314452" y="146564"/>
                      <a:pt x="324543" y="2865"/>
                      <a:pt x="155414" y="40"/>
                    </a:cubicBezTo>
                    <a:close/>
                  </a:path>
                </a:pathLst>
              </a:custGeom>
              <a:solidFill>
                <a:srgbClr val="F8BD8C"/>
              </a:solidFill>
              <a:ln w="4033"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C306969E-FDB2-4B22-9EC8-EA3AE3C576E8}"/>
                  </a:ext>
                </a:extLst>
              </p:cNvPr>
              <p:cNvSpPr/>
              <p:nvPr/>
            </p:nvSpPr>
            <p:spPr>
              <a:xfrm>
                <a:off x="20392133" y="3874424"/>
                <a:ext cx="315641" cy="171607"/>
              </a:xfrm>
              <a:custGeom>
                <a:avLst/>
                <a:gdLst>
                  <a:gd name="connsiteX0" fmla="*/ 0 w 315641"/>
                  <a:gd name="connsiteY0" fmla="*/ 46476 h 171607"/>
                  <a:gd name="connsiteX1" fmla="*/ 313232 w 315641"/>
                  <a:gd name="connsiteY1" fmla="*/ 171608 h 171607"/>
                  <a:gd name="connsiteX2" fmla="*/ 210302 w 315641"/>
                  <a:gd name="connsiteY2" fmla="*/ 13781 h 171607"/>
                  <a:gd name="connsiteX3" fmla="*/ 0 w 315641"/>
                  <a:gd name="connsiteY3" fmla="*/ 46476 h 171607"/>
                  <a:gd name="connsiteX4" fmla="*/ 0 w 315641"/>
                  <a:gd name="connsiteY4" fmla="*/ 46476 h 171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641" h="171607">
                    <a:moveTo>
                      <a:pt x="0" y="46476"/>
                    </a:moveTo>
                    <a:cubicBezTo>
                      <a:pt x="0" y="46476"/>
                      <a:pt x="58933" y="165553"/>
                      <a:pt x="313232" y="171608"/>
                    </a:cubicBezTo>
                    <a:cubicBezTo>
                      <a:pt x="313232" y="171608"/>
                      <a:pt x="340680" y="58586"/>
                      <a:pt x="210302" y="13781"/>
                    </a:cubicBezTo>
                    <a:cubicBezTo>
                      <a:pt x="79923" y="-30620"/>
                      <a:pt x="0" y="46476"/>
                      <a:pt x="0" y="46476"/>
                    </a:cubicBezTo>
                    <a:lnTo>
                      <a:pt x="0" y="46476"/>
                    </a:lnTo>
                    <a:close/>
                  </a:path>
                </a:pathLst>
              </a:custGeom>
              <a:solidFill>
                <a:srgbClr val="3D3C3B"/>
              </a:solidFill>
              <a:ln w="4033"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3E956342-64BF-4E21-9D76-623C75F5C5F4}"/>
                  </a:ext>
                </a:extLst>
              </p:cNvPr>
              <p:cNvSpPr/>
              <p:nvPr/>
            </p:nvSpPr>
            <p:spPr>
              <a:xfrm>
                <a:off x="20356208" y="3913231"/>
                <a:ext cx="88802" cy="152579"/>
              </a:xfrm>
              <a:custGeom>
                <a:avLst/>
                <a:gdLst>
                  <a:gd name="connsiteX0" fmla="*/ 0 w 88802"/>
                  <a:gd name="connsiteY0" fmla="*/ 152580 h 152579"/>
                  <a:gd name="connsiteX1" fmla="*/ 88803 w 88802"/>
                  <a:gd name="connsiteY1" fmla="*/ 0 h 152579"/>
                  <a:gd name="connsiteX2" fmla="*/ 0 w 88802"/>
                  <a:gd name="connsiteY2" fmla="*/ 152580 h 152579"/>
                  <a:gd name="connsiteX3" fmla="*/ 0 w 88802"/>
                  <a:gd name="connsiteY3" fmla="*/ 152580 h 152579"/>
                </a:gdLst>
                <a:ahLst/>
                <a:cxnLst>
                  <a:cxn ang="0">
                    <a:pos x="connsiteX0" y="connsiteY0"/>
                  </a:cxn>
                  <a:cxn ang="0">
                    <a:pos x="connsiteX1" y="connsiteY1"/>
                  </a:cxn>
                  <a:cxn ang="0">
                    <a:pos x="connsiteX2" y="connsiteY2"/>
                  </a:cxn>
                  <a:cxn ang="0">
                    <a:pos x="connsiteX3" y="connsiteY3"/>
                  </a:cxn>
                </a:cxnLst>
                <a:rect l="l" t="t" r="r" b="b"/>
                <a:pathLst>
                  <a:path w="88802" h="152579">
                    <a:moveTo>
                      <a:pt x="0" y="152580"/>
                    </a:moveTo>
                    <a:cubicBezTo>
                      <a:pt x="0" y="152580"/>
                      <a:pt x="78308" y="129571"/>
                      <a:pt x="88803" y="0"/>
                    </a:cubicBezTo>
                    <a:cubicBezTo>
                      <a:pt x="88399" y="0"/>
                      <a:pt x="8881" y="12109"/>
                      <a:pt x="0" y="152580"/>
                    </a:cubicBezTo>
                    <a:lnTo>
                      <a:pt x="0" y="152580"/>
                    </a:lnTo>
                    <a:close/>
                  </a:path>
                </a:pathLst>
              </a:custGeom>
              <a:solidFill>
                <a:srgbClr val="3D3C3B"/>
              </a:solidFill>
              <a:ln w="4033"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FDA2CA8B-6DED-446A-BF0F-2781D3328FA8}"/>
                  </a:ext>
                </a:extLst>
              </p:cNvPr>
              <p:cNvSpPr/>
              <p:nvPr/>
            </p:nvSpPr>
            <p:spPr>
              <a:xfrm>
                <a:off x="20401417" y="4067600"/>
                <a:ext cx="80021" cy="38172"/>
              </a:xfrm>
              <a:custGeom>
                <a:avLst/>
                <a:gdLst>
                  <a:gd name="connsiteX0" fmla="*/ 79115 w 80021"/>
                  <a:gd name="connsiteY0" fmla="*/ 18797 h 38172"/>
                  <a:gd name="connsiteX1" fmla="*/ 57722 w 80021"/>
                  <a:gd name="connsiteY1" fmla="*/ 16778 h 38172"/>
                  <a:gd name="connsiteX2" fmla="*/ 23815 w 80021"/>
                  <a:gd name="connsiteY2" fmla="*/ 20008 h 38172"/>
                  <a:gd name="connsiteX3" fmla="*/ 11705 w 80021"/>
                  <a:gd name="connsiteY3" fmla="*/ 28484 h 38172"/>
                  <a:gd name="connsiteX4" fmla="*/ 0 w 80021"/>
                  <a:gd name="connsiteY4" fmla="*/ 38172 h 38172"/>
                  <a:gd name="connsiteX5" fmla="*/ 1614 w 80021"/>
                  <a:gd name="connsiteY5" fmla="*/ 34136 h 38172"/>
                  <a:gd name="connsiteX6" fmla="*/ 14935 w 80021"/>
                  <a:gd name="connsiteY6" fmla="*/ 13549 h 38172"/>
                  <a:gd name="connsiteX7" fmla="*/ 48034 w 80021"/>
                  <a:gd name="connsiteY7" fmla="*/ 229 h 38172"/>
                  <a:gd name="connsiteX8" fmla="*/ 79115 w 80021"/>
                  <a:gd name="connsiteY8" fmla="*/ 18797 h 38172"/>
                  <a:gd name="connsiteX9" fmla="*/ 79115 w 80021"/>
                  <a:gd name="connsiteY9" fmla="*/ 18797 h 3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021" h="38172">
                    <a:moveTo>
                      <a:pt x="79115" y="18797"/>
                    </a:moveTo>
                    <a:cubicBezTo>
                      <a:pt x="79115" y="19200"/>
                      <a:pt x="59740" y="16778"/>
                      <a:pt x="57722" y="16778"/>
                    </a:cubicBezTo>
                    <a:cubicBezTo>
                      <a:pt x="46420" y="15971"/>
                      <a:pt x="34310" y="15164"/>
                      <a:pt x="23815" y="20008"/>
                    </a:cubicBezTo>
                    <a:cubicBezTo>
                      <a:pt x="19375" y="22026"/>
                      <a:pt x="15338" y="25255"/>
                      <a:pt x="11705" y="28484"/>
                    </a:cubicBezTo>
                    <a:cubicBezTo>
                      <a:pt x="8477" y="31713"/>
                      <a:pt x="4440" y="36557"/>
                      <a:pt x="0" y="38172"/>
                    </a:cubicBezTo>
                    <a:cubicBezTo>
                      <a:pt x="0" y="36557"/>
                      <a:pt x="1211" y="35346"/>
                      <a:pt x="1614" y="34136"/>
                    </a:cubicBezTo>
                    <a:cubicBezTo>
                      <a:pt x="5651" y="26870"/>
                      <a:pt x="9687" y="19604"/>
                      <a:pt x="14935" y="13549"/>
                    </a:cubicBezTo>
                    <a:cubicBezTo>
                      <a:pt x="22604" y="5072"/>
                      <a:pt x="36732" y="1440"/>
                      <a:pt x="48034" y="229"/>
                    </a:cubicBezTo>
                    <a:cubicBezTo>
                      <a:pt x="59336" y="-982"/>
                      <a:pt x="85169" y="2247"/>
                      <a:pt x="79115" y="18797"/>
                    </a:cubicBezTo>
                    <a:lnTo>
                      <a:pt x="79115" y="18797"/>
                    </a:lnTo>
                    <a:close/>
                  </a:path>
                </a:pathLst>
              </a:custGeom>
              <a:solidFill>
                <a:srgbClr val="3D3C3B"/>
              </a:solidFill>
              <a:ln w="4033"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0E8A019E-E7FA-4876-81C0-057401F77B12}"/>
                  </a:ext>
                </a:extLst>
              </p:cNvPr>
              <p:cNvSpPr/>
              <p:nvPr/>
            </p:nvSpPr>
            <p:spPr>
              <a:xfrm>
                <a:off x="20578141" y="4065811"/>
                <a:ext cx="81207" cy="35117"/>
              </a:xfrm>
              <a:custGeom>
                <a:avLst/>
                <a:gdLst>
                  <a:gd name="connsiteX0" fmla="*/ 1285 w 81207"/>
                  <a:gd name="connsiteY0" fmla="*/ 21393 h 35117"/>
                  <a:gd name="connsiteX1" fmla="*/ 22275 w 81207"/>
                  <a:gd name="connsiteY1" fmla="*/ 17761 h 35117"/>
                  <a:gd name="connsiteX2" fmla="*/ 56586 w 81207"/>
                  <a:gd name="connsiteY2" fmla="*/ 18568 h 35117"/>
                  <a:gd name="connsiteX3" fmla="*/ 69098 w 81207"/>
                  <a:gd name="connsiteY3" fmla="*/ 26237 h 35117"/>
                  <a:gd name="connsiteX4" fmla="*/ 81208 w 81207"/>
                  <a:gd name="connsiteY4" fmla="*/ 35117 h 35117"/>
                  <a:gd name="connsiteX5" fmla="*/ 79189 w 81207"/>
                  <a:gd name="connsiteY5" fmla="*/ 31081 h 35117"/>
                  <a:gd name="connsiteX6" fmla="*/ 64255 w 81207"/>
                  <a:gd name="connsiteY6" fmla="*/ 11302 h 35117"/>
                  <a:gd name="connsiteX7" fmla="*/ 30348 w 81207"/>
                  <a:gd name="connsiteY7" fmla="*/ 0 h 35117"/>
                  <a:gd name="connsiteX8" fmla="*/ 1285 w 81207"/>
                  <a:gd name="connsiteY8" fmla="*/ 21393 h 35117"/>
                  <a:gd name="connsiteX9" fmla="*/ 1285 w 81207"/>
                  <a:gd name="connsiteY9" fmla="*/ 21393 h 35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207" h="35117">
                    <a:moveTo>
                      <a:pt x="1285" y="21393"/>
                    </a:moveTo>
                    <a:cubicBezTo>
                      <a:pt x="1689" y="21797"/>
                      <a:pt x="20660" y="18164"/>
                      <a:pt x="22275" y="17761"/>
                    </a:cubicBezTo>
                    <a:cubicBezTo>
                      <a:pt x="33577" y="16146"/>
                      <a:pt x="45283" y="14935"/>
                      <a:pt x="56586" y="18568"/>
                    </a:cubicBezTo>
                    <a:cubicBezTo>
                      <a:pt x="61429" y="20182"/>
                      <a:pt x="65466" y="23411"/>
                      <a:pt x="69098" y="26237"/>
                    </a:cubicBezTo>
                    <a:cubicBezTo>
                      <a:pt x="72732" y="29063"/>
                      <a:pt x="76768" y="33503"/>
                      <a:pt x="81208" y="35117"/>
                    </a:cubicBezTo>
                    <a:cubicBezTo>
                      <a:pt x="80805" y="33503"/>
                      <a:pt x="79996" y="32292"/>
                      <a:pt x="79189" y="31081"/>
                    </a:cubicBezTo>
                    <a:cubicBezTo>
                      <a:pt x="74750" y="24219"/>
                      <a:pt x="70309" y="16953"/>
                      <a:pt x="64255" y="11302"/>
                    </a:cubicBezTo>
                    <a:cubicBezTo>
                      <a:pt x="56182" y="3633"/>
                      <a:pt x="41650" y="404"/>
                      <a:pt x="30348" y="0"/>
                    </a:cubicBezTo>
                    <a:cubicBezTo>
                      <a:pt x="19449" y="404"/>
                      <a:pt x="-5980" y="5247"/>
                      <a:pt x="1285" y="21393"/>
                    </a:cubicBezTo>
                    <a:lnTo>
                      <a:pt x="1285" y="21393"/>
                    </a:lnTo>
                    <a:close/>
                  </a:path>
                </a:pathLst>
              </a:custGeom>
              <a:solidFill>
                <a:srgbClr val="3D3C3B"/>
              </a:solidFill>
              <a:ln w="4033"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F96031D2-12B2-4B8D-9564-05281903DAE4}"/>
                  </a:ext>
                </a:extLst>
              </p:cNvPr>
              <p:cNvSpPr/>
              <p:nvPr/>
            </p:nvSpPr>
            <p:spPr>
              <a:xfrm>
                <a:off x="20348539" y="4125955"/>
                <a:ext cx="51667" cy="51667"/>
              </a:xfrm>
              <a:custGeom>
                <a:avLst/>
                <a:gdLst>
                  <a:gd name="connsiteX0" fmla="*/ 51667 w 51667"/>
                  <a:gd name="connsiteY0" fmla="*/ 25833 h 51667"/>
                  <a:gd name="connsiteX1" fmla="*/ 25833 w 51667"/>
                  <a:gd name="connsiteY1" fmla="*/ 51667 h 51667"/>
                  <a:gd name="connsiteX2" fmla="*/ 0 w 51667"/>
                  <a:gd name="connsiteY2" fmla="*/ 25833 h 51667"/>
                  <a:gd name="connsiteX3" fmla="*/ 25833 w 51667"/>
                  <a:gd name="connsiteY3" fmla="*/ 0 h 51667"/>
                  <a:gd name="connsiteX4" fmla="*/ 51667 w 51667"/>
                  <a:gd name="connsiteY4" fmla="*/ 25833 h 51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667" h="51667">
                    <a:moveTo>
                      <a:pt x="51667" y="25833"/>
                    </a:moveTo>
                    <a:cubicBezTo>
                      <a:pt x="51667" y="40101"/>
                      <a:pt x="40101" y="51667"/>
                      <a:pt x="25833" y="51667"/>
                    </a:cubicBezTo>
                    <a:cubicBezTo>
                      <a:pt x="11566" y="51667"/>
                      <a:pt x="0" y="40101"/>
                      <a:pt x="0" y="25833"/>
                    </a:cubicBezTo>
                    <a:cubicBezTo>
                      <a:pt x="0" y="11566"/>
                      <a:pt x="11566" y="0"/>
                      <a:pt x="25833" y="0"/>
                    </a:cubicBezTo>
                    <a:cubicBezTo>
                      <a:pt x="40101" y="0"/>
                      <a:pt x="51667" y="11566"/>
                      <a:pt x="51667" y="25833"/>
                    </a:cubicBezTo>
                    <a:close/>
                  </a:path>
                </a:pathLst>
              </a:custGeom>
              <a:solidFill>
                <a:srgbClr val="F8BD8C"/>
              </a:solidFill>
              <a:ln w="4033"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74A44FA9-4C09-4056-A2CB-E1B539E524B6}"/>
                  </a:ext>
                </a:extLst>
              </p:cNvPr>
              <p:cNvSpPr/>
              <p:nvPr/>
            </p:nvSpPr>
            <p:spPr>
              <a:xfrm>
                <a:off x="20659349" y="4125955"/>
                <a:ext cx="51667" cy="51667"/>
              </a:xfrm>
              <a:custGeom>
                <a:avLst/>
                <a:gdLst>
                  <a:gd name="connsiteX0" fmla="*/ 51667 w 51667"/>
                  <a:gd name="connsiteY0" fmla="*/ 25833 h 51667"/>
                  <a:gd name="connsiteX1" fmla="*/ 25834 w 51667"/>
                  <a:gd name="connsiteY1" fmla="*/ 51667 h 51667"/>
                  <a:gd name="connsiteX2" fmla="*/ 1 w 51667"/>
                  <a:gd name="connsiteY2" fmla="*/ 25833 h 51667"/>
                  <a:gd name="connsiteX3" fmla="*/ 25834 w 51667"/>
                  <a:gd name="connsiteY3" fmla="*/ 0 h 51667"/>
                  <a:gd name="connsiteX4" fmla="*/ 51667 w 51667"/>
                  <a:gd name="connsiteY4" fmla="*/ 25833 h 51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667" h="51667">
                    <a:moveTo>
                      <a:pt x="51667" y="25833"/>
                    </a:moveTo>
                    <a:cubicBezTo>
                      <a:pt x="51667" y="40101"/>
                      <a:pt x="40101" y="51667"/>
                      <a:pt x="25834" y="51667"/>
                    </a:cubicBezTo>
                    <a:cubicBezTo>
                      <a:pt x="11566" y="51667"/>
                      <a:pt x="1" y="40101"/>
                      <a:pt x="1" y="25833"/>
                    </a:cubicBezTo>
                    <a:cubicBezTo>
                      <a:pt x="1" y="11566"/>
                      <a:pt x="11567" y="0"/>
                      <a:pt x="25834" y="0"/>
                    </a:cubicBezTo>
                    <a:cubicBezTo>
                      <a:pt x="40102" y="0"/>
                      <a:pt x="51667" y="11566"/>
                      <a:pt x="51667" y="25833"/>
                    </a:cubicBezTo>
                    <a:close/>
                  </a:path>
                </a:pathLst>
              </a:custGeom>
              <a:solidFill>
                <a:srgbClr val="F8BD8C"/>
              </a:solidFill>
              <a:ln w="4033"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04AEAB16-B6AE-4D10-93BB-EF8C93E6DA25}"/>
                  </a:ext>
                </a:extLst>
              </p:cNvPr>
              <p:cNvSpPr/>
              <p:nvPr/>
            </p:nvSpPr>
            <p:spPr>
              <a:xfrm>
                <a:off x="20414145" y="4116885"/>
                <a:ext cx="61704" cy="18353"/>
              </a:xfrm>
              <a:custGeom>
                <a:avLst/>
                <a:gdLst>
                  <a:gd name="connsiteX0" fmla="*/ 31270 w 61704"/>
                  <a:gd name="connsiteY0" fmla="*/ 18353 h 18353"/>
                  <a:gd name="connsiteX1" fmla="*/ 1804 w 61704"/>
                  <a:gd name="connsiteY1" fmla="*/ 8665 h 18353"/>
                  <a:gd name="connsiteX2" fmla="*/ 996 w 61704"/>
                  <a:gd name="connsiteY2" fmla="*/ 1803 h 18353"/>
                  <a:gd name="connsiteX3" fmla="*/ 7858 w 61704"/>
                  <a:gd name="connsiteY3" fmla="*/ 996 h 18353"/>
                  <a:gd name="connsiteX4" fmla="*/ 53874 w 61704"/>
                  <a:gd name="connsiteY4" fmla="*/ 996 h 18353"/>
                  <a:gd name="connsiteX5" fmla="*/ 60736 w 61704"/>
                  <a:gd name="connsiteY5" fmla="*/ 2207 h 18353"/>
                  <a:gd name="connsiteX6" fmla="*/ 59525 w 61704"/>
                  <a:gd name="connsiteY6" fmla="*/ 9069 h 18353"/>
                  <a:gd name="connsiteX7" fmla="*/ 31270 w 61704"/>
                  <a:gd name="connsiteY7" fmla="*/ 18353 h 18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704" h="18353">
                    <a:moveTo>
                      <a:pt x="31270" y="18353"/>
                    </a:moveTo>
                    <a:cubicBezTo>
                      <a:pt x="14317" y="18353"/>
                      <a:pt x="2207" y="8665"/>
                      <a:pt x="1804" y="8665"/>
                    </a:cubicBezTo>
                    <a:cubicBezTo>
                      <a:pt x="-215" y="7051"/>
                      <a:pt x="-618" y="3822"/>
                      <a:pt x="996" y="1803"/>
                    </a:cubicBezTo>
                    <a:cubicBezTo>
                      <a:pt x="2611" y="-215"/>
                      <a:pt x="5840" y="-618"/>
                      <a:pt x="7858" y="996"/>
                    </a:cubicBezTo>
                    <a:cubicBezTo>
                      <a:pt x="8665" y="1803"/>
                      <a:pt x="29655" y="17949"/>
                      <a:pt x="53874" y="996"/>
                    </a:cubicBezTo>
                    <a:cubicBezTo>
                      <a:pt x="56296" y="-618"/>
                      <a:pt x="59122" y="-215"/>
                      <a:pt x="60736" y="2207"/>
                    </a:cubicBezTo>
                    <a:cubicBezTo>
                      <a:pt x="62350" y="4629"/>
                      <a:pt x="61947" y="7455"/>
                      <a:pt x="59525" y="9069"/>
                    </a:cubicBezTo>
                    <a:cubicBezTo>
                      <a:pt x="49434" y="15931"/>
                      <a:pt x="39747" y="18353"/>
                      <a:pt x="31270" y="18353"/>
                    </a:cubicBezTo>
                    <a:close/>
                  </a:path>
                </a:pathLst>
              </a:custGeom>
              <a:solidFill>
                <a:srgbClr val="3D3C3B"/>
              </a:solidFill>
              <a:ln w="4033"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725FB6DB-5904-49A6-8143-CC51BD20FA22}"/>
                  </a:ext>
                </a:extLst>
              </p:cNvPr>
              <p:cNvSpPr/>
              <p:nvPr/>
            </p:nvSpPr>
            <p:spPr>
              <a:xfrm>
                <a:off x="20577219" y="4116885"/>
                <a:ext cx="61705" cy="18353"/>
              </a:xfrm>
              <a:custGeom>
                <a:avLst/>
                <a:gdLst>
                  <a:gd name="connsiteX0" fmla="*/ 31270 w 61705"/>
                  <a:gd name="connsiteY0" fmla="*/ 18353 h 18353"/>
                  <a:gd name="connsiteX1" fmla="*/ 1804 w 61705"/>
                  <a:gd name="connsiteY1" fmla="*/ 8665 h 18353"/>
                  <a:gd name="connsiteX2" fmla="*/ 997 w 61705"/>
                  <a:gd name="connsiteY2" fmla="*/ 1803 h 18353"/>
                  <a:gd name="connsiteX3" fmla="*/ 7858 w 61705"/>
                  <a:gd name="connsiteY3" fmla="*/ 996 h 18353"/>
                  <a:gd name="connsiteX4" fmla="*/ 7858 w 61705"/>
                  <a:gd name="connsiteY4" fmla="*/ 996 h 18353"/>
                  <a:gd name="connsiteX5" fmla="*/ 53874 w 61705"/>
                  <a:gd name="connsiteY5" fmla="*/ 996 h 18353"/>
                  <a:gd name="connsiteX6" fmla="*/ 60736 w 61705"/>
                  <a:gd name="connsiteY6" fmla="*/ 2207 h 18353"/>
                  <a:gd name="connsiteX7" fmla="*/ 59526 w 61705"/>
                  <a:gd name="connsiteY7" fmla="*/ 9069 h 18353"/>
                  <a:gd name="connsiteX8" fmla="*/ 31270 w 61705"/>
                  <a:gd name="connsiteY8" fmla="*/ 18353 h 18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05" h="18353">
                    <a:moveTo>
                      <a:pt x="31270" y="18353"/>
                    </a:moveTo>
                    <a:cubicBezTo>
                      <a:pt x="14316" y="18353"/>
                      <a:pt x="2207" y="8665"/>
                      <a:pt x="1804" y="8665"/>
                    </a:cubicBezTo>
                    <a:cubicBezTo>
                      <a:pt x="-215" y="7051"/>
                      <a:pt x="-619" y="3822"/>
                      <a:pt x="997" y="1803"/>
                    </a:cubicBezTo>
                    <a:cubicBezTo>
                      <a:pt x="2611" y="-215"/>
                      <a:pt x="5840" y="-618"/>
                      <a:pt x="7858" y="996"/>
                    </a:cubicBezTo>
                    <a:lnTo>
                      <a:pt x="7858" y="996"/>
                    </a:lnTo>
                    <a:cubicBezTo>
                      <a:pt x="8666" y="1803"/>
                      <a:pt x="29655" y="17949"/>
                      <a:pt x="53874" y="996"/>
                    </a:cubicBezTo>
                    <a:cubicBezTo>
                      <a:pt x="56296" y="-618"/>
                      <a:pt x="59122" y="-215"/>
                      <a:pt x="60736" y="2207"/>
                    </a:cubicBezTo>
                    <a:cubicBezTo>
                      <a:pt x="62351" y="4629"/>
                      <a:pt x="61947" y="7455"/>
                      <a:pt x="59526" y="9069"/>
                    </a:cubicBezTo>
                    <a:cubicBezTo>
                      <a:pt x="49838" y="15931"/>
                      <a:pt x="39746" y="18353"/>
                      <a:pt x="31270" y="18353"/>
                    </a:cubicBezTo>
                    <a:close/>
                  </a:path>
                </a:pathLst>
              </a:custGeom>
              <a:solidFill>
                <a:srgbClr val="3D3C3B"/>
              </a:solidFill>
              <a:ln w="4033" cap="flat">
                <a:noFill/>
                <a:prstDash val="solid"/>
                <a:miter/>
              </a:ln>
            </p:spPr>
            <p:txBody>
              <a:bodyPr rtlCol="0" anchor="ctr"/>
              <a:lstStyle/>
              <a:p>
                <a:endParaRPr lang="en-US"/>
              </a:p>
            </p:txBody>
          </p:sp>
          <p:grpSp>
            <p:nvGrpSpPr>
              <p:cNvPr id="354" name="Graphic 4">
                <a:extLst>
                  <a:ext uri="{FF2B5EF4-FFF2-40B4-BE49-F238E27FC236}">
                    <a16:creationId xmlns:a16="http://schemas.microsoft.com/office/drawing/2014/main" id="{F5E14023-C502-4BE4-AF75-B720A4BA6A88}"/>
                  </a:ext>
                </a:extLst>
              </p:cNvPr>
              <p:cNvGrpSpPr/>
              <p:nvPr/>
            </p:nvGrpSpPr>
            <p:grpSpPr>
              <a:xfrm>
                <a:off x="18994514" y="4450085"/>
                <a:ext cx="2929468" cy="1936709"/>
                <a:chOff x="18994514" y="4450085"/>
                <a:chExt cx="2929468" cy="1936709"/>
              </a:xfrm>
            </p:grpSpPr>
            <p:sp>
              <p:nvSpPr>
                <p:cNvPr id="364" name="Freeform: Shape 363">
                  <a:extLst>
                    <a:ext uri="{FF2B5EF4-FFF2-40B4-BE49-F238E27FC236}">
                      <a16:creationId xmlns:a16="http://schemas.microsoft.com/office/drawing/2014/main" id="{1D549D35-A9A2-4F05-8CA1-7E517A19F5BD}"/>
                    </a:ext>
                  </a:extLst>
                </p:cNvPr>
                <p:cNvSpPr/>
                <p:nvPr/>
              </p:nvSpPr>
              <p:spPr>
                <a:xfrm>
                  <a:off x="18994514" y="5413999"/>
                  <a:ext cx="2630767" cy="486800"/>
                </a:xfrm>
                <a:custGeom>
                  <a:avLst/>
                  <a:gdLst>
                    <a:gd name="connsiteX0" fmla="*/ 2630768 w 2630767"/>
                    <a:gd name="connsiteY0" fmla="*/ 486801 h 486800"/>
                    <a:gd name="connsiteX1" fmla="*/ 130564 w 2630767"/>
                    <a:gd name="connsiteY1" fmla="*/ 486801 h 486800"/>
                    <a:gd name="connsiteX2" fmla="*/ 130564 w 2630767"/>
                    <a:gd name="connsiteY2" fmla="*/ 0 h 486800"/>
                    <a:gd name="connsiteX3" fmla="*/ 2630768 w 2630767"/>
                    <a:gd name="connsiteY3" fmla="*/ 0 h 486800"/>
                    <a:gd name="connsiteX4" fmla="*/ 2630768 w 2630767"/>
                    <a:gd name="connsiteY4" fmla="*/ 58126 h 486800"/>
                    <a:gd name="connsiteX5" fmla="*/ 2551652 w 2630767"/>
                    <a:gd name="connsiteY5" fmla="*/ 58126 h 486800"/>
                    <a:gd name="connsiteX6" fmla="*/ 2551652 w 2630767"/>
                    <a:gd name="connsiteY6" fmla="*/ 421410 h 486800"/>
                    <a:gd name="connsiteX7" fmla="*/ 2630768 w 2630767"/>
                    <a:gd name="connsiteY7" fmla="*/ 421410 h 486800"/>
                    <a:gd name="connsiteX8" fmla="*/ 2630768 w 2630767"/>
                    <a:gd name="connsiteY8" fmla="*/ 486801 h 486800"/>
                    <a:gd name="connsiteX9" fmla="*/ 2630768 w 2630767"/>
                    <a:gd name="connsiteY9" fmla="*/ 486801 h 48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30767" h="486800">
                      <a:moveTo>
                        <a:pt x="2630768" y="486801"/>
                      </a:moveTo>
                      <a:cubicBezTo>
                        <a:pt x="2630768" y="486801"/>
                        <a:pt x="301712" y="486801"/>
                        <a:pt x="130564" y="486801"/>
                      </a:cubicBezTo>
                      <a:cubicBezTo>
                        <a:pt x="-34528" y="326148"/>
                        <a:pt x="-52288" y="120691"/>
                        <a:pt x="130564" y="0"/>
                      </a:cubicBezTo>
                      <a:cubicBezTo>
                        <a:pt x="306152" y="0"/>
                        <a:pt x="2630768" y="0"/>
                        <a:pt x="2630768" y="0"/>
                      </a:cubicBezTo>
                      <a:lnTo>
                        <a:pt x="2630768" y="58126"/>
                      </a:lnTo>
                      <a:lnTo>
                        <a:pt x="2551652" y="58126"/>
                      </a:lnTo>
                      <a:lnTo>
                        <a:pt x="2551652" y="421410"/>
                      </a:lnTo>
                      <a:lnTo>
                        <a:pt x="2630768" y="421410"/>
                      </a:lnTo>
                      <a:lnTo>
                        <a:pt x="2630768" y="486801"/>
                      </a:lnTo>
                      <a:lnTo>
                        <a:pt x="2630768" y="486801"/>
                      </a:lnTo>
                      <a:close/>
                    </a:path>
                  </a:pathLst>
                </a:custGeom>
                <a:solidFill>
                  <a:schemeClr val="accent4"/>
                </a:solidFill>
                <a:ln w="4033" cap="flat">
                  <a:noFill/>
                  <a:prstDash val="solid"/>
                  <a:miter/>
                </a:ln>
              </p:spPr>
              <p:txBody>
                <a:bodyPr rtlCol="0" anchor="ctr"/>
                <a:lstStyle/>
                <a:p>
                  <a:endParaRPr lang="en-US"/>
                </a:p>
              </p:txBody>
            </p:sp>
            <p:sp>
              <p:nvSpPr>
                <p:cNvPr id="365" name="Freeform: Shape 364">
                  <a:extLst>
                    <a:ext uri="{FF2B5EF4-FFF2-40B4-BE49-F238E27FC236}">
                      <a16:creationId xmlns:a16="http://schemas.microsoft.com/office/drawing/2014/main" id="{7BF0627D-4E4D-48DD-8FB6-5418687238FA}"/>
                    </a:ext>
                  </a:extLst>
                </p:cNvPr>
                <p:cNvSpPr/>
                <p:nvPr/>
              </p:nvSpPr>
              <p:spPr>
                <a:xfrm>
                  <a:off x="19293214" y="5413999"/>
                  <a:ext cx="2630767" cy="486800"/>
                </a:xfrm>
                <a:custGeom>
                  <a:avLst/>
                  <a:gdLst>
                    <a:gd name="connsiteX0" fmla="*/ 2630768 w 2630767"/>
                    <a:gd name="connsiteY0" fmla="*/ 486801 h 486800"/>
                    <a:gd name="connsiteX1" fmla="*/ 130564 w 2630767"/>
                    <a:gd name="connsiteY1" fmla="*/ 486801 h 486800"/>
                    <a:gd name="connsiteX2" fmla="*/ 130564 w 2630767"/>
                    <a:gd name="connsiteY2" fmla="*/ 0 h 486800"/>
                    <a:gd name="connsiteX3" fmla="*/ 2630768 w 2630767"/>
                    <a:gd name="connsiteY3" fmla="*/ 0 h 486800"/>
                    <a:gd name="connsiteX4" fmla="*/ 2630768 w 2630767"/>
                    <a:gd name="connsiteY4" fmla="*/ 58126 h 486800"/>
                    <a:gd name="connsiteX5" fmla="*/ 2551652 w 2630767"/>
                    <a:gd name="connsiteY5" fmla="*/ 58126 h 486800"/>
                    <a:gd name="connsiteX6" fmla="*/ 2551652 w 2630767"/>
                    <a:gd name="connsiteY6" fmla="*/ 421410 h 486800"/>
                    <a:gd name="connsiteX7" fmla="*/ 2630768 w 2630767"/>
                    <a:gd name="connsiteY7" fmla="*/ 421410 h 486800"/>
                    <a:gd name="connsiteX8" fmla="*/ 2630768 w 2630767"/>
                    <a:gd name="connsiteY8" fmla="*/ 486801 h 486800"/>
                    <a:gd name="connsiteX9" fmla="*/ 2630768 w 2630767"/>
                    <a:gd name="connsiteY9" fmla="*/ 486801 h 48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30767" h="486800">
                      <a:moveTo>
                        <a:pt x="2630768" y="486801"/>
                      </a:moveTo>
                      <a:cubicBezTo>
                        <a:pt x="2630768" y="486801"/>
                        <a:pt x="301712" y="486801"/>
                        <a:pt x="130564" y="486801"/>
                      </a:cubicBezTo>
                      <a:cubicBezTo>
                        <a:pt x="-34528" y="326148"/>
                        <a:pt x="-52288" y="120691"/>
                        <a:pt x="130564" y="0"/>
                      </a:cubicBezTo>
                      <a:cubicBezTo>
                        <a:pt x="306152" y="0"/>
                        <a:pt x="2630768" y="0"/>
                        <a:pt x="2630768" y="0"/>
                      </a:cubicBezTo>
                      <a:lnTo>
                        <a:pt x="2630768" y="58126"/>
                      </a:lnTo>
                      <a:lnTo>
                        <a:pt x="2551652" y="58126"/>
                      </a:lnTo>
                      <a:lnTo>
                        <a:pt x="2551652" y="421410"/>
                      </a:lnTo>
                      <a:lnTo>
                        <a:pt x="2630768" y="421410"/>
                      </a:lnTo>
                      <a:lnTo>
                        <a:pt x="2630768" y="486801"/>
                      </a:lnTo>
                      <a:lnTo>
                        <a:pt x="2630768" y="486801"/>
                      </a:lnTo>
                      <a:close/>
                    </a:path>
                  </a:pathLst>
                </a:custGeom>
                <a:solidFill>
                  <a:schemeClr val="accent4">
                    <a:lumMod val="75000"/>
                  </a:schemeClr>
                </a:solidFill>
                <a:ln w="4033" cap="flat">
                  <a:noFill/>
                  <a:prstDash val="solid"/>
                  <a:miter/>
                </a:ln>
              </p:spPr>
              <p:txBody>
                <a:bodyPr rtlCol="0" anchor="ctr"/>
                <a:lstStyle/>
                <a:p>
                  <a:endParaRPr lang="en-US"/>
                </a:p>
              </p:txBody>
            </p:sp>
            <p:sp>
              <p:nvSpPr>
                <p:cNvPr id="366" name="Freeform: Shape 365">
                  <a:extLst>
                    <a:ext uri="{FF2B5EF4-FFF2-40B4-BE49-F238E27FC236}">
                      <a16:creationId xmlns:a16="http://schemas.microsoft.com/office/drawing/2014/main" id="{44D622C1-8B28-4433-AC56-95CB461B5B59}"/>
                    </a:ext>
                  </a:extLst>
                </p:cNvPr>
                <p:cNvSpPr/>
                <p:nvPr/>
              </p:nvSpPr>
              <p:spPr>
                <a:xfrm>
                  <a:off x="19383560" y="5472125"/>
                  <a:ext cx="2461306" cy="363284"/>
                </a:xfrm>
                <a:custGeom>
                  <a:avLst/>
                  <a:gdLst>
                    <a:gd name="connsiteX0" fmla="*/ 2461306 w 2461306"/>
                    <a:gd name="connsiteY0" fmla="*/ 363284 h 363284"/>
                    <a:gd name="connsiteX1" fmla="*/ 87042 w 2461306"/>
                    <a:gd name="connsiteY1" fmla="*/ 363284 h 363284"/>
                    <a:gd name="connsiteX2" fmla="*/ 87042 w 2461306"/>
                    <a:gd name="connsiteY2" fmla="*/ 0 h 363284"/>
                    <a:gd name="connsiteX3" fmla="*/ 2461306 w 2461306"/>
                    <a:gd name="connsiteY3" fmla="*/ 0 h 363284"/>
                    <a:gd name="connsiteX4" fmla="*/ 2461306 w 2461306"/>
                    <a:gd name="connsiteY4" fmla="*/ 363284 h 363284"/>
                    <a:gd name="connsiteX5" fmla="*/ 2461306 w 2461306"/>
                    <a:gd name="connsiteY5" fmla="*/ 363284 h 36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61306" h="363284">
                      <a:moveTo>
                        <a:pt x="2461306" y="363284"/>
                      </a:moveTo>
                      <a:cubicBezTo>
                        <a:pt x="2461306" y="363284"/>
                        <a:pt x="247695" y="363284"/>
                        <a:pt x="87042" y="363284"/>
                      </a:cubicBezTo>
                      <a:cubicBezTo>
                        <a:pt x="-27190" y="282958"/>
                        <a:pt x="-30823" y="73464"/>
                        <a:pt x="87042" y="0"/>
                      </a:cubicBezTo>
                      <a:cubicBezTo>
                        <a:pt x="252135" y="0"/>
                        <a:pt x="2461306" y="0"/>
                        <a:pt x="2461306" y="0"/>
                      </a:cubicBezTo>
                      <a:lnTo>
                        <a:pt x="2461306" y="363284"/>
                      </a:lnTo>
                      <a:lnTo>
                        <a:pt x="2461306" y="363284"/>
                      </a:lnTo>
                      <a:close/>
                    </a:path>
                  </a:pathLst>
                </a:custGeom>
                <a:solidFill>
                  <a:srgbClr val="FFFFFF"/>
                </a:solidFill>
                <a:ln w="4033" cap="flat">
                  <a:noFill/>
                  <a:prstDash val="solid"/>
                  <a:miter/>
                </a:ln>
              </p:spPr>
              <p:txBody>
                <a:bodyPr rtlCol="0" anchor="ctr"/>
                <a:lstStyle/>
                <a:p>
                  <a:endParaRPr lang="en-US"/>
                </a:p>
              </p:txBody>
            </p:sp>
            <p:sp>
              <p:nvSpPr>
                <p:cNvPr id="367" name="Freeform: Shape 366">
                  <a:extLst>
                    <a:ext uri="{FF2B5EF4-FFF2-40B4-BE49-F238E27FC236}">
                      <a16:creationId xmlns:a16="http://schemas.microsoft.com/office/drawing/2014/main" id="{5C36699D-7B60-431C-8F5C-BB7A2908D494}"/>
                    </a:ext>
                  </a:extLst>
                </p:cNvPr>
                <p:cNvSpPr/>
                <p:nvPr/>
              </p:nvSpPr>
              <p:spPr>
                <a:xfrm>
                  <a:off x="19383413" y="5471721"/>
                  <a:ext cx="2461452" cy="363688"/>
                </a:xfrm>
                <a:custGeom>
                  <a:avLst/>
                  <a:gdLst>
                    <a:gd name="connsiteX0" fmla="*/ 88803 w 2461452"/>
                    <a:gd name="connsiteY0" fmla="*/ 363688 h 363688"/>
                    <a:gd name="connsiteX1" fmla="*/ 87188 w 2461452"/>
                    <a:gd name="connsiteY1" fmla="*/ 363688 h 363688"/>
                    <a:gd name="connsiteX2" fmla="*/ 0 w 2461452"/>
                    <a:gd name="connsiteY2" fmla="*/ 177606 h 363688"/>
                    <a:gd name="connsiteX3" fmla="*/ 87188 w 2461452"/>
                    <a:gd name="connsiteY3" fmla="*/ 0 h 363688"/>
                    <a:gd name="connsiteX4" fmla="*/ 2461453 w 2461452"/>
                    <a:gd name="connsiteY4" fmla="*/ 0 h 363688"/>
                    <a:gd name="connsiteX5" fmla="*/ 2461453 w 2461452"/>
                    <a:gd name="connsiteY5" fmla="*/ 16954 h 363688"/>
                    <a:gd name="connsiteX6" fmla="*/ 2461453 w 2461452"/>
                    <a:gd name="connsiteY6" fmla="*/ 67813 h 363688"/>
                    <a:gd name="connsiteX7" fmla="*/ 147736 w 2461452"/>
                    <a:gd name="connsiteY7" fmla="*/ 67813 h 363688"/>
                    <a:gd name="connsiteX8" fmla="*/ 88803 w 2461452"/>
                    <a:gd name="connsiteY8" fmla="*/ 363688 h 363688"/>
                    <a:gd name="connsiteX9" fmla="*/ 88803 w 2461452"/>
                    <a:gd name="connsiteY9" fmla="*/ 363688 h 363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1452" h="363688">
                      <a:moveTo>
                        <a:pt x="88803" y="363688"/>
                      </a:moveTo>
                      <a:cubicBezTo>
                        <a:pt x="88399" y="363688"/>
                        <a:pt x="87592" y="363688"/>
                        <a:pt x="87188" y="363688"/>
                      </a:cubicBezTo>
                      <a:cubicBezTo>
                        <a:pt x="29467" y="322919"/>
                        <a:pt x="0" y="249859"/>
                        <a:pt x="0" y="177606"/>
                      </a:cubicBezTo>
                      <a:cubicBezTo>
                        <a:pt x="0" y="106563"/>
                        <a:pt x="28659" y="36732"/>
                        <a:pt x="87188" y="0"/>
                      </a:cubicBezTo>
                      <a:cubicBezTo>
                        <a:pt x="252281" y="0"/>
                        <a:pt x="2461453" y="0"/>
                        <a:pt x="2461453" y="0"/>
                      </a:cubicBezTo>
                      <a:lnTo>
                        <a:pt x="2461453" y="16954"/>
                      </a:lnTo>
                      <a:lnTo>
                        <a:pt x="2461453" y="67813"/>
                      </a:lnTo>
                      <a:cubicBezTo>
                        <a:pt x="2106645" y="67813"/>
                        <a:pt x="296279" y="67813"/>
                        <a:pt x="147736" y="67813"/>
                      </a:cubicBezTo>
                      <a:cubicBezTo>
                        <a:pt x="55300" y="125939"/>
                        <a:pt x="37540" y="266813"/>
                        <a:pt x="88803" y="363688"/>
                      </a:cubicBezTo>
                      <a:lnTo>
                        <a:pt x="88803" y="363688"/>
                      </a:lnTo>
                      <a:close/>
                    </a:path>
                  </a:pathLst>
                </a:custGeom>
                <a:solidFill>
                  <a:srgbClr val="D6D2CB"/>
                </a:solidFill>
                <a:ln w="4033" cap="flat">
                  <a:noFill/>
                  <a:prstDash val="solid"/>
                  <a:miter/>
                </a:ln>
              </p:spPr>
              <p:txBody>
                <a:bodyPr rtlCol="0" anchor="ctr"/>
                <a:lstStyle/>
                <a:p>
                  <a:endParaRPr lang="en-US"/>
                </a:p>
              </p:txBody>
            </p:sp>
            <p:sp>
              <p:nvSpPr>
                <p:cNvPr id="368" name="Freeform: Shape 367">
                  <a:extLst>
                    <a:ext uri="{FF2B5EF4-FFF2-40B4-BE49-F238E27FC236}">
                      <a16:creationId xmlns:a16="http://schemas.microsoft.com/office/drawing/2014/main" id="{92DB4D35-CE3E-4DEF-B8EC-C5A9307E1350}"/>
                    </a:ext>
                  </a:extLst>
                </p:cNvPr>
                <p:cNvSpPr/>
                <p:nvPr/>
              </p:nvSpPr>
              <p:spPr>
                <a:xfrm>
                  <a:off x="19140417" y="5893534"/>
                  <a:ext cx="2739978" cy="493259"/>
                </a:xfrm>
                <a:custGeom>
                  <a:avLst/>
                  <a:gdLst>
                    <a:gd name="connsiteX0" fmla="*/ 2705660 w 2739978"/>
                    <a:gd name="connsiteY0" fmla="*/ 493260 h 493259"/>
                    <a:gd name="connsiteX1" fmla="*/ 121095 w 2739978"/>
                    <a:gd name="connsiteY1" fmla="*/ 493260 h 493259"/>
                    <a:gd name="connsiteX2" fmla="*/ 0 w 2739978"/>
                    <a:gd name="connsiteY2" fmla="*/ 372165 h 493259"/>
                    <a:gd name="connsiteX3" fmla="*/ 0 w 2739978"/>
                    <a:gd name="connsiteY3" fmla="*/ 121095 h 493259"/>
                    <a:gd name="connsiteX4" fmla="*/ 121095 w 2739978"/>
                    <a:gd name="connsiteY4" fmla="*/ 0 h 493259"/>
                    <a:gd name="connsiteX5" fmla="*/ 2702835 w 2739978"/>
                    <a:gd name="connsiteY5" fmla="*/ 0 h 493259"/>
                    <a:gd name="connsiteX6" fmla="*/ 2739971 w 2739978"/>
                    <a:gd name="connsiteY6" fmla="*/ 37136 h 493259"/>
                    <a:gd name="connsiteX7" fmla="*/ 2739971 w 2739978"/>
                    <a:gd name="connsiteY7" fmla="*/ 458546 h 493259"/>
                    <a:gd name="connsiteX8" fmla="*/ 2705660 w 2739978"/>
                    <a:gd name="connsiteY8" fmla="*/ 493260 h 493259"/>
                    <a:gd name="connsiteX9" fmla="*/ 2705660 w 2739978"/>
                    <a:gd name="connsiteY9" fmla="*/ 493260 h 493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39978" h="493259">
                      <a:moveTo>
                        <a:pt x="2705660" y="493260"/>
                      </a:moveTo>
                      <a:lnTo>
                        <a:pt x="121095" y="493260"/>
                      </a:lnTo>
                      <a:cubicBezTo>
                        <a:pt x="54089" y="493260"/>
                        <a:pt x="0" y="439171"/>
                        <a:pt x="0" y="372165"/>
                      </a:cubicBezTo>
                      <a:lnTo>
                        <a:pt x="0" y="121095"/>
                      </a:lnTo>
                      <a:cubicBezTo>
                        <a:pt x="0" y="54089"/>
                        <a:pt x="54089" y="0"/>
                        <a:pt x="121095" y="0"/>
                      </a:cubicBezTo>
                      <a:lnTo>
                        <a:pt x="2702835" y="0"/>
                      </a:lnTo>
                      <a:cubicBezTo>
                        <a:pt x="2723422" y="0"/>
                        <a:pt x="2739971" y="16550"/>
                        <a:pt x="2739971" y="37136"/>
                      </a:cubicBezTo>
                      <a:lnTo>
                        <a:pt x="2739971" y="458546"/>
                      </a:lnTo>
                      <a:cubicBezTo>
                        <a:pt x="2740375" y="477921"/>
                        <a:pt x="2724632" y="493260"/>
                        <a:pt x="2705660" y="493260"/>
                      </a:cubicBezTo>
                      <a:lnTo>
                        <a:pt x="2705660" y="493260"/>
                      </a:lnTo>
                      <a:close/>
                    </a:path>
                  </a:pathLst>
                </a:custGeom>
                <a:solidFill>
                  <a:schemeClr val="accent1"/>
                </a:solidFill>
                <a:ln w="4033" cap="flat">
                  <a:noFill/>
                  <a:prstDash val="solid"/>
                  <a:miter/>
                </a:ln>
              </p:spPr>
              <p:txBody>
                <a:bodyPr rtlCol="0" anchor="ctr"/>
                <a:lstStyle/>
                <a:p>
                  <a:endParaRPr lang="en-US"/>
                </a:p>
              </p:txBody>
            </p:sp>
            <p:sp>
              <p:nvSpPr>
                <p:cNvPr id="369" name="Freeform: Shape 368">
                  <a:extLst>
                    <a:ext uri="{FF2B5EF4-FFF2-40B4-BE49-F238E27FC236}">
                      <a16:creationId xmlns:a16="http://schemas.microsoft.com/office/drawing/2014/main" id="{64452130-CA67-4D91-82D8-06393ECE6731}"/>
                    </a:ext>
                  </a:extLst>
                </p:cNvPr>
                <p:cNvSpPr/>
                <p:nvPr/>
              </p:nvSpPr>
              <p:spPr>
                <a:xfrm>
                  <a:off x="19564248" y="5893938"/>
                  <a:ext cx="234923" cy="492855"/>
                </a:xfrm>
                <a:custGeom>
                  <a:avLst/>
                  <a:gdLst>
                    <a:gd name="connsiteX0" fmla="*/ 0 w 234923"/>
                    <a:gd name="connsiteY0" fmla="*/ 0 h 492855"/>
                    <a:gd name="connsiteX1" fmla="*/ 234924 w 234923"/>
                    <a:gd name="connsiteY1" fmla="*/ 0 h 492855"/>
                    <a:gd name="connsiteX2" fmla="*/ 234924 w 234923"/>
                    <a:gd name="connsiteY2" fmla="*/ 492856 h 492855"/>
                    <a:gd name="connsiteX3" fmla="*/ 0 w 234923"/>
                    <a:gd name="connsiteY3" fmla="*/ 492856 h 492855"/>
                  </a:gdLst>
                  <a:ahLst/>
                  <a:cxnLst>
                    <a:cxn ang="0">
                      <a:pos x="connsiteX0" y="connsiteY0"/>
                    </a:cxn>
                    <a:cxn ang="0">
                      <a:pos x="connsiteX1" y="connsiteY1"/>
                    </a:cxn>
                    <a:cxn ang="0">
                      <a:pos x="connsiteX2" y="connsiteY2"/>
                    </a:cxn>
                    <a:cxn ang="0">
                      <a:pos x="connsiteX3" y="connsiteY3"/>
                    </a:cxn>
                  </a:cxnLst>
                  <a:rect l="l" t="t" r="r" b="b"/>
                  <a:pathLst>
                    <a:path w="234923" h="492855">
                      <a:moveTo>
                        <a:pt x="0" y="0"/>
                      </a:moveTo>
                      <a:lnTo>
                        <a:pt x="234924" y="0"/>
                      </a:lnTo>
                      <a:lnTo>
                        <a:pt x="234924" y="492856"/>
                      </a:lnTo>
                      <a:lnTo>
                        <a:pt x="0" y="492856"/>
                      </a:lnTo>
                      <a:close/>
                    </a:path>
                  </a:pathLst>
                </a:custGeom>
                <a:solidFill>
                  <a:schemeClr val="accent1">
                    <a:lumMod val="75000"/>
                  </a:schemeClr>
                </a:solidFill>
                <a:ln w="4033" cap="flat">
                  <a:noFill/>
                  <a:prstDash val="solid"/>
                  <a:miter/>
                </a:ln>
              </p:spPr>
              <p:txBody>
                <a:bodyPr rtlCol="0" anchor="ctr"/>
                <a:lstStyle/>
                <a:p>
                  <a:endParaRPr lang="en-US"/>
                </a:p>
              </p:txBody>
            </p:sp>
            <p:sp>
              <p:nvSpPr>
                <p:cNvPr id="370" name="Freeform: Shape 369">
                  <a:extLst>
                    <a:ext uri="{FF2B5EF4-FFF2-40B4-BE49-F238E27FC236}">
                      <a16:creationId xmlns:a16="http://schemas.microsoft.com/office/drawing/2014/main" id="{A1F14937-734F-44B3-B8C7-B36BBD98D04E}"/>
                    </a:ext>
                  </a:extLst>
                </p:cNvPr>
                <p:cNvSpPr/>
                <p:nvPr/>
              </p:nvSpPr>
              <p:spPr>
                <a:xfrm>
                  <a:off x="19664757" y="5703416"/>
                  <a:ext cx="1947626" cy="41979"/>
                </a:xfrm>
                <a:custGeom>
                  <a:avLst/>
                  <a:gdLst>
                    <a:gd name="connsiteX0" fmla="*/ 1934287 w 1947626"/>
                    <a:gd name="connsiteY0" fmla="*/ 41980 h 41979"/>
                    <a:gd name="connsiteX1" fmla="*/ 13320 w 1947626"/>
                    <a:gd name="connsiteY1" fmla="*/ 41980 h 41979"/>
                    <a:gd name="connsiteX2" fmla="*/ 0 w 1947626"/>
                    <a:gd name="connsiteY2" fmla="*/ 28659 h 41979"/>
                    <a:gd name="connsiteX3" fmla="*/ 0 w 1947626"/>
                    <a:gd name="connsiteY3" fmla="*/ 13321 h 41979"/>
                    <a:gd name="connsiteX4" fmla="*/ 13320 w 1947626"/>
                    <a:gd name="connsiteY4" fmla="*/ 0 h 41979"/>
                    <a:gd name="connsiteX5" fmla="*/ 1934287 w 1947626"/>
                    <a:gd name="connsiteY5" fmla="*/ 0 h 41979"/>
                    <a:gd name="connsiteX6" fmla="*/ 1947607 w 1947626"/>
                    <a:gd name="connsiteY6" fmla="*/ 13321 h 41979"/>
                    <a:gd name="connsiteX7" fmla="*/ 1947607 w 1947626"/>
                    <a:gd name="connsiteY7" fmla="*/ 28659 h 41979"/>
                    <a:gd name="connsiteX8" fmla="*/ 1934287 w 1947626"/>
                    <a:gd name="connsiteY8" fmla="*/ 41980 h 41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7626" h="41979">
                      <a:moveTo>
                        <a:pt x="1934287" y="41980"/>
                      </a:moveTo>
                      <a:lnTo>
                        <a:pt x="13320" y="41980"/>
                      </a:lnTo>
                      <a:cubicBezTo>
                        <a:pt x="6055" y="41980"/>
                        <a:pt x="0" y="35925"/>
                        <a:pt x="0" y="28659"/>
                      </a:cubicBezTo>
                      <a:lnTo>
                        <a:pt x="0" y="13321"/>
                      </a:lnTo>
                      <a:cubicBezTo>
                        <a:pt x="0" y="6055"/>
                        <a:pt x="6055" y="0"/>
                        <a:pt x="13320" y="0"/>
                      </a:cubicBezTo>
                      <a:lnTo>
                        <a:pt x="1934287" y="0"/>
                      </a:lnTo>
                      <a:cubicBezTo>
                        <a:pt x="1941553" y="0"/>
                        <a:pt x="1947607" y="6055"/>
                        <a:pt x="1947607" y="13321"/>
                      </a:cubicBezTo>
                      <a:lnTo>
                        <a:pt x="1947607" y="28659"/>
                      </a:lnTo>
                      <a:cubicBezTo>
                        <a:pt x="1948010" y="35925"/>
                        <a:pt x="1941956" y="41980"/>
                        <a:pt x="1934287" y="41980"/>
                      </a:cubicBezTo>
                      <a:close/>
                    </a:path>
                  </a:pathLst>
                </a:custGeom>
                <a:solidFill>
                  <a:srgbClr val="E3DCD5"/>
                </a:solidFill>
                <a:ln w="4033" cap="flat">
                  <a:noFill/>
                  <a:prstDash val="solid"/>
                  <a:miter/>
                </a:ln>
              </p:spPr>
              <p:txBody>
                <a:bodyPr rtlCol="0" anchor="ctr"/>
                <a:lstStyle/>
                <a:p>
                  <a:endParaRPr lang="en-US"/>
                </a:p>
              </p:txBody>
            </p:sp>
            <p:sp>
              <p:nvSpPr>
                <p:cNvPr id="371" name="Freeform: Shape 370">
                  <a:extLst>
                    <a:ext uri="{FF2B5EF4-FFF2-40B4-BE49-F238E27FC236}">
                      <a16:creationId xmlns:a16="http://schemas.microsoft.com/office/drawing/2014/main" id="{9D77CD14-BE1D-49F1-935D-EC1D3586F461}"/>
                    </a:ext>
                  </a:extLst>
                </p:cNvPr>
                <p:cNvSpPr/>
                <p:nvPr/>
              </p:nvSpPr>
              <p:spPr>
                <a:xfrm>
                  <a:off x="20012237" y="4450085"/>
                  <a:ext cx="417031" cy="858965"/>
                </a:xfrm>
                <a:custGeom>
                  <a:avLst/>
                  <a:gdLst>
                    <a:gd name="connsiteX0" fmla="*/ 245481 w 417031"/>
                    <a:gd name="connsiteY0" fmla="*/ 0 h 858965"/>
                    <a:gd name="connsiteX1" fmla="*/ 11364 w 417031"/>
                    <a:gd name="connsiteY1" fmla="*/ 615565 h 858965"/>
                    <a:gd name="connsiteX2" fmla="*/ 417032 w 417031"/>
                    <a:gd name="connsiteY2" fmla="*/ 858966 h 858965"/>
                    <a:gd name="connsiteX3" fmla="*/ 398464 w 417031"/>
                    <a:gd name="connsiteY3" fmla="*/ 665618 h 858965"/>
                    <a:gd name="connsiteX4" fmla="*/ 182108 w 417031"/>
                    <a:gd name="connsiteY4" fmla="*/ 503351 h 858965"/>
                    <a:gd name="connsiteX5" fmla="*/ 335898 w 417031"/>
                    <a:gd name="connsiteY5" fmla="*/ 207879 h 858965"/>
                    <a:gd name="connsiteX6" fmla="*/ 245481 w 417031"/>
                    <a:gd name="connsiteY6" fmla="*/ 0 h 858965"/>
                    <a:gd name="connsiteX7" fmla="*/ 245481 w 417031"/>
                    <a:gd name="connsiteY7" fmla="*/ 0 h 85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031" h="858965">
                      <a:moveTo>
                        <a:pt x="245481" y="0"/>
                      </a:moveTo>
                      <a:cubicBezTo>
                        <a:pt x="158293" y="12513"/>
                        <a:pt x="-50797" y="503351"/>
                        <a:pt x="11364" y="615565"/>
                      </a:cubicBezTo>
                      <a:cubicBezTo>
                        <a:pt x="73526" y="727780"/>
                        <a:pt x="417032" y="858966"/>
                        <a:pt x="417032" y="858966"/>
                      </a:cubicBezTo>
                      <a:lnTo>
                        <a:pt x="398464" y="665618"/>
                      </a:lnTo>
                      <a:cubicBezTo>
                        <a:pt x="398464" y="665618"/>
                        <a:pt x="163540" y="565917"/>
                        <a:pt x="182108" y="503351"/>
                      </a:cubicBezTo>
                      <a:cubicBezTo>
                        <a:pt x="200676" y="440785"/>
                        <a:pt x="335898" y="207879"/>
                        <a:pt x="335898" y="207879"/>
                      </a:cubicBezTo>
                      <a:lnTo>
                        <a:pt x="245481" y="0"/>
                      </a:lnTo>
                      <a:lnTo>
                        <a:pt x="245481" y="0"/>
                      </a:lnTo>
                      <a:close/>
                    </a:path>
                  </a:pathLst>
                </a:custGeom>
                <a:solidFill>
                  <a:schemeClr val="accent6"/>
                </a:solidFill>
                <a:ln w="4033" cap="flat">
                  <a:noFill/>
                  <a:prstDash val="solid"/>
                  <a:miter/>
                </a:ln>
              </p:spPr>
              <p:txBody>
                <a:bodyPr rtlCol="0" anchor="ctr"/>
                <a:lstStyle/>
                <a:p>
                  <a:endParaRPr lang="en-US"/>
                </a:p>
              </p:txBody>
            </p:sp>
            <p:sp>
              <p:nvSpPr>
                <p:cNvPr id="372" name="Freeform: Shape 371">
                  <a:extLst>
                    <a:ext uri="{FF2B5EF4-FFF2-40B4-BE49-F238E27FC236}">
                      <a16:creationId xmlns:a16="http://schemas.microsoft.com/office/drawing/2014/main" id="{159E8985-DB10-4246-B4FA-CB3E364F29C6}"/>
                    </a:ext>
                  </a:extLst>
                </p:cNvPr>
                <p:cNvSpPr/>
                <p:nvPr/>
              </p:nvSpPr>
              <p:spPr>
                <a:xfrm>
                  <a:off x="20670651" y="4450085"/>
                  <a:ext cx="417148" cy="858965"/>
                </a:xfrm>
                <a:custGeom>
                  <a:avLst/>
                  <a:gdLst>
                    <a:gd name="connsiteX0" fmla="*/ 405667 w 417148"/>
                    <a:gd name="connsiteY0" fmla="*/ 615565 h 858965"/>
                    <a:gd name="connsiteX1" fmla="*/ 0 w 417148"/>
                    <a:gd name="connsiteY1" fmla="*/ 858966 h 858965"/>
                    <a:gd name="connsiteX2" fmla="*/ 18568 w 417148"/>
                    <a:gd name="connsiteY2" fmla="*/ 665618 h 858965"/>
                    <a:gd name="connsiteX3" fmla="*/ 234924 w 417148"/>
                    <a:gd name="connsiteY3" fmla="*/ 503351 h 858965"/>
                    <a:gd name="connsiteX4" fmla="*/ 191733 w 417148"/>
                    <a:gd name="connsiteY4" fmla="*/ 408493 h 858965"/>
                    <a:gd name="connsiteX5" fmla="*/ 81134 w 417148"/>
                    <a:gd name="connsiteY5" fmla="*/ 207879 h 858965"/>
                    <a:gd name="connsiteX6" fmla="*/ 171551 w 417148"/>
                    <a:gd name="connsiteY6" fmla="*/ 0 h 858965"/>
                    <a:gd name="connsiteX7" fmla="*/ 187697 w 417148"/>
                    <a:gd name="connsiteY7" fmla="*/ 6862 h 858965"/>
                    <a:gd name="connsiteX8" fmla="*/ 405667 w 417148"/>
                    <a:gd name="connsiteY8" fmla="*/ 615565 h 85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7148" h="858965">
                      <a:moveTo>
                        <a:pt x="405667" y="615565"/>
                      </a:moveTo>
                      <a:cubicBezTo>
                        <a:pt x="343102" y="727780"/>
                        <a:pt x="0" y="858966"/>
                        <a:pt x="0" y="858966"/>
                      </a:cubicBezTo>
                      <a:lnTo>
                        <a:pt x="18568" y="665618"/>
                      </a:lnTo>
                      <a:cubicBezTo>
                        <a:pt x="18568" y="665618"/>
                        <a:pt x="253492" y="565917"/>
                        <a:pt x="234924" y="503351"/>
                      </a:cubicBezTo>
                      <a:cubicBezTo>
                        <a:pt x="229273" y="483976"/>
                        <a:pt x="212320" y="448454"/>
                        <a:pt x="191733" y="408493"/>
                      </a:cubicBezTo>
                      <a:cubicBezTo>
                        <a:pt x="145718" y="319286"/>
                        <a:pt x="81134" y="207879"/>
                        <a:pt x="81134" y="207879"/>
                      </a:cubicBezTo>
                      <a:lnTo>
                        <a:pt x="171551" y="0"/>
                      </a:lnTo>
                      <a:cubicBezTo>
                        <a:pt x="176395" y="808"/>
                        <a:pt x="182046" y="2826"/>
                        <a:pt x="187697" y="6862"/>
                      </a:cubicBezTo>
                      <a:cubicBezTo>
                        <a:pt x="282150" y="67813"/>
                        <a:pt x="464601" y="509809"/>
                        <a:pt x="405667" y="615565"/>
                      </a:cubicBezTo>
                      <a:close/>
                    </a:path>
                  </a:pathLst>
                </a:custGeom>
                <a:solidFill>
                  <a:schemeClr val="accent6"/>
                </a:solidFill>
                <a:ln w="4033" cap="flat">
                  <a:noFill/>
                  <a:prstDash val="solid"/>
                  <a:miter/>
                </a:ln>
              </p:spPr>
              <p:txBody>
                <a:bodyPr rtlCol="0" anchor="ctr"/>
                <a:lstStyle/>
                <a:p>
                  <a:endParaRPr lang="en-US"/>
                </a:p>
              </p:txBody>
            </p:sp>
            <p:sp>
              <p:nvSpPr>
                <p:cNvPr id="373" name="Freeform: Shape 372">
                  <a:extLst>
                    <a:ext uri="{FF2B5EF4-FFF2-40B4-BE49-F238E27FC236}">
                      <a16:creationId xmlns:a16="http://schemas.microsoft.com/office/drawing/2014/main" id="{69F6EA90-AD21-4D4B-A0CF-7B3B905AB0A2}"/>
                    </a:ext>
                  </a:extLst>
                </p:cNvPr>
                <p:cNvSpPr/>
                <p:nvPr/>
              </p:nvSpPr>
              <p:spPr>
                <a:xfrm>
                  <a:off x="20074865" y="4858982"/>
                  <a:ext cx="957859" cy="570760"/>
                </a:xfrm>
                <a:custGeom>
                  <a:avLst/>
                  <a:gdLst>
                    <a:gd name="connsiteX0" fmla="*/ 957859 w 957859"/>
                    <a:gd name="connsiteY0" fmla="*/ 570760 h 570760"/>
                    <a:gd name="connsiteX1" fmla="*/ 48438 w 957859"/>
                    <a:gd name="connsiteY1" fmla="*/ 570760 h 570760"/>
                    <a:gd name="connsiteX2" fmla="*/ 0 w 957859"/>
                    <a:gd name="connsiteY2" fmla="*/ 522322 h 570760"/>
                    <a:gd name="connsiteX3" fmla="*/ 0 w 957859"/>
                    <a:gd name="connsiteY3" fmla="*/ 48438 h 570760"/>
                    <a:gd name="connsiteX4" fmla="*/ 48438 w 957859"/>
                    <a:gd name="connsiteY4" fmla="*/ 0 h 570760"/>
                    <a:gd name="connsiteX5" fmla="*/ 909421 w 957859"/>
                    <a:gd name="connsiteY5" fmla="*/ 0 h 570760"/>
                    <a:gd name="connsiteX6" fmla="*/ 957859 w 957859"/>
                    <a:gd name="connsiteY6" fmla="*/ 48438 h 570760"/>
                    <a:gd name="connsiteX7" fmla="*/ 957859 w 957859"/>
                    <a:gd name="connsiteY7" fmla="*/ 570760 h 570760"/>
                    <a:gd name="connsiteX8" fmla="*/ 957859 w 957859"/>
                    <a:gd name="connsiteY8" fmla="*/ 570760 h 570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7859" h="570760">
                      <a:moveTo>
                        <a:pt x="957859" y="570760"/>
                      </a:moveTo>
                      <a:lnTo>
                        <a:pt x="48438" y="570760"/>
                      </a:lnTo>
                      <a:cubicBezTo>
                        <a:pt x="21797" y="570760"/>
                        <a:pt x="0" y="548963"/>
                        <a:pt x="0" y="522322"/>
                      </a:cubicBezTo>
                      <a:lnTo>
                        <a:pt x="0" y="48438"/>
                      </a:lnTo>
                      <a:cubicBezTo>
                        <a:pt x="0" y="21797"/>
                        <a:pt x="21797" y="0"/>
                        <a:pt x="48438" y="0"/>
                      </a:cubicBezTo>
                      <a:lnTo>
                        <a:pt x="909421" y="0"/>
                      </a:lnTo>
                      <a:cubicBezTo>
                        <a:pt x="936063" y="0"/>
                        <a:pt x="957859" y="21797"/>
                        <a:pt x="957859" y="48438"/>
                      </a:cubicBezTo>
                      <a:lnTo>
                        <a:pt x="957859" y="570760"/>
                      </a:lnTo>
                      <a:lnTo>
                        <a:pt x="957859" y="570760"/>
                      </a:lnTo>
                      <a:close/>
                    </a:path>
                  </a:pathLst>
                </a:custGeom>
                <a:solidFill>
                  <a:schemeClr val="accent3"/>
                </a:solidFill>
                <a:ln w="4033" cap="flat">
                  <a:noFill/>
                  <a:prstDash val="solid"/>
                  <a:miter/>
                </a:ln>
              </p:spPr>
              <p:txBody>
                <a:bodyPr rtlCol="0" anchor="ctr"/>
                <a:lstStyle/>
                <a:p>
                  <a:endParaRPr lang="en-US"/>
                </a:p>
              </p:txBody>
            </p:sp>
            <p:sp>
              <p:nvSpPr>
                <p:cNvPr id="374" name="Freeform: Shape 373">
                  <a:extLst>
                    <a:ext uri="{FF2B5EF4-FFF2-40B4-BE49-F238E27FC236}">
                      <a16:creationId xmlns:a16="http://schemas.microsoft.com/office/drawing/2014/main" id="{605D78B5-80AA-4E2D-B112-80E38BBA362F}"/>
                    </a:ext>
                  </a:extLst>
                </p:cNvPr>
                <p:cNvSpPr/>
                <p:nvPr/>
              </p:nvSpPr>
              <p:spPr>
                <a:xfrm>
                  <a:off x="20284083" y="5734093"/>
                  <a:ext cx="350643" cy="192807"/>
                </a:xfrm>
                <a:custGeom>
                  <a:avLst/>
                  <a:gdLst>
                    <a:gd name="connsiteX0" fmla="*/ 205733 w 350643"/>
                    <a:gd name="connsiteY0" fmla="*/ 0 h 192807"/>
                    <a:gd name="connsiteX1" fmla="*/ 139131 w 350643"/>
                    <a:gd name="connsiteY1" fmla="*/ 37136 h 192807"/>
                    <a:gd name="connsiteX2" fmla="*/ 1486 w 350643"/>
                    <a:gd name="connsiteY2" fmla="*/ 142892 h 192807"/>
                    <a:gd name="connsiteX3" fmla="*/ 140745 w 350643"/>
                    <a:gd name="connsiteY3" fmla="*/ 183660 h 192807"/>
                    <a:gd name="connsiteX4" fmla="*/ 350644 w 350643"/>
                    <a:gd name="connsiteY4" fmla="*/ 80326 h 192807"/>
                    <a:gd name="connsiteX5" fmla="*/ 205733 w 350643"/>
                    <a:gd name="connsiteY5" fmla="*/ 0 h 192807"/>
                    <a:gd name="connsiteX6" fmla="*/ 205733 w 350643"/>
                    <a:gd name="connsiteY6" fmla="*/ 0 h 192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643" h="192807">
                      <a:moveTo>
                        <a:pt x="205733" y="0"/>
                      </a:moveTo>
                      <a:cubicBezTo>
                        <a:pt x="205733" y="0"/>
                        <a:pt x="188780" y="16146"/>
                        <a:pt x="139131" y="37136"/>
                      </a:cubicBezTo>
                      <a:cubicBezTo>
                        <a:pt x="87867" y="58529"/>
                        <a:pt x="-13448" y="98894"/>
                        <a:pt x="1486" y="142892"/>
                      </a:cubicBezTo>
                      <a:cubicBezTo>
                        <a:pt x="22072" y="202229"/>
                        <a:pt x="93519" y="198192"/>
                        <a:pt x="140745" y="183660"/>
                      </a:cubicBezTo>
                      <a:cubicBezTo>
                        <a:pt x="243676" y="152580"/>
                        <a:pt x="350644" y="80326"/>
                        <a:pt x="350644" y="80326"/>
                      </a:cubicBezTo>
                      <a:lnTo>
                        <a:pt x="205733" y="0"/>
                      </a:lnTo>
                      <a:lnTo>
                        <a:pt x="205733" y="0"/>
                      </a:lnTo>
                      <a:close/>
                    </a:path>
                  </a:pathLst>
                </a:custGeom>
                <a:solidFill>
                  <a:schemeClr val="tx2"/>
                </a:solidFill>
                <a:ln w="4033" cap="flat">
                  <a:noFill/>
                  <a:prstDash val="solid"/>
                  <a:miter/>
                </a:ln>
              </p:spPr>
              <p:txBody>
                <a:bodyPr rtlCol="0" anchor="ctr"/>
                <a:lstStyle/>
                <a:p>
                  <a:endParaRPr lang="en-US"/>
                </a:p>
              </p:txBody>
            </p:sp>
            <p:sp>
              <p:nvSpPr>
                <p:cNvPr id="375" name="Freeform: Shape 374">
                  <a:extLst>
                    <a:ext uri="{FF2B5EF4-FFF2-40B4-BE49-F238E27FC236}">
                      <a16:creationId xmlns:a16="http://schemas.microsoft.com/office/drawing/2014/main" id="{DEB6CEDF-BE61-4EEA-B057-2C4A62F45774}"/>
                    </a:ext>
                  </a:extLst>
                </p:cNvPr>
                <p:cNvSpPr/>
                <p:nvPr/>
              </p:nvSpPr>
              <p:spPr>
                <a:xfrm>
                  <a:off x="20492436" y="5214304"/>
                  <a:ext cx="790442" cy="597570"/>
                </a:xfrm>
                <a:custGeom>
                  <a:avLst/>
                  <a:gdLst>
                    <a:gd name="connsiteX0" fmla="*/ 120090 w 790442"/>
                    <a:gd name="connsiteY0" fmla="*/ 364787 h 597570"/>
                    <a:gd name="connsiteX1" fmla="*/ 579846 w 790442"/>
                    <a:gd name="connsiteY1" fmla="*/ 25318 h 597570"/>
                    <a:gd name="connsiteX2" fmla="*/ 738480 w 790442"/>
                    <a:gd name="connsiteY2" fmla="*/ 20071 h 597570"/>
                    <a:gd name="connsiteX3" fmla="*/ 762295 w 790442"/>
                    <a:gd name="connsiteY3" fmla="*/ 214226 h 597570"/>
                    <a:gd name="connsiteX4" fmla="*/ 129777 w 790442"/>
                    <a:gd name="connsiteY4" fmla="*/ 596482 h 597570"/>
                    <a:gd name="connsiteX5" fmla="*/ 12719 w 790442"/>
                    <a:gd name="connsiteY5" fmla="*/ 443903 h 597570"/>
                    <a:gd name="connsiteX6" fmla="*/ 120090 w 790442"/>
                    <a:gd name="connsiteY6" fmla="*/ 364787 h 597570"/>
                    <a:gd name="connsiteX7" fmla="*/ 120090 w 790442"/>
                    <a:gd name="connsiteY7" fmla="*/ 364787 h 59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0442" h="597570">
                      <a:moveTo>
                        <a:pt x="120090" y="364787"/>
                      </a:moveTo>
                      <a:cubicBezTo>
                        <a:pt x="294062" y="238041"/>
                        <a:pt x="384883" y="143991"/>
                        <a:pt x="579846" y="25318"/>
                      </a:cubicBezTo>
                      <a:cubicBezTo>
                        <a:pt x="626266" y="-2937"/>
                        <a:pt x="658153" y="-11414"/>
                        <a:pt x="738480" y="20071"/>
                      </a:cubicBezTo>
                      <a:cubicBezTo>
                        <a:pt x="807101" y="47115"/>
                        <a:pt x="799835" y="164981"/>
                        <a:pt x="762295" y="214226"/>
                      </a:cubicBezTo>
                      <a:cubicBezTo>
                        <a:pt x="650080" y="361962"/>
                        <a:pt x="217369" y="565804"/>
                        <a:pt x="129777" y="596482"/>
                      </a:cubicBezTo>
                      <a:cubicBezTo>
                        <a:pt x="92237" y="609802"/>
                        <a:pt x="-41370" y="497588"/>
                        <a:pt x="12719" y="443903"/>
                      </a:cubicBezTo>
                      <a:cubicBezTo>
                        <a:pt x="40167" y="417665"/>
                        <a:pt x="73266" y="399098"/>
                        <a:pt x="120090" y="364787"/>
                      </a:cubicBezTo>
                      <a:lnTo>
                        <a:pt x="120090" y="364787"/>
                      </a:lnTo>
                      <a:close/>
                    </a:path>
                  </a:pathLst>
                </a:custGeom>
                <a:solidFill>
                  <a:schemeClr val="accent6">
                    <a:lumMod val="75000"/>
                  </a:schemeClr>
                </a:solidFill>
                <a:ln w="4033" cap="flat">
                  <a:noFill/>
                  <a:prstDash val="solid"/>
                  <a:miter/>
                </a:ln>
              </p:spPr>
              <p:txBody>
                <a:bodyPr rtlCol="0" anchor="ctr"/>
                <a:lstStyle/>
                <a:p>
                  <a:endParaRPr lang="en-US"/>
                </a:p>
              </p:txBody>
            </p:sp>
            <p:sp>
              <p:nvSpPr>
                <p:cNvPr id="376" name="Freeform: Shape 375">
                  <a:extLst>
                    <a:ext uri="{FF2B5EF4-FFF2-40B4-BE49-F238E27FC236}">
                      <a16:creationId xmlns:a16="http://schemas.microsoft.com/office/drawing/2014/main" id="{EBB0D06E-8837-433A-AD99-7FBA6CB17D51}"/>
                    </a:ext>
                  </a:extLst>
                </p:cNvPr>
                <p:cNvSpPr/>
                <p:nvPr/>
              </p:nvSpPr>
              <p:spPr>
                <a:xfrm>
                  <a:off x="20532603" y="5688481"/>
                  <a:ext cx="269384" cy="277349"/>
                </a:xfrm>
                <a:custGeom>
                  <a:avLst/>
                  <a:gdLst>
                    <a:gd name="connsiteX0" fmla="*/ 0 w 269384"/>
                    <a:gd name="connsiteY0" fmla="*/ 134819 h 277349"/>
                    <a:gd name="connsiteX1" fmla="*/ 91628 w 269384"/>
                    <a:gd name="connsiteY1" fmla="*/ 228869 h 277349"/>
                    <a:gd name="connsiteX2" fmla="*/ 238960 w 269384"/>
                    <a:gd name="connsiteY2" fmla="*/ 267216 h 277349"/>
                    <a:gd name="connsiteX3" fmla="*/ 190522 w 269384"/>
                    <a:gd name="connsiteY3" fmla="*/ 113022 h 277349"/>
                    <a:gd name="connsiteX4" fmla="*/ 53686 w 269384"/>
                    <a:gd name="connsiteY4" fmla="*/ 0 h 277349"/>
                    <a:gd name="connsiteX5" fmla="*/ 0 w 269384"/>
                    <a:gd name="connsiteY5" fmla="*/ 134819 h 277349"/>
                    <a:gd name="connsiteX6" fmla="*/ 0 w 269384"/>
                    <a:gd name="connsiteY6" fmla="*/ 134819 h 277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9384" h="277349">
                      <a:moveTo>
                        <a:pt x="0" y="134819"/>
                      </a:moveTo>
                      <a:cubicBezTo>
                        <a:pt x="0" y="134819"/>
                        <a:pt x="42383" y="190926"/>
                        <a:pt x="91628" y="228869"/>
                      </a:cubicBezTo>
                      <a:cubicBezTo>
                        <a:pt x="150561" y="274481"/>
                        <a:pt x="191329" y="289416"/>
                        <a:pt x="238960" y="267216"/>
                      </a:cubicBezTo>
                      <a:cubicBezTo>
                        <a:pt x="308388" y="234924"/>
                        <a:pt x="244611" y="166707"/>
                        <a:pt x="190522" y="113022"/>
                      </a:cubicBezTo>
                      <a:cubicBezTo>
                        <a:pt x="110599" y="33099"/>
                        <a:pt x="53686" y="0"/>
                        <a:pt x="53686" y="0"/>
                      </a:cubicBezTo>
                      <a:lnTo>
                        <a:pt x="0" y="134819"/>
                      </a:lnTo>
                      <a:lnTo>
                        <a:pt x="0" y="134819"/>
                      </a:lnTo>
                      <a:close/>
                    </a:path>
                  </a:pathLst>
                </a:custGeom>
                <a:solidFill>
                  <a:schemeClr val="tx2"/>
                </a:solidFill>
                <a:ln w="4033" cap="flat">
                  <a:noFill/>
                  <a:prstDash val="solid"/>
                  <a:miter/>
                </a:ln>
              </p:spPr>
              <p:txBody>
                <a:bodyPr rtlCol="0" anchor="ctr"/>
                <a:lstStyle/>
                <a:p>
                  <a:endParaRPr lang="en-US"/>
                </a:p>
              </p:txBody>
            </p:sp>
            <p:sp>
              <p:nvSpPr>
                <p:cNvPr id="377" name="Freeform: Shape 376">
                  <a:extLst>
                    <a:ext uri="{FF2B5EF4-FFF2-40B4-BE49-F238E27FC236}">
                      <a16:creationId xmlns:a16="http://schemas.microsoft.com/office/drawing/2014/main" id="{C06731E4-9368-48D9-B8A8-BD8B04EEDBED}"/>
                    </a:ext>
                  </a:extLst>
                </p:cNvPr>
                <p:cNvSpPr/>
                <p:nvPr/>
              </p:nvSpPr>
              <p:spPr>
                <a:xfrm>
                  <a:off x="20438149" y="5656592"/>
                  <a:ext cx="220252" cy="205901"/>
                </a:xfrm>
                <a:custGeom>
                  <a:avLst/>
                  <a:gdLst>
                    <a:gd name="connsiteX0" fmla="*/ 102930 w 220252"/>
                    <a:gd name="connsiteY0" fmla="*/ 0 h 205901"/>
                    <a:gd name="connsiteX1" fmla="*/ 177202 w 220252"/>
                    <a:gd name="connsiteY1" fmla="*/ 61354 h 205901"/>
                    <a:gd name="connsiteX2" fmla="*/ 215952 w 220252"/>
                    <a:gd name="connsiteY2" fmla="*/ 106563 h 205901"/>
                    <a:gd name="connsiteX3" fmla="*/ 102527 w 220252"/>
                    <a:gd name="connsiteY3" fmla="*/ 189312 h 205901"/>
                    <a:gd name="connsiteX4" fmla="*/ 0 w 220252"/>
                    <a:gd name="connsiteY4" fmla="*/ 77500 h 205901"/>
                    <a:gd name="connsiteX5" fmla="*/ 102930 w 220252"/>
                    <a:gd name="connsiteY5" fmla="*/ 0 h 205901"/>
                    <a:gd name="connsiteX6" fmla="*/ 102930 w 220252"/>
                    <a:gd name="connsiteY6" fmla="*/ 0 h 205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0252" h="205901">
                      <a:moveTo>
                        <a:pt x="102930" y="0"/>
                      </a:moveTo>
                      <a:lnTo>
                        <a:pt x="177202" y="61354"/>
                      </a:lnTo>
                      <a:cubicBezTo>
                        <a:pt x="177202" y="61354"/>
                        <a:pt x="203035" y="82345"/>
                        <a:pt x="215952" y="106563"/>
                      </a:cubicBezTo>
                      <a:cubicBezTo>
                        <a:pt x="240171" y="151772"/>
                        <a:pt x="156616" y="243401"/>
                        <a:pt x="102527" y="189312"/>
                      </a:cubicBezTo>
                      <a:cubicBezTo>
                        <a:pt x="48437" y="135626"/>
                        <a:pt x="0" y="77500"/>
                        <a:pt x="0" y="77500"/>
                      </a:cubicBezTo>
                      <a:lnTo>
                        <a:pt x="102930" y="0"/>
                      </a:lnTo>
                      <a:lnTo>
                        <a:pt x="102930" y="0"/>
                      </a:lnTo>
                      <a:close/>
                    </a:path>
                  </a:pathLst>
                </a:custGeom>
                <a:solidFill>
                  <a:srgbClr val="F8BD8C"/>
                </a:solidFill>
                <a:ln w="4033" cap="flat">
                  <a:noFill/>
                  <a:prstDash val="solid"/>
                  <a:miter/>
                </a:ln>
              </p:spPr>
              <p:txBody>
                <a:bodyPr rtlCol="0" anchor="ctr"/>
                <a:lstStyle/>
                <a:p>
                  <a:endParaRPr lang="en-US"/>
                </a:p>
              </p:txBody>
            </p:sp>
            <p:sp>
              <p:nvSpPr>
                <p:cNvPr id="378" name="Freeform: Shape 377">
                  <a:extLst>
                    <a:ext uri="{FF2B5EF4-FFF2-40B4-BE49-F238E27FC236}">
                      <a16:creationId xmlns:a16="http://schemas.microsoft.com/office/drawing/2014/main" id="{E38B89DD-0C7C-4FCE-BA66-1F6A51F02D63}"/>
                    </a:ext>
                  </a:extLst>
                </p:cNvPr>
                <p:cNvSpPr/>
                <p:nvPr/>
              </p:nvSpPr>
              <p:spPr>
                <a:xfrm>
                  <a:off x="19826190" y="5208415"/>
                  <a:ext cx="768112" cy="596301"/>
                </a:xfrm>
                <a:custGeom>
                  <a:avLst/>
                  <a:gdLst>
                    <a:gd name="connsiteX0" fmla="*/ 494093 w 768112"/>
                    <a:gd name="connsiteY0" fmla="*/ 545053 h 596301"/>
                    <a:gd name="connsiteX1" fmla="*/ 38373 w 768112"/>
                    <a:gd name="connsiteY1" fmla="*/ 223749 h 596301"/>
                    <a:gd name="connsiteX2" fmla="*/ 4870 w 768112"/>
                    <a:gd name="connsiteY2" fmla="*/ 61886 h 596301"/>
                    <a:gd name="connsiteX3" fmla="*/ 169559 w 768112"/>
                    <a:gd name="connsiteY3" fmla="*/ 6182 h 596301"/>
                    <a:gd name="connsiteX4" fmla="*/ 762117 w 768112"/>
                    <a:gd name="connsiteY4" fmla="*/ 444948 h 596301"/>
                    <a:gd name="connsiteX5" fmla="*/ 623261 w 768112"/>
                    <a:gd name="connsiteY5" fmla="*/ 593491 h 596301"/>
                    <a:gd name="connsiteX6" fmla="*/ 494093 w 768112"/>
                    <a:gd name="connsiteY6" fmla="*/ 545053 h 596301"/>
                    <a:gd name="connsiteX7" fmla="*/ 494093 w 768112"/>
                    <a:gd name="connsiteY7" fmla="*/ 545053 h 596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112" h="596301">
                      <a:moveTo>
                        <a:pt x="494093" y="545053"/>
                      </a:moveTo>
                      <a:cubicBezTo>
                        <a:pt x="291865" y="443334"/>
                        <a:pt x="167945" y="406602"/>
                        <a:pt x="38373" y="223749"/>
                      </a:cubicBezTo>
                      <a:cubicBezTo>
                        <a:pt x="5274" y="177329"/>
                        <a:pt x="-8046" y="99828"/>
                        <a:pt x="4870" y="61886"/>
                      </a:cubicBezTo>
                      <a:cubicBezTo>
                        <a:pt x="20613" y="15062"/>
                        <a:pt x="89233" y="-13194"/>
                        <a:pt x="169559" y="6182"/>
                      </a:cubicBezTo>
                      <a:cubicBezTo>
                        <a:pt x="237372" y="22328"/>
                        <a:pt x="691074" y="377943"/>
                        <a:pt x="762117" y="444948"/>
                      </a:cubicBezTo>
                      <a:cubicBezTo>
                        <a:pt x="792793" y="473608"/>
                        <a:pt x="699551" y="618114"/>
                        <a:pt x="623261" y="593491"/>
                      </a:cubicBezTo>
                      <a:cubicBezTo>
                        <a:pt x="585318" y="581382"/>
                        <a:pt x="548585" y="572502"/>
                        <a:pt x="494093" y="545053"/>
                      </a:cubicBezTo>
                      <a:lnTo>
                        <a:pt x="494093" y="545053"/>
                      </a:lnTo>
                      <a:close/>
                    </a:path>
                  </a:pathLst>
                </a:custGeom>
                <a:solidFill>
                  <a:schemeClr val="accent6">
                    <a:lumMod val="75000"/>
                  </a:schemeClr>
                </a:solidFill>
                <a:ln w="4033" cap="flat">
                  <a:noFill/>
                  <a:prstDash val="solid"/>
                  <a:miter/>
                </a:ln>
              </p:spPr>
              <p:txBody>
                <a:bodyPr rtlCol="0" anchor="ctr"/>
                <a:lstStyle/>
                <a:p>
                  <a:endParaRPr lang="en-US"/>
                </a:p>
              </p:txBody>
            </p:sp>
          </p:grpSp>
          <p:sp>
            <p:nvSpPr>
              <p:cNvPr id="355" name="Freeform: Shape 354">
                <a:extLst>
                  <a:ext uri="{FF2B5EF4-FFF2-40B4-BE49-F238E27FC236}">
                    <a16:creationId xmlns:a16="http://schemas.microsoft.com/office/drawing/2014/main" id="{9A58DB7D-123B-456C-9D72-82166FF66CE0}"/>
                  </a:ext>
                </a:extLst>
              </p:cNvPr>
              <p:cNvSpPr/>
              <p:nvPr/>
            </p:nvSpPr>
            <p:spPr>
              <a:xfrm>
                <a:off x="20239553" y="4450085"/>
                <a:ext cx="640591" cy="408493"/>
              </a:xfrm>
              <a:custGeom>
                <a:avLst/>
                <a:gdLst>
                  <a:gd name="connsiteX0" fmla="*/ 640591 w 640591"/>
                  <a:gd name="connsiteY0" fmla="*/ 408493 h 408493"/>
                  <a:gd name="connsiteX1" fmla="*/ 0 w 640591"/>
                  <a:gd name="connsiteY1" fmla="*/ 408493 h 408493"/>
                  <a:gd name="connsiteX2" fmla="*/ 17761 w 640591"/>
                  <a:gd name="connsiteY2" fmla="*/ 0 h 408493"/>
                  <a:gd name="connsiteX3" fmla="*/ 602648 w 640591"/>
                  <a:gd name="connsiteY3" fmla="*/ 0 h 408493"/>
                  <a:gd name="connsiteX4" fmla="*/ 618794 w 640591"/>
                  <a:gd name="connsiteY4" fmla="*/ 6862 h 408493"/>
                  <a:gd name="connsiteX5" fmla="*/ 640591 w 640591"/>
                  <a:gd name="connsiteY5" fmla="*/ 408493 h 40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0591" h="408493">
                    <a:moveTo>
                      <a:pt x="640591" y="408493"/>
                    </a:moveTo>
                    <a:lnTo>
                      <a:pt x="0" y="408493"/>
                    </a:lnTo>
                    <a:lnTo>
                      <a:pt x="17761" y="0"/>
                    </a:lnTo>
                    <a:lnTo>
                      <a:pt x="602648" y="0"/>
                    </a:lnTo>
                    <a:cubicBezTo>
                      <a:pt x="607492" y="808"/>
                      <a:pt x="613144" y="2826"/>
                      <a:pt x="618794" y="6862"/>
                    </a:cubicBezTo>
                    <a:lnTo>
                      <a:pt x="640591" y="408493"/>
                    </a:lnTo>
                    <a:close/>
                  </a:path>
                </a:pathLst>
              </a:custGeom>
              <a:solidFill>
                <a:schemeClr val="accent6"/>
              </a:solidFill>
              <a:ln w="4033"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DE6163D8-6FAF-4E1D-BD8D-1E2AFF3F97A0}"/>
                  </a:ext>
                </a:extLst>
              </p:cNvPr>
              <p:cNvSpPr/>
              <p:nvPr/>
            </p:nvSpPr>
            <p:spPr>
              <a:xfrm>
                <a:off x="20261039" y="4358860"/>
                <a:ext cx="597991" cy="212722"/>
              </a:xfrm>
              <a:custGeom>
                <a:avLst/>
                <a:gdLst>
                  <a:gd name="connsiteX0" fmla="*/ 326863 w 597991"/>
                  <a:gd name="connsiteY0" fmla="*/ 404 h 212722"/>
                  <a:gd name="connsiteX1" fmla="*/ 347853 w 597991"/>
                  <a:gd name="connsiteY1" fmla="*/ 10091 h 212722"/>
                  <a:gd name="connsiteX2" fmla="*/ 391043 w 597991"/>
                  <a:gd name="connsiteY2" fmla="*/ 49649 h 212722"/>
                  <a:gd name="connsiteX3" fmla="*/ 593272 w 597991"/>
                  <a:gd name="connsiteY3" fmla="*/ 97683 h 212722"/>
                  <a:gd name="connsiteX4" fmla="*/ 597308 w 597991"/>
                  <a:gd name="connsiteY4" fmla="*/ 112215 h 212722"/>
                  <a:gd name="connsiteX5" fmla="*/ 572282 w 597991"/>
                  <a:gd name="connsiteY5" fmla="*/ 189715 h 212722"/>
                  <a:gd name="connsiteX6" fmla="*/ 559769 w 597991"/>
                  <a:gd name="connsiteY6" fmla="*/ 198999 h 212722"/>
                  <a:gd name="connsiteX7" fmla="*/ 32603 w 597991"/>
                  <a:gd name="connsiteY7" fmla="*/ 212723 h 212722"/>
                  <a:gd name="connsiteX8" fmla="*/ 19283 w 597991"/>
                  <a:gd name="connsiteY8" fmla="*/ 201825 h 212722"/>
                  <a:gd name="connsiteX9" fmla="*/ 311 w 597991"/>
                  <a:gd name="connsiteY9" fmla="*/ 108582 h 212722"/>
                  <a:gd name="connsiteX10" fmla="*/ 10806 w 597991"/>
                  <a:gd name="connsiteY10" fmla="*/ 92839 h 212722"/>
                  <a:gd name="connsiteX11" fmla="*/ 169440 w 597991"/>
                  <a:gd name="connsiteY11" fmla="*/ 49649 h 212722"/>
                  <a:gd name="connsiteX12" fmla="*/ 178724 w 597991"/>
                  <a:gd name="connsiteY12" fmla="*/ 39154 h 212722"/>
                  <a:gd name="connsiteX13" fmla="*/ 184375 w 597991"/>
                  <a:gd name="connsiteY13" fmla="*/ 12109 h 212722"/>
                  <a:gd name="connsiteX14" fmla="*/ 197696 w 597991"/>
                  <a:gd name="connsiteY14" fmla="*/ 0 h 212722"/>
                  <a:gd name="connsiteX15" fmla="*/ 326863 w 597991"/>
                  <a:gd name="connsiteY15" fmla="*/ 0 h 2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7991" h="212722">
                    <a:moveTo>
                      <a:pt x="326863" y="404"/>
                    </a:moveTo>
                    <a:cubicBezTo>
                      <a:pt x="338166" y="404"/>
                      <a:pt x="343413" y="0"/>
                      <a:pt x="347853" y="10091"/>
                    </a:cubicBezTo>
                    <a:cubicBezTo>
                      <a:pt x="352294" y="21797"/>
                      <a:pt x="357944" y="43594"/>
                      <a:pt x="391043" y="49649"/>
                    </a:cubicBezTo>
                    <a:cubicBezTo>
                      <a:pt x="447958" y="60144"/>
                      <a:pt x="550889" y="64180"/>
                      <a:pt x="593272" y="97683"/>
                    </a:cubicBezTo>
                    <a:cubicBezTo>
                      <a:pt x="597712" y="100912"/>
                      <a:pt x="598923" y="106967"/>
                      <a:pt x="597308" y="112215"/>
                    </a:cubicBezTo>
                    <a:lnTo>
                      <a:pt x="572282" y="189715"/>
                    </a:lnTo>
                    <a:cubicBezTo>
                      <a:pt x="570667" y="194963"/>
                      <a:pt x="565421" y="198999"/>
                      <a:pt x="559769" y="198999"/>
                    </a:cubicBezTo>
                    <a:lnTo>
                      <a:pt x="32603" y="212723"/>
                    </a:lnTo>
                    <a:cubicBezTo>
                      <a:pt x="26145" y="212723"/>
                      <a:pt x="20494" y="208283"/>
                      <a:pt x="19283" y="201825"/>
                    </a:cubicBezTo>
                    <a:lnTo>
                      <a:pt x="311" y="108582"/>
                    </a:lnTo>
                    <a:cubicBezTo>
                      <a:pt x="-1304" y="101316"/>
                      <a:pt x="3541" y="94454"/>
                      <a:pt x="10806" y="92839"/>
                    </a:cubicBezTo>
                    <a:cubicBezTo>
                      <a:pt x="41080" y="86381"/>
                      <a:pt x="116159" y="62162"/>
                      <a:pt x="169440" y="49649"/>
                    </a:cubicBezTo>
                    <a:cubicBezTo>
                      <a:pt x="175091" y="48438"/>
                      <a:pt x="177917" y="44805"/>
                      <a:pt x="178724" y="39154"/>
                    </a:cubicBezTo>
                    <a:lnTo>
                      <a:pt x="184375" y="12109"/>
                    </a:lnTo>
                    <a:cubicBezTo>
                      <a:pt x="185183" y="5248"/>
                      <a:pt x="190834" y="0"/>
                      <a:pt x="197696" y="0"/>
                    </a:cubicBezTo>
                    <a:lnTo>
                      <a:pt x="326863" y="0"/>
                    </a:lnTo>
                    <a:close/>
                  </a:path>
                </a:pathLst>
              </a:custGeom>
              <a:solidFill>
                <a:schemeClr val="accent6"/>
              </a:solidFill>
              <a:ln w="4033"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ABE55D13-943D-48CE-A97A-3DFCCA1A7513}"/>
                  </a:ext>
                </a:extLst>
              </p:cNvPr>
              <p:cNvSpPr/>
              <p:nvPr/>
            </p:nvSpPr>
            <p:spPr>
              <a:xfrm>
                <a:off x="20209684" y="4209106"/>
                <a:ext cx="116132" cy="247138"/>
              </a:xfrm>
              <a:custGeom>
                <a:avLst/>
                <a:gdLst>
                  <a:gd name="connsiteX0" fmla="*/ 113829 w 116132"/>
                  <a:gd name="connsiteY0" fmla="*/ 1211 h 247138"/>
                  <a:gd name="connsiteX1" fmla="*/ 115847 w 116132"/>
                  <a:gd name="connsiteY1" fmla="*/ 6055 h 247138"/>
                  <a:gd name="connsiteX2" fmla="*/ 114636 w 116132"/>
                  <a:gd name="connsiteY2" fmla="*/ 10091 h 247138"/>
                  <a:gd name="connsiteX3" fmla="*/ 112214 w 116132"/>
                  <a:gd name="connsiteY3" fmla="*/ 18568 h 247138"/>
                  <a:gd name="connsiteX4" fmla="*/ 106563 w 116132"/>
                  <a:gd name="connsiteY4" fmla="*/ 34714 h 247138"/>
                  <a:gd name="connsiteX5" fmla="*/ 93243 w 116132"/>
                  <a:gd name="connsiteY5" fmla="*/ 65795 h 247138"/>
                  <a:gd name="connsiteX6" fmla="*/ 64987 w 116132"/>
                  <a:gd name="connsiteY6" fmla="*/ 127150 h 247138"/>
                  <a:gd name="connsiteX7" fmla="*/ 49245 w 116132"/>
                  <a:gd name="connsiteY7" fmla="*/ 157020 h 247138"/>
                  <a:gd name="connsiteX8" fmla="*/ 40365 w 116132"/>
                  <a:gd name="connsiteY8" fmla="*/ 171551 h 247138"/>
                  <a:gd name="connsiteX9" fmla="*/ 31081 w 116132"/>
                  <a:gd name="connsiteY9" fmla="*/ 185679 h 247138"/>
                  <a:gd name="connsiteX10" fmla="*/ 4036 w 116132"/>
                  <a:gd name="connsiteY10" fmla="*/ 245418 h 247138"/>
                  <a:gd name="connsiteX11" fmla="*/ 4036 w 116132"/>
                  <a:gd name="connsiteY11" fmla="*/ 245418 h 247138"/>
                  <a:gd name="connsiteX12" fmla="*/ 1614 w 116132"/>
                  <a:gd name="connsiteY12" fmla="*/ 247033 h 247138"/>
                  <a:gd name="connsiteX13" fmla="*/ 0 w 116132"/>
                  <a:gd name="connsiteY13" fmla="*/ 245015 h 247138"/>
                  <a:gd name="connsiteX14" fmla="*/ 9284 w 116132"/>
                  <a:gd name="connsiteY14" fmla="*/ 211916 h 247138"/>
                  <a:gd name="connsiteX15" fmla="*/ 25430 w 116132"/>
                  <a:gd name="connsiteY15" fmla="*/ 181642 h 247138"/>
                  <a:gd name="connsiteX16" fmla="*/ 34714 w 116132"/>
                  <a:gd name="connsiteY16" fmla="*/ 167514 h 247138"/>
                  <a:gd name="connsiteX17" fmla="*/ 43190 w 116132"/>
                  <a:gd name="connsiteY17" fmla="*/ 152983 h 247138"/>
                  <a:gd name="connsiteX18" fmla="*/ 58125 w 116132"/>
                  <a:gd name="connsiteY18" fmla="*/ 123113 h 247138"/>
                  <a:gd name="connsiteX19" fmla="*/ 85573 w 116132"/>
                  <a:gd name="connsiteY19" fmla="*/ 61758 h 247138"/>
                  <a:gd name="connsiteX20" fmla="*/ 98490 w 116132"/>
                  <a:gd name="connsiteY20" fmla="*/ 30677 h 247138"/>
                  <a:gd name="connsiteX21" fmla="*/ 104141 w 116132"/>
                  <a:gd name="connsiteY21" fmla="*/ 14935 h 247138"/>
                  <a:gd name="connsiteX22" fmla="*/ 106563 w 116132"/>
                  <a:gd name="connsiteY22" fmla="*/ 7265 h 247138"/>
                  <a:gd name="connsiteX23" fmla="*/ 107371 w 116132"/>
                  <a:gd name="connsiteY23" fmla="*/ 3229 h 247138"/>
                  <a:gd name="connsiteX24" fmla="*/ 111004 w 116132"/>
                  <a:gd name="connsiteY24" fmla="*/ 0 h 247138"/>
                  <a:gd name="connsiteX25" fmla="*/ 111004 w 116132"/>
                  <a:gd name="connsiteY25" fmla="*/ 0 h 247138"/>
                  <a:gd name="connsiteX26" fmla="*/ 113829 w 116132"/>
                  <a:gd name="connsiteY26" fmla="*/ 1211 h 24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6132" h="247138">
                    <a:moveTo>
                      <a:pt x="113829" y="1211"/>
                    </a:moveTo>
                    <a:cubicBezTo>
                      <a:pt x="116654" y="3229"/>
                      <a:pt x="116251" y="4844"/>
                      <a:pt x="115847" y="6055"/>
                    </a:cubicBezTo>
                    <a:lnTo>
                      <a:pt x="114636" y="10091"/>
                    </a:lnTo>
                    <a:cubicBezTo>
                      <a:pt x="113829" y="12917"/>
                      <a:pt x="113022" y="15742"/>
                      <a:pt x="112214" y="18568"/>
                    </a:cubicBezTo>
                    <a:cubicBezTo>
                      <a:pt x="110599" y="24219"/>
                      <a:pt x="108581" y="29466"/>
                      <a:pt x="106563" y="34714"/>
                    </a:cubicBezTo>
                    <a:cubicBezTo>
                      <a:pt x="102527" y="45209"/>
                      <a:pt x="97683" y="55703"/>
                      <a:pt x="93243" y="65795"/>
                    </a:cubicBezTo>
                    <a:cubicBezTo>
                      <a:pt x="84362" y="86381"/>
                      <a:pt x="75079" y="106967"/>
                      <a:pt x="64987" y="127150"/>
                    </a:cubicBezTo>
                    <a:cubicBezTo>
                      <a:pt x="59740" y="137241"/>
                      <a:pt x="54896" y="147332"/>
                      <a:pt x="49245" y="157020"/>
                    </a:cubicBezTo>
                    <a:cubicBezTo>
                      <a:pt x="46420" y="161863"/>
                      <a:pt x="43594" y="166707"/>
                      <a:pt x="40365" y="171551"/>
                    </a:cubicBezTo>
                    <a:cubicBezTo>
                      <a:pt x="37136" y="176395"/>
                      <a:pt x="33906" y="180835"/>
                      <a:pt x="31081" y="185679"/>
                    </a:cubicBezTo>
                    <a:cubicBezTo>
                      <a:pt x="18971" y="204246"/>
                      <a:pt x="7265" y="223622"/>
                      <a:pt x="4036" y="245418"/>
                    </a:cubicBezTo>
                    <a:lnTo>
                      <a:pt x="4036" y="245418"/>
                    </a:lnTo>
                    <a:cubicBezTo>
                      <a:pt x="4036" y="246630"/>
                      <a:pt x="2825" y="247437"/>
                      <a:pt x="1614" y="247033"/>
                    </a:cubicBezTo>
                    <a:cubicBezTo>
                      <a:pt x="404" y="247033"/>
                      <a:pt x="0" y="245822"/>
                      <a:pt x="0" y="245015"/>
                    </a:cubicBezTo>
                    <a:cubicBezTo>
                      <a:pt x="807" y="233309"/>
                      <a:pt x="4440" y="222411"/>
                      <a:pt x="9284" y="211916"/>
                    </a:cubicBezTo>
                    <a:cubicBezTo>
                      <a:pt x="13724" y="201421"/>
                      <a:pt x="19375" y="191330"/>
                      <a:pt x="25430" y="181642"/>
                    </a:cubicBezTo>
                    <a:cubicBezTo>
                      <a:pt x="28255" y="176798"/>
                      <a:pt x="31484" y="171954"/>
                      <a:pt x="34714" y="167514"/>
                    </a:cubicBezTo>
                    <a:cubicBezTo>
                      <a:pt x="37539" y="162670"/>
                      <a:pt x="40365" y="158230"/>
                      <a:pt x="43190" y="152983"/>
                    </a:cubicBezTo>
                    <a:cubicBezTo>
                      <a:pt x="48438" y="143295"/>
                      <a:pt x="53281" y="133204"/>
                      <a:pt x="58125" y="123113"/>
                    </a:cubicBezTo>
                    <a:cubicBezTo>
                      <a:pt x="67813" y="102931"/>
                      <a:pt x="76693" y="82345"/>
                      <a:pt x="85573" y="61758"/>
                    </a:cubicBezTo>
                    <a:cubicBezTo>
                      <a:pt x="90013" y="51263"/>
                      <a:pt x="94454" y="41172"/>
                      <a:pt x="98490" y="30677"/>
                    </a:cubicBezTo>
                    <a:cubicBezTo>
                      <a:pt x="100508" y="25430"/>
                      <a:pt x="102527" y="20182"/>
                      <a:pt x="104141" y="14935"/>
                    </a:cubicBezTo>
                    <a:cubicBezTo>
                      <a:pt x="104949" y="12513"/>
                      <a:pt x="105756" y="9688"/>
                      <a:pt x="106563" y="7265"/>
                    </a:cubicBezTo>
                    <a:lnTo>
                      <a:pt x="107371" y="3229"/>
                    </a:lnTo>
                    <a:cubicBezTo>
                      <a:pt x="107371" y="2018"/>
                      <a:pt x="107774" y="404"/>
                      <a:pt x="111004" y="0"/>
                    </a:cubicBezTo>
                    <a:lnTo>
                      <a:pt x="111004" y="0"/>
                    </a:lnTo>
                    <a:cubicBezTo>
                      <a:pt x="111407" y="0"/>
                      <a:pt x="113022" y="404"/>
                      <a:pt x="113829" y="1211"/>
                    </a:cubicBezTo>
                    <a:close/>
                  </a:path>
                </a:pathLst>
              </a:custGeom>
              <a:solidFill>
                <a:srgbClr val="3D3C3B"/>
              </a:solidFill>
              <a:ln w="4033"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9ECD98B0-CCB7-468D-9BA1-EAE11D2DE2FE}"/>
                  </a:ext>
                </a:extLst>
              </p:cNvPr>
              <p:cNvSpPr/>
              <p:nvPr/>
            </p:nvSpPr>
            <p:spPr>
              <a:xfrm>
                <a:off x="20504838" y="4221160"/>
                <a:ext cx="73432" cy="25081"/>
              </a:xfrm>
              <a:custGeom>
                <a:avLst/>
                <a:gdLst>
                  <a:gd name="connsiteX0" fmla="*/ 28572 w 73432"/>
                  <a:gd name="connsiteY0" fmla="*/ 25082 h 25081"/>
                  <a:gd name="connsiteX1" fmla="*/ 1931 w 73432"/>
                  <a:gd name="connsiteY1" fmla="*/ 20238 h 25081"/>
                  <a:gd name="connsiteX2" fmla="*/ 317 w 73432"/>
                  <a:gd name="connsiteY2" fmla="*/ 15798 h 25081"/>
                  <a:gd name="connsiteX3" fmla="*/ 4757 w 73432"/>
                  <a:gd name="connsiteY3" fmla="*/ 13780 h 25081"/>
                  <a:gd name="connsiteX4" fmla="*/ 67323 w 73432"/>
                  <a:gd name="connsiteY4" fmla="*/ 1267 h 25081"/>
                  <a:gd name="connsiteX5" fmla="*/ 72166 w 73432"/>
                  <a:gd name="connsiteY5" fmla="*/ 863 h 25081"/>
                  <a:gd name="connsiteX6" fmla="*/ 72569 w 73432"/>
                  <a:gd name="connsiteY6" fmla="*/ 5707 h 25081"/>
                  <a:gd name="connsiteX7" fmla="*/ 28572 w 73432"/>
                  <a:gd name="connsiteY7" fmla="*/ 25082 h 25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432" h="25081">
                    <a:moveTo>
                      <a:pt x="28572" y="25082"/>
                    </a:moveTo>
                    <a:cubicBezTo>
                      <a:pt x="13637" y="25082"/>
                      <a:pt x="1931" y="20238"/>
                      <a:pt x="1931" y="20238"/>
                    </a:cubicBezTo>
                    <a:cubicBezTo>
                      <a:pt x="317" y="19431"/>
                      <a:pt x="-490" y="17412"/>
                      <a:pt x="317" y="15798"/>
                    </a:cubicBezTo>
                    <a:cubicBezTo>
                      <a:pt x="1124" y="14184"/>
                      <a:pt x="3142" y="13376"/>
                      <a:pt x="4757" y="13780"/>
                    </a:cubicBezTo>
                    <a:cubicBezTo>
                      <a:pt x="6371" y="14587"/>
                      <a:pt x="42700" y="29522"/>
                      <a:pt x="67323" y="1267"/>
                    </a:cubicBezTo>
                    <a:cubicBezTo>
                      <a:pt x="68533" y="-348"/>
                      <a:pt x="70551" y="-348"/>
                      <a:pt x="72166" y="863"/>
                    </a:cubicBezTo>
                    <a:cubicBezTo>
                      <a:pt x="73781" y="2074"/>
                      <a:pt x="73781" y="4092"/>
                      <a:pt x="72569" y="5707"/>
                    </a:cubicBezTo>
                    <a:cubicBezTo>
                      <a:pt x="58442" y="21045"/>
                      <a:pt x="41893" y="25082"/>
                      <a:pt x="28572" y="25082"/>
                    </a:cubicBezTo>
                    <a:close/>
                  </a:path>
                </a:pathLst>
              </a:custGeom>
              <a:solidFill>
                <a:srgbClr val="3D3C3B"/>
              </a:solidFill>
              <a:ln w="4033"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178E9A62-DC3A-425E-9B24-BF8146AE2F95}"/>
                  </a:ext>
                </a:extLst>
              </p:cNvPr>
              <p:cNvSpPr/>
              <p:nvPr/>
            </p:nvSpPr>
            <p:spPr>
              <a:xfrm>
                <a:off x="20523723" y="4119900"/>
                <a:ext cx="6157" cy="37135"/>
              </a:xfrm>
              <a:custGeom>
                <a:avLst/>
                <a:gdLst>
                  <a:gd name="connsiteX0" fmla="*/ 2018 w 6157"/>
                  <a:gd name="connsiteY0" fmla="*/ 37136 h 37135"/>
                  <a:gd name="connsiteX1" fmla="*/ 2018 w 6157"/>
                  <a:gd name="connsiteY1" fmla="*/ 37136 h 37135"/>
                  <a:gd name="connsiteX2" fmla="*/ 0 w 6157"/>
                  <a:gd name="connsiteY2" fmla="*/ 34714 h 37135"/>
                  <a:gd name="connsiteX3" fmla="*/ 2018 w 6157"/>
                  <a:gd name="connsiteY3" fmla="*/ 2018 h 37135"/>
                  <a:gd name="connsiteX4" fmla="*/ 4036 w 6157"/>
                  <a:gd name="connsiteY4" fmla="*/ 0 h 37135"/>
                  <a:gd name="connsiteX5" fmla="*/ 4036 w 6157"/>
                  <a:gd name="connsiteY5" fmla="*/ 0 h 37135"/>
                  <a:gd name="connsiteX6" fmla="*/ 6055 w 6157"/>
                  <a:gd name="connsiteY6" fmla="*/ 2018 h 37135"/>
                  <a:gd name="connsiteX7" fmla="*/ 4036 w 6157"/>
                  <a:gd name="connsiteY7" fmla="*/ 35521 h 37135"/>
                  <a:gd name="connsiteX8" fmla="*/ 2018 w 6157"/>
                  <a:gd name="connsiteY8" fmla="*/ 37136 h 3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57" h="37135">
                    <a:moveTo>
                      <a:pt x="2018" y="37136"/>
                    </a:moveTo>
                    <a:cubicBezTo>
                      <a:pt x="1614" y="37136"/>
                      <a:pt x="1614" y="37136"/>
                      <a:pt x="2018" y="37136"/>
                    </a:cubicBezTo>
                    <a:cubicBezTo>
                      <a:pt x="403" y="36732"/>
                      <a:pt x="0" y="35924"/>
                      <a:pt x="0" y="34714"/>
                    </a:cubicBezTo>
                    <a:cubicBezTo>
                      <a:pt x="1614" y="24623"/>
                      <a:pt x="2421" y="16953"/>
                      <a:pt x="2018" y="2018"/>
                    </a:cubicBezTo>
                    <a:cubicBezTo>
                      <a:pt x="2018" y="807"/>
                      <a:pt x="2825" y="0"/>
                      <a:pt x="4036" y="0"/>
                    </a:cubicBezTo>
                    <a:cubicBezTo>
                      <a:pt x="4036" y="0"/>
                      <a:pt x="4036" y="0"/>
                      <a:pt x="4036" y="0"/>
                    </a:cubicBezTo>
                    <a:cubicBezTo>
                      <a:pt x="5247" y="0"/>
                      <a:pt x="6055" y="807"/>
                      <a:pt x="6055" y="2018"/>
                    </a:cubicBezTo>
                    <a:cubicBezTo>
                      <a:pt x="6458" y="16953"/>
                      <a:pt x="5651" y="25026"/>
                      <a:pt x="4036" y="35521"/>
                    </a:cubicBezTo>
                    <a:cubicBezTo>
                      <a:pt x="3632" y="36328"/>
                      <a:pt x="2825" y="37136"/>
                      <a:pt x="2018" y="37136"/>
                    </a:cubicBezTo>
                    <a:close/>
                  </a:path>
                </a:pathLst>
              </a:custGeom>
              <a:solidFill>
                <a:srgbClr val="3D3C3B"/>
              </a:solidFill>
              <a:ln w="4033" cap="flat">
                <a:noFill/>
                <a:prstDash val="solid"/>
                <a:miter/>
              </a:ln>
            </p:spPr>
            <p:txBody>
              <a:bodyPr rtlCol="0" anchor="ctr"/>
              <a:lstStyle/>
              <a:p>
                <a:endParaRPr lang="en-US"/>
              </a:p>
            </p:txBody>
          </p:sp>
          <p:sp>
            <p:nvSpPr>
              <p:cNvPr id="361" name="Freeform: Shape 360">
                <a:extLst>
                  <a:ext uri="{FF2B5EF4-FFF2-40B4-BE49-F238E27FC236}">
                    <a16:creationId xmlns:a16="http://schemas.microsoft.com/office/drawing/2014/main" id="{6B399B9C-C4F6-48A0-A9E7-E468237D6326}"/>
                  </a:ext>
                </a:extLst>
              </p:cNvPr>
              <p:cNvSpPr/>
              <p:nvPr/>
            </p:nvSpPr>
            <p:spPr>
              <a:xfrm>
                <a:off x="20383065" y="3149533"/>
                <a:ext cx="315841" cy="434724"/>
              </a:xfrm>
              <a:custGeom>
                <a:avLst/>
                <a:gdLst>
                  <a:gd name="connsiteX0" fmla="*/ 315841 w 315841"/>
                  <a:gd name="connsiteY0" fmla="*/ 157821 h 434724"/>
                  <a:gd name="connsiteX1" fmla="*/ 146713 w 315841"/>
                  <a:gd name="connsiteY1" fmla="*/ 398 h 434724"/>
                  <a:gd name="connsiteX2" fmla="*/ 592 w 315841"/>
                  <a:gd name="connsiteY2" fmla="*/ 144097 h 434724"/>
                  <a:gd name="connsiteX3" fmla="*/ 34498 w 315841"/>
                  <a:gd name="connsiteY3" fmla="*/ 256311 h 434724"/>
                  <a:gd name="connsiteX4" fmla="*/ 72441 w 315841"/>
                  <a:gd name="connsiteY4" fmla="*/ 361664 h 434724"/>
                  <a:gd name="connsiteX5" fmla="*/ 72441 w 315841"/>
                  <a:gd name="connsiteY5" fmla="*/ 396377 h 434724"/>
                  <a:gd name="connsiteX6" fmla="*/ 110787 w 315841"/>
                  <a:gd name="connsiteY6" fmla="*/ 434724 h 434724"/>
                  <a:gd name="connsiteX7" fmla="*/ 204838 w 315841"/>
                  <a:gd name="connsiteY7" fmla="*/ 434724 h 434724"/>
                  <a:gd name="connsiteX8" fmla="*/ 243185 w 315841"/>
                  <a:gd name="connsiteY8" fmla="*/ 396377 h 434724"/>
                  <a:gd name="connsiteX9" fmla="*/ 243185 w 315841"/>
                  <a:gd name="connsiteY9" fmla="*/ 361664 h 434724"/>
                  <a:gd name="connsiteX10" fmla="*/ 281127 w 315841"/>
                  <a:gd name="connsiteY10" fmla="*/ 256311 h 434724"/>
                  <a:gd name="connsiteX11" fmla="*/ 315841 w 315841"/>
                  <a:gd name="connsiteY11" fmla="*/ 157821 h 434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5841" h="434724">
                    <a:moveTo>
                      <a:pt x="315841" y="157821"/>
                    </a:moveTo>
                    <a:cubicBezTo>
                      <a:pt x="315841" y="67000"/>
                      <a:pt x="239148" y="-6061"/>
                      <a:pt x="146713" y="398"/>
                    </a:cubicBezTo>
                    <a:cubicBezTo>
                      <a:pt x="69615" y="5645"/>
                      <a:pt x="7050" y="67403"/>
                      <a:pt x="592" y="144097"/>
                    </a:cubicBezTo>
                    <a:cubicBezTo>
                      <a:pt x="-3041" y="186480"/>
                      <a:pt x="10279" y="226038"/>
                      <a:pt x="34498" y="256311"/>
                    </a:cubicBezTo>
                    <a:cubicBezTo>
                      <a:pt x="58717" y="286585"/>
                      <a:pt x="72441" y="323317"/>
                      <a:pt x="72441" y="361664"/>
                    </a:cubicBezTo>
                    <a:lnTo>
                      <a:pt x="72441" y="396377"/>
                    </a:lnTo>
                    <a:cubicBezTo>
                      <a:pt x="72441" y="417367"/>
                      <a:pt x="89394" y="434724"/>
                      <a:pt x="110787" y="434724"/>
                    </a:cubicBezTo>
                    <a:lnTo>
                      <a:pt x="204838" y="434724"/>
                    </a:lnTo>
                    <a:cubicBezTo>
                      <a:pt x="225828" y="434724"/>
                      <a:pt x="243185" y="417771"/>
                      <a:pt x="243185" y="396377"/>
                    </a:cubicBezTo>
                    <a:lnTo>
                      <a:pt x="243185" y="361664"/>
                    </a:lnTo>
                    <a:cubicBezTo>
                      <a:pt x="243185" y="323317"/>
                      <a:pt x="257312" y="286585"/>
                      <a:pt x="281127" y="256311"/>
                    </a:cubicBezTo>
                    <a:cubicBezTo>
                      <a:pt x="302925" y="229267"/>
                      <a:pt x="315841" y="195360"/>
                      <a:pt x="315841" y="157821"/>
                    </a:cubicBezTo>
                    <a:close/>
                  </a:path>
                </a:pathLst>
              </a:custGeom>
              <a:solidFill>
                <a:schemeClr val="accent3"/>
              </a:solidFill>
              <a:ln w="4033" cap="flat">
                <a:noFill/>
                <a:prstDash val="solid"/>
                <a:miter/>
              </a:ln>
            </p:spPr>
            <p:txBody>
              <a:bodyPr rtlCol="0" anchor="ctr"/>
              <a:lstStyle/>
              <a:p>
                <a:endParaRPr lang="en-US"/>
              </a:p>
            </p:txBody>
          </p:sp>
          <p:sp>
            <p:nvSpPr>
              <p:cNvPr id="362" name="Freeform: Shape 361">
                <a:extLst>
                  <a:ext uri="{FF2B5EF4-FFF2-40B4-BE49-F238E27FC236}">
                    <a16:creationId xmlns:a16="http://schemas.microsoft.com/office/drawing/2014/main" id="{5CE7FF8D-854E-44E8-9786-59FA25A4C79A}"/>
                  </a:ext>
                </a:extLst>
              </p:cNvPr>
              <p:cNvSpPr/>
              <p:nvPr/>
            </p:nvSpPr>
            <p:spPr>
              <a:xfrm>
                <a:off x="20463983" y="3603229"/>
                <a:ext cx="154193" cy="65391"/>
              </a:xfrm>
              <a:custGeom>
                <a:avLst/>
                <a:gdLst>
                  <a:gd name="connsiteX0" fmla="*/ 140066 w 154193"/>
                  <a:gd name="connsiteY0" fmla="*/ 65391 h 65391"/>
                  <a:gd name="connsiteX1" fmla="*/ 14128 w 154193"/>
                  <a:gd name="connsiteY1" fmla="*/ 65391 h 65391"/>
                  <a:gd name="connsiteX2" fmla="*/ 0 w 154193"/>
                  <a:gd name="connsiteY2" fmla="*/ 51264 h 65391"/>
                  <a:gd name="connsiteX3" fmla="*/ 0 w 154193"/>
                  <a:gd name="connsiteY3" fmla="*/ 14128 h 65391"/>
                  <a:gd name="connsiteX4" fmla="*/ 14128 w 154193"/>
                  <a:gd name="connsiteY4" fmla="*/ 0 h 65391"/>
                  <a:gd name="connsiteX5" fmla="*/ 140066 w 154193"/>
                  <a:gd name="connsiteY5" fmla="*/ 0 h 65391"/>
                  <a:gd name="connsiteX6" fmla="*/ 154194 w 154193"/>
                  <a:gd name="connsiteY6" fmla="*/ 14128 h 65391"/>
                  <a:gd name="connsiteX7" fmla="*/ 154194 w 154193"/>
                  <a:gd name="connsiteY7" fmla="*/ 51264 h 65391"/>
                  <a:gd name="connsiteX8" fmla="*/ 140066 w 154193"/>
                  <a:gd name="connsiteY8" fmla="*/ 65391 h 65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193" h="65391">
                    <a:moveTo>
                      <a:pt x="140066" y="65391"/>
                    </a:moveTo>
                    <a:lnTo>
                      <a:pt x="14128" y="65391"/>
                    </a:lnTo>
                    <a:cubicBezTo>
                      <a:pt x="6458" y="65391"/>
                      <a:pt x="0" y="59336"/>
                      <a:pt x="0" y="51264"/>
                    </a:cubicBezTo>
                    <a:lnTo>
                      <a:pt x="0" y="14128"/>
                    </a:lnTo>
                    <a:cubicBezTo>
                      <a:pt x="0" y="6459"/>
                      <a:pt x="6055" y="0"/>
                      <a:pt x="14128" y="0"/>
                    </a:cubicBezTo>
                    <a:lnTo>
                      <a:pt x="140066" y="0"/>
                    </a:lnTo>
                    <a:cubicBezTo>
                      <a:pt x="147735" y="0"/>
                      <a:pt x="154194" y="6055"/>
                      <a:pt x="154194" y="14128"/>
                    </a:cubicBezTo>
                    <a:lnTo>
                      <a:pt x="154194" y="51264"/>
                    </a:lnTo>
                    <a:cubicBezTo>
                      <a:pt x="153790" y="59336"/>
                      <a:pt x="147735" y="65391"/>
                      <a:pt x="140066" y="65391"/>
                    </a:cubicBezTo>
                    <a:close/>
                  </a:path>
                </a:pathLst>
              </a:custGeom>
              <a:solidFill>
                <a:schemeClr val="accent3">
                  <a:lumMod val="75000"/>
                </a:schemeClr>
              </a:solidFill>
              <a:ln w="4033" cap="flat">
                <a:noFill/>
                <a:prstDash val="solid"/>
                <a:miter/>
              </a:ln>
            </p:spPr>
            <p:txBody>
              <a:bodyPr rtlCol="0" anchor="ctr"/>
              <a:lstStyle/>
              <a:p>
                <a:endParaRPr lang="en-US"/>
              </a:p>
            </p:txBody>
          </p:sp>
          <p:sp>
            <p:nvSpPr>
              <p:cNvPr id="363" name="Freeform: Shape 362">
                <a:extLst>
                  <a:ext uri="{FF2B5EF4-FFF2-40B4-BE49-F238E27FC236}">
                    <a16:creationId xmlns:a16="http://schemas.microsoft.com/office/drawing/2014/main" id="{EB43EBD8-9FC9-4D38-9BCF-BF6718452D0D}"/>
                  </a:ext>
                </a:extLst>
              </p:cNvPr>
              <p:cNvSpPr/>
              <p:nvPr/>
            </p:nvSpPr>
            <p:spPr>
              <a:xfrm>
                <a:off x="20517415" y="3234277"/>
                <a:ext cx="50576" cy="287010"/>
              </a:xfrm>
              <a:custGeom>
                <a:avLst/>
                <a:gdLst>
                  <a:gd name="connsiteX0" fmla="*/ 31334 w 50576"/>
                  <a:gd name="connsiteY0" fmla="*/ 287011 h 287010"/>
                  <a:gd name="connsiteX1" fmla="*/ 25279 w 50576"/>
                  <a:gd name="connsiteY1" fmla="*/ 284185 h 287010"/>
                  <a:gd name="connsiteX2" fmla="*/ 4693 w 50576"/>
                  <a:gd name="connsiteY2" fmla="*/ 199015 h 287010"/>
                  <a:gd name="connsiteX3" fmla="*/ 20031 w 50576"/>
                  <a:gd name="connsiteY3" fmla="*/ 177218 h 287010"/>
                  <a:gd name="connsiteX4" fmla="*/ 32141 w 50576"/>
                  <a:gd name="connsiteY4" fmla="*/ 160669 h 287010"/>
                  <a:gd name="connsiteX5" fmla="*/ 17206 w 50576"/>
                  <a:gd name="connsiteY5" fmla="*/ 97699 h 287010"/>
                  <a:gd name="connsiteX6" fmla="*/ 9940 w 50576"/>
                  <a:gd name="connsiteY6" fmla="*/ 83168 h 287010"/>
                  <a:gd name="connsiteX7" fmla="*/ 253 w 50576"/>
                  <a:gd name="connsiteY7" fmla="*/ 38767 h 287010"/>
                  <a:gd name="connsiteX8" fmla="*/ 29316 w 50576"/>
                  <a:gd name="connsiteY8" fmla="*/ 420 h 287010"/>
                  <a:gd name="connsiteX9" fmla="*/ 35370 w 50576"/>
                  <a:gd name="connsiteY9" fmla="*/ 1227 h 287010"/>
                  <a:gd name="connsiteX10" fmla="*/ 39407 w 50576"/>
                  <a:gd name="connsiteY10" fmla="*/ 6071 h 287010"/>
                  <a:gd name="connsiteX11" fmla="*/ 38600 w 50576"/>
                  <a:gd name="connsiteY11" fmla="*/ 12126 h 287010"/>
                  <a:gd name="connsiteX12" fmla="*/ 33755 w 50576"/>
                  <a:gd name="connsiteY12" fmla="*/ 16162 h 287010"/>
                  <a:gd name="connsiteX13" fmla="*/ 15995 w 50576"/>
                  <a:gd name="connsiteY13" fmla="*/ 40785 h 287010"/>
                  <a:gd name="connsiteX14" fmla="*/ 24472 w 50576"/>
                  <a:gd name="connsiteY14" fmla="*/ 76710 h 287010"/>
                  <a:gd name="connsiteX15" fmla="*/ 31334 w 50576"/>
                  <a:gd name="connsiteY15" fmla="*/ 90838 h 287010"/>
                  <a:gd name="connsiteX16" fmla="*/ 46673 w 50576"/>
                  <a:gd name="connsiteY16" fmla="*/ 167531 h 287010"/>
                  <a:gd name="connsiteX17" fmla="*/ 31737 w 50576"/>
                  <a:gd name="connsiteY17" fmla="*/ 188520 h 287010"/>
                  <a:gd name="connsiteX18" fmla="*/ 19224 w 50576"/>
                  <a:gd name="connsiteY18" fmla="*/ 205878 h 287010"/>
                  <a:gd name="connsiteX19" fmla="*/ 37389 w 50576"/>
                  <a:gd name="connsiteY19" fmla="*/ 274498 h 287010"/>
                  <a:gd name="connsiteX20" fmla="*/ 39407 w 50576"/>
                  <a:gd name="connsiteY20" fmla="*/ 280553 h 287010"/>
                  <a:gd name="connsiteX21" fmla="*/ 36581 w 50576"/>
                  <a:gd name="connsiteY21" fmla="*/ 286204 h 287010"/>
                  <a:gd name="connsiteX22" fmla="*/ 31334 w 50576"/>
                  <a:gd name="connsiteY22" fmla="*/ 287011 h 287010"/>
                  <a:gd name="connsiteX23" fmla="*/ 34563 w 50576"/>
                  <a:gd name="connsiteY23" fmla="*/ 276516 h 287010"/>
                  <a:gd name="connsiteX24" fmla="*/ 34563 w 50576"/>
                  <a:gd name="connsiteY24" fmla="*/ 276516 h 287010"/>
                  <a:gd name="connsiteX25" fmla="*/ 34563 w 50576"/>
                  <a:gd name="connsiteY25" fmla="*/ 276516 h 287010"/>
                  <a:gd name="connsiteX26" fmla="*/ 30527 w 50576"/>
                  <a:gd name="connsiteY26" fmla="*/ 4053 h 287010"/>
                  <a:gd name="connsiteX27" fmla="*/ 30527 w 50576"/>
                  <a:gd name="connsiteY27" fmla="*/ 4053 h 287010"/>
                  <a:gd name="connsiteX28" fmla="*/ 30527 w 50576"/>
                  <a:gd name="connsiteY28" fmla="*/ 4053 h 287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0576" h="287010">
                    <a:moveTo>
                      <a:pt x="31334" y="287011"/>
                    </a:moveTo>
                    <a:cubicBezTo>
                      <a:pt x="28912" y="287011"/>
                      <a:pt x="26893" y="285800"/>
                      <a:pt x="25279" y="284185"/>
                    </a:cubicBezTo>
                    <a:cubicBezTo>
                      <a:pt x="9536" y="265618"/>
                      <a:pt x="-6206" y="226060"/>
                      <a:pt x="4693" y="199015"/>
                    </a:cubicBezTo>
                    <a:cubicBezTo>
                      <a:pt x="8326" y="190135"/>
                      <a:pt x="14381" y="183273"/>
                      <a:pt x="20031" y="177218"/>
                    </a:cubicBezTo>
                    <a:cubicBezTo>
                      <a:pt x="24875" y="171567"/>
                      <a:pt x="29719" y="166724"/>
                      <a:pt x="32141" y="160669"/>
                    </a:cubicBezTo>
                    <a:cubicBezTo>
                      <a:pt x="40214" y="141294"/>
                      <a:pt x="28104" y="118286"/>
                      <a:pt x="17206" y="97699"/>
                    </a:cubicBezTo>
                    <a:cubicBezTo>
                      <a:pt x="14381" y="92452"/>
                      <a:pt x="11958" y="87608"/>
                      <a:pt x="9940" y="83168"/>
                    </a:cubicBezTo>
                    <a:cubicBezTo>
                      <a:pt x="5097" y="72270"/>
                      <a:pt x="-1362" y="56124"/>
                      <a:pt x="253" y="38767"/>
                    </a:cubicBezTo>
                    <a:cubicBezTo>
                      <a:pt x="1867" y="23428"/>
                      <a:pt x="11554" y="5667"/>
                      <a:pt x="29316" y="420"/>
                    </a:cubicBezTo>
                    <a:cubicBezTo>
                      <a:pt x="31334" y="-387"/>
                      <a:pt x="33755" y="16"/>
                      <a:pt x="35370" y="1227"/>
                    </a:cubicBezTo>
                    <a:cubicBezTo>
                      <a:pt x="37389" y="2438"/>
                      <a:pt x="38600" y="4053"/>
                      <a:pt x="39407" y="6071"/>
                    </a:cubicBezTo>
                    <a:cubicBezTo>
                      <a:pt x="40214" y="8089"/>
                      <a:pt x="39810" y="10511"/>
                      <a:pt x="38600" y="12126"/>
                    </a:cubicBezTo>
                    <a:cubicBezTo>
                      <a:pt x="37389" y="14144"/>
                      <a:pt x="35773" y="15355"/>
                      <a:pt x="33755" y="16162"/>
                    </a:cubicBezTo>
                    <a:cubicBezTo>
                      <a:pt x="24875" y="18988"/>
                      <a:pt x="17206" y="29079"/>
                      <a:pt x="15995" y="40785"/>
                    </a:cubicBezTo>
                    <a:cubicBezTo>
                      <a:pt x="14784" y="54105"/>
                      <a:pt x="20031" y="67829"/>
                      <a:pt x="24472" y="76710"/>
                    </a:cubicBezTo>
                    <a:cubicBezTo>
                      <a:pt x="26490" y="81150"/>
                      <a:pt x="28912" y="85590"/>
                      <a:pt x="31334" y="90838"/>
                    </a:cubicBezTo>
                    <a:cubicBezTo>
                      <a:pt x="43443" y="114249"/>
                      <a:pt x="57571" y="141294"/>
                      <a:pt x="46673" y="167531"/>
                    </a:cubicBezTo>
                    <a:cubicBezTo>
                      <a:pt x="43039" y="176007"/>
                      <a:pt x="36985" y="182869"/>
                      <a:pt x="31737" y="188520"/>
                    </a:cubicBezTo>
                    <a:cubicBezTo>
                      <a:pt x="26893" y="193768"/>
                      <a:pt x="21646" y="199419"/>
                      <a:pt x="19224" y="205878"/>
                    </a:cubicBezTo>
                    <a:cubicBezTo>
                      <a:pt x="11151" y="225253"/>
                      <a:pt x="24875" y="259563"/>
                      <a:pt x="37389" y="274498"/>
                    </a:cubicBezTo>
                    <a:cubicBezTo>
                      <a:pt x="38600" y="276112"/>
                      <a:pt x="39407" y="278131"/>
                      <a:pt x="39407" y="280553"/>
                    </a:cubicBezTo>
                    <a:cubicBezTo>
                      <a:pt x="39407" y="282571"/>
                      <a:pt x="38196" y="284589"/>
                      <a:pt x="36581" y="286204"/>
                    </a:cubicBezTo>
                    <a:cubicBezTo>
                      <a:pt x="35370" y="286204"/>
                      <a:pt x="33352" y="287011"/>
                      <a:pt x="31334" y="287011"/>
                    </a:cubicBezTo>
                    <a:close/>
                    <a:moveTo>
                      <a:pt x="34563" y="276516"/>
                    </a:moveTo>
                    <a:cubicBezTo>
                      <a:pt x="34563" y="276516"/>
                      <a:pt x="34563" y="276516"/>
                      <a:pt x="34563" y="276516"/>
                    </a:cubicBezTo>
                    <a:cubicBezTo>
                      <a:pt x="34563" y="276516"/>
                      <a:pt x="34563" y="276516"/>
                      <a:pt x="34563" y="276516"/>
                    </a:cubicBezTo>
                    <a:close/>
                    <a:moveTo>
                      <a:pt x="30527" y="4053"/>
                    </a:moveTo>
                    <a:cubicBezTo>
                      <a:pt x="30527" y="4053"/>
                      <a:pt x="30123" y="4053"/>
                      <a:pt x="30527" y="4053"/>
                    </a:cubicBezTo>
                    <a:cubicBezTo>
                      <a:pt x="30123" y="4053"/>
                      <a:pt x="30527" y="4053"/>
                      <a:pt x="30527" y="4053"/>
                    </a:cubicBezTo>
                    <a:close/>
                  </a:path>
                </a:pathLst>
              </a:custGeom>
              <a:solidFill>
                <a:schemeClr val="accent3">
                  <a:lumMod val="20000"/>
                  <a:lumOff val="80000"/>
                </a:schemeClr>
              </a:solidFill>
              <a:ln w="4033"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904660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6C3F98DE-B45B-411D-A321-9C8CA5AAA651}"/>
              </a:ext>
            </a:extLst>
          </p:cNvPr>
          <p:cNvSpPr/>
          <p:nvPr/>
        </p:nvSpPr>
        <p:spPr>
          <a:xfrm>
            <a:off x="1001977" y="575310"/>
            <a:ext cx="209751" cy="690880"/>
          </a:xfrm>
          <a:prstGeom prst="rect">
            <a:avLst/>
          </a:prstGeom>
          <a:gradFill flip="none" rotWithShape="1">
            <a:gsLst>
              <a:gs pos="0">
                <a:schemeClr val="accent1">
                  <a:alpha val="50000"/>
                </a:schemeClr>
              </a:gs>
              <a:gs pos="100000">
                <a:schemeClr val="accent2">
                  <a:alpha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45F48EBF-6349-428E-8F05-AF3B6A98844A}"/>
              </a:ext>
            </a:extLst>
          </p:cNvPr>
          <p:cNvSpPr txBox="1"/>
          <p:nvPr/>
        </p:nvSpPr>
        <p:spPr>
          <a:xfrm>
            <a:off x="1279927" y="694236"/>
            <a:ext cx="3949298" cy="646331"/>
          </a:xfrm>
          <a:prstGeom prst="rect">
            <a:avLst/>
          </a:prstGeom>
          <a:noFill/>
        </p:spPr>
        <p:txBody>
          <a:bodyPr wrap="square" rtlCol="0">
            <a:spAutoFit/>
          </a:bodyPr>
          <a:lstStyle/>
          <a:p>
            <a:r>
              <a:rPr lang="en-US" sz="3600" b="1" dirty="0">
                <a:solidFill>
                  <a:schemeClr val="bg2"/>
                </a:solidFill>
                <a:latin typeface="Roboto" panose="02000000000000000000" pitchFamily="2" charset="0"/>
                <a:ea typeface="Roboto" panose="02000000000000000000" pitchFamily="2" charset="0"/>
              </a:rPr>
              <a:t>Section Content</a:t>
            </a:r>
          </a:p>
        </p:txBody>
      </p:sp>
      <p:sp>
        <p:nvSpPr>
          <p:cNvPr id="7" name="TextBox 6">
            <a:extLst>
              <a:ext uri="{FF2B5EF4-FFF2-40B4-BE49-F238E27FC236}">
                <a16:creationId xmlns:a16="http://schemas.microsoft.com/office/drawing/2014/main" id="{ACC5C17A-E5E4-48D7-B372-9AD52408D37B}"/>
              </a:ext>
            </a:extLst>
          </p:cNvPr>
          <p:cNvSpPr txBox="1"/>
          <p:nvPr/>
        </p:nvSpPr>
        <p:spPr>
          <a:xfrm>
            <a:off x="1003702" y="694236"/>
            <a:ext cx="4340458" cy="646331"/>
          </a:xfrm>
          <a:prstGeom prst="rect">
            <a:avLst/>
          </a:prstGeom>
          <a:noFill/>
        </p:spPr>
        <p:txBody>
          <a:bodyPr wrap="square" rtlCol="0">
            <a:spAutoFit/>
          </a:bodyPr>
          <a:lstStyle/>
          <a:p>
            <a:r>
              <a:rPr lang="en-US" sz="3600" b="1" dirty="0">
                <a:latin typeface="Roboto" panose="02000000000000000000" pitchFamily="2" charset="0"/>
                <a:ea typeface="Roboto" panose="02000000000000000000" pitchFamily="2" charset="0"/>
              </a:rPr>
              <a:t>SECTION CONTENT</a:t>
            </a:r>
          </a:p>
        </p:txBody>
      </p:sp>
      <p:sp>
        <p:nvSpPr>
          <p:cNvPr id="8" name="TextBox 7">
            <a:extLst>
              <a:ext uri="{FF2B5EF4-FFF2-40B4-BE49-F238E27FC236}">
                <a16:creationId xmlns:a16="http://schemas.microsoft.com/office/drawing/2014/main" id="{14AFC3BD-89E4-4F3B-82D1-B69160B08027}"/>
              </a:ext>
            </a:extLst>
          </p:cNvPr>
          <p:cNvSpPr txBox="1"/>
          <p:nvPr/>
        </p:nvSpPr>
        <p:spPr>
          <a:xfrm>
            <a:off x="1351592" y="1651590"/>
            <a:ext cx="5637578" cy="4385816"/>
          </a:xfrm>
          <a:prstGeom prst="rect">
            <a:avLst/>
          </a:prstGeom>
          <a:noFill/>
        </p:spPr>
        <p:txBody>
          <a:bodyPr wrap="square" rtlCol="0">
            <a:spAutoFit/>
          </a:bodyPr>
          <a:lstStyle/>
          <a:p>
            <a:pPr>
              <a:buClr>
                <a:schemeClr val="bg2"/>
              </a:buClr>
            </a:pPr>
            <a:r>
              <a:rPr lang="en-US" sz="1600" b="1" dirty="0">
                <a:solidFill>
                  <a:schemeClr val="tx2"/>
                </a:solidFill>
                <a:latin typeface="Roboto" panose="02000000000000000000" pitchFamily="2" charset="0"/>
                <a:ea typeface="Roboto" panose="02000000000000000000" pitchFamily="2" charset="0"/>
              </a:rPr>
              <a:t>Pair students and have them study the 3D model “Coil of Wire and Moving Magnet” in the  Lifelike Physics library. Then, have them discuss and share their answers to the questions</a:t>
            </a:r>
            <a:br>
              <a:rPr lang="en-US" b="1" dirty="0">
                <a:solidFill>
                  <a:schemeClr val="tx2"/>
                </a:solidFill>
                <a:latin typeface="Roboto" panose="02000000000000000000" pitchFamily="2" charset="0"/>
                <a:ea typeface="Roboto" panose="02000000000000000000" pitchFamily="2" charset="0"/>
              </a:rPr>
            </a:br>
            <a:endParaRPr lang="en-US" dirty="0">
              <a:solidFill>
                <a:schemeClr val="tx2"/>
              </a:solidFill>
              <a:latin typeface="Roboto" panose="02000000000000000000" pitchFamily="2" charset="0"/>
              <a:ea typeface="Roboto" panose="02000000000000000000" pitchFamily="2" charset="0"/>
            </a:endParaRPr>
          </a:p>
          <a:p>
            <a:pPr marL="285750" indent="-285750">
              <a:buClr>
                <a:schemeClr val="tx2"/>
              </a:buClr>
              <a:buFont typeface="Wingdings" panose="05000000000000000000" pitchFamily="2" charset="2"/>
              <a:buChar char="v"/>
            </a:pPr>
            <a:r>
              <a:rPr lang="en-US" sz="1600" dirty="0">
                <a:solidFill>
                  <a:schemeClr val="tx2"/>
                </a:solidFill>
                <a:latin typeface="Roboto" panose="02000000000000000000" pitchFamily="2" charset="0"/>
                <a:ea typeface="Roboto" panose="02000000000000000000" pitchFamily="2" charset="0"/>
              </a:rPr>
              <a:t>What is causing the needle to move?</a:t>
            </a:r>
            <a:br>
              <a:rPr lang="en-US" dirty="0">
                <a:solidFill>
                  <a:schemeClr val="tx2"/>
                </a:solidFill>
                <a:latin typeface="Roboto" panose="02000000000000000000" pitchFamily="2" charset="0"/>
                <a:ea typeface="Roboto" panose="02000000000000000000" pitchFamily="2" charset="0"/>
              </a:rPr>
            </a:br>
            <a:endParaRPr lang="en-US" sz="1000" dirty="0">
              <a:solidFill>
                <a:schemeClr val="tx2"/>
              </a:solidFill>
              <a:latin typeface="Roboto" panose="02000000000000000000" pitchFamily="2" charset="0"/>
              <a:ea typeface="Roboto" panose="02000000000000000000" pitchFamily="2" charset="0"/>
            </a:endParaRPr>
          </a:p>
          <a:p>
            <a:pPr marL="285750" indent="-285750">
              <a:buClr>
                <a:schemeClr val="tx2"/>
              </a:buClr>
              <a:buFont typeface="Wingdings" panose="05000000000000000000" pitchFamily="2" charset="2"/>
              <a:buChar char="v"/>
            </a:pPr>
            <a:r>
              <a:rPr lang="en-US" sz="1600" dirty="0">
                <a:solidFill>
                  <a:schemeClr val="tx2"/>
                </a:solidFill>
                <a:latin typeface="Roboto" panose="02000000000000000000" pitchFamily="2" charset="0"/>
                <a:ea typeface="Roboto" panose="02000000000000000000" pitchFamily="2" charset="0"/>
              </a:rPr>
              <a:t>Why does it move back and forth?</a:t>
            </a:r>
          </a:p>
          <a:p>
            <a:pPr marL="285750" indent="-285750">
              <a:buClr>
                <a:schemeClr val="tx2"/>
              </a:buClr>
              <a:buFont typeface="Wingdings" panose="05000000000000000000" pitchFamily="2" charset="2"/>
              <a:buChar char="v"/>
            </a:pPr>
            <a:endParaRPr lang="en-US" sz="1600" dirty="0">
              <a:solidFill>
                <a:schemeClr val="tx2"/>
              </a:solidFill>
              <a:latin typeface="Roboto" panose="02000000000000000000" pitchFamily="2" charset="0"/>
              <a:ea typeface="Roboto" panose="02000000000000000000" pitchFamily="2" charset="0"/>
            </a:endParaRPr>
          </a:p>
          <a:p>
            <a:pPr>
              <a:buClr>
                <a:schemeClr val="tx2"/>
              </a:buClr>
            </a:pPr>
            <a:r>
              <a:rPr lang="en-US" sz="1600" b="1" dirty="0">
                <a:solidFill>
                  <a:schemeClr val="accent1"/>
                </a:solidFill>
                <a:latin typeface="Roboto" panose="02000000000000000000" pitchFamily="2" charset="0"/>
                <a:ea typeface="Roboto" panose="02000000000000000000" pitchFamily="2" charset="0"/>
              </a:rPr>
              <a:t>Post and/or pose the essential questions of the lesson:</a:t>
            </a:r>
          </a:p>
          <a:p>
            <a:pPr>
              <a:buClr>
                <a:schemeClr val="tx2"/>
              </a:buClr>
            </a:pPr>
            <a:endParaRPr lang="en-US" sz="700" b="1" dirty="0">
              <a:solidFill>
                <a:schemeClr val="tx2"/>
              </a:solidFill>
              <a:latin typeface="Roboto" panose="02000000000000000000" pitchFamily="2" charset="0"/>
              <a:ea typeface="Roboto" panose="02000000000000000000" pitchFamily="2" charset="0"/>
            </a:endParaRPr>
          </a:p>
          <a:p>
            <a:pPr marL="285750" indent="-285750">
              <a:buClr>
                <a:schemeClr val="tx2"/>
              </a:buClr>
              <a:buFont typeface="Wingdings" panose="05000000000000000000" pitchFamily="2" charset="2"/>
              <a:buChar char="v"/>
            </a:pPr>
            <a:r>
              <a:rPr lang="en-US" sz="1600" dirty="0">
                <a:solidFill>
                  <a:schemeClr val="tx2"/>
                </a:solidFill>
                <a:latin typeface="Roboto" panose="02000000000000000000" pitchFamily="2" charset="0"/>
                <a:ea typeface="Roboto" panose="02000000000000000000" pitchFamily="2" charset="0"/>
              </a:rPr>
              <a:t>How do you determine the direction of a permanent magnetic field? </a:t>
            </a:r>
          </a:p>
          <a:p>
            <a:pPr marL="285750" indent="-285750">
              <a:buClr>
                <a:schemeClr val="tx2"/>
              </a:buClr>
              <a:buFont typeface="Wingdings" panose="05000000000000000000" pitchFamily="2" charset="2"/>
              <a:buChar char="v"/>
            </a:pPr>
            <a:endParaRPr lang="en-US" sz="1000" dirty="0">
              <a:solidFill>
                <a:schemeClr val="tx2"/>
              </a:solidFill>
              <a:latin typeface="Roboto" panose="02000000000000000000" pitchFamily="2" charset="0"/>
              <a:ea typeface="Roboto" panose="02000000000000000000" pitchFamily="2" charset="0"/>
            </a:endParaRPr>
          </a:p>
          <a:p>
            <a:pPr marL="285750" indent="-285750">
              <a:buClr>
                <a:schemeClr val="tx2"/>
              </a:buClr>
              <a:buFont typeface="Wingdings" panose="05000000000000000000" pitchFamily="2" charset="2"/>
              <a:buChar char="v"/>
            </a:pPr>
            <a:r>
              <a:rPr lang="en-US" sz="1600" dirty="0">
                <a:solidFill>
                  <a:schemeClr val="tx2"/>
                </a:solidFill>
                <a:latin typeface="Roboto" panose="02000000000000000000" pitchFamily="2" charset="0"/>
                <a:ea typeface="Roboto" panose="02000000000000000000" pitchFamily="2" charset="0"/>
              </a:rPr>
              <a:t>How does a current-carrying wire create a magnetic field?</a:t>
            </a:r>
          </a:p>
          <a:p>
            <a:pPr marL="285750" indent="-285750">
              <a:buClr>
                <a:schemeClr val="tx2"/>
              </a:buClr>
              <a:buFont typeface="Wingdings" panose="05000000000000000000" pitchFamily="2" charset="2"/>
              <a:buChar char="v"/>
            </a:pPr>
            <a:endParaRPr lang="en-US" sz="1000" dirty="0">
              <a:solidFill>
                <a:schemeClr val="tx2"/>
              </a:solidFill>
              <a:latin typeface="Roboto" panose="02000000000000000000" pitchFamily="2" charset="0"/>
              <a:ea typeface="Roboto" panose="02000000000000000000" pitchFamily="2" charset="0"/>
            </a:endParaRPr>
          </a:p>
          <a:p>
            <a:pPr marL="285750" indent="-285750">
              <a:buClr>
                <a:schemeClr val="tx2"/>
              </a:buClr>
              <a:buFont typeface="Wingdings" panose="05000000000000000000" pitchFamily="2" charset="2"/>
              <a:buChar char="v"/>
            </a:pPr>
            <a:r>
              <a:rPr lang="en-US" sz="1600" dirty="0">
                <a:solidFill>
                  <a:schemeClr val="tx2"/>
                </a:solidFill>
                <a:latin typeface="Roboto" panose="02000000000000000000" pitchFamily="2" charset="0"/>
                <a:ea typeface="Roboto" panose="02000000000000000000" pitchFamily="2" charset="0"/>
              </a:rPr>
              <a:t>How do you determine the direction of the magnetic field produced by a current-  carrying wire?</a:t>
            </a:r>
          </a:p>
        </p:txBody>
      </p:sp>
      <p:sp>
        <p:nvSpPr>
          <p:cNvPr id="9" name="Rectangle: Rounded Corners 8">
            <a:extLst>
              <a:ext uri="{FF2B5EF4-FFF2-40B4-BE49-F238E27FC236}">
                <a16:creationId xmlns:a16="http://schemas.microsoft.com/office/drawing/2014/main" id="{BBDB2969-4BA6-4345-AAC8-0BEEFC316BC6}"/>
              </a:ext>
            </a:extLst>
          </p:cNvPr>
          <p:cNvSpPr/>
          <p:nvPr/>
        </p:nvSpPr>
        <p:spPr>
          <a:xfrm>
            <a:off x="7631794" y="4018831"/>
            <a:ext cx="3815944" cy="1972121"/>
          </a:xfrm>
          <a:prstGeom prst="roundRect">
            <a:avLst>
              <a:gd name="adj" fmla="val 12586"/>
            </a:avLst>
          </a:prstGeom>
          <a:gradFill flip="none" rotWithShape="1">
            <a:gsLst>
              <a:gs pos="0">
                <a:schemeClr val="accent1"/>
              </a:gs>
              <a:gs pos="100000">
                <a:schemeClr val="accent2"/>
              </a:gs>
            </a:gsLst>
            <a:lin ang="0" scaled="1"/>
            <a:tileRect/>
          </a:gradFill>
          <a:ln>
            <a:noFill/>
          </a:ln>
          <a:effectLst>
            <a:outerShdw blurRad="457200" dist="27940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8520A85-311F-4B8C-84C8-8FCBEF5C6C7F}"/>
              </a:ext>
            </a:extLst>
          </p:cNvPr>
          <p:cNvSpPr txBox="1"/>
          <p:nvPr/>
        </p:nvSpPr>
        <p:spPr>
          <a:xfrm>
            <a:off x="7816468" y="4389338"/>
            <a:ext cx="3446596" cy="1231106"/>
          </a:xfrm>
          <a:prstGeom prst="rect">
            <a:avLst/>
          </a:prstGeom>
          <a:noFill/>
        </p:spPr>
        <p:txBody>
          <a:bodyPr wrap="square" rtlCol="0">
            <a:spAutoFit/>
          </a:bodyPr>
          <a:lstStyle/>
          <a:p>
            <a:pPr algn="ctr">
              <a:buClr>
                <a:schemeClr val="bg2"/>
              </a:buClr>
            </a:pPr>
            <a:r>
              <a:rPr lang="en-US" sz="1600" b="1" dirty="0">
                <a:solidFill>
                  <a:schemeClr val="bg2"/>
                </a:solidFill>
                <a:latin typeface="Roboto" panose="02000000000000000000" pitchFamily="2" charset="0"/>
                <a:ea typeface="Roboto" panose="02000000000000000000" pitchFamily="2" charset="0"/>
              </a:rPr>
              <a:t>Explore:</a:t>
            </a:r>
            <a:br>
              <a:rPr lang="en-US" sz="1600" b="1" dirty="0">
                <a:solidFill>
                  <a:schemeClr val="bg2"/>
                </a:solidFill>
                <a:latin typeface="Roboto" panose="02000000000000000000" pitchFamily="2" charset="0"/>
                <a:ea typeface="Roboto" panose="02000000000000000000" pitchFamily="2" charset="0"/>
              </a:rPr>
            </a:br>
            <a:br>
              <a:rPr lang="en-US" sz="1000" b="1" dirty="0">
                <a:solidFill>
                  <a:schemeClr val="bg2"/>
                </a:solidFill>
                <a:latin typeface="Roboto" panose="02000000000000000000" pitchFamily="2" charset="0"/>
                <a:ea typeface="Roboto" panose="02000000000000000000" pitchFamily="2" charset="0"/>
              </a:rPr>
            </a:br>
            <a:r>
              <a:rPr lang="en-US" sz="1600" dirty="0">
                <a:solidFill>
                  <a:schemeClr val="bg2"/>
                </a:solidFill>
                <a:latin typeface="Roboto" panose="02000000000000000000" pitchFamily="2" charset="0"/>
                <a:ea typeface="Roboto" panose="02000000000000000000" pitchFamily="2" charset="0"/>
              </a:rPr>
              <a:t>Put here more reference for the subject and ask students to read more about it .</a:t>
            </a:r>
          </a:p>
        </p:txBody>
      </p:sp>
      <p:grpSp>
        <p:nvGrpSpPr>
          <p:cNvPr id="446" name="Group 445">
            <a:extLst>
              <a:ext uri="{FF2B5EF4-FFF2-40B4-BE49-F238E27FC236}">
                <a16:creationId xmlns:a16="http://schemas.microsoft.com/office/drawing/2014/main" id="{AB26491C-CCBC-4CAF-9C72-0C2FBF9FD0B7}"/>
              </a:ext>
            </a:extLst>
          </p:cNvPr>
          <p:cNvGrpSpPr/>
          <p:nvPr/>
        </p:nvGrpSpPr>
        <p:grpSpPr>
          <a:xfrm>
            <a:off x="7631794" y="694236"/>
            <a:ext cx="4446935" cy="2832024"/>
            <a:chOff x="7239002" y="-95470"/>
            <a:chExt cx="6179611" cy="3935476"/>
          </a:xfrm>
        </p:grpSpPr>
        <p:sp>
          <p:nvSpPr>
            <p:cNvPr id="262" name="Freeform: Shape 261">
              <a:extLst>
                <a:ext uri="{FF2B5EF4-FFF2-40B4-BE49-F238E27FC236}">
                  <a16:creationId xmlns:a16="http://schemas.microsoft.com/office/drawing/2014/main" id="{D5650A44-11AA-4C91-840B-2177C595DC8E}"/>
                </a:ext>
              </a:extLst>
            </p:cNvPr>
            <p:cNvSpPr/>
            <p:nvPr/>
          </p:nvSpPr>
          <p:spPr>
            <a:xfrm flipH="1">
              <a:off x="7289810" y="326233"/>
              <a:ext cx="5415125" cy="3458532"/>
            </a:xfrm>
            <a:custGeom>
              <a:avLst/>
              <a:gdLst>
                <a:gd name="connsiteX0" fmla="*/ 5252574 w 5415125"/>
                <a:gd name="connsiteY0" fmla="*/ 1795463 h 3458532"/>
                <a:gd name="connsiteX1" fmla="*/ 4441996 w 5415125"/>
                <a:gd name="connsiteY1" fmla="*/ 338138 h 3458532"/>
                <a:gd name="connsiteX2" fmla="*/ 2727496 w 5415125"/>
                <a:gd name="connsiteY2" fmla="*/ 711518 h 3458532"/>
                <a:gd name="connsiteX3" fmla="*/ 1141583 w 5415125"/>
                <a:gd name="connsiteY3" fmla="*/ 0 h 3458532"/>
                <a:gd name="connsiteX4" fmla="*/ 16681 w 5415125"/>
                <a:gd name="connsiteY4" fmla="*/ 1127760 h 3458532"/>
                <a:gd name="connsiteX5" fmla="*/ 97643 w 5415125"/>
                <a:gd name="connsiteY5" fmla="*/ 2349818 h 3458532"/>
                <a:gd name="connsiteX6" fmla="*/ 1608308 w 5415125"/>
                <a:gd name="connsiteY6" fmla="*/ 3458528 h 3458532"/>
                <a:gd name="connsiteX7" fmla="*/ 3328523 w 5415125"/>
                <a:gd name="connsiteY7" fmla="*/ 3259455 h 3458532"/>
                <a:gd name="connsiteX8" fmla="*/ 3407581 w 5415125"/>
                <a:gd name="connsiteY8" fmla="*/ 3261360 h 3458532"/>
                <a:gd name="connsiteX9" fmla="*/ 4596301 w 5415125"/>
                <a:gd name="connsiteY9" fmla="*/ 3418523 h 3458532"/>
                <a:gd name="connsiteX10" fmla="*/ 5362111 w 5415125"/>
                <a:gd name="connsiteY10" fmla="*/ 2888933 h 3458532"/>
                <a:gd name="connsiteX11" fmla="*/ 5252574 w 5415125"/>
                <a:gd name="connsiteY11" fmla="*/ 1795463 h 3458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15125" h="3458532">
                  <a:moveTo>
                    <a:pt x="5252574" y="1795463"/>
                  </a:moveTo>
                  <a:cubicBezTo>
                    <a:pt x="5671674" y="1137285"/>
                    <a:pt x="5237334" y="375285"/>
                    <a:pt x="4441996" y="338138"/>
                  </a:cubicBezTo>
                  <a:cubicBezTo>
                    <a:pt x="3506641" y="294323"/>
                    <a:pt x="3118973" y="711518"/>
                    <a:pt x="2727496" y="711518"/>
                  </a:cubicBezTo>
                  <a:cubicBezTo>
                    <a:pt x="2177904" y="676275"/>
                    <a:pt x="1838813" y="0"/>
                    <a:pt x="1141583" y="0"/>
                  </a:cubicBezTo>
                  <a:cubicBezTo>
                    <a:pt x="331958" y="0"/>
                    <a:pt x="-2369" y="566738"/>
                    <a:pt x="16681" y="1127760"/>
                  </a:cubicBezTo>
                  <a:cubicBezTo>
                    <a:pt x="37636" y="1764983"/>
                    <a:pt x="420541" y="1623060"/>
                    <a:pt x="97643" y="2349818"/>
                  </a:cubicBezTo>
                  <a:cubicBezTo>
                    <a:pt x="-390037" y="3446145"/>
                    <a:pt x="1080623" y="3457575"/>
                    <a:pt x="1608308" y="3458528"/>
                  </a:cubicBezTo>
                  <a:cubicBezTo>
                    <a:pt x="2375071" y="3459480"/>
                    <a:pt x="3035154" y="3330893"/>
                    <a:pt x="3328523" y="3259455"/>
                  </a:cubicBezTo>
                  <a:cubicBezTo>
                    <a:pt x="3354241" y="3260408"/>
                    <a:pt x="3380911" y="3261360"/>
                    <a:pt x="3407581" y="3261360"/>
                  </a:cubicBezTo>
                  <a:cubicBezTo>
                    <a:pt x="3639991" y="3261360"/>
                    <a:pt x="4209586" y="3418523"/>
                    <a:pt x="4596301" y="3418523"/>
                  </a:cubicBezTo>
                  <a:cubicBezTo>
                    <a:pt x="5034451" y="3430905"/>
                    <a:pt x="5271624" y="3278505"/>
                    <a:pt x="5362111" y="2888933"/>
                  </a:cubicBezTo>
                  <a:cubicBezTo>
                    <a:pt x="5498319" y="2307908"/>
                    <a:pt x="4951584" y="2267903"/>
                    <a:pt x="5252574" y="1795463"/>
                  </a:cubicBezTo>
                  <a:close/>
                </a:path>
              </a:pathLst>
            </a:custGeom>
            <a:gradFill>
              <a:gsLst>
                <a:gs pos="0">
                  <a:schemeClr val="accent1">
                    <a:alpha val="50000"/>
                  </a:schemeClr>
                </a:gs>
                <a:gs pos="100000">
                  <a:schemeClr val="accent2">
                    <a:alpha val="50000"/>
                  </a:schemeClr>
                </a:gs>
              </a:gsLst>
              <a:lin ang="8100000" scaled="1"/>
            </a:gradFill>
            <a:ln w="9525" cap="flat">
              <a:noFill/>
              <a:prstDash val="solid"/>
              <a:miter/>
            </a:ln>
          </p:spPr>
          <p:txBody>
            <a:bodyPr rtlCol="0" anchor="ctr"/>
            <a:lstStyle/>
            <a:p>
              <a:endParaRPr lang="en-US"/>
            </a:p>
          </p:txBody>
        </p:sp>
        <p:grpSp>
          <p:nvGrpSpPr>
            <p:cNvPr id="263" name="Graphic 2">
              <a:extLst>
                <a:ext uri="{FF2B5EF4-FFF2-40B4-BE49-F238E27FC236}">
                  <a16:creationId xmlns:a16="http://schemas.microsoft.com/office/drawing/2014/main" id="{7BA8345A-BD76-4C4B-A849-F7145054F92E}"/>
                </a:ext>
              </a:extLst>
            </p:cNvPr>
            <p:cNvGrpSpPr/>
            <p:nvPr/>
          </p:nvGrpSpPr>
          <p:grpSpPr>
            <a:xfrm flipH="1">
              <a:off x="9552567" y="739914"/>
              <a:ext cx="1837432" cy="2905924"/>
              <a:chOff x="5857872" y="2221525"/>
              <a:chExt cx="1837432" cy="2905924"/>
            </a:xfrm>
            <a:solidFill>
              <a:schemeClr val="tx2">
                <a:alpha val="19000"/>
              </a:schemeClr>
            </a:solidFill>
          </p:grpSpPr>
          <p:grpSp>
            <p:nvGrpSpPr>
              <p:cNvPr id="374" name="Graphic 2">
                <a:extLst>
                  <a:ext uri="{FF2B5EF4-FFF2-40B4-BE49-F238E27FC236}">
                    <a16:creationId xmlns:a16="http://schemas.microsoft.com/office/drawing/2014/main" id="{C719686B-40F0-47B8-B591-9DF4A97F7F85}"/>
                  </a:ext>
                </a:extLst>
              </p:cNvPr>
              <p:cNvGrpSpPr/>
              <p:nvPr/>
            </p:nvGrpSpPr>
            <p:grpSpPr>
              <a:xfrm>
                <a:off x="6383654" y="3143855"/>
                <a:ext cx="471387" cy="1893021"/>
                <a:chOff x="6383654" y="3143855"/>
                <a:chExt cx="471387" cy="1893021"/>
              </a:xfrm>
              <a:grpFill/>
            </p:grpSpPr>
            <p:sp>
              <p:nvSpPr>
                <p:cNvPr id="431" name="Freeform: Shape 430">
                  <a:extLst>
                    <a:ext uri="{FF2B5EF4-FFF2-40B4-BE49-F238E27FC236}">
                      <a16:creationId xmlns:a16="http://schemas.microsoft.com/office/drawing/2014/main" id="{9E365033-1239-444C-B3D8-26ECF91C8358}"/>
                    </a:ext>
                  </a:extLst>
                </p:cNvPr>
                <p:cNvSpPr/>
                <p:nvPr/>
              </p:nvSpPr>
              <p:spPr>
                <a:xfrm>
                  <a:off x="6428520" y="3143855"/>
                  <a:ext cx="394376" cy="1893021"/>
                </a:xfrm>
                <a:custGeom>
                  <a:avLst/>
                  <a:gdLst>
                    <a:gd name="connsiteX0" fmla="*/ 99914 w 394376"/>
                    <a:gd name="connsiteY0" fmla="*/ 289907 h 1893021"/>
                    <a:gd name="connsiteX1" fmla="*/ 149444 w 394376"/>
                    <a:gd name="connsiteY1" fmla="*/ 593754 h 1893021"/>
                    <a:gd name="connsiteX2" fmla="*/ 135157 w 394376"/>
                    <a:gd name="connsiteY2" fmla="*/ 702339 h 1893021"/>
                    <a:gd name="connsiteX3" fmla="*/ 43717 w 394376"/>
                    <a:gd name="connsiteY3" fmla="*/ 384204 h 1893021"/>
                    <a:gd name="connsiteX4" fmla="*/ 130394 w 394376"/>
                    <a:gd name="connsiteY4" fmla="*/ 729009 h 1893021"/>
                    <a:gd name="connsiteX5" fmla="*/ 124679 w 394376"/>
                    <a:gd name="connsiteY5" fmla="*/ 839499 h 1893021"/>
                    <a:gd name="connsiteX6" fmla="*/ 6569 w 394376"/>
                    <a:gd name="connsiteY6" fmla="*/ 528032 h 1893021"/>
                    <a:gd name="connsiteX7" fmla="*/ 120869 w 394376"/>
                    <a:gd name="connsiteY7" fmla="*/ 858549 h 1893021"/>
                    <a:gd name="connsiteX8" fmla="*/ 372329 w 394376"/>
                    <a:gd name="connsiteY8" fmla="*/ 1884392 h 1893021"/>
                    <a:gd name="connsiteX9" fmla="*/ 394236 w 394376"/>
                    <a:gd name="connsiteY9" fmla="*/ 1891059 h 1893021"/>
                    <a:gd name="connsiteX10" fmla="*/ 136109 w 394376"/>
                    <a:gd name="connsiteY10" fmla="*/ 850929 h 1893021"/>
                    <a:gd name="connsiteX11" fmla="*/ 350422 w 394376"/>
                    <a:gd name="connsiteY11" fmla="*/ 550892 h 1893021"/>
                    <a:gd name="connsiteX12" fmla="*/ 134204 w 394376"/>
                    <a:gd name="connsiteY12" fmla="*/ 836642 h 1893021"/>
                    <a:gd name="connsiteX13" fmla="*/ 143729 w 394376"/>
                    <a:gd name="connsiteY13" fmla="*/ 722342 h 1893021"/>
                    <a:gd name="connsiteX14" fmla="*/ 372329 w 394376"/>
                    <a:gd name="connsiteY14" fmla="*/ 440402 h 1893021"/>
                    <a:gd name="connsiteX15" fmla="*/ 144682 w 394376"/>
                    <a:gd name="connsiteY15" fmla="*/ 691862 h 1893021"/>
                    <a:gd name="connsiteX16" fmla="*/ 159922 w 394376"/>
                    <a:gd name="connsiteY16" fmla="*/ 579467 h 1893021"/>
                    <a:gd name="connsiteX17" fmla="*/ 378044 w 394376"/>
                    <a:gd name="connsiteY17" fmla="*/ 307052 h 1893021"/>
                    <a:gd name="connsiteX18" fmla="*/ 165636 w 394376"/>
                    <a:gd name="connsiteY18" fmla="*/ 540414 h 1893021"/>
                    <a:gd name="connsiteX19" fmla="*/ 193259 w 394376"/>
                    <a:gd name="connsiteY19" fmla="*/ 423257 h 1893021"/>
                    <a:gd name="connsiteX20" fmla="*/ 378044 w 394376"/>
                    <a:gd name="connsiteY20" fmla="*/ 221327 h 1893021"/>
                    <a:gd name="connsiteX21" fmla="*/ 197069 w 394376"/>
                    <a:gd name="connsiteY21" fmla="*/ 401349 h 1893021"/>
                    <a:gd name="connsiteX22" fmla="*/ 226597 w 394376"/>
                    <a:gd name="connsiteY22" fmla="*/ 298479 h 1893021"/>
                    <a:gd name="connsiteX23" fmla="*/ 379949 w 394376"/>
                    <a:gd name="connsiteY23" fmla="*/ 118457 h 1893021"/>
                    <a:gd name="connsiteX24" fmla="*/ 237074 w 394376"/>
                    <a:gd name="connsiteY24" fmla="*/ 261332 h 1893021"/>
                    <a:gd name="connsiteX25" fmla="*/ 268507 w 394376"/>
                    <a:gd name="connsiteY25" fmla="*/ 181322 h 1893021"/>
                    <a:gd name="connsiteX26" fmla="*/ 345659 w 394376"/>
                    <a:gd name="connsiteY26" fmla="*/ 4157 h 1893021"/>
                    <a:gd name="connsiteX27" fmla="*/ 257076 w 394376"/>
                    <a:gd name="connsiteY27" fmla="*/ 196562 h 1893021"/>
                    <a:gd name="connsiteX28" fmla="*/ 232311 w 394376"/>
                    <a:gd name="connsiteY28" fmla="*/ 260379 h 1893021"/>
                    <a:gd name="connsiteX29" fmla="*/ 216119 w 394376"/>
                    <a:gd name="connsiteY29" fmla="*/ 49877 h 1893021"/>
                    <a:gd name="connsiteX30" fmla="*/ 219929 w 394376"/>
                    <a:gd name="connsiteY30" fmla="*/ 296574 h 1893021"/>
                    <a:gd name="connsiteX31" fmla="*/ 192307 w 394376"/>
                    <a:gd name="connsiteY31" fmla="*/ 393729 h 1893021"/>
                    <a:gd name="connsiteX32" fmla="*/ 144682 w 394376"/>
                    <a:gd name="connsiteY32" fmla="*/ 133697 h 1893021"/>
                    <a:gd name="connsiteX33" fmla="*/ 181829 w 394376"/>
                    <a:gd name="connsiteY33" fmla="*/ 437544 h 1893021"/>
                    <a:gd name="connsiteX34" fmla="*/ 158017 w 394376"/>
                    <a:gd name="connsiteY34" fmla="*/ 545177 h 1893021"/>
                    <a:gd name="connsiteX35" fmla="*/ 99914 w 394376"/>
                    <a:gd name="connsiteY35" fmla="*/ 289907 h 1893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94376" h="1893021">
                      <a:moveTo>
                        <a:pt x="99914" y="289907"/>
                      </a:moveTo>
                      <a:cubicBezTo>
                        <a:pt x="89436" y="327054"/>
                        <a:pt x="110392" y="484217"/>
                        <a:pt x="149444" y="593754"/>
                      </a:cubicBezTo>
                      <a:cubicBezTo>
                        <a:pt x="146586" y="611852"/>
                        <a:pt x="136109" y="686147"/>
                        <a:pt x="135157" y="702339"/>
                      </a:cubicBezTo>
                      <a:cubicBezTo>
                        <a:pt x="145634" y="573752"/>
                        <a:pt x="57051" y="383252"/>
                        <a:pt x="43717" y="384204"/>
                      </a:cubicBezTo>
                      <a:cubicBezTo>
                        <a:pt x="25619" y="393729"/>
                        <a:pt x="78959" y="601374"/>
                        <a:pt x="130394" y="729009"/>
                      </a:cubicBezTo>
                      <a:cubicBezTo>
                        <a:pt x="129442" y="745202"/>
                        <a:pt x="123726" y="826164"/>
                        <a:pt x="124679" y="839499"/>
                      </a:cubicBezTo>
                      <a:cubicBezTo>
                        <a:pt x="124679" y="727104"/>
                        <a:pt x="14189" y="513744"/>
                        <a:pt x="6569" y="528032"/>
                      </a:cubicBezTo>
                      <a:cubicBezTo>
                        <a:pt x="-22006" y="570894"/>
                        <a:pt x="47526" y="759489"/>
                        <a:pt x="120869" y="858549"/>
                      </a:cubicBezTo>
                      <a:cubicBezTo>
                        <a:pt x="149444" y="1257647"/>
                        <a:pt x="371376" y="1874867"/>
                        <a:pt x="372329" y="1884392"/>
                      </a:cubicBezTo>
                      <a:cubicBezTo>
                        <a:pt x="378044" y="1885344"/>
                        <a:pt x="396142" y="1897727"/>
                        <a:pt x="394236" y="1891059"/>
                      </a:cubicBezTo>
                      <a:cubicBezTo>
                        <a:pt x="171351" y="1235739"/>
                        <a:pt x="123726" y="866169"/>
                        <a:pt x="136109" y="850929"/>
                      </a:cubicBezTo>
                      <a:cubicBezTo>
                        <a:pt x="148492" y="835689"/>
                        <a:pt x="366614" y="550892"/>
                        <a:pt x="350422" y="550892"/>
                      </a:cubicBezTo>
                      <a:cubicBezTo>
                        <a:pt x="338039" y="548987"/>
                        <a:pt x="155159" y="726152"/>
                        <a:pt x="134204" y="836642"/>
                      </a:cubicBezTo>
                      <a:cubicBezTo>
                        <a:pt x="137061" y="822354"/>
                        <a:pt x="143729" y="722342"/>
                        <a:pt x="143729" y="722342"/>
                      </a:cubicBezTo>
                      <a:cubicBezTo>
                        <a:pt x="227549" y="628044"/>
                        <a:pt x="379949" y="449927"/>
                        <a:pt x="372329" y="440402"/>
                      </a:cubicBezTo>
                      <a:cubicBezTo>
                        <a:pt x="365661" y="432782"/>
                        <a:pt x="176114" y="568989"/>
                        <a:pt x="144682" y="691862"/>
                      </a:cubicBezTo>
                      <a:cubicBezTo>
                        <a:pt x="148492" y="675669"/>
                        <a:pt x="157064" y="597564"/>
                        <a:pt x="159922" y="579467"/>
                      </a:cubicBezTo>
                      <a:cubicBezTo>
                        <a:pt x="255172" y="464214"/>
                        <a:pt x="387569" y="315624"/>
                        <a:pt x="378044" y="307052"/>
                      </a:cubicBezTo>
                      <a:cubicBezTo>
                        <a:pt x="360899" y="292764"/>
                        <a:pt x="193259" y="453737"/>
                        <a:pt x="165636" y="540414"/>
                      </a:cubicBezTo>
                      <a:cubicBezTo>
                        <a:pt x="161826" y="553749"/>
                        <a:pt x="187544" y="444212"/>
                        <a:pt x="193259" y="423257"/>
                      </a:cubicBezTo>
                      <a:cubicBezTo>
                        <a:pt x="268507" y="348009"/>
                        <a:pt x="381854" y="234662"/>
                        <a:pt x="378044" y="221327"/>
                      </a:cubicBezTo>
                      <a:cubicBezTo>
                        <a:pt x="373282" y="208944"/>
                        <a:pt x="243742" y="268952"/>
                        <a:pt x="197069" y="401349"/>
                      </a:cubicBezTo>
                      <a:cubicBezTo>
                        <a:pt x="200879" y="389919"/>
                        <a:pt x="220882" y="315624"/>
                        <a:pt x="226597" y="298479"/>
                      </a:cubicBezTo>
                      <a:cubicBezTo>
                        <a:pt x="300892" y="226089"/>
                        <a:pt x="387569" y="128934"/>
                        <a:pt x="379949" y="118457"/>
                      </a:cubicBezTo>
                      <a:cubicBezTo>
                        <a:pt x="375186" y="110837"/>
                        <a:pt x="280889" y="161319"/>
                        <a:pt x="237074" y="261332"/>
                      </a:cubicBezTo>
                      <a:cubicBezTo>
                        <a:pt x="238979" y="258474"/>
                        <a:pt x="265649" y="188942"/>
                        <a:pt x="268507" y="181322"/>
                      </a:cubicBezTo>
                      <a:cubicBezTo>
                        <a:pt x="333276" y="77499"/>
                        <a:pt x="358994" y="18444"/>
                        <a:pt x="345659" y="4157"/>
                      </a:cubicBezTo>
                      <a:cubicBezTo>
                        <a:pt x="329467" y="-17751"/>
                        <a:pt x="298986" y="47019"/>
                        <a:pt x="257076" y="196562"/>
                      </a:cubicBezTo>
                      <a:cubicBezTo>
                        <a:pt x="253267" y="206087"/>
                        <a:pt x="235169" y="249902"/>
                        <a:pt x="232311" y="260379"/>
                      </a:cubicBezTo>
                      <a:cubicBezTo>
                        <a:pt x="265649" y="126077"/>
                        <a:pt x="227549" y="29874"/>
                        <a:pt x="216119" y="49877"/>
                      </a:cubicBezTo>
                      <a:cubicBezTo>
                        <a:pt x="201832" y="74642"/>
                        <a:pt x="203736" y="206087"/>
                        <a:pt x="219929" y="296574"/>
                      </a:cubicBezTo>
                      <a:cubicBezTo>
                        <a:pt x="215167" y="313719"/>
                        <a:pt x="194211" y="378489"/>
                        <a:pt x="192307" y="393729"/>
                      </a:cubicBezTo>
                      <a:cubicBezTo>
                        <a:pt x="211357" y="254664"/>
                        <a:pt x="155159" y="107027"/>
                        <a:pt x="144682" y="133697"/>
                      </a:cubicBezTo>
                      <a:cubicBezTo>
                        <a:pt x="134204" y="177512"/>
                        <a:pt x="166589" y="344199"/>
                        <a:pt x="181829" y="437544"/>
                      </a:cubicBezTo>
                      <a:cubicBezTo>
                        <a:pt x="177067" y="452784"/>
                        <a:pt x="157064" y="560417"/>
                        <a:pt x="158017" y="545177"/>
                      </a:cubicBezTo>
                      <a:cubicBezTo>
                        <a:pt x="165636" y="438497"/>
                        <a:pt x="99914" y="289907"/>
                        <a:pt x="99914" y="289907"/>
                      </a:cubicBezTo>
                      <a:close/>
                    </a:path>
                  </a:pathLst>
                </a:custGeom>
                <a:grpFill/>
                <a:ln w="9525" cap="flat">
                  <a:noFill/>
                  <a:prstDash val="solid"/>
                  <a:miter/>
                </a:ln>
              </p:spPr>
              <p:txBody>
                <a:bodyPr rtlCol="0" anchor="ctr"/>
                <a:lstStyle/>
                <a:p>
                  <a:endParaRPr lang="en-US"/>
                </a:p>
              </p:txBody>
            </p:sp>
            <p:sp>
              <p:nvSpPr>
                <p:cNvPr id="432" name="Freeform: Shape 431">
                  <a:extLst>
                    <a:ext uri="{FF2B5EF4-FFF2-40B4-BE49-F238E27FC236}">
                      <a16:creationId xmlns:a16="http://schemas.microsoft.com/office/drawing/2014/main" id="{D8B982EB-1163-4A75-87D8-0CE12E6CD6B7}"/>
                    </a:ext>
                  </a:extLst>
                </p:cNvPr>
                <p:cNvSpPr/>
                <p:nvPr/>
              </p:nvSpPr>
              <p:spPr>
                <a:xfrm>
                  <a:off x="6445567" y="4036694"/>
                  <a:ext cx="153352" cy="267652"/>
                </a:xfrm>
                <a:custGeom>
                  <a:avLst/>
                  <a:gdLst>
                    <a:gd name="connsiteX0" fmla="*/ 144780 w 153352"/>
                    <a:gd name="connsiteY0" fmla="*/ 219075 h 267652"/>
                    <a:gd name="connsiteX1" fmla="*/ 0 w 153352"/>
                    <a:gd name="connsiteY1" fmla="*/ 0 h 267652"/>
                    <a:gd name="connsiteX2" fmla="*/ 153352 w 153352"/>
                    <a:gd name="connsiteY2" fmla="*/ 267653 h 267652"/>
                  </a:gdLst>
                  <a:ahLst/>
                  <a:cxnLst>
                    <a:cxn ang="0">
                      <a:pos x="connsiteX0" y="connsiteY0"/>
                    </a:cxn>
                    <a:cxn ang="0">
                      <a:pos x="connsiteX1" y="connsiteY1"/>
                    </a:cxn>
                    <a:cxn ang="0">
                      <a:pos x="connsiteX2" y="connsiteY2"/>
                    </a:cxn>
                  </a:cxnLst>
                  <a:rect l="l" t="t" r="r" b="b"/>
                  <a:pathLst>
                    <a:path w="153352" h="267652">
                      <a:moveTo>
                        <a:pt x="144780" y="219075"/>
                      </a:moveTo>
                      <a:cubicBezTo>
                        <a:pt x="114300" y="116205"/>
                        <a:pt x="0" y="0"/>
                        <a:pt x="0" y="0"/>
                      </a:cubicBezTo>
                      <a:cubicBezTo>
                        <a:pt x="3810" y="38100"/>
                        <a:pt x="78105" y="178118"/>
                        <a:pt x="153352" y="267653"/>
                      </a:cubicBezTo>
                    </a:path>
                  </a:pathLst>
                </a:custGeom>
                <a:grpFill/>
                <a:ln w="9525" cap="flat">
                  <a:noFill/>
                  <a:prstDash val="solid"/>
                  <a:miter/>
                </a:ln>
              </p:spPr>
              <p:txBody>
                <a:bodyPr rtlCol="0" anchor="ctr"/>
                <a:lstStyle/>
                <a:p>
                  <a:endParaRPr lang="en-US"/>
                </a:p>
              </p:txBody>
            </p:sp>
            <p:sp>
              <p:nvSpPr>
                <p:cNvPr id="433" name="Freeform: Shape 432">
                  <a:extLst>
                    <a:ext uri="{FF2B5EF4-FFF2-40B4-BE49-F238E27FC236}">
                      <a16:creationId xmlns:a16="http://schemas.microsoft.com/office/drawing/2014/main" id="{DA0CE04D-BD4B-4C1D-876B-F81A258A693B}"/>
                    </a:ext>
                  </a:extLst>
                </p:cNvPr>
                <p:cNvSpPr/>
                <p:nvPr/>
              </p:nvSpPr>
              <p:spPr>
                <a:xfrm>
                  <a:off x="6383654" y="3838580"/>
                  <a:ext cx="191452" cy="308603"/>
                </a:xfrm>
                <a:custGeom>
                  <a:avLst/>
                  <a:gdLst>
                    <a:gd name="connsiteX0" fmla="*/ 185738 w 191452"/>
                    <a:gd name="connsiteY0" fmla="*/ 263836 h 308603"/>
                    <a:gd name="connsiteX1" fmla="*/ 0 w 191452"/>
                    <a:gd name="connsiteY1" fmla="*/ 2851 h 308603"/>
                    <a:gd name="connsiteX2" fmla="*/ 191452 w 191452"/>
                    <a:gd name="connsiteY2" fmla="*/ 308603 h 308603"/>
                  </a:gdLst>
                  <a:ahLst/>
                  <a:cxnLst>
                    <a:cxn ang="0">
                      <a:pos x="connsiteX0" y="connsiteY0"/>
                    </a:cxn>
                    <a:cxn ang="0">
                      <a:pos x="connsiteX1" y="connsiteY1"/>
                    </a:cxn>
                    <a:cxn ang="0">
                      <a:pos x="connsiteX2" y="connsiteY2"/>
                    </a:cxn>
                  </a:cxnLst>
                  <a:rect l="l" t="t" r="r" b="b"/>
                  <a:pathLst>
                    <a:path w="191452" h="308603">
                      <a:moveTo>
                        <a:pt x="185738" y="263836"/>
                      </a:moveTo>
                      <a:cubicBezTo>
                        <a:pt x="158115" y="167634"/>
                        <a:pt x="953" y="-25724"/>
                        <a:pt x="0" y="2851"/>
                      </a:cubicBezTo>
                      <a:cubicBezTo>
                        <a:pt x="5715" y="46666"/>
                        <a:pt x="143827" y="226688"/>
                        <a:pt x="191452" y="308603"/>
                      </a:cubicBezTo>
                    </a:path>
                  </a:pathLst>
                </a:custGeom>
                <a:grpFill/>
                <a:ln w="9525" cap="flat">
                  <a:noFill/>
                  <a:prstDash val="solid"/>
                  <a:miter/>
                </a:ln>
              </p:spPr>
              <p:txBody>
                <a:bodyPr rtlCol="0" anchor="ctr"/>
                <a:lstStyle/>
                <a:p>
                  <a:endParaRPr lang="en-US"/>
                </a:p>
              </p:txBody>
            </p:sp>
            <p:sp>
              <p:nvSpPr>
                <p:cNvPr id="434" name="Freeform: Shape 433">
                  <a:extLst>
                    <a:ext uri="{FF2B5EF4-FFF2-40B4-BE49-F238E27FC236}">
                      <a16:creationId xmlns:a16="http://schemas.microsoft.com/office/drawing/2014/main" id="{1E66BDCC-A8B4-43FE-A2FC-F12498176325}"/>
                    </a:ext>
                  </a:extLst>
                </p:cNvPr>
                <p:cNvSpPr/>
                <p:nvPr/>
              </p:nvSpPr>
              <p:spPr>
                <a:xfrm>
                  <a:off x="6574121" y="3819038"/>
                  <a:ext cx="185181" cy="313858"/>
                </a:xfrm>
                <a:custGeom>
                  <a:avLst/>
                  <a:gdLst>
                    <a:gd name="connsiteX0" fmla="*/ 3844 w 185181"/>
                    <a:gd name="connsiteY0" fmla="*/ 313858 h 313858"/>
                    <a:gd name="connsiteX1" fmla="*/ 184819 w 185181"/>
                    <a:gd name="connsiteY1" fmla="*/ 486 h 313858"/>
                    <a:gd name="connsiteX2" fmla="*/ 34 w 185181"/>
                    <a:gd name="connsiteY2" fmla="*/ 290998 h 313858"/>
                  </a:gdLst>
                  <a:ahLst/>
                  <a:cxnLst>
                    <a:cxn ang="0">
                      <a:pos x="connsiteX0" y="connsiteY0"/>
                    </a:cxn>
                    <a:cxn ang="0">
                      <a:pos x="connsiteX1" y="connsiteY1"/>
                    </a:cxn>
                    <a:cxn ang="0">
                      <a:pos x="connsiteX2" y="connsiteY2"/>
                    </a:cxn>
                  </a:cxnLst>
                  <a:rect l="l" t="t" r="r" b="b"/>
                  <a:pathLst>
                    <a:path w="185181" h="313858">
                      <a:moveTo>
                        <a:pt x="3844" y="313858"/>
                      </a:moveTo>
                      <a:cubicBezTo>
                        <a:pt x="47659" y="217656"/>
                        <a:pt x="193391" y="11916"/>
                        <a:pt x="184819" y="486"/>
                      </a:cubicBezTo>
                      <a:cubicBezTo>
                        <a:pt x="176246" y="-9992"/>
                        <a:pt x="-2824" y="150981"/>
                        <a:pt x="34" y="290998"/>
                      </a:cubicBezTo>
                    </a:path>
                  </a:pathLst>
                </a:custGeom>
                <a:grpFill/>
                <a:ln w="9525" cap="flat">
                  <a:noFill/>
                  <a:prstDash val="solid"/>
                  <a:miter/>
                </a:ln>
              </p:spPr>
              <p:txBody>
                <a:bodyPr rtlCol="0" anchor="ctr"/>
                <a:lstStyle/>
                <a:p>
                  <a:endParaRPr lang="en-US"/>
                </a:p>
              </p:txBody>
            </p:sp>
            <p:sp>
              <p:nvSpPr>
                <p:cNvPr id="435" name="Freeform: Shape 434">
                  <a:extLst>
                    <a:ext uri="{FF2B5EF4-FFF2-40B4-BE49-F238E27FC236}">
                      <a16:creationId xmlns:a16="http://schemas.microsoft.com/office/drawing/2014/main" id="{0B55AFE1-82EC-487F-9A63-0CAF775B6664}"/>
                    </a:ext>
                  </a:extLst>
                </p:cNvPr>
                <p:cNvSpPr/>
                <p:nvPr/>
              </p:nvSpPr>
              <p:spPr>
                <a:xfrm>
                  <a:off x="6595943" y="3962192"/>
                  <a:ext cx="157133" cy="313579"/>
                </a:xfrm>
                <a:custGeom>
                  <a:avLst/>
                  <a:gdLst>
                    <a:gd name="connsiteX0" fmla="*/ 5834 w 157133"/>
                    <a:gd name="connsiteY0" fmla="*/ 313579 h 313579"/>
                    <a:gd name="connsiteX1" fmla="*/ 156329 w 157133"/>
                    <a:gd name="connsiteY1" fmla="*/ 207 h 313579"/>
                    <a:gd name="connsiteX2" fmla="*/ 119 w 157133"/>
                    <a:gd name="connsiteY2" fmla="*/ 286910 h 313579"/>
                  </a:gdLst>
                  <a:ahLst/>
                  <a:cxnLst>
                    <a:cxn ang="0">
                      <a:pos x="connsiteX0" y="connsiteY0"/>
                    </a:cxn>
                    <a:cxn ang="0">
                      <a:pos x="connsiteX1" y="connsiteY1"/>
                    </a:cxn>
                    <a:cxn ang="0">
                      <a:pos x="connsiteX2" y="connsiteY2"/>
                    </a:cxn>
                  </a:cxnLst>
                  <a:rect l="l" t="t" r="r" b="b"/>
                  <a:pathLst>
                    <a:path w="157133" h="313579">
                      <a:moveTo>
                        <a:pt x="5834" y="313579"/>
                      </a:moveTo>
                      <a:cubicBezTo>
                        <a:pt x="54411" y="171657"/>
                        <a:pt x="167759" y="4017"/>
                        <a:pt x="156329" y="207"/>
                      </a:cubicBezTo>
                      <a:cubicBezTo>
                        <a:pt x="135374" y="-7413"/>
                        <a:pt x="-4644" y="197375"/>
                        <a:pt x="119" y="286910"/>
                      </a:cubicBezTo>
                    </a:path>
                  </a:pathLst>
                </a:custGeom>
                <a:grpFill/>
                <a:ln w="9525" cap="flat">
                  <a:noFill/>
                  <a:prstDash val="solid"/>
                  <a:miter/>
                </a:ln>
              </p:spPr>
              <p:txBody>
                <a:bodyPr rtlCol="0" anchor="ctr"/>
                <a:lstStyle/>
                <a:p>
                  <a:endParaRPr lang="en-US"/>
                </a:p>
              </p:txBody>
            </p:sp>
            <p:sp>
              <p:nvSpPr>
                <p:cNvPr id="436" name="Freeform: Shape 435">
                  <a:extLst>
                    <a:ext uri="{FF2B5EF4-FFF2-40B4-BE49-F238E27FC236}">
                      <a16:creationId xmlns:a16="http://schemas.microsoft.com/office/drawing/2014/main" id="{AC8848EC-83A5-43A8-B0F2-EB67D41BDCA0}"/>
                    </a:ext>
                  </a:extLst>
                </p:cNvPr>
                <p:cNvSpPr/>
                <p:nvPr/>
              </p:nvSpPr>
              <p:spPr>
                <a:xfrm>
                  <a:off x="6627485" y="4082328"/>
                  <a:ext cx="127562" cy="338223"/>
                </a:xfrm>
                <a:custGeom>
                  <a:avLst/>
                  <a:gdLst>
                    <a:gd name="connsiteX0" fmla="*/ 4772 w 127562"/>
                    <a:gd name="connsiteY0" fmla="*/ 338224 h 338223"/>
                    <a:gd name="connsiteX1" fmla="*/ 126692 w 127562"/>
                    <a:gd name="connsiteY1" fmla="*/ 86 h 338223"/>
                    <a:gd name="connsiteX2" fmla="*/ 962 w 127562"/>
                    <a:gd name="connsiteY2" fmla="*/ 315364 h 338223"/>
                  </a:gdLst>
                  <a:ahLst/>
                  <a:cxnLst>
                    <a:cxn ang="0">
                      <a:pos x="connsiteX0" y="connsiteY0"/>
                    </a:cxn>
                    <a:cxn ang="0">
                      <a:pos x="connsiteX1" y="connsiteY1"/>
                    </a:cxn>
                    <a:cxn ang="0">
                      <a:pos x="connsiteX2" y="connsiteY2"/>
                    </a:cxn>
                  </a:cxnLst>
                  <a:rect l="l" t="t" r="r" b="b"/>
                  <a:pathLst>
                    <a:path w="127562" h="338223">
                      <a:moveTo>
                        <a:pt x="4772" y="338224"/>
                      </a:moveTo>
                      <a:cubicBezTo>
                        <a:pt x="50492" y="221066"/>
                        <a:pt x="137170" y="5801"/>
                        <a:pt x="126692" y="86"/>
                      </a:cubicBezTo>
                      <a:cubicBezTo>
                        <a:pt x="117167" y="-4676"/>
                        <a:pt x="-12373" y="188681"/>
                        <a:pt x="962" y="315364"/>
                      </a:cubicBezTo>
                    </a:path>
                  </a:pathLst>
                </a:custGeom>
                <a:grpFill/>
                <a:ln w="9525" cap="flat">
                  <a:noFill/>
                  <a:prstDash val="solid"/>
                  <a:miter/>
                </a:ln>
              </p:spPr>
              <p:txBody>
                <a:bodyPr rtlCol="0" anchor="ctr"/>
                <a:lstStyle/>
                <a:p>
                  <a:endParaRPr lang="en-US"/>
                </a:p>
              </p:txBody>
            </p:sp>
            <p:sp>
              <p:nvSpPr>
                <p:cNvPr id="437" name="Freeform: Shape 436">
                  <a:extLst>
                    <a:ext uri="{FF2B5EF4-FFF2-40B4-BE49-F238E27FC236}">
                      <a16:creationId xmlns:a16="http://schemas.microsoft.com/office/drawing/2014/main" id="{48DB36AA-075E-4D79-9398-05802BA87814}"/>
                    </a:ext>
                  </a:extLst>
                </p:cNvPr>
                <p:cNvSpPr/>
                <p:nvPr/>
              </p:nvSpPr>
              <p:spPr>
                <a:xfrm>
                  <a:off x="6654607" y="4204206"/>
                  <a:ext cx="106386" cy="355410"/>
                </a:xfrm>
                <a:custGeom>
                  <a:avLst/>
                  <a:gdLst>
                    <a:gd name="connsiteX0" fmla="*/ 9083 w 106386"/>
                    <a:gd name="connsiteY0" fmla="*/ 355410 h 355410"/>
                    <a:gd name="connsiteX1" fmla="*/ 104333 w 106386"/>
                    <a:gd name="connsiteY1" fmla="*/ 128 h 355410"/>
                    <a:gd name="connsiteX2" fmla="*/ 2415 w 106386"/>
                    <a:gd name="connsiteY2" fmla="*/ 343028 h 355410"/>
                  </a:gdLst>
                  <a:ahLst/>
                  <a:cxnLst>
                    <a:cxn ang="0">
                      <a:pos x="connsiteX0" y="connsiteY0"/>
                    </a:cxn>
                    <a:cxn ang="0">
                      <a:pos x="connsiteX1" y="connsiteY1"/>
                    </a:cxn>
                    <a:cxn ang="0">
                      <a:pos x="connsiteX2" y="connsiteY2"/>
                    </a:cxn>
                  </a:cxnLst>
                  <a:rect l="l" t="t" r="r" b="b"/>
                  <a:pathLst>
                    <a:path w="106386" h="355410">
                      <a:moveTo>
                        <a:pt x="9083" y="355410"/>
                      </a:moveTo>
                      <a:cubicBezTo>
                        <a:pt x="46230" y="249683"/>
                        <a:pt x="119573" y="-6540"/>
                        <a:pt x="104333" y="128"/>
                      </a:cubicBezTo>
                      <a:cubicBezTo>
                        <a:pt x="92903" y="2985"/>
                        <a:pt x="-17588" y="232538"/>
                        <a:pt x="2415" y="343028"/>
                      </a:cubicBezTo>
                    </a:path>
                  </a:pathLst>
                </a:custGeom>
                <a:grpFill/>
                <a:ln w="9525" cap="flat">
                  <a:noFill/>
                  <a:prstDash val="solid"/>
                  <a:miter/>
                </a:ln>
              </p:spPr>
              <p:txBody>
                <a:bodyPr rtlCol="0" anchor="ctr"/>
                <a:lstStyle/>
                <a:p>
                  <a:endParaRPr lang="en-US"/>
                </a:p>
              </p:txBody>
            </p:sp>
            <p:sp>
              <p:nvSpPr>
                <p:cNvPr id="438" name="Freeform: Shape 437">
                  <a:extLst>
                    <a:ext uri="{FF2B5EF4-FFF2-40B4-BE49-F238E27FC236}">
                      <a16:creationId xmlns:a16="http://schemas.microsoft.com/office/drawing/2014/main" id="{4D6C64A5-BEAD-4C1F-9B68-38F0812B74DB}"/>
                    </a:ext>
                  </a:extLst>
                </p:cNvPr>
                <p:cNvSpPr/>
                <p:nvPr/>
              </p:nvSpPr>
              <p:spPr>
                <a:xfrm>
                  <a:off x="6442008" y="4292736"/>
                  <a:ext cx="223586" cy="270690"/>
                </a:xfrm>
                <a:custGeom>
                  <a:avLst/>
                  <a:gdLst>
                    <a:gd name="connsiteX0" fmla="*/ 219777 w 223586"/>
                    <a:gd name="connsiteY0" fmla="*/ 251641 h 270690"/>
                    <a:gd name="connsiteX1" fmla="*/ 702 w 223586"/>
                    <a:gd name="connsiteY1" fmla="*/ 1133 h 270690"/>
                    <a:gd name="connsiteX2" fmla="*/ 223587 w 223586"/>
                    <a:gd name="connsiteY2" fmla="*/ 270691 h 270690"/>
                  </a:gdLst>
                  <a:ahLst/>
                  <a:cxnLst>
                    <a:cxn ang="0">
                      <a:pos x="connsiteX0" y="connsiteY0"/>
                    </a:cxn>
                    <a:cxn ang="0">
                      <a:pos x="connsiteX1" y="connsiteY1"/>
                    </a:cxn>
                    <a:cxn ang="0">
                      <a:pos x="connsiteX2" y="connsiteY2"/>
                    </a:cxn>
                  </a:cxnLst>
                  <a:rect l="l" t="t" r="r" b="b"/>
                  <a:pathLst>
                    <a:path w="223586" h="270690">
                      <a:moveTo>
                        <a:pt x="219777" y="251641"/>
                      </a:moveTo>
                      <a:cubicBezTo>
                        <a:pt x="179772" y="145913"/>
                        <a:pt x="1654" y="-15059"/>
                        <a:pt x="702" y="1133"/>
                      </a:cubicBezTo>
                      <a:cubicBezTo>
                        <a:pt x="-10728" y="50663"/>
                        <a:pt x="119764" y="204016"/>
                        <a:pt x="223587" y="270691"/>
                      </a:cubicBezTo>
                    </a:path>
                  </a:pathLst>
                </a:custGeom>
                <a:grpFill/>
                <a:ln w="9525" cap="flat">
                  <a:noFill/>
                  <a:prstDash val="solid"/>
                  <a:miter/>
                </a:ln>
              </p:spPr>
              <p:txBody>
                <a:bodyPr rtlCol="0" anchor="ctr"/>
                <a:lstStyle/>
                <a:p>
                  <a:endParaRPr lang="en-US"/>
                </a:p>
              </p:txBody>
            </p:sp>
            <p:sp>
              <p:nvSpPr>
                <p:cNvPr id="439" name="Freeform: Shape 438">
                  <a:extLst>
                    <a:ext uri="{FF2B5EF4-FFF2-40B4-BE49-F238E27FC236}">
                      <a16:creationId xmlns:a16="http://schemas.microsoft.com/office/drawing/2014/main" id="{75FF2098-3518-42FA-9DFD-7F758F8FD4C1}"/>
                    </a:ext>
                  </a:extLst>
                </p:cNvPr>
                <p:cNvSpPr/>
                <p:nvPr/>
              </p:nvSpPr>
              <p:spPr>
                <a:xfrm>
                  <a:off x="6425510" y="4145118"/>
                  <a:ext cx="202936" cy="292578"/>
                </a:xfrm>
                <a:custGeom>
                  <a:avLst/>
                  <a:gdLst>
                    <a:gd name="connsiteX0" fmla="*/ 198174 w 202936"/>
                    <a:gd name="connsiteY0" fmla="*/ 265908 h 292578"/>
                    <a:gd name="connsiteX1" fmla="*/ 1007 w 202936"/>
                    <a:gd name="connsiteY1" fmla="*/ 161 h 292578"/>
                    <a:gd name="connsiteX2" fmla="*/ 202936 w 202936"/>
                    <a:gd name="connsiteY2" fmla="*/ 292578 h 292578"/>
                  </a:gdLst>
                  <a:ahLst/>
                  <a:cxnLst>
                    <a:cxn ang="0">
                      <a:pos x="connsiteX0" y="connsiteY0"/>
                    </a:cxn>
                    <a:cxn ang="0">
                      <a:pos x="connsiteX1" y="connsiteY1"/>
                    </a:cxn>
                    <a:cxn ang="0">
                      <a:pos x="connsiteX2" y="connsiteY2"/>
                    </a:cxn>
                  </a:cxnLst>
                  <a:rect l="l" t="t" r="r" b="b"/>
                  <a:pathLst>
                    <a:path w="202936" h="292578">
                      <a:moveTo>
                        <a:pt x="198174" y="265908"/>
                      </a:moveTo>
                      <a:cubicBezTo>
                        <a:pt x="162932" y="142083"/>
                        <a:pt x="13389" y="-5554"/>
                        <a:pt x="1007" y="161"/>
                      </a:cubicBezTo>
                      <a:cubicBezTo>
                        <a:pt x="-12329" y="15401"/>
                        <a:pt x="109592" y="191613"/>
                        <a:pt x="202936" y="292578"/>
                      </a:cubicBezTo>
                    </a:path>
                  </a:pathLst>
                </a:custGeom>
                <a:grpFill/>
                <a:ln w="9525" cap="flat">
                  <a:noFill/>
                  <a:prstDash val="solid"/>
                  <a:miter/>
                </a:ln>
              </p:spPr>
              <p:txBody>
                <a:bodyPr rtlCol="0" anchor="ctr"/>
                <a:lstStyle/>
                <a:p>
                  <a:endParaRPr lang="en-US"/>
                </a:p>
              </p:txBody>
            </p:sp>
            <p:sp>
              <p:nvSpPr>
                <p:cNvPr id="440" name="Freeform: Shape 439">
                  <a:extLst>
                    <a:ext uri="{FF2B5EF4-FFF2-40B4-BE49-F238E27FC236}">
                      <a16:creationId xmlns:a16="http://schemas.microsoft.com/office/drawing/2014/main" id="{E081E6A2-C65A-483D-8A87-DC4FA4FB1AF5}"/>
                    </a:ext>
                  </a:extLst>
                </p:cNvPr>
                <p:cNvSpPr/>
                <p:nvPr/>
              </p:nvSpPr>
              <p:spPr>
                <a:xfrm>
                  <a:off x="6519862" y="4487227"/>
                  <a:ext cx="186690" cy="244792"/>
                </a:xfrm>
                <a:custGeom>
                  <a:avLst/>
                  <a:gdLst>
                    <a:gd name="connsiteX0" fmla="*/ 171450 w 186690"/>
                    <a:gd name="connsiteY0" fmla="*/ 198120 h 244792"/>
                    <a:gd name="connsiteX1" fmla="*/ 0 w 186690"/>
                    <a:gd name="connsiteY1" fmla="*/ 0 h 244792"/>
                    <a:gd name="connsiteX2" fmla="*/ 186690 w 186690"/>
                    <a:gd name="connsiteY2" fmla="*/ 244792 h 244792"/>
                  </a:gdLst>
                  <a:ahLst/>
                  <a:cxnLst>
                    <a:cxn ang="0">
                      <a:pos x="connsiteX0" y="connsiteY0"/>
                    </a:cxn>
                    <a:cxn ang="0">
                      <a:pos x="connsiteX1" y="connsiteY1"/>
                    </a:cxn>
                    <a:cxn ang="0">
                      <a:pos x="connsiteX2" y="connsiteY2"/>
                    </a:cxn>
                  </a:cxnLst>
                  <a:rect l="l" t="t" r="r" b="b"/>
                  <a:pathLst>
                    <a:path w="186690" h="244792">
                      <a:moveTo>
                        <a:pt x="171450" y="198120"/>
                      </a:moveTo>
                      <a:cubicBezTo>
                        <a:pt x="127635" y="100013"/>
                        <a:pt x="0" y="0"/>
                        <a:pt x="0" y="0"/>
                      </a:cubicBezTo>
                      <a:cubicBezTo>
                        <a:pt x="8572" y="37147"/>
                        <a:pt x="100013" y="166688"/>
                        <a:pt x="186690" y="244792"/>
                      </a:cubicBezTo>
                    </a:path>
                  </a:pathLst>
                </a:custGeom>
                <a:grpFill/>
                <a:ln w="9525" cap="flat">
                  <a:noFill/>
                  <a:prstDash val="solid"/>
                  <a:miter/>
                </a:ln>
              </p:spPr>
              <p:txBody>
                <a:bodyPr rtlCol="0" anchor="ctr"/>
                <a:lstStyle/>
                <a:p>
                  <a:endParaRPr lang="en-US"/>
                </a:p>
              </p:txBody>
            </p:sp>
            <p:sp>
              <p:nvSpPr>
                <p:cNvPr id="441" name="Freeform: Shape 440">
                  <a:extLst>
                    <a:ext uri="{FF2B5EF4-FFF2-40B4-BE49-F238E27FC236}">
                      <a16:creationId xmlns:a16="http://schemas.microsoft.com/office/drawing/2014/main" id="{51DB1E46-98D9-4DDA-9ED1-F77EADE3908C}"/>
                    </a:ext>
                  </a:extLst>
                </p:cNvPr>
                <p:cNvSpPr/>
                <p:nvPr/>
              </p:nvSpPr>
              <p:spPr>
                <a:xfrm>
                  <a:off x="6693350" y="4373803"/>
                  <a:ext cx="120085" cy="330593"/>
                </a:xfrm>
                <a:custGeom>
                  <a:avLst/>
                  <a:gdLst>
                    <a:gd name="connsiteX0" fmla="*/ 11297 w 120085"/>
                    <a:gd name="connsiteY0" fmla="*/ 330593 h 330593"/>
                    <a:gd name="connsiteX1" fmla="*/ 118929 w 120085"/>
                    <a:gd name="connsiteY1" fmla="*/ 76 h 330593"/>
                    <a:gd name="connsiteX2" fmla="*/ 1772 w 120085"/>
                    <a:gd name="connsiteY2" fmla="*/ 304876 h 330593"/>
                  </a:gdLst>
                  <a:ahLst/>
                  <a:cxnLst>
                    <a:cxn ang="0">
                      <a:pos x="connsiteX0" y="connsiteY0"/>
                    </a:cxn>
                    <a:cxn ang="0">
                      <a:pos x="connsiteX1" y="connsiteY1"/>
                    </a:cxn>
                    <a:cxn ang="0">
                      <a:pos x="connsiteX2" y="connsiteY2"/>
                    </a:cxn>
                  </a:cxnLst>
                  <a:rect l="l" t="t" r="r" b="b"/>
                  <a:pathLst>
                    <a:path w="120085" h="330593">
                      <a:moveTo>
                        <a:pt x="11297" y="330593"/>
                      </a:moveTo>
                      <a:cubicBezTo>
                        <a:pt x="40824" y="183908"/>
                        <a:pt x="131312" y="2933"/>
                        <a:pt x="118929" y="76"/>
                      </a:cubicBezTo>
                      <a:cubicBezTo>
                        <a:pt x="97022" y="-4687"/>
                        <a:pt x="-15373" y="216293"/>
                        <a:pt x="1772" y="304876"/>
                      </a:cubicBezTo>
                    </a:path>
                  </a:pathLst>
                </a:custGeom>
                <a:grpFill/>
                <a:ln w="9525" cap="flat">
                  <a:noFill/>
                  <a:prstDash val="solid"/>
                  <a:miter/>
                </a:ln>
              </p:spPr>
              <p:txBody>
                <a:bodyPr rtlCol="0" anchor="ctr"/>
                <a:lstStyle/>
                <a:p>
                  <a:endParaRPr lang="en-US"/>
                </a:p>
              </p:txBody>
            </p:sp>
            <p:sp>
              <p:nvSpPr>
                <p:cNvPr id="442" name="Freeform: Shape 441">
                  <a:extLst>
                    <a:ext uri="{FF2B5EF4-FFF2-40B4-BE49-F238E27FC236}">
                      <a16:creationId xmlns:a16="http://schemas.microsoft.com/office/drawing/2014/main" id="{9995679B-267A-4801-8240-B7A9116733F7}"/>
                    </a:ext>
                  </a:extLst>
                </p:cNvPr>
                <p:cNvSpPr/>
                <p:nvPr/>
              </p:nvSpPr>
              <p:spPr>
                <a:xfrm>
                  <a:off x="6741927" y="4492890"/>
                  <a:ext cx="89919" cy="350571"/>
                </a:xfrm>
                <a:custGeom>
                  <a:avLst/>
                  <a:gdLst>
                    <a:gd name="connsiteX0" fmla="*/ 12250 w 89919"/>
                    <a:gd name="connsiteY0" fmla="*/ 350571 h 350571"/>
                    <a:gd name="connsiteX1" fmla="*/ 88450 w 89919"/>
                    <a:gd name="connsiteY1" fmla="*/ 51 h 350571"/>
                    <a:gd name="connsiteX2" fmla="*/ 5583 w 89919"/>
                    <a:gd name="connsiteY2" fmla="*/ 329616 h 350571"/>
                  </a:gdLst>
                  <a:ahLst/>
                  <a:cxnLst>
                    <a:cxn ang="0">
                      <a:pos x="connsiteX0" y="connsiteY0"/>
                    </a:cxn>
                    <a:cxn ang="0">
                      <a:pos x="connsiteX1" y="connsiteY1"/>
                    </a:cxn>
                    <a:cxn ang="0">
                      <a:pos x="connsiteX2" y="connsiteY2"/>
                    </a:cxn>
                  </a:cxnLst>
                  <a:rect l="l" t="t" r="r" b="b"/>
                  <a:pathLst>
                    <a:path w="89919" h="350571">
                      <a:moveTo>
                        <a:pt x="12250" y="350571"/>
                      </a:moveTo>
                      <a:cubicBezTo>
                        <a:pt x="41778" y="227699"/>
                        <a:pt x="99880" y="3861"/>
                        <a:pt x="88450" y="51"/>
                      </a:cubicBezTo>
                      <a:cubicBezTo>
                        <a:pt x="78925" y="-3759"/>
                        <a:pt x="-24897" y="205791"/>
                        <a:pt x="5583" y="329616"/>
                      </a:cubicBezTo>
                    </a:path>
                  </a:pathLst>
                </a:custGeom>
                <a:grpFill/>
                <a:ln w="9525" cap="flat">
                  <a:noFill/>
                  <a:prstDash val="solid"/>
                  <a:miter/>
                </a:ln>
              </p:spPr>
              <p:txBody>
                <a:bodyPr rtlCol="0" anchor="ctr"/>
                <a:lstStyle/>
                <a:p>
                  <a:endParaRPr lang="en-US"/>
                </a:p>
              </p:txBody>
            </p:sp>
            <p:sp>
              <p:nvSpPr>
                <p:cNvPr id="443" name="Freeform: Shape 442">
                  <a:extLst>
                    <a:ext uri="{FF2B5EF4-FFF2-40B4-BE49-F238E27FC236}">
                      <a16:creationId xmlns:a16="http://schemas.microsoft.com/office/drawing/2014/main" id="{CFDDC3F2-849E-4747-B199-9939922239D2}"/>
                    </a:ext>
                  </a:extLst>
                </p:cNvPr>
                <p:cNvSpPr/>
                <p:nvPr/>
              </p:nvSpPr>
              <p:spPr>
                <a:xfrm>
                  <a:off x="6787528" y="4612752"/>
                  <a:ext cx="67513" cy="365011"/>
                </a:xfrm>
                <a:custGeom>
                  <a:avLst/>
                  <a:gdLst>
                    <a:gd name="connsiteX0" fmla="*/ 16178 w 67513"/>
                    <a:gd name="connsiteY0" fmla="*/ 365012 h 365011"/>
                    <a:gd name="connsiteX1" fmla="*/ 64756 w 67513"/>
                    <a:gd name="connsiteY1" fmla="*/ 204 h 365011"/>
                    <a:gd name="connsiteX2" fmla="*/ 8559 w 67513"/>
                    <a:gd name="connsiteY2" fmla="*/ 353582 h 365011"/>
                  </a:gdLst>
                  <a:ahLst/>
                  <a:cxnLst>
                    <a:cxn ang="0">
                      <a:pos x="connsiteX0" y="connsiteY0"/>
                    </a:cxn>
                    <a:cxn ang="0">
                      <a:pos x="connsiteX1" y="connsiteY1"/>
                    </a:cxn>
                    <a:cxn ang="0">
                      <a:pos x="connsiteX2" y="connsiteY2"/>
                    </a:cxn>
                  </a:cxnLst>
                  <a:rect l="l" t="t" r="r" b="b"/>
                  <a:pathLst>
                    <a:path w="67513" h="365011">
                      <a:moveTo>
                        <a:pt x="16178" y="365012"/>
                      </a:moveTo>
                      <a:cubicBezTo>
                        <a:pt x="39991" y="255474"/>
                        <a:pt x="78091" y="-8368"/>
                        <a:pt x="64756" y="204"/>
                      </a:cubicBezTo>
                      <a:cubicBezTo>
                        <a:pt x="53326" y="4014"/>
                        <a:pt x="-25731" y="245949"/>
                        <a:pt x="8559" y="353582"/>
                      </a:cubicBezTo>
                    </a:path>
                  </a:pathLst>
                </a:custGeom>
                <a:grpFill/>
                <a:ln w="9525" cap="flat">
                  <a:noFill/>
                  <a:prstDash val="solid"/>
                  <a:miter/>
                </a:ln>
              </p:spPr>
              <p:txBody>
                <a:bodyPr rtlCol="0" anchor="ctr"/>
                <a:lstStyle/>
                <a:p>
                  <a:endParaRPr lang="en-US"/>
                </a:p>
              </p:txBody>
            </p:sp>
            <p:sp>
              <p:nvSpPr>
                <p:cNvPr id="444" name="Freeform: Shape 443">
                  <a:extLst>
                    <a:ext uri="{FF2B5EF4-FFF2-40B4-BE49-F238E27FC236}">
                      <a16:creationId xmlns:a16="http://schemas.microsoft.com/office/drawing/2014/main" id="{CA842A8D-07DD-4384-A4E2-DF0CAFAA8B65}"/>
                    </a:ext>
                  </a:extLst>
                </p:cNvPr>
                <p:cNvSpPr/>
                <p:nvPr/>
              </p:nvSpPr>
              <p:spPr>
                <a:xfrm>
                  <a:off x="6549279" y="4741176"/>
                  <a:ext cx="256333" cy="239445"/>
                </a:xfrm>
                <a:custGeom>
                  <a:avLst/>
                  <a:gdLst>
                    <a:gd name="connsiteX0" fmla="*/ 250618 w 256333"/>
                    <a:gd name="connsiteY0" fmla="*/ 220395 h 239445"/>
                    <a:gd name="connsiteX1" fmla="*/ 111 w 256333"/>
                    <a:gd name="connsiteY1" fmla="*/ 1320 h 239445"/>
                    <a:gd name="connsiteX2" fmla="*/ 256333 w 256333"/>
                    <a:gd name="connsiteY2" fmla="*/ 239445 h 239445"/>
                  </a:gdLst>
                  <a:ahLst/>
                  <a:cxnLst>
                    <a:cxn ang="0">
                      <a:pos x="connsiteX0" y="connsiteY0"/>
                    </a:cxn>
                    <a:cxn ang="0">
                      <a:pos x="connsiteX1" y="connsiteY1"/>
                    </a:cxn>
                    <a:cxn ang="0">
                      <a:pos x="connsiteX2" y="connsiteY2"/>
                    </a:cxn>
                  </a:cxnLst>
                  <a:rect l="l" t="t" r="r" b="b"/>
                  <a:pathLst>
                    <a:path w="256333" h="239445">
                      <a:moveTo>
                        <a:pt x="250618" y="220395"/>
                      </a:moveTo>
                      <a:cubicBezTo>
                        <a:pt x="197278" y="121335"/>
                        <a:pt x="111" y="-14872"/>
                        <a:pt x="111" y="1320"/>
                      </a:cubicBezTo>
                      <a:cubicBezTo>
                        <a:pt x="-4652" y="51803"/>
                        <a:pt x="144891" y="186105"/>
                        <a:pt x="256333" y="239445"/>
                      </a:cubicBezTo>
                    </a:path>
                  </a:pathLst>
                </a:custGeom>
                <a:grpFill/>
                <a:ln w="9525" cap="flat">
                  <a:noFill/>
                  <a:prstDash val="solid"/>
                  <a:miter/>
                </a:ln>
              </p:spPr>
              <p:txBody>
                <a:bodyPr rtlCol="0" anchor="ctr"/>
                <a:lstStyle/>
                <a:p>
                  <a:endParaRPr lang="en-US"/>
                </a:p>
              </p:txBody>
            </p:sp>
            <p:sp>
              <p:nvSpPr>
                <p:cNvPr id="445" name="Freeform: Shape 444">
                  <a:extLst>
                    <a:ext uri="{FF2B5EF4-FFF2-40B4-BE49-F238E27FC236}">
                      <a16:creationId xmlns:a16="http://schemas.microsoft.com/office/drawing/2014/main" id="{D42AE267-5651-478D-AEAA-661051B072DF}"/>
                    </a:ext>
                  </a:extLst>
                </p:cNvPr>
                <p:cNvSpPr/>
                <p:nvPr/>
              </p:nvSpPr>
              <p:spPr>
                <a:xfrm>
                  <a:off x="6513510" y="4597389"/>
                  <a:ext cx="239714" cy="263217"/>
                </a:xfrm>
                <a:custGeom>
                  <a:avLst/>
                  <a:gdLst>
                    <a:gd name="connsiteX0" fmla="*/ 231142 w 239714"/>
                    <a:gd name="connsiteY0" fmla="*/ 237500 h 263217"/>
                    <a:gd name="connsiteX1" fmla="*/ 637 w 239714"/>
                    <a:gd name="connsiteY1" fmla="*/ 328 h 263217"/>
                    <a:gd name="connsiteX2" fmla="*/ 239715 w 239714"/>
                    <a:gd name="connsiteY2" fmla="*/ 263217 h 263217"/>
                  </a:gdLst>
                  <a:ahLst/>
                  <a:cxnLst>
                    <a:cxn ang="0">
                      <a:pos x="connsiteX0" y="connsiteY0"/>
                    </a:cxn>
                    <a:cxn ang="0">
                      <a:pos x="connsiteX1" y="connsiteY1"/>
                    </a:cxn>
                    <a:cxn ang="0">
                      <a:pos x="connsiteX2" y="connsiteY2"/>
                    </a:cxn>
                  </a:cxnLst>
                  <a:rect l="l" t="t" r="r" b="b"/>
                  <a:pathLst>
                    <a:path w="239714" h="263217">
                      <a:moveTo>
                        <a:pt x="231142" y="237500"/>
                      </a:moveTo>
                      <a:cubicBezTo>
                        <a:pt x="179707" y="119390"/>
                        <a:pt x="12067" y="-7293"/>
                        <a:pt x="637" y="328"/>
                      </a:cubicBezTo>
                      <a:cubicBezTo>
                        <a:pt x="-10793" y="16520"/>
                        <a:pt x="133987" y="175588"/>
                        <a:pt x="239715" y="263217"/>
                      </a:cubicBezTo>
                    </a:path>
                  </a:pathLst>
                </a:custGeom>
                <a:grpFill/>
                <a:ln w="9525" cap="flat">
                  <a:noFill/>
                  <a:prstDash val="solid"/>
                  <a:miter/>
                </a:ln>
              </p:spPr>
              <p:txBody>
                <a:bodyPr rtlCol="0" anchor="ctr"/>
                <a:lstStyle/>
                <a:p>
                  <a:endParaRPr lang="en-US"/>
                </a:p>
              </p:txBody>
            </p:sp>
          </p:grpSp>
          <p:grpSp>
            <p:nvGrpSpPr>
              <p:cNvPr id="375" name="Graphic 2">
                <a:extLst>
                  <a:ext uri="{FF2B5EF4-FFF2-40B4-BE49-F238E27FC236}">
                    <a16:creationId xmlns:a16="http://schemas.microsoft.com/office/drawing/2014/main" id="{293B6620-348C-4943-AFA9-9513C5D65132}"/>
                  </a:ext>
                </a:extLst>
              </p:cNvPr>
              <p:cNvGrpSpPr/>
              <p:nvPr/>
            </p:nvGrpSpPr>
            <p:grpSpPr>
              <a:xfrm>
                <a:off x="6664275" y="2675586"/>
                <a:ext cx="672834" cy="2451864"/>
                <a:chOff x="6664275" y="2675586"/>
                <a:chExt cx="672834" cy="2451864"/>
              </a:xfrm>
              <a:grpFill/>
            </p:grpSpPr>
            <p:grpSp>
              <p:nvGrpSpPr>
                <p:cNvPr id="412" name="Graphic 2">
                  <a:extLst>
                    <a:ext uri="{FF2B5EF4-FFF2-40B4-BE49-F238E27FC236}">
                      <a16:creationId xmlns:a16="http://schemas.microsoft.com/office/drawing/2014/main" id="{E3020205-B635-4337-88F0-BB3E01B6802B}"/>
                    </a:ext>
                  </a:extLst>
                </p:cNvPr>
                <p:cNvGrpSpPr/>
                <p:nvPr/>
              </p:nvGrpSpPr>
              <p:grpSpPr>
                <a:xfrm>
                  <a:off x="6664275" y="2675586"/>
                  <a:ext cx="672834" cy="2451864"/>
                  <a:chOff x="6664275" y="2675586"/>
                  <a:chExt cx="672834" cy="2451864"/>
                </a:xfrm>
                <a:grpFill/>
              </p:grpSpPr>
              <p:sp>
                <p:nvSpPr>
                  <p:cNvPr id="416" name="Freeform: Shape 415">
                    <a:extLst>
                      <a:ext uri="{FF2B5EF4-FFF2-40B4-BE49-F238E27FC236}">
                        <a16:creationId xmlns:a16="http://schemas.microsoft.com/office/drawing/2014/main" id="{87788783-DF84-45E9-9E62-19B53ABDADD7}"/>
                      </a:ext>
                    </a:extLst>
                  </p:cNvPr>
                  <p:cNvSpPr/>
                  <p:nvPr/>
                </p:nvSpPr>
                <p:spPr>
                  <a:xfrm>
                    <a:off x="6673784" y="2675586"/>
                    <a:ext cx="616290" cy="2451864"/>
                  </a:xfrm>
                  <a:custGeom>
                    <a:avLst/>
                    <a:gdLst>
                      <a:gd name="connsiteX0" fmla="*/ 508065 w 616290"/>
                      <a:gd name="connsiteY0" fmla="*/ 392416 h 2451864"/>
                      <a:gd name="connsiteX1" fmla="*/ 419483 w 616290"/>
                      <a:gd name="connsiteY1" fmla="*/ 782941 h 2451864"/>
                      <a:gd name="connsiteX2" fmla="*/ 429960 w 616290"/>
                      <a:gd name="connsiteY2" fmla="*/ 925816 h 2451864"/>
                      <a:gd name="connsiteX3" fmla="*/ 573788 w 616290"/>
                      <a:gd name="connsiteY3" fmla="*/ 521003 h 2451864"/>
                      <a:gd name="connsiteX4" fmla="*/ 433770 w 616290"/>
                      <a:gd name="connsiteY4" fmla="*/ 961058 h 2451864"/>
                      <a:gd name="connsiteX5" fmla="*/ 432818 w 616290"/>
                      <a:gd name="connsiteY5" fmla="*/ 1104885 h 2451864"/>
                      <a:gd name="connsiteX6" fmla="*/ 609983 w 616290"/>
                      <a:gd name="connsiteY6" fmla="*/ 710550 h 2451864"/>
                      <a:gd name="connsiteX7" fmla="*/ 435675 w 616290"/>
                      <a:gd name="connsiteY7" fmla="*/ 1130603 h 2451864"/>
                      <a:gd name="connsiteX8" fmla="*/ 28958 w 616290"/>
                      <a:gd name="connsiteY8" fmla="*/ 2442195 h 2451864"/>
                      <a:gd name="connsiteX9" fmla="*/ 383 w 616290"/>
                      <a:gd name="connsiteY9" fmla="*/ 2448863 h 2451864"/>
                      <a:gd name="connsiteX10" fmla="*/ 416625 w 616290"/>
                      <a:gd name="connsiteY10" fmla="*/ 1119173 h 2451864"/>
                      <a:gd name="connsiteX11" fmla="*/ 162308 w 616290"/>
                      <a:gd name="connsiteY11" fmla="*/ 713408 h 2451864"/>
                      <a:gd name="connsiteX12" fmla="*/ 420435 w 616290"/>
                      <a:gd name="connsiteY12" fmla="*/ 1101076 h 2451864"/>
                      <a:gd name="connsiteX13" fmla="*/ 416625 w 616290"/>
                      <a:gd name="connsiteY13" fmla="*/ 951533 h 2451864"/>
                      <a:gd name="connsiteX14" fmla="*/ 142305 w 616290"/>
                      <a:gd name="connsiteY14" fmla="*/ 568628 h 2451864"/>
                      <a:gd name="connsiteX15" fmla="*/ 418530 w 616290"/>
                      <a:gd name="connsiteY15" fmla="*/ 913433 h 2451864"/>
                      <a:gd name="connsiteX16" fmla="*/ 408053 w 616290"/>
                      <a:gd name="connsiteY16" fmla="*/ 766748 h 2451864"/>
                      <a:gd name="connsiteX17" fmla="*/ 146115 w 616290"/>
                      <a:gd name="connsiteY17" fmla="*/ 396225 h 2451864"/>
                      <a:gd name="connsiteX18" fmla="*/ 403290 w 616290"/>
                      <a:gd name="connsiteY18" fmla="*/ 715313 h 2451864"/>
                      <a:gd name="connsiteX19" fmla="*/ 377573 w 616290"/>
                      <a:gd name="connsiteY19" fmla="*/ 561008 h 2451864"/>
                      <a:gd name="connsiteX20" fmla="*/ 152783 w 616290"/>
                      <a:gd name="connsiteY20" fmla="*/ 283830 h 2451864"/>
                      <a:gd name="connsiteX21" fmla="*/ 372810 w 616290"/>
                      <a:gd name="connsiteY21" fmla="*/ 530528 h 2451864"/>
                      <a:gd name="connsiteX22" fmla="*/ 342330 w 616290"/>
                      <a:gd name="connsiteY22" fmla="*/ 395273 h 2451864"/>
                      <a:gd name="connsiteX23" fmla="*/ 156593 w 616290"/>
                      <a:gd name="connsiteY23" fmla="*/ 149528 h 2451864"/>
                      <a:gd name="connsiteX24" fmla="*/ 330900 w 616290"/>
                      <a:gd name="connsiteY24" fmla="*/ 346695 h 2451864"/>
                      <a:gd name="connsiteX25" fmla="*/ 295658 w 616290"/>
                      <a:gd name="connsiteY25" fmla="*/ 240968 h 2451864"/>
                      <a:gd name="connsiteX26" fmla="*/ 209933 w 616290"/>
                      <a:gd name="connsiteY26" fmla="*/ 4748 h 2451864"/>
                      <a:gd name="connsiteX27" fmla="*/ 309945 w 616290"/>
                      <a:gd name="connsiteY27" fmla="*/ 260970 h 2451864"/>
                      <a:gd name="connsiteX28" fmla="*/ 337568 w 616290"/>
                      <a:gd name="connsiteY28" fmla="*/ 345743 h 2451864"/>
                      <a:gd name="connsiteX29" fmla="*/ 375668 w 616290"/>
                      <a:gd name="connsiteY29" fmla="*/ 74280 h 2451864"/>
                      <a:gd name="connsiteX30" fmla="*/ 350903 w 616290"/>
                      <a:gd name="connsiteY30" fmla="*/ 394320 h 2451864"/>
                      <a:gd name="connsiteX31" fmla="*/ 379478 w 616290"/>
                      <a:gd name="connsiteY31" fmla="*/ 521955 h 2451864"/>
                      <a:gd name="connsiteX32" fmla="*/ 461393 w 616290"/>
                      <a:gd name="connsiteY32" fmla="*/ 187628 h 2451864"/>
                      <a:gd name="connsiteX33" fmla="*/ 389003 w 616290"/>
                      <a:gd name="connsiteY33" fmla="*/ 579105 h 2451864"/>
                      <a:gd name="connsiteX34" fmla="*/ 411863 w 616290"/>
                      <a:gd name="connsiteY34" fmla="*/ 720075 h 2451864"/>
                      <a:gd name="connsiteX35" fmla="*/ 508065 w 616290"/>
                      <a:gd name="connsiteY35" fmla="*/ 392416 h 245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16290" h="2451864">
                        <a:moveTo>
                          <a:pt x="508065" y="392416"/>
                        </a:moveTo>
                        <a:cubicBezTo>
                          <a:pt x="518543" y="440993"/>
                          <a:pt x="479490" y="643875"/>
                          <a:pt x="419483" y="782941"/>
                        </a:cubicBezTo>
                        <a:cubicBezTo>
                          <a:pt x="422340" y="806753"/>
                          <a:pt x="429960" y="903908"/>
                          <a:pt x="429960" y="925816"/>
                        </a:cubicBezTo>
                        <a:cubicBezTo>
                          <a:pt x="427103" y="759128"/>
                          <a:pt x="556643" y="518145"/>
                          <a:pt x="573788" y="521003"/>
                        </a:cubicBezTo>
                        <a:cubicBezTo>
                          <a:pt x="596648" y="534338"/>
                          <a:pt x="510923" y="800085"/>
                          <a:pt x="433770" y="961058"/>
                        </a:cubicBezTo>
                        <a:cubicBezTo>
                          <a:pt x="432818" y="982013"/>
                          <a:pt x="433770" y="1087741"/>
                          <a:pt x="432818" y="1104885"/>
                        </a:cubicBezTo>
                        <a:cubicBezTo>
                          <a:pt x="442343" y="958200"/>
                          <a:pt x="602363" y="690548"/>
                          <a:pt x="609983" y="710550"/>
                        </a:cubicBezTo>
                        <a:cubicBezTo>
                          <a:pt x="643320" y="767700"/>
                          <a:pt x="538545" y="1007730"/>
                          <a:pt x="435675" y="1130603"/>
                        </a:cubicBezTo>
                        <a:cubicBezTo>
                          <a:pt x="368048" y="1645906"/>
                          <a:pt x="31815" y="2428861"/>
                          <a:pt x="28958" y="2442195"/>
                        </a:cubicBezTo>
                        <a:cubicBezTo>
                          <a:pt x="22290" y="2442195"/>
                          <a:pt x="-3427" y="2458388"/>
                          <a:pt x="383" y="2448863"/>
                        </a:cubicBezTo>
                        <a:cubicBezTo>
                          <a:pt x="340425" y="1615426"/>
                          <a:pt x="431865" y="1140128"/>
                          <a:pt x="416625" y="1119173"/>
                        </a:cubicBezTo>
                        <a:cubicBezTo>
                          <a:pt x="401385" y="1098218"/>
                          <a:pt x="141353" y="711503"/>
                          <a:pt x="162308" y="713408"/>
                        </a:cubicBezTo>
                        <a:cubicBezTo>
                          <a:pt x="177548" y="711503"/>
                          <a:pt x="402338" y="955343"/>
                          <a:pt x="420435" y="1101076"/>
                        </a:cubicBezTo>
                        <a:cubicBezTo>
                          <a:pt x="418530" y="1082026"/>
                          <a:pt x="416625" y="951533"/>
                          <a:pt x="416625" y="951533"/>
                        </a:cubicBezTo>
                        <a:cubicBezTo>
                          <a:pt x="315660" y="822946"/>
                          <a:pt x="130875" y="579105"/>
                          <a:pt x="142305" y="568628"/>
                        </a:cubicBezTo>
                        <a:cubicBezTo>
                          <a:pt x="151830" y="559103"/>
                          <a:pt x="387098" y="750555"/>
                          <a:pt x="418530" y="913433"/>
                        </a:cubicBezTo>
                        <a:cubicBezTo>
                          <a:pt x="414720" y="892478"/>
                          <a:pt x="409958" y="790560"/>
                          <a:pt x="408053" y="766748"/>
                        </a:cubicBezTo>
                        <a:cubicBezTo>
                          <a:pt x="293753" y="609585"/>
                          <a:pt x="133733" y="406703"/>
                          <a:pt x="146115" y="396225"/>
                        </a:cubicBezTo>
                        <a:cubicBezTo>
                          <a:pt x="168975" y="379080"/>
                          <a:pt x="374715" y="601013"/>
                          <a:pt x="403290" y="715313"/>
                        </a:cubicBezTo>
                        <a:cubicBezTo>
                          <a:pt x="407100" y="732458"/>
                          <a:pt x="382335" y="589583"/>
                          <a:pt x="377573" y="561008"/>
                        </a:cubicBezTo>
                        <a:cubicBezTo>
                          <a:pt x="286133" y="457185"/>
                          <a:pt x="147068" y="301928"/>
                          <a:pt x="152783" y="283830"/>
                        </a:cubicBezTo>
                        <a:cubicBezTo>
                          <a:pt x="159450" y="267638"/>
                          <a:pt x="323280" y="355268"/>
                          <a:pt x="372810" y="530528"/>
                        </a:cubicBezTo>
                        <a:cubicBezTo>
                          <a:pt x="368048" y="515288"/>
                          <a:pt x="348998" y="417180"/>
                          <a:pt x="342330" y="395273"/>
                        </a:cubicBezTo>
                        <a:cubicBezTo>
                          <a:pt x="250890" y="295260"/>
                          <a:pt x="147068" y="162863"/>
                          <a:pt x="156593" y="149528"/>
                        </a:cubicBezTo>
                        <a:cubicBezTo>
                          <a:pt x="163260" y="140003"/>
                          <a:pt x="281370" y="213345"/>
                          <a:pt x="330900" y="346695"/>
                        </a:cubicBezTo>
                        <a:cubicBezTo>
                          <a:pt x="328995" y="341933"/>
                          <a:pt x="299468" y="250493"/>
                          <a:pt x="295658" y="240968"/>
                        </a:cubicBezTo>
                        <a:cubicBezTo>
                          <a:pt x="219458" y="100950"/>
                          <a:pt x="190883" y="22845"/>
                          <a:pt x="209933" y="4748"/>
                        </a:cubicBezTo>
                        <a:cubicBezTo>
                          <a:pt x="232793" y="-21922"/>
                          <a:pt x="267083" y="63803"/>
                          <a:pt x="309945" y="260970"/>
                        </a:cubicBezTo>
                        <a:cubicBezTo>
                          <a:pt x="314708" y="273353"/>
                          <a:pt x="334710" y="332408"/>
                          <a:pt x="337568" y="345743"/>
                        </a:cubicBezTo>
                        <a:cubicBezTo>
                          <a:pt x="305183" y="168578"/>
                          <a:pt x="361380" y="46658"/>
                          <a:pt x="375668" y="74280"/>
                        </a:cubicBezTo>
                        <a:cubicBezTo>
                          <a:pt x="391860" y="107618"/>
                          <a:pt x="380430" y="277163"/>
                          <a:pt x="350903" y="394320"/>
                        </a:cubicBezTo>
                        <a:cubicBezTo>
                          <a:pt x="355665" y="417180"/>
                          <a:pt x="377573" y="502905"/>
                          <a:pt x="379478" y="521955"/>
                        </a:cubicBezTo>
                        <a:cubicBezTo>
                          <a:pt x="366143" y="340028"/>
                          <a:pt x="449963" y="153338"/>
                          <a:pt x="461393" y="187628"/>
                        </a:cubicBezTo>
                        <a:cubicBezTo>
                          <a:pt x="470918" y="244778"/>
                          <a:pt x="416625" y="459091"/>
                          <a:pt x="389003" y="579105"/>
                        </a:cubicBezTo>
                        <a:cubicBezTo>
                          <a:pt x="393765" y="600060"/>
                          <a:pt x="411863" y="741030"/>
                          <a:pt x="411863" y="720075"/>
                        </a:cubicBezTo>
                        <a:cubicBezTo>
                          <a:pt x="410910" y="580058"/>
                          <a:pt x="508065" y="392416"/>
                          <a:pt x="508065" y="392416"/>
                        </a:cubicBezTo>
                        <a:close/>
                      </a:path>
                    </a:pathLst>
                  </a:custGeom>
                  <a:grpFill/>
                  <a:ln w="9525" cap="flat">
                    <a:noFill/>
                    <a:prstDash val="solid"/>
                    <a:miter/>
                  </a:ln>
                </p:spPr>
                <p:txBody>
                  <a:bodyPr rtlCol="0" anchor="ctr"/>
                  <a:lstStyle/>
                  <a:p>
                    <a:endParaRPr lang="en-US"/>
                  </a:p>
                </p:txBody>
              </p:sp>
              <p:sp>
                <p:nvSpPr>
                  <p:cNvPr id="417" name="Freeform: Shape 416">
                    <a:extLst>
                      <a:ext uri="{FF2B5EF4-FFF2-40B4-BE49-F238E27FC236}">
                        <a16:creationId xmlns:a16="http://schemas.microsoft.com/office/drawing/2014/main" id="{2873BF31-8F61-485B-9978-86483C6842CB}"/>
                      </a:ext>
                    </a:extLst>
                  </p:cNvPr>
                  <p:cNvSpPr/>
                  <p:nvPr/>
                </p:nvSpPr>
                <p:spPr>
                  <a:xfrm>
                    <a:off x="7022782" y="3856671"/>
                    <a:ext cx="219075" cy="335280"/>
                  </a:xfrm>
                  <a:custGeom>
                    <a:avLst/>
                    <a:gdLst>
                      <a:gd name="connsiteX0" fmla="*/ 14288 w 219075"/>
                      <a:gd name="connsiteY0" fmla="*/ 273368 h 335280"/>
                      <a:gd name="connsiteX1" fmla="*/ 219075 w 219075"/>
                      <a:gd name="connsiteY1" fmla="*/ 0 h 335280"/>
                      <a:gd name="connsiteX2" fmla="*/ 0 w 219075"/>
                      <a:gd name="connsiteY2" fmla="*/ 335280 h 335280"/>
                    </a:gdLst>
                    <a:ahLst/>
                    <a:cxnLst>
                      <a:cxn ang="0">
                        <a:pos x="connsiteX0" y="connsiteY0"/>
                      </a:cxn>
                      <a:cxn ang="0">
                        <a:pos x="connsiteX1" y="connsiteY1"/>
                      </a:cxn>
                      <a:cxn ang="0">
                        <a:pos x="connsiteX2" y="connsiteY2"/>
                      </a:cxn>
                    </a:cxnLst>
                    <a:rect l="l" t="t" r="r" b="b"/>
                    <a:pathLst>
                      <a:path w="219075" h="335280">
                        <a:moveTo>
                          <a:pt x="14288" y="273368"/>
                        </a:moveTo>
                        <a:cubicBezTo>
                          <a:pt x="61913" y="141922"/>
                          <a:pt x="219075" y="0"/>
                          <a:pt x="219075" y="0"/>
                        </a:cubicBezTo>
                        <a:cubicBezTo>
                          <a:pt x="211455" y="49530"/>
                          <a:pt x="104775" y="225743"/>
                          <a:pt x="0" y="335280"/>
                        </a:cubicBezTo>
                      </a:path>
                    </a:pathLst>
                  </a:custGeom>
                  <a:grpFill/>
                  <a:ln w="9525" cap="flat">
                    <a:noFill/>
                    <a:prstDash val="solid"/>
                    <a:miter/>
                  </a:ln>
                </p:spPr>
                <p:txBody>
                  <a:bodyPr rtlCol="0" anchor="ctr"/>
                  <a:lstStyle/>
                  <a:p>
                    <a:endParaRPr lang="en-US"/>
                  </a:p>
                </p:txBody>
              </p:sp>
              <p:sp>
                <p:nvSpPr>
                  <p:cNvPr id="418" name="Freeform: Shape 417">
                    <a:extLst>
                      <a:ext uri="{FF2B5EF4-FFF2-40B4-BE49-F238E27FC236}">
                        <a16:creationId xmlns:a16="http://schemas.microsoft.com/office/drawing/2014/main" id="{52C8935D-B357-4ABA-AB4A-9EF98AC17A23}"/>
                      </a:ext>
                    </a:extLst>
                  </p:cNvPr>
                  <p:cNvSpPr/>
                  <p:nvPr/>
                </p:nvSpPr>
                <p:spPr>
                  <a:xfrm>
                    <a:off x="7065644" y="3603414"/>
                    <a:ext cx="271465" cy="385654"/>
                  </a:xfrm>
                  <a:custGeom>
                    <a:avLst/>
                    <a:gdLst>
                      <a:gd name="connsiteX0" fmla="*/ 10478 w 271465"/>
                      <a:gd name="connsiteY0" fmla="*/ 328505 h 385654"/>
                      <a:gd name="connsiteX1" fmla="*/ 271463 w 271465"/>
                      <a:gd name="connsiteY1" fmla="*/ 3702 h 385654"/>
                      <a:gd name="connsiteX2" fmla="*/ 0 w 271465"/>
                      <a:gd name="connsiteY2" fmla="*/ 385655 h 385654"/>
                    </a:gdLst>
                    <a:ahLst/>
                    <a:cxnLst>
                      <a:cxn ang="0">
                        <a:pos x="connsiteX0" y="connsiteY0"/>
                      </a:cxn>
                      <a:cxn ang="0">
                        <a:pos x="connsiteX1" y="connsiteY1"/>
                      </a:cxn>
                      <a:cxn ang="0">
                        <a:pos x="connsiteX2" y="connsiteY2"/>
                      </a:cxn>
                    </a:cxnLst>
                    <a:rect l="l" t="t" r="r" b="b"/>
                    <a:pathLst>
                      <a:path w="271465" h="385654">
                        <a:moveTo>
                          <a:pt x="10478" y="328505"/>
                        </a:moveTo>
                        <a:cubicBezTo>
                          <a:pt x="54293" y="205632"/>
                          <a:pt x="272415" y="-32493"/>
                          <a:pt x="271463" y="3702"/>
                        </a:cubicBezTo>
                        <a:cubicBezTo>
                          <a:pt x="260985" y="60852"/>
                          <a:pt x="67628" y="282785"/>
                          <a:pt x="0" y="385655"/>
                        </a:cubicBezTo>
                      </a:path>
                    </a:pathLst>
                  </a:custGeom>
                  <a:grpFill/>
                  <a:ln w="9525" cap="flat">
                    <a:noFill/>
                    <a:prstDash val="solid"/>
                    <a:miter/>
                  </a:ln>
                </p:spPr>
                <p:txBody>
                  <a:bodyPr rtlCol="0" anchor="ctr"/>
                  <a:lstStyle/>
                  <a:p>
                    <a:endParaRPr lang="en-US"/>
                  </a:p>
                </p:txBody>
              </p:sp>
              <p:sp>
                <p:nvSpPr>
                  <p:cNvPr id="419" name="Freeform: Shape 418">
                    <a:extLst>
                      <a:ext uri="{FF2B5EF4-FFF2-40B4-BE49-F238E27FC236}">
                        <a16:creationId xmlns:a16="http://schemas.microsoft.com/office/drawing/2014/main" id="{7256E06A-281C-4FBC-8CAD-F65903B752F8}"/>
                      </a:ext>
                    </a:extLst>
                  </p:cNvPr>
                  <p:cNvSpPr/>
                  <p:nvPr/>
                </p:nvSpPr>
                <p:spPr>
                  <a:xfrm>
                    <a:off x="6852694" y="3549473"/>
                    <a:ext cx="218381" cy="421498"/>
                  </a:xfrm>
                  <a:custGeom>
                    <a:avLst/>
                    <a:gdLst>
                      <a:gd name="connsiteX0" fmla="*/ 211045 w 218381"/>
                      <a:gd name="connsiteY0" fmla="*/ 421499 h 421498"/>
                      <a:gd name="connsiteX1" fmla="*/ 543 w 218381"/>
                      <a:gd name="connsiteY1" fmla="*/ 494 h 421498"/>
                      <a:gd name="connsiteX2" fmla="*/ 217713 w 218381"/>
                      <a:gd name="connsiteY2" fmla="*/ 391972 h 421498"/>
                    </a:gdLst>
                    <a:ahLst/>
                    <a:cxnLst>
                      <a:cxn ang="0">
                        <a:pos x="connsiteX0" y="connsiteY0"/>
                      </a:cxn>
                      <a:cxn ang="0">
                        <a:pos x="connsiteX1" y="connsiteY1"/>
                      </a:cxn>
                      <a:cxn ang="0">
                        <a:pos x="connsiteX2" y="connsiteY2"/>
                      </a:cxn>
                    </a:cxnLst>
                    <a:rect l="l" t="t" r="r" b="b"/>
                    <a:pathLst>
                      <a:path w="218381" h="421498">
                        <a:moveTo>
                          <a:pt x="211045" y="421499"/>
                        </a:moveTo>
                        <a:cubicBezTo>
                          <a:pt x="161515" y="292911"/>
                          <a:pt x="-10888" y="14781"/>
                          <a:pt x="543" y="494"/>
                        </a:cubicBezTo>
                        <a:cubicBezTo>
                          <a:pt x="12925" y="-11889"/>
                          <a:pt x="232000" y="210997"/>
                          <a:pt x="217713" y="391972"/>
                        </a:cubicBezTo>
                      </a:path>
                    </a:pathLst>
                  </a:custGeom>
                  <a:grpFill/>
                  <a:ln w="9525" cap="flat">
                    <a:noFill/>
                    <a:prstDash val="solid"/>
                    <a:miter/>
                  </a:ln>
                </p:spPr>
                <p:txBody>
                  <a:bodyPr rtlCol="0" anchor="ctr"/>
                  <a:lstStyle/>
                  <a:p>
                    <a:endParaRPr lang="en-US"/>
                  </a:p>
                </p:txBody>
              </p:sp>
              <p:sp>
                <p:nvSpPr>
                  <p:cNvPr id="420" name="Freeform: Shape 419">
                    <a:extLst>
                      <a:ext uri="{FF2B5EF4-FFF2-40B4-BE49-F238E27FC236}">
                        <a16:creationId xmlns:a16="http://schemas.microsoft.com/office/drawing/2014/main" id="{376269F4-9AFF-40C5-9BB1-2548A1D6D222}"/>
                      </a:ext>
                    </a:extLst>
                  </p:cNvPr>
                  <p:cNvSpPr/>
                  <p:nvPr/>
                </p:nvSpPr>
                <p:spPr>
                  <a:xfrm>
                    <a:off x="6849174" y="3736462"/>
                    <a:ext cx="182938" cy="418342"/>
                  </a:xfrm>
                  <a:custGeom>
                    <a:avLst/>
                    <a:gdLst>
                      <a:gd name="connsiteX0" fmla="*/ 171703 w 182938"/>
                      <a:gd name="connsiteY0" fmla="*/ 418342 h 418342"/>
                      <a:gd name="connsiteX1" fmla="*/ 1205 w 182938"/>
                      <a:gd name="connsiteY1" fmla="*/ 194 h 418342"/>
                      <a:gd name="connsiteX2" fmla="*/ 182180 w 182938"/>
                      <a:gd name="connsiteY2" fmla="*/ 385005 h 418342"/>
                    </a:gdLst>
                    <a:ahLst/>
                    <a:cxnLst>
                      <a:cxn ang="0">
                        <a:pos x="connsiteX0" y="connsiteY0"/>
                      </a:cxn>
                      <a:cxn ang="0">
                        <a:pos x="connsiteX1" y="connsiteY1"/>
                      </a:cxn>
                      <a:cxn ang="0">
                        <a:pos x="connsiteX2" y="connsiteY2"/>
                      </a:cxn>
                    </a:cxnLst>
                    <a:rect l="l" t="t" r="r" b="b"/>
                    <a:pathLst>
                      <a:path w="182938" h="418342">
                        <a:moveTo>
                          <a:pt x="171703" y="418342"/>
                        </a:moveTo>
                        <a:cubicBezTo>
                          <a:pt x="119315" y="230699"/>
                          <a:pt x="-14035" y="4957"/>
                          <a:pt x="1205" y="194"/>
                        </a:cubicBezTo>
                        <a:cubicBezTo>
                          <a:pt x="28828" y="-8378"/>
                          <a:pt x="195515" y="268799"/>
                          <a:pt x="182180" y="385005"/>
                        </a:cubicBezTo>
                      </a:path>
                    </a:pathLst>
                  </a:custGeom>
                  <a:grpFill/>
                  <a:ln w="9525" cap="flat">
                    <a:noFill/>
                    <a:prstDash val="solid"/>
                    <a:miter/>
                  </a:ln>
                </p:spPr>
                <p:txBody>
                  <a:bodyPr rtlCol="0" anchor="ctr"/>
                  <a:lstStyle/>
                  <a:p>
                    <a:endParaRPr lang="en-US"/>
                  </a:p>
                </p:txBody>
              </p:sp>
              <p:sp>
                <p:nvSpPr>
                  <p:cNvPr id="421" name="Freeform: Shape 420">
                    <a:extLst>
                      <a:ext uri="{FF2B5EF4-FFF2-40B4-BE49-F238E27FC236}">
                        <a16:creationId xmlns:a16="http://schemas.microsoft.com/office/drawing/2014/main" id="{1B72A724-07B2-44BF-8C37-33B276F5AE2E}"/>
                      </a:ext>
                    </a:extLst>
                  </p:cNvPr>
                  <p:cNvSpPr/>
                  <p:nvPr/>
                </p:nvSpPr>
                <p:spPr>
                  <a:xfrm>
                    <a:off x="6836566" y="3892775"/>
                    <a:ext cx="142865" cy="447767"/>
                  </a:xfrm>
                  <a:custGeom>
                    <a:avLst/>
                    <a:gdLst>
                      <a:gd name="connsiteX0" fmla="*/ 132877 w 142865"/>
                      <a:gd name="connsiteY0" fmla="*/ 447767 h 447767"/>
                      <a:gd name="connsiteX1" fmla="*/ 1431 w 142865"/>
                      <a:gd name="connsiteY1" fmla="*/ 92 h 447767"/>
                      <a:gd name="connsiteX2" fmla="*/ 139544 w 142865"/>
                      <a:gd name="connsiteY2" fmla="*/ 419192 h 447767"/>
                    </a:gdLst>
                    <a:ahLst/>
                    <a:cxnLst>
                      <a:cxn ang="0">
                        <a:pos x="connsiteX0" y="connsiteY0"/>
                      </a:cxn>
                      <a:cxn ang="0">
                        <a:pos x="connsiteX1" y="connsiteY1"/>
                      </a:cxn>
                      <a:cxn ang="0">
                        <a:pos x="connsiteX2" y="connsiteY2"/>
                      </a:cxn>
                    </a:cxnLst>
                    <a:rect l="l" t="t" r="r" b="b"/>
                    <a:pathLst>
                      <a:path w="142865" h="447767">
                        <a:moveTo>
                          <a:pt x="132877" y="447767"/>
                        </a:moveTo>
                        <a:cubicBezTo>
                          <a:pt x="83346" y="291557"/>
                          <a:pt x="-12856" y="6759"/>
                          <a:pt x="1431" y="92"/>
                        </a:cubicBezTo>
                        <a:cubicBezTo>
                          <a:pt x="13814" y="-5623"/>
                          <a:pt x="167166" y="256315"/>
                          <a:pt x="139544" y="419192"/>
                        </a:cubicBezTo>
                      </a:path>
                    </a:pathLst>
                  </a:custGeom>
                  <a:grpFill/>
                  <a:ln w="9525" cap="flat">
                    <a:noFill/>
                    <a:prstDash val="solid"/>
                    <a:miter/>
                  </a:ln>
                </p:spPr>
                <p:txBody>
                  <a:bodyPr rtlCol="0" anchor="ctr"/>
                  <a:lstStyle/>
                  <a:p>
                    <a:endParaRPr lang="en-US"/>
                  </a:p>
                </p:txBody>
              </p:sp>
              <p:sp>
                <p:nvSpPr>
                  <p:cNvPr id="422" name="Freeform: Shape 421">
                    <a:extLst>
                      <a:ext uri="{FF2B5EF4-FFF2-40B4-BE49-F238E27FC236}">
                        <a16:creationId xmlns:a16="http://schemas.microsoft.com/office/drawing/2014/main" id="{34F9780D-07CD-4317-B454-F75000AC2C5C}"/>
                      </a:ext>
                    </a:extLst>
                  </p:cNvPr>
                  <p:cNvSpPr/>
                  <p:nvPr/>
                </p:nvSpPr>
                <p:spPr>
                  <a:xfrm>
                    <a:off x="6818738" y="4049832"/>
                    <a:ext cx="114730" cy="468826"/>
                  </a:xfrm>
                  <a:custGeom>
                    <a:avLst/>
                    <a:gdLst>
                      <a:gd name="connsiteX0" fmla="*/ 99269 w 114730"/>
                      <a:gd name="connsiteY0" fmla="*/ 468827 h 468826"/>
                      <a:gd name="connsiteX1" fmla="*/ 3067 w 114730"/>
                      <a:gd name="connsiteY1" fmla="*/ 197 h 468826"/>
                      <a:gd name="connsiteX2" fmla="*/ 108794 w 114730"/>
                      <a:gd name="connsiteY2" fmla="*/ 452635 h 468826"/>
                    </a:gdLst>
                    <a:ahLst/>
                    <a:cxnLst>
                      <a:cxn ang="0">
                        <a:pos x="connsiteX0" y="connsiteY0"/>
                      </a:cxn>
                      <a:cxn ang="0">
                        <a:pos x="connsiteX1" y="connsiteY1"/>
                      </a:cxn>
                      <a:cxn ang="0">
                        <a:pos x="connsiteX2" y="connsiteY2"/>
                      </a:cxn>
                    </a:cxnLst>
                    <a:rect l="l" t="t" r="r" b="b"/>
                    <a:pathLst>
                      <a:path w="114730" h="468826">
                        <a:moveTo>
                          <a:pt x="99269" y="468827"/>
                        </a:moveTo>
                        <a:cubicBezTo>
                          <a:pt x="58312" y="328810"/>
                          <a:pt x="-15983" y="-9328"/>
                          <a:pt x="3067" y="197"/>
                        </a:cubicBezTo>
                        <a:cubicBezTo>
                          <a:pt x="18306" y="4007"/>
                          <a:pt x="143084" y="310712"/>
                          <a:pt x="108794" y="452635"/>
                        </a:cubicBezTo>
                      </a:path>
                    </a:pathLst>
                  </a:custGeom>
                  <a:grpFill/>
                  <a:ln w="9525" cap="flat">
                    <a:noFill/>
                    <a:prstDash val="solid"/>
                    <a:miter/>
                  </a:ln>
                </p:spPr>
                <p:txBody>
                  <a:bodyPr rtlCol="0" anchor="ctr"/>
                  <a:lstStyle/>
                  <a:p>
                    <a:endParaRPr lang="en-US"/>
                  </a:p>
                </p:txBody>
              </p:sp>
              <p:sp>
                <p:nvSpPr>
                  <p:cNvPr id="423" name="Freeform: Shape 422">
                    <a:extLst>
                      <a:ext uri="{FF2B5EF4-FFF2-40B4-BE49-F238E27FC236}">
                        <a16:creationId xmlns:a16="http://schemas.microsoft.com/office/drawing/2014/main" id="{1DC9F306-B510-41FE-8599-F0FE60ED6AAB}"/>
                      </a:ext>
                    </a:extLst>
                  </p:cNvPr>
                  <p:cNvSpPr/>
                  <p:nvPr/>
                </p:nvSpPr>
                <p:spPr>
                  <a:xfrm>
                    <a:off x="6915150" y="4188483"/>
                    <a:ext cx="311028" cy="333985"/>
                  </a:xfrm>
                  <a:custGeom>
                    <a:avLst/>
                    <a:gdLst>
                      <a:gd name="connsiteX0" fmla="*/ 6668 w 311028"/>
                      <a:gd name="connsiteY0" fmla="*/ 309221 h 333985"/>
                      <a:gd name="connsiteX1" fmla="*/ 310515 w 311028"/>
                      <a:gd name="connsiteY1" fmla="*/ 1563 h 333985"/>
                      <a:gd name="connsiteX2" fmla="*/ 0 w 311028"/>
                      <a:gd name="connsiteY2" fmla="*/ 333986 h 333985"/>
                    </a:gdLst>
                    <a:ahLst/>
                    <a:cxnLst>
                      <a:cxn ang="0">
                        <a:pos x="connsiteX0" y="connsiteY0"/>
                      </a:cxn>
                      <a:cxn ang="0">
                        <a:pos x="connsiteX1" y="connsiteY1"/>
                      </a:cxn>
                      <a:cxn ang="0">
                        <a:pos x="connsiteX2" y="connsiteY2"/>
                      </a:cxn>
                    </a:cxnLst>
                    <a:rect l="l" t="t" r="r" b="b"/>
                    <a:pathLst>
                      <a:path w="311028" h="333985">
                        <a:moveTo>
                          <a:pt x="6668" y="309221"/>
                        </a:moveTo>
                        <a:cubicBezTo>
                          <a:pt x="66675" y="174918"/>
                          <a:pt x="309563" y="-19392"/>
                          <a:pt x="310515" y="1563"/>
                        </a:cubicBezTo>
                        <a:cubicBezTo>
                          <a:pt x="321945" y="67286"/>
                          <a:pt x="140018" y="254928"/>
                          <a:pt x="0" y="333986"/>
                        </a:cubicBezTo>
                      </a:path>
                    </a:pathLst>
                  </a:custGeom>
                  <a:grpFill/>
                  <a:ln w="9525" cap="flat">
                    <a:noFill/>
                    <a:prstDash val="solid"/>
                    <a:miter/>
                  </a:ln>
                </p:spPr>
                <p:txBody>
                  <a:bodyPr rtlCol="0" anchor="ctr"/>
                  <a:lstStyle/>
                  <a:p>
                    <a:endParaRPr lang="en-US"/>
                  </a:p>
                </p:txBody>
              </p:sp>
              <p:sp>
                <p:nvSpPr>
                  <p:cNvPr id="424" name="Freeform: Shape 423">
                    <a:extLst>
                      <a:ext uri="{FF2B5EF4-FFF2-40B4-BE49-F238E27FC236}">
                        <a16:creationId xmlns:a16="http://schemas.microsoft.com/office/drawing/2014/main" id="{EE5A5C11-99C2-4937-9CD3-C554913EBB10}"/>
                      </a:ext>
                    </a:extLst>
                  </p:cNvPr>
                  <p:cNvSpPr/>
                  <p:nvPr/>
                </p:nvSpPr>
                <p:spPr>
                  <a:xfrm>
                    <a:off x="6973252" y="3998360"/>
                    <a:ext cx="285859" cy="364088"/>
                  </a:xfrm>
                  <a:custGeom>
                    <a:avLst/>
                    <a:gdLst>
                      <a:gd name="connsiteX0" fmla="*/ 8572 w 285859"/>
                      <a:gd name="connsiteY0" fmla="*/ 329799 h 364088"/>
                      <a:gd name="connsiteX1" fmla="*/ 284797 w 285859"/>
                      <a:gd name="connsiteY1" fmla="*/ 234 h 364088"/>
                      <a:gd name="connsiteX2" fmla="*/ 0 w 285859"/>
                      <a:gd name="connsiteY2" fmla="*/ 364089 h 364088"/>
                    </a:gdLst>
                    <a:ahLst/>
                    <a:cxnLst>
                      <a:cxn ang="0">
                        <a:pos x="connsiteX0" y="connsiteY0"/>
                      </a:cxn>
                      <a:cxn ang="0">
                        <a:pos x="connsiteX1" y="connsiteY1"/>
                      </a:cxn>
                      <a:cxn ang="0">
                        <a:pos x="connsiteX2" y="connsiteY2"/>
                      </a:cxn>
                    </a:cxnLst>
                    <a:rect l="l" t="t" r="r" b="b"/>
                    <a:pathLst>
                      <a:path w="285859" h="364088">
                        <a:moveTo>
                          <a:pt x="8572" y="329799"/>
                        </a:moveTo>
                        <a:cubicBezTo>
                          <a:pt x="63817" y="172636"/>
                          <a:pt x="269557" y="-7386"/>
                          <a:pt x="284797" y="234"/>
                        </a:cubicBezTo>
                        <a:cubicBezTo>
                          <a:pt x="300990" y="21189"/>
                          <a:pt x="128588" y="240264"/>
                          <a:pt x="0" y="364089"/>
                        </a:cubicBezTo>
                      </a:path>
                    </a:pathLst>
                  </a:custGeom>
                  <a:grpFill/>
                  <a:ln w="9525" cap="flat">
                    <a:noFill/>
                    <a:prstDash val="solid"/>
                    <a:miter/>
                  </a:ln>
                </p:spPr>
                <p:txBody>
                  <a:bodyPr rtlCol="0" anchor="ctr"/>
                  <a:lstStyle/>
                  <a:p>
                    <a:endParaRPr lang="en-US"/>
                  </a:p>
                </p:txBody>
              </p:sp>
              <p:sp>
                <p:nvSpPr>
                  <p:cNvPr id="425" name="Freeform: Shape 424">
                    <a:extLst>
                      <a:ext uri="{FF2B5EF4-FFF2-40B4-BE49-F238E27FC236}">
                        <a16:creationId xmlns:a16="http://schemas.microsoft.com/office/drawing/2014/main" id="{6960E8B4-4492-484C-9E95-D40BCA116439}"/>
                      </a:ext>
                    </a:extLst>
                  </p:cNvPr>
                  <p:cNvSpPr/>
                  <p:nvPr/>
                </p:nvSpPr>
                <p:spPr>
                  <a:xfrm>
                    <a:off x="6848475" y="4434839"/>
                    <a:ext cx="261937" cy="302894"/>
                  </a:xfrm>
                  <a:custGeom>
                    <a:avLst/>
                    <a:gdLst>
                      <a:gd name="connsiteX0" fmla="*/ 23813 w 261937"/>
                      <a:gd name="connsiteY0" fmla="*/ 243840 h 302894"/>
                      <a:gd name="connsiteX1" fmla="*/ 261938 w 261937"/>
                      <a:gd name="connsiteY1" fmla="*/ 0 h 302894"/>
                      <a:gd name="connsiteX2" fmla="*/ 0 w 261937"/>
                      <a:gd name="connsiteY2" fmla="*/ 302895 h 302894"/>
                    </a:gdLst>
                    <a:ahLst/>
                    <a:cxnLst>
                      <a:cxn ang="0">
                        <a:pos x="connsiteX0" y="connsiteY0"/>
                      </a:cxn>
                      <a:cxn ang="0">
                        <a:pos x="connsiteX1" y="connsiteY1"/>
                      </a:cxn>
                      <a:cxn ang="0">
                        <a:pos x="connsiteX2" y="connsiteY2"/>
                      </a:cxn>
                    </a:cxnLst>
                    <a:rect l="l" t="t" r="r" b="b"/>
                    <a:pathLst>
                      <a:path w="261937" h="302894">
                        <a:moveTo>
                          <a:pt x="23813" y="243840"/>
                        </a:moveTo>
                        <a:cubicBezTo>
                          <a:pt x="88582" y="120015"/>
                          <a:pt x="261938" y="0"/>
                          <a:pt x="261938" y="0"/>
                        </a:cubicBezTo>
                        <a:cubicBezTo>
                          <a:pt x="247650" y="47625"/>
                          <a:pt x="119063" y="208597"/>
                          <a:pt x="0" y="302895"/>
                        </a:cubicBezTo>
                      </a:path>
                    </a:pathLst>
                  </a:custGeom>
                  <a:grpFill/>
                  <a:ln w="9525" cap="flat">
                    <a:noFill/>
                    <a:prstDash val="solid"/>
                    <a:miter/>
                  </a:ln>
                </p:spPr>
                <p:txBody>
                  <a:bodyPr rtlCol="0" anchor="ctr"/>
                  <a:lstStyle/>
                  <a:p>
                    <a:endParaRPr lang="en-US"/>
                  </a:p>
                </p:txBody>
              </p:sp>
              <p:sp>
                <p:nvSpPr>
                  <p:cNvPr id="426" name="Freeform: Shape 425">
                    <a:extLst>
                      <a:ext uri="{FF2B5EF4-FFF2-40B4-BE49-F238E27FC236}">
                        <a16:creationId xmlns:a16="http://schemas.microsoft.com/office/drawing/2014/main" id="{7C8C4481-38CF-47BE-AD8D-02ED7CC9BB9A}"/>
                      </a:ext>
                    </a:extLst>
                  </p:cNvPr>
                  <p:cNvSpPr/>
                  <p:nvPr/>
                </p:nvSpPr>
                <p:spPr>
                  <a:xfrm>
                    <a:off x="6737405" y="4264285"/>
                    <a:ext cx="134234" cy="437254"/>
                  </a:xfrm>
                  <a:custGeom>
                    <a:avLst/>
                    <a:gdLst>
                      <a:gd name="connsiteX0" fmla="*/ 115832 w 134234"/>
                      <a:gd name="connsiteY0" fmla="*/ 437254 h 437254"/>
                      <a:gd name="connsiteX1" fmla="*/ 1532 w 134234"/>
                      <a:gd name="connsiteY1" fmla="*/ 57 h 437254"/>
                      <a:gd name="connsiteX2" fmla="*/ 130119 w 134234"/>
                      <a:gd name="connsiteY2" fmla="*/ 404869 h 437254"/>
                    </a:gdLst>
                    <a:ahLst/>
                    <a:cxnLst>
                      <a:cxn ang="0">
                        <a:pos x="connsiteX0" y="connsiteY0"/>
                      </a:cxn>
                      <a:cxn ang="0">
                        <a:pos x="connsiteX1" y="connsiteY1"/>
                      </a:cxn>
                      <a:cxn ang="0">
                        <a:pos x="connsiteX2" y="connsiteY2"/>
                      </a:cxn>
                    </a:cxnLst>
                    <a:rect l="l" t="t" r="r" b="b"/>
                    <a:pathLst>
                      <a:path w="134234" h="437254">
                        <a:moveTo>
                          <a:pt x="115832" y="437254"/>
                        </a:moveTo>
                        <a:cubicBezTo>
                          <a:pt x="89162" y="244849"/>
                          <a:pt x="-13708" y="2914"/>
                          <a:pt x="1532" y="57"/>
                        </a:cubicBezTo>
                        <a:cubicBezTo>
                          <a:pt x="30107" y="-4706"/>
                          <a:pt x="158694" y="291522"/>
                          <a:pt x="130119" y="404869"/>
                        </a:cubicBezTo>
                      </a:path>
                    </a:pathLst>
                  </a:custGeom>
                  <a:grpFill/>
                  <a:ln w="9525" cap="flat">
                    <a:noFill/>
                    <a:prstDash val="solid"/>
                    <a:miter/>
                  </a:ln>
                </p:spPr>
                <p:txBody>
                  <a:bodyPr rtlCol="0" anchor="ctr"/>
                  <a:lstStyle/>
                  <a:p>
                    <a:endParaRPr lang="en-US"/>
                  </a:p>
                </p:txBody>
              </p:sp>
              <p:sp>
                <p:nvSpPr>
                  <p:cNvPr id="427" name="Freeform: Shape 426">
                    <a:extLst>
                      <a:ext uri="{FF2B5EF4-FFF2-40B4-BE49-F238E27FC236}">
                        <a16:creationId xmlns:a16="http://schemas.microsoft.com/office/drawing/2014/main" id="{9F7D2660-47AB-4072-8C7E-A8184284EDFA}"/>
                      </a:ext>
                    </a:extLst>
                  </p:cNvPr>
                  <p:cNvSpPr/>
                  <p:nvPr/>
                </p:nvSpPr>
                <p:spPr>
                  <a:xfrm>
                    <a:off x="6704047" y="4417655"/>
                    <a:ext cx="96149" cy="461048"/>
                  </a:xfrm>
                  <a:custGeom>
                    <a:avLst/>
                    <a:gdLst>
                      <a:gd name="connsiteX0" fmla="*/ 73943 w 96149"/>
                      <a:gd name="connsiteY0" fmla="*/ 461049 h 461048"/>
                      <a:gd name="connsiteX1" fmla="*/ 2505 w 96149"/>
                      <a:gd name="connsiteY1" fmla="*/ 39 h 461048"/>
                      <a:gd name="connsiteX2" fmla="*/ 84420 w 96149"/>
                      <a:gd name="connsiteY2" fmla="*/ 433426 h 461048"/>
                    </a:gdLst>
                    <a:ahLst/>
                    <a:cxnLst>
                      <a:cxn ang="0">
                        <a:pos x="connsiteX0" y="connsiteY0"/>
                      </a:cxn>
                      <a:cxn ang="0">
                        <a:pos x="connsiteX1" y="connsiteY1"/>
                      </a:cxn>
                      <a:cxn ang="0">
                        <a:pos x="connsiteX2" y="connsiteY2"/>
                      </a:cxn>
                    </a:cxnLst>
                    <a:rect l="l" t="t" r="r" b="b"/>
                    <a:pathLst>
                      <a:path w="96149" h="461048">
                        <a:moveTo>
                          <a:pt x="73943" y="461049"/>
                        </a:moveTo>
                        <a:cubicBezTo>
                          <a:pt x="45368" y="300076"/>
                          <a:pt x="-12735" y="4801"/>
                          <a:pt x="2505" y="39"/>
                        </a:cubicBezTo>
                        <a:cubicBezTo>
                          <a:pt x="15840" y="-3771"/>
                          <a:pt x="132998" y="275311"/>
                          <a:pt x="84420" y="433426"/>
                        </a:cubicBezTo>
                      </a:path>
                    </a:pathLst>
                  </a:custGeom>
                  <a:grpFill/>
                  <a:ln w="9525" cap="flat">
                    <a:noFill/>
                    <a:prstDash val="solid"/>
                    <a:miter/>
                  </a:ln>
                </p:spPr>
                <p:txBody>
                  <a:bodyPr rtlCol="0" anchor="ctr"/>
                  <a:lstStyle/>
                  <a:p>
                    <a:endParaRPr lang="en-US"/>
                  </a:p>
                </p:txBody>
              </p:sp>
              <p:sp>
                <p:nvSpPr>
                  <p:cNvPr id="428" name="Freeform: Shape 427">
                    <a:extLst>
                      <a:ext uri="{FF2B5EF4-FFF2-40B4-BE49-F238E27FC236}">
                        <a16:creationId xmlns:a16="http://schemas.microsoft.com/office/drawing/2014/main" id="{027FB1F3-DF6B-4F06-9E8C-91577BA9CD99}"/>
                      </a:ext>
                    </a:extLst>
                  </p:cNvPr>
                  <p:cNvSpPr/>
                  <p:nvPr/>
                </p:nvSpPr>
                <p:spPr>
                  <a:xfrm>
                    <a:off x="6664275" y="4571675"/>
                    <a:ext cx="67887" cy="477526"/>
                  </a:xfrm>
                  <a:custGeom>
                    <a:avLst/>
                    <a:gdLst>
                      <a:gd name="connsiteX0" fmla="*/ 39419 w 67887"/>
                      <a:gd name="connsiteY0" fmla="*/ 477527 h 477526"/>
                      <a:gd name="connsiteX1" fmla="*/ 5130 w 67887"/>
                      <a:gd name="connsiteY1" fmla="*/ 324 h 477526"/>
                      <a:gd name="connsiteX2" fmla="*/ 50849 w 67887"/>
                      <a:gd name="connsiteY2" fmla="*/ 463239 h 477526"/>
                    </a:gdLst>
                    <a:ahLst/>
                    <a:cxnLst>
                      <a:cxn ang="0">
                        <a:pos x="connsiteX0" y="connsiteY0"/>
                      </a:cxn>
                      <a:cxn ang="0">
                        <a:pos x="connsiteX1" y="connsiteY1"/>
                      </a:cxn>
                      <a:cxn ang="0">
                        <a:pos x="connsiteX2" y="connsiteY2"/>
                      </a:cxn>
                    </a:cxnLst>
                    <a:rect l="l" t="t" r="r" b="b"/>
                    <a:pathLst>
                      <a:path w="67887" h="477526">
                        <a:moveTo>
                          <a:pt x="39419" y="477527"/>
                        </a:moveTo>
                        <a:cubicBezTo>
                          <a:pt x="17512" y="333699"/>
                          <a:pt x="-12016" y="-12058"/>
                          <a:pt x="5130" y="324"/>
                        </a:cubicBezTo>
                        <a:cubicBezTo>
                          <a:pt x="19417" y="6039"/>
                          <a:pt x="103237" y="327031"/>
                          <a:pt x="50849" y="463239"/>
                        </a:cubicBezTo>
                      </a:path>
                    </a:pathLst>
                  </a:custGeom>
                  <a:grpFill/>
                  <a:ln w="9525" cap="flat">
                    <a:noFill/>
                    <a:prstDash val="solid"/>
                    <a:miter/>
                  </a:ln>
                </p:spPr>
                <p:txBody>
                  <a:bodyPr rtlCol="0" anchor="ctr"/>
                  <a:lstStyle/>
                  <a:p>
                    <a:endParaRPr lang="en-US"/>
                  </a:p>
                </p:txBody>
              </p:sp>
              <p:sp>
                <p:nvSpPr>
                  <p:cNvPr id="429" name="Freeform: Shape 428">
                    <a:extLst>
                      <a:ext uri="{FF2B5EF4-FFF2-40B4-BE49-F238E27FC236}">
                        <a16:creationId xmlns:a16="http://schemas.microsoft.com/office/drawing/2014/main" id="{47BBE410-4FC3-4680-AB5E-2D5BA33CD4F5}"/>
                      </a:ext>
                    </a:extLst>
                  </p:cNvPr>
                  <p:cNvSpPr/>
                  <p:nvPr/>
                </p:nvSpPr>
                <p:spPr>
                  <a:xfrm>
                    <a:off x="6700837" y="4762550"/>
                    <a:ext cx="351501" cy="290461"/>
                  </a:xfrm>
                  <a:custGeom>
                    <a:avLst/>
                    <a:gdLst>
                      <a:gd name="connsiteX0" fmla="*/ 9525 w 351501"/>
                      <a:gd name="connsiteY0" fmla="*/ 266649 h 290461"/>
                      <a:gd name="connsiteX1" fmla="*/ 351472 w 351501"/>
                      <a:gd name="connsiteY1" fmla="*/ 1854 h 290461"/>
                      <a:gd name="connsiteX2" fmla="*/ 0 w 351501"/>
                      <a:gd name="connsiteY2" fmla="*/ 290462 h 290461"/>
                    </a:gdLst>
                    <a:ahLst/>
                    <a:cxnLst>
                      <a:cxn ang="0">
                        <a:pos x="connsiteX0" y="connsiteY0"/>
                      </a:cxn>
                      <a:cxn ang="0">
                        <a:pos x="connsiteX1" y="connsiteY1"/>
                      </a:cxn>
                      <a:cxn ang="0">
                        <a:pos x="connsiteX2" y="connsiteY2"/>
                      </a:cxn>
                    </a:cxnLst>
                    <a:rect l="l" t="t" r="r" b="b"/>
                    <a:pathLst>
                      <a:path w="351501" h="290461">
                        <a:moveTo>
                          <a:pt x="9525" y="266649"/>
                        </a:moveTo>
                        <a:cubicBezTo>
                          <a:pt x="86678" y="141872"/>
                          <a:pt x="353378" y="-19101"/>
                          <a:pt x="351472" y="1854"/>
                        </a:cubicBezTo>
                        <a:cubicBezTo>
                          <a:pt x="354330" y="68529"/>
                          <a:pt x="148590" y="230454"/>
                          <a:pt x="0" y="290462"/>
                        </a:cubicBezTo>
                      </a:path>
                    </a:pathLst>
                  </a:custGeom>
                  <a:grpFill/>
                  <a:ln w="9525" cap="flat">
                    <a:noFill/>
                    <a:prstDash val="solid"/>
                    <a:miter/>
                  </a:ln>
                </p:spPr>
                <p:txBody>
                  <a:bodyPr rtlCol="0" anchor="ctr"/>
                  <a:lstStyle/>
                  <a:p>
                    <a:endParaRPr lang="en-US"/>
                  </a:p>
                </p:txBody>
              </p:sp>
              <p:sp>
                <p:nvSpPr>
                  <p:cNvPr id="430" name="Freeform: Shape 429">
                    <a:extLst>
                      <a:ext uri="{FF2B5EF4-FFF2-40B4-BE49-F238E27FC236}">
                        <a16:creationId xmlns:a16="http://schemas.microsoft.com/office/drawing/2014/main" id="{B32EB5F1-C29D-474D-A466-CA33833282B6}"/>
                      </a:ext>
                    </a:extLst>
                  </p:cNvPr>
                  <p:cNvSpPr/>
                  <p:nvPr/>
                </p:nvSpPr>
                <p:spPr>
                  <a:xfrm>
                    <a:off x="6778942" y="4578240"/>
                    <a:ext cx="331150" cy="323324"/>
                  </a:xfrm>
                  <a:custGeom>
                    <a:avLst/>
                    <a:gdLst>
                      <a:gd name="connsiteX0" fmla="*/ 13335 w 331150"/>
                      <a:gd name="connsiteY0" fmla="*/ 290940 h 323324"/>
                      <a:gd name="connsiteX1" fmla="*/ 330517 w 331150"/>
                      <a:gd name="connsiteY1" fmla="*/ 427 h 323324"/>
                      <a:gd name="connsiteX2" fmla="*/ 0 w 331150"/>
                      <a:gd name="connsiteY2" fmla="*/ 323325 h 323324"/>
                    </a:gdLst>
                    <a:ahLst/>
                    <a:cxnLst>
                      <a:cxn ang="0">
                        <a:pos x="connsiteX0" y="connsiteY0"/>
                      </a:cxn>
                      <a:cxn ang="0">
                        <a:pos x="connsiteX1" y="connsiteY1"/>
                      </a:cxn>
                      <a:cxn ang="0">
                        <a:pos x="connsiteX2" y="connsiteY2"/>
                      </a:cxn>
                    </a:cxnLst>
                    <a:rect l="l" t="t" r="r" b="b"/>
                    <a:pathLst>
                      <a:path w="331150" h="323324">
                        <a:moveTo>
                          <a:pt x="13335" y="290940"/>
                        </a:moveTo>
                        <a:cubicBezTo>
                          <a:pt x="89535" y="142349"/>
                          <a:pt x="316230" y="-9098"/>
                          <a:pt x="330517" y="427"/>
                        </a:cubicBezTo>
                        <a:cubicBezTo>
                          <a:pt x="343852" y="23287"/>
                          <a:pt x="143827" y="217597"/>
                          <a:pt x="0" y="323325"/>
                        </a:cubicBezTo>
                      </a:path>
                    </a:pathLst>
                  </a:custGeom>
                  <a:grpFill/>
                  <a:ln w="9525" cap="flat">
                    <a:noFill/>
                    <a:prstDash val="solid"/>
                    <a:miter/>
                  </a:ln>
                </p:spPr>
                <p:txBody>
                  <a:bodyPr rtlCol="0" anchor="ctr"/>
                  <a:lstStyle/>
                  <a:p>
                    <a:endParaRPr lang="en-US"/>
                  </a:p>
                </p:txBody>
              </p:sp>
            </p:grpSp>
            <p:sp>
              <p:nvSpPr>
                <p:cNvPr id="413" name="Freeform: Shape 412">
                  <a:extLst>
                    <a:ext uri="{FF2B5EF4-FFF2-40B4-BE49-F238E27FC236}">
                      <a16:creationId xmlns:a16="http://schemas.microsoft.com/office/drawing/2014/main" id="{905830D3-6416-432B-8282-4AC04546B80F}"/>
                    </a:ext>
                  </a:extLst>
                </p:cNvPr>
                <p:cNvSpPr/>
                <p:nvPr/>
              </p:nvSpPr>
              <p:spPr>
                <a:xfrm>
                  <a:off x="7051829" y="2859111"/>
                  <a:ext cx="84455" cy="395580"/>
                </a:xfrm>
                <a:custGeom>
                  <a:avLst/>
                  <a:gdLst>
                    <a:gd name="connsiteX0" fmla="*/ 1433 w 84455"/>
                    <a:gd name="connsiteY0" fmla="*/ 338430 h 395580"/>
                    <a:gd name="connsiteX1" fmla="*/ 83348 w 84455"/>
                    <a:gd name="connsiteY1" fmla="*/ 4103 h 395580"/>
                    <a:gd name="connsiteX2" fmla="*/ 10958 w 84455"/>
                    <a:gd name="connsiteY2" fmla="*/ 395580 h 395580"/>
                  </a:gdLst>
                  <a:ahLst/>
                  <a:cxnLst>
                    <a:cxn ang="0">
                      <a:pos x="connsiteX0" y="connsiteY0"/>
                    </a:cxn>
                    <a:cxn ang="0">
                      <a:pos x="connsiteX1" y="connsiteY1"/>
                    </a:cxn>
                    <a:cxn ang="0">
                      <a:pos x="connsiteX2" y="connsiteY2"/>
                    </a:cxn>
                  </a:cxnLst>
                  <a:rect l="l" t="t" r="r" b="b"/>
                  <a:pathLst>
                    <a:path w="84455" h="395580">
                      <a:moveTo>
                        <a:pt x="1433" y="338430"/>
                      </a:moveTo>
                      <a:cubicBezTo>
                        <a:pt x="-11902" y="156503"/>
                        <a:pt x="71918" y="-30187"/>
                        <a:pt x="83348" y="4103"/>
                      </a:cubicBezTo>
                      <a:cubicBezTo>
                        <a:pt x="92873" y="61253"/>
                        <a:pt x="38581" y="275565"/>
                        <a:pt x="10958" y="395580"/>
                      </a:cubicBezTo>
                    </a:path>
                  </a:pathLst>
                </a:custGeom>
                <a:grpFill/>
                <a:ln w="9525" cap="flat">
                  <a:noFill/>
                  <a:prstDash val="solid"/>
                  <a:miter/>
                </a:ln>
              </p:spPr>
              <p:txBody>
                <a:bodyPr rtlCol="0" anchor="ctr"/>
                <a:lstStyle/>
                <a:p>
                  <a:endParaRPr lang="en-US"/>
                </a:p>
              </p:txBody>
            </p:sp>
            <p:sp>
              <p:nvSpPr>
                <p:cNvPr id="414" name="Freeform: Shape 413">
                  <a:extLst>
                    <a:ext uri="{FF2B5EF4-FFF2-40B4-BE49-F238E27FC236}">
                      <a16:creationId xmlns:a16="http://schemas.microsoft.com/office/drawing/2014/main" id="{D098B339-CED5-474E-85DF-E9AFB4877AC1}"/>
                    </a:ext>
                  </a:extLst>
                </p:cNvPr>
                <p:cNvSpPr/>
                <p:nvPr/>
              </p:nvSpPr>
              <p:spPr>
                <a:xfrm>
                  <a:off x="6815583" y="3242920"/>
                  <a:ext cx="276731" cy="383246"/>
                </a:xfrm>
                <a:custGeom>
                  <a:avLst/>
                  <a:gdLst>
                    <a:gd name="connsiteX0" fmla="*/ 274826 w 276731"/>
                    <a:gd name="connsiteY0" fmla="*/ 383247 h 383246"/>
                    <a:gd name="connsiteX1" fmla="*/ 507 w 276731"/>
                    <a:gd name="connsiteY1" fmla="*/ 342 h 383246"/>
                    <a:gd name="connsiteX2" fmla="*/ 276732 w 276731"/>
                    <a:gd name="connsiteY2" fmla="*/ 345147 h 383246"/>
                  </a:gdLst>
                  <a:ahLst/>
                  <a:cxnLst>
                    <a:cxn ang="0">
                      <a:pos x="connsiteX0" y="connsiteY0"/>
                    </a:cxn>
                    <a:cxn ang="0">
                      <a:pos x="connsiteX1" y="connsiteY1"/>
                    </a:cxn>
                    <a:cxn ang="0">
                      <a:pos x="connsiteX2" y="connsiteY2"/>
                    </a:cxn>
                  </a:cxnLst>
                  <a:rect l="l" t="t" r="r" b="b"/>
                  <a:pathLst>
                    <a:path w="276731" h="383246">
                      <a:moveTo>
                        <a:pt x="274826" y="383247"/>
                      </a:moveTo>
                      <a:cubicBezTo>
                        <a:pt x="173861" y="254659"/>
                        <a:pt x="-10924" y="10819"/>
                        <a:pt x="507" y="342"/>
                      </a:cubicBezTo>
                      <a:cubicBezTo>
                        <a:pt x="10032" y="-9183"/>
                        <a:pt x="245299" y="182269"/>
                        <a:pt x="276732" y="345147"/>
                      </a:cubicBezTo>
                    </a:path>
                  </a:pathLst>
                </a:custGeom>
                <a:grpFill/>
                <a:ln w="9525" cap="flat">
                  <a:noFill/>
                  <a:prstDash val="solid"/>
                  <a:miter/>
                </a:ln>
              </p:spPr>
              <p:txBody>
                <a:bodyPr rtlCol="0" anchor="ctr"/>
                <a:lstStyle/>
                <a:p>
                  <a:endParaRPr lang="en-US"/>
                </a:p>
              </p:txBody>
            </p:sp>
            <p:sp>
              <p:nvSpPr>
                <p:cNvPr id="415" name="Freeform: Shape 414">
                  <a:extLst>
                    <a:ext uri="{FF2B5EF4-FFF2-40B4-BE49-F238E27FC236}">
                      <a16:creationId xmlns:a16="http://schemas.microsoft.com/office/drawing/2014/main" id="{10E1B3FE-5871-4CB2-98D7-D7E918A9C887}"/>
                    </a:ext>
                  </a:extLst>
                </p:cNvPr>
                <p:cNvSpPr/>
                <p:nvPr/>
              </p:nvSpPr>
              <p:spPr>
                <a:xfrm>
                  <a:off x="7103698" y="3196564"/>
                  <a:ext cx="147633" cy="440080"/>
                </a:xfrm>
                <a:custGeom>
                  <a:avLst/>
                  <a:gdLst>
                    <a:gd name="connsiteX0" fmla="*/ 47 w 147633"/>
                    <a:gd name="connsiteY0" fmla="*/ 404838 h 440080"/>
                    <a:gd name="connsiteX1" fmla="*/ 143874 w 147633"/>
                    <a:gd name="connsiteY1" fmla="*/ 25 h 440080"/>
                    <a:gd name="connsiteX2" fmla="*/ 3857 w 147633"/>
                    <a:gd name="connsiteY2" fmla="*/ 440080 h 440080"/>
                  </a:gdLst>
                  <a:ahLst/>
                  <a:cxnLst>
                    <a:cxn ang="0">
                      <a:pos x="connsiteX0" y="connsiteY0"/>
                    </a:cxn>
                    <a:cxn ang="0">
                      <a:pos x="connsiteX1" y="connsiteY1"/>
                    </a:cxn>
                    <a:cxn ang="0">
                      <a:pos x="connsiteX2" y="connsiteY2"/>
                    </a:cxn>
                  </a:cxnLst>
                  <a:rect l="l" t="t" r="r" b="b"/>
                  <a:pathLst>
                    <a:path w="147633" h="440080">
                      <a:moveTo>
                        <a:pt x="47" y="404838"/>
                      </a:moveTo>
                      <a:cubicBezTo>
                        <a:pt x="-2811" y="238150"/>
                        <a:pt x="126729" y="-2832"/>
                        <a:pt x="143874" y="25"/>
                      </a:cubicBezTo>
                      <a:cubicBezTo>
                        <a:pt x="166734" y="13360"/>
                        <a:pt x="81009" y="279108"/>
                        <a:pt x="3857" y="440080"/>
                      </a:cubicBezTo>
                    </a:path>
                  </a:pathLst>
                </a:custGeom>
                <a:grpFill/>
                <a:ln w="9525" cap="flat">
                  <a:noFill/>
                  <a:prstDash val="solid"/>
                  <a:miter/>
                </a:ln>
              </p:spPr>
              <p:txBody>
                <a:bodyPr rtlCol="0" anchor="ctr"/>
                <a:lstStyle/>
                <a:p>
                  <a:endParaRPr lang="en-US"/>
                </a:p>
              </p:txBody>
            </p:sp>
          </p:grpSp>
          <p:grpSp>
            <p:nvGrpSpPr>
              <p:cNvPr id="376" name="Graphic 2">
                <a:extLst>
                  <a:ext uri="{FF2B5EF4-FFF2-40B4-BE49-F238E27FC236}">
                    <a16:creationId xmlns:a16="http://schemas.microsoft.com/office/drawing/2014/main" id="{8BC26D34-5A8B-4C43-B051-10FF9D6D0563}"/>
                  </a:ext>
                </a:extLst>
              </p:cNvPr>
              <p:cNvGrpSpPr/>
              <p:nvPr/>
            </p:nvGrpSpPr>
            <p:grpSpPr>
              <a:xfrm>
                <a:off x="5857872" y="2221525"/>
                <a:ext cx="772774" cy="2817605"/>
                <a:chOff x="5857872" y="2221525"/>
                <a:chExt cx="772774" cy="2817605"/>
              </a:xfrm>
              <a:grpFill/>
            </p:grpSpPr>
            <p:grpSp>
              <p:nvGrpSpPr>
                <p:cNvPr id="393" name="Graphic 2">
                  <a:extLst>
                    <a:ext uri="{FF2B5EF4-FFF2-40B4-BE49-F238E27FC236}">
                      <a16:creationId xmlns:a16="http://schemas.microsoft.com/office/drawing/2014/main" id="{9863153D-1C95-4FB4-BC45-897317091889}"/>
                    </a:ext>
                  </a:extLst>
                </p:cNvPr>
                <p:cNvGrpSpPr/>
                <p:nvPr/>
              </p:nvGrpSpPr>
              <p:grpSpPr>
                <a:xfrm>
                  <a:off x="5857872" y="2221525"/>
                  <a:ext cx="772774" cy="2817605"/>
                  <a:chOff x="5857872" y="2221525"/>
                  <a:chExt cx="772774" cy="2817605"/>
                </a:xfrm>
                <a:grpFill/>
              </p:grpSpPr>
              <p:sp>
                <p:nvSpPr>
                  <p:cNvPr id="397" name="Freeform: Shape 396">
                    <a:extLst>
                      <a:ext uri="{FF2B5EF4-FFF2-40B4-BE49-F238E27FC236}">
                        <a16:creationId xmlns:a16="http://schemas.microsoft.com/office/drawing/2014/main" id="{08FD6419-7165-4811-896A-CC68CCA0DC30}"/>
                      </a:ext>
                    </a:extLst>
                  </p:cNvPr>
                  <p:cNvSpPr/>
                  <p:nvPr/>
                </p:nvSpPr>
                <p:spPr>
                  <a:xfrm>
                    <a:off x="5911640" y="2221525"/>
                    <a:ext cx="706846" cy="2817605"/>
                  </a:xfrm>
                  <a:custGeom>
                    <a:avLst/>
                    <a:gdLst>
                      <a:gd name="connsiteX0" fmla="*/ 124352 w 706846"/>
                      <a:gd name="connsiteY0" fmla="*/ 452141 h 2817605"/>
                      <a:gd name="connsiteX1" fmla="*/ 226270 w 706846"/>
                      <a:gd name="connsiteY1" fmla="*/ 900769 h 2817605"/>
                      <a:gd name="connsiteX2" fmla="*/ 213887 w 706846"/>
                      <a:gd name="connsiteY2" fmla="*/ 1064599 h 2817605"/>
                      <a:gd name="connsiteX3" fmla="*/ 49105 w 706846"/>
                      <a:gd name="connsiteY3" fmla="*/ 598826 h 2817605"/>
                      <a:gd name="connsiteX4" fmla="*/ 210077 w 706846"/>
                      <a:gd name="connsiteY4" fmla="*/ 1104604 h 2817605"/>
                      <a:gd name="connsiteX5" fmla="*/ 211030 w 706846"/>
                      <a:gd name="connsiteY5" fmla="*/ 1270339 h 2817605"/>
                      <a:gd name="connsiteX6" fmla="*/ 7195 w 706846"/>
                      <a:gd name="connsiteY6" fmla="*/ 816949 h 2817605"/>
                      <a:gd name="connsiteX7" fmla="*/ 207220 w 706846"/>
                      <a:gd name="connsiteY7" fmla="*/ 1299866 h 2817605"/>
                      <a:gd name="connsiteX8" fmla="*/ 673945 w 706846"/>
                      <a:gd name="connsiteY8" fmla="*/ 2806721 h 2817605"/>
                      <a:gd name="connsiteX9" fmla="*/ 706330 w 706846"/>
                      <a:gd name="connsiteY9" fmla="*/ 2814341 h 2817605"/>
                      <a:gd name="connsiteX10" fmla="*/ 228175 w 706846"/>
                      <a:gd name="connsiteY10" fmla="*/ 1286531 h 2817605"/>
                      <a:gd name="connsiteX11" fmla="*/ 520592 w 706846"/>
                      <a:gd name="connsiteY11" fmla="*/ 820759 h 2817605"/>
                      <a:gd name="connsiteX12" fmla="*/ 224365 w 706846"/>
                      <a:gd name="connsiteY12" fmla="*/ 1265576 h 2817605"/>
                      <a:gd name="connsiteX13" fmla="*/ 228175 w 706846"/>
                      <a:gd name="connsiteY13" fmla="*/ 1094126 h 2817605"/>
                      <a:gd name="connsiteX14" fmla="*/ 543452 w 706846"/>
                      <a:gd name="connsiteY14" fmla="*/ 654071 h 2817605"/>
                      <a:gd name="connsiteX15" fmla="*/ 226270 w 706846"/>
                      <a:gd name="connsiteY15" fmla="*/ 1050311 h 2817605"/>
                      <a:gd name="connsiteX16" fmla="*/ 238652 w 706846"/>
                      <a:gd name="connsiteY16" fmla="*/ 881719 h 2817605"/>
                      <a:gd name="connsiteX17" fmla="*/ 539642 w 706846"/>
                      <a:gd name="connsiteY17" fmla="*/ 455951 h 2817605"/>
                      <a:gd name="connsiteX18" fmla="*/ 244367 w 706846"/>
                      <a:gd name="connsiteY18" fmla="*/ 822664 h 2817605"/>
                      <a:gd name="connsiteX19" fmla="*/ 273895 w 706846"/>
                      <a:gd name="connsiteY19" fmla="*/ 645499 h 2817605"/>
                      <a:gd name="connsiteX20" fmla="*/ 532022 w 706846"/>
                      <a:gd name="connsiteY20" fmla="*/ 327364 h 2817605"/>
                      <a:gd name="connsiteX21" fmla="*/ 278657 w 706846"/>
                      <a:gd name="connsiteY21" fmla="*/ 611209 h 2817605"/>
                      <a:gd name="connsiteX22" fmla="*/ 313900 w 706846"/>
                      <a:gd name="connsiteY22" fmla="*/ 454999 h 2817605"/>
                      <a:gd name="connsiteX23" fmla="*/ 527260 w 706846"/>
                      <a:gd name="connsiteY23" fmla="*/ 173059 h 2817605"/>
                      <a:gd name="connsiteX24" fmla="*/ 326282 w 706846"/>
                      <a:gd name="connsiteY24" fmla="*/ 398801 h 2817605"/>
                      <a:gd name="connsiteX25" fmla="*/ 366287 w 706846"/>
                      <a:gd name="connsiteY25" fmla="*/ 276881 h 2817605"/>
                      <a:gd name="connsiteX26" fmla="*/ 465347 w 706846"/>
                      <a:gd name="connsiteY26" fmla="*/ 5419 h 2817605"/>
                      <a:gd name="connsiteX27" fmla="*/ 350095 w 706846"/>
                      <a:gd name="connsiteY27" fmla="*/ 299741 h 2817605"/>
                      <a:gd name="connsiteX28" fmla="*/ 318662 w 706846"/>
                      <a:gd name="connsiteY28" fmla="*/ 396896 h 2817605"/>
                      <a:gd name="connsiteX29" fmla="*/ 274847 w 706846"/>
                      <a:gd name="connsiteY29" fmla="*/ 85429 h 2817605"/>
                      <a:gd name="connsiteX30" fmla="*/ 302470 w 706846"/>
                      <a:gd name="connsiteY30" fmla="*/ 454046 h 2817605"/>
                      <a:gd name="connsiteX31" fmla="*/ 270085 w 706846"/>
                      <a:gd name="connsiteY31" fmla="*/ 600731 h 2817605"/>
                      <a:gd name="connsiteX32" fmla="*/ 175787 w 706846"/>
                      <a:gd name="connsiteY32" fmla="*/ 216874 h 2817605"/>
                      <a:gd name="connsiteX33" fmla="*/ 258655 w 706846"/>
                      <a:gd name="connsiteY33" fmla="*/ 666454 h 2817605"/>
                      <a:gd name="connsiteX34" fmla="*/ 232937 w 706846"/>
                      <a:gd name="connsiteY34" fmla="*/ 828379 h 2817605"/>
                      <a:gd name="connsiteX35" fmla="*/ 124352 w 706846"/>
                      <a:gd name="connsiteY35" fmla="*/ 452141 h 2817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06846" h="2817605">
                        <a:moveTo>
                          <a:pt x="124352" y="452141"/>
                        </a:moveTo>
                        <a:cubicBezTo>
                          <a:pt x="112922" y="508339"/>
                          <a:pt x="157690" y="740749"/>
                          <a:pt x="226270" y="900769"/>
                        </a:cubicBezTo>
                        <a:cubicBezTo>
                          <a:pt x="223412" y="928391"/>
                          <a:pt x="214840" y="1039834"/>
                          <a:pt x="213887" y="1064599"/>
                        </a:cubicBezTo>
                        <a:cubicBezTo>
                          <a:pt x="217697" y="872194"/>
                          <a:pt x="68155" y="595969"/>
                          <a:pt x="49105" y="598826"/>
                        </a:cubicBezTo>
                        <a:cubicBezTo>
                          <a:pt x="23387" y="614066"/>
                          <a:pt x="121495" y="919819"/>
                          <a:pt x="210077" y="1104604"/>
                        </a:cubicBezTo>
                        <a:cubicBezTo>
                          <a:pt x="211030" y="1128416"/>
                          <a:pt x="209125" y="1250336"/>
                          <a:pt x="211030" y="1270339"/>
                        </a:cubicBezTo>
                        <a:cubicBezTo>
                          <a:pt x="200552" y="1101746"/>
                          <a:pt x="16720" y="794089"/>
                          <a:pt x="7195" y="816949"/>
                        </a:cubicBezTo>
                        <a:cubicBezTo>
                          <a:pt x="-30905" y="882671"/>
                          <a:pt x="89110" y="1158896"/>
                          <a:pt x="207220" y="1299866"/>
                        </a:cubicBezTo>
                        <a:cubicBezTo>
                          <a:pt x="285325" y="1892321"/>
                          <a:pt x="672040" y="2792434"/>
                          <a:pt x="673945" y="2806721"/>
                        </a:cubicBezTo>
                        <a:cubicBezTo>
                          <a:pt x="681565" y="2806721"/>
                          <a:pt x="711092" y="2824819"/>
                          <a:pt x="706330" y="2814341"/>
                        </a:cubicBezTo>
                        <a:cubicBezTo>
                          <a:pt x="314852" y="1857079"/>
                          <a:pt x="211030" y="1309391"/>
                          <a:pt x="228175" y="1286531"/>
                        </a:cubicBezTo>
                        <a:cubicBezTo>
                          <a:pt x="245320" y="1262719"/>
                          <a:pt x="545357" y="817901"/>
                          <a:pt x="520592" y="820759"/>
                        </a:cubicBezTo>
                        <a:cubicBezTo>
                          <a:pt x="502495" y="818854"/>
                          <a:pt x="245320" y="1098889"/>
                          <a:pt x="224365" y="1265576"/>
                        </a:cubicBezTo>
                        <a:cubicBezTo>
                          <a:pt x="227222" y="1243669"/>
                          <a:pt x="228175" y="1094126"/>
                          <a:pt x="228175" y="1094126"/>
                        </a:cubicBezTo>
                        <a:cubicBezTo>
                          <a:pt x="344380" y="946489"/>
                          <a:pt x="555835" y="666454"/>
                          <a:pt x="543452" y="654071"/>
                        </a:cubicBezTo>
                        <a:cubicBezTo>
                          <a:pt x="532022" y="643594"/>
                          <a:pt x="262465" y="863621"/>
                          <a:pt x="226270" y="1050311"/>
                        </a:cubicBezTo>
                        <a:cubicBezTo>
                          <a:pt x="231032" y="1026499"/>
                          <a:pt x="235795" y="909341"/>
                          <a:pt x="238652" y="881719"/>
                        </a:cubicBezTo>
                        <a:cubicBezTo>
                          <a:pt x="370097" y="700744"/>
                          <a:pt x="553930" y="467381"/>
                          <a:pt x="539642" y="455951"/>
                        </a:cubicBezTo>
                        <a:cubicBezTo>
                          <a:pt x="512972" y="435949"/>
                          <a:pt x="276752" y="692171"/>
                          <a:pt x="244367" y="822664"/>
                        </a:cubicBezTo>
                        <a:cubicBezTo>
                          <a:pt x="239605" y="842666"/>
                          <a:pt x="268180" y="677884"/>
                          <a:pt x="273895" y="645499"/>
                        </a:cubicBezTo>
                        <a:cubicBezTo>
                          <a:pt x="378670" y="526436"/>
                          <a:pt x="538690" y="347366"/>
                          <a:pt x="532022" y="327364"/>
                        </a:cubicBezTo>
                        <a:cubicBezTo>
                          <a:pt x="524402" y="309266"/>
                          <a:pt x="335807" y="410231"/>
                          <a:pt x="278657" y="611209"/>
                        </a:cubicBezTo>
                        <a:cubicBezTo>
                          <a:pt x="283420" y="593111"/>
                          <a:pt x="306280" y="481669"/>
                          <a:pt x="313900" y="454999"/>
                        </a:cubicBezTo>
                        <a:cubicBezTo>
                          <a:pt x="418675" y="339746"/>
                          <a:pt x="537737" y="187346"/>
                          <a:pt x="527260" y="173059"/>
                        </a:cubicBezTo>
                        <a:cubicBezTo>
                          <a:pt x="519640" y="162581"/>
                          <a:pt x="383432" y="246401"/>
                          <a:pt x="326282" y="398801"/>
                        </a:cubicBezTo>
                        <a:cubicBezTo>
                          <a:pt x="328187" y="394039"/>
                          <a:pt x="361525" y="288311"/>
                          <a:pt x="366287" y="276881"/>
                        </a:cubicBezTo>
                        <a:cubicBezTo>
                          <a:pt x="453917" y="116861"/>
                          <a:pt x="487255" y="26374"/>
                          <a:pt x="465347" y="5419"/>
                        </a:cubicBezTo>
                        <a:cubicBezTo>
                          <a:pt x="438677" y="-25061"/>
                          <a:pt x="400577" y="73046"/>
                          <a:pt x="350095" y="299741"/>
                        </a:cubicBezTo>
                        <a:cubicBezTo>
                          <a:pt x="344380" y="314029"/>
                          <a:pt x="321520" y="381656"/>
                          <a:pt x="318662" y="396896"/>
                        </a:cubicBezTo>
                        <a:cubicBezTo>
                          <a:pt x="355810" y="193061"/>
                          <a:pt x="291040" y="53044"/>
                          <a:pt x="274847" y="85429"/>
                        </a:cubicBezTo>
                        <a:cubicBezTo>
                          <a:pt x="255797" y="123529"/>
                          <a:pt x="270085" y="318791"/>
                          <a:pt x="302470" y="454046"/>
                        </a:cubicBezTo>
                        <a:cubicBezTo>
                          <a:pt x="296755" y="479764"/>
                          <a:pt x="271990" y="578824"/>
                          <a:pt x="270085" y="600731"/>
                        </a:cubicBezTo>
                        <a:cubicBezTo>
                          <a:pt x="286277" y="392134"/>
                          <a:pt x="189122" y="176869"/>
                          <a:pt x="175787" y="216874"/>
                        </a:cubicBezTo>
                        <a:cubicBezTo>
                          <a:pt x="164357" y="282596"/>
                          <a:pt x="227222" y="529294"/>
                          <a:pt x="258655" y="666454"/>
                        </a:cubicBezTo>
                        <a:cubicBezTo>
                          <a:pt x="252940" y="690266"/>
                          <a:pt x="232937" y="852191"/>
                          <a:pt x="232937" y="828379"/>
                        </a:cubicBezTo>
                        <a:cubicBezTo>
                          <a:pt x="235795" y="668359"/>
                          <a:pt x="124352" y="452141"/>
                          <a:pt x="124352" y="452141"/>
                        </a:cubicBezTo>
                        <a:close/>
                      </a:path>
                    </a:pathLst>
                  </a:custGeom>
                  <a:grpFill/>
                  <a:ln w="9525" cap="flat">
                    <a:noFill/>
                    <a:prstDash val="solid"/>
                    <a:miter/>
                  </a:ln>
                </p:spPr>
                <p:txBody>
                  <a:bodyPr rtlCol="0" anchor="ctr"/>
                  <a:lstStyle/>
                  <a:p>
                    <a:endParaRPr lang="en-US"/>
                  </a:p>
                </p:txBody>
              </p:sp>
              <p:sp>
                <p:nvSpPr>
                  <p:cNvPr id="398" name="Freeform: Shape 397">
                    <a:extLst>
                      <a:ext uri="{FF2B5EF4-FFF2-40B4-BE49-F238E27FC236}">
                        <a16:creationId xmlns:a16="http://schemas.microsoft.com/office/drawing/2014/main" id="{48B1287A-B15D-43FA-BF33-C27A4BBED2B8}"/>
                      </a:ext>
                    </a:extLst>
                  </p:cNvPr>
                  <p:cNvSpPr/>
                  <p:nvPr/>
                </p:nvSpPr>
                <p:spPr>
                  <a:xfrm>
                    <a:off x="5967412" y="3579494"/>
                    <a:ext cx="252412" cy="384809"/>
                  </a:xfrm>
                  <a:custGeom>
                    <a:avLst/>
                    <a:gdLst>
                      <a:gd name="connsiteX0" fmla="*/ 235267 w 252412"/>
                      <a:gd name="connsiteY0" fmla="*/ 314325 h 384809"/>
                      <a:gd name="connsiteX1" fmla="*/ 0 w 252412"/>
                      <a:gd name="connsiteY1" fmla="*/ 0 h 384809"/>
                      <a:gd name="connsiteX2" fmla="*/ 252413 w 252412"/>
                      <a:gd name="connsiteY2" fmla="*/ 384810 h 384809"/>
                    </a:gdLst>
                    <a:ahLst/>
                    <a:cxnLst>
                      <a:cxn ang="0">
                        <a:pos x="connsiteX0" y="connsiteY0"/>
                      </a:cxn>
                      <a:cxn ang="0">
                        <a:pos x="connsiteX1" y="connsiteY1"/>
                      </a:cxn>
                      <a:cxn ang="0">
                        <a:pos x="connsiteX2" y="connsiteY2"/>
                      </a:cxn>
                    </a:cxnLst>
                    <a:rect l="l" t="t" r="r" b="b"/>
                    <a:pathLst>
                      <a:path w="252412" h="384809">
                        <a:moveTo>
                          <a:pt x="235267" y="314325"/>
                        </a:moveTo>
                        <a:cubicBezTo>
                          <a:pt x="180022" y="163830"/>
                          <a:pt x="0" y="0"/>
                          <a:pt x="0" y="0"/>
                        </a:cubicBezTo>
                        <a:cubicBezTo>
                          <a:pt x="8572" y="56197"/>
                          <a:pt x="131445" y="259080"/>
                          <a:pt x="252413" y="384810"/>
                        </a:cubicBezTo>
                      </a:path>
                    </a:pathLst>
                  </a:custGeom>
                  <a:grpFill/>
                  <a:ln w="9525" cap="flat">
                    <a:noFill/>
                    <a:prstDash val="solid"/>
                    <a:miter/>
                  </a:ln>
                </p:spPr>
                <p:txBody>
                  <a:bodyPr rtlCol="0" anchor="ctr"/>
                  <a:lstStyle/>
                  <a:p>
                    <a:endParaRPr lang="en-US"/>
                  </a:p>
                </p:txBody>
              </p:sp>
              <p:sp>
                <p:nvSpPr>
                  <p:cNvPr id="399" name="Freeform: Shape 398">
                    <a:extLst>
                      <a:ext uri="{FF2B5EF4-FFF2-40B4-BE49-F238E27FC236}">
                        <a16:creationId xmlns:a16="http://schemas.microsoft.com/office/drawing/2014/main" id="{F80A8B8F-F0CB-4A55-9796-22C465C9893D}"/>
                      </a:ext>
                    </a:extLst>
                  </p:cNvPr>
                  <p:cNvSpPr/>
                  <p:nvPr/>
                </p:nvSpPr>
                <p:spPr>
                  <a:xfrm>
                    <a:off x="5857872" y="3290363"/>
                    <a:ext cx="312422" cy="442483"/>
                  </a:xfrm>
                  <a:custGeom>
                    <a:avLst/>
                    <a:gdLst>
                      <a:gd name="connsiteX0" fmla="*/ 300040 w 312422"/>
                      <a:gd name="connsiteY0" fmla="*/ 376761 h 442483"/>
                      <a:gd name="connsiteX1" fmla="*/ 3 w 312422"/>
                      <a:gd name="connsiteY1" fmla="*/ 4333 h 442483"/>
                      <a:gd name="connsiteX2" fmla="*/ 312423 w 312422"/>
                      <a:gd name="connsiteY2" fmla="*/ 442483 h 442483"/>
                    </a:gdLst>
                    <a:ahLst/>
                    <a:cxnLst>
                      <a:cxn ang="0">
                        <a:pos x="connsiteX0" y="connsiteY0"/>
                      </a:cxn>
                      <a:cxn ang="0">
                        <a:pos x="connsiteX1" y="connsiteY1"/>
                      </a:cxn>
                      <a:cxn ang="0">
                        <a:pos x="connsiteX2" y="connsiteY2"/>
                      </a:cxn>
                    </a:cxnLst>
                    <a:rect l="l" t="t" r="r" b="b"/>
                    <a:pathLst>
                      <a:path w="312422" h="442483">
                        <a:moveTo>
                          <a:pt x="300040" y="376761"/>
                        </a:moveTo>
                        <a:cubicBezTo>
                          <a:pt x="250510" y="234838"/>
                          <a:pt x="-950" y="-37577"/>
                          <a:pt x="3" y="4333"/>
                        </a:cubicBezTo>
                        <a:cubicBezTo>
                          <a:pt x="12385" y="70056"/>
                          <a:pt x="234318" y="325326"/>
                          <a:pt x="312423" y="442483"/>
                        </a:cubicBezTo>
                      </a:path>
                    </a:pathLst>
                  </a:custGeom>
                  <a:grpFill/>
                  <a:ln w="9525" cap="flat">
                    <a:noFill/>
                    <a:prstDash val="solid"/>
                    <a:miter/>
                  </a:ln>
                </p:spPr>
                <p:txBody>
                  <a:bodyPr rtlCol="0" anchor="ctr"/>
                  <a:lstStyle/>
                  <a:p>
                    <a:endParaRPr lang="en-US"/>
                  </a:p>
                </p:txBody>
              </p:sp>
              <p:sp>
                <p:nvSpPr>
                  <p:cNvPr id="400" name="Freeform: Shape 399">
                    <a:extLst>
                      <a:ext uri="{FF2B5EF4-FFF2-40B4-BE49-F238E27FC236}">
                        <a16:creationId xmlns:a16="http://schemas.microsoft.com/office/drawing/2014/main" id="{C9028CA0-00F4-41F1-B2E4-52096CB0810C}"/>
                      </a:ext>
                    </a:extLst>
                  </p:cNvPr>
                  <p:cNvSpPr/>
                  <p:nvPr/>
                </p:nvSpPr>
                <p:spPr>
                  <a:xfrm>
                    <a:off x="6163744" y="3227449"/>
                    <a:ext cx="251029" cy="484441"/>
                  </a:xfrm>
                  <a:custGeom>
                    <a:avLst/>
                    <a:gdLst>
                      <a:gd name="connsiteX0" fmla="*/ 8455 w 251029"/>
                      <a:gd name="connsiteY0" fmla="*/ 484442 h 484441"/>
                      <a:gd name="connsiteX1" fmla="*/ 250390 w 251029"/>
                      <a:gd name="connsiteY1" fmla="*/ 572 h 484441"/>
                      <a:gd name="connsiteX2" fmla="*/ 835 w 251029"/>
                      <a:gd name="connsiteY2" fmla="*/ 451105 h 484441"/>
                    </a:gdLst>
                    <a:ahLst/>
                    <a:cxnLst>
                      <a:cxn ang="0">
                        <a:pos x="connsiteX0" y="connsiteY0"/>
                      </a:cxn>
                      <a:cxn ang="0">
                        <a:pos x="connsiteX1" y="connsiteY1"/>
                      </a:cxn>
                      <a:cxn ang="0">
                        <a:pos x="connsiteX2" y="connsiteY2"/>
                      </a:cxn>
                    </a:cxnLst>
                    <a:rect l="l" t="t" r="r" b="b"/>
                    <a:pathLst>
                      <a:path w="251029" h="484441">
                        <a:moveTo>
                          <a:pt x="8455" y="484442"/>
                        </a:moveTo>
                        <a:cubicBezTo>
                          <a:pt x="64652" y="336805"/>
                          <a:pt x="263725" y="16765"/>
                          <a:pt x="250390" y="572"/>
                        </a:cubicBezTo>
                        <a:cubicBezTo>
                          <a:pt x="236102" y="-13716"/>
                          <a:pt x="-16310" y="242507"/>
                          <a:pt x="835" y="451105"/>
                        </a:cubicBezTo>
                      </a:path>
                    </a:pathLst>
                  </a:custGeom>
                  <a:grpFill/>
                  <a:ln w="9525" cap="flat">
                    <a:noFill/>
                    <a:prstDash val="solid"/>
                    <a:miter/>
                  </a:ln>
                </p:spPr>
                <p:txBody>
                  <a:bodyPr rtlCol="0" anchor="ctr"/>
                  <a:lstStyle/>
                  <a:p>
                    <a:endParaRPr lang="en-US"/>
                  </a:p>
                </p:txBody>
              </p:sp>
              <p:sp>
                <p:nvSpPr>
                  <p:cNvPr id="401" name="Freeform: Shape 400">
                    <a:extLst>
                      <a:ext uri="{FF2B5EF4-FFF2-40B4-BE49-F238E27FC236}">
                        <a16:creationId xmlns:a16="http://schemas.microsoft.com/office/drawing/2014/main" id="{F1E465C1-0B31-4A4A-8193-84F9192B11D2}"/>
                      </a:ext>
                    </a:extLst>
                  </p:cNvPr>
                  <p:cNvSpPr/>
                  <p:nvPr/>
                </p:nvSpPr>
                <p:spPr>
                  <a:xfrm>
                    <a:off x="6208485" y="3442125"/>
                    <a:ext cx="209835" cy="481221"/>
                  </a:xfrm>
                  <a:custGeom>
                    <a:avLst/>
                    <a:gdLst>
                      <a:gd name="connsiteX0" fmla="*/ 12292 w 209835"/>
                      <a:gd name="connsiteY0" fmla="*/ 481222 h 481221"/>
                      <a:gd name="connsiteX1" fmla="*/ 208507 w 209835"/>
                      <a:gd name="connsiteY1" fmla="*/ 209 h 481221"/>
                      <a:gd name="connsiteX2" fmla="*/ 862 w 209835"/>
                      <a:gd name="connsiteY2" fmla="*/ 442169 h 481221"/>
                    </a:gdLst>
                    <a:ahLst/>
                    <a:cxnLst>
                      <a:cxn ang="0">
                        <a:pos x="connsiteX0" y="connsiteY0"/>
                      </a:cxn>
                      <a:cxn ang="0">
                        <a:pos x="connsiteX1" y="connsiteY1"/>
                      </a:cxn>
                      <a:cxn ang="0">
                        <a:pos x="connsiteX2" y="connsiteY2"/>
                      </a:cxn>
                    </a:cxnLst>
                    <a:rect l="l" t="t" r="r" b="b"/>
                    <a:pathLst>
                      <a:path w="209835" h="481221">
                        <a:moveTo>
                          <a:pt x="12292" y="481222"/>
                        </a:moveTo>
                        <a:cubicBezTo>
                          <a:pt x="72300" y="265957"/>
                          <a:pt x="225652" y="5924"/>
                          <a:pt x="208507" y="209"/>
                        </a:cubicBezTo>
                        <a:cubicBezTo>
                          <a:pt x="177075" y="-9316"/>
                          <a:pt x="-14378" y="308819"/>
                          <a:pt x="862" y="442169"/>
                        </a:cubicBezTo>
                      </a:path>
                    </a:pathLst>
                  </a:custGeom>
                  <a:grpFill/>
                  <a:ln w="9525" cap="flat">
                    <a:noFill/>
                    <a:prstDash val="solid"/>
                    <a:miter/>
                  </a:ln>
                </p:spPr>
                <p:txBody>
                  <a:bodyPr rtlCol="0" anchor="ctr"/>
                  <a:lstStyle/>
                  <a:p>
                    <a:endParaRPr lang="en-US"/>
                  </a:p>
                </p:txBody>
              </p:sp>
              <p:sp>
                <p:nvSpPr>
                  <p:cNvPr id="402" name="Freeform: Shape 401">
                    <a:extLst>
                      <a:ext uri="{FF2B5EF4-FFF2-40B4-BE49-F238E27FC236}">
                        <a16:creationId xmlns:a16="http://schemas.microsoft.com/office/drawing/2014/main" id="{BA8F6DFE-AD7A-4645-B4D7-9E40B6F2BB9D}"/>
                      </a:ext>
                    </a:extLst>
                  </p:cNvPr>
                  <p:cNvSpPr/>
                  <p:nvPr/>
                </p:nvSpPr>
                <p:spPr>
                  <a:xfrm>
                    <a:off x="6268464" y="3621324"/>
                    <a:ext cx="164418" cy="514430"/>
                  </a:xfrm>
                  <a:custGeom>
                    <a:avLst/>
                    <a:gdLst>
                      <a:gd name="connsiteX0" fmla="*/ 11368 w 164418"/>
                      <a:gd name="connsiteY0" fmla="*/ 514431 h 514430"/>
                      <a:gd name="connsiteX1" fmla="*/ 162815 w 164418"/>
                      <a:gd name="connsiteY1" fmla="*/ 80 h 514430"/>
                      <a:gd name="connsiteX2" fmla="*/ 3748 w 164418"/>
                      <a:gd name="connsiteY2" fmla="*/ 482045 h 514430"/>
                    </a:gdLst>
                    <a:ahLst/>
                    <a:cxnLst>
                      <a:cxn ang="0">
                        <a:pos x="connsiteX0" y="connsiteY0"/>
                      </a:cxn>
                      <a:cxn ang="0">
                        <a:pos x="connsiteX1" y="connsiteY1"/>
                      </a:cxn>
                      <a:cxn ang="0">
                        <a:pos x="connsiteX2" y="connsiteY2"/>
                      </a:cxn>
                    </a:cxnLst>
                    <a:rect l="l" t="t" r="r" b="b"/>
                    <a:pathLst>
                      <a:path w="164418" h="514430">
                        <a:moveTo>
                          <a:pt x="11368" y="514431"/>
                        </a:moveTo>
                        <a:cubicBezTo>
                          <a:pt x="68518" y="335360"/>
                          <a:pt x="179008" y="7700"/>
                          <a:pt x="162815" y="80"/>
                        </a:cubicBezTo>
                        <a:cubicBezTo>
                          <a:pt x="148528" y="-5634"/>
                          <a:pt x="-27685" y="294403"/>
                          <a:pt x="3748" y="482045"/>
                        </a:cubicBezTo>
                      </a:path>
                    </a:pathLst>
                  </a:custGeom>
                  <a:grpFill/>
                  <a:ln w="9525" cap="flat">
                    <a:noFill/>
                    <a:prstDash val="solid"/>
                    <a:miter/>
                  </a:ln>
                </p:spPr>
                <p:txBody>
                  <a:bodyPr rtlCol="0" anchor="ctr"/>
                  <a:lstStyle/>
                  <a:p>
                    <a:endParaRPr lang="en-US"/>
                  </a:p>
                </p:txBody>
              </p:sp>
              <p:sp>
                <p:nvSpPr>
                  <p:cNvPr id="403" name="Freeform: Shape 402">
                    <a:extLst>
                      <a:ext uri="{FF2B5EF4-FFF2-40B4-BE49-F238E27FC236}">
                        <a16:creationId xmlns:a16="http://schemas.microsoft.com/office/drawing/2014/main" id="{708555B7-D97F-47C6-9615-0D8B200D80F2}"/>
                      </a:ext>
                    </a:extLst>
                  </p:cNvPr>
                  <p:cNvSpPr/>
                  <p:nvPr/>
                </p:nvSpPr>
                <p:spPr>
                  <a:xfrm>
                    <a:off x="6321715" y="3801219"/>
                    <a:ext cx="132131" cy="539322"/>
                  </a:xfrm>
                  <a:custGeom>
                    <a:avLst/>
                    <a:gdLst>
                      <a:gd name="connsiteX0" fmla="*/ 18124 w 132131"/>
                      <a:gd name="connsiteY0" fmla="*/ 539323 h 539322"/>
                      <a:gd name="connsiteX1" fmla="*/ 128614 w 132131"/>
                      <a:gd name="connsiteY1" fmla="*/ 208 h 539322"/>
                      <a:gd name="connsiteX2" fmla="*/ 6694 w 132131"/>
                      <a:gd name="connsiteY2" fmla="*/ 521225 h 539322"/>
                    </a:gdLst>
                    <a:ahLst/>
                    <a:cxnLst>
                      <a:cxn ang="0">
                        <a:pos x="connsiteX0" y="connsiteY0"/>
                      </a:cxn>
                      <a:cxn ang="0">
                        <a:pos x="connsiteX1" y="connsiteY1"/>
                      </a:cxn>
                      <a:cxn ang="0">
                        <a:pos x="connsiteX2" y="connsiteY2"/>
                      </a:cxn>
                    </a:cxnLst>
                    <a:rect l="l" t="t" r="r" b="b"/>
                    <a:pathLst>
                      <a:path w="132131" h="539322">
                        <a:moveTo>
                          <a:pt x="18124" y="539323"/>
                        </a:moveTo>
                        <a:cubicBezTo>
                          <a:pt x="64797" y="378350"/>
                          <a:pt x="150522" y="-10270"/>
                          <a:pt x="128614" y="208"/>
                        </a:cubicBezTo>
                        <a:cubicBezTo>
                          <a:pt x="111469" y="4970"/>
                          <a:pt x="-32358" y="357395"/>
                          <a:pt x="6694" y="521225"/>
                        </a:cubicBezTo>
                      </a:path>
                    </a:pathLst>
                  </a:custGeom>
                  <a:grpFill/>
                  <a:ln w="9525" cap="flat">
                    <a:noFill/>
                    <a:prstDash val="solid"/>
                    <a:miter/>
                  </a:ln>
                </p:spPr>
                <p:txBody>
                  <a:bodyPr rtlCol="0" anchor="ctr"/>
                  <a:lstStyle/>
                  <a:p>
                    <a:endParaRPr lang="en-US"/>
                  </a:p>
                </p:txBody>
              </p:sp>
              <p:sp>
                <p:nvSpPr>
                  <p:cNvPr id="404" name="Freeform: Shape 403">
                    <a:extLst>
                      <a:ext uri="{FF2B5EF4-FFF2-40B4-BE49-F238E27FC236}">
                        <a16:creationId xmlns:a16="http://schemas.microsoft.com/office/drawing/2014/main" id="{26E35556-BA6D-4C3C-9EB3-E927709FA2ED}"/>
                      </a:ext>
                    </a:extLst>
                  </p:cNvPr>
                  <p:cNvSpPr/>
                  <p:nvPr/>
                </p:nvSpPr>
                <p:spPr>
                  <a:xfrm>
                    <a:off x="5984904" y="3962412"/>
                    <a:ext cx="356840" cy="383843"/>
                  </a:xfrm>
                  <a:custGeom>
                    <a:avLst/>
                    <a:gdLst>
                      <a:gd name="connsiteX0" fmla="*/ 350173 w 356840"/>
                      <a:gd name="connsiteY0" fmla="*/ 355269 h 383843"/>
                      <a:gd name="connsiteX1" fmla="*/ 606 w 356840"/>
                      <a:gd name="connsiteY1" fmla="*/ 1892 h 383843"/>
                      <a:gd name="connsiteX2" fmla="*/ 356841 w 356840"/>
                      <a:gd name="connsiteY2" fmla="*/ 383844 h 383843"/>
                    </a:gdLst>
                    <a:ahLst/>
                    <a:cxnLst>
                      <a:cxn ang="0">
                        <a:pos x="connsiteX0" y="connsiteY0"/>
                      </a:cxn>
                      <a:cxn ang="0">
                        <a:pos x="connsiteX1" y="connsiteY1"/>
                      </a:cxn>
                      <a:cxn ang="0">
                        <a:pos x="connsiteX2" y="connsiteY2"/>
                      </a:cxn>
                    </a:cxnLst>
                    <a:rect l="l" t="t" r="r" b="b"/>
                    <a:pathLst>
                      <a:path w="356840" h="383843">
                        <a:moveTo>
                          <a:pt x="350173" y="355269"/>
                        </a:moveTo>
                        <a:cubicBezTo>
                          <a:pt x="281593" y="200964"/>
                          <a:pt x="1558" y="-22873"/>
                          <a:pt x="606" y="1892"/>
                        </a:cubicBezTo>
                        <a:cubicBezTo>
                          <a:pt x="-12729" y="77139"/>
                          <a:pt x="196821" y="293356"/>
                          <a:pt x="356841" y="383844"/>
                        </a:cubicBezTo>
                      </a:path>
                    </a:pathLst>
                  </a:custGeom>
                  <a:grpFill/>
                  <a:ln w="9525" cap="flat">
                    <a:noFill/>
                    <a:prstDash val="solid"/>
                    <a:miter/>
                  </a:ln>
                </p:spPr>
                <p:txBody>
                  <a:bodyPr rtlCol="0" anchor="ctr"/>
                  <a:lstStyle/>
                  <a:p>
                    <a:endParaRPr lang="en-US"/>
                  </a:p>
                </p:txBody>
              </p:sp>
              <p:sp>
                <p:nvSpPr>
                  <p:cNvPr id="405" name="Freeform: Shape 404">
                    <a:extLst>
                      <a:ext uri="{FF2B5EF4-FFF2-40B4-BE49-F238E27FC236}">
                        <a16:creationId xmlns:a16="http://schemas.microsoft.com/office/drawing/2014/main" id="{43CF7145-690D-47B3-B621-714ECD098637}"/>
                      </a:ext>
                    </a:extLst>
                  </p:cNvPr>
                  <p:cNvSpPr/>
                  <p:nvPr/>
                </p:nvSpPr>
                <p:spPr>
                  <a:xfrm>
                    <a:off x="5947091" y="3743959"/>
                    <a:ext cx="328931" cy="418464"/>
                  </a:xfrm>
                  <a:custGeom>
                    <a:avLst/>
                    <a:gdLst>
                      <a:gd name="connsiteX0" fmla="*/ 318454 w 328931"/>
                      <a:gd name="connsiteY0" fmla="*/ 378460 h 418464"/>
                      <a:gd name="connsiteX1" fmla="*/ 1271 w 328931"/>
                      <a:gd name="connsiteY1" fmla="*/ 317 h 418464"/>
                      <a:gd name="connsiteX2" fmla="*/ 328931 w 328931"/>
                      <a:gd name="connsiteY2" fmla="*/ 418465 h 418464"/>
                    </a:gdLst>
                    <a:ahLst/>
                    <a:cxnLst>
                      <a:cxn ang="0">
                        <a:pos x="connsiteX0" y="connsiteY0"/>
                      </a:cxn>
                      <a:cxn ang="0">
                        <a:pos x="connsiteX1" y="connsiteY1"/>
                      </a:cxn>
                      <a:cxn ang="0">
                        <a:pos x="connsiteX2" y="connsiteY2"/>
                      </a:cxn>
                    </a:cxnLst>
                    <a:rect l="l" t="t" r="r" b="b"/>
                    <a:pathLst>
                      <a:path w="328931" h="418464">
                        <a:moveTo>
                          <a:pt x="318454" y="378460"/>
                        </a:moveTo>
                        <a:cubicBezTo>
                          <a:pt x="254636" y="197485"/>
                          <a:pt x="18416" y="-9208"/>
                          <a:pt x="1271" y="317"/>
                        </a:cubicBezTo>
                        <a:cubicBezTo>
                          <a:pt x="-17779" y="24130"/>
                          <a:pt x="181294" y="275590"/>
                          <a:pt x="328931" y="418465"/>
                        </a:cubicBezTo>
                      </a:path>
                    </a:pathLst>
                  </a:custGeom>
                  <a:grpFill/>
                  <a:ln w="9525" cap="flat">
                    <a:noFill/>
                    <a:prstDash val="solid"/>
                    <a:miter/>
                  </a:ln>
                </p:spPr>
                <p:txBody>
                  <a:bodyPr rtlCol="0" anchor="ctr"/>
                  <a:lstStyle/>
                  <a:p>
                    <a:endParaRPr lang="en-US"/>
                  </a:p>
                </p:txBody>
              </p:sp>
              <p:sp>
                <p:nvSpPr>
                  <p:cNvPr id="406" name="Freeform: Shape 405">
                    <a:extLst>
                      <a:ext uri="{FF2B5EF4-FFF2-40B4-BE49-F238E27FC236}">
                        <a16:creationId xmlns:a16="http://schemas.microsoft.com/office/drawing/2014/main" id="{0C576739-80FF-4A49-BC51-7CD20E442C31}"/>
                      </a:ext>
                    </a:extLst>
                  </p:cNvPr>
                  <p:cNvSpPr/>
                  <p:nvPr/>
                </p:nvSpPr>
                <p:spPr>
                  <a:xfrm>
                    <a:off x="6116954" y="4245292"/>
                    <a:ext cx="300989" cy="348614"/>
                  </a:xfrm>
                  <a:custGeom>
                    <a:avLst/>
                    <a:gdLst>
                      <a:gd name="connsiteX0" fmla="*/ 274320 w 300989"/>
                      <a:gd name="connsiteY0" fmla="*/ 280988 h 348614"/>
                      <a:gd name="connsiteX1" fmla="*/ 0 w 300989"/>
                      <a:gd name="connsiteY1" fmla="*/ 0 h 348614"/>
                      <a:gd name="connsiteX2" fmla="*/ 300990 w 300989"/>
                      <a:gd name="connsiteY2" fmla="*/ 348615 h 348614"/>
                    </a:gdLst>
                    <a:ahLst/>
                    <a:cxnLst>
                      <a:cxn ang="0">
                        <a:pos x="connsiteX0" y="connsiteY0"/>
                      </a:cxn>
                      <a:cxn ang="0">
                        <a:pos x="connsiteX1" y="connsiteY1"/>
                      </a:cxn>
                      <a:cxn ang="0">
                        <a:pos x="connsiteX2" y="connsiteY2"/>
                      </a:cxn>
                    </a:cxnLst>
                    <a:rect l="l" t="t" r="r" b="b"/>
                    <a:pathLst>
                      <a:path w="300989" h="348614">
                        <a:moveTo>
                          <a:pt x="274320" y="280988"/>
                        </a:moveTo>
                        <a:cubicBezTo>
                          <a:pt x="200025" y="139065"/>
                          <a:pt x="0" y="0"/>
                          <a:pt x="0" y="0"/>
                        </a:cubicBezTo>
                        <a:cubicBezTo>
                          <a:pt x="16192" y="55245"/>
                          <a:pt x="164783" y="239077"/>
                          <a:pt x="300990" y="348615"/>
                        </a:cubicBezTo>
                      </a:path>
                    </a:pathLst>
                  </a:custGeom>
                  <a:grpFill/>
                  <a:ln w="9525" cap="flat">
                    <a:noFill/>
                    <a:prstDash val="solid"/>
                    <a:miter/>
                  </a:ln>
                </p:spPr>
                <p:txBody>
                  <a:bodyPr rtlCol="0" anchor="ctr"/>
                  <a:lstStyle/>
                  <a:p>
                    <a:endParaRPr lang="en-US"/>
                  </a:p>
                </p:txBody>
              </p:sp>
              <p:sp>
                <p:nvSpPr>
                  <p:cNvPr id="407" name="Freeform: Shape 406">
                    <a:extLst>
                      <a:ext uri="{FF2B5EF4-FFF2-40B4-BE49-F238E27FC236}">
                        <a16:creationId xmlns:a16="http://schemas.microsoft.com/office/drawing/2014/main" id="{02E207F6-9A73-4FB9-94F7-5A7494494B48}"/>
                      </a:ext>
                    </a:extLst>
                  </p:cNvPr>
                  <p:cNvSpPr/>
                  <p:nvPr/>
                </p:nvSpPr>
                <p:spPr>
                  <a:xfrm>
                    <a:off x="6392377" y="4049958"/>
                    <a:ext cx="154124" cy="502038"/>
                  </a:xfrm>
                  <a:custGeom>
                    <a:avLst/>
                    <a:gdLst>
                      <a:gd name="connsiteX0" fmla="*/ 20805 w 154124"/>
                      <a:gd name="connsiteY0" fmla="*/ 502038 h 502038"/>
                      <a:gd name="connsiteX1" fmla="*/ 152250 w 154124"/>
                      <a:gd name="connsiteY1" fmla="*/ 71 h 502038"/>
                      <a:gd name="connsiteX2" fmla="*/ 4612 w 154124"/>
                      <a:gd name="connsiteY2" fmla="*/ 465843 h 502038"/>
                    </a:gdLst>
                    <a:ahLst/>
                    <a:cxnLst>
                      <a:cxn ang="0">
                        <a:pos x="connsiteX0" y="connsiteY0"/>
                      </a:cxn>
                      <a:cxn ang="0">
                        <a:pos x="connsiteX1" y="connsiteY1"/>
                      </a:cxn>
                      <a:cxn ang="0">
                        <a:pos x="connsiteX2" y="connsiteY2"/>
                      </a:cxn>
                    </a:cxnLst>
                    <a:rect l="l" t="t" r="r" b="b"/>
                    <a:pathLst>
                      <a:path w="154124" h="502038">
                        <a:moveTo>
                          <a:pt x="20805" y="502038"/>
                        </a:moveTo>
                        <a:cubicBezTo>
                          <a:pt x="52237" y="281058"/>
                          <a:pt x="170347" y="2928"/>
                          <a:pt x="152250" y="71"/>
                        </a:cubicBezTo>
                        <a:cubicBezTo>
                          <a:pt x="119865" y="-5644"/>
                          <a:pt x="-27773" y="335351"/>
                          <a:pt x="4612" y="465843"/>
                        </a:cubicBezTo>
                      </a:path>
                    </a:pathLst>
                  </a:custGeom>
                  <a:grpFill/>
                  <a:ln w="9525" cap="flat">
                    <a:noFill/>
                    <a:prstDash val="solid"/>
                    <a:miter/>
                  </a:ln>
                </p:spPr>
                <p:txBody>
                  <a:bodyPr rtlCol="0" anchor="ctr"/>
                  <a:lstStyle/>
                  <a:p>
                    <a:endParaRPr lang="en-US"/>
                  </a:p>
                </p:txBody>
              </p:sp>
              <p:sp>
                <p:nvSpPr>
                  <p:cNvPr id="408" name="Freeform: Shape 407">
                    <a:extLst>
                      <a:ext uri="{FF2B5EF4-FFF2-40B4-BE49-F238E27FC236}">
                        <a16:creationId xmlns:a16="http://schemas.microsoft.com/office/drawing/2014/main" id="{8165650C-2C38-48DE-A656-4B878719B880}"/>
                      </a:ext>
                    </a:extLst>
                  </p:cNvPr>
                  <p:cNvSpPr/>
                  <p:nvPr/>
                </p:nvSpPr>
                <p:spPr>
                  <a:xfrm>
                    <a:off x="6475172" y="4226208"/>
                    <a:ext cx="110326" cy="529623"/>
                  </a:xfrm>
                  <a:custGeom>
                    <a:avLst/>
                    <a:gdLst>
                      <a:gd name="connsiteX0" fmla="*/ 24688 w 110326"/>
                      <a:gd name="connsiteY0" fmla="*/ 529623 h 529623"/>
                      <a:gd name="connsiteX1" fmla="*/ 107555 w 110326"/>
                      <a:gd name="connsiteY1" fmla="*/ 34 h 529623"/>
                      <a:gd name="connsiteX2" fmla="*/ 13258 w 110326"/>
                      <a:gd name="connsiteY2" fmla="*/ 498191 h 529623"/>
                    </a:gdLst>
                    <a:ahLst/>
                    <a:cxnLst>
                      <a:cxn ang="0">
                        <a:pos x="connsiteX0" y="connsiteY0"/>
                      </a:cxn>
                      <a:cxn ang="0">
                        <a:pos x="connsiteX1" y="connsiteY1"/>
                      </a:cxn>
                      <a:cxn ang="0">
                        <a:pos x="connsiteX2" y="connsiteY2"/>
                      </a:cxn>
                    </a:cxnLst>
                    <a:rect l="l" t="t" r="r" b="b"/>
                    <a:pathLst>
                      <a:path w="110326" h="529623">
                        <a:moveTo>
                          <a:pt x="24688" y="529623"/>
                        </a:moveTo>
                        <a:cubicBezTo>
                          <a:pt x="58025" y="343886"/>
                          <a:pt x="124700" y="4796"/>
                          <a:pt x="107555" y="34"/>
                        </a:cubicBezTo>
                        <a:cubicBezTo>
                          <a:pt x="92315" y="-3777"/>
                          <a:pt x="-41987" y="317216"/>
                          <a:pt x="13258" y="498191"/>
                        </a:cubicBezTo>
                      </a:path>
                    </a:pathLst>
                  </a:custGeom>
                  <a:grpFill/>
                  <a:ln w="9525" cap="flat">
                    <a:noFill/>
                    <a:prstDash val="solid"/>
                    <a:miter/>
                  </a:ln>
                </p:spPr>
                <p:txBody>
                  <a:bodyPr rtlCol="0" anchor="ctr"/>
                  <a:lstStyle/>
                  <a:p>
                    <a:endParaRPr lang="en-US"/>
                  </a:p>
                </p:txBody>
              </p:sp>
              <p:sp>
                <p:nvSpPr>
                  <p:cNvPr id="409" name="Freeform: Shape 408">
                    <a:extLst>
                      <a:ext uri="{FF2B5EF4-FFF2-40B4-BE49-F238E27FC236}">
                        <a16:creationId xmlns:a16="http://schemas.microsoft.com/office/drawing/2014/main" id="{58A9D31F-B52A-4125-B83E-E54A38113D3D}"/>
                      </a:ext>
                    </a:extLst>
                  </p:cNvPr>
                  <p:cNvSpPr/>
                  <p:nvPr/>
                </p:nvSpPr>
                <p:spPr>
                  <a:xfrm>
                    <a:off x="6552638" y="4402079"/>
                    <a:ext cx="78008" cy="549015"/>
                  </a:xfrm>
                  <a:custGeom>
                    <a:avLst/>
                    <a:gdLst>
                      <a:gd name="connsiteX0" fmla="*/ 32946 w 78008"/>
                      <a:gd name="connsiteY0" fmla="*/ 549015 h 549015"/>
                      <a:gd name="connsiteX1" fmla="*/ 71999 w 78008"/>
                      <a:gd name="connsiteY1" fmla="*/ 376 h 549015"/>
                      <a:gd name="connsiteX2" fmla="*/ 19612 w 78008"/>
                      <a:gd name="connsiteY2" fmla="*/ 532823 h 549015"/>
                    </a:gdLst>
                    <a:ahLst/>
                    <a:cxnLst>
                      <a:cxn ang="0">
                        <a:pos x="connsiteX0" y="connsiteY0"/>
                      </a:cxn>
                      <a:cxn ang="0">
                        <a:pos x="connsiteX1" y="connsiteY1"/>
                      </a:cxn>
                      <a:cxn ang="0">
                        <a:pos x="connsiteX2" y="connsiteY2"/>
                      </a:cxn>
                    </a:cxnLst>
                    <a:rect l="l" t="t" r="r" b="b"/>
                    <a:pathLst>
                      <a:path w="78008" h="549015">
                        <a:moveTo>
                          <a:pt x="32946" y="549015"/>
                        </a:moveTo>
                        <a:cubicBezTo>
                          <a:pt x="57712" y="383280"/>
                          <a:pt x="92002" y="-13912"/>
                          <a:pt x="71999" y="376"/>
                        </a:cubicBezTo>
                        <a:cubicBezTo>
                          <a:pt x="54854" y="7043"/>
                          <a:pt x="-40396" y="375660"/>
                          <a:pt x="19612" y="532823"/>
                        </a:cubicBezTo>
                      </a:path>
                    </a:pathLst>
                  </a:custGeom>
                  <a:grpFill/>
                  <a:ln w="9525" cap="flat">
                    <a:noFill/>
                    <a:prstDash val="solid"/>
                    <a:miter/>
                  </a:ln>
                </p:spPr>
                <p:txBody>
                  <a:bodyPr rtlCol="0" anchor="ctr"/>
                  <a:lstStyle/>
                  <a:p>
                    <a:endParaRPr lang="en-US"/>
                  </a:p>
                </p:txBody>
              </p:sp>
              <p:sp>
                <p:nvSpPr>
                  <p:cNvPr id="410" name="Freeform: Shape 409">
                    <a:extLst>
                      <a:ext uri="{FF2B5EF4-FFF2-40B4-BE49-F238E27FC236}">
                        <a16:creationId xmlns:a16="http://schemas.microsoft.com/office/drawing/2014/main" id="{6F660308-6022-48B5-9D6D-8C9F578FBECD}"/>
                      </a:ext>
                    </a:extLst>
                  </p:cNvPr>
                  <p:cNvSpPr/>
                  <p:nvPr/>
                </p:nvSpPr>
                <p:spPr>
                  <a:xfrm>
                    <a:off x="6185509" y="4621346"/>
                    <a:ext cx="403885" cy="333557"/>
                  </a:xfrm>
                  <a:custGeom>
                    <a:avLst/>
                    <a:gdLst>
                      <a:gd name="connsiteX0" fmla="*/ 392456 w 403885"/>
                      <a:gd name="connsiteY0" fmla="*/ 306888 h 333557"/>
                      <a:gd name="connsiteX1" fmla="*/ 26 w 403885"/>
                      <a:gd name="connsiteY1" fmla="*/ 2088 h 333557"/>
                      <a:gd name="connsiteX2" fmla="*/ 403886 w 403885"/>
                      <a:gd name="connsiteY2" fmla="*/ 333558 h 333557"/>
                    </a:gdLst>
                    <a:ahLst/>
                    <a:cxnLst>
                      <a:cxn ang="0">
                        <a:pos x="connsiteX0" y="connsiteY0"/>
                      </a:cxn>
                      <a:cxn ang="0">
                        <a:pos x="connsiteX1" y="connsiteY1"/>
                      </a:cxn>
                      <a:cxn ang="0">
                        <a:pos x="connsiteX2" y="connsiteY2"/>
                      </a:cxn>
                    </a:cxnLst>
                    <a:rect l="l" t="t" r="r" b="b"/>
                    <a:pathLst>
                      <a:path w="403885" h="333557">
                        <a:moveTo>
                          <a:pt x="392456" y="306888"/>
                        </a:moveTo>
                        <a:cubicBezTo>
                          <a:pt x="303873" y="163060"/>
                          <a:pt x="-2832" y="-21725"/>
                          <a:pt x="26" y="2088"/>
                        </a:cubicBezTo>
                        <a:cubicBezTo>
                          <a:pt x="-2832" y="78288"/>
                          <a:pt x="233388" y="264978"/>
                          <a:pt x="403886" y="333558"/>
                        </a:cubicBezTo>
                      </a:path>
                    </a:pathLst>
                  </a:custGeom>
                  <a:grpFill/>
                  <a:ln w="9525" cap="flat">
                    <a:noFill/>
                    <a:prstDash val="solid"/>
                    <a:miter/>
                  </a:ln>
                </p:spPr>
                <p:txBody>
                  <a:bodyPr rtlCol="0" anchor="ctr"/>
                  <a:lstStyle/>
                  <a:p>
                    <a:endParaRPr lang="en-US"/>
                  </a:p>
                </p:txBody>
              </p:sp>
              <p:sp>
                <p:nvSpPr>
                  <p:cNvPr id="411" name="Freeform: Shape 410">
                    <a:extLst>
                      <a:ext uri="{FF2B5EF4-FFF2-40B4-BE49-F238E27FC236}">
                        <a16:creationId xmlns:a16="http://schemas.microsoft.com/office/drawing/2014/main" id="{F9E57FF0-9857-42B4-87ED-0865BA4AAEE9}"/>
                      </a:ext>
                    </a:extLst>
                  </p:cNvPr>
                  <p:cNvSpPr/>
                  <p:nvPr/>
                </p:nvSpPr>
                <p:spPr>
                  <a:xfrm>
                    <a:off x="6119004" y="4410491"/>
                    <a:ext cx="380855" cy="372010"/>
                  </a:xfrm>
                  <a:custGeom>
                    <a:avLst/>
                    <a:gdLst>
                      <a:gd name="connsiteX0" fmla="*/ 365616 w 380855"/>
                      <a:gd name="connsiteY0" fmla="*/ 333911 h 372010"/>
                      <a:gd name="connsiteX1" fmla="*/ 808 w 380855"/>
                      <a:gd name="connsiteY1" fmla="*/ 536 h 372010"/>
                      <a:gd name="connsiteX2" fmla="*/ 380856 w 380855"/>
                      <a:gd name="connsiteY2" fmla="*/ 372011 h 372010"/>
                    </a:gdLst>
                    <a:ahLst/>
                    <a:cxnLst>
                      <a:cxn ang="0">
                        <a:pos x="connsiteX0" y="connsiteY0"/>
                      </a:cxn>
                      <a:cxn ang="0">
                        <a:pos x="connsiteX1" y="connsiteY1"/>
                      </a:cxn>
                      <a:cxn ang="0">
                        <a:pos x="connsiteX2" y="connsiteY2"/>
                      </a:cxn>
                    </a:cxnLst>
                    <a:rect l="l" t="t" r="r" b="b"/>
                    <a:pathLst>
                      <a:path w="380855" h="372010">
                        <a:moveTo>
                          <a:pt x="365616" y="333911"/>
                        </a:moveTo>
                        <a:cubicBezTo>
                          <a:pt x="277986" y="162461"/>
                          <a:pt x="17001" y="-10894"/>
                          <a:pt x="808" y="536"/>
                        </a:cubicBezTo>
                        <a:cubicBezTo>
                          <a:pt x="-15384" y="26253"/>
                          <a:pt x="215121" y="250091"/>
                          <a:pt x="380856" y="372011"/>
                        </a:cubicBezTo>
                      </a:path>
                    </a:pathLst>
                  </a:custGeom>
                  <a:grpFill/>
                  <a:ln w="9525" cap="flat">
                    <a:noFill/>
                    <a:prstDash val="solid"/>
                    <a:miter/>
                  </a:ln>
                </p:spPr>
                <p:txBody>
                  <a:bodyPr rtlCol="0" anchor="ctr"/>
                  <a:lstStyle/>
                  <a:p>
                    <a:endParaRPr lang="en-US"/>
                  </a:p>
                </p:txBody>
              </p:sp>
            </p:grpSp>
            <p:sp>
              <p:nvSpPr>
                <p:cNvPr id="394" name="Freeform: Shape 393">
                  <a:extLst>
                    <a:ext uri="{FF2B5EF4-FFF2-40B4-BE49-F238E27FC236}">
                      <a16:creationId xmlns:a16="http://schemas.microsoft.com/office/drawing/2014/main" id="{27A3B793-7B20-4DE3-9245-D58FF710E895}"/>
                    </a:ext>
                  </a:extLst>
                </p:cNvPr>
                <p:cNvSpPr/>
                <p:nvPr/>
              </p:nvSpPr>
              <p:spPr>
                <a:xfrm>
                  <a:off x="6088913" y="2433563"/>
                  <a:ext cx="97483" cy="454416"/>
                </a:xfrm>
                <a:custGeom>
                  <a:avLst/>
                  <a:gdLst>
                    <a:gd name="connsiteX0" fmla="*/ 95669 w 97483"/>
                    <a:gd name="connsiteY0" fmla="*/ 388694 h 454416"/>
                    <a:gd name="connsiteX1" fmla="*/ 1371 w 97483"/>
                    <a:gd name="connsiteY1" fmla="*/ 4836 h 454416"/>
                    <a:gd name="connsiteX2" fmla="*/ 84239 w 97483"/>
                    <a:gd name="connsiteY2" fmla="*/ 454416 h 454416"/>
                  </a:gdLst>
                  <a:ahLst/>
                  <a:cxnLst>
                    <a:cxn ang="0">
                      <a:pos x="connsiteX0" y="connsiteY0"/>
                    </a:cxn>
                    <a:cxn ang="0">
                      <a:pos x="connsiteX1" y="connsiteY1"/>
                    </a:cxn>
                    <a:cxn ang="0">
                      <a:pos x="connsiteX2" y="connsiteY2"/>
                    </a:cxn>
                  </a:cxnLst>
                  <a:rect l="l" t="t" r="r" b="b"/>
                  <a:pathLst>
                    <a:path w="97483" h="454416">
                      <a:moveTo>
                        <a:pt x="95669" y="388694"/>
                      </a:moveTo>
                      <a:cubicBezTo>
                        <a:pt x="111861" y="180096"/>
                        <a:pt x="14706" y="-35169"/>
                        <a:pt x="1371" y="4836"/>
                      </a:cubicBezTo>
                      <a:cubicBezTo>
                        <a:pt x="-10059" y="70559"/>
                        <a:pt x="52806" y="317256"/>
                        <a:pt x="84239" y="454416"/>
                      </a:cubicBezTo>
                    </a:path>
                  </a:pathLst>
                </a:custGeom>
                <a:grpFill/>
                <a:ln w="9525" cap="flat">
                  <a:noFill/>
                  <a:prstDash val="solid"/>
                  <a:miter/>
                </a:ln>
              </p:spPr>
              <p:txBody>
                <a:bodyPr rtlCol="0" anchor="ctr"/>
                <a:lstStyle/>
                <a:p>
                  <a:endParaRPr lang="en-US"/>
                </a:p>
              </p:txBody>
            </p:sp>
            <p:sp>
              <p:nvSpPr>
                <p:cNvPr id="395" name="Freeform: Shape 394">
                  <a:extLst>
                    <a:ext uri="{FF2B5EF4-FFF2-40B4-BE49-F238E27FC236}">
                      <a16:creationId xmlns:a16="http://schemas.microsoft.com/office/drawing/2014/main" id="{1E5DE3AB-AF21-4B6E-B44F-22AAB00D7DCA}"/>
                    </a:ext>
                  </a:extLst>
                </p:cNvPr>
                <p:cNvSpPr/>
                <p:nvPr/>
              </p:nvSpPr>
              <p:spPr>
                <a:xfrm>
                  <a:off x="6138862" y="2875236"/>
                  <a:ext cx="317703" cy="440415"/>
                </a:xfrm>
                <a:custGeom>
                  <a:avLst/>
                  <a:gdLst>
                    <a:gd name="connsiteX0" fmla="*/ 1905 w 317703"/>
                    <a:gd name="connsiteY0" fmla="*/ 440415 h 440415"/>
                    <a:gd name="connsiteX1" fmla="*/ 317182 w 317703"/>
                    <a:gd name="connsiteY1" fmla="*/ 360 h 440415"/>
                    <a:gd name="connsiteX2" fmla="*/ 0 w 317703"/>
                    <a:gd name="connsiteY2" fmla="*/ 396600 h 440415"/>
                  </a:gdLst>
                  <a:ahLst/>
                  <a:cxnLst>
                    <a:cxn ang="0">
                      <a:pos x="connsiteX0" y="connsiteY0"/>
                    </a:cxn>
                    <a:cxn ang="0">
                      <a:pos x="connsiteX1" y="connsiteY1"/>
                    </a:cxn>
                    <a:cxn ang="0">
                      <a:pos x="connsiteX2" y="connsiteY2"/>
                    </a:cxn>
                  </a:cxnLst>
                  <a:rect l="l" t="t" r="r" b="b"/>
                  <a:pathLst>
                    <a:path w="317703" h="440415">
                      <a:moveTo>
                        <a:pt x="1905" y="440415"/>
                      </a:moveTo>
                      <a:cubicBezTo>
                        <a:pt x="118110" y="292778"/>
                        <a:pt x="329565" y="12743"/>
                        <a:pt x="317182" y="360"/>
                      </a:cubicBezTo>
                      <a:cubicBezTo>
                        <a:pt x="305753" y="-10117"/>
                        <a:pt x="36195" y="209910"/>
                        <a:pt x="0" y="396600"/>
                      </a:cubicBezTo>
                    </a:path>
                  </a:pathLst>
                </a:custGeom>
                <a:grpFill/>
                <a:ln w="9525" cap="flat">
                  <a:noFill/>
                  <a:prstDash val="solid"/>
                  <a:miter/>
                </a:ln>
              </p:spPr>
              <p:txBody>
                <a:bodyPr rtlCol="0" anchor="ctr"/>
                <a:lstStyle/>
                <a:p>
                  <a:endParaRPr lang="en-US"/>
                </a:p>
              </p:txBody>
            </p:sp>
            <p:sp>
              <p:nvSpPr>
                <p:cNvPr id="396" name="Freeform: Shape 395">
                  <a:extLst>
                    <a:ext uri="{FF2B5EF4-FFF2-40B4-BE49-F238E27FC236}">
                      <a16:creationId xmlns:a16="http://schemas.microsoft.com/office/drawing/2014/main" id="{8F5043A2-C962-476C-9298-C091AB889CAA}"/>
                    </a:ext>
                  </a:extLst>
                </p:cNvPr>
                <p:cNvSpPr/>
                <p:nvPr/>
              </p:nvSpPr>
              <p:spPr>
                <a:xfrm>
                  <a:off x="5957527" y="2820330"/>
                  <a:ext cx="169023" cy="505799"/>
                </a:xfrm>
                <a:custGeom>
                  <a:avLst/>
                  <a:gdLst>
                    <a:gd name="connsiteX0" fmla="*/ 168952 w 169023"/>
                    <a:gd name="connsiteY0" fmla="*/ 465794 h 505799"/>
                    <a:gd name="connsiteX1" fmla="*/ 4169 w 169023"/>
                    <a:gd name="connsiteY1" fmla="*/ 22 h 505799"/>
                    <a:gd name="connsiteX2" fmla="*/ 165142 w 169023"/>
                    <a:gd name="connsiteY2" fmla="*/ 505799 h 505799"/>
                  </a:gdLst>
                  <a:ahLst/>
                  <a:cxnLst>
                    <a:cxn ang="0">
                      <a:pos x="connsiteX0" y="connsiteY0"/>
                    </a:cxn>
                    <a:cxn ang="0">
                      <a:pos x="connsiteX1" y="connsiteY1"/>
                    </a:cxn>
                    <a:cxn ang="0">
                      <a:pos x="connsiteX2" y="connsiteY2"/>
                    </a:cxn>
                  </a:cxnLst>
                  <a:rect l="l" t="t" r="r" b="b"/>
                  <a:pathLst>
                    <a:path w="169023" h="505799">
                      <a:moveTo>
                        <a:pt x="168952" y="465794"/>
                      </a:moveTo>
                      <a:cubicBezTo>
                        <a:pt x="172762" y="273389"/>
                        <a:pt x="23219" y="-2836"/>
                        <a:pt x="4169" y="22"/>
                      </a:cubicBezTo>
                      <a:cubicBezTo>
                        <a:pt x="-21548" y="15262"/>
                        <a:pt x="76560" y="321014"/>
                        <a:pt x="165142" y="505799"/>
                      </a:cubicBezTo>
                    </a:path>
                  </a:pathLst>
                </a:custGeom>
                <a:grpFill/>
                <a:ln w="9525" cap="flat">
                  <a:noFill/>
                  <a:prstDash val="solid"/>
                  <a:miter/>
                </a:ln>
              </p:spPr>
              <p:txBody>
                <a:bodyPr rtlCol="0" anchor="ctr"/>
                <a:lstStyle/>
                <a:p>
                  <a:endParaRPr lang="en-US"/>
                </a:p>
              </p:txBody>
            </p:sp>
          </p:grpSp>
          <p:grpSp>
            <p:nvGrpSpPr>
              <p:cNvPr id="377" name="Graphic 2">
                <a:extLst>
                  <a:ext uri="{FF2B5EF4-FFF2-40B4-BE49-F238E27FC236}">
                    <a16:creationId xmlns:a16="http://schemas.microsoft.com/office/drawing/2014/main" id="{8DF1C1CE-AA52-43A3-BFEE-93481FBC512D}"/>
                  </a:ext>
                </a:extLst>
              </p:cNvPr>
              <p:cNvGrpSpPr/>
              <p:nvPr/>
            </p:nvGrpSpPr>
            <p:grpSpPr>
              <a:xfrm>
                <a:off x="7077548" y="3254441"/>
                <a:ext cx="617756" cy="1860947"/>
                <a:chOff x="7077548" y="3254441"/>
                <a:chExt cx="617756" cy="1860947"/>
              </a:xfrm>
              <a:grpFill/>
            </p:grpSpPr>
            <p:sp>
              <p:nvSpPr>
                <p:cNvPr id="378" name="Freeform: Shape 377">
                  <a:extLst>
                    <a:ext uri="{FF2B5EF4-FFF2-40B4-BE49-F238E27FC236}">
                      <a16:creationId xmlns:a16="http://schemas.microsoft.com/office/drawing/2014/main" id="{3D68F6B6-BD8F-4317-AF70-80F90009B40E}"/>
                    </a:ext>
                  </a:extLst>
                </p:cNvPr>
                <p:cNvSpPr/>
                <p:nvPr/>
              </p:nvSpPr>
              <p:spPr>
                <a:xfrm>
                  <a:off x="7077548" y="3254441"/>
                  <a:ext cx="596040" cy="1860947"/>
                </a:xfrm>
                <a:custGeom>
                  <a:avLst/>
                  <a:gdLst>
                    <a:gd name="connsiteX0" fmla="*/ 538641 w 596040"/>
                    <a:gd name="connsiteY0" fmla="*/ 323149 h 1860947"/>
                    <a:gd name="connsiteX1" fmla="*/ 442439 w 596040"/>
                    <a:gd name="connsiteY1" fmla="*/ 615566 h 1860947"/>
                    <a:gd name="connsiteX2" fmla="*/ 439581 w 596040"/>
                    <a:gd name="connsiteY2" fmla="*/ 725103 h 1860947"/>
                    <a:gd name="connsiteX3" fmla="*/ 578646 w 596040"/>
                    <a:gd name="connsiteY3" fmla="*/ 425066 h 1860947"/>
                    <a:gd name="connsiteX4" fmla="*/ 439581 w 596040"/>
                    <a:gd name="connsiteY4" fmla="*/ 751774 h 1860947"/>
                    <a:gd name="connsiteX5" fmla="*/ 428151 w 596040"/>
                    <a:gd name="connsiteY5" fmla="*/ 862264 h 1860947"/>
                    <a:gd name="connsiteX6" fmla="*/ 592934 w 596040"/>
                    <a:gd name="connsiteY6" fmla="*/ 572703 h 1860947"/>
                    <a:gd name="connsiteX7" fmla="*/ 429104 w 596040"/>
                    <a:gd name="connsiteY7" fmla="*/ 881314 h 1860947"/>
                    <a:gd name="connsiteX8" fmla="*/ 22386 w 596040"/>
                    <a:gd name="connsiteY8" fmla="*/ 1855721 h 1860947"/>
                    <a:gd name="connsiteX9" fmla="*/ 479 w 596040"/>
                    <a:gd name="connsiteY9" fmla="*/ 1858578 h 1860947"/>
                    <a:gd name="connsiteX10" fmla="*/ 415769 w 596040"/>
                    <a:gd name="connsiteY10" fmla="*/ 870836 h 1860947"/>
                    <a:gd name="connsiteX11" fmla="*/ 250986 w 596040"/>
                    <a:gd name="connsiteY11" fmla="*/ 541271 h 1860947"/>
                    <a:gd name="connsiteX12" fmla="*/ 420531 w 596040"/>
                    <a:gd name="connsiteY12" fmla="*/ 856549 h 1860947"/>
                    <a:gd name="connsiteX13" fmla="*/ 429104 w 596040"/>
                    <a:gd name="connsiteY13" fmla="*/ 742249 h 1860947"/>
                    <a:gd name="connsiteX14" fmla="*/ 247176 w 596040"/>
                    <a:gd name="connsiteY14" fmla="*/ 428876 h 1860947"/>
                    <a:gd name="connsiteX15" fmla="*/ 433866 w 596040"/>
                    <a:gd name="connsiteY15" fmla="*/ 712721 h 1860947"/>
                    <a:gd name="connsiteX16" fmla="*/ 435771 w 596040"/>
                    <a:gd name="connsiteY16" fmla="*/ 599374 h 1860947"/>
                    <a:gd name="connsiteX17" fmla="*/ 262416 w 596040"/>
                    <a:gd name="connsiteY17" fmla="*/ 296478 h 1860947"/>
                    <a:gd name="connsiteX18" fmla="*/ 435771 w 596040"/>
                    <a:gd name="connsiteY18" fmla="*/ 559368 h 1860947"/>
                    <a:gd name="connsiteX19" fmla="*/ 427199 w 596040"/>
                    <a:gd name="connsiteY19" fmla="*/ 439353 h 1860947"/>
                    <a:gd name="connsiteX20" fmla="*/ 275751 w 596040"/>
                    <a:gd name="connsiteY20" fmla="*/ 210753 h 1860947"/>
                    <a:gd name="connsiteX21" fmla="*/ 426246 w 596040"/>
                    <a:gd name="connsiteY21" fmla="*/ 416493 h 1860947"/>
                    <a:gd name="connsiteX22" fmla="*/ 412911 w 596040"/>
                    <a:gd name="connsiteY22" fmla="*/ 310766 h 1860947"/>
                    <a:gd name="connsiteX23" fmla="*/ 289086 w 596040"/>
                    <a:gd name="connsiteY23" fmla="*/ 109788 h 1860947"/>
                    <a:gd name="connsiteX24" fmla="*/ 408149 w 596040"/>
                    <a:gd name="connsiteY24" fmla="*/ 273618 h 1860947"/>
                    <a:gd name="connsiteX25" fmla="*/ 389099 w 596040"/>
                    <a:gd name="connsiteY25" fmla="*/ 189798 h 1860947"/>
                    <a:gd name="connsiteX26" fmla="*/ 340521 w 596040"/>
                    <a:gd name="connsiteY26" fmla="*/ 3108 h 1860947"/>
                    <a:gd name="connsiteX27" fmla="*/ 398624 w 596040"/>
                    <a:gd name="connsiteY27" fmla="*/ 206943 h 1860947"/>
                    <a:gd name="connsiteX28" fmla="*/ 412911 w 596040"/>
                    <a:gd name="connsiteY28" fmla="*/ 273618 h 1860947"/>
                    <a:gd name="connsiteX29" fmla="*/ 461489 w 596040"/>
                    <a:gd name="connsiteY29" fmla="*/ 68831 h 1860947"/>
                    <a:gd name="connsiteX30" fmla="*/ 419579 w 596040"/>
                    <a:gd name="connsiteY30" fmla="*/ 312671 h 1860947"/>
                    <a:gd name="connsiteX31" fmla="*/ 431961 w 596040"/>
                    <a:gd name="connsiteY31" fmla="*/ 412683 h 1860947"/>
                    <a:gd name="connsiteX32" fmla="*/ 519591 w 596040"/>
                    <a:gd name="connsiteY32" fmla="*/ 163128 h 1860947"/>
                    <a:gd name="connsiteX33" fmla="*/ 435771 w 596040"/>
                    <a:gd name="connsiteY33" fmla="*/ 457451 h 1860947"/>
                    <a:gd name="connsiteX34" fmla="*/ 442439 w 596040"/>
                    <a:gd name="connsiteY34" fmla="*/ 566988 h 1860947"/>
                    <a:gd name="connsiteX35" fmla="*/ 538641 w 596040"/>
                    <a:gd name="connsiteY35" fmla="*/ 323149 h 1860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96040" h="1860947">
                      <a:moveTo>
                        <a:pt x="538641" y="323149"/>
                      </a:moveTo>
                      <a:cubicBezTo>
                        <a:pt x="542451" y="361249"/>
                        <a:pt x="498636" y="513649"/>
                        <a:pt x="442439" y="615566"/>
                      </a:cubicBezTo>
                      <a:cubicBezTo>
                        <a:pt x="442439" y="633663"/>
                        <a:pt x="441486" y="708911"/>
                        <a:pt x="439581" y="725103"/>
                      </a:cubicBezTo>
                      <a:cubicBezTo>
                        <a:pt x="449106" y="596516"/>
                        <a:pt x="566264" y="422208"/>
                        <a:pt x="578646" y="425066"/>
                      </a:cubicBezTo>
                      <a:cubicBezTo>
                        <a:pt x="594839" y="437449"/>
                        <a:pt x="510066" y="634616"/>
                        <a:pt x="439581" y="751774"/>
                      </a:cubicBezTo>
                      <a:cubicBezTo>
                        <a:pt x="437676" y="767966"/>
                        <a:pt x="431009" y="848928"/>
                        <a:pt x="428151" y="862264"/>
                      </a:cubicBezTo>
                      <a:cubicBezTo>
                        <a:pt x="446249" y="750821"/>
                        <a:pt x="588171" y="557463"/>
                        <a:pt x="592934" y="572703"/>
                      </a:cubicBezTo>
                      <a:cubicBezTo>
                        <a:pt x="614841" y="619376"/>
                        <a:pt x="516734" y="795589"/>
                        <a:pt x="429104" y="881314"/>
                      </a:cubicBezTo>
                      <a:cubicBezTo>
                        <a:pt x="339569" y="1270886"/>
                        <a:pt x="24291" y="1846196"/>
                        <a:pt x="22386" y="1855721"/>
                      </a:cubicBezTo>
                      <a:cubicBezTo>
                        <a:pt x="16671" y="1855721"/>
                        <a:pt x="-3331" y="1865246"/>
                        <a:pt x="479" y="1858578"/>
                      </a:cubicBezTo>
                      <a:cubicBezTo>
                        <a:pt x="322424" y="1245168"/>
                        <a:pt x="426246" y="887028"/>
                        <a:pt x="415769" y="870836"/>
                      </a:cubicBezTo>
                      <a:cubicBezTo>
                        <a:pt x="406244" y="853691"/>
                        <a:pt x="234794" y="538413"/>
                        <a:pt x="250986" y="541271"/>
                      </a:cubicBezTo>
                      <a:cubicBezTo>
                        <a:pt x="263369" y="541271"/>
                        <a:pt x="416721" y="744153"/>
                        <a:pt x="420531" y="856549"/>
                      </a:cubicBezTo>
                      <a:cubicBezTo>
                        <a:pt x="420531" y="842261"/>
                        <a:pt x="429104" y="742249"/>
                        <a:pt x="429104" y="742249"/>
                      </a:cubicBezTo>
                      <a:cubicBezTo>
                        <a:pt x="360524" y="636521"/>
                        <a:pt x="237651" y="436496"/>
                        <a:pt x="247176" y="428876"/>
                      </a:cubicBezTo>
                      <a:cubicBezTo>
                        <a:pt x="255749" y="422208"/>
                        <a:pt x="421484" y="586038"/>
                        <a:pt x="433866" y="712721"/>
                      </a:cubicBezTo>
                      <a:cubicBezTo>
                        <a:pt x="431961" y="696528"/>
                        <a:pt x="436724" y="618424"/>
                        <a:pt x="435771" y="599374"/>
                      </a:cubicBezTo>
                      <a:cubicBezTo>
                        <a:pt x="359571" y="470786"/>
                        <a:pt x="251939" y="303146"/>
                        <a:pt x="262416" y="296478"/>
                      </a:cubicBezTo>
                      <a:cubicBezTo>
                        <a:pt x="281466" y="285049"/>
                        <a:pt x="422436" y="470786"/>
                        <a:pt x="435771" y="559368"/>
                      </a:cubicBezTo>
                      <a:cubicBezTo>
                        <a:pt x="437676" y="572703"/>
                        <a:pt x="429104" y="461261"/>
                        <a:pt x="427199" y="439353"/>
                      </a:cubicBezTo>
                      <a:cubicBezTo>
                        <a:pt x="365286" y="353628"/>
                        <a:pt x="269084" y="224088"/>
                        <a:pt x="275751" y="210753"/>
                      </a:cubicBezTo>
                      <a:cubicBezTo>
                        <a:pt x="282419" y="199323"/>
                        <a:pt x="401481" y="278381"/>
                        <a:pt x="426246" y="416493"/>
                      </a:cubicBezTo>
                      <a:cubicBezTo>
                        <a:pt x="424341" y="404111"/>
                        <a:pt x="415769" y="327911"/>
                        <a:pt x="412911" y="310766"/>
                      </a:cubicBezTo>
                      <a:cubicBezTo>
                        <a:pt x="350046" y="227898"/>
                        <a:pt x="280514" y="118361"/>
                        <a:pt x="289086" y="109788"/>
                      </a:cubicBezTo>
                      <a:cubicBezTo>
                        <a:pt x="294801" y="103121"/>
                        <a:pt x="380526" y="167891"/>
                        <a:pt x="408149" y="273618"/>
                      </a:cubicBezTo>
                      <a:cubicBezTo>
                        <a:pt x="407196" y="269808"/>
                        <a:pt x="391004" y="197418"/>
                        <a:pt x="389099" y="189798"/>
                      </a:cubicBezTo>
                      <a:cubicBezTo>
                        <a:pt x="340521" y="77403"/>
                        <a:pt x="324329" y="14538"/>
                        <a:pt x="340521" y="3108"/>
                      </a:cubicBezTo>
                      <a:cubicBezTo>
                        <a:pt x="360524" y="-15942"/>
                        <a:pt x="379574" y="52638"/>
                        <a:pt x="398624" y="206943"/>
                      </a:cubicBezTo>
                      <a:cubicBezTo>
                        <a:pt x="401481" y="217421"/>
                        <a:pt x="412911" y="263141"/>
                        <a:pt x="412911" y="273618"/>
                      </a:cubicBezTo>
                      <a:cubicBezTo>
                        <a:pt x="400529" y="135506"/>
                        <a:pt x="452916" y="45971"/>
                        <a:pt x="461489" y="68831"/>
                      </a:cubicBezTo>
                      <a:cubicBezTo>
                        <a:pt x="471966" y="95501"/>
                        <a:pt x="450059" y="225041"/>
                        <a:pt x="419579" y="312671"/>
                      </a:cubicBezTo>
                      <a:cubicBezTo>
                        <a:pt x="421484" y="329816"/>
                        <a:pt x="431961" y="397443"/>
                        <a:pt x="431961" y="412683"/>
                      </a:cubicBezTo>
                      <a:cubicBezTo>
                        <a:pt x="434819" y="272666"/>
                        <a:pt x="512924" y="135506"/>
                        <a:pt x="519591" y="163128"/>
                      </a:cubicBezTo>
                      <a:cubicBezTo>
                        <a:pt x="522449" y="207896"/>
                        <a:pt x="466251" y="367916"/>
                        <a:pt x="435771" y="457451"/>
                      </a:cubicBezTo>
                      <a:cubicBezTo>
                        <a:pt x="437676" y="473643"/>
                        <a:pt x="441486" y="583181"/>
                        <a:pt x="442439" y="566988"/>
                      </a:cubicBezTo>
                      <a:cubicBezTo>
                        <a:pt x="450059" y="460308"/>
                        <a:pt x="538641" y="323149"/>
                        <a:pt x="538641" y="323149"/>
                      </a:cubicBezTo>
                      <a:close/>
                    </a:path>
                  </a:pathLst>
                </a:custGeom>
                <a:grpFill/>
                <a:ln w="9525" cap="flat">
                  <a:noFill/>
                  <a:prstDash val="solid"/>
                  <a:miter/>
                </a:ln>
              </p:spPr>
              <p:txBody>
                <a:bodyPr rtlCol="0" anchor="ctr"/>
                <a:lstStyle/>
                <a:p>
                  <a:endParaRPr lang="en-US"/>
                </a:p>
              </p:txBody>
            </p:sp>
            <p:sp>
              <p:nvSpPr>
                <p:cNvPr id="379" name="Freeform: Shape 378">
                  <a:extLst>
                    <a:ext uri="{FF2B5EF4-FFF2-40B4-BE49-F238E27FC236}">
                      <a16:creationId xmlns:a16="http://schemas.microsoft.com/office/drawing/2014/main" id="{41C1B7F6-CCAB-49EB-AA34-33171E44E4D1}"/>
                    </a:ext>
                  </a:extLst>
                </p:cNvPr>
                <p:cNvSpPr/>
                <p:nvPr/>
              </p:nvSpPr>
              <p:spPr>
                <a:xfrm>
                  <a:off x="7411402" y="4186237"/>
                  <a:ext cx="192404" cy="240982"/>
                </a:xfrm>
                <a:custGeom>
                  <a:avLst/>
                  <a:gdLst>
                    <a:gd name="connsiteX0" fmla="*/ 16192 w 192404"/>
                    <a:gd name="connsiteY0" fmla="*/ 194310 h 240982"/>
                    <a:gd name="connsiteX1" fmla="*/ 192405 w 192404"/>
                    <a:gd name="connsiteY1" fmla="*/ 0 h 240982"/>
                    <a:gd name="connsiteX2" fmla="*/ 0 w 192404"/>
                    <a:gd name="connsiteY2" fmla="*/ 240982 h 240982"/>
                  </a:gdLst>
                  <a:ahLst/>
                  <a:cxnLst>
                    <a:cxn ang="0">
                      <a:pos x="connsiteX0" y="connsiteY0"/>
                    </a:cxn>
                    <a:cxn ang="0">
                      <a:pos x="connsiteX1" y="connsiteY1"/>
                    </a:cxn>
                    <a:cxn ang="0">
                      <a:pos x="connsiteX2" y="connsiteY2"/>
                    </a:cxn>
                  </a:cxnLst>
                  <a:rect l="l" t="t" r="r" b="b"/>
                  <a:pathLst>
                    <a:path w="192404" h="240982">
                      <a:moveTo>
                        <a:pt x="16192" y="194310"/>
                      </a:moveTo>
                      <a:cubicBezTo>
                        <a:pt x="61913" y="97155"/>
                        <a:pt x="192405" y="0"/>
                        <a:pt x="192405" y="0"/>
                      </a:cubicBezTo>
                      <a:cubicBezTo>
                        <a:pt x="182880" y="37147"/>
                        <a:pt x="88582" y="163830"/>
                        <a:pt x="0" y="240982"/>
                      </a:cubicBezTo>
                    </a:path>
                  </a:pathLst>
                </a:custGeom>
                <a:grpFill/>
                <a:ln w="9525" cap="flat">
                  <a:noFill/>
                  <a:prstDash val="solid"/>
                  <a:miter/>
                </a:ln>
              </p:spPr>
              <p:txBody>
                <a:bodyPr rtlCol="0" anchor="ctr"/>
                <a:lstStyle/>
                <a:p>
                  <a:endParaRPr lang="en-US"/>
                </a:p>
              </p:txBody>
            </p:sp>
            <p:sp>
              <p:nvSpPr>
                <p:cNvPr id="380" name="Freeform: Shape 379">
                  <a:extLst>
                    <a:ext uri="{FF2B5EF4-FFF2-40B4-BE49-F238E27FC236}">
                      <a16:creationId xmlns:a16="http://schemas.microsoft.com/office/drawing/2014/main" id="{DE73F76D-5B21-4FC1-A2F1-EC54D870D48E}"/>
                    </a:ext>
                  </a:extLst>
                </p:cNvPr>
                <p:cNvSpPr/>
                <p:nvPr/>
              </p:nvSpPr>
              <p:spPr>
                <a:xfrm>
                  <a:off x="7459027" y="3999339"/>
                  <a:ext cx="236277" cy="275479"/>
                </a:xfrm>
                <a:custGeom>
                  <a:avLst/>
                  <a:gdLst>
                    <a:gd name="connsiteX0" fmla="*/ 12382 w 236277"/>
                    <a:gd name="connsiteY0" fmla="*/ 232617 h 275479"/>
                    <a:gd name="connsiteX1" fmla="*/ 236220 w 236277"/>
                    <a:gd name="connsiteY1" fmla="*/ 3065 h 275479"/>
                    <a:gd name="connsiteX2" fmla="*/ 0 w 236277"/>
                    <a:gd name="connsiteY2" fmla="*/ 275480 h 275479"/>
                  </a:gdLst>
                  <a:ahLst/>
                  <a:cxnLst>
                    <a:cxn ang="0">
                      <a:pos x="connsiteX0" y="connsiteY0"/>
                    </a:cxn>
                    <a:cxn ang="0">
                      <a:pos x="connsiteX1" y="connsiteY1"/>
                    </a:cxn>
                    <a:cxn ang="0">
                      <a:pos x="connsiteX2" y="connsiteY2"/>
                    </a:cxn>
                  </a:cxnLst>
                  <a:rect l="l" t="t" r="r" b="b"/>
                  <a:pathLst>
                    <a:path w="236277" h="275479">
                      <a:moveTo>
                        <a:pt x="12382" y="232617"/>
                      </a:moveTo>
                      <a:cubicBezTo>
                        <a:pt x="54292" y="141178"/>
                        <a:pt x="240030" y="-24557"/>
                        <a:pt x="236220" y="3065"/>
                      </a:cubicBezTo>
                      <a:cubicBezTo>
                        <a:pt x="223838" y="45928"/>
                        <a:pt x="60007" y="202138"/>
                        <a:pt x="0" y="275480"/>
                      </a:cubicBezTo>
                    </a:path>
                  </a:pathLst>
                </a:custGeom>
                <a:grpFill/>
                <a:ln w="9525" cap="flat">
                  <a:noFill/>
                  <a:prstDash val="solid"/>
                  <a:miter/>
                </a:ln>
              </p:spPr>
              <p:txBody>
                <a:bodyPr rtlCol="0" anchor="ctr"/>
                <a:lstStyle/>
                <a:p>
                  <a:endParaRPr lang="en-US"/>
                </a:p>
              </p:txBody>
            </p:sp>
            <p:sp>
              <p:nvSpPr>
                <p:cNvPr id="381" name="Freeform: Shape 380">
                  <a:extLst>
                    <a:ext uri="{FF2B5EF4-FFF2-40B4-BE49-F238E27FC236}">
                      <a16:creationId xmlns:a16="http://schemas.microsoft.com/office/drawing/2014/main" id="{5EE8924B-8622-474D-8AB2-5CD19C891E93}"/>
                    </a:ext>
                  </a:extLst>
                </p:cNvPr>
                <p:cNvSpPr/>
                <p:nvPr/>
              </p:nvSpPr>
              <p:spPr>
                <a:xfrm>
                  <a:off x="7327847" y="3923062"/>
                  <a:ext cx="141335" cy="338422"/>
                </a:xfrm>
                <a:custGeom>
                  <a:avLst/>
                  <a:gdLst>
                    <a:gd name="connsiteX0" fmla="*/ 131180 w 141335"/>
                    <a:gd name="connsiteY0" fmla="*/ 338422 h 338422"/>
                    <a:gd name="connsiteX1" fmla="*/ 687 w 141335"/>
                    <a:gd name="connsiteY1" fmla="*/ 285 h 338422"/>
                    <a:gd name="connsiteX2" fmla="*/ 138800 w 141335"/>
                    <a:gd name="connsiteY2" fmla="*/ 316515 h 338422"/>
                  </a:gdLst>
                  <a:ahLst/>
                  <a:cxnLst>
                    <a:cxn ang="0">
                      <a:pos x="connsiteX0" y="connsiteY0"/>
                    </a:cxn>
                    <a:cxn ang="0">
                      <a:pos x="connsiteX1" y="connsiteY1"/>
                    </a:cxn>
                    <a:cxn ang="0">
                      <a:pos x="connsiteX2" y="connsiteY2"/>
                    </a:cxn>
                  </a:cxnLst>
                  <a:rect l="l" t="t" r="r" b="b"/>
                  <a:pathLst>
                    <a:path w="141335" h="338422">
                      <a:moveTo>
                        <a:pt x="131180" y="338422"/>
                      </a:moveTo>
                      <a:cubicBezTo>
                        <a:pt x="102605" y="236505"/>
                        <a:pt x="-9791" y="10762"/>
                        <a:pt x="687" y="285"/>
                      </a:cubicBezTo>
                      <a:cubicBezTo>
                        <a:pt x="11165" y="-8288"/>
                        <a:pt x="162612" y="178403"/>
                        <a:pt x="138800" y="316515"/>
                      </a:cubicBezTo>
                    </a:path>
                  </a:pathLst>
                </a:custGeom>
                <a:grpFill/>
                <a:ln w="9525" cap="flat">
                  <a:noFill/>
                  <a:prstDash val="solid"/>
                  <a:miter/>
                </a:ln>
              </p:spPr>
              <p:txBody>
                <a:bodyPr rtlCol="0" anchor="ctr"/>
                <a:lstStyle/>
                <a:p>
                  <a:endParaRPr lang="en-US"/>
                </a:p>
              </p:txBody>
            </p:sp>
            <p:sp>
              <p:nvSpPr>
                <p:cNvPr id="382" name="Freeform: Shape 381">
                  <a:extLst>
                    <a:ext uri="{FF2B5EF4-FFF2-40B4-BE49-F238E27FC236}">
                      <a16:creationId xmlns:a16="http://schemas.microsoft.com/office/drawing/2014/main" id="{4245FCF7-0072-4B90-B954-6AA06C108E2D}"/>
                    </a:ext>
                  </a:extLst>
                </p:cNvPr>
                <p:cNvSpPr/>
                <p:nvPr/>
              </p:nvSpPr>
              <p:spPr>
                <a:xfrm>
                  <a:off x="7312091" y="4066147"/>
                  <a:ext cx="113750" cy="332496"/>
                </a:xfrm>
                <a:custGeom>
                  <a:avLst/>
                  <a:gdLst>
                    <a:gd name="connsiteX0" fmla="*/ 101216 w 113750"/>
                    <a:gd name="connsiteY0" fmla="*/ 332497 h 332496"/>
                    <a:gd name="connsiteX1" fmla="*/ 1203 w 113750"/>
                    <a:gd name="connsiteY1" fmla="*/ 75 h 332496"/>
                    <a:gd name="connsiteX2" fmla="*/ 111693 w 113750"/>
                    <a:gd name="connsiteY2" fmla="*/ 307732 h 332496"/>
                  </a:gdLst>
                  <a:ahLst/>
                  <a:cxnLst>
                    <a:cxn ang="0">
                      <a:pos x="connsiteX0" y="connsiteY0"/>
                    </a:cxn>
                    <a:cxn ang="0">
                      <a:pos x="connsiteX1" y="connsiteY1"/>
                    </a:cxn>
                    <a:cxn ang="0">
                      <a:pos x="connsiteX2" y="connsiteY2"/>
                    </a:cxn>
                  </a:cxnLst>
                  <a:rect l="l" t="t" r="r" b="b"/>
                  <a:pathLst>
                    <a:path w="113750" h="332496">
                      <a:moveTo>
                        <a:pt x="101216" y="332497"/>
                      </a:moveTo>
                      <a:cubicBezTo>
                        <a:pt x="75498" y="184859"/>
                        <a:pt x="-11179" y="1980"/>
                        <a:pt x="1203" y="75"/>
                      </a:cubicBezTo>
                      <a:cubicBezTo>
                        <a:pt x="23111" y="-4688"/>
                        <a:pt x="129791" y="220102"/>
                        <a:pt x="111693" y="307732"/>
                      </a:cubicBezTo>
                    </a:path>
                  </a:pathLst>
                </a:custGeom>
                <a:grpFill/>
                <a:ln w="9525" cap="flat">
                  <a:noFill/>
                  <a:prstDash val="solid"/>
                  <a:miter/>
                </a:ln>
              </p:spPr>
              <p:txBody>
                <a:bodyPr rtlCol="0" anchor="ctr"/>
                <a:lstStyle/>
                <a:p>
                  <a:endParaRPr lang="en-US"/>
                </a:p>
              </p:txBody>
            </p:sp>
            <p:sp>
              <p:nvSpPr>
                <p:cNvPr id="383" name="Freeform: Shape 382">
                  <a:extLst>
                    <a:ext uri="{FF2B5EF4-FFF2-40B4-BE49-F238E27FC236}">
                      <a16:creationId xmlns:a16="http://schemas.microsoft.com/office/drawing/2014/main" id="{AAC8F37B-2B86-404B-8E5A-4DDCD4367CB0}"/>
                    </a:ext>
                  </a:extLst>
                </p:cNvPr>
                <p:cNvSpPr/>
                <p:nvPr/>
              </p:nvSpPr>
              <p:spPr>
                <a:xfrm>
                  <a:off x="7290973" y="4184303"/>
                  <a:ext cx="83442" cy="352453"/>
                </a:xfrm>
                <a:custGeom>
                  <a:avLst/>
                  <a:gdLst>
                    <a:gd name="connsiteX0" fmla="*/ 69946 w 83442"/>
                    <a:gd name="connsiteY0" fmla="*/ 352454 h 352453"/>
                    <a:gd name="connsiteX1" fmla="*/ 1366 w 83442"/>
                    <a:gd name="connsiteY1" fmla="*/ 29 h 352453"/>
                    <a:gd name="connsiteX2" fmla="*/ 76614 w 83442"/>
                    <a:gd name="connsiteY2" fmla="*/ 331499 h 352453"/>
                  </a:gdLst>
                  <a:ahLst/>
                  <a:cxnLst>
                    <a:cxn ang="0">
                      <a:pos x="connsiteX0" y="connsiteY0"/>
                    </a:cxn>
                    <a:cxn ang="0">
                      <a:pos x="connsiteX1" y="connsiteY1"/>
                    </a:cxn>
                    <a:cxn ang="0">
                      <a:pos x="connsiteX2" y="connsiteY2"/>
                    </a:cxn>
                  </a:cxnLst>
                  <a:rect l="l" t="t" r="r" b="b"/>
                  <a:pathLst>
                    <a:path w="83442" h="352453">
                      <a:moveTo>
                        <a:pt x="69946" y="352454"/>
                      </a:moveTo>
                      <a:cubicBezTo>
                        <a:pt x="43276" y="229581"/>
                        <a:pt x="-9111" y="3839"/>
                        <a:pt x="1366" y="29"/>
                      </a:cubicBezTo>
                      <a:cubicBezTo>
                        <a:pt x="10891" y="-2829"/>
                        <a:pt x="109951" y="208626"/>
                        <a:pt x="76614" y="331499"/>
                      </a:cubicBezTo>
                    </a:path>
                  </a:pathLst>
                </a:custGeom>
                <a:grpFill/>
                <a:ln w="9525" cap="flat">
                  <a:noFill/>
                  <a:prstDash val="solid"/>
                  <a:miter/>
                </a:ln>
              </p:spPr>
              <p:txBody>
                <a:bodyPr rtlCol="0" anchor="ctr"/>
                <a:lstStyle/>
                <a:p>
                  <a:endParaRPr lang="en-US"/>
                </a:p>
              </p:txBody>
            </p:sp>
            <p:sp>
              <p:nvSpPr>
                <p:cNvPr id="384" name="Freeform: Shape 383">
                  <a:extLst>
                    <a:ext uri="{FF2B5EF4-FFF2-40B4-BE49-F238E27FC236}">
                      <a16:creationId xmlns:a16="http://schemas.microsoft.com/office/drawing/2014/main" id="{98DE7F5B-9047-4ED9-A39D-616A9B9F0CC2}"/>
                    </a:ext>
                  </a:extLst>
                </p:cNvPr>
                <p:cNvSpPr/>
                <p:nvPr/>
              </p:nvSpPr>
              <p:spPr>
                <a:xfrm>
                  <a:off x="7264450" y="4303144"/>
                  <a:ext cx="61651" cy="366010"/>
                </a:xfrm>
                <a:custGeom>
                  <a:avLst/>
                  <a:gdLst>
                    <a:gd name="connsiteX0" fmla="*/ 43129 w 61651"/>
                    <a:gd name="connsiteY0" fmla="*/ 366011 h 366010"/>
                    <a:gd name="connsiteX1" fmla="*/ 3124 w 61651"/>
                    <a:gd name="connsiteY1" fmla="*/ 250 h 366010"/>
                    <a:gd name="connsiteX2" fmla="*/ 51702 w 61651"/>
                    <a:gd name="connsiteY2" fmla="*/ 354580 h 366010"/>
                  </a:gdLst>
                  <a:ahLst/>
                  <a:cxnLst>
                    <a:cxn ang="0">
                      <a:pos x="connsiteX0" y="connsiteY0"/>
                    </a:cxn>
                    <a:cxn ang="0">
                      <a:pos x="connsiteX1" y="connsiteY1"/>
                    </a:cxn>
                    <a:cxn ang="0">
                      <a:pos x="connsiteX2" y="connsiteY2"/>
                    </a:cxn>
                  </a:cxnLst>
                  <a:rect l="l" t="t" r="r" b="b"/>
                  <a:pathLst>
                    <a:path w="61651" h="366010">
                      <a:moveTo>
                        <a:pt x="43129" y="366011"/>
                      </a:moveTo>
                      <a:cubicBezTo>
                        <a:pt x="22174" y="255521"/>
                        <a:pt x="-10211" y="-9275"/>
                        <a:pt x="3124" y="250"/>
                      </a:cubicBezTo>
                      <a:cubicBezTo>
                        <a:pt x="14554" y="4061"/>
                        <a:pt x="87897" y="247900"/>
                        <a:pt x="51702" y="354580"/>
                      </a:cubicBezTo>
                    </a:path>
                  </a:pathLst>
                </a:custGeom>
                <a:grpFill/>
                <a:ln w="9525" cap="flat">
                  <a:noFill/>
                  <a:prstDash val="solid"/>
                  <a:miter/>
                </a:ln>
              </p:spPr>
              <p:txBody>
                <a:bodyPr rtlCol="0" anchor="ctr"/>
                <a:lstStyle/>
                <a:p>
                  <a:endParaRPr lang="en-US"/>
                </a:p>
              </p:txBody>
            </p:sp>
            <p:sp>
              <p:nvSpPr>
                <p:cNvPr id="385" name="Freeform: Shape 384">
                  <a:extLst>
                    <a:ext uri="{FF2B5EF4-FFF2-40B4-BE49-F238E27FC236}">
                      <a16:creationId xmlns:a16="http://schemas.microsoft.com/office/drawing/2014/main" id="{21BEFE84-14FC-4BB5-9880-2ECE972E06EC}"/>
                    </a:ext>
                  </a:extLst>
                </p:cNvPr>
                <p:cNvSpPr/>
                <p:nvPr/>
              </p:nvSpPr>
              <p:spPr>
                <a:xfrm>
                  <a:off x="7305675" y="4439191"/>
                  <a:ext cx="262007" cy="232820"/>
                </a:xfrm>
                <a:custGeom>
                  <a:avLst/>
                  <a:gdLst>
                    <a:gd name="connsiteX0" fmla="*/ 6668 w 262007"/>
                    <a:gd name="connsiteY0" fmla="*/ 214723 h 232820"/>
                    <a:gd name="connsiteX1" fmla="*/ 261938 w 262007"/>
                    <a:gd name="connsiteY1" fmla="*/ 1363 h 232820"/>
                    <a:gd name="connsiteX2" fmla="*/ 0 w 262007"/>
                    <a:gd name="connsiteY2" fmla="*/ 232821 h 232820"/>
                  </a:gdLst>
                  <a:ahLst/>
                  <a:cxnLst>
                    <a:cxn ang="0">
                      <a:pos x="connsiteX0" y="connsiteY0"/>
                    </a:cxn>
                    <a:cxn ang="0">
                      <a:pos x="connsiteX1" y="connsiteY1"/>
                    </a:cxn>
                    <a:cxn ang="0">
                      <a:pos x="connsiteX2" y="connsiteY2"/>
                    </a:cxn>
                  </a:cxnLst>
                  <a:rect l="l" t="t" r="r" b="b"/>
                  <a:pathLst>
                    <a:path w="262007" h="232820">
                      <a:moveTo>
                        <a:pt x="6668" y="214723"/>
                      </a:moveTo>
                      <a:cubicBezTo>
                        <a:pt x="61913" y="116616"/>
                        <a:pt x="262890" y="-14829"/>
                        <a:pt x="261938" y="1363"/>
                      </a:cubicBezTo>
                      <a:cubicBezTo>
                        <a:pt x="265747" y="51846"/>
                        <a:pt x="112395" y="183291"/>
                        <a:pt x="0" y="232821"/>
                      </a:cubicBezTo>
                    </a:path>
                  </a:pathLst>
                </a:custGeom>
                <a:grpFill/>
                <a:ln w="9525" cap="flat">
                  <a:noFill/>
                  <a:prstDash val="solid"/>
                  <a:miter/>
                </a:ln>
              </p:spPr>
              <p:txBody>
                <a:bodyPr rtlCol="0" anchor="ctr"/>
                <a:lstStyle/>
                <a:p>
                  <a:endParaRPr lang="en-US"/>
                </a:p>
              </p:txBody>
            </p:sp>
            <p:sp>
              <p:nvSpPr>
                <p:cNvPr id="386" name="Freeform: Shape 385">
                  <a:extLst>
                    <a:ext uri="{FF2B5EF4-FFF2-40B4-BE49-F238E27FC236}">
                      <a16:creationId xmlns:a16="http://schemas.microsoft.com/office/drawing/2014/main" id="{4986FFDF-39F7-4DEB-9236-6F3C841767B5}"/>
                    </a:ext>
                  </a:extLst>
                </p:cNvPr>
                <p:cNvSpPr/>
                <p:nvPr/>
              </p:nvSpPr>
              <p:spPr>
                <a:xfrm>
                  <a:off x="7360919" y="4296467"/>
                  <a:ext cx="245414" cy="258387"/>
                </a:xfrm>
                <a:custGeom>
                  <a:avLst/>
                  <a:gdLst>
                    <a:gd name="connsiteX0" fmla="*/ 9525 w 245414"/>
                    <a:gd name="connsiteY0" fmla="*/ 232670 h 258387"/>
                    <a:gd name="connsiteX1" fmla="*/ 244793 w 245414"/>
                    <a:gd name="connsiteY1" fmla="*/ 260 h 258387"/>
                    <a:gd name="connsiteX2" fmla="*/ 0 w 245414"/>
                    <a:gd name="connsiteY2" fmla="*/ 258387 h 258387"/>
                  </a:gdLst>
                  <a:ahLst/>
                  <a:cxnLst>
                    <a:cxn ang="0">
                      <a:pos x="connsiteX0" y="connsiteY0"/>
                    </a:cxn>
                    <a:cxn ang="0">
                      <a:pos x="connsiteX1" y="connsiteY1"/>
                    </a:cxn>
                    <a:cxn ang="0">
                      <a:pos x="connsiteX2" y="connsiteY2"/>
                    </a:cxn>
                  </a:cxnLst>
                  <a:rect l="l" t="t" r="r" b="b"/>
                  <a:pathLst>
                    <a:path w="245414" h="258387">
                      <a:moveTo>
                        <a:pt x="9525" y="232670"/>
                      </a:moveTo>
                      <a:cubicBezTo>
                        <a:pt x="63818" y="116465"/>
                        <a:pt x="234315" y="-6408"/>
                        <a:pt x="244793" y="260"/>
                      </a:cubicBezTo>
                      <a:cubicBezTo>
                        <a:pt x="256223" y="17405"/>
                        <a:pt x="107633" y="172662"/>
                        <a:pt x="0" y="258387"/>
                      </a:cubicBezTo>
                    </a:path>
                  </a:pathLst>
                </a:custGeom>
                <a:grpFill/>
                <a:ln w="9525" cap="flat">
                  <a:noFill/>
                  <a:prstDash val="solid"/>
                  <a:miter/>
                </a:ln>
              </p:spPr>
              <p:txBody>
                <a:bodyPr rtlCol="0" anchor="ctr"/>
                <a:lstStyle/>
                <a:p>
                  <a:endParaRPr lang="en-US"/>
                </a:p>
              </p:txBody>
            </p:sp>
            <p:sp>
              <p:nvSpPr>
                <p:cNvPr id="387" name="Freeform: Shape 386">
                  <a:extLst>
                    <a:ext uri="{FF2B5EF4-FFF2-40B4-BE49-F238E27FC236}">
                      <a16:creationId xmlns:a16="http://schemas.microsoft.com/office/drawing/2014/main" id="{8E12CE0E-57DC-4F78-BD34-07468D63BE46}"/>
                    </a:ext>
                  </a:extLst>
                </p:cNvPr>
                <p:cNvSpPr/>
                <p:nvPr/>
              </p:nvSpPr>
              <p:spPr>
                <a:xfrm>
                  <a:off x="7239952" y="4619624"/>
                  <a:ext cx="222884" cy="213359"/>
                </a:xfrm>
                <a:custGeom>
                  <a:avLst/>
                  <a:gdLst>
                    <a:gd name="connsiteX0" fmla="*/ 21907 w 222884"/>
                    <a:gd name="connsiteY0" fmla="*/ 169545 h 213359"/>
                    <a:gd name="connsiteX1" fmla="*/ 222885 w 222884"/>
                    <a:gd name="connsiteY1" fmla="*/ 0 h 213359"/>
                    <a:gd name="connsiteX2" fmla="*/ 0 w 222884"/>
                    <a:gd name="connsiteY2" fmla="*/ 213360 h 213359"/>
                  </a:gdLst>
                  <a:ahLst/>
                  <a:cxnLst>
                    <a:cxn ang="0">
                      <a:pos x="connsiteX0" y="connsiteY0"/>
                    </a:cxn>
                    <a:cxn ang="0">
                      <a:pos x="connsiteX1" y="connsiteY1"/>
                    </a:cxn>
                    <a:cxn ang="0">
                      <a:pos x="connsiteX2" y="connsiteY2"/>
                    </a:cxn>
                  </a:cxnLst>
                  <a:rect l="l" t="t" r="r" b="b"/>
                  <a:pathLst>
                    <a:path w="222884" h="213359">
                      <a:moveTo>
                        <a:pt x="21907" y="169545"/>
                      </a:moveTo>
                      <a:cubicBezTo>
                        <a:pt x="80010" y="79057"/>
                        <a:pt x="222885" y="0"/>
                        <a:pt x="222885" y="0"/>
                      </a:cubicBezTo>
                      <a:cubicBezTo>
                        <a:pt x="208597" y="35243"/>
                        <a:pt x="98107" y="149543"/>
                        <a:pt x="0" y="213360"/>
                      </a:cubicBezTo>
                    </a:path>
                  </a:pathLst>
                </a:custGeom>
                <a:grpFill/>
                <a:ln w="9525" cap="flat">
                  <a:noFill/>
                  <a:prstDash val="solid"/>
                  <a:miter/>
                </a:ln>
              </p:spPr>
              <p:txBody>
                <a:bodyPr rtlCol="0" anchor="ctr"/>
                <a:lstStyle/>
                <a:p>
                  <a:endParaRPr lang="en-US"/>
                </a:p>
              </p:txBody>
            </p:sp>
            <p:sp>
              <p:nvSpPr>
                <p:cNvPr id="388" name="Freeform: Shape 387">
                  <a:extLst>
                    <a:ext uri="{FF2B5EF4-FFF2-40B4-BE49-F238E27FC236}">
                      <a16:creationId xmlns:a16="http://schemas.microsoft.com/office/drawing/2014/main" id="{4CFE1B3C-44B5-44D4-8700-AEAE9E62A164}"/>
                    </a:ext>
                  </a:extLst>
                </p:cNvPr>
                <p:cNvSpPr/>
                <p:nvPr/>
              </p:nvSpPr>
              <p:spPr>
                <a:xfrm>
                  <a:off x="7188767" y="4462450"/>
                  <a:ext cx="77266" cy="342911"/>
                </a:xfrm>
                <a:custGeom>
                  <a:avLst/>
                  <a:gdLst>
                    <a:gd name="connsiteX0" fmla="*/ 56900 w 77266"/>
                    <a:gd name="connsiteY0" fmla="*/ 342911 h 342911"/>
                    <a:gd name="connsiteX1" fmla="*/ 1655 w 77266"/>
                    <a:gd name="connsiteY1" fmla="*/ 11 h 342911"/>
                    <a:gd name="connsiteX2" fmla="*/ 70235 w 77266"/>
                    <a:gd name="connsiteY2" fmla="*/ 319099 h 342911"/>
                  </a:gdLst>
                  <a:ahLst/>
                  <a:cxnLst>
                    <a:cxn ang="0">
                      <a:pos x="connsiteX0" y="connsiteY0"/>
                    </a:cxn>
                    <a:cxn ang="0">
                      <a:pos x="connsiteX1" y="connsiteY1"/>
                    </a:cxn>
                    <a:cxn ang="0">
                      <a:pos x="connsiteX2" y="connsiteY2"/>
                    </a:cxn>
                  </a:cxnLst>
                  <a:rect l="l" t="t" r="r" b="b"/>
                  <a:pathLst>
                    <a:path w="77266" h="342911">
                      <a:moveTo>
                        <a:pt x="56900" y="342911"/>
                      </a:moveTo>
                      <a:cubicBezTo>
                        <a:pt x="50232" y="193369"/>
                        <a:pt x="-10728" y="964"/>
                        <a:pt x="1655" y="11"/>
                      </a:cubicBezTo>
                      <a:cubicBezTo>
                        <a:pt x="23562" y="-1894"/>
                        <a:pt x="100715" y="234327"/>
                        <a:pt x="70235" y="319099"/>
                      </a:cubicBezTo>
                    </a:path>
                  </a:pathLst>
                </a:custGeom>
                <a:grpFill/>
                <a:ln w="9525" cap="flat">
                  <a:noFill/>
                  <a:prstDash val="solid"/>
                  <a:miter/>
                </a:ln>
              </p:spPr>
              <p:txBody>
                <a:bodyPr rtlCol="0" anchor="ctr"/>
                <a:lstStyle/>
                <a:p>
                  <a:endParaRPr lang="en-US"/>
                </a:p>
              </p:txBody>
            </p:sp>
            <p:sp>
              <p:nvSpPr>
                <p:cNvPr id="389" name="Freeform: Shape 388">
                  <a:extLst>
                    <a:ext uri="{FF2B5EF4-FFF2-40B4-BE49-F238E27FC236}">
                      <a16:creationId xmlns:a16="http://schemas.microsoft.com/office/drawing/2014/main" id="{7C13BE5E-EAE4-4EE1-B48F-A9A6A05F5354}"/>
                    </a:ext>
                  </a:extLst>
                </p:cNvPr>
                <p:cNvSpPr/>
                <p:nvPr/>
              </p:nvSpPr>
              <p:spPr>
                <a:xfrm>
                  <a:off x="7150645" y="4577702"/>
                  <a:ext cx="52074" cy="358152"/>
                </a:xfrm>
                <a:custGeom>
                  <a:avLst/>
                  <a:gdLst>
                    <a:gd name="connsiteX0" fmla="*/ 24537 w 52074"/>
                    <a:gd name="connsiteY0" fmla="*/ 358152 h 358152"/>
                    <a:gd name="connsiteX1" fmla="*/ 3583 w 52074"/>
                    <a:gd name="connsiteY1" fmla="*/ 12 h 358152"/>
                    <a:gd name="connsiteX2" fmla="*/ 35015 w 52074"/>
                    <a:gd name="connsiteY2" fmla="*/ 338150 h 358152"/>
                  </a:gdLst>
                  <a:ahLst/>
                  <a:cxnLst>
                    <a:cxn ang="0">
                      <a:pos x="connsiteX0" y="connsiteY0"/>
                    </a:cxn>
                    <a:cxn ang="0">
                      <a:pos x="connsiteX1" y="connsiteY1"/>
                    </a:cxn>
                    <a:cxn ang="0">
                      <a:pos x="connsiteX2" y="connsiteY2"/>
                    </a:cxn>
                  </a:cxnLst>
                  <a:rect l="l" t="t" r="r" b="b"/>
                  <a:pathLst>
                    <a:path w="52074" h="358152">
                      <a:moveTo>
                        <a:pt x="24537" y="358152"/>
                      </a:moveTo>
                      <a:cubicBezTo>
                        <a:pt x="14060" y="232422"/>
                        <a:pt x="-8800" y="1917"/>
                        <a:pt x="3583" y="12"/>
                      </a:cubicBezTo>
                      <a:cubicBezTo>
                        <a:pt x="14060" y="-1893"/>
                        <a:pt x="83592" y="220992"/>
                        <a:pt x="35015" y="338150"/>
                      </a:cubicBezTo>
                    </a:path>
                  </a:pathLst>
                </a:custGeom>
                <a:grpFill/>
                <a:ln w="9525" cap="flat">
                  <a:noFill/>
                  <a:prstDash val="solid"/>
                  <a:miter/>
                </a:ln>
              </p:spPr>
              <p:txBody>
                <a:bodyPr rtlCol="0" anchor="ctr"/>
                <a:lstStyle/>
                <a:p>
                  <a:endParaRPr lang="en-US"/>
                </a:p>
              </p:txBody>
            </p:sp>
            <p:sp>
              <p:nvSpPr>
                <p:cNvPr id="390" name="Freeform: Shape 389">
                  <a:extLst>
                    <a:ext uri="{FF2B5EF4-FFF2-40B4-BE49-F238E27FC236}">
                      <a16:creationId xmlns:a16="http://schemas.microsoft.com/office/drawing/2014/main" id="{B8E78AFF-1F04-4B9A-BD1D-438D8383F29F}"/>
                    </a:ext>
                  </a:extLst>
                </p:cNvPr>
                <p:cNvSpPr/>
                <p:nvPr/>
              </p:nvSpPr>
              <p:spPr>
                <a:xfrm>
                  <a:off x="7101619" y="4692610"/>
                  <a:ext cx="37263" cy="368020"/>
                </a:xfrm>
                <a:custGeom>
                  <a:avLst/>
                  <a:gdLst>
                    <a:gd name="connsiteX0" fmla="*/ 3078 w 37263"/>
                    <a:gd name="connsiteY0" fmla="*/ 368021 h 368020"/>
                    <a:gd name="connsiteX1" fmla="*/ 11650 w 37263"/>
                    <a:gd name="connsiteY1" fmla="*/ 356 h 368020"/>
                    <a:gd name="connsiteX2" fmla="*/ 12603 w 37263"/>
                    <a:gd name="connsiteY2" fmla="*/ 358496 h 368020"/>
                  </a:gdLst>
                  <a:ahLst/>
                  <a:cxnLst>
                    <a:cxn ang="0">
                      <a:pos x="connsiteX0" y="connsiteY0"/>
                    </a:cxn>
                    <a:cxn ang="0">
                      <a:pos x="connsiteX1" y="connsiteY1"/>
                    </a:cxn>
                    <a:cxn ang="0">
                      <a:pos x="connsiteX2" y="connsiteY2"/>
                    </a:cxn>
                  </a:cxnLst>
                  <a:rect l="l" t="t" r="r" b="b"/>
                  <a:pathLst>
                    <a:path w="37263" h="368020">
                      <a:moveTo>
                        <a:pt x="3078" y="368021"/>
                      </a:moveTo>
                      <a:cubicBezTo>
                        <a:pt x="-2637" y="255626"/>
                        <a:pt x="-732" y="-11074"/>
                        <a:pt x="11650" y="356"/>
                      </a:cubicBezTo>
                      <a:cubicBezTo>
                        <a:pt x="22128" y="6071"/>
                        <a:pt x="63086" y="257531"/>
                        <a:pt x="12603" y="358496"/>
                      </a:cubicBezTo>
                    </a:path>
                  </a:pathLst>
                </a:custGeom>
                <a:grpFill/>
                <a:ln w="9525" cap="flat">
                  <a:noFill/>
                  <a:prstDash val="solid"/>
                  <a:miter/>
                </a:ln>
              </p:spPr>
              <p:txBody>
                <a:bodyPr rtlCol="0" anchor="ctr"/>
                <a:lstStyle/>
                <a:p>
                  <a:endParaRPr lang="en-US"/>
                </a:p>
              </p:txBody>
            </p:sp>
            <p:sp>
              <p:nvSpPr>
                <p:cNvPr id="391" name="Freeform: Shape 390">
                  <a:extLst>
                    <a:ext uri="{FF2B5EF4-FFF2-40B4-BE49-F238E27FC236}">
                      <a16:creationId xmlns:a16="http://schemas.microsoft.com/office/drawing/2014/main" id="{1F16D329-79E1-4934-80B0-8F47C29C8C85}"/>
                    </a:ext>
                  </a:extLst>
                </p:cNvPr>
                <p:cNvSpPr/>
                <p:nvPr/>
              </p:nvSpPr>
              <p:spPr>
                <a:xfrm>
                  <a:off x="7102792" y="4865592"/>
                  <a:ext cx="289587" cy="196944"/>
                </a:xfrm>
                <a:custGeom>
                  <a:avLst/>
                  <a:gdLst>
                    <a:gd name="connsiteX0" fmla="*/ 8572 w 289587"/>
                    <a:gd name="connsiteY0" fmla="*/ 179800 h 196944"/>
                    <a:gd name="connsiteX1" fmla="*/ 289560 w 289587"/>
                    <a:gd name="connsiteY1" fmla="*/ 1682 h 196944"/>
                    <a:gd name="connsiteX2" fmla="*/ 0 w 289587"/>
                    <a:gd name="connsiteY2" fmla="*/ 196944 h 196944"/>
                  </a:gdLst>
                  <a:ahLst/>
                  <a:cxnLst>
                    <a:cxn ang="0">
                      <a:pos x="connsiteX0" y="connsiteY0"/>
                    </a:cxn>
                    <a:cxn ang="0">
                      <a:pos x="connsiteX1" y="connsiteY1"/>
                    </a:cxn>
                    <a:cxn ang="0">
                      <a:pos x="connsiteX2" y="connsiteY2"/>
                    </a:cxn>
                  </a:cxnLst>
                  <a:rect l="l" t="t" r="r" b="b"/>
                  <a:pathLst>
                    <a:path w="289587" h="196944">
                      <a:moveTo>
                        <a:pt x="8572" y="179800"/>
                      </a:moveTo>
                      <a:cubicBezTo>
                        <a:pt x="76200" y="89312"/>
                        <a:pt x="292417" y="-14511"/>
                        <a:pt x="289560" y="1682"/>
                      </a:cubicBezTo>
                      <a:cubicBezTo>
                        <a:pt x="286702" y="52164"/>
                        <a:pt x="118110" y="161702"/>
                        <a:pt x="0" y="196944"/>
                      </a:cubicBezTo>
                    </a:path>
                  </a:pathLst>
                </a:custGeom>
                <a:grpFill/>
                <a:ln w="9525" cap="flat">
                  <a:noFill/>
                  <a:prstDash val="solid"/>
                  <a:miter/>
                </a:ln>
              </p:spPr>
              <p:txBody>
                <a:bodyPr rtlCol="0" anchor="ctr"/>
                <a:lstStyle/>
                <a:p>
                  <a:endParaRPr lang="en-US"/>
                </a:p>
              </p:txBody>
            </p:sp>
            <p:sp>
              <p:nvSpPr>
                <p:cNvPr id="392" name="Freeform: Shape 391">
                  <a:extLst>
                    <a:ext uri="{FF2B5EF4-FFF2-40B4-BE49-F238E27FC236}">
                      <a16:creationId xmlns:a16="http://schemas.microsoft.com/office/drawing/2014/main" id="{F0308ED8-3AF4-4169-A84D-C6AD9BF5BEBB}"/>
                    </a:ext>
                  </a:extLst>
                </p:cNvPr>
                <p:cNvSpPr/>
                <p:nvPr/>
              </p:nvSpPr>
              <p:spPr>
                <a:xfrm>
                  <a:off x="7173277" y="4729596"/>
                  <a:ext cx="276541" cy="223403"/>
                </a:xfrm>
                <a:custGeom>
                  <a:avLst/>
                  <a:gdLst>
                    <a:gd name="connsiteX0" fmla="*/ 12382 w 276541"/>
                    <a:gd name="connsiteY0" fmla="*/ 199591 h 223403"/>
                    <a:gd name="connsiteX1" fmla="*/ 276225 w 276541"/>
                    <a:gd name="connsiteY1" fmla="*/ 518 h 223403"/>
                    <a:gd name="connsiteX2" fmla="*/ 0 w 276541"/>
                    <a:gd name="connsiteY2" fmla="*/ 223403 h 223403"/>
                  </a:gdLst>
                  <a:ahLst/>
                  <a:cxnLst>
                    <a:cxn ang="0">
                      <a:pos x="connsiteX0" y="connsiteY0"/>
                    </a:cxn>
                    <a:cxn ang="0">
                      <a:pos x="connsiteX1" y="connsiteY1"/>
                    </a:cxn>
                    <a:cxn ang="0">
                      <a:pos x="connsiteX2" y="connsiteY2"/>
                    </a:cxn>
                  </a:cxnLst>
                  <a:rect l="l" t="t" r="r" b="b"/>
                  <a:pathLst>
                    <a:path w="276541" h="223403">
                      <a:moveTo>
                        <a:pt x="12382" y="199591"/>
                      </a:moveTo>
                      <a:cubicBezTo>
                        <a:pt x="80963" y="91006"/>
                        <a:pt x="266700" y="-8054"/>
                        <a:pt x="276225" y="518"/>
                      </a:cubicBezTo>
                      <a:cubicBezTo>
                        <a:pt x="284797" y="18616"/>
                        <a:pt x="117157" y="152918"/>
                        <a:pt x="0" y="223403"/>
                      </a:cubicBezTo>
                    </a:path>
                  </a:pathLst>
                </a:custGeom>
                <a:grpFill/>
                <a:ln w="9525" cap="flat">
                  <a:noFill/>
                  <a:prstDash val="solid"/>
                  <a:miter/>
                </a:ln>
              </p:spPr>
              <p:txBody>
                <a:bodyPr rtlCol="0" anchor="ctr"/>
                <a:lstStyle/>
                <a:p>
                  <a:endParaRPr lang="en-US"/>
                </a:p>
              </p:txBody>
            </p:sp>
          </p:grpSp>
        </p:grpSp>
        <p:grpSp>
          <p:nvGrpSpPr>
            <p:cNvPr id="264" name="Graphic 2">
              <a:extLst>
                <a:ext uri="{FF2B5EF4-FFF2-40B4-BE49-F238E27FC236}">
                  <a16:creationId xmlns:a16="http://schemas.microsoft.com/office/drawing/2014/main" id="{B0EB9FB8-8E94-4D7D-B630-AF126DA9FDF5}"/>
                </a:ext>
              </a:extLst>
            </p:cNvPr>
            <p:cNvGrpSpPr/>
            <p:nvPr/>
          </p:nvGrpSpPr>
          <p:grpSpPr>
            <a:xfrm flipH="1">
              <a:off x="11654583" y="-95470"/>
              <a:ext cx="1764030" cy="1764030"/>
              <a:chOff x="3971925" y="1538287"/>
              <a:chExt cx="1764030" cy="1764030"/>
            </a:xfrm>
          </p:grpSpPr>
          <p:sp>
            <p:nvSpPr>
              <p:cNvPr id="357" name="Freeform: Shape 356">
                <a:extLst>
                  <a:ext uri="{FF2B5EF4-FFF2-40B4-BE49-F238E27FC236}">
                    <a16:creationId xmlns:a16="http://schemas.microsoft.com/office/drawing/2014/main" id="{FF7D107A-44D1-4CD7-956C-273C7FE6D7C3}"/>
                  </a:ext>
                </a:extLst>
              </p:cNvPr>
              <p:cNvSpPr/>
              <p:nvPr/>
            </p:nvSpPr>
            <p:spPr>
              <a:xfrm>
                <a:off x="3971925" y="1538287"/>
                <a:ext cx="1764030" cy="1764030"/>
              </a:xfrm>
              <a:custGeom>
                <a:avLst/>
                <a:gdLst>
                  <a:gd name="connsiteX0" fmla="*/ 1764030 w 1764030"/>
                  <a:gd name="connsiteY0" fmla="*/ 882015 h 1764030"/>
                  <a:gd name="connsiteX1" fmla="*/ 882015 w 1764030"/>
                  <a:gd name="connsiteY1" fmla="*/ 1764030 h 1764030"/>
                  <a:gd name="connsiteX2" fmla="*/ 0 w 1764030"/>
                  <a:gd name="connsiteY2" fmla="*/ 882015 h 1764030"/>
                  <a:gd name="connsiteX3" fmla="*/ 882015 w 1764030"/>
                  <a:gd name="connsiteY3" fmla="*/ 0 h 1764030"/>
                  <a:gd name="connsiteX4" fmla="*/ 1764030 w 1764030"/>
                  <a:gd name="connsiteY4" fmla="*/ 882015 h 17640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4030" h="1764030">
                    <a:moveTo>
                      <a:pt x="1764030" y="882015"/>
                    </a:moveTo>
                    <a:cubicBezTo>
                      <a:pt x="1764030" y="1369138"/>
                      <a:pt x="1369138" y="1764030"/>
                      <a:pt x="882015" y="1764030"/>
                    </a:cubicBezTo>
                    <a:cubicBezTo>
                      <a:pt x="394892" y="1764030"/>
                      <a:pt x="0" y="1369138"/>
                      <a:pt x="0" y="882015"/>
                    </a:cubicBezTo>
                    <a:cubicBezTo>
                      <a:pt x="0" y="394892"/>
                      <a:pt x="394892" y="0"/>
                      <a:pt x="882015" y="0"/>
                    </a:cubicBezTo>
                    <a:cubicBezTo>
                      <a:pt x="1369138" y="0"/>
                      <a:pt x="1764030" y="394892"/>
                      <a:pt x="1764030" y="882015"/>
                    </a:cubicBezTo>
                    <a:close/>
                  </a:path>
                </a:pathLst>
              </a:custGeom>
              <a:solidFill>
                <a:schemeClr val="accent2"/>
              </a:solid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72BCC134-7FDF-4C8C-B429-94D5C8245E6D}"/>
                  </a:ext>
                </a:extLst>
              </p:cNvPr>
              <p:cNvSpPr/>
              <p:nvPr/>
            </p:nvSpPr>
            <p:spPr>
              <a:xfrm>
                <a:off x="4074795" y="1641157"/>
                <a:ext cx="1558289" cy="1558289"/>
              </a:xfrm>
              <a:custGeom>
                <a:avLst/>
                <a:gdLst>
                  <a:gd name="connsiteX0" fmla="*/ 1558290 w 1558289"/>
                  <a:gd name="connsiteY0" fmla="*/ 779145 h 1558289"/>
                  <a:gd name="connsiteX1" fmla="*/ 779145 w 1558289"/>
                  <a:gd name="connsiteY1" fmla="*/ 1558290 h 1558289"/>
                  <a:gd name="connsiteX2" fmla="*/ 0 w 1558289"/>
                  <a:gd name="connsiteY2" fmla="*/ 779145 h 1558289"/>
                  <a:gd name="connsiteX3" fmla="*/ 779145 w 1558289"/>
                  <a:gd name="connsiteY3" fmla="*/ 0 h 1558289"/>
                  <a:gd name="connsiteX4" fmla="*/ 1558290 w 1558289"/>
                  <a:gd name="connsiteY4" fmla="*/ 779145 h 1558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8289" h="1558289">
                    <a:moveTo>
                      <a:pt x="1558290" y="779145"/>
                    </a:moveTo>
                    <a:cubicBezTo>
                      <a:pt x="1558290" y="1209455"/>
                      <a:pt x="1209455" y="1558290"/>
                      <a:pt x="779145" y="1558290"/>
                    </a:cubicBezTo>
                    <a:cubicBezTo>
                      <a:pt x="348835" y="1558290"/>
                      <a:pt x="0" y="1209455"/>
                      <a:pt x="0" y="779145"/>
                    </a:cubicBezTo>
                    <a:cubicBezTo>
                      <a:pt x="0" y="348835"/>
                      <a:pt x="348835" y="0"/>
                      <a:pt x="779145" y="0"/>
                    </a:cubicBezTo>
                    <a:cubicBezTo>
                      <a:pt x="1209455" y="0"/>
                      <a:pt x="1558290" y="348835"/>
                      <a:pt x="1558290" y="779145"/>
                    </a:cubicBezTo>
                    <a:close/>
                  </a:path>
                </a:pathLst>
              </a:custGeom>
              <a:solidFill>
                <a:srgbClr val="FEFEFE"/>
              </a:solid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C360FC4D-F320-4080-AE98-3DE200DB54AF}"/>
                  </a:ext>
                </a:extLst>
              </p:cNvPr>
              <p:cNvSpPr/>
              <p:nvPr/>
            </p:nvSpPr>
            <p:spPr>
              <a:xfrm>
                <a:off x="4833461" y="2066448"/>
                <a:ext cx="394106" cy="397192"/>
              </a:xfrm>
              <a:custGeom>
                <a:avLst/>
                <a:gdLst>
                  <a:gd name="connsiteX0" fmla="*/ 393859 w 394106"/>
                  <a:gd name="connsiteY0" fmla="*/ 15716 h 397192"/>
                  <a:gd name="connsiteX1" fmla="*/ 390049 w 394106"/>
                  <a:gd name="connsiteY1" fmla="*/ 24289 h 397192"/>
                  <a:gd name="connsiteX2" fmla="*/ 24289 w 394106"/>
                  <a:gd name="connsiteY2" fmla="*/ 392906 h 397192"/>
                  <a:gd name="connsiteX3" fmla="*/ 4286 w 394106"/>
                  <a:gd name="connsiteY3" fmla="*/ 392906 h 397192"/>
                  <a:gd name="connsiteX4" fmla="*/ 4286 w 394106"/>
                  <a:gd name="connsiteY4" fmla="*/ 372904 h 397192"/>
                  <a:gd name="connsiteX5" fmla="*/ 370046 w 394106"/>
                  <a:gd name="connsiteY5" fmla="*/ 4286 h 397192"/>
                  <a:gd name="connsiteX6" fmla="*/ 390049 w 394106"/>
                  <a:gd name="connsiteY6" fmla="*/ 4286 h 397192"/>
                  <a:gd name="connsiteX7" fmla="*/ 393859 w 394106"/>
                  <a:gd name="connsiteY7" fmla="*/ 15716 h 397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4106" h="397192">
                    <a:moveTo>
                      <a:pt x="393859" y="15716"/>
                    </a:moveTo>
                    <a:cubicBezTo>
                      <a:pt x="393859" y="18574"/>
                      <a:pt x="391954" y="21431"/>
                      <a:pt x="390049" y="24289"/>
                    </a:cubicBezTo>
                    <a:lnTo>
                      <a:pt x="24289" y="392906"/>
                    </a:lnTo>
                    <a:cubicBezTo>
                      <a:pt x="18574" y="398621"/>
                      <a:pt x="10001" y="398621"/>
                      <a:pt x="4286" y="392906"/>
                    </a:cubicBezTo>
                    <a:cubicBezTo>
                      <a:pt x="-1429" y="387191"/>
                      <a:pt x="-1429" y="378619"/>
                      <a:pt x="4286" y="372904"/>
                    </a:cubicBezTo>
                    <a:lnTo>
                      <a:pt x="370046" y="4286"/>
                    </a:lnTo>
                    <a:cubicBezTo>
                      <a:pt x="375761" y="-1429"/>
                      <a:pt x="384334" y="-1429"/>
                      <a:pt x="390049" y="4286"/>
                    </a:cubicBezTo>
                    <a:cubicBezTo>
                      <a:pt x="392906" y="7144"/>
                      <a:pt x="394811" y="11906"/>
                      <a:pt x="393859" y="15716"/>
                    </a:cubicBezTo>
                    <a:close/>
                  </a:path>
                </a:pathLst>
              </a:custGeom>
              <a:solidFill>
                <a:schemeClr val="accent1">
                  <a:alpha val="30000"/>
                </a:schemeClr>
              </a:solid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4CE5493C-06C8-4676-85E4-BB44EF330B91}"/>
                  </a:ext>
                </a:extLst>
              </p:cNvPr>
              <p:cNvSpPr/>
              <p:nvPr/>
            </p:nvSpPr>
            <p:spPr>
              <a:xfrm>
                <a:off x="4811077" y="1949767"/>
                <a:ext cx="85757" cy="514349"/>
              </a:xfrm>
              <a:custGeom>
                <a:avLst/>
                <a:gdLst>
                  <a:gd name="connsiteX0" fmla="*/ 42863 w 85757"/>
                  <a:gd name="connsiteY0" fmla="*/ 514350 h 514349"/>
                  <a:gd name="connsiteX1" fmla="*/ 0 w 85757"/>
                  <a:gd name="connsiteY1" fmla="*/ 471487 h 514349"/>
                  <a:gd name="connsiteX2" fmla="*/ 0 w 85757"/>
                  <a:gd name="connsiteY2" fmla="*/ 42863 h 514349"/>
                  <a:gd name="connsiteX3" fmla="*/ 42863 w 85757"/>
                  <a:gd name="connsiteY3" fmla="*/ 0 h 514349"/>
                  <a:gd name="connsiteX4" fmla="*/ 85725 w 85757"/>
                  <a:gd name="connsiteY4" fmla="*/ 42863 h 514349"/>
                  <a:gd name="connsiteX5" fmla="*/ 85725 w 85757"/>
                  <a:gd name="connsiteY5" fmla="*/ 470535 h 514349"/>
                  <a:gd name="connsiteX6" fmla="*/ 42863 w 85757"/>
                  <a:gd name="connsiteY6" fmla="*/ 514350 h 514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757" h="514349">
                    <a:moveTo>
                      <a:pt x="42863" y="514350"/>
                    </a:moveTo>
                    <a:cubicBezTo>
                      <a:pt x="19050" y="514350"/>
                      <a:pt x="0" y="495300"/>
                      <a:pt x="0" y="471487"/>
                    </a:cubicBezTo>
                    <a:lnTo>
                      <a:pt x="0" y="42863"/>
                    </a:lnTo>
                    <a:cubicBezTo>
                      <a:pt x="0" y="19050"/>
                      <a:pt x="19050" y="0"/>
                      <a:pt x="42863" y="0"/>
                    </a:cubicBezTo>
                    <a:cubicBezTo>
                      <a:pt x="66675" y="0"/>
                      <a:pt x="85725" y="19050"/>
                      <a:pt x="85725" y="42863"/>
                    </a:cubicBezTo>
                    <a:lnTo>
                      <a:pt x="85725" y="470535"/>
                    </a:lnTo>
                    <a:cubicBezTo>
                      <a:pt x="86677" y="494347"/>
                      <a:pt x="66675" y="514350"/>
                      <a:pt x="42863" y="514350"/>
                    </a:cubicBezTo>
                    <a:close/>
                  </a:path>
                </a:pathLst>
              </a:custGeom>
              <a:solidFill>
                <a:schemeClr val="accent2"/>
              </a:solidFill>
              <a:ln w="9525" cap="flat">
                <a:noFill/>
                <a:prstDash val="solid"/>
                <a:miter/>
              </a:ln>
            </p:spPr>
            <p:txBody>
              <a:bodyPr rtlCol="0" anchor="ctr"/>
              <a:lstStyle/>
              <a:p>
                <a:endParaRPr lang="en-US"/>
              </a:p>
            </p:txBody>
          </p:sp>
          <p:grpSp>
            <p:nvGrpSpPr>
              <p:cNvPr id="361" name="Graphic 2">
                <a:extLst>
                  <a:ext uri="{FF2B5EF4-FFF2-40B4-BE49-F238E27FC236}">
                    <a16:creationId xmlns:a16="http://schemas.microsoft.com/office/drawing/2014/main" id="{60C02DBF-DEB7-486A-AD7E-C1AF9EE8F0B9}"/>
                  </a:ext>
                </a:extLst>
              </p:cNvPr>
              <p:cNvGrpSpPr/>
              <p:nvPr/>
            </p:nvGrpSpPr>
            <p:grpSpPr>
              <a:xfrm>
                <a:off x="4151947" y="1719262"/>
                <a:ext cx="1404937" cy="1404937"/>
                <a:chOff x="4151947" y="1719262"/>
                <a:chExt cx="1404937" cy="1404937"/>
              </a:xfrm>
              <a:solidFill>
                <a:srgbClr val="A3719F"/>
              </a:solidFill>
            </p:grpSpPr>
            <p:sp>
              <p:nvSpPr>
                <p:cNvPr id="362" name="Freeform: Shape 361">
                  <a:extLst>
                    <a:ext uri="{FF2B5EF4-FFF2-40B4-BE49-F238E27FC236}">
                      <a16:creationId xmlns:a16="http://schemas.microsoft.com/office/drawing/2014/main" id="{DE6A9806-0B5D-4C71-B42E-6586EE24E53E}"/>
                    </a:ext>
                  </a:extLst>
                </p:cNvPr>
                <p:cNvSpPr/>
                <p:nvPr/>
              </p:nvSpPr>
              <p:spPr>
                <a:xfrm>
                  <a:off x="4828222" y="1719262"/>
                  <a:ext cx="51435" cy="51434"/>
                </a:xfrm>
                <a:custGeom>
                  <a:avLst/>
                  <a:gdLst>
                    <a:gd name="connsiteX0" fmla="*/ 51435 w 51435"/>
                    <a:gd name="connsiteY0" fmla="*/ 25718 h 51434"/>
                    <a:gd name="connsiteX1" fmla="*/ 25718 w 51435"/>
                    <a:gd name="connsiteY1" fmla="*/ 51435 h 51434"/>
                    <a:gd name="connsiteX2" fmla="*/ 0 w 51435"/>
                    <a:gd name="connsiteY2" fmla="*/ 25718 h 51434"/>
                    <a:gd name="connsiteX3" fmla="*/ 25718 w 51435"/>
                    <a:gd name="connsiteY3" fmla="*/ 0 h 51434"/>
                    <a:gd name="connsiteX4" fmla="*/ 51435 w 51435"/>
                    <a:gd name="connsiteY4" fmla="*/ 25718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51435" y="25718"/>
                      </a:moveTo>
                      <a:cubicBezTo>
                        <a:pt x="51435" y="39921"/>
                        <a:pt x="39921" y="51435"/>
                        <a:pt x="25718" y="51435"/>
                      </a:cubicBezTo>
                      <a:cubicBezTo>
                        <a:pt x="11514" y="51435"/>
                        <a:pt x="0" y="39921"/>
                        <a:pt x="0" y="25718"/>
                      </a:cubicBezTo>
                      <a:cubicBezTo>
                        <a:pt x="0" y="11514"/>
                        <a:pt x="11514" y="0"/>
                        <a:pt x="25718" y="0"/>
                      </a:cubicBezTo>
                      <a:cubicBezTo>
                        <a:pt x="39921" y="0"/>
                        <a:pt x="51435" y="11514"/>
                        <a:pt x="51435" y="25718"/>
                      </a:cubicBezTo>
                      <a:close/>
                    </a:path>
                  </a:pathLst>
                </a:custGeom>
                <a:solidFill>
                  <a:schemeClr val="accent2"/>
                </a:solidFill>
                <a:ln w="9525" cap="flat">
                  <a:noFill/>
                  <a:prstDash val="solid"/>
                  <a:miter/>
                </a:ln>
              </p:spPr>
              <p:txBody>
                <a:bodyPr rtlCol="0" anchor="ctr"/>
                <a:lstStyle/>
                <a:p>
                  <a:endParaRPr lang="en-US"/>
                </a:p>
              </p:txBody>
            </p:sp>
            <p:sp>
              <p:nvSpPr>
                <p:cNvPr id="363" name="Freeform: Shape 362">
                  <a:extLst>
                    <a:ext uri="{FF2B5EF4-FFF2-40B4-BE49-F238E27FC236}">
                      <a16:creationId xmlns:a16="http://schemas.microsoft.com/office/drawing/2014/main" id="{747A7FB7-F39F-4E00-B2E0-1577E14B89DB}"/>
                    </a:ext>
                  </a:extLst>
                </p:cNvPr>
                <p:cNvSpPr/>
                <p:nvPr/>
              </p:nvSpPr>
              <p:spPr>
                <a:xfrm>
                  <a:off x="4828222" y="3072764"/>
                  <a:ext cx="51435" cy="51434"/>
                </a:xfrm>
                <a:custGeom>
                  <a:avLst/>
                  <a:gdLst>
                    <a:gd name="connsiteX0" fmla="*/ 51435 w 51435"/>
                    <a:gd name="connsiteY0" fmla="*/ 25718 h 51434"/>
                    <a:gd name="connsiteX1" fmla="*/ 25718 w 51435"/>
                    <a:gd name="connsiteY1" fmla="*/ 51435 h 51434"/>
                    <a:gd name="connsiteX2" fmla="*/ 0 w 51435"/>
                    <a:gd name="connsiteY2" fmla="*/ 25718 h 51434"/>
                    <a:gd name="connsiteX3" fmla="*/ 25718 w 51435"/>
                    <a:gd name="connsiteY3" fmla="*/ 0 h 51434"/>
                    <a:gd name="connsiteX4" fmla="*/ 51435 w 51435"/>
                    <a:gd name="connsiteY4" fmla="*/ 25718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51435" y="25718"/>
                      </a:moveTo>
                      <a:cubicBezTo>
                        <a:pt x="51435" y="39921"/>
                        <a:pt x="39921" y="51435"/>
                        <a:pt x="25718" y="51435"/>
                      </a:cubicBezTo>
                      <a:cubicBezTo>
                        <a:pt x="11514" y="51435"/>
                        <a:pt x="0" y="39921"/>
                        <a:pt x="0" y="25718"/>
                      </a:cubicBezTo>
                      <a:cubicBezTo>
                        <a:pt x="0" y="11514"/>
                        <a:pt x="11514" y="0"/>
                        <a:pt x="25718" y="0"/>
                      </a:cubicBezTo>
                      <a:cubicBezTo>
                        <a:pt x="39921" y="0"/>
                        <a:pt x="51435" y="11514"/>
                        <a:pt x="51435" y="25718"/>
                      </a:cubicBezTo>
                      <a:close/>
                    </a:path>
                  </a:pathLst>
                </a:custGeom>
                <a:solidFill>
                  <a:schemeClr val="accent2"/>
                </a:solidFill>
                <a:ln w="9525" cap="flat">
                  <a:noFill/>
                  <a:prstDash val="solid"/>
                  <a:miter/>
                </a:ln>
              </p:spPr>
              <p:txBody>
                <a:bodyPr rtlCol="0" anchor="ctr"/>
                <a:lstStyle/>
                <a:p>
                  <a:endParaRPr lang="en-US"/>
                </a:p>
              </p:txBody>
            </p:sp>
            <p:sp>
              <p:nvSpPr>
                <p:cNvPr id="364" name="Freeform: Shape 363">
                  <a:extLst>
                    <a:ext uri="{FF2B5EF4-FFF2-40B4-BE49-F238E27FC236}">
                      <a16:creationId xmlns:a16="http://schemas.microsoft.com/office/drawing/2014/main" id="{2A552317-48B0-4CE8-B860-AC5C18968BD9}"/>
                    </a:ext>
                  </a:extLst>
                </p:cNvPr>
                <p:cNvSpPr/>
                <p:nvPr/>
              </p:nvSpPr>
              <p:spPr>
                <a:xfrm>
                  <a:off x="5505450" y="2395537"/>
                  <a:ext cx="51434" cy="51435"/>
                </a:xfrm>
                <a:custGeom>
                  <a:avLst/>
                  <a:gdLst>
                    <a:gd name="connsiteX0" fmla="*/ 51435 w 51434"/>
                    <a:gd name="connsiteY0" fmla="*/ 25717 h 51435"/>
                    <a:gd name="connsiteX1" fmla="*/ 25717 w 51434"/>
                    <a:gd name="connsiteY1" fmla="*/ 51435 h 51435"/>
                    <a:gd name="connsiteX2" fmla="*/ 0 w 51434"/>
                    <a:gd name="connsiteY2" fmla="*/ 25717 h 51435"/>
                    <a:gd name="connsiteX3" fmla="*/ 25717 w 51434"/>
                    <a:gd name="connsiteY3" fmla="*/ 0 h 51435"/>
                    <a:gd name="connsiteX4" fmla="*/ 51435 w 51434"/>
                    <a:gd name="connsiteY4" fmla="*/ 25717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4" h="51435">
                      <a:moveTo>
                        <a:pt x="51435" y="25717"/>
                      </a:moveTo>
                      <a:cubicBezTo>
                        <a:pt x="51435" y="39921"/>
                        <a:pt x="39921" y="51435"/>
                        <a:pt x="25717" y="51435"/>
                      </a:cubicBezTo>
                      <a:cubicBezTo>
                        <a:pt x="11514" y="51435"/>
                        <a:pt x="0" y="39921"/>
                        <a:pt x="0" y="25717"/>
                      </a:cubicBezTo>
                      <a:cubicBezTo>
                        <a:pt x="0" y="11514"/>
                        <a:pt x="11514" y="0"/>
                        <a:pt x="25717" y="0"/>
                      </a:cubicBezTo>
                      <a:cubicBezTo>
                        <a:pt x="39921" y="0"/>
                        <a:pt x="51435" y="11514"/>
                        <a:pt x="51435" y="25717"/>
                      </a:cubicBezTo>
                      <a:close/>
                    </a:path>
                  </a:pathLst>
                </a:custGeom>
                <a:solidFill>
                  <a:schemeClr val="accent2"/>
                </a:solidFill>
                <a:ln w="9525" cap="flat">
                  <a:noFill/>
                  <a:prstDash val="solid"/>
                  <a:miter/>
                </a:ln>
              </p:spPr>
              <p:txBody>
                <a:bodyPr rtlCol="0" anchor="ctr"/>
                <a:lstStyle/>
                <a:p>
                  <a:endParaRPr lang="en-US"/>
                </a:p>
              </p:txBody>
            </p:sp>
            <p:sp>
              <p:nvSpPr>
                <p:cNvPr id="365" name="Freeform: Shape 364">
                  <a:extLst>
                    <a:ext uri="{FF2B5EF4-FFF2-40B4-BE49-F238E27FC236}">
                      <a16:creationId xmlns:a16="http://schemas.microsoft.com/office/drawing/2014/main" id="{2788E4B0-97BA-4992-98F5-E401EC690979}"/>
                    </a:ext>
                  </a:extLst>
                </p:cNvPr>
                <p:cNvSpPr/>
                <p:nvPr/>
              </p:nvSpPr>
              <p:spPr>
                <a:xfrm>
                  <a:off x="4151947" y="2395537"/>
                  <a:ext cx="51434" cy="51435"/>
                </a:xfrm>
                <a:custGeom>
                  <a:avLst/>
                  <a:gdLst>
                    <a:gd name="connsiteX0" fmla="*/ 51435 w 51434"/>
                    <a:gd name="connsiteY0" fmla="*/ 25717 h 51435"/>
                    <a:gd name="connsiteX1" fmla="*/ 25717 w 51434"/>
                    <a:gd name="connsiteY1" fmla="*/ 51435 h 51435"/>
                    <a:gd name="connsiteX2" fmla="*/ 0 w 51434"/>
                    <a:gd name="connsiteY2" fmla="*/ 25717 h 51435"/>
                    <a:gd name="connsiteX3" fmla="*/ 25717 w 51434"/>
                    <a:gd name="connsiteY3" fmla="*/ 0 h 51435"/>
                    <a:gd name="connsiteX4" fmla="*/ 51435 w 51434"/>
                    <a:gd name="connsiteY4" fmla="*/ 25717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4" h="51435">
                      <a:moveTo>
                        <a:pt x="51435" y="25717"/>
                      </a:moveTo>
                      <a:cubicBezTo>
                        <a:pt x="51435" y="39921"/>
                        <a:pt x="39921" y="51435"/>
                        <a:pt x="25717" y="51435"/>
                      </a:cubicBezTo>
                      <a:cubicBezTo>
                        <a:pt x="11514" y="51435"/>
                        <a:pt x="0" y="39921"/>
                        <a:pt x="0" y="25717"/>
                      </a:cubicBezTo>
                      <a:cubicBezTo>
                        <a:pt x="0" y="11514"/>
                        <a:pt x="11514" y="0"/>
                        <a:pt x="25717" y="0"/>
                      </a:cubicBezTo>
                      <a:cubicBezTo>
                        <a:pt x="39921" y="0"/>
                        <a:pt x="51435" y="11514"/>
                        <a:pt x="51435" y="25717"/>
                      </a:cubicBezTo>
                      <a:close/>
                    </a:path>
                  </a:pathLst>
                </a:custGeom>
                <a:solidFill>
                  <a:schemeClr val="accent2"/>
                </a:solidFill>
                <a:ln w="9525" cap="flat">
                  <a:noFill/>
                  <a:prstDash val="solid"/>
                  <a:miter/>
                </a:ln>
              </p:spPr>
              <p:txBody>
                <a:bodyPr rtlCol="0" anchor="ctr"/>
                <a:lstStyle/>
                <a:p>
                  <a:endParaRPr lang="en-US"/>
                </a:p>
              </p:txBody>
            </p:sp>
            <p:sp>
              <p:nvSpPr>
                <p:cNvPr id="366" name="Freeform: Shape 365">
                  <a:extLst>
                    <a:ext uri="{FF2B5EF4-FFF2-40B4-BE49-F238E27FC236}">
                      <a16:creationId xmlns:a16="http://schemas.microsoft.com/office/drawing/2014/main" id="{F809CA25-8436-498D-A028-9C59C550A99F}"/>
                    </a:ext>
                  </a:extLst>
                </p:cNvPr>
                <p:cNvSpPr/>
                <p:nvPr/>
              </p:nvSpPr>
              <p:spPr>
                <a:xfrm>
                  <a:off x="5182552" y="1819274"/>
                  <a:ext cx="51434" cy="51435"/>
                </a:xfrm>
                <a:custGeom>
                  <a:avLst/>
                  <a:gdLst>
                    <a:gd name="connsiteX0" fmla="*/ 51435 w 51434"/>
                    <a:gd name="connsiteY0" fmla="*/ 25718 h 51435"/>
                    <a:gd name="connsiteX1" fmla="*/ 25718 w 51434"/>
                    <a:gd name="connsiteY1" fmla="*/ 51435 h 51435"/>
                    <a:gd name="connsiteX2" fmla="*/ 0 w 51434"/>
                    <a:gd name="connsiteY2" fmla="*/ 25718 h 51435"/>
                    <a:gd name="connsiteX3" fmla="*/ 25718 w 51434"/>
                    <a:gd name="connsiteY3" fmla="*/ 0 h 51435"/>
                    <a:gd name="connsiteX4" fmla="*/ 51435 w 51434"/>
                    <a:gd name="connsiteY4" fmla="*/ 25718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4" h="51435">
                      <a:moveTo>
                        <a:pt x="51435" y="25718"/>
                      </a:moveTo>
                      <a:cubicBezTo>
                        <a:pt x="51435" y="39921"/>
                        <a:pt x="39921" y="51435"/>
                        <a:pt x="25718" y="51435"/>
                      </a:cubicBezTo>
                      <a:cubicBezTo>
                        <a:pt x="11514" y="51435"/>
                        <a:pt x="0" y="39921"/>
                        <a:pt x="0" y="25718"/>
                      </a:cubicBezTo>
                      <a:cubicBezTo>
                        <a:pt x="0" y="11514"/>
                        <a:pt x="11514" y="0"/>
                        <a:pt x="25718" y="0"/>
                      </a:cubicBezTo>
                      <a:cubicBezTo>
                        <a:pt x="39921" y="0"/>
                        <a:pt x="51435" y="11514"/>
                        <a:pt x="51435" y="25718"/>
                      </a:cubicBezTo>
                      <a:close/>
                    </a:path>
                  </a:pathLst>
                </a:custGeom>
                <a:solidFill>
                  <a:schemeClr val="accent2"/>
                </a:solidFill>
                <a:ln w="9525" cap="flat">
                  <a:noFill/>
                  <a:prstDash val="solid"/>
                  <a:miter/>
                </a:ln>
              </p:spPr>
              <p:txBody>
                <a:bodyPr rtlCol="0" anchor="ctr"/>
                <a:lstStyle/>
                <a:p>
                  <a:endParaRPr lang="en-US"/>
                </a:p>
              </p:txBody>
            </p:sp>
            <p:sp>
              <p:nvSpPr>
                <p:cNvPr id="367" name="Freeform: Shape 366">
                  <a:extLst>
                    <a:ext uri="{FF2B5EF4-FFF2-40B4-BE49-F238E27FC236}">
                      <a16:creationId xmlns:a16="http://schemas.microsoft.com/office/drawing/2014/main" id="{3F619DC2-F302-47BD-BAF7-A8F95D00D4D1}"/>
                    </a:ext>
                  </a:extLst>
                </p:cNvPr>
                <p:cNvSpPr/>
                <p:nvPr/>
              </p:nvSpPr>
              <p:spPr>
                <a:xfrm>
                  <a:off x="4473892" y="2972752"/>
                  <a:ext cx="51435" cy="51434"/>
                </a:xfrm>
                <a:custGeom>
                  <a:avLst/>
                  <a:gdLst>
                    <a:gd name="connsiteX0" fmla="*/ 51435 w 51435"/>
                    <a:gd name="connsiteY0" fmla="*/ 25718 h 51434"/>
                    <a:gd name="connsiteX1" fmla="*/ 25717 w 51435"/>
                    <a:gd name="connsiteY1" fmla="*/ 51435 h 51434"/>
                    <a:gd name="connsiteX2" fmla="*/ 0 w 51435"/>
                    <a:gd name="connsiteY2" fmla="*/ 25718 h 51434"/>
                    <a:gd name="connsiteX3" fmla="*/ 25717 w 51435"/>
                    <a:gd name="connsiteY3" fmla="*/ 0 h 51434"/>
                    <a:gd name="connsiteX4" fmla="*/ 51435 w 51435"/>
                    <a:gd name="connsiteY4" fmla="*/ 25718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51435" y="25718"/>
                      </a:moveTo>
                      <a:cubicBezTo>
                        <a:pt x="51435" y="39921"/>
                        <a:pt x="39921" y="51435"/>
                        <a:pt x="25717" y="51435"/>
                      </a:cubicBezTo>
                      <a:cubicBezTo>
                        <a:pt x="11514" y="51435"/>
                        <a:pt x="0" y="39921"/>
                        <a:pt x="0" y="25718"/>
                      </a:cubicBezTo>
                      <a:cubicBezTo>
                        <a:pt x="0" y="11514"/>
                        <a:pt x="11514" y="0"/>
                        <a:pt x="25717" y="0"/>
                      </a:cubicBezTo>
                      <a:cubicBezTo>
                        <a:pt x="39921" y="0"/>
                        <a:pt x="51435" y="11514"/>
                        <a:pt x="51435" y="25718"/>
                      </a:cubicBezTo>
                      <a:close/>
                    </a:path>
                  </a:pathLst>
                </a:custGeom>
                <a:solidFill>
                  <a:schemeClr val="accent2"/>
                </a:solidFill>
                <a:ln w="9525" cap="flat">
                  <a:noFill/>
                  <a:prstDash val="solid"/>
                  <a:miter/>
                </a:ln>
              </p:spPr>
              <p:txBody>
                <a:bodyPr rtlCol="0" anchor="ctr"/>
                <a:lstStyle/>
                <a:p>
                  <a:endParaRPr lang="en-US"/>
                </a:p>
              </p:txBody>
            </p:sp>
            <p:sp>
              <p:nvSpPr>
                <p:cNvPr id="368" name="Freeform: Shape 367">
                  <a:extLst>
                    <a:ext uri="{FF2B5EF4-FFF2-40B4-BE49-F238E27FC236}">
                      <a16:creationId xmlns:a16="http://schemas.microsoft.com/office/drawing/2014/main" id="{40702115-A621-428C-97A9-748B6358A83E}"/>
                    </a:ext>
                  </a:extLst>
                </p:cNvPr>
                <p:cNvSpPr/>
                <p:nvPr/>
              </p:nvSpPr>
              <p:spPr>
                <a:xfrm>
                  <a:off x="5426392" y="2078354"/>
                  <a:ext cx="51434" cy="51435"/>
                </a:xfrm>
                <a:custGeom>
                  <a:avLst/>
                  <a:gdLst>
                    <a:gd name="connsiteX0" fmla="*/ 51435 w 51434"/>
                    <a:gd name="connsiteY0" fmla="*/ 25718 h 51435"/>
                    <a:gd name="connsiteX1" fmla="*/ 25718 w 51434"/>
                    <a:gd name="connsiteY1" fmla="*/ 51435 h 51435"/>
                    <a:gd name="connsiteX2" fmla="*/ 0 w 51434"/>
                    <a:gd name="connsiteY2" fmla="*/ 25718 h 51435"/>
                    <a:gd name="connsiteX3" fmla="*/ 25718 w 51434"/>
                    <a:gd name="connsiteY3" fmla="*/ 0 h 51435"/>
                    <a:gd name="connsiteX4" fmla="*/ 51435 w 51434"/>
                    <a:gd name="connsiteY4" fmla="*/ 25718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4" h="51435">
                      <a:moveTo>
                        <a:pt x="51435" y="25718"/>
                      </a:moveTo>
                      <a:cubicBezTo>
                        <a:pt x="51435" y="39921"/>
                        <a:pt x="39921" y="51435"/>
                        <a:pt x="25718" y="51435"/>
                      </a:cubicBezTo>
                      <a:cubicBezTo>
                        <a:pt x="11514" y="51435"/>
                        <a:pt x="0" y="39921"/>
                        <a:pt x="0" y="25718"/>
                      </a:cubicBezTo>
                      <a:cubicBezTo>
                        <a:pt x="0" y="11514"/>
                        <a:pt x="11514" y="0"/>
                        <a:pt x="25718" y="0"/>
                      </a:cubicBezTo>
                      <a:cubicBezTo>
                        <a:pt x="39921" y="0"/>
                        <a:pt x="51435" y="11514"/>
                        <a:pt x="51435" y="25718"/>
                      </a:cubicBezTo>
                      <a:close/>
                    </a:path>
                  </a:pathLst>
                </a:custGeom>
                <a:solidFill>
                  <a:schemeClr val="accent2"/>
                </a:solidFill>
                <a:ln w="9525" cap="flat">
                  <a:noFill/>
                  <a:prstDash val="solid"/>
                  <a:miter/>
                </a:ln>
              </p:spPr>
              <p:txBody>
                <a:bodyPr rtlCol="0" anchor="ctr"/>
                <a:lstStyle/>
                <a:p>
                  <a:endParaRPr lang="en-US"/>
                </a:p>
              </p:txBody>
            </p:sp>
            <p:sp>
              <p:nvSpPr>
                <p:cNvPr id="369" name="Freeform: Shape 368">
                  <a:extLst>
                    <a:ext uri="{FF2B5EF4-FFF2-40B4-BE49-F238E27FC236}">
                      <a16:creationId xmlns:a16="http://schemas.microsoft.com/office/drawing/2014/main" id="{AC7E86CB-C066-4B85-91AD-500B6B7B34BF}"/>
                    </a:ext>
                  </a:extLst>
                </p:cNvPr>
                <p:cNvSpPr/>
                <p:nvPr/>
              </p:nvSpPr>
              <p:spPr>
                <a:xfrm>
                  <a:off x="4230052" y="2713672"/>
                  <a:ext cx="51434" cy="51434"/>
                </a:xfrm>
                <a:custGeom>
                  <a:avLst/>
                  <a:gdLst>
                    <a:gd name="connsiteX0" fmla="*/ 51435 w 51434"/>
                    <a:gd name="connsiteY0" fmla="*/ 25717 h 51434"/>
                    <a:gd name="connsiteX1" fmla="*/ 25717 w 51434"/>
                    <a:gd name="connsiteY1" fmla="*/ 51435 h 51434"/>
                    <a:gd name="connsiteX2" fmla="*/ 0 w 51434"/>
                    <a:gd name="connsiteY2" fmla="*/ 25718 h 51434"/>
                    <a:gd name="connsiteX3" fmla="*/ 25717 w 51434"/>
                    <a:gd name="connsiteY3" fmla="*/ 0 h 51434"/>
                    <a:gd name="connsiteX4" fmla="*/ 51435 w 51434"/>
                    <a:gd name="connsiteY4" fmla="*/ 25717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4" h="51434">
                      <a:moveTo>
                        <a:pt x="51435" y="25717"/>
                      </a:moveTo>
                      <a:cubicBezTo>
                        <a:pt x="51435" y="39921"/>
                        <a:pt x="39921" y="51435"/>
                        <a:pt x="25717" y="51435"/>
                      </a:cubicBezTo>
                      <a:cubicBezTo>
                        <a:pt x="11514" y="51435"/>
                        <a:pt x="0" y="39921"/>
                        <a:pt x="0" y="25718"/>
                      </a:cubicBezTo>
                      <a:cubicBezTo>
                        <a:pt x="0" y="11514"/>
                        <a:pt x="11514" y="0"/>
                        <a:pt x="25717" y="0"/>
                      </a:cubicBezTo>
                      <a:cubicBezTo>
                        <a:pt x="39921" y="0"/>
                        <a:pt x="51435" y="11514"/>
                        <a:pt x="51435" y="25717"/>
                      </a:cubicBezTo>
                      <a:close/>
                    </a:path>
                  </a:pathLst>
                </a:custGeom>
                <a:solidFill>
                  <a:schemeClr val="accent2"/>
                </a:solidFill>
                <a:ln w="9525" cap="flat">
                  <a:noFill/>
                  <a:prstDash val="solid"/>
                  <a:miter/>
                </a:ln>
              </p:spPr>
              <p:txBody>
                <a:bodyPr rtlCol="0" anchor="ctr"/>
                <a:lstStyle/>
                <a:p>
                  <a:endParaRPr lang="en-US"/>
                </a:p>
              </p:txBody>
            </p:sp>
            <p:sp>
              <p:nvSpPr>
                <p:cNvPr id="370" name="Freeform: Shape 369">
                  <a:extLst>
                    <a:ext uri="{FF2B5EF4-FFF2-40B4-BE49-F238E27FC236}">
                      <a16:creationId xmlns:a16="http://schemas.microsoft.com/office/drawing/2014/main" id="{5CC22D99-9C3F-4958-AAB9-6A9042B83AF2}"/>
                    </a:ext>
                  </a:extLst>
                </p:cNvPr>
                <p:cNvSpPr/>
                <p:nvPr/>
              </p:nvSpPr>
              <p:spPr>
                <a:xfrm>
                  <a:off x="5418772" y="2727007"/>
                  <a:ext cx="51434" cy="51434"/>
                </a:xfrm>
                <a:custGeom>
                  <a:avLst/>
                  <a:gdLst>
                    <a:gd name="connsiteX0" fmla="*/ 51435 w 51434"/>
                    <a:gd name="connsiteY0" fmla="*/ 25718 h 51434"/>
                    <a:gd name="connsiteX1" fmla="*/ 25718 w 51434"/>
                    <a:gd name="connsiteY1" fmla="*/ 51435 h 51434"/>
                    <a:gd name="connsiteX2" fmla="*/ 0 w 51434"/>
                    <a:gd name="connsiteY2" fmla="*/ 25718 h 51434"/>
                    <a:gd name="connsiteX3" fmla="*/ 25718 w 51434"/>
                    <a:gd name="connsiteY3" fmla="*/ 0 h 51434"/>
                    <a:gd name="connsiteX4" fmla="*/ 51435 w 51434"/>
                    <a:gd name="connsiteY4" fmla="*/ 25718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4" h="51434">
                      <a:moveTo>
                        <a:pt x="51435" y="25718"/>
                      </a:moveTo>
                      <a:cubicBezTo>
                        <a:pt x="51435" y="39921"/>
                        <a:pt x="39921" y="51435"/>
                        <a:pt x="25718" y="51435"/>
                      </a:cubicBezTo>
                      <a:cubicBezTo>
                        <a:pt x="11514" y="51435"/>
                        <a:pt x="0" y="39921"/>
                        <a:pt x="0" y="25718"/>
                      </a:cubicBezTo>
                      <a:cubicBezTo>
                        <a:pt x="0" y="11514"/>
                        <a:pt x="11514" y="0"/>
                        <a:pt x="25718" y="0"/>
                      </a:cubicBezTo>
                      <a:cubicBezTo>
                        <a:pt x="39921" y="0"/>
                        <a:pt x="51435" y="11514"/>
                        <a:pt x="51435" y="25718"/>
                      </a:cubicBezTo>
                      <a:close/>
                    </a:path>
                  </a:pathLst>
                </a:custGeom>
                <a:solidFill>
                  <a:schemeClr val="accent2"/>
                </a:solidFill>
                <a:ln w="9525" cap="flat">
                  <a:noFill/>
                  <a:prstDash val="solid"/>
                  <a:miter/>
                </a:ln>
              </p:spPr>
              <p:txBody>
                <a:bodyPr rtlCol="0" anchor="ctr"/>
                <a:lstStyle/>
                <a:p>
                  <a:endParaRPr lang="en-US"/>
                </a:p>
              </p:txBody>
            </p:sp>
            <p:sp>
              <p:nvSpPr>
                <p:cNvPr id="371" name="Freeform: Shape 370">
                  <a:extLst>
                    <a:ext uri="{FF2B5EF4-FFF2-40B4-BE49-F238E27FC236}">
                      <a16:creationId xmlns:a16="http://schemas.microsoft.com/office/drawing/2014/main" id="{50E82EE8-3FC3-4897-8EA5-9A9900053C04}"/>
                    </a:ext>
                  </a:extLst>
                </p:cNvPr>
                <p:cNvSpPr/>
                <p:nvPr/>
              </p:nvSpPr>
              <p:spPr>
                <a:xfrm>
                  <a:off x="4237672" y="2065019"/>
                  <a:ext cx="51435" cy="51435"/>
                </a:xfrm>
                <a:custGeom>
                  <a:avLst/>
                  <a:gdLst>
                    <a:gd name="connsiteX0" fmla="*/ 51435 w 51435"/>
                    <a:gd name="connsiteY0" fmla="*/ 25718 h 51435"/>
                    <a:gd name="connsiteX1" fmla="*/ 25717 w 51435"/>
                    <a:gd name="connsiteY1" fmla="*/ 51435 h 51435"/>
                    <a:gd name="connsiteX2" fmla="*/ 0 w 51435"/>
                    <a:gd name="connsiteY2" fmla="*/ 25718 h 51435"/>
                    <a:gd name="connsiteX3" fmla="*/ 25717 w 51435"/>
                    <a:gd name="connsiteY3" fmla="*/ 0 h 51435"/>
                    <a:gd name="connsiteX4" fmla="*/ 51435 w 51435"/>
                    <a:gd name="connsiteY4" fmla="*/ 25718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51435" y="25718"/>
                      </a:moveTo>
                      <a:cubicBezTo>
                        <a:pt x="51435" y="39921"/>
                        <a:pt x="39921" y="51435"/>
                        <a:pt x="25717" y="51435"/>
                      </a:cubicBezTo>
                      <a:cubicBezTo>
                        <a:pt x="11514" y="51435"/>
                        <a:pt x="0" y="39921"/>
                        <a:pt x="0" y="25718"/>
                      </a:cubicBezTo>
                      <a:cubicBezTo>
                        <a:pt x="0" y="11514"/>
                        <a:pt x="11514" y="0"/>
                        <a:pt x="25717" y="0"/>
                      </a:cubicBezTo>
                      <a:cubicBezTo>
                        <a:pt x="39921" y="0"/>
                        <a:pt x="51435" y="11514"/>
                        <a:pt x="51435" y="25718"/>
                      </a:cubicBezTo>
                      <a:close/>
                    </a:path>
                  </a:pathLst>
                </a:custGeom>
                <a:solidFill>
                  <a:schemeClr val="accent2"/>
                </a:solidFill>
                <a:ln w="9525" cap="flat">
                  <a:noFill/>
                  <a:prstDash val="solid"/>
                  <a:miter/>
                </a:ln>
              </p:spPr>
              <p:txBody>
                <a:bodyPr rtlCol="0" anchor="ctr"/>
                <a:lstStyle/>
                <a:p>
                  <a:endParaRPr lang="en-US"/>
                </a:p>
              </p:txBody>
            </p:sp>
            <p:sp>
              <p:nvSpPr>
                <p:cNvPr id="372" name="Freeform: Shape 371">
                  <a:extLst>
                    <a:ext uri="{FF2B5EF4-FFF2-40B4-BE49-F238E27FC236}">
                      <a16:creationId xmlns:a16="http://schemas.microsoft.com/office/drawing/2014/main" id="{F6F112AF-F541-401D-BA6B-246685C8F635}"/>
                    </a:ext>
                  </a:extLst>
                </p:cNvPr>
                <p:cNvSpPr/>
                <p:nvPr/>
              </p:nvSpPr>
              <p:spPr>
                <a:xfrm>
                  <a:off x="5169217" y="2981324"/>
                  <a:ext cx="51434" cy="51434"/>
                </a:xfrm>
                <a:custGeom>
                  <a:avLst/>
                  <a:gdLst>
                    <a:gd name="connsiteX0" fmla="*/ 51435 w 51434"/>
                    <a:gd name="connsiteY0" fmla="*/ 25717 h 51434"/>
                    <a:gd name="connsiteX1" fmla="*/ 25718 w 51434"/>
                    <a:gd name="connsiteY1" fmla="*/ 51435 h 51434"/>
                    <a:gd name="connsiteX2" fmla="*/ 0 w 51434"/>
                    <a:gd name="connsiteY2" fmla="*/ 25717 h 51434"/>
                    <a:gd name="connsiteX3" fmla="*/ 25718 w 51434"/>
                    <a:gd name="connsiteY3" fmla="*/ 0 h 51434"/>
                    <a:gd name="connsiteX4" fmla="*/ 51435 w 51434"/>
                    <a:gd name="connsiteY4" fmla="*/ 25717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4" h="51434">
                      <a:moveTo>
                        <a:pt x="51435" y="25717"/>
                      </a:moveTo>
                      <a:cubicBezTo>
                        <a:pt x="51435" y="39921"/>
                        <a:pt x="39921" y="51435"/>
                        <a:pt x="25718" y="51435"/>
                      </a:cubicBezTo>
                      <a:cubicBezTo>
                        <a:pt x="11514" y="51435"/>
                        <a:pt x="0" y="39921"/>
                        <a:pt x="0" y="25717"/>
                      </a:cubicBezTo>
                      <a:cubicBezTo>
                        <a:pt x="0" y="11514"/>
                        <a:pt x="11514" y="0"/>
                        <a:pt x="25718" y="0"/>
                      </a:cubicBezTo>
                      <a:cubicBezTo>
                        <a:pt x="39921" y="0"/>
                        <a:pt x="51435" y="11514"/>
                        <a:pt x="51435" y="25717"/>
                      </a:cubicBezTo>
                      <a:close/>
                    </a:path>
                  </a:pathLst>
                </a:custGeom>
                <a:solidFill>
                  <a:schemeClr val="accent2"/>
                </a:solidFill>
                <a:ln w="9525" cap="flat">
                  <a:noFill/>
                  <a:prstDash val="solid"/>
                  <a:miter/>
                </a:ln>
              </p:spPr>
              <p:txBody>
                <a:bodyPr rtlCol="0" anchor="ctr"/>
                <a:lstStyle/>
                <a:p>
                  <a:endParaRPr lang="en-US"/>
                </a:p>
              </p:txBody>
            </p:sp>
            <p:sp>
              <p:nvSpPr>
                <p:cNvPr id="373" name="Freeform: Shape 372">
                  <a:extLst>
                    <a:ext uri="{FF2B5EF4-FFF2-40B4-BE49-F238E27FC236}">
                      <a16:creationId xmlns:a16="http://schemas.microsoft.com/office/drawing/2014/main" id="{BEBADF77-8EA0-47A4-9BBC-A6EE3D44A5BC}"/>
                    </a:ext>
                  </a:extLst>
                </p:cNvPr>
                <p:cNvSpPr/>
                <p:nvPr/>
              </p:nvSpPr>
              <p:spPr>
                <a:xfrm>
                  <a:off x="4488180" y="1810702"/>
                  <a:ext cx="51435" cy="51434"/>
                </a:xfrm>
                <a:custGeom>
                  <a:avLst/>
                  <a:gdLst>
                    <a:gd name="connsiteX0" fmla="*/ 51435 w 51435"/>
                    <a:gd name="connsiteY0" fmla="*/ 25717 h 51434"/>
                    <a:gd name="connsiteX1" fmla="*/ 25717 w 51435"/>
                    <a:gd name="connsiteY1" fmla="*/ 51435 h 51434"/>
                    <a:gd name="connsiteX2" fmla="*/ 0 w 51435"/>
                    <a:gd name="connsiteY2" fmla="*/ 25717 h 51434"/>
                    <a:gd name="connsiteX3" fmla="*/ 25717 w 51435"/>
                    <a:gd name="connsiteY3" fmla="*/ 0 h 51434"/>
                    <a:gd name="connsiteX4" fmla="*/ 51435 w 51435"/>
                    <a:gd name="connsiteY4" fmla="*/ 25717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51435" y="25717"/>
                      </a:moveTo>
                      <a:cubicBezTo>
                        <a:pt x="51435" y="39921"/>
                        <a:pt x="39921" y="51435"/>
                        <a:pt x="25717" y="51435"/>
                      </a:cubicBezTo>
                      <a:cubicBezTo>
                        <a:pt x="11514" y="51435"/>
                        <a:pt x="0" y="39921"/>
                        <a:pt x="0" y="25717"/>
                      </a:cubicBezTo>
                      <a:cubicBezTo>
                        <a:pt x="0" y="11514"/>
                        <a:pt x="11514" y="0"/>
                        <a:pt x="25717" y="0"/>
                      </a:cubicBezTo>
                      <a:cubicBezTo>
                        <a:pt x="39921" y="0"/>
                        <a:pt x="51435" y="11514"/>
                        <a:pt x="51435" y="25717"/>
                      </a:cubicBezTo>
                      <a:close/>
                    </a:path>
                  </a:pathLst>
                </a:custGeom>
                <a:solidFill>
                  <a:schemeClr val="accent2"/>
                </a:solidFill>
                <a:ln w="9525" cap="flat">
                  <a:noFill/>
                  <a:prstDash val="solid"/>
                  <a:miter/>
                </a:ln>
              </p:spPr>
              <p:txBody>
                <a:bodyPr rtlCol="0" anchor="ctr"/>
                <a:lstStyle/>
                <a:p>
                  <a:endParaRPr lang="en-US"/>
                </a:p>
              </p:txBody>
            </p:sp>
          </p:grpSp>
        </p:grpSp>
        <p:grpSp>
          <p:nvGrpSpPr>
            <p:cNvPr id="265" name="Graphic 2">
              <a:extLst>
                <a:ext uri="{FF2B5EF4-FFF2-40B4-BE49-F238E27FC236}">
                  <a16:creationId xmlns:a16="http://schemas.microsoft.com/office/drawing/2014/main" id="{0A9D84D0-DCB5-433D-ABD6-BC4A45516FE7}"/>
                </a:ext>
              </a:extLst>
            </p:cNvPr>
            <p:cNvGrpSpPr/>
            <p:nvPr/>
          </p:nvGrpSpPr>
          <p:grpSpPr>
            <a:xfrm flipH="1">
              <a:off x="7239002" y="85251"/>
              <a:ext cx="2672714" cy="2634140"/>
              <a:chOff x="7336155" y="1566862"/>
              <a:chExt cx="2672714" cy="2634140"/>
            </a:xfrm>
          </p:grpSpPr>
          <p:grpSp>
            <p:nvGrpSpPr>
              <p:cNvPr id="294" name="Graphic 2">
                <a:extLst>
                  <a:ext uri="{FF2B5EF4-FFF2-40B4-BE49-F238E27FC236}">
                    <a16:creationId xmlns:a16="http://schemas.microsoft.com/office/drawing/2014/main" id="{1FD62184-7831-4D2C-93DC-674C2FF1CE34}"/>
                  </a:ext>
                </a:extLst>
              </p:cNvPr>
              <p:cNvGrpSpPr/>
              <p:nvPr/>
            </p:nvGrpSpPr>
            <p:grpSpPr>
              <a:xfrm>
                <a:off x="7336155" y="1566862"/>
                <a:ext cx="896302" cy="673213"/>
                <a:chOff x="7336155" y="1566862"/>
                <a:chExt cx="896302" cy="673213"/>
              </a:xfrm>
            </p:grpSpPr>
            <p:sp>
              <p:nvSpPr>
                <p:cNvPr id="350" name="Freeform: Shape 349">
                  <a:extLst>
                    <a:ext uri="{FF2B5EF4-FFF2-40B4-BE49-F238E27FC236}">
                      <a16:creationId xmlns:a16="http://schemas.microsoft.com/office/drawing/2014/main" id="{C436D760-0BD6-4B66-948D-49CD214B329E}"/>
                    </a:ext>
                  </a:extLst>
                </p:cNvPr>
                <p:cNvSpPr/>
                <p:nvPr/>
              </p:nvSpPr>
              <p:spPr>
                <a:xfrm>
                  <a:off x="7336155" y="1566862"/>
                  <a:ext cx="896302" cy="673213"/>
                </a:xfrm>
                <a:custGeom>
                  <a:avLst/>
                  <a:gdLst>
                    <a:gd name="connsiteX0" fmla="*/ 60960 w 896302"/>
                    <a:gd name="connsiteY0" fmla="*/ 0 h 673213"/>
                    <a:gd name="connsiteX1" fmla="*/ 836295 w 896302"/>
                    <a:gd name="connsiteY1" fmla="*/ 0 h 673213"/>
                    <a:gd name="connsiteX2" fmla="*/ 896302 w 896302"/>
                    <a:gd name="connsiteY2" fmla="*/ 60008 h 673213"/>
                    <a:gd name="connsiteX3" fmla="*/ 896302 w 896302"/>
                    <a:gd name="connsiteY3" fmla="*/ 528638 h 673213"/>
                    <a:gd name="connsiteX4" fmla="*/ 836295 w 896302"/>
                    <a:gd name="connsiteY4" fmla="*/ 588645 h 673213"/>
                    <a:gd name="connsiteX5" fmla="*/ 832485 w 896302"/>
                    <a:gd name="connsiteY5" fmla="*/ 588645 h 673213"/>
                    <a:gd name="connsiteX6" fmla="*/ 832485 w 896302"/>
                    <a:gd name="connsiteY6" fmla="*/ 659130 h 673213"/>
                    <a:gd name="connsiteX7" fmla="*/ 810577 w 896302"/>
                    <a:gd name="connsiteY7" fmla="*/ 670560 h 673213"/>
                    <a:gd name="connsiteX8" fmla="*/ 688657 w 896302"/>
                    <a:gd name="connsiteY8" fmla="*/ 588645 h 673213"/>
                    <a:gd name="connsiteX9" fmla="*/ 60007 w 896302"/>
                    <a:gd name="connsiteY9" fmla="*/ 588645 h 673213"/>
                    <a:gd name="connsiteX10" fmla="*/ 0 w 896302"/>
                    <a:gd name="connsiteY10" fmla="*/ 528638 h 673213"/>
                    <a:gd name="connsiteX11" fmla="*/ 0 w 896302"/>
                    <a:gd name="connsiteY11" fmla="*/ 60008 h 673213"/>
                    <a:gd name="connsiteX12" fmla="*/ 60960 w 896302"/>
                    <a:gd name="connsiteY12" fmla="*/ 0 h 673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96302" h="673213">
                      <a:moveTo>
                        <a:pt x="60960" y="0"/>
                      </a:moveTo>
                      <a:lnTo>
                        <a:pt x="836295" y="0"/>
                      </a:lnTo>
                      <a:cubicBezTo>
                        <a:pt x="869632" y="0"/>
                        <a:pt x="896302" y="26670"/>
                        <a:pt x="896302" y="60008"/>
                      </a:cubicBezTo>
                      <a:lnTo>
                        <a:pt x="896302" y="528638"/>
                      </a:lnTo>
                      <a:cubicBezTo>
                        <a:pt x="896302" y="561975"/>
                        <a:pt x="869632" y="588645"/>
                        <a:pt x="836295" y="588645"/>
                      </a:cubicBezTo>
                      <a:lnTo>
                        <a:pt x="832485" y="588645"/>
                      </a:lnTo>
                      <a:lnTo>
                        <a:pt x="832485" y="659130"/>
                      </a:lnTo>
                      <a:cubicBezTo>
                        <a:pt x="832485" y="670560"/>
                        <a:pt x="820102" y="677228"/>
                        <a:pt x="810577" y="670560"/>
                      </a:cubicBezTo>
                      <a:lnTo>
                        <a:pt x="688657" y="588645"/>
                      </a:lnTo>
                      <a:lnTo>
                        <a:pt x="60007" y="588645"/>
                      </a:lnTo>
                      <a:cubicBezTo>
                        <a:pt x="26670" y="588645"/>
                        <a:pt x="0" y="561975"/>
                        <a:pt x="0" y="528638"/>
                      </a:cubicBezTo>
                      <a:lnTo>
                        <a:pt x="0" y="60008"/>
                      </a:lnTo>
                      <a:cubicBezTo>
                        <a:pt x="0" y="26670"/>
                        <a:pt x="27622" y="0"/>
                        <a:pt x="60960" y="0"/>
                      </a:cubicBezTo>
                      <a:close/>
                    </a:path>
                  </a:pathLst>
                </a:custGeom>
                <a:solidFill>
                  <a:schemeClr val="accent2"/>
                </a:solidFill>
                <a:ln w="9525" cap="flat">
                  <a:noFill/>
                  <a:prstDash val="solid"/>
                  <a:miter/>
                </a:ln>
              </p:spPr>
              <p:txBody>
                <a:bodyPr rtlCol="0" anchor="ctr"/>
                <a:lstStyle/>
                <a:p>
                  <a:endParaRPr lang="en-US"/>
                </a:p>
              </p:txBody>
            </p:sp>
            <p:grpSp>
              <p:nvGrpSpPr>
                <p:cNvPr id="351" name="Graphic 2">
                  <a:extLst>
                    <a:ext uri="{FF2B5EF4-FFF2-40B4-BE49-F238E27FC236}">
                      <a16:creationId xmlns:a16="http://schemas.microsoft.com/office/drawing/2014/main" id="{9E9F4DF9-9F3A-4009-8F26-205831489A79}"/>
                    </a:ext>
                  </a:extLst>
                </p:cNvPr>
                <p:cNvGrpSpPr/>
                <p:nvPr/>
              </p:nvGrpSpPr>
              <p:grpSpPr>
                <a:xfrm>
                  <a:off x="7494269" y="1688782"/>
                  <a:ext cx="580072" cy="347662"/>
                  <a:chOff x="7494269" y="1688782"/>
                  <a:chExt cx="580072" cy="347662"/>
                </a:xfrm>
                <a:solidFill>
                  <a:srgbClr val="FFFFFF"/>
                </a:solidFill>
              </p:grpSpPr>
              <p:sp>
                <p:nvSpPr>
                  <p:cNvPr id="352" name="Freeform: Shape 351">
                    <a:extLst>
                      <a:ext uri="{FF2B5EF4-FFF2-40B4-BE49-F238E27FC236}">
                        <a16:creationId xmlns:a16="http://schemas.microsoft.com/office/drawing/2014/main" id="{51DA1DC4-9D0C-4D1B-BAF7-14AF050F0C05}"/>
                      </a:ext>
                    </a:extLst>
                  </p:cNvPr>
                  <p:cNvSpPr/>
                  <p:nvPr/>
                </p:nvSpPr>
                <p:spPr>
                  <a:xfrm>
                    <a:off x="7494269" y="1688782"/>
                    <a:ext cx="580072" cy="26670"/>
                  </a:xfrm>
                  <a:custGeom>
                    <a:avLst/>
                    <a:gdLst>
                      <a:gd name="connsiteX0" fmla="*/ 13335 w 580072"/>
                      <a:gd name="connsiteY0" fmla="*/ 26670 h 26670"/>
                      <a:gd name="connsiteX1" fmla="*/ 566738 w 580072"/>
                      <a:gd name="connsiteY1" fmla="*/ 26670 h 26670"/>
                      <a:gd name="connsiteX2" fmla="*/ 580073 w 580072"/>
                      <a:gd name="connsiteY2" fmla="*/ 13335 h 26670"/>
                      <a:gd name="connsiteX3" fmla="*/ 566738 w 580072"/>
                      <a:gd name="connsiteY3" fmla="*/ 0 h 26670"/>
                      <a:gd name="connsiteX4" fmla="*/ 13335 w 580072"/>
                      <a:gd name="connsiteY4" fmla="*/ 0 h 26670"/>
                      <a:gd name="connsiteX5" fmla="*/ 0 w 580072"/>
                      <a:gd name="connsiteY5" fmla="*/ 13335 h 26670"/>
                      <a:gd name="connsiteX6" fmla="*/ 13335 w 580072"/>
                      <a:gd name="connsiteY6" fmla="*/ 26670 h 26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0072" h="26670">
                        <a:moveTo>
                          <a:pt x="13335" y="26670"/>
                        </a:moveTo>
                        <a:lnTo>
                          <a:pt x="566738" y="26670"/>
                        </a:lnTo>
                        <a:cubicBezTo>
                          <a:pt x="574358" y="26670"/>
                          <a:pt x="580073" y="20955"/>
                          <a:pt x="580073" y="13335"/>
                        </a:cubicBezTo>
                        <a:cubicBezTo>
                          <a:pt x="580073" y="5715"/>
                          <a:pt x="574358" y="0"/>
                          <a:pt x="566738" y="0"/>
                        </a:cubicBezTo>
                        <a:lnTo>
                          <a:pt x="13335" y="0"/>
                        </a:lnTo>
                        <a:cubicBezTo>
                          <a:pt x="5715" y="0"/>
                          <a:pt x="0" y="5715"/>
                          <a:pt x="0" y="13335"/>
                        </a:cubicBezTo>
                        <a:cubicBezTo>
                          <a:pt x="0" y="20955"/>
                          <a:pt x="6668" y="26670"/>
                          <a:pt x="13335" y="26670"/>
                        </a:cubicBezTo>
                        <a:close/>
                      </a:path>
                    </a:pathLst>
                  </a:custGeom>
                  <a:solidFill>
                    <a:srgbClr val="FFFFFF"/>
                  </a:solid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E81CB4EB-90CE-42AF-9615-6AC44970A163}"/>
                      </a:ext>
                    </a:extLst>
                  </p:cNvPr>
                  <p:cNvSpPr/>
                  <p:nvPr/>
                </p:nvSpPr>
                <p:spPr>
                  <a:xfrm>
                    <a:off x="7494269" y="1769744"/>
                    <a:ext cx="580072" cy="26670"/>
                  </a:xfrm>
                  <a:custGeom>
                    <a:avLst/>
                    <a:gdLst>
                      <a:gd name="connsiteX0" fmla="*/ 13335 w 580072"/>
                      <a:gd name="connsiteY0" fmla="*/ 26670 h 26670"/>
                      <a:gd name="connsiteX1" fmla="*/ 566738 w 580072"/>
                      <a:gd name="connsiteY1" fmla="*/ 26670 h 26670"/>
                      <a:gd name="connsiteX2" fmla="*/ 580073 w 580072"/>
                      <a:gd name="connsiteY2" fmla="*/ 13335 h 26670"/>
                      <a:gd name="connsiteX3" fmla="*/ 566738 w 580072"/>
                      <a:gd name="connsiteY3" fmla="*/ 0 h 26670"/>
                      <a:gd name="connsiteX4" fmla="*/ 13335 w 580072"/>
                      <a:gd name="connsiteY4" fmla="*/ 0 h 26670"/>
                      <a:gd name="connsiteX5" fmla="*/ 0 w 580072"/>
                      <a:gd name="connsiteY5" fmla="*/ 13335 h 26670"/>
                      <a:gd name="connsiteX6" fmla="*/ 13335 w 580072"/>
                      <a:gd name="connsiteY6" fmla="*/ 26670 h 26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0072" h="26670">
                        <a:moveTo>
                          <a:pt x="13335" y="26670"/>
                        </a:moveTo>
                        <a:lnTo>
                          <a:pt x="566738" y="26670"/>
                        </a:lnTo>
                        <a:cubicBezTo>
                          <a:pt x="574358" y="26670"/>
                          <a:pt x="580073" y="20955"/>
                          <a:pt x="580073" y="13335"/>
                        </a:cubicBezTo>
                        <a:cubicBezTo>
                          <a:pt x="580073" y="5715"/>
                          <a:pt x="574358" y="0"/>
                          <a:pt x="566738" y="0"/>
                        </a:cubicBezTo>
                        <a:lnTo>
                          <a:pt x="13335" y="0"/>
                        </a:lnTo>
                        <a:cubicBezTo>
                          <a:pt x="5715" y="0"/>
                          <a:pt x="0" y="5715"/>
                          <a:pt x="0" y="13335"/>
                        </a:cubicBezTo>
                        <a:cubicBezTo>
                          <a:pt x="0" y="20003"/>
                          <a:pt x="6668" y="26670"/>
                          <a:pt x="13335" y="26670"/>
                        </a:cubicBezTo>
                        <a:close/>
                      </a:path>
                    </a:pathLst>
                  </a:custGeom>
                  <a:solidFill>
                    <a:srgbClr val="FFFFFF"/>
                  </a:solid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A79C60C1-DE39-4D4C-9968-1EB87F56F8A8}"/>
                      </a:ext>
                    </a:extLst>
                  </p:cNvPr>
                  <p:cNvSpPr/>
                  <p:nvPr/>
                </p:nvSpPr>
                <p:spPr>
                  <a:xfrm>
                    <a:off x="7494269" y="1849754"/>
                    <a:ext cx="580072" cy="26669"/>
                  </a:xfrm>
                  <a:custGeom>
                    <a:avLst/>
                    <a:gdLst>
                      <a:gd name="connsiteX0" fmla="*/ 13335 w 580072"/>
                      <a:gd name="connsiteY0" fmla="*/ 26670 h 26669"/>
                      <a:gd name="connsiteX1" fmla="*/ 566738 w 580072"/>
                      <a:gd name="connsiteY1" fmla="*/ 26670 h 26669"/>
                      <a:gd name="connsiteX2" fmla="*/ 580073 w 580072"/>
                      <a:gd name="connsiteY2" fmla="*/ 13335 h 26669"/>
                      <a:gd name="connsiteX3" fmla="*/ 566738 w 580072"/>
                      <a:gd name="connsiteY3" fmla="*/ 0 h 26669"/>
                      <a:gd name="connsiteX4" fmla="*/ 13335 w 580072"/>
                      <a:gd name="connsiteY4" fmla="*/ 0 h 26669"/>
                      <a:gd name="connsiteX5" fmla="*/ 0 w 580072"/>
                      <a:gd name="connsiteY5" fmla="*/ 13335 h 26669"/>
                      <a:gd name="connsiteX6" fmla="*/ 13335 w 580072"/>
                      <a:gd name="connsiteY6" fmla="*/ 26670 h 26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0072" h="26669">
                        <a:moveTo>
                          <a:pt x="13335" y="26670"/>
                        </a:moveTo>
                        <a:lnTo>
                          <a:pt x="566738" y="26670"/>
                        </a:lnTo>
                        <a:cubicBezTo>
                          <a:pt x="574358" y="26670"/>
                          <a:pt x="580073" y="20955"/>
                          <a:pt x="580073" y="13335"/>
                        </a:cubicBezTo>
                        <a:cubicBezTo>
                          <a:pt x="580073" y="5715"/>
                          <a:pt x="574358" y="0"/>
                          <a:pt x="566738" y="0"/>
                        </a:cubicBezTo>
                        <a:lnTo>
                          <a:pt x="13335" y="0"/>
                        </a:lnTo>
                        <a:cubicBezTo>
                          <a:pt x="5715" y="0"/>
                          <a:pt x="0" y="5715"/>
                          <a:pt x="0" y="13335"/>
                        </a:cubicBezTo>
                        <a:cubicBezTo>
                          <a:pt x="0" y="20955"/>
                          <a:pt x="6668" y="26670"/>
                          <a:pt x="13335" y="26670"/>
                        </a:cubicBezTo>
                        <a:close/>
                      </a:path>
                    </a:pathLst>
                  </a:custGeom>
                  <a:solidFill>
                    <a:srgbClr val="FFFFFF"/>
                  </a:solid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FEC26F88-AAB7-4192-B1DB-E44ACDB54A03}"/>
                      </a:ext>
                    </a:extLst>
                  </p:cNvPr>
                  <p:cNvSpPr/>
                  <p:nvPr/>
                </p:nvSpPr>
                <p:spPr>
                  <a:xfrm>
                    <a:off x="7494269" y="1929764"/>
                    <a:ext cx="580072" cy="26670"/>
                  </a:xfrm>
                  <a:custGeom>
                    <a:avLst/>
                    <a:gdLst>
                      <a:gd name="connsiteX0" fmla="*/ 13335 w 580072"/>
                      <a:gd name="connsiteY0" fmla="*/ 26670 h 26670"/>
                      <a:gd name="connsiteX1" fmla="*/ 566738 w 580072"/>
                      <a:gd name="connsiteY1" fmla="*/ 26670 h 26670"/>
                      <a:gd name="connsiteX2" fmla="*/ 580073 w 580072"/>
                      <a:gd name="connsiteY2" fmla="*/ 13335 h 26670"/>
                      <a:gd name="connsiteX3" fmla="*/ 566738 w 580072"/>
                      <a:gd name="connsiteY3" fmla="*/ 0 h 26670"/>
                      <a:gd name="connsiteX4" fmla="*/ 13335 w 580072"/>
                      <a:gd name="connsiteY4" fmla="*/ 0 h 26670"/>
                      <a:gd name="connsiteX5" fmla="*/ 0 w 580072"/>
                      <a:gd name="connsiteY5" fmla="*/ 13335 h 26670"/>
                      <a:gd name="connsiteX6" fmla="*/ 13335 w 580072"/>
                      <a:gd name="connsiteY6" fmla="*/ 26670 h 26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0072" h="26670">
                        <a:moveTo>
                          <a:pt x="13335" y="26670"/>
                        </a:moveTo>
                        <a:lnTo>
                          <a:pt x="566738" y="26670"/>
                        </a:lnTo>
                        <a:cubicBezTo>
                          <a:pt x="574358" y="26670"/>
                          <a:pt x="580073" y="20955"/>
                          <a:pt x="580073" y="13335"/>
                        </a:cubicBezTo>
                        <a:cubicBezTo>
                          <a:pt x="580073" y="5715"/>
                          <a:pt x="574358" y="0"/>
                          <a:pt x="566738" y="0"/>
                        </a:cubicBezTo>
                        <a:lnTo>
                          <a:pt x="13335" y="0"/>
                        </a:lnTo>
                        <a:cubicBezTo>
                          <a:pt x="5715" y="0"/>
                          <a:pt x="0" y="5715"/>
                          <a:pt x="0" y="13335"/>
                        </a:cubicBezTo>
                        <a:cubicBezTo>
                          <a:pt x="0" y="20955"/>
                          <a:pt x="6668" y="26670"/>
                          <a:pt x="13335" y="26670"/>
                        </a:cubicBezTo>
                        <a:close/>
                      </a:path>
                    </a:pathLst>
                  </a:custGeom>
                  <a:solidFill>
                    <a:srgbClr val="FFFFFF"/>
                  </a:solid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1AF9BAFE-D182-4A40-96CF-CCB38701A797}"/>
                      </a:ext>
                    </a:extLst>
                  </p:cNvPr>
                  <p:cNvSpPr/>
                  <p:nvPr/>
                </p:nvSpPr>
                <p:spPr>
                  <a:xfrm>
                    <a:off x="7494269" y="2009774"/>
                    <a:ext cx="351472" cy="26669"/>
                  </a:xfrm>
                  <a:custGeom>
                    <a:avLst/>
                    <a:gdLst>
                      <a:gd name="connsiteX0" fmla="*/ 13335 w 351472"/>
                      <a:gd name="connsiteY0" fmla="*/ 26670 h 26669"/>
                      <a:gd name="connsiteX1" fmla="*/ 338138 w 351472"/>
                      <a:gd name="connsiteY1" fmla="*/ 26670 h 26669"/>
                      <a:gd name="connsiteX2" fmla="*/ 351473 w 351472"/>
                      <a:gd name="connsiteY2" fmla="*/ 13335 h 26669"/>
                      <a:gd name="connsiteX3" fmla="*/ 338138 w 351472"/>
                      <a:gd name="connsiteY3" fmla="*/ 0 h 26669"/>
                      <a:gd name="connsiteX4" fmla="*/ 13335 w 351472"/>
                      <a:gd name="connsiteY4" fmla="*/ 0 h 26669"/>
                      <a:gd name="connsiteX5" fmla="*/ 0 w 351472"/>
                      <a:gd name="connsiteY5" fmla="*/ 13335 h 26669"/>
                      <a:gd name="connsiteX6" fmla="*/ 13335 w 351472"/>
                      <a:gd name="connsiteY6" fmla="*/ 26670 h 26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1472" h="26669">
                        <a:moveTo>
                          <a:pt x="13335" y="26670"/>
                        </a:moveTo>
                        <a:lnTo>
                          <a:pt x="338138" y="26670"/>
                        </a:lnTo>
                        <a:cubicBezTo>
                          <a:pt x="345758" y="26670"/>
                          <a:pt x="351473" y="20955"/>
                          <a:pt x="351473" y="13335"/>
                        </a:cubicBezTo>
                        <a:cubicBezTo>
                          <a:pt x="351473" y="5715"/>
                          <a:pt x="345758" y="0"/>
                          <a:pt x="338138" y="0"/>
                        </a:cubicBezTo>
                        <a:lnTo>
                          <a:pt x="13335" y="0"/>
                        </a:lnTo>
                        <a:cubicBezTo>
                          <a:pt x="5715" y="0"/>
                          <a:pt x="0" y="5715"/>
                          <a:pt x="0" y="13335"/>
                        </a:cubicBezTo>
                        <a:cubicBezTo>
                          <a:pt x="0" y="20955"/>
                          <a:pt x="6668" y="26670"/>
                          <a:pt x="13335" y="26670"/>
                        </a:cubicBezTo>
                        <a:close/>
                      </a:path>
                    </a:pathLst>
                  </a:custGeom>
                  <a:solidFill>
                    <a:srgbClr val="FFFFFF"/>
                  </a:solidFill>
                  <a:ln w="9525" cap="flat">
                    <a:noFill/>
                    <a:prstDash val="solid"/>
                    <a:miter/>
                  </a:ln>
                </p:spPr>
                <p:txBody>
                  <a:bodyPr rtlCol="0" anchor="ctr"/>
                  <a:lstStyle/>
                  <a:p>
                    <a:endParaRPr lang="en-US"/>
                  </a:p>
                </p:txBody>
              </p:sp>
            </p:grpSp>
          </p:grpSp>
          <p:grpSp>
            <p:nvGrpSpPr>
              <p:cNvPr id="295" name="Graphic 2">
                <a:extLst>
                  <a:ext uri="{FF2B5EF4-FFF2-40B4-BE49-F238E27FC236}">
                    <a16:creationId xmlns:a16="http://schemas.microsoft.com/office/drawing/2014/main" id="{36FAE3AF-7FF3-4952-9A10-7D293FA46947}"/>
                  </a:ext>
                </a:extLst>
              </p:cNvPr>
              <p:cNvGrpSpPr/>
              <p:nvPr/>
            </p:nvGrpSpPr>
            <p:grpSpPr>
              <a:xfrm>
                <a:off x="8462009" y="1599247"/>
                <a:ext cx="552450" cy="400592"/>
                <a:chOff x="8462009" y="1599247"/>
                <a:chExt cx="552450" cy="400592"/>
              </a:xfrm>
            </p:grpSpPr>
            <p:sp>
              <p:nvSpPr>
                <p:cNvPr id="345" name="Freeform: Shape 344">
                  <a:extLst>
                    <a:ext uri="{FF2B5EF4-FFF2-40B4-BE49-F238E27FC236}">
                      <a16:creationId xmlns:a16="http://schemas.microsoft.com/office/drawing/2014/main" id="{ED43AC14-2273-4B45-A506-0A52B8ECB8DA}"/>
                    </a:ext>
                  </a:extLst>
                </p:cNvPr>
                <p:cNvSpPr/>
                <p:nvPr/>
              </p:nvSpPr>
              <p:spPr>
                <a:xfrm>
                  <a:off x="8462009" y="1599247"/>
                  <a:ext cx="552450" cy="400592"/>
                </a:xfrm>
                <a:custGeom>
                  <a:avLst/>
                  <a:gdLst>
                    <a:gd name="connsiteX0" fmla="*/ 42863 w 552450"/>
                    <a:gd name="connsiteY0" fmla="*/ 0 h 400592"/>
                    <a:gd name="connsiteX1" fmla="*/ 509588 w 552450"/>
                    <a:gd name="connsiteY1" fmla="*/ 0 h 400592"/>
                    <a:gd name="connsiteX2" fmla="*/ 552450 w 552450"/>
                    <a:gd name="connsiteY2" fmla="*/ 42862 h 400592"/>
                    <a:gd name="connsiteX3" fmla="*/ 552450 w 552450"/>
                    <a:gd name="connsiteY3" fmla="*/ 298133 h 400592"/>
                    <a:gd name="connsiteX4" fmla="*/ 509588 w 552450"/>
                    <a:gd name="connsiteY4" fmla="*/ 340995 h 400592"/>
                    <a:gd name="connsiteX5" fmla="*/ 506730 w 552450"/>
                    <a:gd name="connsiteY5" fmla="*/ 340995 h 400592"/>
                    <a:gd name="connsiteX6" fmla="*/ 506730 w 552450"/>
                    <a:gd name="connsiteY6" fmla="*/ 391478 h 400592"/>
                    <a:gd name="connsiteX7" fmla="*/ 492442 w 552450"/>
                    <a:gd name="connsiteY7" fmla="*/ 399098 h 400592"/>
                    <a:gd name="connsiteX8" fmla="*/ 409575 w 552450"/>
                    <a:gd name="connsiteY8" fmla="*/ 341948 h 400592"/>
                    <a:gd name="connsiteX9" fmla="*/ 415290 w 552450"/>
                    <a:gd name="connsiteY9" fmla="*/ 340995 h 400592"/>
                    <a:gd name="connsiteX10" fmla="*/ 42863 w 552450"/>
                    <a:gd name="connsiteY10" fmla="*/ 340995 h 400592"/>
                    <a:gd name="connsiteX11" fmla="*/ 0 w 552450"/>
                    <a:gd name="connsiteY11" fmla="*/ 298133 h 400592"/>
                    <a:gd name="connsiteX12" fmla="*/ 0 w 552450"/>
                    <a:gd name="connsiteY12" fmla="*/ 41910 h 400592"/>
                    <a:gd name="connsiteX13" fmla="*/ 42863 w 552450"/>
                    <a:gd name="connsiteY13" fmla="*/ 0 h 400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2450" h="400592">
                      <a:moveTo>
                        <a:pt x="42863" y="0"/>
                      </a:moveTo>
                      <a:lnTo>
                        <a:pt x="509588" y="0"/>
                      </a:lnTo>
                      <a:cubicBezTo>
                        <a:pt x="533400" y="0"/>
                        <a:pt x="552450" y="19050"/>
                        <a:pt x="552450" y="42862"/>
                      </a:cubicBezTo>
                      <a:lnTo>
                        <a:pt x="552450" y="298133"/>
                      </a:lnTo>
                      <a:cubicBezTo>
                        <a:pt x="552450" y="321945"/>
                        <a:pt x="533400" y="340995"/>
                        <a:pt x="509588" y="340995"/>
                      </a:cubicBezTo>
                      <a:lnTo>
                        <a:pt x="506730" y="340995"/>
                      </a:lnTo>
                      <a:lnTo>
                        <a:pt x="506730" y="391478"/>
                      </a:lnTo>
                      <a:cubicBezTo>
                        <a:pt x="506730" y="399098"/>
                        <a:pt x="498158" y="402908"/>
                        <a:pt x="492442" y="399098"/>
                      </a:cubicBezTo>
                      <a:lnTo>
                        <a:pt x="409575" y="341948"/>
                      </a:lnTo>
                      <a:lnTo>
                        <a:pt x="415290" y="340995"/>
                      </a:lnTo>
                      <a:lnTo>
                        <a:pt x="42863" y="340995"/>
                      </a:lnTo>
                      <a:cubicBezTo>
                        <a:pt x="19050" y="340995"/>
                        <a:pt x="0" y="321945"/>
                        <a:pt x="0" y="298133"/>
                      </a:cubicBezTo>
                      <a:lnTo>
                        <a:pt x="0" y="41910"/>
                      </a:lnTo>
                      <a:cubicBezTo>
                        <a:pt x="0" y="19050"/>
                        <a:pt x="19050" y="0"/>
                        <a:pt x="42863" y="0"/>
                      </a:cubicBezTo>
                      <a:close/>
                    </a:path>
                  </a:pathLst>
                </a:custGeom>
                <a:solidFill>
                  <a:schemeClr val="accent2"/>
                </a:solidFill>
                <a:ln w="9525" cap="flat">
                  <a:noFill/>
                  <a:prstDash val="solid"/>
                  <a:miter/>
                </a:ln>
              </p:spPr>
              <p:txBody>
                <a:bodyPr rtlCol="0" anchor="ctr"/>
                <a:lstStyle/>
                <a:p>
                  <a:endParaRPr lang="en-US"/>
                </a:p>
              </p:txBody>
            </p:sp>
            <p:grpSp>
              <p:nvGrpSpPr>
                <p:cNvPr id="346" name="Graphic 2">
                  <a:extLst>
                    <a:ext uri="{FF2B5EF4-FFF2-40B4-BE49-F238E27FC236}">
                      <a16:creationId xmlns:a16="http://schemas.microsoft.com/office/drawing/2014/main" id="{CEEDBAFD-9D9A-43D5-9FEC-5AEBB5838D41}"/>
                    </a:ext>
                  </a:extLst>
                </p:cNvPr>
                <p:cNvGrpSpPr/>
                <p:nvPr/>
              </p:nvGrpSpPr>
              <p:grpSpPr>
                <a:xfrm>
                  <a:off x="8602027" y="1738312"/>
                  <a:ext cx="269557" cy="60959"/>
                  <a:chOff x="8602027" y="1738312"/>
                  <a:chExt cx="269557" cy="60959"/>
                </a:xfrm>
                <a:solidFill>
                  <a:srgbClr val="E65C8F"/>
                </a:solidFill>
              </p:grpSpPr>
              <p:sp>
                <p:nvSpPr>
                  <p:cNvPr id="347" name="Freeform: Shape 346">
                    <a:extLst>
                      <a:ext uri="{FF2B5EF4-FFF2-40B4-BE49-F238E27FC236}">
                        <a16:creationId xmlns:a16="http://schemas.microsoft.com/office/drawing/2014/main" id="{C4339844-A7BB-4CD7-AAC4-78C5331BD47C}"/>
                      </a:ext>
                    </a:extLst>
                  </p:cNvPr>
                  <p:cNvSpPr/>
                  <p:nvPr/>
                </p:nvSpPr>
                <p:spPr>
                  <a:xfrm>
                    <a:off x="8810625" y="1738312"/>
                    <a:ext cx="60959" cy="60959"/>
                  </a:xfrm>
                  <a:custGeom>
                    <a:avLst/>
                    <a:gdLst>
                      <a:gd name="connsiteX0" fmla="*/ 60960 w 60959"/>
                      <a:gd name="connsiteY0" fmla="*/ 30480 h 60959"/>
                      <a:gd name="connsiteX1" fmla="*/ 30480 w 60959"/>
                      <a:gd name="connsiteY1" fmla="*/ 60960 h 60959"/>
                      <a:gd name="connsiteX2" fmla="*/ 0 w 60959"/>
                      <a:gd name="connsiteY2" fmla="*/ 30480 h 60959"/>
                      <a:gd name="connsiteX3" fmla="*/ 30480 w 60959"/>
                      <a:gd name="connsiteY3" fmla="*/ 0 h 60959"/>
                      <a:gd name="connsiteX4" fmla="*/ 60960 w 60959"/>
                      <a:gd name="connsiteY4" fmla="*/ 30480 h 60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59" h="60959">
                        <a:moveTo>
                          <a:pt x="60960" y="30480"/>
                        </a:moveTo>
                        <a:cubicBezTo>
                          <a:pt x="60960" y="47314"/>
                          <a:pt x="47314" y="60960"/>
                          <a:pt x="30480" y="60960"/>
                        </a:cubicBezTo>
                        <a:cubicBezTo>
                          <a:pt x="13647" y="60960"/>
                          <a:pt x="0" y="47314"/>
                          <a:pt x="0" y="30480"/>
                        </a:cubicBezTo>
                        <a:cubicBezTo>
                          <a:pt x="0" y="13646"/>
                          <a:pt x="13646" y="0"/>
                          <a:pt x="30480" y="0"/>
                        </a:cubicBezTo>
                        <a:cubicBezTo>
                          <a:pt x="47314" y="0"/>
                          <a:pt x="60960" y="13646"/>
                          <a:pt x="60960" y="30480"/>
                        </a:cubicBezTo>
                        <a:close/>
                      </a:path>
                    </a:pathLst>
                  </a:custGeom>
                  <a:solidFill>
                    <a:schemeClr val="bg2"/>
                  </a:solid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C73AB34B-CBA7-4C5F-A936-6BA6D1CADD1E}"/>
                      </a:ext>
                    </a:extLst>
                  </p:cNvPr>
                  <p:cNvSpPr/>
                  <p:nvPr/>
                </p:nvSpPr>
                <p:spPr>
                  <a:xfrm>
                    <a:off x="8705850" y="1738312"/>
                    <a:ext cx="60959" cy="60959"/>
                  </a:xfrm>
                  <a:custGeom>
                    <a:avLst/>
                    <a:gdLst>
                      <a:gd name="connsiteX0" fmla="*/ 60960 w 60959"/>
                      <a:gd name="connsiteY0" fmla="*/ 30480 h 60959"/>
                      <a:gd name="connsiteX1" fmla="*/ 30480 w 60959"/>
                      <a:gd name="connsiteY1" fmla="*/ 60960 h 60959"/>
                      <a:gd name="connsiteX2" fmla="*/ 0 w 60959"/>
                      <a:gd name="connsiteY2" fmla="*/ 30480 h 60959"/>
                      <a:gd name="connsiteX3" fmla="*/ 30480 w 60959"/>
                      <a:gd name="connsiteY3" fmla="*/ 0 h 60959"/>
                      <a:gd name="connsiteX4" fmla="*/ 60960 w 60959"/>
                      <a:gd name="connsiteY4" fmla="*/ 30480 h 60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59" h="60959">
                        <a:moveTo>
                          <a:pt x="60960" y="30480"/>
                        </a:moveTo>
                        <a:cubicBezTo>
                          <a:pt x="60960" y="47314"/>
                          <a:pt x="47314" y="60960"/>
                          <a:pt x="30480" y="60960"/>
                        </a:cubicBezTo>
                        <a:cubicBezTo>
                          <a:pt x="13646" y="60960"/>
                          <a:pt x="0" y="47314"/>
                          <a:pt x="0" y="30480"/>
                        </a:cubicBezTo>
                        <a:cubicBezTo>
                          <a:pt x="0" y="13646"/>
                          <a:pt x="13646" y="0"/>
                          <a:pt x="30480" y="0"/>
                        </a:cubicBezTo>
                        <a:cubicBezTo>
                          <a:pt x="47313" y="0"/>
                          <a:pt x="60960" y="13646"/>
                          <a:pt x="60960" y="30480"/>
                        </a:cubicBezTo>
                        <a:close/>
                      </a:path>
                    </a:pathLst>
                  </a:custGeom>
                  <a:solidFill>
                    <a:schemeClr val="bg2"/>
                  </a:solid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D18B02FE-61DA-420D-BA73-1EF83A7B44BC}"/>
                      </a:ext>
                    </a:extLst>
                  </p:cNvPr>
                  <p:cNvSpPr/>
                  <p:nvPr/>
                </p:nvSpPr>
                <p:spPr>
                  <a:xfrm>
                    <a:off x="8602027" y="1738312"/>
                    <a:ext cx="60959" cy="60959"/>
                  </a:xfrm>
                  <a:custGeom>
                    <a:avLst/>
                    <a:gdLst>
                      <a:gd name="connsiteX0" fmla="*/ 60960 w 60959"/>
                      <a:gd name="connsiteY0" fmla="*/ 30480 h 60959"/>
                      <a:gd name="connsiteX1" fmla="*/ 30480 w 60959"/>
                      <a:gd name="connsiteY1" fmla="*/ 60960 h 60959"/>
                      <a:gd name="connsiteX2" fmla="*/ 0 w 60959"/>
                      <a:gd name="connsiteY2" fmla="*/ 30480 h 60959"/>
                      <a:gd name="connsiteX3" fmla="*/ 30480 w 60959"/>
                      <a:gd name="connsiteY3" fmla="*/ 0 h 60959"/>
                      <a:gd name="connsiteX4" fmla="*/ 60960 w 60959"/>
                      <a:gd name="connsiteY4" fmla="*/ 30480 h 60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59" h="60959">
                        <a:moveTo>
                          <a:pt x="60960" y="30480"/>
                        </a:moveTo>
                        <a:cubicBezTo>
                          <a:pt x="60960" y="47314"/>
                          <a:pt x="47314" y="60960"/>
                          <a:pt x="30480" y="60960"/>
                        </a:cubicBezTo>
                        <a:cubicBezTo>
                          <a:pt x="13646" y="60960"/>
                          <a:pt x="0" y="47314"/>
                          <a:pt x="0" y="30480"/>
                        </a:cubicBezTo>
                        <a:cubicBezTo>
                          <a:pt x="0" y="13646"/>
                          <a:pt x="13646" y="0"/>
                          <a:pt x="30480" y="0"/>
                        </a:cubicBezTo>
                        <a:cubicBezTo>
                          <a:pt x="47313" y="0"/>
                          <a:pt x="60960" y="13646"/>
                          <a:pt x="60960" y="30480"/>
                        </a:cubicBezTo>
                        <a:close/>
                      </a:path>
                    </a:pathLst>
                  </a:custGeom>
                  <a:solidFill>
                    <a:schemeClr val="bg2"/>
                  </a:solidFill>
                  <a:ln w="9525" cap="flat">
                    <a:noFill/>
                    <a:prstDash val="solid"/>
                    <a:miter/>
                  </a:ln>
                </p:spPr>
                <p:txBody>
                  <a:bodyPr rtlCol="0" anchor="ctr"/>
                  <a:lstStyle/>
                  <a:p>
                    <a:endParaRPr lang="en-US"/>
                  </a:p>
                </p:txBody>
              </p:sp>
            </p:grpSp>
          </p:grpSp>
          <p:grpSp>
            <p:nvGrpSpPr>
              <p:cNvPr id="296" name="Graphic 2">
                <a:extLst>
                  <a:ext uri="{FF2B5EF4-FFF2-40B4-BE49-F238E27FC236}">
                    <a16:creationId xmlns:a16="http://schemas.microsoft.com/office/drawing/2014/main" id="{A9F7EF59-1C68-4C99-AF9C-998C3B56EE44}"/>
                  </a:ext>
                </a:extLst>
              </p:cNvPr>
              <p:cNvGrpSpPr/>
              <p:nvPr/>
            </p:nvGrpSpPr>
            <p:grpSpPr>
              <a:xfrm>
                <a:off x="9289732" y="1797367"/>
                <a:ext cx="681037" cy="494889"/>
                <a:chOff x="9289732" y="1797367"/>
                <a:chExt cx="681037" cy="494889"/>
              </a:xfrm>
            </p:grpSpPr>
            <p:sp>
              <p:nvSpPr>
                <p:cNvPr id="340" name="Freeform: Shape 339">
                  <a:extLst>
                    <a:ext uri="{FF2B5EF4-FFF2-40B4-BE49-F238E27FC236}">
                      <a16:creationId xmlns:a16="http://schemas.microsoft.com/office/drawing/2014/main" id="{14F9A8FF-9AC9-4316-A09E-23736E0531BE}"/>
                    </a:ext>
                  </a:extLst>
                </p:cNvPr>
                <p:cNvSpPr/>
                <p:nvPr/>
              </p:nvSpPr>
              <p:spPr>
                <a:xfrm>
                  <a:off x="9289732" y="1797367"/>
                  <a:ext cx="681037" cy="494889"/>
                </a:xfrm>
                <a:custGeom>
                  <a:avLst/>
                  <a:gdLst>
                    <a:gd name="connsiteX0" fmla="*/ 52388 w 681037"/>
                    <a:gd name="connsiteY0" fmla="*/ 0 h 494889"/>
                    <a:gd name="connsiteX1" fmla="*/ 628650 w 681037"/>
                    <a:gd name="connsiteY1" fmla="*/ 0 h 494889"/>
                    <a:gd name="connsiteX2" fmla="*/ 681038 w 681037"/>
                    <a:gd name="connsiteY2" fmla="*/ 52388 h 494889"/>
                    <a:gd name="connsiteX3" fmla="*/ 681038 w 681037"/>
                    <a:gd name="connsiteY3" fmla="*/ 366712 h 494889"/>
                    <a:gd name="connsiteX4" fmla="*/ 628650 w 681037"/>
                    <a:gd name="connsiteY4" fmla="*/ 419100 h 494889"/>
                    <a:gd name="connsiteX5" fmla="*/ 197168 w 681037"/>
                    <a:gd name="connsiteY5" fmla="*/ 419100 h 494889"/>
                    <a:gd name="connsiteX6" fmla="*/ 163830 w 681037"/>
                    <a:gd name="connsiteY6" fmla="*/ 429578 h 494889"/>
                    <a:gd name="connsiteX7" fmla="*/ 69532 w 681037"/>
                    <a:gd name="connsiteY7" fmla="*/ 493395 h 494889"/>
                    <a:gd name="connsiteX8" fmla="*/ 55245 w 681037"/>
                    <a:gd name="connsiteY8" fmla="*/ 485775 h 494889"/>
                    <a:gd name="connsiteX9" fmla="*/ 55245 w 681037"/>
                    <a:gd name="connsiteY9" fmla="*/ 420053 h 494889"/>
                    <a:gd name="connsiteX10" fmla="*/ 52388 w 681037"/>
                    <a:gd name="connsiteY10" fmla="*/ 420053 h 494889"/>
                    <a:gd name="connsiteX11" fmla="*/ 0 w 681037"/>
                    <a:gd name="connsiteY11" fmla="*/ 367665 h 494889"/>
                    <a:gd name="connsiteX12" fmla="*/ 0 w 681037"/>
                    <a:gd name="connsiteY12" fmla="*/ 53340 h 494889"/>
                    <a:gd name="connsiteX13" fmla="*/ 52388 w 681037"/>
                    <a:gd name="connsiteY13" fmla="*/ 0 h 494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1037" h="494889">
                      <a:moveTo>
                        <a:pt x="52388" y="0"/>
                      </a:moveTo>
                      <a:lnTo>
                        <a:pt x="628650" y="0"/>
                      </a:lnTo>
                      <a:cubicBezTo>
                        <a:pt x="657225" y="0"/>
                        <a:pt x="681038" y="23813"/>
                        <a:pt x="681038" y="52388"/>
                      </a:cubicBezTo>
                      <a:lnTo>
                        <a:pt x="681038" y="366712"/>
                      </a:lnTo>
                      <a:cubicBezTo>
                        <a:pt x="681038" y="395287"/>
                        <a:pt x="657225" y="419100"/>
                        <a:pt x="628650" y="419100"/>
                      </a:cubicBezTo>
                      <a:lnTo>
                        <a:pt x="197168" y="419100"/>
                      </a:lnTo>
                      <a:cubicBezTo>
                        <a:pt x="185738" y="419100"/>
                        <a:pt x="174307" y="422910"/>
                        <a:pt x="163830" y="429578"/>
                      </a:cubicBezTo>
                      <a:lnTo>
                        <a:pt x="69532" y="493395"/>
                      </a:lnTo>
                      <a:cubicBezTo>
                        <a:pt x="63818" y="497205"/>
                        <a:pt x="55245" y="493395"/>
                        <a:pt x="55245" y="485775"/>
                      </a:cubicBezTo>
                      <a:lnTo>
                        <a:pt x="55245" y="420053"/>
                      </a:lnTo>
                      <a:lnTo>
                        <a:pt x="52388" y="420053"/>
                      </a:lnTo>
                      <a:cubicBezTo>
                        <a:pt x="23813" y="420053"/>
                        <a:pt x="0" y="396240"/>
                        <a:pt x="0" y="367665"/>
                      </a:cubicBezTo>
                      <a:lnTo>
                        <a:pt x="0" y="53340"/>
                      </a:lnTo>
                      <a:cubicBezTo>
                        <a:pt x="0" y="22860"/>
                        <a:pt x="23813" y="0"/>
                        <a:pt x="52388" y="0"/>
                      </a:cubicBezTo>
                      <a:close/>
                    </a:path>
                  </a:pathLst>
                </a:custGeom>
                <a:solidFill>
                  <a:schemeClr val="accent2"/>
                </a:solidFill>
                <a:ln w="9525" cap="flat">
                  <a:noFill/>
                  <a:prstDash val="solid"/>
                  <a:miter/>
                </a:ln>
              </p:spPr>
              <p:txBody>
                <a:bodyPr rtlCol="0" anchor="ctr"/>
                <a:lstStyle/>
                <a:p>
                  <a:endParaRPr lang="en-US"/>
                </a:p>
              </p:txBody>
            </p:sp>
            <p:grpSp>
              <p:nvGrpSpPr>
                <p:cNvPr id="341" name="Graphic 2">
                  <a:extLst>
                    <a:ext uri="{FF2B5EF4-FFF2-40B4-BE49-F238E27FC236}">
                      <a16:creationId xmlns:a16="http://schemas.microsoft.com/office/drawing/2014/main" id="{93FFD790-9E3D-4C3B-B406-5D28F10F5ED4}"/>
                    </a:ext>
                  </a:extLst>
                </p:cNvPr>
                <p:cNvGrpSpPr/>
                <p:nvPr/>
              </p:nvGrpSpPr>
              <p:grpSpPr>
                <a:xfrm>
                  <a:off x="9464992" y="1968817"/>
                  <a:ext cx="334327" cy="76200"/>
                  <a:chOff x="9464992" y="1968817"/>
                  <a:chExt cx="334327" cy="76200"/>
                </a:xfrm>
                <a:solidFill>
                  <a:srgbClr val="FEFEFE"/>
                </a:solidFill>
              </p:grpSpPr>
              <p:sp>
                <p:nvSpPr>
                  <p:cNvPr id="342" name="Freeform: Shape 341">
                    <a:extLst>
                      <a:ext uri="{FF2B5EF4-FFF2-40B4-BE49-F238E27FC236}">
                        <a16:creationId xmlns:a16="http://schemas.microsoft.com/office/drawing/2014/main" id="{4DDC4DBF-C0A7-4FB1-962B-CB279B3FD579}"/>
                      </a:ext>
                    </a:extLst>
                  </p:cNvPr>
                  <p:cNvSpPr/>
                  <p:nvPr/>
                </p:nvSpPr>
                <p:spPr>
                  <a:xfrm>
                    <a:off x="9464992" y="1968817"/>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a:srgbClr val="FEFEFE"/>
                  </a:solid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3BCF786A-875A-494D-8811-A27760163C08}"/>
                      </a:ext>
                    </a:extLst>
                  </p:cNvPr>
                  <p:cNvSpPr/>
                  <p:nvPr/>
                </p:nvSpPr>
                <p:spPr>
                  <a:xfrm>
                    <a:off x="9593580" y="1968817"/>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a:srgbClr val="FEFEFE"/>
                  </a:solid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34405267-36A0-4020-9E98-74E4F06A092B}"/>
                      </a:ext>
                    </a:extLst>
                  </p:cNvPr>
                  <p:cNvSpPr/>
                  <p:nvPr/>
                </p:nvSpPr>
                <p:spPr>
                  <a:xfrm>
                    <a:off x="9723120" y="1968817"/>
                    <a:ext cx="76200" cy="76200"/>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a:srgbClr val="FEFEFE"/>
                  </a:solidFill>
                  <a:ln w="9525" cap="flat">
                    <a:noFill/>
                    <a:prstDash val="solid"/>
                    <a:miter/>
                  </a:ln>
                </p:spPr>
                <p:txBody>
                  <a:bodyPr rtlCol="0" anchor="ctr"/>
                  <a:lstStyle/>
                  <a:p>
                    <a:endParaRPr lang="en-US"/>
                  </a:p>
                </p:txBody>
              </p:sp>
            </p:grpSp>
          </p:grpSp>
          <p:grpSp>
            <p:nvGrpSpPr>
              <p:cNvPr id="297" name="Graphic 2">
                <a:extLst>
                  <a:ext uri="{FF2B5EF4-FFF2-40B4-BE49-F238E27FC236}">
                    <a16:creationId xmlns:a16="http://schemas.microsoft.com/office/drawing/2014/main" id="{E4656B54-BD9C-4130-8AD5-AA4E43B609C8}"/>
                  </a:ext>
                </a:extLst>
              </p:cNvPr>
              <p:cNvGrpSpPr/>
              <p:nvPr/>
            </p:nvGrpSpPr>
            <p:grpSpPr>
              <a:xfrm>
                <a:off x="7599985" y="2420301"/>
                <a:ext cx="2408884" cy="1780700"/>
                <a:chOff x="7599985" y="2420301"/>
                <a:chExt cx="2408884" cy="1780700"/>
              </a:xfrm>
            </p:grpSpPr>
            <p:sp>
              <p:nvSpPr>
                <p:cNvPr id="298" name="Freeform: Shape 297">
                  <a:extLst>
                    <a:ext uri="{FF2B5EF4-FFF2-40B4-BE49-F238E27FC236}">
                      <a16:creationId xmlns:a16="http://schemas.microsoft.com/office/drawing/2014/main" id="{1335ADEA-597D-4CE9-89EF-23265479C715}"/>
                    </a:ext>
                  </a:extLst>
                </p:cNvPr>
                <p:cNvSpPr/>
                <p:nvPr/>
              </p:nvSpPr>
              <p:spPr>
                <a:xfrm>
                  <a:off x="7599985" y="2420301"/>
                  <a:ext cx="2408884" cy="1652587"/>
                </a:xfrm>
                <a:custGeom>
                  <a:avLst/>
                  <a:gdLst>
                    <a:gd name="connsiteX0" fmla="*/ 94310 w 2408884"/>
                    <a:gd name="connsiteY0" fmla="*/ 0 h 1652587"/>
                    <a:gd name="connsiteX1" fmla="*/ 2335542 w 2408884"/>
                    <a:gd name="connsiteY1" fmla="*/ 0 h 1652587"/>
                    <a:gd name="connsiteX2" fmla="*/ 2408885 w 2408884"/>
                    <a:gd name="connsiteY2" fmla="*/ 73343 h 1652587"/>
                    <a:gd name="connsiteX3" fmla="*/ 2408885 w 2408884"/>
                    <a:gd name="connsiteY3" fmla="*/ 1579245 h 1652587"/>
                    <a:gd name="connsiteX4" fmla="*/ 2335542 w 2408884"/>
                    <a:gd name="connsiteY4" fmla="*/ 1652588 h 1652587"/>
                    <a:gd name="connsiteX5" fmla="*/ 73355 w 2408884"/>
                    <a:gd name="connsiteY5" fmla="*/ 1652588 h 1652587"/>
                    <a:gd name="connsiteX6" fmla="*/ 12 w 2408884"/>
                    <a:gd name="connsiteY6" fmla="*/ 1579245 h 1652587"/>
                    <a:gd name="connsiteX7" fmla="*/ 12 w 2408884"/>
                    <a:gd name="connsiteY7" fmla="*/ 81915 h 1652587"/>
                    <a:gd name="connsiteX8" fmla="*/ 94310 w 2408884"/>
                    <a:gd name="connsiteY8" fmla="*/ 0 h 1652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08884" h="1652587">
                      <a:moveTo>
                        <a:pt x="94310" y="0"/>
                      </a:moveTo>
                      <a:lnTo>
                        <a:pt x="2335542" y="0"/>
                      </a:lnTo>
                      <a:cubicBezTo>
                        <a:pt x="2376500" y="0"/>
                        <a:pt x="2408885" y="33338"/>
                        <a:pt x="2408885" y="73343"/>
                      </a:cubicBezTo>
                      <a:lnTo>
                        <a:pt x="2408885" y="1579245"/>
                      </a:lnTo>
                      <a:cubicBezTo>
                        <a:pt x="2408885" y="1620203"/>
                        <a:pt x="2375547" y="1652588"/>
                        <a:pt x="2335542" y="1652588"/>
                      </a:cubicBezTo>
                      <a:lnTo>
                        <a:pt x="73355" y="1652588"/>
                      </a:lnTo>
                      <a:cubicBezTo>
                        <a:pt x="32397" y="1652588"/>
                        <a:pt x="12" y="1619250"/>
                        <a:pt x="12" y="1579245"/>
                      </a:cubicBezTo>
                      <a:lnTo>
                        <a:pt x="12" y="81915"/>
                      </a:lnTo>
                      <a:cubicBezTo>
                        <a:pt x="-940" y="40958"/>
                        <a:pt x="53352" y="0"/>
                        <a:pt x="94310" y="0"/>
                      </a:cubicBezTo>
                      <a:close/>
                    </a:path>
                  </a:pathLst>
                </a:custGeom>
                <a:solidFill>
                  <a:srgbClr val="FEFEFE"/>
                </a:solidFill>
                <a:ln w="76200" cap="flat">
                  <a:solidFill>
                    <a:srgbClr val="C3C3F4"/>
                  </a:solidFill>
                  <a:prstDash val="solid"/>
                  <a:miter/>
                </a:ln>
              </p:spPr>
              <p:txBody>
                <a:bodyPr rtlCol="0" anchor="ctr"/>
                <a:lstStyle/>
                <a:p>
                  <a:endParaRPr lang="en-US"/>
                </a:p>
              </p:txBody>
            </p:sp>
            <p:grpSp>
              <p:nvGrpSpPr>
                <p:cNvPr id="299" name="Graphic 2">
                  <a:extLst>
                    <a:ext uri="{FF2B5EF4-FFF2-40B4-BE49-F238E27FC236}">
                      <a16:creationId xmlns:a16="http://schemas.microsoft.com/office/drawing/2014/main" id="{08D55F5D-D036-4B4B-9868-B8255B77166A}"/>
                    </a:ext>
                  </a:extLst>
                </p:cNvPr>
                <p:cNvGrpSpPr/>
                <p:nvPr/>
              </p:nvGrpSpPr>
              <p:grpSpPr>
                <a:xfrm>
                  <a:off x="7865744" y="2859404"/>
                  <a:ext cx="401955" cy="427866"/>
                  <a:chOff x="7865744" y="2859404"/>
                  <a:chExt cx="401955" cy="427866"/>
                </a:xfrm>
              </p:grpSpPr>
              <p:sp>
                <p:nvSpPr>
                  <p:cNvPr id="336" name="Freeform: Shape 335">
                    <a:extLst>
                      <a:ext uri="{FF2B5EF4-FFF2-40B4-BE49-F238E27FC236}">
                        <a16:creationId xmlns:a16="http://schemas.microsoft.com/office/drawing/2014/main" id="{631E0C07-B268-4FBA-99F3-960B603D3D7E}"/>
                      </a:ext>
                    </a:extLst>
                  </p:cNvPr>
                  <p:cNvSpPr/>
                  <p:nvPr/>
                </p:nvSpPr>
                <p:spPr>
                  <a:xfrm>
                    <a:off x="7865744" y="2859404"/>
                    <a:ext cx="401955" cy="427866"/>
                  </a:xfrm>
                  <a:custGeom>
                    <a:avLst/>
                    <a:gdLst>
                      <a:gd name="connsiteX0" fmla="*/ 200978 w 401955"/>
                      <a:gd name="connsiteY0" fmla="*/ 0 h 427866"/>
                      <a:gd name="connsiteX1" fmla="*/ 401955 w 401955"/>
                      <a:gd name="connsiteY1" fmla="*/ 200978 h 427866"/>
                      <a:gd name="connsiteX2" fmla="*/ 331470 w 401955"/>
                      <a:gd name="connsiteY2" fmla="*/ 353378 h 427866"/>
                      <a:gd name="connsiteX3" fmla="*/ 331470 w 401955"/>
                      <a:gd name="connsiteY3" fmla="*/ 414338 h 427866"/>
                      <a:gd name="connsiteX4" fmla="*/ 310515 w 401955"/>
                      <a:gd name="connsiteY4" fmla="*/ 425767 h 427866"/>
                      <a:gd name="connsiteX5" fmla="*/ 260985 w 401955"/>
                      <a:gd name="connsiteY5" fmla="*/ 392430 h 427866"/>
                      <a:gd name="connsiteX6" fmla="*/ 200978 w 401955"/>
                      <a:gd name="connsiteY6" fmla="*/ 401955 h 427866"/>
                      <a:gd name="connsiteX7" fmla="*/ 0 w 401955"/>
                      <a:gd name="connsiteY7" fmla="*/ 200978 h 427866"/>
                      <a:gd name="connsiteX8" fmla="*/ 200978 w 401955"/>
                      <a:gd name="connsiteY8" fmla="*/ 0 h 42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55" h="427866">
                        <a:moveTo>
                          <a:pt x="200978" y="0"/>
                        </a:moveTo>
                        <a:cubicBezTo>
                          <a:pt x="312420" y="0"/>
                          <a:pt x="401955" y="89535"/>
                          <a:pt x="401955" y="200978"/>
                        </a:cubicBezTo>
                        <a:cubicBezTo>
                          <a:pt x="401955" y="261938"/>
                          <a:pt x="374333" y="316230"/>
                          <a:pt x="331470" y="353378"/>
                        </a:cubicBezTo>
                        <a:lnTo>
                          <a:pt x="331470" y="414338"/>
                        </a:lnTo>
                        <a:cubicBezTo>
                          <a:pt x="331470" y="424815"/>
                          <a:pt x="319088" y="431483"/>
                          <a:pt x="310515" y="425767"/>
                        </a:cubicBezTo>
                        <a:lnTo>
                          <a:pt x="260985" y="392430"/>
                        </a:lnTo>
                        <a:cubicBezTo>
                          <a:pt x="241935" y="398145"/>
                          <a:pt x="221933" y="401955"/>
                          <a:pt x="200978" y="401955"/>
                        </a:cubicBezTo>
                        <a:cubicBezTo>
                          <a:pt x="89535" y="401955"/>
                          <a:pt x="0" y="312420"/>
                          <a:pt x="0" y="200978"/>
                        </a:cubicBezTo>
                        <a:cubicBezTo>
                          <a:pt x="0" y="89535"/>
                          <a:pt x="89535" y="0"/>
                          <a:pt x="200978" y="0"/>
                        </a:cubicBezTo>
                        <a:close/>
                      </a:path>
                    </a:pathLst>
                  </a:custGeom>
                  <a:solidFill>
                    <a:srgbClr val="ECE7FE"/>
                  </a:solidFill>
                  <a:ln w="9525" cap="flat">
                    <a:noFill/>
                    <a:prstDash val="solid"/>
                    <a:miter/>
                  </a:ln>
                </p:spPr>
                <p:txBody>
                  <a:bodyPr rtlCol="0" anchor="ctr"/>
                  <a:lstStyle/>
                  <a:p>
                    <a:endParaRPr lang="en-US"/>
                  </a:p>
                </p:txBody>
              </p:sp>
              <p:grpSp>
                <p:nvGrpSpPr>
                  <p:cNvPr id="337" name="Graphic 2">
                    <a:extLst>
                      <a:ext uri="{FF2B5EF4-FFF2-40B4-BE49-F238E27FC236}">
                        <a16:creationId xmlns:a16="http://schemas.microsoft.com/office/drawing/2014/main" id="{ECECB368-C657-4703-8CE0-18A78A3B17A1}"/>
                      </a:ext>
                    </a:extLst>
                  </p:cNvPr>
                  <p:cNvGrpSpPr/>
                  <p:nvPr/>
                </p:nvGrpSpPr>
                <p:grpSpPr>
                  <a:xfrm>
                    <a:off x="7947659" y="2940683"/>
                    <a:ext cx="238125" cy="211138"/>
                    <a:chOff x="7947659" y="2940683"/>
                    <a:chExt cx="238125" cy="211138"/>
                  </a:xfrm>
                  <a:solidFill>
                    <a:srgbClr val="7D7DBC"/>
                  </a:solidFill>
                </p:grpSpPr>
                <p:sp>
                  <p:nvSpPr>
                    <p:cNvPr id="338" name="Freeform: Shape 337">
                      <a:extLst>
                        <a:ext uri="{FF2B5EF4-FFF2-40B4-BE49-F238E27FC236}">
                          <a16:creationId xmlns:a16="http://schemas.microsoft.com/office/drawing/2014/main" id="{A329D335-1586-45DA-AF53-6E5323261B66}"/>
                        </a:ext>
                      </a:extLst>
                    </p:cNvPr>
                    <p:cNvSpPr/>
                    <p:nvPr/>
                  </p:nvSpPr>
                  <p:spPr>
                    <a:xfrm>
                      <a:off x="8117205" y="3026091"/>
                      <a:ext cx="68579" cy="115252"/>
                    </a:xfrm>
                    <a:custGeom>
                      <a:avLst/>
                      <a:gdLst>
                        <a:gd name="connsiteX0" fmla="*/ 68580 w 68579"/>
                        <a:gd name="connsiteY0" fmla="*/ 10478 h 115252"/>
                        <a:gd name="connsiteX1" fmla="*/ 58102 w 68579"/>
                        <a:gd name="connsiteY1" fmla="*/ 0 h 115252"/>
                        <a:gd name="connsiteX2" fmla="*/ 10477 w 68579"/>
                        <a:gd name="connsiteY2" fmla="*/ 0 h 115252"/>
                        <a:gd name="connsiteX3" fmla="*/ 0 w 68579"/>
                        <a:gd name="connsiteY3" fmla="*/ 10478 h 115252"/>
                        <a:gd name="connsiteX4" fmla="*/ 0 w 68579"/>
                        <a:gd name="connsiteY4" fmla="*/ 104775 h 115252"/>
                        <a:gd name="connsiteX5" fmla="*/ 10477 w 68579"/>
                        <a:gd name="connsiteY5" fmla="*/ 115253 h 115252"/>
                        <a:gd name="connsiteX6" fmla="*/ 58102 w 68579"/>
                        <a:gd name="connsiteY6" fmla="*/ 115253 h 115252"/>
                        <a:gd name="connsiteX7" fmla="*/ 68580 w 68579"/>
                        <a:gd name="connsiteY7" fmla="*/ 104775 h 115252"/>
                        <a:gd name="connsiteX8" fmla="*/ 68580 w 68579"/>
                        <a:gd name="connsiteY8" fmla="*/ 10478 h 115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79" h="115252">
                          <a:moveTo>
                            <a:pt x="68580" y="10478"/>
                          </a:moveTo>
                          <a:cubicBezTo>
                            <a:pt x="68580" y="2858"/>
                            <a:pt x="65722" y="0"/>
                            <a:pt x="58102" y="0"/>
                          </a:cubicBezTo>
                          <a:cubicBezTo>
                            <a:pt x="41910" y="0"/>
                            <a:pt x="26670" y="0"/>
                            <a:pt x="10477" y="0"/>
                          </a:cubicBezTo>
                          <a:cubicBezTo>
                            <a:pt x="2857" y="0"/>
                            <a:pt x="0" y="2858"/>
                            <a:pt x="0" y="10478"/>
                          </a:cubicBezTo>
                          <a:cubicBezTo>
                            <a:pt x="0" y="41910"/>
                            <a:pt x="0" y="73342"/>
                            <a:pt x="0" y="104775"/>
                          </a:cubicBezTo>
                          <a:cubicBezTo>
                            <a:pt x="0" y="113348"/>
                            <a:pt x="2857" y="115253"/>
                            <a:pt x="10477" y="115253"/>
                          </a:cubicBezTo>
                          <a:cubicBezTo>
                            <a:pt x="26670" y="115253"/>
                            <a:pt x="41910" y="115253"/>
                            <a:pt x="58102" y="115253"/>
                          </a:cubicBezTo>
                          <a:cubicBezTo>
                            <a:pt x="65722" y="115253"/>
                            <a:pt x="68580" y="112395"/>
                            <a:pt x="68580" y="104775"/>
                          </a:cubicBezTo>
                          <a:cubicBezTo>
                            <a:pt x="68580" y="89535"/>
                            <a:pt x="68580" y="25717"/>
                            <a:pt x="68580" y="10478"/>
                          </a:cubicBezTo>
                          <a:close/>
                        </a:path>
                      </a:pathLst>
                    </a:custGeom>
                    <a:solidFill>
                      <a:srgbClr val="7D7DBC"/>
                    </a:solid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52678562-9057-4103-8FB1-F8CC19CB08AF}"/>
                        </a:ext>
                      </a:extLst>
                    </p:cNvPr>
                    <p:cNvSpPr/>
                    <p:nvPr/>
                  </p:nvSpPr>
                  <p:spPr>
                    <a:xfrm>
                      <a:off x="7947659" y="2940683"/>
                      <a:ext cx="160972" cy="211138"/>
                    </a:xfrm>
                    <a:custGeom>
                      <a:avLst/>
                      <a:gdLst>
                        <a:gd name="connsiteX0" fmla="*/ 0 w 160972"/>
                        <a:gd name="connsiteY0" fmla="*/ 132081 h 211138"/>
                        <a:gd name="connsiteX1" fmla="*/ 8572 w 160972"/>
                        <a:gd name="connsiteY1" fmla="*/ 113984 h 211138"/>
                        <a:gd name="connsiteX2" fmla="*/ 9525 w 160972"/>
                        <a:gd name="connsiteY2" fmla="*/ 113031 h 211138"/>
                        <a:gd name="connsiteX3" fmla="*/ 9525 w 160972"/>
                        <a:gd name="connsiteY3" fmla="*/ 112079 h 211138"/>
                        <a:gd name="connsiteX4" fmla="*/ 5715 w 160972"/>
                        <a:gd name="connsiteY4" fmla="*/ 100649 h 211138"/>
                        <a:gd name="connsiteX5" fmla="*/ 26670 w 160972"/>
                        <a:gd name="connsiteY5" fmla="*/ 79694 h 211138"/>
                        <a:gd name="connsiteX6" fmla="*/ 59055 w 160972"/>
                        <a:gd name="connsiteY6" fmla="*/ 79694 h 211138"/>
                        <a:gd name="connsiteX7" fmla="*/ 67628 w 160972"/>
                        <a:gd name="connsiteY7" fmla="*/ 68264 h 211138"/>
                        <a:gd name="connsiteX8" fmla="*/ 67628 w 160972"/>
                        <a:gd name="connsiteY8" fmla="*/ 67311 h 211138"/>
                        <a:gd name="connsiteX9" fmla="*/ 63818 w 160972"/>
                        <a:gd name="connsiteY9" fmla="*/ 24449 h 211138"/>
                        <a:gd name="connsiteX10" fmla="*/ 70485 w 160972"/>
                        <a:gd name="connsiteY10" fmla="*/ 5399 h 211138"/>
                        <a:gd name="connsiteX11" fmla="*/ 93345 w 160972"/>
                        <a:gd name="connsiteY11" fmla="*/ 9209 h 211138"/>
                        <a:gd name="connsiteX12" fmla="*/ 98108 w 160972"/>
                        <a:gd name="connsiteY12" fmla="*/ 23496 h 211138"/>
                        <a:gd name="connsiteX13" fmla="*/ 113347 w 160972"/>
                        <a:gd name="connsiteY13" fmla="*/ 59691 h 211138"/>
                        <a:gd name="connsiteX14" fmla="*/ 156210 w 160972"/>
                        <a:gd name="connsiteY14" fmla="*/ 87314 h 211138"/>
                        <a:gd name="connsiteX15" fmla="*/ 160972 w 160972"/>
                        <a:gd name="connsiteY15" fmla="*/ 93029 h 211138"/>
                        <a:gd name="connsiteX16" fmla="*/ 160972 w 160972"/>
                        <a:gd name="connsiteY16" fmla="*/ 189231 h 211138"/>
                        <a:gd name="connsiteX17" fmla="*/ 155258 w 160972"/>
                        <a:gd name="connsiteY17" fmla="*/ 195899 h 211138"/>
                        <a:gd name="connsiteX18" fmla="*/ 127635 w 160972"/>
                        <a:gd name="connsiteY18" fmla="*/ 203519 h 211138"/>
                        <a:gd name="connsiteX19" fmla="*/ 100965 w 160972"/>
                        <a:gd name="connsiteY19" fmla="*/ 210186 h 211138"/>
                        <a:gd name="connsiteX20" fmla="*/ 39053 w 160972"/>
                        <a:gd name="connsiteY20" fmla="*/ 211139 h 211138"/>
                        <a:gd name="connsiteX21" fmla="*/ 18097 w 160972"/>
                        <a:gd name="connsiteY21" fmla="*/ 190184 h 211138"/>
                        <a:gd name="connsiteX22" fmla="*/ 20955 w 160972"/>
                        <a:gd name="connsiteY22" fmla="*/ 179706 h 211138"/>
                        <a:gd name="connsiteX23" fmla="*/ 20955 w 160972"/>
                        <a:gd name="connsiteY23" fmla="*/ 179706 h 211138"/>
                        <a:gd name="connsiteX24" fmla="*/ 7620 w 160972"/>
                        <a:gd name="connsiteY24" fmla="*/ 159704 h 211138"/>
                        <a:gd name="connsiteX25" fmla="*/ 9525 w 160972"/>
                        <a:gd name="connsiteY25" fmla="*/ 150179 h 211138"/>
                        <a:gd name="connsiteX26" fmla="*/ 8572 w 160972"/>
                        <a:gd name="connsiteY26" fmla="*/ 148274 h 211138"/>
                        <a:gd name="connsiteX27" fmla="*/ 0 w 160972"/>
                        <a:gd name="connsiteY27" fmla="*/ 132081 h 21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60972" h="211138">
                          <a:moveTo>
                            <a:pt x="0" y="132081"/>
                          </a:moveTo>
                          <a:cubicBezTo>
                            <a:pt x="0" y="124461"/>
                            <a:pt x="3810" y="118746"/>
                            <a:pt x="8572" y="113984"/>
                          </a:cubicBezTo>
                          <a:cubicBezTo>
                            <a:pt x="8572" y="113984"/>
                            <a:pt x="8572" y="113031"/>
                            <a:pt x="9525" y="113031"/>
                          </a:cubicBezTo>
                          <a:cubicBezTo>
                            <a:pt x="9525" y="113031"/>
                            <a:pt x="9525" y="113031"/>
                            <a:pt x="9525" y="112079"/>
                          </a:cubicBezTo>
                          <a:cubicBezTo>
                            <a:pt x="7620" y="109221"/>
                            <a:pt x="5715" y="104459"/>
                            <a:pt x="5715" y="100649"/>
                          </a:cubicBezTo>
                          <a:cubicBezTo>
                            <a:pt x="5715" y="89219"/>
                            <a:pt x="15240" y="79694"/>
                            <a:pt x="26670" y="79694"/>
                          </a:cubicBezTo>
                          <a:cubicBezTo>
                            <a:pt x="27622" y="79694"/>
                            <a:pt x="50483" y="79694"/>
                            <a:pt x="59055" y="79694"/>
                          </a:cubicBezTo>
                          <a:cubicBezTo>
                            <a:pt x="67628" y="79694"/>
                            <a:pt x="69533" y="80646"/>
                            <a:pt x="67628" y="68264"/>
                          </a:cubicBezTo>
                          <a:cubicBezTo>
                            <a:pt x="67628" y="68264"/>
                            <a:pt x="67628" y="67311"/>
                            <a:pt x="67628" y="67311"/>
                          </a:cubicBezTo>
                          <a:cubicBezTo>
                            <a:pt x="64770" y="53024"/>
                            <a:pt x="62865" y="38736"/>
                            <a:pt x="63818" y="24449"/>
                          </a:cubicBezTo>
                          <a:cubicBezTo>
                            <a:pt x="63818" y="17781"/>
                            <a:pt x="65722" y="11114"/>
                            <a:pt x="70485" y="5399"/>
                          </a:cubicBezTo>
                          <a:cubicBezTo>
                            <a:pt x="78105" y="-3174"/>
                            <a:pt x="89535" y="-1269"/>
                            <a:pt x="93345" y="9209"/>
                          </a:cubicBezTo>
                          <a:cubicBezTo>
                            <a:pt x="95250" y="13971"/>
                            <a:pt x="96203" y="18734"/>
                            <a:pt x="98108" y="23496"/>
                          </a:cubicBezTo>
                          <a:cubicBezTo>
                            <a:pt x="101918" y="35879"/>
                            <a:pt x="105728" y="48261"/>
                            <a:pt x="113347" y="59691"/>
                          </a:cubicBezTo>
                          <a:cubicBezTo>
                            <a:pt x="123825" y="74931"/>
                            <a:pt x="137160" y="86361"/>
                            <a:pt x="156210" y="87314"/>
                          </a:cubicBezTo>
                          <a:cubicBezTo>
                            <a:pt x="160020" y="87314"/>
                            <a:pt x="160972" y="89219"/>
                            <a:pt x="160972" y="93029"/>
                          </a:cubicBezTo>
                          <a:cubicBezTo>
                            <a:pt x="160972" y="109221"/>
                            <a:pt x="160972" y="173039"/>
                            <a:pt x="160972" y="189231"/>
                          </a:cubicBezTo>
                          <a:cubicBezTo>
                            <a:pt x="160972" y="193041"/>
                            <a:pt x="160020" y="194946"/>
                            <a:pt x="155258" y="195899"/>
                          </a:cubicBezTo>
                          <a:cubicBezTo>
                            <a:pt x="145733" y="197804"/>
                            <a:pt x="137160" y="200661"/>
                            <a:pt x="127635" y="203519"/>
                          </a:cubicBezTo>
                          <a:cubicBezTo>
                            <a:pt x="119063" y="205424"/>
                            <a:pt x="109538" y="209234"/>
                            <a:pt x="100965" y="210186"/>
                          </a:cubicBezTo>
                          <a:cubicBezTo>
                            <a:pt x="80963" y="211139"/>
                            <a:pt x="40005" y="211139"/>
                            <a:pt x="39053" y="211139"/>
                          </a:cubicBezTo>
                          <a:cubicBezTo>
                            <a:pt x="27622" y="211139"/>
                            <a:pt x="18097" y="201614"/>
                            <a:pt x="18097" y="190184"/>
                          </a:cubicBezTo>
                          <a:cubicBezTo>
                            <a:pt x="18097" y="186374"/>
                            <a:pt x="19050" y="182564"/>
                            <a:pt x="20955" y="179706"/>
                          </a:cubicBezTo>
                          <a:cubicBezTo>
                            <a:pt x="20955" y="179706"/>
                            <a:pt x="20955" y="179706"/>
                            <a:pt x="20955" y="179706"/>
                          </a:cubicBezTo>
                          <a:cubicBezTo>
                            <a:pt x="13335" y="176849"/>
                            <a:pt x="7620" y="169229"/>
                            <a:pt x="7620" y="159704"/>
                          </a:cubicBezTo>
                          <a:cubicBezTo>
                            <a:pt x="7620" y="156846"/>
                            <a:pt x="8572" y="153036"/>
                            <a:pt x="9525" y="150179"/>
                          </a:cubicBezTo>
                          <a:cubicBezTo>
                            <a:pt x="8572" y="149226"/>
                            <a:pt x="8572" y="149226"/>
                            <a:pt x="8572" y="148274"/>
                          </a:cubicBezTo>
                          <a:cubicBezTo>
                            <a:pt x="2858" y="146369"/>
                            <a:pt x="0" y="139701"/>
                            <a:pt x="0" y="132081"/>
                          </a:cubicBezTo>
                          <a:close/>
                        </a:path>
                      </a:pathLst>
                    </a:custGeom>
                    <a:solidFill>
                      <a:srgbClr val="7D7DBC"/>
                    </a:solidFill>
                    <a:ln w="9525" cap="flat">
                      <a:noFill/>
                      <a:prstDash val="solid"/>
                      <a:miter/>
                    </a:ln>
                  </p:spPr>
                  <p:txBody>
                    <a:bodyPr rtlCol="0" anchor="ctr"/>
                    <a:lstStyle/>
                    <a:p>
                      <a:endParaRPr lang="en-US"/>
                    </a:p>
                  </p:txBody>
                </p:sp>
              </p:grpSp>
            </p:grpSp>
            <p:grpSp>
              <p:nvGrpSpPr>
                <p:cNvPr id="300" name="Graphic 2">
                  <a:extLst>
                    <a:ext uri="{FF2B5EF4-FFF2-40B4-BE49-F238E27FC236}">
                      <a16:creationId xmlns:a16="http://schemas.microsoft.com/office/drawing/2014/main" id="{8049B159-8BF6-497A-9683-6864791C6065}"/>
                    </a:ext>
                  </a:extLst>
                </p:cNvPr>
                <p:cNvGrpSpPr/>
                <p:nvPr/>
              </p:nvGrpSpPr>
              <p:grpSpPr>
                <a:xfrm>
                  <a:off x="7638097" y="2457449"/>
                  <a:ext cx="2332672" cy="100964"/>
                  <a:chOff x="7638097" y="2457449"/>
                  <a:chExt cx="2332672" cy="100964"/>
                </a:xfrm>
              </p:grpSpPr>
              <p:sp>
                <p:nvSpPr>
                  <p:cNvPr id="331" name="Freeform: Shape 330">
                    <a:extLst>
                      <a:ext uri="{FF2B5EF4-FFF2-40B4-BE49-F238E27FC236}">
                        <a16:creationId xmlns:a16="http://schemas.microsoft.com/office/drawing/2014/main" id="{B2CCCA00-CE8A-481E-813D-C162EDF6017D}"/>
                      </a:ext>
                    </a:extLst>
                  </p:cNvPr>
                  <p:cNvSpPr/>
                  <p:nvPr/>
                </p:nvSpPr>
                <p:spPr>
                  <a:xfrm>
                    <a:off x="7638097" y="2457449"/>
                    <a:ext cx="2332672" cy="100964"/>
                  </a:xfrm>
                  <a:custGeom>
                    <a:avLst/>
                    <a:gdLst>
                      <a:gd name="connsiteX0" fmla="*/ 2332673 w 2332672"/>
                      <a:gd name="connsiteY0" fmla="*/ 100965 h 100964"/>
                      <a:gd name="connsiteX1" fmla="*/ 0 w 2332672"/>
                      <a:gd name="connsiteY1" fmla="*/ 100965 h 100964"/>
                      <a:gd name="connsiteX2" fmla="*/ 0 w 2332672"/>
                      <a:gd name="connsiteY2" fmla="*/ 56198 h 100964"/>
                      <a:gd name="connsiteX3" fmla="*/ 56197 w 2332672"/>
                      <a:gd name="connsiteY3" fmla="*/ 0 h 100964"/>
                      <a:gd name="connsiteX4" fmla="*/ 2296478 w 2332672"/>
                      <a:gd name="connsiteY4" fmla="*/ 0 h 100964"/>
                      <a:gd name="connsiteX5" fmla="*/ 2332673 w 2332672"/>
                      <a:gd name="connsiteY5" fmla="*/ 36195 h 100964"/>
                      <a:gd name="connsiteX6" fmla="*/ 2332673 w 2332672"/>
                      <a:gd name="connsiteY6" fmla="*/ 100965 h 10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2672" h="100964">
                        <a:moveTo>
                          <a:pt x="2332673" y="100965"/>
                        </a:moveTo>
                        <a:lnTo>
                          <a:pt x="0" y="100965"/>
                        </a:lnTo>
                        <a:lnTo>
                          <a:pt x="0" y="56198"/>
                        </a:lnTo>
                        <a:cubicBezTo>
                          <a:pt x="0" y="25717"/>
                          <a:pt x="24765" y="0"/>
                          <a:pt x="56197" y="0"/>
                        </a:cubicBezTo>
                        <a:lnTo>
                          <a:pt x="2296478" y="0"/>
                        </a:lnTo>
                        <a:cubicBezTo>
                          <a:pt x="2316480" y="0"/>
                          <a:pt x="2332673" y="16192"/>
                          <a:pt x="2332673" y="36195"/>
                        </a:cubicBezTo>
                        <a:lnTo>
                          <a:pt x="2332673" y="100965"/>
                        </a:lnTo>
                        <a:close/>
                      </a:path>
                    </a:pathLst>
                  </a:custGeom>
                  <a:solidFill>
                    <a:srgbClr val="414968"/>
                  </a:solidFill>
                  <a:ln w="9525" cap="flat">
                    <a:noFill/>
                    <a:prstDash val="solid"/>
                    <a:miter/>
                  </a:ln>
                </p:spPr>
                <p:txBody>
                  <a:bodyPr rtlCol="0" anchor="ctr"/>
                  <a:lstStyle/>
                  <a:p>
                    <a:endParaRPr lang="en-US"/>
                  </a:p>
                </p:txBody>
              </p:sp>
              <p:grpSp>
                <p:nvGrpSpPr>
                  <p:cNvPr id="332" name="Graphic 2">
                    <a:extLst>
                      <a:ext uri="{FF2B5EF4-FFF2-40B4-BE49-F238E27FC236}">
                        <a16:creationId xmlns:a16="http://schemas.microsoft.com/office/drawing/2014/main" id="{3028D391-02FD-4D34-A4A2-099E71B2BC06}"/>
                      </a:ext>
                    </a:extLst>
                  </p:cNvPr>
                  <p:cNvGrpSpPr/>
                  <p:nvPr/>
                </p:nvGrpSpPr>
                <p:grpSpPr>
                  <a:xfrm>
                    <a:off x="7731442" y="2482214"/>
                    <a:ext cx="223837" cy="53339"/>
                    <a:chOff x="7731442" y="2482214"/>
                    <a:chExt cx="223837" cy="53339"/>
                  </a:xfrm>
                </p:grpSpPr>
                <p:sp>
                  <p:nvSpPr>
                    <p:cNvPr id="333" name="Freeform: Shape 332">
                      <a:extLst>
                        <a:ext uri="{FF2B5EF4-FFF2-40B4-BE49-F238E27FC236}">
                          <a16:creationId xmlns:a16="http://schemas.microsoft.com/office/drawing/2014/main" id="{09E2D3B9-28A9-4EF3-876F-584683CC1811}"/>
                        </a:ext>
                      </a:extLst>
                    </p:cNvPr>
                    <p:cNvSpPr/>
                    <p:nvPr/>
                  </p:nvSpPr>
                  <p:spPr>
                    <a:xfrm>
                      <a:off x="7731442" y="2482214"/>
                      <a:ext cx="53340" cy="53339"/>
                    </a:xfrm>
                    <a:custGeom>
                      <a:avLst/>
                      <a:gdLst>
                        <a:gd name="connsiteX0" fmla="*/ 53340 w 53340"/>
                        <a:gd name="connsiteY0" fmla="*/ 26670 h 53339"/>
                        <a:gd name="connsiteX1" fmla="*/ 26670 w 53340"/>
                        <a:gd name="connsiteY1" fmla="*/ 53340 h 53339"/>
                        <a:gd name="connsiteX2" fmla="*/ 0 w 53340"/>
                        <a:gd name="connsiteY2" fmla="*/ 26670 h 53339"/>
                        <a:gd name="connsiteX3" fmla="*/ 26670 w 53340"/>
                        <a:gd name="connsiteY3" fmla="*/ 0 h 53339"/>
                        <a:gd name="connsiteX4" fmla="*/ 53340 w 53340"/>
                        <a:gd name="connsiteY4" fmla="*/ 26670 h 53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40" h="53339">
                          <a:moveTo>
                            <a:pt x="53340" y="26670"/>
                          </a:moveTo>
                          <a:cubicBezTo>
                            <a:pt x="53340" y="41399"/>
                            <a:pt x="41399" y="53340"/>
                            <a:pt x="26670" y="53340"/>
                          </a:cubicBezTo>
                          <a:cubicBezTo>
                            <a:pt x="11941" y="53340"/>
                            <a:pt x="0" y="41399"/>
                            <a:pt x="0" y="26670"/>
                          </a:cubicBezTo>
                          <a:cubicBezTo>
                            <a:pt x="0" y="11941"/>
                            <a:pt x="11941" y="0"/>
                            <a:pt x="26670" y="0"/>
                          </a:cubicBezTo>
                          <a:cubicBezTo>
                            <a:pt x="41399" y="0"/>
                            <a:pt x="53340" y="11941"/>
                            <a:pt x="53340" y="26670"/>
                          </a:cubicBezTo>
                          <a:close/>
                        </a:path>
                      </a:pathLst>
                    </a:custGeom>
                    <a:solidFill>
                      <a:srgbClr val="E65C8F"/>
                    </a:solid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03EF7399-E254-47BD-96F3-D99E05DFA3A0}"/>
                        </a:ext>
                      </a:extLst>
                    </p:cNvPr>
                    <p:cNvSpPr/>
                    <p:nvPr/>
                  </p:nvSpPr>
                  <p:spPr>
                    <a:xfrm>
                      <a:off x="7816215" y="2482214"/>
                      <a:ext cx="53340" cy="53339"/>
                    </a:xfrm>
                    <a:custGeom>
                      <a:avLst/>
                      <a:gdLst>
                        <a:gd name="connsiteX0" fmla="*/ 53340 w 53340"/>
                        <a:gd name="connsiteY0" fmla="*/ 26670 h 53339"/>
                        <a:gd name="connsiteX1" fmla="*/ 26670 w 53340"/>
                        <a:gd name="connsiteY1" fmla="*/ 53340 h 53339"/>
                        <a:gd name="connsiteX2" fmla="*/ 0 w 53340"/>
                        <a:gd name="connsiteY2" fmla="*/ 26670 h 53339"/>
                        <a:gd name="connsiteX3" fmla="*/ 26670 w 53340"/>
                        <a:gd name="connsiteY3" fmla="*/ 0 h 53339"/>
                        <a:gd name="connsiteX4" fmla="*/ 53340 w 53340"/>
                        <a:gd name="connsiteY4" fmla="*/ 26670 h 53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40" h="53339">
                          <a:moveTo>
                            <a:pt x="53340" y="26670"/>
                          </a:moveTo>
                          <a:cubicBezTo>
                            <a:pt x="53340" y="41399"/>
                            <a:pt x="41400" y="53340"/>
                            <a:pt x="26670" y="53340"/>
                          </a:cubicBezTo>
                          <a:cubicBezTo>
                            <a:pt x="11941" y="53340"/>
                            <a:pt x="0" y="41399"/>
                            <a:pt x="0" y="26670"/>
                          </a:cubicBezTo>
                          <a:cubicBezTo>
                            <a:pt x="0" y="11941"/>
                            <a:pt x="11941" y="0"/>
                            <a:pt x="26670" y="0"/>
                          </a:cubicBezTo>
                          <a:cubicBezTo>
                            <a:pt x="41400" y="0"/>
                            <a:pt x="53340" y="11941"/>
                            <a:pt x="53340" y="26670"/>
                          </a:cubicBezTo>
                          <a:close/>
                        </a:path>
                      </a:pathLst>
                    </a:custGeom>
                    <a:solidFill>
                      <a:srgbClr val="FFCE47"/>
                    </a:solid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A859C148-BF27-406C-AC73-409AF1787AE7}"/>
                        </a:ext>
                      </a:extLst>
                    </p:cNvPr>
                    <p:cNvSpPr/>
                    <p:nvPr/>
                  </p:nvSpPr>
                  <p:spPr>
                    <a:xfrm>
                      <a:off x="7901940" y="2482214"/>
                      <a:ext cx="53340" cy="53339"/>
                    </a:xfrm>
                    <a:custGeom>
                      <a:avLst/>
                      <a:gdLst>
                        <a:gd name="connsiteX0" fmla="*/ 53340 w 53340"/>
                        <a:gd name="connsiteY0" fmla="*/ 26670 h 53339"/>
                        <a:gd name="connsiteX1" fmla="*/ 26670 w 53340"/>
                        <a:gd name="connsiteY1" fmla="*/ 53340 h 53339"/>
                        <a:gd name="connsiteX2" fmla="*/ 0 w 53340"/>
                        <a:gd name="connsiteY2" fmla="*/ 26670 h 53339"/>
                        <a:gd name="connsiteX3" fmla="*/ 26670 w 53340"/>
                        <a:gd name="connsiteY3" fmla="*/ 0 h 53339"/>
                        <a:gd name="connsiteX4" fmla="*/ 53340 w 53340"/>
                        <a:gd name="connsiteY4" fmla="*/ 26670 h 53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40" h="53339">
                          <a:moveTo>
                            <a:pt x="53340" y="26670"/>
                          </a:moveTo>
                          <a:cubicBezTo>
                            <a:pt x="53340" y="41399"/>
                            <a:pt x="41400" y="53340"/>
                            <a:pt x="26670" y="53340"/>
                          </a:cubicBezTo>
                          <a:cubicBezTo>
                            <a:pt x="11941" y="53340"/>
                            <a:pt x="0" y="41399"/>
                            <a:pt x="0" y="26670"/>
                          </a:cubicBezTo>
                          <a:cubicBezTo>
                            <a:pt x="0" y="11941"/>
                            <a:pt x="11941" y="0"/>
                            <a:pt x="26670" y="0"/>
                          </a:cubicBezTo>
                          <a:cubicBezTo>
                            <a:pt x="41400" y="0"/>
                            <a:pt x="53340" y="11941"/>
                            <a:pt x="53340" y="26670"/>
                          </a:cubicBezTo>
                          <a:close/>
                        </a:path>
                      </a:pathLst>
                    </a:custGeom>
                    <a:solidFill>
                      <a:srgbClr val="06A2C6"/>
                    </a:solidFill>
                    <a:ln w="9525" cap="flat">
                      <a:noFill/>
                      <a:prstDash val="solid"/>
                      <a:miter/>
                    </a:ln>
                  </p:spPr>
                  <p:txBody>
                    <a:bodyPr rtlCol="0" anchor="ctr"/>
                    <a:lstStyle/>
                    <a:p>
                      <a:endParaRPr lang="en-US"/>
                    </a:p>
                  </p:txBody>
                </p:sp>
              </p:grpSp>
            </p:grpSp>
            <p:grpSp>
              <p:nvGrpSpPr>
                <p:cNvPr id="301" name="Graphic 2">
                  <a:extLst>
                    <a:ext uri="{FF2B5EF4-FFF2-40B4-BE49-F238E27FC236}">
                      <a16:creationId xmlns:a16="http://schemas.microsoft.com/office/drawing/2014/main" id="{880BFBCD-A477-486F-A42D-CC3D81FE2063}"/>
                    </a:ext>
                  </a:extLst>
                </p:cNvPr>
                <p:cNvGrpSpPr/>
                <p:nvPr/>
              </p:nvGrpSpPr>
              <p:grpSpPr>
                <a:xfrm>
                  <a:off x="8361470" y="2444251"/>
                  <a:ext cx="1222584" cy="1756751"/>
                  <a:chOff x="8361470" y="2444251"/>
                  <a:chExt cx="1222584" cy="1756751"/>
                </a:xfrm>
              </p:grpSpPr>
              <p:grpSp>
                <p:nvGrpSpPr>
                  <p:cNvPr id="302" name="Graphic 2">
                    <a:extLst>
                      <a:ext uri="{FF2B5EF4-FFF2-40B4-BE49-F238E27FC236}">
                        <a16:creationId xmlns:a16="http://schemas.microsoft.com/office/drawing/2014/main" id="{19427EDC-33C5-4DF1-B3A8-A18F9E3D0365}"/>
                      </a:ext>
                    </a:extLst>
                  </p:cNvPr>
                  <p:cNvGrpSpPr/>
                  <p:nvPr/>
                </p:nvGrpSpPr>
                <p:grpSpPr>
                  <a:xfrm>
                    <a:off x="8361470" y="3264909"/>
                    <a:ext cx="680221" cy="556868"/>
                    <a:chOff x="8361470" y="3264909"/>
                    <a:chExt cx="680221" cy="556868"/>
                  </a:xfrm>
                </p:grpSpPr>
                <p:sp>
                  <p:nvSpPr>
                    <p:cNvPr id="329" name="Freeform: Shape 328">
                      <a:extLst>
                        <a:ext uri="{FF2B5EF4-FFF2-40B4-BE49-F238E27FC236}">
                          <a16:creationId xmlns:a16="http://schemas.microsoft.com/office/drawing/2014/main" id="{2B522A6B-07D9-4A3F-83F3-FEC21429943B}"/>
                        </a:ext>
                      </a:extLst>
                    </p:cNvPr>
                    <p:cNvSpPr/>
                    <p:nvPr/>
                  </p:nvSpPr>
                  <p:spPr>
                    <a:xfrm>
                      <a:off x="8361470" y="3292227"/>
                      <a:ext cx="110379" cy="211066"/>
                    </a:xfrm>
                    <a:custGeom>
                      <a:avLst/>
                      <a:gdLst>
                        <a:gd name="connsiteX0" fmla="*/ 101492 w 110379"/>
                        <a:gd name="connsiteY0" fmla="*/ 193922 h 211066"/>
                        <a:gd name="connsiteX1" fmla="*/ 105301 w 110379"/>
                        <a:gd name="connsiteY1" fmla="*/ 73907 h 211066"/>
                        <a:gd name="connsiteX2" fmla="*/ 61486 w 110379"/>
                        <a:gd name="connsiteY2" fmla="*/ 89147 h 211066"/>
                        <a:gd name="connsiteX3" fmla="*/ 35769 w 110379"/>
                        <a:gd name="connsiteY3" fmla="*/ 19614 h 211066"/>
                        <a:gd name="connsiteX4" fmla="*/ 14814 w 110379"/>
                        <a:gd name="connsiteY4" fmla="*/ 10089 h 211066"/>
                        <a:gd name="connsiteX5" fmla="*/ 46247 w 110379"/>
                        <a:gd name="connsiteY5" fmla="*/ 172967 h 211066"/>
                        <a:gd name="connsiteX6" fmla="*/ 60534 w 110379"/>
                        <a:gd name="connsiteY6" fmla="*/ 211067 h 211066"/>
                        <a:gd name="connsiteX7" fmla="*/ 101492 w 110379"/>
                        <a:gd name="connsiteY7" fmla="*/ 193922 h 21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0379" h="211066">
                          <a:moveTo>
                            <a:pt x="101492" y="193922"/>
                          </a:moveTo>
                          <a:cubicBezTo>
                            <a:pt x="101492" y="193922"/>
                            <a:pt x="118636" y="81527"/>
                            <a:pt x="105301" y="73907"/>
                          </a:cubicBezTo>
                          <a:cubicBezTo>
                            <a:pt x="83394" y="62477"/>
                            <a:pt x="79584" y="110102"/>
                            <a:pt x="61486" y="89147"/>
                          </a:cubicBezTo>
                          <a:cubicBezTo>
                            <a:pt x="43389" y="68192"/>
                            <a:pt x="40532" y="39617"/>
                            <a:pt x="35769" y="19614"/>
                          </a:cubicBezTo>
                          <a:cubicBezTo>
                            <a:pt x="31007" y="-1341"/>
                            <a:pt x="17672" y="-7056"/>
                            <a:pt x="14814" y="10089"/>
                          </a:cubicBezTo>
                          <a:cubicBezTo>
                            <a:pt x="11957" y="25329"/>
                            <a:pt x="-31858" y="77717"/>
                            <a:pt x="46247" y="172967"/>
                          </a:cubicBezTo>
                          <a:cubicBezTo>
                            <a:pt x="52914" y="181539"/>
                            <a:pt x="52914" y="202494"/>
                            <a:pt x="60534" y="211067"/>
                          </a:cubicBezTo>
                          <a:lnTo>
                            <a:pt x="101492" y="193922"/>
                          </a:lnTo>
                          <a:close/>
                        </a:path>
                      </a:pathLst>
                    </a:custGeom>
                    <a:solidFill>
                      <a:srgbClr val="F9BBB9"/>
                    </a:solid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F7679B03-12D7-450C-8050-D1519D2B8B3C}"/>
                        </a:ext>
                      </a:extLst>
                    </p:cNvPr>
                    <p:cNvSpPr/>
                    <p:nvPr/>
                  </p:nvSpPr>
                  <p:spPr>
                    <a:xfrm>
                      <a:off x="8399009" y="3264909"/>
                      <a:ext cx="642682" cy="556868"/>
                    </a:xfrm>
                    <a:custGeom>
                      <a:avLst/>
                      <a:gdLst>
                        <a:gd name="connsiteX0" fmla="*/ 74430 w 642682"/>
                        <a:gd name="connsiteY0" fmla="*/ 175520 h 556868"/>
                        <a:gd name="connsiteX1" fmla="*/ 263978 w 642682"/>
                        <a:gd name="connsiteY1" fmla="*/ 356495 h 556868"/>
                        <a:gd name="connsiteX2" fmla="*/ 298268 w 642682"/>
                        <a:gd name="connsiteY2" fmla="*/ 341255 h 556868"/>
                        <a:gd name="connsiteX3" fmla="*/ 401138 w 642682"/>
                        <a:gd name="connsiteY3" fmla="*/ 133610 h 556868"/>
                        <a:gd name="connsiteX4" fmla="*/ 638310 w 642682"/>
                        <a:gd name="connsiteY4" fmla="*/ 50743 h 556868"/>
                        <a:gd name="connsiteX5" fmla="*/ 493530 w 642682"/>
                        <a:gd name="connsiteY5" fmla="*/ 429838 h 556868"/>
                        <a:gd name="connsiteX6" fmla="*/ 301125 w 642682"/>
                        <a:gd name="connsiteY6" fmla="*/ 555568 h 556868"/>
                        <a:gd name="connsiteX7" fmla="*/ 135 w 642682"/>
                        <a:gd name="connsiteY7" fmla="*/ 239338 h 556868"/>
                        <a:gd name="connsiteX8" fmla="*/ 74430 w 642682"/>
                        <a:gd name="connsiteY8" fmla="*/ 175520 h 556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2682" h="556868">
                          <a:moveTo>
                            <a:pt x="74430" y="175520"/>
                          </a:moveTo>
                          <a:cubicBezTo>
                            <a:pt x="74430" y="175520"/>
                            <a:pt x="179205" y="289820"/>
                            <a:pt x="263978" y="356495"/>
                          </a:cubicBezTo>
                          <a:cubicBezTo>
                            <a:pt x="275408" y="366020"/>
                            <a:pt x="289695" y="352685"/>
                            <a:pt x="298268" y="341255"/>
                          </a:cubicBezTo>
                          <a:cubicBezTo>
                            <a:pt x="330653" y="296488"/>
                            <a:pt x="354465" y="226955"/>
                            <a:pt x="401138" y="133610"/>
                          </a:cubicBezTo>
                          <a:cubicBezTo>
                            <a:pt x="507817" y="-75940"/>
                            <a:pt x="632595" y="14548"/>
                            <a:pt x="638310" y="50743"/>
                          </a:cubicBezTo>
                          <a:cubicBezTo>
                            <a:pt x="663075" y="193618"/>
                            <a:pt x="578303" y="320300"/>
                            <a:pt x="493530" y="429838"/>
                          </a:cubicBezTo>
                          <a:cubicBezTo>
                            <a:pt x="455430" y="479368"/>
                            <a:pt x="366848" y="542233"/>
                            <a:pt x="301125" y="555568"/>
                          </a:cubicBezTo>
                          <a:cubicBezTo>
                            <a:pt x="213495" y="574618"/>
                            <a:pt x="35378" y="380308"/>
                            <a:pt x="135" y="239338"/>
                          </a:cubicBezTo>
                          <a:cubicBezTo>
                            <a:pt x="-3675" y="201238"/>
                            <a:pt x="74430" y="175520"/>
                            <a:pt x="74430" y="175520"/>
                          </a:cubicBezTo>
                          <a:close/>
                        </a:path>
                      </a:pathLst>
                    </a:custGeom>
                    <a:solidFill>
                      <a:srgbClr val="414968"/>
                    </a:solidFill>
                    <a:ln w="9525" cap="flat">
                      <a:noFill/>
                      <a:prstDash val="solid"/>
                      <a:miter/>
                    </a:ln>
                  </p:spPr>
                  <p:txBody>
                    <a:bodyPr rtlCol="0" anchor="ctr"/>
                    <a:lstStyle/>
                    <a:p>
                      <a:endParaRPr lang="en-US"/>
                    </a:p>
                  </p:txBody>
                </p:sp>
              </p:grpSp>
              <p:sp>
                <p:nvSpPr>
                  <p:cNvPr id="303" name="Freeform: Shape 302">
                    <a:extLst>
                      <a:ext uri="{FF2B5EF4-FFF2-40B4-BE49-F238E27FC236}">
                        <a16:creationId xmlns:a16="http://schemas.microsoft.com/office/drawing/2014/main" id="{61D891C1-7A33-4180-A796-C7EA526F48F7}"/>
                      </a:ext>
                    </a:extLst>
                  </p:cNvPr>
                  <p:cNvSpPr/>
                  <p:nvPr/>
                </p:nvSpPr>
                <p:spPr>
                  <a:xfrm>
                    <a:off x="8981122" y="3143051"/>
                    <a:ext cx="269557" cy="592653"/>
                  </a:xfrm>
                  <a:custGeom>
                    <a:avLst/>
                    <a:gdLst>
                      <a:gd name="connsiteX0" fmla="*/ 0 w 269557"/>
                      <a:gd name="connsiteY0" fmla="*/ 33536 h 592653"/>
                      <a:gd name="connsiteX1" fmla="*/ 33338 w 269557"/>
                      <a:gd name="connsiteY1" fmla="*/ 592653 h 592653"/>
                      <a:gd name="connsiteX2" fmla="*/ 269557 w 269557"/>
                      <a:gd name="connsiteY2" fmla="*/ 26868 h 592653"/>
                      <a:gd name="connsiteX3" fmla="*/ 244792 w 269557"/>
                      <a:gd name="connsiteY3" fmla="*/ 17343 h 592653"/>
                      <a:gd name="connsiteX4" fmla="*/ 108585 w 269557"/>
                      <a:gd name="connsiteY4" fmla="*/ 4008 h 592653"/>
                      <a:gd name="connsiteX5" fmla="*/ 12382 w 269557"/>
                      <a:gd name="connsiteY5" fmla="*/ 25916 h 592653"/>
                      <a:gd name="connsiteX6" fmla="*/ 0 w 269557"/>
                      <a:gd name="connsiteY6" fmla="*/ 33536 h 592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9557" h="592653">
                        <a:moveTo>
                          <a:pt x="0" y="33536"/>
                        </a:moveTo>
                        <a:lnTo>
                          <a:pt x="33338" y="592653"/>
                        </a:lnTo>
                        <a:lnTo>
                          <a:pt x="269557" y="26868"/>
                        </a:lnTo>
                        <a:lnTo>
                          <a:pt x="244792" y="17343"/>
                        </a:lnTo>
                        <a:cubicBezTo>
                          <a:pt x="244792" y="17343"/>
                          <a:pt x="164782" y="20201"/>
                          <a:pt x="108585" y="4008"/>
                        </a:cubicBezTo>
                        <a:cubicBezTo>
                          <a:pt x="52388" y="-12184"/>
                          <a:pt x="12382" y="25916"/>
                          <a:pt x="12382" y="25916"/>
                        </a:cubicBezTo>
                        <a:lnTo>
                          <a:pt x="0" y="33536"/>
                        </a:lnTo>
                        <a:close/>
                      </a:path>
                    </a:pathLst>
                  </a:custGeom>
                  <a:solidFill>
                    <a:srgbClr val="FEFEFE"/>
                  </a:solid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6DCEA13F-BBC0-4B0E-8C27-4C1FD278CB5E}"/>
                      </a:ext>
                    </a:extLst>
                  </p:cNvPr>
                  <p:cNvSpPr/>
                  <p:nvPr/>
                </p:nvSpPr>
                <p:spPr>
                  <a:xfrm>
                    <a:off x="9173527" y="4068127"/>
                    <a:ext cx="175260" cy="40957"/>
                  </a:xfrm>
                  <a:custGeom>
                    <a:avLst/>
                    <a:gdLst>
                      <a:gd name="connsiteX0" fmla="*/ 0 w 175260"/>
                      <a:gd name="connsiteY0" fmla="*/ 0 h 40957"/>
                      <a:gd name="connsiteX1" fmla="*/ 175260 w 175260"/>
                      <a:gd name="connsiteY1" fmla="*/ 0 h 40957"/>
                      <a:gd name="connsiteX2" fmla="*/ 175260 w 175260"/>
                      <a:gd name="connsiteY2" fmla="*/ 34290 h 40957"/>
                      <a:gd name="connsiteX3" fmla="*/ 0 w 175260"/>
                      <a:gd name="connsiteY3" fmla="*/ 40957 h 40957"/>
                    </a:gdLst>
                    <a:ahLst/>
                    <a:cxnLst>
                      <a:cxn ang="0">
                        <a:pos x="connsiteX0" y="connsiteY0"/>
                      </a:cxn>
                      <a:cxn ang="0">
                        <a:pos x="connsiteX1" y="connsiteY1"/>
                      </a:cxn>
                      <a:cxn ang="0">
                        <a:pos x="connsiteX2" y="connsiteY2"/>
                      </a:cxn>
                      <a:cxn ang="0">
                        <a:pos x="connsiteX3" y="connsiteY3"/>
                      </a:cxn>
                    </a:cxnLst>
                    <a:rect l="l" t="t" r="r" b="b"/>
                    <a:pathLst>
                      <a:path w="175260" h="40957">
                        <a:moveTo>
                          <a:pt x="0" y="0"/>
                        </a:moveTo>
                        <a:lnTo>
                          <a:pt x="175260" y="0"/>
                        </a:lnTo>
                        <a:lnTo>
                          <a:pt x="175260" y="34290"/>
                        </a:lnTo>
                        <a:lnTo>
                          <a:pt x="0" y="40957"/>
                        </a:lnTo>
                        <a:close/>
                      </a:path>
                    </a:pathLst>
                  </a:custGeom>
                  <a:solidFill>
                    <a:srgbClr val="010101"/>
                  </a:solid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9024EA79-9191-4750-A4F1-A5085311279C}"/>
                      </a:ext>
                    </a:extLst>
                  </p:cNvPr>
                  <p:cNvSpPr/>
                  <p:nvPr/>
                </p:nvSpPr>
                <p:spPr>
                  <a:xfrm>
                    <a:off x="8779192" y="3232585"/>
                    <a:ext cx="671512" cy="968417"/>
                  </a:xfrm>
                  <a:custGeom>
                    <a:avLst/>
                    <a:gdLst>
                      <a:gd name="connsiteX0" fmla="*/ 137160 w 671512"/>
                      <a:gd name="connsiteY0" fmla="*/ 37347 h 968417"/>
                      <a:gd name="connsiteX1" fmla="*/ 21907 w 671512"/>
                      <a:gd name="connsiteY1" fmla="*/ 248802 h 968417"/>
                      <a:gd name="connsiteX2" fmla="*/ 0 w 671512"/>
                      <a:gd name="connsiteY2" fmla="*/ 921267 h 968417"/>
                      <a:gd name="connsiteX3" fmla="*/ 671513 w 671512"/>
                      <a:gd name="connsiteY3" fmla="*/ 882214 h 968417"/>
                      <a:gd name="connsiteX4" fmla="*/ 580072 w 671512"/>
                      <a:gd name="connsiteY4" fmla="*/ 595512 h 968417"/>
                      <a:gd name="connsiteX5" fmla="*/ 589597 w 671512"/>
                      <a:gd name="connsiteY5" fmla="*/ 74494 h 968417"/>
                      <a:gd name="connsiteX6" fmla="*/ 500063 w 671512"/>
                      <a:gd name="connsiteY6" fmla="*/ 20202 h 968417"/>
                      <a:gd name="connsiteX7" fmla="*/ 353377 w 671512"/>
                      <a:gd name="connsiteY7" fmla="*/ 199 h 968417"/>
                      <a:gd name="connsiteX8" fmla="*/ 183832 w 671512"/>
                      <a:gd name="connsiteY8" fmla="*/ 18297 h 968417"/>
                      <a:gd name="connsiteX9" fmla="*/ 137160 w 671512"/>
                      <a:gd name="connsiteY9" fmla="*/ 37347 h 968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1512" h="968417">
                        <a:moveTo>
                          <a:pt x="137160" y="37347"/>
                        </a:moveTo>
                        <a:cubicBezTo>
                          <a:pt x="56197" y="69732"/>
                          <a:pt x="13335" y="157362"/>
                          <a:pt x="21907" y="248802"/>
                        </a:cubicBezTo>
                        <a:cubicBezTo>
                          <a:pt x="70485" y="754580"/>
                          <a:pt x="5715" y="886024"/>
                          <a:pt x="0" y="921267"/>
                        </a:cubicBezTo>
                        <a:cubicBezTo>
                          <a:pt x="47625" y="986989"/>
                          <a:pt x="614363" y="992705"/>
                          <a:pt x="671513" y="882214"/>
                        </a:cubicBezTo>
                        <a:cubicBezTo>
                          <a:pt x="671513" y="843162"/>
                          <a:pt x="581025" y="743149"/>
                          <a:pt x="580072" y="595512"/>
                        </a:cubicBezTo>
                        <a:cubicBezTo>
                          <a:pt x="578168" y="400249"/>
                          <a:pt x="671513" y="199272"/>
                          <a:pt x="589597" y="74494"/>
                        </a:cubicBezTo>
                        <a:cubicBezTo>
                          <a:pt x="568643" y="43062"/>
                          <a:pt x="501968" y="21154"/>
                          <a:pt x="500063" y="20202"/>
                        </a:cubicBezTo>
                        <a:cubicBezTo>
                          <a:pt x="451485" y="5914"/>
                          <a:pt x="402907" y="1152"/>
                          <a:pt x="353377" y="199"/>
                        </a:cubicBezTo>
                        <a:cubicBezTo>
                          <a:pt x="280988" y="-753"/>
                          <a:pt x="236220" y="1152"/>
                          <a:pt x="183832" y="18297"/>
                        </a:cubicBezTo>
                        <a:cubicBezTo>
                          <a:pt x="180022" y="18297"/>
                          <a:pt x="142875" y="35442"/>
                          <a:pt x="137160" y="37347"/>
                        </a:cubicBezTo>
                        <a:close/>
                      </a:path>
                    </a:pathLst>
                  </a:custGeom>
                  <a:solidFill>
                    <a:srgbClr val="414968"/>
                  </a:solid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094BD7D7-7E30-43DF-B967-E1522613FD55}"/>
                      </a:ext>
                    </a:extLst>
                  </p:cNvPr>
                  <p:cNvSpPr/>
                  <p:nvPr/>
                </p:nvSpPr>
                <p:spPr>
                  <a:xfrm>
                    <a:off x="8980169" y="3234455"/>
                    <a:ext cx="220027" cy="966069"/>
                  </a:xfrm>
                  <a:custGeom>
                    <a:avLst/>
                    <a:gdLst>
                      <a:gd name="connsiteX0" fmla="*/ 220028 w 220027"/>
                      <a:gd name="connsiteY0" fmla="*/ 2139 h 966069"/>
                      <a:gd name="connsiteX1" fmla="*/ 101918 w 220027"/>
                      <a:gd name="connsiteY1" fmla="*/ 514584 h 966069"/>
                      <a:gd name="connsiteX2" fmla="*/ 69532 w 220027"/>
                      <a:gd name="connsiteY2" fmla="*/ 966069 h 966069"/>
                      <a:gd name="connsiteX3" fmla="*/ 20955 w 220027"/>
                      <a:gd name="connsiteY3" fmla="*/ 965117 h 966069"/>
                      <a:gd name="connsiteX4" fmla="*/ 29528 w 220027"/>
                      <a:gd name="connsiteY4" fmla="*/ 518394 h 966069"/>
                      <a:gd name="connsiteX5" fmla="*/ 0 w 220027"/>
                      <a:gd name="connsiteY5" fmla="*/ 28809 h 966069"/>
                      <a:gd name="connsiteX6" fmla="*/ 220028 w 220027"/>
                      <a:gd name="connsiteY6" fmla="*/ 2139 h 966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0027" h="966069">
                        <a:moveTo>
                          <a:pt x="220028" y="2139"/>
                        </a:moveTo>
                        <a:cubicBezTo>
                          <a:pt x="220028" y="2139"/>
                          <a:pt x="112395" y="390759"/>
                          <a:pt x="101918" y="514584"/>
                        </a:cubicBezTo>
                        <a:cubicBezTo>
                          <a:pt x="91440" y="638409"/>
                          <a:pt x="69532" y="966069"/>
                          <a:pt x="69532" y="966069"/>
                        </a:cubicBezTo>
                        <a:lnTo>
                          <a:pt x="20955" y="965117"/>
                        </a:lnTo>
                        <a:cubicBezTo>
                          <a:pt x="20955" y="965117"/>
                          <a:pt x="24765" y="620312"/>
                          <a:pt x="29528" y="518394"/>
                        </a:cubicBezTo>
                        <a:cubicBezTo>
                          <a:pt x="34290" y="416477"/>
                          <a:pt x="0" y="28809"/>
                          <a:pt x="0" y="28809"/>
                        </a:cubicBezTo>
                        <a:cubicBezTo>
                          <a:pt x="0" y="28809"/>
                          <a:pt x="160973" y="-9291"/>
                          <a:pt x="220028" y="2139"/>
                        </a:cubicBezTo>
                        <a:close/>
                      </a:path>
                    </a:pathLst>
                  </a:custGeom>
                  <a:solidFill>
                    <a:srgbClr val="FFFFFF"/>
                  </a:solid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A03E0C31-0398-454B-B209-C3641C86B2C4}"/>
                      </a:ext>
                    </a:extLst>
                  </p:cNvPr>
                  <p:cNvSpPr/>
                  <p:nvPr/>
                </p:nvSpPr>
                <p:spPr>
                  <a:xfrm>
                    <a:off x="8971597" y="3174682"/>
                    <a:ext cx="227647" cy="100114"/>
                  </a:xfrm>
                  <a:custGeom>
                    <a:avLst/>
                    <a:gdLst>
                      <a:gd name="connsiteX0" fmla="*/ 211455 w 227647"/>
                      <a:gd name="connsiteY0" fmla="*/ 0 h 100114"/>
                      <a:gd name="connsiteX1" fmla="*/ 227647 w 227647"/>
                      <a:gd name="connsiteY1" fmla="*/ 60960 h 100114"/>
                      <a:gd name="connsiteX2" fmla="*/ 7620 w 227647"/>
                      <a:gd name="connsiteY2" fmla="*/ 88583 h 100114"/>
                      <a:gd name="connsiteX3" fmla="*/ 0 w 227647"/>
                      <a:gd name="connsiteY3" fmla="*/ 5715 h 100114"/>
                      <a:gd name="connsiteX4" fmla="*/ 211455 w 227647"/>
                      <a:gd name="connsiteY4" fmla="*/ 0 h 100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647" h="100114">
                        <a:moveTo>
                          <a:pt x="211455" y="0"/>
                        </a:moveTo>
                        <a:cubicBezTo>
                          <a:pt x="207645" y="0"/>
                          <a:pt x="217170" y="46672"/>
                          <a:pt x="227647" y="60960"/>
                        </a:cubicBezTo>
                        <a:cubicBezTo>
                          <a:pt x="156210" y="114300"/>
                          <a:pt x="37147" y="101917"/>
                          <a:pt x="7620" y="88583"/>
                        </a:cubicBezTo>
                        <a:cubicBezTo>
                          <a:pt x="7620" y="88583"/>
                          <a:pt x="8572" y="20955"/>
                          <a:pt x="0" y="5715"/>
                        </a:cubicBezTo>
                        <a:cubicBezTo>
                          <a:pt x="0" y="6667"/>
                          <a:pt x="194310" y="10477"/>
                          <a:pt x="211455" y="0"/>
                        </a:cubicBezTo>
                        <a:close/>
                      </a:path>
                    </a:pathLst>
                  </a:custGeom>
                  <a:solidFill>
                    <a:srgbClr val="F9BBB9"/>
                  </a:solid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F20337B8-4312-4A4A-B490-D42D2DE721DC}"/>
                      </a:ext>
                    </a:extLst>
                  </p:cNvPr>
                  <p:cNvSpPr/>
                  <p:nvPr/>
                </p:nvSpPr>
                <p:spPr>
                  <a:xfrm>
                    <a:off x="8977312" y="3204209"/>
                    <a:ext cx="192405" cy="30000"/>
                  </a:xfrm>
                  <a:custGeom>
                    <a:avLst/>
                    <a:gdLst>
                      <a:gd name="connsiteX0" fmla="*/ 0 w 192405"/>
                      <a:gd name="connsiteY0" fmla="*/ 0 h 30000"/>
                      <a:gd name="connsiteX1" fmla="*/ 192405 w 192405"/>
                      <a:gd name="connsiteY1" fmla="*/ 0 h 30000"/>
                      <a:gd name="connsiteX2" fmla="*/ 1905 w 192405"/>
                      <a:gd name="connsiteY2" fmla="*/ 27623 h 30000"/>
                      <a:gd name="connsiteX3" fmla="*/ 0 w 192405"/>
                      <a:gd name="connsiteY3" fmla="*/ 0 h 30000"/>
                    </a:gdLst>
                    <a:ahLst/>
                    <a:cxnLst>
                      <a:cxn ang="0">
                        <a:pos x="connsiteX0" y="connsiteY0"/>
                      </a:cxn>
                      <a:cxn ang="0">
                        <a:pos x="connsiteX1" y="connsiteY1"/>
                      </a:cxn>
                      <a:cxn ang="0">
                        <a:pos x="connsiteX2" y="connsiteY2"/>
                      </a:cxn>
                      <a:cxn ang="0">
                        <a:pos x="connsiteX3" y="connsiteY3"/>
                      </a:cxn>
                    </a:cxnLst>
                    <a:rect l="l" t="t" r="r" b="b"/>
                    <a:pathLst>
                      <a:path w="192405" h="30000">
                        <a:moveTo>
                          <a:pt x="0" y="0"/>
                        </a:moveTo>
                        <a:cubicBezTo>
                          <a:pt x="0" y="0"/>
                          <a:pt x="124777" y="10478"/>
                          <a:pt x="192405" y="0"/>
                        </a:cubicBezTo>
                        <a:cubicBezTo>
                          <a:pt x="192405" y="0"/>
                          <a:pt x="125730" y="40005"/>
                          <a:pt x="1905" y="27623"/>
                        </a:cubicBezTo>
                        <a:lnTo>
                          <a:pt x="0" y="0"/>
                        </a:lnTo>
                        <a:close/>
                      </a:path>
                    </a:pathLst>
                  </a:custGeom>
                  <a:solidFill>
                    <a:srgbClr val="EFA5A5"/>
                  </a:solid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B5CFD986-7175-4999-AD49-99702ABB92BD}"/>
                      </a:ext>
                    </a:extLst>
                  </p:cNvPr>
                  <p:cNvSpPr/>
                  <p:nvPr/>
                </p:nvSpPr>
                <p:spPr>
                  <a:xfrm>
                    <a:off x="9073254" y="3256596"/>
                    <a:ext cx="244662" cy="645998"/>
                  </a:xfrm>
                  <a:custGeom>
                    <a:avLst/>
                    <a:gdLst>
                      <a:gd name="connsiteX0" fmla="*/ 239338 w 244662"/>
                      <a:gd name="connsiteY0" fmla="*/ 8573 h 645998"/>
                      <a:gd name="connsiteX1" fmla="*/ 192666 w 244662"/>
                      <a:gd name="connsiteY1" fmla="*/ 362903 h 645998"/>
                      <a:gd name="connsiteX2" fmla="*/ 260 w 244662"/>
                      <a:gd name="connsiteY2" fmla="*/ 645795 h 645998"/>
                      <a:gd name="connsiteX3" fmla="*/ 203143 w 244662"/>
                      <a:gd name="connsiteY3" fmla="*/ 300038 h 645998"/>
                      <a:gd name="connsiteX4" fmla="*/ 216478 w 244662"/>
                      <a:gd name="connsiteY4" fmla="*/ 0 h 645998"/>
                      <a:gd name="connsiteX5" fmla="*/ 239338 w 244662"/>
                      <a:gd name="connsiteY5" fmla="*/ 8573 h 645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4662" h="645998">
                        <a:moveTo>
                          <a:pt x="239338" y="8573"/>
                        </a:moveTo>
                        <a:cubicBezTo>
                          <a:pt x="239338" y="8573"/>
                          <a:pt x="267913" y="231458"/>
                          <a:pt x="192666" y="362903"/>
                        </a:cubicBezTo>
                        <a:cubicBezTo>
                          <a:pt x="116466" y="494348"/>
                          <a:pt x="-6407" y="652463"/>
                          <a:pt x="260" y="645795"/>
                        </a:cubicBezTo>
                        <a:cubicBezTo>
                          <a:pt x="6928" y="639128"/>
                          <a:pt x="188856" y="356235"/>
                          <a:pt x="203143" y="300038"/>
                        </a:cubicBezTo>
                        <a:cubicBezTo>
                          <a:pt x="218383" y="243840"/>
                          <a:pt x="216478" y="0"/>
                          <a:pt x="216478" y="0"/>
                        </a:cubicBezTo>
                        <a:lnTo>
                          <a:pt x="239338" y="8573"/>
                        </a:lnTo>
                        <a:close/>
                      </a:path>
                    </a:pathLst>
                  </a:custGeom>
                  <a:solidFill>
                    <a:srgbClr val="374059"/>
                  </a:solidFill>
                  <a:ln w="9525" cap="flat">
                    <a:noFill/>
                    <a:prstDash val="solid"/>
                    <a:miter/>
                  </a:ln>
                </p:spPr>
                <p:txBody>
                  <a:bodyPr rtlCol="0" anchor="ctr"/>
                  <a:lstStyle/>
                  <a:p>
                    <a:endParaRPr lang="en-US"/>
                  </a:p>
                </p:txBody>
              </p:sp>
              <p:grpSp>
                <p:nvGrpSpPr>
                  <p:cNvPr id="310" name="Graphic 2">
                    <a:extLst>
                      <a:ext uri="{FF2B5EF4-FFF2-40B4-BE49-F238E27FC236}">
                        <a16:creationId xmlns:a16="http://schemas.microsoft.com/office/drawing/2014/main" id="{A0503A24-6934-41AA-BB8C-A5028304BDB7}"/>
                      </a:ext>
                    </a:extLst>
                  </p:cNvPr>
                  <p:cNvGrpSpPr/>
                  <p:nvPr/>
                </p:nvGrpSpPr>
                <p:grpSpPr>
                  <a:xfrm>
                    <a:off x="8719154" y="2444251"/>
                    <a:ext cx="864901" cy="777865"/>
                    <a:chOff x="8719154" y="2444251"/>
                    <a:chExt cx="864901" cy="777865"/>
                  </a:xfrm>
                </p:grpSpPr>
                <p:sp>
                  <p:nvSpPr>
                    <p:cNvPr id="318" name="Freeform: Shape 317">
                      <a:extLst>
                        <a:ext uri="{FF2B5EF4-FFF2-40B4-BE49-F238E27FC236}">
                          <a16:creationId xmlns:a16="http://schemas.microsoft.com/office/drawing/2014/main" id="{08E802AD-E7B8-4A31-8499-562748B9AA88}"/>
                        </a:ext>
                      </a:extLst>
                    </p:cNvPr>
                    <p:cNvSpPr/>
                    <p:nvPr/>
                  </p:nvSpPr>
                  <p:spPr>
                    <a:xfrm>
                      <a:off x="8744395" y="2575345"/>
                      <a:ext cx="699331" cy="638676"/>
                    </a:xfrm>
                    <a:custGeom>
                      <a:avLst/>
                      <a:gdLst>
                        <a:gd name="connsiteX0" fmla="*/ 431037 w 699331"/>
                        <a:gd name="connsiteY0" fmla="*/ 1167 h 638676"/>
                        <a:gd name="connsiteX1" fmla="*/ 553910 w 699331"/>
                        <a:gd name="connsiteY1" fmla="*/ 50697 h 638676"/>
                        <a:gd name="connsiteX2" fmla="*/ 696785 w 699331"/>
                        <a:gd name="connsiteY2" fmla="*/ 241197 h 638676"/>
                        <a:gd name="connsiteX3" fmla="*/ 684403 w 699331"/>
                        <a:gd name="connsiteY3" fmla="*/ 394549 h 638676"/>
                        <a:gd name="connsiteX4" fmla="*/ 415797 w 699331"/>
                        <a:gd name="connsiteY4" fmla="*/ 629817 h 638676"/>
                        <a:gd name="connsiteX5" fmla="*/ 118617 w 699331"/>
                        <a:gd name="connsiteY5" fmla="*/ 577429 h 638676"/>
                        <a:gd name="connsiteX6" fmla="*/ 4317 w 699331"/>
                        <a:gd name="connsiteY6" fmla="*/ 282154 h 638676"/>
                        <a:gd name="connsiteX7" fmla="*/ 148145 w 699331"/>
                        <a:gd name="connsiteY7" fmla="*/ 66889 h 638676"/>
                        <a:gd name="connsiteX8" fmla="*/ 431037 w 699331"/>
                        <a:gd name="connsiteY8" fmla="*/ 1167 h 638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9331" h="638676">
                          <a:moveTo>
                            <a:pt x="431037" y="1167"/>
                          </a:moveTo>
                          <a:cubicBezTo>
                            <a:pt x="431037" y="1167"/>
                            <a:pt x="491045" y="14502"/>
                            <a:pt x="553910" y="50697"/>
                          </a:cubicBezTo>
                          <a:cubicBezTo>
                            <a:pt x="618680" y="87844"/>
                            <a:pt x="686307" y="147852"/>
                            <a:pt x="696785" y="241197"/>
                          </a:cubicBezTo>
                          <a:cubicBezTo>
                            <a:pt x="702500" y="294537"/>
                            <a:pt x="698690" y="346924"/>
                            <a:pt x="684403" y="394549"/>
                          </a:cubicBezTo>
                          <a:cubicBezTo>
                            <a:pt x="651065" y="510754"/>
                            <a:pt x="560578" y="601242"/>
                            <a:pt x="415797" y="629817"/>
                          </a:cubicBezTo>
                          <a:cubicBezTo>
                            <a:pt x="312928" y="649819"/>
                            <a:pt x="202437" y="637437"/>
                            <a:pt x="118617" y="577429"/>
                          </a:cubicBezTo>
                          <a:cubicBezTo>
                            <a:pt x="35750" y="517422"/>
                            <a:pt x="-15685" y="389787"/>
                            <a:pt x="4317" y="282154"/>
                          </a:cubicBezTo>
                          <a:cubicBezTo>
                            <a:pt x="23367" y="174522"/>
                            <a:pt x="71945" y="117372"/>
                            <a:pt x="148145" y="66889"/>
                          </a:cubicBezTo>
                          <a:cubicBezTo>
                            <a:pt x="223392" y="16407"/>
                            <a:pt x="321500" y="-5501"/>
                            <a:pt x="431037" y="1167"/>
                          </a:cubicBezTo>
                          <a:close/>
                        </a:path>
                      </a:pathLst>
                    </a:custGeom>
                    <a:solidFill>
                      <a:srgbClr val="F9BBB9"/>
                    </a:solid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F58A5241-CE96-4A44-84C7-D1373EDE9149}"/>
                        </a:ext>
                      </a:extLst>
                    </p:cNvPr>
                    <p:cNvSpPr/>
                    <p:nvPr/>
                  </p:nvSpPr>
                  <p:spPr>
                    <a:xfrm>
                      <a:off x="8978222" y="2876549"/>
                      <a:ext cx="43858" cy="90487"/>
                    </a:xfrm>
                    <a:custGeom>
                      <a:avLst/>
                      <a:gdLst>
                        <a:gd name="connsiteX0" fmla="*/ 37190 w 43858"/>
                        <a:gd name="connsiteY0" fmla="*/ 90488 h 90487"/>
                        <a:gd name="connsiteX1" fmla="*/ 37190 w 43858"/>
                        <a:gd name="connsiteY1" fmla="*/ 90488 h 90487"/>
                        <a:gd name="connsiteX2" fmla="*/ 20998 w 43858"/>
                        <a:gd name="connsiteY2" fmla="*/ 88583 h 90487"/>
                        <a:gd name="connsiteX3" fmla="*/ 996 w 43858"/>
                        <a:gd name="connsiteY3" fmla="*/ 72390 h 90487"/>
                        <a:gd name="connsiteX4" fmla="*/ 8615 w 43858"/>
                        <a:gd name="connsiteY4" fmla="*/ 45720 h 90487"/>
                        <a:gd name="connsiteX5" fmla="*/ 18140 w 43858"/>
                        <a:gd name="connsiteY5" fmla="*/ 6667 h 90487"/>
                        <a:gd name="connsiteX6" fmla="*/ 24808 w 43858"/>
                        <a:gd name="connsiteY6" fmla="*/ 0 h 90487"/>
                        <a:gd name="connsiteX7" fmla="*/ 24808 w 43858"/>
                        <a:gd name="connsiteY7" fmla="*/ 0 h 90487"/>
                        <a:gd name="connsiteX8" fmla="*/ 31476 w 43858"/>
                        <a:gd name="connsiteY8" fmla="*/ 6667 h 90487"/>
                        <a:gd name="connsiteX9" fmla="*/ 19093 w 43858"/>
                        <a:gd name="connsiteY9" fmla="*/ 54292 h 90487"/>
                        <a:gd name="connsiteX10" fmla="*/ 14330 w 43858"/>
                        <a:gd name="connsiteY10" fmla="*/ 67628 h 90487"/>
                        <a:gd name="connsiteX11" fmla="*/ 24808 w 43858"/>
                        <a:gd name="connsiteY11" fmla="*/ 74295 h 90487"/>
                        <a:gd name="connsiteX12" fmla="*/ 37190 w 43858"/>
                        <a:gd name="connsiteY12" fmla="*/ 76200 h 90487"/>
                        <a:gd name="connsiteX13" fmla="*/ 43858 w 43858"/>
                        <a:gd name="connsiteY13" fmla="*/ 83820 h 90487"/>
                        <a:gd name="connsiteX14" fmla="*/ 37190 w 43858"/>
                        <a:gd name="connsiteY14" fmla="*/ 90488 h 9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3858" h="90487">
                          <a:moveTo>
                            <a:pt x="37190" y="90488"/>
                          </a:moveTo>
                          <a:cubicBezTo>
                            <a:pt x="37190" y="90488"/>
                            <a:pt x="37190" y="90488"/>
                            <a:pt x="37190" y="90488"/>
                          </a:cubicBezTo>
                          <a:cubicBezTo>
                            <a:pt x="35285" y="90488"/>
                            <a:pt x="26713" y="89535"/>
                            <a:pt x="20998" y="88583"/>
                          </a:cubicBezTo>
                          <a:cubicBezTo>
                            <a:pt x="7663" y="84772"/>
                            <a:pt x="2901" y="78105"/>
                            <a:pt x="996" y="72390"/>
                          </a:cubicBezTo>
                          <a:cubicBezTo>
                            <a:pt x="-910" y="66675"/>
                            <a:pt x="-910" y="58103"/>
                            <a:pt x="8615" y="45720"/>
                          </a:cubicBezTo>
                          <a:cubicBezTo>
                            <a:pt x="17188" y="35242"/>
                            <a:pt x="18140" y="14288"/>
                            <a:pt x="18140" y="6667"/>
                          </a:cubicBezTo>
                          <a:cubicBezTo>
                            <a:pt x="18140" y="2858"/>
                            <a:pt x="20998" y="0"/>
                            <a:pt x="24808" y="0"/>
                          </a:cubicBezTo>
                          <a:cubicBezTo>
                            <a:pt x="24808" y="0"/>
                            <a:pt x="24808" y="0"/>
                            <a:pt x="24808" y="0"/>
                          </a:cubicBezTo>
                          <a:cubicBezTo>
                            <a:pt x="28618" y="0"/>
                            <a:pt x="31476" y="2858"/>
                            <a:pt x="31476" y="6667"/>
                          </a:cubicBezTo>
                          <a:cubicBezTo>
                            <a:pt x="31476" y="7620"/>
                            <a:pt x="32428" y="38100"/>
                            <a:pt x="19093" y="54292"/>
                          </a:cubicBezTo>
                          <a:cubicBezTo>
                            <a:pt x="14330" y="60008"/>
                            <a:pt x="13378" y="64770"/>
                            <a:pt x="14330" y="67628"/>
                          </a:cubicBezTo>
                          <a:cubicBezTo>
                            <a:pt x="15283" y="70485"/>
                            <a:pt x="19093" y="73342"/>
                            <a:pt x="24808" y="74295"/>
                          </a:cubicBezTo>
                          <a:cubicBezTo>
                            <a:pt x="28618" y="75247"/>
                            <a:pt x="35285" y="76200"/>
                            <a:pt x="37190" y="76200"/>
                          </a:cubicBezTo>
                          <a:cubicBezTo>
                            <a:pt x="41001" y="76200"/>
                            <a:pt x="43858" y="80010"/>
                            <a:pt x="43858" y="83820"/>
                          </a:cubicBezTo>
                          <a:cubicBezTo>
                            <a:pt x="43858" y="87630"/>
                            <a:pt x="41001" y="90488"/>
                            <a:pt x="37190" y="90488"/>
                          </a:cubicBezTo>
                          <a:close/>
                        </a:path>
                      </a:pathLst>
                    </a:custGeom>
                    <a:solidFill>
                      <a:srgbClr val="EFA5A5"/>
                    </a:solid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A411B2AB-2E35-436E-95D8-563ADCEBC209}"/>
                        </a:ext>
                      </a:extLst>
                    </p:cNvPr>
                    <p:cNvSpPr/>
                    <p:nvPr/>
                  </p:nvSpPr>
                  <p:spPr>
                    <a:xfrm>
                      <a:off x="8755380" y="2890816"/>
                      <a:ext cx="112415" cy="142895"/>
                    </a:xfrm>
                    <a:custGeom>
                      <a:avLst/>
                      <a:gdLst>
                        <a:gd name="connsiteX0" fmla="*/ 9525 w 112415"/>
                        <a:gd name="connsiteY0" fmla="*/ 135275 h 142895"/>
                        <a:gd name="connsiteX1" fmla="*/ 41910 w 112415"/>
                        <a:gd name="connsiteY1" fmla="*/ 142895 h 142895"/>
                        <a:gd name="connsiteX2" fmla="*/ 112395 w 112415"/>
                        <a:gd name="connsiteY2" fmla="*/ 70505 h 142895"/>
                        <a:gd name="connsiteX3" fmla="*/ 40005 w 112415"/>
                        <a:gd name="connsiteY3" fmla="*/ 20 h 142895"/>
                        <a:gd name="connsiteX4" fmla="*/ 0 w 112415"/>
                        <a:gd name="connsiteY4" fmla="*/ 12403 h 142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15" h="142895">
                          <a:moveTo>
                            <a:pt x="9525" y="135275"/>
                          </a:moveTo>
                          <a:cubicBezTo>
                            <a:pt x="19050" y="140038"/>
                            <a:pt x="30480" y="142895"/>
                            <a:pt x="41910" y="142895"/>
                          </a:cubicBezTo>
                          <a:cubicBezTo>
                            <a:pt x="80963" y="142895"/>
                            <a:pt x="113347" y="110511"/>
                            <a:pt x="112395" y="70505"/>
                          </a:cubicBezTo>
                          <a:cubicBezTo>
                            <a:pt x="112395" y="31453"/>
                            <a:pt x="80010" y="-932"/>
                            <a:pt x="40005" y="20"/>
                          </a:cubicBezTo>
                          <a:cubicBezTo>
                            <a:pt x="24765" y="20"/>
                            <a:pt x="11430" y="4783"/>
                            <a:pt x="0" y="12403"/>
                          </a:cubicBezTo>
                        </a:path>
                      </a:pathLst>
                    </a:custGeom>
                    <a:solidFill>
                      <a:srgbClr val="EFA5A5"/>
                    </a:solid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34616F96-08E4-4E50-B737-3DE536975C8D}"/>
                        </a:ext>
                      </a:extLst>
                    </p:cNvPr>
                    <p:cNvSpPr/>
                    <p:nvPr/>
                  </p:nvSpPr>
                  <p:spPr>
                    <a:xfrm>
                      <a:off x="9165827" y="2883161"/>
                      <a:ext cx="37308" cy="53450"/>
                    </a:xfrm>
                    <a:custGeom>
                      <a:avLst/>
                      <a:gdLst>
                        <a:gd name="connsiteX0" fmla="*/ 80 w 37308"/>
                        <a:gd name="connsiteY0" fmla="*/ 25773 h 53450"/>
                        <a:gd name="connsiteX1" fmla="*/ 17225 w 37308"/>
                        <a:gd name="connsiteY1" fmla="*/ 53396 h 53450"/>
                        <a:gd name="connsiteX2" fmla="*/ 37228 w 37308"/>
                        <a:gd name="connsiteY2" fmla="*/ 27678 h 53450"/>
                        <a:gd name="connsiteX3" fmla="*/ 20083 w 37308"/>
                        <a:gd name="connsiteY3" fmla="*/ 55 h 53450"/>
                        <a:gd name="connsiteX4" fmla="*/ 80 w 37308"/>
                        <a:gd name="connsiteY4" fmla="*/ 25773 h 53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08" h="53450">
                          <a:moveTo>
                            <a:pt x="80" y="25773"/>
                          </a:moveTo>
                          <a:cubicBezTo>
                            <a:pt x="-872" y="40060"/>
                            <a:pt x="6748" y="52443"/>
                            <a:pt x="17225" y="53396"/>
                          </a:cubicBezTo>
                          <a:cubicBezTo>
                            <a:pt x="27703" y="54348"/>
                            <a:pt x="36275" y="42918"/>
                            <a:pt x="37228" y="27678"/>
                          </a:cubicBezTo>
                          <a:cubicBezTo>
                            <a:pt x="38180" y="13391"/>
                            <a:pt x="30560" y="1008"/>
                            <a:pt x="20083" y="55"/>
                          </a:cubicBezTo>
                          <a:cubicBezTo>
                            <a:pt x="9605" y="-897"/>
                            <a:pt x="1033" y="10533"/>
                            <a:pt x="80" y="25773"/>
                          </a:cubicBezTo>
                          <a:close/>
                        </a:path>
                      </a:pathLst>
                    </a:custGeom>
                    <a:solidFill>
                      <a:srgbClr val="2D3449"/>
                    </a:solid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33073EAA-18C2-4BCD-819B-A6300DFAEC5B}"/>
                        </a:ext>
                      </a:extLst>
                    </p:cNvPr>
                    <p:cNvSpPr/>
                    <p:nvPr/>
                  </p:nvSpPr>
                  <p:spPr>
                    <a:xfrm>
                      <a:off x="8866529" y="2855539"/>
                      <a:ext cx="37530" cy="53450"/>
                    </a:xfrm>
                    <a:custGeom>
                      <a:avLst/>
                      <a:gdLst>
                        <a:gd name="connsiteX0" fmla="*/ 37440 w 37530"/>
                        <a:gd name="connsiteY0" fmla="*/ 28631 h 53450"/>
                        <a:gd name="connsiteX1" fmla="*/ 16485 w 37530"/>
                        <a:gd name="connsiteY1" fmla="*/ 53395 h 53450"/>
                        <a:gd name="connsiteX2" fmla="*/ 293 w 37530"/>
                        <a:gd name="connsiteY2" fmla="*/ 24820 h 53450"/>
                        <a:gd name="connsiteX3" fmla="*/ 21247 w 37530"/>
                        <a:gd name="connsiteY3" fmla="*/ 56 h 53450"/>
                        <a:gd name="connsiteX4" fmla="*/ 37440 w 37530"/>
                        <a:gd name="connsiteY4" fmla="*/ 28631 h 53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30" h="53450">
                          <a:moveTo>
                            <a:pt x="37440" y="28631"/>
                          </a:moveTo>
                          <a:cubicBezTo>
                            <a:pt x="36488" y="42918"/>
                            <a:pt x="26963" y="54348"/>
                            <a:pt x="16485" y="53395"/>
                          </a:cubicBezTo>
                          <a:cubicBezTo>
                            <a:pt x="6008" y="52443"/>
                            <a:pt x="-1612" y="40060"/>
                            <a:pt x="293" y="24820"/>
                          </a:cubicBezTo>
                          <a:cubicBezTo>
                            <a:pt x="1245" y="10533"/>
                            <a:pt x="10770" y="-897"/>
                            <a:pt x="21247" y="56"/>
                          </a:cubicBezTo>
                          <a:cubicBezTo>
                            <a:pt x="31725" y="1960"/>
                            <a:pt x="38393" y="14343"/>
                            <a:pt x="37440" y="28631"/>
                          </a:cubicBezTo>
                          <a:close/>
                        </a:path>
                      </a:pathLst>
                    </a:custGeom>
                    <a:solidFill>
                      <a:srgbClr val="2D3449"/>
                    </a:solid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0A2FD735-6AB4-4B91-BCD0-5BA47AC09329}"/>
                        </a:ext>
                      </a:extLst>
                    </p:cNvPr>
                    <p:cNvSpPr/>
                    <p:nvPr/>
                  </p:nvSpPr>
                  <p:spPr>
                    <a:xfrm>
                      <a:off x="9209722" y="2908934"/>
                      <a:ext cx="152400" cy="152400"/>
                    </a:xfrm>
                    <a:custGeom>
                      <a:avLst/>
                      <a:gdLst>
                        <a:gd name="connsiteX0" fmla="*/ 152400 w 152400"/>
                        <a:gd name="connsiteY0" fmla="*/ 76200 h 152400"/>
                        <a:gd name="connsiteX1" fmla="*/ 76200 w 152400"/>
                        <a:gd name="connsiteY1" fmla="*/ 152400 h 152400"/>
                        <a:gd name="connsiteX2" fmla="*/ 0 w 152400"/>
                        <a:gd name="connsiteY2" fmla="*/ 76200 h 152400"/>
                        <a:gd name="connsiteX3" fmla="*/ 76200 w 152400"/>
                        <a:gd name="connsiteY3" fmla="*/ 0 h 152400"/>
                        <a:gd name="connsiteX4" fmla="*/ 152400 w 152400"/>
                        <a:gd name="connsiteY4" fmla="*/ 76200 h 15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 h="152400">
                          <a:moveTo>
                            <a:pt x="152400" y="76200"/>
                          </a:moveTo>
                          <a:cubicBezTo>
                            <a:pt x="152400" y="118284"/>
                            <a:pt x="118284" y="152400"/>
                            <a:pt x="76200" y="152400"/>
                          </a:cubicBezTo>
                          <a:cubicBezTo>
                            <a:pt x="34116" y="152400"/>
                            <a:pt x="0" y="118284"/>
                            <a:pt x="0" y="76200"/>
                          </a:cubicBezTo>
                          <a:cubicBezTo>
                            <a:pt x="0" y="34116"/>
                            <a:pt x="34116" y="0"/>
                            <a:pt x="76200" y="0"/>
                          </a:cubicBezTo>
                          <a:cubicBezTo>
                            <a:pt x="118284" y="0"/>
                            <a:pt x="152400" y="34116"/>
                            <a:pt x="152400" y="76200"/>
                          </a:cubicBezTo>
                          <a:close/>
                        </a:path>
                      </a:pathLst>
                    </a:custGeom>
                    <a:solidFill>
                      <a:srgbClr val="EFA5A5"/>
                    </a:solidFill>
                    <a:ln w="9525" cap="flat">
                      <a:noFill/>
                      <a:prstDash val="solid"/>
                      <a:miter/>
                    </a:ln>
                  </p:spPr>
                  <p:txBody>
                    <a:bodyPr rtlCol="0" anchor="ctr"/>
                    <a:lstStyle/>
                    <a:p>
                      <a:endParaRPr lang="en-US"/>
                    </a:p>
                  </p:txBody>
                </p:sp>
                <p:grpSp>
                  <p:nvGrpSpPr>
                    <p:cNvPr id="324" name="Graphic 2">
                      <a:extLst>
                        <a:ext uri="{FF2B5EF4-FFF2-40B4-BE49-F238E27FC236}">
                          <a16:creationId xmlns:a16="http://schemas.microsoft.com/office/drawing/2014/main" id="{41F1F5D4-8277-49C7-95BC-D1011C481671}"/>
                        </a:ext>
                      </a:extLst>
                    </p:cNvPr>
                    <p:cNvGrpSpPr/>
                    <p:nvPr/>
                  </p:nvGrpSpPr>
                  <p:grpSpPr>
                    <a:xfrm>
                      <a:off x="9333547" y="2947140"/>
                      <a:ext cx="68610" cy="94191"/>
                      <a:chOff x="9333547" y="2947140"/>
                      <a:chExt cx="68610" cy="94191"/>
                    </a:xfrm>
                  </p:grpSpPr>
                  <p:sp>
                    <p:nvSpPr>
                      <p:cNvPr id="327" name="Freeform: Shape 326">
                        <a:extLst>
                          <a:ext uri="{FF2B5EF4-FFF2-40B4-BE49-F238E27FC236}">
                            <a16:creationId xmlns:a16="http://schemas.microsoft.com/office/drawing/2014/main" id="{48854D21-F04A-4982-9DDE-62903E011332}"/>
                          </a:ext>
                        </a:extLst>
                      </p:cNvPr>
                      <p:cNvSpPr/>
                      <p:nvPr/>
                    </p:nvSpPr>
                    <p:spPr>
                      <a:xfrm>
                        <a:off x="9333547" y="2947140"/>
                        <a:ext cx="68610" cy="94191"/>
                      </a:xfrm>
                      <a:custGeom>
                        <a:avLst/>
                        <a:gdLst>
                          <a:gd name="connsiteX0" fmla="*/ 5715 w 68610"/>
                          <a:gd name="connsiteY0" fmla="*/ 92287 h 94191"/>
                          <a:gd name="connsiteX1" fmla="*/ 22860 w 68610"/>
                          <a:gd name="connsiteY1" fmla="*/ 94192 h 94191"/>
                          <a:gd name="connsiteX2" fmla="*/ 68580 w 68610"/>
                          <a:gd name="connsiteY2" fmla="*/ 46567 h 94191"/>
                          <a:gd name="connsiteX3" fmla="*/ 20955 w 68610"/>
                          <a:gd name="connsiteY3" fmla="*/ 847 h 94191"/>
                          <a:gd name="connsiteX4" fmla="*/ 0 w 68610"/>
                          <a:gd name="connsiteY4" fmla="*/ 847 h 94191"/>
                          <a:gd name="connsiteX5" fmla="*/ 5715 w 68610"/>
                          <a:gd name="connsiteY5" fmla="*/ 59902 h 94191"/>
                          <a:gd name="connsiteX6" fmla="*/ 5715 w 68610"/>
                          <a:gd name="connsiteY6" fmla="*/ 92287 h 9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10" h="94191">
                            <a:moveTo>
                              <a:pt x="5715" y="92287"/>
                            </a:moveTo>
                            <a:cubicBezTo>
                              <a:pt x="9525" y="93239"/>
                              <a:pt x="19050" y="94192"/>
                              <a:pt x="22860" y="94192"/>
                            </a:cubicBezTo>
                            <a:cubicBezTo>
                              <a:pt x="48577" y="94192"/>
                              <a:pt x="69532" y="73237"/>
                              <a:pt x="68580" y="46567"/>
                            </a:cubicBezTo>
                            <a:cubicBezTo>
                              <a:pt x="68580" y="20849"/>
                              <a:pt x="47625" y="-106"/>
                              <a:pt x="20955" y="847"/>
                            </a:cubicBezTo>
                            <a:cubicBezTo>
                              <a:pt x="14288" y="847"/>
                              <a:pt x="5715" y="-1058"/>
                              <a:pt x="0" y="847"/>
                            </a:cubicBezTo>
                            <a:cubicBezTo>
                              <a:pt x="0" y="847"/>
                              <a:pt x="7620" y="28469"/>
                              <a:pt x="5715" y="59902"/>
                            </a:cubicBezTo>
                            <a:cubicBezTo>
                              <a:pt x="5715" y="92287"/>
                              <a:pt x="5715" y="92287"/>
                              <a:pt x="5715" y="92287"/>
                            </a:cubicBezTo>
                            <a:close/>
                          </a:path>
                        </a:pathLst>
                      </a:custGeom>
                      <a:solidFill>
                        <a:srgbClr val="EAC096"/>
                      </a:solid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07D44A84-7018-467E-8E15-81DB50590DD2}"/>
                          </a:ext>
                        </a:extLst>
                      </p:cNvPr>
                      <p:cNvSpPr/>
                      <p:nvPr/>
                    </p:nvSpPr>
                    <p:spPr>
                      <a:xfrm>
                        <a:off x="9344792" y="2963994"/>
                        <a:ext cx="42279" cy="41142"/>
                      </a:xfrm>
                      <a:custGeom>
                        <a:avLst/>
                        <a:gdLst>
                          <a:gd name="connsiteX0" fmla="*/ 34475 w 42279"/>
                          <a:gd name="connsiteY0" fmla="*/ 41142 h 41142"/>
                          <a:gd name="connsiteX1" fmla="*/ 27807 w 42279"/>
                          <a:gd name="connsiteY1" fmla="*/ 35427 h 41142"/>
                          <a:gd name="connsiteX2" fmla="*/ 5900 w 42279"/>
                          <a:gd name="connsiteY2" fmla="*/ 13520 h 41142"/>
                          <a:gd name="connsiteX3" fmla="*/ 185 w 42279"/>
                          <a:gd name="connsiteY3" fmla="*/ 5900 h 41142"/>
                          <a:gd name="connsiteX4" fmla="*/ 7805 w 42279"/>
                          <a:gd name="connsiteY4" fmla="*/ 185 h 41142"/>
                          <a:gd name="connsiteX5" fmla="*/ 42095 w 42279"/>
                          <a:gd name="connsiteY5" fmla="*/ 33522 h 41142"/>
                          <a:gd name="connsiteX6" fmla="*/ 36380 w 42279"/>
                          <a:gd name="connsiteY6" fmla="*/ 41142 h 41142"/>
                          <a:gd name="connsiteX7" fmla="*/ 34475 w 42279"/>
                          <a:gd name="connsiteY7" fmla="*/ 41142 h 41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279" h="41142">
                            <a:moveTo>
                              <a:pt x="34475" y="41142"/>
                            </a:moveTo>
                            <a:cubicBezTo>
                              <a:pt x="30665" y="41142"/>
                              <a:pt x="27807" y="39237"/>
                              <a:pt x="27807" y="35427"/>
                            </a:cubicBezTo>
                            <a:cubicBezTo>
                              <a:pt x="23997" y="16377"/>
                              <a:pt x="5900" y="13520"/>
                              <a:pt x="5900" y="13520"/>
                            </a:cubicBezTo>
                            <a:cubicBezTo>
                              <a:pt x="2090" y="13520"/>
                              <a:pt x="-768" y="9710"/>
                              <a:pt x="185" y="5900"/>
                            </a:cubicBezTo>
                            <a:cubicBezTo>
                              <a:pt x="185" y="2090"/>
                              <a:pt x="3995" y="-768"/>
                              <a:pt x="7805" y="185"/>
                            </a:cubicBezTo>
                            <a:cubicBezTo>
                              <a:pt x="18282" y="1137"/>
                              <a:pt x="38285" y="9710"/>
                              <a:pt x="42095" y="33522"/>
                            </a:cubicBezTo>
                            <a:cubicBezTo>
                              <a:pt x="43047" y="37332"/>
                              <a:pt x="40190" y="41142"/>
                              <a:pt x="36380" y="41142"/>
                            </a:cubicBezTo>
                            <a:cubicBezTo>
                              <a:pt x="35427" y="41142"/>
                              <a:pt x="34475" y="41142"/>
                              <a:pt x="34475" y="41142"/>
                            </a:cubicBezTo>
                            <a:close/>
                          </a:path>
                        </a:pathLst>
                      </a:custGeom>
                      <a:solidFill>
                        <a:srgbClr val="CD995F"/>
                      </a:solidFill>
                      <a:ln w="9525" cap="flat">
                        <a:noFill/>
                        <a:prstDash val="solid"/>
                        <a:miter/>
                      </a:ln>
                    </p:spPr>
                    <p:txBody>
                      <a:bodyPr rtlCol="0" anchor="ctr"/>
                      <a:lstStyle/>
                      <a:p>
                        <a:endParaRPr lang="en-US"/>
                      </a:p>
                    </p:txBody>
                  </p:sp>
                </p:grpSp>
                <p:sp>
                  <p:nvSpPr>
                    <p:cNvPr id="325" name="Freeform: Shape 324">
                      <a:extLst>
                        <a:ext uri="{FF2B5EF4-FFF2-40B4-BE49-F238E27FC236}">
                          <a16:creationId xmlns:a16="http://schemas.microsoft.com/office/drawing/2014/main" id="{33317376-610C-47FC-816B-50D5668D9D8A}"/>
                        </a:ext>
                      </a:extLst>
                    </p:cNvPr>
                    <p:cNvSpPr/>
                    <p:nvPr/>
                  </p:nvSpPr>
                  <p:spPr>
                    <a:xfrm>
                      <a:off x="8719154" y="2444251"/>
                      <a:ext cx="833485" cy="741990"/>
                    </a:xfrm>
                    <a:custGeom>
                      <a:avLst/>
                      <a:gdLst>
                        <a:gd name="connsiteX0" fmla="*/ 127666 w 833485"/>
                        <a:gd name="connsiteY0" fmla="*/ 110353 h 741990"/>
                        <a:gd name="connsiteX1" fmla="*/ 512476 w 833485"/>
                        <a:gd name="connsiteY1" fmla="*/ 3673 h 741990"/>
                        <a:gd name="connsiteX2" fmla="*/ 833469 w 833485"/>
                        <a:gd name="connsiteY2" fmla="*/ 424678 h 741990"/>
                        <a:gd name="connsiteX3" fmla="*/ 508666 w 833485"/>
                        <a:gd name="connsiteY3" fmla="*/ 741860 h 741990"/>
                        <a:gd name="connsiteX4" fmla="*/ 615346 w 833485"/>
                        <a:gd name="connsiteY4" fmla="*/ 500878 h 741990"/>
                        <a:gd name="connsiteX5" fmla="*/ 582961 w 833485"/>
                        <a:gd name="connsiteY5" fmla="*/ 427535 h 741990"/>
                        <a:gd name="connsiteX6" fmla="*/ 116236 w 833485"/>
                        <a:gd name="connsiteY6" fmla="*/ 241798 h 741990"/>
                        <a:gd name="connsiteX7" fmla="*/ 52418 w 833485"/>
                        <a:gd name="connsiteY7" fmla="*/ 459920 h 741990"/>
                        <a:gd name="connsiteX8" fmla="*/ 133381 w 833485"/>
                        <a:gd name="connsiteY8" fmla="*/ 699950 h 741990"/>
                        <a:gd name="connsiteX9" fmla="*/ 185769 w 833485"/>
                        <a:gd name="connsiteY9" fmla="*/ 733288 h 741990"/>
                        <a:gd name="connsiteX10" fmla="*/ 31 w 833485"/>
                        <a:gd name="connsiteY10" fmla="*/ 703760 h 741990"/>
                        <a:gd name="connsiteX11" fmla="*/ 25749 w 833485"/>
                        <a:gd name="connsiteY11" fmla="*/ 647563 h 741990"/>
                        <a:gd name="connsiteX12" fmla="*/ 16224 w 833485"/>
                        <a:gd name="connsiteY12" fmla="*/ 518023 h 741990"/>
                        <a:gd name="connsiteX13" fmla="*/ 127666 w 833485"/>
                        <a:gd name="connsiteY13" fmla="*/ 110353 h 741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33485" h="741990">
                          <a:moveTo>
                            <a:pt x="127666" y="110353"/>
                          </a:moveTo>
                          <a:cubicBezTo>
                            <a:pt x="268636" y="-30617"/>
                            <a:pt x="512476" y="3673"/>
                            <a:pt x="512476" y="3673"/>
                          </a:cubicBezTo>
                          <a:cubicBezTo>
                            <a:pt x="751553" y="50345"/>
                            <a:pt x="831564" y="208460"/>
                            <a:pt x="833469" y="424678"/>
                          </a:cubicBezTo>
                          <a:cubicBezTo>
                            <a:pt x="835373" y="563743"/>
                            <a:pt x="679164" y="747575"/>
                            <a:pt x="508666" y="741860"/>
                          </a:cubicBezTo>
                          <a:cubicBezTo>
                            <a:pt x="614394" y="687568"/>
                            <a:pt x="631539" y="589460"/>
                            <a:pt x="615346" y="500878"/>
                          </a:cubicBezTo>
                          <a:cubicBezTo>
                            <a:pt x="608678" y="464683"/>
                            <a:pt x="582961" y="427535"/>
                            <a:pt x="582961" y="427535"/>
                          </a:cubicBezTo>
                          <a:cubicBezTo>
                            <a:pt x="359123" y="419915"/>
                            <a:pt x="116236" y="241798"/>
                            <a:pt x="116236" y="241798"/>
                          </a:cubicBezTo>
                          <a:cubicBezTo>
                            <a:pt x="77183" y="280850"/>
                            <a:pt x="58133" y="375148"/>
                            <a:pt x="52418" y="459920"/>
                          </a:cubicBezTo>
                          <a:cubicBezTo>
                            <a:pt x="49561" y="522785"/>
                            <a:pt x="58133" y="630418"/>
                            <a:pt x="133381" y="699950"/>
                          </a:cubicBezTo>
                          <a:cubicBezTo>
                            <a:pt x="159098" y="718048"/>
                            <a:pt x="166719" y="723763"/>
                            <a:pt x="185769" y="733288"/>
                          </a:cubicBezTo>
                          <a:cubicBezTo>
                            <a:pt x="59086" y="748528"/>
                            <a:pt x="31" y="703760"/>
                            <a:pt x="31" y="703760"/>
                          </a:cubicBezTo>
                          <a:cubicBezTo>
                            <a:pt x="31" y="703760"/>
                            <a:pt x="15271" y="678995"/>
                            <a:pt x="25749" y="647563"/>
                          </a:cubicBezTo>
                          <a:cubicBezTo>
                            <a:pt x="42893" y="597080"/>
                            <a:pt x="20986" y="536120"/>
                            <a:pt x="16224" y="518023"/>
                          </a:cubicBezTo>
                          <a:cubicBezTo>
                            <a:pt x="-29497" y="374195"/>
                            <a:pt x="25749" y="212270"/>
                            <a:pt x="127666" y="110353"/>
                          </a:cubicBezTo>
                          <a:close/>
                        </a:path>
                      </a:pathLst>
                    </a:custGeom>
                    <a:solidFill>
                      <a:schemeClr val="tx2">
                        <a:lumMod val="75000"/>
                        <a:lumOff val="25000"/>
                      </a:schemeClr>
                    </a:solid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41FFC826-ED82-47FF-B9D1-173C9FCCC4C9}"/>
                        </a:ext>
                      </a:extLst>
                    </p:cNvPr>
                    <p:cNvSpPr/>
                    <p:nvPr/>
                  </p:nvSpPr>
                  <p:spPr>
                    <a:xfrm>
                      <a:off x="9181147" y="2815589"/>
                      <a:ext cx="402907" cy="406527"/>
                    </a:xfrm>
                    <a:custGeom>
                      <a:avLst/>
                      <a:gdLst>
                        <a:gd name="connsiteX0" fmla="*/ 373380 w 402907"/>
                        <a:gd name="connsiteY0" fmla="*/ 168592 h 406527"/>
                        <a:gd name="connsiteX1" fmla="*/ 383857 w 402907"/>
                        <a:gd name="connsiteY1" fmla="*/ 290513 h 406527"/>
                        <a:gd name="connsiteX2" fmla="*/ 402907 w 402907"/>
                        <a:gd name="connsiteY2" fmla="*/ 324802 h 406527"/>
                        <a:gd name="connsiteX3" fmla="*/ 85725 w 402907"/>
                        <a:gd name="connsiteY3" fmla="*/ 403860 h 406527"/>
                        <a:gd name="connsiteX4" fmla="*/ 0 w 402907"/>
                        <a:gd name="connsiteY4" fmla="*/ 375285 h 406527"/>
                        <a:gd name="connsiteX5" fmla="*/ 129540 w 402907"/>
                        <a:gd name="connsiteY5" fmla="*/ 218122 h 406527"/>
                        <a:gd name="connsiteX6" fmla="*/ 122872 w 402907"/>
                        <a:gd name="connsiteY6" fmla="*/ 57150 h 406527"/>
                        <a:gd name="connsiteX7" fmla="*/ 371475 w 402907"/>
                        <a:gd name="connsiteY7" fmla="*/ 0 h 406527"/>
                        <a:gd name="connsiteX8" fmla="*/ 373380 w 402907"/>
                        <a:gd name="connsiteY8" fmla="*/ 168592 h 406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2907" h="406527">
                          <a:moveTo>
                            <a:pt x="373380" y="168592"/>
                          </a:moveTo>
                          <a:cubicBezTo>
                            <a:pt x="373380" y="168592"/>
                            <a:pt x="364807" y="245745"/>
                            <a:pt x="383857" y="290513"/>
                          </a:cubicBezTo>
                          <a:cubicBezTo>
                            <a:pt x="392430" y="310515"/>
                            <a:pt x="402907" y="324802"/>
                            <a:pt x="402907" y="324802"/>
                          </a:cubicBezTo>
                          <a:cubicBezTo>
                            <a:pt x="402907" y="324802"/>
                            <a:pt x="330517" y="423863"/>
                            <a:pt x="85725" y="403860"/>
                          </a:cubicBezTo>
                          <a:cubicBezTo>
                            <a:pt x="3810" y="397192"/>
                            <a:pt x="0" y="375285"/>
                            <a:pt x="0" y="375285"/>
                          </a:cubicBezTo>
                          <a:cubicBezTo>
                            <a:pt x="0" y="375285"/>
                            <a:pt x="114300" y="315277"/>
                            <a:pt x="129540" y="218122"/>
                          </a:cubicBezTo>
                          <a:cubicBezTo>
                            <a:pt x="144780" y="121920"/>
                            <a:pt x="122872" y="57150"/>
                            <a:pt x="122872" y="57150"/>
                          </a:cubicBezTo>
                          <a:lnTo>
                            <a:pt x="371475" y="0"/>
                          </a:lnTo>
                          <a:lnTo>
                            <a:pt x="373380" y="168592"/>
                          </a:lnTo>
                          <a:close/>
                        </a:path>
                      </a:pathLst>
                    </a:custGeom>
                    <a:solidFill>
                      <a:schemeClr val="tx2">
                        <a:lumMod val="75000"/>
                        <a:lumOff val="25000"/>
                      </a:schemeClr>
                    </a:solidFill>
                    <a:ln w="9525" cap="flat">
                      <a:noFill/>
                      <a:prstDash val="solid"/>
                      <a:miter/>
                    </a:ln>
                  </p:spPr>
                  <p:txBody>
                    <a:bodyPr rtlCol="0" anchor="ctr"/>
                    <a:lstStyle/>
                    <a:p>
                      <a:endParaRPr lang="en-US"/>
                    </a:p>
                  </p:txBody>
                </p:sp>
              </p:grpSp>
              <p:sp>
                <p:nvSpPr>
                  <p:cNvPr id="311" name="Freeform: Shape 310">
                    <a:extLst>
                      <a:ext uri="{FF2B5EF4-FFF2-40B4-BE49-F238E27FC236}">
                        <a16:creationId xmlns:a16="http://schemas.microsoft.com/office/drawing/2014/main" id="{61C1B9AC-128D-4E9B-990A-4FF416ADC331}"/>
                      </a:ext>
                    </a:extLst>
                  </p:cNvPr>
                  <p:cNvSpPr/>
                  <p:nvPr/>
                </p:nvSpPr>
                <p:spPr>
                  <a:xfrm>
                    <a:off x="8971597" y="2994659"/>
                    <a:ext cx="78104" cy="43830"/>
                  </a:xfrm>
                  <a:custGeom>
                    <a:avLst/>
                    <a:gdLst>
                      <a:gd name="connsiteX0" fmla="*/ 0 w 78104"/>
                      <a:gd name="connsiteY0" fmla="*/ 0 h 43830"/>
                      <a:gd name="connsiteX1" fmla="*/ 78105 w 78104"/>
                      <a:gd name="connsiteY1" fmla="*/ 1905 h 43830"/>
                      <a:gd name="connsiteX2" fmla="*/ 39052 w 78104"/>
                      <a:gd name="connsiteY2" fmla="*/ 43815 h 43830"/>
                      <a:gd name="connsiteX3" fmla="*/ 0 w 78104"/>
                      <a:gd name="connsiteY3" fmla="*/ 0 h 43830"/>
                    </a:gdLst>
                    <a:ahLst/>
                    <a:cxnLst>
                      <a:cxn ang="0">
                        <a:pos x="connsiteX0" y="connsiteY0"/>
                      </a:cxn>
                      <a:cxn ang="0">
                        <a:pos x="connsiteX1" y="connsiteY1"/>
                      </a:cxn>
                      <a:cxn ang="0">
                        <a:pos x="connsiteX2" y="connsiteY2"/>
                      </a:cxn>
                      <a:cxn ang="0">
                        <a:pos x="connsiteX3" y="connsiteY3"/>
                      </a:cxn>
                    </a:cxnLst>
                    <a:rect l="l" t="t" r="r" b="b"/>
                    <a:pathLst>
                      <a:path w="78104" h="43830">
                        <a:moveTo>
                          <a:pt x="0" y="0"/>
                        </a:moveTo>
                        <a:cubicBezTo>
                          <a:pt x="0" y="0"/>
                          <a:pt x="50482" y="18098"/>
                          <a:pt x="78105" y="1905"/>
                        </a:cubicBezTo>
                        <a:cubicBezTo>
                          <a:pt x="78105" y="1905"/>
                          <a:pt x="77152" y="43815"/>
                          <a:pt x="39052" y="43815"/>
                        </a:cubicBezTo>
                        <a:cubicBezTo>
                          <a:pt x="1905" y="44768"/>
                          <a:pt x="0" y="0"/>
                          <a:pt x="0" y="0"/>
                        </a:cubicBezTo>
                        <a:close/>
                      </a:path>
                    </a:pathLst>
                  </a:custGeom>
                  <a:solidFill>
                    <a:srgbClr val="FFFFFF"/>
                  </a:solid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79CBED62-8AC1-429E-8C35-0D959598D4B0}"/>
                      </a:ext>
                    </a:extLst>
                  </p:cNvPr>
                  <p:cNvSpPr/>
                  <p:nvPr/>
                </p:nvSpPr>
                <p:spPr>
                  <a:xfrm>
                    <a:off x="8826754" y="3269932"/>
                    <a:ext cx="179132" cy="627697"/>
                  </a:xfrm>
                  <a:custGeom>
                    <a:avLst/>
                    <a:gdLst>
                      <a:gd name="connsiteX0" fmla="*/ 89597 w 179132"/>
                      <a:gd name="connsiteY0" fmla="*/ 0 h 627697"/>
                      <a:gd name="connsiteX1" fmla="*/ 35305 w 179132"/>
                      <a:gd name="connsiteY1" fmla="*/ 327660 h 627697"/>
                      <a:gd name="connsiteX2" fmla="*/ 179133 w 179132"/>
                      <a:gd name="connsiteY2" fmla="*/ 627697 h 627697"/>
                      <a:gd name="connsiteX3" fmla="*/ 5777 w 179132"/>
                      <a:gd name="connsiteY3" fmla="*/ 318135 h 627697"/>
                      <a:gd name="connsiteX4" fmla="*/ 43877 w 179132"/>
                      <a:gd name="connsiteY4" fmla="*/ 26670 h 627697"/>
                      <a:gd name="connsiteX5" fmla="*/ 89597 w 179132"/>
                      <a:gd name="connsiteY5" fmla="*/ 0 h 627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9132" h="627697">
                        <a:moveTo>
                          <a:pt x="89597" y="0"/>
                        </a:moveTo>
                        <a:cubicBezTo>
                          <a:pt x="89597" y="0"/>
                          <a:pt x="-3748" y="211455"/>
                          <a:pt x="35305" y="327660"/>
                        </a:cubicBezTo>
                        <a:cubicBezTo>
                          <a:pt x="63880" y="413385"/>
                          <a:pt x="179133" y="627697"/>
                          <a:pt x="179133" y="627697"/>
                        </a:cubicBezTo>
                        <a:cubicBezTo>
                          <a:pt x="179133" y="627697"/>
                          <a:pt x="15302" y="370522"/>
                          <a:pt x="5777" y="318135"/>
                        </a:cubicBezTo>
                        <a:cubicBezTo>
                          <a:pt x="-18987" y="191452"/>
                          <a:pt x="43877" y="26670"/>
                          <a:pt x="43877" y="26670"/>
                        </a:cubicBezTo>
                        <a:lnTo>
                          <a:pt x="89597" y="0"/>
                        </a:lnTo>
                        <a:close/>
                      </a:path>
                    </a:pathLst>
                  </a:custGeom>
                  <a:solidFill>
                    <a:srgbClr val="374059"/>
                  </a:solid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B1D59268-1D17-4A1F-B08E-4855B0839F1C}"/>
                      </a:ext>
                    </a:extLst>
                  </p:cNvPr>
                  <p:cNvSpPr/>
                  <p:nvPr/>
                </p:nvSpPr>
                <p:spPr>
                  <a:xfrm>
                    <a:off x="8801100" y="3633787"/>
                    <a:ext cx="24765" cy="140017"/>
                  </a:xfrm>
                  <a:custGeom>
                    <a:avLst/>
                    <a:gdLst>
                      <a:gd name="connsiteX0" fmla="*/ 24765 w 24765"/>
                      <a:gd name="connsiteY0" fmla="*/ 0 h 140017"/>
                      <a:gd name="connsiteX1" fmla="*/ 18097 w 24765"/>
                      <a:gd name="connsiteY1" fmla="*/ 128588 h 140017"/>
                      <a:gd name="connsiteX2" fmla="*/ 0 w 24765"/>
                      <a:gd name="connsiteY2" fmla="*/ 140017 h 140017"/>
                    </a:gdLst>
                    <a:ahLst/>
                    <a:cxnLst>
                      <a:cxn ang="0">
                        <a:pos x="connsiteX0" y="connsiteY0"/>
                      </a:cxn>
                      <a:cxn ang="0">
                        <a:pos x="connsiteX1" y="connsiteY1"/>
                      </a:cxn>
                      <a:cxn ang="0">
                        <a:pos x="connsiteX2" y="connsiteY2"/>
                      </a:cxn>
                    </a:cxnLst>
                    <a:rect l="l" t="t" r="r" b="b"/>
                    <a:pathLst>
                      <a:path w="24765" h="140017">
                        <a:moveTo>
                          <a:pt x="24765" y="0"/>
                        </a:moveTo>
                        <a:lnTo>
                          <a:pt x="18097" y="128588"/>
                        </a:lnTo>
                        <a:lnTo>
                          <a:pt x="0" y="140017"/>
                        </a:lnTo>
                        <a:close/>
                      </a:path>
                    </a:pathLst>
                  </a:custGeom>
                  <a:solidFill>
                    <a:srgbClr val="374059"/>
                  </a:solid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34537678-1F07-449D-9502-5A60847651B3}"/>
                      </a:ext>
                    </a:extLst>
                  </p:cNvPr>
                  <p:cNvSpPr/>
                  <p:nvPr/>
                </p:nvSpPr>
                <p:spPr>
                  <a:xfrm>
                    <a:off x="9070657" y="3558539"/>
                    <a:ext cx="300037" cy="379773"/>
                  </a:xfrm>
                  <a:custGeom>
                    <a:avLst/>
                    <a:gdLst>
                      <a:gd name="connsiteX0" fmla="*/ 262890 w 300037"/>
                      <a:gd name="connsiteY0" fmla="*/ 0 h 379773"/>
                      <a:gd name="connsiteX1" fmla="*/ 183832 w 300037"/>
                      <a:gd name="connsiteY1" fmla="*/ 178117 h 379773"/>
                      <a:gd name="connsiteX2" fmla="*/ 13335 w 300037"/>
                      <a:gd name="connsiteY2" fmla="*/ 166688 h 379773"/>
                      <a:gd name="connsiteX3" fmla="*/ 0 w 300037"/>
                      <a:gd name="connsiteY3" fmla="*/ 337185 h 379773"/>
                      <a:gd name="connsiteX4" fmla="*/ 221932 w 300037"/>
                      <a:gd name="connsiteY4" fmla="*/ 378142 h 379773"/>
                      <a:gd name="connsiteX5" fmla="*/ 300038 w 300037"/>
                      <a:gd name="connsiteY5" fmla="*/ 357188 h 379773"/>
                      <a:gd name="connsiteX6" fmla="*/ 294323 w 300037"/>
                      <a:gd name="connsiteY6" fmla="*/ 283845 h 379773"/>
                      <a:gd name="connsiteX7" fmla="*/ 262890 w 300037"/>
                      <a:gd name="connsiteY7" fmla="*/ 0 h 379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037" h="379773">
                        <a:moveTo>
                          <a:pt x="262890" y="0"/>
                        </a:moveTo>
                        <a:cubicBezTo>
                          <a:pt x="262890" y="0"/>
                          <a:pt x="208598" y="163830"/>
                          <a:pt x="183832" y="178117"/>
                        </a:cubicBezTo>
                        <a:cubicBezTo>
                          <a:pt x="132398" y="163830"/>
                          <a:pt x="13335" y="166688"/>
                          <a:pt x="13335" y="166688"/>
                        </a:cubicBezTo>
                        <a:lnTo>
                          <a:pt x="0" y="337185"/>
                        </a:lnTo>
                        <a:cubicBezTo>
                          <a:pt x="0" y="337185"/>
                          <a:pt x="140970" y="389572"/>
                          <a:pt x="221932" y="378142"/>
                        </a:cubicBezTo>
                        <a:cubicBezTo>
                          <a:pt x="280988" y="369570"/>
                          <a:pt x="300038" y="357188"/>
                          <a:pt x="300038" y="357188"/>
                        </a:cubicBezTo>
                        <a:cubicBezTo>
                          <a:pt x="300038" y="357188"/>
                          <a:pt x="294323" y="340995"/>
                          <a:pt x="294323" y="283845"/>
                        </a:cubicBezTo>
                        <a:cubicBezTo>
                          <a:pt x="294323" y="226695"/>
                          <a:pt x="262890" y="0"/>
                          <a:pt x="262890" y="0"/>
                        </a:cubicBezTo>
                        <a:close/>
                      </a:path>
                    </a:pathLst>
                  </a:custGeom>
                  <a:solidFill>
                    <a:srgbClr val="374059"/>
                  </a:solidFill>
                  <a:ln w="9525" cap="flat">
                    <a:noFill/>
                    <a:prstDash val="solid"/>
                    <a:miter/>
                  </a:ln>
                </p:spPr>
                <p:txBody>
                  <a:bodyPr rtlCol="0" anchor="ctr"/>
                  <a:lstStyle/>
                  <a:p>
                    <a:endParaRPr lang="en-US"/>
                  </a:p>
                </p:txBody>
              </p:sp>
              <p:grpSp>
                <p:nvGrpSpPr>
                  <p:cNvPr id="315" name="Graphic 2">
                    <a:extLst>
                      <a:ext uri="{FF2B5EF4-FFF2-40B4-BE49-F238E27FC236}">
                        <a16:creationId xmlns:a16="http://schemas.microsoft.com/office/drawing/2014/main" id="{B962BD1A-A528-40B8-897A-2F3E2E6EA4DC}"/>
                      </a:ext>
                    </a:extLst>
                  </p:cNvPr>
                  <p:cNvGrpSpPr/>
                  <p:nvPr/>
                </p:nvGrpSpPr>
                <p:grpSpPr>
                  <a:xfrm>
                    <a:off x="8836139" y="3293980"/>
                    <a:ext cx="651269" cy="630558"/>
                    <a:chOff x="8836139" y="3293980"/>
                    <a:chExt cx="651269" cy="630558"/>
                  </a:xfrm>
                </p:grpSpPr>
                <p:sp>
                  <p:nvSpPr>
                    <p:cNvPr id="316" name="Freeform: Shape 315">
                      <a:extLst>
                        <a:ext uri="{FF2B5EF4-FFF2-40B4-BE49-F238E27FC236}">
                          <a16:creationId xmlns:a16="http://schemas.microsoft.com/office/drawing/2014/main" id="{09C5254A-5A58-46D8-BC1B-4289C7BED9C3}"/>
                        </a:ext>
                      </a:extLst>
                    </p:cNvPr>
                    <p:cNvSpPr/>
                    <p:nvPr/>
                  </p:nvSpPr>
                  <p:spPr>
                    <a:xfrm>
                      <a:off x="8836139" y="3671233"/>
                      <a:ext cx="181178" cy="149244"/>
                    </a:xfrm>
                    <a:custGeom>
                      <a:avLst/>
                      <a:gdLst>
                        <a:gd name="connsiteX0" fmla="*/ 181178 w 181178"/>
                        <a:gd name="connsiteY0" fmla="*/ 111144 h 149244"/>
                        <a:gd name="connsiteX1" fmla="*/ 113550 w 181178"/>
                        <a:gd name="connsiteY1" fmla="*/ 12084 h 149244"/>
                        <a:gd name="connsiteX2" fmla="*/ 86880 w 181178"/>
                        <a:gd name="connsiteY2" fmla="*/ 50184 h 149244"/>
                        <a:gd name="connsiteX3" fmla="*/ 24968 w 181178"/>
                        <a:gd name="connsiteY3" fmla="*/ 9226 h 149244"/>
                        <a:gd name="connsiteX4" fmla="*/ 2108 w 181178"/>
                        <a:gd name="connsiteY4" fmla="*/ 13989 h 149244"/>
                        <a:gd name="connsiteX5" fmla="*/ 124028 w 181178"/>
                        <a:gd name="connsiteY5" fmla="*/ 127337 h 149244"/>
                        <a:gd name="connsiteX6" fmla="*/ 157366 w 181178"/>
                        <a:gd name="connsiteY6" fmla="*/ 149244 h 149244"/>
                        <a:gd name="connsiteX7" fmla="*/ 181178 w 181178"/>
                        <a:gd name="connsiteY7" fmla="*/ 111144 h 14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1178" h="149244">
                          <a:moveTo>
                            <a:pt x="181178" y="111144"/>
                          </a:moveTo>
                          <a:cubicBezTo>
                            <a:pt x="181178" y="111144"/>
                            <a:pt x="129743" y="10179"/>
                            <a:pt x="113550" y="12084"/>
                          </a:cubicBezTo>
                          <a:cubicBezTo>
                            <a:pt x="88786" y="15894"/>
                            <a:pt x="113550" y="55899"/>
                            <a:pt x="86880" y="50184"/>
                          </a:cubicBezTo>
                          <a:cubicBezTo>
                            <a:pt x="60211" y="44469"/>
                            <a:pt x="41161" y="22562"/>
                            <a:pt x="24968" y="9226"/>
                          </a:cubicBezTo>
                          <a:cubicBezTo>
                            <a:pt x="8776" y="-5061"/>
                            <a:pt x="-5512" y="-2204"/>
                            <a:pt x="2108" y="13989"/>
                          </a:cubicBezTo>
                          <a:cubicBezTo>
                            <a:pt x="8776" y="28276"/>
                            <a:pt x="4013" y="95904"/>
                            <a:pt x="124028" y="127337"/>
                          </a:cubicBezTo>
                          <a:cubicBezTo>
                            <a:pt x="134505" y="130194"/>
                            <a:pt x="146888" y="147339"/>
                            <a:pt x="157366" y="149244"/>
                          </a:cubicBezTo>
                          <a:lnTo>
                            <a:pt x="181178" y="111144"/>
                          </a:lnTo>
                          <a:close/>
                        </a:path>
                      </a:pathLst>
                    </a:custGeom>
                    <a:solidFill>
                      <a:srgbClr val="F9BBB9"/>
                    </a:solid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6718FE3D-FB7E-445D-9A29-BEBD18B6CC45}"/>
                        </a:ext>
                      </a:extLst>
                    </p:cNvPr>
                    <p:cNvSpPr/>
                    <p:nvPr/>
                  </p:nvSpPr>
                  <p:spPr>
                    <a:xfrm>
                      <a:off x="8968639" y="3293980"/>
                      <a:ext cx="518769" cy="630558"/>
                    </a:xfrm>
                    <a:custGeom>
                      <a:avLst/>
                      <a:gdLst>
                        <a:gd name="connsiteX0" fmla="*/ 29628 w 518769"/>
                        <a:gd name="connsiteY0" fmla="*/ 445534 h 630558"/>
                        <a:gd name="connsiteX1" fmla="*/ 282041 w 518769"/>
                        <a:gd name="connsiteY1" fmla="*/ 456011 h 630558"/>
                        <a:gd name="connsiteX2" fmla="*/ 311568 w 518769"/>
                        <a:gd name="connsiteY2" fmla="*/ 421721 h 630558"/>
                        <a:gd name="connsiteX3" fmla="*/ 365861 w 518769"/>
                        <a:gd name="connsiteY3" fmla="*/ 255986 h 630558"/>
                        <a:gd name="connsiteX4" fmla="*/ 391578 w 518769"/>
                        <a:gd name="connsiteY4" fmla="*/ 1669 h 630558"/>
                        <a:gd name="connsiteX5" fmla="*/ 518261 w 518769"/>
                        <a:gd name="connsiteY5" fmla="*/ 402671 h 630558"/>
                        <a:gd name="connsiteX6" fmla="*/ 429678 w 518769"/>
                        <a:gd name="connsiteY6" fmla="*/ 594124 h 630558"/>
                        <a:gd name="connsiteX7" fmla="*/ 6768 w 518769"/>
                        <a:gd name="connsiteY7" fmla="*/ 538879 h 630558"/>
                        <a:gd name="connsiteX8" fmla="*/ 29628 w 518769"/>
                        <a:gd name="connsiteY8" fmla="*/ 445534 h 630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8769" h="630558">
                          <a:moveTo>
                            <a:pt x="29628" y="445534"/>
                          </a:moveTo>
                          <a:cubicBezTo>
                            <a:pt x="29628" y="445534"/>
                            <a:pt x="180123" y="423626"/>
                            <a:pt x="282041" y="456011"/>
                          </a:cubicBezTo>
                          <a:cubicBezTo>
                            <a:pt x="296328" y="460774"/>
                            <a:pt x="302043" y="441724"/>
                            <a:pt x="311568" y="421721"/>
                          </a:cubicBezTo>
                          <a:cubicBezTo>
                            <a:pt x="339191" y="362666"/>
                            <a:pt x="365861" y="255986"/>
                            <a:pt x="365861" y="255986"/>
                          </a:cubicBezTo>
                          <a:cubicBezTo>
                            <a:pt x="365861" y="255986"/>
                            <a:pt x="364908" y="-24049"/>
                            <a:pt x="391578" y="1669"/>
                          </a:cubicBezTo>
                          <a:cubicBezTo>
                            <a:pt x="495400" y="102634"/>
                            <a:pt x="523023" y="264559"/>
                            <a:pt x="518261" y="402671"/>
                          </a:cubicBezTo>
                          <a:cubicBezTo>
                            <a:pt x="516356" y="464584"/>
                            <a:pt x="474446" y="544594"/>
                            <a:pt x="429678" y="594124"/>
                          </a:cubicBezTo>
                          <a:cubicBezTo>
                            <a:pt x="369671" y="660799"/>
                            <a:pt x="118211" y="632224"/>
                            <a:pt x="6768" y="538879"/>
                          </a:cubicBezTo>
                          <a:cubicBezTo>
                            <a:pt x="-17044" y="512209"/>
                            <a:pt x="29628" y="445534"/>
                            <a:pt x="29628" y="445534"/>
                          </a:cubicBezTo>
                          <a:close/>
                        </a:path>
                      </a:pathLst>
                    </a:custGeom>
                    <a:solidFill>
                      <a:srgbClr val="414968"/>
                    </a:solidFill>
                    <a:ln w="9525" cap="flat">
                      <a:noFill/>
                      <a:prstDash val="solid"/>
                      <a:miter/>
                    </a:ln>
                  </p:spPr>
                  <p:txBody>
                    <a:bodyPr rtlCol="0" anchor="ctr"/>
                    <a:lstStyle/>
                    <a:p>
                      <a:endParaRPr lang="en-US"/>
                    </a:p>
                  </p:txBody>
                </p:sp>
              </p:grpSp>
            </p:grpSp>
          </p:grpSp>
        </p:grpSp>
        <p:grpSp>
          <p:nvGrpSpPr>
            <p:cNvPr id="266" name="Graphic 2">
              <a:extLst>
                <a:ext uri="{FF2B5EF4-FFF2-40B4-BE49-F238E27FC236}">
                  <a16:creationId xmlns:a16="http://schemas.microsoft.com/office/drawing/2014/main" id="{060E2438-0A49-4D6D-8305-2339977DBD74}"/>
                </a:ext>
              </a:extLst>
            </p:cNvPr>
            <p:cNvGrpSpPr/>
            <p:nvPr/>
          </p:nvGrpSpPr>
          <p:grpSpPr>
            <a:xfrm flipH="1">
              <a:off x="9947787" y="545436"/>
              <a:ext cx="2936738" cy="3239324"/>
              <a:chOff x="4363346" y="2027047"/>
              <a:chExt cx="2936738" cy="3239324"/>
            </a:xfrm>
          </p:grpSpPr>
          <p:sp>
            <p:nvSpPr>
              <p:cNvPr id="273" name="Freeform: Shape 272">
                <a:extLst>
                  <a:ext uri="{FF2B5EF4-FFF2-40B4-BE49-F238E27FC236}">
                    <a16:creationId xmlns:a16="http://schemas.microsoft.com/office/drawing/2014/main" id="{A06104A3-22D1-42D4-9F39-D1586DA47126}"/>
                  </a:ext>
                </a:extLst>
              </p:cNvPr>
              <p:cNvSpPr/>
              <p:nvPr/>
            </p:nvSpPr>
            <p:spPr>
              <a:xfrm>
                <a:off x="5513959" y="2638424"/>
                <a:ext cx="765872" cy="1322418"/>
              </a:xfrm>
              <a:custGeom>
                <a:avLst/>
                <a:gdLst>
                  <a:gd name="connsiteX0" fmla="*/ 765873 w 765872"/>
                  <a:gd name="connsiteY0" fmla="*/ 432435 h 1322418"/>
                  <a:gd name="connsiteX1" fmla="*/ 756348 w 765872"/>
                  <a:gd name="connsiteY1" fmla="*/ 915353 h 1322418"/>
                  <a:gd name="connsiteX2" fmla="*/ 488695 w 765872"/>
                  <a:gd name="connsiteY2" fmla="*/ 1289685 h 1322418"/>
                  <a:gd name="connsiteX3" fmla="*/ 50545 w 765872"/>
                  <a:gd name="connsiteY3" fmla="*/ 1218248 h 1322418"/>
                  <a:gd name="connsiteX4" fmla="*/ 163893 w 765872"/>
                  <a:gd name="connsiteY4" fmla="*/ 652463 h 1322418"/>
                  <a:gd name="connsiteX5" fmla="*/ 479170 w 765872"/>
                  <a:gd name="connsiteY5" fmla="*/ 0 h 1322418"/>
                  <a:gd name="connsiteX6" fmla="*/ 765873 w 765872"/>
                  <a:gd name="connsiteY6" fmla="*/ 432435 h 1322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5872" h="1322418">
                    <a:moveTo>
                      <a:pt x="765873" y="432435"/>
                    </a:moveTo>
                    <a:cubicBezTo>
                      <a:pt x="765873" y="432435"/>
                      <a:pt x="722058" y="646747"/>
                      <a:pt x="756348" y="915353"/>
                    </a:cubicBezTo>
                    <a:cubicBezTo>
                      <a:pt x="783970" y="1134428"/>
                      <a:pt x="749681" y="1228725"/>
                      <a:pt x="488695" y="1289685"/>
                    </a:cubicBezTo>
                    <a:cubicBezTo>
                      <a:pt x="246760" y="1345882"/>
                      <a:pt x="166750" y="1334453"/>
                      <a:pt x="50545" y="1218248"/>
                    </a:cubicBezTo>
                    <a:cubicBezTo>
                      <a:pt x="-65660" y="1102043"/>
                      <a:pt x="38163" y="1124903"/>
                      <a:pt x="163893" y="652463"/>
                    </a:cubicBezTo>
                    <a:cubicBezTo>
                      <a:pt x="289623" y="180975"/>
                      <a:pt x="479170" y="0"/>
                      <a:pt x="479170" y="0"/>
                    </a:cubicBezTo>
                    <a:lnTo>
                      <a:pt x="765873" y="432435"/>
                    </a:lnTo>
                    <a:close/>
                  </a:path>
                </a:pathLst>
              </a:custGeom>
              <a:solidFill>
                <a:schemeClr val="tx2">
                  <a:lumMod val="90000"/>
                  <a:lumOff val="10000"/>
                </a:schemeClr>
              </a:solidFill>
              <a:ln w="9525" cap="flat">
                <a:noFill/>
                <a:prstDash val="solid"/>
                <a:miter/>
              </a:ln>
            </p:spPr>
            <p:txBody>
              <a:bodyPr rtlCol="0" anchor="ctr"/>
              <a:lstStyle/>
              <a:p>
                <a:endParaRPr lang="en-US"/>
              </a:p>
            </p:txBody>
          </p:sp>
          <p:grpSp>
            <p:nvGrpSpPr>
              <p:cNvPr id="274" name="Graphic 2">
                <a:extLst>
                  <a:ext uri="{FF2B5EF4-FFF2-40B4-BE49-F238E27FC236}">
                    <a16:creationId xmlns:a16="http://schemas.microsoft.com/office/drawing/2014/main" id="{4385800D-D45B-49F2-8390-4C5B8377DC16}"/>
                  </a:ext>
                </a:extLst>
              </p:cNvPr>
              <p:cNvGrpSpPr/>
              <p:nvPr/>
            </p:nvGrpSpPr>
            <p:grpSpPr>
              <a:xfrm>
                <a:off x="5223509" y="3513771"/>
                <a:ext cx="490537" cy="286264"/>
                <a:chOff x="5223509" y="3513771"/>
                <a:chExt cx="490537" cy="286264"/>
              </a:xfrm>
            </p:grpSpPr>
            <p:sp>
              <p:nvSpPr>
                <p:cNvPr id="292" name="Freeform: Shape 291">
                  <a:extLst>
                    <a:ext uri="{FF2B5EF4-FFF2-40B4-BE49-F238E27FC236}">
                      <a16:creationId xmlns:a16="http://schemas.microsoft.com/office/drawing/2014/main" id="{926D3D44-D96C-4059-88FB-D1F8298FB078}"/>
                    </a:ext>
                  </a:extLst>
                </p:cNvPr>
                <p:cNvSpPr/>
                <p:nvPr/>
              </p:nvSpPr>
              <p:spPr>
                <a:xfrm>
                  <a:off x="5223509" y="3513771"/>
                  <a:ext cx="490537" cy="286264"/>
                </a:xfrm>
                <a:custGeom>
                  <a:avLst/>
                  <a:gdLst>
                    <a:gd name="connsiteX0" fmla="*/ 478155 w 490537"/>
                    <a:gd name="connsiteY0" fmla="*/ 101918 h 286264"/>
                    <a:gd name="connsiteX1" fmla="*/ 490538 w 490537"/>
                    <a:gd name="connsiteY1" fmla="*/ 226695 h 286264"/>
                    <a:gd name="connsiteX2" fmla="*/ 142875 w 490537"/>
                    <a:gd name="connsiteY2" fmla="*/ 266700 h 286264"/>
                    <a:gd name="connsiteX3" fmla="*/ 38100 w 490537"/>
                    <a:gd name="connsiteY3" fmla="*/ 205740 h 286264"/>
                    <a:gd name="connsiteX4" fmla="*/ 0 w 490537"/>
                    <a:gd name="connsiteY4" fmla="*/ 0 h 286264"/>
                    <a:gd name="connsiteX5" fmla="*/ 478155 w 490537"/>
                    <a:gd name="connsiteY5" fmla="*/ 101918 h 286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537" h="286264">
                      <a:moveTo>
                        <a:pt x="478155" y="101918"/>
                      </a:moveTo>
                      <a:cubicBezTo>
                        <a:pt x="478155" y="101918"/>
                        <a:pt x="449580" y="166688"/>
                        <a:pt x="490538" y="226695"/>
                      </a:cubicBezTo>
                      <a:cubicBezTo>
                        <a:pt x="490538" y="226695"/>
                        <a:pt x="248603" y="327660"/>
                        <a:pt x="142875" y="266700"/>
                      </a:cubicBezTo>
                      <a:cubicBezTo>
                        <a:pt x="38100" y="205740"/>
                        <a:pt x="38100" y="205740"/>
                        <a:pt x="38100" y="205740"/>
                      </a:cubicBezTo>
                      <a:lnTo>
                        <a:pt x="0" y="0"/>
                      </a:lnTo>
                      <a:cubicBezTo>
                        <a:pt x="0" y="953"/>
                        <a:pt x="418148" y="137160"/>
                        <a:pt x="478155" y="101918"/>
                      </a:cubicBezTo>
                      <a:close/>
                    </a:path>
                  </a:pathLst>
                </a:custGeom>
                <a:solidFill>
                  <a:srgbClr val="F9BBB9"/>
                </a:solid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0C2C163A-B1A1-450A-B9DE-1D4D17E70F29}"/>
                    </a:ext>
                  </a:extLst>
                </p:cNvPr>
                <p:cNvSpPr/>
                <p:nvPr/>
              </p:nvSpPr>
              <p:spPr>
                <a:xfrm>
                  <a:off x="5355907" y="3640454"/>
                  <a:ext cx="352425" cy="70793"/>
                </a:xfrm>
                <a:custGeom>
                  <a:avLst/>
                  <a:gdLst>
                    <a:gd name="connsiteX0" fmla="*/ 352425 w 352425"/>
                    <a:gd name="connsiteY0" fmla="*/ 64770 h 70793"/>
                    <a:gd name="connsiteX1" fmla="*/ 0 w 352425"/>
                    <a:gd name="connsiteY1" fmla="*/ 0 h 70793"/>
                    <a:gd name="connsiteX2" fmla="*/ 338138 w 352425"/>
                    <a:gd name="connsiteY2" fmla="*/ 15240 h 70793"/>
                    <a:gd name="connsiteX3" fmla="*/ 352425 w 352425"/>
                    <a:gd name="connsiteY3" fmla="*/ 64770 h 70793"/>
                  </a:gdLst>
                  <a:ahLst/>
                  <a:cxnLst>
                    <a:cxn ang="0">
                      <a:pos x="connsiteX0" y="connsiteY0"/>
                    </a:cxn>
                    <a:cxn ang="0">
                      <a:pos x="connsiteX1" y="connsiteY1"/>
                    </a:cxn>
                    <a:cxn ang="0">
                      <a:pos x="connsiteX2" y="connsiteY2"/>
                    </a:cxn>
                    <a:cxn ang="0">
                      <a:pos x="connsiteX3" y="connsiteY3"/>
                    </a:cxn>
                  </a:cxnLst>
                  <a:rect l="l" t="t" r="r" b="b"/>
                  <a:pathLst>
                    <a:path w="352425" h="70793">
                      <a:moveTo>
                        <a:pt x="352425" y="64770"/>
                      </a:moveTo>
                      <a:cubicBezTo>
                        <a:pt x="352425" y="64770"/>
                        <a:pt x="113347" y="100013"/>
                        <a:pt x="0" y="0"/>
                      </a:cubicBezTo>
                      <a:cubicBezTo>
                        <a:pt x="0" y="0"/>
                        <a:pt x="244792" y="33338"/>
                        <a:pt x="338138" y="15240"/>
                      </a:cubicBezTo>
                      <a:lnTo>
                        <a:pt x="352425" y="64770"/>
                      </a:lnTo>
                      <a:close/>
                    </a:path>
                  </a:pathLst>
                </a:custGeom>
                <a:solidFill>
                  <a:srgbClr val="EFA5A5"/>
                </a:solidFill>
                <a:ln w="9525" cap="flat">
                  <a:noFill/>
                  <a:prstDash val="solid"/>
                  <a:miter/>
                </a:ln>
              </p:spPr>
              <p:txBody>
                <a:bodyPr rtlCol="0" anchor="ctr"/>
                <a:lstStyle/>
                <a:p>
                  <a:endParaRPr lang="en-US"/>
                </a:p>
              </p:txBody>
            </p:sp>
          </p:grpSp>
          <p:sp>
            <p:nvSpPr>
              <p:cNvPr id="275" name="Freeform: Shape 274">
                <a:extLst>
                  <a:ext uri="{FF2B5EF4-FFF2-40B4-BE49-F238E27FC236}">
                    <a16:creationId xmlns:a16="http://schemas.microsoft.com/office/drawing/2014/main" id="{03A503BA-41CE-488D-A381-AF98E863F663}"/>
                  </a:ext>
                </a:extLst>
              </p:cNvPr>
              <p:cNvSpPr/>
              <p:nvPr/>
            </p:nvSpPr>
            <p:spPr>
              <a:xfrm>
                <a:off x="5771197" y="4114838"/>
                <a:ext cx="1528887" cy="1068845"/>
              </a:xfrm>
              <a:custGeom>
                <a:avLst/>
                <a:gdLst>
                  <a:gd name="connsiteX0" fmla="*/ 348615 w 1528887"/>
                  <a:gd name="connsiteY0" fmla="*/ 34251 h 1068845"/>
                  <a:gd name="connsiteX1" fmla="*/ 727710 w 1528887"/>
                  <a:gd name="connsiteY1" fmla="*/ 779106 h 1068845"/>
                  <a:gd name="connsiteX2" fmla="*/ 1353503 w 1528887"/>
                  <a:gd name="connsiteY2" fmla="*/ 901979 h 1068845"/>
                  <a:gd name="connsiteX3" fmla="*/ 1528763 w 1528887"/>
                  <a:gd name="connsiteY3" fmla="*/ 1047711 h 1068845"/>
                  <a:gd name="connsiteX4" fmla="*/ 1401128 w 1528887"/>
                  <a:gd name="connsiteY4" fmla="*/ 976274 h 1068845"/>
                  <a:gd name="connsiteX5" fmla="*/ 1407795 w 1528887"/>
                  <a:gd name="connsiteY5" fmla="*/ 1066761 h 1068845"/>
                  <a:gd name="connsiteX6" fmla="*/ 1343025 w 1528887"/>
                  <a:gd name="connsiteY6" fmla="*/ 979131 h 1068845"/>
                  <a:gd name="connsiteX7" fmla="*/ 452438 w 1528887"/>
                  <a:gd name="connsiteY7" fmla="*/ 975321 h 1068845"/>
                  <a:gd name="connsiteX8" fmla="*/ 0 w 1528887"/>
                  <a:gd name="connsiteY8" fmla="*/ 301904 h 1068845"/>
                  <a:gd name="connsiteX9" fmla="*/ 348615 w 1528887"/>
                  <a:gd name="connsiteY9" fmla="*/ 34251 h 1068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28887" h="1068845">
                    <a:moveTo>
                      <a:pt x="348615" y="34251"/>
                    </a:moveTo>
                    <a:cubicBezTo>
                      <a:pt x="455295" y="289521"/>
                      <a:pt x="508635" y="762914"/>
                      <a:pt x="727710" y="779106"/>
                    </a:cubicBezTo>
                    <a:cubicBezTo>
                      <a:pt x="980122" y="797204"/>
                      <a:pt x="1224915" y="853401"/>
                      <a:pt x="1353503" y="901979"/>
                    </a:cubicBezTo>
                    <a:cubicBezTo>
                      <a:pt x="1460183" y="941984"/>
                      <a:pt x="1524000" y="1021041"/>
                      <a:pt x="1528763" y="1047711"/>
                    </a:cubicBezTo>
                    <a:cubicBezTo>
                      <a:pt x="1533525" y="1073429"/>
                      <a:pt x="1401128" y="976274"/>
                      <a:pt x="1401128" y="976274"/>
                    </a:cubicBezTo>
                    <a:cubicBezTo>
                      <a:pt x="1401128" y="976274"/>
                      <a:pt x="1414463" y="1048664"/>
                      <a:pt x="1407795" y="1066761"/>
                    </a:cubicBezTo>
                    <a:cubicBezTo>
                      <a:pt x="1401128" y="1084859"/>
                      <a:pt x="1343025" y="979131"/>
                      <a:pt x="1343025" y="979131"/>
                    </a:cubicBezTo>
                    <a:cubicBezTo>
                      <a:pt x="1343025" y="979131"/>
                      <a:pt x="548640" y="975321"/>
                      <a:pt x="452438" y="975321"/>
                    </a:cubicBezTo>
                    <a:cubicBezTo>
                      <a:pt x="401955" y="975321"/>
                      <a:pt x="0" y="301904"/>
                      <a:pt x="0" y="301904"/>
                    </a:cubicBezTo>
                    <a:cubicBezTo>
                      <a:pt x="0" y="301904"/>
                      <a:pt x="282893" y="-121006"/>
                      <a:pt x="348615" y="34251"/>
                    </a:cubicBezTo>
                    <a:close/>
                  </a:path>
                </a:pathLst>
              </a:custGeom>
              <a:solidFill>
                <a:srgbClr val="F9BBB9"/>
              </a:solidFill>
              <a:ln w="9525" cap="flat">
                <a:noFill/>
                <a:prstDash val="solid"/>
                <a:miter/>
              </a:ln>
            </p:spPr>
            <p:txBody>
              <a:bodyPr rtlCol="0" anchor="ctr"/>
              <a:lstStyle/>
              <a:p>
                <a:endParaRPr lang="en-US"/>
              </a:p>
            </p:txBody>
          </p:sp>
          <p:grpSp>
            <p:nvGrpSpPr>
              <p:cNvPr id="276" name="Graphic 2">
                <a:extLst>
                  <a:ext uri="{FF2B5EF4-FFF2-40B4-BE49-F238E27FC236}">
                    <a16:creationId xmlns:a16="http://schemas.microsoft.com/office/drawing/2014/main" id="{818BAC7D-D4D9-4FB4-9EE8-B002C25A6492}"/>
                  </a:ext>
                </a:extLst>
              </p:cNvPr>
              <p:cNvGrpSpPr/>
              <p:nvPr/>
            </p:nvGrpSpPr>
            <p:grpSpPr>
              <a:xfrm>
                <a:off x="4748467" y="2273871"/>
                <a:ext cx="1520545" cy="1387931"/>
                <a:chOff x="4748467" y="2273871"/>
                <a:chExt cx="1520545" cy="1387931"/>
              </a:xfrm>
            </p:grpSpPr>
            <p:sp>
              <p:nvSpPr>
                <p:cNvPr id="285" name="Freeform: Shape 284">
                  <a:extLst>
                    <a:ext uri="{FF2B5EF4-FFF2-40B4-BE49-F238E27FC236}">
                      <a16:creationId xmlns:a16="http://schemas.microsoft.com/office/drawing/2014/main" id="{6AC059CD-7C09-4AEE-B6B7-B9A91407499A}"/>
                    </a:ext>
                  </a:extLst>
                </p:cNvPr>
                <p:cNvSpPr/>
                <p:nvPr/>
              </p:nvSpPr>
              <p:spPr>
                <a:xfrm>
                  <a:off x="4748467" y="2273871"/>
                  <a:ext cx="1520545" cy="1387931"/>
                </a:xfrm>
                <a:custGeom>
                  <a:avLst/>
                  <a:gdLst>
                    <a:gd name="connsiteX0" fmla="*/ 576007 w 1520545"/>
                    <a:gd name="connsiteY0" fmla="*/ 3556 h 1387931"/>
                    <a:gd name="connsiteX1" fmla="*/ 310260 w 1520545"/>
                    <a:gd name="connsiteY1" fmla="*/ 114046 h 1387931"/>
                    <a:gd name="connsiteX2" fmla="*/ 4507 w 1520545"/>
                    <a:gd name="connsiteY2" fmla="*/ 531241 h 1387931"/>
                    <a:gd name="connsiteX3" fmla="*/ 34034 w 1520545"/>
                    <a:gd name="connsiteY3" fmla="*/ 864616 h 1387931"/>
                    <a:gd name="connsiteX4" fmla="*/ 624585 w 1520545"/>
                    <a:gd name="connsiteY4" fmla="*/ 1370393 h 1387931"/>
                    <a:gd name="connsiteX5" fmla="*/ 1268475 w 1520545"/>
                    <a:gd name="connsiteY5" fmla="*/ 1249426 h 1387931"/>
                    <a:gd name="connsiteX6" fmla="*/ 1510410 w 1520545"/>
                    <a:gd name="connsiteY6" fmla="*/ 604583 h 1387931"/>
                    <a:gd name="connsiteX7" fmla="*/ 1193227 w 1520545"/>
                    <a:gd name="connsiteY7" fmla="*/ 139763 h 1387931"/>
                    <a:gd name="connsiteX8" fmla="*/ 576007 w 1520545"/>
                    <a:gd name="connsiteY8" fmla="*/ 3556 h 138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0545" h="1387931">
                      <a:moveTo>
                        <a:pt x="576007" y="3556"/>
                      </a:moveTo>
                      <a:cubicBezTo>
                        <a:pt x="576007" y="3556"/>
                        <a:pt x="446467" y="34988"/>
                        <a:pt x="310260" y="114046"/>
                      </a:cubicBezTo>
                      <a:cubicBezTo>
                        <a:pt x="170242" y="195961"/>
                        <a:pt x="23557" y="328358"/>
                        <a:pt x="4507" y="531241"/>
                      </a:cubicBezTo>
                      <a:cubicBezTo>
                        <a:pt x="-6923" y="648398"/>
                        <a:pt x="3555" y="760793"/>
                        <a:pt x="34034" y="864616"/>
                      </a:cubicBezTo>
                      <a:cubicBezTo>
                        <a:pt x="109282" y="1116076"/>
                        <a:pt x="308355" y="1311338"/>
                        <a:pt x="624585" y="1370393"/>
                      </a:cubicBezTo>
                      <a:cubicBezTo>
                        <a:pt x="847470" y="1412303"/>
                        <a:pt x="1089405" y="1381823"/>
                        <a:pt x="1268475" y="1249426"/>
                      </a:cubicBezTo>
                      <a:cubicBezTo>
                        <a:pt x="1447545" y="1117028"/>
                        <a:pt x="1555177" y="836993"/>
                        <a:pt x="1510410" y="604583"/>
                      </a:cubicBezTo>
                      <a:cubicBezTo>
                        <a:pt x="1465642" y="371221"/>
                        <a:pt x="1358010" y="247396"/>
                        <a:pt x="1193227" y="139763"/>
                      </a:cubicBezTo>
                      <a:cubicBezTo>
                        <a:pt x="1027492" y="31178"/>
                        <a:pt x="813179" y="-13589"/>
                        <a:pt x="576007" y="3556"/>
                      </a:cubicBezTo>
                      <a:close/>
                    </a:path>
                  </a:pathLst>
                </a:custGeom>
                <a:solidFill>
                  <a:srgbClr val="F9BBB9"/>
                </a:solid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09000522-5B41-4F21-AE2C-33E5632D73E6}"/>
                    </a:ext>
                  </a:extLst>
                </p:cNvPr>
                <p:cNvSpPr/>
                <p:nvPr/>
              </p:nvSpPr>
              <p:spPr>
                <a:xfrm>
                  <a:off x="5568923" y="3181137"/>
                  <a:ext cx="202869" cy="102750"/>
                </a:xfrm>
                <a:custGeom>
                  <a:avLst/>
                  <a:gdLst>
                    <a:gd name="connsiteX0" fmla="*/ 34634 w 202869"/>
                    <a:gd name="connsiteY0" fmla="*/ 25929 h 102750"/>
                    <a:gd name="connsiteX1" fmla="*/ 165126 w 202869"/>
                    <a:gd name="connsiteY1" fmla="*/ 14499 h 102750"/>
                    <a:gd name="connsiteX2" fmla="*/ 202273 w 202869"/>
                    <a:gd name="connsiteY2" fmla="*/ 22119 h 102750"/>
                    <a:gd name="connsiteX3" fmla="*/ 121311 w 202869"/>
                    <a:gd name="connsiteY3" fmla="*/ 101177 h 102750"/>
                    <a:gd name="connsiteX4" fmla="*/ 4154 w 202869"/>
                    <a:gd name="connsiteY4" fmla="*/ 46884 h 102750"/>
                    <a:gd name="connsiteX5" fmla="*/ 34634 w 202869"/>
                    <a:gd name="connsiteY5" fmla="*/ 25929 h 102750"/>
                    <a:gd name="connsiteX6" fmla="*/ 34634 w 202869"/>
                    <a:gd name="connsiteY6" fmla="*/ 25929 h 102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869" h="102750">
                      <a:moveTo>
                        <a:pt x="34634" y="25929"/>
                      </a:moveTo>
                      <a:cubicBezTo>
                        <a:pt x="70829" y="70696"/>
                        <a:pt x="147981" y="84984"/>
                        <a:pt x="165126" y="14499"/>
                      </a:cubicBezTo>
                      <a:cubicBezTo>
                        <a:pt x="170841" y="-9313"/>
                        <a:pt x="207989" y="-1693"/>
                        <a:pt x="202273" y="22119"/>
                      </a:cubicBezTo>
                      <a:cubicBezTo>
                        <a:pt x="192748" y="62124"/>
                        <a:pt x="163221" y="94509"/>
                        <a:pt x="121311" y="101177"/>
                      </a:cubicBezTo>
                      <a:cubicBezTo>
                        <a:pt x="73686" y="109749"/>
                        <a:pt x="32729" y="82127"/>
                        <a:pt x="4154" y="46884"/>
                      </a:cubicBezTo>
                      <a:cubicBezTo>
                        <a:pt x="-11086" y="27834"/>
                        <a:pt x="19393" y="6879"/>
                        <a:pt x="34634" y="25929"/>
                      </a:cubicBezTo>
                      <a:lnTo>
                        <a:pt x="34634" y="25929"/>
                      </a:lnTo>
                      <a:close/>
                    </a:path>
                  </a:pathLst>
                </a:custGeom>
                <a:solidFill>
                  <a:srgbClr val="EFA5A5"/>
                </a:solid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EB61DB4D-64C5-477B-91FA-66541F5005E6}"/>
                    </a:ext>
                  </a:extLst>
                </p:cNvPr>
                <p:cNvSpPr/>
                <p:nvPr/>
              </p:nvSpPr>
              <p:spPr>
                <a:xfrm>
                  <a:off x="5667271" y="2922269"/>
                  <a:ext cx="94433" cy="198120"/>
                </a:xfrm>
                <a:custGeom>
                  <a:avLst/>
                  <a:gdLst>
                    <a:gd name="connsiteX0" fmla="*/ 14391 w 94433"/>
                    <a:gd name="connsiteY0" fmla="*/ 198120 h 198120"/>
                    <a:gd name="connsiteX1" fmla="*/ 15344 w 94433"/>
                    <a:gd name="connsiteY1" fmla="*/ 198120 h 198120"/>
                    <a:gd name="connsiteX2" fmla="*/ 48681 w 94433"/>
                    <a:gd name="connsiteY2" fmla="*/ 192405 h 198120"/>
                    <a:gd name="connsiteX3" fmla="*/ 92496 w 94433"/>
                    <a:gd name="connsiteY3" fmla="*/ 156210 h 198120"/>
                    <a:gd name="connsiteX4" fmla="*/ 75351 w 94433"/>
                    <a:gd name="connsiteY4" fmla="*/ 99060 h 198120"/>
                    <a:gd name="connsiteX5" fmla="*/ 54396 w 94433"/>
                    <a:gd name="connsiteY5" fmla="*/ 15240 h 198120"/>
                    <a:gd name="connsiteX6" fmla="*/ 39156 w 94433"/>
                    <a:gd name="connsiteY6" fmla="*/ 0 h 198120"/>
                    <a:gd name="connsiteX7" fmla="*/ 39156 w 94433"/>
                    <a:gd name="connsiteY7" fmla="*/ 0 h 198120"/>
                    <a:gd name="connsiteX8" fmla="*/ 23916 w 94433"/>
                    <a:gd name="connsiteY8" fmla="*/ 15240 h 198120"/>
                    <a:gd name="connsiteX9" fmla="*/ 52491 w 94433"/>
                    <a:gd name="connsiteY9" fmla="*/ 119063 h 198120"/>
                    <a:gd name="connsiteX10" fmla="*/ 63921 w 94433"/>
                    <a:gd name="connsiteY10" fmla="*/ 148590 h 198120"/>
                    <a:gd name="connsiteX11" fmla="*/ 41061 w 94433"/>
                    <a:gd name="connsiteY11" fmla="*/ 164783 h 198120"/>
                    <a:gd name="connsiteX12" fmla="*/ 13438 w 94433"/>
                    <a:gd name="connsiteY12" fmla="*/ 169545 h 198120"/>
                    <a:gd name="connsiteX13" fmla="*/ 103 w 94433"/>
                    <a:gd name="connsiteY13" fmla="*/ 185738 h 198120"/>
                    <a:gd name="connsiteX14" fmla="*/ 14391 w 94433"/>
                    <a:gd name="connsiteY14" fmla="*/ 198120 h 198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433" h="198120">
                      <a:moveTo>
                        <a:pt x="14391" y="198120"/>
                      </a:moveTo>
                      <a:cubicBezTo>
                        <a:pt x="14391" y="198120"/>
                        <a:pt x="15344" y="198120"/>
                        <a:pt x="15344" y="198120"/>
                      </a:cubicBezTo>
                      <a:cubicBezTo>
                        <a:pt x="17249" y="198120"/>
                        <a:pt x="36299" y="196215"/>
                        <a:pt x="48681" y="192405"/>
                      </a:cubicBezTo>
                      <a:cubicBezTo>
                        <a:pt x="78208" y="183833"/>
                        <a:pt x="88686" y="168592"/>
                        <a:pt x="92496" y="156210"/>
                      </a:cubicBezTo>
                      <a:cubicBezTo>
                        <a:pt x="96306" y="143827"/>
                        <a:pt x="96306" y="124777"/>
                        <a:pt x="75351" y="99060"/>
                      </a:cubicBezTo>
                      <a:cubicBezTo>
                        <a:pt x="57253" y="76200"/>
                        <a:pt x="53444" y="30480"/>
                        <a:pt x="54396" y="15240"/>
                      </a:cubicBezTo>
                      <a:cubicBezTo>
                        <a:pt x="54396" y="6667"/>
                        <a:pt x="47728" y="0"/>
                        <a:pt x="39156" y="0"/>
                      </a:cubicBezTo>
                      <a:cubicBezTo>
                        <a:pt x="39156" y="0"/>
                        <a:pt x="39156" y="0"/>
                        <a:pt x="39156" y="0"/>
                      </a:cubicBezTo>
                      <a:cubicBezTo>
                        <a:pt x="30583" y="0"/>
                        <a:pt x="23916" y="6667"/>
                        <a:pt x="23916" y="15240"/>
                      </a:cubicBezTo>
                      <a:cubicBezTo>
                        <a:pt x="23916" y="18097"/>
                        <a:pt x="22963" y="82867"/>
                        <a:pt x="52491" y="119063"/>
                      </a:cubicBezTo>
                      <a:cubicBezTo>
                        <a:pt x="62016" y="130492"/>
                        <a:pt x="65826" y="140970"/>
                        <a:pt x="63921" y="148590"/>
                      </a:cubicBezTo>
                      <a:cubicBezTo>
                        <a:pt x="62016" y="155258"/>
                        <a:pt x="53444" y="160972"/>
                        <a:pt x="41061" y="164783"/>
                      </a:cubicBezTo>
                      <a:cubicBezTo>
                        <a:pt x="33441" y="166688"/>
                        <a:pt x="18201" y="168592"/>
                        <a:pt x="13438" y="169545"/>
                      </a:cubicBezTo>
                      <a:cubicBezTo>
                        <a:pt x="4866" y="170497"/>
                        <a:pt x="-849" y="177165"/>
                        <a:pt x="103" y="185738"/>
                      </a:cubicBezTo>
                      <a:cubicBezTo>
                        <a:pt x="103" y="192405"/>
                        <a:pt x="6771" y="198120"/>
                        <a:pt x="14391" y="198120"/>
                      </a:cubicBezTo>
                      <a:close/>
                    </a:path>
                  </a:pathLst>
                </a:custGeom>
                <a:solidFill>
                  <a:srgbClr val="EFA5A5"/>
                </a:solid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29023AC5-F1A7-4481-8A46-E27B0E91CF06}"/>
                    </a:ext>
                  </a:extLst>
                </p:cNvPr>
                <p:cNvSpPr/>
                <p:nvPr/>
              </p:nvSpPr>
              <p:spPr>
                <a:xfrm rot="10692484">
                  <a:off x="5256396" y="2903896"/>
                  <a:ext cx="85724" cy="120013"/>
                </a:xfrm>
                <a:custGeom>
                  <a:avLst/>
                  <a:gdLst>
                    <a:gd name="connsiteX0" fmla="*/ 85724 w 85724"/>
                    <a:gd name="connsiteY0" fmla="*/ 60007 h 120013"/>
                    <a:gd name="connsiteX1" fmla="*/ 42862 w 85724"/>
                    <a:gd name="connsiteY1" fmla="*/ 120014 h 120013"/>
                    <a:gd name="connsiteX2" fmla="*/ 0 w 85724"/>
                    <a:gd name="connsiteY2" fmla="*/ 60007 h 120013"/>
                    <a:gd name="connsiteX3" fmla="*/ 42862 w 85724"/>
                    <a:gd name="connsiteY3" fmla="*/ 0 h 120013"/>
                    <a:gd name="connsiteX4" fmla="*/ 85724 w 85724"/>
                    <a:gd name="connsiteY4" fmla="*/ 60007 h 120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4" h="120013">
                      <a:moveTo>
                        <a:pt x="85724" y="60007"/>
                      </a:moveTo>
                      <a:cubicBezTo>
                        <a:pt x="85724" y="93148"/>
                        <a:pt x="66534" y="120014"/>
                        <a:pt x="42862" y="120014"/>
                      </a:cubicBezTo>
                      <a:cubicBezTo>
                        <a:pt x="19190" y="120014"/>
                        <a:pt x="0" y="93148"/>
                        <a:pt x="0" y="60007"/>
                      </a:cubicBezTo>
                      <a:cubicBezTo>
                        <a:pt x="0" y="26866"/>
                        <a:pt x="19190" y="0"/>
                        <a:pt x="42862" y="0"/>
                      </a:cubicBezTo>
                      <a:cubicBezTo>
                        <a:pt x="66534" y="0"/>
                        <a:pt x="85724" y="26866"/>
                        <a:pt x="85724" y="60007"/>
                      </a:cubicBezTo>
                      <a:close/>
                    </a:path>
                  </a:pathLst>
                </a:custGeom>
                <a:solidFill>
                  <a:srgbClr val="2D3449"/>
                </a:solid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9CFFF877-779A-4DE9-A57B-8B1B7A11310F}"/>
                    </a:ext>
                  </a:extLst>
                </p:cNvPr>
                <p:cNvSpPr/>
                <p:nvPr/>
              </p:nvSpPr>
              <p:spPr>
                <a:xfrm rot="10692522">
                  <a:off x="5907638" y="2880670"/>
                  <a:ext cx="85724" cy="120013"/>
                </a:xfrm>
                <a:custGeom>
                  <a:avLst/>
                  <a:gdLst>
                    <a:gd name="connsiteX0" fmla="*/ 85724 w 85724"/>
                    <a:gd name="connsiteY0" fmla="*/ 60007 h 120013"/>
                    <a:gd name="connsiteX1" fmla="*/ 42862 w 85724"/>
                    <a:gd name="connsiteY1" fmla="*/ 120014 h 120013"/>
                    <a:gd name="connsiteX2" fmla="*/ 0 w 85724"/>
                    <a:gd name="connsiteY2" fmla="*/ 60007 h 120013"/>
                    <a:gd name="connsiteX3" fmla="*/ 42862 w 85724"/>
                    <a:gd name="connsiteY3" fmla="*/ 0 h 120013"/>
                    <a:gd name="connsiteX4" fmla="*/ 85724 w 85724"/>
                    <a:gd name="connsiteY4" fmla="*/ 60007 h 120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4" h="120013">
                      <a:moveTo>
                        <a:pt x="85724" y="60007"/>
                      </a:moveTo>
                      <a:cubicBezTo>
                        <a:pt x="85724" y="93148"/>
                        <a:pt x="66534" y="120014"/>
                        <a:pt x="42862" y="120014"/>
                      </a:cubicBezTo>
                      <a:cubicBezTo>
                        <a:pt x="19190" y="120014"/>
                        <a:pt x="0" y="93148"/>
                        <a:pt x="0" y="60007"/>
                      </a:cubicBezTo>
                      <a:cubicBezTo>
                        <a:pt x="0" y="26866"/>
                        <a:pt x="19190" y="0"/>
                        <a:pt x="42862" y="0"/>
                      </a:cubicBezTo>
                      <a:cubicBezTo>
                        <a:pt x="66534" y="0"/>
                        <a:pt x="85724" y="26866"/>
                        <a:pt x="85724" y="60007"/>
                      </a:cubicBezTo>
                      <a:close/>
                    </a:path>
                  </a:pathLst>
                </a:custGeom>
                <a:solidFill>
                  <a:srgbClr val="2D3449"/>
                </a:solid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9972598C-430F-4516-B989-64784F7005EA}"/>
                    </a:ext>
                  </a:extLst>
                </p:cNvPr>
                <p:cNvSpPr/>
                <p:nvPr/>
              </p:nvSpPr>
              <p:spPr>
                <a:xfrm>
                  <a:off x="4929187" y="3001327"/>
                  <a:ext cx="331470" cy="331470"/>
                </a:xfrm>
                <a:custGeom>
                  <a:avLst/>
                  <a:gdLst>
                    <a:gd name="connsiteX0" fmla="*/ 331470 w 331470"/>
                    <a:gd name="connsiteY0" fmla="*/ 165735 h 331470"/>
                    <a:gd name="connsiteX1" fmla="*/ 165735 w 331470"/>
                    <a:gd name="connsiteY1" fmla="*/ 331470 h 331470"/>
                    <a:gd name="connsiteX2" fmla="*/ 0 w 331470"/>
                    <a:gd name="connsiteY2" fmla="*/ 165735 h 331470"/>
                    <a:gd name="connsiteX3" fmla="*/ 165735 w 331470"/>
                    <a:gd name="connsiteY3" fmla="*/ 0 h 331470"/>
                    <a:gd name="connsiteX4" fmla="*/ 331470 w 331470"/>
                    <a:gd name="connsiteY4" fmla="*/ 165735 h 331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70" h="331470">
                      <a:moveTo>
                        <a:pt x="331470" y="165735"/>
                      </a:moveTo>
                      <a:cubicBezTo>
                        <a:pt x="331470" y="257268"/>
                        <a:pt x="257268" y="331470"/>
                        <a:pt x="165735" y="331470"/>
                      </a:cubicBezTo>
                      <a:cubicBezTo>
                        <a:pt x="74202" y="331470"/>
                        <a:pt x="0" y="257268"/>
                        <a:pt x="0" y="165735"/>
                      </a:cubicBezTo>
                      <a:cubicBezTo>
                        <a:pt x="0" y="74202"/>
                        <a:pt x="74202" y="0"/>
                        <a:pt x="165735" y="0"/>
                      </a:cubicBezTo>
                      <a:cubicBezTo>
                        <a:pt x="257268" y="0"/>
                        <a:pt x="331470" y="74202"/>
                        <a:pt x="331470" y="165735"/>
                      </a:cubicBezTo>
                      <a:close/>
                    </a:path>
                  </a:pathLst>
                </a:custGeom>
                <a:solidFill>
                  <a:srgbClr val="EFA5A5"/>
                </a:solid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68E22FB8-744B-41DA-9008-CB46FA8CB1A9}"/>
                    </a:ext>
                  </a:extLst>
                </p:cNvPr>
                <p:cNvSpPr/>
                <p:nvPr/>
              </p:nvSpPr>
              <p:spPr>
                <a:xfrm>
                  <a:off x="6002654" y="2949891"/>
                  <a:ext cx="241935" cy="310515"/>
                </a:xfrm>
                <a:custGeom>
                  <a:avLst/>
                  <a:gdLst>
                    <a:gd name="connsiteX0" fmla="*/ 224790 w 241935"/>
                    <a:gd name="connsiteY0" fmla="*/ 294323 h 310515"/>
                    <a:gd name="connsiteX1" fmla="*/ 155258 w 241935"/>
                    <a:gd name="connsiteY1" fmla="*/ 310515 h 310515"/>
                    <a:gd name="connsiteX2" fmla="*/ 0 w 241935"/>
                    <a:gd name="connsiteY2" fmla="*/ 155258 h 310515"/>
                    <a:gd name="connsiteX3" fmla="*/ 155258 w 241935"/>
                    <a:gd name="connsiteY3" fmla="*/ 0 h 310515"/>
                    <a:gd name="connsiteX4" fmla="*/ 241935 w 241935"/>
                    <a:gd name="connsiteY4" fmla="*/ 26670 h 3105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935" h="310515">
                      <a:moveTo>
                        <a:pt x="224790" y="294323"/>
                      </a:moveTo>
                      <a:cubicBezTo>
                        <a:pt x="203835" y="304800"/>
                        <a:pt x="180023" y="310515"/>
                        <a:pt x="155258" y="310515"/>
                      </a:cubicBezTo>
                      <a:cubicBezTo>
                        <a:pt x="69533" y="310515"/>
                        <a:pt x="0" y="240983"/>
                        <a:pt x="0" y="155258"/>
                      </a:cubicBezTo>
                      <a:cubicBezTo>
                        <a:pt x="0" y="69533"/>
                        <a:pt x="69533" y="0"/>
                        <a:pt x="155258" y="0"/>
                      </a:cubicBezTo>
                      <a:cubicBezTo>
                        <a:pt x="187642" y="0"/>
                        <a:pt x="217170" y="9525"/>
                        <a:pt x="241935" y="26670"/>
                      </a:cubicBezTo>
                    </a:path>
                  </a:pathLst>
                </a:custGeom>
                <a:solidFill>
                  <a:srgbClr val="EFA5A5"/>
                </a:solidFill>
                <a:ln w="9525" cap="flat">
                  <a:noFill/>
                  <a:prstDash val="solid"/>
                  <a:miter/>
                </a:ln>
              </p:spPr>
              <p:txBody>
                <a:bodyPr rtlCol="0" anchor="ctr"/>
                <a:lstStyle/>
                <a:p>
                  <a:endParaRPr lang="en-US"/>
                </a:p>
              </p:txBody>
            </p:sp>
          </p:grpSp>
          <p:sp>
            <p:nvSpPr>
              <p:cNvPr id="277" name="Freeform: Shape 276">
                <a:extLst>
                  <a:ext uri="{FF2B5EF4-FFF2-40B4-BE49-F238E27FC236}">
                    <a16:creationId xmlns:a16="http://schemas.microsoft.com/office/drawing/2014/main" id="{CEAEB276-749A-4CC9-9BA7-22C065B0BEE2}"/>
                  </a:ext>
                </a:extLst>
              </p:cNvPr>
              <p:cNvSpPr/>
              <p:nvPr/>
            </p:nvSpPr>
            <p:spPr>
              <a:xfrm>
                <a:off x="4363346" y="2027047"/>
                <a:ext cx="1933512" cy="1977262"/>
              </a:xfrm>
              <a:custGeom>
                <a:avLst/>
                <a:gdLst>
                  <a:gd name="connsiteX0" fmla="*/ 1783136 w 1933512"/>
                  <a:gd name="connsiteY0" fmla="*/ 1358137 h 1977262"/>
                  <a:gd name="connsiteX1" fmla="*/ 1675504 w 1933512"/>
                  <a:gd name="connsiteY1" fmla="*/ 194182 h 1977262"/>
                  <a:gd name="connsiteX2" fmla="*/ 836351 w 1933512"/>
                  <a:gd name="connsiteY2" fmla="*/ 16064 h 1977262"/>
                  <a:gd name="connsiteX3" fmla="*/ 147694 w 1933512"/>
                  <a:gd name="connsiteY3" fmla="*/ 895222 h 1977262"/>
                  <a:gd name="connsiteX4" fmla="*/ 28631 w 1933512"/>
                  <a:gd name="connsiteY4" fmla="*/ 1602930 h 1977262"/>
                  <a:gd name="connsiteX5" fmla="*/ 431539 w 1933512"/>
                  <a:gd name="connsiteY5" fmla="*/ 1977262 h 1977262"/>
                  <a:gd name="connsiteX6" fmla="*/ 844924 w 1933512"/>
                  <a:gd name="connsiteY6" fmla="*/ 1677225 h 1977262"/>
                  <a:gd name="connsiteX7" fmla="*/ 893501 w 1933512"/>
                  <a:gd name="connsiteY7" fmla="*/ 1536255 h 1977262"/>
                  <a:gd name="connsiteX8" fmla="*/ 723004 w 1933512"/>
                  <a:gd name="connsiteY8" fmla="*/ 1024762 h 1977262"/>
                  <a:gd name="connsiteX9" fmla="*/ 760151 w 1933512"/>
                  <a:gd name="connsiteY9" fmla="*/ 857122 h 1977262"/>
                  <a:gd name="connsiteX10" fmla="*/ 1703126 w 1933512"/>
                  <a:gd name="connsiteY10" fmla="*/ 481837 h 1977262"/>
                  <a:gd name="connsiteX11" fmla="*/ 1809806 w 1933512"/>
                  <a:gd name="connsiteY11" fmla="*/ 1298130 h 1977262"/>
                  <a:gd name="connsiteX12" fmla="*/ 1783136 w 1933512"/>
                  <a:gd name="connsiteY12" fmla="*/ 1358137 h 1977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33512" h="1977262">
                    <a:moveTo>
                      <a:pt x="1783136" y="1358137"/>
                    </a:moveTo>
                    <a:cubicBezTo>
                      <a:pt x="2036501" y="1001902"/>
                      <a:pt x="1948871" y="466597"/>
                      <a:pt x="1675504" y="194182"/>
                    </a:cubicBezTo>
                    <a:cubicBezTo>
                      <a:pt x="1402136" y="-79186"/>
                      <a:pt x="836351" y="16064"/>
                      <a:pt x="836351" y="16064"/>
                    </a:cubicBezTo>
                    <a:cubicBezTo>
                      <a:pt x="317239" y="123697"/>
                      <a:pt x="147694" y="425640"/>
                      <a:pt x="147694" y="895222"/>
                    </a:cubicBezTo>
                    <a:cubicBezTo>
                      <a:pt x="147694" y="1197165"/>
                      <a:pt x="190556" y="1221930"/>
                      <a:pt x="28631" y="1602930"/>
                    </a:cubicBezTo>
                    <a:cubicBezTo>
                      <a:pt x="-131389" y="1979167"/>
                      <a:pt x="431539" y="1977262"/>
                      <a:pt x="431539" y="1977262"/>
                    </a:cubicBezTo>
                    <a:cubicBezTo>
                      <a:pt x="431539" y="1977262"/>
                      <a:pt x="468686" y="1712467"/>
                      <a:pt x="844924" y="1677225"/>
                    </a:cubicBezTo>
                    <a:cubicBezTo>
                      <a:pt x="1086859" y="1654365"/>
                      <a:pt x="1065904" y="1701037"/>
                      <a:pt x="893501" y="1536255"/>
                    </a:cubicBezTo>
                    <a:cubicBezTo>
                      <a:pt x="710621" y="1360995"/>
                      <a:pt x="684904" y="1192402"/>
                      <a:pt x="723004" y="1024762"/>
                    </a:cubicBezTo>
                    <a:cubicBezTo>
                      <a:pt x="740149" y="946657"/>
                      <a:pt x="760151" y="857122"/>
                      <a:pt x="760151" y="857122"/>
                    </a:cubicBezTo>
                    <a:cubicBezTo>
                      <a:pt x="1246879" y="835215"/>
                      <a:pt x="1703126" y="481837"/>
                      <a:pt x="1703126" y="481837"/>
                    </a:cubicBezTo>
                    <a:cubicBezTo>
                      <a:pt x="1844096" y="619950"/>
                      <a:pt x="1902199" y="1053337"/>
                      <a:pt x="1809806" y="1298130"/>
                    </a:cubicBezTo>
                    <a:cubicBezTo>
                      <a:pt x="1802186" y="1316227"/>
                      <a:pt x="1788851" y="1345755"/>
                      <a:pt x="1783136" y="1358137"/>
                    </a:cubicBezTo>
                    <a:close/>
                  </a:path>
                </a:pathLst>
              </a:custGeom>
              <a:solidFill>
                <a:schemeClr val="tx2"/>
              </a:solid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B94D171A-C63E-4589-9A21-80EB36DAED12}"/>
                  </a:ext>
                </a:extLst>
              </p:cNvPr>
              <p:cNvSpPr/>
              <p:nvPr/>
            </p:nvSpPr>
            <p:spPr>
              <a:xfrm>
                <a:off x="5165407" y="4229099"/>
                <a:ext cx="79057" cy="121919"/>
              </a:xfrm>
              <a:custGeom>
                <a:avLst/>
                <a:gdLst>
                  <a:gd name="connsiteX0" fmla="*/ 0 w 79057"/>
                  <a:gd name="connsiteY0" fmla="*/ 0 h 121919"/>
                  <a:gd name="connsiteX1" fmla="*/ 79058 w 79057"/>
                  <a:gd name="connsiteY1" fmla="*/ 61913 h 121919"/>
                  <a:gd name="connsiteX2" fmla="*/ 27622 w 79057"/>
                  <a:gd name="connsiteY2" fmla="*/ 121920 h 121919"/>
                </a:gdLst>
                <a:ahLst/>
                <a:cxnLst>
                  <a:cxn ang="0">
                    <a:pos x="connsiteX0" y="connsiteY0"/>
                  </a:cxn>
                  <a:cxn ang="0">
                    <a:pos x="connsiteX1" y="connsiteY1"/>
                  </a:cxn>
                  <a:cxn ang="0">
                    <a:pos x="connsiteX2" y="connsiteY2"/>
                  </a:cxn>
                </a:cxnLst>
                <a:rect l="l" t="t" r="r" b="b"/>
                <a:pathLst>
                  <a:path w="79057" h="121919">
                    <a:moveTo>
                      <a:pt x="0" y="0"/>
                    </a:moveTo>
                    <a:lnTo>
                      <a:pt x="79058" y="61913"/>
                    </a:lnTo>
                    <a:lnTo>
                      <a:pt x="27622" y="121920"/>
                    </a:lnTo>
                    <a:close/>
                  </a:path>
                </a:pathLst>
              </a:custGeom>
              <a:solidFill>
                <a:srgbClr val="B962DD"/>
              </a:solid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7138BC30-96E9-4B83-9FFD-3E65196924A8}"/>
                  </a:ext>
                </a:extLst>
              </p:cNvPr>
              <p:cNvSpPr/>
              <p:nvPr/>
            </p:nvSpPr>
            <p:spPr>
              <a:xfrm>
                <a:off x="4756850" y="3680459"/>
                <a:ext cx="1455354" cy="1585912"/>
              </a:xfrm>
              <a:custGeom>
                <a:avLst/>
                <a:gdLst>
                  <a:gd name="connsiteX0" fmla="*/ 30414 w 1455354"/>
                  <a:gd name="connsiteY0" fmla="*/ 1585913 h 1585912"/>
                  <a:gd name="connsiteX1" fmla="*/ 48512 w 1455354"/>
                  <a:gd name="connsiteY1" fmla="*/ 741045 h 1585912"/>
                  <a:gd name="connsiteX2" fmla="*/ 112329 w 1455354"/>
                  <a:gd name="connsiteY2" fmla="*/ 200978 h 1585912"/>
                  <a:gd name="connsiteX3" fmla="*/ 504759 w 1455354"/>
                  <a:gd name="connsiteY3" fmla="*/ 0 h 1585912"/>
                  <a:gd name="connsiteX4" fmla="*/ 760982 w 1455354"/>
                  <a:gd name="connsiteY4" fmla="*/ 93345 h 1585912"/>
                  <a:gd name="connsiteX5" fmla="*/ 1015300 w 1455354"/>
                  <a:gd name="connsiteY5" fmla="*/ 18098 h 1585912"/>
                  <a:gd name="connsiteX6" fmla="*/ 1444877 w 1455354"/>
                  <a:gd name="connsiteY6" fmla="*/ 484822 h 1585912"/>
                  <a:gd name="connsiteX7" fmla="*/ 1286762 w 1455354"/>
                  <a:gd name="connsiteY7" fmla="*/ 578168 h 1585912"/>
                  <a:gd name="connsiteX8" fmla="*/ 1455355 w 1455354"/>
                  <a:gd name="connsiteY8" fmla="*/ 1585913 h 1585912"/>
                  <a:gd name="connsiteX9" fmla="*/ 30414 w 1455354"/>
                  <a:gd name="connsiteY9" fmla="*/ 1585913 h 1585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55354" h="1585912">
                    <a:moveTo>
                      <a:pt x="30414" y="1585913"/>
                    </a:moveTo>
                    <a:lnTo>
                      <a:pt x="48512" y="741045"/>
                    </a:lnTo>
                    <a:cubicBezTo>
                      <a:pt x="48512" y="741045"/>
                      <a:pt x="-95315" y="429578"/>
                      <a:pt x="112329" y="200978"/>
                    </a:cubicBezTo>
                    <a:cubicBezTo>
                      <a:pt x="285685" y="9525"/>
                      <a:pt x="504759" y="0"/>
                      <a:pt x="504759" y="0"/>
                    </a:cubicBezTo>
                    <a:cubicBezTo>
                      <a:pt x="504759" y="0"/>
                      <a:pt x="604772" y="77153"/>
                      <a:pt x="760982" y="93345"/>
                    </a:cubicBezTo>
                    <a:cubicBezTo>
                      <a:pt x="878140" y="102870"/>
                      <a:pt x="971484" y="67628"/>
                      <a:pt x="1015300" y="18098"/>
                    </a:cubicBezTo>
                    <a:cubicBezTo>
                      <a:pt x="1129600" y="34290"/>
                      <a:pt x="1372487" y="207645"/>
                      <a:pt x="1444877" y="484822"/>
                    </a:cubicBezTo>
                    <a:cubicBezTo>
                      <a:pt x="1375345" y="578168"/>
                      <a:pt x="1286762" y="578168"/>
                      <a:pt x="1286762" y="578168"/>
                    </a:cubicBezTo>
                    <a:lnTo>
                      <a:pt x="1455355" y="1585913"/>
                    </a:lnTo>
                    <a:lnTo>
                      <a:pt x="30414" y="1585913"/>
                    </a:lnTo>
                  </a:path>
                </a:pathLst>
              </a:custGeom>
              <a:solidFill>
                <a:schemeClr val="accent2"/>
              </a:solid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9A2FD96A-38A2-45D3-B19C-4C7F28B6468F}"/>
                  </a:ext>
                </a:extLst>
              </p:cNvPr>
              <p:cNvSpPr/>
              <p:nvPr/>
            </p:nvSpPr>
            <p:spPr>
              <a:xfrm>
                <a:off x="5244465" y="4090034"/>
                <a:ext cx="103982" cy="160972"/>
              </a:xfrm>
              <a:custGeom>
                <a:avLst/>
                <a:gdLst>
                  <a:gd name="connsiteX0" fmla="*/ 0 w 103982"/>
                  <a:gd name="connsiteY0" fmla="*/ 131445 h 160972"/>
                  <a:gd name="connsiteX1" fmla="*/ 74295 w 103982"/>
                  <a:gd name="connsiteY1" fmla="*/ 98108 h 160972"/>
                  <a:gd name="connsiteX2" fmla="*/ 59055 w 103982"/>
                  <a:gd name="connsiteY2" fmla="*/ 0 h 160972"/>
                  <a:gd name="connsiteX3" fmla="*/ 103822 w 103982"/>
                  <a:gd name="connsiteY3" fmla="*/ 119063 h 160972"/>
                  <a:gd name="connsiteX4" fmla="*/ 5715 w 103982"/>
                  <a:gd name="connsiteY4" fmla="*/ 160972 h 160972"/>
                  <a:gd name="connsiteX5" fmla="*/ 0 w 103982"/>
                  <a:gd name="connsiteY5" fmla="*/ 131445 h 160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982" h="160972">
                    <a:moveTo>
                      <a:pt x="0" y="131445"/>
                    </a:moveTo>
                    <a:cubicBezTo>
                      <a:pt x="45720" y="117158"/>
                      <a:pt x="74295" y="98108"/>
                      <a:pt x="74295" y="98108"/>
                    </a:cubicBezTo>
                    <a:lnTo>
                      <a:pt x="59055" y="0"/>
                    </a:lnTo>
                    <a:cubicBezTo>
                      <a:pt x="59055" y="0"/>
                      <a:pt x="98107" y="106680"/>
                      <a:pt x="103822" y="119063"/>
                    </a:cubicBezTo>
                    <a:cubicBezTo>
                      <a:pt x="108585" y="131445"/>
                      <a:pt x="5715" y="160972"/>
                      <a:pt x="5715" y="160972"/>
                    </a:cubicBezTo>
                    <a:cubicBezTo>
                      <a:pt x="5715" y="160972"/>
                      <a:pt x="2857" y="145733"/>
                      <a:pt x="0" y="131445"/>
                    </a:cubicBezTo>
                    <a:close/>
                  </a:path>
                </a:pathLst>
              </a:custGeom>
              <a:solidFill>
                <a:schemeClr val="tx2">
                  <a:alpha val="22000"/>
                </a:schemeClr>
              </a:solid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9542C571-C388-4537-B150-183677FB3822}"/>
                  </a:ext>
                </a:extLst>
              </p:cNvPr>
              <p:cNvSpPr/>
              <p:nvPr/>
            </p:nvSpPr>
            <p:spPr>
              <a:xfrm>
                <a:off x="6011227" y="4109084"/>
                <a:ext cx="71437" cy="149542"/>
              </a:xfrm>
              <a:custGeom>
                <a:avLst/>
                <a:gdLst>
                  <a:gd name="connsiteX0" fmla="*/ 0 w 71437"/>
                  <a:gd name="connsiteY0" fmla="*/ 0 h 149542"/>
                  <a:gd name="connsiteX1" fmla="*/ 31432 w 71437"/>
                  <a:gd name="connsiteY1" fmla="*/ 149543 h 149542"/>
                  <a:gd name="connsiteX2" fmla="*/ 71438 w 71437"/>
                  <a:gd name="connsiteY2" fmla="*/ 141922 h 149542"/>
                  <a:gd name="connsiteX3" fmla="*/ 0 w 71437"/>
                  <a:gd name="connsiteY3" fmla="*/ 0 h 149542"/>
                </a:gdLst>
                <a:ahLst/>
                <a:cxnLst>
                  <a:cxn ang="0">
                    <a:pos x="connsiteX0" y="connsiteY0"/>
                  </a:cxn>
                  <a:cxn ang="0">
                    <a:pos x="connsiteX1" y="connsiteY1"/>
                  </a:cxn>
                  <a:cxn ang="0">
                    <a:pos x="connsiteX2" y="connsiteY2"/>
                  </a:cxn>
                  <a:cxn ang="0">
                    <a:pos x="connsiteX3" y="connsiteY3"/>
                  </a:cxn>
                </a:cxnLst>
                <a:rect l="l" t="t" r="r" b="b"/>
                <a:pathLst>
                  <a:path w="71437" h="149542">
                    <a:moveTo>
                      <a:pt x="0" y="0"/>
                    </a:moveTo>
                    <a:lnTo>
                      <a:pt x="31432" y="149543"/>
                    </a:lnTo>
                    <a:cubicBezTo>
                      <a:pt x="31432" y="149543"/>
                      <a:pt x="59055" y="146685"/>
                      <a:pt x="71438" y="141922"/>
                    </a:cubicBezTo>
                    <a:lnTo>
                      <a:pt x="0" y="0"/>
                    </a:lnTo>
                    <a:close/>
                  </a:path>
                </a:pathLst>
              </a:custGeom>
              <a:solidFill>
                <a:schemeClr val="tx2">
                  <a:alpha val="22000"/>
                </a:schemeClr>
              </a:solid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E60FC096-88D0-4441-AE6F-E16915C41D15}"/>
                  </a:ext>
                </a:extLst>
              </p:cNvPr>
              <p:cNvSpPr/>
              <p:nvPr/>
            </p:nvSpPr>
            <p:spPr>
              <a:xfrm>
                <a:off x="5188267" y="3681412"/>
                <a:ext cx="583882" cy="128606"/>
              </a:xfrm>
              <a:custGeom>
                <a:avLst/>
                <a:gdLst>
                  <a:gd name="connsiteX0" fmla="*/ 519113 w 583882"/>
                  <a:gd name="connsiteY0" fmla="*/ 8572 h 128606"/>
                  <a:gd name="connsiteX1" fmla="*/ 338138 w 583882"/>
                  <a:gd name="connsiteY1" fmla="*/ 54292 h 128606"/>
                  <a:gd name="connsiteX2" fmla="*/ 72390 w 583882"/>
                  <a:gd name="connsiteY2" fmla="*/ 0 h 128606"/>
                  <a:gd name="connsiteX3" fmla="*/ 0 w 583882"/>
                  <a:gd name="connsiteY3" fmla="*/ 11430 h 128606"/>
                  <a:gd name="connsiteX4" fmla="*/ 315278 w 583882"/>
                  <a:gd name="connsiteY4" fmla="*/ 128588 h 128606"/>
                  <a:gd name="connsiteX5" fmla="*/ 550545 w 583882"/>
                  <a:gd name="connsiteY5" fmla="*/ 57150 h 128606"/>
                  <a:gd name="connsiteX6" fmla="*/ 583883 w 583882"/>
                  <a:gd name="connsiteY6" fmla="*/ 17145 h 128606"/>
                  <a:gd name="connsiteX7" fmla="*/ 519113 w 583882"/>
                  <a:gd name="connsiteY7" fmla="*/ 8572 h 128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3882" h="128606">
                    <a:moveTo>
                      <a:pt x="519113" y="8572"/>
                    </a:moveTo>
                    <a:cubicBezTo>
                      <a:pt x="519113" y="8572"/>
                      <a:pt x="498158" y="46672"/>
                      <a:pt x="338138" y="54292"/>
                    </a:cubicBezTo>
                    <a:cubicBezTo>
                      <a:pt x="229553" y="60008"/>
                      <a:pt x="72390" y="0"/>
                      <a:pt x="72390" y="0"/>
                    </a:cubicBezTo>
                    <a:cubicBezTo>
                      <a:pt x="72390" y="0"/>
                      <a:pt x="14288" y="5715"/>
                      <a:pt x="0" y="11430"/>
                    </a:cubicBezTo>
                    <a:cubicBezTo>
                      <a:pt x="0" y="11430"/>
                      <a:pt x="136208" y="127635"/>
                      <a:pt x="315278" y="128588"/>
                    </a:cubicBezTo>
                    <a:cubicBezTo>
                      <a:pt x="456248" y="129540"/>
                      <a:pt x="512445" y="95250"/>
                      <a:pt x="550545" y="57150"/>
                    </a:cubicBezTo>
                    <a:cubicBezTo>
                      <a:pt x="580073" y="27622"/>
                      <a:pt x="583883" y="17145"/>
                      <a:pt x="583883" y="17145"/>
                    </a:cubicBezTo>
                    <a:cubicBezTo>
                      <a:pt x="566738" y="14288"/>
                      <a:pt x="519113" y="8572"/>
                      <a:pt x="519113" y="8572"/>
                    </a:cubicBezTo>
                    <a:close/>
                  </a:path>
                </a:pathLst>
              </a:custGeom>
              <a:solidFill>
                <a:schemeClr val="accent2">
                  <a:lumMod val="75000"/>
                </a:schemeClr>
              </a:solid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D054B004-6A37-4298-9198-E4050655FBAC}"/>
                  </a:ext>
                </a:extLst>
              </p:cNvPr>
              <p:cNvSpPr/>
              <p:nvPr/>
            </p:nvSpPr>
            <p:spPr>
              <a:xfrm>
                <a:off x="4889182" y="4221479"/>
                <a:ext cx="1288507" cy="897678"/>
              </a:xfrm>
              <a:custGeom>
                <a:avLst/>
                <a:gdLst>
                  <a:gd name="connsiteX0" fmla="*/ 355283 w 1288507"/>
                  <a:gd name="connsiteY0" fmla="*/ 0 h 897678"/>
                  <a:gd name="connsiteX1" fmla="*/ 454342 w 1288507"/>
                  <a:gd name="connsiteY1" fmla="*/ 340042 h 897678"/>
                  <a:gd name="connsiteX2" fmla="*/ 768668 w 1288507"/>
                  <a:gd name="connsiteY2" fmla="*/ 637222 h 897678"/>
                  <a:gd name="connsiteX3" fmla="*/ 1156335 w 1288507"/>
                  <a:gd name="connsiteY3" fmla="*/ 712470 h 897678"/>
                  <a:gd name="connsiteX4" fmla="*/ 1243013 w 1288507"/>
                  <a:gd name="connsiteY4" fmla="*/ 878205 h 897678"/>
                  <a:gd name="connsiteX5" fmla="*/ 1010602 w 1288507"/>
                  <a:gd name="connsiteY5" fmla="*/ 870585 h 897678"/>
                  <a:gd name="connsiteX6" fmla="*/ 320992 w 1288507"/>
                  <a:gd name="connsiteY6" fmla="*/ 791527 h 897678"/>
                  <a:gd name="connsiteX7" fmla="*/ 0 w 1288507"/>
                  <a:gd name="connsiteY7" fmla="*/ 157163 h 897678"/>
                  <a:gd name="connsiteX8" fmla="*/ 355283 w 1288507"/>
                  <a:gd name="connsiteY8" fmla="*/ 0 h 897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8507" h="897678">
                    <a:moveTo>
                      <a:pt x="355283" y="0"/>
                    </a:moveTo>
                    <a:cubicBezTo>
                      <a:pt x="355283" y="0"/>
                      <a:pt x="430530" y="286702"/>
                      <a:pt x="454342" y="340042"/>
                    </a:cubicBezTo>
                    <a:cubicBezTo>
                      <a:pt x="478155" y="393382"/>
                      <a:pt x="565785" y="605790"/>
                      <a:pt x="768668" y="637222"/>
                    </a:cubicBezTo>
                    <a:cubicBezTo>
                      <a:pt x="970597" y="669607"/>
                      <a:pt x="1078230" y="668655"/>
                      <a:pt x="1156335" y="712470"/>
                    </a:cubicBezTo>
                    <a:cubicBezTo>
                      <a:pt x="1301115" y="794385"/>
                      <a:pt x="1322070" y="894397"/>
                      <a:pt x="1243013" y="878205"/>
                    </a:cubicBezTo>
                    <a:cubicBezTo>
                      <a:pt x="1181100" y="865822"/>
                      <a:pt x="1010602" y="870585"/>
                      <a:pt x="1010602" y="870585"/>
                    </a:cubicBezTo>
                    <a:cubicBezTo>
                      <a:pt x="1010602" y="870585"/>
                      <a:pt x="539115" y="968692"/>
                      <a:pt x="320992" y="791527"/>
                    </a:cubicBezTo>
                    <a:cubicBezTo>
                      <a:pt x="194310" y="688657"/>
                      <a:pt x="26670" y="269557"/>
                      <a:pt x="0" y="157163"/>
                    </a:cubicBezTo>
                    <a:cubicBezTo>
                      <a:pt x="119063" y="38100"/>
                      <a:pt x="355283" y="0"/>
                      <a:pt x="355283" y="0"/>
                    </a:cubicBezTo>
                    <a:close/>
                  </a:path>
                </a:pathLst>
              </a:custGeom>
              <a:solidFill>
                <a:srgbClr val="F9BBB9"/>
              </a:solid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4C9847C7-8F75-49DE-A1AC-0A4E9EBD76B9}"/>
                  </a:ext>
                </a:extLst>
              </p:cNvPr>
              <p:cNvSpPr/>
              <p:nvPr/>
            </p:nvSpPr>
            <p:spPr>
              <a:xfrm>
                <a:off x="4566470" y="3483412"/>
                <a:ext cx="892307" cy="519312"/>
              </a:xfrm>
              <a:custGeom>
                <a:avLst/>
                <a:gdLst>
                  <a:gd name="connsiteX0" fmla="*/ 630370 w 892307"/>
                  <a:gd name="connsiteY0" fmla="*/ 16072 h 519312"/>
                  <a:gd name="connsiteX1" fmla="*/ 892307 w 892307"/>
                  <a:gd name="connsiteY1" fmla="*/ 323729 h 519312"/>
                  <a:gd name="connsiteX2" fmla="*/ 669422 w 892307"/>
                  <a:gd name="connsiteY2" fmla="*/ 371354 h 519312"/>
                  <a:gd name="connsiteX3" fmla="*/ 296995 w 892307"/>
                  <a:gd name="connsiteY3" fmla="*/ 406597 h 519312"/>
                  <a:gd name="connsiteX4" fmla="*/ 223652 w 892307"/>
                  <a:gd name="connsiteY4" fmla="*/ 518992 h 519312"/>
                  <a:gd name="connsiteX5" fmla="*/ 7435 w 892307"/>
                  <a:gd name="connsiteY5" fmla="*/ 443744 h 519312"/>
                  <a:gd name="connsiteX6" fmla="*/ 300805 w 892307"/>
                  <a:gd name="connsiteY6" fmla="*/ 179902 h 519312"/>
                  <a:gd name="connsiteX7" fmla="*/ 630370 w 892307"/>
                  <a:gd name="connsiteY7" fmla="*/ 16072 h 519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2307" h="519312">
                    <a:moveTo>
                      <a:pt x="630370" y="16072"/>
                    </a:moveTo>
                    <a:cubicBezTo>
                      <a:pt x="713237" y="115132"/>
                      <a:pt x="892307" y="225622"/>
                      <a:pt x="892307" y="323729"/>
                    </a:cubicBezTo>
                    <a:cubicBezTo>
                      <a:pt x="892307" y="421837"/>
                      <a:pt x="780865" y="454222"/>
                      <a:pt x="669422" y="371354"/>
                    </a:cubicBezTo>
                    <a:cubicBezTo>
                      <a:pt x="528452" y="266579"/>
                      <a:pt x="359860" y="321824"/>
                      <a:pt x="296995" y="406597"/>
                    </a:cubicBezTo>
                    <a:cubicBezTo>
                      <a:pt x="234130" y="491369"/>
                      <a:pt x="223652" y="518992"/>
                      <a:pt x="223652" y="518992"/>
                    </a:cubicBezTo>
                    <a:cubicBezTo>
                      <a:pt x="223652" y="518992"/>
                      <a:pt x="56012" y="528517"/>
                      <a:pt x="7435" y="443744"/>
                    </a:cubicBezTo>
                    <a:cubicBezTo>
                      <a:pt x="-41143" y="359924"/>
                      <a:pt x="158882" y="179902"/>
                      <a:pt x="300805" y="179902"/>
                    </a:cubicBezTo>
                    <a:cubicBezTo>
                      <a:pt x="443680" y="180854"/>
                      <a:pt x="562742" y="-63938"/>
                      <a:pt x="630370" y="16072"/>
                    </a:cubicBezTo>
                    <a:close/>
                  </a:path>
                </a:pathLst>
              </a:custGeom>
              <a:solidFill>
                <a:schemeClr val="tx2">
                  <a:lumMod val="90000"/>
                  <a:lumOff val="10000"/>
                </a:schemeClr>
              </a:solidFill>
              <a:ln w="9525" cap="flat">
                <a:noFill/>
                <a:prstDash val="solid"/>
                <a:miter/>
              </a:ln>
            </p:spPr>
            <p:txBody>
              <a:bodyPr rtlCol="0" anchor="ctr"/>
              <a:lstStyle/>
              <a:p>
                <a:endParaRPr lang="en-US"/>
              </a:p>
            </p:txBody>
          </p:sp>
        </p:grpSp>
        <p:grpSp>
          <p:nvGrpSpPr>
            <p:cNvPr id="267" name="Graphic 2">
              <a:extLst>
                <a:ext uri="{FF2B5EF4-FFF2-40B4-BE49-F238E27FC236}">
                  <a16:creationId xmlns:a16="http://schemas.microsoft.com/office/drawing/2014/main" id="{A5AB0061-F34B-44D3-8FDF-D2D0742DC3E2}"/>
                </a:ext>
              </a:extLst>
            </p:cNvPr>
            <p:cNvGrpSpPr/>
            <p:nvPr/>
          </p:nvGrpSpPr>
          <p:grpSpPr>
            <a:xfrm flipH="1">
              <a:off x="7978446" y="2374108"/>
              <a:ext cx="3449650" cy="1361122"/>
              <a:chOff x="5819775" y="3855719"/>
              <a:chExt cx="3449650" cy="1361122"/>
            </a:xfrm>
          </p:grpSpPr>
          <p:sp>
            <p:nvSpPr>
              <p:cNvPr id="269" name="Freeform: Shape 268">
                <a:extLst>
                  <a:ext uri="{FF2B5EF4-FFF2-40B4-BE49-F238E27FC236}">
                    <a16:creationId xmlns:a16="http://schemas.microsoft.com/office/drawing/2014/main" id="{D5097E2B-BB70-4D96-A013-974247B684B9}"/>
                  </a:ext>
                </a:extLst>
              </p:cNvPr>
              <p:cNvSpPr/>
              <p:nvPr/>
            </p:nvSpPr>
            <p:spPr>
              <a:xfrm>
                <a:off x="7028497" y="3856671"/>
                <a:ext cx="1844040" cy="1303020"/>
              </a:xfrm>
              <a:custGeom>
                <a:avLst/>
                <a:gdLst>
                  <a:gd name="connsiteX0" fmla="*/ 0 w 1844040"/>
                  <a:gd name="connsiteY0" fmla="*/ 1303020 h 1303020"/>
                  <a:gd name="connsiteX1" fmla="*/ 323850 w 1844040"/>
                  <a:gd name="connsiteY1" fmla="*/ 116205 h 1303020"/>
                  <a:gd name="connsiteX2" fmla="*/ 476250 w 1844040"/>
                  <a:gd name="connsiteY2" fmla="*/ 0 h 1303020"/>
                  <a:gd name="connsiteX3" fmla="*/ 1403033 w 1844040"/>
                  <a:gd name="connsiteY3" fmla="*/ 0 h 1303020"/>
                  <a:gd name="connsiteX4" fmla="*/ 1844040 w 1844040"/>
                  <a:gd name="connsiteY4" fmla="*/ 1303020 h 1303020"/>
                  <a:gd name="connsiteX5" fmla="*/ 0 w 1844040"/>
                  <a:gd name="connsiteY5" fmla="*/ 1303020 h 1303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44040" h="1303020">
                    <a:moveTo>
                      <a:pt x="0" y="1303020"/>
                    </a:moveTo>
                    <a:lnTo>
                      <a:pt x="323850" y="116205"/>
                    </a:lnTo>
                    <a:cubicBezTo>
                      <a:pt x="342900" y="47625"/>
                      <a:pt x="404813" y="0"/>
                      <a:pt x="476250" y="0"/>
                    </a:cubicBezTo>
                    <a:lnTo>
                      <a:pt x="1403033" y="0"/>
                    </a:lnTo>
                    <a:lnTo>
                      <a:pt x="1844040" y="1303020"/>
                    </a:lnTo>
                    <a:lnTo>
                      <a:pt x="0" y="1303020"/>
                    </a:lnTo>
                    <a:close/>
                  </a:path>
                </a:pathLst>
              </a:custGeom>
              <a:solidFill>
                <a:schemeClr val="accent1">
                  <a:lumMod val="75000"/>
                </a:schemeClr>
              </a:solid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7C3344D7-CC02-4613-B393-A45517FD9927}"/>
                  </a:ext>
                </a:extLst>
              </p:cNvPr>
              <p:cNvSpPr/>
              <p:nvPr/>
            </p:nvSpPr>
            <p:spPr>
              <a:xfrm>
                <a:off x="5819775" y="5092064"/>
                <a:ext cx="2123122" cy="124777"/>
              </a:xfrm>
              <a:custGeom>
                <a:avLst/>
                <a:gdLst>
                  <a:gd name="connsiteX0" fmla="*/ 2123123 w 2123122"/>
                  <a:gd name="connsiteY0" fmla="*/ 124778 h 124777"/>
                  <a:gd name="connsiteX1" fmla="*/ 0 w 2123122"/>
                  <a:gd name="connsiteY1" fmla="*/ 124778 h 124777"/>
                  <a:gd name="connsiteX2" fmla="*/ 0 w 2123122"/>
                  <a:gd name="connsiteY2" fmla="*/ 80010 h 124777"/>
                  <a:gd name="connsiteX3" fmla="*/ 80010 w 2123122"/>
                  <a:gd name="connsiteY3" fmla="*/ 0 h 124777"/>
                  <a:gd name="connsiteX4" fmla="*/ 2122170 w 2123122"/>
                  <a:gd name="connsiteY4" fmla="*/ 0 h 124777"/>
                  <a:gd name="connsiteX5" fmla="*/ 2122170 w 2123122"/>
                  <a:gd name="connsiteY5" fmla="*/ 124778 h 12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3122" h="124777">
                    <a:moveTo>
                      <a:pt x="2123123" y="124778"/>
                    </a:moveTo>
                    <a:lnTo>
                      <a:pt x="0" y="124778"/>
                    </a:lnTo>
                    <a:lnTo>
                      <a:pt x="0" y="80010"/>
                    </a:lnTo>
                    <a:cubicBezTo>
                      <a:pt x="0" y="35242"/>
                      <a:pt x="36195" y="0"/>
                      <a:pt x="80010" y="0"/>
                    </a:cubicBezTo>
                    <a:lnTo>
                      <a:pt x="2122170" y="0"/>
                    </a:lnTo>
                    <a:lnTo>
                      <a:pt x="2122170" y="124778"/>
                    </a:lnTo>
                    <a:close/>
                  </a:path>
                </a:pathLst>
              </a:custGeom>
              <a:solidFill>
                <a:schemeClr val="accent1">
                  <a:lumMod val="75000"/>
                </a:schemeClr>
              </a:solid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1F3E1129-92EC-4188-BFD3-2DB1C1DFEA91}"/>
                  </a:ext>
                </a:extLst>
              </p:cNvPr>
              <p:cNvSpPr/>
              <p:nvPr/>
            </p:nvSpPr>
            <p:spPr>
              <a:xfrm>
                <a:off x="7140892" y="3855719"/>
                <a:ext cx="2128533" cy="1360170"/>
              </a:xfrm>
              <a:custGeom>
                <a:avLst/>
                <a:gdLst>
                  <a:gd name="connsiteX0" fmla="*/ 0 w 2128533"/>
                  <a:gd name="connsiteY0" fmla="*/ 1360170 h 1360170"/>
                  <a:gd name="connsiteX1" fmla="*/ 340995 w 2128533"/>
                  <a:gd name="connsiteY1" fmla="*/ 116205 h 1360170"/>
                  <a:gd name="connsiteX2" fmla="*/ 493395 w 2128533"/>
                  <a:gd name="connsiteY2" fmla="*/ 0 h 1360170"/>
                  <a:gd name="connsiteX3" fmla="*/ 1970722 w 2128533"/>
                  <a:gd name="connsiteY3" fmla="*/ 0 h 1360170"/>
                  <a:gd name="connsiteX4" fmla="*/ 2123122 w 2128533"/>
                  <a:gd name="connsiteY4" fmla="*/ 198120 h 1360170"/>
                  <a:gd name="connsiteX5" fmla="*/ 1813560 w 2128533"/>
                  <a:gd name="connsiteY5" fmla="*/ 1359218 h 1360170"/>
                  <a:gd name="connsiteX6" fmla="*/ 0 w 2128533"/>
                  <a:gd name="connsiteY6" fmla="*/ 1359218 h 136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8533" h="1360170">
                    <a:moveTo>
                      <a:pt x="0" y="1360170"/>
                    </a:moveTo>
                    <a:lnTo>
                      <a:pt x="340995" y="116205"/>
                    </a:lnTo>
                    <a:cubicBezTo>
                      <a:pt x="360045" y="47625"/>
                      <a:pt x="421957" y="0"/>
                      <a:pt x="493395" y="0"/>
                    </a:cubicBezTo>
                    <a:lnTo>
                      <a:pt x="1970722" y="0"/>
                    </a:lnTo>
                    <a:cubicBezTo>
                      <a:pt x="2074545" y="0"/>
                      <a:pt x="2149793" y="98108"/>
                      <a:pt x="2123122" y="198120"/>
                    </a:cubicBezTo>
                    <a:lnTo>
                      <a:pt x="1813560" y="1359218"/>
                    </a:lnTo>
                    <a:lnTo>
                      <a:pt x="0" y="1359218"/>
                    </a:lnTo>
                    <a:close/>
                  </a:path>
                </a:pathLst>
              </a:custGeom>
              <a:solidFill>
                <a:schemeClr val="accent1"/>
              </a:solid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8426FCFF-71F4-4ACE-A1BC-60BCD37EB633}"/>
                  </a:ext>
                </a:extLst>
              </p:cNvPr>
              <p:cNvSpPr/>
              <p:nvPr/>
            </p:nvSpPr>
            <p:spPr>
              <a:xfrm rot="2427949">
                <a:off x="8243409" y="4405406"/>
                <a:ext cx="198121" cy="260987"/>
              </a:xfrm>
              <a:custGeom>
                <a:avLst/>
                <a:gdLst>
                  <a:gd name="connsiteX0" fmla="*/ 198122 w 198121"/>
                  <a:gd name="connsiteY0" fmla="*/ 130494 h 260987"/>
                  <a:gd name="connsiteX1" fmla="*/ 99061 w 198121"/>
                  <a:gd name="connsiteY1" fmla="*/ 260988 h 260987"/>
                  <a:gd name="connsiteX2" fmla="*/ 0 w 198121"/>
                  <a:gd name="connsiteY2" fmla="*/ 130494 h 260987"/>
                  <a:gd name="connsiteX3" fmla="*/ 99061 w 198121"/>
                  <a:gd name="connsiteY3" fmla="*/ 0 h 260987"/>
                  <a:gd name="connsiteX4" fmla="*/ 198122 w 198121"/>
                  <a:gd name="connsiteY4" fmla="*/ 130494 h 260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121" h="260987">
                    <a:moveTo>
                      <a:pt x="198122" y="130494"/>
                    </a:moveTo>
                    <a:cubicBezTo>
                      <a:pt x="198122" y="202564"/>
                      <a:pt x="153771" y="260988"/>
                      <a:pt x="99061" y="260988"/>
                    </a:cubicBezTo>
                    <a:cubicBezTo>
                      <a:pt x="44351" y="260988"/>
                      <a:pt x="0" y="202564"/>
                      <a:pt x="0" y="130494"/>
                    </a:cubicBezTo>
                    <a:cubicBezTo>
                      <a:pt x="0" y="58424"/>
                      <a:pt x="44351" y="0"/>
                      <a:pt x="99061" y="0"/>
                    </a:cubicBezTo>
                    <a:cubicBezTo>
                      <a:pt x="153771" y="0"/>
                      <a:pt x="198122" y="58424"/>
                      <a:pt x="198122" y="130494"/>
                    </a:cubicBezTo>
                    <a:close/>
                  </a:path>
                </a:pathLst>
              </a:custGeom>
              <a:solidFill>
                <a:schemeClr val="accent1">
                  <a:lumMod val="75000"/>
                </a:schemeClr>
              </a:solidFill>
              <a:ln w="9525" cap="flat">
                <a:noFill/>
                <a:prstDash val="solid"/>
                <a:miter/>
              </a:ln>
            </p:spPr>
            <p:txBody>
              <a:bodyPr rtlCol="0" anchor="ctr"/>
              <a:lstStyle/>
              <a:p>
                <a:endParaRPr lang="en-US"/>
              </a:p>
            </p:txBody>
          </p:sp>
        </p:grpSp>
        <p:sp>
          <p:nvSpPr>
            <p:cNvPr id="268" name="Freeform: Shape 267">
              <a:extLst>
                <a:ext uri="{FF2B5EF4-FFF2-40B4-BE49-F238E27FC236}">
                  <a16:creationId xmlns:a16="http://schemas.microsoft.com/office/drawing/2014/main" id="{78CB9A4B-E212-45CA-857E-C284C76F32A4}"/>
                </a:ext>
              </a:extLst>
            </p:cNvPr>
            <p:cNvSpPr/>
            <p:nvPr/>
          </p:nvSpPr>
          <p:spPr>
            <a:xfrm flipH="1">
              <a:off x="7514248" y="3729516"/>
              <a:ext cx="5198771" cy="110490"/>
            </a:xfrm>
            <a:custGeom>
              <a:avLst/>
              <a:gdLst>
                <a:gd name="connsiteX0" fmla="*/ 5143500 w 5198771"/>
                <a:gd name="connsiteY0" fmla="*/ 110490 h 110490"/>
                <a:gd name="connsiteX1" fmla="*/ 55245 w 5198771"/>
                <a:gd name="connsiteY1" fmla="*/ 110490 h 110490"/>
                <a:gd name="connsiteX2" fmla="*/ 0 w 5198771"/>
                <a:gd name="connsiteY2" fmla="*/ 55245 h 110490"/>
                <a:gd name="connsiteX3" fmla="*/ 55245 w 5198771"/>
                <a:gd name="connsiteY3" fmla="*/ 0 h 110490"/>
                <a:gd name="connsiteX4" fmla="*/ 5143500 w 5198771"/>
                <a:gd name="connsiteY4" fmla="*/ 0 h 110490"/>
                <a:gd name="connsiteX5" fmla="*/ 5198745 w 5198771"/>
                <a:gd name="connsiteY5" fmla="*/ 55245 h 110490"/>
                <a:gd name="connsiteX6" fmla="*/ 5143500 w 5198771"/>
                <a:gd name="connsiteY6" fmla="*/ 110490 h 1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98771" h="110490">
                  <a:moveTo>
                    <a:pt x="5143500" y="110490"/>
                  </a:moveTo>
                  <a:lnTo>
                    <a:pt x="55245" y="110490"/>
                  </a:lnTo>
                  <a:cubicBezTo>
                    <a:pt x="24765" y="110490"/>
                    <a:pt x="0" y="85725"/>
                    <a:pt x="0" y="55245"/>
                  </a:cubicBezTo>
                  <a:cubicBezTo>
                    <a:pt x="0" y="24765"/>
                    <a:pt x="24765" y="0"/>
                    <a:pt x="55245" y="0"/>
                  </a:cubicBezTo>
                  <a:lnTo>
                    <a:pt x="5143500" y="0"/>
                  </a:lnTo>
                  <a:cubicBezTo>
                    <a:pt x="5173980" y="0"/>
                    <a:pt x="5198745" y="24765"/>
                    <a:pt x="5198745" y="55245"/>
                  </a:cubicBezTo>
                  <a:cubicBezTo>
                    <a:pt x="5199698" y="85725"/>
                    <a:pt x="5174933" y="110490"/>
                    <a:pt x="5143500" y="110490"/>
                  </a:cubicBezTo>
                  <a:close/>
                </a:path>
              </a:pathLst>
            </a:custGeom>
            <a:solidFill>
              <a:srgbClr val="C3C3F4"/>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0866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66E7A4D-1F51-4F7B-8F0B-48EB744C8185}"/>
              </a:ext>
            </a:extLst>
          </p:cNvPr>
          <p:cNvGrpSpPr/>
          <p:nvPr/>
        </p:nvGrpSpPr>
        <p:grpSpPr>
          <a:xfrm>
            <a:off x="5700272" y="552186"/>
            <a:ext cx="5932928" cy="5462096"/>
            <a:chOff x="1001977" y="575310"/>
            <a:chExt cx="5932928" cy="5462096"/>
          </a:xfrm>
        </p:grpSpPr>
        <p:sp>
          <p:nvSpPr>
            <p:cNvPr id="75" name="Rectangle 74">
              <a:extLst>
                <a:ext uri="{FF2B5EF4-FFF2-40B4-BE49-F238E27FC236}">
                  <a16:creationId xmlns:a16="http://schemas.microsoft.com/office/drawing/2014/main" id="{6C3F98DE-B45B-411D-A321-9C8CA5AAA651}"/>
                </a:ext>
              </a:extLst>
            </p:cNvPr>
            <p:cNvSpPr/>
            <p:nvPr/>
          </p:nvSpPr>
          <p:spPr>
            <a:xfrm>
              <a:off x="1001977" y="575310"/>
              <a:ext cx="209751" cy="690880"/>
            </a:xfrm>
            <a:prstGeom prst="rect">
              <a:avLst/>
            </a:prstGeom>
            <a:gradFill flip="none" rotWithShape="1">
              <a:gsLst>
                <a:gs pos="0">
                  <a:schemeClr val="accent1">
                    <a:alpha val="50000"/>
                  </a:schemeClr>
                </a:gs>
                <a:gs pos="100000">
                  <a:schemeClr val="accent2">
                    <a:alpha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45F48EBF-6349-428E-8F05-AF3B6A98844A}"/>
                </a:ext>
              </a:extLst>
            </p:cNvPr>
            <p:cNvSpPr txBox="1"/>
            <p:nvPr/>
          </p:nvSpPr>
          <p:spPr>
            <a:xfrm>
              <a:off x="1279927" y="694236"/>
              <a:ext cx="3949298" cy="646331"/>
            </a:xfrm>
            <a:prstGeom prst="rect">
              <a:avLst/>
            </a:prstGeom>
            <a:noFill/>
          </p:spPr>
          <p:txBody>
            <a:bodyPr wrap="square" rtlCol="0">
              <a:spAutoFit/>
            </a:bodyPr>
            <a:lstStyle/>
            <a:p>
              <a:r>
                <a:rPr lang="en-US" sz="3600" b="1" dirty="0">
                  <a:solidFill>
                    <a:schemeClr val="bg2"/>
                  </a:solidFill>
                  <a:latin typeface="Roboto" panose="02000000000000000000" pitchFamily="2" charset="0"/>
                  <a:ea typeface="Roboto" panose="02000000000000000000" pitchFamily="2" charset="0"/>
                </a:rPr>
                <a:t>Section Content</a:t>
              </a:r>
            </a:p>
          </p:txBody>
        </p:sp>
        <p:sp>
          <p:nvSpPr>
            <p:cNvPr id="7" name="TextBox 6">
              <a:extLst>
                <a:ext uri="{FF2B5EF4-FFF2-40B4-BE49-F238E27FC236}">
                  <a16:creationId xmlns:a16="http://schemas.microsoft.com/office/drawing/2014/main" id="{ACC5C17A-E5E4-48D7-B372-9AD52408D37B}"/>
                </a:ext>
              </a:extLst>
            </p:cNvPr>
            <p:cNvSpPr txBox="1"/>
            <p:nvPr/>
          </p:nvSpPr>
          <p:spPr>
            <a:xfrm>
              <a:off x="1003702" y="694236"/>
              <a:ext cx="4340458" cy="646331"/>
            </a:xfrm>
            <a:prstGeom prst="rect">
              <a:avLst/>
            </a:prstGeom>
            <a:noFill/>
          </p:spPr>
          <p:txBody>
            <a:bodyPr wrap="square" rtlCol="0">
              <a:spAutoFit/>
            </a:bodyPr>
            <a:lstStyle/>
            <a:p>
              <a:r>
                <a:rPr lang="en-US" sz="3600" b="1" dirty="0">
                  <a:latin typeface="Roboto" panose="02000000000000000000" pitchFamily="2" charset="0"/>
                  <a:ea typeface="Roboto" panose="02000000000000000000" pitchFamily="2" charset="0"/>
                </a:rPr>
                <a:t>SECTION CONTENT</a:t>
              </a:r>
            </a:p>
          </p:txBody>
        </p:sp>
        <p:sp>
          <p:nvSpPr>
            <p:cNvPr id="8" name="TextBox 7">
              <a:extLst>
                <a:ext uri="{FF2B5EF4-FFF2-40B4-BE49-F238E27FC236}">
                  <a16:creationId xmlns:a16="http://schemas.microsoft.com/office/drawing/2014/main" id="{14AFC3BD-89E4-4F3B-82D1-B69160B08027}"/>
                </a:ext>
              </a:extLst>
            </p:cNvPr>
            <p:cNvSpPr txBox="1"/>
            <p:nvPr/>
          </p:nvSpPr>
          <p:spPr>
            <a:xfrm>
              <a:off x="1351592" y="1651590"/>
              <a:ext cx="5583313" cy="4385816"/>
            </a:xfrm>
            <a:prstGeom prst="rect">
              <a:avLst/>
            </a:prstGeom>
            <a:noFill/>
          </p:spPr>
          <p:txBody>
            <a:bodyPr wrap="square" rtlCol="0">
              <a:spAutoFit/>
            </a:bodyPr>
            <a:lstStyle/>
            <a:p>
              <a:pPr>
                <a:buClr>
                  <a:schemeClr val="bg2"/>
                </a:buClr>
              </a:pPr>
              <a:r>
                <a:rPr lang="en-US" sz="1600" b="1" dirty="0">
                  <a:solidFill>
                    <a:schemeClr val="tx2"/>
                  </a:solidFill>
                  <a:latin typeface="Roboto" panose="02000000000000000000" pitchFamily="2" charset="0"/>
                  <a:ea typeface="Roboto" panose="02000000000000000000" pitchFamily="2" charset="0"/>
                </a:rPr>
                <a:t>Pair students and have them study the 3D model “Coil of Wire and Moving Magnet” in the  Lifelike Physics library. Then, have them discuss and share their answers to the questions</a:t>
              </a:r>
              <a:br>
                <a:rPr lang="en-US" b="1" dirty="0">
                  <a:solidFill>
                    <a:schemeClr val="tx2"/>
                  </a:solidFill>
                  <a:latin typeface="Roboto" panose="02000000000000000000" pitchFamily="2" charset="0"/>
                  <a:ea typeface="Roboto" panose="02000000000000000000" pitchFamily="2" charset="0"/>
                </a:rPr>
              </a:br>
              <a:endParaRPr lang="en-US" dirty="0">
                <a:solidFill>
                  <a:schemeClr val="tx2"/>
                </a:solidFill>
                <a:latin typeface="Roboto" panose="02000000000000000000" pitchFamily="2" charset="0"/>
                <a:ea typeface="Roboto" panose="02000000000000000000" pitchFamily="2" charset="0"/>
              </a:endParaRPr>
            </a:p>
            <a:p>
              <a:pPr marL="285750" indent="-285750">
                <a:buClr>
                  <a:schemeClr val="tx2"/>
                </a:buClr>
                <a:buFont typeface="Wingdings" panose="05000000000000000000" pitchFamily="2" charset="2"/>
                <a:buChar char="v"/>
              </a:pPr>
              <a:r>
                <a:rPr lang="en-US" sz="1600" dirty="0">
                  <a:solidFill>
                    <a:schemeClr val="tx2"/>
                  </a:solidFill>
                  <a:latin typeface="Roboto" panose="02000000000000000000" pitchFamily="2" charset="0"/>
                  <a:ea typeface="Roboto" panose="02000000000000000000" pitchFamily="2" charset="0"/>
                </a:rPr>
                <a:t>What is causing the needle to move?</a:t>
              </a:r>
              <a:br>
                <a:rPr lang="en-US" dirty="0">
                  <a:solidFill>
                    <a:schemeClr val="tx2"/>
                  </a:solidFill>
                  <a:latin typeface="Roboto" panose="02000000000000000000" pitchFamily="2" charset="0"/>
                  <a:ea typeface="Roboto" panose="02000000000000000000" pitchFamily="2" charset="0"/>
                </a:rPr>
              </a:br>
              <a:endParaRPr lang="en-US" sz="1000" dirty="0">
                <a:solidFill>
                  <a:schemeClr val="tx2"/>
                </a:solidFill>
                <a:latin typeface="Roboto" panose="02000000000000000000" pitchFamily="2" charset="0"/>
                <a:ea typeface="Roboto" panose="02000000000000000000" pitchFamily="2" charset="0"/>
              </a:endParaRPr>
            </a:p>
            <a:p>
              <a:pPr marL="285750" indent="-285750">
                <a:buClr>
                  <a:schemeClr val="tx2"/>
                </a:buClr>
                <a:buFont typeface="Wingdings" panose="05000000000000000000" pitchFamily="2" charset="2"/>
                <a:buChar char="v"/>
              </a:pPr>
              <a:r>
                <a:rPr lang="en-US" sz="1600" dirty="0">
                  <a:solidFill>
                    <a:schemeClr val="tx2"/>
                  </a:solidFill>
                  <a:latin typeface="Roboto" panose="02000000000000000000" pitchFamily="2" charset="0"/>
                  <a:ea typeface="Roboto" panose="02000000000000000000" pitchFamily="2" charset="0"/>
                </a:rPr>
                <a:t>Why does it move back and forth?</a:t>
              </a:r>
            </a:p>
            <a:p>
              <a:pPr marL="285750" indent="-285750">
                <a:buClr>
                  <a:schemeClr val="tx2"/>
                </a:buClr>
                <a:buFont typeface="Wingdings" panose="05000000000000000000" pitchFamily="2" charset="2"/>
                <a:buChar char="v"/>
              </a:pPr>
              <a:endParaRPr lang="en-US" sz="1600" dirty="0">
                <a:solidFill>
                  <a:schemeClr val="tx2"/>
                </a:solidFill>
                <a:latin typeface="Roboto" panose="02000000000000000000" pitchFamily="2" charset="0"/>
                <a:ea typeface="Roboto" panose="02000000000000000000" pitchFamily="2" charset="0"/>
              </a:endParaRPr>
            </a:p>
            <a:p>
              <a:pPr>
                <a:buClr>
                  <a:schemeClr val="tx2"/>
                </a:buClr>
              </a:pPr>
              <a:r>
                <a:rPr lang="en-US" sz="1600" b="1" dirty="0">
                  <a:solidFill>
                    <a:schemeClr val="accent1"/>
                  </a:solidFill>
                  <a:latin typeface="Roboto" panose="02000000000000000000" pitchFamily="2" charset="0"/>
                  <a:ea typeface="Roboto" panose="02000000000000000000" pitchFamily="2" charset="0"/>
                </a:rPr>
                <a:t>Post and/or pose the essential questions of the lesson:</a:t>
              </a:r>
            </a:p>
            <a:p>
              <a:pPr>
                <a:buClr>
                  <a:schemeClr val="tx2"/>
                </a:buClr>
              </a:pPr>
              <a:endParaRPr lang="en-US" sz="700" b="1" dirty="0">
                <a:solidFill>
                  <a:schemeClr val="tx2"/>
                </a:solidFill>
                <a:latin typeface="Roboto" panose="02000000000000000000" pitchFamily="2" charset="0"/>
                <a:ea typeface="Roboto" panose="02000000000000000000" pitchFamily="2" charset="0"/>
              </a:endParaRPr>
            </a:p>
            <a:p>
              <a:pPr marL="285750" indent="-285750">
                <a:buClr>
                  <a:schemeClr val="tx2"/>
                </a:buClr>
                <a:buFont typeface="Wingdings" panose="05000000000000000000" pitchFamily="2" charset="2"/>
                <a:buChar char="v"/>
              </a:pPr>
              <a:r>
                <a:rPr lang="en-US" sz="1600" dirty="0">
                  <a:solidFill>
                    <a:schemeClr val="tx2"/>
                  </a:solidFill>
                  <a:latin typeface="Roboto" panose="02000000000000000000" pitchFamily="2" charset="0"/>
                  <a:ea typeface="Roboto" panose="02000000000000000000" pitchFamily="2" charset="0"/>
                </a:rPr>
                <a:t>How do you determine the direction of a permanent magnetic field? </a:t>
              </a:r>
            </a:p>
            <a:p>
              <a:pPr marL="285750" indent="-285750">
                <a:buClr>
                  <a:schemeClr val="tx2"/>
                </a:buClr>
                <a:buFont typeface="Wingdings" panose="05000000000000000000" pitchFamily="2" charset="2"/>
                <a:buChar char="v"/>
              </a:pPr>
              <a:endParaRPr lang="en-US" sz="1000" dirty="0">
                <a:solidFill>
                  <a:schemeClr val="tx2"/>
                </a:solidFill>
                <a:latin typeface="Roboto" panose="02000000000000000000" pitchFamily="2" charset="0"/>
                <a:ea typeface="Roboto" panose="02000000000000000000" pitchFamily="2" charset="0"/>
              </a:endParaRPr>
            </a:p>
            <a:p>
              <a:pPr marL="285750" indent="-285750">
                <a:buClr>
                  <a:schemeClr val="tx2"/>
                </a:buClr>
                <a:buFont typeface="Wingdings" panose="05000000000000000000" pitchFamily="2" charset="2"/>
                <a:buChar char="v"/>
              </a:pPr>
              <a:r>
                <a:rPr lang="en-US" sz="1600" dirty="0">
                  <a:solidFill>
                    <a:schemeClr val="tx2"/>
                  </a:solidFill>
                  <a:latin typeface="Roboto" panose="02000000000000000000" pitchFamily="2" charset="0"/>
                  <a:ea typeface="Roboto" panose="02000000000000000000" pitchFamily="2" charset="0"/>
                </a:rPr>
                <a:t>How does a current-carrying wire create a magnetic field?</a:t>
              </a:r>
            </a:p>
            <a:p>
              <a:pPr marL="285750" indent="-285750">
                <a:buClr>
                  <a:schemeClr val="tx2"/>
                </a:buClr>
                <a:buFont typeface="Wingdings" panose="05000000000000000000" pitchFamily="2" charset="2"/>
                <a:buChar char="v"/>
              </a:pPr>
              <a:endParaRPr lang="en-US" sz="1000" dirty="0">
                <a:solidFill>
                  <a:schemeClr val="tx2"/>
                </a:solidFill>
                <a:latin typeface="Roboto" panose="02000000000000000000" pitchFamily="2" charset="0"/>
                <a:ea typeface="Roboto" panose="02000000000000000000" pitchFamily="2" charset="0"/>
              </a:endParaRPr>
            </a:p>
            <a:p>
              <a:pPr marL="285750" indent="-285750">
                <a:buClr>
                  <a:schemeClr val="tx2"/>
                </a:buClr>
                <a:buFont typeface="Wingdings" panose="05000000000000000000" pitchFamily="2" charset="2"/>
                <a:buChar char="v"/>
              </a:pPr>
              <a:r>
                <a:rPr lang="en-US" sz="1600" dirty="0">
                  <a:solidFill>
                    <a:schemeClr val="tx2"/>
                  </a:solidFill>
                  <a:latin typeface="Roboto" panose="02000000000000000000" pitchFamily="2" charset="0"/>
                  <a:ea typeface="Roboto" panose="02000000000000000000" pitchFamily="2" charset="0"/>
                </a:rPr>
                <a:t>How do you determine the direction of the magnetic field produced by a current-  carrying wire?</a:t>
              </a:r>
            </a:p>
          </p:txBody>
        </p:sp>
      </p:grpSp>
      <p:grpSp>
        <p:nvGrpSpPr>
          <p:cNvPr id="4" name="Group 3">
            <a:extLst>
              <a:ext uri="{FF2B5EF4-FFF2-40B4-BE49-F238E27FC236}">
                <a16:creationId xmlns:a16="http://schemas.microsoft.com/office/drawing/2014/main" id="{83CCB0A8-913B-4279-8BF2-24AE062D8021}"/>
              </a:ext>
            </a:extLst>
          </p:cNvPr>
          <p:cNvGrpSpPr/>
          <p:nvPr/>
        </p:nvGrpSpPr>
        <p:grpSpPr>
          <a:xfrm>
            <a:off x="558800" y="4330588"/>
            <a:ext cx="5042546" cy="1683694"/>
            <a:chOff x="210157" y="3709713"/>
            <a:chExt cx="3815944" cy="1683694"/>
          </a:xfrm>
        </p:grpSpPr>
        <p:sp>
          <p:nvSpPr>
            <p:cNvPr id="194" name="Rectangle: Rounded Corners 193">
              <a:extLst>
                <a:ext uri="{FF2B5EF4-FFF2-40B4-BE49-F238E27FC236}">
                  <a16:creationId xmlns:a16="http://schemas.microsoft.com/office/drawing/2014/main" id="{4C9C8D97-3852-471E-A6D3-59FD73CC11AE}"/>
                </a:ext>
              </a:extLst>
            </p:cNvPr>
            <p:cNvSpPr/>
            <p:nvPr/>
          </p:nvSpPr>
          <p:spPr>
            <a:xfrm>
              <a:off x="210157" y="3709713"/>
              <a:ext cx="3815944" cy="1683694"/>
            </a:xfrm>
            <a:prstGeom prst="roundRect">
              <a:avLst>
                <a:gd name="adj" fmla="val 6404"/>
              </a:avLst>
            </a:prstGeom>
            <a:solidFill>
              <a:schemeClr val="bg1"/>
            </a:solidFill>
            <a:ln>
              <a:noFill/>
            </a:ln>
            <a:effectLst>
              <a:outerShdw blurRad="723900" dist="50800" dir="5400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TextBox 194">
              <a:extLst>
                <a:ext uri="{FF2B5EF4-FFF2-40B4-BE49-F238E27FC236}">
                  <a16:creationId xmlns:a16="http://schemas.microsoft.com/office/drawing/2014/main" id="{1558954C-4743-46E6-9D56-0EB9254A256F}"/>
                </a:ext>
              </a:extLst>
            </p:cNvPr>
            <p:cNvSpPr txBox="1"/>
            <p:nvPr/>
          </p:nvSpPr>
          <p:spPr>
            <a:xfrm>
              <a:off x="394831" y="3936007"/>
              <a:ext cx="3446596" cy="1231106"/>
            </a:xfrm>
            <a:prstGeom prst="rect">
              <a:avLst/>
            </a:prstGeom>
            <a:noFill/>
          </p:spPr>
          <p:txBody>
            <a:bodyPr wrap="square" rtlCol="0">
              <a:spAutoFit/>
            </a:bodyPr>
            <a:lstStyle/>
            <a:p>
              <a:pPr algn="ctr">
                <a:buClr>
                  <a:schemeClr val="bg2"/>
                </a:buClr>
              </a:pPr>
              <a:r>
                <a:rPr lang="en-US" sz="1600" b="1" dirty="0">
                  <a:solidFill>
                    <a:schemeClr val="tx2"/>
                  </a:solidFill>
                  <a:latin typeface="Roboto" panose="02000000000000000000" pitchFamily="2" charset="0"/>
                  <a:ea typeface="Roboto" panose="02000000000000000000" pitchFamily="2" charset="0"/>
                </a:rPr>
                <a:t>Explore:</a:t>
              </a:r>
              <a:br>
                <a:rPr lang="en-US" sz="1600" b="1" dirty="0">
                  <a:solidFill>
                    <a:schemeClr val="tx2"/>
                  </a:solidFill>
                  <a:latin typeface="Roboto" panose="02000000000000000000" pitchFamily="2" charset="0"/>
                  <a:ea typeface="Roboto" panose="02000000000000000000" pitchFamily="2" charset="0"/>
                </a:rPr>
              </a:br>
              <a:br>
                <a:rPr lang="en-US" sz="1000" b="1" dirty="0">
                  <a:solidFill>
                    <a:schemeClr val="tx2"/>
                  </a:solidFill>
                  <a:latin typeface="Roboto" panose="02000000000000000000" pitchFamily="2" charset="0"/>
                  <a:ea typeface="Roboto" panose="02000000000000000000" pitchFamily="2" charset="0"/>
                </a:rPr>
              </a:br>
              <a:r>
                <a:rPr lang="en-US" sz="1600" dirty="0">
                  <a:solidFill>
                    <a:schemeClr val="tx2"/>
                  </a:solidFill>
                  <a:latin typeface="Roboto" panose="02000000000000000000" pitchFamily="2" charset="0"/>
                  <a:ea typeface="Roboto" panose="02000000000000000000" pitchFamily="2" charset="0"/>
                </a:rPr>
                <a:t>Put here more reference for the subject and ask students to read more about it .</a:t>
              </a:r>
            </a:p>
          </p:txBody>
        </p:sp>
      </p:grpSp>
      <p:grpSp>
        <p:nvGrpSpPr>
          <p:cNvPr id="488" name="Graphic 486">
            <a:extLst>
              <a:ext uri="{FF2B5EF4-FFF2-40B4-BE49-F238E27FC236}">
                <a16:creationId xmlns:a16="http://schemas.microsoft.com/office/drawing/2014/main" id="{782914C2-A3BA-4C66-A875-F106FD61B5F8}"/>
              </a:ext>
            </a:extLst>
          </p:cNvPr>
          <p:cNvGrpSpPr/>
          <p:nvPr/>
        </p:nvGrpSpPr>
        <p:grpSpPr>
          <a:xfrm>
            <a:off x="802836" y="1380797"/>
            <a:ext cx="4402219" cy="2723497"/>
            <a:chOff x="662971" y="1242707"/>
            <a:chExt cx="4402219" cy="2723497"/>
          </a:xfrm>
        </p:grpSpPr>
        <p:grpSp>
          <p:nvGrpSpPr>
            <p:cNvPr id="489" name="Graphic 486">
              <a:extLst>
                <a:ext uri="{FF2B5EF4-FFF2-40B4-BE49-F238E27FC236}">
                  <a16:creationId xmlns:a16="http://schemas.microsoft.com/office/drawing/2014/main" id="{782914C2-A3BA-4C66-A875-F106FD61B5F8}"/>
                </a:ext>
              </a:extLst>
            </p:cNvPr>
            <p:cNvGrpSpPr/>
            <p:nvPr/>
          </p:nvGrpSpPr>
          <p:grpSpPr>
            <a:xfrm>
              <a:off x="662971" y="1242707"/>
              <a:ext cx="4402219" cy="2723497"/>
              <a:chOff x="662971" y="1242707"/>
              <a:chExt cx="4402219" cy="2723497"/>
            </a:xfrm>
          </p:grpSpPr>
          <p:sp>
            <p:nvSpPr>
              <p:cNvPr id="490" name="Freeform: Shape 489">
                <a:extLst>
                  <a:ext uri="{FF2B5EF4-FFF2-40B4-BE49-F238E27FC236}">
                    <a16:creationId xmlns:a16="http://schemas.microsoft.com/office/drawing/2014/main" id="{AA346020-9A01-40F0-8FAB-BE3C0D080006}"/>
                  </a:ext>
                </a:extLst>
              </p:cNvPr>
              <p:cNvSpPr/>
              <p:nvPr/>
            </p:nvSpPr>
            <p:spPr>
              <a:xfrm>
                <a:off x="2034709" y="1242707"/>
                <a:ext cx="2784154" cy="1822941"/>
              </a:xfrm>
              <a:custGeom>
                <a:avLst/>
                <a:gdLst>
                  <a:gd name="connsiteX0" fmla="*/ 1245186 w 2784154"/>
                  <a:gd name="connsiteY0" fmla="*/ 125781 h 1822941"/>
                  <a:gd name="connsiteX1" fmla="*/ 1111854 w 2784154"/>
                  <a:gd name="connsiteY1" fmla="*/ 48946 h 1822941"/>
                  <a:gd name="connsiteX2" fmla="*/ 0 w 2784154"/>
                  <a:gd name="connsiteY2" fmla="*/ 819560 h 1822941"/>
                  <a:gd name="connsiteX3" fmla="*/ 1668911 w 2784154"/>
                  <a:gd name="connsiteY3" fmla="*/ 1822941 h 1822941"/>
                  <a:gd name="connsiteX4" fmla="*/ 2784155 w 2784154"/>
                  <a:gd name="connsiteY4" fmla="*/ 1015039 h 1822941"/>
                  <a:gd name="connsiteX5" fmla="*/ 1245186 w 2784154"/>
                  <a:gd name="connsiteY5" fmla="*/ 125781 h 18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84154" h="1822941">
                    <a:moveTo>
                      <a:pt x="1245186" y="125781"/>
                    </a:moveTo>
                    <a:lnTo>
                      <a:pt x="1111854" y="48946"/>
                    </a:lnTo>
                    <a:cubicBezTo>
                      <a:pt x="630503" y="-142013"/>
                      <a:pt x="47457" y="248944"/>
                      <a:pt x="0" y="819560"/>
                    </a:cubicBezTo>
                    <a:lnTo>
                      <a:pt x="1668911" y="1822941"/>
                    </a:lnTo>
                    <a:cubicBezTo>
                      <a:pt x="1723148" y="1170970"/>
                      <a:pt x="2328792" y="835379"/>
                      <a:pt x="2784155" y="1015039"/>
                    </a:cubicBezTo>
                    <a:lnTo>
                      <a:pt x="1245186" y="125781"/>
                    </a:lnTo>
                    <a:close/>
                  </a:path>
                </a:pathLst>
              </a:custGeom>
              <a:solidFill>
                <a:schemeClr val="accent1">
                  <a:lumMod val="20000"/>
                  <a:lumOff val="80000"/>
                </a:schemeClr>
              </a:solidFill>
              <a:ln w="11283" cap="flat">
                <a:noFill/>
                <a:prstDash val="solid"/>
                <a:miter/>
              </a:ln>
            </p:spPr>
            <p:txBody>
              <a:bodyPr rtlCol="0" anchor="ctr"/>
              <a:lstStyle/>
              <a:p>
                <a:endParaRPr lang="en-US"/>
              </a:p>
            </p:txBody>
          </p:sp>
          <p:sp>
            <p:nvSpPr>
              <p:cNvPr id="491" name="Freeform: Shape 490">
                <a:extLst>
                  <a:ext uri="{FF2B5EF4-FFF2-40B4-BE49-F238E27FC236}">
                    <a16:creationId xmlns:a16="http://schemas.microsoft.com/office/drawing/2014/main" id="{8CC81F52-0F33-43E5-B2FF-2CDA2CA8785E}"/>
                  </a:ext>
                </a:extLst>
              </p:cNvPr>
              <p:cNvSpPr/>
              <p:nvPr/>
            </p:nvSpPr>
            <p:spPr>
              <a:xfrm>
                <a:off x="3704750" y="2279214"/>
                <a:ext cx="1360439" cy="901686"/>
              </a:xfrm>
              <a:custGeom>
                <a:avLst/>
                <a:gdLst>
                  <a:gd name="connsiteX0" fmla="*/ 0 w 1360439"/>
                  <a:gd name="connsiteY0" fmla="*/ 786434 h 901686"/>
                  <a:gd name="connsiteX1" fmla="*/ 1242926 w 1360439"/>
                  <a:gd name="connsiteY1" fmla="*/ 68926 h 901686"/>
                  <a:gd name="connsiteX2" fmla="*/ 1360439 w 1360439"/>
                  <a:gd name="connsiteY2" fmla="*/ 0 h 901686"/>
                  <a:gd name="connsiteX3" fmla="*/ 1360439 w 1360439"/>
                  <a:gd name="connsiteY3" fmla="*/ 116383 h 901686"/>
                  <a:gd name="connsiteX4" fmla="*/ 0 w 1360439"/>
                  <a:gd name="connsiteY4" fmla="*/ 901687 h 901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0439" h="901686">
                    <a:moveTo>
                      <a:pt x="0" y="786434"/>
                    </a:moveTo>
                    <a:lnTo>
                      <a:pt x="1242926" y="68926"/>
                    </a:lnTo>
                    <a:lnTo>
                      <a:pt x="1360439" y="0"/>
                    </a:lnTo>
                    <a:lnTo>
                      <a:pt x="1360439" y="116383"/>
                    </a:lnTo>
                    <a:lnTo>
                      <a:pt x="0" y="901687"/>
                    </a:lnTo>
                    <a:close/>
                  </a:path>
                </a:pathLst>
              </a:custGeom>
              <a:solidFill>
                <a:schemeClr val="accent1"/>
              </a:solidFill>
              <a:ln w="11283" cap="flat">
                <a:noFill/>
                <a:prstDash val="solid"/>
                <a:miter/>
              </a:ln>
            </p:spPr>
            <p:txBody>
              <a:bodyPr rtlCol="0" anchor="ctr"/>
              <a:lstStyle/>
              <a:p>
                <a:endParaRPr lang="en-US"/>
              </a:p>
            </p:txBody>
          </p:sp>
          <p:sp>
            <p:nvSpPr>
              <p:cNvPr id="492" name="Freeform: Shape 491">
                <a:extLst>
                  <a:ext uri="{FF2B5EF4-FFF2-40B4-BE49-F238E27FC236}">
                    <a16:creationId xmlns:a16="http://schemas.microsoft.com/office/drawing/2014/main" id="{95D05E0D-5DC1-45EF-84F7-AC6636F6D452}"/>
                  </a:ext>
                </a:extLst>
              </p:cNvPr>
              <p:cNvSpPr/>
              <p:nvPr/>
            </p:nvSpPr>
            <p:spPr>
              <a:xfrm>
                <a:off x="3279896" y="1308602"/>
                <a:ext cx="1785294" cy="1039538"/>
              </a:xfrm>
              <a:custGeom>
                <a:avLst/>
                <a:gdLst>
                  <a:gd name="connsiteX0" fmla="*/ 0 w 1785294"/>
                  <a:gd name="connsiteY0" fmla="*/ 59886 h 1039538"/>
                  <a:gd name="connsiteX1" fmla="*/ 103954 w 1785294"/>
                  <a:gd name="connsiteY1" fmla="*/ 0 h 1039538"/>
                  <a:gd name="connsiteX2" fmla="*/ 1785294 w 1785294"/>
                  <a:gd name="connsiteY2" fmla="*/ 970613 h 1039538"/>
                  <a:gd name="connsiteX3" fmla="*/ 1667781 w 1785294"/>
                  <a:gd name="connsiteY3" fmla="*/ 1039539 h 1039538"/>
                </a:gdLst>
                <a:ahLst/>
                <a:cxnLst>
                  <a:cxn ang="0">
                    <a:pos x="connsiteX0" y="connsiteY0"/>
                  </a:cxn>
                  <a:cxn ang="0">
                    <a:pos x="connsiteX1" y="connsiteY1"/>
                  </a:cxn>
                  <a:cxn ang="0">
                    <a:pos x="connsiteX2" y="connsiteY2"/>
                  </a:cxn>
                  <a:cxn ang="0">
                    <a:pos x="connsiteX3" y="connsiteY3"/>
                  </a:cxn>
                </a:cxnLst>
                <a:rect l="l" t="t" r="r" b="b"/>
                <a:pathLst>
                  <a:path w="1785294" h="1039538">
                    <a:moveTo>
                      <a:pt x="0" y="59886"/>
                    </a:moveTo>
                    <a:lnTo>
                      <a:pt x="103954" y="0"/>
                    </a:lnTo>
                    <a:lnTo>
                      <a:pt x="1785294" y="970613"/>
                    </a:lnTo>
                    <a:lnTo>
                      <a:pt x="1667781" y="1039539"/>
                    </a:lnTo>
                    <a:close/>
                  </a:path>
                </a:pathLst>
              </a:custGeom>
              <a:solidFill>
                <a:schemeClr val="accent1">
                  <a:lumMod val="75000"/>
                </a:schemeClr>
              </a:solidFill>
              <a:ln w="11283" cap="flat">
                <a:noFill/>
                <a:prstDash val="solid"/>
                <a:miter/>
              </a:ln>
            </p:spPr>
            <p:txBody>
              <a:bodyPr rtlCol="0" anchor="ctr"/>
              <a:lstStyle/>
              <a:p>
                <a:endParaRPr lang="en-US" dirty="0"/>
              </a:p>
            </p:txBody>
          </p:sp>
          <p:sp>
            <p:nvSpPr>
              <p:cNvPr id="493" name="Freeform: Shape 492">
                <a:extLst>
                  <a:ext uri="{FF2B5EF4-FFF2-40B4-BE49-F238E27FC236}">
                    <a16:creationId xmlns:a16="http://schemas.microsoft.com/office/drawing/2014/main" id="{1EC4490F-CDBD-4074-A276-5BCA45167248}"/>
                  </a:ext>
                </a:extLst>
              </p:cNvPr>
              <p:cNvSpPr/>
              <p:nvPr/>
            </p:nvSpPr>
            <p:spPr>
              <a:xfrm>
                <a:off x="662971" y="2847571"/>
                <a:ext cx="1681340" cy="1118633"/>
              </a:xfrm>
              <a:custGeom>
                <a:avLst/>
                <a:gdLst>
                  <a:gd name="connsiteX0" fmla="*/ 1681341 w 1681340"/>
                  <a:gd name="connsiteY0" fmla="*/ 1118634 h 1118633"/>
                  <a:gd name="connsiteX1" fmla="*/ 0 w 1681340"/>
                  <a:gd name="connsiteY1" fmla="*/ 148021 h 1118633"/>
                  <a:gd name="connsiteX2" fmla="*/ 0 w 1681340"/>
                  <a:gd name="connsiteY2" fmla="*/ 0 h 1118633"/>
                  <a:gd name="connsiteX3" fmla="*/ 1681341 w 1681340"/>
                  <a:gd name="connsiteY3" fmla="*/ 971743 h 1118633"/>
                </a:gdLst>
                <a:ahLst/>
                <a:cxnLst>
                  <a:cxn ang="0">
                    <a:pos x="connsiteX0" y="connsiteY0"/>
                  </a:cxn>
                  <a:cxn ang="0">
                    <a:pos x="connsiteX1" y="connsiteY1"/>
                  </a:cxn>
                  <a:cxn ang="0">
                    <a:pos x="connsiteX2" y="connsiteY2"/>
                  </a:cxn>
                  <a:cxn ang="0">
                    <a:pos x="connsiteX3" y="connsiteY3"/>
                  </a:cxn>
                </a:cxnLst>
                <a:rect l="l" t="t" r="r" b="b"/>
                <a:pathLst>
                  <a:path w="1681340" h="1118633">
                    <a:moveTo>
                      <a:pt x="1681341" y="1118634"/>
                    </a:moveTo>
                    <a:lnTo>
                      <a:pt x="0" y="148021"/>
                    </a:lnTo>
                    <a:lnTo>
                      <a:pt x="0" y="0"/>
                    </a:lnTo>
                    <a:lnTo>
                      <a:pt x="1681341" y="971743"/>
                    </a:lnTo>
                    <a:close/>
                  </a:path>
                </a:pathLst>
              </a:custGeom>
              <a:solidFill>
                <a:schemeClr val="accent1"/>
              </a:solidFill>
              <a:ln w="11283" cap="flat">
                <a:noFill/>
                <a:prstDash val="solid"/>
                <a:miter/>
              </a:ln>
            </p:spPr>
            <p:txBody>
              <a:bodyPr rtlCol="0" anchor="ctr"/>
              <a:lstStyle/>
              <a:p>
                <a:endParaRPr lang="en-US"/>
              </a:p>
            </p:txBody>
          </p:sp>
          <p:sp>
            <p:nvSpPr>
              <p:cNvPr id="494" name="Freeform: Shape 493">
                <a:extLst>
                  <a:ext uri="{FF2B5EF4-FFF2-40B4-BE49-F238E27FC236}">
                    <a16:creationId xmlns:a16="http://schemas.microsoft.com/office/drawing/2014/main" id="{238920E2-CD46-43A8-8D38-CAF99A43EE42}"/>
                  </a:ext>
                </a:extLst>
              </p:cNvPr>
              <p:cNvSpPr/>
              <p:nvPr/>
            </p:nvSpPr>
            <p:spPr>
              <a:xfrm>
                <a:off x="2344311" y="3048699"/>
                <a:ext cx="1360439" cy="917505"/>
              </a:xfrm>
              <a:custGeom>
                <a:avLst/>
                <a:gdLst>
                  <a:gd name="connsiteX0" fmla="*/ 1360440 w 1360439"/>
                  <a:gd name="connsiteY0" fmla="*/ 132202 h 917505"/>
                  <a:gd name="connsiteX1" fmla="*/ 0 w 1360439"/>
                  <a:gd name="connsiteY1" fmla="*/ 917506 h 917505"/>
                  <a:gd name="connsiteX2" fmla="*/ 0 w 1360439"/>
                  <a:gd name="connsiteY2" fmla="*/ 770614 h 917505"/>
                  <a:gd name="connsiteX3" fmla="*/ 108473 w 1360439"/>
                  <a:gd name="connsiteY3" fmla="*/ 707338 h 917505"/>
                  <a:gd name="connsiteX4" fmla="*/ 1337841 w 1360439"/>
                  <a:gd name="connsiteY4" fmla="*/ 0 h 917505"/>
                  <a:gd name="connsiteX5" fmla="*/ 1360440 w 1360439"/>
                  <a:gd name="connsiteY5" fmla="*/ 16949 h 917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0439" h="917505">
                    <a:moveTo>
                      <a:pt x="1360440" y="132202"/>
                    </a:moveTo>
                    <a:lnTo>
                      <a:pt x="0" y="917506"/>
                    </a:lnTo>
                    <a:lnTo>
                      <a:pt x="0" y="770614"/>
                    </a:lnTo>
                    <a:lnTo>
                      <a:pt x="108473" y="707338"/>
                    </a:lnTo>
                    <a:lnTo>
                      <a:pt x="1337841" y="0"/>
                    </a:lnTo>
                    <a:lnTo>
                      <a:pt x="1360440" y="16949"/>
                    </a:lnTo>
                    <a:close/>
                  </a:path>
                </a:pathLst>
              </a:custGeom>
              <a:solidFill>
                <a:schemeClr val="accent1"/>
              </a:solidFill>
              <a:ln w="11283" cap="flat">
                <a:noFill/>
                <a:prstDash val="solid"/>
                <a:miter/>
              </a:ln>
            </p:spPr>
            <p:txBody>
              <a:bodyPr rtlCol="0" anchor="ctr"/>
              <a:lstStyle/>
              <a:p>
                <a:endParaRPr lang="en-US"/>
              </a:p>
            </p:txBody>
          </p:sp>
          <p:sp>
            <p:nvSpPr>
              <p:cNvPr id="495" name="Freeform: Shape 494">
                <a:extLst>
                  <a:ext uri="{FF2B5EF4-FFF2-40B4-BE49-F238E27FC236}">
                    <a16:creationId xmlns:a16="http://schemas.microsoft.com/office/drawing/2014/main" id="{A922A276-8B18-451E-BA36-EE5E123ED973}"/>
                  </a:ext>
                </a:extLst>
              </p:cNvPr>
              <p:cNvSpPr/>
              <p:nvPr/>
            </p:nvSpPr>
            <p:spPr>
              <a:xfrm>
                <a:off x="662971" y="2775255"/>
                <a:ext cx="1789813" cy="1044058"/>
              </a:xfrm>
              <a:custGeom>
                <a:avLst/>
                <a:gdLst>
                  <a:gd name="connsiteX0" fmla="*/ 0 w 1789813"/>
                  <a:gd name="connsiteY0" fmla="*/ 72316 h 1044058"/>
                  <a:gd name="connsiteX1" fmla="*/ 125423 w 1789813"/>
                  <a:gd name="connsiteY1" fmla="*/ 0 h 1044058"/>
                  <a:gd name="connsiteX2" fmla="*/ 117513 w 1789813"/>
                  <a:gd name="connsiteY2" fmla="*/ 15819 h 1044058"/>
                  <a:gd name="connsiteX3" fmla="*/ 1789814 w 1789813"/>
                  <a:gd name="connsiteY3" fmla="*/ 980782 h 1044058"/>
                  <a:gd name="connsiteX4" fmla="*/ 1681341 w 1789813"/>
                  <a:gd name="connsiteY4" fmla="*/ 1044058 h 1044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9813" h="1044058">
                    <a:moveTo>
                      <a:pt x="0" y="72316"/>
                    </a:moveTo>
                    <a:lnTo>
                      <a:pt x="125423" y="0"/>
                    </a:lnTo>
                    <a:lnTo>
                      <a:pt x="117513" y="15819"/>
                    </a:lnTo>
                    <a:lnTo>
                      <a:pt x="1789814" y="980782"/>
                    </a:lnTo>
                    <a:lnTo>
                      <a:pt x="1681341" y="1044058"/>
                    </a:lnTo>
                    <a:close/>
                  </a:path>
                </a:pathLst>
              </a:custGeom>
              <a:solidFill>
                <a:schemeClr val="accent1">
                  <a:lumMod val="75000"/>
                </a:schemeClr>
              </a:solidFill>
              <a:ln w="11283" cap="flat">
                <a:noFill/>
                <a:prstDash val="solid"/>
                <a:miter/>
              </a:ln>
            </p:spPr>
            <p:txBody>
              <a:bodyPr rtlCol="0" anchor="ctr"/>
              <a:lstStyle/>
              <a:p>
                <a:endParaRPr lang="en-US" dirty="0"/>
              </a:p>
            </p:txBody>
          </p:sp>
          <p:sp>
            <p:nvSpPr>
              <p:cNvPr id="496" name="Freeform: Shape 495">
                <a:extLst>
                  <a:ext uri="{FF2B5EF4-FFF2-40B4-BE49-F238E27FC236}">
                    <a16:creationId xmlns:a16="http://schemas.microsoft.com/office/drawing/2014/main" id="{A42CE900-58DC-4E85-805D-B8282A792C69}"/>
                  </a:ext>
                </a:extLst>
              </p:cNvPr>
              <p:cNvSpPr/>
              <p:nvPr/>
            </p:nvSpPr>
            <p:spPr>
              <a:xfrm>
                <a:off x="2452784" y="2886444"/>
                <a:ext cx="1262135" cy="869592"/>
              </a:xfrm>
              <a:custGeom>
                <a:avLst/>
                <a:gdLst>
                  <a:gd name="connsiteX0" fmla="*/ 1262135 w 1262135"/>
                  <a:gd name="connsiteY0" fmla="*/ 172424 h 869592"/>
                  <a:gd name="connsiteX1" fmla="*/ 0 w 1262135"/>
                  <a:gd name="connsiteY1" fmla="*/ 869593 h 869592"/>
                  <a:gd name="connsiteX2" fmla="*/ 1262135 w 1262135"/>
                  <a:gd name="connsiteY2" fmla="*/ 172424 h 869592"/>
                </a:gdLst>
                <a:ahLst/>
                <a:cxnLst>
                  <a:cxn ang="0">
                    <a:pos x="connsiteX0" y="connsiteY0"/>
                  </a:cxn>
                  <a:cxn ang="0">
                    <a:pos x="connsiteX1" y="connsiteY1"/>
                  </a:cxn>
                  <a:cxn ang="0">
                    <a:pos x="connsiteX2" y="connsiteY2"/>
                  </a:cxn>
                </a:cxnLst>
                <a:rect l="l" t="t" r="r" b="b"/>
                <a:pathLst>
                  <a:path w="1262135" h="869592">
                    <a:moveTo>
                      <a:pt x="1262135" y="172424"/>
                    </a:moveTo>
                    <a:lnTo>
                      <a:pt x="0" y="869593"/>
                    </a:lnTo>
                    <a:cubicBezTo>
                      <a:pt x="283613" y="257169"/>
                      <a:pt x="776264" y="-289718"/>
                      <a:pt x="1262135" y="172424"/>
                    </a:cubicBezTo>
                    <a:close/>
                  </a:path>
                </a:pathLst>
              </a:custGeom>
              <a:solidFill>
                <a:schemeClr val="accent1">
                  <a:lumMod val="20000"/>
                  <a:lumOff val="80000"/>
                </a:schemeClr>
              </a:solidFill>
              <a:ln w="11283" cap="flat">
                <a:noFill/>
                <a:prstDash val="solid"/>
                <a:miter/>
              </a:ln>
            </p:spPr>
            <p:txBody>
              <a:bodyPr rtlCol="0" anchor="ctr"/>
              <a:lstStyle/>
              <a:p>
                <a:endParaRPr lang="en-US"/>
              </a:p>
            </p:txBody>
          </p:sp>
          <p:sp>
            <p:nvSpPr>
              <p:cNvPr id="497" name="Freeform: Shape 496">
                <a:extLst>
                  <a:ext uri="{FF2B5EF4-FFF2-40B4-BE49-F238E27FC236}">
                    <a16:creationId xmlns:a16="http://schemas.microsoft.com/office/drawing/2014/main" id="{E9A83C45-3623-4B23-8358-0498AD2B34F3}"/>
                  </a:ext>
                </a:extLst>
              </p:cNvPr>
              <p:cNvSpPr/>
              <p:nvPr/>
            </p:nvSpPr>
            <p:spPr>
              <a:xfrm>
                <a:off x="781613" y="1945643"/>
                <a:ext cx="2860990" cy="1810393"/>
              </a:xfrm>
              <a:custGeom>
                <a:avLst/>
                <a:gdLst>
                  <a:gd name="connsiteX0" fmla="*/ 1254226 w 2860990"/>
                  <a:gd name="connsiteY0" fmla="*/ 116624 h 1810393"/>
                  <a:gd name="connsiteX1" fmla="*/ 7910 w 2860990"/>
                  <a:gd name="connsiteY1" fmla="*/ 829612 h 1810393"/>
                  <a:gd name="connsiteX2" fmla="*/ 0 w 2860990"/>
                  <a:gd name="connsiteY2" fmla="*/ 845431 h 1810393"/>
                  <a:gd name="connsiteX3" fmla="*/ 1672301 w 2860990"/>
                  <a:gd name="connsiteY3" fmla="*/ 1810394 h 1810393"/>
                  <a:gd name="connsiteX4" fmla="*/ 2798844 w 2860990"/>
                  <a:gd name="connsiteY4" fmla="*/ 1008141 h 1810393"/>
                  <a:gd name="connsiteX5" fmla="*/ 2860991 w 2860990"/>
                  <a:gd name="connsiteY5" fmla="*/ 1043169 h 1810393"/>
                  <a:gd name="connsiteX6" fmla="*/ 1254226 w 2860990"/>
                  <a:gd name="connsiteY6" fmla="*/ 116624 h 1810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0990" h="1810393">
                    <a:moveTo>
                      <a:pt x="1254226" y="116624"/>
                    </a:moveTo>
                    <a:cubicBezTo>
                      <a:pt x="693779" y="-206537"/>
                      <a:pt x="359319" y="177641"/>
                      <a:pt x="7910" y="829612"/>
                    </a:cubicBezTo>
                    <a:lnTo>
                      <a:pt x="0" y="845431"/>
                    </a:lnTo>
                    <a:lnTo>
                      <a:pt x="1672301" y="1810394"/>
                    </a:lnTo>
                    <a:cubicBezTo>
                      <a:pt x="1940095" y="1314353"/>
                      <a:pt x="2289245" y="787804"/>
                      <a:pt x="2798844" y="1008141"/>
                    </a:cubicBezTo>
                    <a:lnTo>
                      <a:pt x="2860991" y="1043169"/>
                    </a:lnTo>
                    <a:lnTo>
                      <a:pt x="1254226" y="116624"/>
                    </a:lnTo>
                    <a:close/>
                  </a:path>
                </a:pathLst>
              </a:custGeom>
              <a:solidFill>
                <a:schemeClr val="accent1">
                  <a:lumMod val="20000"/>
                  <a:lumOff val="80000"/>
                </a:schemeClr>
              </a:solidFill>
              <a:ln w="11283" cap="flat">
                <a:noFill/>
                <a:prstDash val="solid"/>
                <a:miter/>
              </a:ln>
            </p:spPr>
            <p:txBody>
              <a:bodyPr rtlCol="0" anchor="ctr"/>
              <a:lstStyle/>
              <a:p>
                <a:endParaRPr lang="en-US"/>
              </a:p>
            </p:txBody>
          </p:sp>
          <p:grpSp>
            <p:nvGrpSpPr>
              <p:cNvPr id="498" name="Graphic 486">
                <a:extLst>
                  <a:ext uri="{FF2B5EF4-FFF2-40B4-BE49-F238E27FC236}">
                    <a16:creationId xmlns:a16="http://schemas.microsoft.com/office/drawing/2014/main" id="{782914C2-A3BA-4C66-A875-F106FD61B5F8}"/>
                  </a:ext>
                </a:extLst>
              </p:cNvPr>
              <p:cNvGrpSpPr/>
              <p:nvPr/>
            </p:nvGrpSpPr>
            <p:grpSpPr>
              <a:xfrm>
                <a:off x="1035848" y="2019748"/>
                <a:ext cx="2059868" cy="1375840"/>
                <a:chOff x="1035848" y="2019748"/>
                <a:chExt cx="2059868" cy="1375840"/>
              </a:xfrm>
              <a:solidFill>
                <a:srgbClr val="C3E2F5"/>
              </a:solidFill>
            </p:grpSpPr>
            <p:sp>
              <p:nvSpPr>
                <p:cNvPr id="499" name="Freeform: Shape 498">
                  <a:extLst>
                    <a:ext uri="{FF2B5EF4-FFF2-40B4-BE49-F238E27FC236}">
                      <a16:creationId xmlns:a16="http://schemas.microsoft.com/office/drawing/2014/main" id="{30CAA00F-5A83-464B-86B3-C56ADD1DDE26}"/>
                    </a:ext>
                  </a:extLst>
                </p:cNvPr>
                <p:cNvSpPr/>
                <p:nvPr/>
              </p:nvSpPr>
              <p:spPr>
                <a:xfrm>
                  <a:off x="1035848" y="2019748"/>
                  <a:ext cx="1032758" cy="781495"/>
                </a:xfrm>
                <a:custGeom>
                  <a:avLst/>
                  <a:gdLst>
                    <a:gd name="connsiteX0" fmla="*/ 829371 w 1032758"/>
                    <a:gd name="connsiteY0" fmla="*/ 1842 h 781495"/>
                    <a:gd name="connsiteX1" fmla="*/ 0 w 1032758"/>
                    <a:gd name="connsiteY1" fmla="*/ 663982 h 781495"/>
                    <a:gd name="connsiteX2" fmla="*/ 203388 w 1032758"/>
                    <a:gd name="connsiteY2" fmla="*/ 781495 h 781495"/>
                    <a:gd name="connsiteX3" fmla="*/ 1032759 w 1032758"/>
                    <a:gd name="connsiteY3" fmla="*/ 119355 h 781495"/>
                    <a:gd name="connsiteX4" fmla="*/ 829371 w 1032758"/>
                    <a:gd name="connsiteY4" fmla="*/ 1842 h 7814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758" h="781495">
                      <a:moveTo>
                        <a:pt x="829371" y="1842"/>
                      </a:moveTo>
                      <a:cubicBezTo>
                        <a:pt x="480222" y="-27537"/>
                        <a:pt x="214687" y="299014"/>
                        <a:pt x="0" y="663982"/>
                      </a:cubicBezTo>
                      <a:lnTo>
                        <a:pt x="203388" y="781495"/>
                      </a:lnTo>
                      <a:cubicBezTo>
                        <a:pt x="419205" y="416527"/>
                        <a:pt x="684739" y="89976"/>
                        <a:pt x="1032759" y="119355"/>
                      </a:cubicBezTo>
                      <a:lnTo>
                        <a:pt x="829371" y="1842"/>
                      </a:lnTo>
                      <a:close/>
                    </a:path>
                  </a:pathLst>
                </a:custGeom>
                <a:solidFill>
                  <a:schemeClr val="accent1">
                    <a:lumMod val="40000"/>
                    <a:lumOff val="60000"/>
                  </a:schemeClr>
                </a:solidFill>
                <a:ln w="11283" cap="flat">
                  <a:noFill/>
                  <a:prstDash val="solid"/>
                  <a:miter/>
                </a:ln>
              </p:spPr>
              <p:txBody>
                <a:bodyPr rtlCol="0" anchor="ctr"/>
                <a:lstStyle/>
                <a:p>
                  <a:endParaRPr lang="en-US"/>
                </a:p>
              </p:txBody>
            </p:sp>
            <p:sp>
              <p:nvSpPr>
                <p:cNvPr id="500" name="Freeform: Shape 499">
                  <a:extLst>
                    <a:ext uri="{FF2B5EF4-FFF2-40B4-BE49-F238E27FC236}">
                      <a16:creationId xmlns:a16="http://schemas.microsoft.com/office/drawing/2014/main" id="{AE3FB3B9-984E-48F4-80C5-D8BB3B39E588}"/>
                    </a:ext>
                  </a:extLst>
                </p:cNvPr>
                <p:cNvSpPr/>
                <p:nvPr/>
              </p:nvSpPr>
              <p:spPr>
                <a:xfrm>
                  <a:off x="1377088" y="2217486"/>
                  <a:ext cx="1033888" cy="781495"/>
                </a:xfrm>
                <a:custGeom>
                  <a:avLst/>
                  <a:gdLst>
                    <a:gd name="connsiteX0" fmla="*/ 829371 w 1033888"/>
                    <a:gd name="connsiteY0" fmla="*/ 1842 h 781495"/>
                    <a:gd name="connsiteX1" fmla="*/ 0 w 1033888"/>
                    <a:gd name="connsiteY1" fmla="*/ 663982 h 781495"/>
                    <a:gd name="connsiteX2" fmla="*/ 204518 w 1033888"/>
                    <a:gd name="connsiteY2" fmla="*/ 781495 h 781495"/>
                    <a:gd name="connsiteX3" fmla="*/ 1033889 w 1033888"/>
                    <a:gd name="connsiteY3" fmla="*/ 119355 h 781495"/>
                    <a:gd name="connsiteX4" fmla="*/ 829371 w 1033888"/>
                    <a:gd name="connsiteY4" fmla="*/ 1842 h 7814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3888" h="781495">
                      <a:moveTo>
                        <a:pt x="829371" y="1842"/>
                      </a:moveTo>
                      <a:cubicBezTo>
                        <a:pt x="481352" y="-27537"/>
                        <a:pt x="215817" y="299014"/>
                        <a:pt x="0" y="663982"/>
                      </a:cubicBezTo>
                      <a:lnTo>
                        <a:pt x="204518" y="781495"/>
                      </a:lnTo>
                      <a:cubicBezTo>
                        <a:pt x="420335" y="416527"/>
                        <a:pt x="685869" y="89976"/>
                        <a:pt x="1033889" y="119355"/>
                      </a:cubicBezTo>
                      <a:lnTo>
                        <a:pt x="829371" y="1842"/>
                      </a:lnTo>
                      <a:close/>
                    </a:path>
                  </a:pathLst>
                </a:custGeom>
                <a:solidFill>
                  <a:schemeClr val="accent1">
                    <a:lumMod val="40000"/>
                    <a:lumOff val="60000"/>
                  </a:schemeClr>
                </a:solidFill>
                <a:ln w="11283" cap="flat">
                  <a:noFill/>
                  <a:prstDash val="solid"/>
                  <a:miter/>
                </a:ln>
              </p:spPr>
              <p:txBody>
                <a:bodyPr rtlCol="0" anchor="ctr"/>
                <a:lstStyle/>
                <a:p>
                  <a:endParaRPr lang="en-US"/>
                </a:p>
              </p:txBody>
            </p:sp>
            <p:sp>
              <p:nvSpPr>
                <p:cNvPr id="501" name="Freeform: Shape 500">
                  <a:extLst>
                    <a:ext uri="{FF2B5EF4-FFF2-40B4-BE49-F238E27FC236}">
                      <a16:creationId xmlns:a16="http://schemas.microsoft.com/office/drawing/2014/main" id="{1EAB06C3-993E-4691-BB46-9E546DDDF74A}"/>
                    </a:ext>
                  </a:extLst>
                </p:cNvPr>
                <p:cNvSpPr/>
                <p:nvPr/>
              </p:nvSpPr>
              <p:spPr>
                <a:xfrm>
                  <a:off x="1719458" y="2416354"/>
                  <a:ext cx="1033888" cy="781495"/>
                </a:xfrm>
                <a:custGeom>
                  <a:avLst/>
                  <a:gdLst>
                    <a:gd name="connsiteX0" fmla="*/ 829371 w 1033888"/>
                    <a:gd name="connsiteY0" fmla="*/ 1842 h 781495"/>
                    <a:gd name="connsiteX1" fmla="*/ 0 w 1033888"/>
                    <a:gd name="connsiteY1" fmla="*/ 663983 h 781495"/>
                    <a:gd name="connsiteX2" fmla="*/ 204518 w 1033888"/>
                    <a:gd name="connsiteY2" fmla="*/ 781496 h 781495"/>
                    <a:gd name="connsiteX3" fmla="*/ 1033889 w 1033888"/>
                    <a:gd name="connsiteY3" fmla="*/ 119355 h 781495"/>
                    <a:gd name="connsiteX4" fmla="*/ 829371 w 1033888"/>
                    <a:gd name="connsiteY4" fmla="*/ 1842 h 7814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3888" h="781495">
                      <a:moveTo>
                        <a:pt x="829371" y="1842"/>
                      </a:moveTo>
                      <a:cubicBezTo>
                        <a:pt x="481352" y="-27537"/>
                        <a:pt x="215817" y="299014"/>
                        <a:pt x="0" y="663983"/>
                      </a:cubicBezTo>
                      <a:lnTo>
                        <a:pt x="204518" y="781496"/>
                      </a:lnTo>
                      <a:cubicBezTo>
                        <a:pt x="420335" y="416527"/>
                        <a:pt x="685869" y="89976"/>
                        <a:pt x="1033889" y="119355"/>
                      </a:cubicBezTo>
                      <a:lnTo>
                        <a:pt x="829371" y="1842"/>
                      </a:lnTo>
                      <a:close/>
                    </a:path>
                  </a:pathLst>
                </a:custGeom>
                <a:solidFill>
                  <a:schemeClr val="accent1">
                    <a:lumMod val="40000"/>
                    <a:lumOff val="60000"/>
                  </a:schemeClr>
                </a:solidFill>
                <a:ln w="11283" cap="flat">
                  <a:noFill/>
                  <a:prstDash val="solid"/>
                  <a:miter/>
                </a:ln>
              </p:spPr>
              <p:txBody>
                <a:bodyPr rtlCol="0" anchor="ctr"/>
                <a:lstStyle/>
                <a:p>
                  <a:endParaRPr lang="en-US"/>
                </a:p>
              </p:txBody>
            </p:sp>
            <p:sp>
              <p:nvSpPr>
                <p:cNvPr id="502" name="Freeform: Shape 501">
                  <a:extLst>
                    <a:ext uri="{FF2B5EF4-FFF2-40B4-BE49-F238E27FC236}">
                      <a16:creationId xmlns:a16="http://schemas.microsoft.com/office/drawing/2014/main" id="{12CA1ABC-214C-4CC8-BD1D-EF86C65D6850}"/>
                    </a:ext>
                  </a:extLst>
                </p:cNvPr>
                <p:cNvSpPr/>
                <p:nvPr/>
              </p:nvSpPr>
              <p:spPr>
                <a:xfrm>
                  <a:off x="2061828" y="2614093"/>
                  <a:ext cx="1033888" cy="781495"/>
                </a:xfrm>
                <a:custGeom>
                  <a:avLst/>
                  <a:gdLst>
                    <a:gd name="connsiteX0" fmla="*/ 829371 w 1033888"/>
                    <a:gd name="connsiteY0" fmla="*/ 1842 h 781495"/>
                    <a:gd name="connsiteX1" fmla="*/ 0 w 1033888"/>
                    <a:gd name="connsiteY1" fmla="*/ 663983 h 781495"/>
                    <a:gd name="connsiteX2" fmla="*/ 204518 w 1033888"/>
                    <a:gd name="connsiteY2" fmla="*/ 781496 h 781495"/>
                    <a:gd name="connsiteX3" fmla="*/ 1033889 w 1033888"/>
                    <a:gd name="connsiteY3" fmla="*/ 119355 h 781495"/>
                    <a:gd name="connsiteX4" fmla="*/ 829371 w 1033888"/>
                    <a:gd name="connsiteY4" fmla="*/ 1842 h 7814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3888" h="781495">
                      <a:moveTo>
                        <a:pt x="829371" y="1842"/>
                      </a:moveTo>
                      <a:cubicBezTo>
                        <a:pt x="481351" y="-27537"/>
                        <a:pt x="215817" y="299014"/>
                        <a:pt x="0" y="663983"/>
                      </a:cubicBezTo>
                      <a:lnTo>
                        <a:pt x="204518" y="781496"/>
                      </a:lnTo>
                      <a:cubicBezTo>
                        <a:pt x="420335" y="416527"/>
                        <a:pt x="685869" y="89976"/>
                        <a:pt x="1033889" y="119355"/>
                      </a:cubicBezTo>
                      <a:lnTo>
                        <a:pt x="829371" y="1842"/>
                      </a:lnTo>
                      <a:close/>
                    </a:path>
                  </a:pathLst>
                </a:custGeom>
                <a:solidFill>
                  <a:schemeClr val="accent1">
                    <a:lumMod val="40000"/>
                    <a:lumOff val="60000"/>
                  </a:schemeClr>
                </a:solidFill>
                <a:ln w="11283" cap="flat">
                  <a:noFill/>
                  <a:prstDash val="solid"/>
                  <a:miter/>
                </a:ln>
              </p:spPr>
              <p:txBody>
                <a:bodyPr rtlCol="0" anchor="ctr"/>
                <a:lstStyle/>
                <a:p>
                  <a:endParaRPr lang="en-US"/>
                </a:p>
              </p:txBody>
            </p:sp>
          </p:grpSp>
          <p:grpSp>
            <p:nvGrpSpPr>
              <p:cNvPr id="503" name="Graphic 486">
                <a:extLst>
                  <a:ext uri="{FF2B5EF4-FFF2-40B4-BE49-F238E27FC236}">
                    <a16:creationId xmlns:a16="http://schemas.microsoft.com/office/drawing/2014/main" id="{782914C2-A3BA-4C66-A875-F106FD61B5F8}"/>
                  </a:ext>
                </a:extLst>
              </p:cNvPr>
              <p:cNvGrpSpPr/>
              <p:nvPr/>
            </p:nvGrpSpPr>
            <p:grpSpPr>
              <a:xfrm>
                <a:off x="2240357" y="1322161"/>
                <a:ext cx="1978512" cy="1250836"/>
                <a:chOff x="2240357" y="1322161"/>
                <a:chExt cx="1978512" cy="1250836"/>
              </a:xfrm>
            </p:grpSpPr>
            <p:sp>
              <p:nvSpPr>
                <p:cNvPr id="504" name="Freeform: Shape 503">
                  <a:extLst>
                    <a:ext uri="{FF2B5EF4-FFF2-40B4-BE49-F238E27FC236}">
                      <a16:creationId xmlns:a16="http://schemas.microsoft.com/office/drawing/2014/main" id="{3E0D0702-6761-41EE-B8E0-35C5054D13D0}"/>
                    </a:ext>
                  </a:extLst>
                </p:cNvPr>
                <p:cNvSpPr/>
                <p:nvPr/>
              </p:nvSpPr>
              <p:spPr>
                <a:xfrm>
                  <a:off x="2240357" y="1322161"/>
                  <a:ext cx="985301" cy="668920"/>
                </a:xfrm>
                <a:custGeom>
                  <a:avLst/>
                  <a:gdLst>
                    <a:gd name="connsiteX0" fmla="*/ 196608 w 985301"/>
                    <a:gd name="connsiteY0" fmla="*/ 668920 h 668920"/>
                    <a:gd name="connsiteX1" fmla="*/ 985302 w 985301"/>
                    <a:gd name="connsiteY1" fmla="*/ 119773 h 668920"/>
                    <a:gd name="connsiteX2" fmla="*/ 778524 w 985301"/>
                    <a:gd name="connsiteY2" fmla="*/ 0 h 668920"/>
                    <a:gd name="connsiteX3" fmla="*/ 0 w 985301"/>
                    <a:gd name="connsiteY3" fmla="*/ 554797 h 668920"/>
                    <a:gd name="connsiteX4" fmla="*/ 196608 w 985301"/>
                    <a:gd name="connsiteY4" fmla="*/ 668920 h 668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301" h="668920">
                      <a:moveTo>
                        <a:pt x="196608" y="668920"/>
                      </a:moveTo>
                      <a:cubicBezTo>
                        <a:pt x="341240" y="318641"/>
                        <a:pt x="668920" y="117513"/>
                        <a:pt x="985302" y="119773"/>
                      </a:cubicBezTo>
                      <a:lnTo>
                        <a:pt x="778524" y="0"/>
                      </a:lnTo>
                      <a:cubicBezTo>
                        <a:pt x="464402" y="3390"/>
                        <a:pt x="141242" y="205648"/>
                        <a:pt x="0" y="554797"/>
                      </a:cubicBezTo>
                      <a:lnTo>
                        <a:pt x="196608" y="668920"/>
                      </a:lnTo>
                      <a:close/>
                    </a:path>
                  </a:pathLst>
                </a:custGeom>
                <a:solidFill>
                  <a:schemeClr val="accent1">
                    <a:lumMod val="40000"/>
                    <a:lumOff val="60000"/>
                  </a:schemeClr>
                </a:solidFill>
                <a:ln w="11283" cap="flat">
                  <a:noFill/>
                  <a:prstDash val="solid"/>
                  <a:miter/>
                </a:ln>
              </p:spPr>
              <p:txBody>
                <a:bodyPr rtlCol="0" anchor="ctr"/>
                <a:lstStyle/>
                <a:p>
                  <a:endParaRPr lang="en-US"/>
                </a:p>
              </p:txBody>
            </p:sp>
            <p:sp>
              <p:nvSpPr>
                <p:cNvPr id="505" name="Freeform: Shape 504">
                  <a:extLst>
                    <a:ext uri="{FF2B5EF4-FFF2-40B4-BE49-F238E27FC236}">
                      <a16:creationId xmlns:a16="http://schemas.microsoft.com/office/drawing/2014/main" id="{782845AF-623C-444A-85D2-53A085C55EC7}"/>
                    </a:ext>
                  </a:extLst>
                </p:cNvPr>
                <p:cNvSpPr/>
                <p:nvPr/>
              </p:nvSpPr>
              <p:spPr>
                <a:xfrm>
                  <a:off x="3233568" y="1904076"/>
                  <a:ext cx="985301" cy="668920"/>
                </a:xfrm>
                <a:custGeom>
                  <a:avLst/>
                  <a:gdLst>
                    <a:gd name="connsiteX0" fmla="*/ 196608 w 985301"/>
                    <a:gd name="connsiteY0" fmla="*/ 668920 h 668920"/>
                    <a:gd name="connsiteX1" fmla="*/ 985302 w 985301"/>
                    <a:gd name="connsiteY1" fmla="*/ 119773 h 668920"/>
                    <a:gd name="connsiteX2" fmla="*/ 778524 w 985301"/>
                    <a:gd name="connsiteY2" fmla="*/ 0 h 668920"/>
                    <a:gd name="connsiteX3" fmla="*/ 0 w 985301"/>
                    <a:gd name="connsiteY3" fmla="*/ 554797 h 668920"/>
                    <a:gd name="connsiteX4" fmla="*/ 196608 w 985301"/>
                    <a:gd name="connsiteY4" fmla="*/ 668920 h 668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301" h="668920">
                      <a:moveTo>
                        <a:pt x="196608" y="668920"/>
                      </a:moveTo>
                      <a:cubicBezTo>
                        <a:pt x="341240" y="318641"/>
                        <a:pt x="668921" y="117513"/>
                        <a:pt x="985302" y="119773"/>
                      </a:cubicBezTo>
                      <a:lnTo>
                        <a:pt x="778524" y="0"/>
                      </a:lnTo>
                      <a:cubicBezTo>
                        <a:pt x="464403" y="3390"/>
                        <a:pt x="141242" y="205648"/>
                        <a:pt x="0" y="554797"/>
                      </a:cubicBezTo>
                      <a:lnTo>
                        <a:pt x="196608" y="668920"/>
                      </a:lnTo>
                      <a:close/>
                    </a:path>
                  </a:pathLst>
                </a:custGeom>
                <a:solidFill>
                  <a:schemeClr val="accent1">
                    <a:lumMod val="40000"/>
                    <a:lumOff val="60000"/>
                  </a:schemeClr>
                </a:solidFill>
                <a:ln w="11283" cap="flat">
                  <a:noFill/>
                  <a:prstDash val="solid"/>
                  <a:miter/>
                </a:ln>
              </p:spPr>
              <p:txBody>
                <a:bodyPr rtlCol="0" anchor="ctr"/>
                <a:lstStyle/>
                <a:p>
                  <a:endParaRPr lang="en-US"/>
                </a:p>
              </p:txBody>
            </p:sp>
            <p:sp>
              <p:nvSpPr>
                <p:cNvPr id="506" name="Freeform: Shape 505">
                  <a:extLst>
                    <a:ext uri="{FF2B5EF4-FFF2-40B4-BE49-F238E27FC236}">
                      <a16:creationId xmlns:a16="http://schemas.microsoft.com/office/drawing/2014/main" id="{375B3B80-A2C2-4D39-B695-8ECEE7F47BF0}"/>
                    </a:ext>
                  </a:extLst>
                </p:cNvPr>
                <p:cNvSpPr/>
                <p:nvPr/>
              </p:nvSpPr>
              <p:spPr>
                <a:xfrm>
                  <a:off x="3010971" y="1517639"/>
                  <a:ext cx="865528" cy="393216"/>
                </a:xfrm>
                <a:custGeom>
                  <a:avLst/>
                  <a:gdLst>
                    <a:gd name="connsiteX0" fmla="*/ 0 w 865528"/>
                    <a:gd name="connsiteY0" fmla="*/ 81355 h 393216"/>
                    <a:gd name="connsiteX1" fmla="*/ 515249 w 865528"/>
                    <a:gd name="connsiteY1" fmla="*/ 393217 h 393216"/>
                    <a:gd name="connsiteX2" fmla="*/ 865529 w 865528"/>
                    <a:gd name="connsiteY2" fmla="*/ 311862 h 393216"/>
                    <a:gd name="connsiteX3" fmla="*/ 336720 w 865528"/>
                    <a:gd name="connsiteY3" fmla="*/ 0 h 393216"/>
                    <a:gd name="connsiteX4" fmla="*/ 0 w 865528"/>
                    <a:gd name="connsiteY4" fmla="*/ 81355 h 393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5528" h="393216">
                      <a:moveTo>
                        <a:pt x="0" y="81355"/>
                      </a:moveTo>
                      <a:lnTo>
                        <a:pt x="515249" y="393217"/>
                      </a:lnTo>
                      <a:cubicBezTo>
                        <a:pt x="627113" y="338980"/>
                        <a:pt x="746886" y="310732"/>
                        <a:pt x="865529" y="311862"/>
                      </a:cubicBezTo>
                      <a:lnTo>
                        <a:pt x="336720" y="0"/>
                      </a:lnTo>
                      <a:cubicBezTo>
                        <a:pt x="222597" y="2260"/>
                        <a:pt x="107344" y="30508"/>
                        <a:pt x="0" y="81355"/>
                      </a:cubicBezTo>
                      <a:close/>
                    </a:path>
                  </a:pathLst>
                </a:custGeom>
                <a:solidFill>
                  <a:schemeClr val="accent1">
                    <a:lumMod val="40000"/>
                    <a:lumOff val="60000"/>
                  </a:schemeClr>
                </a:solidFill>
                <a:ln w="11283" cap="flat">
                  <a:noFill/>
                  <a:prstDash val="solid"/>
                  <a:miter/>
                </a:ln>
              </p:spPr>
              <p:txBody>
                <a:bodyPr rtlCol="0" anchor="ctr"/>
                <a:lstStyle/>
                <a:p>
                  <a:endParaRPr lang="en-US"/>
                </a:p>
              </p:txBody>
            </p:sp>
            <p:sp>
              <p:nvSpPr>
                <p:cNvPr id="507" name="Freeform: Shape 506">
                  <a:extLst>
                    <a:ext uri="{FF2B5EF4-FFF2-40B4-BE49-F238E27FC236}">
                      <a16:creationId xmlns:a16="http://schemas.microsoft.com/office/drawing/2014/main" id="{31C36476-368C-4A17-89EE-FDE6FF0F9EF4}"/>
                    </a:ext>
                  </a:extLst>
                </p:cNvPr>
                <p:cNvSpPr/>
                <p:nvPr/>
              </p:nvSpPr>
              <p:spPr>
                <a:xfrm>
                  <a:off x="2900238" y="1854359"/>
                  <a:ext cx="526548" cy="525418"/>
                </a:xfrm>
                <a:custGeom>
                  <a:avLst/>
                  <a:gdLst>
                    <a:gd name="connsiteX0" fmla="*/ 331070 w 526548"/>
                    <a:gd name="connsiteY0" fmla="*/ 0 h 525418"/>
                    <a:gd name="connsiteX1" fmla="*/ 0 w 526548"/>
                    <a:gd name="connsiteY1" fmla="*/ 411296 h 525418"/>
                    <a:gd name="connsiteX2" fmla="*/ 196608 w 526548"/>
                    <a:gd name="connsiteY2" fmla="*/ 525419 h 525418"/>
                    <a:gd name="connsiteX3" fmla="*/ 526549 w 526548"/>
                    <a:gd name="connsiteY3" fmla="*/ 118643 h 525418"/>
                    <a:gd name="connsiteX4" fmla="*/ 331070 w 526548"/>
                    <a:gd name="connsiteY4" fmla="*/ 0 h 525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548" h="525418">
                      <a:moveTo>
                        <a:pt x="331070" y="0"/>
                      </a:moveTo>
                      <a:cubicBezTo>
                        <a:pt x="190959" y="94914"/>
                        <a:pt x="71186" y="233896"/>
                        <a:pt x="0" y="411296"/>
                      </a:cubicBezTo>
                      <a:lnTo>
                        <a:pt x="196608" y="525419"/>
                      </a:lnTo>
                      <a:cubicBezTo>
                        <a:pt x="268924" y="350279"/>
                        <a:pt x="387567" y="212427"/>
                        <a:pt x="526549" y="118643"/>
                      </a:cubicBezTo>
                      <a:lnTo>
                        <a:pt x="331070" y="0"/>
                      </a:lnTo>
                      <a:close/>
                    </a:path>
                  </a:pathLst>
                </a:custGeom>
                <a:solidFill>
                  <a:schemeClr val="accent1">
                    <a:lumMod val="40000"/>
                    <a:lumOff val="60000"/>
                  </a:schemeClr>
                </a:solidFill>
                <a:ln w="11283" cap="flat">
                  <a:noFill/>
                  <a:prstDash val="solid"/>
                  <a:miter/>
                </a:ln>
              </p:spPr>
              <p:txBody>
                <a:bodyPr rtlCol="0" anchor="ctr"/>
                <a:lstStyle/>
                <a:p>
                  <a:endParaRPr lang="en-US"/>
                </a:p>
              </p:txBody>
            </p:sp>
            <p:sp>
              <p:nvSpPr>
                <p:cNvPr id="508" name="Freeform: Shape 507">
                  <a:extLst>
                    <a:ext uri="{FF2B5EF4-FFF2-40B4-BE49-F238E27FC236}">
                      <a16:creationId xmlns:a16="http://schemas.microsoft.com/office/drawing/2014/main" id="{3E53B188-E27E-4321-9E36-7CF9504EB6B8}"/>
                    </a:ext>
                  </a:extLst>
                </p:cNvPr>
                <p:cNvSpPr/>
                <p:nvPr/>
              </p:nvSpPr>
              <p:spPr>
                <a:xfrm>
                  <a:off x="2570298" y="1658881"/>
                  <a:ext cx="527678" cy="525418"/>
                </a:xfrm>
                <a:custGeom>
                  <a:avLst/>
                  <a:gdLst>
                    <a:gd name="connsiteX0" fmla="*/ 331070 w 527678"/>
                    <a:gd name="connsiteY0" fmla="*/ 0 h 525418"/>
                    <a:gd name="connsiteX1" fmla="*/ 0 w 527678"/>
                    <a:gd name="connsiteY1" fmla="*/ 411296 h 525418"/>
                    <a:gd name="connsiteX2" fmla="*/ 196608 w 527678"/>
                    <a:gd name="connsiteY2" fmla="*/ 525419 h 525418"/>
                    <a:gd name="connsiteX3" fmla="*/ 527679 w 527678"/>
                    <a:gd name="connsiteY3" fmla="*/ 118643 h 525418"/>
                    <a:gd name="connsiteX4" fmla="*/ 331070 w 527678"/>
                    <a:gd name="connsiteY4" fmla="*/ 0 h 525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7678" h="525418">
                      <a:moveTo>
                        <a:pt x="331070" y="0"/>
                      </a:moveTo>
                      <a:cubicBezTo>
                        <a:pt x="190959" y="94914"/>
                        <a:pt x="71186" y="233896"/>
                        <a:pt x="0" y="411296"/>
                      </a:cubicBezTo>
                      <a:lnTo>
                        <a:pt x="196608" y="525419"/>
                      </a:lnTo>
                      <a:cubicBezTo>
                        <a:pt x="268924" y="350279"/>
                        <a:pt x="387567" y="212427"/>
                        <a:pt x="527679" y="118643"/>
                      </a:cubicBezTo>
                      <a:lnTo>
                        <a:pt x="331070" y="0"/>
                      </a:lnTo>
                      <a:close/>
                    </a:path>
                  </a:pathLst>
                </a:custGeom>
                <a:solidFill>
                  <a:schemeClr val="accent1">
                    <a:lumMod val="40000"/>
                    <a:lumOff val="60000"/>
                  </a:schemeClr>
                </a:solidFill>
                <a:ln w="11283" cap="flat">
                  <a:noFill/>
                  <a:prstDash val="solid"/>
                  <a:miter/>
                </a:ln>
              </p:spPr>
              <p:txBody>
                <a:bodyPr rtlCol="0" anchor="ctr"/>
                <a:lstStyle/>
                <a:p>
                  <a:endParaRPr lang="en-US"/>
                </a:p>
              </p:txBody>
            </p:sp>
          </p:grpSp>
          <p:sp>
            <p:nvSpPr>
              <p:cNvPr id="509" name="Freeform: Shape 508">
                <a:extLst>
                  <a:ext uri="{FF2B5EF4-FFF2-40B4-BE49-F238E27FC236}">
                    <a16:creationId xmlns:a16="http://schemas.microsoft.com/office/drawing/2014/main" id="{2CCDD192-3232-45B3-AE5A-81364AC1D2AE}"/>
                  </a:ext>
                </a:extLst>
              </p:cNvPr>
              <p:cNvSpPr/>
              <p:nvPr/>
            </p:nvSpPr>
            <p:spPr>
              <a:xfrm>
                <a:off x="3704750" y="2191601"/>
                <a:ext cx="1242926" cy="874046"/>
              </a:xfrm>
              <a:custGeom>
                <a:avLst/>
                <a:gdLst>
                  <a:gd name="connsiteX0" fmla="*/ 1242926 w 1242926"/>
                  <a:gd name="connsiteY0" fmla="*/ 156539 h 874046"/>
                  <a:gd name="connsiteX1" fmla="*/ 0 w 1242926"/>
                  <a:gd name="connsiteY1" fmla="*/ 874047 h 874046"/>
                  <a:gd name="connsiteX2" fmla="*/ 1242926 w 1242926"/>
                  <a:gd name="connsiteY2" fmla="*/ 156539 h 874046"/>
                </a:gdLst>
                <a:ahLst/>
                <a:cxnLst>
                  <a:cxn ang="0">
                    <a:pos x="connsiteX0" y="connsiteY0"/>
                  </a:cxn>
                  <a:cxn ang="0">
                    <a:pos x="connsiteX1" y="connsiteY1"/>
                  </a:cxn>
                  <a:cxn ang="0">
                    <a:pos x="connsiteX2" y="connsiteY2"/>
                  </a:cxn>
                </a:cxnLst>
                <a:rect l="l" t="t" r="r" b="b"/>
                <a:pathLst>
                  <a:path w="1242926" h="874046">
                    <a:moveTo>
                      <a:pt x="1242926" y="156539"/>
                    </a:moveTo>
                    <a:lnTo>
                      <a:pt x="0" y="874047"/>
                    </a:lnTo>
                    <a:cubicBezTo>
                      <a:pt x="61016" y="141850"/>
                      <a:pt x="812422" y="-233288"/>
                      <a:pt x="1242926" y="156539"/>
                    </a:cubicBezTo>
                    <a:close/>
                  </a:path>
                </a:pathLst>
              </a:custGeom>
              <a:solidFill>
                <a:schemeClr val="accent1">
                  <a:lumMod val="20000"/>
                  <a:lumOff val="80000"/>
                </a:schemeClr>
              </a:solidFill>
              <a:ln w="11283" cap="flat">
                <a:noFill/>
                <a:prstDash val="solid"/>
                <a:miter/>
              </a:ln>
            </p:spPr>
            <p:txBody>
              <a:bodyPr rtlCol="0" anchor="ctr"/>
              <a:lstStyle/>
              <a:p>
                <a:endParaRPr lang="en-US"/>
              </a:p>
            </p:txBody>
          </p:sp>
        </p:grpSp>
        <p:grpSp>
          <p:nvGrpSpPr>
            <p:cNvPr id="510" name="Graphic 486">
              <a:extLst>
                <a:ext uri="{FF2B5EF4-FFF2-40B4-BE49-F238E27FC236}">
                  <a16:creationId xmlns:a16="http://schemas.microsoft.com/office/drawing/2014/main" id="{782914C2-A3BA-4C66-A875-F106FD61B5F8}"/>
                </a:ext>
              </a:extLst>
            </p:cNvPr>
            <p:cNvGrpSpPr/>
            <p:nvPr/>
          </p:nvGrpSpPr>
          <p:grpSpPr>
            <a:xfrm>
              <a:off x="3787754" y="1459323"/>
              <a:ext cx="1200834" cy="1922278"/>
              <a:chOff x="3787754" y="1459323"/>
              <a:chExt cx="1200834" cy="1922278"/>
            </a:xfrm>
          </p:grpSpPr>
          <p:sp>
            <p:nvSpPr>
              <p:cNvPr id="511" name="Freeform: Shape 510">
                <a:extLst>
                  <a:ext uri="{FF2B5EF4-FFF2-40B4-BE49-F238E27FC236}">
                    <a16:creationId xmlns:a16="http://schemas.microsoft.com/office/drawing/2014/main" id="{CBAA7523-A51A-4DDC-A018-2B6A844244DB}"/>
                  </a:ext>
                </a:extLst>
              </p:cNvPr>
              <p:cNvSpPr/>
              <p:nvPr/>
            </p:nvSpPr>
            <p:spPr>
              <a:xfrm>
                <a:off x="4258418" y="2339101"/>
                <a:ext cx="82845" cy="113318"/>
              </a:xfrm>
              <a:custGeom>
                <a:avLst/>
                <a:gdLst>
                  <a:gd name="connsiteX0" fmla="*/ 55367 w 82845"/>
                  <a:gd name="connsiteY0" fmla="*/ 2260 h 113318"/>
                  <a:gd name="connsiteX1" fmla="*/ 19209 w 82845"/>
                  <a:gd name="connsiteY1" fmla="*/ 0 h 113318"/>
                  <a:gd name="connsiteX2" fmla="*/ 0 w 82845"/>
                  <a:gd name="connsiteY2" fmla="*/ 102824 h 113318"/>
                  <a:gd name="connsiteX3" fmla="*/ 81355 w 82845"/>
                  <a:gd name="connsiteY3" fmla="*/ 109603 h 113318"/>
                  <a:gd name="connsiteX4" fmla="*/ 55367 w 82845"/>
                  <a:gd name="connsiteY4" fmla="*/ 2260 h 1133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845" h="113318">
                    <a:moveTo>
                      <a:pt x="55367" y="2260"/>
                    </a:moveTo>
                    <a:lnTo>
                      <a:pt x="19209" y="0"/>
                    </a:lnTo>
                    <a:lnTo>
                      <a:pt x="0" y="102824"/>
                    </a:lnTo>
                    <a:cubicBezTo>
                      <a:pt x="0" y="102824"/>
                      <a:pt x="72316" y="120903"/>
                      <a:pt x="81355" y="109603"/>
                    </a:cubicBezTo>
                    <a:cubicBezTo>
                      <a:pt x="90395" y="99434"/>
                      <a:pt x="55367" y="2260"/>
                      <a:pt x="55367" y="2260"/>
                    </a:cubicBezTo>
                    <a:close/>
                  </a:path>
                </a:pathLst>
              </a:custGeom>
              <a:solidFill>
                <a:srgbClr val="2C2982"/>
              </a:solidFill>
              <a:ln w="11283" cap="flat">
                <a:noFill/>
                <a:prstDash val="solid"/>
                <a:miter/>
              </a:ln>
            </p:spPr>
            <p:txBody>
              <a:bodyPr rtlCol="0" anchor="ctr"/>
              <a:lstStyle/>
              <a:p>
                <a:endParaRPr lang="en-US"/>
              </a:p>
            </p:txBody>
          </p:sp>
          <p:grpSp>
            <p:nvGrpSpPr>
              <p:cNvPr id="512" name="Graphic 486">
                <a:extLst>
                  <a:ext uri="{FF2B5EF4-FFF2-40B4-BE49-F238E27FC236}">
                    <a16:creationId xmlns:a16="http://schemas.microsoft.com/office/drawing/2014/main" id="{782914C2-A3BA-4C66-A875-F106FD61B5F8}"/>
                  </a:ext>
                </a:extLst>
              </p:cNvPr>
              <p:cNvGrpSpPr/>
              <p:nvPr/>
            </p:nvGrpSpPr>
            <p:grpSpPr>
              <a:xfrm>
                <a:off x="4238446" y="2236577"/>
                <a:ext cx="404921" cy="1145024"/>
                <a:chOff x="4238446" y="2236577"/>
                <a:chExt cx="404921" cy="1145024"/>
              </a:xfrm>
            </p:grpSpPr>
            <p:sp>
              <p:nvSpPr>
                <p:cNvPr id="513" name="Freeform: Shape 512">
                  <a:extLst>
                    <a:ext uri="{FF2B5EF4-FFF2-40B4-BE49-F238E27FC236}">
                      <a16:creationId xmlns:a16="http://schemas.microsoft.com/office/drawing/2014/main" id="{A74FAA47-6B4C-4965-9936-2878436E1E8E}"/>
                    </a:ext>
                  </a:extLst>
                </p:cNvPr>
                <p:cNvSpPr/>
                <p:nvPr/>
              </p:nvSpPr>
              <p:spPr>
                <a:xfrm>
                  <a:off x="4455026" y="3195590"/>
                  <a:ext cx="77965" cy="65536"/>
                </a:xfrm>
                <a:custGeom>
                  <a:avLst/>
                  <a:gdLst>
                    <a:gd name="connsiteX0" fmla="*/ 77965 w 77965"/>
                    <a:gd name="connsiteY0" fmla="*/ 20339 h 65536"/>
                    <a:gd name="connsiteX1" fmla="*/ 72316 w 77965"/>
                    <a:gd name="connsiteY1" fmla="*/ 55367 h 65536"/>
                    <a:gd name="connsiteX2" fmla="*/ 45197 w 77965"/>
                    <a:gd name="connsiteY2" fmla="*/ 56497 h 65536"/>
                    <a:gd name="connsiteX3" fmla="*/ 0 w 77965"/>
                    <a:gd name="connsiteY3" fmla="*/ 65536 h 65536"/>
                    <a:gd name="connsiteX4" fmla="*/ 23729 w 77965"/>
                    <a:gd name="connsiteY4" fmla="*/ 37288 h 65536"/>
                    <a:gd name="connsiteX5" fmla="*/ 19209 w 77965"/>
                    <a:gd name="connsiteY5" fmla="*/ 0 h 65536"/>
                    <a:gd name="connsiteX6" fmla="*/ 77965 w 77965"/>
                    <a:gd name="connsiteY6" fmla="*/ 20339 h 65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965" h="65536">
                      <a:moveTo>
                        <a:pt x="77965" y="20339"/>
                      </a:moveTo>
                      <a:lnTo>
                        <a:pt x="72316" y="55367"/>
                      </a:lnTo>
                      <a:cubicBezTo>
                        <a:pt x="72316" y="55367"/>
                        <a:pt x="56497" y="65536"/>
                        <a:pt x="45197" y="56497"/>
                      </a:cubicBezTo>
                      <a:cubicBezTo>
                        <a:pt x="33898" y="47457"/>
                        <a:pt x="0" y="65536"/>
                        <a:pt x="0" y="65536"/>
                      </a:cubicBezTo>
                      <a:lnTo>
                        <a:pt x="23729" y="37288"/>
                      </a:lnTo>
                      <a:lnTo>
                        <a:pt x="19209" y="0"/>
                      </a:lnTo>
                      <a:lnTo>
                        <a:pt x="77965" y="20339"/>
                      </a:lnTo>
                      <a:close/>
                    </a:path>
                  </a:pathLst>
                </a:custGeom>
                <a:solidFill>
                  <a:srgbClr val="F8BCB4"/>
                </a:solidFill>
                <a:ln w="11283" cap="flat">
                  <a:noFill/>
                  <a:prstDash val="solid"/>
                  <a:miter/>
                </a:ln>
              </p:spPr>
              <p:txBody>
                <a:bodyPr rtlCol="0" anchor="ctr"/>
                <a:lstStyle/>
                <a:p>
                  <a:endParaRPr lang="en-US"/>
                </a:p>
              </p:txBody>
            </p:sp>
            <p:sp>
              <p:nvSpPr>
                <p:cNvPr id="514" name="Freeform: Shape 513">
                  <a:extLst>
                    <a:ext uri="{FF2B5EF4-FFF2-40B4-BE49-F238E27FC236}">
                      <a16:creationId xmlns:a16="http://schemas.microsoft.com/office/drawing/2014/main" id="{6857402F-FF2B-4560-B448-F1BE82E733CA}"/>
                    </a:ext>
                  </a:extLst>
                </p:cNvPr>
                <p:cNvSpPr/>
                <p:nvPr/>
              </p:nvSpPr>
              <p:spPr>
                <a:xfrm>
                  <a:off x="4378558" y="3228358"/>
                  <a:ext cx="156693" cy="82057"/>
                </a:xfrm>
                <a:custGeom>
                  <a:avLst/>
                  <a:gdLst>
                    <a:gd name="connsiteX0" fmla="*/ 118276 w 156693"/>
                    <a:gd name="connsiteY0" fmla="*/ 12429 h 82057"/>
                    <a:gd name="connsiteX1" fmla="*/ 95677 w 156693"/>
                    <a:gd name="connsiteY1" fmla="*/ 20339 h 82057"/>
                    <a:gd name="connsiteX2" fmla="*/ 96807 w 156693"/>
                    <a:gd name="connsiteY2" fmla="*/ 11299 h 82057"/>
                    <a:gd name="connsiteX3" fmla="*/ 13192 w 156693"/>
                    <a:gd name="connsiteY3" fmla="*/ 5650 h 82057"/>
                    <a:gd name="connsiteX4" fmla="*/ 4153 w 156693"/>
                    <a:gd name="connsiteY4" fmla="*/ 38418 h 82057"/>
                    <a:gd name="connsiteX5" fmla="*/ 103587 w 156693"/>
                    <a:gd name="connsiteY5" fmla="*/ 77965 h 82057"/>
                    <a:gd name="connsiteX6" fmla="*/ 151044 w 156693"/>
                    <a:gd name="connsiteY6" fmla="*/ 71186 h 82057"/>
                    <a:gd name="connsiteX7" fmla="*/ 155564 w 156693"/>
                    <a:gd name="connsiteY7" fmla="*/ 0 h 82057"/>
                    <a:gd name="connsiteX8" fmla="*/ 118276 w 156693"/>
                    <a:gd name="connsiteY8" fmla="*/ 12429 h 82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693" h="82057">
                      <a:moveTo>
                        <a:pt x="118276" y="12429"/>
                      </a:moveTo>
                      <a:cubicBezTo>
                        <a:pt x="108106" y="15819"/>
                        <a:pt x="101327" y="18079"/>
                        <a:pt x="95677" y="20339"/>
                      </a:cubicBezTo>
                      <a:cubicBezTo>
                        <a:pt x="95677" y="20339"/>
                        <a:pt x="95677" y="20339"/>
                        <a:pt x="96807" y="11299"/>
                      </a:cubicBezTo>
                      <a:cubicBezTo>
                        <a:pt x="97937" y="4520"/>
                        <a:pt x="32401" y="-5650"/>
                        <a:pt x="13192" y="5650"/>
                      </a:cubicBezTo>
                      <a:cubicBezTo>
                        <a:pt x="-3757" y="15819"/>
                        <a:pt x="-1497" y="30508"/>
                        <a:pt x="4153" y="38418"/>
                      </a:cubicBezTo>
                      <a:cubicBezTo>
                        <a:pt x="21102" y="62146"/>
                        <a:pt x="77598" y="66666"/>
                        <a:pt x="103587" y="77965"/>
                      </a:cubicBezTo>
                      <a:cubicBezTo>
                        <a:pt x="126185" y="88135"/>
                        <a:pt x="143134" y="76835"/>
                        <a:pt x="151044" y="71186"/>
                      </a:cubicBezTo>
                      <a:cubicBezTo>
                        <a:pt x="160083" y="64406"/>
                        <a:pt x="155564" y="0"/>
                        <a:pt x="155564" y="0"/>
                      </a:cubicBezTo>
                      <a:cubicBezTo>
                        <a:pt x="155564" y="0"/>
                        <a:pt x="147654" y="3390"/>
                        <a:pt x="118276" y="12429"/>
                      </a:cubicBezTo>
                      <a:close/>
                    </a:path>
                  </a:pathLst>
                </a:custGeom>
                <a:solidFill>
                  <a:schemeClr val="tx2"/>
                </a:solidFill>
                <a:ln w="11283" cap="flat">
                  <a:noFill/>
                  <a:prstDash val="solid"/>
                  <a:miter/>
                </a:ln>
              </p:spPr>
              <p:txBody>
                <a:bodyPr rtlCol="0" anchor="ctr"/>
                <a:lstStyle/>
                <a:p>
                  <a:endParaRPr lang="en-US"/>
                </a:p>
              </p:txBody>
            </p:sp>
            <p:sp>
              <p:nvSpPr>
                <p:cNvPr id="515" name="Freeform: Shape 514">
                  <a:extLst>
                    <a:ext uri="{FF2B5EF4-FFF2-40B4-BE49-F238E27FC236}">
                      <a16:creationId xmlns:a16="http://schemas.microsoft.com/office/drawing/2014/main" id="{C9B48471-F496-41FE-8582-1DE264292DE9}"/>
                    </a:ext>
                  </a:extLst>
                </p:cNvPr>
                <p:cNvSpPr/>
                <p:nvPr/>
              </p:nvSpPr>
              <p:spPr>
                <a:xfrm>
                  <a:off x="4425908" y="2236577"/>
                  <a:ext cx="203030" cy="994041"/>
                </a:xfrm>
                <a:custGeom>
                  <a:avLst/>
                  <a:gdLst>
                    <a:gd name="connsiteX0" fmla="*/ 183919 w 203030"/>
                    <a:gd name="connsiteY0" fmla="*/ 27948 h 994041"/>
                    <a:gd name="connsiteX1" fmla="*/ 4260 w 203030"/>
                    <a:gd name="connsiteY1" fmla="*/ 70886 h 994041"/>
                    <a:gd name="connsiteX2" fmla="*/ 49457 w 203030"/>
                    <a:gd name="connsiteY2" fmla="*/ 971443 h 994041"/>
                    <a:gd name="connsiteX3" fmla="*/ 79965 w 203030"/>
                    <a:gd name="connsiteY3" fmla="*/ 992911 h 994041"/>
                    <a:gd name="connsiteX4" fmla="*/ 87875 w 203030"/>
                    <a:gd name="connsiteY4" fmla="*/ 972573 h 994041"/>
                    <a:gd name="connsiteX5" fmla="*/ 89005 w 203030"/>
                    <a:gd name="connsiteY5" fmla="*/ 994041 h 994041"/>
                    <a:gd name="connsiteX6" fmla="*/ 116123 w 203030"/>
                    <a:gd name="connsiteY6" fmla="*/ 987262 h 994041"/>
                    <a:gd name="connsiteX7" fmla="*/ 180529 w 203030"/>
                    <a:gd name="connsiteY7" fmla="*/ 631333 h 994041"/>
                    <a:gd name="connsiteX8" fmla="*/ 185049 w 203030"/>
                    <a:gd name="connsiteY8" fmla="*/ 264104 h 994041"/>
                    <a:gd name="connsiteX9" fmla="*/ 183919 w 203030"/>
                    <a:gd name="connsiteY9" fmla="*/ 27948 h 994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030" h="994041">
                      <a:moveTo>
                        <a:pt x="183919" y="27948"/>
                      </a:moveTo>
                      <a:cubicBezTo>
                        <a:pt x="156801" y="-9339"/>
                        <a:pt x="24599" y="-21769"/>
                        <a:pt x="4260" y="70886"/>
                      </a:cubicBezTo>
                      <a:cubicBezTo>
                        <a:pt x="-17209" y="163540"/>
                        <a:pt x="49457" y="971443"/>
                        <a:pt x="49457" y="971443"/>
                      </a:cubicBezTo>
                      <a:cubicBezTo>
                        <a:pt x="49457" y="971443"/>
                        <a:pt x="55107" y="990652"/>
                        <a:pt x="79965" y="992911"/>
                      </a:cubicBezTo>
                      <a:lnTo>
                        <a:pt x="87875" y="972573"/>
                      </a:lnTo>
                      <a:lnTo>
                        <a:pt x="89005" y="994041"/>
                      </a:lnTo>
                      <a:cubicBezTo>
                        <a:pt x="100304" y="994041"/>
                        <a:pt x="116123" y="987262"/>
                        <a:pt x="116123" y="987262"/>
                      </a:cubicBezTo>
                      <a:cubicBezTo>
                        <a:pt x="116123" y="987262"/>
                        <a:pt x="172620" y="735287"/>
                        <a:pt x="180529" y="631333"/>
                      </a:cubicBezTo>
                      <a:cubicBezTo>
                        <a:pt x="188439" y="527379"/>
                        <a:pt x="172620" y="408736"/>
                        <a:pt x="185049" y="264104"/>
                      </a:cubicBezTo>
                      <a:cubicBezTo>
                        <a:pt x="197478" y="120603"/>
                        <a:pt x="218947" y="75406"/>
                        <a:pt x="183919" y="27948"/>
                      </a:cubicBezTo>
                      <a:close/>
                    </a:path>
                  </a:pathLst>
                </a:custGeom>
                <a:solidFill>
                  <a:schemeClr val="accent4"/>
                </a:solidFill>
                <a:ln w="11283" cap="flat">
                  <a:noFill/>
                  <a:prstDash val="solid"/>
                  <a:miter/>
                </a:ln>
              </p:spPr>
              <p:txBody>
                <a:bodyPr rtlCol="0" anchor="ctr"/>
                <a:lstStyle/>
                <a:p>
                  <a:endParaRPr lang="en-US"/>
                </a:p>
              </p:txBody>
            </p:sp>
            <p:sp>
              <p:nvSpPr>
                <p:cNvPr id="516" name="Freeform: Shape 515">
                  <a:extLst>
                    <a:ext uri="{FF2B5EF4-FFF2-40B4-BE49-F238E27FC236}">
                      <a16:creationId xmlns:a16="http://schemas.microsoft.com/office/drawing/2014/main" id="{BC059A72-173C-4D55-B63A-5F2841648015}"/>
                    </a:ext>
                  </a:extLst>
                </p:cNvPr>
                <p:cNvSpPr/>
                <p:nvPr/>
              </p:nvSpPr>
              <p:spPr>
                <a:xfrm>
                  <a:off x="4440337" y="2311151"/>
                  <a:ext cx="203030" cy="994041"/>
                </a:xfrm>
                <a:custGeom>
                  <a:avLst/>
                  <a:gdLst>
                    <a:gd name="connsiteX0" fmla="*/ 183919 w 203030"/>
                    <a:gd name="connsiteY0" fmla="*/ 27948 h 994041"/>
                    <a:gd name="connsiteX1" fmla="*/ 4260 w 203030"/>
                    <a:gd name="connsiteY1" fmla="*/ 70886 h 994041"/>
                    <a:gd name="connsiteX2" fmla="*/ 49457 w 203030"/>
                    <a:gd name="connsiteY2" fmla="*/ 971443 h 994041"/>
                    <a:gd name="connsiteX3" fmla="*/ 79965 w 203030"/>
                    <a:gd name="connsiteY3" fmla="*/ 992911 h 994041"/>
                    <a:gd name="connsiteX4" fmla="*/ 87875 w 203030"/>
                    <a:gd name="connsiteY4" fmla="*/ 972573 h 994041"/>
                    <a:gd name="connsiteX5" fmla="*/ 89005 w 203030"/>
                    <a:gd name="connsiteY5" fmla="*/ 994041 h 994041"/>
                    <a:gd name="connsiteX6" fmla="*/ 116123 w 203030"/>
                    <a:gd name="connsiteY6" fmla="*/ 987262 h 994041"/>
                    <a:gd name="connsiteX7" fmla="*/ 180529 w 203030"/>
                    <a:gd name="connsiteY7" fmla="*/ 631333 h 994041"/>
                    <a:gd name="connsiteX8" fmla="*/ 185049 w 203030"/>
                    <a:gd name="connsiteY8" fmla="*/ 264104 h 994041"/>
                    <a:gd name="connsiteX9" fmla="*/ 183919 w 203030"/>
                    <a:gd name="connsiteY9" fmla="*/ 27948 h 994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030" h="994041">
                      <a:moveTo>
                        <a:pt x="183919" y="27948"/>
                      </a:moveTo>
                      <a:cubicBezTo>
                        <a:pt x="156801" y="-9339"/>
                        <a:pt x="24599" y="-21769"/>
                        <a:pt x="4260" y="70886"/>
                      </a:cubicBezTo>
                      <a:cubicBezTo>
                        <a:pt x="-17209" y="163540"/>
                        <a:pt x="49457" y="971443"/>
                        <a:pt x="49457" y="971443"/>
                      </a:cubicBezTo>
                      <a:cubicBezTo>
                        <a:pt x="49457" y="971443"/>
                        <a:pt x="55107" y="990652"/>
                        <a:pt x="79965" y="992911"/>
                      </a:cubicBezTo>
                      <a:lnTo>
                        <a:pt x="87875" y="972573"/>
                      </a:lnTo>
                      <a:lnTo>
                        <a:pt x="89005" y="994041"/>
                      </a:lnTo>
                      <a:cubicBezTo>
                        <a:pt x="100304" y="994041"/>
                        <a:pt x="116123" y="987262"/>
                        <a:pt x="116123" y="987262"/>
                      </a:cubicBezTo>
                      <a:cubicBezTo>
                        <a:pt x="116123" y="987262"/>
                        <a:pt x="172620" y="735287"/>
                        <a:pt x="180529" y="631333"/>
                      </a:cubicBezTo>
                      <a:cubicBezTo>
                        <a:pt x="188439" y="527379"/>
                        <a:pt x="172620" y="408736"/>
                        <a:pt x="185049" y="264104"/>
                      </a:cubicBezTo>
                      <a:cubicBezTo>
                        <a:pt x="197478" y="120603"/>
                        <a:pt x="218947" y="75406"/>
                        <a:pt x="183919" y="27948"/>
                      </a:cubicBezTo>
                      <a:close/>
                    </a:path>
                  </a:pathLst>
                </a:custGeom>
                <a:solidFill>
                  <a:schemeClr val="bg2">
                    <a:alpha val="10000"/>
                  </a:schemeClr>
                </a:solidFill>
                <a:ln w="11283" cap="flat">
                  <a:noFill/>
                  <a:prstDash val="solid"/>
                  <a:miter/>
                </a:ln>
              </p:spPr>
              <p:txBody>
                <a:bodyPr rtlCol="0" anchor="ctr"/>
                <a:lstStyle/>
                <a:p>
                  <a:endParaRPr lang="en-US"/>
                </a:p>
              </p:txBody>
            </p:sp>
            <p:sp>
              <p:nvSpPr>
                <p:cNvPr id="517" name="Freeform: Shape 516">
                  <a:extLst>
                    <a:ext uri="{FF2B5EF4-FFF2-40B4-BE49-F238E27FC236}">
                      <a16:creationId xmlns:a16="http://schemas.microsoft.com/office/drawing/2014/main" id="{3E369D35-DA37-41B0-A013-FA1C7CCDA826}"/>
                    </a:ext>
                  </a:extLst>
                </p:cNvPr>
                <p:cNvSpPr/>
                <p:nvPr/>
              </p:nvSpPr>
              <p:spPr>
                <a:xfrm>
                  <a:off x="4316044" y="3267906"/>
                  <a:ext cx="77965" cy="65536"/>
                </a:xfrm>
                <a:custGeom>
                  <a:avLst/>
                  <a:gdLst>
                    <a:gd name="connsiteX0" fmla="*/ 77966 w 77965"/>
                    <a:gd name="connsiteY0" fmla="*/ 20339 h 65536"/>
                    <a:gd name="connsiteX1" fmla="*/ 72316 w 77965"/>
                    <a:gd name="connsiteY1" fmla="*/ 55367 h 65536"/>
                    <a:gd name="connsiteX2" fmla="*/ 45197 w 77965"/>
                    <a:gd name="connsiteY2" fmla="*/ 56497 h 65536"/>
                    <a:gd name="connsiteX3" fmla="*/ 0 w 77965"/>
                    <a:gd name="connsiteY3" fmla="*/ 65536 h 65536"/>
                    <a:gd name="connsiteX4" fmla="*/ 23729 w 77965"/>
                    <a:gd name="connsiteY4" fmla="*/ 37288 h 65536"/>
                    <a:gd name="connsiteX5" fmla="*/ 19209 w 77965"/>
                    <a:gd name="connsiteY5" fmla="*/ 0 h 65536"/>
                    <a:gd name="connsiteX6" fmla="*/ 77966 w 77965"/>
                    <a:gd name="connsiteY6" fmla="*/ 20339 h 65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965" h="65536">
                      <a:moveTo>
                        <a:pt x="77966" y="20339"/>
                      </a:moveTo>
                      <a:lnTo>
                        <a:pt x="72316" y="55367"/>
                      </a:lnTo>
                      <a:cubicBezTo>
                        <a:pt x="72316" y="55367"/>
                        <a:pt x="56497" y="65536"/>
                        <a:pt x="45197" y="56497"/>
                      </a:cubicBezTo>
                      <a:cubicBezTo>
                        <a:pt x="33898" y="47457"/>
                        <a:pt x="0" y="65536"/>
                        <a:pt x="0" y="65536"/>
                      </a:cubicBezTo>
                      <a:lnTo>
                        <a:pt x="23729" y="37288"/>
                      </a:lnTo>
                      <a:lnTo>
                        <a:pt x="19209" y="0"/>
                      </a:lnTo>
                      <a:lnTo>
                        <a:pt x="77966" y="20339"/>
                      </a:lnTo>
                      <a:close/>
                    </a:path>
                  </a:pathLst>
                </a:custGeom>
                <a:solidFill>
                  <a:srgbClr val="F8BCB4"/>
                </a:solidFill>
                <a:ln w="11283" cap="flat">
                  <a:noFill/>
                  <a:prstDash val="solid"/>
                  <a:miter/>
                </a:ln>
              </p:spPr>
              <p:txBody>
                <a:bodyPr rtlCol="0" anchor="ctr"/>
                <a:lstStyle/>
                <a:p>
                  <a:endParaRPr lang="en-US"/>
                </a:p>
              </p:txBody>
            </p:sp>
            <p:sp>
              <p:nvSpPr>
                <p:cNvPr id="518" name="Freeform: Shape 517">
                  <a:extLst>
                    <a:ext uri="{FF2B5EF4-FFF2-40B4-BE49-F238E27FC236}">
                      <a16:creationId xmlns:a16="http://schemas.microsoft.com/office/drawing/2014/main" id="{2A1E536E-1A67-4900-B494-8B9C748D79BE}"/>
                    </a:ext>
                  </a:extLst>
                </p:cNvPr>
                <p:cNvSpPr/>
                <p:nvPr/>
              </p:nvSpPr>
              <p:spPr>
                <a:xfrm>
                  <a:off x="4342033" y="3274685"/>
                  <a:ext cx="51976" cy="53371"/>
                </a:xfrm>
                <a:custGeom>
                  <a:avLst/>
                  <a:gdLst>
                    <a:gd name="connsiteX0" fmla="*/ 0 w 51976"/>
                    <a:gd name="connsiteY0" fmla="*/ 11299 h 53371"/>
                    <a:gd name="connsiteX1" fmla="*/ 22599 w 51976"/>
                    <a:gd name="connsiteY1" fmla="*/ 51977 h 53371"/>
                    <a:gd name="connsiteX2" fmla="*/ 46327 w 51976"/>
                    <a:gd name="connsiteY2" fmla="*/ 48587 h 53371"/>
                    <a:gd name="connsiteX3" fmla="*/ 51977 w 51976"/>
                    <a:gd name="connsiteY3" fmla="*/ 13559 h 53371"/>
                    <a:gd name="connsiteX4" fmla="*/ 11299 w 51976"/>
                    <a:gd name="connsiteY4" fmla="*/ 0 h 53371"/>
                    <a:gd name="connsiteX5" fmla="*/ 0 w 51976"/>
                    <a:gd name="connsiteY5" fmla="*/ 11299 h 53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76" h="53371">
                      <a:moveTo>
                        <a:pt x="0" y="11299"/>
                      </a:moveTo>
                      <a:cubicBezTo>
                        <a:pt x="4520" y="14689"/>
                        <a:pt x="22599" y="30508"/>
                        <a:pt x="22599" y="51977"/>
                      </a:cubicBezTo>
                      <a:cubicBezTo>
                        <a:pt x="32768" y="56497"/>
                        <a:pt x="46327" y="48587"/>
                        <a:pt x="46327" y="48587"/>
                      </a:cubicBezTo>
                      <a:lnTo>
                        <a:pt x="51977" y="13559"/>
                      </a:lnTo>
                      <a:lnTo>
                        <a:pt x="11299" y="0"/>
                      </a:lnTo>
                      <a:lnTo>
                        <a:pt x="0" y="11299"/>
                      </a:lnTo>
                      <a:close/>
                    </a:path>
                  </a:pathLst>
                </a:custGeom>
                <a:solidFill>
                  <a:srgbClr val="F8BCB4"/>
                </a:solidFill>
                <a:ln w="11283" cap="flat">
                  <a:noFill/>
                  <a:prstDash val="solid"/>
                  <a:miter/>
                </a:ln>
              </p:spPr>
              <p:txBody>
                <a:bodyPr rtlCol="0" anchor="ctr"/>
                <a:lstStyle/>
                <a:p>
                  <a:endParaRPr lang="en-US"/>
                </a:p>
              </p:txBody>
            </p:sp>
            <p:sp>
              <p:nvSpPr>
                <p:cNvPr id="519" name="Freeform: Shape 518">
                  <a:extLst>
                    <a:ext uri="{FF2B5EF4-FFF2-40B4-BE49-F238E27FC236}">
                      <a16:creationId xmlns:a16="http://schemas.microsoft.com/office/drawing/2014/main" id="{7F99472A-0F70-4B6B-986F-92B3B4407D4F}"/>
                    </a:ext>
                  </a:extLst>
                </p:cNvPr>
                <p:cNvSpPr/>
                <p:nvPr/>
              </p:nvSpPr>
              <p:spPr>
                <a:xfrm>
                  <a:off x="4238446" y="3299544"/>
                  <a:ext cx="156693" cy="82057"/>
                </a:xfrm>
                <a:custGeom>
                  <a:avLst/>
                  <a:gdLst>
                    <a:gd name="connsiteX0" fmla="*/ 118276 w 156693"/>
                    <a:gd name="connsiteY0" fmla="*/ 12429 h 82057"/>
                    <a:gd name="connsiteX1" fmla="*/ 95677 w 156693"/>
                    <a:gd name="connsiteY1" fmla="*/ 20339 h 82057"/>
                    <a:gd name="connsiteX2" fmla="*/ 96807 w 156693"/>
                    <a:gd name="connsiteY2" fmla="*/ 11299 h 82057"/>
                    <a:gd name="connsiteX3" fmla="*/ 13192 w 156693"/>
                    <a:gd name="connsiteY3" fmla="*/ 5650 h 82057"/>
                    <a:gd name="connsiteX4" fmla="*/ 4153 w 156693"/>
                    <a:gd name="connsiteY4" fmla="*/ 38418 h 82057"/>
                    <a:gd name="connsiteX5" fmla="*/ 103587 w 156693"/>
                    <a:gd name="connsiteY5" fmla="*/ 77965 h 82057"/>
                    <a:gd name="connsiteX6" fmla="*/ 151044 w 156693"/>
                    <a:gd name="connsiteY6" fmla="*/ 71186 h 82057"/>
                    <a:gd name="connsiteX7" fmla="*/ 155564 w 156693"/>
                    <a:gd name="connsiteY7" fmla="*/ 0 h 82057"/>
                    <a:gd name="connsiteX8" fmla="*/ 118276 w 156693"/>
                    <a:gd name="connsiteY8" fmla="*/ 12429 h 82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693" h="82057">
                      <a:moveTo>
                        <a:pt x="118276" y="12429"/>
                      </a:moveTo>
                      <a:cubicBezTo>
                        <a:pt x="108107" y="15819"/>
                        <a:pt x="101327" y="18079"/>
                        <a:pt x="95677" y="20339"/>
                      </a:cubicBezTo>
                      <a:cubicBezTo>
                        <a:pt x="95677" y="20339"/>
                        <a:pt x="95677" y="20339"/>
                        <a:pt x="96807" y="11299"/>
                      </a:cubicBezTo>
                      <a:cubicBezTo>
                        <a:pt x="97937" y="4520"/>
                        <a:pt x="32401" y="-5650"/>
                        <a:pt x="13192" y="5650"/>
                      </a:cubicBezTo>
                      <a:cubicBezTo>
                        <a:pt x="-3757" y="15819"/>
                        <a:pt x="-1497" y="30508"/>
                        <a:pt x="4153" y="38418"/>
                      </a:cubicBezTo>
                      <a:cubicBezTo>
                        <a:pt x="21102" y="62146"/>
                        <a:pt x="77598" y="66666"/>
                        <a:pt x="103587" y="77965"/>
                      </a:cubicBezTo>
                      <a:cubicBezTo>
                        <a:pt x="126186" y="88135"/>
                        <a:pt x="143135" y="76835"/>
                        <a:pt x="151044" y="71186"/>
                      </a:cubicBezTo>
                      <a:cubicBezTo>
                        <a:pt x="160084" y="64406"/>
                        <a:pt x="155564" y="0"/>
                        <a:pt x="155564" y="0"/>
                      </a:cubicBezTo>
                      <a:cubicBezTo>
                        <a:pt x="155564" y="0"/>
                        <a:pt x="147654" y="4520"/>
                        <a:pt x="118276" y="12429"/>
                      </a:cubicBezTo>
                      <a:close/>
                    </a:path>
                  </a:pathLst>
                </a:custGeom>
                <a:solidFill>
                  <a:schemeClr val="tx2"/>
                </a:solidFill>
                <a:ln w="11283" cap="flat">
                  <a:noFill/>
                  <a:prstDash val="solid"/>
                  <a:miter/>
                </a:ln>
              </p:spPr>
              <p:txBody>
                <a:bodyPr rtlCol="0" anchor="ctr"/>
                <a:lstStyle/>
                <a:p>
                  <a:endParaRPr lang="en-US"/>
                </a:p>
              </p:txBody>
            </p:sp>
            <p:sp>
              <p:nvSpPr>
                <p:cNvPr id="520" name="Freeform: Shape 519">
                  <a:extLst>
                    <a:ext uri="{FF2B5EF4-FFF2-40B4-BE49-F238E27FC236}">
                      <a16:creationId xmlns:a16="http://schemas.microsoft.com/office/drawing/2014/main" id="{AB322D92-65F5-4979-8BF6-53446E6896DC}"/>
                    </a:ext>
                  </a:extLst>
                </p:cNvPr>
                <p:cNvSpPr/>
                <p:nvPr/>
              </p:nvSpPr>
              <p:spPr>
                <a:xfrm>
                  <a:off x="4286926" y="2308893"/>
                  <a:ext cx="202703" cy="994041"/>
                </a:xfrm>
                <a:custGeom>
                  <a:avLst/>
                  <a:gdLst>
                    <a:gd name="connsiteX0" fmla="*/ 183919 w 202703"/>
                    <a:gd name="connsiteY0" fmla="*/ 27948 h 994041"/>
                    <a:gd name="connsiteX1" fmla="*/ 4260 w 202703"/>
                    <a:gd name="connsiteY1" fmla="*/ 70886 h 994041"/>
                    <a:gd name="connsiteX2" fmla="*/ 49457 w 202703"/>
                    <a:gd name="connsiteY2" fmla="*/ 971443 h 994041"/>
                    <a:gd name="connsiteX3" fmla="*/ 79965 w 202703"/>
                    <a:gd name="connsiteY3" fmla="*/ 992911 h 994041"/>
                    <a:gd name="connsiteX4" fmla="*/ 87875 w 202703"/>
                    <a:gd name="connsiteY4" fmla="*/ 972572 h 994041"/>
                    <a:gd name="connsiteX5" fmla="*/ 89005 w 202703"/>
                    <a:gd name="connsiteY5" fmla="*/ 994041 h 994041"/>
                    <a:gd name="connsiteX6" fmla="*/ 116123 w 202703"/>
                    <a:gd name="connsiteY6" fmla="*/ 987262 h 994041"/>
                    <a:gd name="connsiteX7" fmla="*/ 180529 w 202703"/>
                    <a:gd name="connsiteY7" fmla="*/ 631333 h 994041"/>
                    <a:gd name="connsiteX8" fmla="*/ 185049 w 202703"/>
                    <a:gd name="connsiteY8" fmla="*/ 264104 h 994041"/>
                    <a:gd name="connsiteX9" fmla="*/ 183919 w 202703"/>
                    <a:gd name="connsiteY9" fmla="*/ 27948 h 994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2703" h="994041">
                      <a:moveTo>
                        <a:pt x="183919" y="27948"/>
                      </a:moveTo>
                      <a:cubicBezTo>
                        <a:pt x="156801" y="-9339"/>
                        <a:pt x="24598" y="-21769"/>
                        <a:pt x="4260" y="70886"/>
                      </a:cubicBezTo>
                      <a:cubicBezTo>
                        <a:pt x="-17209" y="163540"/>
                        <a:pt x="49457" y="971443"/>
                        <a:pt x="49457" y="971443"/>
                      </a:cubicBezTo>
                      <a:cubicBezTo>
                        <a:pt x="49457" y="971443"/>
                        <a:pt x="55107" y="990651"/>
                        <a:pt x="79965" y="992911"/>
                      </a:cubicBezTo>
                      <a:lnTo>
                        <a:pt x="87875" y="972572"/>
                      </a:lnTo>
                      <a:lnTo>
                        <a:pt x="89005" y="994041"/>
                      </a:lnTo>
                      <a:cubicBezTo>
                        <a:pt x="100304" y="994041"/>
                        <a:pt x="116123" y="987262"/>
                        <a:pt x="116123" y="987262"/>
                      </a:cubicBezTo>
                      <a:cubicBezTo>
                        <a:pt x="116123" y="987262"/>
                        <a:pt x="172620" y="735286"/>
                        <a:pt x="180529" y="631333"/>
                      </a:cubicBezTo>
                      <a:cubicBezTo>
                        <a:pt x="188439" y="527379"/>
                        <a:pt x="172620" y="408736"/>
                        <a:pt x="185049" y="264104"/>
                      </a:cubicBezTo>
                      <a:cubicBezTo>
                        <a:pt x="196348" y="119473"/>
                        <a:pt x="218947" y="75406"/>
                        <a:pt x="183919" y="27948"/>
                      </a:cubicBezTo>
                      <a:close/>
                    </a:path>
                  </a:pathLst>
                </a:custGeom>
                <a:solidFill>
                  <a:schemeClr val="accent4"/>
                </a:solidFill>
                <a:ln w="11283" cap="flat">
                  <a:noFill/>
                  <a:prstDash val="solid"/>
                  <a:miter/>
                </a:ln>
              </p:spPr>
              <p:txBody>
                <a:bodyPr rtlCol="0" anchor="ctr"/>
                <a:lstStyle/>
                <a:p>
                  <a:endParaRPr lang="en-US"/>
                </a:p>
              </p:txBody>
            </p:sp>
            <p:sp>
              <p:nvSpPr>
                <p:cNvPr id="521" name="Freeform: Shape 520">
                  <a:extLst>
                    <a:ext uri="{FF2B5EF4-FFF2-40B4-BE49-F238E27FC236}">
                      <a16:creationId xmlns:a16="http://schemas.microsoft.com/office/drawing/2014/main" id="{DC0A01AB-18F4-4826-9F00-111EFCEA58DC}"/>
                    </a:ext>
                  </a:extLst>
                </p:cNvPr>
                <p:cNvSpPr/>
                <p:nvPr/>
              </p:nvSpPr>
              <p:spPr>
                <a:xfrm>
                  <a:off x="4286311" y="2308414"/>
                  <a:ext cx="203126" cy="263453"/>
                </a:xfrm>
                <a:custGeom>
                  <a:avLst/>
                  <a:gdLst>
                    <a:gd name="connsiteX0" fmla="*/ 3744 w 203126"/>
                    <a:gd name="connsiteY0" fmla="*/ 70234 h 263453"/>
                    <a:gd name="connsiteX1" fmla="*/ 1484 w 203126"/>
                    <a:gd name="connsiteY1" fmla="*/ 187748 h 263453"/>
                    <a:gd name="connsiteX2" fmla="*/ 184534 w 203126"/>
                    <a:gd name="connsiteY2" fmla="*/ 263453 h 263453"/>
                    <a:gd name="connsiteX3" fmla="*/ 199223 w 203126"/>
                    <a:gd name="connsiteY3" fmla="*/ 57805 h 263453"/>
                    <a:gd name="connsiteX4" fmla="*/ 130297 w 203126"/>
                    <a:gd name="connsiteY4" fmla="*/ 2438 h 263453"/>
                    <a:gd name="connsiteX5" fmla="*/ 3744 w 203126"/>
                    <a:gd name="connsiteY5" fmla="*/ 70234 h 263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3126" h="263453">
                      <a:moveTo>
                        <a:pt x="3744" y="70234"/>
                      </a:moveTo>
                      <a:cubicBezTo>
                        <a:pt x="-775" y="87183"/>
                        <a:pt x="-775" y="130121"/>
                        <a:pt x="1484" y="187748"/>
                      </a:cubicBezTo>
                      <a:cubicBezTo>
                        <a:pt x="62501" y="177578"/>
                        <a:pt x="158545" y="176448"/>
                        <a:pt x="184534" y="263453"/>
                      </a:cubicBezTo>
                      <a:cubicBezTo>
                        <a:pt x="194703" y="149330"/>
                        <a:pt x="210522" y="97353"/>
                        <a:pt x="199223" y="57805"/>
                      </a:cubicBezTo>
                      <a:lnTo>
                        <a:pt x="130297" y="2438"/>
                      </a:lnTo>
                      <a:cubicBezTo>
                        <a:pt x="81710" y="-6601"/>
                        <a:pt x="18433" y="8088"/>
                        <a:pt x="3744" y="70234"/>
                      </a:cubicBezTo>
                      <a:close/>
                    </a:path>
                  </a:pathLst>
                </a:custGeom>
                <a:solidFill>
                  <a:schemeClr val="bg2">
                    <a:alpha val="39000"/>
                  </a:schemeClr>
                </a:solidFill>
                <a:ln w="11283" cap="flat">
                  <a:noFill/>
                  <a:prstDash val="solid"/>
                  <a:miter/>
                </a:ln>
              </p:spPr>
              <p:txBody>
                <a:bodyPr rtlCol="0" anchor="ctr"/>
                <a:lstStyle/>
                <a:p>
                  <a:endParaRPr lang="en-US"/>
                </a:p>
              </p:txBody>
            </p:sp>
          </p:grpSp>
          <p:grpSp>
            <p:nvGrpSpPr>
              <p:cNvPr id="522" name="Graphic 486">
                <a:extLst>
                  <a:ext uri="{FF2B5EF4-FFF2-40B4-BE49-F238E27FC236}">
                    <a16:creationId xmlns:a16="http://schemas.microsoft.com/office/drawing/2014/main" id="{782914C2-A3BA-4C66-A875-F106FD61B5F8}"/>
                  </a:ext>
                </a:extLst>
              </p:cNvPr>
              <p:cNvGrpSpPr/>
              <p:nvPr/>
            </p:nvGrpSpPr>
            <p:grpSpPr>
              <a:xfrm>
                <a:off x="3787754" y="1459323"/>
                <a:ext cx="1200834" cy="1011154"/>
                <a:chOff x="3787754" y="1459323"/>
                <a:chExt cx="1200834" cy="1011154"/>
              </a:xfrm>
            </p:grpSpPr>
            <p:sp>
              <p:nvSpPr>
                <p:cNvPr id="523" name="Freeform: Shape 522">
                  <a:extLst>
                    <a:ext uri="{FF2B5EF4-FFF2-40B4-BE49-F238E27FC236}">
                      <a16:creationId xmlns:a16="http://schemas.microsoft.com/office/drawing/2014/main" id="{B1539D9B-B790-46A4-8298-2AE78A8CDF20}"/>
                    </a:ext>
                  </a:extLst>
                </p:cNvPr>
                <p:cNvSpPr/>
                <p:nvPr/>
              </p:nvSpPr>
              <p:spPr>
                <a:xfrm>
                  <a:off x="3870129" y="2150402"/>
                  <a:ext cx="137443" cy="82273"/>
                </a:xfrm>
                <a:custGeom>
                  <a:avLst/>
                  <a:gdLst>
                    <a:gd name="connsiteX0" fmla="*/ 125014 w 137443"/>
                    <a:gd name="connsiteY0" fmla="*/ 0 h 82273"/>
                    <a:gd name="connsiteX1" fmla="*/ 45919 w 137443"/>
                    <a:gd name="connsiteY1" fmla="*/ 16949 h 82273"/>
                    <a:gd name="connsiteX2" fmla="*/ 9761 w 137443"/>
                    <a:gd name="connsiteY2" fmla="*/ 36158 h 82273"/>
                    <a:gd name="connsiteX3" fmla="*/ 17671 w 137443"/>
                    <a:gd name="connsiteY3" fmla="*/ 35028 h 82273"/>
                    <a:gd name="connsiteX4" fmla="*/ 722 w 137443"/>
                    <a:gd name="connsiteY4" fmla="*/ 51977 h 82273"/>
                    <a:gd name="connsiteX5" fmla="*/ 9761 w 137443"/>
                    <a:gd name="connsiteY5" fmla="*/ 54237 h 82273"/>
                    <a:gd name="connsiteX6" fmla="*/ 8631 w 137443"/>
                    <a:gd name="connsiteY6" fmla="*/ 58756 h 82273"/>
                    <a:gd name="connsiteX7" fmla="*/ 18801 w 137443"/>
                    <a:gd name="connsiteY7" fmla="*/ 61016 h 82273"/>
                    <a:gd name="connsiteX8" fmla="*/ 17671 w 137443"/>
                    <a:gd name="connsiteY8" fmla="*/ 66666 h 82273"/>
                    <a:gd name="connsiteX9" fmla="*/ 69648 w 137443"/>
                    <a:gd name="connsiteY9" fmla="*/ 51977 h 82273"/>
                    <a:gd name="connsiteX10" fmla="*/ 45919 w 137443"/>
                    <a:gd name="connsiteY10" fmla="*/ 68926 h 82273"/>
                    <a:gd name="connsiteX11" fmla="*/ 48179 w 137443"/>
                    <a:gd name="connsiteY11" fmla="*/ 80225 h 82273"/>
                    <a:gd name="connsiteX12" fmla="*/ 99026 w 137443"/>
                    <a:gd name="connsiteY12" fmla="*/ 59886 h 82273"/>
                    <a:gd name="connsiteX13" fmla="*/ 137444 w 137443"/>
                    <a:gd name="connsiteY13" fmla="*/ 37288 h 82273"/>
                    <a:gd name="connsiteX14" fmla="*/ 125014 w 137443"/>
                    <a:gd name="connsiteY14" fmla="*/ 0 h 82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443" h="82273">
                      <a:moveTo>
                        <a:pt x="125014" y="0"/>
                      </a:moveTo>
                      <a:cubicBezTo>
                        <a:pt x="125014" y="0"/>
                        <a:pt x="82077" y="15819"/>
                        <a:pt x="45919" y="16949"/>
                      </a:cubicBezTo>
                      <a:cubicBezTo>
                        <a:pt x="30100" y="16949"/>
                        <a:pt x="4112" y="32768"/>
                        <a:pt x="9761" y="36158"/>
                      </a:cubicBezTo>
                      <a:cubicBezTo>
                        <a:pt x="12021" y="37288"/>
                        <a:pt x="14281" y="36158"/>
                        <a:pt x="17671" y="35028"/>
                      </a:cubicBezTo>
                      <a:cubicBezTo>
                        <a:pt x="6371" y="41807"/>
                        <a:pt x="-2668" y="48587"/>
                        <a:pt x="722" y="51977"/>
                      </a:cubicBezTo>
                      <a:cubicBezTo>
                        <a:pt x="2982" y="54237"/>
                        <a:pt x="6371" y="54237"/>
                        <a:pt x="9761" y="54237"/>
                      </a:cubicBezTo>
                      <a:cubicBezTo>
                        <a:pt x="8631" y="55367"/>
                        <a:pt x="8631" y="57627"/>
                        <a:pt x="8631" y="58756"/>
                      </a:cubicBezTo>
                      <a:cubicBezTo>
                        <a:pt x="9761" y="62146"/>
                        <a:pt x="13151" y="62146"/>
                        <a:pt x="18801" y="61016"/>
                      </a:cubicBezTo>
                      <a:cubicBezTo>
                        <a:pt x="16541" y="63276"/>
                        <a:pt x="16541" y="64406"/>
                        <a:pt x="17671" y="66666"/>
                      </a:cubicBezTo>
                      <a:cubicBezTo>
                        <a:pt x="24450" y="72316"/>
                        <a:pt x="61738" y="48587"/>
                        <a:pt x="69648" y="51977"/>
                      </a:cubicBezTo>
                      <a:cubicBezTo>
                        <a:pt x="69648" y="54237"/>
                        <a:pt x="52699" y="62146"/>
                        <a:pt x="45919" y="68926"/>
                      </a:cubicBezTo>
                      <a:cubicBezTo>
                        <a:pt x="35750" y="79095"/>
                        <a:pt x="28970" y="85875"/>
                        <a:pt x="48179" y="80225"/>
                      </a:cubicBezTo>
                      <a:cubicBezTo>
                        <a:pt x="66258" y="74576"/>
                        <a:pt x="94506" y="66666"/>
                        <a:pt x="99026" y="59886"/>
                      </a:cubicBezTo>
                      <a:cubicBezTo>
                        <a:pt x="112585" y="40678"/>
                        <a:pt x="137444" y="37288"/>
                        <a:pt x="137444" y="37288"/>
                      </a:cubicBezTo>
                      <a:lnTo>
                        <a:pt x="125014" y="0"/>
                      </a:lnTo>
                      <a:close/>
                    </a:path>
                  </a:pathLst>
                </a:custGeom>
                <a:solidFill>
                  <a:srgbClr val="F8BCB4"/>
                </a:solidFill>
                <a:ln w="11283" cap="flat">
                  <a:noFill/>
                  <a:prstDash val="solid"/>
                  <a:miter/>
                </a:ln>
              </p:spPr>
              <p:txBody>
                <a:bodyPr rtlCol="0" anchor="ctr"/>
                <a:lstStyle/>
                <a:p>
                  <a:endParaRPr lang="en-US"/>
                </a:p>
              </p:txBody>
            </p:sp>
            <p:sp>
              <p:nvSpPr>
                <p:cNvPr id="524" name="Freeform: Shape 523">
                  <a:extLst>
                    <a:ext uri="{FF2B5EF4-FFF2-40B4-BE49-F238E27FC236}">
                      <a16:creationId xmlns:a16="http://schemas.microsoft.com/office/drawing/2014/main" id="{4BB13C2E-0E26-444C-B8EB-86B711F4F172}"/>
                    </a:ext>
                  </a:extLst>
                </p:cNvPr>
                <p:cNvSpPr/>
                <p:nvPr/>
              </p:nvSpPr>
              <p:spPr>
                <a:xfrm>
                  <a:off x="3974804" y="2150402"/>
                  <a:ext cx="32767" cy="46327"/>
                </a:xfrm>
                <a:custGeom>
                  <a:avLst/>
                  <a:gdLst>
                    <a:gd name="connsiteX0" fmla="*/ 7909 w 32767"/>
                    <a:gd name="connsiteY0" fmla="*/ 46327 h 46327"/>
                    <a:gd name="connsiteX1" fmla="*/ 32768 w 32767"/>
                    <a:gd name="connsiteY1" fmla="*/ 35028 h 46327"/>
                    <a:gd name="connsiteX2" fmla="*/ 20339 w 32767"/>
                    <a:gd name="connsiteY2" fmla="*/ 0 h 46327"/>
                    <a:gd name="connsiteX3" fmla="*/ 0 w 32767"/>
                    <a:gd name="connsiteY3" fmla="*/ 6780 h 46327"/>
                    <a:gd name="connsiteX4" fmla="*/ 7909 w 32767"/>
                    <a:gd name="connsiteY4" fmla="*/ 46327 h 46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67" h="46327">
                      <a:moveTo>
                        <a:pt x="7909" y="46327"/>
                      </a:moveTo>
                      <a:cubicBezTo>
                        <a:pt x="20339" y="38418"/>
                        <a:pt x="32768" y="35028"/>
                        <a:pt x="32768" y="35028"/>
                      </a:cubicBezTo>
                      <a:lnTo>
                        <a:pt x="20339" y="0"/>
                      </a:lnTo>
                      <a:cubicBezTo>
                        <a:pt x="20339" y="0"/>
                        <a:pt x="12429" y="3390"/>
                        <a:pt x="0" y="6780"/>
                      </a:cubicBezTo>
                      <a:cubicBezTo>
                        <a:pt x="6780" y="14689"/>
                        <a:pt x="11299" y="27118"/>
                        <a:pt x="7909" y="46327"/>
                      </a:cubicBezTo>
                      <a:close/>
                    </a:path>
                  </a:pathLst>
                </a:custGeom>
                <a:solidFill>
                  <a:srgbClr val="E08C6E">
                    <a:alpha val="30000"/>
                  </a:srgbClr>
                </a:solidFill>
                <a:ln w="11283" cap="flat">
                  <a:noFill/>
                  <a:prstDash val="solid"/>
                  <a:miter/>
                </a:ln>
              </p:spPr>
              <p:txBody>
                <a:bodyPr rtlCol="0" anchor="ctr"/>
                <a:lstStyle/>
                <a:p>
                  <a:endParaRPr lang="en-US"/>
                </a:p>
              </p:txBody>
            </p:sp>
            <p:sp>
              <p:nvSpPr>
                <p:cNvPr id="525" name="Freeform: Shape 524">
                  <a:extLst>
                    <a:ext uri="{FF2B5EF4-FFF2-40B4-BE49-F238E27FC236}">
                      <a16:creationId xmlns:a16="http://schemas.microsoft.com/office/drawing/2014/main" id="{83483A98-2776-4BD1-8BD7-5A33FC270CDD}"/>
                    </a:ext>
                  </a:extLst>
                </p:cNvPr>
                <p:cNvSpPr/>
                <p:nvPr/>
              </p:nvSpPr>
              <p:spPr>
                <a:xfrm>
                  <a:off x="3983416" y="1668850"/>
                  <a:ext cx="612927" cy="538048"/>
                </a:xfrm>
                <a:custGeom>
                  <a:avLst/>
                  <a:gdLst>
                    <a:gd name="connsiteX0" fmla="*/ 597033 w 612927"/>
                    <a:gd name="connsiteY0" fmla="*/ 12629 h 538048"/>
                    <a:gd name="connsiteX1" fmla="*/ 328109 w 612927"/>
                    <a:gd name="connsiteY1" fmla="*/ 300762 h 538048"/>
                    <a:gd name="connsiteX2" fmla="*/ 15117 w 612927"/>
                    <a:gd name="connsiteY2" fmla="*/ 471382 h 538048"/>
                    <a:gd name="connsiteX3" fmla="*/ 428 w 612927"/>
                    <a:gd name="connsiteY3" fmla="*/ 499630 h 538048"/>
                    <a:gd name="connsiteX4" fmla="*/ 28676 w 612927"/>
                    <a:gd name="connsiteY4" fmla="*/ 538048 h 538048"/>
                    <a:gd name="connsiteX5" fmla="*/ 434322 w 612927"/>
                    <a:gd name="connsiteY5" fmla="*/ 379858 h 538048"/>
                    <a:gd name="connsiteX6" fmla="*/ 597033 w 612927"/>
                    <a:gd name="connsiteY6" fmla="*/ 12629 h 538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2927" h="538048">
                      <a:moveTo>
                        <a:pt x="597033" y="12629"/>
                      </a:moveTo>
                      <a:cubicBezTo>
                        <a:pt x="532627" y="-64206"/>
                        <a:pt x="395905" y="231836"/>
                        <a:pt x="328109" y="300762"/>
                      </a:cubicBezTo>
                      <a:cubicBezTo>
                        <a:pt x="264832" y="364039"/>
                        <a:pt x="15117" y="471382"/>
                        <a:pt x="15117" y="471382"/>
                      </a:cubicBezTo>
                      <a:cubicBezTo>
                        <a:pt x="15117" y="471382"/>
                        <a:pt x="3818" y="479292"/>
                        <a:pt x="428" y="499630"/>
                      </a:cubicBezTo>
                      <a:cubicBezTo>
                        <a:pt x="-4092" y="532399"/>
                        <a:pt x="28676" y="538048"/>
                        <a:pt x="28676" y="538048"/>
                      </a:cubicBezTo>
                      <a:cubicBezTo>
                        <a:pt x="28676" y="538048"/>
                        <a:pt x="343928" y="446524"/>
                        <a:pt x="434322" y="379858"/>
                      </a:cubicBezTo>
                      <a:cubicBezTo>
                        <a:pt x="514548" y="319971"/>
                        <a:pt x="661439" y="89465"/>
                        <a:pt x="597033" y="12629"/>
                      </a:cubicBezTo>
                      <a:close/>
                    </a:path>
                  </a:pathLst>
                </a:custGeom>
                <a:solidFill>
                  <a:schemeClr val="accent3"/>
                </a:solidFill>
                <a:ln w="11283" cap="flat">
                  <a:noFill/>
                  <a:prstDash val="solid"/>
                  <a:miter/>
                </a:ln>
              </p:spPr>
              <p:txBody>
                <a:bodyPr rtlCol="0" anchor="ctr"/>
                <a:lstStyle/>
                <a:p>
                  <a:endParaRPr lang="en-US"/>
                </a:p>
              </p:txBody>
            </p:sp>
            <p:sp>
              <p:nvSpPr>
                <p:cNvPr id="526" name="Freeform: Shape 525">
                  <a:extLst>
                    <a:ext uri="{FF2B5EF4-FFF2-40B4-BE49-F238E27FC236}">
                      <a16:creationId xmlns:a16="http://schemas.microsoft.com/office/drawing/2014/main" id="{A90B69D0-AB77-4895-8A10-3A3746571B5B}"/>
                    </a:ext>
                  </a:extLst>
                </p:cNvPr>
                <p:cNvSpPr/>
                <p:nvPr/>
              </p:nvSpPr>
              <p:spPr>
                <a:xfrm>
                  <a:off x="4429037" y="1585435"/>
                  <a:ext cx="125402" cy="158570"/>
                </a:xfrm>
                <a:custGeom>
                  <a:avLst/>
                  <a:gdLst>
                    <a:gd name="connsiteX0" fmla="*/ 0 w 125402"/>
                    <a:gd name="connsiteY0" fmla="*/ 66666 h 158570"/>
                    <a:gd name="connsiteX1" fmla="*/ 10170 w 125402"/>
                    <a:gd name="connsiteY1" fmla="*/ 135592 h 158570"/>
                    <a:gd name="connsiteX2" fmla="*/ 123163 w 125402"/>
                    <a:gd name="connsiteY2" fmla="*/ 131072 h 158570"/>
                    <a:gd name="connsiteX3" fmla="*/ 27119 w 125402"/>
                    <a:gd name="connsiteY3" fmla="*/ 0 h 158570"/>
                    <a:gd name="connsiteX4" fmla="*/ 0 w 125402"/>
                    <a:gd name="connsiteY4" fmla="*/ 66666 h 1585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402" h="158570">
                      <a:moveTo>
                        <a:pt x="0" y="66666"/>
                      </a:moveTo>
                      <a:cubicBezTo>
                        <a:pt x="0" y="66666"/>
                        <a:pt x="15819" y="93784"/>
                        <a:pt x="10170" y="135592"/>
                      </a:cubicBezTo>
                      <a:cubicBezTo>
                        <a:pt x="4520" y="177400"/>
                        <a:pt x="144632" y="153671"/>
                        <a:pt x="123163" y="131072"/>
                      </a:cubicBezTo>
                      <a:cubicBezTo>
                        <a:pt x="101694" y="108474"/>
                        <a:pt x="27119" y="0"/>
                        <a:pt x="27119" y="0"/>
                      </a:cubicBezTo>
                      <a:lnTo>
                        <a:pt x="0" y="66666"/>
                      </a:lnTo>
                      <a:close/>
                    </a:path>
                  </a:pathLst>
                </a:custGeom>
                <a:solidFill>
                  <a:srgbClr val="E08C6E"/>
                </a:solidFill>
                <a:ln w="11283" cap="flat">
                  <a:noFill/>
                  <a:prstDash val="solid"/>
                  <a:miter/>
                </a:ln>
              </p:spPr>
              <p:txBody>
                <a:bodyPr rtlCol="0" anchor="ctr"/>
                <a:lstStyle/>
                <a:p>
                  <a:endParaRPr lang="en-US"/>
                </a:p>
              </p:txBody>
            </p:sp>
            <p:sp>
              <p:nvSpPr>
                <p:cNvPr id="527" name="Freeform: Shape 526">
                  <a:extLst>
                    <a:ext uri="{FF2B5EF4-FFF2-40B4-BE49-F238E27FC236}">
                      <a16:creationId xmlns:a16="http://schemas.microsoft.com/office/drawing/2014/main" id="{F1320715-9AC4-4860-B74B-C07030C20A0E}"/>
                    </a:ext>
                  </a:extLst>
                </p:cNvPr>
                <p:cNvSpPr/>
                <p:nvPr/>
              </p:nvSpPr>
              <p:spPr>
                <a:xfrm rot="118822">
                  <a:off x="4354448" y="1523283"/>
                  <a:ext cx="119772" cy="151410"/>
                </a:xfrm>
                <a:custGeom>
                  <a:avLst/>
                  <a:gdLst>
                    <a:gd name="connsiteX0" fmla="*/ 119772 w 119772"/>
                    <a:gd name="connsiteY0" fmla="*/ 75705 h 151410"/>
                    <a:gd name="connsiteX1" fmla="*/ 59886 w 119772"/>
                    <a:gd name="connsiteY1" fmla="*/ 151411 h 151410"/>
                    <a:gd name="connsiteX2" fmla="*/ 0 w 119772"/>
                    <a:gd name="connsiteY2" fmla="*/ 75705 h 151410"/>
                    <a:gd name="connsiteX3" fmla="*/ 59886 w 119772"/>
                    <a:gd name="connsiteY3" fmla="*/ 0 h 151410"/>
                    <a:gd name="connsiteX4" fmla="*/ 119772 w 119772"/>
                    <a:gd name="connsiteY4" fmla="*/ 75705 h 151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772" h="151410">
                      <a:moveTo>
                        <a:pt x="119772" y="75705"/>
                      </a:moveTo>
                      <a:cubicBezTo>
                        <a:pt x="119772" y="117516"/>
                        <a:pt x="92960" y="151411"/>
                        <a:pt x="59886" y="151411"/>
                      </a:cubicBezTo>
                      <a:cubicBezTo>
                        <a:pt x="26812" y="151411"/>
                        <a:pt x="0" y="117516"/>
                        <a:pt x="0" y="75705"/>
                      </a:cubicBezTo>
                      <a:cubicBezTo>
                        <a:pt x="0" y="33894"/>
                        <a:pt x="26812" y="0"/>
                        <a:pt x="59886" y="0"/>
                      </a:cubicBezTo>
                      <a:cubicBezTo>
                        <a:pt x="92961" y="0"/>
                        <a:pt x="119772" y="33894"/>
                        <a:pt x="119772" y="75705"/>
                      </a:cubicBezTo>
                      <a:close/>
                    </a:path>
                  </a:pathLst>
                </a:custGeom>
                <a:solidFill>
                  <a:srgbClr val="FFB699"/>
                </a:solidFill>
                <a:ln w="11283" cap="flat">
                  <a:noFill/>
                  <a:prstDash val="solid"/>
                  <a:miter/>
                </a:ln>
              </p:spPr>
              <p:txBody>
                <a:bodyPr rtlCol="0" anchor="ctr"/>
                <a:lstStyle/>
                <a:p>
                  <a:endParaRPr lang="en-US"/>
                </a:p>
              </p:txBody>
            </p:sp>
            <p:sp>
              <p:nvSpPr>
                <p:cNvPr id="528" name="Freeform: Shape 527">
                  <a:extLst>
                    <a:ext uri="{FF2B5EF4-FFF2-40B4-BE49-F238E27FC236}">
                      <a16:creationId xmlns:a16="http://schemas.microsoft.com/office/drawing/2014/main" id="{015D7B71-9538-465E-B16A-5F8674F0436E}"/>
                    </a:ext>
                  </a:extLst>
                </p:cNvPr>
                <p:cNvSpPr/>
                <p:nvPr/>
              </p:nvSpPr>
              <p:spPr>
                <a:xfrm>
                  <a:off x="4355592" y="1535718"/>
                  <a:ext cx="100274" cy="93272"/>
                </a:xfrm>
                <a:custGeom>
                  <a:avLst/>
                  <a:gdLst>
                    <a:gd name="connsiteX0" fmla="*/ 98304 w 100274"/>
                    <a:gd name="connsiteY0" fmla="*/ 41808 h 93272"/>
                    <a:gd name="connsiteX1" fmla="*/ 67796 w 100274"/>
                    <a:gd name="connsiteY1" fmla="*/ 0 h 93272"/>
                    <a:gd name="connsiteX2" fmla="*/ 13559 w 100274"/>
                    <a:gd name="connsiteY2" fmla="*/ 15819 h 93272"/>
                    <a:gd name="connsiteX3" fmla="*/ 0 w 100274"/>
                    <a:gd name="connsiteY3" fmla="*/ 58757 h 93272"/>
                    <a:gd name="connsiteX4" fmla="*/ 62146 w 100274"/>
                    <a:gd name="connsiteY4" fmla="*/ 91525 h 93272"/>
                    <a:gd name="connsiteX5" fmla="*/ 98304 w 100274"/>
                    <a:gd name="connsiteY5" fmla="*/ 41808 h 93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274" h="93272">
                      <a:moveTo>
                        <a:pt x="98304" y="41808"/>
                      </a:moveTo>
                      <a:lnTo>
                        <a:pt x="67796" y="0"/>
                      </a:lnTo>
                      <a:lnTo>
                        <a:pt x="13559" y="15819"/>
                      </a:lnTo>
                      <a:cubicBezTo>
                        <a:pt x="5650" y="27118"/>
                        <a:pt x="1130" y="41808"/>
                        <a:pt x="0" y="58757"/>
                      </a:cubicBezTo>
                      <a:cubicBezTo>
                        <a:pt x="12429" y="79095"/>
                        <a:pt x="33898" y="99434"/>
                        <a:pt x="62146" y="91525"/>
                      </a:cubicBezTo>
                      <a:cubicBezTo>
                        <a:pt x="112993" y="73446"/>
                        <a:pt x="98304" y="41808"/>
                        <a:pt x="98304" y="41808"/>
                      </a:cubicBezTo>
                      <a:close/>
                    </a:path>
                  </a:pathLst>
                </a:custGeom>
                <a:solidFill>
                  <a:srgbClr val="E08C6E"/>
                </a:solidFill>
                <a:ln w="11283" cap="flat">
                  <a:noFill/>
                  <a:prstDash val="solid"/>
                  <a:miter/>
                </a:ln>
              </p:spPr>
              <p:txBody>
                <a:bodyPr rtlCol="0" anchor="ctr"/>
                <a:lstStyle/>
                <a:p>
                  <a:endParaRPr lang="en-US"/>
                </a:p>
              </p:txBody>
            </p:sp>
            <p:sp>
              <p:nvSpPr>
                <p:cNvPr id="529" name="Freeform: Shape 528">
                  <a:extLst>
                    <a:ext uri="{FF2B5EF4-FFF2-40B4-BE49-F238E27FC236}">
                      <a16:creationId xmlns:a16="http://schemas.microsoft.com/office/drawing/2014/main" id="{CB716463-D4C5-4298-B429-F487A0BDB172}"/>
                    </a:ext>
                  </a:extLst>
                </p:cNvPr>
                <p:cNvSpPr/>
                <p:nvPr/>
              </p:nvSpPr>
              <p:spPr>
                <a:xfrm>
                  <a:off x="4233392" y="1704046"/>
                  <a:ext cx="466657" cy="766431"/>
                </a:xfrm>
                <a:custGeom>
                  <a:avLst/>
                  <a:gdLst>
                    <a:gd name="connsiteX0" fmla="*/ 457790 w 466657"/>
                    <a:gd name="connsiteY0" fmla="*/ 93817 h 766431"/>
                    <a:gd name="connsiteX1" fmla="*/ 238583 w 466657"/>
                    <a:gd name="connsiteY1" fmla="*/ 32 h 766431"/>
                    <a:gd name="connsiteX2" fmla="*/ 132369 w 466657"/>
                    <a:gd name="connsiteY2" fmla="*/ 68958 h 766431"/>
                    <a:gd name="connsiteX3" fmla="*/ 14856 w 466657"/>
                    <a:gd name="connsiteY3" fmla="*/ 562739 h 766431"/>
                    <a:gd name="connsiteX4" fmla="*/ 26155 w 466657"/>
                    <a:gd name="connsiteY4" fmla="*/ 746918 h 766431"/>
                    <a:gd name="connsiteX5" fmla="*/ 35195 w 466657"/>
                    <a:gd name="connsiteY5" fmla="*/ 749178 h 766431"/>
                    <a:gd name="connsiteX6" fmla="*/ 65703 w 466657"/>
                    <a:gd name="connsiteY6" fmla="*/ 663303 h 766431"/>
                    <a:gd name="connsiteX7" fmla="*/ 86042 w 466657"/>
                    <a:gd name="connsiteY7" fmla="*/ 755957 h 766431"/>
                    <a:gd name="connsiteX8" fmla="*/ 413722 w 466657"/>
                    <a:gd name="connsiteY8" fmla="*/ 732229 h 766431"/>
                    <a:gd name="connsiteX9" fmla="*/ 457790 w 466657"/>
                    <a:gd name="connsiteY9" fmla="*/ 93817 h 76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6657" h="766431">
                      <a:moveTo>
                        <a:pt x="457790" y="93817"/>
                      </a:moveTo>
                      <a:cubicBezTo>
                        <a:pt x="426152" y="-4488"/>
                        <a:pt x="238583" y="32"/>
                        <a:pt x="238583" y="32"/>
                      </a:cubicBezTo>
                      <a:cubicBezTo>
                        <a:pt x="238583" y="32"/>
                        <a:pt x="150448" y="36190"/>
                        <a:pt x="132369" y="68958"/>
                      </a:cubicBezTo>
                      <a:cubicBezTo>
                        <a:pt x="113160" y="101726"/>
                        <a:pt x="20505" y="465565"/>
                        <a:pt x="14856" y="562739"/>
                      </a:cubicBezTo>
                      <a:cubicBezTo>
                        <a:pt x="9206" y="658783"/>
                        <a:pt x="-21302" y="734489"/>
                        <a:pt x="26155" y="746918"/>
                      </a:cubicBezTo>
                      <a:cubicBezTo>
                        <a:pt x="28415" y="748048"/>
                        <a:pt x="31805" y="748048"/>
                        <a:pt x="35195" y="749178"/>
                      </a:cubicBezTo>
                      <a:lnTo>
                        <a:pt x="65703" y="663303"/>
                      </a:lnTo>
                      <a:lnTo>
                        <a:pt x="86042" y="755957"/>
                      </a:lnTo>
                      <a:cubicBezTo>
                        <a:pt x="194515" y="768387"/>
                        <a:pt x="402423" y="778556"/>
                        <a:pt x="413722" y="732229"/>
                      </a:cubicBezTo>
                      <a:cubicBezTo>
                        <a:pt x="427281" y="673472"/>
                        <a:pt x="489428" y="190991"/>
                        <a:pt x="457790" y="93817"/>
                      </a:cubicBezTo>
                      <a:close/>
                    </a:path>
                  </a:pathLst>
                </a:custGeom>
                <a:solidFill>
                  <a:schemeClr val="accent2"/>
                </a:solidFill>
                <a:ln w="11283" cap="flat">
                  <a:noFill/>
                  <a:prstDash val="solid"/>
                  <a:miter/>
                </a:ln>
              </p:spPr>
              <p:txBody>
                <a:bodyPr rtlCol="0" anchor="ctr"/>
                <a:lstStyle/>
                <a:p>
                  <a:endParaRPr lang="en-US"/>
                </a:p>
              </p:txBody>
            </p:sp>
            <p:sp>
              <p:nvSpPr>
                <p:cNvPr id="530" name="Freeform: Shape 529">
                  <a:extLst>
                    <a:ext uri="{FF2B5EF4-FFF2-40B4-BE49-F238E27FC236}">
                      <a16:creationId xmlns:a16="http://schemas.microsoft.com/office/drawing/2014/main" id="{35B66775-3C2B-4C64-901B-E2F360539CC8}"/>
                    </a:ext>
                  </a:extLst>
                </p:cNvPr>
                <p:cNvSpPr/>
                <p:nvPr/>
              </p:nvSpPr>
              <p:spPr>
                <a:xfrm>
                  <a:off x="3787754" y="2269045"/>
                  <a:ext cx="145242" cy="92607"/>
                </a:xfrm>
                <a:custGeom>
                  <a:avLst/>
                  <a:gdLst>
                    <a:gd name="connsiteX0" fmla="*/ 145243 w 145242"/>
                    <a:gd name="connsiteY0" fmla="*/ 41807 h 92607"/>
                    <a:gd name="connsiteX1" fmla="*/ 144113 w 145242"/>
                    <a:gd name="connsiteY1" fmla="*/ 0 h 92607"/>
                    <a:gd name="connsiteX2" fmla="*/ 111345 w 145242"/>
                    <a:gd name="connsiteY2" fmla="*/ 14689 h 92607"/>
                    <a:gd name="connsiteX3" fmla="*/ 70667 w 145242"/>
                    <a:gd name="connsiteY3" fmla="*/ 15819 h 92607"/>
                    <a:gd name="connsiteX4" fmla="*/ 68408 w 145242"/>
                    <a:gd name="connsiteY4" fmla="*/ 16949 h 92607"/>
                    <a:gd name="connsiteX5" fmla="*/ 42419 w 145242"/>
                    <a:gd name="connsiteY5" fmla="*/ 29378 h 92607"/>
                    <a:gd name="connsiteX6" fmla="*/ 612 w 145242"/>
                    <a:gd name="connsiteY6" fmla="*/ 61016 h 92607"/>
                    <a:gd name="connsiteX7" fmla="*/ 19820 w 145242"/>
                    <a:gd name="connsiteY7" fmla="*/ 56497 h 92607"/>
                    <a:gd name="connsiteX8" fmla="*/ 6261 w 145242"/>
                    <a:gd name="connsiteY8" fmla="*/ 77965 h 92607"/>
                    <a:gd name="connsiteX9" fmla="*/ 18691 w 145242"/>
                    <a:gd name="connsiteY9" fmla="*/ 73446 h 92607"/>
                    <a:gd name="connsiteX10" fmla="*/ 18691 w 145242"/>
                    <a:gd name="connsiteY10" fmla="*/ 82485 h 92607"/>
                    <a:gd name="connsiteX11" fmla="*/ 41289 w 145242"/>
                    <a:gd name="connsiteY11" fmla="*/ 71186 h 92607"/>
                    <a:gd name="connsiteX12" fmla="*/ 37899 w 145242"/>
                    <a:gd name="connsiteY12" fmla="*/ 91525 h 92607"/>
                    <a:gd name="connsiteX13" fmla="*/ 69538 w 145242"/>
                    <a:gd name="connsiteY13" fmla="*/ 70056 h 92607"/>
                    <a:gd name="connsiteX14" fmla="*/ 105695 w 145242"/>
                    <a:gd name="connsiteY14" fmla="*/ 48587 h 92607"/>
                    <a:gd name="connsiteX15" fmla="*/ 145243 w 145242"/>
                    <a:gd name="connsiteY15" fmla="*/ 41807 h 92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5242" h="92607">
                      <a:moveTo>
                        <a:pt x="145243" y="41807"/>
                      </a:moveTo>
                      <a:lnTo>
                        <a:pt x="144113" y="0"/>
                      </a:lnTo>
                      <a:lnTo>
                        <a:pt x="111345" y="14689"/>
                      </a:lnTo>
                      <a:cubicBezTo>
                        <a:pt x="102306" y="14689"/>
                        <a:pt x="86487" y="13559"/>
                        <a:pt x="70667" y="15819"/>
                      </a:cubicBezTo>
                      <a:cubicBezTo>
                        <a:pt x="69538" y="15819"/>
                        <a:pt x="69538" y="15819"/>
                        <a:pt x="68408" y="16949"/>
                      </a:cubicBezTo>
                      <a:cubicBezTo>
                        <a:pt x="68408" y="16949"/>
                        <a:pt x="54848" y="22599"/>
                        <a:pt x="42419" y="29378"/>
                      </a:cubicBezTo>
                      <a:cubicBezTo>
                        <a:pt x="29990" y="36158"/>
                        <a:pt x="-5038" y="54237"/>
                        <a:pt x="612" y="61016"/>
                      </a:cubicBezTo>
                      <a:cubicBezTo>
                        <a:pt x="1742" y="63276"/>
                        <a:pt x="10781" y="61016"/>
                        <a:pt x="19820" y="56497"/>
                      </a:cubicBezTo>
                      <a:cubicBezTo>
                        <a:pt x="9651" y="67796"/>
                        <a:pt x="-1648" y="76835"/>
                        <a:pt x="6261" y="77965"/>
                      </a:cubicBezTo>
                      <a:cubicBezTo>
                        <a:pt x="9651" y="79095"/>
                        <a:pt x="14171" y="76835"/>
                        <a:pt x="18691" y="73446"/>
                      </a:cubicBezTo>
                      <a:cubicBezTo>
                        <a:pt x="15301" y="76835"/>
                        <a:pt x="15301" y="79095"/>
                        <a:pt x="18691" y="82485"/>
                      </a:cubicBezTo>
                      <a:cubicBezTo>
                        <a:pt x="23210" y="84745"/>
                        <a:pt x="32250" y="79095"/>
                        <a:pt x="41289" y="71186"/>
                      </a:cubicBezTo>
                      <a:cubicBezTo>
                        <a:pt x="34510" y="85875"/>
                        <a:pt x="26600" y="96044"/>
                        <a:pt x="37899" y="91525"/>
                      </a:cubicBezTo>
                      <a:cubicBezTo>
                        <a:pt x="45809" y="88135"/>
                        <a:pt x="60498" y="76835"/>
                        <a:pt x="69538" y="70056"/>
                      </a:cubicBezTo>
                      <a:lnTo>
                        <a:pt x="105695" y="48587"/>
                      </a:lnTo>
                      <a:lnTo>
                        <a:pt x="145243" y="41807"/>
                      </a:lnTo>
                      <a:close/>
                    </a:path>
                  </a:pathLst>
                </a:custGeom>
                <a:solidFill>
                  <a:srgbClr val="F8BCB4"/>
                </a:solidFill>
                <a:ln w="11283" cap="flat">
                  <a:noFill/>
                  <a:prstDash val="solid"/>
                  <a:miter/>
                </a:ln>
              </p:spPr>
              <p:txBody>
                <a:bodyPr rtlCol="0" anchor="ctr"/>
                <a:lstStyle/>
                <a:p>
                  <a:endParaRPr lang="en-US"/>
                </a:p>
              </p:txBody>
            </p:sp>
            <p:sp>
              <p:nvSpPr>
                <p:cNvPr id="531" name="Freeform: Shape 530">
                  <a:extLst>
                    <a:ext uri="{FF2B5EF4-FFF2-40B4-BE49-F238E27FC236}">
                      <a16:creationId xmlns:a16="http://schemas.microsoft.com/office/drawing/2014/main" id="{FC0926D8-71C1-415C-BCD3-81157BF96A49}"/>
                    </a:ext>
                  </a:extLst>
                </p:cNvPr>
                <p:cNvSpPr/>
                <p:nvPr/>
              </p:nvSpPr>
              <p:spPr>
                <a:xfrm>
                  <a:off x="3886669" y="2271305"/>
                  <a:ext cx="47457" cy="50846"/>
                </a:xfrm>
                <a:custGeom>
                  <a:avLst/>
                  <a:gdLst>
                    <a:gd name="connsiteX0" fmla="*/ 46327 w 47457"/>
                    <a:gd name="connsiteY0" fmla="*/ 13559 h 50846"/>
                    <a:gd name="connsiteX1" fmla="*/ 41808 w 47457"/>
                    <a:gd name="connsiteY1" fmla="*/ 0 h 50846"/>
                    <a:gd name="connsiteX2" fmla="*/ 13559 w 47457"/>
                    <a:gd name="connsiteY2" fmla="*/ 12429 h 50846"/>
                    <a:gd name="connsiteX3" fmla="*/ 7910 w 47457"/>
                    <a:gd name="connsiteY3" fmla="*/ 12429 h 50846"/>
                    <a:gd name="connsiteX4" fmla="*/ 0 w 47457"/>
                    <a:gd name="connsiteY4" fmla="*/ 50847 h 50846"/>
                    <a:gd name="connsiteX5" fmla="*/ 7910 w 47457"/>
                    <a:gd name="connsiteY5" fmla="*/ 46327 h 50846"/>
                    <a:gd name="connsiteX6" fmla="*/ 47457 w 47457"/>
                    <a:gd name="connsiteY6" fmla="*/ 40678 h 50846"/>
                    <a:gd name="connsiteX7" fmla="*/ 46327 w 47457"/>
                    <a:gd name="connsiteY7" fmla="*/ 13559 h 50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57" h="50846">
                      <a:moveTo>
                        <a:pt x="46327" y="13559"/>
                      </a:moveTo>
                      <a:lnTo>
                        <a:pt x="41808" y="0"/>
                      </a:lnTo>
                      <a:lnTo>
                        <a:pt x="13559" y="12429"/>
                      </a:lnTo>
                      <a:cubicBezTo>
                        <a:pt x="12429" y="12429"/>
                        <a:pt x="10170" y="12429"/>
                        <a:pt x="7910" y="12429"/>
                      </a:cubicBezTo>
                      <a:cubicBezTo>
                        <a:pt x="10170" y="24858"/>
                        <a:pt x="10170" y="39548"/>
                        <a:pt x="0" y="50847"/>
                      </a:cubicBezTo>
                      <a:lnTo>
                        <a:pt x="7910" y="46327"/>
                      </a:lnTo>
                      <a:lnTo>
                        <a:pt x="47457" y="40678"/>
                      </a:lnTo>
                      <a:lnTo>
                        <a:pt x="46327" y="13559"/>
                      </a:lnTo>
                      <a:close/>
                    </a:path>
                  </a:pathLst>
                </a:custGeom>
                <a:solidFill>
                  <a:srgbClr val="E08C6E">
                    <a:alpha val="30000"/>
                  </a:srgbClr>
                </a:solidFill>
                <a:ln w="11283" cap="flat">
                  <a:noFill/>
                  <a:prstDash val="solid"/>
                  <a:miter/>
                </a:ln>
              </p:spPr>
              <p:txBody>
                <a:bodyPr rtlCol="0" anchor="ctr"/>
                <a:lstStyle/>
                <a:p>
                  <a:endParaRPr lang="en-US"/>
                </a:p>
              </p:txBody>
            </p:sp>
            <p:sp>
              <p:nvSpPr>
                <p:cNvPr id="532" name="Freeform: Shape 531">
                  <a:extLst>
                    <a:ext uri="{FF2B5EF4-FFF2-40B4-BE49-F238E27FC236}">
                      <a16:creationId xmlns:a16="http://schemas.microsoft.com/office/drawing/2014/main" id="{1F3AF214-17E1-4B32-84DE-820A030FB674}"/>
                    </a:ext>
                  </a:extLst>
                </p:cNvPr>
                <p:cNvSpPr/>
                <p:nvPr/>
              </p:nvSpPr>
              <p:spPr>
                <a:xfrm>
                  <a:off x="3897940" y="1739340"/>
                  <a:ext cx="561699" cy="595240"/>
                </a:xfrm>
                <a:custGeom>
                  <a:avLst/>
                  <a:gdLst>
                    <a:gd name="connsiteX0" fmla="*/ 539007 w 561699"/>
                    <a:gd name="connsiteY0" fmla="*/ 9935 h 595240"/>
                    <a:gd name="connsiteX1" fmla="*/ 302851 w 561699"/>
                    <a:gd name="connsiteY1" fmla="*/ 326317 h 595240"/>
                    <a:gd name="connsiteX2" fmla="*/ 11328 w 561699"/>
                    <a:gd name="connsiteY2" fmla="*/ 529705 h 595240"/>
                    <a:gd name="connsiteX3" fmla="*/ 29 w 561699"/>
                    <a:gd name="connsiteY3" fmla="*/ 560213 h 595240"/>
                    <a:gd name="connsiteX4" fmla="*/ 31667 w 561699"/>
                    <a:gd name="connsiteY4" fmla="*/ 595241 h 595240"/>
                    <a:gd name="connsiteX5" fmla="*/ 416974 w 561699"/>
                    <a:gd name="connsiteY5" fmla="*/ 392983 h 595240"/>
                    <a:gd name="connsiteX6" fmla="*/ 539007 w 561699"/>
                    <a:gd name="connsiteY6" fmla="*/ 9935 h 59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1699" h="595240">
                      <a:moveTo>
                        <a:pt x="539007" y="9935"/>
                      </a:moveTo>
                      <a:cubicBezTo>
                        <a:pt x="466691" y="-58991"/>
                        <a:pt x="363867" y="250611"/>
                        <a:pt x="302851" y="326317"/>
                      </a:cubicBezTo>
                      <a:cubicBezTo>
                        <a:pt x="246354" y="396373"/>
                        <a:pt x="11328" y="529705"/>
                        <a:pt x="11328" y="529705"/>
                      </a:cubicBezTo>
                      <a:cubicBezTo>
                        <a:pt x="11328" y="529705"/>
                        <a:pt x="1159" y="538744"/>
                        <a:pt x="29" y="560213"/>
                      </a:cubicBezTo>
                      <a:cubicBezTo>
                        <a:pt x="-1101" y="592981"/>
                        <a:pt x="31667" y="595241"/>
                        <a:pt x="31667" y="595241"/>
                      </a:cubicBezTo>
                      <a:cubicBezTo>
                        <a:pt x="31667" y="595241"/>
                        <a:pt x="334489" y="469818"/>
                        <a:pt x="416974" y="392983"/>
                      </a:cubicBezTo>
                      <a:cubicBezTo>
                        <a:pt x="490420" y="324057"/>
                        <a:pt x="612452" y="78861"/>
                        <a:pt x="539007" y="9935"/>
                      </a:cubicBezTo>
                      <a:close/>
                    </a:path>
                  </a:pathLst>
                </a:custGeom>
                <a:solidFill>
                  <a:schemeClr val="accent3"/>
                </a:solidFill>
                <a:ln w="11283" cap="flat">
                  <a:noFill/>
                  <a:prstDash val="solid"/>
                  <a:miter/>
                </a:ln>
              </p:spPr>
              <p:txBody>
                <a:bodyPr rtlCol="0" anchor="ctr"/>
                <a:lstStyle/>
                <a:p>
                  <a:endParaRPr lang="en-US"/>
                </a:p>
              </p:txBody>
            </p:sp>
            <p:sp>
              <p:nvSpPr>
                <p:cNvPr id="533" name="Freeform: Shape 532">
                  <a:extLst>
                    <a:ext uri="{FF2B5EF4-FFF2-40B4-BE49-F238E27FC236}">
                      <a16:creationId xmlns:a16="http://schemas.microsoft.com/office/drawing/2014/main" id="{121332C1-2418-4C90-8C91-65FC9F3E5140}"/>
                    </a:ext>
                  </a:extLst>
                </p:cNvPr>
                <p:cNvSpPr/>
                <p:nvPr/>
              </p:nvSpPr>
              <p:spPr>
                <a:xfrm>
                  <a:off x="4338884" y="1459323"/>
                  <a:ext cx="649704" cy="495897"/>
                </a:xfrm>
                <a:custGeom>
                  <a:avLst/>
                  <a:gdLst>
                    <a:gd name="connsiteX0" fmla="*/ 648341 w 649704"/>
                    <a:gd name="connsiteY0" fmla="*/ 223287 h 495897"/>
                    <a:gd name="connsiteX1" fmla="*/ 551166 w 649704"/>
                    <a:gd name="connsiteY1" fmla="*/ 103514 h 495897"/>
                    <a:gd name="connsiteX2" fmla="*/ 452862 w 649704"/>
                    <a:gd name="connsiteY2" fmla="*/ 113683 h 495897"/>
                    <a:gd name="connsiteX3" fmla="*/ 327439 w 649704"/>
                    <a:gd name="connsiteY3" fmla="*/ 102384 h 495897"/>
                    <a:gd name="connsiteX4" fmla="*/ 268683 w 649704"/>
                    <a:gd name="connsiteY4" fmla="*/ 39108 h 495897"/>
                    <a:gd name="connsiteX5" fmla="*/ 194107 w 649704"/>
                    <a:gd name="connsiteY5" fmla="*/ 5210 h 495897"/>
                    <a:gd name="connsiteX6" fmla="*/ 25747 w 649704"/>
                    <a:gd name="connsiteY6" fmla="*/ 48147 h 495897"/>
                    <a:gd name="connsiteX7" fmla="*/ 4279 w 649704"/>
                    <a:gd name="connsiteY7" fmla="*/ 119333 h 495897"/>
                    <a:gd name="connsiteX8" fmla="*/ 14448 w 649704"/>
                    <a:gd name="connsiteY8" fmla="*/ 131762 h 495897"/>
                    <a:gd name="connsiteX9" fmla="*/ 14448 w 649704"/>
                    <a:gd name="connsiteY9" fmla="*/ 132892 h 495897"/>
                    <a:gd name="connsiteX10" fmla="*/ 74334 w 649704"/>
                    <a:gd name="connsiteY10" fmla="*/ 149841 h 495897"/>
                    <a:gd name="connsiteX11" fmla="*/ 81114 w 649704"/>
                    <a:gd name="connsiteY11" fmla="*/ 170180 h 495897"/>
                    <a:gd name="connsiteX12" fmla="*/ 90153 w 649704"/>
                    <a:gd name="connsiteY12" fmla="*/ 223287 h 495897"/>
                    <a:gd name="connsiteX13" fmla="*/ 137611 w 649704"/>
                    <a:gd name="connsiteY13" fmla="*/ 271874 h 495897"/>
                    <a:gd name="connsiteX14" fmla="*/ 250604 w 649704"/>
                    <a:gd name="connsiteY14" fmla="*/ 284303 h 495897"/>
                    <a:gd name="connsiteX15" fmla="*/ 303711 w 649704"/>
                    <a:gd name="connsiteY15" fmla="*/ 374698 h 495897"/>
                    <a:gd name="connsiteX16" fmla="*/ 451732 w 649704"/>
                    <a:gd name="connsiteY16" fmla="*/ 494471 h 495897"/>
                    <a:gd name="connsiteX17" fmla="*/ 603143 w 649704"/>
                    <a:gd name="connsiteY17" fmla="*/ 421025 h 495897"/>
                    <a:gd name="connsiteX18" fmla="*/ 648341 w 649704"/>
                    <a:gd name="connsiteY18" fmla="*/ 223287 h 495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9704" h="495897">
                      <a:moveTo>
                        <a:pt x="648341" y="223287"/>
                      </a:moveTo>
                      <a:cubicBezTo>
                        <a:pt x="643821" y="164530"/>
                        <a:pt x="612183" y="112553"/>
                        <a:pt x="551166" y="103514"/>
                      </a:cubicBezTo>
                      <a:cubicBezTo>
                        <a:pt x="518398" y="98994"/>
                        <a:pt x="485630" y="105774"/>
                        <a:pt x="452862" y="113683"/>
                      </a:cubicBezTo>
                      <a:cubicBezTo>
                        <a:pt x="408795" y="124982"/>
                        <a:pt x="362467" y="140802"/>
                        <a:pt x="327439" y="102384"/>
                      </a:cubicBezTo>
                      <a:cubicBezTo>
                        <a:pt x="308231" y="80915"/>
                        <a:pt x="293541" y="56057"/>
                        <a:pt x="268683" y="39108"/>
                      </a:cubicBezTo>
                      <a:cubicBezTo>
                        <a:pt x="246084" y="22159"/>
                        <a:pt x="220096" y="10859"/>
                        <a:pt x="194107" y="5210"/>
                      </a:cubicBezTo>
                      <a:cubicBezTo>
                        <a:pt x="136481" y="-8350"/>
                        <a:pt x="67555" y="4080"/>
                        <a:pt x="25747" y="48147"/>
                      </a:cubicBezTo>
                      <a:cubicBezTo>
                        <a:pt x="8798" y="66226"/>
                        <a:pt x="-8151" y="94474"/>
                        <a:pt x="4279" y="119333"/>
                      </a:cubicBezTo>
                      <a:cubicBezTo>
                        <a:pt x="6538" y="123853"/>
                        <a:pt x="9928" y="128372"/>
                        <a:pt x="14448" y="131762"/>
                      </a:cubicBezTo>
                      <a:lnTo>
                        <a:pt x="14448" y="132892"/>
                      </a:lnTo>
                      <a:cubicBezTo>
                        <a:pt x="14448" y="132892"/>
                        <a:pt x="46086" y="155491"/>
                        <a:pt x="74334" y="149841"/>
                      </a:cubicBezTo>
                      <a:cubicBezTo>
                        <a:pt x="77724" y="156621"/>
                        <a:pt x="79984" y="163400"/>
                        <a:pt x="81114" y="170180"/>
                      </a:cubicBezTo>
                      <a:cubicBezTo>
                        <a:pt x="84504" y="188259"/>
                        <a:pt x="84504" y="206338"/>
                        <a:pt x="90153" y="223287"/>
                      </a:cubicBezTo>
                      <a:cubicBezTo>
                        <a:pt x="98063" y="245885"/>
                        <a:pt x="115012" y="263964"/>
                        <a:pt x="137611" y="271874"/>
                      </a:cubicBezTo>
                      <a:cubicBezTo>
                        <a:pt x="174898" y="284303"/>
                        <a:pt x="218966" y="254925"/>
                        <a:pt x="250604" y="284303"/>
                      </a:cubicBezTo>
                      <a:cubicBezTo>
                        <a:pt x="275463" y="308032"/>
                        <a:pt x="286762" y="345319"/>
                        <a:pt x="303711" y="374698"/>
                      </a:cubicBezTo>
                      <a:cubicBezTo>
                        <a:pt x="336479" y="431194"/>
                        <a:pt x="383936" y="484301"/>
                        <a:pt x="451732" y="494471"/>
                      </a:cubicBezTo>
                      <a:cubicBezTo>
                        <a:pt x="511619" y="503510"/>
                        <a:pt x="568115" y="468482"/>
                        <a:pt x="603143" y="421025"/>
                      </a:cubicBezTo>
                      <a:cubicBezTo>
                        <a:pt x="642691" y="364528"/>
                        <a:pt x="653990" y="289953"/>
                        <a:pt x="648341" y="223287"/>
                      </a:cubicBezTo>
                      <a:close/>
                    </a:path>
                  </a:pathLst>
                </a:custGeom>
                <a:solidFill>
                  <a:srgbClr val="FD8983"/>
                </a:solidFill>
                <a:ln w="11283" cap="flat">
                  <a:noFill/>
                  <a:prstDash val="solid"/>
                  <a:miter/>
                </a:ln>
              </p:spPr>
              <p:txBody>
                <a:bodyPr rtlCol="0" anchor="ctr"/>
                <a:lstStyle/>
                <a:p>
                  <a:endParaRPr lang="en-US"/>
                </a:p>
              </p:txBody>
            </p:sp>
          </p:grpSp>
          <p:sp>
            <p:nvSpPr>
              <p:cNvPr id="534" name="Freeform: Shape 533">
                <a:extLst>
                  <a:ext uri="{FF2B5EF4-FFF2-40B4-BE49-F238E27FC236}">
                    <a16:creationId xmlns:a16="http://schemas.microsoft.com/office/drawing/2014/main" id="{FD6D9274-10EE-4902-98FE-680CA98723DE}"/>
                  </a:ext>
                </a:extLst>
              </p:cNvPr>
              <p:cNvSpPr/>
              <p:nvPr/>
            </p:nvSpPr>
            <p:spPr>
              <a:xfrm>
                <a:off x="4415478" y="1562837"/>
                <a:ext cx="573105" cy="390422"/>
              </a:xfrm>
              <a:custGeom>
                <a:avLst/>
                <a:gdLst>
                  <a:gd name="connsiteX0" fmla="*/ 525419 w 573105"/>
                  <a:gd name="connsiteY0" fmla="*/ 316381 h 390422"/>
                  <a:gd name="connsiteX1" fmla="*/ 571746 w 573105"/>
                  <a:gd name="connsiteY1" fmla="*/ 119773 h 390422"/>
                  <a:gd name="connsiteX2" fmla="*/ 474572 w 573105"/>
                  <a:gd name="connsiteY2" fmla="*/ 0 h 390422"/>
                  <a:gd name="connsiteX3" fmla="*/ 471182 w 573105"/>
                  <a:gd name="connsiteY3" fmla="*/ 0 h 390422"/>
                  <a:gd name="connsiteX4" fmla="*/ 480222 w 573105"/>
                  <a:gd name="connsiteY4" fmla="*/ 7910 h 390422"/>
                  <a:gd name="connsiteX5" fmla="*/ 440674 w 573105"/>
                  <a:gd name="connsiteY5" fmla="*/ 151411 h 390422"/>
                  <a:gd name="connsiteX6" fmla="*/ 239546 w 573105"/>
                  <a:gd name="connsiteY6" fmla="*/ 63276 h 390422"/>
                  <a:gd name="connsiteX7" fmla="*/ 62146 w 573105"/>
                  <a:gd name="connsiteY7" fmla="*/ 119773 h 390422"/>
                  <a:gd name="connsiteX8" fmla="*/ 0 w 573105"/>
                  <a:gd name="connsiteY8" fmla="*/ 50847 h 390422"/>
                  <a:gd name="connsiteX9" fmla="*/ 3390 w 573105"/>
                  <a:gd name="connsiteY9" fmla="*/ 64406 h 390422"/>
                  <a:gd name="connsiteX10" fmla="*/ 12429 w 573105"/>
                  <a:gd name="connsiteY10" fmla="*/ 117513 h 390422"/>
                  <a:gd name="connsiteX11" fmla="*/ 59886 w 573105"/>
                  <a:gd name="connsiteY11" fmla="*/ 166100 h 390422"/>
                  <a:gd name="connsiteX12" fmla="*/ 172880 w 573105"/>
                  <a:gd name="connsiteY12" fmla="*/ 178529 h 390422"/>
                  <a:gd name="connsiteX13" fmla="*/ 225987 w 573105"/>
                  <a:gd name="connsiteY13" fmla="*/ 268924 h 390422"/>
                  <a:gd name="connsiteX14" fmla="*/ 374008 w 573105"/>
                  <a:gd name="connsiteY14" fmla="*/ 388697 h 390422"/>
                  <a:gd name="connsiteX15" fmla="*/ 525419 w 573105"/>
                  <a:gd name="connsiteY15" fmla="*/ 316381 h 390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73105" h="390422">
                    <a:moveTo>
                      <a:pt x="525419" y="316381"/>
                    </a:moveTo>
                    <a:cubicBezTo>
                      <a:pt x="566097" y="261015"/>
                      <a:pt x="577396" y="186439"/>
                      <a:pt x="571746" y="119773"/>
                    </a:cubicBezTo>
                    <a:cubicBezTo>
                      <a:pt x="567226" y="61016"/>
                      <a:pt x="535588" y="9039"/>
                      <a:pt x="474572" y="0"/>
                    </a:cubicBezTo>
                    <a:cubicBezTo>
                      <a:pt x="473442" y="0"/>
                      <a:pt x="472312" y="0"/>
                      <a:pt x="471182" y="0"/>
                    </a:cubicBezTo>
                    <a:cubicBezTo>
                      <a:pt x="474572" y="3390"/>
                      <a:pt x="477962" y="5650"/>
                      <a:pt x="480222" y="7910"/>
                    </a:cubicBezTo>
                    <a:cubicBezTo>
                      <a:pt x="519769" y="53107"/>
                      <a:pt x="523159" y="158191"/>
                      <a:pt x="440674" y="151411"/>
                    </a:cubicBezTo>
                    <a:cubicBezTo>
                      <a:pt x="403386" y="149151"/>
                      <a:pt x="355929" y="40678"/>
                      <a:pt x="239546" y="63276"/>
                    </a:cubicBezTo>
                    <a:cubicBezTo>
                      <a:pt x="167230" y="77965"/>
                      <a:pt x="178529" y="127682"/>
                      <a:pt x="62146" y="119773"/>
                    </a:cubicBezTo>
                    <a:cubicBezTo>
                      <a:pt x="35028" y="117513"/>
                      <a:pt x="14689" y="79095"/>
                      <a:pt x="0" y="50847"/>
                    </a:cubicBezTo>
                    <a:cubicBezTo>
                      <a:pt x="1130" y="55367"/>
                      <a:pt x="3390" y="59886"/>
                      <a:pt x="3390" y="64406"/>
                    </a:cubicBezTo>
                    <a:cubicBezTo>
                      <a:pt x="6780" y="82485"/>
                      <a:pt x="6780" y="100564"/>
                      <a:pt x="12429" y="117513"/>
                    </a:cubicBezTo>
                    <a:cubicBezTo>
                      <a:pt x="20339" y="140112"/>
                      <a:pt x="37288" y="158191"/>
                      <a:pt x="59886" y="166100"/>
                    </a:cubicBezTo>
                    <a:cubicBezTo>
                      <a:pt x="97174" y="178529"/>
                      <a:pt x="141242" y="149151"/>
                      <a:pt x="172880" y="178529"/>
                    </a:cubicBezTo>
                    <a:cubicBezTo>
                      <a:pt x="197738" y="202258"/>
                      <a:pt x="209038" y="239546"/>
                      <a:pt x="225987" y="268924"/>
                    </a:cubicBezTo>
                    <a:cubicBezTo>
                      <a:pt x="258755" y="325421"/>
                      <a:pt x="306212" y="378528"/>
                      <a:pt x="374008" y="388697"/>
                    </a:cubicBezTo>
                    <a:cubicBezTo>
                      <a:pt x="435024" y="398866"/>
                      <a:pt x="490391" y="362709"/>
                      <a:pt x="525419" y="316381"/>
                    </a:cubicBezTo>
                    <a:close/>
                  </a:path>
                </a:pathLst>
              </a:custGeom>
              <a:solidFill>
                <a:srgbClr val="000000">
                  <a:alpha val="10000"/>
                </a:srgbClr>
              </a:solidFill>
              <a:ln w="11283"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701873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BA8BCE2A-4F03-46CC-8694-A483715E1FA4}"/>
              </a:ext>
            </a:extLst>
          </p:cNvPr>
          <p:cNvSpPr/>
          <p:nvPr/>
        </p:nvSpPr>
        <p:spPr>
          <a:xfrm>
            <a:off x="3960442" y="289689"/>
            <a:ext cx="209751" cy="690880"/>
          </a:xfrm>
          <a:prstGeom prst="rect">
            <a:avLst/>
          </a:prstGeom>
          <a:gradFill flip="none" rotWithShape="1">
            <a:gsLst>
              <a:gs pos="0">
                <a:schemeClr val="accent1">
                  <a:alpha val="50000"/>
                </a:schemeClr>
              </a:gs>
              <a:gs pos="100000">
                <a:schemeClr val="accent2">
                  <a:alpha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67B1F7F3-AD18-4725-A504-27200BBFCBFB}"/>
              </a:ext>
            </a:extLst>
          </p:cNvPr>
          <p:cNvSpPr txBox="1"/>
          <p:nvPr/>
        </p:nvSpPr>
        <p:spPr>
          <a:xfrm>
            <a:off x="3257771" y="579955"/>
            <a:ext cx="5676458" cy="461665"/>
          </a:xfrm>
          <a:prstGeom prst="rect">
            <a:avLst/>
          </a:prstGeom>
          <a:noFill/>
        </p:spPr>
        <p:txBody>
          <a:bodyPr wrap="square" rtlCol="0">
            <a:spAutoFit/>
          </a:bodyPr>
          <a:lstStyle/>
          <a:p>
            <a:pPr algn="ctr"/>
            <a:r>
              <a:rPr lang="en-US" sz="2400" b="1" dirty="0">
                <a:latin typeface="Roboto" panose="02000000000000000000" pitchFamily="2" charset="0"/>
                <a:ea typeface="Roboto" panose="02000000000000000000" pitchFamily="2" charset="0"/>
              </a:rPr>
              <a:t>EDUCATIONAL INFOGRAPHIC</a:t>
            </a:r>
          </a:p>
        </p:txBody>
      </p:sp>
      <p:grpSp>
        <p:nvGrpSpPr>
          <p:cNvPr id="27" name="Group 26">
            <a:extLst>
              <a:ext uri="{FF2B5EF4-FFF2-40B4-BE49-F238E27FC236}">
                <a16:creationId xmlns:a16="http://schemas.microsoft.com/office/drawing/2014/main" id="{DECF9718-F675-4126-8C98-1144B144E27F}"/>
              </a:ext>
            </a:extLst>
          </p:cNvPr>
          <p:cNvGrpSpPr/>
          <p:nvPr/>
        </p:nvGrpSpPr>
        <p:grpSpPr>
          <a:xfrm>
            <a:off x="4766135" y="2337866"/>
            <a:ext cx="2659730" cy="3874214"/>
            <a:chOff x="4764707" y="2218133"/>
            <a:chExt cx="2659730" cy="3874214"/>
          </a:xfrm>
        </p:grpSpPr>
        <p:sp>
          <p:nvSpPr>
            <p:cNvPr id="9" name="Freeform: Shape 8">
              <a:extLst>
                <a:ext uri="{FF2B5EF4-FFF2-40B4-BE49-F238E27FC236}">
                  <a16:creationId xmlns:a16="http://schemas.microsoft.com/office/drawing/2014/main" id="{C322D21C-B215-4F61-A8AB-ED1985E0B333}"/>
                </a:ext>
              </a:extLst>
            </p:cNvPr>
            <p:cNvSpPr/>
            <p:nvPr/>
          </p:nvSpPr>
          <p:spPr>
            <a:xfrm>
              <a:off x="5666988" y="5448461"/>
              <a:ext cx="855168" cy="145632"/>
            </a:xfrm>
            <a:custGeom>
              <a:avLst/>
              <a:gdLst>
                <a:gd name="connsiteX0" fmla="*/ 855168 w 855168"/>
                <a:gd name="connsiteY0" fmla="*/ 72822 h 145632"/>
                <a:gd name="connsiteX1" fmla="*/ 760943 w 855168"/>
                <a:gd name="connsiteY1" fmla="*/ 145633 h 145632"/>
                <a:gd name="connsiteX2" fmla="*/ 93512 w 855168"/>
                <a:gd name="connsiteY2" fmla="*/ 145633 h 145632"/>
                <a:gd name="connsiteX3" fmla="*/ 0 w 855168"/>
                <a:gd name="connsiteY3" fmla="*/ 72822 h 145632"/>
                <a:gd name="connsiteX4" fmla="*/ 0 w 855168"/>
                <a:gd name="connsiteY4" fmla="*/ 72822 h 145632"/>
                <a:gd name="connsiteX5" fmla="*/ 93512 w 855168"/>
                <a:gd name="connsiteY5" fmla="*/ 11 h 145632"/>
                <a:gd name="connsiteX6" fmla="*/ 760943 w 855168"/>
                <a:gd name="connsiteY6" fmla="*/ 11 h 145632"/>
                <a:gd name="connsiteX7" fmla="*/ 855168 w 855168"/>
                <a:gd name="connsiteY7" fmla="*/ 72822 h 145632"/>
                <a:gd name="connsiteX8" fmla="*/ 855168 w 855168"/>
                <a:gd name="connsiteY8" fmla="*/ 72822 h 1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5168" h="145632">
                  <a:moveTo>
                    <a:pt x="855168" y="72822"/>
                  </a:moveTo>
                  <a:cubicBezTo>
                    <a:pt x="855168" y="113510"/>
                    <a:pt x="813052" y="145633"/>
                    <a:pt x="760943" y="145633"/>
                  </a:cubicBezTo>
                  <a:lnTo>
                    <a:pt x="93512" y="145633"/>
                  </a:lnTo>
                  <a:cubicBezTo>
                    <a:pt x="41402" y="145633"/>
                    <a:pt x="0" y="112796"/>
                    <a:pt x="0" y="72822"/>
                  </a:cubicBezTo>
                  <a:lnTo>
                    <a:pt x="0" y="72822"/>
                  </a:lnTo>
                  <a:cubicBezTo>
                    <a:pt x="0" y="32134"/>
                    <a:pt x="42116" y="11"/>
                    <a:pt x="93512" y="11"/>
                  </a:cubicBezTo>
                  <a:lnTo>
                    <a:pt x="760943" y="11"/>
                  </a:lnTo>
                  <a:cubicBezTo>
                    <a:pt x="813052" y="-702"/>
                    <a:pt x="855168" y="32134"/>
                    <a:pt x="855168" y="72822"/>
                  </a:cubicBezTo>
                  <a:lnTo>
                    <a:pt x="855168" y="72822"/>
                  </a:lnTo>
                  <a:close/>
                </a:path>
              </a:pathLst>
            </a:custGeom>
            <a:gradFill>
              <a:gsLst>
                <a:gs pos="0">
                  <a:schemeClr val="tx1"/>
                </a:gs>
                <a:gs pos="100000">
                  <a:schemeClr val="tx1">
                    <a:lumMod val="90000"/>
                    <a:lumOff val="10000"/>
                  </a:schemeClr>
                </a:gs>
              </a:gsLst>
              <a:lin ang="0" scaled="1"/>
            </a:gradFill>
            <a:ln w="71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17FA95A3-869F-42F7-B110-41006089B277}"/>
                </a:ext>
              </a:extLst>
            </p:cNvPr>
            <p:cNvSpPr/>
            <p:nvPr/>
          </p:nvSpPr>
          <p:spPr>
            <a:xfrm>
              <a:off x="5666988" y="5614081"/>
              <a:ext cx="855168" cy="145621"/>
            </a:xfrm>
            <a:custGeom>
              <a:avLst/>
              <a:gdLst>
                <a:gd name="connsiteX0" fmla="*/ 855168 w 855168"/>
                <a:gd name="connsiteY0" fmla="*/ 72811 h 145621"/>
                <a:gd name="connsiteX1" fmla="*/ 760943 w 855168"/>
                <a:gd name="connsiteY1" fmla="*/ 145621 h 145621"/>
                <a:gd name="connsiteX2" fmla="*/ 93512 w 855168"/>
                <a:gd name="connsiteY2" fmla="*/ 145621 h 145621"/>
                <a:gd name="connsiteX3" fmla="*/ 0 w 855168"/>
                <a:gd name="connsiteY3" fmla="*/ 72811 h 145621"/>
                <a:gd name="connsiteX4" fmla="*/ 0 w 855168"/>
                <a:gd name="connsiteY4" fmla="*/ 72811 h 145621"/>
                <a:gd name="connsiteX5" fmla="*/ 93512 w 855168"/>
                <a:gd name="connsiteY5" fmla="*/ 0 h 145621"/>
                <a:gd name="connsiteX6" fmla="*/ 760943 w 855168"/>
                <a:gd name="connsiteY6" fmla="*/ 0 h 145621"/>
                <a:gd name="connsiteX7" fmla="*/ 855168 w 855168"/>
                <a:gd name="connsiteY7" fmla="*/ 72811 h 145621"/>
                <a:gd name="connsiteX8" fmla="*/ 855168 w 855168"/>
                <a:gd name="connsiteY8" fmla="*/ 72811 h 145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5168" h="145621">
                  <a:moveTo>
                    <a:pt x="855168" y="72811"/>
                  </a:moveTo>
                  <a:cubicBezTo>
                    <a:pt x="855168" y="113499"/>
                    <a:pt x="813052" y="145621"/>
                    <a:pt x="760943" y="145621"/>
                  </a:cubicBezTo>
                  <a:lnTo>
                    <a:pt x="93512" y="145621"/>
                  </a:lnTo>
                  <a:cubicBezTo>
                    <a:pt x="41402" y="145621"/>
                    <a:pt x="0" y="112785"/>
                    <a:pt x="0" y="72811"/>
                  </a:cubicBezTo>
                  <a:lnTo>
                    <a:pt x="0" y="72811"/>
                  </a:lnTo>
                  <a:cubicBezTo>
                    <a:pt x="0" y="32122"/>
                    <a:pt x="42116" y="0"/>
                    <a:pt x="93512" y="0"/>
                  </a:cubicBezTo>
                  <a:lnTo>
                    <a:pt x="760943" y="0"/>
                  </a:lnTo>
                  <a:cubicBezTo>
                    <a:pt x="813052" y="0"/>
                    <a:pt x="855168" y="32836"/>
                    <a:pt x="855168" y="72811"/>
                  </a:cubicBezTo>
                  <a:lnTo>
                    <a:pt x="855168" y="72811"/>
                  </a:lnTo>
                  <a:close/>
                </a:path>
              </a:pathLst>
            </a:custGeom>
            <a:gradFill>
              <a:gsLst>
                <a:gs pos="0">
                  <a:schemeClr val="tx1"/>
                </a:gs>
                <a:gs pos="100000">
                  <a:schemeClr val="tx1">
                    <a:lumMod val="90000"/>
                    <a:lumOff val="10000"/>
                  </a:schemeClr>
                </a:gs>
              </a:gsLst>
              <a:lin ang="0" scaled="1"/>
            </a:gradFill>
            <a:ln w="71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82B7FE4-71D7-450F-8684-891E2B56A9CC}"/>
                </a:ext>
              </a:extLst>
            </p:cNvPr>
            <p:cNvSpPr/>
            <p:nvPr/>
          </p:nvSpPr>
          <p:spPr>
            <a:xfrm>
              <a:off x="5666988" y="5780403"/>
              <a:ext cx="855168" cy="145621"/>
            </a:xfrm>
            <a:custGeom>
              <a:avLst/>
              <a:gdLst>
                <a:gd name="connsiteX0" fmla="*/ 855168 w 855168"/>
                <a:gd name="connsiteY0" fmla="*/ 72811 h 145621"/>
                <a:gd name="connsiteX1" fmla="*/ 760943 w 855168"/>
                <a:gd name="connsiteY1" fmla="*/ 145622 h 145621"/>
                <a:gd name="connsiteX2" fmla="*/ 93512 w 855168"/>
                <a:gd name="connsiteY2" fmla="*/ 145622 h 145621"/>
                <a:gd name="connsiteX3" fmla="*/ 0 w 855168"/>
                <a:gd name="connsiteY3" fmla="*/ 72811 h 145621"/>
                <a:gd name="connsiteX4" fmla="*/ 0 w 855168"/>
                <a:gd name="connsiteY4" fmla="*/ 72811 h 145621"/>
                <a:gd name="connsiteX5" fmla="*/ 93512 w 855168"/>
                <a:gd name="connsiteY5" fmla="*/ 0 h 145621"/>
                <a:gd name="connsiteX6" fmla="*/ 760943 w 855168"/>
                <a:gd name="connsiteY6" fmla="*/ 0 h 145621"/>
                <a:gd name="connsiteX7" fmla="*/ 855168 w 855168"/>
                <a:gd name="connsiteY7" fmla="*/ 72811 h 145621"/>
                <a:gd name="connsiteX8" fmla="*/ 855168 w 855168"/>
                <a:gd name="connsiteY8" fmla="*/ 72811 h 145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5168" h="145621">
                  <a:moveTo>
                    <a:pt x="855168" y="72811"/>
                  </a:moveTo>
                  <a:cubicBezTo>
                    <a:pt x="855168" y="113499"/>
                    <a:pt x="813052" y="145622"/>
                    <a:pt x="760943" y="145622"/>
                  </a:cubicBezTo>
                  <a:lnTo>
                    <a:pt x="93512" y="145622"/>
                  </a:lnTo>
                  <a:cubicBezTo>
                    <a:pt x="41402" y="145622"/>
                    <a:pt x="0" y="112785"/>
                    <a:pt x="0" y="72811"/>
                  </a:cubicBezTo>
                  <a:lnTo>
                    <a:pt x="0" y="72811"/>
                  </a:lnTo>
                  <a:cubicBezTo>
                    <a:pt x="0" y="32122"/>
                    <a:pt x="42116" y="0"/>
                    <a:pt x="93512" y="0"/>
                  </a:cubicBezTo>
                  <a:lnTo>
                    <a:pt x="760943" y="0"/>
                  </a:lnTo>
                  <a:cubicBezTo>
                    <a:pt x="813052" y="0"/>
                    <a:pt x="855168" y="32836"/>
                    <a:pt x="855168" y="72811"/>
                  </a:cubicBezTo>
                  <a:lnTo>
                    <a:pt x="855168" y="72811"/>
                  </a:lnTo>
                  <a:close/>
                </a:path>
              </a:pathLst>
            </a:custGeom>
            <a:gradFill>
              <a:gsLst>
                <a:gs pos="0">
                  <a:schemeClr val="tx1"/>
                </a:gs>
                <a:gs pos="100000">
                  <a:schemeClr val="tx1">
                    <a:lumMod val="90000"/>
                    <a:lumOff val="10000"/>
                  </a:schemeClr>
                </a:gs>
              </a:gsLst>
              <a:lin ang="0" scaled="1"/>
            </a:gradFill>
            <a:ln w="71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42708CF-7787-4714-BB72-CBC4621EFB94}"/>
                </a:ext>
              </a:extLst>
            </p:cNvPr>
            <p:cNvSpPr/>
            <p:nvPr/>
          </p:nvSpPr>
          <p:spPr>
            <a:xfrm>
              <a:off x="5851870" y="5946726"/>
              <a:ext cx="485404" cy="145621"/>
            </a:xfrm>
            <a:custGeom>
              <a:avLst/>
              <a:gdLst>
                <a:gd name="connsiteX0" fmla="*/ 485404 w 485404"/>
                <a:gd name="connsiteY0" fmla="*/ 0 h 145621"/>
                <a:gd name="connsiteX1" fmla="*/ 242702 w 485404"/>
                <a:gd name="connsiteY1" fmla="*/ 145622 h 145621"/>
                <a:gd name="connsiteX2" fmla="*/ 0 w 485404"/>
                <a:gd name="connsiteY2" fmla="*/ 0 h 145621"/>
                <a:gd name="connsiteX3" fmla="*/ 485404 w 485404"/>
                <a:gd name="connsiteY3" fmla="*/ 0 h 145621"/>
              </a:gdLst>
              <a:ahLst/>
              <a:cxnLst>
                <a:cxn ang="0">
                  <a:pos x="connsiteX0" y="connsiteY0"/>
                </a:cxn>
                <a:cxn ang="0">
                  <a:pos x="connsiteX1" y="connsiteY1"/>
                </a:cxn>
                <a:cxn ang="0">
                  <a:pos x="connsiteX2" y="connsiteY2"/>
                </a:cxn>
                <a:cxn ang="0">
                  <a:pos x="connsiteX3" y="connsiteY3"/>
                </a:cxn>
              </a:cxnLst>
              <a:rect l="l" t="t" r="r" b="b"/>
              <a:pathLst>
                <a:path w="485404" h="145621">
                  <a:moveTo>
                    <a:pt x="485404" y="0"/>
                  </a:moveTo>
                  <a:cubicBezTo>
                    <a:pt x="485404" y="80663"/>
                    <a:pt x="376902" y="145622"/>
                    <a:pt x="242702" y="145622"/>
                  </a:cubicBezTo>
                  <a:cubicBezTo>
                    <a:pt x="108502" y="145622"/>
                    <a:pt x="0" y="80663"/>
                    <a:pt x="0" y="0"/>
                  </a:cubicBezTo>
                  <a:lnTo>
                    <a:pt x="485404" y="0"/>
                  </a:lnTo>
                  <a:close/>
                </a:path>
              </a:pathLst>
            </a:custGeom>
            <a:gradFill>
              <a:gsLst>
                <a:gs pos="0">
                  <a:schemeClr val="tx1"/>
                </a:gs>
                <a:gs pos="100000">
                  <a:schemeClr val="tx1">
                    <a:lumMod val="90000"/>
                    <a:lumOff val="10000"/>
                  </a:schemeClr>
                </a:gs>
              </a:gsLst>
              <a:lin ang="0" scaled="1"/>
            </a:gradFill>
            <a:ln w="71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AF71EE8-A0A9-4398-9FB9-856BFE96978E}"/>
                </a:ext>
              </a:extLst>
            </p:cNvPr>
            <p:cNvSpPr/>
            <p:nvPr/>
          </p:nvSpPr>
          <p:spPr>
            <a:xfrm>
              <a:off x="5234407" y="4276363"/>
              <a:ext cx="855168" cy="1143555"/>
            </a:xfrm>
            <a:custGeom>
              <a:avLst/>
              <a:gdLst>
                <a:gd name="connsiteX0" fmla="*/ 735959 w 855168"/>
                <a:gd name="connsiteY0" fmla="*/ 718827 h 1143555"/>
                <a:gd name="connsiteX1" fmla="*/ 601759 w 855168"/>
                <a:gd name="connsiteY1" fmla="*/ 388324 h 1143555"/>
                <a:gd name="connsiteX2" fmla="*/ 301236 w 855168"/>
                <a:gd name="connsiteY2" fmla="*/ 0 h 1143555"/>
                <a:gd name="connsiteX3" fmla="*/ 0 w 855168"/>
                <a:gd name="connsiteY3" fmla="*/ 301236 h 1143555"/>
                <a:gd name="connsiteX4" fmla="*/ 240561 w 855168"/>
                <a:gd name="connsiteY4" fmla="*/ 612466 h 1143555"/>
                <a:gd name="connsiteX5" fmla="*/ 624601 w 855168"/>
                <a:gd name="connsiteY5" fmla="*/ 1143556 h 1143555"/>
                <a:gd name="connsiteX6" fmla="*/ 825901 w 855168"/>
                <a:gd name="connsiteY6" fmla="*/ 1143556 h 1143555"/>
                <a:gd name="connsiteX7" fmla="*/ 855168 w 855168"/>
                <a:gd name="connsiteY7" fmla="*/ 1143556 h 1143555"/>
                <a:gd name="connsiteX8" fmla="*/ 855168 w 855168"/>
                <a:gd name="connsiteY8" fmla="*/ 718827 h 1143555"/>
                <a:gd name="connsiteX9" fmla="*/ 735959 w 855168"/>
                <a:gd name="connsiteY9" fmla="*/ 718827 h 1143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5168" h="1143555">
                  <a:moveTo>
                    <a:pt x="735959" y="718827"/>
                  </a:moveTo>
                  <a:cubicBezTo>
                    <a:pt x="710261" y="628170"/>
                    <a:pt x="675283" y="507533"/>
                    <a:pt x="601759" y="388324"/>
                  </a:cubicBezTo>
                  <a:cubicBezTo>
                    <a:pt x="513244" y="246271"/>
                    <a:pt x="397603" y="107075"/>
                    <a:pt x="301236" y="0"/>
                  </a:cubicBezTo>
                  <a:lnTo>
                    <a:pt x="0" y="301236"/>
                  </a:lnTo>
                  <a:cubicBezTo>
                    <a:pt x="76380" y="386896"/>
                    <a:pt x="171319" y="501109"/>
                    <a:pt x="240561" y="612466"/>
                  </a:cubicBezTo>
                  <a:cubicBezTo>
                    <a:pt x="376902" y="832326"/>
                    <a:pt x="309088" y="1143556"/>
                    <a:pt x="624601" y="1143556"/>
                  </a:cubicBezTo>
                  <a:lnTo>
                    <a:pt x="825901" y="1143556"/>
                  </a:lnTo>
                  <a:lnTo>
                    <a:pt x="855168" y="1143556"/>
                  </a:lnTo>
                  <a:lnTo>
                    <a:pt x="855168" y="718827"/>
                  </a:lnTo>
                  <a:lnTo>
                    <a:pt x="735959" y="718827"/>
                  </a:lnTo>
                  <a:close/>
                </a:path>
              </a:pathLst>
            </a:custGeom>
            <a:gradFill flip="none" rotWithShape="1">
              <a:gsLst>
                <a:gs pos="0">
                  <a:schemeClr val="accent1"/>
                </a:gs>
                <a:gs pos="100000">
                  <a:schemeClr val="accent2"/>
                </a:gs>
              </a:gsLst>
              <a:lin ang="13800000" scaled="0"/>
              <a:tileRect/>
            </a:gradFill>
            <a:ln w="71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9AF0AFAC-DC99-48AB-B70C-2E0C2560E3D6}"/>
                </a:ext>
              </a:extLst>
            </p:cNvPr>
            <p:cNvSpPr/>
            <p:nvPr/>
          </p:nvSpPr>
          <p:spPr>
            <a:xfrm>
              <a:off x="6099569" y="4275650"/>
              <a:ext cx="855168" cy="1144269"/>
            </a:xfrm>
            <a:custGeom>
              <a:avLst/>
              <a:gdLst>
                <a:gd name="connsiteX0" fmla="*/ 252696 w 855168"/>
                <a:gd name="connsiteY0" fmla="*/ 389751 h 1144269"/>
                <a:gd name="connsiteX1" fmla="*/ 118496 w 855168"/>
                <a:gd name="connsiteY1" fmla="*/ 720255 h 1144269"/>
                <a:gd name="connsiteX2" fmla="*/ 0 w 855168"/>
                <a:gd name="connsiteY2" fmla="*/ 720255 h 1144269"/>
                <a:gd name="connsiteX3" fmla="*/ 0 w 855168"/>
                <a:gd name="connsiteY3" fmla="*/ 1144270 h 1144269"/>
                <a:gd name="connsiteX4" fmla="*/ 27839 w 855168"/>
                <a:gd name="connsiteY4" fmla="*/ 1144270 h 1144269"/>
                <a:gd name="connsiteX5" fmla="*/ 229139 w 855168"/>
                <a:gd name="connsiteY5" fmla="*/ 1144270 h 1144269"/>
                <a:gd name="connsiteX6" fmla="*/ 613180 w 855168"/>
                <a:gd name="connsiteY6" fmla="*/ 613180 h 1144269"/>
                <a:gd name="connsiteX7" fmla="*/ 855168 w 855168"/>
                <a:gd name="connsiteY7" fmla="*/ 300522 h 1144269"/>
                <a:gd name="connsiteX8" fmla="*/ 554646 w 855168"/>
                <a:gd name="connsiteY8" fmla="*/ 0 h 1144269"/>
                <a:gd name="connsiteX9" fmla="*/ 252696 w 855168"/>
                <a:gd name="connsiteY9" fmla="*/ 389751 h 1144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5168" h="1144269">
                  <a:moveTo>
                    <a:pt x="252696" y="389751"/>
                  </a:moveTo>
                  <a:cubicBezTo>
                    <a:pt x="179171" y="508247"/>
                    <a:pt x="144194" y="628884"/>
                    <a:pt x="118496" y="720255"/>
                  </a:cubicBezTo>
                  <a:lnTo>
                    <a:pt x="0" y="720255"/>
                  </a:lnTo>
                  <a:lnTo>
                    <a:pt x="0" y="1144270"/>
                  </a:lnTo>
                  <a:lnTo>
                    <a:pt x="27839" y="1144270"/>
                  </a:lnTo>
                  <a:lnTo>
                    <a:pt x="229139" y="1144270"/>
                  </a:lnTo>
                  <a:cubicBezTo>
                    <a:pt x="545366" y="1144270"/>
                    <a:pt x="476838" y="833040"/>
                    <a:pt x="613180" y="613180"/>
                  </a:cubicBezTo>
                  <a:cubicBezTo>
                    <a:pt x="683135" y="500395"/>
                    <a:pt x="778075" y="386182"/>
                    <a:pt x="855168" y="300522"/>
                  </a:cubicBezTo>
                  <a:lnTo>
                    <a:pt x="554646" y="0"/>
                  </a:lnTo>
                  <a:cubicBezTo>
                    <a:pt x="458279" y="105647"/>
                    <a:pt x="341211" y="246271"/>
                    <a:pt x="252696" y="389751"/>
                  </a:cubicBezTo>
                  <a:close/>
                </a:path>
              </a:pathLst>
            </a:custGeom>
            <a:gradFill flip="none" rotWithShape="1">
              <a:gsLst>
                <a:gs pos="0">
                  <a:schemeClr val="accent5"/>
                </a:gs>
                <a:gs pos="100000">
                  <a:schemeClr val="accent6"/>
                </a:gs>
              </a:gsLst>
              <a:lin ang="8100000" scaled="1"/>
              <a:tileRect/>
            </a:gradFill>
            <a:ln w="7125" cap="flat">
              <a:noFill/>
              <a:prstDash val="solid"/>
              <a:miter/>
            </a:ln>
          </p:spPr>
          <p:txBody>
            <a:bodyPr rtlCol="0" anchor="ctr"/>
            <a:lstStyle/>
            <a:p>
              <a:endParaRPr lang="en-US" dirty="0"/>
            </a:p>
          </p:txBody>
        </p:sp>
        <p:sp>
          <p:nvSpPr>
            <p:cNvPr id="24" name="Freeform: Shape 23">
              <a:extLst>
                <a:ext uri="{FF2B5EF4-FFF2-40B4-BE49-F238E27FC236}">
                  <a16:creationId xmlns:a16="http://schemas.microsoft.com/office/drawing/2014/main" id="{3F6F1188-4997-4449-96B7-B84A6562C28D}"/>
                </a:ext>
              </a:extLst>
            </p:cNvPr>
            <p:cNvSpPr/>
            <p:nvPr/>
          </p:nvSpPr>
          <p:spPr>
            <a:xfrm rot="16200000">
              <a:off x="6107420" y="3251303"/>
              <a:ext cx="1870235" cy="763798"/>
            </a:xfrm>
            <a:custGeom>
              <a:avLst/>
              <a:gdLst>
                <a:gd name="connsiteX0" fmla="*/ 1870235 w 1870235"/>
                <a:gd name="connsiteY0" fmla="*/ 453282 h 763798"/>
                <a:gd name="connsiteX1" fmla="*/ 1016494 w 1870235"/>
                <a:gd name="connsiteY1" fmla="*/ 763798 h 763798"/>
                <a:gd name="connsiteX2" fmla="*/ 864448 w 1870235"/>
                <a:gd name="connsiteY2" fmla="*/ 755232 h 763798"/>
                <a:gd name="connsiteX3" fmla="*/ 864448 w 1870235"/>
                <a:gd name="connsiteY3" fmla="*/ 753804 h 763798"/>
                <a:gd name="connsiteX4" fmla="*/ 855169 w 1870235"/>
                <a:gd name="connsiteY4" fmla="*/ 753804 h 763798"/>
                <a:gd name="connsiteX5" fmla="*/ 855169 w 1870235"/>
                <a:gd name="connsiteY5" fmla="*/ 753805 h 763798"/>
                <a:gd name="connsiteX6" fmla="*/ 855163 w 1870235"/>
                <a:gd name="connsiteY6" fmla="*/ 753804 h 763798"/>
                <a:gd name="connsiteX7" fmla="*/ 829666 w 1870235"/>
                <a:gd name="connsiteY7" fmla="*/ 753804 h 763798"/>
                <a:gd name="connsiteX8" fmla="*/ 829666 w 1870235"/>
                <a:gd name="connsiteY8" fmla="*/ 749538 h 763798"/>
                <a:gd name="connsiteX9" fmla="*/ 738803 w 1870235"/>
                <a:gd name="connsiteY9" fmla="*/ 734337 h 763798"/>
                <a:gd name="connsiteX10" fmla="*/ 53538 w 1870235"/>
                <a:gd name="connsiteY10" fmla="*/ 349777 h 763798"/>
                <a:gd name="connsiteX11" fmla="*/ 0 w 1870235"/>
                <a:gd name="connsiteY11" fmla="*/ 300523 h 763798"/>
                <a:gd name="connsiteX12" fmla="*/ 300523 w 1870235"/>
                <a:gd name="connsiteY12" fmla="*/ 0 h 763798"/>
                <a:gd name="connsiteX13" fmla="*/ 344067 w 1870235"/>
                <a:gd name="connsiteY13" fmla="*/ 39975 h 763798"/>
                <a:gd name="connsiteX14" fmla="*/ 361198 w 1870235"/>
                <a:gd name="connsiteY14" fmla="*/ 57106 h 763798"/>
                <a:gd name="connsiteX15" fmla="*/ 855169 w 1870235"/>
                <a:gd name="connsiteY15" fmla="*/ 324079 h 763798"/>
                <a:gd name="connsiteX16" fmla="*/ 855169 w 1870235"/>
                <a:gd name="connsiteY16" fmla="*/ 329573 h 763798"/>
                <a:gd name="connsiteX17" fmla="*/ 864448 w 1870235"/>
                <a:gd name="connsiteY17" fmla="*/ 329573 h 763798"/>
                <a:gd name="connsiteX18" fmla="*/ 864448 w 1870235"/>
                <a:gd name="connsiteY18" fmla="*/ 325506 h 763798"/>
                <a:gd name="connsiteX19" fmla="*/ 1016494 w 1870235"/>
                <a:gd name="connsiteY19" fmla="*/ 339069 h 763798"/>
                <a:gd name="connsiteX20" fmla="*/ 1567571 w 1870235"/>
                <a:gd name="connsiteY20" fmla="*/ 150618 h 763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70235" h="763798">
                  <a:moveTo>
                    <a:pt x="1870235" y="453282"/>
                  </a:moveTo>
                  <a:cubicBezTo>
                    <a:pt x="1638954" y="646730"/>
                    <a:pt x="1341287" y="763798"/>
                    <a:pt x="1016494" y="763798"/>
                  </a:cubicBezTo>
                  <a:cubicBezTo>
                    <a:pt x="965098" y="763798"/>
                    <a:pt x="914416" y="760943"/>
                    <a:pt x="864448" y="755232"/>
                  </a:cubicBezTo>
                  <a:lnTo>
                    <a:pt x="864448" y="753804"/>
                  </a:lnTo>
                  <a:lnTo>
                    <a:pt x="855169" y="753804"/>
                  </a:lnTo>
                  <a:lnTo>
                    <a:pt x="855169" y="753805"/>
                  </a:lnTo>
                  <a:lnTo>
                    <a:pt x="855163" y="753804"/>
                  </a:lnTo>
                  <a:lnTo>
                    <a:pt x="829666" y="753804"/>
                  </a:lnTo>
                  <a:lnTo>
                    <a:pt x="829666" y="749538"/>
                  </a:lnTo>
                  <a:lnTo>
                    <a:pt x="738803" y="734337"/>
                  </a:lnTo>
                  <a:cubicBezTo>
                    <a:pt x="471396" y="677381"/>
                    <a:pt x="234048" y="540905"/>
                    <a:pt x="53538" y="349777"/>
                  </a:cubicBezTo>
                  <a:cubicBezTo>
                    <a:pt x="37834" y="334786"/>
                    <a:pt x="19274" y="318368"/>
                    <a:pt x="0" y="300523"/>
                  </a:cubicBezTo>
                  <a:lnTo>
                    <a:pt x="300523" y="0"/>
                  </a:lnTo>
                  <a:cubicBezTo>
                    <a:pt x="316227" y="13563"/>
                    <a:pt x="330504" y="27125"/>
                    <a:pt x="344067" y="39975"/>
                  </a:cubicBezTo>
                  <a:cubicBezTo>
                    <a:pt x="349777" y="45685"/>
                    <a:pt x="355488" y="51396"/>
                    <a:pt x="361198" y="57106"/>
                  </a:cubicBezTo>
                  <a:cubicBezTo>
                    <a:pt x="496112" y="199159"/>
                    <a:pt x="667432" y="290529"/>
                    <a:pt x="855169" y="324079"/>
                  </a:cubicBezTo>
                  <a:lnTo>
                    <a:pt x="855169" y="329573"/>
                  </a:lnTo>
                  <a:lnTo>
                    <a:pt x="864448" y="329573"/>
                  </a:lnTo>
                  <a:lnTo>
                    <a:pt x="864448" y="325506"/>
                  </a:lnTo>
                  <a:cubicBezTo>
                    <a:pt x="914416" y="334072"/>
                    <a:pt x="965098" y="339069"/>
                    <a:pt x="1016494" y="339069"/>
                  </a:cubicBezTo>
                  <a:cubicBezTo>
                    <a:pt x="1224219" y="339069"/>
                    <a:pt x="1414811" y="268400"/>
                    <a:pt x="1567571" y="150618"/>
                  </a:cubicBezTo>
                  <a:close/>
                </a:path>
              </a:pathLst>
            </a:custGeom>
            <a:gradFill flip="none" rotWithShape="1">
              <a:gsLst>
                <a:gs pos="0">
                  <a:schemeClr val="accent4"/>
                </a:gs>
                <a:gs pos="100000">
                  <a:schemeClr val="accent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99F9ACE2-52F7-416A-AF6F-D5341BCD35BF}"/>
                </a:ext>
              </a:extLst>
            </p:cNvPr>
            <p:cNvSpPr/>
            <p:nvPr/>
          </p:nvSpPr>
          <p:spPr>
            <a:xfrm>
              <a:off x="5082360" y="2218133"/>
              <a:ext cx="2025850" cy="774764"/>
            </a:xfrm>
            <a:custGeom>
              <a:avLst/>
              <a:gdLst>
                <a:gd name="connsiteX0" fmla="*/ 983496 w 2025850"/>
                <a:gd name="connsiteY0" fmla="*/ 0 h 774764"/>
                <a:gd name="connsiteX1" fmla="*/ 1043781 w 2025850"/>
                <a:gd name="connsiteY1" fmla="*/ 0 h 774764"/>
                <a:gd name="connsiteX2" fmla="*/ 1043781 w 2025850"/>
                <a:gd name="connsiteY2" fmla="*/ 5402 h 774764"/>
                <a:gd name="connsiteX3" fmla="*/ 1166565 w 2025850"/>
                <a:gd name="connsiteY3" fmla="*/ 12676 h 774764"/>
                <a:gd name="connsiteX4" fmla="*/ 2025850 w 2025850"/>
                <a:gd name="connsiteY4" fmla="*/ 472100 h 774764"/>
                <a:gd name="connsiteX5" fmla="*/ 1723186 w 2025850"/>
                <a:gd name="connsiteY5" fmla="*/ 774764 h 774764"/>
                <a:gd name="connsiteX6" fmla="*/ 1017208 w 2025850"/>
                <a:gd name="connsiteY6" fmla="*/ 428556 h 774764"/>
                <a:gd name="connsiteX7" fmla="*/ 1017208 w 2025850"/>
                <a:gd name="connsiteY7" fmla="*/ 424231 h 774764"/>
                <a:gd name="connsiteX8" fmla="*/ 1007214 w 2025850"/>
                <a:gd name="connsiteY8" fmla="*/ 424231 h 774764"/>
                <a:gd name="connsiteX9" fmla="*/ 1007214 w 2025850"/>
                <a:gd name="connsiteY9" fmla="*/ 428556 h 774764"/>
                <a:gd name="connsiteX10" fmla="*/ 302664 w 2025850"/>
                <a:gd name="connsiteY10" fmla="*/ 774764 h 774764"/>
                <a:gd name="connsiteX11" fmla="*/ 0 w 2025850"/>
                <a:gd name="connsiteY11" fmla="*/ 472100 h 774764"/>
                <a:gd name="connsiteX12" fmla="*/ 858094 w 2025850"/>
                <a:gd name="connsiteY12" fmla="*/ 12647 h 774764"/>
                <a:gd name="connsiteX13" fmla="*/ 983496 w 2025850"/>
                <a:gd name="connsiteY13" fmla="*/ 5230 h 77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25850" h="774764">
                  <a:moveTo>
                    <a:pt x="983496" y="0"/>
                  </a:moveTo>
                  <a:lnTo>
                    <a:pt x="1043781" y="0"/>
                  </a:lnTo>
                  <a:lnTo>
                    <a:pt x="1043781" y="5402"/>
                  </a:lnTo>
                  <a:lnTo>
                    <a:pt x="1166565" y="12676"/>
                  </a:lnTo>
                  <a:cubicBezTo>
                    <a:pt x="1509695" y="52368"/>
                    <a:pt x="1812861" y="222884"/>
                    <a:pt x="2025850" y="472100"/>
                  </a:cubicBezTo>
                  <a:lnTo>
                    <a:pt x="1723186" y="774764"/>
                  </a:lnTo>
                  <a:cubicBezTo>
                    <a:pt x="1557577" y="565611"/>
                    <a:pt x="1303454" y="429984"/>
                    <a:pt x="1017208" y="428556"/>
                  </a:cubicBezTo>
                  <a:lnTo>
                    <a:pt x="1017208" y="424231"/>
                  </a:lnTo>
                  <a:lnTo>
                    <a:pt x="1007214" y="424231"/>
                  </a:lnTo>
                  <a:lnTo>
                    <a:pt x="1007214" y="428556"/>
                  </a:lnTo>
                  <a:cubicBezTo>
                    <a:pt x="721682" y="430697"/>
                    <a:pt x="466845" y="565611"/>
                    <a:pt x="302664" y="774764"/>
                  </a:cubicBezTo>
                  <a:lnTo>
                    <a:pt x="0" y="472100"/>
                  </a:lnTo>
                  <a:cubicBezTo>
                    <a:pt x="212364" y="222260"/>
                    <a:pt x="515452" y="52212"/>
                    <a:pt x="858094" y="12647"/>
                  </a:cubicBezTo>
                  <a:lnTo>
                    <a:pt x="983496" y="5230"/>
                  </a:lnTo>
                  <a:close/>
                </a:path>
              </a:pathLst>
            </a:custGeom>
            <a:gradFill>
              <a:gsLst>
                <a:gs pos="0">
                  <a:schemeClr val="accent3"/>
                </a:gs>
                <a:gs pos="100000">
                  <a:schemeClr val="accent4"/>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35F101D5-3DD1-4686-997E-06650702EC38}"/>
                </a:ext>
              </a:extLst>
            </p:cNvPr>
            <p:cNvSpPr/>
            <p:nvPr/>
          </p:nvSpPr>
          <p:spPr>
            <a:xfrm rot="16200000">
              <a:off x="4210061" y="3252017"/>
              <a:ext cx="1872377" cy="763085"/>
            </a:xfrm>
            <a:custGeom>
              <a:avLst/>
              <a:gdLst>
                <a:gd name="connsiteX0" fmla="*/ 1872377 w 1872377"/>
                <a:gd name="connsiteY0" fmla="*/ 310517 h 763085"/>
                <a:gd name="connsiteX1" fmla="*/ 1568999 w 1872377"/>
                <a:gd name="connsiteY1" fmla="*/ 613181 h 763085"/>
                <a:gd name="connsiteX2" fmla="*/ 1017922 w 1872377"/>
                <a:gd name="connsiteY2" fmla="*/ 424730 h 763085"/>
                <a:gd name="connsiteX3" fmla="*/ 886740 w 1872377"/>
                <a:gd name="connsiteY3" fmla="*/ 435868 h 763085"/>
                <a:gd name="connsiteX4" fmla="*/ 886740 w 1872377"/>
                <a:gd name="connsiteY4" fmla="*/ 439756 h 763085"/>
                <a:gd name="connsiteX5" fmla="*/ 853614 w 1872377"/>
                <a:gd name="connsiteY5" fmla="*/ 439756 h 763085"/>
                <a:gd name="connsiteX6" fmla="*/ 736260 w 1872377"/>
                <a:gd name="connsiteY6" fmla="*/ 469288 h 763085"/>
                <a:gd name="connsiteX7" fmla="*/ 414735 w 1872377"/>
                <a:gd name="connsiteY7" fmla="*/ 655297 h 763085"/>
                <a:gd name="connsiteX8" fmla="*/ 408311 w 1872377"/>
                <a:gd name="connsiteY8" fmla="*/ 661007 h 763085"/>
                <a:gd name="connsiteX9" fmla="*/ 369050 w 1872377"/>
                <a:gd name="connsiteY9" fmla="*/ 699554 h 763085"/>
                <a:gd name="connsiteX10" fmla="*/ 356915 w 1872377"/>
                <a:gd name="connsiteY10" fmla="*/ 711689 h 763085"/>
                <a:gd name="connsiteX11" fmla="*/ 300522 w 1872377"/>
                <a:gd name="connsiteY11" fmla="*/ 763085 h 763085"/>
                <a:gd name="connsiteX12" fmla="*/ 0 w 1872377"/>
                <a:gd name="connsiteY12" fmla="*/ 462562 h 763085"/>
                <a:gd name="connsiteX13" fmla="*/ 64958 w 1872377"/>
                <a:gd name="connsiteY13" fmla="*/ 402601 h 763085"/>
                <a:gd name="connsiteX14" fmla="*/ 125634 w 1872377"/>
                <a:gd name="connsiteY14" fmla="*/ 343353 h 763085"/>
                <a:gd name="connsiteX15" fmla="*/ 130631 w 1872377"/>
                <a:gd name="connsiteY15" fmla="*/ 338356 h 763085"/>
                <a:gd name="connsiteX16" fmla="*/ 130631 w 1872377"/>
                <a:gd name="connsiteY16" fmla="*/ 339070 h 763085"/>
                <a:gd name="connsiteX17" fmla="*/ 753993 w 1872377"/>
                <a:gd name="connsiteY17" fmla="*/ 27189 h 763085"/>
                <a:gd name="connsiteX18" fmla="*/ 828328 w 1872377"/>
                <a:gd name="connsiteY18" fmla="*/ 15248 h 763085"/>
                <a:gd name="connsiteX19" fmla="*/ 828328 w 1872377"/>
                <a:gd name="connsiteY19" fmla="*/ 10707 h 763085"/>
                <a:gd name="connsiteX20" fmla="*/ 866590 w 1872377"/>
                <a:gd name="connsiteY20" fmla="*/ 10707 h 763085"/>
                <a:gd name="connsiteX21" fmla="*/ 866590 w 1872377"/>
                <a:gd name="connsiteY21" fmla="*/ 9280 h 763085"/>
                <a:gd name="connsiteX22" fmla="*/ 1017922 w 1872377"/>
                <a:gd name="connsiteY22" fmla="*/ 0 h 763085"/>
                <a:gd name="connsiteX23" fmla="*/ 1872377 w 1872377"/>
                <a:gd name="connsiteY23" fmla="*/ 310517 h 763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72377" h="763085">
                  <a:moveTo>
                    <a:pt x="1872377" y="310517"/>
                  </a:moveTo>
                  <a:lnTo>
                    <a:pt x="1568999" y="613181"/>
                  </a:lnTo>
                  <a:cubicBezTo>
                    <a:pt x="1416240" y="495399"/>
                    <a:pt x="1225647" y="424730"/>
                    <a:pt x="1017922" y="424730"/>
                  </a:cubicBezTo>
                  <a:lnTo>
                    <a:pt x="886740" y="435868"/>
                  </a:lnTo>
                  <a:lnTo>
                    <a:pt x="886740" y="439756"/>
                  </a:lnTo>
                  <a:lnTo>
                    <a:pt x="853614" y="439756"/>
                  </a:lnTo>
                  <a:lnTo>
                    <a:pt x="736260" y="469288"/>
                  </a:lnTo>
                  <a:cubicBezTo>
                    <a:pt x="618445" y="507801"/>
                    <a:pt x="508961" y="570707"/>
                    <a:pt x="414735" y="655297"/>
                  </a:cubicBezTo>
                  <a:cubicBezTo>
                    <a:pt x="412594" y="657438"/>
                    <a:pt x="410452" y="658866"/>
                    <a:pt x="408311" y="661007"/>
                  </a:cubicBezTo>
                  <a:cubicBezTo>
                    <a:pt x="394748" y="673856"/>
                    <a:pt x="381899" y="686705"/>
                    <a:pt x="369050" y="699554"/>
                  </a:cubicBezTo>
                  <a:cubicBezTo>
                    <a:pt x="365481" y="703837"/>
                    <a:pt x="361198" y="708120"/>
                    <a:pt x="356915" y="711689"/>
                  </a:cubicBezTo>
                  <a:cubicBezTo>
                    <a:pt x="339069" y="728107"/>
                    <a:pt x="320510" y="745953"/>
                    <a:pt x="300522" y="763085"/>
                  </a:cubicBezTo>
                  <a:lnTo>
                    <a:pt x="0" y="462562"/>
                  </a:lnTo>
                  <a:cubicBezTo>
                    <a:pt x="24270" y="440434"/>
                    <a:pt x="46399" y="420446"/>
                    <a:pt x="64958" y="402601"/>
                  </a:cubicBezTo>
                  <a:cubicBezTo>
                    <a:pt x="84232" y="382613"/>
                    <a:pt x="104933" y="362626"/>
                    <a:pt x="125634" y="343353"/>
                  </a:cubicBezTo>
                  <a:cubicBezTo>
                    <a:pt x="128489" y="340497"/>
                    <a:pt x="130631" y="338356"/>
                    <a:pt x="130631" y="338356"/>
                  </a:cubicBezTo>
                  <a:lnTo>
                    <a:pt x="130631" y="339070"/>
                  </a:lnTo>
                  <a:cubicBezTo>
                    <a:pt x="303646" y="184169"/>
                    <a:pt x="517650" y="74629"/>
                    <a:pt x="753993" y="27189"/>
                  </a:cubicBezTo>
                  <a:lnTo>
                    <a:pt x="828328" y="15248"/>
                  </a:lnTo>
                  <a:lnTo>
                    <a:pt x="828328" y="10707"/>
                  </a:lnTo>
                  <a:lnTo>
                    <a:pt x="866590" y="10707"/>
                  </a:lnTo>
                  <a:lnTo>
                    <a:pt x="866590" y="9280"/>
                  </a:lnTo>
                  <a:cubicBezTo>
                    <a:pt x="915845" y="3569"/>
                    <a:pt x="966527" y="0"/>
                    <a:pt x="1017922" y="0"/>
                  </a:cubicBezTo>
                  <a:cubicBezTo>
                    <a:pt x="1343429" y="0"/>
                    <a:pt x="1641096" y="117069"/>
                    <a:pt x="1872377" y="310517"/>
                  </a:cubicBezTo>
                  <a:close/>
                </a:path>
              </a:pathLst>
            </a:custGeom>
            <a:gradFill>
              <a:gsLst>
                <a:gs pos="0">
                  <a:schemeClr val="accent2"/>
                </a:gs>
                <a:gs pos="100000">
                  <a:schemeClr val="accent3"/>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8" name="TextBox 27">
            <a:extLst>
              <a:ext uri="{FF2B5EF4-FFF2-40B4-BE49-F238E27FC236}">
                <a16:creationId xmlns:a16="http://schemas.microsoft.com/office/drawing/2014/main" id="{E2436E85-0A47-4EDB-8F67-2D53D8B0BD90}"/>
              </a:ext>
            </a:extLst>
          </p:cNvPr>
          <p:cNvSpPr txBox="1"/>
          <p:nvPr/>
        </p:nvSpPr>
        <p:spPr>
          <a:xfrm>
            <a:off x="1454048" y="4878777"/>
            <a:ext cx="3682974" cy="677108"/>
          </a:xfrm>
          <a:prstGeom prst="rect">
            <a:avLst/>
          </a:prstGeom>
          <a:noFill/>
        </p:spPr>
        <p:txBody>
          <a:bodyPr wrap="square" rtlCol="0">
            <a:spAutoFit/>
          </a:bodyPr>
          <a:lstStyle/>
          <a:p>
            <a:pPr algn="r">
              <a:buClr>
                <a:schemeClr val="bg2"/>
              </a:buClr>
            </a:pPr>
            <a:r>
              <a:rPr lang="en-US" sz="1400" b="1" dirty="0">
                <a:solidFill>
                  <a:schemeClr val="accent1"/>
                </a:solidFill>
                <a:latin typeface="Roboto" panose="02000000000000000000" pitchFamily="2" charset="0"/>
                <a:ea typeface="Roboto" panose="02000000000000000000" pitchFamily="2" charset="0"/>
              </a:rPr>
              <a:t>Text Here</a:t>
            </a:r>
            <a:endParaRPr lang="en-US" sz="1400" dirty="0">
              <a:solidFill>
                <a:schemeClr val="accent1"/>
              </a:solidFill>
              <a:latin typeface="Roboto" panose="02000000000000000000" pitchFamily="2" charset="0"/>
              <a:ea typeface="Roboto" panose="02000000000000000000" pitchFamily="2" charset="0"/>
            </a:endParaRPr>
          </a:p>
          <a:p>
            <a:pPr algn="r">
              <a:buClr>
                <a:schemeClr val="tx2"/>
              </a:buClr>
            </a:pPr>
            <a:r>
              <a:rPr lang="en-US" sz="1200" dirty="0">
                <a:solidFill>
                  <a:schemeClr val="tx2"/>
                </a:solidFill>
                <a:latin typeface="Roboto" panose="02000000000000000000" pitchFamily="2" charset="0"/>
                <a:ea typeface="Roboto" panose="02000000000000000000" pitchFamily="2" charset="0"/>
              </a:rPr>
              <a:t>Lorem ipsum dolor sit amet, consectetur adipiscing elit, sed do eiusmod tempor incididunt </a:t>
            </a:r>
            <a:r>
              <a:rPr lang="en-US" sz="1200" dirty="0" err="1">
                <a:solidFill>
                  <a:schemeClr val="tx2"/>
                </a:solidFill>
                <a:latin typeface="Roboto" panose="02000000000000000000" pitchFamily="2" charset="0"/>
                <a:ea typeface="Roboto" panose="02000000000000000000" pitchFamily="2" charset="0"/>
              </a:rPr>
              <a:t>ut.</a:t>
            </a:r>
            <a:endParaRPr lang="en-US" sz="1200" dirty="0">
              <a:solidFill>
                <a:schemeClr val="tx2"/>
              </a:solidFill>
              <a:latin typeface="Roboto" panose="02000000000000000000" pitchFamily="2" charset="0"/>
              <a:ea typeface="Roboto" panose="02000000000000000000" pitchFamily="2" charset="0"/>
            </a:endParaRPr>
          </a:p>
        </p:txBody>
      </p:sp>
      <p:sp>
        <p:nvSpPr>
          <p:cNvPr id="29" name="TextBox 28">
            <a:extLst>
              <a:ext uri="{FF2B5EF4-FFF2-40B4-BE49-F238E27FC236}">
                <a16:creationId xmlns:a16="http://schemas.microsoft.com/office/drawing/2014/main" id="{4A940AB5-0078-4367-A454-F78ABABBE66B}"/>
              </a:ext>
            </a:extLst>
          </p:cNvPr>
          <p:cNvSpPr txBox="1"/>
          <p:nvPr/>
        </p:nvSpPr>
        <p:spPr>
          <a:xfrm>
            <a:off x="838200" y="3386957"/>
            <a:ext cx="3756949" cy="677108"/>
          </a:xfrm>
          <a:prstGeom prst="rect">
            <a:avLst/>
          </a:prstGeom>
          <a:noFill/>
        </p:spPr>
        <p:txBody>
          <a:bodyPr wrap="square" rtlCol="0">
            <a:spAutoFit/>
          </a:bodyPr>
          <a:lstStyle/>
          <a:p>
            <a:pPr algn="r">
              <a:buClr>
                <a:schemeClr val="bg2"/>
              </a:buClr>
            </a:pPr>
            <a:r>
              <a:rPr lang="en-US" sz="1400" b="1" dirty="0">
                <a:solidFill>
                  <a:schemeClr val="accent2"/>
                </a:solidFill>
                <a:latin typeface="Roboto" panose="02000000000000000000" pitchFamily="2" charset="0"/>
                <a:ea typeface="Roboto" panose="02000000000000000000" pitchFamily="2" charset="0"/>
              </a:rPr>
              <a:t>Text Here</a:t>
            </a:r>
            <a:endParaRPr lang="en-US" sz="1400" dirty="0">
              <a:solidFill>
                <a:schemeClr val="accent2"/>
              </a:solidFill>
              <a:latin typeface="Roboto" panose="02000000000000000000" pitchFamily="2" charset="0"/>
              <a:ea typeface="Roboto" panose="02000000000000000000" pitchFamily="2" charset="0"/>
            </a:endParaRPr>
          </a:p>
          <a:p>
            <a:pPr algn="r">
              <a:buClr>
                <a:schemeClr val="tx2"/>
              </a:buClr>
            </a:pPr>
            <a:r>
              <a:rPr lang="en-US" sz="1200" dirty="0">
                <a:solidFill>
                  <a:schemeClr val="tx2"/>
                </a:solidFill>
                <a:latin typeface="Roboto" panose="02000000000000000000" pitchFamily="2" charset="0"/>
                <a:ea typeface="Roboto" panose="02000000000000000000" pitchFamily="2" charset="0"/>
              </a:rPr>
              <a:t>Lorem ipsum dolor sit amet, consectetur adipiscing elit, sed do eiusmod tempor incididunt </a:t>
            </a:r>
            <a:r>
              <a:rPr lang="en-US" sz="1200" dirty="0" err="1">
                <a:solidFill>
                  <a:schemeClr val="tx2"/>
                </a:solidFill>
                <a:latin typeface="Roboto" panose="02000000000000000000" pitchFamily="2" charset="0"/>
                <a:ea typeface="Roboto" panose="02000000000000000000" pitchFamily="2" charset="0"/>
              </a:rPr>
              <a:t>ut.</a:t>
            </a:r>
            <a:endParaRPr lang="en-US" sz="1200" dirty="0">
              <a:solidFill>
                <a:schemeClr val="tx2"/>
              </a:solidFill>
              <a:latin typeface="Roboto" panose="02000000000000000000" pitchFamily="2" charset="0"/>
              <a:ea typeface="Roboto" panose="02000000000000000000" pitchFamily="2" charset="0"/>
            </a:endParaRPr>
          </a:p>
        </p:txBody>
      </p:sp>
      <p:sp>
        <p:nvSpPr>
          <p:cNvPr id="30" name="TextBox 29">
            <a:extLst>
              <a:ext uri="{FF2B5EF4-FFF2-40B4-BE49-F238E27FC236}">
                <a16:creationId xmlns:a16="http://schemas.microsoft.com/office/drawing/2014/main" id="{19FEBE3B-20AD-4E59-A7EB-F5135DC3A368}"/>
              </a:ext>
            </a:extLst>
          </p:cNvPr>
          <p:cNvSpPr txBox="1"/>
          <p:nvPr/>
        </p:nvSpPr>
        <p:spPr>
          <a:xfrm>
            <a:off x="7008677" y="4878777"/>
            <a:ext cx="3729275" cy="677108"/>
          </a:xfrm>
          <a:prstGeom prst="rect">
            <a:avLst/>
          </a:prstGeom>
          <a:noFill/>
        </p:spPr>
        <p:txBody>
          <a:bodyPr wrap="square" rtlCol="0">
            <a:spAutoFit/>
          </a:bodyPr>
          <a:lstStyle/>
          <a:p>
            <a:pPr>
              <a:buClr>
                <a:schemeClr val="bg2"/>
              </a:buClr>
            </a:pPr>
            <a:r>
              <a:rPr lang="en-US" sz="1400" b="1" dirty="0">
                <a:solidFill>
                  <a:schemeClr val="accent6"/>
                </a:solidFill>
                <a:latin typeface="Roboto" panose="02000000000000000000" pitchFamily="2" charset="0"/>
                <a:ea typeface="Roboto" panose="02000000000000000000" pitchFamily="2" charset="0"/>
              </a:rPr>
              <a:t>Text Here</a:t>
            </a:r>
            <a:endParaRPr lang="en-US" sz="1400" dirty="0">
              <a:solidFill>
                <a:schemeClr val="accent6"/>
              </a:solidFill>
              <a:latin typeface="Roboto" panose="02000000000000000000" pitchFamily="2" charset="0"/>
              <a:ea typeface="Roboto" panose="02000000000000000000" pitchFamily="2" charset="0"/>
            </a:endParaRPr>
          </a:p>
          <a:p>
            <a:pPr>
              <a:buClr>
                <a:schemeClr val="tx2"/>
              </a:buClr>
            </a:pPr>
            <a:r>
              <a:rPr lang="en-US" sz="1200" dirty="0">
                <a:solidFill>
                  <a:schemeClr val="tx2"/>
                </a:solidFill>
                <a:latin typeface="Roboto" panose="02000000000000000000" pitchFamily="2" charset="0"/>
                <a:ea typeface="Roboto" panose="02000000000000000000" pitchFamily="2" charset="0"/>
              </a:rPr>
              <a:t>Lorem ipsum dolor sit amet, consectetur adipiscing elit, sed do eiusmod tempor incididunt </a:t>
            </a:r>
            <a:r>
              <a:rPr lang="en-US" sz="1200" dirty="0" err="1">
                <a:solidFill>
                  <a:schemeClr val="tx2"/>
                </a:solidFill>
                <a:latin typeface="Roboto" panose="02000000000000000000" pitchFamily="2" charset="0"/>
                <a:ea typeface="Roboto" panose="02000000000000000000" pitchFamily="2" charset="0"/>
              </a:rPr>
              <a:t>ut.</a:t>
            </a:r>
            <a:endParaRPr lang="en-US" sz="1200" dirty="0">
              <a:solidFill>
                <a:schemeClr val="tx2"/>
              </a:solidFill>
              <a:latin typeface="Roboto" panose="02000000000000000000" pitchFamily="2" charset="0"/>
              <a:ea typeface="Roboto" panose="02000000000000000000" pitchFamily="2" charset="0"/>
            </a:endParaRPr>
          </a:p>
        </p:txBody>
      </p:sp>
      <p:sp>
        <p:nvSpPr>
          <p:cNvPr id="31" name="TextBox 30">
            <a:extLst>
              <a:ext uri="{FF2B5EF4-FFF2-40B4-BE49-F238E27FC236}">
                <a16:creationId xmlns:a16="http://schemas.microsoft.com/office/drawing/2014/main" id="{521B5BE8-4EC9-4FC0-8242-1C98FD7ACD93}"/>
              </a:ext>
            </a:extLst>
          </p:cNvPr>
          <p:cNvSpPr txBox="1"/>
          <p:nvPr/>
        </p:nvSpPr>
        <p:spPr>
          <a:xfrm>
            <a:off x="7519749" y="3386957"/>
            <a:ext cx="3729276" cy="677108"/>
          </a:xfrm>
          <a:prstGeom prst="rect">
            <a:avLst/>
          </a:prstGeom>
          <a:noFill/>
        </p:spPr>
        <p:txBody>
          <a:bodyPr wrap="square" rtlCol="0">
            <a:spAutoFit/>
          </a:bodyPr>
          <a:lstStyle/>
          <a:p>
            <a:pPr>
              <a:buClr>
                <a:schemeClr val="bg2"/>
              </a:buClr>
            </a:pPr>
            <a:r>
              <a:rPr lang="en-US" sz="1400" b="1" dirty="0">
                <a:solidFill>
                  <a:schemeClr val="accent5"/>
                </a:solidFill>
                <a:latin typeface="Roboto" panose="02000000000000000000" pitchFamily="2" charset="0"/>
                <a:ea typeface="Roboto" panose="02000000000000000000" pitchFamily="2" charset="0"/>
              </a:rPr>
              <a:t>Text Here</a:t>
            </a:r>
            <a:endParaRPr lang="en-US" sz="1400" dirty="0">
              <a:solidFill>
                <a:schemeClr val="accent5"/>
              </a:solidFill>
              <a:latin typeface="Roboto" panose="02000000000000000000" pitchFamily="2" charset="0"/>
              <a:ea typeface="Roboto" panose="02000000000000000000" pitchFamily="2" charset="0"/>
            </a:endParaRPr>
          </a:p>
          <a:p>
            <a:pPr>
              <a:buClr>
                <a:schemeClr val="tx2"/>
              </a:buClr>
            </a:pPr>
            <a:r>
              <a:rPr lang="en-US" sz="1200" dirty="0">
                <a:solidFill>
                  <a:schemeClr val="tx2"/>
                </a:solidFill>
                <a:latin typeface="Roboto" panose="02000000000000000000" pitchFamily="2" charset="0"/>
                <a:ea typeface="Roboto" panose="02000000000000000000" pitchFamily="2" charset="0"/>
              </a:rPr>
              <a:t>Lorem ipsum dolor sit amet, consectetur adipiscing elit, sed do eiusmod tempor incididunt </a:t>
            </a:r>
            <a:r>
              <a:rPr lang="en-US" sz="1200" dirty="0" err="1">
                <a:solidFill>
                  <a:schemeClr val="tx2"/>
                </a:solidFill>
                <a:latin typeface="Roboto" panose="02000000000000000000" pitchFamily="2" charset="0"/>
                <a:ea typeface="Roboto" panose="02000000000000000000" pitchFamily="2" charset="0"/>
              </a:rPr>
              <a:t>ut.</a:t>
            </a:r>
            <a:endParaRPr lang="en-US" sz="1200" dirty="0">
              <a:solidFill>
                <a:schemeClr val="tx2"/>
              </a:solidFill>
              <a:latin typeface="Roboto" panose="02000000000000000000" pitchFamily="2" charset="0"/>
              <a:ea typeface="Roboto" panose="02000000000000000000" pitchFamily="2" charset="0"/>
            </a:endParaRPr>
          </a:p>
        </p:txBody>
      </p:sp>
      <p:sp>
        <p:nvSpPr>
          <p:cNvPr id="32" name="TextBox 31">
            <a:extLst>
              <a:ext uri="{FF2B5EF4-FFF2-40B4-BE49-F238E27FC236}">
                <a16:creationId xmlns:a16="http://schemas.microsoft.com/office/drawing/2014/main" id="{2E05C4A6-AA8F-4BCC-AEF4-1FBB98FAF5A1}"/>
              </a:ext>
            </a:extLst>
          </p:cNvPr>
          <p:cNvSpPr txBox="1"/>
          <p:nvPr/>
        </p:nvSpPr>
        <p:spPr>
          <a:xfrm>
            <a:off x="3462528" y="1420657"/>
            <a:ext cx="5266944" cy="861774"/>
          </a:xfrm>
          <a:prstGeom prst="rect">
            <a:avLst/>
          </a:prstGeom>
          <a:noFill/>
        </p:spPr>
        <p:txBody>
          <a:bodyPr wrap="square" rtlCol="0">
            <a:spAutoFit/>
          </a:bodyPr>
          <a:lstStyle/>
          <a:p>
            <a:pPr algn="ctr">
              <a:buClr>
                <a:schemeClr val="bg2"/>
              </a:buClr>
            </a:pPr>
            <a:r>
              <a:rPr lang="en-US" sz="1400" b="1" dirty="0">
                <a:solidFill>
                  <a:schemeClr val="accent3"/>
                </a:solidFill>
                <a:latin typeface="Roboto" panose="02000000000000000000" pitchFamily="2" charset="0"/>
                <a:ea typeface="Roboto" panose="02000000000000000000" pitchFamily="2" charset="0"/>
              </a:rPr>
              <a:t>Text Here</a:t>
            </a:r>
            <a:endParaRPr lang="en-US" sz="1400" dirty="0">
              <a:solidFill>
                <a:schemeClr val="accent3"/>
              </a:solidFill>
              <a:latin typeface="Roboto" panose="02000000000000000000" pitchFamily="2" charset="0"/>
              <a:ea typeface="Roboto" panose="02000000000000000000" pitchFamily="2" charset="0"/>
            </a:endParaRPr>
          </a:p>
          <a:p>
            <a:pPr algn="ctr">
              <a:buClr>
                <a:schemeClr val="tx2"/>
              </a:buClr>
            </a:pPr>
            <a:r>
              <a:rPr lang="en-US" sz="1200" dirty="0">
                <a:solidFill>
                  <a:schemeClr val="tx2"/>
                </a:solidFill>
                <a:latin typeface="Roboto" panose="02000000000000000000" pitchFamily="2" charset="0"/>
                <a:ea typeface="Roboto" panose="02000000000000000000" pitchFamily="2" charset="0"/>
              </a:rPr>
              <a:t>Lorem ipsum dolor sit amet, consectetur adipiscing elit, sed do eiusmod tempor incididunt ut labore et dolore magna aliqua. Ut enim ad minim veniam,</a:t>
            </a:r>
          </a:p>
        </p:txBody>
      </p:sp>
      <p:grpSp>
        <p:nvGrpSpPr>
          <p:cNvPr id="19" name="Graphic 8">
            <a:extLst>
              <a:ext uri="{FF2B5EF4-FFF2-40B4-BE49-F238E27FC236}">
                <a16:creationId xmlns:a16="http://schemas.microsoft.com/office/drawing/2014/main" id="{E259402D-F56B-43E4-BF88-69F1D78A1657}"/>
              </a:ext>
            </a:extLst>
          </p:cNvPr>
          <p:cNvGrpSpPr>
            <a:grpSpLocks noChangeAspect="1"/>
          </p:cNvGrpSpPr>
          <p:nvPr/>
        </p:nvGrpSpPr>
        <p:grpSpPr>
          <a:xfrm>
            <a:off x="4873749" y="3584039"/>
            <a:ext cx="234876" cy="192574"/>
            <a:chOff x="14134257" y="408007"/>
            <a:chExt cx="5686424" cy="4662275"/>
          </a:xfrm>
          <a:solidFill>
            <a:schemeClr val="bg2"/>
          </a:solidFill>
        </p:grpSpPr>
        <p:sp>
          <p:nvSpPr>
            <p:cNvPr id="20" name="Freeform: Shape 19">
              <a:extLst>
                <a:ext uri="{FF2B5EF4-FFF2-40B4-BE49-F238E27FC236}">
                  <a16:creationId xmlns:a16="http://schemas.microsoft.com/office/drawing/2014/main" id="{ABF6EC23-2C94-4F83-834F-0ADDF7751412}"/>
                </a:ext>
              </a:extLst>
            </p:cNvPr>
            <p:cNvSpPr/>
            <p:nvPr/>
          </p:nvSpPr>
          <p:spPr>
            <a:xfrm>
              <a:off x="17079006" y="408007"/>
              <a:ext cx="2233946" cy="4611297"/>
            </a:xfrm>
            <a:custGeom>
              <a:avLst/>
              <a:gdLst>
                <a:gd name="connsiteX0" fmla="*/ 2233953 w 2233952"/>
                <a:gd name="connsiteY0" fmla="*/ 4060840 h 4611295"/>
                <a:gd name="connsiteX1" fmla="*/ 2233953 w 2233952"/>
                <a:gd name="connsiteY1" fmla="*/ 0 h 4611295"/>
                <a:gd name="connsiteX2" fmla="*/ 2079010 w 2233952"/>
                <a:gd name="connsiteY2" fmla="*/ 12990 h 4611295"/>
                <a:gd name="connsiteX3" fmla="*/ 272749 w 2233952"/>
                <a:gd name="connsiteY3" fmla="*/ 453276 h 4611295"/>
                <a:gd name="connsiteX4" fmla="*/ 0 w 2233952"/>
                <a:gd name="connsiteY4" fmla="*/ 566520 h 4611295"/>
                <a:gd name="connsiteX5" fmla="*/ 0 w 2233952"/>
                <a:gd name="connsiteY5" fmla="*/ 4611296 h 4611295"/>
                <a:gd name="connsiteX6" fmla="*/ 198624 w 2233952"/>
                <a:gd name="connsiteY6" fmla="*/ 4528742 h 4611295"/>
                <a:gd name="connsiteX7" fmla="*/ 2067011 w 2233952"/>
                <a:gd name="connsiteY7" fmla="*/ 4074425 h 4611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3952" h="4611295">
                  <a:moveTo>
                    <a:pt x="2233953" y="4060840"/>
                  </a:moveTo>
                  <a:lnTo>
                    <a:pt x="2233953" y="0"/>
                  </a:lnTo>
                  <a:lnTo>
                    <a:pt x="2079010" y="12990"/>
                  </a:lnTo>
                  <a:cubicBezTo>
                    <a:pt x="1457603" y="64357"/>
                    <a:pt x="848095" y="212904"/>
                    <a:pt x="272749" y="453276"/>
                  </a:cubicBezTo>
                  <a:lnTo>
                    <a:pt x="0" y="566520"/>
                  </a:lnTo>
                  <a:lnTo>
                    <a:pt x="0" y="4611296"/>
                  </a:lnTo>
                  <a:lnTo>
                    <a:pt x="198624" y="4528742"/>
                  </a:lnTo>
                  <a:cubicBezTo>
                    <a:pt x="794001" y="4281032"/>
                    <a:pt x="1424383" y="4127775"/>
                    <a:pt x="2067011" y="4074425"/>
                  </a:cubicBezTo>
                  <a:close/>
                </a:path>
              </a:pathLst>
            </a:custGeom>
            <a:grpFill/>
            <a:ln w="12693"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0ADA7FF-44CE-4181-87D9-D5B2CAA44720}"/>
                </a:ext>
              </a:extLst>
            </p:cNvPr>
            <p:cNvSpPr/>
            <p:nvPr/>
          </p:nvSpPr>
          <p:spPr>
            <a:xfrm>
              <a:off x="17493314" y="1008350"/>
              <a:ext cx="2327367" cy="4061932"/>
            </a:xfrm>
            <a:custGeom>
              <a:avLst/>
              <a:gdLst>
                <a:gd name="connsiteX0" fmla="*/ 2327365 w 2327364"/>
                <a:gd name="connsiteY0" fmla="*/ 0 h 4061930"/>
                <a:gd name="connsiteX1" fmla="*/ 2022735 w 2327364"/>
                <a:gd name="connsiteY1" fmla="*/ 0 h 4061930"/>
                <a:gd name="connsiteX2" fmla="*/ 2022735 w 2327364"/>
                <a:gd name="connsiteY2" fmla="*/ 3554016 h 4061930"/>
                <a:gd name="connsiteX3" fmla="*/ 1929521 w 2327364"/>
                <a:gd name="connsiteY3" fmla="*/ 3655559 h 4061930"/>
                <a:gd name="connsiteX4" fmla="*/ 1669465 w 2327364"/>
                <a:gd name="connsiteY4" fmla="*/ 3676879 h 4061930"/>
                <a:gd name="connsiteX5" fmla="*/ 1444959 w 2327364"/>
                <a:gd name="connsiteY5" fmla="*/ 3699935 h 4061930"/>
                <a:gd name="connsiteX6" fmla="*/ 1372669 w 2327364"/>
                <a:gd name="connsiteY6" fmla="*/ 3710099 h 4061930"/>
                <a:gd name="connsiteX7" fmla="*/ 1222189 w 2327364"/>
                <a:gd name="connsiteY7" fmla="*/ 3731518 h 4061930"/>
                <a:gd name="connsiteX8" fmla="*/ 1135024 w 2327364"/>
                <a:gd name="connsiteY8" fmla="*/ 3746740 h 4061930"/>
                <a:gd name="connsiteX9" fmla="*/ 1000707 w 2327364"/>
                <a:gd name="connsiteY9" fmla="*/ 3771184 h 4061930"/>
                <a:gd name="connsiteX10" fmla="*/ 908684 w 2327364"/>
                <a:gd name="connsiteY10" fmla="*/ 3790719 h 4061930"/>
                <a:gd name="connsiteX11" fmla="*/ 781358 w 2327364"/>
                <a:gd name="connsiteY11" fmla="*/ 3819030 h 4061930"/>
                <a:gd name="connsiteX12" fmla="*/ 686607 w 2327364"/>
                <a:gd name="connsiteY12" fmla="*/ 3842581 h 4061930"/>
                <a:gd name="connsiteX13" fmla="*/ 563744 w 2327364"/>
                <a:gd name="connsiteY13" fmla="*/ 3875107 h 4061930"/>
                <a:gd name="connsiteX14" fmla="*/ 468497 w 2327364"/>
                <a:gd name="connsiteY14" fmla="*/ 3902377 h 4061930"/>
                <a:gd name="connsiteX15" fmla="*/ 347766 w 2327364"/>
                <a:gd name="connsiteY15" fmla="*/ 3939365 h 4061930"/>
                <a:gd name="connsiteX16" fmla="*/ 253660 w 2327364"/>
                <a:gd name="connsiteY16" fmla="*/ 3969808 h 4061930"/>
                <a:gd name="connsiteX17" fmla="*/ 133722 w 2327364"/>
                <a:gd name="connsiteY17" fmla="*/ 4011754 h 4061930"/>
                <a:gd name="connsiteX18" fmla="*/ 41649 w 2327364"/>
                <a:gd name="connsiteY18" fmla="*/ 4045569 h 4061930"/>
                <a:gd name="connsiteX19" fmla="*/ 0 w 2327364"/>
                <a:gd name="connsiteY19" fmla="*/ 4061931 h 4061930"/>
                <a:gd name="connsiteX20" fmla="*/ 2327365 w 2327364"/>
                <a:gd name="connsiteY20" fmla="*/ 4061931 h 406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327364" h="4061930">
                  <a:moveTo>
                    <a:pt x="2327365" y="0"/>
                  </a:moveTo>
                  <a:lnTo>
                    <a:pt x="2022735" y="0"/>
                  </a:lnTo>
                  <a:lnTo>
                    <a:pt x="2022735" y="3554016"/>
                  </a:lnTo>
                  <a:cubicBezTo>
                    <a:pt x="2022933" y="3606969"/>
                    <a:pt x="1982326" y="3651196"/>
                    <a:pt x="1929521" y="3655559"/>
                  </a:cubicBezTo>
                  <a:lnTo>
                    <a:pt x="1669465" y="3676879"/>
                  </a:lnTo>
                  <a:cubicBezTo>
                    <a:pt x="1594399" y="3683077"/>
                    <a:pt x="1519530" y="3690762"/>
                    <a:pt x="1444959" y="3699935"/>
                  </a:cubicBezTo>
                  <a:cubicBezTo>
                    <a:pt x="1420763" y="3702860"/>
                    <a:pt x="1396716" y="3706727"/>
                    <a:pt x="1372669" y="3710099"/>
                  </a:cubicBezTo>
                  <a:cubicBezTo>
                    <a:pt x="1322393" y="3716792"/>
                    <a:pt x="1272217" y="3723585"/>
                    <a:pt x="1222189" y="3731518"/>
                  </a:cubicBezTo>
                  <a:cubicBezTo>
                    <a:pt x="1193035" y="3736179"/>
                    <a:pt x="1164079" y="3741633"/>
                    <a:pt x="1135024" y="3746740"/>
                  </a:cubicBezTo>
                  <a:cubicBezTo>
                    <a:pt x="1090252" y="3754574"/>
                    <a:pt x="1045380" y="3762358"/>
                    <a:pt x="1000707" y="3771184"/>
                  </a:cubicBezTo>
                  <a:cubicBezTo>
                    <a:pt x="970215" y="3777282"/>
                    <a:pt x="939771" y="3784124"/>
                    <a:pt x="908684" y="3790719"/>
                  </a:cubicBezTo>
                  <a:cubicBezTo>
                    <a:pt x="866143" y="3799743"/>
                    <a:pt x="823602" y="3808965"/>
                    <a:pt x="781358" y="3819030"/>
                  </a:cubicBezTo>
                  <a:cubicBezTo>
                    <a:pt x="749675" y="3826566"/>
                    <a:pt x="718092" y="3834549"/>
                    <a:pt x="686607" y="3842581"/>
                  </a:cubicBezTo>
                  <a:cubicBezTo>
                    <a:pt x="645504" y="3852745"/>
                    <a:pt x="604599" y="3863703"/>
                    <a:pt x="563744" y="3875107"/>
                  </a:cubicBezTo>
                  <a:cubicBezTo>
                    <a:pt x="531962" y="3883833"/>
                    <a:pt x="500180" y="3893055"/>
                    <a:pt x="468497" y="3902377"/>
                  </a:cubicBezTo>
                  <a:cubicBezTo>
                    <a:pt x="427890" y="3914375"/>
                    <a:pt x="387878" y="3926573"/>
                    <a:pt x="347766" y="3939365"/>
                  </a:cubicBezTo>
                  <a:cubicBezTo>
                    <a:pt x="316381" y="3949529"/>
                    <a:pt x="284946" y="3959693"/>
                    <a:pt x="253660" y="3969808"/>
                  </a:cubicBezTo>
                  <a:cubicBezTo>
                    <a:pt x="213499" y="3983344"/>
                    <a:pt x="173536" y="3997326"/>
                    <a:pt x="133722" y="4011754"/>
                  </a:cubicBezTo>
                  <a:cubicBezTo>
                    <a:pt x="103279" y="4022811"/>
                    <a:pt x="72786" y="4033917"/>
                    <a:pt x="41649" y="4045569"/>
                  </a:cubicBezTo>
                  <a:cubicBezTo>
                    <a:pt x="27716" y="4050874"/>
                    <a:pt x="13883" y="4056526"/>
                    <a:pt x="0" y="4061931"/>
                  </a:cubicBezTo>
                  <a:lnTo>
                    <a:pt x="2327365" y="4061931"/>
                  </a:lnTo>
                  <a:close/>
                </a:path>
              </a:pathLst>
            </a:custGeom>
            <a:grpFill/>
            <a:ln w="12693"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11539D1F-961D-4ADB-B65B-34F7EEC9585B}"/>
                </a:ext>
              </a:extLst>
            </p:cNvPr>
            <p:cNvSpPr/>
            <p:nvPr/>
          </p:nvSpPr>
          <p:spPr>
            <a:xfrm>
              <a:off x="14641971" y="408007"/>
              <a:ext cx="2233946" cy="4611296"/>
            </a:xfrm>
            <a:custGeom>
              <a:avLst/>
              <a:gdLst>
                <a:gd name="connsiteX0" fmla="*/ 154943 w 2233952"/>
                <a:gd name="connsiteY0" fmla="*/ 12990 h 4611295"/>
                <a:gd name="connsiteX1" fmla="*/ 0 w 2233952"/>
                <a:gd name="connsiteY1" fmla="*/ 0 h 4611295"/>
                <a:gd name="connsiteX2" fmla="*/ 0 w 2233952"/>
                <a:gd name="connsiteY2" fmla="*/ 4061137 h 4611295"/>
                <a:gd name="connsiteX3" fmla="*/ 180229 w 2233952"/>
                <a:gd name="connsiteY3" fmla="*/ 4076458 h 4611295"/>
                <a:gd name="connsiteX4" fmla="*/ 2046683 w 2233952"/>
                <a:gd name="connsiteY4" fmla="*/ 4533403 h 4611295"/>
                <a:gd name="connsiteX5" fmla="*/ 2233953 w 2233952"/>
                <a:gd name="connsiteY5" fmla="*/ 4611296 h 4611295"/>
                <a:gd name="connsiteX6" fmla="*/ 2233953 w 2233952"/>
                <a:gd name="connsiteY6" fmla="*/ 566520 h 4611295"/>
                <a:gd name="connsiteX7" fmla="*/ 1961501 w 2233952"/>
                <a:gd name="connsiteY7" fmla="*/ 453375 h 4611295"/>
                <a:gd name="connsiteX8" fmla="*/ 154943 w 2233952"/>
                <a:gd name="connsiteY8" fmla="*/ 12990 h 4611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33952" h="4611295">
                  <a:moveTo>
                    <a:pt x="154943" y="12990"/>
                  </a:moveTo>
                  <a:lnTo>
                    <a:pt x="0" y="0"/>
                  </a:lnTo>
                  <a:lnTo>
                    <a:pt x="0" y="4061137"/>
                  </a:lnTo>
                  <a:lnTo>
                    <a:pt x="180229" y="4076458"/>
                  </a:lnTo>
                  <a:cubicBezTo>
                    <a:pt x="822461" y="4130155"/>
                    <a:pt x="1452297" y="4284354"/>
                    <a:pt x="2046683" y="4533403"/>
                  </a:cubicBezTo>
                  <a:lnTo>
                    <a:pt x="2233953" y="4611296"/>
                  </a:lnTo>
                  <a:lnTo>
                    <a:pt x="2233953" y="566520"/>
                  </a:lnTo>
                  <a:lnTo>
                    <a:pt x="1961501" y="453375"/>
                  </a:lnTo>
                  <a:cubicBezTo>
                    <a:pt x="1386106" y="212953"/>
                    <a:pt x="776499" y="64357"/>
                    <a:pt x="154943" y="12990"/>
                  </a:cubicBezTo>
                  <a:close/>
                </a:path>
              </a:pathLst>
            </a:custGeom>
            <a:grpFill/>
            <a:ln w="12693"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5787604-592F-476E-8F5C-94DF14037D4C}"/>
                </a:ext>
              </a:extLst>
            </p:cNvPr>
            <p:cNvSpPr/>
            <p:nvPr/>
          </p:nvSpPr>
          <p:spPr>
            <a:xfrm>
              <a:off x="14134257" y="1008350"/>
              <a:ext cx="2329000" cy="4061730"/>
            </a:xfrm>
            <a:custGeom>
              <a:avLst/>
              <a:gdLst>
                <a:gd name="connsiteX0" fmla="*/ 0 w 2329000"/>
                <a:gd name="connsiteY0" fmla="*/ 0 h 4061732"/>
                <a:gd name="connsiteX1" fmla="*/ 0 w 2329000"/>
                <a:gd name="connsiteY1" fmla="*/ 4061732 h 4061732"/>
                <a:gd name="connsiteX2" fmla="*/ 2329001 w 2329000"/>
                <a:gd name="connsiteY2" fmla="*/ 4061732 h 4061732"/>
                <a:gd name="connsiteX3" fmla="*/ 2291418 w 2329000"/>
                <a:gd name="connsiteY3" fmla="*/ 4046907 h 4061732"/>
                <a:gd name="connsiteX4" fmla="*/ 2203807 w 2329000"/>
                <a:gd name="connsiteY4" fmla="*/ 4014630 h 4061732"/>
                <a:gd name="connsiteX5" fmla="*/ 2079803 w 2329000"/>
                <a:gd name="connsiteY5" fmla="*/ 3971147 h 4061732"/>
                <a:gd name="connsiteX6" fmla="*/ 1989416 w 2329000"/>
                <a:gd name="connsiteY6" fmla="*/ 3941497 h 4061732"/>
                <a:gd name="connsiteX7" fmla="*/ 1865462 w 2329000"/>
                <a:gd name="connsiteY7" fmla="*/ 3903319 h 4061732"/>
                <a:gd name="connsiteX8" fmla="*/ 1774083 w 2329000"/>
                <a:gd name="connsiteY8" fmla="*/ 3876892 h 4061732"/>
                <a:gd name="connsiteX9" fmla="*/ 1648542 w 2329000"/>
                <a:gd name="connsiteY9" fmla="*/ 3843622 h 4061732"/>
                <a:gd name="connsiteX10" fmla="*/ 1556469 w 2329000"/>
                <a:gd name="connsiteY10" fmla="*/ 3820666 h 4061732"/>
                <a:gd name="connsiteX11" fmla="*/ 1428399 w 2329000"/>
                <a:gd name="connsiteY11" fmla="*/ 3792008 h 4061732"/>
                <a:gd name="connsiteX12" fmla="*/ 1337020 w 2329000"/>
                <a:gd name="connsiteY12" fmla="*/ 3772621 h 4061732"/>
                <a:gd name="connsiteX13" fmla="*/ 1203794 w 2329000"/>
                <a:gd name="connsiteY13" fmla="*/ 3748277 h 4061732"/>
                <a:gd name="connsiteX14" fmla="*/ 1116282 w 2329000"/>
                <a:gd name="connsiteY14" fmla="*/ 3732906 h 4061732"/>
                <a:gd name="connsiteX15" fmla="*/ 968727 w 2329000"/>
                <a:gd name="connsiteY15" fmla="*/ 3711884 h 4061732"/>
                <a:gd name="connsiteX16" fmla="*/ 894305 w 2329000"/>
                <a:gd name="connsiteY16" fmla="*/ 3701769 h 4061732"/>
                <a:gd name="connsiteX17" fmla="*/ 670890 w 2329000"/>
                <a:gd name="connsiteY17" fmla="*/ 3678714 h 4061732"/>
                <a:gd name="connsiteX18" fmla="*/ 397546 w 2329000"/>
                <a:gd name="connsiteY18" fmla="*/ 3655559 h 4061732"/>
                <a:gd name="connsiteX19" fmla="*/ 304630 w 2329000"/>
                <a:gd name="connsiteY19" fmla="*/ 3554016 h 4061732"/>
                <a:gd name="connsiteX20" fmla="*/ 304630 w 2329000"/>
                <a:gd name="connsiteY20" fmla="*/ 0 h 4061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329000" h="4061732">
                  <a:moveTo>
                    <a:pt x="0" y="0"/>
                  </a:moveTo>
                  <a:lnTo>
                    <a:pt x="0" y="4061732"/>
                  </a:lnTo>
                  <a:lnTo>
                    <a:pt x="2329001" y="4061732"/>
                  </a:lnTo>
                  <a:cubicBezTo>
                    <a:pt x="2316506" y="4056824"/>
                    <a:pt x="2304012" y="4051568"/>
                    <a:pt x="2291418" y="4046907"/>
                  </a:cubicBezTo>
                  <a:cubicBezTo>
                    <a:pt x="2262363" y="4035851"/>
                    <a:pt x="2233060" y="4025290"/>
                    <a:pt x="2203807" y="4014630"/>
                  </a:cubicBezTo>
                  <a:cubicBezTo>
                    <a:pt x="2162555" y="3999656"/>
                    <a:pt x="2121353" y="3985079"/>
                    <a:pt x="2079803" y="3971147"/>
                  </a:cubicBezTo>
                  <a:cubicBezTo>
                    <a:pt x="2049757" y="3960982"/>
                    <a:pt x="2019611" y="3951116"/>
                    <a:pt x="1989416" y="3941497"/>
                  </a:cubicBezTo>
                  <a:cubicBezTo>
                    <a:pt x="1948213" y="3927961"/>
                    <a:pt x="1906862" y="3915218"/>
                    <a:pt x="1865462" y="3903319"/>
                  </a:cubicBezTo>
                  <a:cubicBezTo>
                    <a:pt x="1834969" y="3894394"/>
                    <a:pt x="1804526" y="3885420"/>
                    <a:pt x="1774083" y="3876892"/>
                  </a:cubicBezTo>
                  <a:cubicBezTo>
                    <a:pt x="1732335" y="3865339"/>
                    <a:pt x="1690488" y="3854382"/>
                    <a:pt x="1648542" y="3843622"/>
                  </a:cubicBezTo>
                  <a:cubicBezTo>
                    <a:pt x="1618099" y="3835789"/>
                    <a:pt x="1587606" y="3827955"/>
                    <a:pt x="1556469" y="3820666"/>
                  </a:cubicBezTo>
                  <a:cubicBezTo>
                    <a:pt x="1513927" y="3810502"/>
                    <a:pt x="1471138" y="3801180"/>
                    <a:pt x="1428399" y="3792008"/>
                  </a:cubicBezTo>
                  <a:cubicBezTo>
                    <a:pt x="1397956" y="3785414"/>
                    <a:pt x="1367463" y="3778720"/>
                    <a:pt x="1337020" y="3772621"/>
                  </a:cubicBezTo>
                  <a:cubicBezTo>
                    <a:pt x="1292743" y="3763895"/>
                    <a:pt x="1248269" y="3756061"/>
                    <a:pt x="1203794" y="3748277"/>
                  </a:cubicBezTo>
                  <a:cubicBezTo>
                    <a:pt x="1174640" y="3743170"/>
                    <a:pt x="1145486" y="3738113"/>
                    <a:pt x="1116282" y="3732906"/>
                  </a:cubicBezTo>
                  <a:cubicBezTo>
                    <a:pt x="1067196" y="3725122"/>
                    <a:pt x="1017962" y="3718528"/>
                    <a:pt x="968727" y="3711884"/>
                  </a:cubicBezTo>
                  <a:cubicBezTo>
                    <a:pt x="943837" y="3708562"/>
                    <a:pt x="919145" y="3704595"/>
                    <a:pt x="894305" y="3701769"/>
                  </a:cubicBezTo>
                  <a:cubicBezTo>
                    <a:pt x="819833" y="3692745"/>
                    <a:pt x="745362" y="3685060"/>
                    <a:pt x="670890" y="3678714"/>
                  </a:cubicBezTo>
                  <a:lnTo>
                    <a:pt x="397546" y="3655559"/>
                  </a:lnTo>
                  <a:cubicBezTo>
                    <a:pt x="344841" y="3651047"/>
                    <a:pt x="304432" y="3606870"/>
                    <a:pt x="304630" y="3554016"/>
                  </a:cubicBezTo>
                  <a:lnTo>
                    <a:pt x="304630" y="0"/>
                  </a:lnTo>
                  <a:close/>
                </a:path>
              </a:pathLst>
            </a:custGeom>
            <a:grpFill/>
            <a:ln w="12693" cap="flat">
              <a:noFill/>
              <a:prstDash val="solid"/>
              <a:miter/>
            </a:ln>
          </p:spPr>
          <p:txBody>
            <a:bodyPr rtlCol="0" anchor="ctr"/>
            <a:lstStyle/>
            <a:p>
              <a:endParaRPr lang="en-US"/>
            </a:p>
          </p:txBody>
        </p:sp>
      </p:grpSp>
      <p:grpSp>
        <p:nvGrpSpPr>
          <p:cNvPr id="33" name="Graphic 10">
            <a:extLst>
              <a:ext uri="{FF2B5EF4-FFF2-40B4-BE49-F238E27FC236}">
                <a16:creationId xmlns:a16="http://schemas.microsoft.com/office/drawing/2014/main" id="{C8580825-215E-4196-87B2-73F0BA5455BD}"/>
              </a:ext>
            </a:extLst>
          </p:cNvPr>
          <p:cNvGrpSpPr>
            <a:grpSpLocks noChangeAspect="1"/>
          </p:cNvGrpSpPr>
          <p:nvPr/>
        </p:nvGrpSpPr>
        <p:grpSpPr>
          <a:xfrm>
            <a:off x="7086298" y="3519368"/>
            <a:ext cx="252374" cy="287146"/>
            <a:chOff x="14834348" y="812819"/>
            <a:chExt cx="4286243" cy="4876802"/>
          </a:xfrm>
          <a:solidFill>
            <a:schemeClr val="bg2"/>
          </a:solidFill>
        </p:grpSpPr>
        <p:sp>
          <p:nvSpPr>
            <p:cNvPr id="34" name="Freeform: Shape 33">
              <a:extLst>
                <a:ext uri="{FF2B5EF4-FFF2-40B4-BE49-F238E27FC236}">
                  <a16:creationId xmlns:a16="http://schemas.microsoft.com/office/drawing/2014/main" id="{B169C748-0DBE-4B6D-BC81-5113E7CCC0D6}"/>
                </a:ext>
              </a:extLst>
            </p:cNvPr>
            <p:cNvSpPr/>
            <p:nvPr/>
          </p:nvSpPr>
          <p:spPr>
            <a:xfrm>
              <a:off x="17977588" y="3403615"/>
              <a:ext cx="285751" cy="1428754"/>
            </a:xfrm>
            <a:custGeom>
              <a:avLst/>
              <a:gdLst>
                <a:gd name="connsiteX0" fmla="*/ 0 w 285750"/>
                <a:gd name="connsiteY0" fmla="*/ 0 h 1428750"/>
                <a:gd name="connsiteX1" fmla="*/ 285750 w 285750"/>
                <a:gd name="connsiteY1" fmla="*/ 0 h 1428750"/>
                <a:gd name="connsiteX2" fmla="*/ 285750 w 285750"/>
                <a:gd name="connsiteY2" fmla="*/ 1428750 h 1428750"/>
                <a:gd name="connsiteX3" fmla="*/ 0 w 285750"/>
                <a:gd name="connsiteY3" fmla="*/ 1428750 h 1428750"/>
              </a:gdLst>
              <a:ahLst/>
              <a:cxnLst>
                <a:cxn ang="0">
                  <a:pos x="connsiteX0" y="connsiteY0"/>
                </a:cxn>
                <a:cxn ang="0">
                  <a:pos x="connsiteX1" y="connsiteY1"/>
                </a:cxn>
                <a:cxn ang="0">
                  <a:pos x="connsiteX2" y="connsiteY2"/>
                </a:cxn>
                <a:cxn ang="0">
                  <a:pos x="connsiteX3" y="connsiteY3"/>
                </a:cxn>
              </a:cxnLst>
              <a:rect l="l" t="t" r="r" b="b"/>
              <a:pathLst>
                <a:path w="285750" h="1428750">
                  <a:moveTo>
                    <a:pt x="0" y="0"/>
                  </a:moveTo>
                  <a:lnTo>
                    <a:pt x="285750" y="0"/>
                  </a:lnTo>
                  <a:lnTo>
                    <a:pt x="285750" y="1428750"/>
                  </a:lnTo>
                  <a:lnTo>
                    <a:pt x="0" y="1428750"/>
                  </a:ln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D110F591-EF1F-43A7-B23D-D5DE6146752D}"/>
                </a:ext>
              </a:extLst>
            </p:cNvPr>
            <p:cNvSpPr/>
            <p:nvPr/>
          </p:nvSpPr>
          <p:spPr>
            <a:xfrm>
              <a:off x="15691600" y="4546618"/>
              <a:ext cx="285751" cy="285751"/>
            </a:xfrm>
            <a:custGeom>
              <a:avLst/>
              <a:gdLst>
                <a:gd name="connsiteX0" fmla="*/ 0 w 285750"/>
                <a:gd name="connsiteY0" fmla="*/ 0 h 285750"/>
                <a:gd name="connsiteX1" fmla="*/ 285750 w 285750"/>
                <a:gd name="connsiteY1" fmla="*/ 0 h 285750"/>
                <a:gd name="connsiteX2" fmla="*/ 285750 w 285750"/>
                <a:gd name="connsiteY2" fmla="*/ 285750 h 285750"/>
                <a:gd name="connsiteX3" fmla="*/ 0 w 285750"/>
                <a:gd name="connsiteY3" fmla="*/ 285750 h 285750"/>
              </a:gdLst>
              <a:ahLst/>
              <a:cxnLst>
                <a:cxn ang="0">
                  <a:pos x="connsiteX0" y="connsiteY0"/>
                </a:cxn>
                <a:cxn ang="0">
                  <a:pos x="connsiteX1" y="connsiteY1"/>
                </a:cxn>
                <a:cxn ang="0">
                  <a:pos x="connsiteX2" y="connsiteY2"/>
                </a:cxn>
                <a:cxn ang="0">
                  <a:pos x="connsiteX3" y="connsiteY3"/>
                </a:cxn>
              </a:cxnLst>
              <a:rect l="l" t="t" r="r" b="b"/>
              <a:pathLst>
                <a:path w="285750" h="285750">
                  <a:moveTo>
                    <a:pt x="0" y="0"/>
                  </a:moveTo>
                  <a:lnTo>
                    <a:pt x="285750" y="0"/>
                  </a:lnTo>
                  <a:lnTo>
                    <a:pt x="285750" y="285750"/>
                  </a:lnTo>
                  <a:lnTo>
                    <a:pt x="0" y="285750"/>
                  </a:ln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36DADB2C-08ED-4A98-A9E0-79C58E30970B}"/>
                </a:ext>
              </a:extLst>
            </p:cNvPr>
            <p:cNvSpPr/>
            <p:nvPr/>
          </p:nvSpPr>
          <p:spPr>
            <a:xfrm>
              <a:off x="16834603" y="4546618"/>
              <a:ext cx="285751" cy="285751"/>
            </a:xfrm>
            <a:custGeom>
              <a:avLst/>
              <a:gdLst>
                <a:gd name="connsiteX0" fmla="*/ 0 w 285750"/>
                <a:gd name="connsiteY0" fmla="*/ 0 h 285750"/>
                <a:gd name="connsiteX1" fmla="*/ 285750 w 285750"/>
                <a:gd name="connsiteY1" fmla="*/ 0 h 285750"/>
                <a:gd name="connsiteX2" fmla="*/ 285750 w 285750"/>
                <a:gd name="connsiteY2" fmla="*/ 285750 h 285750"/>
                <a:gd name="connsiteX3" fmla="*/ 0 w 285750"/>
                <a:gd name="connsiteY3" fmla="*/ 285750 h 285750"/>
              </a:gdLst>
              <a:ahLst/>
              <a:cxnLst>
                <a:cxn ang="0">
                  <a:pos x="connsiteX0" y="connsiteY0"/>
                </a:cxn>
                <a:cxn ang="0">
                  <a:pos x="connsiteX1" y="connsiteY1"/>
                </a:cxn>
                <a:cxn ang="0">
                  <a:pos x="connsiteX2" y="connsiteY2"/>
                </a:cxn>
                <a:cxn ang="0">
                  <a:pos x="connsiteX3" y="connsiteY3"/>
                </a:cxn>
              </a:cxnLst>
              <a:rect l="l" t="t" r="r" b="b"/>
              <a:pathLst>
                <a:path w="285750" h="285750">
                  <a:moveTo>
                    <a:pt x="0" y="0"/>
                  </a:moveTo>
                  <a:lnTo>
                    <a:pt x="285750" y="0"/>
                  </a:lnTo>
                  <a:lnTo>
                    <a:pt x="285750" y="285750"/>
                  </a:lnTo>
                  <a:lnTo>
                    <a:pt x="0" y="285750"/>
                  </a:ln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9E2294F9-879F-4C00-A37C-7108FAD66632}"/>
                </a:ext>
              </a:extLst>
            </p:cNvPr>
            <p:cNvSpPr/>
            <p:nvPr/>
          </p:nvSpPr>
          <p:spPr>
            <a:xfrm>
              <a:off x="16834603" y="3403615"/>
              <a:ext cx="285751" cy="285751"/>
            </a:xfrm>
            <a:custGeom>
              <a:avLst/>
              <a:gdLst>
                <a:gd name="connsiteX0" fmla="*/ 0 w 285750"/>
                <a:gd name="connsiteY0" fmla="*/ 0 h 285750"/>
                <a:gd name="connsiteX1" fmla="*/ 285750 w 285750"/>
                <a:gd name="connsiteY1" fmla="*/ 0 h 285750"/>
                <a:gd name="connsiteX2" fmla="*/ 285750 w 285750"/>
                <a:gd name="connsiteY2" fmla="*/ 285750 h 285750"/>
                <a:gd name="connsiteX3" fmla="*/ 0 w 285750"/>
                <a:gd name="connsiteY3" fmla="*/ 285750 h 285750"/>
              </a:gdLst>
              <a:ahLst/>
              <a:cxnLst>
                <a:cxn ang="0">
                  <a:pos x="connsiteX0" y="connsiteY0"/>
                </a:cxn>
                <a:cxn ang="0">
                  <a:pos x="connsiteX1" y="connsiteY1"/>
                </a:cxn>
                <a:cxn ang="0">
                  <a:pos x="connsiteX2" y="connsiteY2"/>
                </a:cxn>
                <a:cxn ang="0">
                  <a:pos x="connsiteX3" y="connsiteY3"/>
                </a:cxn>
              </a:cxnLst>
              <a:rect l="l" t="t" r="r" b="b"/>
              <a:pathLst>
                <a:path w="285750" h="285750">
                  <a:moveTo>
                    <a:pt x="0" y="0"/>
                  </a:moveTo>
                  <a:lnTo>
                    <a:pt x="285750" y="0"/>
                  </a:lnTo>
                  <a:lnTo>
                    <a:pt x="285750" y="285750"/>
                  </a:lnTo>
                  <a:lnTo>
                    <a:pt x="0" y="285750"/>
                  </a:ln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1D241C27-A3CA-4746-A188-9543A8B81C98}"/>
                </a:ext>
              </a:extLst>
            </p:cNvPr>
            <p:cNvSpPr/>
            <p:nvPr/>
          </p:nvSpPr>
          <p:spPr>
            <a:xfrm>
              <a:off x="15691600" y="3403615"/>
              <a:ext cx="285751" cy="285751"/>
            </a:xfrm>
            <a:custGeom>
              <a:avLst/>
              <a:gdLst>
                <a:gd name="connsiteX0" fmla="*/ 0 w 285750"/>
                <a:gd name="connsiteY0" fmla="*/ 0 h 285750"/>
                <a:gd name="connsiteX1" fmla="*/ 285750 w 285750"/>
                <a:gd name="connsiteY1" fmla="*/ 0 h 285750"/>
                <a:gd name="connsiteX2" fmla="*/ 285750 w 285750"/>
                <a:gd name="connsiteY2" fmla="*/ 285750 h 285750"/>
                <a:gd name="connsiteX3" fmla="*/ 0 w 285750"/>
                <a:gd name="connsiteY3" fmla="*/ 285750 h 285750"/>
              </a:gdLst>
              <a:ahLst/>
              <a:cxnLst>
                <a:cxn ang="0">
                  <a:pos x="connsiteX0" y="connsiteY0"/>
                </a:cxn>
                <a:cxn ang="0">
                  <a:pos x="connsiteX1" y="connsiteY1"/>
                </a:cxn>
                <a:cxn ang="0">
                  <a:pos x="connsiteX2" y="connsiteY2"/>
                </a:cxn>
                <a:cxn ang="0">
                  <a:pos x="connsiteX3" y="connsiteY3"/>
                </a:cxn>
              </a:cxnLst>
              <a:rect l="l" t="t" r="r" b="b"/>
              <a:pathLst>
                <a:path w="285750" h="285750">
                  <a:moveTo>
                    <a:pt x="0" y="0"/>
                  </a:moveTo>
                  <a:lnTo>
                    <a:pt x="285750" y="0"/>
                  </a:lnTo>
                  <a:lnTo>
                    <a:pt x="285750" y="285750"/>
                  </a:lnTo>
                  <a:lnTo>
                    <a:pt x="0" y="285750"/>
                  </a:ln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DF70848C-BB98-4FF5-87EA-4738EDD69140}"/>
                </a:ext>
              </a:extLst>
            </p:cNvPr>
            <p:cNvSpPr/>
            <p:nvPr/>
          </p:nvSpPr>
          <p:spPr>
            <a:xfrm>
              <a:off x="14834348" y="812819"/>
              <a:ext cx="4286243" cy="4876802"/>
            </a:xfrm>
            <a:custGeom>
              <a:avLst/>
              <a:gdLst>
                <a:gd name="connsiteX0" fmla="*/ 3857625 w 4286250"/>
                <a:gd name="connsiteY0" fmla="*/ 0 h 4876800"/>
                <a:gd name="connsiteX1" fmla="*/ 428625 w 4286250"/>
                <a:gd name="connsiteY1" fmla="*/ 0 h 4876800"/>
                <a:gd name="connsiteX2" fmla="*/ 0 w 4286250"/>
                <a:gd name="connsiteY2" fmla="*/ 428625 h 4876800"/>
                <a:gd name="connsiteX3" fmla="*/ 0 w 4286250"/>
                <a:gd name="connsiteY3" fmla="*/ 4448175 h 4876800"/>
                <a:gd name="connsiteX4" fmla="*/ 428625 w 4286250"/>
                <a:gd name="connsiteY4" fmla="*/ 4876800 h 4876800"/>
                <a:gd name="connsiteX5" fmla="*/ 3857625 w 4286250"/>
                <a:gd name="connsiteY5" fmla="*/ 4876800 h 4876800"/>
                <a:gd name="connsiteX6" fmla="*/ 4286250 w 4286250"/>
                <a:gd name="connsiteY6" fmla="*/ 4448175 h 4876800"/>
                <a:gd name="connsiteX7" fmla="*/ 4286250 w 4286250"/>
                <a:gd name="connsiteY7" fmla="*/ 428625 h 4876800"/>
                <a:gd name="connsiteX8" fmla="*/ 3857625 w 4286250"/>
                <a:gd name="connsiteY8" fmla="*/ 0 h 4876800"/>
                <a:gd name="connsiteX9" fmla="*/ 1428750 w 4286250"/>
                <a:gd name="connsiteY9" fmla="*/ 4162425 h 4876800"/>
                <a:gd name="connsiteX10" fmla="*/ 1285875 w 4286250"/>
                <a:gd name="connsiteY10" fmla="*/ 4305300 h 4876800"/>
                <a:gd name="connsiteX11" fmla="*/ 714375 w 4286250"/>
                <a:gd name="connsiteY11" fmla="*/ 4305300 h 4876800"/>
                <a:gd name="connsiteX12" fmla="*/ 571500 w 4286250"/>
                <a:gd name="connsiteY12" fmla="*/ 4162425 h 4876800"/>
                <a:gd name="connsiteX13" fmla="*/ 571500 w 4286250"/>
                <a:gd name="connsiteY13" fmla="*/ 3590925 h 4876800"/>
                <a:gd name="connsiteX14" fmla="*/ 714375 w 4286250"/>
                <a:gd name="connsiteY14" fmla="*/ 3448050 h 4876800"/>
                <a:gd name="connsiteX15" fmla="*/ 1285875 w 4286250"/>
                <a:gd name="connsiteY15" fmla="*/ 3448050 h 4876800"/>
                <a:gd name="connsiteX16" fmla="*/ 1428750 w 4286250"/>
                <a:gd name="connsiteY16" fmla="*/ 3590925 h 4876800"/>
                <a:gd name="connsiteX17" fmla="*/ 1428750 w 4286250"/>
                <a:gd name="connsiteY17" fmla="*/ 4162425 h 4876800"/>
                <a:gd name="connsiteX18" fmla="*/ 1428750 w 4286250"/>
                <a:gd name="connsiteY18" fmla="*/ 3019425 h 4876800"/>
                <a:gd name="connsiteX19" fmla="*/ 1285875 w 4286250"/>
                <a:gd name="connsiteY19" fmla="*/ 3162300 h 4876800"/>
                <a:gd name="connsiteX20" fmla="*/ 714375 w 4286250"/>
                <a:gd name="connsiteY20" fmla="*/ 3162300 h 4876800"/>
                <a:gd name="connsiteX21" fmla="*/ 571500 w 4286250"/>
                <a:gd name="connsiteY21" fmla="*/ 3019425 h 4876800"/>
                <a:gd name="connsiteX22" fmla="*/ 571500 w 4286250"/>
                <a:gd name="connsiteY22" fmla="*/ 2447925 h 4876800"/>
                <a:gd name="connsiteX23" fmla="*/ 714375 w 4286250"/>
                <a:gd name="connsiteY23" fmla="*/ 2305050 h 4876800"/>
                <a:gd name="connsiteX24" fmla="*/ 1285875 w 4286250"/>
                <a:gd name="connsiteY24" fmla="*/ 2305050 h 4876800"/>
                <a:gd name="connsiteX25" fmla="*/ 1428750 w 4286250"/>
                <a:gd name="connsiteY25" fmla="*/ 2447925 h 4876800"/>
                <a:gd name="connsiteX26" fmla="*/ 1428750 w 4286250"/>
                <a:gd name="connsiteY26" fmla="*/ 3019425 h 4876800"/>
                <a:gd name="connsiteX27" fmla="*/ 2571750 w 4286250"/>
                <a:gd name="connsiteY27" fmla="*/ 4162425 h 4876800"/>
                <a:gd name="connsiteX28" fmla="*/ 2428875 w 4286250"/>
                <a:gd name="connsiteY28" fmla="*/ 4305300 h 4876800"/>
                <a:gd name="connsiteX29" fmla="*/ 1857375 w 4286250"/>
                <a:gd name="connsiteY29" fmla="*/ 4305300 h 4876800"/>
                <a:gd name="connsiteX30" fmla="*/ 1714500 w 4286250"/>
                <a:gd name="connsiteY30" fmla="*/ 4162425 h 4876800"/>
                <a:gd name="connsiteX31" fmla="*/ 1714500 w 4286250"/>
                <a:gd name="connsiteY31" fmla="*/ 3590925 h 4876800"/>
                <a:gd name="connsiteX32" fmla="*/ 1857375 w 4286250"/>
                <a:gd name="connsiteY32" fmla="*/ 3448050 h 4876800"/>
                <a:gd name="connsiteX33" fmla="*/ 2428875 w 4286250"/>
                <a:gd name="connsiteY33" fmla="*/ 3448050 h 4876800"/>
                <a:gd name="connsiteX34" fmla="*/ 2571750 w 4286250"/>
                <a:gd name="connsiteY34" fmla="*/ 3590925 h 4876800"/>
                <a:gd name="connsiteX35" fmla="*/ 2571750 w 4286250"/>
                <a:gd name="connsiteY35" fmla="*/ 4162425 h 4876800"/>
                <a:gd name="connsiteX36" fmla="*/ 2571750 w 4286250"/>
                <a:gd name="connsiteY36" fmla="*/ 3019425 h 4876800"/>
                <a:gd name="connsiteX37" fmla="*/ 2428875 w 4286250"/>
                <a:gd name="connsiteY37" fmla="*/ 3162300 h 4876800"/>
                <a:gd name="connsiteX38" fmla="*/ 1857375 w 4286250"/>
                <a:gd name="connsiteY38" fmla="*/ 3162300 h 4876800"/>
                <a:gd name="connsiteX39" fmla="*/ 1714500 w 4286250"/>
                <a:gd name="connsiteY39" fmla="*/ 3019425 h 4876800"/>
                <a:gd name="connsiteX40" fmla="*/ 1714500 w 4286250"/>
                <a:gd name="connsiteY40" fmla="*/ 2447925 h 4876800"/>
                <a:gd name="connsiteX41" fmla="*/ 1857375 w 4286250"/>
                <a:gd name="connsiteY41" fmla="*/ 2305050 h 4876800"/>
                <a:gd name="connsiteX42" fmla="*/ 2428875 w 4286250"/>
                <a:gd name="connsiteY42" fmla="*/ 2305050 h 4876800"/>
                <a:gd name="connsiteX43" fmla="*/ 2571750 w 4286250"/>
                <a:gd name="connsiteY43" fmla="*/ 2447925 h 4876800"/>
                <a:gd name="connsiteX44" fmla="*/ 2571750 w 4286250"/>
                <a:gd name="connsiteY44" fmla="*/ 3019425 h 4876800"/>
                <a:gd name="connsiteX45" fmla="*/ 3714750 w 4286250"/>
                <a:gd name="connsiteY45" fmla="*/ 4162425 h 4876800"/>
                <a:gd name="connsiteX46" fmla="*/ 3571875 w 4286250"/>
                <a:gd name="connsiteY46" fmla="*/ 4305300 h 4876800"/>
                <a:gd name="connsiteX47" fmla="*/ 3000375 w 4286250"/>
                <a:gd name="connsiteY47" fmla="*/ 4305300 h 4876800"/>
                <a:gd name="connsiteX48" fmla="*/ 2857500 w 4286250"/>
                <a:gd name="connsiteY48" fmla="*/ 4162425 h 4876800"/>
                <a:gd name="connsiteX49" fmla="*/ 2857500 w 4286250"/>
                <a:gd name="connsiteY49" fmla="*/ 2447925 h 4876800"/>
                <a:gd name="connsiteX50" fmla="*/ 3000375 w 4286250"/>
                <a:gd name="connsiteY50" fmla="*/ 2305050 h 4876800"/>
                <a:gd name="connsiteX51" fmla="*/ 3571875 w 4286250"/>
                <a:gd name="connsiteY51" fmla="*/ 2305050 h 4876800"/>
                <a:gd name="connsiteX52" fmla="*/ 3714750 w 4286250"/>
                <a:gd name="connsiteY52" fmla="*/ 2447925 h 4876800"/>
                <a:gd name="connsiteX53" fmla="*/ 3714750 w 4286250"/>
                <a:gd name="connsiteY53" fmla="*/ 4162425 h 4876800"/>
                <a:gd name="connsiteX54" fmla="*/ 3714750 w 4286250"/>
                <a:gd name="connsiteY54" fmla="*/ 1876425 h 4876800"/>
                <a:gd name="connsiteX55" fmla="*/ 3571875 w 4286250"/>
                <a:gd name="connsiteY55" fmla="*/ 2019300 h 4876800"/>
                <a:gd name="connsiteX56" fmla="*/ 714375 w 4286250"/>
                <a:gd name="connsiteY56" fmla="*/ 2019300 h 4876800"/>
                <a:gd name="connsiteX57" fmla="*/ 571500 w 4286250"/>
                <a:gd name="connsiteY57" fmla="*/ 1876425 h 4876800"/>
                <a:gd name="connsiteX58" fmla="*/ 571500 w 4286250"/>
                <a:gd name="connsiteY58" fmla="*/ 714375 h 4876800"/>
                <a:gd name="connsiteX59" fmla="*/ 714375 w 4286250"/>
                <a:gd name="connsiteY59" fmla="*/ 571500 h 4876800"/>
                <a:gd name="connsiteX60" fmla="*/ 3571875 w 4286250"/>
                <a:gd name="connsiteY60" fmla="*/ 571500 h 4876800"/>
                <a:gd name="connsiteX61" fmla="*/ 3714750 w 4286250"/>
                <a:gd name="connsiteY61" fmla="*/ 714375 h 4876800"/>
                <a:gd name="connsiteX62" fmla="*/ 3714750 w 4286250"/>
                <a:gd name="connsiteY62" fmla="*/ 1876425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86250" h="4876800">
                  <a:moveTo>
                    <a:pt x="3857625" y="0"/>
                  </a:moveTo>
                  <a:lnTo>
                    <a:pt x="428625" y="0"/>
                  </a:lnTo>
                  <a:cubicBezTo>
                    <a:pt x="192272" y="0"/>
                    <a:pt x="0" y="192272"/>
                    <a:pt x="0" y="428625"/>
                  </a:cubicBezTo>
                  <a:lnTo>
                    <a:pt x="0" y="4448175"/>
                  </a:lnTo>
                  <a:cubicBezTo>
                    <a:pt x="0" y="4684529"/>
                    <a:pt x="192272" y="4876800"/>
                    <a:pt x="428625" y="4876800"/>
                  </a:cubicBezTo>
                  <a:lnTo>
                    <a:pt x="3857625" y="4876800"/>
                  </a:lnTo>
                  <a:cubicBezTo>
                    <a:pt x="4093978" y="4876800"/>
                    <a:pt x="4286250" y="4684529"/>
                    <a:pt x="4286250" y="4448175"/>
                  </a:cubicBezTo>
                  <a:lnTo>
                    <a:pt x="4286250" y="428625"/>
                  </a:lnTo>
                  <a:cubicBezTo>
                    <a:pt x="4286250" y="192272"/>
                    <a:pt x="4093978" y="0"/>
                    <a:pt x="3857625" y="0"/>
                  </a:cubicBezTo>
                  <a:close/>
                  <a:moveTo>
                    <a:pt x="1428750" y="4162425"/>
                  </a:moveTo>
                  <a:cubicBezTo>
                    <a:pt x="1428750" y="4241397"/>
                    <a:pt x="1364847" y="4305300"/>
                    <a:pt x="1285875" y="4305300"/>
                  </a:cubicBezTo>
                  <a:lnTo>
                    <a:pt x="714375" y="4305300"/>
                  </a:lnTo>
                  <a:cubicBezTo>
                    <a:pt x="635403" y="4305300"/>
                    <a:pt x="571500" y="4241397"/>
                    <a:pt x="571500" y="4162425"/>
                  </a:cubicBezTo>
                  <a:lnTo>
                    <a:pt x="571500" y="3590925"/>
                  </a:lnTo>
                  <a:cubicBezTo>
                    <a:pt x="571500" y="3511953"/>
                    <a:pt x="635403" y="3448050"/>
                    <a:pt x="714375" y="3448050"/>
                  </a:cubicBezTo>
                  <a:lnTo>
                    <a:pt x="1285875" y="3448050"/>
                  </a:lnTo>
                  <a:cubicBezTo>
                    <a:pt x="1364847" y="3448050"/>
                    <a:pt x="1428750" y="3511953"/>
                    <a:pt x="1428750" y="3590925"/>
                  </a:cubicBezTo>
                  <a:lnTo>
                    <a:pt x="1428750" y="4162425"/>
                  </a:lnTo>
                  <a:close/>
                  <a:moveTo>
                    <a:pt x="1428750" y="3019425"/>
                  </a:moveTo>
                  <a:cubicBezTo>
                    <a:pt x="1428750" y="3098397"/>
                    <a:pt x="1364847" y="3162300"/>
                    <a:pt x="1285875" y="3162300"/>
                  </a:cubicBezTo>
                  <a:lnTo>
                    <a:pt x="714375" y="3162300"/>
                  </a:lnTo>
                  <a:cubicBezTo>
                    <a:pt x="635403" y="3162300"/>
                    <a:pt x="571500" y="3098397"/>
                    <a:pt x="571500" y="3019425"/>
                  </a:cubicBezTo>
                  <a:lnTo>
                    <a:pt x="571500" y="2447925"/>
                  </a:lnTo>
                  <a:cubicBezTo>
                    <a:pt x="571500" y="2368953"/>
                    <a:pt x="635403" y="2305050"/>
                    <a:pt x="714375" y="2305050"/>
                  </a:cubicBezTo>
                  <a:lnTo>
                    <a:pt x="1285875" y="2305050"/>
                  </a:lnTo>
                  <a:cubicBezTo>
                    <a:pt x="1364847" y="2305050"/>
                    <a:pt x="1428750" y="2368953"/>
                    <a:pt x="1428750" y="2447925"/>
                  </a:cubicBezTo>
                  <a:lnTo>
                    <a:pt x="1428750" y="3019425"/>
                  </a:lnTo>
                  <a:close/>
                  <a:moveTo>
                    <a:pt x="2571750" y="4162425"/>
                  </a:moveTo>
                  <a:cubicBezTo>
                    <a:pt x="2571750" y="4241397"/>
                    <a:pt x="2507847" y="4305300"/>
                    <a:pt x="2428875" y="4305300"/>
                  </a:cubicBezTo>
                  <a:lnTo>
                    <a:pt x="1857375" y="4305300"/>
                  </a:lnTo>
                  <a:cubicBezTo>
                    <a:pt x="1778403" y="4305300"/>
                    <a:pt x="1714500" y="4241397"/>
                    <a:pt x="1714500" y="4162425"/>
                  </a:cubicBezTo>
                  <a:lnTo>
                    <a:pt x="1714500" y="3590925"/>
                  </a:lnTo>
                  <a:cubicBezTo>
                    <a:pt x="1714500" y="3511953"/>
                    <a:pt x="1778403" y="3448050"/>
                    <a:pt x="1857375" y="3448050"/>
                  </a:cubicBezTo>
                  <a:lnTo>
                    <a:pt x="2428875" y="3448050"/>
                  </a:lnTo>
                  <a:cubicBezTo>
                    <a:pt x="2507847" y="3448050"/>
                    <a:pt x="2571750" y="3511953"/>
                    <a:pt x="2571750" y="3590925"/>
                  </a:cubicBezTo>
                  <a:lnTo>
                    <a:pt x="2571750" y="4162425"/>
                  </a:lnTo>
                  <a:close/>
                  <a:moveTo>
                    <a:pt x="2571750" y="3019425"/>
                  </a:moveTo>
                  <a:cubicBezTo>
                    <a:pt x="2571750" y="3098397"/>
                    <a:pt x="2507847" y="3162300"/>
                    <a:pt x="2428875" y="3162300"/>
                  </a:cubicBezTo>
                  <a:lnTo>
                    <a:pt x="1857375" y="3162300"/>
                  </a:lnTo>
                  <a:cubicBezTo>
                    <a:pt x="1778403" y="3162300"/>
                    <a:pt x="1714500" y="3098397"/>
                    <a:pt x="1714500" y="3019425"/>
                  </a:cubicBezTo>
                  <a:lnTo>
                    <a:pt x="1714500" y="2447925"/>
                  </a:lnTo>
                  <a:cubicBezTo>
                    <a:pt x="1714500" y="2368953"/>
                    <a:pt x="1778403" y="2305050"/>
                    <a:pt x="1857375" y="2305050"/>
                  </a:cubicBezTo>
                  <a:lnTo>
                    <a:pt x="2428875" y="2305050"/>
                  </a:lnTo>
                  <a:cubicBezTo>
                    <a:pt x="2507847" y="2305050"/>
                    <a:pt x="2571750" y="2368953"/>
                    <a:pt x="2571750" y="2447925"/>
                  </a:cubicBezTo>
                  <a:lnTo>
                    <a:pt x="2571750" y="3019425"/>
                  </a:lnTo>
                  <a:close/>
                  <a:moveTo>
                    <a:pt x="3714750" y="4162425"/>
                  </a:moveTo>
                  <a:cubicBezTo>
                    <a:pt x="3714750" y="4241397"/>
                    <a:pt x="3650847" y="4305300"/>
                    <a:pt x="3571875" y="4305300"/>
                  </a:cubicBezTo>
                  <a:lnTo>
                    <a:pt x="3000375" y="4305300"/>
                  </a:lnTo>
                  <a:cubicBezTo>
                    <a:pt x="2921403" y="4305300"/>
                    <a:pt x="2857500" y="4241397"/>
                    <a:pt x="2857500" y="4162425"/>
                  </a:cubicBezTo>
                  <a:lnTo>
                    <a:pt x="2857500" y="2447925"/>
                  </a:lnTo>
                  <a:cubicBezTo>
                    <a:pt x="2857500" y="2368953"/>
                    <a:pt x="2921403" y="2305050"/>
                    <a:pt x="3000375" y="2305050"/>
                  </a:cubicBezTo>
                  <a:lnTo>
                    <a:pt x="3571875" y="2305050"/>
                  </a:lnTo>
                  <a:cubicBezTo>
                    <a:pt x="3650847" y="2305050"/>
                    <a:pt x="3714750" y="2368953"/>
                    <a:pt x="3714750" y="2447925"/>
                  </a:cubicBezTo>
                  <a:lnTo>
                    <a:pt x="3714750" y="4162425"/>
                  </a:lnTo>
                  <a:close/>
                  <a:moveTo>
                    <a:pt x="3714750" y="1876425"/>
                  </a:moveTo>
                  <a:cubicBezTo>
                    <a:pt x="3714750" y="1955397"/>
                    <a:pt x="3650847" y="2019300"/>
                    <a:pt x="3571875" y="2019300"/>
                  </a:cubicBezTo>
                  <a:lnTo>
                    <a:pt x="714375" y="2019300"/>
                  </a:lnTo>
                  <a:cubicBezTo>
                    <a:pt x="635403" y="2019300"/>
                    <a:pt x="571500" y="1955397"/>
                    <a:pt x="571500" y="1876425"/>
                  </a:cubicBezTo>
                  <a:lnTo>
                    <a:pt x="571500" y="714375"/>
                  </a:lnTo>
                  <a:cubicBezTo>
                    <a:pt x="571500" y="635403"/>
                    <a:pt x="635403" y="571500"/>
                    <a:pt x="714375" y="571500"/>
                  </a:cubicBezTo>
                  <a:lnTo>
                    <a:pt x="3571875" y="571500"/>
                  </a:lnTo>
                  <a:cubicBezTo>
                    <a:pt x="3650847" y="571500"/>
                    <a:pt x="3714750" y="635403"/>
                    <a:pt x="3714750" y="714375"/>
                  </a:cubicBezTo>
                  <a:lnTo>
                    <a:pt x="3714750" y="1876425"/>
                  </a:ln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40089C28-20D1-4902-ACD2-149CC1E48AE7}"/>
                </a:ext>
              </a:extLst>
            </p:cNvPr>
            <p:cNvSpPr/>
            <p:nvPr/>
          </p:nvSpPr>
          <p:spPr>
            <a:xfrm>
              <a:off x="15691600" y="1670071"/>
              <a:ext cx="2571756" cy="876308"/>
            </a:xfrm>
            <a:custGeom>
              <a:avLst/>
              <a:gdLst>
                <a:gd name="connsiteX0" fmla="*/ 0 w 2571750"/>
                <a:gd name="connsiteY0" fmla="*/ 0 h 876300"/>
                <a:gd name="connsiteX1" fmla="*/ 2571750 w 2571750"/>
                <a:gd name="connsiteY1" fmla="*/ 0 h 876300"/>
                <a:gd name="connsiteX2" fmla="*/ 2571750 w 2571750"/>
                <a:gd name="connsiteY2" fmla="*/ 876300 h 876300"/>
                <a:gd name="connsiteX3" fmla="*/ 0 w 2571750"/>
                <a:gd name="connsiteY3" fmla="*/ 876300 h 876300"/>
              </a:gdLst>
              <a:ahLst/>
              <a:cxnLst>
                <a:cxn ang="0">
                  <a:pos x="connsiteX0" y="connsiteY0"/>
                </a:cxn>
                <a:cxn ang="0">
                  <a:pos x="connsiteX1" y="connsiteY1"/>
                </a:cxn>
                <a:cxn ang="0">
                  <a:pos x="connsiteX2" y="connsiteY2"/>
                </a:cxn>
                <a:cxn ang="0">
                  <a:pos x="connsiteX3" y="connsiteY3"/>
                </a:cxn>
              </a:cxnLst>
              <a:rect l="l" t="t" r="r" b="b"/>
              <a:pathLst>
                <a:path w="2571750" h="876300">
                  <a:moveTo>
                    <a:pt x="0" y="0"/>
                  </a:moveTo>
                  <a:lnTo>
                    <a:pt x="2571750" y="0"/>
                  </a:lnTo>
                  <a:lnTo>
                    <a:pt x="2571750" y="876300"/>
                  </a:lnTo>
                  <a:lnTo>
                    <a:pt x="0" y="876300"/>
                  </a:lnTo>
                  <a:close/>
                </a:path>
              </a:pathLst>
            </a:custGeom>
            <a:grpFill/>
            <a:ln w="9525" cap="flat">
              <a:noFill/>
              <a:prstDash val="solid"/>
              <a:miter/>
            </a:ln>
          </p:spPr>
          <p:txBody>
            <a:bodyPr rtlCol="0" anchor="ctr"/>
            <a:lstStyle/>
            <a:p>
              <a:endParaRPr lang="en-US"/>
            </a:p>
          </p:txBody>
        </p:sp>
      </p:grpSp>
      <p:sp>
        <p:nvSpPr>
          <p:cNvPr id="42" name="Graphic 52">
            <a:extLst>
              <a:ext uri="{FF2B5EF4-FFF2-40B4-BE49-F238E27FC236}">
                <a16:creationId xmlns:a16="http://schemas.microsoft.com/office/drawing/2014/main" id="{CD798429-94E7-4616-9E65-17CD84E1AC66}"/>
              </a:ext>
            </a:extLst>
          </p:cNvPr>
          <p:cNvSpPr>
            <a:spLocks noChangeAspect="1"/>
          </p:cNvSpPr>
          <p:nvPr/>
        </p:nvSpPr>
        <p:spPr>
          <a:xfrm>
            <a:off x="6431007" y="4751593"/>
            <a:ext cx="185153" cy="246872"/>
          </a:xfrm>
          <a:custGeom>
            <a:avLst/>
            <a:gdLst>
              <a:gd name="connsiteX0" fmla="*/ 3412274 w 3657609"/>
              <a:gd name="connsiteY0" fmla="*/ 4097638 h 4876821"/>
              <a:gd name="connsiteX1" fmla="*/ 3657600 w 3657609"/>
              <a:gd name="connsiteY1" fmla="*/ 3251218 h 4876821"/>
              <a:gd name="connsiteX2" fmla="*/ 2549138 w 3657609"/>
              <a:gd name="connsiteY2" fmla="*/ 1713093 h 4876821"/>
              <a:gd name="connsiteX3" fmla="*/ 2140134 w 3657609"/>
              <a:gd name="connsiteY3" fmla="*/ 1433343 h 4876821"/>
              <a:gd name="connsiteX4" fmla="*/ 2235194 w 3657609"/>
              <a:gd name="connsiteY4" fmla="*/ 1243225 h 4876821"/>
              <a:gd name="connsiteX5" fmla="*/ 2189750 w 3657609"/>
              <a:gd name="connsiteY5" fmla="*/ 1106903 h 4876821"/>
              <a:gd name="connsiteX6" fmla="*/ 2280638 w 3657609"/>
              <a:gd name="connsiteY6" fmla="*/ 925137 h 4876821"/>
              <a:gd name="connsiteX7" fmla="*/ 2416969 w 3657609"/>
              <a:gd name="connsiteY7" fmla="*/ 879693 h 4876821"/>
              <a:gd name="connsiteX8" fmla="*/ 2630881 w 3657609"/>
              <a:gd name="connsiteY8" fmla="*/ 451859 h 4876821"/>
              <a:gd name="connsiteX9" fmla="*/ 2585438 w 3657609"/>
              <a:gd name="connsiteY9" fmla="*/ 315528 h 4876821"/>
              <a:gd name="connsiteX10" fmla="*/ 1975838 w 3657609"/>
              <a:gd name="connsiteY10" fmla="*/ 10728 h 4876821"/>
              <a:gd name="connsiteX11" fmla="*/ 1839506 w 3657609"/>
              <a:gd name="connsiteY11" fmla="*/ 56171 h 4876821"/>
              <a:gd name="connsiteX12" fmla="*/ 1625594 w 3657609"/>
              <a:gd name="connsiteY12" fmla="*/ 484006 h 4876821"/>
              <a:gd name="connsiteX13" fmla="*/ 1671037 w 3657609"/>
              <a:gd name="connsiteY13" fmla="*/ 620337 h 4876821"/>
              <a:gd name="connsiteX14" fmla="*/ 1580150 w 3657609"/>
              <a:gd name="connsiteY14" fmla="*/ 802103 h 4876821"/>
              <a:gd name="connsiteX15" fmla="*/ 1443819 w 3657609"/>
              <a:gd name="connsiteY15" fmla="*/ 847546 h 4876821"/>
              <a:gd name="connsiteX16" fmla="*/ 620306 w 3657609"/>
              <a:gd name="connsiteY16" fmla="*/ 2494581 h 4876821"/>
              <a:gd name="connsiteX17" fmla="*/ 665750 w 3657609"/>
              <a:gd name="connsiteY17" fmla="*/ 2630912 h 4876821"/>
              <a:gd name="connsiteX18" fmla="*/ 1275350 w 3657609"/>
              <a:gd name="connsiteY18" fmla="*/ 2935712 h 4876821"/>
              <a:gd name="connsiteX19" fmla="*/ 1320689 w 3657609"/>
              <a:gd name="connsiteY19" fmla="*/ 2946428 h 4876821"/>
              <a:gd name="connsiteX20" fmla="*/ 1411672 w 3657609"/>
              <a:gd name="connsiteY20" fmla="*/ 2890269 h 4876821"/>
              <a:gd name="connsiteX21" fmla="*/ 1618307 w 3657609"/>
              <a:gd name="connsiteY21" fmla="*/ 2477055 h 4876821"/>
              <a:gd name="connsiteX22" fmla="*/ 2031987 w 3657609"/>
              <a:gd name="connsiteY22" fmla="*/ 2641618 h 4876821"/>
              <a:gd name="connsiteX23" fmla="*/ 2388327 w 3657609"/>
              <a:gd name="connsiteY23" fmla="*/ 2524394 h 4876821"/>
              <a:gd name="connsiteX24" fmla="*/ 2844784 w 3657609"/>
              <a:gd name="connsiteY24" fmla="*/ 3251218 h 4876821"/>
              <a:gd name="connsiteX25" fmla="*/ 2031987 w 3657609"/>
              <a:gd name="connsiteY25" fmla="*/ 4064015 h 4876821"/>
              <a:gd name="connsiteX26" fmla="*/ 1219190 w 3657609"/>
              <a:gd name="connsiteY26" fmla="*/ 4064015 h 4876821"/>
              <a:gd name="connsiteX27" fmla="*/ 1219190 w 3657609"/>
              <a:gd name="connsiteY27" fmla="*/ 3860818 h 4876821"/>
              <a:gd name="connsiteX28" fmla="*/ 1523990 w 3657609"/>
              <a:gd name="connsiteY28" fmla="*/ 3860818 h 4876821"/>
              <a:gd name="connsiteX29" fmla="*/ 1625594 w 3657609"/>
              <a:gd name="connsiteY29" fmla="*/ 3759215 h 4876821"/>
              <a:gd name="connsiteX30" fmla="*/ 1523990 w 3657609"/>
              <a:gd name="connsiteY30" fmla="*/ 3657612 h 4876821"/>
              <a:gd name="connsiteX31" fmla="*/ 1117587 w 3657609"/>
              <a:gd name="connsiteY31" fmla="*/ 3657612 h 4876821"/>
              <a:gd name="connsiteX32" fmla="*/ 507987 w 3657609"/>
              <a:gd name="connsiteY32" fmla="*/ 3657612 h 4876821"/>
              <a:gd name="connsiteX33" fmla="*/ 101603 w 3657609"/>
              <a:gd name="connsiteY33" fmla="*/ 3657612 h 4876821"/>
              <a:gd name="connsiteX34" fmla="*/ 0 w 3657609"/>
              <a:gd name="connsiteY34" fmla="*/ 3759215 h 4876821"/>
              <a:gd name="connsiteX35" fmla="*/ 101603 w 3657609"/>
              <a:gd name="connsiteY35" fmla="*/ 3860818 h 4876821"/>
              <a:gd name="connsiteX36" fmla="*/ 406403 w 3657609"/>
              <a:gd name="connsiteY36" fmla="*/ 3860818 h 4876821"/>
              <a:gd name="connsiteX37" fmla="*/ 406403 w 3657609"/>
              <a:gd name="connsiteY37" fmla="*/ 4064015 h 4876821"/>
              <a:gd name="connsiteX38" fmla="*/ 0 w 3657609"/>
              <a:gd name="connsiteY38" fmla="*/ 4470418 h 4876821"/>
              <a:gd name="connsiteX39" fmla="*/ 0 w 3657609"/>
              <a:gd name="connsiteY39" fmla="*/ 4775218 h 4876821"/>
              <a:gd name="connsiteX40" fmla="*/ 101603 w 3657609"/>
              <a:gd name="connsiteY40" fmla="*/ 4876822 h 4876821"/>
              <a:gd name="connsiteX41" fmla="*/ 3556007 w 3657609"/>
              <a:gd name="connsiteY41" fmla="*/ 4876822 h 4876821"/>
              <a:gd name="connsiteX42" fmla="*/ 3657610 w 3657609"/>
              <a:gd name="connsiteY42" fmla="*/ 4775218 h 4876821"/>
              <a:gd name="connsiteX43" fmla="*/ 3657610 w 3657609"/>
              <a:gd name="connsiteY43" fmla="*/ 4470418 h 4876821"/>
              <a:gd name="connsiteX44" fmla="*/ 3412274 w 3657609"/>
              <a:gd name="connsiteY44" fmla="*/ 4097638 h 4876821"/>
              <a:gd name="connsiteX45" fmla="*/ 2032007 w 3657609"/>
              <a:gd name="connsiteY45" fmla="*/ 2235215 h 4876821"/>
              <a:gd name="connsiteX46" fmla="*/ 1828810 w 3657609"/>
              <a:gd name="connsiteY46" fmla="*/ 2032018 h 4876821"/>
              <a:gd name="connsiteX47" fmla="*/ 2032007 w 3657609"/>
              <a:gd name="connsiteY47" fmla="*/ 1828821 h 4876821"/>
              <a:gd name="connsiteX48" fmla="*/ 2235203 w 3657609"/>
              <a:gd name="connsiteY48" fmla="*/ 2032018 h 4876821"/>
              <a:gd name="connsiteX49" fmla="*/ 2032007 w 3657609"/>
              <a:gd name="connsiteY49" fmla="*/ 2235215 h 48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657609" h="4876821">
                <a:moveTo>
                  <a:pt x="3412274" y="4097638"/>
                </a:moveTo>
                <a:cubicBezTo>
                  <a:pt x="3570142" y="3841873"/>
                  <a:pt x="3657600" y="3553599"/>
                  <a:pt x="3657600" y="3251218"/>
                </a:cubicBezTo>
                <a:cubicBezTo>
                  <a:pt x="3657600" y="2546826"/>
                  <a:pt x="3213126" y="1935787"/>
                  <a:pt x="2549138" y="1713093"/>
                </a:cubicBezTo>
                <a:cubicBezTo>
                  <a:pt x="2459803" y="1568770"/>
                  <a:pt x="2313146" y="1464566"/>
                  <a:pt x="2140134" y="1433343"/>
                </a:cubicBezTo>
                <a:lnTo>
                  <a:pt x="2235194" y="1243225"/>
                </a:lnTo>
                <a:cubicBezTo>
                  <a:pt x="2260292" y="1193018"/>
                  <a:pt x="2239956" y="1132001"/>
                  <a:pt x="2189750" y="1106903"/>
                </a:cubicBezTo>
                <a:lnTo>
                  <a:pt x="2280638" y="925137"/>
                </a:lnTo>
                <a:cubicBezTo>
                  <a:pt x="2330844" y="950045"/>
                  <a:pt x="2391661" y="929900"/>
                  <a:pt x="2416969" y="879693"/>
                </a:cubicBezTo>
                <a:lnTo>
                  <a:pt x="2630881" y="451859"/>
                </a:lnTo>
                <a:cubicBezTo>
                  <a:pt x="2655980" y="401653"/>
                  <a:pt x="2635644" y="340635"/>
                  <a:pt x="2585438" y="315528"/>
                </a:cubicBezTo>
                <a:lnTo>
                  <a:pt x="1975838" y="10728"/>
                </a:lnTo>
                <a:cubicBezTo>
                  <a:pt x="1925536" y="-14276"/>
                  <a:pt x="1864709" y="5870"/>
                  <a:pt x="1839506" y="56171"/>
                </a:cubicBezTo>
                <a:lnTo>
                  <a:pt x="1625594" y="484006"/>
                </a:lnTo>
                <a:cubicBezTo>
                  <a:pt x="1600495" y="534212"/>
                  <a:pt x="1620831" y="595229"/>
                  <a:pt x="1671037" y="620337"/>
                </a:cubicBezTo>
                <a:lnTo>
                  <a:pt x="1580150" y="802103"/>
                </a:lnTo>
                <a:cubicBezTo>
                  <a:pt x="1530048" y="777195"/>
                  <a:pt x="1468927" y="797340"/>
                  <a:pt x="1443819" y="847546"/>
                </a:cubicBezTo>
                <a:lnTo>
                  <a:pt x="620306" y="2494581"/>
                </a:lnTo>
                <a:cubicBezTo>
                  <a:pt x="595208" y="2544787"/>
                  <a:pt x="615544" y="2605804"/>
                  <a:pt x="665750" y="2630912"/>
                </a:cubicBezTo>
                <a:lnTo>
                  <a:pt x="1275350" y="2935712"/>
                </a:lnTo>
                <a:cubicBezTo>
                  <a:pt x="1289933" y="2942951"/>
                  <a:pt x="1305411" y="2946428"/>
                  <a:pt x="1320689" y="2946428"/>
                </a:cubicBezTo>
                <a:cubicBezTo>
                  <a:pt x="1357998" y="2946428"/>
                  <a:pt x="1393812" y="2925892"/>
                  <a:pt x="1411672" y="2890269"/>
                </a:cubicBezTo>
                <a:lnTo>
                  <a:pt x="1618307" y="2477055"/>
                </a:lnTo>
                <a:cubicBezTo>
                  <a:pt x="1727187" y="2578325"/>
                  <a:pt x="1871910" y="2641618"/>
                  <a:pt x="2031987" y="2641618"/>
                </a:cubicBezTo>
                <a:cubicBezTo>
                  <a:pt x="2165376" y="2641618"/>
                  <a:pt x="2287858" y="2597327"/>
                  <a:pt x="2388327" y="2524394"/>
                </a:cubicBezTo>
                <a:cubicBezTo>
                  <a:pt x="2666648" y="2660497"/>
                  <a:pt x="2844784" y="2938636"/>
                  <a:pt x="2844784" y="3251218"/>
                </a:cubicBezTo>
                <a:cubicBezTo>
                  <a:pt x="2844784" y="3699389"/>
                  <a:pt x="2480158" y="4064015"/>
                  <a:pt x="2031987" y="4064015"/>
                </a:cubicBezTo>
                <a:lnTo>
                  <a:pt x="1219190" y="4064015"/>
                </a:lnTo>
                <a:lnTo>
                  <a:pt x="1219190" y="3860818"/>
                </a:lnTo>
                <a:lnTo>
                  <a:pt x="1523990" y="3860818"/>
                </a:lnTo>
                <a:cubicBezTo>
                  <a:pt x="1580150" y="3860818"/>
                  <a:pt x="1625594" y="3815375"/>
                  <a:pt x="1625594" y="3759215"/>
                </a:cubicBezTo>
                <a:cubicBezTo>
                  <a:pt x="1625594" y="3703056"/>
                  <a:pt x="1580150" y="3657612"/>
                  <a:pt x="1523990" y="3657612"/>
                </a:cubicBezTo>
                <a:lnTo>
                  <a:pt x="1117587" y="3657612"/>
                </a:lnTo>
                <a:lnTo>
                  <a:pt x="507987" y="3657612"/>
                </a:lnTo>
                <a:lnTo>
                  <a:pt x="101603" y="3657612"/>
                </a:lnTo>
                <a:cubicBezTo>
                  <a:pt x="45444" y="3657612"/>
                  <a:pt x="0" y="3703056"/>
                  <a:pt x="0" y="3759215"/>
                </a:cubicBezTo>
                <a:cubicBezTo>
                  <a:pt x="0" y="3815375"/>
                  <a:pt x="45444" y="3860818"/>
                  <a:pt x="101603" y="3860818"/>
                </a:cubicBezTo>
                <a:lnTo>
                  <a:pt x="406403" y="3860818"/>
                </a:lnTo>
                <a:lnTo>
                  <a:pt x="406403" y="4064015"/>
                </a:lnTo>
                <a:cubicBezTo>
                  <a:pt x="182270" y="4064015"/>
                  <a:pt x="0" y="4246276"/>
                  <a:pt x="0" y="4470418"/>
                </a:cubicBezTo>
                <a:lnTo>
                  <a:pt x="0" y="4775218"/>
                </a:lnTo>
                <a:cubicBezTo>
                  <a:pt x="0" y="4831378"/>
                  <a:pt x="45444" y="4876822"/>
                  <a:pt x="101603" y="4876822"/>
                </a:cubicBezTo>
                <a:lnTo>
                  <a:pt x="3556007" y="4876822"/>
                </a:lnTo>
                <a:cubicBezTo>
                  <a:pt x="3612166" y="4876822"/>
                  <a:pt x="3657610" y="4831378"/>
                  <a:pt x="3657610" y="4775218"/>
                </a:cubicBezTo>
                <a:lnTo>
                  <a:pt x="3657610" y="4470418"/>
                </a:lnTo>
                <a:cubicBezTo>
                  <a:pt x="3657610" y="4303541"/>
                  <a:pt x="3556407" y="4160160"/>
                  <a:pt x="3412274" y="4097638"/>
                </a:cubicBezTo>
                <a:close/>
                <a:moveTo>
                  <a:pt x="2032007" y="2235215"/>
                </a:moveTo>
                <a:cubicBezTo>
                  <a:pt x="1919992" y="2235215"/>
                  <a:pt x="1828810" y="2144032"/>
                  <a:pt x="1828810" y="2032018"/>
                </a:cubicBezTo>
                <a:cubicBezTo>
                  <a:pt x="1828810" y="1920004"/>
                  <a:pt x="1919992" y="1828821"/>
                  <a:pt x="2032007" y="1828821"/>
                </a:cubicBezTo>
                <a:cubicBezTo>
                  <a:pt x="2144020" y="1828821"/>
                  <a:pt x="2235203" y="1920004"/>
                  <a:pt x="2235203" y="2032018"/>
                </a:cubicBezTo>
                <a:cubicBezTo>
                  <a:pt x="2235203" y="2144032"/>
                  <a:pt x="2144020" y="2235215"/>
                  <a:pt x="2032007" y="2235215"/>
                </a:cubicBezTo>
                <a:close/>
              </a:path>
            </a:pathLst>
          </a:custGeom>
          <a:solidFill>
            <a:schemeClr val="bg2"/>
          </a:solidFill>
          <a:ln w="9525" cap="flat">
            <a:noFill/>
            <a:prstDash val="solid"/>
            <a:miter/>
          </a:ln>
        </p:spPr>
        <p:txBody>
          <a:bodyPr rtlCol="0" anchor="ctr"/>
          <a:lstStyle/>
          <a:p>
            <a:endParaRPr lang="en-US" dirty="0"/>
          </a:p>
        </p:txBody>
      </p:sp>
      <p:grpSp>
        <p:nvGrpSpPr>
          <p:cNvPr id="43" name="Graphic 58">
            <a:extLst>
              <a:ext uri="{FF2B5EF4-FFF2-40B4-BE49-F238E27FC236}">
                <a16:creationId xmlns:a16="http://schemas.microsoft.com/office/drawing/2014/main" id="{A0B17901-2887-4F58-A706-8A786332449F}"/>
              </a:ext>
            </a:extLst>
          </p:cNvPr>
          <p:cNvGrpSpPr>
            <a:grpSpLocks noChangeAspect="1"/>
          </p:cNvGrpSpPr>
          <p:nvPr/>
        </p:nvGrpSpPr>
        <p:grpSpPr>
          <a:xfrm>
            <a:off x="5711022" y="3404591"/>
            <a:ext cx="728786" cy="728786"/>
            <a:chOff x="14539069" y="812819"/>
            <a:chExt cx="4876800" cy="4876800"/>
          </a:xfrm>
          <a:solidFill>
            <a:schemeClr val="tx2"/>
          </a:solidFill>
        </p:grpSpPr>
        <p:sp>
          <p:nvSpPr>
            <p:cNvPr id="44" name="Freeform: Shape 43">
              <a:extLst>
                <a:ext uri="{FF2B5EF4-FFF2-40B4-BE49-F238E27FC236}">
                  <a16:creationId xmlns:a16="http://schemas.microsoft.com/office/drawing/2014/main" id="{60F502DD-C516-4311-9302-A6EA38608D49}"/>
                </a:ext>
              </a:extLst>
            </p:cNvPr>
            <p:cNvSpPr/>
            <p:nvPr/>
          </p:nvSpPr>
          <p:spPr>
            <a:xfrm>
              <a:off x="14698612" y="812814"/>
              <a:ext cx="4572009" cy="3143254"/>
            </a:xfrm>
            <a:custGeom>
              <a:avLst/>
              <a:gdLst>
                <a:gd name="connsiteX0" fmla="*/ 4286250 w 4572009"/>
                <a:gd name="connsiteY0" fmla="*/ 2312322 h 3143254"/>
                <a:gd name="connsiteX1" fmla="*/ 4286250 w 4572009"/>
                <a:gd name="connsiteY1" fmla="*/ 821536 h 3143254"/>
                <a:gd name="connsiteX2" fmla="*/ 4271010 w 4572009"/>
                <a:gd name="connsiteY2" fmla="*/ 759919 h 3143254"/>
                <a:gd name="connsiteX3" fmla="*/ 4286250 w 4572009"/>
                <a:gd name="connsiteY3" fmla="*/ 714380 h 3143254"/>
                <a:gd name="connsiteX4" fmla="*/ 4182580 w 4572009"/>
                <a:gd name="connsiteY4" fmla="*/ 576944 h 3143254"/>
                <a:gd name="connsiteX5" fmla="*/ 2182330 w 4572009"/>
                <a:gd name="connsiteY5" fmla="*/ 5444 h 3143254"/>
                <a:gd name="connsiteX6" fmla="*/ 2103920 w 4572009"/>
                <a:gd name="connsiteY6" fmla="*/ 5444 h 3143254"/>
                <a:gd name="connsiteX7" fmla="*/ 103670 w 4572009"/>
                <a:gd name="connsiteY7" fmla="*/ 576944 h 3143254"/>
                <a:gd name="connsiteX8" fmla="*/ 0 w 4572009"/>
                <a:gd name="connsiteY8" fmla="*/ 714380 h 3143254"/>
                <a:gd name="connsiteX9" fmla="*/ 103670 w 4572009"/>
                <a:gd name="connsiteY9" fmla="*/ 851816 h 3143254"/>
                <a:gd name="connsiteX10" fmla="*/ 857250 w 4572009"/>
                <a:gd name="connsiteY10" fmla="*/ 1067119 h 3143254"/>
                <a:gd name="connsiteX11" fmla="*/ 857250 w 4572009"/>
                <a:gd name="connsiteY11" fmla="*/ 1236207 h 3143254"/>
                <a:gd name="connsiteX12" fmla="*/ 1087193 w 4572009"/>
                <a:gd name="connsiteY12" fmla="*/ 1616835 h 3143254"/>
                <a:gd name="connsiteX13" fmla="*/ 3199066 w 4572009"/>
                <a:gd name="connsiteY13" fmla="*/ 1616978 h 3143254"/>
                <a:gd name="connsiteX14" fmla="*/ 3429010 w 4572009"/>
                <a:gd name="connsiteY14" fmla="*/ 1236207 h 3143254"/>
                <a:gd name="connsiteX15" fmla="*/ 3429010 w 4572009"/>
                <a:gd name="connsiteY15" fmla="*/ 1067119 h 3143254"/>
                <a:gd name="connsiteX16" fmla="*/ 4000510 w 4572009"/>
                <a:gd name="connsiteY16" fmla="*/ 903842 h 3143254"/>
                <a:gd name="connsiteX17" fmla="*/ 4000510 w 4572009"/>
                <a:gd name="connsiteY17" fmla="*/ 2312322 h 3143254"/>
                <a:gd name="connsiteX18" fmla="*/ 3714760 w 4572009"/>
                <a:gd name="connsiteY18" fmla="*/ 2714630 h 3143254"/>
                <a:gd name="connsiteX19" fmla="*/ 3714760 w 4572009"/>
                <a:gd name="connsiteY19" fmla="*/ 3000380 h 3143254"/>
                <a:gd name="connsiteX20" fmla="*/ 3857635 w 4572009"/>
                <a:gd name="connsiteY20" fmla="*/ 3143255 h 3143254"/>
                <a:gd name="connsiteX21" fmla="*/ 4429135 w 4572009"/>
                <a:gd name="connsiteY21" fmla="*/ 3143255 h 3143254"/>
                <a:gd name="connsiteX22" fmla="*/ 4572010 w 4572009"/>
                <a:gd name="connsiteY22" fmla="*/ 3000380 h 3143254"/>
                <a:gd name="connsiteX23" fmla="*/ 4572010 w 4572009"/>
                <a:gd name="connsiteY23" fmla="*/ 2714630 h 3143254"/>
                <a:gd name="connsiteX24" fmla="*/ 4286250 w 4572009"/>
                <a:gd name="connsiteY24" fmla="*/ 2312322 h 3143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72009" h="3143254">
                  <a:moveTo>
                    <a:pt x="4286250" y="2312322"/>
                  </a:moveTo>
                  <a:lnTo>
                    <a:pt x="4286250" y="821536"/>
                  </a:lnTo>
                  <a:cubicBezTo>
                    <a:pt x="4286250" y="799190"/>
                    <a:pt x="4280126" y="778740"/>
                    <a:pt x="4271010" y="759919"/>
                  </a:cubicBezTo>
                  <a:cubicBezTo>
                    <a:pt x="4276506" y="744688"/>
                    <a:pt x="4286250" y="731249"/>
                    <a:pt x="4286250" y="714380"/>
                  </a:cubicBezTo>
                  <a:cubicBezTo>
                    <a:pt x="4286250" y="650619"/>
                    <a:pt x="4243978" y="594527"/>
                    <a:pt x="4182580" y="576944"/>
                  </a:cubicBezTo>
                  <a:lnTo>
                    <a:pt x="2182330" y="5444"/>
                  </a:lnTo>
                  <a:cubicBezTo>
                    <a:pt x="2156660" y="-1815"/>
                    <a:pt x="2129590" y="-1815"/>
                    <a:pt x="2103920" y="5444"/>
                  </a:cubicBezTo>
                  <a:lnTo>
                    <a:pt x="103670" y="576944"/>
                  </a:lnTo>
                  <a:cubicBezTo>
                    <a:pt x="42272" y="594527"/>
                    <a:pt x="0" y="650619"/>
                    <a:pt x="0" y="714380"/>
                  </a:cubicBezTo>
                  <a:cubicBezTo>
                    <a:pt x="0" y="778140"/>
                    <a:pt x="42272" y="834233"/>
                    <a:pt x="103670" y="851816"/>
                  </a:cubicBezTo>
                  <a:lnTo>
                    <a:pt x="857250" y="1067119"/>
                  </a:lnTo>
                  <a:lnTo>
                    <a:pt x="857250" y="1236207"/>
                  </a:lnTo>
                  <a:cubicBezTo>
                    <a:pt x="857250" y="1398751"/>
                    <a:pt x="947528" y="1548189"/>
                    <a:pt x="1087193" y="1616835"/>
                  </a:cubicBezTo>
                  <a:cubicBezTo>
                    <a:pt x="1727616" y="1931608"/>
                    <a:pt x="2558358" y="1931465"/>
                    <a:pt x="3199066" y="1616978"/>
                  </a:cubicBezTo>
                  <a:cubicBezTo>
                    <a:pt x="3338732" y="1548332"/>
                    <a:pt x="3429010" y="1398894"/>
                    <a:pt x="3429010" y="1236207"/>
                  </a:cubicBezTo>
                  <a:lnTo>
                    <a:pt x="3429010" y="1067119"/>
                  </a:lnTo>
                  <a:lnTo>
                    <a:pt x="4000510" y="903842"/>
                  </a:lnTo>
                  <a:lnTo>
                    <a:pt x="4000510" y="2312322"/>
                  </a:lnTo>
                  <a:cubicBezTo>
                    <a:pt x="3834565" y="2371501"/>
                    <a:pt x="3714760" y="2528607"/>
                    <a:pt x="3714760" y="2714630"/>
                  </a:cubicBezTo>
                  <a:lnTo>
                    <a:pt x="3714760" y="3000380"/>
                  </a:lnTo>
                  <a:cubicBezTo>
                    <a:pt x="3714760" y="3079352"/>
                    <a:pt x="3778663" y="3143255"/>
                    <a:pt x="3857635" y="3143255"/>
                  </a:cubicBezTo>
                  <a:lnTo>
                    <a:pt x="4429135" y="3143255"/>
                  </a:lnTo>
                  <a:cubicBezTo>
                    <a:pt x="4508106" y="3143255"/>
                    <a:pt x="4572010" y="3079352"/>
                    <a:pt x="4572010" y="3000380"/>
                  </a:cubicBezTo>
                  <a:lnTo>
                    <a:pt x="4572010" y="2714630"/>
                  </a:lnTo>
                  <a:cubicBezTo>
                    <a:pt x="4572000" y="2528607"/>
                    <a:pt x="4452195" y="2371511"/>
                    <a:pt x="4286250" y="2312322"/>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06ABDC2D-1D82-4679-A431-5B85960A62D3}"/>
                </a:ext>
              </a:extLst>
            </p:cNvPr>
            <p:cNvSpPr/>
            <p:nvPr/>
          </p:nvSpPr>
          <p:spPr>
            <a:xfrm>
              <a:off x="15550042" y="2639552"/>
              <a:ext cx="2554804" cy="1335576"/>
            </a:xfrm>
            <a:custGeom>
              <a:avLst/>
              <a:gdLst>
                <a:gd name="connsiteX0" fmla="*/ 2459193 w 2554804"/>
                <a:gd name="connsiteY0" fmla="*/ 65741 h 1335576"/>
                <a:gd name="connsiteX1" fmla="*/ 1277407 w 2554804"/>
                <a:gd name="connsiteY1" fmla="*/ 335442 h 1335576"/>
                <a:gd name="connsiteX2" fmla="*/ 95336 w 2554804"/>
                <a:gd name="connsiteY2" fmla="*/ 65599 h 1335576"/>
                <a:gd name="connsiteX3" fmla="*/ 0 w 2554804"/>
                <a:gd name="connsiteY3" fmla="*/ 0 h 1335576"/>
                <a:gd name="connsiteX4" fmla="*/ 698221 w 2554804"/>
                <a:gd name="connsiteY4" fmla="*/ 1174185 h 1335576"/>
                <a:gd name="connsiteX5" fmla="*/ 961453 w 2554804"/>
                <a:gd name="connsiteY5" fmla="*/ 1286751 h 1335576"/>
                <a:gd name="connsiteX6" fmla="*/ 961701 w 2554804"/>
                <a:gd name="connsiteY6" fmla="*/ 1286284 h 1335576"/>
                <a:gd name="connsiteX7" fmla="*/ 1277398 w 2554804"/>
                <a:gd name="connsiteY7" fmla="*/ 1335577 h 1335576"/>
                <a:gd name="connsiteX8" fmla="*/ 1663941 w 2554804"/>
                <a:gd name="connsiteY8" fmla="*/ 1262729 h 1335576"/>
                <a:gd name="connsiteX9" fmla="*/ 1856118 w 2554804"/>
                <a:gd name="connsiteY9" fmla="*/ 1174480 h 1335576"/>
                <a:gd name="connsiteX10" fmla="*/ 2554805 w 2554804"/>
                <a:gd name="connsiteY10" fmla="*/ 57 h 1335576"/>
                <a:gd name="connsiteX11" fmla="*/ 2459193 w 2554804"/>
                <a:gd name="connsiteY11" fmla="*/ 65741 h 1335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54804" h="1335576">
                  <a:moveTo>
                    <a:pt x="2459193" y="65741"/>
                  </a:moveTo>
                  <a:cubicBezTo>
                    <a:pt x="2100053" y="242240"/>
                    <a:pt x="1691383" y="335442"/>
                    <a:pt x="1277407" y="335442"/>
                  </a:cubicBezTo>
                  <a:cubicBezTo>
                    <a:pt x="863432" y="335442"/>
                    <a:pt x="454619" y="242097"/>
                    <a:pt x="95336" y="65599"/>
                  </a:cubicBezTo>
                  <a:cubicBezTo>
                    <a:pt x="60246" y="48349"/>
                    <a:pt x="31185" y="22784"/>
                    <a:pt x="0" y="0"/>
                  </a:cubicBezTo>
                  <a:cubicBezTo>
                    <a:pt x="30518" y="514255"/>
                    <a:pt x="307200" y="950624"/>
                    <a:pt x="698221" y="1174185"/>
                  </a:cubicBezTo>
                  <a:cubicBezTo>
                    <a:pt x="698221" y="1174185"/>
                    <a:pt x="898789" y="1268949"/>
                    <a:pt x="961453" y="1286751"/>
                  </a:cubicBezTo>
                  <a:lnTo>
                    <a:pt x="961701" y="1286284"/>
                  </a:lnTo>
                  <a:cubicBezTo>
                    <a:pt x="1063190" y="1315222"/>
                    <a:pt x="1167679" y="1335577"/>
                    <a:pt x="1277398" y="1335577"/>
                  </a:cubicBezTo>
                  <a:cubicBezTo>
                    <a:pt x="1377858" y="1335577"/>
                    <a:pt x="1520952" y="1315526"/>
                    <a:pt x="1663941" y="1262729"/>
                  </a:cubicBezTo>
                  <a:cubicBezTo>
                    <a:pt x="1729807" y="1239279"/>
                    <a:pt x="1856118" y="1174480"/>
                    <a:pt x="1856118" y="1174480"/>
                  </a:cubicBezTo>
                  <a:cubicBezTo>
                    <a:pt x="2247376" y="950995"/>
                    <a:pt x="2524249" y="514493"/>
                    <a:pt x="2554805" y="57"/>
                  </a:cubicBezTo>
                  <a:cubicBezTo>
                    <a:pt x="2523535" y="22879"/>
                    <a:pt x="2494388" y="48454"/>
                    <a:pt x="2459193" y="65741"/>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A0DEFFF7-40F3-49B7-A4E0-ABC6CAD6120D}"/>
                </a:ext>
              </a:extLst>
            </p:cNvPr>
            <p:cNvSpPr/>
            <p:nvPr/>
          </p:nvSpPr>
          <p:spPr>
            <a:xfrm>
              <a:off x="16493427" y="4217025"/>
              <a:ext cx="666168" cy="501043"/>
            </a:xfrm>
            <a:custGeom>
              <a:avLst/>
              <a:gdLst>
                <a:gd name="connsiteX0" fmla="*/ 334023 w 666168"/>
                <a:gd name="connsiteY0" fmla="*/ 43844 h 501043"/>
                <a:gd name="connsiteX1" fmla="*/ 0 w 666168"/>
                <a:gd name="connsiteY1" fmla="*/ 0 h 501043"/>
                <a:gd name="connsiteX2" fmla="*/ 334023 w 666168"/>
                <a:gd name="connsiteY2" fmla="*/ 501044 h 501043"/>
                <a:gd name="connsiteX3" fmla="*/ 666169 w 666168"/>
                <a:gd name="connsiteY3" fmla="*/ 476 h 501043"/>
                <a:gd name="connsiteX4" fmla="*/ 334023 w 666168"/>
                <a:gd name="connsiteY4" fmla="*/ 43844 h 5010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168" h="501043">
                  <a:moveTo>
                    <a:pt x="334023" y="43844"/>
                  </a:moveTo>
                  <a:cubicBezTo>
                    <a:pt x="218846" y="43844"/>
                    <a:pt x="108004" y="26070"/>
                    <a:pt x="0" y="0"/>
                  </a:cubicBezTo>
                  <a:lnTo>
                    <a:pt x="334023" y="501044"/>
                  </a:lnTo>
                  <a:lnTo>
                    <a:pt x="666169" y="476"/>
                  </a:lnTo>
                  <a:cubicBezTo>
                    <a:pt x="558727" y="26241"/>
                    <a:pt x="448542" y="43844"/>
                    <a:pt x="334023" y="43844"/>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DAC90794-554C-42D4-809C-BCCAF66AAEDF}"/>
                </a:ext>
              </a:extLst>
            </p:cNvPr>
            <p:cNvSpPr/>
            <p:nvPr/>
          </p:nvSpPr>
          <p:spPr>
            <a:xfrm>
              <a:off x="16970325" y="4004608"/>
              <a:ext cx="2000250" cy="1685010"/>
            </a:xfrm>
            <a:custGeom>
              <a:avLst/>
              <a:gdLst>
                <a:gd name="connsiteX0" fmla="*/ 679561 w 2000250"/>
                <a:gd name="connsiteY0" fmla="*/ 0 h 1685010"/>
                <a:gd name="connsiteX1" fmla="*/ 671665 w 2000250"/>
                <a:gd name="connsiteY1" fmla="*/ 4572 h 1685010"/>
                <a:gd name="connsiteX2" fmla="*/ 551497 w 2000250"/>
                <a:gd name="connsiteY2" fmla="*/ 184823 h 1685010"/>
                <a:gd name="connsiteX3" fmla="*/ 0 w 2000250"/>
                <a:gd name="connsiteY3" fmla="*/ 1016346 h 1685010"/>
                <a:gd name="connsiteX4" fmla="*/ 0 w 2000250"/>
                <a:gd name="connsiteY4" fmla="*/ 1685011 h 1685010"/>
                <a:gd name="connsiteX5" fmla="*/ 1857375 w 2000250"/>
                <a:gd name="connsiteY5" fmla="*/ 1685011 h 1685010"/>
                <a:gd name="connsiteX6" fmla="*/ 2000250 w 2000250"/>
                <a:gd name="connsiteY6" fmla="*/ 1542136 h 1685010"/>
                <a:gd name="connsiteX7" fmla="*/ 679561 w 2000250"/>
                <a:gd name="connsiteY7" fmla="*/ 0 h 1685010"/>
                <a:gd name="connsiteX8" fmla="*/ 1000125 w 2000250"/>
                <a:gd name="connsiteY8" fmla="*/ 1113511 h 1685010"/>
                <a:gd name="connsiteX9" fmla="*/ 714375 w 2000250"/>
                <a:gd name="connsiteY9" fmla="*/ 1113511 h 1685010"/>
                <a:gd name="connsiteX10" fmla="*/ 571500 w 2000250"/>
                <a:gd name="connsiteY10" fmla="*/ 970636 h 1685010"/>
                <a:gd name="connsiteX11" fmla="*/ 714375 w 2000250"/>
                <a:gd name="connsiteY11" fmla="*/ 827761 h 1685010"/>
                <a:gd name="connsiteX12" fmla="*/ 1000125 w 2000250"/>
                <a:gd name="connsiteY12" fmla="*/ 827761 h 1685010"/>
                <a:gd name="connsiteX13" fmla="*/ 1143000 w 2000250"/>
                <a:gd name="connsiteY13" fmla="*/ 970636 h 1685010"/>
                <a:gd name="connsiteX14" fmla="*/ 1000125 w 2000250"/>
                <a:gd name="connsiteY14" fmla="*/ 1113511 h 168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0250" h="1685010">
                  <a:moveTo>
                    <a:pt x="679561" y="0"/>
                  </a:moveTo>
                  <a:cubicBezTo>
                    <a:pt x="677028" y="1705"/>
                    <a:pt x="674189" y="2877"/>
                    <a:pt x="671665" y="4572"/>
                  </a:cubicBezTo>
                  <a:lnTo>
                    <a:pt x="551497" y="184823"/>
                  </a:lnTo>
                  <a:cubicBezTo>
                    <a:pt x="551497" y="191471"/>
                    <a:pt x="3686" y="1010812"/>
                    <a:pt x="0" y="1016346"/>
                  </a:cubicBezTo>
                  <a:lnTo>
                    <a:pt x="0" y="1685011"/>
                  </a:lnTo>
                  <a:lnTo>
                    <a:pt x="1857375" y="1685011"/>
                  </a:lnTo>
                  <a:cubicBezTo>
                    <a:pt x="1936347" y="1685011"/>
                    <a:pt x="2000250" y="1621107"/>
                    <a:pt x="2000250" y="1542136"/>
                  </a:cubicBezTo>
                  <a:cubicBezTo>
                    <a:pt x="2000250" y="761905"/>
                    <a:pt x="1425997" y="121444"/>
                    <a:pt x="679561" y="0"/>
                  </a:cubicBezTo>
                  <a:close/>
                  <a:moveTo>
                    <a:pt x="1000125" y="1113511"/>
                  </a:moveTo>
                  <a:lnTo>
                    <a:pt x="714375" y="1113511"/>
                  </a:lnTo>
                  <a:cubicBezTo>
                    <a:pt x="635403" y="1113511"/>
                    <a:pt x="571500" y="1049607"/>
                    <a:pt x="571500" y="970636"/>
                  </a:cubicBezTo>
                  <a:cubicBezTo>
                    <a:pt x="571500" y="891664"/>
                    <a:pt x="635403" y="827761"/>
                    <a:pt x="714375" y="827761"/>
                  </a:cubicBezTo>
                  <a:lnTo>
                    <a:pt x="1000125" y="827761"/>
                  </a:lnTo>
                  <a:cubicBezTo>
                    <a:pt x="1079097" y="827761"/>
                    <a:pt x="1143000" y="891664"/>
                    <a:pt x="1143000" y="970636"/>
                  </a:cubicBezTo>
                  <a:cubicBezTo>
                    <a:pt x="1143000" y="1049607"/>
                    <a:pt x="1079097" y="1113511"/>
                    <a:pt x="1000125" y="1113511"/>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A5CD4242-6AB9-4C1A-95B9-EAF4C2323D35}"/>
                </a:ext>
              </a:extLst>
            </p:cNvPr>
            <p:cNvSpPr/>
            <p:nvPr/>
          </p:nvSpPr>
          <p:spPr>
            <a:xfrm>
              <a:off x="14684325" y="4003322"/>
              <a:ext cx="2000250" cy="1686296"/>
            </a:xfrm>
            <a:custGeom>
              <a:avLst/>
              <a:gdLst>
                <a:gd name="connsiteX0" fmla="*/ 1325985 w 2000250"/>
                <a:gd name="connsiteY0" fmla="*/ 4201 h 1686296"/>
                <a:gd name="connsiteX1" fmla="*/ 1318746 w 2000250"/>
                <a:gd name="connsiteY1" fmla="*/ 0 h 1686296"/>
                <a:gd name="connsiteX2" fmla="*/ 0 w 2000250"/>
                <a:gd name="connsiteY2" fmla="*/ 1543422 h 1686296"/>
                <a:gd name="connsiteX3" fmla="*/ 142875 w 2000250"/>
                <a:gd name="connsiteY3" fmla="*/ 1686297 h 1686296"/>
                <a:gd name="connsiteX4" fmla="*/ 2000250 w 2000250"/>
                <a:gd name="connsiteY4" fmla="*/ 1686297 h 1686296"/>
                <a:gd name="connsiteX5" fmla="*/ 2000250 w 2000250"/>
                <a:gd name="connsiteY5" fmla="*/ 1017632 h 1686296"/>
                <a:gd name="connsiteX6" fmla="*/ 1325985 w 2000250"/>
                <a:gd name="connsiteY6" fmla="*/ 4201 h 1686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0250" h="1686296">
                  <a:moveTo>
                    <a:pt x="1325985" y="4201"/>
                  </a:moveTo>
                  <a:cubicBezTo>
                    <a:pt x="1323661" y="2648"/>
                    <a:pt x="1321070" y="1572"/>
                    <a:pt x="1318746" y="0"/>
                  </a:cubicBezTo>
                  <a:cubicBezTo>
                    <a:pt x="573100" y="122272"/>
                    <a:pt x="0" y="763676"/>
                    <a:pt x="0" y="1543422"/>
                  </a:cubicBezTo>
                  <a:cubicBezTo>
                    <a:pt x="0" y="1622393"/>
                    <a:pt x="63903" y="1686297"/>
                    <a:pt x="142875" y="1686297"/>
                  </a:cubicBezTo>
                  <a:lnTo>
                    <a:pt x="2000250" y="1686297"/>
                  </a:lnTo>
                  <a:lnTo>
                    <a:pt x="2000250" y="1017632"/>
                  </a:lnTo>
                  <a:cubicBezTo>
                    <a:pt x="1352750" y="44710"/>
                    <a:pt x="1484881" y="243335"/>
                    <a:pt x="1325985" y="4201"/>
                  </a:cubicBezTo>
                  <a:close/>
                </a:path>
              </a:pathLst>
            </a:custGeom>
            <a:grpFill/>
            <a:ln w="9525" cap="flat">
              <a:noFill/>
              <a:prstDash val="solid"/>
              <a:miter/>
            </a:ln>
          </p:spPr>
          <p:txBody>
            <a:bodyPr rtlCol="0" anchor="ctr"/>
            <a:lstStyle/>
            <a:p>
              <a:endParaRPr lang="en-US"/>
            </a:p>
          </p:txBody>
        </p:sp>
      </p:grpSp>
      <p:grpSp>
        <p:nvGrpSpPr>
          <p:cNvPr id="49" name="Graphic 62">
            <a:extLst>
              <a:ext uri="{FF2B5EF4-FFF2-40B4-BE49-F238E27FC236}">
                <a16:creationId xmlns:a16="http://schemas.microsoft.com/office/drawing/2014/main" id="{A0BE2D05-2B5F-493D-857A-008E8DB47CBC}"/>
              </a:ext>
            </a:extLst>
          </p:cNvPr>
          <p:cNvGrpSpPr>
            <a:grpSpLocks noChangeAspect="1"/>
          </p:cNvGrpSpPr>
          <p:nvPr/>
        </p:nvGrpSpPr>
        <p:grpSpPr>
          <a:xfrm>
            <a:off x="5584009" y="4817150"/>
            <a:ext cx="231100" cy="231100"/>
            <a:chOff x="13929469" y="203219"/>
            <a:chExt cx="6096000" cy="6096000"/>
          </a:xfrm>
          <a:solidFill>
            <a:schemeClr val="bg2"/>
          </a:solidFill>
        </p:grpSpPr>
        <p:sp>
          <p:nvSpPr>
            <p:cNvPr id="50" name="Freeform: Shape 49">
              <a:extLst>
                <a:ext uri="{FF2B5EF4-FFF2-40B4-BE49-F238E27FC236}">
                  <a16:creationId xmlns:a16="http://schemas.microsoft.com/office/drawing/2014/main" id="{D88A6AFA-24E9-497F-8055-1D7A2B34D559}"/>
                </a:ext>
              </a:extLst>
            </p:cNvPr>
            <p:cNvSpPr/>
            <p:nvPr/>
          </p:nvSpPr>
          <p:spPr>
            <a:xfrm>
              <a:off x="13929469" y="1016068"/>
              <a:ext cx="1625600" cy="508000"/>
            </a:xfrm>
            <a:custGeom>
              <a:avLst/>
              <a:gdLst>
                <a:gd name="connsiteX0" fmla="*/ 1625600 w 1625600"/>
                <a:gd name="connsiteY0" fmla="*/ 508000 h 508000"/>
                <a:gd name="connsiteX1" fmla="*/ 1625600 w 1625600"/>
                <a:gd name="connsiteY1" fmla="*/ 101600 h 508000"/>
                <a:gd name="connsiteX2" fmla="*/ 1524000 w 1625600"/>
                <a:gd name="connsiteY2" fmla="*/ 0 h 508000"/>
                <a:gd name="connsiteX3" fmla="*/ 101600 w 1625600"/>
                <a:gd name="connsiteY3" fmla="*/ 0 h 508000"/>
                <a:gd name="connsiteX4" fmla="*/ 0 w 1625600"/>
                <a:gd name="connsiteY4" fmla="*/ 101600 h 508000"/>
                <a:gd name="connsiteX5" fmla="*/ 0 w 1625600"/>
                <a:gd name="connsiteY5" fmla="*/ 508000 h 5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25600" h="508000">
                  <a:moveTo>
                    <a:pt x="1625600" y="508000"/>
                  </a:moveTo>
                  <a:lnTo>
                    <a:pt x="1625600" y="101600"/>
                  </a:lnTo>
                  <a:cubicBezTo>
                    <a:pt x="1625600" y="45492"/>
                    <a:pt x="1580108" y="0"/>
                    <a:pt x="1524000" y="0"/>
                  </a:cubicBezTo>
                  <a:lnTo>
                    <a:pt x="101600" y="0"/>
                  </a:lnTo>
                  <a:cubicBezTo>
                    <a:pt x="45492" y="0"/>
                    <a:pt x="0" y="45492"/>
                    <a:pt x="0" y="101600"/>
                  </a:cubicBezTo>
                  <a:lnTo>
                    <a:pt x="0" y="508000"/>
                  </a:lnTo>
                  <a:close/>
                </a:path>
              </a:pathLst>
            </a:custGeom>
            <a:grpFill/>
            <a:ln w="12700"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E6D5C134-964F-404F-9974-C857EB1A9D56}"/>
                </a:ext>
              </a:extLst>
            </p:cNvPr>
            <p:cNvSpPr/>
            <p:nvPr/>
          </p:nvSpPr>
          <p:spPr>
            <a:xfrm>
              <a:off x="13929469" y="1727268"/>
              <a:ext cx="1625600" cy="3352800"/>
            </a:xfrm>
            <a:custGeom>
              <a:avLst/>
              <a:gdLst>
                <a:gd name="connsiteX0" fmla="*/ 0 w 1625600"/>
                <a:gd name="connsiteY0" fmla="*/ 0 h 3352800"/>
                <a:gd name="connsiteX1" fmla="*/ 0 w 1625600"/>
                <a:gd name="connsiteY1" fmla="*/ 3352800 h 3352800"/>
                <a:gd name="connsiteX2" fmla="*/ 1625600 w 1625600"/>
                <a:gd name="connsiteY2" fmla="*/ 3352800 h 3352800"/>
                <a:gd name="connsiteX3" fmla="*/ 1625600 w 1625600"/>
                <a:gd name="connsiteY3" fmla="*/ 0 h 3352800"/>
                <a:gd name="connsiteX4" fmla="*/ 1219200 w 1625600"/>
                <a:gd name="connsiteY4" fmla="*/ 1320800 h 3352800"/>
                <a:gd name="connsiteX5" fmla="*/ 406400 w 1625600"/>
                <a:gd name="connsiteY5" fmla="*/ 1320800 h 3352800"/>
                <a:gd name="connsiteX6" fmla="*/ 304800 w 1625600"/>
                <a:gd name="connsiteY6" fmla="*/ 1219200 h 3352800"/>
                <a:gd name="connsiteX7" fmla="*/ 304800 w 1625600"/>
                <a:gd name="connsiteY7" fmla="*/ 406400 h 3352800"/>
                <a:gd name="connsiteX8" fmla="*/ 406400 w 1625600"/>
                <a:gd name="connsiteY8" fmla="*/ 304800 h 3352800"/>
                <a:gd name="connsiteX9" fmla="*/ 1219200 w 1625600"/>
                <a:gd name="connsiteY9" fmla="*/ 304800 h 3352800"/>
                <a:gd name="connsiteX10" fmla="*/ 1320800 w 1625600"/>
                <a:gd name="connsiteY10" fmla="*/ 406400 h 3352800"/>
                <a:gd name="connsiteX11" fmla="*/ 1320800 w 1625600"/>
                <a:gd name="connsiteY11" fmla="*/ 1219200 h 3352800"/>
                <a:gd name="connsiteX12" fmla="*/ 1219200 w 1625600"/>
                <a:gd name="connsiteY12" fmla="*/ 1320800 h 335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25600" h="3352800">
                  <a:moveTo>
                    <a:pt x="0" y="0"/>
                  </a:moveTo>
                  <a:lnTo>
                    <a:pt x="0" y="3352800"/>
                  </a:lnTo>
                  <a:lnTo>
                    <a:pt x="1625600" y="3352800"/>
                  </a:lnTo>
                  <a:lnTo>
                    <a:pt x="1625600" y="0"/>
                  </a:lnTo>
                  <a:close/>
                  <a:moveTo>
                    <a:pt x="1219200" y="1320800"/>
                  </a:moveTo>
                  <a:lnTo>
                    <a:pt x="406400" y="1320800"/>
                  </a:lnTo>
                  <a:cubicBezTo>
                    <a:pt x="350292" y="1320800"/>
                    <a:pt x="304800" y="1275308"/>
                    <a:pt x="304800" y="1219200"/>
                  </a:cubicBezTo>
                  <a:lnTo>
                    <a:pt x="304800" y="406400"/>
                  </a:lnTo>
                  <a:cubicBezTo>
                    <a:pt x="304800" y="350292"/>
                    <a:pt x="350292" y="304800"/>
                    <a:pt x="406400" y="304800"/>
                  </a:cubicBezTo>
                  <a:lnTo>
                    <a:pt x="1219200" y="304800"/>
                  </a:lnTo>
                  <a:cubicBezTo>
                    <a:pt x="1275308" y="304800"/>
                    <a:pt x="1320800" y="350292"/>
                    <a:pt x="1320800" y="406400"/>
                  </a:cubicBezTo>
                  <a:lnTo>
                    <a:pt x="1320800" y="1219200"/>
                  </a:lnTo>
                  <a:cubicBezTo>
                    <a:pt x="1320800" y="1275308"/>
                    <a:pt x="1275308" y="1320800"/>
                    <a:pt x="1219200" y="1320800"/>
                  </a:cubicBezTo>
                  <a:close/>
                </a:path>
              </a:pathLst>
            </a:custGeom>
            <a:grpFill/>
            <a:ln w="12700"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F42EAA35-61AD-45A2-9093-FEEAC4D990E2}"/>
                </a:ext>
              </a:extLst>
            </p:cNvPr>
            <p:cNvSpPr/>
            <p:nvPr/>
          </p:nvSpPr>
          <p:spPr>
            <a:xfrm>
              <a:off x="13929469" y="5689668"/>
              <a:ext cx="1625600" cy="609600"/>
            </a:xfrm>
            <a:custGeom>
              <a:avLst/>
              <a:gdLst>
                <a:gd name="connsiteX0" fmla="*/ 0 w 1625600"/>
                <a:gd name="connsiteY0" fmla="*/ 0 h 609600"/>
                <a:gd name="connsiteX1" fmla="*/ 0 w 1625600"/>
                <a:gd name="connsiteY1" fmla="*/ 508000 h 609600"/>
                <a:gd name="connsiteX2" fmla="*/ 101600 w 1625600"/>
                <a:gd name="connsiteY2" fmla="*/ 609600 h 609600"/>
                <a:gd name="connsiteX3" fmla="*/ 1524000 w 1625600"/>
                <a:gd name="connsiteY3" fmla="*/ 609600 h 609600"/>
                <a:gd name="connsiteX4" fmla="*/ 1625600 w 1625600"/>
                <a:gd name="connsiteY4" fmla="*/ 508000 h 609600"/>
                <a:gd name="connsiteX5" fmla="*/ 1625600 w 1625600"/>
                <a:gd name="connsiteY5" fmla="*/ 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25600" h="609600">
                  <a:moveTo>
                    <a:pt x="0" y="0"/>
                  </a:moveTo>
                  <a:lnTo>
                    <a:pt x="0" y="508000"/>
                  </a:lnTo>
                  <a:cubicBezTo>
                    <a:pt x="0" y="564108"/>
                    <a:pt x="45492" y="609600"/>
                    <a:pt x="101600" y="609600"/>
                  </a:cubicBezTo>
                  <a:lnTo>
                    <a:pt x="1524000" y="609600"/>
                  </a:lnTo>
                  <a:cubicBezTo>
                    <a:pt x="1580108" y="609600"/>
                    <a:pt x="1625600" y="564108"/>
                    <a:pt x="1625600" y="508000"/>
                  </a:cubicBezTo>
                  <a:lnTo>
                    <a:pt x="1625600" y="0"/>
                  </a:lnTo>
                  <a:close/>
                </a:path>
              </a:pathLst>
            </a:custGeom>
            <a:grpFill/>
            <a:ln w="12700"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61E188BC-BE22-4E8F-9FD3-1811C4A2560E}"/>
                </a:ext>
              </a:extLst>
            </p:cNvPr>
            <p:cNvSpPr/>
            <p:nvPr/>
          </p:nvSpPr>
          <p:spPr>
            <a:xfrm>
              <a:off x="13929469" y="5283268"/>
              <a:ext cx="1625600" cy="203200"/>
            </a:xfrm>
            <a:custGeom>
              <a:avLst/>
              <a:gdLst>
                <a:gd name="connsiteX0" fmla="*/ 0 w 1625600"/>
                <a:gd name="connsiteY0" fmla="*/ 0 h 203200"/>
                <a:gd name="connsiteX1" fmla="*/ 1625600 w 1625600"/>
                <a:gd name="connsiteY1" fmla="*/ 0 h 203200"/>
                <a:gd name="connsiteX2" fmla="*/ 1625600 w 1625600"/>
                <a:gd name="connsiteY2" fmla="*/ 203200 h 203200"/>
                <a:gd name="connsiteX3" fmla="*/ 0 w 1625600"/>
                <a:gd name="connsiteY3" fmla="*/ 203200 h 203200"/>
              </a:gdLst>
              <a:ahLst/>
              <a:cxnLst>
                <a:cxn ang="0">
                  <a:pos x="connsiteX0" y="connsiteY0"/>
                </a:cxn>
                <a:cxn ang="0">
                  <a:pos x="connsiteX1" y="connsiteY1"/>
                </a:cxn>
                <a:cxn ang="0">
                  <a:pos x="connsiteX2" y="connsiteY2"/>
                </a:cxn>
                <a:cxn ang="0">
                  <a:pos x="connsiteX3" y="connsiteY3"/>
                </a:cxn>
              </a:cxnLst>
              <a:rect l="l" t="t" r="r" b="b"/>
              <a:pathLst>
                <a:path w="1625600" h="203200">
                  <a:moveTo>
                    <a:pt x="0" y="0"/>
                  </a:moveTo>
                  <a:lnTo>
                    <a:pt x="1625600" y="0"/>
                  </a:lnTo>
                  <a:lnTo>
                    <a:pt x="1625600" y="203200"/>
                  </a:lnTo>
                  <a:lnTo>
                    <a:pt x="0" y="203200"/>
                  </a:lnTo>
                  <a:close/>
                </a:path>
              </a:pathLst>
            </a:custGeom>
            <a:grpFill/>
            <a:ln w="12700"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3F3AD63F-8C94-4C04-9430-F773796BA0ED}"/>
                </a:ext>
              </a:extLst>
            </p:cNvPr>
            <p:cNvSpPr/>
            <p:nvPr/>
          </p:nvSpPr>
          <p:spPr>
            <a:xfrm>
              <a:off x="15758269" y="5283268"/>
              <a:ext cx="1320800" cy="203200"/>
            </a:xfrm>
            <a:custGeom>
              <a:avLst/>
              <a:gdLst>
                <a:gd name="connsiteX0" fmla="*/ 0 w 1320800"/>
                <a:gd name="connsiteY0" fmla="*/ 0 h 203200"/>
                <a:gd name="connsiteX1" fmla="*/ 1320800 w 1320800"/>
                <a:gd name="connsiteY1" fmla="*/ 0 h 203200"/>
                <a:gd name="connsiteX2" fmla="*/ 1320800 w 1320800"/>
                <a:gd name="connsiteY2" fmla="*/ 203200 h 203200"/>
                <a:gd name="connsiteX3" fmla="*/ 0 w 1320800"/>
                <a:gd name="connsiteY3" fmla="*/ 203200 h 203200"/>
              </a:gdLst>
              <a:ahLst/>
              <a:cxnLst>
                <a:cxn ang="0">
                  <a:pos x="connsiteX0" y="connsiteY0"/>
                </a:cxn>
                <a:cxn ang="0">
                  <a:pos x="connsiteX1" y="connsiteY1"/>
                </a:cxn>
                <a:cxn ang="0">
                  <a:pos x="connsiteX2" y="connsiteY2"/>
                </a:cxn>
                <a:cxn ang="0">
                  <a:pos x="connsiteX3" y="connsiteY3"/>
                </a:cxn>
              </a:cxnLst>
              <a:rect l="l" t="t" r="r" b="b"/>
              <a:pathLst>
                <a:path w="1320800" h="203200">
                  <a:moveTo>
                    <a:pt x="0" y="0"/>
                  </a:moveTo>
                  <a:lnTo>
                    <a:pt x="1320800" y="0"/>
                  </a:lnTo>
                  <a:lnTo>
                    <a:pt x="1320800" y="203200"/>
                  </a:lnTo>
                  <a:lnTo>
                    <a:pt x="0" y="203200"/>
                  </a:lnTo>
                  <a:close/>
                </a:path>
              </a:pathLst>
            </a:custGeom>
            <a:grpFill/>
            <a:ln w="12700"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7E284E5E-696D-4BA0-8521-FFB51AD3F661}"/>
                </a:ext>
              </a:extLst>
            </p:cNvPr>
            <p:cNvSpPr/>
            <p:nvPr/>
          </p:nvSpPr>
          <p:spPr>
            <a:xfrm>
              <a:off x="15758269" y="203268"/>
              <a:ext cx="1320800" cy="406400"/>
            </a:xfrm>
            <a:custGeom>
              <a:avLst/>
              <a:gdLst>
                <a:gd name="connsiteX0" fmla="*/ 1320800 w 1320800"/>
                <a:gd name="connsiteY0" fmla="*/ 406400 h 406400"/>
                <a:gd name="connsiteX1" fmla="*/ 1320800 w 1320800"/>
                <a:gd name="connsiteY1" fmla="*/ 101600 h 406400"/>
                <a:gd name="connsiteX2" fmla="*/ 1219200 w 1320800"/>
                <a:gd name="connsiteY2" fmla="*/ 0 h 406400"/>
                <a:gd name="connsiteX3" fmla="*/ 101600 w 1320800"/>
                <a:gd name="connsiteY3" fmla="*/ 0 h 406400"/>
                <a:gd name="connsiteX4" fmla="*/ 0 w 1320800"/>
                <a:gd name="connsiteY4" fmla="*/ 101600 h 406400"/>
                <a:gd name="connsiteX5" fmla="*/ 0 w 1320800"/>
                <a:gd name="connsiteY5" fmla="*/ 40640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800" h="406400">
                  <a:moveTo>
                    <a:pt x="1320800" y="406400"/>
                  </a:moveTo>
                  <a:lnTo>
                    <a:pt x="1320800" y="101600"/>
                  </a:lnTo>
                  <a:cubicBezTo>
                    <a:pt x="1320800" y="45492"/>
                    <a:pt x="1275308" y="0"/>
                    <a:pt x="1219200" y="0"/>
                  </a:cubicBezTo>
                  <a:lnTo>
                    <a:pt x="101600" y="0"/>
                  </a:lnTo>
                  <a:cubicBezTo>
                    <a:pt x="45492" y="0"/>
                    <a:pt x="0" y="45492"/>
                    <a:pt x="0" y="101600"/>
                  </a:cubicBezTo>
                  <a:lnTo>
                    <a:pt x="0" y="406400"/>
                  </a:lnTo>
                  <a:close/>
                </a:path>
              </a:pathLst>
            </a:custGeom>
            <a:grpFill/>
            <a:ln w="12700"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3F026B9B-2231-4D2D-9F3F-6317EB191681}"/>
                </a:ext>
              </a:extLst>
            </p:cNvPr>
            <p:cNvSpPr/>
            <p:nvPr/>
          </p:nvSpPr>
          <p:spPr>
            <a:xfrm>
              <a:off x="15758269" y="1320868"/>
              <a:ext cx="1320800" cy="3759200"/>
            </a:xfrm>
            <a:custGeom>
              <a:avLst/>
              <a:gdLst>
                <a:gd name="connsiteX0" fmla="*/ 0 w 1320800"/>
                <a:gd name="connsiteY0" fmla="*/ 0 h 3759200"/>
                <a:gd name="connsiteX1" fmla="*/ 1320800 w 1320800"/>
                <a:gd name="connsiteY1" fmla="*/ 0 h 3759200"/>
                <a:gd name="connsiteX2" fmla="*/ 1320800 w 1320800"/>
                <a:gd name="connsiteY2" fmla="*/ 3759200 h 3759200"/>
                <a:gd name="connsiteX3" fmla="*/ 0 w 1320800"/>
                <a:gd name="connsiteY3" fmla="*/ 3759200 h 3759200"/>
              </a:gdLst>
              <a:ahLst/>
              <a:cxnLst>
                <a:cxn ang="0">
                  <a:pos x="connsiteX0" y="connsiteY0"/>
                </a:cxn>
                <a:cxn ang="0">
                  <a:pos x="connsiteX1" y="connsiteY1"/>
                </a:cxn>
                <a:cxn ang="0">
                  <a:pos x="connsiteX2" y="connsiteY2"/>
                </a:cxn>
                <a:cxn ang="0">
                  <a:pos x="connsiteX3" y="connsiteY3"/>
                </a:cxn>
              </a:cxnLst>
              <a:rect l="l" t="t" r="r" b="b"/>
              <a:pathLst>
                <a:path w="1320800" h="3759200">
                  <a:moveTo>
                    <a:pt x="0" y="0"/>
                  </a:moveTo>
                  <a:lnTo>
                    <a:pt x="1320800" y="0"/>
                  </a:lnTo>
                  <a:lnTo>
                    <a:pt x="1320800" y="3759200"/>
                  </a:lnTo>
                  <a:lnTo>
                    <a:pt x="0" y="3759200"/>
                  </a:lnTo>
                  <a:close/>
                </a:path>
              </a:pathLst>
            </a:custGeom>
            <a:grpFill/>
            <a:ln w="1270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1A768202-AAD7-4339-87D0-C8C4E955188D}"/>
                </a:ext>
              </a:extLst>
            </p:cNvPr>
            <p:cNvSpPr/>
            <p:nvPr/>
          </p:nvSpPr>
          <p:spPr>
            <a:xfrm>
              <a:off x="15758269" y="5689668"/>
              <a:ext cx="1320800" cy="609600"/>
            </a:xfrm>
            <a:custGeom>
              <a:avLst/>
              <a:gdLst>
                <a:gd name="connsiteX0" fmla="*/ 0 w 1320800"/>
                <a:gd name="connsiteY0" fmla="*/ 0 h 609600"/>
                <a:gd name="connsiteX1" fmla="*/ 0 w 1320800"/>
                <a:gd name="connsiteY1" fmla="*/ 508000 h 609600"/>
                <a:gd name="connsiteX2" fmla="*/ 101600 w 1320800"/>
                <a:gd name="connsiteY2" fmla="*/ 609600 h 609600"/>
                <a:gd name="connsiteX3" fmla="*/ 1219200 w 1320800"/>
                <a:gd name="connsiteY3" fmla="*/ 609600 h 609600"/>
                <a:gd name="connsiteX4" fmla="*/ 1320800 w 1320800"/>
                <a:gd name="connsiteY4" fmla="*/ 508000 h 609600"/>
                <a:gd name="connsiteX5" fmla="*/ 1320800 w 1320800"/>
                <a:gd name="connsiteY5" fmla="*/ 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800" h="609600">
                  <a:moveTo>
                    <a:pt x="0" y="0"/>
                  </a:moveTo>
                  <a:lnTo>
                    <a:pt x="0" y="508000"/>
                  </a:lnTo>
                  <a:cubicBezTo>
                    <a:pt x="0" y="564108"/>
                    <a:pt x="45492" y="609600"/>
                    <a:pt x="101600" y="609600"/>
                  </a:cubicBezTo>
                  <a:lnTo>
                    <a:pt x="1219200" y="609600"/>
                  </a:lnTo>
                  <a:cubicBezTo>
                    <a:pt x="1275308" y="609600"/>
                    <a:pt x="1320800" y="564108"/>
                    <a:pt x="1320800" y="508000"/>
                  </a:cubicBezTo>
                  <a:lnTo>
                    <a:pt x="1320800" y="0"/>
                  </a:lnTo>
                  <a:close/>
                </a:path>
              </a:pathLst>
            </a:custGeom>
            <a:grpFill/>
            <a:ln w="12700"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AFC858DF-134E-4BF6-BD6A-2A2B69262965}"/>
                </a:ext>
              </a:extLst>
            </p:cNvPr>
            <p:cNvSpPr/>
            <p:nvPr/>
          </p:nvSpPr>
          <p:spPr>
            <a:xfrm>
              <a:off x="15758269" y="812868"/>
              <a:ext cx="1320800" cy="304800"/>
            </a:xfrm>
            <a:custGeom>
              <a:avLst/>
              <a:gdLst>
                <a:gd name="connsiteX0" fmla="*/ 0 w 1320800"/>
                <a:gd name="connsiteY0" fmla="*/ 0 h 304800"/>
                <a:gd name="connsiteX1" fmla="*/ 1320800 w 1320800"/>
                <a:gd name="connsiteY1" fmla="*/ 0 h 304800"/>
                <a:gd name="connsiteX2" fmla="*/ 1320800 w 1320800"/>
                <a:gd name="connsiteY2" fmla="*/ 304800 h 304800"/>
                <a:gd name="connsiteX3" fmla="*/ 0 w 1320800"/>
                <a:gd name="connsiteY3" fmla="*/ 304800 h 304800"/>
              </a:gdLst>
              <a:ahLst/>
              <a:cxnLst>
                <a:cxn ang="0">
                  <a:pos x="connsiteX0" y="connsiteY0"/>
                </a:cxn>
                <a:cxn ang="0">
                  <a:pos x="connsiteX1" y="connsiteY1"/>
                </a:cxn>
                <a:cxn ang="0">
                  <a:pos x="connsiteX2" y="connsiteY2"/>
                </a:cxn>
                <a:cxn ang="0">
                  <a:pos x="connsiteX3" y="connsiteY3"/>
                </a:cxn>
              </a:cxnLst>
              <a:rect l="l" t="t" r="r" b="b"/>
              <a:pathLst>
                <a:path w="1320800" h="304800">
                  <a:moveTo>
                    <a:pt x="0" y="0"/>
                  </a:moveTo>
                  <a:lnTo>
                    <a:pt x="1320800" y="0"/>
                  </a:lnTo>
                  <a:lnTo>
                    <a:pt x="1320800" y="304800"/>
                  </a:lnTo>
                  <a:lnTo>
                    <a:pt x="0" y="304800"/>
                  </a:lnTo>
                  <a:close/>
                </a:path>
              </a:pathLst>
            </a:custGeom>
            <a:grpFill/>
            <a:ln w="12700"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854AE54F-E786-4071-B70A-E994718878BB}"/>
                </a:ext>
              </a:extLst>
            </p:cNvPr>
            <p:cNvSpPr/>
            <p:nvPr/>
          </p:nvSpPr>
          <p:spPr>
            <a:xfrm>
              <a:off x="17279838" y="1848365"/>
              <a:ext cx="1775023" cy="667543"/>
            </a:xfrm>
            <a:custGeom>
              <a:avLst/>
              <a:gdLst>
                <a:gd name="connsiteX0" fmla="*/ 0 w 1775023"/>
                <a:gd name="connsiteY0" fmla="*/ 458837 h 667543"/>
                <a:gd name="connsiteX1" fmla="*/ 54372 w 1775023"/>
                <a:gd name="connsiteY1" fmla="*/ 667544 h 667543"/>
                <a:gd name="connsiteX2" fmla="*/ 1775024 w 1775023"/>
                <a:gd name="connsiteY2" fmla="*/ 208707 h 667543"/>
                <a:gd name="connsiteX3" fmla="*/ 1720602 w 1775023"/>
                <a:gd name="connsiteY3" fmla="*/ 0 h 667543"/>
              </a:gdLst>
              <a:ahLst/>
              <a:cxnLst>
                <a:cxn ang="0">
                  <a:pos x="connsiteX0" y="connsiteY0"/>
                </a:cxn>
                <a:cxn ang="0">
                  <a:pos x="connsiteX1" y="connsiteY1"/>
                </a:cxn>
                <a:cxn ang="0">
                  <a:pos x="connsiteX2" y="connsiteY2"/>
                </a:cxn>
                <a:cxn ang="0">
                  <a:pos x="connsiteX3" y="connsiteY3"/>
                </a:cxn>
              </a:cxnLst>
              <a:rect l="l" t="t" r="r" b="b"/>
              <a:pathLst>
                <a:path w="1775023" h="667543">
                  <a:moveTo>
                    <a:pt x="0" y="458837"/>
                  </a:moveTo>
                  <a:lnTo>
                    <a:pt x="54372" y="667544"/>
                  </a:lnTo>
                  <a:lnTo>
                    <a:pt x="1775024" y="208707"/>
                  </a:lnTo>
                  <a:lnTo>
                    <a:pt x="1720602" y="0"/>
                  </a:lnTo>
                  <a:close/>
                </a:path>
              </a:pathLst>
            </a:custGeom>
            <a:grpFill/>
            <a:ln w="12700"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21AA152A-527E-4CBC-BD06-27F97FFA4C91}"/>
                </a:ext>
              </a:extLst>
            </p:cNvPr>
            <p:cNvSpPr/>
            <p:nvPr/>
          </p:nvSpPr>
          <p:spPr>
            <a:xfrm>
              <a:off x="18019861" y="4685475"/>
              <a:ext cx="1829643" cy="876498"/>
            </a:xfrm>
            <a:custGeom>
              <a:avLst/>
              <a:gdLst>
                <a:gd name="connsiteX0" fmla="*/ 109041 w 1829643"/>
                <a:gd name="connsiteY0" fmla="*/ 876498 h 876498"/>
                <a:gd name="connsiteX1" fmla="*/ 1829643 w 1829643"/>
                <a:gd name="connsiteY1" fmla="*/ 417661 h 876498"/>
                <a:gd name="connsiteX2" fmla="*/ 1720701 w 1829643"/>
                <a:gd name="connsiteY2" fmla="*/ 0 h 876498"/>
                <a:gd name="connsiteX3" fmla="*/ 0 w 1829643"/>
                <a:gd name="connsiteY3" fmla="*/ 458837 h 876498"/>
              </a:gdLst>
              <a:ahLst/>
              <a:cxnLst>
                <a:cxn ang="0">
                  <a:pos x="connsiteX0" y="connsiteY0"/>
                </a:cxn>
                <a:cxn ang="0">
                  <a:pos x="connsiteX1" y="connsiteY1"/>
                </a:cxn>
                <a:cxn ang="0">
                  <a:pos x="connsiteX2" y="connsiteY2"/>
                </a:cxn>
                <a:cxn ang="0">
                  <a:pos x="connsiteX3" y="connsiteY3"/>
                </a:cxn>
              </a:cxnLst>
              <a:rect l="l" t="t" r="r" b="b"/>
              <a:pathLst>
                <a:path w="1829643" h="876498">
                  <a:moveTo>
                    <a:pt x="109041" y="876498"/>
                  </a:moveTo>
                  <a:lnTo>
                    <a:pt x="1829643" y="417661"/>
                  </a:lnTo>
                  <a:lnTo>
                    <a:pt x="1720701" y="0"/>
                  </a:lnTo>
                  <a:lnTo>
                    <a:pt x="0" y="458837"/>
                  </a:lnTo>
                  <a:close/>
                </a:path>
              </a:pathLst>
            </a:custGeom>
            <a:grpFill/>
            <a:ln w="1270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97783DFF-4FA8-4856-891F-FDE7D5ED905F}"/>
                </a:ext>
              </a:extLst>
            </p:cNvPr>
            <p:cNvSpPr/>
            <p:nvPr/>
          </p:nvSpPr>
          <p:spPr>
            <a:xfrm>
              <a:off x="17385506" y="2253673"/>
              <a:ext cx="2303760" cy="2694037"/>
            </a:xfrm>
            <a:custGeom>
              <a:avLst/>
              <a:gdLst>
                <a:gd name="connsiteX0" fmla="*/ 2303760 w 2303760"/>
                <a:gd name="connsiteY0" fmla="*/ 2235200 h 2694037"/>
                <a:gd name="connsiteX1" fmla="*/ 1720701 w 2303760"/>
                <a:gd name="connsiteY1" fmla="*/ 0 h 2694037"/>
                <a:gd name="connsiteX2" fmla="*/ 0 w 2303760"/>
                <a:gd name="connsiteY2" fmla="*/ 458837 h 2694037"/>
                <a:gd name="connsiteX3" fmla="*/ 583059 w 2303760"/>
                <a:gd name="connsiteY3" fmla="*/ 2694037 h 2694037"/>
              </a:gdLst>
              <a:ahLst/>
              <a:cxnLst>
                <a:cxn ang="0">
                  <a:pos x="connsiteX0" y="connsiteY0"/>
                </a:cxn>
                <a:cxn ang="0">
                  <a:pos x="connsiteX1" y="connsiteY1"/>
                </a:cxn>
                <a:cxn ang="0">
                  <a:pos x="connsiteX2" y="connsiteY2"/>
                </a:cxn>
                <a:cxn ang="0">
                  <a:pos x="connsiteX3" y="connsiteY3"/>
                </a:cxn>
              </a:cxnLst>
              <a:rect l="l" t="t" r="r" b="b"/>
              <a:pathLst>
                <a:path w="2303760" h="2694037">
                  <a:moveTo>
                    <a:pt x="2303760" y="2235200"/>
                  </a:moveTo>
                  <a:lnTo>
                    <a:pt x="1720701" y="0"/>
                  </a:lnTo>
                  <a:lnTo>
                    <a:pt x="0" y="458837"/>
                  </a:lnTo>
                  <a:lnTo>
                    <a:pt x="583059" y="2694037"/>
                  </a:lnTo>
                  <a:close/>
                </a:path>
              </a:pathLst>
            </a:custGeom>
            <a:grpFill/>
            <a:ln w="1270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C05B90AB-7DB2-466C-9D89-207568AA2ADA}"/>
                </a:ext>
              </a:extLst>
            </p:cNvPr>
            <p:cNvSpPr/>
            <p:nvPr/>
          </p:nvSpPr>
          <p:spPr>
            <a:xfrm>
              <a:off x="17078919" y="1016106"/>
              <a:ext cx="1870175" cy="1094493"/>
            </a:xfrm>
            <a:custGeom>
              <a:avLst/>
              <a:gdLst>
                <a:gd name="connsiteX0" fmla="*/ 149623 w 1870175"/>
                <a:gd name="connsiteY0" fmla="*/ 1094494 h 1094493"/>
                <a:gd name="connsiteX1" fmla="*/ 1870175 w 1870175"/>
                <a:gd name="connsiteY1" fmla="*/ 635706 h 1094493"/>
                <a:gd name="connsiteX2" fmla="*/ 1724324 w 1870175"/>
                <a:gd name="connsiteY2" fmla="*/ 76162 h 1094493"/>
                <a:gd name="connsiteX3" fmla="*/ 1599358 w 1870175"/>
                <a:gd name="connsiteY3" fmla="*/ 3038 h 1094493"/>
                <a:gd name="connsiteX4" fmla="*/ 75358 w 1870175"/>
                <a:gd name="connsiteY4" fmla="*/ 409438 h 1094493"/>
                <a:gd name="connsiteX5" fmla="*/ 3176 w 1870175"/>
                <a:gd name="connsiteY5" fmla="*/ 533362 h 1094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0175" h="1094493">
                  <a:moveTo>
                    <a:pt x="149623" y="1094494"/>
                  </a:moveTo>
                  <a:lnTo>
                    <a:pt x="1870175" y="635706"/>
                  </a:lnTo>
                  <a:lnTo>
                    <a:pt x="1724324" y="76162"/>
                  </a:lnTo>
                  <a:cubicBezTo>
                    <a:pt x="1709292" y="21989"/>
                    <a:pt x="1653928" y="-10406"/>
                    <a:pt x="1599358" y="3038"/>
                  </a:cubicBezTo>
                  <a:lnTo>
                    <a:pt x="75358" y="409438"/>
                  </a:lnTo>
                  <a:cubicBezTo>
                    <a:pt x="21532" y="424172"/>
                    <a:pt x="-10566" y="479288"/>
                    <a:pt x="3176" y="533362"/>
                  </a:cubicBezTo>
                  <a:close/>
                </a:path>
              </a:pathLst>
            </a:custGeom>
            <a:grpFill/>
            <a:ln w="1270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3A032FFF-8674-4D07-A6E4-FCA58CB6FB0E}"/>
                </a:ext>
              </a:extLst>
            </p:cNvPr>
            <p:cNvSpPr/>
            <p:nvPr/>
          </p:nvSpPr>
          <p:spPr>
            <a:xfrm>
              <a:off x="18180099" y="5299738"/>
              <a:ext cx="1845519" cy="999529"/>
            </a:xfrm>
            <a:custGeom>
              <a:avLst/>
              <a:gdLst>
                <a:gd name="connsiteX0" fmla="*/ 1720701 w 1845519"/>
                <a:gd name="connsiteY0" fmla="*/ 0 h 999529"/>
                <a:gd name="connsiteX1" fmla="*/ 0 w 1845519"/>
                <a:gd name="connsiteY1" fmla="*/ 458837 h 999529"/>
                <a:gd name="connsiteX2" fmla="*/ 121196 w 1845519"/>
                <a:gd name="connsiteY2" fmla="*/ 923330 h 999529"/>
                <a:gd name="connsiteX3" fmla="*/ 168970 w 1845519"/>
                <a:gd name="connsiteY3" fmla="*/ 985341 h 999529"/>
                <a:gd name="connsiteX4" fmla="*/ 219770 w 1845519"/>
                <a:gd name="connsiteY4" fmla="*/ 999530 h 999529"/>
                <a:gd name="connsiteX5" fmla="*/ 246162 w 1845519"/>
                <a:gd name="connsiteY5" fmla="*/ 996504 h 999529"/>
                <a:gd name="connsiteX6" fmla="*/ 1770162 w 1845519"/>
                <a:gd name="connsiteY6" fmla="*/ 590104 h 999529"/>
                <a:gd name="connsiteX7" fmla="*/ 1842343 w 1845519"/>
                <a:gd name="connsiteY7" fmla="*/ 466130 h 999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5519" h="999529">
                  <a:moveTo>
                    <a:pt x="1720701" y="0"/>
                  </a:moveTo>
                  <a:lnTo>
                    <a:pt x="0" y="458837"/>
                  </a:lnTo>
                  <a:lnTo>
                    <a:pt x="121196" y="923330"/>
                  </a:lnTo>
                  <a:cubicBezTo>
                    <a:pt x="128240" y="949523"/>
                    <a:pt x="145405" y="971848"/>
                    <a:pt x="168970" y="985341"/>
                  </a:cubicBezTo>
                  <a:cubicBezTo>
                    <a:pt x="184299" y="994618"/>
                    <a:pt x="201861" y="999530"/>
                    <a:pt x="219770" y="999530"/>
                  </a:cubicBezTo>
                  <a:cubicBezTo>
                    <a:pt x="228650" y="999530"/>
                    <a:pt x="237530" y="998488"/>
                    <a:pt x="246162" y="996504"/>
                  </a:cubicBezTo>
                  <a:lnTo>
                    <a:pt x="1770162" y="590104"/>
                  </a:lnTo>
                  <a:cubicBezTo>
                    <a:pt x="1823988" y="575370"/>
                    <a:pt x="1856085" y="520204"/>
                    <a:pt x="1842343" y="466130"/>
                  </a:cubicBezTo>
                  <a:close/>
                </a:path>
              </a:pathLst>
            </a:custGeom>
            <a:grpFill/>
            <a:ln w="12700" cap="flat">
              <a:noFill/>
              <a:prstDash val="solid"/>
              <a:miter/>
            </a:ln>
          </p:spPr>
          <p:txBody>
            <a:bodyPr rtlCol="0" anchor="ctr"/>
            <a:lstStyle/>
            <a:p>
              <a:endParaRPr lang="en-US"/>
            </a:p>
          </p:txBody>
        </p:sp>
      </p:grpSp>
      <p:grpSp>
        <p:nvGrpSpPr>
          <p:cNvPr id="69" name="Graphic 98">
            <a:extLst>
              <a:ext uri="{FF2B5EF4-FFF2-40B4-BE49-F238E27FC236}">
                <a16:creationId xmlns:a16="http://schemas.microsoft.com/office/drawing/2014/main" id="{D38DAB27-D2A2-4287-AF39-605FE6E39185}"/>
              </a:ext>
            </a:extLst>
          </p:cNvPr>
          <p:cNvGrpSpPr>
            <a:grpSpLocks noChangeAspect="1"/>
          </p:cNvGrpSpPr>
          <p:nvPr/>
        </p:nvGrpSpPr>
        <p:grpSpPr>
          <a:xfrm>
            <a:off x="5998810" y="2427050"/>
            <a:ext cx="264830" cy="245434"/>
            <a:chOff x="2009096" y="3514657"/>
            <a:chExt cx="418203" cy="387573"/>
          </a:xfrm>
          <a:solidFill>
            <a:schemeClr val="bg2"/>
          </a:solidFill>
        </p:grpSpPr>
        <p:sp>
          <p:nvSpPr>
            <p:cNvPr id="70" name="Freeform: Shape 69">
              <a:extLst>
                <a:ext uri="{FF2B5EF4-FFF2-40B4-BE49-F238E27FC236}">
                  <a16:creationId xmlns:a16="http://schemas.microsoft.com/office/drawing/2014/main" id="{76FDE1AF-2ADA-40A1-AC0F-FBFF68D98C8D}"/>
                </a:ext>
              </a:extLst>
            </p:cNvPr>
            <p:cNvSpPr/>
            <p:nvPr/>
          </p:nvSpPr>
          <p:spPr>
            <a:xfrm>
              <a:off x="2054021" y="3514657"/>
              <a:ext cx="45740" cy="115577"/>
            </a:xfrm>
            <a:custGeom>
              <a:avLst/>
              <a:gdLst>
                <a:gd name="connsiteX0" fmla="*/ 45740 w 45740"/>
                <a:gd name="connsiteY0" fmla="*/ 0 h 115577"/>
                <a:gd name="connsiteX1" fmla="*/ 12252 w 45740"/>
                <a:gd name="connsiteY1" fmla="*/ 0 h 115577"/>
                <a:gd name="connsiteX2" fmla="*/ 0 w 45740"/>
                <a:gd name="connsiteY2" fmla="*/ 12252 h 115577"/>
                <a:gd name="connsiteX3" fmla="*/ 0 w 45740"/>
                <a:gd name="connsiteY3" fmla="*/ 115578 h 115577"/>
                <a:gd name="connsiteX4" fmla="*/ 45740 w 45740"/>
                <a:gd name="connsiteY4" fmla="*/ 115578 h 115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40" h="115577">
                  <a:moveTo>
                    <a:pt x="45740" y="0"/>
                  </a:moveTo>
                  <a:lnTo>
                    <a:pt x="12252" y="0"/>
                  </a:lnTo>
                  <a:cubicBezTo>
                    <a:pt x="5486" y="0"/>
                    <a:pt x="0" y="5486"/>
                    <a:pt x="0" y="12252"/>
                  </a:cubicBezTo>
                  <a:lnTo>
                    <a:pt x="0" y="115578"/>
                  </a:lnTo>
                  <a:lnTo>
                    <a:pt x="45740" y="115578"/>
                  </a:lnTo>
                  <a:close/>
                </a:path>
              </a:pathLst>
            </a:custGeom>
            <a:grpFill/>
            <a:ln w="800"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DBAC8689-2C44-4B2A-BCEB-EDA9408B938A}"/>
                </a:ext>
              </a:extLst>
            </p:cNvPr>
            <p:cNvSpPr/>
            <p:nvPr/>
          </p:nvSpPr>
          <p:spPr>
            <a:xfrm>
              <a:off x="2124266" y="3514657"/>
              <a:ext cx="24504" cy="115577"/>
            </a:xfrm>
            <a:custGeom>
              <a:avLst/>
              <a:gdLst>
                <a:gd name="connsiteX0" fmla="*/ 0 w 24504"/>
                <a:gd name="connsiteY0" fmla="*/ 0 h 115577"/>
                <a:gd name="connsiteX1" fmla="*/ 24505 w 24504"/>
                <a:gd name="connsiteY1" fmla="*/ 0 h 115577"/>
                <a:gd name="connsiteX2" fmla="*/ 24505 w 24504"/>
                <a:gd name="connsiteY2" fmla="*/ 115578 h 115577"/>
                <a:gd name="connsiteX3" fmla="*/ 0 w 24504"/>
                <a:gd name="connsiteY3" fmla="*/ 115578 h 115577"/>
              </a:gdLst>
              <a:ahLst/>
              <a:cxnLst>
                <a:cxn ang="0">
                  <a:pos x="connsiteX0" y="connsiteY0"/>
                </a:cxn>
                <a:cxn ang="0">
                  <a:pos x="connsiteX1" y="connsiteY1"/>
                </a:cxn>
                <a:cxn ang="0">
                  <a:pos x="connsiteX2" y="connsiteY2"/>
                </a:cxn>
                <a:cxn ang="0">
                  <a:pos x="connsiteX3" y="connsiteY3"/>
                </a:cxn>
              </a:cxnLst>
              <a:rect l="l" t="t" r="r" b="b"/>
              <a:pathLst>
                <a:path w="24504" h="115577">
                  <a:moveTo>
                    <a:pt x="0" y="0"/>
                  </a:moveTo>
                  <a:lnTo>
                    <a:pt x="24505" y="0"/>
                  </a:lnTo>
                  <a:lnTo>
                    <a:pt x="24505" y="115578"/>
                  </a:lnTo>
                  <a:lnTo>
                    <a:pt x="0" y="115578"/>
                  </a:lnTo>
                  <a:close/>
                </a:path>
              </a:pathLst>
            </a:custGeom>
            <a:grpFill/>
            <a:ln w="800"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3A738993-5AD6-44AC-B2CF-56023D97C008}"/>
                </a:ext>
              </a:extLst>
            </p:cNvPr>
            <p:cNvSpPr/>
            <p:nvPr/>
          </p:nvSpPr>
          <p:spPr>
            <a:xfrm>
              <a:off x="2173275" y="3514657"/>
              <a:ext cx="209101" cy="117234"/>
            </a:xfrm>
            <a:custGeom>
              <a:avLst/>
              <a:gdLst>
                <a:gd name="connsiteX0" fmla="*/ 209101 w 209101"/>
                <a:gd name="connsiteY0" fmla="*/ 117234 h 117234"/>
                <a:gd name="connsiteX1" fmla="*/ 209101 w 209101"/>
                <a:gd name="connsiteY1" fmla="*/ 12252 h 117234"/>
                <a:gd name="connsiteX2" fmla="*/ 196849 w 209101"/>
                <a:gd name="connsiteY2" fmla="*/ 0 h 117234"/>
                <a:gd name="connsiteX3" fmla="*/ 0 w 209101"/>
                <a:gd name="connsiteY3" fmla="*/ 0 h 117234"/>
                <a:gd name="connsiteX4" fmla="*/ 0 w 209101"/>
                <a:gd name="connsiteY4" fmla="*/ 115578 h 117234"/>
                <a:gd name="connsiteX5" fmla="*/ 191948 w 209101"/>
                <a:gd name="connsiteY5" fmla="*/ 115578 h 117234"/>
                <a:gd name="connsiteX6" fmla="*/ 209101 w 209101"/>
                <a:gd name="connsiteY6" fmla="*/ 117234 h 11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101" h="117234">
                  <a:moveTo>
                    <a:pt x="209101" y="117234"/>
                  </a:moveTo>
                  <a:lnTo>
                    <a:pt x="209101" y="12252"/>
                  </a:lnTo>
                  <a:cubicBezTo>
                    <a:pt x="209101" y="5486"/>
                    <a:pt x="203616" y="0"/>
                    <a:pt x="196849" y="0"/>
                  </a:cubicBezTo>
                  <a:lnTo>
                    <a:pt x="0" y="0"/>
                  </a:lnTo>
                  <a:lnTo>
                    <a:pt x="0" y="115578"/>
                  </a:lnTo>
                  <a:lnTo>
                    <a:pt x="191948" y="115578"/>
                  </a:lnTo>
                  <a:cubicBezTo>
                    <a:pt x="197846" y="115578"/>
                    <a:pt x="203582" y="116141"/>
                    <a:pt x="209101" y="117234"/>
                  </a:cubicBezTo>
                  <a:close/>
                </a:path>
              </a:pathLst>
            </a:custGeom>
            <a:grpFill/>
            <a:ln w="800"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7AB00B07-339E-4CC3-B374-98F759217187}"/>
                </a:ext>
              </a:extLst>
            </p:cNvPr>
            <p:cNvSpPr/>
            <p:nvPr/>
          </p:nvSpPr>
          <p:spPr>
            <a:xfrm>
              <a:off x="2015222" y="3791962"/>
              <a:ext cx="412077" cy="110268"/>
            </a:xfrm>
            <a:custGeom>
              <a:avLst/>
              <a:gdLst>
                <a:gd name="connsiteX0" fmla="*/ 399825 w 412077"/>
                <a:gd name="connsiteY0" fmla="*/ 85764 h 110268"/>
                <a:gd name="connsiteX1" fmla="*/ 390842 w 412077"/>
                <a:gd name="connsiteY1" fmla="*/ 85764 h 110268"/>
                <a:gd name="connsiteX2" fmla="*/ 390842 w 412077"/>
                <a:gd name="connsiteY2" fmla="*/ 24524 h 110268"/>
                <a:gd name="connsiteX3" fmla="*/ 399825 w 412077"/>
                <a:gd name="connsiteY3" fmla="*/ 24524 h 110268"/>
                <a:gd name="connsiteX4" fmla="*/ 412077 w 412077"/>
                <a:gd name="connsiteY4" fmla="*/ 12272 h 110268"/>
                <a:gd name="connsiteX5" fmla="*/ 399825 w 412077"/>
                <a:gd name="connsiteY5" fmla="*/ 20 h 110268"/>
                <a:gd name="connsiteX6" fmla="*/ 333626 w 412077"/>
                <a:gd name="connsiteY6" fmla="*/ 21 h 110268"/>
                <a:gd name="connsiteX7" fmla="*/ 55135 w 412077"/>
                <a:gd name="connsiteY7" fmla="*/ 0 h 110268"/>
                <a:gd name="connsiteX8" fmla="*/ 55130 w 412077"/>
                <a:gd name="connsiteY8" fmla="*/ 0 h 110268"/>
                <a:gd name="connsiteX9" fmla="*/ 16192 w 412077"/>
                <a:gd name="connsiteY9" fmla="*/ 16189 h 110268"/>
                <a:gd name="connsiteX10" fmla="*/ 0 w 412077"/>
                <a:gd name="connsiteY10" fmla="*/ 55134 h 110268"/>
                <a:gd name="connsiteX11" fmla="*/ 55134 w 412077"/>
                <a:gd name="connsiteY11" fmla="*/ 110269 h 110268"/>
                <a:gd name="connsiteX12" fmla="*/ 399825 w 412077"/>
                <a:gd name="connsiteY12" fmla="*/ 110269 h 110268"/>
                <a:gd name="connsiteX13" fmla="*/ 412077 w 412077"/>
                <a:gd name="connsiteY13" fmla="*/ 98017 h 110268"/>
                <a:gd name="connsiteX14" fmla="*/ 399825 w 412077"/>
                <a:gd name="connsiteY14" fmla="*/ 85764 h 110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2077" h="110268">
                  <a:moveTo>
                    <a:pt x="399825" y="85764"/>
                  </a:moveTo>
                  <a:lnTo>
                    <a:pt x="390842" y="85764"/>
                  </a:lnTo>
                  <a:lnTo>
                    <a:pt x="390842" y="24524"/>
                  </a:lnTo>
                  <a:lnTo>
                    <a:pt x="399825" y="24524"/>
                  </a:lnTo>
                  <a:cubicBezTo>
                    <a:pt x="406592" y="24524"/>
                    <a:pt x="412077" y="19038"/>
                    <a:pt x="412077" y="12272"/>
                  </a:cubicBezTo>
                  <a:cubicBezTo>
                    <a:pt x="412077" y="5505"/>
                    <a:pt x="406592" y="20"/>
                    <a:pt x="399825" y="20"/>
                  </a:cubicBezTo>
                  <a:cubicBezTo>
                    <a:pt x="399825" y="20"/>
                    <a:pt x="333639" y="21"/>
                    <a:pt x="333626" y="21"/>
                  </a:cubicBezTo>
                  <a:lnTo>
                    <a:pt x="55135" y="0"/>
                  </a:lnTo>
                  <a:cubicBezTo>
                    <a:pt x="55133" y="0"/>
                    <a:pt x="55132" y="0"/>
                    <a:pt x="55130" y="0"/>
                  </a:cubicBezTo>
                  <a:cubicBezTo>
                    <a:pt x="40461" y="0"/>
                    <a:pt x="26632" y="5749"/>
                    <a:pt x="16192" y="16189"/>
                  </a:cubicBezTo>
                  <a:cubicBezTo>
                    <a:pt x="5750" y="26630"/>
                    <a:pt x="0" y="40461"/>
                    <a:pt x="0" y="55134"/>
                  </a:cubicBezTo>
                  <a:cubicBezTo>
                    <a:pt x="0" y="85536"/>
                    <a:pt x="24733" y="110269"/>
                    <a:pt x="55134" y="110269"/>
                  </a:cubicBezTo>
                  <a:lnTo>
                    <a:pt x="399825" y="110269"/>
                  </a:lnTo>
                  <a:cubicBezTo>
                    <a:pt x="406592" y="110269"/>
                    <a:pt x="412077" y="104783"/>
                    <a:pt x="412077" y="98017"/>
                  </a:cubicBezTo>
                  <a:cubicBezTo>
                    <a:pt x="412077" y="91250"/>
                    <a:pt x="406592" y="85764"/>
                    <a:pt x="399825" y="85764"/>
                  </a:cubicBezTo>
                  <a:close/>
                </a:path>
              </a:pathLst>
            </a:custGeom>
            <a:grpFill/>
            <a:ln w="800"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65AF3A47-8C9C-48AD-BCC1-C14B719BF326}"/>
                </a:ext>
              </a:extLst>
            </p:cNvPr>
            <p:cNvSpPr/>
            <p:nvPr/>
          </p:nvSpPr>
          <p:spPr>
            <a:xfrm>
              <a:off x="2281092" y="3723350"/>
              <a:ext cx="24504" cy="35276"/>
            </a:xfrm>
            <a:custGeom>
              <a:avLst/>
              <a:gdLst>
                <a:gd name="connsiteX0" fmla="*/ 8378 w 24504"/>
                <a:gd name="connsiteY0" fmla="*/ 32484 h 35276"/>
                <a:gd name="connsiteX1" fmla="*/ 12252 w 24504"/>
                <a:gd name="connsiteY1" fmla="*/ 31855 h 35276"/>
                <a:gd name="connsiteX2" fmla="*/ 16126 w 24504"/>
                <a:gd name="connsiteY2" fmla="*/ 32484 h 35276"/>
                <a:gd name="connsiteX3" fmla="*/ 24504 w 24504"/>
                <a:gd name="connsiteY3" fmla="*/ 35276 h 35276"/>
                <a:gd name="connsiteX4" fmla="*/ 24504 w 24504"/>
                <a:gd name="connsiteY4" fmla="*/ 0 h 35276"/>
                <a:gd name="connsiteX5" fmla="*/ 0 w 24504"/>
                <a:gd name="connsiteY5" fmla="*/ 0 h 35276"/>
                <a:gd name="connsiteX6" fmla="*/ 0 w 24504"/>
                <a:gd name="connsiteY6" fmla="*/ 35276 h 3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04" h="35276">
                  <a:moveTo>
                    <a:pt x="8378" y="32484"/>
                  </a:moveTo>
                  <a:cubicBezTo>
                    <a:pt x="9635" y="32065"/>
                    <a:pt x="10944" y="31855"/>
                    <a:pt x="12252" y="31855"/>
                  </a:cubicBezTo>
                  <a:cubicBezTo>
                    <a:pt x="13560" y="31855"/>
                    <a:pt x="14869" y="32065"/>
                    <a:pt x="16126" y="32484"/>
                  </a:cubicBezTo>
                  <a:lnTo>
                    <a:pt x="24504" y="35276"/>
                  </a:lnTo>
                  <a:lnTo>
                    <a:pt x="24504" y="0"/>
                  </a:lnTo>
                  <a:lnTo>
                    <a:pt x="0" y="0"/>
                  </a:lnTo>
                  <a:lnTo>
                    <a:pt x="0" y="35276"/>
                  </a:lnTo>
                  <a:close/>
                </a:path>
              </a:pathLst>
            </a:custGeom>
            <a:grpFill/>
            <a:ln w="800"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3554C611-4DFB-4F2A-AAA7-E2F458265E45}"/>
                </a:ext>
              </a:extLst>
            </p:cNvPr>
            <p:cNvSpPr/>
            <p:nvPr/>
          </p:nvSpPr>
          <p:spPr>
            <a:xfrm>
              <a:off x="2009096" y="3654739"/>
              <a:ext cx="411743" cy="112719"/>
            </a:xfrm>
            <a:custGeom>
              <a:avLst/>
              <a:gdLst>
                <a:gd name="connsiteX0" fmla="*/ 78421 w 411743"/>
                <a:gd name="connsiteY0" fmla="*/ 112718 h 112719"/>
                <a:gd name="connsiteX1" fmla="*/ 247493 w 411743"/>
                <a:gd name="connsiteY1" fmla="*/ 112718 h 112719"/>
                <a:gd name="connsiteX2" fmla="*/ 247493 w 411743"/>
                <a:gd name="connsiteY2" fmla="*/ 56359 h 112719"/>
                <a:gd name="connsiteX3" fmla="*/ 259745 w 411743"/>
                <a:gd name="connsiteY3" fmla="*/ 44107 h 112719"/>
                <a:gd name="connsiteX4" fmla="*/ 308753 w 411743"/>
                <a:gd name="connsiteY4" fmla="*/ 44107 h 112719"/>
                <a:gd name="connsiteX5" fmla="*/ 321005 w 411743"/>
                <a:gd name="connsiteY5" fmla="*/ 56359 h 112719"/>
                <a:gd name="connsiteX6" fmla="*/ 321005 w 411743"/>
                <a:gd name="connsiteY6" fmla="*/ 112718 h 112719"/>
                <a:gd name="connsiteX7" fmla="*/ 356128 w 411743"/>
                <a:gd name="connsiteY7" fmla="*/ 112718 h 112719"/>
                <a:gd name="connsiteX8" fmla="*/ 397853 w 411743"/>
                <a:gd name="connsiteY8" fmla="*/ 94931 h 112719"/>
                <a:gd name="connsiteX9" fmla="*/ 411744 w 411743"/>
                <a:gd name="connsiteY9" fmla="*/ 56360 h 112719"/>
                <a:gd name="connsiteX10" fmla="*/ 397853 w 411743"/>
                <a:gd name="connsiteY10" fmla="*/ 17788 h 112719"/>
                <a:gd name="connsiteX11" fmla="*/ 356128 w 411743"/>
                <a:gd name="connsiteY11" fmla="*/ 0 h 112719"/>
                <a:gd name="connsiteX12" fmla="*/ 12252 w 411743"/>
                <a:gd name="connsiteY12" fmla="*/ 0 h 112719"/>
                <a:gd name="connsiteX13" fmla="*/ 0 w 411743"/>
                <a:gd name="connsiteY13" fmla="*/ 12252 h 112719"/>
                <a:gd name="connsiteX14" fmla="*/ 12252 w 411743"/>
                <a:gd name="connsiteY14" fmla="*/ 24504 h 112719"/>
                <a:gd name="connsiteX15" fmla="*/ 26215 w 411743"/>
                <a:gd name="connsiteY15" fmla="*/ 24504 h 112719"/>
                <a:gd name="connsiteX16" fmla="*/ 26147 w 411743"/>
                <a:gd name="connsiteY16" fmla="*/ 88215 h 112719"/>
                <a:gd name="connsiteX17" fmla="*/ 12252 w 411743"/>
                <a:gd name="connsiteY17" fmla="*/ 88215 h 112719"/>
                <a:gd name="connsiteX18" fmla="*/ 0 w 411743"/>
                <a:gd name="connsiteY18" fmla="*/ 100467 h 112719"/>
                <a:gd name="connsiteX19" fmla="*/ 12252 w 411743"/>
                <a:gd name="connsiteY19" fmla="*/ 112719 h 112719"/>
                <a:gd name="connsiteX20" fmla="*/ 78421 w 411743"/>
                <a:gd name="connsiteY20" fmla="*/ 112718 h 11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1743" h="112719">
                  <a:moveTo>
                    <a:pt x="78421" y="112718"/>
                  </a:moveTo>
                  <a:lnTo>
                    <a:pt x="247493" y="112718"/>
                  </a:lnTo>
                  <a:lnTo>
                    <a:pt x="247493" y="56359"/>
                  </a:lnTo>
                  <a:cubicBezTo>
                    <a:pt x="247493" y="49592"/>
                    <a:pt x="252978" y="44107"/>
                    <a:pt x="259745" y="44107"/>
                  </a:cubicBezTo>
                  <a:lnTo>
                    <a:pt x="308753" y="44107"/>
                  </a:lnTo>
                  <a:cubicBezTo>
                    <a:pt x="315519" y="44107"/>
                    <a:pt x="321005" y="49592"/>
                    <a:pt x="321005" y="56359"/>
                  </a:cubicBezTo>
                  <a:lnTo>
                    <a:pt x="321005" y="112718"/>
                  </a:lnTo>
                  <a:lnTo>
                    <a:pt x="356128" y="112718"/>
                  </a:lnTo>
                  <a:cubicBezTo>
                    <a:pt x="373234" y="112718"/>
                    <a:pt x="387663" y="106568"/>
                    <a:pt x="397853" y="94931"/>
                  </a:cubicBezTo>
                  <a:cubicBezTo>
                    <a:pt x="406811" y="84703"/>
                    <a:pt x="411744" y="71005"/>
                    <a:pt x="411744" y="56360"/>
                  </a:cubicBezTo>
                  <a:cubicBezTo>
                    <a:pt x="411744" y="41714"/>
                    <a:pt x="406811" y="28016"/>
                    <a:pt x="397853" y="17788"/>
                  </a:cubicBezTo>
                  <a:cubicBezTo>
                    <a:pt x="387663" y="6151"/>
                    <a:pt x="373234" y="0"/>
                    <a:pt x="356128" y="0"/>
                  </a:cubicBezTo>
                  <a:lnTo>
                    <a:pt x="12252" y="0"/>
                  </a:lnTo>
                  <a:cubicBezTo>
                    <a:pt x="5486" y="0"/>
                    <a:pt x="0" y="5486"/>
                    <a:pt x="0" y="12252"/>
                  </a:cubicBezTo>
                  <a:cubicBezTo>
                    <a:pt x="0" y="19018"/>
                    <a:pt x="5486" y="24504"/>
                    <a:pt x="12252" y="24504"/>
                  </a:cubicBezTo>
                  <a:lnTo>
                    <a:pt x="26215" y="24504"/>
                  </a:lnTo>
                  <a:cubicBezTo>
                    <a:pt x="26183" y="41325"/>
                    <a:pt x="26159" y="71393"/>
                    <a:pt x="26147" y="88215"/>
                  </a:cubicBezTo>
                  <a:lnTo>
                    <a:pt x="12252" y="88215"/>
                  </a:lnTo>
                  <a:cubicBezTo>
                    <a:pt x="5486" y="88215"/>
                    <a:pt x="0" y="93701"/>
                    <a:pt x="0" y="100467"/>
                  </a:cubicBezTo>
                  <a:cubicBezTo>
                    <a:pt x="0" y="107233"/>
                    <a:pt x="5486" y="112719"/>
                    <a:pt x="12252" y="112719"/>
                  </a:cubicBezTo>
                  <a:cubicBezTo>
                    <a:pt x="12252" y="112718"/>
                    <a:pt x="78418" y="112718"/>
                    <a:pt x="78421" y="112718"/>
                  </a:cubicBezTo>
                  <a:close/>
                </a:path>
              </a:pathLst>
            </a:custGeom>
            <a:grpFill/>
            <a:ln w="800" cap="flat">
              <a:noFill/>
              <a:prstDash val="solid"/>
              <a:miter/>
            </a:ln>
          </p:spPr>
          <p:txBody>
            <a:bodyPr rtlCol="0" anchor="ctr"/>
            <a:lstStyle/>
            <a:p>
              <a:endParaRPr lang="en-US"/>
            </a:p>
          </p:txBody>
        </p:sp>
      </p:grpSp>
    </p:spTree>
    <p:extLst>
      <p:ext uri="{BB962C8B-B14F-4D97-AF65-F5344CB8AC3E}">
        <p14:creationId xmlns:p14="http://schemas.microsoft.com/office/powerpoint/2010/main" val="1265651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 name="Rectangle 401">
            <a:extLst>
              <a:ext uri="{FF2B5EF4-FFF2-40B4-BE49-F238E27FC236}">
                <a16:creationId xmlns:a16="http://schemas.microsoft.com/office/drawing/2014/main" id="{E48F89FB-EC6B-4D61-936A-B2C1EFFC3816}"/>
              </a:ext>
            </a:extLst>
          </p:cNvPr>
          <p:cNvSpPr/>
          <p:nvPr/>
        </p:nvSpPr>
        <p:spPr>
          <a:xfrm>
            <a:off x="3960442" y="289689"/>
            <a:ext cx="209751" cy="690880"/>
          </a:xfrm>
          <a:prstGeom prst="rect">
            <a:avLst/>
          </a:prstGeom>
          <a:gradFill flip="none" rotWithShape="1">
            <a:gsLst>
              <a:gs pos="0">
                <a:schemeClr val="accent1">
                  <a:alpha val="50000"/>
                </a:schemeClr>
              </a:gs>
              <a:gs pos="100000">
                <a:schemeClr val="accent2">
                  <a:alpha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2" name="Freeform: Shape 321">
            <a:extLst>
              <a:ext uri="{FF2B5EF4-FFF2-40B4-BE49-F238E27FC236}">
                <a16:creationId xmlns:a16="http://schemas.microsoft.com/office/drawing/2014/main" id="{88B924D1-EAEA-4945-A6E9-C768D7B5F7BD}"/>
              </a:ext>
            </a:extLst>
          </p:cNvPr>
          <p:cNvSpPr/>
          <p:nvPr/>
        </p:nvSpPr>
        <p:spPr>
          <a:xfrm>
            <a:off x="5656025" y="1624541"/>
            <a:ext cx="879951" cy="331708"/>
          </a:xfrm>
          <a:custGeom>
            <a:avLst/>
            <a:gdLst>
              <a:gd name="connsiteX0" fmla="*/ 313227 w 710026"/>
              <a:gd name="connsiteY0" fmla="*/ 0 h 267653"/>
              <a:gd name="connsiteX1" fmla="*/ 519100 w 710026"/>
              <a:gd name="connsiteY1" fmla="*/ 0 h 267653"/>
              <a:gd name="connsiteX2" fmla="*/ 653631 w 710026"/>
              <a:gd name="connsiteY2" fmla="*/ 78105 h 267653"/>
              <a:gd name="connsiteX3" fmla="*/ 710026 w 710026"/>
              <a:gd name="connsiteY3" fmla="*/ 267653 h 267653"/>
              <a:gd name="connsiteX4" fmla="*/ 184131 w 710026"/>
              <a:gd name="connsiteY4" fmla="*/ 267653 h 267653"/>
              <a:gd name="connsiteX5" fmla="*/ 313227 w 710026"/>
              <a:gd name="connsiteY5" fmla="*/ 0 h 267653"/>
              <a:gd name="connsiteX6" fmla="*/ 190926 w 710026"/>
              <a:gd name="connsiteY6" fmla="*/ 0 h 267653"/>
              <a:gd name="connsiteX7" fmla="*/ 313227 w 710026"/>
              <a:gd name="connsiteY7" fmla="*/ 0 h 267653"/>
              <a:gd name="connsiteX8" fmla="*/ 184131 w 710026"/>
              <a:gd name="connsiteY8" fmla="*/ 267653 h 267653"/>
              <a:gd name="connsiteX9" fmla="*/ 0 w 710026"/>
              <a:gd name="connsiteY9" fmla="*/ 267653 h 267653"/>
              <a:gd name="connsiteX10" fmla="*/ 190926 w 710026"/>
              <a:gd name="connsiteY10" fmla="*/ 0 h 267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0026" h="267653">
                <a:moveTo>
                  <a:pt x="313227" y="0"/>
                </a:moveTo>
                <a:lnTo>
                  <a:pt x="519100" y="0"/>
                </a:lnTo>
                <a:cubicBezTo>
                  <a:pt x="572097" y="0"/>
                  <a:pt x="619659" y="29528"/>
                  <a:pt x="653631" y="78105"/>
                </a:cubicBezTo>
                <a:cubicBezTo>
                  <a:pt x="688283" y="126683"/>
                  <a:pt x="710026" y="193358"/>
                  <a:pt x="710026" y="267653"/>
                </a:cubicBezTo>
                <a:lnTo>
                  <a:pt x="184131" y="267653"/>
                </a:lnTo>
                <a:cubicBezTo>
                  <a:pt x="184131" y="170498"/>
                  <a:pt x="230334" y="0"/>
                  <a:pt x="313227" y="0"/>
                </a:cubicBezTo>
                <a:close/>
                <a:moveTo>
                  <a:pt x="190926" y="0"/>
                </a:moveTo>
                <a:lnTo>
                  <a:pt x="313227" y="0"/>
                </a:lnTo>
                <a:cubicBezTo>
                  <a:pt x="230334" y="0"/>
                  <a:pt x="184131" y="169545"/>
                  <a:pt x="184131" y="267653"/>
                </a:cubicBezTo>
                <a:lnTo>
                  <a:pt x="0" y="267653"/>
                </a:lnTo>
                <a:cubicBezTo>
                  <a:pt x="0" y="120015"/>
                  <a:pt x="85611" y="0"/>
                  <a:pt x="190926" y="0"/>
                </a:cubicBezTo>
                <a:close/>
              </a:path>
            </a:pathLst>
          </a:custGeom>
          <a:solidFill>
            <a:schemeClr val="accent6"/>
          </a:solidFill>
          <a:ln w="6713" cap="flat">
            <a:noFill/>
            <a:prstDash val="solid"/>
            <a:miter/>
          </a:ln>
        </p:spPr>
        <p:txBody>
          <a:bodyPr rtlCol="0" anchor="ctr"/>
          <a:lstStyle/>
          <a:p>
            <a:endParaRPr lang="en-US" dirty="0"/>
          </a:p>
        </p:txBody>
      </p:sp>
      <p:grpSp>
        <p:nvGrpSpPr>
          <p:cNvPr id="363" name="Group 362">
            <a:extLst>
              <a:ext uri="{FF2B5EF4-FFF2-40B4-BE49-F238E27FC236}">
                <a16:creationId xmlns:a16="http://schemas.microsoft.com/office/drawing/2014/main" id="{815B20A7-3F40-4667-910A-9098383B1F22}"/>
              </a:ext>
            </a:extLst>
          </p:cNvPr>
          <p:cNvGrpSpPr/>
          <p:nvPr/>
        </p:nvGrpSpPr>
        <p:grpSpPr>
          <a:xfrm>
            <a:off x="5656025" y="1956248"/>
            <a:ext cx="879950" cy="367121"/>
            <a:chOff x="5595937" y="1772602"/>
            <a:chExt cx="710025" cy="296227"/>
          </a:xfrm>
        </p:grpSpPr>
        <p:sp>
          <p:nvSpPr>
            <p:cNvPr id="287" name="Freeform: Shape 286">
              <a:extLst>
                <a:ext uri="{FF2B5EF4-FFF2-40B4-BE49-F238E27FC236}">
                  <a16:creationId xmlns:a16="http://schemas.microsoft.com/office/drawing/2014/main" id="{13F47FDF-E7BD-44A0-AC7E-B6225EC37D36}"/>
                </a:ext>
              </a:extLst>
            </p:cNvPr>
            <p:cNvSpPr/>
            <p:nvPr/>
          </p:nvSpPr>
          <p:spPr>
            <a:xfrm>
              <a:off x="5595937" y="1799272"/>
              <a:ext cx="710025" cy="241935"/>
            </a:xfrm>
            <a:custGeom>
              <a:avLst/>
              <a:gdLst>
                <a:gd name="connsiteX0" fmla="*/ 0 w 710025"/>
                <a:gd name="connsiteY0" fmla="*/ 0 h 241935"/>
                <a:gd name="connsiteX1" fmla="*/ 710026 w 710025"/>
                <a:gd name="connsiteY1" fmla="*/ 0 h 241935"/>
                <a:gd name="connsiteX2" fmla="*/ 710026 w 710025"/>
                <a:gd name="connsiteY2" fmla="*/ 241935 h 241935"/>
                <a:gd name="connsiteX3" fmla="*/ 0 w 710025"/>
                <a:gd name="connsiteY3" fmla="*/ 241935 h 241935"/>
              </a:gdLst>
              <a:ahLst/>
              <a:cxnLst>
                <a:cxn ang="0">
                  <a:pos x="connsiteX0" y="connsiteY0"/>
                </a:cxn>
                <a:cxn ang="0">
                  <a:pos x="connsiteX1" y="connsiteY1"/>
                </a:cxn>
                <a:cxn ang="0">
                  <a:pos x="connsiteX2" y="connsiteY2"/>
                </a:cxn>
                <a:cxn ang="0">
                  <a:pos x="connsiteX3" y="connsiteY3"/>
                </a:cxn>
              </a:cxnLst>
              <a:rect l="l" t="t" r="r" b="b"/>
              <a:pathLst>
                <a:path w="710025" h="241935">
                  <a:moveTo>
                    <a:pt x="0" y="0"/>
                  </a:moveTo>
                  <a:lnTo>
                    <a:pt x="710026" y="0"/>
                  </a:lnTo>
                  <a:lnTo>
                    <a:pt x="710026" y="241935"/>
                  </a:lnTo>
                  <a:lnTo>
                    <a:pt x="0" y="241935"/>
                  </a:lnTo>
                  <a:close/>
                </a:path>
              </a:pathLst>
            </a:custGeom>
            <a:solidFill>
              <a:schemeClr val="tx2">
                <a:lumMod val="90000"/>
                <a:lumOff val="10000"/>
              </a:schemeClr>
            </a:solidFill>
            <a:ln w="6713"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D2DAD07F-BCB9-4E1F-8ECF-4C72FE0E97C4}"/>
                </a:ext>
              </a:extLst>
            </p:cNvPr>
            <p:cNvSpPr/>
            <p:nvPr/>
          </p:nvSpPr>
          <p:spPr>
            <a:xfrm>
              <a:off x="5595937" y="1772602"/>
              <a:ext cx="710025" cy="26669"/>
            </a:xfrm>
            <a:custGeom>
              <a:avLst/>
              <a:gdLst>
                <a:gd name="connsiteX0" fmla="*/ 710026 w 710025"/>
                <a:gd name="connsiteY0" fmla="*/ 0 h 26669"/>
                <a:gd name="connsiteX1" fmla="*/ 710026 w 710025"/>
                <a:gd name="connsiteY1" fmla="*/ 26670 h 26669"/>
                <a:gd name="connsiteX2" fmla="*/ 0 w 710025"/>
                <a:gd name="connsiteY2" fmla="*/ 26670 h 26669"/>
                <a:gd name="connsiteX3" fmla="*/ 0 w 710025"/>
                <a:gd name="connsiteY3" fmla="*/ 0 h 26669"/>
                <a:gd name="connsiteX4" fmla="*/ 184131 w 710025"/>
                <a:gd name="connsiteY4" fmla="*/ 0 h 26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0025" h="26669">
                  <a:moveTo>
                    <a:pt x="710026" y="0"/>
                  </a:moveTo>
                  <a:lnTo>
                    <a:pt x="710026" y="26670"/>
                  </a:lnTo>
                  <a:lnTo>
                    <a:pt x="0" y="26670"/>
                  </a:lnTo>
                  <a:lnTo>
                    <a:pt x="0" y="0"/>
                  </a:lnTo>
                  <a:lnTo>
                    <a:pt x="184131" y="0"/>
                  </a:lnTo>
                  <a:close/>
                </a:path>
              </a:pathLst>
            </a:custGeom>
            <a:solidFill>
              <a:schemeClr val="tx2"/>
            </a:solidFill>
            <a:ln w="6713"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DB97DF9D-E9C8-449E-9981-872D21083B8D}"/>
                </a:ext>
              </a:extLst>
            </p:cNvPr>
            <p:cNvSpPr/>
            <p:nvPr/>
          </p:nvSpPr>
          <p:spPr>
            <a:xfrm>
              <a:off x="5595937" y="2042160"/>
              <a:ext cx="710025" cy="26669"/>
            </a:xfrm>
            <a:custGeom>
              <a:avLst/>
              <a:gdLst>
                <a:gd name="connsiteX0" fmla="*/ 710026 w 710025"/>
                <a:gd name="connsiteY0" fmla="*/ 0 h 26669"/>
                <a:gd name="connsiteX1" fmla="*/ 710026 w 710025"/>
                <a:gd name="connsiteY1" fmla="*/ 26670 h 26669"/>
                <a:gd name="connsiteX2" fmla="*/ 534048 w 710025"/>
                <a:gd name="connsiteY2" fmla="*/ 26670 h 26669"/>
                <a:gd name="connsiteX3" fmla="*/ 512306 w 710025"/>
                <a:gd name="connsiteY3" fmla="*/ 26670 h 26669"/>
                <a:gd name="connsiteX4" fmla="*/ 200438 w 710025"/>
                <a:gd name="connsiteY4" fmla="*/ 26670 h 26669"/>
                <a:gd name="connsiteX5" fmla="*/ 177337 w 710025"/>
                <a:gd name="connsiteY5" fmla="*/ 26670 h 26669"/>
                <a:gd name="connsiteX6" fmla="*/ 0 w 710025"/>
                <a:gd name="connsiteY6" fmla="*/ 26670 h 26669"/>
                <a:gd name="connsiteX7" fmla="*/ 0 w 710025"/>
                <a:gd name="connsiteY7" fmla="*/ 0 h 26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0025" h="26669">
                  <a:moveTo>
                    <a:pt x="710026" y="0"/>
                  </a:moveTo>
                  <a:lnTo>
                    <a:pt x="710026" y="26670"/>
                  </a:lnTo>
                  <a:lnTo>
                    <a:pt x="534048" y="26670"/>
                  </a:lnTo>
                  <a:lnTo>
                    <a:pt x="512306" y="26670"/>
                  </a:lnTo>
                  <a:lnTo>
                    <a:pt x="200438" y="26670"/>
                  </a:lnTo>
                  <a:lnTo>
                    <a:pt x="177337" y="26670"/>
                  </a:lnTo>
                  <a:lnTo>
                    <a:pt x="0" y="26670"/>
                  </a:lnTo>
                  <a:lnTo>
                    <a:pt x="0" y="0"/>
                  </a:lnTo>
                  <a:close/>
                </a:path>
              </a:pathLst>
            </a:custGeom>
            <a:solidFill>
              <a:schemeClr val="tx2"/>
            </a:solidFill>
            <a:ln w="6713" cap="flat">
              <a:noFill/>
              <a:prstDash val="solid"/>
              <a:miter/>
            </a:ln>
          </p:spPr>
          <p:txBody>
            <a:bodyPr rtlCol="0" anchor="ctr"/>
            <a:lstStyle/>
            <a:p>
              <a:endParaRPr lang="en-US"/>
            </a:p>
          </p:txBody>
        </p:sp>
      </p:grpSp>
      <p:grpSp>
        <p:nvGrpSpPr>
          <p:cNvPr id="362" name="Group 361">
            <a:extLst>
              <a:ext uri="{FF2B5EF4-FFF2-40B4-BE49-F238E27FC236}">
                <a16:creationId xmlns:a16="http://schemas.microsoft.com/office/drawing/2014/main" id="{83CB6CC3-4D5E-413F-B4C0-3FFB6A630D54}"/>
              </a:ext>
            </a:extLst>
          </p:cNvPr>
          <p:cNvGrpSpPr/>
          <p:nvPr/>
        </p:nvGrpSpPr>
        <p:grpSpPr>
          <a:xfrm>
            <a:off x="5656025" y="5668775"/>
            <a:ext cx="879948" cy="697649"/>
            <a:chOff x="5595937" y="4789169"/>
            <a:chExt cx="710024" cy="562928"/>
          </a:xfrm>
        </p:grpSpPr>
        <p:sp>
          <p:nvSpPr>
            <p:cNvPr id="290" name="Freeform: Shape 289">
              <a:extLst>
                <a:ext uri="{FF2B5EF4-FFF2-40B4-BE49-F238E27FC236}">
                  <a16:creationId xmlns:a16="http://schemas.microsoft.com/office/drawing/2014/main" id="{355D0FAD-1D4D-444A-9616-F16036E84DE1}"/>
                </a:ext>
              </a:extLst>
            </p:cNvPr>
            <p:cNvSpPr/>
            <p:nvPr/>
          </p:nvSpPr>
          <p:spPr>
            <a:xfrm>
              <a:off x="5873152" y="5078730"/>
              <a:ext cx="163068" cy="273367"/>
            </a:xfrm>
            <a:custGeom>
              <a:avLst/>
              <a:gdLst>
                <a:gd name="connsiteX0" fmla="*/ 163068 w 163068"/>
                <a:gd name="connsiteY0" fmla="*/ 0 h 273367"/>
                <a:gd name="connsiteX1" fmla="*/ 85611 w 163068"/>
                <a:gd name="connsiteY1" fmla="*/ 273367 h 273367"/>
                <a:gd name="connsiteX2" fmla="*/ 0 w 163068"/>
                <a:gd name="connsiteY2" fmla="*/ 0 h 273367"/>
              </a:gdLst>
              <a:ahLst/>
              <a:cxnLst>
                <a:cxn ang="0">
                  <a:pos x="connsiteX0" y="connsiteY0"/>
                </a:cxn>
                <a:cxn ang="0">
                  <a:pos x="connsiteX1" y="connsiteY1"/>
                </a:cxn>
                <a:cxn ang="0">
                  <a:pos x="connsiteX2" y="connsiteY2"/>
                </a:cxn>
              </a:cxnLst>
              <a:rect l="l" t="t" r="r" b="b"/>
              <a:pathLst>
                <a:path w="163068" h="273367">
                  <a:moveTo>
                    <a:pt x="163068" y="0"/>
                  </a:moveTo>
                  <a:lnTo>
                    <a:pt x="85611" y="273367"/>
                  </a:lnTo>
                  <a:lnTo>
                    <a:pt x="0" y="0"/>
                  </a:lnTo>
                  <a:close/>
                </a:path>
              </a:pathLst>
            </a:custGeom>
            <a:solidFill>
              <a:srgbClr val="1A1A1A"/>
            </a:solidFill>
            <a:ln w="6713"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E5259B9D-E415-4E7D-8ADE-8F3523999506}"/>
                </a:ext>
              </a:extLst>
            </p:cNvPr>
            <p:cNvSpPr/>
            <p:nvPr/>
          </p:nvSpPr>
          <p:spPr>
            <a:xfrm>
              <a:off x="5782785" y="5078730"/>
              <a:ext cx="175977" cy="273367"/>
            </a:xfrm>
            <a:custGeom>
              <a:avLst/>
              <a:gdLst>
                <a:gd name="connsiteX0" fmla="*/ 90367 w 175977"/>
                <a:gd name="connsiteY0" fmla="*/ 0 h 273367"/>
                <a:gd name="connsiteX1" fmla="*/ 175978 w 175977"/>
                <a:gd name="connsiteY1" fmla="*/ 273367 h 273367"/>
                <a:gd name="connsiteX2" fmla="*/ 0 w 175977"/>
                <a:gd name="connsiteY2" fmla="*/ 0 h 273367"/>
              </a:gdLst>
              <a:ahLst/>
              <a:cxnLst>
                <a:cxn ang="0">
                  <a:pos x="connsiteX0" y="connsiteY0"/>
                </a:cxn>
                <a:cxn ang="0">
                  <a:pos x="connsiteX1" y="connsiteY1"/>
                </a:cxn>
                <a:cxn ang="0">
                  <a:pos x="connsiteX2" y="connsiteY2"/>
                </a:cxn>
              </a:cxnLst>
              <a:rect l="l" t="t" r="r" b="b"/>
              <a:pathLst>
                <a:path w="175977" h="273367">
                  <a:moveTo>
                    <a:pt x="90367" y="0"/>
                  </a:moveTo>
                  <a:lnTo>
                    <a:pt x="175978" y="273367"/>
                  </a:lnTo>
                  <a:lnTo>
                    <a:pt x="0" y="0"/>
                  </a:lnTo>
                  <a:close/>
                </a:path>
              </a:pathLst>
            </a:custGeom>
            <a:solidFill>
              <a:srgbClr val="333333"/>
            </a:solidFill>
            <a:ln w="6713"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3D2EE7AD-7AEE-42B4-9532-7EA74145971B}"/>
                </a:ext>
              </a:extLst>
            </p:cNvPr>
            <p:cNvSpPr/>
            <p:nvPr/>
          </p:nvSpPr>
          <p:spPr>
            <a:xfrm>
              <a:off x="5958763" y="5078730"/>
              <a:ext cx="167824" cy="273367"/>
            </a:xfrm>
            <a:custGeom>
              <a:avLst/>
              <a:gdLst>
                <a:gd name="connsiteX0" fmla="*/ 167824 w 167824"/>
                <a:gd name="connsiteY0" fmla="*/ 0 h 273367"/>
                <a:gd name="connsiteX1" fmla="*/ 0 w 167824"/>
                <a:gd name="connsiteY1" fmla="*/ 273367 h 273367"/>
                <a:gd name="connsiteX2" fmla="*/ 77457 w 167824"/>
                <a:gd name="connsiteY2" fmla="*/ 0 h 273367"/>
              </a:gdLst>
              <a:ahLst/>
              <a:cxnLst>
                <a:cxn ang="0">
                  <a:pos x="connsiteX0" y="connsiteY0"/>
                </a:cxn>
                <a:cxn ang="0">
                  <a:pos x="connsiteX1" y="connsiteY1"/>
                </a:cxn>
                <a:cxn ang="0">
                  <a:pos x="connsiteX2" y="connsiteY2"/>
                </a:cxn>
              </a:cxnLst>
              <a:rect l="l" t="t" r="r" b="b"/>
              <a:pathLst>
                <a:path w="167824" h="273367">
                  <a:moveTo>
                    <a:pt x="167824" y="0"/>
                  </a:moveTo>
                  <a:lnTo>
                    <a:pt x="0" y="273367"/>
                  </a:lnTo>
                  <a:lnTo>
                    <a:pt x="77457" y="0"/>
                  </a:lnTo>
                  <a:close/>
                </a:path>
              </a:pathLst>
            </a:custGeom>
            <a:solidFill>
              <a:srgbClr val="000000"/>
            </a:solidFill>
            <a:ln w="6713"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BF3193ED-258F-44AA-8F95-CE4E003DFFB3}"/>
                </a:ext>
              </a:extLst>
            </p:cNvPr>
            <p:cNvSpPr/>
            <p:nvPr/>
          </p:nvSpPr>
          <p:spPr>
            <a:xfrm>
              <a:off x="6036220" y="4789169"/>
              <a:ext cx="269741" cy="289560"/>
            </a:xfrm>
            <a:custGeom>
              <a:avLst/>
              <a:gdLst>
                <a:gd name="connsiteX0" fmla="*/ 93764 w 269741"/>
                <a:gd name="connsiteY0" fmla="*/ 0 h 289560"/>
                <a:gd name="connsiteX1" fmla="*/ 269742 w 269741"/>
                <a:gd name="connsiteY1" fmla="*/ 0 h 289560"/>
                <a:gd name="connsiteX2" fmla="*/ 90367 w 269741"/>
                <a:gd name="connsiteY2" fmla="*/ 289560 h 289560"/>
                <a:gd name="connsiteX3" fmla="*/ 0 w 269741"/>
                <a:gd name="connsiteY3" fmla="*/ 289560 h 289560"/>
                <a:gd name="connsiteX4" fmla="*/ 82214 w 269741"/>
                <a:gd name="connsiteY4" fmla="*/ 0 h 289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741" h="289560">
                  <a:moveTo>
                    <a:pt x="93764" y="0"/>
                  </a:moveTo>
                  <a:lnTo>
                    <a:pt x="269742" y="0"/>
                  </a:lnTo>
                  <a:lnTo>
                    <a:pt x="90367" y="289560"/>
                  </a:lnTo>
                  <a:lnTo>
                    <a:pt x="0" y="289560"/>
                  </a:lnTo>
                  <a:lnTo>
                    <a:pt x="82214" y="0"/>
                  </a:lnTo>
                  <a:close/>
                </a:path>
              </a:pathLst>
            </a:custGeom>
            <a:solidFill>
              <a:srgbClr val="FEB64D"/>
            </a:solidFill>
            <a:ln w="6713"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681F02C0-81E2-4C6E-97EA-98E1CD37CF70}"/>
                </a:ext>
              </a:extLst>
            </p:cNvPr>
            <p:cNvSpPr/>
            <p:nvPr/>
          </p:nvSpPr>
          <p:spPr>
            <a:xfrm>
              <a:off x="5782785" y="4789169"/>
              <a:ext cx="335648" cy="289560"/>
            </a:xfrm>
            <a:custGeom>
              <a:avLst/>
              <a:gdLst>
                <a:gd name="connsiteX0" fmla="*/ 335649 w 335648"/>
                <a:gd name="connsiteY0" fmla="*/ 0 h 289560"/>
                <a:gd name="connsiteX1" fmla="*/ 253435 w 335648"/>
                <a:gd name="connsiteY1" fmla="*/ 289560 h 289560"/>
                <a:gd name="connsiteX2" fmla="*/ 90367 w 335648"/>
                <a:gd name="connsiteY2" fmla="*/ 289560 h 289560"/>
                <a:gd name="connsiteX3" fmla="*/ 0 w 335648"/>
                <a:gd name="connsiteY3" fmla="*/ 0 h 289560"/>
                <a:gd name="connsiteX4" fmla="*/ 13589 w 335648"/>
                <a:gd name="connsiteY4" fmla="*/ 0 h 289560"/>
                <a:gd name="connsiteX5" fmla="*/ 325457 w 335648"/>
                <a:gd name="connsiteY5" fmla="*/ 0 h 28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648" h="289560">
                  <a:moveTo>
                    <a:pt x="335649" y="0"/>
                  </a:moveTo>
                  <a:lnTo>
                    <a:pt x="253435" y="289560"/>
                  </a:lnTo>
                  <a:lnTo>
                    <a:pt x="90367" y="289560"/>
                  </a:lnTo>
                  <a:lnTo>
                    <a:pt x="0" y="0"/>
                  </a:lnTo>
                  <a:lnTo>
                    <a:pt x="13589" y="0"/>
                  </a:lnTo>
                  <a:lnTo>
                    <a:pt x="325457" y="0"/>
                  </a:lnTo>
                  <a:close/>
                </a:path>
              </a:pathLst>
            </a:custGeom>
            <a:solidFill>
              <a:srgbClr val="FECB80"/>
            </a:solidFill>
            <a:ln w="6713"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7B29F409-3FD8-4058-9924-44F57DD493A9}"/>
                </a:ext>
              </a:extLst>
            </p:cNvPr>
            <p:cNvSpPr/>
            <p:nvPr/>
          </p:nvSpPr>
          <p:spPr>
            <a:xfrm>
              <a:off x="5595937" y="4789169"/>
              <a:ext cx="277215" cy="289560"/>
            </a:xfrm>
            <a:custGeom>
              <a:avLst/>
              <a:gdLst>
                <a:gd name="connsiteX0" fmla="*/ 186849 w 277215"/>
                <a:gd name="connsiteY0" fmla="*/ 0 h 289560"/>
                <a:gd name="connsiteX1" fmla="*/ 277216 w 277215"/>
                <a:gd name="connsiteY1" fmla="*/ 289560 h 289560"/>
                <a:gd name="connsiteX2" fmla="*/ 186849 w 277215"/>
                <a:gd name="connsiteY2" fmla="*/ 289560 h 289560"/>
                <a:gd name="connsiteX3" fmla="*/ 0 w 277215"/>
                <a:gd name="connsiteY3" fmla="*/ 0 h 289560"/>
                <a:gd name="connsiteX4" fmla="*/ 177337 w 277215"/>
                <a:gd name="connsiteY4" fmla="*/ 0 h 289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215" h="289560">
                  <a:moveTo>
                    <a:pt x="186849" y="0"/>
                  </a:moveTo>
                  <a:lnTo>
                    <a:pt x="277216" y="289560"/>
                  </a:lnTo>
                  <a:lnTo>
                    <a:pt x="186849" y="289560"/>
                  </a:lnTo>
                  <a:lnTo>
                    <a:pt x="0" y="0"/>
                  </a:lnTo>
                  <a:lnTo>
                    <a:pt x="177337" y="0"/>
                  </a:lnTo>
                  <a:close/>
                </a:path>
              </a:pathLst>
            </a:custGeom>
            <a:solidFill>
              <a:srgbClr val="FEDFB1"/>
            </a:solidFill>
            <a:ln w="6713" cap="flat">
              <a:noFill/>
              <a:prstDash val="solid"/>
              <a:miter/>
            </a:ln>
          </p:spPr>
          <p:txBody>
            <a:bodyPr rtlCol="0" anchor="ctr"/>
            <a:lstStyle/>
            <a:p>
              <a:endParaRPr lang="en-US"/>
            </a:p>
          </p:txBody>
        </p:sp>
      </p:grpSp>
      <p:grpSp>
        <p:nvGrpSpPr>
          <p:cNvPr id="371" name="Group 370">
            <a:extLst>
              <a:ext uri="{FF2B5EF4-FFF2-40B4-BE49-F238E27FC236}">
                <a16:creationId xmlns:a16="http://schemas.microsoft.com/office/drawing/2014/main" id="{3016ECC0-B751-46E6-9795-17DD4986509B}"/>
              </a:ext>
            </a:extLst>
          </p:cNvPr>
          <p:cNvGrpSpPr/>
          <p:nvPr/>
        </p:nvGrpSpPr>
        <p:grpSpPr>
          <a:xfrm>
            <a:off x="5656025" y="2306252"/>
            <a:ext cx="879950" cy="3371377"/>
            <a:chOff x="5656025" y="2306252"/>
            <a:chExt cx="879950" cy="3371377"/>
          </a:xfrm>
        </p:grpSpPr>
        <p:grpSp>
          <p:nvGrpSpPr>
            <p:cNvPr id="356" name="Group 355">
              <a:extLst>
                <a:ext uri="{FF2B5EF4-FFF2-40B4-BE49-F238E27FC236}">
                  <a16:creationId xmlns:a16="http://schemas.microsoft.com/office/drawing/2014/main" id="{97132D7C-81D5-4DB1-AA82-796BF4FD8F75}"/>
                </a:ext>
              </a:extLst>
            </p:cNvPr>
            <p:cNvGrpSpPr/>
            <p:nvPr/>
          </p:nvGrpSpPr>
          <p:grpSpPr>
            <a:xfrm>
              <a:off x="5656025" y="5002409"/>
              <a:ext cx="879950" cy="675220"/>
              <a:chOff x="5595937" y="4244339"/>
              <a:chExt cx="710025" cy="544830"/>
            </a:xfrm>
          </p:grpSpPr>
          <p:sp>
            <p:nvSpPr>
              <p:cNvPr id="294" name="Freeform: Shape 293">
                <a:extLst>
                  <a:ext uri="{FF2B5EF4-FFF2-40B4-BE49-F238E27FC236}">
                    <a16:creationId xmlns:a16="http://schemas.microsoft.com/office/drawing/2014/main" id="{33E4C9D5-BAB3-4D16-9D05-ABC13661134D}"/>
                  </a:ext>
                </a:extLst>
              </p:cNvPr>
              <p:cNvSpPr/>
              <p:nvPr/>
            </p:nvSpPr>
            <p:spPr>
              <a:xfrm>
                <a:off x="6129985" y="4244340"/>
                <a:ext cx="175977" cy="543877"/>
              </a:xfrm>
              <a:custGeom>
                <a:avLst/>
                <a:gdLst>
                  <a:gd name="connsiteX0" fmla="*/ 0 w 175977"/>
                  <a:gd name="connsiteY0" fmla="*/ 0 h 543877"/>
                  <a:gd name="connsiteX1" fmla="*/ 175978 w 175977"/>
                  <a:gd name="connsiteY1" fmla="*/ 0 h 543877"/>
                  <a:gd name="connsiteX2" fmla="*/ 175978 w 175977"/>
                  <a:gd name="connsiteY2" fmla="*/ 543878 h 543877"/>
                  <a:gd name="connsiteX3" fmla="*/ 0 w 175977"/>
                  <a:gd name="connsiteY3" fmla="*/ 543878 h 543877"/>
                </a:gdLst>
                <a:ahLst/>
                <a:cxnLst>
                  <a:cxn ang="0">
                    <a:pos x="connsiteX0" y="connsiteY0"/>
                  </a:cxn>
                  <a:cxn ang="0">
                    <a:pos x="connsiteX1" y="connsiteY1"/>
                  </a:cxn>
                  <a:cxn ang="0">
                    <a:pos x="connsiteX2" y="connsiteY2"/>
                  </a:cxn>
                  <a:cxn ang="0">
                    <a:pos x="connsiteX3" y="connsiteY3"/>
                  </a:cxn>
                </a:cxnLst>
                <a:rect l="l" t="t" r="r" b="b"/>
                <a:pathLst>
                  <a:path w="175977" h="543877">
                    <a:moveTo>
                      <a:pt x="0" y="0"/>
                    </a:moveTo>
                    <a:lnTo>
                      <a:pt x="175978" y="0"/>
                    </a:lnTo>
                    <a:lnTo>
                      <a:pt x="175978" y="543878"/>
                    </a:lnTo>
                    <a:lnTo>
                      <a:pt x="0" y="543878"/>
                    </a:lnTo>
                    <a:close/>
                  </a:path>
                </a:pathLst>
              </a:custGeom>
              <a:solidFill>
                <a:schemeClr val="accent5">
                  <a:lumMod val="75000"/>
                </a:schemeClr>
              </a:solidFill>
              <a:ln w="6713"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A4B3EE38-0565-4589-81AE-7ED38D170BBD}"/>
                  </a:ext>
                </a:extLst>
              </p:cNvPr>
              <p:cNvSpPr/>
              <p:nvPr/>
            </p:nvSpPr>
            <p:spPr>
              <a:xfrm>
                <a:off x="5773273" y="4244339"/>
                <a:ext cx="356711" cy="544830"/>
              </a:xfrm>
              <a:custGeom>
                <a:avLst/>
                <a:gdLst>
                  <a:gd name="connsiteX0" fmla="*/ 0 w 356711"/>
                  <a:gd name="connsiteY0" fmla="*/ 0 h 544830"/>
                  <a:gd name="connsiteX1" fmla="*/ 23101 w 356711"/>
                  <a:gd name="connsiteY1" fmla="*/ 0 h 544830"/>
                  <a:gd name="connsiteX2" fmla="*/ 45719 w 356711"/>
                  <a:gd name="connsiteY2" fmla="*/ 0 h 544830"/>
                  <a:gd name="connsiteX3" fmla="*/ 334969 w 356711"/>
                  <a:gd name="connsiteY3" fmla="*/ 0 h 544830"/>
                  <a:gd name="connsiteX4" fmla="*/ 335648 w 356711"/>
                  <a:gd name="connsiteY4" fmla="*/ 0 h 544830"/>
                  <a:gd name="connsiteX5" fmla="*/ 356711 w 356711"/>
                  <a:gd name="connsiteY5" fmla="*/ 0 h 544830"/>
                  <a:gd name="connsiteX6" fmla="*/ 356711 w 356711"/>
                  <a:gd name="connsiteY6" fmla="*/ 544830 h 544830"/>
                  <a:gd name="connsiteX7" fmla="*/ 345161 w 356711"/>
                  <a:gd name="connsiteY7" fmla="*/ 544830 h 544830"/>
                  <a:gd name="connsiteX8" fmla="*/ 334969 w 356711"/>
                  <a:gd name="connsiteY8" fmla="*/ 544830 h 544830"/>
                  <a:gd name="connsiteX9" fmla="*/ 334969 w 356711"/>
                  <a:gd name="connsiteY9" fmla="*/ 543878 h 544830"/>
                  <a:gd name="connsiteX10" fmla="*/ 45719 w 356711"/>
                  <a:gd name="connsiteY10" fmla="*/ 543878 h 544830"/>
                  <a:gd name="connsiteX11" fmla="*/ 45719 w 356711"/>
                  <a:gd name="connsiteY11" fmla="*/ 544830 h 544830"/>
                  <a:gd name="connsiteX12" fmla="*/ 18825 w 356711"/>
                  <a:gd name="connsiteY12" fmla="*/ 544830 h 544830"/>
                  <a:gd name="connsiteX13" fmla="*/ 0 w 356711"/>
                  <a:gd name="connsiteY13" fmla="*/ 544830 h 544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6711" h="544830">
                    <a:moveTo>
                      <a:pt x="0" y="0"/>
                    </a:moveTo>
                    <a:lnTo>
                      <a:pt x="23101" y="0"/>
                    </a:lnTo>
                    <a:lnTo>
                      <a:pt x="45719" y="0"/>
                    </a:lnTo>
                    <a:lnTo>
                      <a:pt x="334969" y="0"/>
                    </a:lnTo>
                    <a:lnTo>
                      <a:pt x="335648" y="0"/>
                    </a:lnTo>
                    <a:lnTo>
                      <a:pt x="356711" y="0"/>
                    </a:lnTo>
                    <a:lnTo>
                      <a:pt x="356711" y="544830"/>
                    </a:lnTo>
                    <a:lnTo>
                      <a:pt x="345161" y="544830"/>
                    </a:lnTo>
                    <a:lnTo>
                      <a:pt x="334969" y="544830"/>
                    </a:lnTo>
                    <a:lnTo>
                      <a:pt x="334969" y="543878"/>
                    </a:lnTo>
                    <a:lnTo>
                      <a:pt x="45719" y="543878"/>
                    </a:lnTo>
                    <a:lnTo>
                      <a:pt x="45719" y="544830"/>
                    </a:lnTo>
                    <a:lnTo>
                      <a:pt x="18825" y="544830"/>
                    </a:lnTo>
                    <a:lnTo>
                      <a:pt x="0" y="544830"/>
                    </a:lnTo>
                    <a:close/>
                  </a:path>
                </a:pathLst>
              </a:custGeom>
              <a:solidFill>
                <a:schemeClr val="accent5"/>
              </a:solidFill>
              <a:ln w="6713"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70F2E43A-C2FE-430E-BE44-B59554E1D6D7}"/>
                  </a:ext>
                </a:extLst>
              </p:cNvPr>
              <p:cNvSpPr/>
              <p:nvPr/>
            </p:nvSpPr>
            <p:spPr>
              <a:xfrm>
                <a:off x="5595937" y="4244340"/>
                <a:ext cx="177336" cy="543877"/>
              </a:xfrm>
              <a:custGeom>
                <a:avLst/>
                <a:gdLst>
                  <a:gd name="connsiteX0" fmla="*/ 0 w 177336"/>
                  <a:gd name="connsiteY0" fmla="*/ 0 h 543877"/>
                  <a:gd name="connsiteX1" fmla="*/ 177337 w 177336"/>
                  <a:gd name="connsiteY1" fmla="*/ 0 h 543877"/>
                  <a:gd name="connsiteX2" fmla="*/ 177337 w 177336"/>
                  <a:gd name="connsiteY2" fmla="*/ 543878 h 543877"/>
                  <a:gd name="connsiteX3" fmla="*/ 0 w 177336"/>
                  <a:gd name="connsiteY3" fmla="*/ 543878 h 543877"/>
                </a:gdLst>
                <a:ahLst/>
                <a:cxnLst>
                  <a:cxn ang="0">
                    <a:pos x="connsiteX0" y="connsiteY0"/>
                  </a:cxn>
                  <a:cxn ang="0">
                    <a:pos x="connsiteX1" y="connsiteY1"/>
                  </a:cxn>
                  <a:cxn ang="0">
                    <a:pos x="connsiteX2" y="connsiteY2"/>
                  </a:cxn>
                  <a:cxn ang="0">
                    <a:pos x="connsiteX3" y="connsiteY3"/>
                  </a:cxn>
                </a:cxnLst>
                <a:rect l="l" t="t" r="r" b="b"/>
                <a:pathLst>
                  <a:path w="177336" h="543877">
                    <a:moveTo>
                      <a:pt x="0" y="0"/>
                    </a:moveTo>
                    <a:lnTo>
                      <a:pt x="177337" y="0"/>
                    </a:lnTo>
                    <a:lnTo>
                      <a:pt x="177337" y="543878"/>
                    </a:lnTo>
                    <a:lnTo>
                      <a:pt x="0" y="543878"/>
                    </a:lnTo>
                    <a:close/>
                  </a:path>
                </a:pathLst>
              </a:custGeom>
              <a:solidFill>
                <a:schemeClr val="accent5">
                  <a:lumMod val="60000"/>
                  <a:lumOff val="40000"/>
                </a:schemeClr>
              </a:solidFill>
              <a:ln w="6713" cap="flat">
                <a:noFill/>
                <a:prstDash val="solid"/>
                <a:miter/>
              </a:ln>
            </p:spPr>
            <p:txBody>
              <a:bodyPr rtlCol="0" anchor="ctr"/>
              <a:lstStyle/>
              <a:p>
                <a:endParaRPr lang="en-US"/>
              </a:p>
            </p:txBody>
          </p:sp>
        </p:grpSp>
        <p:grpSp>
          <p:nvGrpSpPr>
            <p:cNvPr id="357" name="Group 356">
              <a:extLst>
                <a:ext uri="{FF2B5EF4-FFF2-40B4-BE49-F238E27FC236}">
                  <a16:creationId xmlns:a16="http://schemas.microsoft.com/office/drawing/2014/main" id="{36D2D360-D5F4-46FC-A992-ED996BD78AA7}"/>
                </a:ext>
              </a:extLst>
            </p:cNvPr>
            <p:cNvGrpSpPr/>
            <p:nvPr/>
          </p:nvGrpSpPr>
          <p:grpSpPr>
            <a:xfrm>
              <a:off x="5656025" y="4328372"/>
              <a:ext cx="879950" cy="674040"/>
              <a:chOff x="5595937" y="3700461"/>
              <a:chExt cx="710025" cy="543878"/>
            </a:xfrm>
          </p:grpSpPr>
          <p:sp>
            <p:nvSpPr>
              <p:cNvPr id="295" name="Freeform: Shape 294">
                <a:extLst>
                  <a:ext uri="{FF2B5EF4-FFF2-40B4-BE49-F238E27FC236}">
                    <a16:creationId xmlns:a16="http://schemas.microsoft.com/office/drawing/2014/main" id="{F1B80A11-B0CC-4377-AFA6-C0DD481BE157}"/>
                  </a:ext>
                </a:extLst>
              </p:cNvPr>
              <p:cNvSpPr/>
              <p:nvPr/>
            </p:nvSpPr>
            <p:spPr>
              <a:xfrm>
                <a:off x="6129985" y="3700462"/>
                <a:ext cx="175977" cy="543877"/>
              </a:xfrm>
              <a:custGeom>
                <a:avLst/>
                <a:gdLst>
                  <a:gd name="connsiteX0" fmla="*/ 0 w 175977"/>
                  <a:gd name="connsiteY0" fmla="*/ 0 h 543877"/>
                  <a:gd name="connsiteX1" fmla="*/ 175978 w 175977"/>
                  <a:gd name="connsiteY1" fmla="*/ 0 h 543877"/>
                  <a:gd name="connsiteX2" fmla="*/ 175978 w 175977"/>
                  <a:gd name="connsiteY2" fmla="*/ 543878 h 543877"/>
                  <a:gd name="connsiteX3" fmla="*/ 0 w 175977"/>
                  <a:gd name="connsiteY3" fmla="*/ 543878 h 543877"/>
                </a:gdLst>
                <a:ahLst/>
                <a:cxnLst>
                  <a:cxn ang="0">
                    <a:pos x="connsiteX0" y="connsiteY0"/>
                  </a:cxn>
                  <a:cxn ang="0">
                    <a:pos x="connsiteX1" y="connsiteY1"/>
                  </a:cxn>
                  <a:cxn ang="0">
                    <a:pos x="connsiteX2" y="connsiteY2"/>
                  </a:cxn>
                  <a:cxn ang="0">
                    <a:pos x="connsiteX3" y="connsiteY3"/>
                  </a:cxn>
                </a:cxnLst>
                <a:rect l="l" t="t" r="r" b="b"/>
                <a:pathLst>
                  <a:path w="175977" h="543877">
                    <a:moveTo>
                      <a:pt x="0" y="0"/>
                    </a:moveTo>
                    <a:lnTo>
                      <a:pt x="175978" y="0"/>
                    </a:lnTo>
                    <a:lnTo>
                      <a:pt x="175978" y="543878"/>
                    </a:lnTo>
                    <a:lnTo>
                      <a:pt x="0" y="543878"/>
                    </a:lnTo>
                    <a:close/>
                  </a:path>
                </a:pathLst>
              </a:custGeom>
              <a:solidFill>
                <a:schemeClr val="accent4">
                  <a:lumMod val="75000"/>
                </a:schemeClr>
              </a:solidFill>
              <a:ln w="6713"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5DC70A8B-7435-4BE7-93FE-C852B3665277}"/>
                  </a:ext>
                </a:extLst>
              </p:cNvPr>
              <p:cNvSpPr/>
              <p:nvPr/>
            </p:nvSpPr>
            <p:spPr>
              <a:xfrm>
                <a:off x="5773273" y="3700461"/>
                <a:ext cx="356711" cy="543878"/>
              </a:xfrm>
              <a:custGeom>
                <a:avLst/>
                <a:gdLst>
                  <a:gd name="connsiteX0" fmla="*/ 0 w 356711"/>
                  <a:gd name="connsiteY0" fmla="*/ 0 h 543878"/>
                  <a:gd name="connsiteX1" fmla="*/ 23101 w 356711"/>
                  <a:gd name="connsiteY1" fmla="*/ 0 h 543878"/>
                  <a:gd name="connsiteX2" fmla="*/ 45721 w 356711"/>
                  <a:gd name="connsiteY2" fmla="*/ 0 h 543878"/>
                  <a:gd name="connsiteX3" fmla="*/ 334969 w 356711"/>
                  <a:gd name="connsiteY3" fmla="*/ 0 h 543878"/>
                  <a:gd name="connsiteX4" fmla="*/ 335648 w 356711"/>
                  <a:gd name="connsiteY4" fmla="*/ 0 h 543878"/>
                  <a:gd name="connsiteX5" fmla="*/ 356711 w 356711"/>
                  <a:gd name="connsiteY5" fmla="*/ 0 h 543878"/>
                  <a:gd name="connsiteX6" fmla="*/ 356711 w 356711"/>
                  <a:gd name="connsiteY6" fmla="*/ 543878 h 543878"/>
                  <a:gd name="connsiteX7" fmla="*/ 335648 w 356711"/>
                  <a:gd name="connsiteY7" fmla="*/ 543878 h 543878"/>
                  <a:gd name="connsiteX8" fmla="*/ 334969 w 356711"/>
                  <a:gd name="connsiteY8" fmla="*/ 543878 h 543878"/>
                  <a:gd name="connsiteX9" fmla="*/ 45721 w 356711"/>
                  <a:gd name="connsiteY9" fmla="*/ 543878 h 543878"/>
                  <a:gd name="connsiteX10" fmla="*/ 23101 w 356711"/>
                  <a:gd name="connsiteY10" fmla="*/ 543878 h 543878"/>
                  <a:gd name="connsiteX11" fmla="*/ 0 w 356711"/>
                  <a:gd name="connsiteY11" fmla="*/ 543878 h 543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6711" h="543878">
                    <a:moveTo>
                      <a:pt x="0" y="0"/>
                    </a:moveTo>
                    <a:lnTo>
                      <a:pt x="23101" y="0"/>
                    </a:lnTo>
                    <a:lnTo>
                      <a:pt x="45721" y="0"/>
                    </a:lnTo>
                    <a:lnTo>
                      <a:pt x="334969" y="0"/>
                    </a:lnTo>
                    <a:lnTo>
                      <a:pt x="335648" y="0"/>
                    </a:lnTo>
                    <a:lnTo>
                      <a:pt x="356711" y="0"/>
                    </a:lnTo>
                    <a:lnTo>
                      <a:pt x="356711" y="543878"/>
                    </a:lnTo>
                    <a:lnTo>
                      <a:pt x="335648" y="543878"/>
                    </a:lnTo>
                    <a:lnTo>
                      <a:pt x="334969" y="543878"/>
                    </a:lnTo>
                    <a:lnTo>
                      <a:pt x="45721" y="543878"/>
                    </a:lnTo>
                    <a:lnTo>
                      <a:pt x="23101" y="543878"/>
                    </a:lnTo>
                    <a:lnTo>
                      <a:pt x="0" y="543878"/>
                    </a:lnTo>
                    <a:close/>
                  </a:path>
                </a:pathLst>
              </a:custGeom>
              <a:solidFill>
                <a:schemeClr val="accent4"/>
              </a:solidFill>
              <a:ln w="6713"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43AC0720-2C5B-472F-88F2-601800857AAB}"/>
                  </a:ext>
                </a:extLst>
              </p:cNvPr>
              <p:cNvSpPr/>
              <p:nvPr/>
            </p:nvSpPr>
            <p:spPr>
              <a:xfrm>
                <a:off x="5595937" y="3700462"/>
                <a:ext cx="177336" cy="543877"/>
              </a:xfrm>
              <a:custGeom>
                <a:avLst/>
                <a:gdLst>
                  <a:gd name="connsiteX0" fmla="*/ 0 w 177336"/>
                  <a:gd name="connsiteY0" fmla="*/ 0 h 543877"/>
                  <a:gd name="connsiteX1" fmla="*/ 177337 w 177336"/>
                  <a:gd name="connsiteY1" fmla="*/ 0 h 543877"/>
                  <a:gd name="connsiteX2" fmla="*/ 177337 w 177336"/>
                  <a:gd name="connsiteY2" fmla="*/ 543878 h 543877"/>
                  <a:gd name="connsiteX3" fmla="*/ 0 w 177336"/>
                  <a:gd name="connsiteY3" fmla="*/ 543878 h 543877"/>
                </a:gdLst>
                <a:ahLst/>
                <a:cxnLst>
                  <a:cxn ang="0">
                    <a:pos x="connsiteX0" y="connsiteY0"/>
                  </a:cxn>
                  <a:cxn ang="0">
                    <a:pos x="connsiteX1" y="connsiteY1"/>
                  </a:cxn>
                  <a:cxn ang="0">
                    <a:pos x="connsiteX2" y="connsiteY2"/>
                  </a:cxn>
                  <a:cxn ang="0">
                    <a:pos x="connsiteX3" y="connsiteY3"/>
                  </a:cxn>
                </a:cxnLst>
                <a:rect l="l" t="t" r="r" b="b"/>
                <a:pathLst>
                  <a:path w="177336" h="543877">
                    <a:moveTo>
                      <a:pt x="0" y="0"/>
                    </a:moveTo>
                    <a:lnTo>
                      <a:pt x="177337" y="0"/>
                    </a:lnTo>
                    <a:lnTo>
                      <a:pt x="177337" y="543878"/>
                    </a:lnTo>
                    <a:lnTo>
                      <a:pt x="0" y="543878"/>
                    </a:lnTo>
                    <a:close/>
                  </a:path>
                </a:pathLst>
              </a:custGeom>
              <a:solidFill>
                <a:schemeClr val="accent4">
                  <a:lumMod val="60000"/>
                  <a:lumOff val="40000"/>
                </a:schemeClr>
              </a:solidFill>
              <a:ln w="6713" cap="flat">
                <a:noFill/>
                <a:prstDash val="solid"/>
                <a:miter/>
              </a:ln>
            </p:spPr>
            <p:txBody>
              <a:bodyPr rtlCol="0" anchor="ctr"/>
              <a:lstStyle/>
              <a:p>
                <a:endParaRPr lang="en-US"/>
              </a:p>
            </p:txBody>
          </p:sp>
        </p:grpSp>
        <p:grpSp>
          <p:nvGrpSpPr>
            <p:cNvPr id="358" name="Group 357">
              <a:extLst>
                <a:ext uri="{FF2B5EF4-FFF2-40B4-BE49-F238E27FC236}">
                  <a16:creationId xmlns:a16="http://schemas.microsoft.com/office/drawing/2014/main" id="{F11D4B76-48D8-47E6-903B-1972E85029AC}"/>
                </a:ext>
              </a:extLst>
            </p:cNvPr>
            <p:cNvGrpSpPr/>
            <p:nvPr/>
          </p:nvGrpSpPr>
          <p:grpSpPr>
            <a:xfrm>
              <a:off x="5656025" y="3654332"/>
              <a:ext cx="879950" cy="674040"/>
              <a:chOff x="5595937" y="3156584"/>
              <a:chExt cx="710025" cy="543878"/>
            </a:xfrm>
          </p:grpSpPr>
          <p:sp>
            <p:nvSpPr>
              <p:cNvPr id="296" name="Freeform: Shape 295">
                <a:extLst>
                  <a:ext uri="{FF2B5EF4-FFF2-40B4-BE49-F238E27FC236}">
                    <a16:creationId xmlns:a16="http://schemas.microsoft.com/office/drawing/2014/main" id="{BE06DF76-F2C1-436E-B617-F64F960A2A71}"/>
                  </a:ext>
                </a:extLst>
              </p:cNvPr>
              <p:cNvSpPr/>
              <p:nvPr/>
            </p:nvSpPr>
            <p:spPr>
              <a:xfrm>
                <a:off x="6129985" y="3156585"/>
                <a:ext cx="175977" cy="543877"/>
              </a:xfrm>
              <a:custGeom>
                <a:avLst/>
                <a:gdLst>
                  <a:gd name="connsiteX0" fmla="*/ 0 w 175977"/>
                  <a:gd name="connsiteY0" fmla="*/ 0 h 543877"/>
                  <a:gd name="connsiteX1" fmla="*/ 175978 w 175977"/>
                  <a:gd name="connsiteY1" fmla="*/ 0 h 543877"/>
                  <a:gd name="connsiteX2" fmla="*/ 175978 w 175977"/>
                  <a:gd name="connsiteY2" fmla="*/ 543878 h 543877"/>
                  <a:gd name="connsiteX3" fmla="*/ 0 w 175977"/>
                  <a:gd name="connsiteY3" fmla="*/ 543878 h 543877"/>
                </a:gdLst>
                <a:ahLst/>
                <a:cxnLst>
                  <a:cxn ang="0">
                    <a:pos x="connsiteX0" y="connsiteY0"/>
                  </a:cxn>
                  <a:cxn ang="0">
                    <a:pos x="connsiteX1" y="connsiteY1"/>
                  </a:cxn>
                  <a:cxn ang="0">
                    <a:pos x="connsiteX2" y="connsiteY2"/>
                  </a:cxn>
                  <a:cxn ang="0">
                    <a:pos x="connsiteX3" y="connsiteY3"/>
                  </a:cxn>
                </a:cxnLst>
                <a:rect l="l" t="t" r="r" b="b"/>
                <a:pathLst>
                  <a:path w="175977" h="543877">
                    <a:moveTo>
                      <a:pt x="0" y="0"/>
                    </a:moveTo>
                    <a:lnTo>
                      <a:pt x="175978" y="0"/>
                    </a:lnTo>
                    <a:lnTo>
                      <a:pt x="175978" y="543878"/>
                    </a:lnTo>
                    <a:lnTo>
                      <a:pt x="0" y="543878"/>
                    </a:lnTo>
                    <a:close/>
                  </a:path>
                </a:pathLst>
              </a:custGeom>
              <a:solidFill>
                <a:schemeClr val="accent3">
                  <a:lumMod val="75000"/>
                </a:schemeClr>
              </a:solidFill>
              <a:ln w="6713"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7F146E6B-7A1A-4F2F-960F-830A3393309C}"/>
                  </a:ext>
                </a:extLst>
              </p:cNvPr>
              <p:cNvSpPr/>
              <p:nvPr/>
            </p:nvSpPr>
            <p:spPr>
              <a:xfrm>
                <a:off x="5773273" y="3156584"/>
                <a:ext cx="356711" cy="543878"/>
              </a:xfrm>
              <a:custGeom>
                <a:avLst/>
                <a:gdLst>
                  <a:gd name="connsiteX0" fmla="*/ 0 w 356711"/>
                  <a:gd name="connsiteY0" fmla="*/ 0 h 543878"/>
                  <a:gd name="connsiteX1" fmla="*/ 23101 w 356711"/>
                  <a:gd name="connsiteY1" fmla="*/ 0 h 543878"/>
                  <a:gd name="connsiteX2" fmla="*/ 45721 w 356711"/>
                  <a:gd name="connsiteY2" fmla="*/ 0 h 543878"/>
                  <a:gd name="connsiteX3" fmla="*/ 334969 w 356711"/>
                  <a:gd name="connsiteY3" fmla="*/ 0 h 543878"/>
                  <a:gd name="connsiteX4" fmla="*/ 335648 w 356711"/>
                  <a:gd name="connsiteY4" fmla="*/ 0 h 543878"/>
                  <a:gd name="connsiteX5" fmla="*/ 356711 w 356711"/>
                  <a:gd name="connsiteY5" fmla="*/ 0 h 543878"/>
                  <a:gd name="connsiteX6" fmla="*/ 356711 w 356711"/>
                  <a:gd name="connsiteY6" fmla="*/ 543878 h 543878"/>
                  <a:gd name="connsiteX7" fmla="*/ 335648 w 356711"/>
                  <a:gd name="connsiteY7" fmla="*/ 543878 h 543878"/>
                  <a:gd name="connsiteX8" fmla="*/ 334969 w 356711"/>
                  <a:gd name="connsiteY8" fmla="*/ 543878 h 543878"/>
                  <a:gd name="connsiteX9" fmla="*/ 45721 w 356711"/>
                  <a:gd name="connsiteY9" fmla="*/ 543878 h 543878"/>
                  <a:gd name="connsiteX10" fmla="*/ 23101 w 356711"/>
                  <a:gd name="connsiteY10" fmla="*/ 543878 h 543878"/>
                  <a:gd name="connsiteX11" fmla="*/ 0 w 356711"/>
                  <a:gd name="connsiteY11" fmla="*/ 543878 h 543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6711" h="543878">
                    <a:moveTo>
                      <a:pt x="0" y="0"/>
                    </a:moveTo>
                    <a:lnTo>
                      <a:pt x="23101" y="0"/>
                    </a:lnTo>
                    <a:lnTo>
                      <a:pt x="45721" y="0"/>
                    </a:lnTo>
                    <a:lnTo>
                      <a:pt x="334969" y="0"/>
                    </a:lnTo>
                    <a:lnTo>
                      <a:pt x="335648" y="0"/>
                    </a:lnTo>
                    <a:lnTo>
                      <a:pt x="356711" y="0"/>
                    </a:lnTo>
                    <a:lnTo>
                      <a:pt x="356711" y="543878"/>
                    </a:lnTo>
                    <a:lnTo>
                      <a:pt x="335648" y="543878"/>
                    </a:lnTo>
                    <a:lnTo>
                      <a:pt x="334969" y="543878"/>
                    </a:lnTo>
                    <a:lnTo>
                      <a:pt x="45721" y="543878"/>
                    </a:lnTo>
                    <a:lnTo>
                      <a:pt x="23101" y="543878"/>
                    </a:lnTo>
                    <a:lnTo>
                      <a:pt x="0" y="543878"/>
                    </a:lnTo>
                    <a:close/>
                  </a:path>
                </a:pathLst>
              </a:custGeom>
              <a:solidFill>
                <a:schemeClr val="accent3"/>
              </a:solidFill>
              <a:ln w="6713"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486FD87E-AB29-401E-ADF6-41EC9CB2E84A}"/>
                  </a:ext>
                </a:extLst>
              </p:cNvPr>
              <p:cNvSpPr/>
              <p:nvPr/>
            </p:nvSpPr>
            <p:spPr>
              <a:xfrm>
                <a:off x="5595937" y="3156585"/>
                <a:ext cx="177336" cy="543877"/>
              </a:xfrm>
              <a:custGeom>
                <a:avLst/>
                <a:gdLst>
                  <a:gd name="connsiteX0" fmla="*/ 0 w 177336"/>
                  <a:gd name="connsiteY0" fmla="*/ 0 h 543877"/>
                  <a:gd name="connsiteX1" fmla="*/ 177337 w 177336"/>
                  <a:gd name="connsiteY1" fmla="*/ 0 h 543877"/>
                  <a:gd name="connsiteX2" fmla="*/ 177337 w 177336"/>
                  <a:gd name="connsiteY2" fmla="*/ 543878 h 543877"/>
                  <a:gd name="connsiteX3" fmla="*/ 0 w 177336"/>
                  <a:gd name="connsiteY3" fmla="*/ 543878 h 543877"/>
                </a:gdLst>
                <a:ahLst/>
                <a:cxnLst>
                  <a:cxn ang="0">
                    <a:pos x="connsiteX0" y="connsiteY0"/>
                  </a:cxn>
                  <a:cxn ang="0">
                    <a:pos x="connsiteX1" y="connsiteY1"/>
                  </a:cxn>
                  <a:cxn ang="0">
                    <a:pos x="connsiteX2" y="connsiteY2"/>
                  </a:cxn>
                  <a:cxn ang="0">
                    <a:pos x="connsiteX3" y="connsiteY3"/>
                  </a:cxn>
                </a:cxnLst>
                <a:rect l="l" t="t" r="r" b="b"/>
                <a:pathLst>
                  <a:path w="177336" h="543877">
                    <a:moveTo>
                      <a:pt x="0" y="0"/>
                    </a:moveTo>
                    <a:lnTo>
                      <a:pt x="177337" y="0"/>
                    </a:lnTo>
                    <a:lnTo>
                      <a:pt x="177337" y="543878"/>
                    </a:lnTo>
                    <a:lnTo>
                      <a:pt x="0" y="543878"/>
                    </a:lnTo>
                    <a:close/>
                  </a:path>
                </a:pathLst>
              </a:custGeom>
              <a:solidFill>
                <a:schemeClr val="accent3">
                  <a:lumMod val="60000"/>
                  <a:lumOff val="40000"/>
                </a:schemeClr>
              </a:solidFill>
              <a:ln w="6713" cap="flat">
                <a:noFill/>
                <a:prstDash val="solid"/>
                <a:miter/>
              </a:ln>
            </p:spPr>
            <p:txBody>
              <a:bodyPr rtlCol="0" anchor="ctr"/>
              <a:lstStyle/>
              <a:p>
                <a:endParaRPr lang="en-US"/>
              </a:p>
            </p:txBody>
          </p:sp>
        </p:grpSp>
        <p:grpSp>
          <p:nvGrpSpPr>
            <p:cNvPr id="359" name="Group 358">
              <a:extLst>
                <a:ext uri="{FF2B5EF4-FFF2-40B4-BE49-F238E27FC236}">
                  <a16:creationId xmlns:a16="http://schemas.microsoft.com/office/drawing/2014/main" id="{6795F613-A483-46C3-8258-CBBFE6E19A05}"/>
                </a:ext>
              </a:extLst>
            </p:cNvPr>
            <p:cNvGrpSpPr/>
            <p:nvPr/>
          </p:nvGrpSpPr>
          <p:grpSpPr>
            <a:xfrm>
              <a:off x="5656025" y="2980292"/>
              <a:ext cx="879950" cy="674040"/>
              <a:chOff x="5595937" y="2612706"/>
              <a:chExt cx="710025" cy="543878"/>
            </a:xfrm>
          </p:grpSpPr>
          <p:sp>
            <p:nvSpPr>
              <p:cNvPr id="297" name="Freeform: Shape 296">
                <a:extLst>
                  <a:ext uri="{FF2B5EF4-FFF2-40B4-BE49-F238E27FC236}">
                    <a16:creationId xmlns:a16="http://schemas.microsoft.com/office/drawing/2014/main" id="{5F706276-C58A-4BBD-A41B-5D774550A4FB}"/>
                  </a:ext>
                </a:extLst>
              </p:cNvPr>
              <p:cNvSpPr/>
              <p:nvPr/>
            </p:nvSpPr>
            <p:spPr>
              <a:xfrm>
                <a:off x="6129985" y="2612707"/>
                <a:ext cx="175977" cy="543877"/>
              </a:xfrm>
              <a:custGeom>
                <a:avLst/>
                <a:gdLst>
                  <a:gd name="connsiteX0" fmla="*/ 0 w 175977"/>
                  <a:gd name="connsiteY0" fmla="*/ 0 h 543877"/>
                  <a:gd name="connsiteX1" fmla="*/ 175978 w 175977"/>
                  <a:gd name="connsiteY1" fmla="*/ 0 h 543877"/>
                  <a:gd name="connsiteX2" fmla="*/ 175978 w 175977"/>
                  <a:gd name="connsiteY2" fmla="*/ 543878 h 543877"/>
                  <a:gd name="connsiteX3" fmla="*/ 0 w 175977"/>
                  <a:gd name="connsiteY3" fmla="*/ 543878 h 543877"/>
                </a:gdLst>
                <a:ahLst/>
                <a:cxnLst>
                  <a:cxn ang="0">
                    <a:pos x="connsiteX0" y="connsiteY0"/>
                  </a:cxn>
                  <a:cxn ang="0">
                    <a:pos x="connsiteX1" y="connsiteY1"/>
                  </a:cxn>
                  <a:cxn ang="0">
                    <a:pos x="connsiteX2" y="connsiteY2"/>
                  </a:cxn>
                  <a:cxn ang="0">
                    <a:pos x="connsiteX3" y="connsiteY3"/>
                  </a:cxn>
                </a:cxnLst>
                <a:rect l="l" t="t" r="r" b="b"/>
                <a:pathLst>
                  <a:path w="175977" h="543877">
                    <a:moveTo>
                      <a:pt x="0" y="0"/>
                    </a:moveTo>
                    <a:lnTo>
                      <a:pt x="175978" y="0"/>
                    </a:lnTo>
                    <a:lnTo>
                      <a:pt x="175978" y="543878"/>
                    </a:lnTo>
                    <a:lnTo>
                      <a:pt x="0" y="543878"/>
                    </a:lnTo>
                    <a:close/>
                  </a:path>
                </a:pathLst>
              </a:custGeom>
              <a:solidFill>
                <a:schemeClr val="accent2">
                  <a:lumMod val="75000"/>
                </a:schemeClr>
              </a:solidFill>
              <a:ln w="6713"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3BC4C6F3-082D-47D0-854D-772A80EE5DCA}"/>
                  </a:ext>
                </a:extLst>
              </p:cNvPr>
              <p:cNvSpPr/>
              <p:nvPr/>
            </p:nvSpPr>
            <p:spPr>
              <a:xfrm>
                <a:off x="5773273" y="2612706"/>
                <a:ext cx="356711" cy="543878"/>
              </a:xfrm>
              <a:custGeom>
                <a:avLst/>
                <a:gdLst>
                  <a:gd name="connsiteX0" fmla="*/ 0 w 356711"/>
                  <a:gd name="connsiteY0" fmla="*/ 0 h 543878"/>
                  <a:gd name="connsiteX1" fmla="*/ 23101 w 356711"/>
                  <a:gd name="connsiteY1" fmla="*/ 0 h 543878"/>
                  <a:gd name="connsiteX2" fmla="*/ 45721 w 356711"/>
                  <a:gd name="connsiteY2" fmla="*/ 0 h 543878"/>
                  <a:gd name="connsiteX3" fmla="*/ 334969 w 356711"/>
                  <a:gd name="connsiteY3" fmla="*/ 0 h 543878"/>
                  <a:gd name="connsiteX4" fmla="*/ 335648 w 356711"/>
                  <a:gd name="connsiteY4" fmla="*/ 0 h 543878"/>
                  <a:gd name="connsiteX5" fmla="*/ 356711 w 356711"/>
                  <a:gd name="connsiteY5" fmla="*/ 0 h 543878"/>
                  <a:gd name="connsiteX6" fmla="*/ 356711 w 356711"/>
                  <a:gd name="connsiteY6" fmla="*/ 543878 h 543878"/>
                  <a:gd name="connsiteX7" fmla="*/ 335648 w 356711"/>
                  <a:gd name="connsiteY7" fmla="*/ 543878 h 543878"/>
                  <a:gd name="connsiteX8" fmla="*/ 334969 w 356711"/>
                  <a:gd name="connsiteY8" fmla="*/ 543878 h 543878"/>
                  <a:gd name="connsiteX9" fmla="*/ 45721 w 356711"/>
                  <a:gd name="connsiteY9" fmla="*/ 543878 h 543878"/>
                  <a:gd name="connsiteX10" fmla="*/ 23101 w 356711"/>
                  <a:gd name="connsiteY10" fmla="*/ 543878 h 543878"/>
                  <a:gd name="connsiteX11" fmla="*/ 0 w 356711"/>
                  <a:gd name="connsiteY11" fmla="*/ 543878 h 543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6711" h="543878">
                    <a:moveTo>
                      <a:pt x="0" y="0"/>
                    </a:moveTo>
                    <a:lnTo>
                      <a:pt x="23101" y="0"/>
                    </a:lnTo>
                    <a:lnTo>
                      <a:pt x="45721" y="0"/>
                    </a:lnTo>
                    <a:lnTo>
                      <a:pt x="334969" y="0"/>
                    </a:lnTo>
                    <a:lnTo>
                      <a:pt x="335648" y="0"/>
                    </a:lnTo>
                    <a:lnTo>
                      <a:pt x="356711" y="0"/>
                    </a:lnTo>
                    <a:lnTo>
                      <a:pt x="356711" y="543878"/>
                    </a:lnTo>
                    <a:lnTo>
                      <a:pt x="335648" y="543878"/>
                    </a:lnTo>
                    <a:lnTo>
                      <a:pt x="334969" y="543878"/>
                    </a:lnTo>
                    <a:lnTo>
                      <a:pt x="45721" y="543878"/>
                    </a:lnTo>
                    <a:lnTo>
                      <a:pt x="23101" y="543878"/>
                    </a:lnTo>
                    <a:lnTo>
                      <a:pt x="0" y="543878"/>
                    </a:lnTo>
                    <a:close/>
                  </a:path>
                </a:pathLst>
              </a:custGeom>
              <a:solidFill>
                <a:schemeClr val="accent2"/>
              </a:solidFill>
              <a:ln w="6713"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DCD399A8-64A1-42AD-8A76-F5F3920CFB99}"/>
                  </a:ext>
                </a:extLst>
              </p:cNvPr>
              <p:cNvSpPr/>
              <p:nvPr/>
            </p:nvSpPr>
            <p:spPr>
              <a:xfrm>
                <a:off x="5595937" y="2612707"/>
                <a:ext cx="177336" cy="543877"/>
              </a:xfrm>
              <a:custGeom>
                <a:avLst/>
                <a:gdLst>
                  <a:gd name="connsiteX0" fmla="*/ 0 w 177336"/>
                  <a:gd name="connsiteY0" fmla="*/ 0 h 543877"/>
                  <a:gd name="connsiteX1" fmla="*/ 177337 w 177336"/>
                  <a:gd name="connsiteY1" fmla="*/ 0 h 543877"/>
                  <a:gd name="connsiteX2" fmla="*/ 177337 w 177336"/>
                  <a:gd name="connsiteY2" fmla="*/ 543878 h 543877"/>
                  <a:gd name="connsiteX3" fmla="*/ 0 w 177336"/>
                  <a:gd name="connsiteY3" fmla="*/ 543878 h 543877"/>
                </a:gdLst>
                <a:ahLst/>
                <a:cxnLst>
                  <a:cxn ang="0">
                    <a:pos x="connsiteX0" y="connsiteY0"/>
                  </a:cxn>
                  <a:cxn ang="0">
                    <a:pos x="connsiteX1" y="connsiteY1"/>
                  </a:cxn>
                  <a:cxn ang="0">
                    <a:pos x="connsiteX2" y="connsiteY2"/>
                  </a:cxn>
                  <a:cxn ang="0">
                    <a:pos x="connsiteX3" y="connsiteY3"/>
                  </a:cxn>
                </a:cxnLst>
                <a:rect l="l" t="t" r="r" b="b"/>
                <a:pathLst>
                  <a:path w="177336" h="543877">
                    <a:moveTo>
                      <a:pt x="0" y="0"/>
                    </a:moveTo>
                    <a:lnTo>
                      <a:pt x="177337" y="0"/>
                    </a:lnTo>
                    <a:lnTo>
                      <a:pt x="177337" y="543878"/>
                    </a:lnTo>
                    <a:lnTo>
                      <a:pt x="0" y="543878"/>
                    </a:lnTo>
                    <a:close/>
                  </a:path>
                </a:pathLst>
              </a:custGeom>
              <a:solidFill>
                <a:schemeClr val="accent2">
                  <a:lumMod val="60000"/>
                  <a:lumOff val="40000"/>
                </a:schemeClr>
              </a:solidFill>
              <a:ln w="6713" cap="flat">
                <a:noFill/>
                <a:prstDash val="solid"/>
                <a:miter/>
              </a:ln>
            </p:spPr>
            <p:txBody>
              <a:bodyPr rtlCol="0" anchor="ctr"/>
              <a:lstStyle/>
              <a:p>
                <a:endParaRPr lang="en-US"/>
              </a:p>
            </p:txBody>
          </p:sp>
        </p:grpSp>
        <p:grpSp>
          <p:nvGrpSpPr>
            <p:cNvPr id="360" name="Group 359">
              <a:extLst>
                <a:ext uri="{FF2B5EF4-FFF2-40B4-BE49-F238E27FC236}">
                  <a16:creationId xmlns:a16="http://schemas.microsoft.com/office/drawing/2014/main" id="{21FB1BDD-7A8B-439D-92F2-3B78967065D2}"/>
                </a:ext>
              </a:extLst>
            </p:cNvPr>
            <p:cNvGrpSpPr/>
            <p:nvPr/>
          </p:nvGrpSpPr>
          <p:grpSpPr>
            <a:xfrm>
              <a:off x="5656025" y="2306252"/>
              <a:ext cx="879950" cy="674040"/>
              <a:chOff x="5595937" y="2068829"/>
              <a:chExt cx="710025" cy="543878"/>
            </a:xfrm>
          </p:grpSpPr>
          <p:sp>
            <p:nvSpPr>
              <p:cNvPr id="298" name="Freeform: Shape 297">
                <a:extLst>
                  <a:ext uri="{FF2B5EF4-FFF2-40B4-BE49-F238E27FC236}">
                    <a16:creationId xmlns:a16="http://schemas.microsoft.com/office/drawing/2014/main" id="{D10A01DC-B648-4C22-B956-CC46E6B97E48}"/>
                  </a:ext>
                </a:extLst>
              </p:cNvPr>
              <p:cNvSpPr/>
              <p:nvPr/>
            </p:nvSpPr>
            <p:spPr>
              <a:xfrm>
                <a:off x="6129985" y="2068830"/>
                <a:ext cx="175977" cy="543877"/>
              </a:xfrm>
              <a:custGeom>
                <a:avLst/>
                <a:gdLst>
                  <a:gd name="connsiteX0" fmla="*/ 0 w 175977"/>
                  <a:gd name="connsiteY0" fmla="*/ 0 h 543877"/>
                  <a:gd name="connsiteX1" fmla="*/ 175978 w 175977"/>
                  <a:gd name="connsiteY1" fmla="*/ 0 h 543877"/>
                  <a:gd name="connsiteX2" fmla="*/ 175978 w 175977"/>
                  <a:gd name="connsiteY2" fmla="*/ 543878 h 543877"/>
                  <a:gd name="connsiteX3" fmla="*/ 0 w 175977"/>
                  <a:gd name="connsiteY3" fmla="*/ 543878 h 543877"/>
                </a:gdLst>
                <a:ahLst/>
                <a:cxnLst>
                  <a:cxn ang="0">
                    <a:pos x="connsiteX0" y="connsiteY0"/>
                  </a:cxn>
                  <a:cxn ang="0">
                    <a:pos x="connsiteX1" y="connsiteY1"/>
                  </a:cxn>
                  <a:cxn ang="0">
                    <a:pos x="connsiteX2" y="connsiteY2"/>
                  </a:cxn>
                  <a:cxn ang="0">
                    <a:pos x="connsiteX3" y="connsiteY3"/>
                  </a:cxn>
                </a:cxnLst>
                <a:rect l="l" t="t" r="r" b="b"/>
                <a:pathLst>
                  <a:path w="175977" h="543877">
                    <a:moveTo>
                      <a:pt x="0" y="0"/>
                    </a:moveTo>
                    <a:lnTo>
                      <a:pt x="175978" y="0"/>
                    </a:lnTo>
                    <a:lnTo>
                      <a:pt x="175978" y="543878"/>
                    </a:lnTo>
                    <a:lnTo>
                      <a:pt x="0" y="543878"/>
                    </a:lnTo>
                    <a:close/>
                  </a:path>
                </a:pathLst>
              </a:custGeom>
              <a:solidFill>
                <a:schemeClr val="accent1">
                  <a:lumMod val="75000"/>
                </a:schemeClr>
              </a:solidFill>
              <a:ln w="6713"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15D65722-9869-4C21-97C9-5F3CBF242479}"/>
                  </a:ext>
                </a:extLst>
              </p:cNvPr>
              <p:cNvSpPr/>
              <p:nvPr/>
            </p:nvSpPr>
            <p:spPr>
              <a:xfrm>
                <a:off x="5773273" y="2068829"/>
                <a:ext cx="356711" cy="543878"/>
              </a:xfrm>
              <a:custGeom>
                <a:avLst/>
                <a:gdLst>
                  <a:gd name="connsiteX0" fmla="*/ 0 w 356711"/>
                  <a:gd name="connsiteY0" fmla="*/ 0 h 543878"/>
                  <a:gd name="connsiteX1" fmla="*/ 23101 w 356711"/>
                  <a:gd name="connsiteY1" fmla="*/ 0 h 543878"/>
                  <a:gd name="connsiteX2" fmla="*/ 45721 w 356711"/>
                  <a:gd name="connsiteY2" fmla="*/ 0 h 543878"/>
                  <a:gd name="connsiteX3" fmla="*/ 334969 w 356711"/>
                  <a:gd name="connsiteY3" fmla="*/ 0 h 543878"/>
                  <a:gd name="connsiteX4" fmla="*/ 335648 w 356711"/>
                  <a:gd name="connsiteY4" fmla="*/ 0 h 543878"/>
                  <a:gd name="connsiteX5" fmla="*/ 356711 w 356711"/>
                  <a:gd name="connsiteY5" fmla="*/ 0 h 543878"/>
                  <a:gd name="connsiteX6" fmla="*/ 356711 w 356711"/>
                  <a:gd name="connsiteY6" fmla="*/ 543878 h 543878"/>
                  <a:gd name="connsiteX7" fmla="*/ 335648 w 356711"/>
                  <a:gd name="connsiteY7" fmla="*/ 543878 h 543878"/>
                  <a:gd name="connsiteX8" fmla="*/ 334969 w 356711"/>
                  <a:gd name="connsiteY8" fmla="*/ 543878 h 543878"/>
                  <a:gd name="connsiteX9" fmla="*/ 45721 w 356711"/>
                  <a:gd name="connsiteY9" fmla="*/ 543878 h 543878"/>
                  <a:gd name="connsiteX10" fmla="*/ 23101 w 356711"/>
                  <a:gd name="connsiteY10" fmla="*/ 543878 h 543878"/>
                  <a:gd name="connsiteX11" fmla="*/ 0 w 356711"/>
                  <a:gd name="connsiteY11" fmla="*/ 543878 h 543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6711" h="543878">
                    <a:moveTo>
                      <a:pt x="0" y="0"/>
                    </a:moveTo>
                    <a:lnTo>
                      <a:pt x="23101" y="0"/>
                    </a:lnTo>
                    <a:lnTo>
                      <a:pt x="45721" y="0"/>
                    </a:lnTo>
                    <a:lnTo>
                      <a:pt x="334969" y="0"/>
                    </a:lnTo>
                    <a:lnTo>
                      <a:pt x="335648" y="0"/>
                    </a:lnTo>
                    <a:lnTo>
                      <a:pt x="356711" y="0"/>
                    </a:lnTo>
                    <a:lnTo>
                      <a:pt x="356711" y="543878"/>
                    </a:lnTo>
                    <a:lnTo>
                      <a:pt x="335648" y="543878"/>
                    </a:lnTo>
                    <a:lnTo>
                      <a:pt x="334969" y="543878"/>
                    </a:lnTo>
                    <a:lnTo>
                      <a:pt x="45721" y="543878"/>
                    </a:lnTo>
                    <a:lnTo>
                      <a:pt x="23101" y="543878"/>
                    </a:lnTo>
                    <a:lnTo>
                      <a:pt x="0" y="543878"/>
                    </a:lnTo>
                    <a:close/>
                  </a:path>
                </a:pathLst>
              </a:custGeom>
              <a:solidFill>
                <a:schemeClr val="accent1"/>
              </a:solidFill>
              <a:ln w="6713"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76A7229F-9ACD-4DC3-9018-E63AA2FA7BEC}"/>
                  </a:ext>
                </a:extLst>
              </p:cNvPr>
              <p:cNvSpPr/>
              <p:nvPr/>
            </p:nvSpPr>
            <p:spPr>
              <a:xfrm>
                <a:off x="5595937" y="2068830"/>
                <a:ext cx="177336" cy="543877"/>
              </a:xfrm>
              <a:custGeom>
                <a:avLst/>
                <a:gdLst>
                  <a:gd name="connsiteX0" fmla="*/ 0 w 177336"/>
                  <a:gd name="connsiteY0" fmla="*/ 0 h 543877"/>
                  <a:gd name="connsiteX1" fmla="*/ 177337 w 177336"/>
                  <a:gd name="connsiteY1" fmla="*/ 0 h 543877"/>
                  <a:gd name="connsiteX2" fmla="*/ 177337 w 177336"/>
                  <a:gd name="connsiteY2" fmla="*/ 543878 h 543877"/>
                  <a:gd name="connsiteX3" fmla="*/ 0 w 177336"/>
                  <a:gd name="connsiteY3" fmla="*/ 543878 h 543877"/>
                </a:gdLst>
                <a:ahLst/>
                <a:cxnLst>
                  <a:cxn ang="0">
                    <a:pos x="connsiteX0" y="connsiteY0"/>
                  </a:cxn>
                  <a:cxn ang="0">
                    <a:pos x="connsiteX1" y="connsiteY1"/>
                  </a:cxn>
                  <a:cxn ang="0">
                    <a:pos x="connsiteX2" y="connsiteY2"/>
                  </a:cxn>
                  <a:cxn ang="0">
                    <a:pos x="connsiteX3" y="connsiteY3"/>
                  </a:cxn>
                </a:cxnLst>
                <a:rect l="l" t="t" r="r" b="b"/>
                <a:pathLst>
                  <a:path w="177336" h="543877">
                    <a:moveTo>
                      <a:pt x="0" y="0"/>
                    </a:moveTo>
                    <a:lnTo>
                      <a:pt x="177337" y="0"/>
                    </a:lnTo>
                    <a:lnTo>
                      <a:pt x="177337" y="543878"/>
                    </a:lnTo>
                    <a:lnTo>
                      <a:pt x="0" y="543878"/>
                    </a:lnTo>
                    <a:close/>
                  </a:path>
                </a:pathLst>
              </a:custGeom>
              <a:solidFill>
                <a:schemeClr val="accent1">
                  <a:lumMod val="60000"/>
                  <a:lumOff val="40000"/>
                </a:schemeClr>
              </a:solidFill>
              <a:ln w="6713" cap="flat">
                <a:noFill/>
                <a:prstDash val="solid"/>
                <a:miter/>
              </a:ln>
            </p:spPr>
            <p:txBody>
              <a:bodyPr rtlCol="0" anchor="ctr"/>
              <a:lstStyle/>
              <a:p>
                <a:endParaRPr lang="en-US"/>
              </a:p>
            </p:txBody>
          </p:sp>
        </p:grpSp>
      </p:grpSp>
      <p:sp>
        <p:nvSpPr>
          <p:cNvPr id="321" name="Freeform: Shape 320">
            <a:extLst>
              <a:ext uri="{FF2B5EF4-FFF2-40B4-BE49-F238E27FC236}">
                <a16:creationId xmlns:a16="http://schemas.microsoft.com/office/drawing/2014/main" id="{AB9553A0-BB35-4D75-AD5F-40D76E730267}"/>
              </a:ext>
            </a:extLst>
          </p:cNvPr>
          <p:cNvSpPr/>
          <p:nvPr/>
        </p:nvSpPr>
        <p:spPr>
          <a:xfrm>
            <a:off x="5656024" y="1622180"/>
            <a:ext cx="388188" cy="331707"/>
          </a:xfrm>
          <a:custGeom>
            <a:avLst/>
            <a:gdLst>
              <a:gd name="connsiteX0" fmla="*/ 190926 w 313226"/>
              <a:gd name="connsiteY0" fmla="*/ 0 h 267652"/>
              <a:gd name="connsiteX1" fmla="*/ 313227 w 313226"/>
              <a:gd name="connsiteY1" fmla="*/ 0 h 267652"/>
              <a:gd name="connsiteX2" fmla="*/ 184131 w 313226"/>
              <a:gd name="connsiteY2" fmla="*/ 267653 h 267652"/>
              <a:gd name="connsiteX3" fmla="*/ 0 w 313226"/>
              <a:gd name="connsiteY3" fmla="*/ 267653 h 267652"/>
              <a:gd name="connsiteX4" fmla="*/ 190926 w 313226"/>
              <a:gd name="connsiteY4" fmla="*/ 0 h 2676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226" h="267652">
                <a:moveTo>
                  <a:pt x="190926" y="0"/>
                </a:moveTo>
                <a:lnTo>
                  <a:pt x="313227" y="0"/>
                </a:lnTo>
                <a:cubicBezTo>
                  <a:pt x="230334" y="0"/>
                  <a:pt x="184131" y="169545"/>
                  <a:pt x="184131" y="267653"/>
                </a:cubicBezTo>
                <a:lnTo>
                  <a:pt x="0" y="267653"/>
                </a:lnTo>
                <a:cubicBezTo>
                  <a:pt x="0" y="120015"/>
                  <a:pt x="85611" y="0"/>
                  <a:pt x="190926" y="0"/>
                </a:cubicBezTo>
                <a:close/>
              </a:path>
            </a:pathLst>
          </a:custGeom>
          <a:solidFill>
            <a:schemeClr val="tx2">
              <a:alpha val="11000"/>
            </a:schemeClr>
          </a:solidFill>
          <a:ln w="6713" cap="flat">
            <a:noFill/>
            <a:prstDash val="solid"/>
            <a:miter/>
          </a:ln>
        </p:spPr>
        <p:txBody>
          <a:bodyPr rtlCol="0" anchor="ctr"/>
          <a:lstStyle/>
          <a:p>
            <a:endParaRPr lang="en-US" dirty="0"/>
          </a:p>
        </p:txBody>
      </p:sp>
      <p:sp>
        <p:nvSpPr>
          <p:cNvPr id="365" name="TextBox 364">
            <a:extLst>
              <a:ext uri="{FF2B5EF4-FFF2-40B4-BE49-F238E27FC236}">
                <a16:creationId xmlns:a16="http://schemas.microsoft.com/office/drawing/2014/main" id="{ADFB5476-4720-4F57-ADD7-87EA2E0D88F2}"/>
              </a:ext>
            </a:extLst>
          </p:cNvPr>
          <p:cNvSpPr txBox="1"/>
          <p:nvPr/>
        </p:nvSpPr>
        <p:spPr>
          <a:xfrm>
            <a:off x="3257771" y="575891"/>
            <a:ext cx="5676458" cy="461665"/>
          </a:xfrm>
          <a:prstGeom prst="rect">
            <a:avLst/>
          </a:prstGeom>
          <a:noFill/>
        </p:spPr>
        <p:txBody>
          <a:bodyPr wrap="square" rtlCol="0">
            <a:spAutoFit/>
          </a:bodyPr>
          <a:lstStyle/>
          <a:p>
            <a:pPr algn="ctr"/>
            <a:r>
              <a:rPr lang="en-US" sz="2400" b="1" dirty="0">
                <a:latin typeface="Roboto" panose="02000000000000000000" pitchFamily="2" charset="0"/>
                <a:ea typeface="Roboto" panose="02000000000000000000" pitchFamily="2" charset="0"/>
              </a:rPr>
              <a:t>EDUCATIONAL INFOGRAPHIC</a:t>
            </a:r>
          </a:p>
        </p:txBody>
      </p:sp>
      <p:sp>
        <p:nvSpPr>
          <p:cNvPr id="366" name="TextBox 365">
            <a:extLst>
              <a:ext uri="{FF2B5EF4-FFF2-40B4-BE49-F238E27FC236}">
                <a16:creationId xmlns:a16="http://schemas.microsoft.com/office/drawing/2014/main" id="{AD5F0AD1-2145-4C0D-A45F-72ACEF6491F3}"/>
              </a:ext>
            </a:extLst>
          </p:cNvPr>
          <p:cNvSpPr txBox="1"/>
          <p:nvPr/>
        </p:nvSpPr>
        <p:spPr>
          <a:xfrm>
            <a:off x="5878328" y="2473995"/>
            <a:ext cx="435344" cy="338554"/>
          </a:xfrm>
          <a:prstGeom prst="rect">
            <a:avLst/>
          </a:prstGeom>
          <a:noFill/>
        </p:spPr>
        <p:txBody>
          <a:bodyPr wrap="square" rtlCol="0">
            <a:spAutoFit/>
          </a:bodyPr>
          <a:lstStyle/>
          <a:p>
            <a:pPr algn="ctr"/>
            <a:r>
              <a:rPr lang="en-US" sz="1600" b="1" dirty="0">
                <a:solidFill>
                  <a:schemeClr val="bg2"/>
                </a:solidFill>
                <a:latin typeface="Roboto" panose="02000000000000000000" pitchFamily="2" charset="0"/>
                <a:ea typeface="Roboto" panose="02000000000000000000" pitchFamily="2" charset="0"/>
              </a:rPr>
              <a:t>01</a:t>
            </a:r>
          </a:p>
        </p:txBody>
      </p:sp>
      <p:sp>
        <p:nvSpPr>
          <p:cNvPr id="367" name="TextBox 366">
            <a:extLst>
              <a:ext uri="{FF2B5EF4-FFF2-40B4-BE49-F238E27FC236}">
                <a16:creationId xmlns:a16="http://schemas.microsoft.com/office/drawing/2014/main" id="{A46E1BDF-6C6A-4252-B3CF-C6F6435E9ECD}"/>
              </a:ext>
            </a:extLst>
          </p:cNvPr>
          <p:cNvSpPr txBox="1"/>
          <p:nvPr/>
        </p:nvSpPr>
        <p:spPr>
          <a:xfrm>
            <a:off x="5878328" y="3148035"/>
            <a:ext cx="435344" cy="338554"/>
          </a:xfrm>
          <a:prstGeom prst="rect">
            <a:avLst/>
          </a:prstGeom>
          <a:noFill/>
        </p:spPr>
        <p:txBody>
          <a:bodyPr wrap="square" rtlCol="0">
            <a:spAutoFit/>
          </a:bodyPr>
          <a:lstStyle/>
          <a:p>
            <a:pPr algn="ctr"/>
            <a:r>
              <a:rPr lang="en-US" sz="1600" b="1" dirty="0">
                <a:solidFill>
                  <a:schemeClr val="bg2"/>
                </a:solidFill>
                <a:latin typeface="Roboto" panose="02000000000000000000" pitchFamily="2" charset="0"/>
                <a:ea typeface="Roboto" panose="02000000000000000000" pitchFamily="2" charset="0"/>
              </a:rPr>
              <a:t>02</a:t>
            </a:r>
          </a:p>
        </p:txBody>
      </p:sp>
      <p:sp>
        <p:nvSpPr>
          <p:cNvPr id="368" name="TextBox 367">
            <a:extLst>
              <a:ext uri="{FF2B5EF4-FFF2-40B4-BE49-F238E27FC236}">
                <a16:creationId xmlns:a16="http://schemas.microsoft.com/office/drawing/2014/main" id="{CF540DC5-1637-4AB7-9B5C-5DCE034747D4}"/>
              </a:ext>
            </a:extLst>
          </p:cNvPr>
          <p:cNvSpPr txBox="1"/>
          <p:nvPr/>
        </p:nvSpPr>
        <p:spPr>
          <a:xfrm>
            <a:off x="5874959" y="3822075"/>
            <a:ext cx="442082" cy="338554"/>
          </a:xfrm>
          <a:prstGeom prst="rect">
            <a:avLst/>
          </a:prstGeom>
          <a:noFill/>
        </p:spPr>
        <p:txBody>
          <a:bodyPr wrap="square" rtlCol="0">
            <a:spAutoFit/>
          </a:bodyPr>
          <a:lstStyle/>
          <a:p>
            <a:pPr algn="ctr"/>
            <a:r>
              <a:rPr lang="en-US" sz="1600" b="1" dirty="0">
                <a:solidFill>
                  <a:schemeClr val="bg2"/>
                </a:solidFill>
                <a:latin typeface="Roboto" panose="02000000000000000000" pitchFamily="2" charset="0"/>
                <a:ea typeface="Roboto" panose="02000000000000000000" pitchFamily="2" charset="0"/>
              </a:rPr>
              <a:t>03</a:t>
            </a:r>
          </a:p>
        </p:txBody>
      </p:sp>
      <p:sp>
        <p:nvSpPr>
          <p:cNvPr id="369" name="TextBox 368">
            <a:extLst>
              <a:ext uri="{FF2B5EF4-FFF2-40B4-BE49-F238E27FC236}">
                <a16:creationId xmlns:a16="http://schemas.microsoft.com/office/drawing/2014/main" id="{60668235-F632-49B6-910B-3F7B98517D4B}"/>
              </a:ext>
            </a:extLst>
          </p:cNvPr>
          <p:cNvSpPr txBox="1"/>
          <p:nvPr/>
        </p:nvSpPr>
        <p:spPr>
          <a:xfrm>
            <a:off x="5874960" y="4496115"/>
            <a:ext cx="442080" cy="338554"/>
          </a:xfrm>
          <a:prstGeom prst="rect">
            <a:avLst/>
          </a:prstGeom>
          <a:noFill/>
        </p:spPr>
        <p:txBody>
          <a:bodyPr wrap="square" rtlCol="0">
            <a:spAutoFit/>
          </a:bodyPr>
          <a:lstStyle/>
          <a:p>
            <a:pPr algn="ctr"/>
            <a:r>
              <a:rPr lang="en-US" sz="1600" b="1" dirty="0">
                <a:solidFill>
                  <a:schemeClr val="bg2"/>
                </a:solidFill>
                <a:latin typeface="Roboto" panose="02000000000000000000" pitchFamily="2" charset="0"/>
                <a:ea typeface="Roboto" panose="02000000000000000000" pitchFamily="2" charset="0"/>
              </a:rPr>
              <a:t>04</a:t>
            </a:r>
          </a:p>
        </p:txBody>
      </p:sp>
      <p:sp>
        <p:nvSpPr>
          <p:cNvPr id="370" name="TextBox 369">
            <a:extLst>
              <a:ext uri="{FF2B5EF4-FFF2-40B4-BE49-F238E27FC236}">
                <a16:creationId xmlns:a16="http://schemas.microsoft.com/office/drawing/2014/main" id="{1B95C8F4-5D38-48C7-B89D-F22436CA59E3}"/>
              </a:ext>
            </a:extLst>
          </p:cNvPr>
          <p:cNvSpPr txBox="1"/>
          <p:nvPr/>
        </p:nvSpPr>
        <p:spPr>
          <a:xfrm>
            <a:off x="5874960" y="5170742"/>
            <a:ext cx="442080" cy="338554"/>
          </a:xfrm>
          <a:prstGeom prst="rect">
            <a:avLst/>
          </a:prstGeom>
          <a:noFill/>
        </p:spPr>
        <p:txBody>
          <a:bodyPr wrap="square" rtlCol="0">
            <a:spAutoFit/>
          </a:bodyPr>
          <a:lstStyle/>
          <a:p>
            <a:pPr algn="ctr"/>
            <a:r>
              <a:rPr lang="en-US" sz="1600" b="1" dirty="0">
                <a:solidFill>
                  <a:schemeClr val="bg2"/>
                </a:solidFill>
                <a:latin typeface="Roboto" panose="02000000000000000000" pitchFamily="2" charset="0"/>
                <a:ea typeface="Roboto" panose="02000000000000000000" pitchFamily="2" charset="0"/>
              </a:rPr>
              <a:t>05</a:t>
            </a:r>
          </a:p>
        </p:txBody>
      </p:sp>
      <p:sp>
        <p:nvSpPr>
          <p:cNvPr id="372" name="TextBox 371">
            <a:extLst>
              <a:ext uri="{FF2B5EF4-FFF2-40B4-BE49-F238E27FC236}">
                <a16:creationId xmlns:a16="http://schemas.microsoft.com/office/drawing/2014/main" id="{DBEC75F6-F9C6-4CF9-98F9-4DD60ACA44A4}"/>
              </a:ext>
            </a:extLst>
          </p:cNvPr>
          <p:cNvSpPr txBox="1"/>
          <p:nvPr/>
        </p:nvSpPr>
        <p:spPr>
          <a:xfrm>
            <a:off x="7366719" y="2517789"/>
            <a:ext cx="3846105" cy="815608"/>
          </a:xfrm>
          <a:prstGeom prst="rect">
            <a:avLst/>
          </a:prstGeom>
          <a:noFill/>
        </p:spPr>
        <p:txBody>
          <a:bodyPr wrap="square" rtlCol="0">
            <a:spAutoFit/>
          </a:bodyPr>
          <a:lstStyle/>
          <a:p>
            <a:pPr>
              <a:buClr>
                <a:schemeClr val="bg2"/>
              </a:buClr>
            </a:pPr>
            <a:r>
              <a:rPr lang="en-US" sz="1400" b="1" dirty="0">
                <a:solidFill>
                  <a:schemeClr val="accent1"/>
                </a:solidFill>
                <a:latin typeface="Roboto" panose="02000000000000000000" pitchFamily="2" charset="0"/>
                <a:ea typeface="Roboto" panose="02000000000000000000" pitchFamily="2" charset="0"/>
              </a:rPr>
              <a:t>Text Here</a:t>
            </a:r>
            <a:endParaRPr lang="en-US" sz="1400" dirty="0">
              <a:solidFill>
                <a:schemeClr val="accent1"/>
              </a:solidFill>
              <a:latin typeface="Roboto" panose="02000000000000000000" pitchFamily="2" charset="0"/>
              <a:ea typeface="Roboto" panose="02000000000000000000" pitchFamily="2" charset="0"/>
            </a:endParaRPr>
          </a:p>
          <a:p>
            <a:pPr>
              <a:buClr>
                <a:schemeClr val="tx2"/>
              </a:buClr>
            </a:pPr>
            <a:r>
              <a:rPr lang="en-US" sz="1100" dirty="0">
                <a:solidFill>
                  <a:schemeClr val="tx2"/>
                </a:solidFill>
                <a:latin typeface="Roboto" panose="02000000000000000000" pitchFamily="2" charset="0"/>
                <a:ea typeface="Roboto" panose="02000000000000000000" pitchFamily="2" charset="0"/>
              </a:rPr>
              <a:t>Lorem ipsum dolor sit amet, consectetur adipiscing elit, sed do eiusmod tempor incididunt ut labore et dolore magna aliqua. Ut enim ad minim veniam,</a:t>
            </a:r>
          </a:p>
        </p:txBody>
      </p:sp>
      <p:sp>
        <p:nvSpPr>
          <p:cNvPr id="373" name="TextBox 372">
            <a:extLst>
              <a:ext uri="{FF2B5EF4-FFF2-40B4-BE49-F238E27FC236}">
                <a16:creationId xmlns:a16="http://schemas.microsoft.com/office/drawing/2014/main" id="{329B5915-3A98-4152-B41F-B3BE2985D484}"/>
              </a:ext>
            </a:extLst>
          </p:cNvPr>
          <p:cNvSpPr txBox="1"/>
          <p:nvPr/>
        </p:nvSpPr>
        <p:spPr>
          <a:xfrm>
            <a:off x="7366719" y="3867215"/>
            <a:ext cx="3846105" cy="815608"/>
          </a:xfrm>
          <a:prstGeom prst="rect">
            <a:avLst/>
          </a:prstGeom>
          <a:noFill/>
        </p:spPr>
        <p:txBody>
          <a:bodyPr wrap="square" rtlCol="0">
            <a:spAutoFit/>
          </a:bodyPr>
          <a:lstStyle/>
          <a:p>
            <a:pPr>
              <a:buClr>
                <a:schemeClr val="bg2"/>
              </a:buClr>
            </a:pPr>
            <a:r>
              <a:rPr lang="en-US" sz="1400" b="1" dirty="0">
                <a:solidFill>
                  <a:schemeClr val="accent4"/>
                </a:solidFill>
                <a:latin typeface="Roboto" panose="02000000000000000000" pitchFamily="2" charset="0"/>
                <a:ea typeface="Roboto" panose="02000000000000000000" pitchFamily="2" charset="0"/>
              </a:rPr>
              <a:t>Text Here</a:t>
            </a:r>
            <a:endParaRPr lang="en-US" sz="1400" dirty="0">
              <a:solidFill>
                <a:schemeClr val="accent4"/>
              </a:solidFill>
              <a:latin typeface="Roboto" panose="02000000000000000000" pitchFamily="2" charset="0"/>
              <a:ea typeface="Roboto" panose="02000000000000000000" pitchFamily="2" charset="0"/>
            </a:endParaRPr>
          </a:p>
          <a:p>
            <a:pPr>
              <a:buClr>
                <a:schemeClr val="tx2"/>
              </a:buClr>
            </a:pPr>
            <a:r>
              <a:rPr lang="en-US" sz="1100" dirty="0">
                <a:solidFill>
                  <a:schemeClr val="tx2"/>
                </a:solidFill>
                <a:latin typeface="Roboto" panose="02000000000000000000" pitchFamily="2" charset="0"/>
                <a:ea typeface="Roboto" panose="02000000000000000000" pitchFamily="2" charset="0"/>
              </a:rPr>
              <a:t>Lorem ipsum dolor sit amet, consectetur adipiscing elit, sed do eiusmod tempor incididunt ut labore et dolore magna aliqua. Ut enim ad minim veniam,</a:t>
            </a:r>
          </a:p>
        </p:txBody>
      </p:sp>
      <p:sp>
        <p:nvSpPr>
          <p:cNvPr id="374" name="TextBox 373">
            <a:extLst>
              <a:ext uri="{FF2B5EF4-FFF2-40B4-BE49-F238E27FC236}">
                <a16:creationId xmlns:a16="http://schemas.microsoft.com/office/drawing/2014/main" id="{E531A7E9-7A93-47D4-A8FF-0A310E5D64D9}"/>
              </a:ext>
            </a:extLst>
          </p:cNvPr>
          <p:cNvSpPr txBox="1"/>
          <p:nvPr/>
        </p:nvSpPr>
        <p:spPr>
          <a:xfrm>
            <a:off x="7366719" y="5155681"/>
            <a:ext cx="3846105" cy="815608"/>
          </a:xfrm>
          <a:prstGeom prst="rect">
            <a:avLst/>
          </a:prstGeom>
          <a:noFill/>
        </p:spPr>
        <p:txBody>
          <a:bodyPr wrap="square" rtlCol="0">
            <a:spAutoFit/>
          </a:bodyPr>
          <a:lstStyle/>
          <a:p>
            <a:pPr>
              <a:buClr>
                <a:schemeClr val="bg2"/>
              </a:buClr>
            </a:pPr>
            <a:r>
              <a:rPr lang="en-US" sz="1400" b="1" dirty="0">
                <a:solidFill>
                  <a:schemeClr val="accent5"/>
                </a:solidFill>
                <a:latin typeface="Roboto" panose="02000000000000000000" pitchFamily="2" charset="0"/>
                <a:ea typeface="Roboto" panose="02000000000000000000" pitchFamily="2" charset="0"/>
              </a:rPr>
              <a:t>Text Here</a:t>
            </a:r>
            <a:endParaRPr lang="en-US" sz="1400" dirty="0">
              <a:solidFill>
                <a:schemeClr val="accent5"/>
              </a:solidFill>
              <a:latin typeface="Roboto" panose="02000000000000000000" pitchFamily="2" charset="0"/>
              <a:ea typeface="Roboto" panose="02000000000000000000" pitchFamily="2" charset="0"/>
            </a:endParaRPr>
          </a:p>
          <a:p>
            <a:pPr>
              <a:buClr>
                <a:schemeClr val="tx2"/>
              </a:buClr>
            </a:pPr>
            <a:r>
              <a:rPr lang="en-US" sz="1100" dirty="0">
                <a:solidFill>
                  <a:schemeClr val="tx2"/>
                </a:solidFill>
                <a:latin typeface="Roboto" panose="02000000000000000000" pitchFamily="2" charset="0"/>
                <a:ea typeface="Roboto" panose="02000000000000000000" pitchFamily="2" charset="0"/>
              </a:rPr>
              <a:t>Lorem ipsum dolor sit amet, consectetur adipiscing elit, sed do eiusmod tempor incididunt ut labore et dolore magna aliqua. Ut enim ad minim veniam,</a:t>
            </a:r>
          </a:p>
        </p:txBody>
      </p:sp>
      <p:sp>
        <p:nvSpPr>
          <p:cNvPr id="375" name="TextBox 374">
            <a:extLst>
              <a:ext uri="{FF2B5EF4-FFF2-40B4-BE49-F238E27FC236}">
                <a16:creationId xmlns:a16="http://schemas.microsoft.com/office/drawing/2014/main" id="{F956DEE3-C7E1-4DA5-89E8-66CF5D9CEB70}"/>
              </a:ext>
            </a:extLst>
          </p:cNvPr>
          <p:cNvSpPr txBox="1"/>
          <p:nvPr/>
        </p:nvSpPr>
        <p:spPr>
          <a:xfrm>
            <a:off x="968958" y="3256548"/>
            <a:ext cx="3846105" cy="815608"/>
          </a:xfrm>
          <a:prstGeom prst="rect">
            <a:avLst/>
          </a:prstGeom>
          <a:noFill/>
        </p:spPr>
        <p:txBody>
          <a:bodyPr wrap="square" rtlCol="0">
            <a:spAutoFit/>
          </a:bodyPr>
          <a:lstStyle/>
          <a:p>
            <a:pPr algn="r">
              <a:buClr>
                <a:schemeClr val="bg2"/>
              </a:buClr>
            </a:pPr>
            <a:r>
              <a:rPr lang="en-US" sz="1400" b="1" dirty="0">
                <a:solidFill>
                  <a:schemeClr val="accent2"/>
                </a:solidFill>
                <a:latin typeface="Roboto" panose="02000000000000000000" pitchFamily="2" charset="0"/>
                <a:ea typeface="Roboto" panose="02000000000000000000" pitchFamily="2" charset="0"/>
              </a:rPr>
              <a:t>Text Here</a:t>
            </a:r>
            <a:endParaRPr lang="en-US" sz="1400" dirty="0">
              <a:solidFill>
                <a:schemeClr val="accent2"/>
              </a:solidFill>
              <a:latin typeface="Roboto" panose="02000000000000000000" pitchFamily="2" charset="0"/>
              <a:ea typeface="Roboto" panose="02000000000000000000" pitchFamily="2" charset="0"/>
            </a:endParaRPr>
          </a:p>
          <a:p>
            <a:pPr algn="r">
              <a:buClr>
                <a:schemeClr val="tx2"/>
              </a:buClr>
            </a:pPr>
            <a:r>
              <a:rPr lang="en-US" sz="1100" dirty="0">
                <a:solidFill>
                  <a:schemeClr val="tx2"/>
                </a:solidFill>
                <a:latin typeface="Roboto" panose="02000000000000000000" pitchFamily="2" charset="0"/>
                <a:ea typeface="Roboto" panose="02000000000000000000" pitchFamily="2" charset="0"/>
              </a:rPr>
              <a:t>Lorem ipsum dolor sit amet, consectetur adipiscing elit, sed do eiusmod tempor incididunt ut labore et dolore magna aliqua. Ut enim ad minim veniam,</a:t>
            </a:r>
          </a:p>
        </p:txBody>
      </p:sp>
      <p:sp>
        <p:nvSpPr>
          <p:cNvPr id="377" name="TextBox 376">
            <a:extLst>
              <a:ext uri="{FF2B5EF4-FFF2-40B4-BE49-F238E27FC236}">
                <a16:creationId xmlns:a16="http://schemas.microsoft.com/office/drawing/2014/main" id="{E6F5B7BD-9FFB-416F-8F74-33F7A92353E0}"/>
              </a:ext>
            </a:extLst>
          </p:cNvPr>
          <p:cNvSpPr txBox="1"/>
          <p:nvPr/>
        </p:nvSpPr>
        <p:spPr>
          <a:xfrm>
            <a:off x="968958" y="4479787"/>
            <a:ext cx="3846105" cy="815608"/>
          </a:xfrm>
          <a:prstGeom prst="rect">
            <a:avLst/>
          </a:prstGeom>
          <a:noFill/>
        </p:spPr>
        <p:txBody>
          <a:bodyPr wrap="square" rtlCol="0">
            <a:spAutoFit/>
          </a:bodyPr>
          <a:lstStyle/>
          <a:p>
            <a:pPr algn="r">
              <a:buClr>
                <a:schemeClr val="bg2"/>
              </a:buClr>
            </a:pPr>
            <a:r>
              <a:rPr lang="en-US" sz="1400" b="1" dirty="0">
                <a:solidFill>
                  <a:schemeClr val="accent4"/>
                </a:solidFill>
                <a:latin typeface="Roboto" panose="02000000000000000000" pitchFamily="2" charset="0"/>
                <a:ea typeface="Roboto" panose="02000000000000000000" pitchFamily="2" charset="0"/>
              </a:rPr>
              <a:t>Text Here</a:t>
            </a:r>
            <a:endParaRPr lang="en-US" sz="1400" dirty="0">
              <a:solidFill>
                <a:schemeClr val="accent4"/>
              </a:solidFill>
              <a:latin typeface="Roboto" panose="02000000000000000000" pitchFamily="2" charset="0"/>
              <a:ea typeface="Roboto" panose="02000000000000000000" pitchFamily="2" charset="0"/>
            </a:endParaRPr>
          </a:p>
          <a:p>
            <a:pPr algn="r">
              <a:buClr>
                <a:schemeClr val="tx2"/>
              </a:buClr>
            </a:pPr>
            <a:r>
              <a:rPr lang="en-US" sz="1100" dirty="0">
                <a:solidFill>
                  <a:schemeClr val="tx2"/>
                </a:solidFill>
                <a:latin typeface="Roboto" panose="02000000000000000000" pitchFamily="2" charset="0"/>
                <a:ea typeface="Roboto" panose="02000000000000000000" pitchFamily="2" charset="0"/>
              </a:rPr>
              <a:t>Lorem ipsum dolor sit amet, consectetur adipiscing elit, sed do eiusmod tempor incididunt ut labore et dolore magna aliqua. Ut enim ad minim veniam,</a:t>
            </a:r>
          </a:p>
        </p:txBody>
      </p:sp>
      <p:grpSp>
        <p:nvGrpSpPr>
          <p:cNvPr id="385" name="Group 384">
            <a:extLst>
              <a:ext uri="{FF2B5EF4-FFF2-40B4-BE49-F238E27FC236}">
                <a16:creationId xmlns:a16="http://schemas.microsoft.com/office/drawing/2014/main" id="{605404E4-E48A-432C-AD2D-33699A00616D}"/>
              </a:ext>
            </a:extLst>
          </p:cNvPr>
          <p:cNvGrpSpPr/>
          <p:nvPr/>
        </p:nvGrpSpPr>
        <p:grpSpPr>
          <a:xfrm>
            <a:off x="6650736" y="2720340"/>
            <a:ext cx="670560" cy="270445"/>
            <a:chOff x="6563360" y="2747793"/>
            <a:chExt cx="541021" cy="177800"/>
          </a:xfrm>
        </p:grpSpPr>
        <p:cxnSp>
          <p:nvCxnSpPr>
            <p:cNvPr id="380" name="Straight Connector 379">
              <a:extLst>
                <a:ext uri="{FF2B5EF4-FFF2-40B4-BE49-F238E27FC236}">
                  <a16:creationId xmlns:a16="http://schemas.microsoft.com/office/drawing/2014/main" id="{FD3621C9-C550-46A5-972D-1F26EEB16DB1}"/>
                </a:ext>
              </a:extLst>
            </p:cNvPr>
            <p:cNvCxnSpPr>
              <a:cxnSpLocks/>
            </p:cNvCxnSpPr>
            <p:nvPr/>
          </p:nvCxnSpPr>
          <p:spPr>
            <a:xfrm flipH="1">
              <a:off x="6743700" y="2925593"/>
              <a:ext cx="360681" cy="0"/>
            </a:xfrm>
            <a:prstGeom prst="line">
              <a:avLst/>
            </a:prstGeom>
            <a:ln w="25400">
              <a:solidFill>
                <a:schemeClr val="tx2">
                  <a:lumMod val="75000"/>
                  <a:lumOff val="25000"/>
                </a:schemeClr>
              </a:solidFill>
              <a:prstDash val="sysDash"/>
              <a:headEnd type="diamond"/>
            </a:ln>
          </p:spPr>
          <p:style>
            <a:lnRef idx="1">
              <a:schemeClr val="accent1"/>
            </a:lnRef>
            <a:fillRef idx="0">
              <a:schemeClr val="accent1"/>
            </a:fillRef>
            <a:effectRef idx="0">
              <a:schemeClr val="accent1"/>
            </a:effectRef>
            <a:fontRef idx="minor">
              <a:schemeClr val="tx1"/>
            </a:fontRef>
          </p:style>
        </p:cxnSp>
        <p:cxnSp>
          <p:nvCxnSpPr>
            <p:cNvPr id="384" name="Straight Connector 383">
              <a:extLst>
                <a:ext uri="{FF2B5EF4-FFF2-40B4-BE49-F238E27FC236}">
                  <a16:creationId xmlns:a16="http://schemas.microsoft.com/office/drawing/2014/main" id="{C13606EA-CD3F-4902-A13D-FD1E7BBC4E4A}"/>
                </a:ext>
              </a:extLst>
            </p:cNvPr>
            <p:cNvCxnSpPr/>
            <p:nvPr/>
          </p:nvCxnSpPr>
          <p:spPr>
            <a:xfrm flipH="1" flipV="1">
              <a:off x="6563360" y="2747793"/>
              <a:ext cx="177800" cy="177800"/>
            </a:xfrm>
            <a:prstGeom prst="line">
              <a:avLst/>
            </a:prstGeom>
            <a:ln w="25400">
              <a:solidFill>
                <a:schemeClr val="tx2">
                  <a:lumMod val="75000"/>
                  <a:lumOff val="25000"/>
                </a:schemeClr>
              </a:solidFill>
              <a:prstDash val="sysDash"/>
              <a:tailEnd type="diamond"/>
            </a:ln>
          </p:spPr>
          <p:style>
            <a:lnRef idx="1">
              <a:schemeClr val="accent1"/>
            </a:lnRef>
            <a:fillRef idx="0">
              <a:schemeClr val="accent1"/>
            </a:fillRef>
            <a:effectRef idx="0">
              <a:schemeClr val="accent1"/>
            </a:effectRef>
            <a:fontRef idx="minor">
              <a:schemeClr val="tx1"/>
            </a:fontRef>
          </p:style>
        </p:cxnSp>
      </p:grpSp>
      <p:grpSp>
        <p:nvGrpSpPr>
          <p:cNvPr id="386" name="Group 385">
            <a:extLst>
              <a:ext uri="{FF2B5EF4-FFF2-40B4-BE49-F238E27FC236}">
                <a16:creationId xmlns:a16="http://schemas.microsoft.com/office/drawing/2014/main" id="{A0ECC9AB-DB3E-4545-832F-7D386985F7D6}"/>
              </a:ext>
            </a:extLst>
          </p:cNvPr>
          <p:cNvGrpSpPr/>
          <p:nvPr/>
        </p:nvGrpSpPr>
        <p:grpSpPr>
          <a:xfrm>
            <a:off x="6629690" y="4072156"/>
            <a:ext cx="670560" cy="270445"/>
            <a:chOff x="6563360" y="2747793"/>
            <a:chExt cx="541021" cy="177800"/>
          </a:xfrm>
        </p:grpSpPr>
        <p:cxnSp>
          <p:nvCxnSpPr>
            <p:cNvPr id="387" name="Straight Connector 386">
              <a:extLst>
                <a:ext uri="{FF2B5EF4-FFF2-40B4-BE49-F238E27FC236}">
                  <a16:creationId xmlns:a16="http://schemas.microsoft.com/office/drawing/2014/main" id="{4098167D-8319-4727-AA42-1347390E0396}"/>
                </a:ext>
              </a:extLst>
            </p:cNvPr>
            <p:cNvCxnSpPr>
              <a:cxnSpLocks/>
            </p:cNvCxnSpPr>
            <p:nvPr/>
          </p:nvCxnSpPr>
          <p:spPr>
            <a:xfrm flipH="1">
              <a:off x="6743700" y="2925593"/>
              <a:ext cx="360681" cy="0"/>
            </a:xfrm>
            <a:prstGeom prst="line">
              <a:avLst/>
            </a:prstGeom>
            <a:ln w="25400">
              <a:solidFill>
                <a:schemeClr val="tx2">
                  <a:lumMod val="75000"/>
                  <a:lumOff val="25000"/>
                </a:schemeClr>
              </a:solidFill>
              <a:prstDash val="sysDash"/>
              <a:headEnd type="diamond"/>
            </a:ln>
          </p:spPr>
          <p:style>
            <a:lnRef idx="1">
              <a:schemeClr val="accent1"/>
            </a:lnRef>
            <a:fillRef idx="0">
              <a:schemeClr val="accent1"/>
            </a:fillRef>
            <a:effectRef idx="0">
              <a:schemeClr val="accent1"/>
            </a:effectRef>
            <a:fontRef idx="minor">
              <a:schemeClr val="tx1"/>
            </a:fontRef>
          </p:style>
        </p:cxnSp>
        <p:cxnSp>
          <p:nvCxnSpPr>
            <p:cNvPr id="388" name="Straight Connector 387">
              <a:extLst>
                <a:ext uri="{FF2B5EF4-FFF2-40B4-BE49-F238E27FC236}">
                  <a16:creationId xmlns:a16="http://schemas.microsoft.com/office/drawing/2014/main" id="{5883D6F6-9329-4052-AF47-4F44BD67C3CB}"/>
                </a:ext>
              </a:extLst>
            </p:cNvPr>
            <p:cNvCxnSpPr/>
            <p:nvPr/>
          </p:nvCxnSpPr>
          <p:spPr>
            <a:xfrm flipH="1" flipV="1">
              <a:off x="6563360" y="2747793"/>
              <a:ext cx="177800" cy="177800"/>
            </a:xfrm>
            <a:prstGeom prst="line">
              <a:avLst/>
            </a:prstGeom>
            <a:ln w="25400">
              <a:solidFill>
                <a:schemeClr val="tx2">
                  <a:lumMod val="75000"/>
                  <a:lumOff val="25000"/>
                </a:schemeClr>
              </a:solidFill>
              <a:prstDash val="sysDash"/>
              <a:tailEnd type="diamond"/>
            </a:ln>
          </p:spPr>
          <p:style>
            <a:lnRef idx="1">
              <a:schemeClr val="accent1"/>
            </a:lnRef>
            <a:fillRef idx="0">
              <a:schemeClr val="accent1"/>
            </a:fillRef>
            <a:effectRef idx="0">
              <a:schemeClr val="accent1"/>
            </a:effectRef>
            <a:fontRef idx="minor">
              <a:schemeClr val="tx1"/>
            </a:fontRef>
          </p:style>
        </p:cxnSp>
      </p:grpSp>
      <p:grpSp>
        <p:nvGrpSpPr>
          <p:cNvPr id="389" name="Group 388">
            <a:extLst>
              <a:ext uri="{FF2B5EF4-FFF2-40B4-BE49-F238E27FC236}">
                <a16:creationId xmlns:a16="http://schemas.microsoft.com/office/drawing/2014/main" id="{D264874F-4537-4712-BEA2-3706B1069D8A}"/>
              </a:ext>
            </a:extLst>
          </p:cNvPr>
          <p:cNvGrpSpPr/>
          <p:nvPr/>
        </p:nvGrpSpPr>
        <p:grpSpPr>
          <a:xfrm>
            <a:off x="6650736" y="5339429"/>
            <a:ext cx="670560" cy="270445"/>
            <a:chOff x="6563360" y="2747793"/>
            <a:chExt cx="541021" cy="177800"/>
          </a:xfrm>
        </p:grpSpPr>
        <p:cxnSp>
          <p:nvCxnSpPr>
            <p:cNvPr id="390" name="Straight Connector 389">
              <a:extLst>
                <a:ext uri="{FF2B5EF4-FFF2-40B4-BE49-F238E27FC236}">
                  <a16:creationId xmlns:a16="http://schemas.microsoft.com/office/drawing/2014/main" id="{77674164-5316-4CFD-9EF1-E0485A2FB89A}"/>
                </a:ext>
              </a:extLst>
            </p:cNvPr>
            <p:cNvCxnSpPr>
              <a:cxnSpLocks/>
            </p:cNvCxnSpPr>
            <p:nvPr/>
          </p:nvCxnSpPr>
          <p:spPr>
            <a:xfrm flipH="1">
              <a:off x="6743700" y="2925593"/>
              <a:ext cx="360681" cy="0"/>
            </a:xfrm>
            <a:prstGeom prst="line">
              <a:avLst/>
            </a:prstGeom>
            <a:ln w="25400">
              <a:solidFill>
                <a:schemeClr val="tx2">
                  <a:lumMod val="75000"/>
                  <a:lumOff val="25000"/>
                </a:schemeClr>
              </a:solidFill>
              <a:prstDash val="sysDash"/>
              <a:headEnd type="diamond"/>
            </a:ln>
          </p:spPr>
          <p:style>
            <a:lnRef idx="1">
              <a:schemeClr val="accent1"/>
            </a:lnRef>
            <a:fillRef idx="0">
              <a:schemeClr val="accent1"/>
            </a:fillRef>
            <a:effectRef idx="0">
              <a:schemeClr val="accent1"/>
            </a:effectRef>
            <a:fontRef idx="minor">
              <a:schemeClr val="tx1"/>
            </a:fontRef>
          </p:style>
        </p:cxnSp>
        <p:cxnSp>
          <p:nvCxnSpPr>
            <p:cNvPr id="391" name="Straight Connector 390">
              <a:extLst>
                <a:ext uri="{FF2B5EF4-FFF2-40B4-BE49-F238E27FC236}">
                  <a16:creationId xmlns:a16="http://schemas.microsoft.com/office/drawing/2014/main" id="{4E580E15-0AD0-465B-A958-A7AB4CC8A9E6}"/>
                </a:ext>
              </a:extLst>
            </p:cNvPr>
            <p:cNvCxnSpPr/>
            <p:nvPr/>
          </p:nvCxnSpPr>
          <p:spPr>
            <a:xfrm flipH="1" flipV="1">
              <a:off x="6563360" y="2747793"/>
              <a:ext cx="177800" cy="177800"/>
            </a:xfrm>
            <a:prstGeom prst="line">
              <a:avLst/>
            </a:prstGeom>
            <a:ln w="25400">
              <a:solidFill>
                <a:schemeClr val="tx2">
                  <a:lumMod val="75000"/>
                  <a:lumOff val="25000"/>
                </a:schemeClr>
              </a:solidFill>
              <a:prstDash val="sysDash"/>
              <a:tailEnd type="diamond"/>
            </a:ln>
          </p:spPr>
          <p:style>
            <a:lnRef idx="1">
              <a:schemeClr val="accent1"/>
            </a:lnRef>
            <a:fillRef idx="0">
              <a:schemeClr val="accent1"/>
            </a:fillRef>
            <a:effectRef idx="0">
              <a:schemeClr val="accent1"/>
            </a:effectRef>
            <a:fontRef idx="minor">
              <a:schemeClr val="tx1"/>
            </a:fontRef>
          </p:style>
        </p:cxnSp>
      </p:grpSp>
      <p:grpSp>
        <p:nvGrpSpPr>
          <p:cNvPr id="392" name="Group 391">
            <a:extLst>
              <a:ext uri="{FF2B5EF4-FFF2-40B4-BE49-F238E27FC236}">
                <a16:creationId xmlns:a16="http://schemas.microsoft.com/office/drawing/2014/main" id="{44097F08-3C29-4A8A-936D-90D889BF01EB}"/>
              </a:ext>
            </a:extLst>
          </p:cNvPr>
          <p:cNvGrpSpPr/>
          <p:nvPr/>
        </p:nvGrpSpPr>
        <p:grpSpPr>
          <a:xfrm flipV="1">
            <a:off x="4870704" y="4727616"/>
            <a:ext cx="661539" cy="270445"/>
            <a:chOff x="6563360" y="2747793"/>
            <a:chExt cx="541021" cy="177800"/>
          </a:xfrm>
        </p:grpSpPr>
        <p:cxnSp>
          <p:nvCxnSpPr>
            <p:cNvPr id="393" name="Straight Connector 392">
              <a:extLst>
                <a:ext uri="{FF2B5EF4-FFF2-40B4-BE49-F238E27FC236}">
                  <a16:creationId xmlns:a16="http://schemas.microsoft.com/office/drawing/2014/main" id="{1FC1EA3E-A70A-424F-916C-2C5352B48C77}"/>
                </a:ext>
              </a:extLst>
            </p:cNvPr>
            <p:cNvCxnSpPr>
              <a:cxnSpLocks/>
            </p:cNvCxnSpPr>
            <p:nvPr/>
          </p:nvCxnSpPr>
          <p:spPr>
            <a:xfrm flipH="1">
              <a:off x="6743700" y="2925593"/>
              <a:ext cx="360681" cy="0"/>
            </a:xfrm>
            <a:prstGeom prst="line">
              <a:avLst/>
            </a:prstGeom>
            <a:ln w="25400">
              <a:solidFill>
                <a:schemeClr val="tx2">
                  <a:lumMod val="75000"/>
                  <a:lumOff val="25000"/>
                </a:schemeClr>
              </a:solidFill>
              <a:prstDash val="sysDash"/>
              <a:headEnd type="diamond"/>
            </a:ln>
          </p:spPr>
          <p:style>
            <a:lnRef idx="1">
              <a:schemeClr val="accent1"/>
            </a:lnRef>
            <a:fillRef idx="0">
              <a:schemeClr val="accent1"/>
            </a:fillRef>
            <a:effectRef idx="0">
              <a:schemeClr val="accent1"/>
            </a:effectRef>
            <a:fontRef idx="minor">
              <a:schemeClr val="tx1"/>
            </a:fontRef>
          </p:style>
        </p:cxnSp>
        <p:cxnSp>
          <p:nvCxnSpPr>
            <p:cNvPr id="394" name="Straight Connector 393">
              <a:extLst>
                <a:ext uri="{FF2B5EF4-FFF2-40B4-BE49-F238E27FC236}">
                  <a16:creationId xmlns:a16="http://schemas.microsoft.com/office/drawing/2014/main" id="{0052DC01-E143-4256-A2F4-6E4A08125FB3}"/>
                </a:ext>
              </a:extLst>
            </p:cNvPr>
            <p:cNvCxnSpPr/>
            <p:nvPr/>
          </p:nvCxnSpPr>
          <p:spPr>
            <a:xfrm flipH="1" flipV="1">
              <a:off x="6563360" y="2747793"/>
              <a:ext cx="177800" cy="177800"/>
            </a:xfrm>
            <a:prstGeom prst="line">
              <a:avLst/>
            </a:prstGeom>
            <a:ln w="25400">
              <a:solidFill>
                <a:schemeClr val="tx2">
                  <a:lumMod val="75000"/>
                  <a:lumOff val="25000"/>
                </a:schemeClr>
              </a:solidFill>
              <a:prstDash val="sysDash"/>
              <a:tailEnd type="diamond"/>
            </a:ln>
          </p:spPr>
          <p:style>
            <a:lnRef idx="1">
              <a:schemeClr val="accent1"/>
            </a:lnRef>
            <a:fillRef idx="0">
              <a:schemeClr val="accent1"/>
            </a:fillRef>
            <a:effectRef idx="0">
              <a:schemeClr val="accent1"/>
            </a:effectRef>
            <a:fontRef idx="minor">
              <a:schemeClr val="tx1"/>
            </a:fontRef>
          </p:style>
        </p:cxnSp>
      </p:grpSp>
      <p:grpSp>
        <p:nvGrpSpPr>
          <p:cNvPr id="395" name="Group 394">
            <a:extLst>
              <a:ext uri="{FF2B5EF4-FFF2-40B4-BE49-F238E27FC236}">
                <a16:creationId xmlns:a16="http://schemas.microsoft.com/office/drawing/2014/main" id="{A7C4C7E2-4F28-45AB-9B50-89548FB44230}"/>
              </a:ext>
            </a:extLst>
          </p:cNvPr>
          <p:cNvGrpSpPr/>
          <p:nvPr/>
        </p:nvGrpSpPr>
        <p:grpSpPr>
          <a:xfrm flipV="1">
            <a:off x="4828070" y="3446619"/>
            <a:ext cx="661539" cy="270445"/>
            <a:chOff x="6563360" y="2747793"/>
            <a:chExt cx="541021" cy="177800"/>
          </a:xfrm>
        </p:grpSpPr>
        <p:cxnSp>
          <p:nvCxnSpPr>
            <p:cNvPr id="396" name="Straight Connector 395">
              <a:extLst>
                <a:ext uri="{FF2B5EF4-FFF2-40B4-BE49-F238E27FC236}">
                  <a16:creationId xmlns:a16="http://schemas.microsoft.com/office/drawing/2014/main" id="{34E59D08-096D-4209-98C8-8F833827D536}"/>
                </a:ext>
              </a:extLst>
            </p:cNvPr>
            <p:cNvCxnSpPr>
              <a:cxnSpLocks/>
            </p:cNvCxnSpPr>
            <p:nvPr/>
          </p:nvCxnSpPr>
          <p:spPr>
            <a:xfrm flipH="1">
              <a:off x="6743700" y="2925593"/>
              <a:ext cx="360681" cy="0"/>
            </a:xfrm>
            <a:prstGeom prst="line">
              <a:avLst/>
            </a:prstGeom>
            <a:ln w="25400">
              <a:solidFill>
                <a:schemeClr val="tx2">
                  <a:lumMod val="75000"/>
                  <a:lumOff val="25000"/>
                </a:schemeClr>
              </a:solidFill>
              <a:prstDash val="sysDash"/>
              <a:headEnd type="diamond"/>
            </a:ln>
          </p:spPr>
          <p:style>
            <a:lnRef idx="1">
              <a:schemeClr val="accent1"/>
            </a:lnRef>
            <a:fillRef idx="0">
              <a:schemeClr val="accent1"/>
            </a:fillRef>
            <a:effectRef idx="0">
              <a:schemeClr val="accent1"/>
            </a:effectRef>
            <a:fontRef idx="minor">
              <a:schemeClr val="tx1"/>
            </a:fontRef>
          </p:style>
        </p:cxnSp>
        <p:cxnSp>
          <p:nvCxnSpPr>
            <p:cNvPr id="397" name="Straight Connector 396">
              <a:extLst>
                <a:ext uri="{FF2B5EF4-FFF2-40B4-BE49-F238E27FC236}">
                  <a16:creationId xmlns:a16="http://schemas.microsoft.com/office/drawing/2014/main" id="{8A5EE197-8E36-4EDD-A70C-D2A274F32501}"/>
                </a:ext>
              </a:extLst>
            </p:cNvPr>
            <p:cNvCxnSpPr/>
            <p:nvPr/>
          </p:nvCxnSpPr>
          <p:spPr>
            <a:xfrm flipH="1" flipV="1">
              <a:off x="6563360" y="2747793"/>
              <a:ext cx="177800" cy="177800"/>
            </a:xfrm>
            <a:prstGeom prst="line">
              <a:avLst/>
            </a:prstGeom>
            <a:ln w="25400">
              <a:solidFill>
                <a:schemeClr val="tx2">
                  <a:lumMod val="75000"/>
                  <a:lumOff val="25000"/>
                </a:schemeClr>
              </a:solidFill>
              <a:prstDash val="sysDash"/>
              <a:tailEnd type="diamo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00287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CE446720-2DC8-48D5-AD88-EB7060F70CEC}"/>
              </a:ext>
            </a:extLst>
          </p:cNvPr>
          <p:cNvSpPr/>
          <p:nvPr/>
        </p:nvSpPr>
        <p:spPr>
          <a:xfrm>
            <a:off x="4523799" y="297111"/>
            <a:ext cx="209751" cy="690880"/>
          </a:xfrm>
          <a:prstGeom prst="rect">
            <a:avLst/>
          </a:prstGeom>
          <a:gradFill flip="none" rotWithShape="1">
            <a:gsLst>
              <a:gs pos="0">
                <a:schemeClr val="accent1">
                  <a:alpha val="50000"/>
                </a:schemeClr>
              </a:gs>
              <a:gs pos="100000">
                <a:schemeClr val="accent2">
                  <a:alpha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9" name="Group 28">
            <a:extLst>
              <a:ext uri="{FF2B5EF4-FFF2-40B4-BE49-F238E27FC236}">
                <a16:creationId xmlns:a16="http://schemas.microsoft.com/office/drawing/2014/main" id="{3B429418-5E97-41F4-9EAA-A5AADB70200C}"/>
              </a:ext>
            </a:extLst>
          </p:cNvPr>
          <p:cNvGrpSpPr/>
          <p:nvPr/>
        </p:nvGrpSpPr>
        <p:grpSpPr>
          <a:xfrm>
            <a:off x="4094660" y="2362628"/>
            <a:ext cx="4002681" cy="3431812"/>
            <a:chOff x="3969011" y="1960880"/>
            <a:chExt cx="4744721" cy="4068021"/>
          </a:xfrm>
        </p:grpSpPr>
        <p:grpSp>
          <p:nvGrpSpPr>
            <p:cNvPr id="13" name="Graphic 10">
              <a:extLst>
                <a:ext uri="{FF2B5EF4-FFF2-40B4-BE49-F238E27FC236}">
                  <a16:creationId xmlns:a16="http://schemas.microsoft.com/office/drawing/2014/main" id="{F9B3BF25-CFB4-4190-902F-4DE82AB9AD96}"/>
                </a:ext>
              </a:extLst>
            </p:cNvPr>
            <p:cNvGrpSpPr/>
            <p:nvPr/>
          </p:nvGrpSpPr>
          <p:grpSpPr>
            <a:xfrm>
              <a:off x="3969011" y="1960880"/>
              <a:ext cx="2284877" cy="2049864"/>
              <a:chOff x="3969011" y="1960880"/>
              <a:chExt cx="2284877" cy="2049864"/>
            </a:xfrm>
            <a:gradFill>
              <a:gsLst>
                <a:gs pos="0">
                  <a:schemeClr val="accent4"/>
                </a:gs>
                <a:gs pos="100000">
                  <a:schemeClr val="accent5"/>
                </a:gs>
              </a:gsLst>
              <a:lin ang="2700000" scaled="1"/>
            </a:gradFill>
          </p:grpSpPr>
          <p:sp>
            <p:nvSpPr>
              <p:cNvPr id="14" name="Freeform: Shape 13">
                <a:extLst>
                  <a:ext uri="{FF2B5EF4-FFF2-40B4-BE49-F238E27FC236}">
                    <a16:creationId xmlns:a16="http://schemas.microsoft.com/office/drawing/2014/main" id="{C14A3DD2-6AEC-4275-A915-1EF3ED5F7141}"/>
                  </a:ext>
                </a:extLst>
              </p:cNvPr>
              <p:cNvSpPr/>
              <p:nvPr/>
            </p:nvSpPr>
            <p:spPr>
              <a:xfrm>
                <a:off x="3969011" y="1960880"/>
                <a:ext cx="2284877" cy="2049864"/>
              </a:xfrm>
              <a:custGeom>
                <a:avLst/>
                <a:gdLst>
                  <a:gd name="connsiteX0" fmla="*/ 1755865 w 2284877"/>
                  <a:gd name="connsiteY0" fmla="*/ 0 h 2049864"/>
                  <a:gd name="connsiteX1" fmla="*/ 1207332 w 2284877"/>
                  <a:gd name="connsiteY1" fmla="*/ 370445 h 2049864"/>
                  <a:gd name="connsiteX2" fmla="*/ 654895 w 2284877"/>
                  <a:gd name="connsiteY2" fmla="*/ 551175 h 2049864"/>
                  <a:gd name="connsiteX3" fmla="*/ 537771 w 2284877"/>
                  <a:gd name="connsiteY3" fmla="*/ 997717 h 2049864"/>
                  <a:gd name="connsiteX4" fmla="*/ 7457 w 2284877"/>
                  <a:gd name="connsiteY4" fmla="*/ 1503974 h 2049864"/>
                  <a:gd name="connsiteX5" fmla="*/ 216980 w 2284877"/>
                  <a:gd name="connsiteY5" fmla="*/ 2049865 h 2049864"/>
                  <a:gd name="connsiteX6" fmla="*/ 300919 w 2284877"/>
                  <a:gd name="connsiteY6" fmla="*/ 1983808 h 2049864"/>
                  <a:gd name="connsiteX7" fmla="*/ 372495 w 2284877"/>
                  <a:gd name="connsiteY7" fmla="*/ 1954215 h 2049864"/>
                  <a:gd name="connsiteX8" fmla="*/ 200713 w 2284877"/>
                  <a:gd name="connsiteY8" fmla="*/ 1526697 h 2049864"/>
                  <a:gd name="connsiteX9" fmla="*/ 683526 w 2284877"/>
                  <a:gd name="connsiteY9" fmla="*/ 1122960 h 2049864"/>
                  <a:gd name="connsiteX10" fmla="*/ 746643 w 2284877"/>
                  <a:gd name="connsiteY10" fmla="*/ 1025197 h 2049864"/>
                  <a:gd name="connsiteX11" fmla="*/ 805856 w 2284877"/>
                  <a:gd name="connsiteY11" fmla="*/ 651581 h 2049864"/>
                  <a:gd name="connsiteX12" fmla="*/ 1286066 w 2284877"/>
                  <a:gd name="connsiteY12" fmla="*/ 532151 h 2049864"/>
                  <a:gd name="connsiteX13" fmla="*/ 1360896 w 2284877"/>
                  <a:gd name="connsiteY13" fmla="*/ 512070 h 2049864"/>
                  <a:gd name="connsiteX14" fmla="*/ 1392779 w 2284877"/>
                  <a:gd name="connsiteY14" fmla="*/ 453412 h 2049864"/>
                  <a:gd name="connsiteX15" fmla="*/ 1756516 w 2284877"/>
                  <a:gd name="connsiteY15" fmla="*/ 158536 h 2049864"/>
                  <a:gd name="connsiteX16" fmla="*/ 2089670 w 2284877"/>
                  <a:gd name="connsiteY16" fmla="*/ 429103 h 2049864"/>
                  <a:gd name="connsiteX17" fmla="*/ 2089670 w 2284877"/>
                  <a:gd name="connsiteY17" fmla="*/ 1730680 h 2049864"/>
                  <a:gd name="connsiteX18" fmla="*/ 2187274 w 2284877"/>
                  <a:gd name="connsiteY18" fmla="*/ 1809948 h 2049864"/>
                  <a:gd name="connsiteX19" fmla="*/ 2284877 w 2284877"/>
                  <a:gd name="connsiteY19" fmla="*/ 1730680 h 2049864"/>
                  <a:gd name="connsiteX20" fmla="*/ 2284877 w 2284877"/>
                  <a:gd name="connsiteY20" fmla="*/ 429103 h 2049864"/>
                  <a:gd name="connsiteX21" fmla="*/ 1755865 w 2284877"/>
                  <a:gd name="connsiteY21" fmla="*/ 0 h 2049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4877" h="2049864">
                    <a:moveTo>
                      <a:pt x="1755865" y="0"/>
                    </a:moveTo>
                    <a:cubicBezTo>
                      <a:pt x="1487780" y="0"/>
                      <a:pt x="1256785" y="162763"/>
                      <a:pt x="1207332" y="370445"/>
                    </a:cubicBezTo>
                    <a:cubicBezTo>
                      <a:pt x="969830" y="368859"/>
                      <a:pt x="775924" y="431745"/>
                      <a:pt x="654895" y="551175"/>
                    </a:cubicBezTo>
                    <a:cubicBezTo>
                      <a:pt x="538422" y="666378"/>
                      <a:pt x="496777" y="826499"/>
                      <a:pt x="537771" y="997717"/>
                    </a:cubicBezTo>
                    <a:cubicBezTo>
                      <a:pt x="132390" y="1131944"/>
                      <a:pt x="31533" y="1369219"/>
                      <a:pt x="7457" y="1503974"/>
                    </a:cubicBezTo>
                    <a:cubicBezTo>
                      <a:pt x="-26378" y="1696859"/>
                      <a:pt x="56910" y="1904012"/>
                      <a:pt x="216980" y="2049865"/>
                    </a:cubicBezTo>
                    <a:cubicBezTo>
                      <a:pt x="243008" y="2027141"/>
                      <a:pt x="270988" y="2004946"/>
                      <a:pt x="300919" y="1983808"/>
                    </a:cubicBezTo>
                    <a:cubicBezTo>
                      <a:pt x="321741" y="1969012"/>
                      <a:pt x="346468" y="1958971"/>
                      <a:pt x="372495" y="1954215"/>
                    </a:cubicBezTo>
                    <a:cubicBezTo>
                      <a:pt x="242357" y="1842712"/>
                      <a:pt x="174034" y="1678892"/>
                      <a:pt x="200713" y="1526697"/>
                    </a:cubicBezTo>
                    <a:cubicBezTo>
                      <a:pt x="223487" y="1395641"/>
                      <a:pt x="326296" y="1219138"/>
                      <a:pt x="683526" y="1122960"/>
                    </a:cubicBezTo>
                    <a:cubicBezTo>
                      <a:pt x="733629" y="1109749"/>
                      <a:pt x="761609" y="1066416"/>
                      <a:pt x="746643" y="1025197"/>
                    </a:cubicBezTo>
                    <a:cubicBezTo>
                      <a:pt x="692636" y="877759"/>
                      <a:pt x="714108" y="741946"/>
                      <a:pt x="805856" y="651581"/>
                    </a:cubicBezTo>
                    <a:cubicBezTo>
                      <a:pt x="902158" y="556460"/>
                      <a:pt x="1068084" y="515241"/>
                      <a:pt x="1286066" y="532151"/>
                    </a:cubicBezTo>
                    <a:cubicBezTo>
                      <a:pt x="1313395" y="534265"/>
                      <a:pt x="1340724" y="526866"/>
                      <a:pt x="1360896" y="512070"/>
                    </a:cubicBezTo>
                    <a:cubicBezTo>
                      <a:pt x="1381067" y="497273"/>
                      <a:pt x="1392779" y="475607"/>
                      <a:pt x="1392779" y="453412"/>
                    </a:cubicBezTo>
                    <a:cubicBezTo>
                      <a:pt x="1392779" y="276909"/>
                      <a:pt x="1580829" y="158536"/>
                      <a:pt x="1756516" y="158536"/>
                    </a:cubicBezTo>
                    <a:cubicBezTo>
                      <a:pt x="1940661" y="158536"/>
                      <a:pt x="2089670" y="280079"/>
                      <a:pt x="2089670" y="429103"/>
                    </a:cubicBezTo>
                    <a:lnTo>
                      <a:pt x="2089670" y="1730680"/>
                    </a:lnTo>
                    <a:cubicBezTo>
                      <a:pt x="2089670" y="1774541"/>
                      <a:pt x="2133266" y="1809948"/>
                      <a:pt x="2187274" y="1809948"/>
                    </a:cubicBezTo>
                    <a:cubicBezTo>
                      <a:pt x="2241281" y="1809948"/>
                      <a:pt x="2284877" y="1774541"/>
                      <a:pt x="2284877" y="1730680"/>
                    </a:cubicBezTo>
                    <a:lnTo>
                      <a:pt x="2284877" y="429103"/>
                    </a:lnTo>
                    <a:cubicBezTo>
                      <a:pt x="2284227" y="192356"/>
                      <a:pt x="2047375" y="0"/>
                      <a:pt x="1755865" y="0"/>
                    </a:cubicBezTo>
                    <a:close/>
                  </a:path>
                </a:pathLst>
              </a:custGeom>
              <a:grpFill/>
              <a:ln w="6507"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3BDF381B-5241-4D55-B1D9-C6EF38250383}"/>
                  </a:ext>
                </a:extLst>
              </p:cNvPr>
              <p:cNvSpPr/>
              <p:nvPr/>
            </p:nvSpPr>
            <p:spPr>
              <a:xfrm>
                <a:off x="4477706" y="2846961"/>
                <a:ext cx="1271409" cy="839237"/>
              </a:xfrm>
              <a:custGeom>
                <a:avLst/>
                <a:gdLst>
                  <a:gd name="connsiteX0" fmla="*/ 1252376 w 1271409"/>
                  <a:gd name="connsiteY0" fmla="*/ 15457 h 839237"/>
                  <a:gd name="connsiteX1" fmla="*/ 1160629 w 1271409"/>
                  <a:gd name="connsiteY1" fmla="*/ 15457 h 839237"/>
                  <a:gd name="connsiteX2" fmla="*/ 785180 w 1271409"/>
                  <a:gd name="connsiteY2" fmla="*/ 200415 h 839237"/>
                  <a:gd name="connsiteX3" fmla="*/ 670658 w 1271409"/>
                  <a:gd name="connsiteY3" fmla="*/ 29725 h 839237"/>
                  <a:gd name="connsiteX4" fmla="*/ 579561 w 1271409"/>
                  <a:gd name="connsiteY4" fmla="*/ 18628 h 839237"/>
                  <a:gd name="connsiteX5" fmla="*/ 565897 w 1271409"/>
                  <a:gd name="connsiteY5" fmla="*/ 92611 h 839237"/>
                  <a:gd name="connsiteX6" fmla="*/ 565897 w 1271409"/>
                  <a:gd name="connsiteY6" fmla="*/ 92611 h 839237"/>
                  <a:gd name="connsiteX7" fmla="*/ 677816 w 1271409"/>
                  <a:gd name="connsiteY7" fmla="*/ 269114 h 839237"/>
                  <a:gd name="connsiteX8" fmla="*/ 678467 w 1271409"/>
                  <a:gd name="connsiteY8" fmla="*/ 272813 h 839237"/>
                  <a:gd name="connsiteX9" fmla="*/ 683021 w 1271409"/>
                  <a:gd name="connsiteY9" fmla="*/ 284439 h 839237"/>
                  <a:gd name="connsiteX10" fmla="*/ 608843 w 1271409"/>
                  <a:gd name="connsiteY10" fmla="*/ 646429 h 839237"/>
                  <a:gd name="connsiteX11" fmla="*/ 95447 w 1271409"/>
                  <a:gd name="connsiteY11" fmla="*/ 671266 h 839237"/>
                  <a:gd name="connsiteX12" fmla="*/ 7604 w 1271409"/>
                  <a:gd name="connsiteY12" fmla="*/ 692932 h 839237"/>
                  <a:gd name="connsiteX13" fmla="*/ 34282 w 1271409"/>
                  <a:gd name="connsiteY13" fmla="*/ 764273 h 839237"/>
                  <a:gd name="connsiteX14" fmla="*/ 707748 w 1271409"/>
                  <a:gd name="connsiteY14" fmla="*/ 715127 h 839237"/>
                  <a:gd name="connsiteX15" fmla="*/ 820968 w 1271409"/>
                  <a:gd name="connsiteY15" fmla="*/ 301878 h 839237"/>
                  <a:gd name="connsiteX16" fmla="*/ 1252376 w 1271409"/>
                  <a:gd name="connsiteY16" fmla="*/ 89969 h 839237"/>
                  <a:gd name="connsiteX17" fmla="*/ 1252376 w 1271409"/>
                  <a:gd name="connsiteY17" fmla="*/ 15457 h 83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71409" h="839237">
                    <a:moveTo>
                      <a:pt x="1252376" y="15457"/>
                    </a:moveTo>
                    <a:cubicBezTo>
                      <a:pt x="1226999" y="-5152"/>
                      <a:pt x="1186006" y="-5152"/>
                      <a:pt x="1160629" y="15457"/>
                    </a:cubicBezTo>
                    <a:cubicBezTo>
                      <a:pt x="1020080" y="129603"/>
                      <a:pt x="943949" y="169237"/>
                      <a:pt x="785180" y="200415"/>
                    </a:cubicBezTo>
                    <a:cubicBezTo>
                      <a:pt x="757851" y="141757"/>
                      <a:pt x="719460" y="83628"/>
                      <a:pt x="670658" y="29725"/>
                    </a:cubicBezTo>
                    <a:cubicBezTo>
                      <a:pt x="649185" y="6474"/>
                      <a:pt x="608843" y="1189"/>
                      <a:pt x="579561" y="18628"/>
                    </a:cubicBezTo>
                    <a:cubicBezTo>
                      <a:pt x="550931" y="36067"/>
                      <a:pt x="544424" y="68831"/>
                      <a:pt x="565897" y="92611"/>
                    </a:cubicBezTo>
                    <a:lnTo>
                      <a:pt x="565897" y="92611"/>
                    </a:lnTo>
                    <a:cubicBezTo>
                      <a:pt x="619254" y="151269"/>
                      <a:pt x="655692" y="210984"/>
                      <a:pt x="677816" y="269114"/>
                    </a:cubicBezTo>
                    <a:cubicBezTo>
                      <a:pt x="677816" y="270171"/>
                      <a:pt x="678467" y="271756"/>
                      <a:pt x="678467" y="272813"/>
                    </a:cubicBezTo>
                    <a:cubicBezTo>
                      <a:pt x="679768" y="277041"/>
                      <a:pt x="681069" y="280740"/>
                      <a:pt x="683021" y="284439"/>
                    </a:cubicBezTo>
                    <a:cubicBezTo>
                      <a:pt x="733125" y="430292"/>
                      <a:pt x="694734" y="565047"/>
                      <a:pt x="608843" y="646429"/>
                    </a:cubicBezTo>
                    <a:cubicBezTo>
                      <a:pt x="494972" y="753704"/>
                      <a:pt x="307572" y="763217"/>
                      <a:pt x="95447" y="671266"/>
                    </a:cubicBezTo>
                    <a:cubicBezTo>
                      <a:pt x="63563" y="657526"/>
                      <a:pt x="24522" y="667567"/>
                      <a:pt x="7604" y="692932"/>
                    </a:cubicBezTo>
                    <a:cubicBezTo>
                      <a:pt x="-9314" y="718827"/>
                      <a:pt x="3049" y="750534"/>
                      <a:pt x="34282" y="764273"/>
                    </a:cubicBezTo>
                    <a:cubicBezTo>
                      <a:pt x="301066" y="879476"/>
                      <a:pt x="552883" y="860980"/>
                      <a:pt x="707748" y="715127"/>
                    </a:cubicBezTo>
                    <a:cubicBezTo>
                      <a:pt x="821619" y="607852"/>
                      <a:pt x="858708" y="455658"/>
                      <a:pt x="820968" y="301878"/>
                    </a:cubicBezTo>
                    <a:cubicBezTo>
                      <a:pt x="1000559" y="265943"/>
                      <a:pt x="1094909" y="217326"/>
                      <a:pt x="1252376" y="89969"/>
                    </a:cubicBezTo>
                    <a:cubicBezTo>
                      <a:pt x="1277753" y="69888"/>
                      <a:pt x="1277753" y="36067"/>
                      <a:pt x="1252376" y="15457"/>
                    </a:cubicBezTo>
                    <a:close/>
                  </a:path>
                </a:pathLst>
              </a:custGeom>
              <a:grpFill/>
              <a:ln w="6507"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3EE99E0-45CF-4B37-A946-DD4376798AD2}"/>
                  </a:ext>
                </a:extLst>
              </p:cNvPr>
              <p:cNvSpPr/>
              <p:nvPr/>
            </p:nvSpPr>
            <p:spPr>
              <a:xfrm>
                <a:off x="5612958" y="3303147"/>
                <a:ext cx="380003" cy="106218"/>
              </a:xfrm>
              <a:custGeom>
                <a:avLst/>
                <a:gdLst>
                  <a:gd name="connsiteX0" fmla="*/ 65069 w 380003"/>
                  <a:gd name="connsiteY0" fmla="*/ 0 h 106218"/>
                  <a:gd name="connsiteX1" fmla="*/ 0 w 380003"/>
                  <a:gd name="connsiteY1" fmla="*/ 52845 h 106218"/>
                  <a:gd name="connsiteX2" fmla="*/ 65069 w 380003"/>
                  <a:gd name="connsiteY2" fmla="*/ 105690 h 106218"/>
                  <a:gd name="connsiteX3" fmla="*/ 380004 w 380003"/>
                  <a:gd name="connsiteY3" fmla="*/ 106219 h 106218"/>
                  <a:gd name="connsiteX4" fmla="*/ 380004 w 380003"/>
                  <a:gd name="connsiteY4" fmla="*/ 528 h 106218"/>
                  <a:gd name="connsiteX5" fmla="*/ 65069 w 380003"/>
                  <a:gd name="connsiteY5" fmla="*/ 0 h 10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0003" h="106218">
                    <a:moveTo>
                      <a:pt x="65069" y="0"/>
                    </a:moveTo>
                    <a:cubicBezTo>
                      <a:pt x="29281" y="0"/>
                      <a:pt x="0" y="23780"/>
                      <a:pt x="0" y="52845"/>
                    </a:cubicBezTo>
                    <a:cubicBezTo>
                      <a:pt x="0" y="81910"/>
                      <a:pt x="29281" y="105690"/>
                      <a:pt x="65069" y="105690"/>
                    </a:cubicBezTo>
                    <a:lnTo>
                      <a:pt x="380004" y="106219"/>
                    </a:lnTo>
                    <a:lnTo>
                      <a:pt x="380004" y="528"/>
                    </a:lnTo>
                    <a:lnTo>
                      <a:pt x="65069" y="0"/>
                    </a:lnTo>
                    <a:close/>
                  </a:path>
                </a:pathLst>
              </a:custGeom>
              <a:grpFill/>
              <a:ln w="6507" cap="flat">
                <a:noFill/>
                <a:prstDash val="solid"/>
                <a:miter/>
              </a:ln>
            </p:spPr>
            <p:txBody>
              <a:bodyPr rtlCol="0" anchor="ctr"/>
              <a:lstStyle/>
              <a:p>
                <a:endParaRPr lang="en-US"/>
              </a:p>
            </p:txBody>
          </p:sp>
        </p:grpSp>
        <p:grpSp>
          <p:nvGrpSpPr>
            <p:cNvPr id="17" name="Graphic 10">
              <a:extLst>
                <a:ext uri="{FF2B5EF4-FFF2-40B4-BE49-F238E27FC236}">
                  <a16:creationId xmlns:a16="http://schemas.microsoft.com/office/drawing/2014/main" id="{F9B3BF25-CFB4-4190-902F-4DE82AB9AD96}"/>
                </a:ext>
              </a:extLst>
            </p:cNvPr>
            <p:cNvGrpSpPr/>
            <p:nvPr/>
          </p:nvGrpSpPr>
          <p:grpSpPr>
            <a:xfrm>
              <a:off x="4018053" y="3652454"/>
              <a:ext cx="2235184" cy="2376447"/>
              <a:chOff x="4018053" y="3652454"/>
              <a:chExt cx="2235184" cy="2376447"/>
            </a:xfrm>
            <a:gradFill>
              <a:gsLst>
                <a:gs pos="0">
                  <a:schemeClr val="accent3"/>
                </a:gs>
                <a:gs pos="100000">
                  <a:schemeClr val="accent4"/>
                </a:gs>
              </a:gsLst>
              <a:lin ang="2700000" scaled="1"/>
            </a:gradFill>
          </p:grpSpPr>
          <p:sp>
            <p:nvSpPr>
              <p:cNvPr id="18" name="Freeform: Shape 17">
                <a:extLst>
                  <a:ext uri="{FF2B5EF4-FFF2-40B4-BE49-F238E27FC236}">
                    <a16:creationId xmlns:a16="http://schemas.microsoft.com/office/drawing/2014/main" id="{6CD00B38-CF9E-4677-880E-8FC8AB174D35}"/>
                  </a:ext>
                </a:extLst>
              </p:cNvPr>
              <p:cNvSpPr/>
              <p:nvPr/>
            </p:nvSpPr>
            <p:spPr>
              <a:xfrm>
                <a:off x="5732034" y="4751633"/>
                <a:ext cx="260927" cy="105690"/>
              </a:xfrm>
              <a:custGeom>
                <a:avLst/>
                <a:gdLst>
                  <a:gd name="connsiteX0" fmla="*/ 0 w 260927"/>
                  <a:gd name="connsiteY0" fmla="*/ 52845 h 105690"/>
                  <a:gd name="connsiteX1" fmla="*/ 65069 w 260927"/>
                  <a:gd name="connsiteY1" fmla="*/ 105690 h 105690"/>
                  <a:gd name="connsiteX2" fmla="*/ 260927 w 260927"/>
                  <a:gd name="connsiteY2" fmla="*/ 105690 h 105690"/>
                  <a:gd name="connsiteX3" fmla="*/ 260927 w 260927"/>
                  <a:gd name="connsiteY3" fmla="*/ 0 h 105690"/>
                  <a:gd name="connsiteX4" fmla="*/ 65069 w 260927"/>
                  <a:gd name="connsiteY4" fmla="*/ 0 h 105690"/>
                  <a:gd name="connsiteX5" fmla="*/ 0 w 260927"/>
                  <a:gd name="connsiteY5" fmla="*/ 52845 h 105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927" h="105690">
                    <a:moveTo>
                      <a:pt x="0" y="52845"/>
                    </a:moveTo>
                    <a:cubicBezTo>
                      <a:pt x="0" y="81910"/>
                      <a:pt x="29281" y="105690"/>
                      <a:pt x="65069" y="105690"/>
                    </a:cubicBezTo>
                    <a:lnTo>
                      <a:pt x="260927" y="105690"/>
                    </a:lnTo>
                    <a:lnTo>
                      <a:pt x="260927" y="0"/>
                    </a:lnTo>
                    <a:lnTo>
                      <a:pt x="65069" y="0"/>
                    </a:lnTo>
                    <a:cubicBezTo>
                      <a:pt x="29281" y="0"/>
                      <a:pt x="0" y="23780"/>
                      <a:pt x="0" y="52845"/>
                    </a:cubicBezTo>
                    <a:close/>
                  </a:path>
                </a:pathLst>
              </a:custGeom>
              <a:grpFill/>
              <a:ln w="6507"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E2C94760-2CE5-4731-B740-204B5C58BA96}"/>
                  </a:ext>
                </a:extLst>
              </p:cNvPr>
              <p:cNvSpPr/>
              <p:nvPr/>
            </p:nvSpPr>
            <p:spPr>
              <a:xfrm>
                <a:off x="4018053" y="3797250"/>
                <a:ext cx="2235184" cy="2231651"/>
              </a:xfrm>
              <a:custGeom>
                <a:avLst/>
                <a:gdLst>
                  <a:gd name="connsiteX0" fmla="*/ 2137581 w 2235184"/>
                  <a:gd name="connsiteY0" fmla="*/ 26423 h 2231651"/>
                  <a:gd name="connsiteX1" fmla="*/ 2039977 w 2235184"/>
                  <a:gd name="connsiteY1" fmla="*/ 0 h 2231651"/>
                  <a:gd name="connsiteX2" fmla="*/ 2039977 w 2235184"/>
                  <a:gd name="connsiteY2" fmla="*/ 1787224 h 2231651"/>
                  <a:gd name="connsiteX3" fmla="*/ 1635898 w 2235184"/>
                  <a:gd name="connsiteY3" fmla="*/ 2072588 h 2231651"/>
                  <a:gd name="connsiteX4" fmla="*/ 1149181 w 2235184"/>
                  <a:gd name="connsiteY4" fmla="*/ 1744948 h 2231651"/>
                  <a:gd name="connsiteX5" fmla="*/ 1108187 w 2235184"/>
                  <a:gd name="connsiteY5" fmla="*/ 1693160 h 2231651"/>
                  <a:gd name="connsiteX6" fmla="*/ 1034008 w 2235184"/>
                  <a:gd name="connsiteY6" fmla="*/ 1681005 h 2231651"/>
                  <a:gd name="connsiteX7" fmla="*/ 606504 w 2235184"/>
                  <a:gd name="connsiteY7" fmla="*/ 1545193 h 2231651"/>
                  <a:gd name="connsiteX8" fmla="*/ 644244 w 2235184"/>
                  <a:gd name="connsiteY8" fmla="*/ 1134586 h 2231651"/>
                  <a:gd name="connsiteX9" fmla="*/ 651402 w 2235184"/>
                  <a:gd name="connsiteY9" fmla="*/ 1052148 h 2231651"/>
                  <a:gd name="connsiteX10" fmla="*/ 564860 w 2235184"/>
                  <a:gd name="connsiteY10" fmla="*/ 1009343 h 2231651"/>
                  <a:gd name="connsiteX11" fmla="*/ 224548 w 2235184"/>
                  <a:gd name="connsiteY11" fmla="*/ 783166 h 2231651"/>
                  <a:gd name="connsiteX12" fmla="*/ 423009 w 2235184"/>
                  <a:gd name="connsiteY12" fmla="*/ 305445 h 2231651"/>
                  <a:gd name="connsiteX13" fmla="*/ 431468 w 2235184"/>
                  <a:gd name="connsiteY13" fmla="*/ 193413 h 2231651"/>
                  <a:gd name="connsiteX14" fmla="*/ 293522 w 2235184"/>
                  <a:gd name="connsiteY14" fmla="*/ 186543 h 2231651"/>
                  <a:gd name="connsiteX15" fmla="*/ 42355 w 2235184"/>
                  <a:gd name="connsiteY15" fmla="*/ 840238 h 2231651"/>
                  <a:gd name="connsiteX16" fmla="*/ 412598 w 2235184"/>
                  <a:gd name="connsiteY16" fmla="*/ 1146741 h 2231651"/>
                  <a:gd name="connsiteX17" fmla="*/ 443181 w 2235184"/>
                  <a:gd name="connsiteY17" fmla="*/ 1632388 h 2231651"/>
                  <a:gd name="connsiteX18" fmla="*/ 978700 w 2235184"/>
                  <a:gd name="connsiteY18" fmla="*/ 1846939 h 2231651"/>
                  <a:gd name="connsiteX19" fmla="*/ 1211647 w 2235184"/>
                  <a:gd name="connsiteY19" fmla="*/ 2123319 h 2231651"/>
                  <a:gd name="connsiteX20" fmla="*/ 1635898 w 2235184"/>
                  <a:gd name="connsiteY20" fmla="*/ 2231652 h 2231651"/>
                  <a:gd name="connsiteX21" fmla="*/ 2045833 w 2235184"/>
                  <a:gd name="connsiteY21" fmla="*/ 2115921 h 2231651"/>
                  <a:gd name="connsiteX22" fmla="*/ 2235185 w 2235184"/>
                  <a:gd name="connsiteY22" fmla="*/ 1787752 h 2231651"/>
                  <a:gd name="connsiteX23" fmla="*/ 2235185 w 2235184"/>
                  <a:gd name="connsiteY23" fmla="*/ 0 h 2231651"/>
                  <a:gd name="connsiteX24" fmla="*/ 2137581 w 2235184"/>
                  <a:gd name="connsiteY24" fmla="*/ 26423 h 223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35184" h="2231651">
                    <a:moveTo>
                      <a:pt x="2137581" y="26423"/>
                    </a:moveTo>
                    <a:cubicBezTo>
                      <a:pt x="2101142" y="26423"/>
                      <a:pt x="2067306" y="16382"/>
                      <a:pt x="2039977" y="0"/>
                    </a:cubicBezTo>
                    <a:lnTo>
                      <a:pt x="2039977" y="1787224"/>
                    </a:lnTo>
                    <a:cubicBezTo>
                      <a:pt x="2039977" y="1972711"/>
                      <a:pt x="1831756" y="2072588"/>
                      <a:pt x="1635898" y="2072588"/>
                    </a:cubicBezTo>
                    <a:cubicBezTo>
                      <a:pt x="1538294" y="2072588"/>
                      <a:pt x="1216202" y="2048808"/>
                      <a:pt x="1149181" y="1744948"/>
                    </a:cubicBezTo>
                    <a:cubicBezTo>
                      <a:pt x="1144626" y="1723810"/>
                      <a:pt x="1129660" y="1705314"/>
                      <a:pt x="1108187" y="1693160"/>
                    </a:cubicBezTo>
                    <a:cubicBezTo>
                      <a:pt x="1086714" y="1681005"/>
                      <a:pt x="1060036" y="1676778"/>
                      <a:pt x="1034008" y="1681005"/>
                    </a:cubicBezTo>
                    <a:cubicBezTo>
                      <a:pt x="860274" y="1709542"/>
                      <a:pt x="696300" y="1657225"/>
                      <a:pt x="606504" y="1545193"/>
                    </a:cubicBezTo>
                    <a:cubicBezTo>
                      <a:pt x="510852" y="1425763"/>
                      <a:pt x="524517" y="1271984"/>
                      <a:pt x="644244" y="1134586"/>
                    </a:cubicBezTo>
                    <a:cubicBezTo>
                      <a:pt x="665066" y="1110277"/>
                      <a:pt x="667669" y="1078570"/>
                      <a:pt x="651402" y="1052148"/>
                    </a:cubicBezTo>
                    <a:cubicBezTo>
                      <a:pt x="634484" y="1025725"/>
                      <a:pt x="601299" y="1009343"/>
                      <a:pt x="564860" y="1009343"/>
                    </a:cubicBezTo>
                    <a:cubicBezTo>
                      <a:pt x="430817" y="1009343"/>
                      <a:pt x="284412" y="912108"/>
                      <a:pt x="224548" y="783166"/>
                    </a:cubicBezTo>
                    <a:cubicBezTo>
                      <a:pt x="180952" y="689101"/>
                      <a:pt x="148417" y="501501"/>
                      <a:pt x="423009" y="305445"/>
                    </a:cubicBezTo>
                    <a:cubicBezTo>
                      <a:pt x="463352" y="276380"/>
                      <a:pt x="467256" y="226177"/>
                      <a:pt x="431468" y="193413"/>
                    </a:cubicBezTo>
                    <a:cubicBezTo>
                      <a:pt x="395680" y="160649"/>
                      <a:pt x="333864" y="157479"/>
                      <a:pt x="293522" y="186543"/>
                    </a:cubicBezTo>
                    <a:cubicBezTo>
                      <a:pt x="29341" y="376786"/>
                      <a:pt x="-62407" y="614589"/>
                      <a:pt x="42355" y="840238"/>
                    </a:cubicBezTo>
                    <a:cubicBezTo>
                      <a:pt x="110027" y="985563"/>
                      <a:pt x="253179" y="1100237"/>
                      <a:pt x="412598" y="1146741"/>
                    </a:cubicBezTo>
                    <a:cubicBezTo>
                      <a:pt x="319549" y="1311089"/>
                      <a:pt x="328659" y="1489706"/>
                      <a:pt x="443181" y="1632388"/>
                    </a:cubicBezTo>
                    <a:cubicBezTo>
                      <a:pt x="560956" y="1779297"/>
                      <a:pt x="760067" y="1857508"/>
                      <a:pt x="978700" y="1846939"/>
                    </a:cubicBezTo>
                    <a:cubicBezTo>
                      <a:pt x="1020995" y="1961613"/>
                      <a:pt x="1100379" y="2056206"/>
                      <a:pt x="1211647" y="2123319"/>
                    </a:cubicBezTo>
                    <a:cubicBezTo>
                      <a:pt x="1328772" y="2194132"/>
                      <a:pt x="1475828" y="2231652"/>
                      <a:pt x="1635898" y="2231652"/>
                    </a:cubicBezTo>
                    <a:cubicBezTo>
                      <a:pt x="1789461" y="2231652"/>
                      <a:pt x="1935216" y="2190433"/>
                      <a:pt x="2045833" y="2115921"/>
                    </a:cubicBezTo>
                    <a:cubicBezTo>
                      <a:pt x="2168163" y="2033483"/>
                      <a:pt x="2235185" y="1917223"/>
                      <a:pt x="2235185" y="1787752"/>
                    </a:cubicBezTo>
                    <a:lnTo>
                      <a:pt x="2235185" y="0"/>
                    </a:lnTo>
                    <a:cubicBezTo>
                      <a:pt x="2207856" y="16911"/>
                      <a:pt x="2174020" y="26423"/>
                      <a:pt x="2137581" y="26423"/>
                    </a:cubicBezTo>
                    <a:close/>
                  </a:path>
                </a:pathLst>
              </a:custGeom>
              <a:grpFill/>
              <a:ln w="6507"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3D2B514D-A683-4C38-B9EE-83D5BB3A7056}"/>
                  </a:ext>
                </a:extLst>
              </p:cNvPr>
              <p:cNvSpPr/>
              <p:nvPr/>
            </p:nvSpPr>
            <p:spPr>
              <a:xfrm>
                <a:off x="4733485" y="3652454"/>
                <a:ext cx="1009610" cy="1898950"/>
              </a:xfrm>
              <a:custGeom>
                <a:avLst/>
                <a:gdLst>
                  <a:gd name="connsiteX0" fmla="*/ 944541 w 1009610"/>
                  <a:gd name="connsiteY0" fmla="*/ 431745 h 1898950"/>
                  <a:gd name="connsiteX1" fmla="*/ 569092 w 1009610"/>
                  <a:gd name="connsiteY1" fmla="*/ 431745 h 1898950"/>
                  <a:gd name="connsiteX2" fmla="*/ 429844 w 1009610"/>
                  <a:gd name="connsiteY2" fmla="*/ 0 h 1898950"/>
                  <a:gd name="connsiteX3" fmla="*/ 317275 w 1009610"/>
                  <a:gd name="connsiteY3" fmla="*/ 53902 h 1898950"/>
                  <a:gd name="connsiteX4" fmla="*/ 437653 w 1009610"/>
                  <a:gd name="connsiteY4" fmla="*/ 475078 h 1898950"/>
                  <a:gd name="connsiteX5" fmla="*/ 436351 w 1009610"/>
                  <a:gd name="connsiteY5" fmla="*/ 484590 h 1898950"/>
                  <a:gd name="connsiteX6" fmla="*/ 436351 w 1009610"/>
                  <a:gd name="connsiteY6" fmla="*/ 485647 h 1898950"/>
                  <a:gd name="connsiteX7" fmla="*/ 247651 w 1009610"/>
                  <a:gd name="connsiteY7" fmla="*/ 831783 h 1898950"/>
                  <a:gd name="connsiteX8" fmla="*/ 90183 w 1009610"/>
                  <a:gd name="connsiteY8" fmla="*/ 772068 h 1898950"/>
                  <a:gd name="connsiteX9" fmla="*/ 4943 w 1009610"/>
                  <a:gd name="connsiteY9" fmla="*/ 800605 h 1898950"/>
                  <a:gd name="connsiteX10" fmla="*/ 40080 w 1009610"/>
                  <a:gd name="connsiteY10" fmla="*/ 869832 h 1898950"/>
                  <a:gd name="connsiteX11" fmla="*/ 530051 w 1009610"/>
                  <a:gd name="connsiteY11" fmla="*/ 1275683 h 1898950"/>
                  <a:gd name="connsiteX12" fmla="*/ 496215 w 1009610"/>
                  <a:gd name="connsiteY12" fmla="*/ 1370804 h 1898950"/>
                  <a:gd name="connsiteX13" fmla="*/ 494263 w 1009610"/>
                  <a:gd name="connsiteY13" fmla="*/ 1373446 h 1898950"/>
                  <a:gd name="connsiteX14" fmla="*/ 249603 w 1009610"/>
                  <a:gd name="connsiteY14" fmla="*/ 1542023 h 1898950"/>
                  <a:gd name="connsiteX15" fmla="*/ 201452 w 1009610"/>
                  <a:gd name="connsiteY15" fmla="*/ 1605437 h 1898950"/>
                  <a:gd name="connsiteX16" fmla="*/ 279535 w 1009610"/>
                  <a:gd name="connsiteY16" fmla="*/ 1644542 h 1898950"/>
                  <a:gd name="connsiteX17" fmla="*/ 571695 w 1009610"/>
                  <a:gd name="connsiteY17" fmla="*/ 1472267 h 1898950"/>
                  <a:gd name="connsiteX18" fmla="*/ 823513 w 1009610"/>
                  <a:gd name="connsiteY18" fmla="*/ 1851167 h 1898950"/>
                  <a:gd name="connsiteX19" fmla="*/ 894438 w 1009610"/>
                  <a:gd name="connsiteY19" fmla="*/ 1898728 h 1898950"/>
                  <a:gd name="connsiteX20" fmla="*/ 953000 w 1009610"/>
                  <a:gd name="connsiteY20" fmla="*/ 1841126 h 1898950"/>
                  <a:gd name="connsiteX21" fmla="*/ 633511 w 1009610"/>
                  <a:gd name="connsiteY21" fmla="*/ 1377674 h 1898950"/>
                  <a:gd name="connsiteX22" fmla="*/ 660189 w 1009610"/>
                  <a:gd name="connsiteY22" fmla="*/ 1283081 h 1898950"/>
                  <a:gd name="connsiteX23" fmla="*/ 360220 w 1009610"/>
                  <a:gd name="connsiteY23" fmla="*/ 884628 h 1898950"/>
                  <a:gd name="connsiteX24" fmla="*/ 558031 w 1009610"/>
                  <a:gd name="connsiteY24" fmla="*/ 542192 h 1898950"/>
                  <a:gd name="connsiteX25" fmla="*/ 559332 w 1009610"/>
                  <a:gd name="connsiteY25" fmla="*/ 536907 h 1898950"/>
                  <a:gd name="connsiteX26" fmla="*/ 944541 w 1009610"/>
                  <a:gd name="connsiteY26" fmla="*/ 536907 h 1898950"/>
                  <a:gd name="connsiteX27" fmla="*/ 1009610 w 1009610"/>
                  <a:gd name="connsiteY27" fmla="*/ 484062 h 1898950"/>
                  <a:gd name="connsiteX28" fmla="*/ 944541 w 1009610"/>
                  <a:gd name="connsiteY28" fmla="*/ 431745 h 189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10" h="1898950">
                    <a:moveTo>
                      <a:pt x="944541" y="431745"/>
                    </a:moveTo>
                    <a:lnTo>
                      <a:pt x="569092" y="431745"/>
                    </a:lnTo>
                    <a:cubicBezTo>
                      <a:pt x="568442" y="300161"/>
                      <a:pt x="522243" y="157479"/>
                      <a:pt x="429844" y="0"/>
                    </a:cubicBezTo>
                    <a:cubicBezTo>
                      <a:pt x="395358" y="22195"/>
                      <a:pt x="357618" y="40162"/>
                      <a:pt x="317275" y="53902"/>
                    </a:cubicBezTo>
                    <a:cubicBezTo>
                      <a:pt x="418132" y="227763"/>
                      <a:pt x="447413" y="364103"/>
                      <a:pt x="437653" y="475078"/>
                    </a:cubicBezTo>
                    <a:cubicBezTo>
                      <a:pt x="437002" y="478249"/>
                      <a:pt x="436351" y="481420"/>
                      <a:pt x="436351" y="484590"/>
                    </a:cubicBezTo>
                    <a:cubicBezTo>
                      <a:pt x="436351" y="485119"/>
                      <a:pt x="436351" y="485119"/>
                      <a:pt x="436351" y="485647"/>
                    </a:cubicBezTo>
                    <a:cubicBezTo>
                      <a:pt x="419433" y="640484"/>
                      <a:pt x="325734" y="744589"/>
                      <a:pt x="247651" y="831783"/>
                    </a:cubicBezTo>
                    <a:cubicBezTo>
                      <a:pt x="200150" y="811702"/>
                      <a:pt x="148095" y="791621"/>
                      <a:pt x="90183" y="772068"/>
                    </a:cubicBezTo>
                    <a:cubicBezTo>
                      <a:pt x="56998" y="760971"/>
                      <a:pt x="18607" y="773653"/>
                      <a:pt x="4943" y="800605"/>
                    </a:cubicBezTo>
                    <a:cubicBezTo>
                      <a:pt x="-8722" y="827556"/>
                      <a:pt x="6895" y="858734"/>
                      <a:pt x="40080" y="869832"/>
                    </a:cubicBezTo>
                    <a:cubicBezTo>
                      <a:pt x="370631" y="980807"/>
                      <a:pt x="544366" y="1124546"/>
                      <a:pt x="530051" y="1275683"/>
                    </a:cubicBezTo>
                    <a:cubicBezTo>
                      <a:pt x="526797" y="1308975"/>
                      <a:pt x="514434" y="1341211"/>
                      <a:pt x="496215" y="1370804"/>
                    </a:cubicBezTo>
                    <a:cubicBezTo>
                      <a:pt x="495564" y="1371861"/>
                      <a:pt x="494914" y="1372389"/>
                      <a:pt x="494263" y="1373446"/>
                    </a:cubicBezTo>
                    <a:cubicBezTo>
                      <a:pt x="438303" y="1461169"/>
                      <a:pt x="329638" y="1526697"/>
                      <a:pt x="249603" y="1542023"/>
                    </a:cubicBezTo>
                    <a:cubicBezTo>
                      <a:pt x="214466" y="1548892"/>
                      <a:pt x="192993" y="1577429"/>
                      <a:pt x="201452" y="1605437"/>
                    </a:cubicBezTo>
                    <a:cubicBezTo>
                      <a:pt x="209911" y="1633973"/>
                      <a:pt x="245048" y="1651412"/>
                      <a:pt x="279535" y="1644542"/>
                    </a:cubicBezTo>
                    <a:cubicBezTo>
                      <a:pt x="383645" y="1624461"/>
                      <a:pt x="496215" y="1559990"/>
                      <a:pt x="571695" y="1472267"/>
                    </a:cubicBezTo>
                    <a:cubicBezTo>
                      <a:pt x="705087" y="1552063"/>
                      <a:pt x="798786" y="1640843"/>
                      <a:pt x="823513" y="1851167"/>
                    </a:cubicBezTo>
                    <a:cubicBezTo>
                      <a:pt x="826766" y="1880232"/>
                      <a:pt x="858650" y="1901370"/>
                      <a:pt x="894438" y="1898728"/>
                    </a:cubicBezTo>
                    <a:cubicBezTo>
                      <a:pt x="930226" y="1896085"/>
                      <a:pt x="956254" y="1870191"/>
                      <a:pt x="953000" y="1841126"/>
                    </a:cubicBezTo>
                    <a:cubicBezTo>
                      <a:pt x="922418" y="1582185"/>
                      <a:pt x="788375" y="1468568"/>
                      <a:pt x="633511" y="1377674"/>
                    </a:cubicBezTo>
                    <a:cubicBezTo>
                      <a:pt x="647175" y="1347552"/>
                      <a:pt x="656936" y="1315845"/>
                      <a:pt x="660189" y="1283081"/>
                    </a:cubicBezTo>
                    <a:cubicBezTo>
                      <a:pt x="671251" y="1172635"/>
                      <a:pt x="619846" y="1023611"/>
                      <a:pt x="360220" y="884628"/>
                    </a:cubicBezTo>
                    <a:cubicBezTo>
                      <a:pt x="433098" y="803775"/>
                      <a:pt x="526797" y="694386"/>
                      <a:pt x="558031" y="542192"/>
                    </a:cubicBezTo>
                    <a:cubicBezTo>
                      <a:pt x="558681" y="540606"/>
                      <a:pt x="558681" y="538492"/>
                      <a:pt x="559332" y="536907"/>
                    </a:cubicBezTo>
                    <a:lnTo>
                      <a:pt x="944541" y="536907"/>
                    </a:lnTo>
                    <a:cubicBezTo>
                      <a:pt x="980329" y="536907"/>
                      <a:pt x="1009610" y="513127"/>
                      <a:pt x="1009610" y="484062"/>
                    </a:cubicBezTo>
                    <a:cubicBezTo>
                      <a:pt x="1009610" y="455525"/>
                      <a:pt x="980980" y="431745"/>
                      <a:pt x="944541" y="431745"/>
                    </a:cubicBezTo>
                    <a:close/>
                  </a:path>
                </a:pathLst>
              </a:custGeom>
              <a:grpFill/>
              <a:ln w="6507" cap="flat">
                <a:noFill/>
                <a:prstDash val="solid"/>
                <a:miter/>
              </a:ln>
            </p:spPr>
            <p:txBody>
              <a:bodyPr rtlCol="0" anchor="ctr"/>
              <a:lstStyle/>
              <a:p>
                <a:endParaRPr lang="en-US"/>
              </a:p>
            </p:txBody>
          </p:sp>
        </p:grpSp>
        <p:grpSp>
          <p:nvGrpSpPr>
            <p:cNvPr id="21" name="Graphic 10">
              <a:extLst>
                <a:ext uri="{FF2B5EF4-FFF2-40B4-BE49-F238E27FC236}">
                  <a16:creationId xmlns:a16="http://schemas.microsoft.com/office/drawing/2014/main" id="{F9B3BF25-CFB4-4190-902F-4DE82AB9AD96}"/>
                </a:ext>
              </a:extLst>
            </p:cNvPr>
            <p:cNvGrpSpPr/>
            <p:nvPr/>
          </p:nvGrpSpPr>
          <p:grpSpPr>
            <a:xfrm>
              <a:off x="6429575" y="4088955"/>
              <a:ext cx="2235229" cy="1939418"/>
              <a:chOff x="6429575" y="4088955"/>
              <a:chExt cx="2235229" cy="1939418"/>
            </a:xfrm>
            <a:gradFill flip="none" rotWithShape="1">
              <a:gsLst>
                <a:gs pos="0">
                  <a:schemeClr val="accent2"/>
                </a:gs>
                <a:gs pos="100000">
                  <a:schemeClr val="accent3"/>
                </a:gs>
              </a:gsLst>
              <a:lin ang="2700000" scaled="1"/>
              <a:tileRect/>
            </a:gradFill>
          </p:grpSpPr>
          <p:sp>
            <p:nvSpPr>
              <p:cNvPr id="22" name="Freeform: Shape 21">
                <a:extLst>
                  <a:ext uri="{FF2B5EF4-FFF2-40B4-BE49-F238E27FC236}">
                    <a16:creationId xmlns:a16="http://schemas.microsoft.com/office/drawing/2014/main" id="{151D9CC6-87E5-4DA7-B7AE-06151FBAC5BA}"/>
                  </a:ext>
                </a:extLst>
              </p:cNvPr>
              <p:cNvSpPr/>
              <p:nvPr/>
            </p:nvSpPr>
            <p:spPr>
              <a:xfrm>
                <a:off x="6429575" y="4088955"/>
                <a:ext cx="2235229" cy="1939418"/>
              </a:xfrm>
              <a:custGeom>
                <a:avLst/>
                <a:gdLst>
                  <a:gd name="connsiteX0" fmla="*/ 1967690 w 2235229"/>
                  <a:gd name="connsiteY0" fmla="*/ 63943 h 1939418"/>
                  <a:gd name="connsiteX1" fmla="*/ 1898717 w 2235229"/>
                  <a:gd name="connsiteY1" fmla="*/ 85609 h 1939418"/>
                  <a:gd name="connsiteX2" fmla="*/ 2009985 w 2235229"/>
                  <a:gd name="connsiteY2" fmla="*/ 492517 h 1939418"/>
                  <a:gd name="connsiteX3" fmla="*/ 1669674 w 2235229"/>
                  <a:gd name="connsiteY3" fmla="*/ 718695 h 1939418"/>
                  <a:gd name="connsiteX4" fmla="*/ 1583132 w 2235229"/>
                  <a:gd name="connsiteY4" fmla="*/ 761499 h 1939418"/>
                  <a:gd name="connsiteX5" fmla="*/ 1590290 w 2235229"/>
                  <a:gd name="connsiteY5" fmla="*/ 843938 h 1939418"/>
                  <a:gd name="connsiteX6" fmla="*/ 1628030 w 2235229"/>
                  <a:gd name="connsiteY6" fmla="*/ 1254544 h 1939418"/>
                  <a:gd name="connsiteX7" fmla="*/ 1200526 w 2235229"/>
                  <a:gd name="connsiteY7" fmla="*/ 1390357 h 1939418"/>
                  <a:gd name="connsiteX8" fmla="*/ 1126347 w 2235229"/>
                  <a:gd name="connsiteY8" fmla="*/ 1402511 h 1939418"/>
                  <a:gd name="connsiteX9" fmla="*/ 1085353 w 2235229"/>
                  <a:gd name="connsiteY9" fmla="*/ 1454300 h 1939418"/>
                  <a:gd name="connsiteX10" fmla="*/ 598636 w 2235229"/>
                  <a:gd name="connsiteY10" fmla="*/ 1781940 h 1939418"/>
                  <a:gd name="connsiteX11" fmla="*/ 195207 w 2235229"/>
                  <a:gd name="connsiteY11" fmla="*/ 1496576 h 1939418"/>
                  <a:gd name="connsiteX12" fmla="*/ 195207 w 2235229"/>
                  <a:gd name="connsiteY12" fmla="*/ 426989 h 1939418"/>
                  <a:gd name="connsiteX13" fmla="*/ 97604 w 2235229"/>
                  <a:gd name="connsiteY13" fmla="*/ 347721 h 1939418"/>
                  <a:gd name="connsiteX14" fmla="*/ 0 w 2235229"/>
                  <a:gd name="connsiteY14" fmla="*/ 426989 h 1939418"/>
                  <a:gd name="connsiteX15" fmla="*/ 0 w 2235229"/>
                  <a:gd name="connsiteY15" fmla="*/ 1495519 h 1939418"/>
                  <a:gd name="connsiteX16" fmla="*/ 189351 w 2235229"/>
                  <a:gd name="connsiteY16" fmla="*/ 1823687 h 1939418"/>
                  <a:gd name="connsiteX17" fmla="*/ 599287 w 2235229"/>
                  <a:gd name="connsiteY17" fmla="*/ 1939418 h 1939418"/>
                  <a:gd name="connsiteX18" fmla="*/ 1256485 w 2235229"/>
                  <a:gd name="connsiteY18" fmla="*/ 1554705 h 1939418"/>
                  <a:gd name="connsiteX19" fmla="*/ 1792004 w 2235229"/>
                  <a:gd name="connsiteY19" fmla="*/ 1340154 h 1939418"/>
                  <a:gd name="connsiteX20" fmla="*/ 1822586 w 2235229"/>
                  <a:gd name="connsiteY20" fmla="*/ 854507 h 1939418"/>
                  <a:gd name="connsiteX21" fmla="*/ 2192830 w 2235229"/>
                  <a:gd name="connsiteY21" fmla="*/ 548004 h 1939418"/>
                  <a:gd name="connsiteX22" fmla="*/ 2064644 w 2235229"/>
                  <a:gd name="connsiteY22" fmla="*/ 0 h 1939418"/>
                  <a:gd name="connsiteX23" fmla="*/ 1967690 w 2235229"/>
                  <a:gd name="connsiteY23" fmla="*/ 63943 h 1939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235229" h="1939418">
                    <a:moveTo>
                      <a:pt x="1967690" y="63943"/>
                    </a:moveTo>
                    <a:cubicBezTo>
                      <a:pt x="1946869" y="75569"/>
                      <a:pt x="1922793" y="82967"/>
                      <a:pt x="1898717" y="85609"/>
                    </a:cubicBezTo>
                    <a:cubicBezTo>
                      <a:pt x="2078308" y="255242"/>
                      <a:pt x="2048376" y="409550"/>
                      <a:pt x="2009985" y="492517"/>
                    </a:cubicBezTo>
                    <a:cubicBezTo>
                      <a:pt x="1950122" y="621459"/>
                      <a:pt x="1803717" y="718695"/>
                      <a:pt x="1669674" y="718695"/>
                    </a:cubicBezTo>
                    <a:cubicBezTo>
                      <a:pt x="1633235" y="718695"/>
                      <a:pt x="1600050" y="735076"/>
                      <a:pt x="1583132" y="761499"/>
                    </a:cubicBezTo>
                    <a:cubicBezTo>
                      <a:pt x="1566214" y="787922"/>
                      <a:pt x="1568817" y="819629"/>
                      <a:pt x="1590290" y="843938"/>
                    </a:cubicBezTo>
                    <a:cubicBezTo>
                      <a:pt x="1710017" y="981335"/>
                      <a:pt x="1723681" y="1134586"/>
                      <a:pt x="1628030" y="1254544"/>
                    </a:cubicBezTo>
                    <a:cubicBezTo>
                      <a:pt x="1538234" y="1366576"/>
                      <a:pt x="1374911" y="1418365"/>
                      <a:pt x="1200526" y="1390357"/>
                    </a:cubicBezTo>
                    <a:cubicBezTo>
                      <a:pt x="1174498" y="1386129"/>
                      <a:pt x="1147819" y="1390357"/>
                      <a:pt x="1126347" y="1402511"/>
                    </a:cubicBezTo>
                    <a:cubicBezTo>
                      <a:pt x="1104874" y="1414666"/>
                      <a:pt x="1089908" y="1433161"/>
                      <a:pt x="1085353" y="1454300"/>
                    </a:cubicBezTo>
                    <a:cubicBezTo>
                      <a:pt x="1032647" y="1695802"/>
                      <a:pt x="799049" y="1781940"/>
                      <a:pt x="598636" y="1781940"/>
                    </a:cubicBezTo>
                    <a:cubicBezTo>
                      <a:pt x="402778" y="1781940"/>
                      <a:pt x="195207" y="1682062"/>
                      <a:pt x="195207" y="1496576"/>
                    </a:cubicBezTo>
                    <a:lnTo>
                      <a:pt x="195207" y="426989"/>
                    </a:lnTo>
                    <a:cubicBezTo>
                      <a:pt x="195207" y="383128"/>
                      <a:pt x="151611" y="347721"/>
                      <a:pt x="97604" y="347721"/>
                    </a:cubicBezTo>
                    <a:cubicBezTo>
                      <a:pt x="43596" y="347721"/>
                      <a:pt x="0" y="383128"/>
                      <a:pt x="0" y="426989"/>
                    </a:cubicBezTo>
                    <a:lnTo>
                      <a:pt x="0" y="1495519"/>
                    </a:lnTo>
                    <a:cubicBezTo>
                      <a:pt x="0" y="1624461"/>
                      <a:pt x="67021" y="1741249"/>
                      <a:pt x="189351" y="1823687"/>
                    </a:cubicBezTo>
                    <a:cubicBezTo>
                      <a:pt x="299969" y="1898199"/>
                      <a:pt x="445724" y="1939418"/>
                      <a:pt x="599287" y="1939418"/>
                    </a:cubicBezTo>
                    <a:cubicBezTo>
                      <a:pt x="845899" y="1939418"/>
                      <a:pt x="1153025" y="1836898"/>
                      <a:pt x="1256485" y="1554705"/>
                    </a:cubicBezTo>
                    <a:cubicBezTo>
                      <a:pt x="1475117" y="1565274"/>
                      <a:pt x="1674229" y="1487063"/>
                      <a:pt x="1792004" y="1340154"/>
                    </a:cubicBezTo>
                    <a:cubicBezTo>
                      <a:pt x="1906526" y="1196943"/>
                      <a:pt x="1915635" y="1018855"/>
                      <a:pt x="1822586" y="854507"/>
                    </a:cubicBezTo>
                    <a:cubicBezTo>
                      <a:pt x="1982006" y="808003"/>
                      <a:pt x="2125809" y="693329"/>
                      <a:pt x="2192830" y="548004"/>
                    </a:cubicBezTo>
                    <a:cubicBezTo>
                      <a:pt x="2279372" y="362518"/>
                      <a:pt x="2231871" y="168576"/>
                      <a:pt x="2064644" y="0"/>
                    </a:cubicBezTo>
                    <a:cubicBezTo>
                      <a:pt x="2034061" y="23780"/>
                      <a:pt x="2001527" y="44918"/>
                      <a:pt x="1967690" y="63943"/>
                    </a:cubicBezTo>
                    <a:close/>
                  </a:path>
                </a:pathLst>
              </a:custGeom>
              <a:grpFill/>
              <a:ln w="6507"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DCF97DBD-594F-4ED9-BB98-FEFF08EC7D23}"/>
                  </a:ext>
                </a:extLst>
              </p:cNvPr>
              <p:cNvSpPr/>
              <p:nvPr/>
            </p:nvSpPr>
            <p:spPr>
              <a:xfrm>
                <a:off x="6994751" y="4420508"/>
                <a:ext cx="953274" cy="1131424"/>
              </a:xfrm>
              <a:custGeom>
                <a:avLst/>
                <a:gdLst>
                  <a:gd name="connsiteX0" fmla="*/ 948332 w 953274"/>
                  <a:gd name="connsiteY0" fmla="*/ 32551 h 1131424"/>
                  <a:gd name="connsiteX1" fmla="*/ 863091 w 953274"/>
                  <a:gd name="connsiteY1" fmla="*/ 4014 h 1131424"/>
                  <a:gd name="connsiteX2" fmla="*/ 293086 w 953274"/>
                  <a:gd name="connsiteY2" fmla="*/ 515556 h 1131424"/>
                  <a:gd name="connsiteX3" fmla="*/ 319764 w 953274"/>
                  <a:gd name="connsiteY3" fmla="*/ 610149 h 1131424"/>
                  <a:gd name="connsiteX4" fmla="*/ 275 w 953274"/>
                  <a:gd name="connsiteY4" fmla="*/ 1073601 h 1131424"/>
                  <a:gd name="connsiteX5" fmla="*/ 58837 w 953274"/>
                  <a:gd name="connsiteY5" fmla="*/ 1131202 h 1131424"/>
                  <a:gd name="connsiteX6" fmla="*/ 129762 w 953274"/>
                  <a:gd name="connsiteY6" fmla="*/ 1083641 h 1131424"/>
                  <a:gd name="connsiteX7" fmla="*/ 381580 w 953274"/>
                  <a:gd name="connsiteY7" fmla="*/ 704741 h 1131424"/>
                  <a:gd name="connsiteX8" fmla="*/ 673740 w 953274"/>
                  <a:gd name="connsiteY8" fmla="*/ 877017 h 1131424"/>
                  <a:gd name="connsiteX9" fmla="*/ 751823 w 953274"/>
                  <a:gd name="connsiteY9" fmla="*/ 837911 h 1131424"/>
                  <a:gd name="connsiteX10" fmla="*/ 703672 w 953274"/>
                  <a:gd name="connsiteY10" fmla="*/ 774497 h 1131424"/>
                  <a:gd name="connsiteX11" fmla="*/ 459012 w 953274"/>
                  <a:gd name="connsiteY11" fmla="*/ 605921 h 1131424"/>
                  <a:gd name="connsiteX12" fmla="*/ 457060 w 953274"/>
                  <a:gd name="connsiteY12" fmla="*/ 603279 h 1131424"/>
                  <a:gd name="connsiteX13" fmla="*/ 423224 w 953274"/>
                  <a:gd name="connsiteY13" fmla="*/ 508157 h 1131424"/>
                  <a:gd name="connsiteX14" fmla="*/ 913195 w 953274"/>
                  <a:gd name="connsiteY14" fmla="*/ 102306 h 1131424"/>
                  <a:gd name="connsiteX15" fmla="*/ 948332 w 953274"/>
                  <a:gd name="connsiteY15" fmla="*/ 32551 h 1131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3274" h="1131424">
                    <a:moveTo>
                      <a:pt x="948332" y="32551"/>
                    </a:moveTo>
                    <a:cubicBezTo>
                      <a:pt x="934667" y="5600"/>
                      <a:pt x="896276" y="-7083"/>
                      <a:pt x="863091" y="4014"/>
                    </a:cubicBezTo>
                    <a:cubicBezTo>
                      <a:pt x="366614" y="170477"/>
                      <a:pt x="279421" y="374459"/>
                      <a:pt x="293086" y="515556"/>
                    </a:cubicBezTo>
                    <a:cubicBezTo>
                      <a:pt x="296339" y="547791"/>
                      <a:pt x="305449" y="579498"/>
                      <a:pt x="319764" y="610149"/>
                    </a:cubicBezTo>
                    <a:cubicBezTo>
                      <a:pt x="164899" y="701042"/>
                      <a:pt x="30206" y="814659"/>
                      <a:pt x="275" y="1073601"/>
                    </a:cubicBezTo>
                    <a:cubicBezTo>
                      <a:pt x="-2979" y="1102666"/>
                      <a:pt x="23049" y="1128560"/>
                      <a:pt x="58837" y="1131202"/>
                    </a:cubicBezTo>
                    <a:cubicBezTo>
                      <a:pt x="94625" y="1133844"/>
                      <a:pt x="126509" y="1112706"/>
                      <a:pt x="129762" y="1083641"/>
                    </a:cubicBezTo>
                    <a:cubicBezTo>
                      <a:pt x="154488" y="873318"/>
                      <a:pt x="248188" y="784538"/>
                      <a:pt x="381580" y="704741"/>
                    </a:cubicBezTo>
                    <a:cubicBezTo>
                      <a:pt x="457711" y="792465"/>
                      <a:pt x="570280" y="856935"/>
                      <a:pt x="673740" y="877017"/>
                    </a:cubicBezTo>
                    <a:cubicBezTo>
                      <a:pt x="708877" y="883887"/>
                      <a:pt x="744015" y="865919"/>
                      <a:pt x="751823" y="837911"/>
                    </a:cubicBezTo>
                    <a:cubicBezTo>
                      <a:pt x="760282" y="809375"/>
                      <a:pt x="738159" y="780839"/>
                      <a:pt x="703672" y="774497"/>
                    </a:cubicBezTo>
                    <a:cubicBezTo>
                      <a:pt x="622986" y="759172"/>
                      <a:pt x="514971" y="693644"/>
                      <a:pt x="459012" y="605921"/>
                    </a:cubicBezTo>
                    <a:cubicBezTo>
                      <a:pt x="458361" y="604864"/>
                      <a:pt x="457711" y="604335"/>
                      <a:pt x="457060" y="603279"/>
                    </a:cubicBezTo>
                    <a:cubicBezTo>
                      <a:pt x="438841" y="573685"/>
                      <a:pt x="426477" y="541450"/>
                      <a:pt x="423224" y="508157"/>
                    </a:cubicBezTo>
                    <a:cubicBezTo>
                      <a:pt x="408258" y="357548"/>
                      <a:pt x="581993" y="213281"/>
                      <a:pt x="913195" y="102306"/>
                    </a:cubicBezTo>
                    <a:cubicBezTo>
                      <a:pt x="946380" y="90680"/>
                      <a:pt x="961997" y="59502"/>
                      <a:pt x="948332" y="32551"/>
                    </a:cubicBezTo>
                    <a:close/>
                  </a:path>
                </a:pathLst>
              </a:custGeom>
              <a:grpFill/>
              <a:ln w="6507"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4A73266F-B08B-4884-B721-3ED32C32BBD1}"/>
                  </a:ext>
                </a:extLst>
              </p:cNvPr>
              <p:cNvSpPr/>
              <p:nvPr/>
            </p:nvSpPr>
            <p:spPr>
              <a:xfrm>
                <a:off x="6689201" y="4752153"/>
                <a:ext cx="260927" cy="105699"/>
              </a:xfrm>
              <a:custGeom>
                <a:avLst/>
                <a:gdLst>
                  <a:gd name="connsiteX0" fmla="*/ 195858 w 260927"/>
                  <a:gd name="connsiteY0" fmla="*/ 9 h 105699"/>
                  <a:gd name="connsiteX1" fmla="*/ 0 w 260927"/>
                  <a:gd name="connsiteY1" fmla="*/ 9 h 105699"/>
                  <a:gd name="connsiteX2" fmla="*/ 0 w 260927"/>
                  <a:gd name="connsiteY2" fmla="*/ 105699 h 105699"/>
                  <a:gd name="connsiteX3" fmla="*/ 195858 w 260927"/>
                  <a:gd name="connsiteY3" fmla="*/ 105699 h 105699"/>
                  <a:gd name="connsiteX4" fmla="*/ 260927 w 260927"/>
                  <a:gd name="connsiteY4" fmla="*/ 52854 h 105699"/>
                  <a:gd name="connsiteX5" fmla="*/ 195858 w 260927"/>
                  <a:gd name="connsiteY5" fmla="*/ 9 h 105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927" h="105699">
                    <a:moveTo>
                      <a:pt x="195858" y="9"/>
                    </a:moveTo>
                    <a:lnTo>
                      <a:pt x="0" y="9"/>
                    </a:lnTo>
                    <a:lnTo>
                      <a:pt x="0" y="105699"/>
                    </a:lnTo>
                    <a:lnTo>
                      <a:pt x="195858" y="105699"/>
                    </a:lnTo>
                    <a:cubicBezTo>
                      <a:pt x="231646" y="105699"/>
                      <a:pt x="260927" y="81919"/>
                      <a:pt x="260927" y="52854"/>
                    </a:cubicBezTo>
                    <a:cubicBezTo>
                      <a:pt x="260927" y="23260"/>
                      <a:pt x="231646" y="-520"/>
                      <a:pt x="195858" y="9"/>
                    </a:cubicBezTo>
                    <a:close/>
                  </a:path>
                </a:pathLst>
              </a:custGeom>
              <a:grpFill/>
              <a:ln w="6507" cap="flat">
                <a:noFill/>
                <a:prstDash val="solid"/>
                <a:miter/>
              </a:ln>
            </p:spPr>
            <p:txBody>
              <a:bodyPr rtlCol="0" anchor="ctr"/>
              <a:lstStyle/>
              <a:p>
                <a:endParaRPr lang="en-US"/>
              </a:p>
            </p:txBody>
          </p:sp>
        </p:grpSp>
        <p:grpSp>
          <p:nvGrpSpPr>
            <p:cNvPr id="25" name="Graphic 10">
              <a:extLst>
                <a:ext uri="{FF2B5EF4-FFF2-40B4-BE49-F238E27FC236}">
                  <a16:creationId xmlns:a16="http://schemas.microsoft.com/office/drawing/2014/main" id="{F9B3BF25-CFB4-4190-902F-4DE82AB9AD96}"/>
                </a:ext>
              </a:extLst>
            </p:cNvPr>
            <p:cNvGrpSpPr/>
            <p:nvPr/>
          </p:nvGrpSpPr>
          <p:grpSpPr>
            <a:xfrm>
              <a:off x="6428925" y="1960880"/>
              <a:ext cx="2284807" cy="2533925"/>
              <a:chOff x="6428925" y="1960880"/>
              <a:chExt cx="2284807" cy="2533925"/>
            </a:xfrm>
            <a:gradFill flip="none" rotWithShape="1">
              <a:gsLst>
                <a:gs pos="0">
                  <a:schemeClr val="accent1"/>
                </a:gs>
                <a:gs pos="100000">
                  <a:schemeClr val="accent2"/>
                </a:gs>
              </a:gsLst>
              <a:lin ang="2700000" scaled="1"/>
              <a:tileRect/>
            </a:gradFill>
          </p:grpSpPr>
          <p:sp>
            <p:nvSpPr>
              <p:cNvPr id="26" name="Freeform: Shape 25">
                <a:extLst>
                  <a:ext uri="{FF2B5EF4-FFF2-40B4-BE49-F238E27FC236}">
                    <a16:creationId xmlns:a16="http://schemas.microsoft.com/office/drawing/2014/main" id="{CB460CE0-3C7C-4CC7-9453-48B76AE6B389}"/>
                  </a:ext>
                </a:extLst>
              </p:cNvPr>
              <p:cNvSpPr/>
              <p:nvPr/>
            </p:nvSpPr>
            <p:spPr>
              <a:xfrm>
                <a:off x="6428925" y="1960880"/>
                <a:ext cx="2284807" cy="2449902"/>
              </a:xfrm>
              <a:custGeom>
                <a:avLst/>
                <a:gdLst>
                  <a:gd name="connsiteX0" fmla="*/ 2277420 w 2284807"/>
                  <a:gd name="connsiteY0" fmla="*/ 1504502 h 2449902"/>
                  <a:gd name="connsiteX1" fmla="*/ 1747106 w 2284807"/>
                  <a:gd name="connsiteY1" fmla="*/ 998245 h 2449902"/>
                  <a:gd name="connsiteX2" fmla="*/ 1629982 w 2284807"/>
                  <a:gd name="connsiteY2" fmla="*/ 551704 h 2449902"/>
                  <a:gd name="connsiteX3" fmla="*/ 1077545 w 2284807"/>
                  <a:gd name="connsiteY3" fmla="*/ 370973 h 2449902"/>
                  <a:gd name="connsiteX4" fmla="*/ 528361 w 2284807"/>
                  <a:gd name="connsiteY4" fmla="*/ 0 h 2449902"/>
                  <a:gd name="connsiteX5" fmla="*/ 154864 w 2284807"/>
                  <a:gd name="connsiteY5" fmla="*/ 125772 h 2449902"/>
                  <a:gd name="connsiteX6" fmla="*/ 0 w 2284807"/>
                  <a:gd name="connsiteY6" fmla="*/ 429631 h 2449902"/>
                  <a:gd name="connsiteX7" fmla="*/ 0 w 2284807"/>
                  <a:gd name="connsiteY7" fmla="*/ 2449903 h 2449902"/>
                  <a:gd name="connsiteX8" fmla="*/ 97604 w 2284807"/>
                  <a:gd name="connsiteY8" fmla="*/ 2423480 h 2449902"/>
                  <a:gd name="connsiteX9" fmla="*/ 195207 w 2284807"/>
                  <a:gd name="connsiteY9" fmla="*/ 2449903 h 2449902"/>
                  <a:gd name="connsiteX10" fmla="*/ 195207 w 2284807"/>
                  <a:gd name="connsiteY10" fmla="*/ 429103 h 2449902"/>
                  <a:gd name="connsiteX11" fmla="*/ 292811 w 2284807"/>
                  <a:gd name="connsiteY11" fmla="*/ 237803 h 2449902"/>
                  <a:gd name="connsiteX12" fmla="*/ 528361 w 2284807"/>
                  <a:gd name="connsiteY12" fmla="*/ 158536 h 2449902"/>
                  <a:gd name="connsiteX13" fmla="*/ 892098 w 2284807"/>
                  <a:gd name="connsiteY13" fmla="*/ 453412 h 2449902"/>
                  <a:gd name="connsiteX14" fmla="*/ 923982 w 2284807"/>
                  <a:gd name="connsiteY14" fmla="*/ 512070 h 2449902"/>
                  <a:gd name="connsiteX15" fmla="*/ 998811 w 2284807"/>
                  <a:gd name="connsiteY15" fmla="*/ 532151 h 2449902"/>
                  <a:gd name="connsiteX16" fmla="*/ 1479022 w 2284807"/>
                  <a:gd name="connsiteY16" fmla="*/ 651581 h 2449902"/>
                  <a:gd name="connsiteX17" fmla="*/ 1538234 w 2284807"/>
                  <a:gd name="connsiteY17" fmla="*/ 1025197 h 2449902"/>
                  <a:gd name="connsiteX18" fmla="*/ 1601352 w 2284807"/>
                  <a:gd name="connsiteY18" fmla="*/ 1122960 h 2449902"/>
                  <a:gd name="connsiteX19" fmla="*/ 2084165 w 2284807"/>
                  <a:gd name="connsiteY19" fmla="*/ 1526697 h 2449902"/>
                  <a:gd name="connsiteX20" fmla="*/ 1821285 w 2284807"/>
                  <a:gd name="connsiteY20" fmla="*/ 2018158 h 2449902"/>
                  <a:gd name="connsiteX21" fmla="*/ 1795908 w 2284807"/>
                  <a:gd name="connsiteY21" fmla="*/ 2128604 h 2449902"/>
                  <a:gd name="connsiteX22" fmla="*/ 1931903 w 2284807"/>
                  <a:gd name="connsiteY22" fmla="*/ 2149214 h 2449902"/>
                  <a:gd name="connsiteX23" fmla="*/ 2277420 w 2284807"/>
                  <a:gd name="connsiteY23" fmla="*/ 1504502 h 2449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284807" h="2449902">
                    <a:moveTo>
                      <a:pt x="2277420" y="1504502"/>
                    </a:moveTo>
                    <a:cubicBezTo>
                      <a:pt x="2253995" y="1369747"/>
                      <a:pt x="2152487" y="1132472"/>
                      <a:pt x="1747106" y="998245"/>
                    </a:cubicBezTo>
                    <a:cubicBezTo>
                      <a:pt x="1788100" y="826499"/>
                      <a:pt x="1747106" y="666906"/>
                      <a:pt x="1629982" y="551704"/>
                    </a:cubicBezTo>
                    <a:cubicBezTo>
                      <a:pt x="1508953" y="432274"/>
                      <a:pt x="1315047" y="369388"/>
                      <a:pt x="1077545" y="370973"/>
                    </a:cubicBezTo>
                    <a:cubicBezTo>
                      <a:pt x="1027442" y="162763"/>
                      <a:pt x="796446" y="0"/>
                      <a:pt x="528361" y="0"/>
                    </a:cubicBezTo>
                    <a:cubicBezTo>
                      <a:pt x="387161" y="0"/>
                      <a:pt x="254420" y="44390"/>
                      <a:pt x="154864" y="125772"/>
                    </a:cubicBezTo>
                    <a:cubicBezTo>
                      <a:pt x="55309" y="206625"/>
                      <a:pt x="0" y="314429"/>
                      <a:pt x="0" y="429631"/>
                    </a:cubicBezTo>
                    <a:lnTo>
                      <a:pt x="0" y="2449903"/>
                    </a:lnTo>
                    <a:cubicBezTo>
                      <a:pt x="27329" y="2433521"/>
                      <a:pt x="61165" y="2423480"/>
                      <a:pt x="97604" y="2423480"/>
                    </a:cubicBezTo>
                    <a:cubicBezTo>
                      <a:pt x="134042" y="2423480"/>
                      <a:pt x="167878" y="2433521"/>
                      <a:pt x="195207" y="2449903"/>
                    </a:cubicBezTo>
                    <a:lnTo>
                      <a:pt x="195207" y="429103"/>
                    </a:lnTo>
                    <a:cubicBezTo>
                      <a:pt x="195207" y="356705"/>
                      <a:pt x="229694" y="288535"/>
                      <a:pt x="292811" y="237803"/>
                    </a:cubicBezTo>
                    <a:cubicBezTo>
                      <a:pt x="355928" y="186543"/>
                      <a:pt x="439217" y="158536"/>
                      <a:pt x="528361" y="158536"/>
                    </a:cubicBezTo>
                    <a:cubicBezTo>
                      <a:pt x="704048" y="158536"/>
                      <a:pt x="892098" y="276909"/>
                      <a:pt x="892098" y="453412"/>
                    </a:cubicBezTo>
                    <a:cubicBezTo>
                      <a:pt x="892098" y="475607"/>
                      <a:pt x="903810" y="497273"/>
                      <a:pt x="923982" y="512070"/>
                    </a:cubicBezTo>
                    <a:cubicBezTo>
                      <a:pt x="944153" y="526866"/>
                      <a:pt x="971482" y="534265"/>
                      <a:pt x="998811" y="532151"/>
                    </a:cubicBezTo>
                    <a:cubicBezTo>
                      <a:pt x="1216793" y="515241"/>
                      <a:pt x="1383370" y="556460"/>
                      <a:pt x="1479022" y="651581"/>
                    </a:cubicBezTo>
                    <a:cubicBezTo>
                      <a:pt x="1570118" y="741418"/>
                      <a:pt x="1591591" y="877759"/>
                      <a:pt x="1538234" y="1025197"/>
                    </a:cubicBezTo>
                    <a:cubicBezTo>
                      <a:pt x="1523269" y="1066416"/>
                      <a:pt x="1551248" y="1109749"/>
                      <a:pt x="1601352" y="1122960"/>
                    </a:cubicBezTo>
                    <a:cubicBezTo>
                      <a:pt x="1958581" y="1218610"/>
                      <a:pt x="2061390" y="1395113"/>
                      <a:pt x="2084165" y="1526697"/>
                    </a:cubicBezTo>
                    <a:cubicBezTo>
                      <a:pt x="2116699" y="1711655"/>
                      <a:pt x="2008034" y="1913524"/>
                      <a:pt x="1821285" y="2018158"/>
                    </a:cubicBezTo>
                    <a:cubicBezTo>
                      <a:pt x="1777038" y="2042995"/>
                      <a:pt x="1765326" y="2092141"/>
                      <a:pt x="1795908" y="2128604"/>
                    </a:cubicBezTo>
                    <a:cubicBezTo>
                      <a:pt x="1826491" y="2164539"/>
                      <a:pt x="1887005" y="2174051"/>
                      <a:pt x="1931903" y="2149214"/>
                    </a:cubicBezTo>
                    <a:cubicBezTo>
                      <a:pt x="2177213" y="2011288"/>
                      <a:pt x="2319715" y="1746533"/>
                      <a:pt x="2277420" y="1504502"/>
                    </a:cubicBezTo>
                    <a:close/>
                  </a:path>
                </a:pathLst>
              </a:custGeom>
              <a:grpFill/>
              <a:ln w="6507" cap="flat">
                <a:noFill/>
                <a:prstDash val="solid"/>
                <a:miter/>
              </a:ln>
            </p:spPr>
            <p:txBody>
              <a:bodyPr rtlCol="0" anchor="ctr"/>
              <a:lstStyle/>
              <a:p>
                <a:endParaRPr lang="en-US" dirty="0"/>
              </a:p>
            </p:txBody>
          </p:sp>
          <p:sp>
            <p:nvSpPr>
              <p:cNvPr id="27" name="Freeform: Shape 26">
                <a:extLst>
                  <a:ext uri="{FF2B5EF4-FFF2-40B4-BE49-F238E27FC236}">
                    <a16:creationId xmlns:a16="http://schemas.microsoft.com/office/drawing/2014/main" id="{5319DE10-6B12-4F84-9358-78F3A3407199}"/>
                  </a:ext>
                </a:extLst>
              </p:cNvPr>
              <p:cNvSpPr/>
              <p:nvPr/>
            </p:nvSpPr>
            <p:spPr>
              <a:xfrm>
                <a:off x="6933048" y="2846961"/>
                <a:ext cx="1271536" cy="1647844"/>
              </a:xfrm>
              <a:custGeom>
                <a:avLst/>
                <a:gdLst>
                  <a:gd name="connsiteX0" fmla="*/ 1263805 w 1271536"/>
                  <a:gd name="connsiteY0" fmla="*/ 692932 h 1647844"/>
                  <a:gd name="connsiteX1" fmla="*/ 1175962 w 1271536"/>
                  <a:gd name="connsiteY1" fmla="*/ 671266 h 1647844"/>
                  <a:gd name="connsiteX2" fmla="*/ 739348 w 1271536"/>
                  <a:gd name="connsiteY2" fmla="*/ 699274 h 1647844"/>
                  <a:gd name="connsiteX3" fmla="*/ 730889 w 1271536"/>
                  <a:gd name="connsiteY3" fmla="*/ 694518 h 1647844"/>
                  <a:gd name="connsiteX4" fmla="*/ 728286 w 1271536"/>
                  <a:gd name="connsiteY4" fmla="*/ 693461 h 1647844"/>
                  <a:gd name="connsiteX5" fmla="*/ 662567 w 1271536"/>
                  <a:gd name="connsiteY5" fmla="*/ 646429 h 1647844"/>
                  <a:gd name="connsiteX6" fmla="*/ 588388 w 1271536"/>
                  <a:gd name="connsiteY6" fmla="*/ 284439 h 1647844"/>
                  <a:gd name="connsiteX7" fmla="*/ 592943 w 1271536"/>
                  <a:gd name="connsiteY7" fmla="*/ 272813 h 1647844"/>
                  <a:gd name="connsiteX8" fmla="*/ 593593 w 1271536"/>
                  <a:gd name="connsiteY8" fmla="*/ 269114 h 1647844"/>
                  <a:gd name="connsiteX9" fmla="*/ 705512 w 1271536"/>
                  <a:gd name="connsiteY9" fmla="*/ 92611 h 1647844"/>
                  <a:gd name="connsiteX10" fmla="*/ 705512 w 1271536"/>
                  <a:gd name="connsiteY10" fmla="*/ 92611 h 1647844"/>
                  <a:gd name="connsiteX11" fmla="*/ 691848 w 1271536"/>
                  <a:gd name="connsiteY11" fmla="*/ 18628 h 1647844"/>
                  <a:gd name="connsiteX12" fmla="*/ 600751 w 1271536"/>
                  <a:gd name="connsiteY12" fmla="*/ 29725 h 1647844"/>
                  <a:gd name="connsiteX13" fmla="*/ 486229 w 1271536"/>
                  <a:gd name="connsiteY13" fmla="*/ 200415 h 1647844"/>
                  <a:gd name="connsiteX14" fmla="*/ 110780 w 1271536"/>
                  <a:gd name="connsiteY14" fmla="*/ 15457 h 1647844"/>
                  <a:gd name="connsiteX15" fmla="*/ 19033 w 1271536"/>
                  <a:gd name="connsiteY15" fmla="*/ 15457 h 1647844"/>
                  <a:gd name="connsiteX16" fmla="*/ 19033 w 1271536"/>
                  <a:gd name="connsiteY16" fmla="*/ 89969 h 1647844"/>
                  <a:gd name="connsiteX17" fmla="*/ 450441 w 1271536"/>
                  <a:gd name="connsiteY17" fmla="*/ 301878 h 1647844"/>
                  <a:gd name="connsiteX18" fmla="*/ 563661 w 1271536"/>
                  <a:gd name="connsiteY18" fmla="*/ 715127 h 1647844"/>
                  <a:gd name="connsiteX19" fmla="*/ 615717 w 1271536"/>
                  <a:gd name="connsiteY19" fmla="*/ 756875 h 1647844"/>
                  <a:gd name="connsiteX20" fmla="*/ 446537 w 1271536"/>
                  <a:gd name="connsiteY20" fmla="*/ 1237238 h 1647844"/>
                  <a:gd name="connsiteX21" fmla="*/ 71088 w 1271536"/>
                  <a:gd name="connsiteY21" fmla="*/ 1237238 h 1647844"/>
                  <a:gd name="connsiteX22" fmla="*/ 6019 w 1271536"/>
                  <a:gd name="connsiteY22" fmla="*/ 1290083 h 1647844"/>
                  <a:gd name="connsiteX23" fmla="*/ 71088 w 1271536"/>
                  <a:gd name="connsiteY23" fmla="*/ 1342928 h 1647844"/>
                  <a:gd name="connsiteX24" fmla="*/ 456297 w 1271536"/>
                  <a:gd name="connsiteY24" fmla="*/ 1342928 h 1647844"/>
                  <a:gd name="connsiteX25" fmla="*/ 457599 w 1271536"/>
                  <a:gd name="connsiteY25" fmla="*/ 1348213 h 1647844"/>
                  <a:gd name="connsiteX26" fmla="*/ 617669 w 1271536"/>
                  <a:gd name="connsiteY26" fmla="*/ 1647845 h 1647844"/>
                  <a:gd name="connsiteX27" fmla="*/ 729588 w 1271536"/>
                  <a:gd name="connsiteY27" fmla="*/ 1593943 h 1647844"/>
                  <a:gd name="connsiteX28" fmla="*/ 579278 w 1271536"/>
                  <a:gd name="connsiteY28" fmla="*/ 1291140 h 1647844"/>
                  <a:gd name="connsiteX29" fmla="*/ 579278 w 1271536"/>
                  <a:gd name="connsiteY29" fmla="*/ 1290083 h 1647844"/>
                  <a:gd name="connsiteX30" fmla="*/ 577977 w 1271536"/>
                  <a:gd name="connsiteY30" fmla="*/ 1280571 h 1647844"/>
                  <a:gd name="connsiteX31" fmla="*/ 726985 w 1271536"/>
                  <a:gd name="connsiteY31" fmla="*/ 811834 h 1647844"/>
                  <a:gd name="connsiteX32" fmla="*/ 1237127 w 1271536"/>
                  <a:gd name="connsiteY32" fmla="*/ 764273 h 1647844"/>
                  <a:gd name="connsiteX33" fmla="*/ 1263805 w 1271536"/>
                  <a:gd name="connsiteY33" fmla="*/ 692932 h 1647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271536" h="1647844">
                    <a:moveTo>
                      <a:pt x="1263805" y="692932"/>
                    </a:moveTo>
                    <a:cubicBezTo>
                      <a:pt x="1246887" y="667038"/>
                      <a:pt x="1207846" y="657526"/>
                      <a:pt x="1175962" y="671266"/>
                    </a:cubicBezTo>
                    <a:cubicBezTo>
                      <a:pt x="1006132" y="744721"/>
                      <a:pt x="852568" y="753176"/>
                      <a:pt x="739348" y="699274"/>
                    </a:cubicBezTo>
                    <a:cubicBezTo>
                      <a:pt x="736745" y="697689"/>
                      <a:pt x="734143" y="696103"/>
                      <a:pt x="730889" y="694518"/>
                    </a:cubicBezTo>
                    <a:cubicBezTo>
                      <a:pt x="730238" y="693989"/>
                      <a:pt x="728937" y="693989"/>
                      <a:pt x="728286" y="693461"/>
                    </a:cubicBezTo>
                    <a:cubicBezTo>
                      <a:pt x="704211" y="680778"/>
                      <a:pt x="682087" y="664925"/>
                      <a:pt x="662567" y="646429"/>
                    </a:cubicBezTo>
                    <a:cubicBezTo>
                      <a:pt x="576675" y="565576"/>
                      <a:pt x="538935" y="430292"/>
                      <a:pt x="588388" y="284439"/>
                    </a:cubicBezTo>
                    <a:cubicBezTo>
                      <a:pt x="590340" y="280740"/>
                      <a:pt x="592292" y="277041"/>
                      <a:pt x="592943" y="272813"/>
                    </a:cubicBezTo>
                    <a:cubicBezTo>
                      <a:pt x="592943" y="271756"/>
                      <a:pt x="593593" y="270171"/>
                      <a:pt x="593593" y="269114"/>
                    </a:cubicBezTo>
                    <a:cubicBezTo>
                      <a:pt x="615717" y="210456"/>
                      <a:pt x="652155" y="150741"/>
                      <a:pt x="705512" y="92611"/>
                    </a:cubicBezTo>
                    <a:lnTo>
                      <a:pt x="705512" y="92611"/>
                    </a:lnTo>
                    <a:cubicBezTo>
                      <a:pt x="726985" y="69359"/>
                      <a:pt x="720478" y="36067"/>
                      <a:pt x="691848" y="18628"/>
                    </a:cubicBezTo>
                    <a:cubicBezTo>
                      <a:pt x="663217" y="1189"/>
                      <a:pt x="622224" y="5945"/>
                      <a:pt x="600751" y="29725"/>
                    </a:cubicBezTo>
                    <a:cubicBezTo>
                      <a:pt x="551298" y="83628"/>
                      <a:pt x="513558" y="141229"/>
                      <a:pt x="486229" y="200415"/>
                    </a:cubicBezTo>
                    <a:cubicBezTo>
                      <a:pt x="328111" y="169237"/>
                      <a:pt x="251980" y="129603"/>
                      <a:pt x="110780" y="15457"/>
                    </a:cubicBezTo>
                    <a:cubicBezTo>
                      <a:pt x="85403" y="-5152"/>
                      <a:pt x="44410" y="-5152"/>
                      <a:pt x="19033" y="15457"/>
                    </a:cubicBezTo>
                    <a:cubicBezTo>
                      <a:pt x="-6344" y="36067"/>
                      <a:pt x="-6344" y="69359"/>
                      <a:pt x="19033" y="89969"/>
                    </a:cubicBezTo>
                    <a:cubicBezTo>
                      <a:pt x="175849" y="217326"/>
                      <a:pt x="270850" y="265415"/>
                      <a:pt x="450441" y="301878"/>
                    </a:cubicBezTo>
                    <a:cubicBezTo>
                      <a:pt x="412701" y="455658"/>
                      <a:pt x="449790" y="607852"/>
                      <a:pt x="563661" y="715127"/>
                    </a:cubicBezTo>
                    <a:cubicBezTo>
                      <a:pt x="579929" y="730453"/>
                      <a:pt x="597497" y="744192"/>
                      <a:pt x="615717" y="756875"/>
                    </a:cubicBezTo>
                    <a:cubicBezTo>
                      <a:pt x="503147" y="933906"/>
                      <a:pt x="447188" y="1092442"/>
                      <a:pt x="446537" y="1237238"/>
                    </a:cubicBezTo>
                    <a:lnTo>
                      <a:pt x="71088" y="1237238"/>
                    </a:lnTo>
                    <a:cubicBezTo>
                      <a:pt x="35300" y="1237238"/>
                      <a:pt x="6019" y="1261018"/>
                      <a:pt x="6019" y="1290083"/>
                    </a:cubicBezTo>
                    <a:cubicBezTo>
                      <a:pt x="6019" y="1319148"/>
                      <a:pt x="35300" y="1342928"/>
                      <a:pt x="71088" y="1342928"/>
                    </a:cubicBezTo>
                    <a:lnTo>
                      <a:pt x="456297" y="1342928"/>
                    </a:lnTo>
                    <a:cubicBezTo>
                      <a:pt x="456948" y="1344514"/>
                      <a:pt x="456948" y="1346627"/>
                      <a:pt x="457599" y="1348213"/>
                    </a:cubicBezTo>
                    <a:cubicBezTo>
                      <a:pt x="483626" y="1475570"/>
                      <a:pt x="553250" y="1572276"/>
                      <a:pt x="617669" y="1647845"/>
                    </a:cubicBezTo>
                    <a:cubicBezTo>
                      <a:pt x="651505" y="1629349"/>
                      <a:pt x="689245" y="1611382"/>
                      <a:pt x="729588" y="1593943"/>
                    </a:cubicBezTo>
                    <a:cubicBezTo>
                      <a:pt x="661916" y="1515732"/>
                      <a:pt x="593593" y="1421139"/>
                      <a:pt x="579278" y="1291140"/>
                    </a:cubicBezTo>
                    <a:cubicBezTo>
                      <a:pt x="579278" y="1290611"/>
                      <a:pt x="579278" y="1290611"/>
                      <a:pt x="579278" y="1290083"/>
                    </a:cubicBezTo>
                    <a:cubicBezTo>
                      <a:pt x="579278" y="1286912"/>
                      <a:pt x="578627" y="1283742"/>
                      <a:pt x="577977" y="1280571"/>
                    </a:cubicBezTo>
                    <a:cubicBezTo>
                      <a:pt x="567565" y="1159556"/>
                      <a:pt x="603353" y="1008418"/>
                      <a:pt x="726985" y="811834"/>
                    </a:cubicBezTo>
                    <a:cubicBezTo>
                      <a:pt x="870788" y="859923"/>
                      <a:pt x="1050379" y="845127"/>
                      <a:pt x="1237127" y="764273"/>
                    </a:cubicBezTo>
                    <a:cubicBezTo>
                      <a:pt x="1269011" y="751062"/>
                      <a:pt x="1280723" y="718827"/>
                      <a:pt x="1263805" y="692932"/>
                    </a:cubicBezTo>
                    <a:close/>
                  </a:path>
                </a:pathLst>
              </a:custGeom>
              <a:grpFill/>
              <a:ln w="6507"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524C8FE3-B670-4722-AA0F-50082B1B2CD4}"/>
                  </a:ext>
                </a:extLst>
              </p:cNvPr>
              <p:cNvSpPr/>
              <p:nvPr/>
            </p:nvSpPr>
            <p:spPr>
              <a:xfrm>
                <a:off x="6688550" y="3303147"/>
                <a:ext cx="380014" cy="106218"/>
              </a:xfrm>
              <a:custGeom>
                <a:avLst/>
                <a:gdLst>
                  <a:gd name="connsiteX0" fmla="*/ 314935 w 380014"/>
                  <a:gd name="connsiteY0" fmla="*/ 0 h 106218"/>
                  <a:gd name="connsiteX1" fmla="*/ 0 w 380014"/>
                  <a:gd name="connsiteY1" fmla="*/ 528 h 106218"/>
                  <a:gd name="connsiteX2" fmla="*/ 0 w 380014"/>
                  <a:gd name="connsiteY2" fmla="*/ 106219 h 106218"/>
                  <a:gd name="connsiteX3" fmla="*/ 314935 w 380014"/>
                  <a:gd name="connsiteY3" fmla="*/ 105690 h 106218"/>
                  <a:gd name="connsiteX4" fmla="*/ 380004 w 380014"/>
                  <a:gd name="connsiteY4" fmla="*/ 52845 h 106218"/>
                  <a:gd name="connsiteX5" fmla="*/ 314935 w 380014"/>
                  <a:gd name="connsiteY5" fmla="*/ 0 h 10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0014" h="106218">
                    <a:moveTo>
                      <a:pt x="314935" y="0"/>
                    </a:moveTo>
                    <a:lnTo>
                      <a:pt x="0" y="528"/>
                    </a:lnTo>
                    <a:lnTo>
                      <a:pt x="0" y="106219"/>
                    </a:lnTo>
                    <a:lnTo>
                      <a:pt x="314935" y="105690"/>
                    </a:lnTo>
                    <a:cubicBezTo>
                      <a:pt x="350723" y="105690"/>
                      <a:pt x="380004" y="81910"/>
                      <a:pt x="380004" y="52845"/>
                    </a:cubicBezTo>
                    <a:cubicBezTo>
                      <a:pt x="380654" y="23780"/>
                      <a:pt x="351373" y="0"/>
                      <a:pt x="314935" y="0"/>
                    </a:cubicBezTo>
                    <a:close/>
                  </a:path>
                </a:pathLst>
              </a:custGeom>
              <a:grpFill/>
              <a:ln w="6507" cap="flat">
                <a:noFill/>
                <a:prstDash val="solid"/>
                <a:miter/>
              </a:ln>
            </p:spPr>
            <p:txBody>
              <a:bodyPr rtlCol="0" anchor="ctr"/>
              <a:lstStyle/>
              <a:p>
                <a:endParaRPr lang="en-US"/>
              </a:p>
            </p:txBody>
          </p:sp>
        </p:grpSp>
      </p:grpSp>
      <p:grpSp>
        <p:nvGrpSpPr>
          <p:cNvPr id="36" name="Group 35">
            <a:extLst>
              <a:ext uri="{FF2B5EF4-FFF2-40B4-BE49-F238E27FC236}">
                <a16:creationId xmlns:a16="http://schemas.microsoft.com/office/drawing/2014/main" id="{ED6B6A02-71EB-4184-BD81-C3A24D228419}"/>
              </a:ext>
            </a:extLst>
          </p:cNvPr>
          <p:cNvGrpSpPr/>
          <p:nvPr/>
        </p:nvGrpSpPr>
        <p:grpSpPr>
          <a:xfrm>
            <a:off x="578764" y="2539597"/>
            <a:ext cx="11034473" cy="984885"/>
            <a:chOff x="525067" y="2759517"/>
            <a:chExt cx="11034473" cy="984885"/>
          </a:xfrm>
        </p:grpSpPr>
        <p:sp>
          <p:nvSpPr>
            <p:cNvPr id="30" name="TextBox 29">
              <a:extLst>
                <a:ext uri="{FF2B5EF4-FFF2-40B4-BE49-F238E27FC236}">
                  <a16:creationId xmlns:a16="http://schemas.microsoft.com/office/drawing/2014/main" id="{51C21927-834B-4A91-B6B1-C9EAA86A25A9}"/>
                </a:ext>
              </a:extLst>
            </p:cNvPr>
            <p:cNvSpPr txBox="1"/>
            <p:nvPr/>
          </p:nvSpPr>
          <p:spPr>
            <a:xfrm>
              <a:off x="8204825" y="2759517"/>
              <a:ext cx="3354715" cy="984885"/>
            </a:xfrm>
            <a:prstGeom prst="rect">
              <a:avLst/>
            </a:prstGeom>
            <a:noFill/>
          </p:spPr>
          <p:txBody>
            <a:bodyPr wrap="square" rtlCol="0">
              <a:spAutoFit/>
            </a:bodyPr>
            <a:lstStyle/>
            <a:p>
              <a:pPr>
                <a:buClr>
                  <a:schemeClr val="bg2"/>
                </a:buClr>
              </a:pPr>
              <a:r>
                <a:rPr lang="en-US" sz="1400" b="1" dirty="0">
                  <a:solidFill>
                    <a:schemeClr val="accent1"/>
                  </a:solidFill>
                  <a:latin typeface="Roboto" panose="02000000000000000000" pitchFamily="2" charset="0"/>
                  <a:ea typeface="Roboto" panose="02000000000000000000" pitchFamily="2" charset="0"/>
                </a:rPr>
                <a:t>Text Here</a:t>
              </a:r>
              <a:endParaRPr lang="en-US" sz="1400" dirty="0">
                <a:solidFill>
                  <a:schemeClr val="accent1"/>
                </a:solidFill>
                <a:latin typeface="Roboto" panose="02000000000000000000" pitchFamily="2" charset="0"/>
                <a:ea typeface="Roboto" panose="02000000000000000000" pitchFamily="2" charset="0"/>
              </a:endParaRPr>
            </a:p>
            <a:p>
              <a:pPr>
                <a:buClr>
                  <a:schemeClr val="tx2"/>
                </a:buClr>
              </a:pPr>
              <a:r>
                <a:rPr lang="en-US" sz="1100" dirty="0">
                  <a:solidFill>
                    <a:schemeClr val="tx2"/>
                  </a:solidFill>
                  <a:latin typeface="Roboto" panose="02000000000000000000" pitchFamily="2" charset="0"/>
                  <a:ea typeface="Roboto" panose="02000000000000000000" pitchFamily="2" charset="0"/>
                </a:rPr>
                <a:t>Lorem ipsum dolor sit amet, consectetur adipiscing elit, sed do eiusmod tempor incididunt ut labore et dolore magna aliqua. Ut enim ad minim veniam,</a:t>
              </a:r>
            </a:p>
          </p:txBody>
        </p:sp>
        <p:sp>
          <p:nvSpPr>
            <p:cNvPr id="32" name="TextBox 31">
              <a:extLst>
                <a:ext uri="{FF2B5EF4-FFF2-40B4-BE49-F238E27FC236}">
                  <a16:creationId xmlns:a16="http://schemas.microsoft.com/office/drawing/2014/main" id="{0A9CAC34-C62D-4F7F-9ACF-D62324C0F1C0}"/>
                </a:ext>
              </a:extLst>
            </p:cNvPr>
            <p:cNvSpPr txBox="1"/>
            <p:nvPr/>
          </p:nvSpPr>
          <p:spPr>
            <a:xfrm>
              <a:off x="525067" y="2759517"/>
              <a:ext cx="3273013" cy="984885"/>
            </a:xfrm>
            <a:prstGeom prst="rect">
              <a:avLst/>
            </a:prstGeom>
            <a:noFill/>
          </p:spPr>
          <p:txBody>
            <a:bodyPr wrap="square" rtlCol="0">
              <a:spAutoFit/>
            </a:bodyPr>
            <a:lstStyle/>
            <a:p>
              <a:pPr algn="r">
                <a:buClr>
                  <a:schemeClr val="bg2"/>
                </a:buClr>
              </a:pPr>
              <a:r>
                <a:rPr lang="en-US" sz="1400" b="1" dirty="0">
                  <a:solidFill>
                    <a:schemeClr val="accent2"/>
                  </a:solidFill>
                  <a:latin typeface="Roboto" panose="02000000000000000000" pitchFamily="2" charset="0"/>
                  <a:ea typeface="Roboto" panose="02000000000000000000" pitchFamily="2" charset="0"/>
                </a:rPr>
                <a:t>Text Here</a:t>
              </a:r>
              <a:endParaRPr lang="en-US" sz="1400" dirty="0">
                <a:solidFill>
                  <a:schemeClr val="accent2"/>
                </a:solidFill>
                <a:latin typeface="Roboto" panose="02000000000000000000" pitchFamily="2" charset="0"/>
                <a:ea typeface="Roboto" panose="02000000000000000000" pitchFamily="2" charset="0"/>
              </a:endParaRPr>
            </a:p>
            <a:p>
              <a:pPr algn="r">
                <a:buClr>
                  <a:schemeClr val="tx2"/>
                </a:buClr>
              </a:pPr>
              <a:r>
                <a:rPr lang="en-US" sz="1100" dirty="0">
                  <a:solidFill>
                    <a:schemeClr val="tx2"/>
                  </a:solidFill>
                  <a:latin typeface="Roboto" panose="02000000000000000000" pitchFamily="2" charset="0"/>
                  <a:ea typeface="Roboto" panose="02000000000000000000" pitchFamily="2" charset="0"/>
                </a:rPr>
                <a:t>Lorem ipsum dolor sit amet, consectetur adipiscing elit, sed do eiusmod tempor incididunt ut labore et dolore magna aliqua. Ut enim ad minim veniam,</a:t>
              </a:r>
            </a:p>
          </p:txBody>
        </p:sp>
      </p:grpSp>
      <p:grpSp>
        <p:nvGrpSpPr>
          <p:cNvPr id="35" name="Group 34">
            <a:extLst>
              <a:ext uri="{FF2B5EF4-FFF2-40B4-BE49-F238E27FC236}">
                <a16:creationId xmlns:a16="http://schemas.microsoft.com/office/drawing/2014/main" id="{573D064F-3939-4ACB-A352-BAAC1552DF36}"/>
              </a:ext>
            </a:extLst>
          </p:cNvPr>
          <p:cNvGrpSpPr/>
          <p:nvPr/>
        </p:nvGrpSpPr>
        <p:grpSpPr>
          <a:xfrm>
            <a:off x="578764" y="4636160"/>
            <a:ext cx="11034473" cy="984885"/>
            <a:chOff x="525067" y="4045850"/>
            <a:chExt cx="11034473" cy="984885"/>
          </a:xfrm>
        </p:grpSpPr>
        <p:sp>
          <p:nvSpPr>
            <p:cNvPr id="31" name="TextBox 30">
              <a:extLst>
                <a:ext uri="{FF2B5EF4-FFF2-40B4-BE49-F238E27FC236}">
                  <a16:creationId xmlns:a16="http://schemas.microsoft.com/office/drawing/2014/main" id="{AC6907A9-DFBF-49EC-B888-425CC8308447}"/>
                </a:ext>
              </a:extLst>
            </p:cNvPr>
            <p:cNvSpPr txBox="1"/>
            <p:nvPr/>
          </p:nvSpPr>
          <p:spPr>
            <a:xfrm>
              <a:off x="8204825" y="4045850"/>
              <a:ext cx="3354715" cy="984885"/>
            </a:xfrm>
            <a:prstGeom prst="rect">
              <a:avLst/>
            </a:prstGeom>
            <a:noFill/>
          </p:spPr>
          <p:txBody>
            <a:bodyPr wrap="square" rtlCol="0">
              <a:spAutoFit/>
            </a:bodyPr>
            <a:lstStyle/>
            <a:p>
              <a:pPr>
                <a:buClr>
                  <a:schemeClr val="bg2"/>
                </a:buClr>
              </a:pPr>
              <a:r>
                <a:rPr lang="en-US" sz="1400" b="1" dirty="0">
                  <a:solidFill>
                    <a:schemeClr val="accent4"/>
                  </a:solidFill>
                  <a:latin typeface="Roboto" panose="02000000000000000000" pitchFamily="2" charset="0"/>
                  <a:ea typeface="Roboto" panose="02000000000000000000" pitchFamily="2" charset="0"/>
                </a:rPr>
                <a:t>Text Here</a:t>
              </a:r>
              <a:endParaRPr lang="en-US" sz="1400" dirty="0">
                <a:solidFill>
                  <a:schemeClr val="accent4"/>
                </a:solidFill>
                <a:latin typeface="Roboto" panose="02000000000000000000" pitchFamily="2" charset="0"/>
                <a:ea typeface="Roboto" panose="02000000000000000000" pitchFamily="2" charset="0"/>
              </a:endParaRPr>
            </a:p>
            <a:p>
              <a:pPr>
                <a:buClr>
                  <a:schemeClr val="tx2"/>
                </a:buClr>
              </a:pPr>
              <a:r>
                <a:rPr lang="en-US" sz="1100" dirty="0">
                  <a:solidFill>
                    <a:schemeClr val="tx2"/>
                  </a:solidFill>
                  <a:latin typeface="Roboto" panose="02000000000000000000" pitchFamily="2" charset="0"/>
                  <a:ea typeface="Roboto" panose="02000000000000000000" pitchFamily="2" charset="0"/>
                </a:rPr>
                <a:t>Lorem ipsum dolor sit amet, consectetur adipiscing elit, sed do eiusmod tempor incididunt ut labore et dolore magna aliqua. Ut enim ad minim veniam,</a:t>
              </a:r>
            </a:p>
          </p:txBody>
        </p:sp>
        <p:sp>
          <p:nvSpPr>
            <p:cNvPr id="33" name="TextBox 32">
              <a:extLst>
                <a:ext uri="{FF2B5EF4-FFF2-40B4-BE49-F238E27FC236}">
                  <a16:creationId xmlns:a16="http://schemas.microsoft.com/office/drawing/2014/main" id="{813D77D1-6458-4C5E-B1DE-FB25F05856BF}"/>
                </a:ext>
              </a:extLst>
            </p:cNvPr>
            <p:cNvSpPr txBox="1"/>
            <p:nvPr/>
          </p:nvSpPr>
          <p:spPr>
            <a:xfrm>
              <a:off x="525067" y="4045850"/>
              <a:ext cx="3273013" cy="984885"/>
            </a:xfrm>
            <a:prstGeom prst="rect">
              <a:avLst/>
            </a:prstGeom>
            <a:noFill/>
          </p:spPr>
          <p:txBody>
            <a:bodyPr wrap="square" rtlCol="0">
              <a:spAutoFit/>
            </a:bodyPr>
            <a:lstStyle/>
            <a:p>
              <a:pPr algn="r">
                <a:buClr>
                  <a:schemeClr val="bg2"/>
                </a:buClr>
              </a:pPr>
              <a:r>
                <a:rPr lang="en-US" sz="1400" b="1" dirty="0">
                  <a:solidFill>
                    <a:schemeClr val="accent4"/>
                  </a:solidFill>
                  <a:latin typeface="Roboto" panose="02000000000000000000" pitchFamily="2" charset="0"/>
                  <a:ea typeface="Roboto" panose="02000000000000000000" pitchFamily="2" charset="0"/>
                </a:rPr>
                <a:t>Text Here</a:t>
              </a:r>
              <a:endParaRPr lang="en-US" sz="1400" dirty="0">
                <a:solidFill>
                  <a:schemeClr val="accent4"/>
                </a:solidFill>
                <a:latin typeface="Roboto" panose="02000000000000000000" pitchFamily="2" charset="0"/>
                <a:ea typeface="Roboto" panose="02000000000000000000" pitchFamily="2" charset="0"/>
              </a:endParaRPr>
            </a:p>
            <a:p>
              <a:pPr algn="r">
                <a:buClr>
                  <a:schemeClr val="tx2"/>
                </a:buClr>
              </a:pPr>
              <a:r>
                <a:rPr lang="en-US" sz="1100" dirty="0">
                  <a:solidFill>
                    <a:schemeClr val="tx2"/>
                  </a:solidFill>
                  <a:latin typeface="Roboto" panose="02000000000000000000" pitchFamily="2" charset="0"/>
                  <a:ea typeface="Roboto" panose="02000000000000000000" pitchFamily="2" charset="0"/>
                </a:rPr>
                <a:t>Lorem ipsum dolor sit amet, consectetur adipiscing elit, sed do eiusmod tempor incididunt ut labore et dolore magna aliqua. Ut enim ad minim veniam,</a:t>
              </a:r>
            </a:p>
          </p:txBody>
        </p:sp>
      </p:grpSp>
      <p:sp>
        <p:nvSpPr>
          <p:cNvPr id="34" name="TextBox 33">
            <a:extLst>
              <a:ext uri="{FF2B5EF4-FFF2-40B4-BE49-F238E27FC236}">
                <a16:creationId xmlns:a16="http://schemas.microsoft.com/office/drawing/2014/main" id="{BAB3FEF4-99CF-47E6-BB2C-3721D2D714C6}"/>
              </a:ext>
            </a:extLst>
          </p:cNvPr>
          <p:cNvSpPr txBox="1"/>
          <p:nvPr/>
        </p:nvSpPr>
        <p:spPr>
          <a:xfrm>
            <a:off x="3257771" y="581987"/>
            <a:ext cx="5676458" cy="461665"/>
          </a:xfrm>
          <a:prstGeom prst="rect">
            <a:avLst/>
          </a:prstGeom>
          <a:noFill/>
        </p:spPr>
        <p:txBody>
          <a:bodyPr wrap="square" rtlCol="0">
            <a:spAutoFit/>
          </a:bodyPr>
          <a:lstStyle/>
          <a:p>
            <a:pPr algn="ctr"/>
            <a:r>
              <a:rPr lang="en-US" sz="2400" b="1" dirty="0">
                <a:latin typeface="Roboto" panose="02000000000000000000" pitchFamily="2" charset="0"/>
                <a:ea typeface="Roboto" panose="02000000000000000000" pitchFamily="2" charset="0"/>
              </a:rPr>
              <a:t>BRAIN INFOGRAPHIC</a:t>
            </a:r>
          </a:p>
        </p:txBody>
      </p:sp>
      <p:sp>
        <p:nvSpPr>
          <p:cNvPr id="42" name="TextBox 41">
            <a:extLst>
              <a:ext uri="{FF2B5EF4-FFF2-40B4-BE49-F238E27FC236}">
                <a16:creationId xmlns:a16="http://schemas.microsoft.com/office/drawing/2014/main" id="{37FB8E8D-E35C-4FF6-BE16-413638792E14}"/>
              </a:ext>
            </a:extLst>
          </p:cNvPr>
          <p:cNvSpPr txBox="1"/>
          <p:nvPr/>
        </p:nvSpPr>
        <p:spPr>
          <a:xfrm>
            <a:off x="2839657" y="1062772"/>
            <a:ext cx="6512688" cy="646331"/>
          </a:xfrm>
          <a:prstGeom prst="rect">
            <a:avLst/>
          </a:prstGeom>
          <a:noFill/>
        </p:spPr>
        <p:txBody>
          <a:bodyPr wrap="square" rtlCol="0">
            <a:spAutoFit/>
          </a:bodyPr>
          <a:lstStyle/>
          <a:p>
            <a:pPr algn="ctr"/>
            <a:r>
              <a:rPr lang="en-US" sz="1200" dirty="0">
                <a:solidFill>
                  <a:schemeClr val="tx1">
                    <a:alpha val="35000"/>
                  </a:schemeClr>
                </a:solidFill>
                <a:latin typeface="Roboto" panose="02000000000000000000" pitchFamily="2" charset="0"/>
                <a:ea typeface="Roboto" panose="02000000000000000000" pitchFamily="2" charset="0"/>
              </a:rPr>
              <a:t>Lorem ipsum dolor sit amet, consectetur adipiscing elit, sed do eiusmod tempor incididunt ut labore et dolore magna aliqua. Ut enim ad minim veniam, quis nostrud exercitation ullamco laboris nisi ut aliquip ex ea commodo consequat. </a:t>
            </a:r>
          </a:p>
        </p:txBody>
      </p:sp>
    </p:spTree>
    <p:extLst>
      <p:ext uri="{BB962C8B-B14F-4D97-AF65-F5344CB8AC3E}">
        <p14:creationId xmlns:p14="http://schemas.microsoft.com/office/powerpoint/2010/main" val="1696230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576F4F36-7AD0-46C2-AB14-FC4C19455307}"/>
              </a:ext>
            </a:extLst>
          </p:cNvPr>
          <p:cNvSpPr/>
          <p:nvPr/>
        </p:nvSpPr>
        <p:spPr>
          <a:xfrm>
            <a:off x="4288754" y="312549"/>
            <a:ext cx="209751" cy="690880"/>
          </a:xfrm>
          <a:prstGeom prst="rect">
            <a:avLst/>
          </a:prstGeom>
          <a:gradFill flip="none" rotWithShape="1">
            <a:gsLst>
              <a:gs pos="0">
                <a:schemeClr val="accent1">
                  <a:alpha val="50000"/>
                </a:schemeClr>
              </a:gs>
              <a:gs pos="100000">
                <a:schemeClr val="accent2">
                  <a:alpha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91C7CE16-E35A-4AE2-81C6-087D6B54CEA2}"/>
              </a:ext>
            </a:extLst>
          </p:cNvPr>
          <p:cNvSpPr txBox="1"/>
          <p:nvPr/>
        </p:nvSpPr>
        <p:spPr>
          <a:xfrm>
            <a:off x="3257771" y="569795"/>
            <a:ext cx="5676458" cy="461665"/>
          </a:xfrm>
          <a:prstGeom prst="rect">
            <a:avLst/>
          </a:prstGeom>
          <a:noFill/>
        </p:spPr>
        <p:txBody>
          <a:bodyPr wrap="square" rtlCol="0">
            <a:spAutoFit/>
          </a:bodyPr>
          <a:lstStyle/>
          <a:p>
            <a:pPr algn="ctr"/>
            <a:r>
              <a:rPr lang="en-US" sz="2400" b="1" dirty="0">
                <a:latin typeface="Roboto" panose="02000000000000000000" pitchFamily="2" charset="0"/>
                <a:ea typeface="Roboto" panose="02000000000000000000" pitchFamily="2" charset="0"/>
              </a:rPr>
              <a:t>SCIENCES INFOGRAPHIC</a:t>
            </a:r>
          </a:p>
        </p:txBody>
      </p:sp>
      <p:grpSp>
        <p:nvGrpSpPr>
          <p:cNvPr id="17" name="Group 16">
            <a:extLst>
              <a:ext uri="{FF2B5EF4-FFF2-40B4-BE49-F238E27FC236}">
                <a16:creationId xmlns:a16="http://schemas.microsoft.com/office/drawing/2014/main" id="{FE3EFFD4-F02D-4380-9871-7C5914F76284}"/>
              </a:ext>
            </a:extLst>
          </p:cNvPr>
          <p:cNvGrpSpPr/>
          <p:nvPr/>
        </p:nvGrpSpPr>
        <p:grpSpPr>
          <a:xfrm>
            <a:off x="4104223" y="1754810"/>
            <a:ext cx="3983556" cy="4048947"/>
            <a:chOff x="4060116" y="1677625"/>
            <a:chExt cx="4645224" cy="4721476"/>
          </a:xfrm>
        </p:grpSpPr>
        <p:grpSp>
          <p:nvGrpSpPr>
            <p:cNvPr id="10" name="Group 9">
              <a:extLst>
                <a:ext uri="{FF2B5EF4-FFF2-40B4-BE49-F238E27FC236}">
                  <a16:creationId xmlns:a16="http://schemas.microsoft.com/office/drawing/2014/main" id="{A0A93B63-C3B7-4714-9EFC-4AA67B0A26CE}"/>
                </a:ext>
              </a:extLst>
            </p:cNvPr>
            <p:cNvGrpSpPr/>
            <p:nvPr/>
          </p:nvGrpSpPr>
          <p:grpSpPr>
            <a:xfrm>
              <a:off x="4275298" y="1962623"/>
              <a:ext cx="4214860" cy="4165863"/>
              <a:chOff x="4275298" y="1962623"/>
              <a:chExt cx="4214860" cy="4165863"/>
            </a:xfrm>
            <a:solidFill>
              <a:schemeClr val="tx2">
                <a:alpha val="33000"/>
              </a:schemeClr>
            </a:solidFill>
          </p:grpSpPr>
          <p:sp>
            <p:nvSpPr>
              <p:cNvPr id="7" name="Freeform: Shape 6">
                <a:extLst>
                  <a:ext uri="{FF2B5EF4-FFF2-40B4-BE49-F238E27FC236}">
                    <a16:creationId xmlns:a16="http://schemas.microsoft.com/office/drawing/2014/main" id="{3532062B-642E-4654-917F-1725D0DDD733}"/>
                  </a:ext>
                </a:extLst>
              </p:cNvPr>
              <p:cNvSpPr/>
              <p:nvPr/>
            </p:nvSpPr>
            <p:spPr>
              <a:xfrm>
                <a:off x="5425111" y="1962623"/>
                <a:ext cx="1915234" cy="4165863"/>
              </a:xfrm>
              <a:custGeom>
                <a:avLst/>
                <a:gdLst>
                  <a:gd name="connsiteX0" fmla="*/ 957617 w 1915234"/>
                  <a:gd name="connsiteY0" fmla="*/ 4165864 h 4165863"/>
                  <a:gd name="connsiteX1" fmla="*/ 271721 w 1915234"/>
                  <a:gd name="connsiteY1" fmla="*/ 3543905 h 4165863"/>
                  <a:gd name="connsiteX2" fmla="*/ 0 w 1915234"/>
                  <a:gd name="connsiteY2" fmla="*/ 2082359 h 4165863"/>
                  <a:gd name="connsiteX3" fmla="*/ 271721 w 1915234"/>
                  <a:gd name="connsiteY3" fmla="*/ 621959 h 4165863"/>
                  <a:gd name="connsiteX4" fmla="*/ 957617 w 1915234"/>
                  <a:gd name="connsiteY4" fmla="*/ 0 h 4165863"/>
                  <a:gd name="connsiteX5" fmla="*/ 1643514 w 1915234"/>
                  <a:gd name="connsiteY5" fmla="*/ 621959 h 4165863"/>
                  <a:gd name="connsiteX6" fmla="*/ 1915234 w 1915234"/>
                  <a:gd name="connsiteY6" fmla="*/ 2082359 h 4165863"/>
                  <a:gd name="connsiteX7" fmla="*/ 1643514 w 1915234"/>
                  <a:gd name="connsiteY7" fmla="*/ 3542759 h 4165863"/>
                  <a:gd name="connsiteX8" fmla="*/ 957617 w 1915234"/>
                  <a:gd name="connsiteY8" fmla="*/ 4165864 h 4165863"/>
                  <a:gd name="connsiteX9" fmla="*/ 957617 w 1915234"/>
                  <a:gd name="connsiteY9" fmla="*/ 68725 h 4165863"/>
                  <a:gd name="connsiteX10" fmla="*/ 345586 w 1915234"/>
                  <a:gd name="connsiteY10" fmla="*/ 647158 h 4165863"/>
                  <a:gd name="connsiteX11" fmla="*/ 79142 w 1915234"/>
                  <a:gd name="connsiteY11" fmla="*/ 2083504 h 4165863"/>
                  <a:gd name="connsiteX12" fmla="*/ 345586 w 1915234"/>
                  <a:gd name="connsiteY12" fmla="*/ 3519851 h 4165863"/>
                  <a:gd name="connsiteX13" fmla="*/ 957617 w 1915234"/>
                  <a:gd name="connsiteY13" fmla="*/ 4098284 h 4165863"/>
                  <a:gd name="connsiteX14" fmla="*/ 1569648 w 1915234"/>
                  <a:gd name="connsiteY14" fmla="*/ 3519851 h 4165863"/>
                  <a:gd name="connsiteX15" fmla="*/ 1836092 w 1915234"/>
                  <a:gd name="connsiteY15" fmla="*/ 2083504 h 4165863"/>
                  <a:gd name="connsiteX16" fmla="*/ 1569648 w 1915234"/>
                  <a:gd name="connsiteY16" fmla="*/ 647158 h 4165863"/>
                  <a:gd name="connsiteX17" fmla="*/ 957617 w 1915234"/>
                  <a:gd name="connsiteY17" fmla="*/ 68725 h 4165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15234" h="4165863">
                    <a:moveTo>
                      <a:pt x="957617" y="4165864"/>
                    </a:moveTo>
                    <a:cubicBezTo>
                      <a:pt x="695130" y="4165864"/>
                      <a:pt x="451109" y="3944799"/>
                      <a:pt x="271721" y="3543905"/>
                    </a:cubicBezTo>
                    <a:cubicBezTo>
                      <a:pt x="96289" y="3153319"/>
                      <a:pt x="0" y="2634448"/>
                      <a:pt x="0" y="2082359"/>
                    </a:cubicBezTo>
                    <a:cubicBezTo>
                      <a:pt x="0" y="1530271"/>
                      <a:pt x="96289" y="1012544"/>
                      <a:pt x="271721" y="621959"/>
                    </a:cubicBezTo>
                    <a:cubicBezTo>
                      <a:pt x="451109" y="221065"/>
                      <a:pt x="695130" y="0"/>
                      <a:pt x="957617" y="0"/>
                    </a:cubicBezTo>
                    <a:cubicBezTo>
                      <a:pt x="1220105" y="0"/>
                      <a:pt x="1464125" y="221065"/>
                      <a:pt x="1643514" y="621959"/>
                    </a:cubicBezTo>
                    <a:cubicBezTo>
                      <a:pt x="1818945" y="1012544"/>
                      <a:pt x="1915234" y="1531416"/>
                      <a:pt x="1915234" y="2082359"/>
                    </a:cubicBezTo>
                    <a:cubicBezTo>
                      <a:pt x="1915234" y="2633302"/>
                      <a:pt x="1818945" y="3152174"/>
                      <a:pt x="1643514" y="3542759"/>
                    </a:cubicBezTo>
                    <a:cubicBezTo>
                      <a:pt x="1462807" y="3944799"/>
                      <a:pt x="1220105" y="4165864"/>
                      <a:pt x="957617" y="4165864"/>
                    </a:cubicBezTo>
                    <a:close/>
                    <a:moveTo>
                      <a:pt x="957617" y="68725"/>
                    </a:moveTo>
                    <a:cubicBezTo>
                      <a:pt x="733382" y="68725"/>
                      <a:pt x="510465" y="279481"/>
                      <a:pt x="345586" y="647158"/>
                    </a:cubicBezTo>
                    <a:cubicBezTo>
                      <a:pt x="174112" y="1029725"/>
                      <a:pt x="79142" y="1540579"/>
                      <a:pt x="79142" y="2083504"/>
                    </a:cubicBezTo>
                    <a:cubicBezTo>
                      <a:pt x="79142" y="2626430"/>
                      <a:pt x="174112" y="3136138"/>
                      <a:pt x="345586" y="3519851"/>
                    </a:cubicBezTo>
                    <a:cubicBezTo>
                      <a:pt x="510465" y="3887528"/>
                      <a:pt x="733382" y="4098284"/>
                      <a:pt x="957617" y="4098284"/>
                    </a:cubicBezTo>
                    <a:cubicBezTo>
                      <a:pt x="1181853" y="4098284"/>
                      <a:pt x="1404769" y="3887528"/>
                      <a:pt x="1569648" y="3519851"/>
                    </a:cubicBezTo>
                    <a:cubicBezTo>
                      <a:pt x="1741122" y="3137283"/>
                      <a:pt x="1836092" y="2626430"/>
                      <a:pt x="1836092" y="2083504"/>
                    </a:cubicBezTo>
                    <a:cubicBezTo>
                      <a:pt x="1836092" y="1540579"/>
                      <a:pt x="1741122" y="1030871"/>
                      <a:pt x="1569648" y="647158"/>
                    </a:cubicBezTo>
                    <a:cubicBezTo>
                      <a:pt x="1404769" y="279481"/>
                      <a:pt x="1181853" y="68725"/>
                      <a:pt x="957617" y="68725"/>
                    </a:cubicBezTo>
                    <a:close/>
                  </a:path>
                </a:pathLst>
              </a:custGeom>
              <a:solidFill>
                <a:schemeClr val="bg2">
                  <a:lumMod val="65000"/>
                </a:schemeClr>
              </a:solidFill>
              <a:ln w="13186" cap="flat">
                <a:noFill/>
                <a:prstDash val="solid"/>
                <a:miter/>
              </a:ln>
            </p:spPr>
            <p:txBody>
              <a:bodyPr rtlCol="0" anchor="ctr"/>
              <a:lstStyle/>
              <a:p>
                <a:endParaRPr lang="en-US" dirty="0"/>
              </a:p>
            </p:txBody>
          </p:sp>
          <p:sp>
            <p:nvSpPr>
              <p:cNvPr id="8" name="Freeform: Shape 7">
                <a:extLst>
                  <a:ext uri="{FF2B5EF4-FFF2-40B4-BE49-F238E27FC236}">
                    <a16:creationId xmlns:a16="http://schemas.microsoft.com/office/drawing/2014/main" id="{07CF0873-3EE6-4F8F-A01A-FD5522B1C8EE}"/>
                  </a:ext>
                </a:extLst>
              </p:cNvPr>
              <p:cNvSpPr/>
              <p:nvPr/>
            </p:nvSpPr>
            <p:spPr>
              <a:xfrm>
                <a:off x="4275298" y="2649870"/>
                <a:ext cx="4214860" cy="2628720"/>
              </a:xfrm>
              <a:custGeom>
                <a:avLst/>
                <a:gdLst>
                  <a:gd name="connsiteX0" fmla="*/ 3596618 w 4214860"/>
                  <a:gd name="connsiteY0" fmla="*/ 2628721 h 2628720"/>
                  <a:gd name="connsiteX1" fmla="*/ 1594327 w 4214860"/>
                  <a:gd name="connsiteY1" fmla="*/ 1988435 h 2628720"/>
                  <a:gd name="connsiteX2" fmla="*/ 519316 w 4214860"/>
                  <a:gd name="connsiteY2" fmla="*/ 1225591 h 2628720"/>
                  <a:gd name="connsiteX3" fmla="*/ 15446 w 4214860"/>
                  <a:gd name="connsiteY3" fmla="*/ 509708 h 2628720"/>
                  <a:gd name="connsiteX4" fmla="*/ 65569 w 4214860"/>
                  <a:gd name="connsiteY4" fmla="*/ 188993 h 2628720"/>
                  <a:gd name="connsiteX5" fmla="*/ 618244 w 4214860"/>
                  <a:gd name="connsiteY5" fmla="*/ 0 h 2628720"/>
                  <a:gd name="connsiteX6" fmla="*/ 2620534 w 4214860"/>
                  <a:gd name="connsiteY6" fmla="*/ 640285 h 2628720"/>
                  <a:gd name="connsiteX7" fmla="*/ 3695545 w 4214860"/>
                  <a:gd name="connsiteY7" fmla="*/ 1403130 h 2628720"/>
                  <a:gd name="connsiteX8" fmla="*/ 4199415 w 4214860"/>
                  <a:gd name="connsiteY8" fmla="*/ 2120158 h 2628720"/>
                  <a:gd name="connsiteX9" fmla="*/ 4149292 w 4214860"/>
                  <a:gd name="connsiteY9" fmla="*/ 2440873 h 2628720"/>
                  <a:gd name="connsiteX10" fmla="*/ 3596618 w 4214860"/>
                  <a:gd name="connsiteY10" fmla="*/ 2628721 h 2628720"/>
                  <a:gd name="connsiteX11" fmla="*/ 618244 w 4214860"/>
                  <a:gd name="connsiteY11" fmla="*/ 45816 h 2628720"/>
                  <a:gd name="connsiteX12" fmla="*/ 109097 w 4214860"/>
                  <a:gd name="connsiteY12" fmla="*/ 214192 h 2628720"/>
                  <a:gd name="connsiteX13" fmla="*/ 66888 w 4214860"/>
                  <a:gd name="connsiteY13" fmla="*/ 500545 h 2628720"/>
                  <a:gd name="connsiteX14" fmla="*/ 1623346 w 4214860"/>
                  <a:gd name="connsiteY14" fmla="*/ 1950637 h 2628720"/>
                  <a:gd name="connsiteX15" fmla="*/ 3596618 w 4214860"/>
                  <a:gd name="connsiteY15" fmla="*/ 2582904 h 2628720"/>
                  <a:gd name="connsiteX16" fmla="*/ 4105764 w 4214860"/>
                  <a:gd name="connsiteY16" fmla="*/ 2414528 h 2628720"/>
                  <a:gd name="connsiteX17" fmla="*/ 4147973 w 4214860"/>
                  <a:gd name="connsiteY17" fmla="*/ 2128176 h 2628720"/>
                  <a:gd name="connsiteX18" fmla="*/ 2591515 w 4214860"/>
                  <a:gd name="connsiteY18" fmla="*/ 678084 h 2628720"/>
                  <a:gd name="connsiteX19" fmla="*/ 618244 w 4214860"/>
                  <a:gd name="connsiteY19" fmla="*/ 45816 h 2628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14860" h="2628720">
                    <a:moveTo>
                      <a:pt x="3596618" y="2628721"/>
                    </a:moveTo>
                    <a:cubicBezTo>
                      <a:pt x="3078238" y="2628721"/>
                      <a:pt x="2311881" y="2383603"/>
                      <a:pt x="1594327" y="1988435"/>
                    </a:cubicBezTo>
                    <a:cubicBezTo>
                      <a:pt x="1173556" y="1757062"/>
                      <a:pt x="801589" y="1493617"/>
                      <a:pt x="519316" y="1225591"/>
                    </a:cubicBezTo>
                    <a:cubicBezTo>
                      <a:pt x="239681" y="964437"/>
                      <a:pt x="65569" y="715883"/>
                      <a:pt x="15446" y="509708"/>
                    </a:cubicBezTo>
                    <a:cubicBezTo>
                      <a:pt x="-16211" y="381422"/>
                      <a:pt x="937" y="273753"/>
                      <a:pt x="65569" y="188993"/>
                    </a:cubicBezTo>
                    <a:cubicBezTo>
                      <a:pt x="159220" y="65288"/>
                      <a:pt x="350480" y="0"/>
                      <a:pt x="618244" y="0"/>
                    </a:cubicBezTo>
                    <a:cubicBezTo>
                      <a:pt x="1136623" y="0"/>
                      <a:pt x="1902981" y="245118"/>
                      <a:pt x="2620534" y="640285"/>
                    </a:cubicBezTo>
                    <a:cubicBezTo>
                      <a:pt x="3041305" y="871659"/>
                      <a:pt x="3413272" y="1135103"/>
                      <a:pt x="3695545" y="1403130"/>
                    </a:cubicBezTo>
                    <a:cubicBezTo>
                      <a:pt x="3973861" y="1666575"/>
                      <a:pt x="4147973" y="1913984"/>
                      <a:pt x="4199415" y="2120158"/>
                    </a:cubicBezTo>
                    <a:cubicBezTo>
                      <a:pt x="4231072" y="2248444"/>
                      <a:pt x="4213925" y="2356113"/>
                      <a:pt x="4149292" y="2440873"/>
                    </a:cubicBezTo>
                    <a:cubicBezTo>
                      <a:pt x="4055641" y="2563432"/>
                      <a:pt x="3864381" y="2628721"/>
                      <a:pt x="3596618" y="2628721"/>
                    </a:cubicBezTo>
                    <a:close/>
                    <a:moveTo>
                      <a:pt x="618244" y="45816"/>
                    </a:moveTo>
                    <a:cubicBezTo>
                      <a:pt x="368946" y="45816"/>
                      <a:pt x="193515" y="104232"/>
                      <a:pt x="109097" y="214192"/>
                    </a:cubicBezTo>
                    <a:cubicBezTo>
                      <a:pt x="52379" y="288644"/>
                      <a:pt x="37869" y="384858"/>
                      <a:pt x="66888" y="500545"/>
                    </a:cubicBezTo>
                    <a:cubicBezTo>
                      <a:pt x="168454" y="910603"/>
                      <a:pt x="793675" y="1493617"/>
                      <a:pt x="1623346" y="1950637"/>
                    </a:cubicBezTo>
                    <a:cubicBezTo>
                      <a:pt x="2331666" y="2341222"/>
                      <a:pt x="3087471" y="2582904"/>
                      <a:pt x="3596618" y="2582904"/>
                    </a:cubicBezTo>
                    <a:cubicBezTo>
                      <a:pt x="3845915" y="2582904"/>
                      <a:pt x="4021346" y="2524488"/>
                      <a:pt x="4105764" y="2414528"/>
                    </a:cubicBezTo>
                    <a:cubicBezTo>
                      <a:pt x="4162482" y="2340077"/>
                      <a:pt x="4176992" y="2243862"/>
                      <a:pt x="4147973" y="2128176"/>
                    </a:cubicBezTo>
                    <a:cubicBezTo>
                      <a:pt x="4046407" y="1718118"/>
                      <a:pt x="3421186" y="1135103"/>
                      <a:pt x="2591515" y="678084"/>
                    </a:cubicBezTo>
                    <a:cubicBezTo>
                      <a:pt x="1883195" y="287498"/>
                      <a:pt x="1127390" y="45816"/>
                      <a:pt x="618244" y="45816"/>
                    </a:cubicBezTo>
                    <a:close/>
                  </a:path>
                </a:pathLst>
              </a:custGeom>
              <a:solidFill>
                <a:schemeClr val="bg2">
                  <a:lumMod val="65000"/>
                </a:schemeClr>
              </a:solidFill>
              <a:ln w="13186" cap="flat">
                <a:no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4CD2595B-1039-4A56-8DFB-6E2E69860BF5}"/>
                  </a:ext>
                </a:extLst>
              </p:cNvPr>
              <p:cNvSpPr/>
              <p:nvPr/>
            </p:nvSpPr>
            <p:spPr>
              <a:xfrm>
                <a:off x="4275298" y="2649870"/>
                <a:ext cx="4214860" cy="2628720"/>
              </a:xfrm>
              <a:custGeom>
                <a:avLst/>
                <a:gdLst>
                  <a:gd name="connsiteX0" fmla="*/ 618244 w 4214860"/>
                  <a:gd name="connsiteY0" fmla="*/ 2628721 h 2628720"/>
                  <a:gd name="connsiteX1" fmla="*/ 618244 w 4214860"/>
                  <a:gd name="connsiteY1" fmla="*/ 2628721 h 2628720"/>
                  <a:gd name="connsiteX2" fmla="*/ 65569 w 4214860"/>
                  <a:gd name="connsiteY2" fmla="*/ 2439728 h 2628720"/>
                  <a:gd name="connsiteX3" fmla="*/ 15446 w 4214860"/>
                  <a:gd name="connsiteY3" fmla="*/ 2119012 h 2628720"/>
                  <a:gd name="connsiteX4" fmla="*/ 519316 w 4214860"/>
                  <a:gd name="connsiteY4" fmla="*/ 1401984 h 2628720"/>
                  <a:gd name="connsiteX5" fmla="*/ 1594327 w 4214860"/>
                  <a:gd name="connsiteY5" fmla="*/ 639140 h 2628720"/>
                  <a:gd name="connsiteX6" fmla="*/ 3596618 w 4214860"/>
                  <a:gd name="connsiteY6" fmla="*/ 0 h 2628720"/>
                  <a:gd name="connsiteX7" fmla="*/ 4149292 w 4214860"/>
                  <a:gd name="connsiteY7" fmla="*/ 188993 h 2628720"/>
                  <a:gd name="connsiteX8" fmla="*/ 4199415 w 4214860"/>
                  <a:gd name="connsiteY8" fmla="*/ 509708 h 2628720"/>
                  <a:gd name="connsiteX9" fmla="*/ 3695545 w 4214860"/>
                  <a:gd name="connsiteY9" fmla="*/ 1226736 h 2628720"/>
                  <a:gd name="connsiteX10" fmla="*/ 2620534 w 4214860"/>
                  <a:gd name="connsiteY10" fmla="*/ 1989581 h 2628720"/>
                  <a:gd name="connsiteX11" fmla="*/ 618244 w 4214860"/>
                  <a:gd name="connsiteY11" fmla="*/ 2628721 h 2628720"/>
                  <a:gd name="connsiteX12" fmla="*/ 3596618 w 4214860"/>
                  <a:gd name="connsiteY12" fmla="*/ 45816 h 2628720"/>
                  <a:gd name="connsiteX13" fmla="*/ 1623346 w 4214860"/>
                  <a:gd name="connsiteY13" fmla="*/ 678084 h 2628720"/>
                  <a:gd name="connsiteX14" fmla="*/ 66888 w 4214860"/>
                  <a:gd name="connsiteY14" fmla="*/ 2129321 h 2628720"/>
                  <a:gd name="connsiteX15" fmla="*/ 109097 w 4214860"/>
                  <a:gd name="connsiteY15" fmla="*/ 2415674 h 2628720"/>
                  <a:gd name="connsiteX16" fmla="*/ 618244 w 4214860"/>
                  <a:gd name="connsiteY16" fmla="*/ 2584050 h 2628720"/>
                  <a:gd name="connsiteX17" fmla="*/ 618244 w 4214860"/>
                  <a:gd name="connsiteY17" fmla="*/ 2584050 h 2628720"/>
                  <a:gd name="connsiteX18" fmla="*/ 2591515 w 4214860"/>
                  <a:gd name="connsiteY18" fmla="*/ 1951782 h 2628720"/>
                  <a:gd name="connsiteX19" fmla="*/ 4147973 w 4214860"/>
                  <a:gd name="connsiteY19" fmla="*/ 501691 h 2628720"/>
                  <a:gd name="connsiteX20" fmla="*/ 4105764 w 4214860"/>
                  <a:gd name="connsiteY20" fmla="*/ 215337 h 2628720"/>
                  <a:gd name="connsiteX21" fmla="*/ 3596618 w 4214860"/>
                  <a:gd name="connsiteY21" fmla="*/ 45816 h 2628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14860" h="2628720">
                    <a:moveTo>
                      <a:pt x="618244" y="2628721"/>
                    </a:moveTo>
                    <a:cubicBezTo>
                      <a:pt x="618244" y="2628721"/>
                      <a:pt x="618244" y="2628721"/>
                      <a:pt x="618244" y="2628721"/>
                    </a:cubicBezTo>
                    <a:cubicBezTo>
                      <a:pt x="350480" y="2628721"/>
                      <a:pt x="159220" y="2563432"/>
                      <a:pt x="65569" y="2439728"/>
                    </a:cubicBezTo>
                    <a:cubicBezTo>
                      <a:pt x="937" y="2354967"/>
                      <a:pt x="-16211" y="2246153"/>
                      <a:pt x="15446" y="2119012"/>
                    </a:cubicBezTo>
                    <a:cubicBezTo>
                      <a:pt x="66888" y="1912838"/>
                      <a:pt x="241000" y="1664284"/>
                      <a:pt x="519316" y="1401984"/>
                    </a:cubicBezTo>
                    <a:cubicBezTo>
                      <a:pt x="802908" y="1135103"/>
                      <a:pt x="1174875" y="871659"/>
                      <a:pt x="1594327" y="639140"/>
                    </a:cubicBezTo>
                    <a:cubicBezTo>
                      <a:pt x="2310561" y="245118"/>
                      <a:pt x="3078238" y="0"/>
                      <a:pt x="3596618" y="0"/>
                    </a:cubicBezTo>
                    <a:cubicBezTo>
                      <a:pt x="3864381" y="0"/>
                      <a:pt x="4055641" y="65288"/>
                      <a:pt x="4149292" y="188993"/>
                    </a:cubicBezTo>
                    <a:cubicBezTo>
                      <a:pt x="4213925" y="273753"/>
                      <a:pt x="4231072" y="382568"/>
                      <a:pt x="4199415" y="509708"/>
                    </a:cubicBezTo>
                    <a:cubicBezTo>
                      <a:pt x="4147973" y="715883"/>
                      <a:pt x="3973861" y="964437"/>
                      <a:pt x="3695545" y="1226736"/>
                    </a:cubicBezTo>
                    <a:cubicBezTo>
                      <a:pt x="3411953" y="1493617"/>
                      <a:pt x="3039986" y="1757062"/>
                      <a:pt x="2620534" y="1989581"/>
                    </a:cubicBezTo>
                    <a:cubicBezTo>
                      <a:pt x="1902981" y="2383603"/>
                      <a:pt x="1136623" y="2628721"/>
                      <a:pt x="618244" y="2628721"/>
                    </a:cubicBezTo>
                    <a:close/>
                    <a:moveTo>
                      <a:pt x="3596618" y="45816"/>
                    </a:moveTo>
                    <a:cubicBezTo>
                      <a:pt x="3087471" y="45816"/>
                      <a:pt x="2331666" y="288644"/>
                      <a:pt x="1623346" y="678084"/>
                    </a:cubicBezTo>
                    <a:cubicBezTo>
                      <a:pt x="793675" y="1135103"/>
                      <a:pt x="168454" y="1718118"/>
                      <a:pt x="66888" y="2129321"/>
                    </a:cubicBezTo>
                    <a:cubicBezTo>
                      <a:pt x="37869" y="2245008"/>
                      <a:pt x="52379" y="2341222"/>
                      <a:pt x="109097" y="2415674"/>
                    </a:cubicBezTo>
                    <a:cubicBezTo>
                      <a:pt x="193515" y="2525634"/>
                      <a:pt x="368946" y="2584050"/>
                      <a:pt x="618244" y="2584050"/>
                    </a:cubicBezTo>
                    <a:cubicBezTo>
                      <a:pt x="618244" y="2584050"/>
                      <a:pt x="618244" y="2584050"/>
                      <a:pt x="618244" y="2584050"/>
                    </a:cubicBezTo>
                    <a:cubicBezTo>
                      <a:pt x="1127390" y="2584050"/>
                      <a:pt x="1883195" y="2341222"/>
                      <a:pt x="2591515" y="1951782"/>
                    </a:cubicBezTo>
                    <a:cubicBezTo>
                      <a:pt x="3421186" y="1494763"/>
                      <a:pt x="4046407" y="911748"/>
                      <a:pt x="4147973" y="501691"/>
                    </a:cubicBezTo>
                    <a:cubicBezTo>
                      <a:pt x="4176992" y="386004"/>
                      <a:pt x="4162482" y="289789"/>
                      <a:pt x="4105764" y="215337"/>
                    </a:cubicBezTo>
                    <a:cubicBezTo>
                      <a:pt x="4021346" y="104232"/>
                      <a:pt x="3844596" y="45816"/>
                      <a:pt x="3596618" y="45816"/>
                    </a:cubicBezTo>
                    <a:close/>
                  </a:path>
                </a:pathLst>
              </a:custGeom>
              <a:solidFill>
                <a:schemeClr val="bg2">
                  <a:lumMod val="65000"/>
                </a:schemeClr>
              </a:solidFill>
              <a:ln w="13186" cap="flat">
                <a:noFill/>
                <a:prstDash val="solid"/>
                <a:miter/>
              </a:ln>
            </p:spPr>
            <p:txBody>
              <a:bodyPr rtlCol="0" anchor="ctr"/>
              <a:lstStyle/>
              <a:p>
                <a:endParaRPr lang="en-US"/>
              </a:p>
            </p:txBody>
          </p:sp>
        </p:grpSp>
        <p:sp>
          <p:nvSpPr>
            <p:cNvPr id="11" name="Oval 10">
              <a:extLst>
                <a:ext uri="{FF2B5EF4-FFF2-40B4-BE49-F238E27FC236}">
                  <a16:creationId xmlns:a16="http://schemas.microsoft.com/office/drawing/2014/main" id="{021D143A-AB5C-4925-B34C-CE074DF2B857}"/>
                </a:ext>
              </a:extLst>
            </p:cNvPr>
            <p:cNvSpPr/>
            <p:nvPr/>
          </p:nvSpPr>
          <p:spPr>
            <a:xfrm>
              <a:off x="6097730" y="1677625"/>
              <a:ext cx="569997" cy="56999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415A939-5FC0-48A5-AEB4-923874164995}"/>
                </a:ext>
              </a:extLst>
            </p:cNvPr>
            <p:cNvSpPr/>
            <p:nvPr/>
          </p:nvSpPr>
          <p:spPr>
            <a:xfrm>
              <a:off x="8135343" y="2640285"/>
              <a:ext cx="569997" cy="56999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92E4E0E-61D1-4862-9446-31459FB60528}"/>
                </a:ext>
              </a:extLst>
            </p:cNvPr>
            <p:cNvSpPr/>
            <p:nvPr/>
          </p:nvSpPr>
          <p:spPr>
            <a:xfrm>
              <a:off x="8135342" y="4728164"/>
              <a:ext cx="569997" cy="56999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66D31CF-5FAF-470F-ACD7-EE4B777EE191}"/>
                </a:ext>
              </a:extLst>
            </p:cNvPr>
            <p:cNvSpPr/>
            <p:nvPr/>
          </p:nvSpPr>
          <p:spPr>
            <a:xfrm>
              <a:off x="6113211" y="5829104"/>
              <a:ext cx="569997" cy="56999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3667AE30-30E3-4C87-A070-03AEBF7D76A6}"/>
                </a:ext>
              </a:extLst>
            </p:cNvPr>
            <p:cNvSpPr/>
            <p:nvPr/>
          </p:nvSpPr>
          <p:spPr>
            <a:xfrm>
              <a:off x="4060117" y="4738646"/>
              <a:ext cx="569997" cy="56999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AD8CF33A-CC9E-47DC-9BBC-976F9FA7995A}"/>
                </a:ext>
              </a:extLst>
            </p:cNvPr>
            <p:cNvSpPr/>
            <p:nvPr/>
          </p:nvSpPr>
          <p:spPr>
            <a:xfrm>
              <a:off x="4060116" y="2619490"/>
              <a:ext cx="569997" cy="56999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TextBox 17">
            <a:extLst>
              <a:ext uri="{FF2B5EF4-FFF2-40B4-BE49-F238E27FC236}">
                <a16:creationId xmlns:a16="http://schemas.microsoft.com/office/drawing/2014/main" id="{5E1E746E-43F9-45D0-B27B-D430A72F96B6}"/>
              </a:ext>
            </a:extLst>
          </p:cNvPr>
          <p:cNvSpPr txBox="1"/>
          <p:nvPr/>
        </p:nvSpPr>
        <p:spPr>
          <a:xfrm>
            <a:off x="6598907" y="1367201"/>
            <a:ext cx="3026794" cy="815608"/>
          </a:xfrm>
          <a:prstGeom prst="rect">
            <a:avLst/>
          </a:prstGeom>
          <a:noFill/>
        </p:spPr>
        <p:txBody>
          <a:bodyPr wrap="square" rtlCol="0">
            <a:spAutoFit/>
          </a:bodyPr>
          <a:lstStyle/>
          <a:p>
            <a:pPr>
              <a:buClr>
                <a:schemeClr val="bg2"/>
              </a:buClr>
            </a:pPr>
            <a:r>
              <a:rPr lang="en-US" sz="1400" b="1" dirty="0">
                <a:solidFill>
                  <a:schemeClr val="accent1"/>
                </a:solidFill>
                <a:latin typeface="Roboto" panose="02000000000000000000" pitchFamily="2" charset="0"/>
                <a:ea typeface="Roboto" panose="02000000000000000000" pitchFamily="2" charset="0"/>
              </a:rPr>
              <a:t>Text Here</a:t>
            </a:r>
            <a:endParaRPr lang="en-US" sz="1400" dirty="0">
              <a:solidFill>
                <a:schemeClr val="accent1"/>
              </a:solidFill>
              <a:latin typeface="Roboto" panose="02000000000000000000" pitchFamily="2" charset="0"/>
              <a:ea typeface="Roboto" panose="02000000000000000000" pitchFamily="2" charset="0"/>
            </a:endParaRPr>
          </a:p>
          <a:p>
            <a:pPr>
              <a:buClr>
                <a:schemeClr val="tx2"/>
              </a:buClr>
            </a:pPr>
            <a:r>
              <a:rPr lang="en-US" sz="1100" dirty="0">
                <a:solidFill>
                  <a:schemeClr val="tx2"/>
                </a:solidFill>
                <a:latin typeface="Roboto" panose="02000000000000000000" pitchFamily="2" charset="0"/>
                <a:ea typeface="Roboto" panose="02000000000000000000" pitchFamily="2" charset="0"/>
              </a:rPr>
              <a:t>Lorem ipsum dolor sit amet, consectetur adipiscing elit, sed do eiusmod tempor incididunt ut labore et,</a:t>
            </a:r>
          </a:p>
        </p:txBody>
      </p:sp>
      <p:sp>
        <p:nvSpPr>
          <p:cNvPr id="19" name="TextBox 18">
            <a:extLst>
              <a:ext uri="{FF2B5EF4-FFF2-40B4-BE49-F238E27FC236}">
                <a16:creationId xmlns:a16="http://schemas.microsoft.com/office/drawing/2014/main" id="{26001698-0993-414B-953B-EA005395827F}"/>
              </a:ext>
            </a:extLst>
          </p:cNvPr>
          <p:cNvSpPr txBox="1"/>
          <p:nvPr/>
        </p:nvSpPr>
        <p:spPr>
          <a:xfrm>
            <a:off x="8182525" y="2396630"/>
            <a:ext cx="3026794" cy="815608"/>
          </a:xfrm>
          <a:prstGeom prst="rect">
            <a:avLst/>
          </a:prstGeom>
          <a:noFill/>
        </p:spPr>
        <p:txBody>
          <a:bodyPr wrap="square" rtlCol="0">
            <a:spAutoFit/>
          </a:bodyPr>
          <a:lstStyle/>
          <a:p>
            <a:pPr>
              <a:buClr>
                <a:schemeClr val="bg2"/>
              </a:buClr>
            </a:pPr>
            <a:r>
              <a:rPr lang="en-US" sz="1400" b="1" dirty="0">
                <a:solidFill>
                  <a:schemeClr val="accent2"/>
                </a:solidFill>
                <a:latin typeface="Roboto" panose="02000000000000000000" pitchFamily="2" charset="0"/>
                <a:ea typeface="Roboto" panose="02000000000000000000" pitchFamily="2" charset="0"/>
              </a:rPr>
              <a:t>Text Here</a:t>
            </a:r>
            <a:endParaRPr lang="en-US" sz="1400" dirty="0">
              <a:solidFill>
                <a:schemeClr val="accent2"/>
              </a:solidFill>
              <a:latin typeface="Roboto" panose="02000000000000000000" pitchFamily="2" charset="0"/>
              <a:ea typeface="Roboto" panose="02000000000000000000" pitchFamily="2" charset="0"/>
            </a:endParaRPr>
          </a:p>
          <a:p>
            <a:pPr>
              <a:buClr>
                <a:schemeClr val="tx2"/>
              </a:buClr>
            </a:pPr>
            <a:r>
              <a:rPr lang="en-US" sz="1100" dirty="0">
                <a:solidFill>
                  <a:schemeClr val="tx2"/>
                </a:solidFill>
                <a:latin typeface="Roboto" panose="02000000000000000000" pitchFamily="2" charset="0"/>
                <a:ea typeface="Roboto" panose="02000000000000000000" pitchFamily="2" charset="0"/>
              </a:rPr>
              <a:t>Lorem ipsum dolor sit amet, consectetur adipiscing elit, sed do eiusmod tempor incididunt ut labore et,</a:t>
            </a:r>
          </a:p>
        </p:txBody>
      </p:sp>
      <p:sp>
        <p:nvSpPr>
          <p:cNvPr id="20" name="TextBox 19">
            <a:extLst>
              <a:ext uri="{FF2B5EF4-FFF2-40B4-BE49-F238E27FC236}">
                <a16:creationId xmlns:a16="http://schemas.microsoft.com/office/drawing/2014/main" id="{EC249565-CD75-4583-ACBD-E7F3571AA91D}"/>
              </a:ext>
            </a:extLst>
          </p:cNvPr>
          <p:cNvSpPr txBox="1"/>
          <p:nvPr/>
        </p:nvSpPr>
        <p:spPr>
          <a:xfrm>
            <a:off x="8112304" y="4172858"/>
            <a:ext cx="3026794" cy="815608"/>
          </a:xfrm>
          <a:prstGeom prst="rect">
            <a:avLst/>
          </a:prstGeom>
          <a:noFill/>
        </p:spPr>
        <p:txBody>
          <a:bodyPr wrap="square" rtlCol="0">
            <a:spAutoFit/>
          </a:bodyPr>
          <a:lstStyle/>
          <a:p>
            <a:pPr>
              <a:buClr>
                <a:schemeClr val="bg2"/>
              </a:buClr>
            </a:pPr>
            <a:r>
              <a:rPr lang="en-US" sz="1400" b="1" dirty="0">
                <a:solidFill>
                  <a:schemeClr val="accent3"/>
                </a:solidFill>
                <a:latin typeface="Roboto" panose="02000000000000000000" pitchFamily="2" charset="0"/>
                <a:ea typeface="Roboto" panose="02000000000000000000" pitchFamily="2" charset="0"/>
              </a:rPr>
              <a:t>Text Here</a:t>
            </a:r>
            <a:endParaRPr lang="en-US" sz="1400" dirty="0">
              <a:solidFill>
                <a:schemeClr val="accent3"/>
              </a:solidFill>
              <a:latin typeface="Roboto" panose="02000000000000000000" pitchFamily="2" charset="0"/>
              <a:ea typeface="Roboto" panose="02000000000000000000" pitchFamily="2" charset="0"/>
            </a:endParaRPr>
          </a:p>
          <a:p>
            <a:pPr>
              <a:buClr>
                <a:schemeClr val="tx2"/>
              </a:buClr>
            </a:pPr>
            <a:r>
              <a:rPr lang="en-US" sz="1100" dirty="0">
                <a:solidFill>
                  <a:schemeClr val="tx2"/>
                </a:solidFill>
                <a:latin typeface="Roboto" panose="02000000000000000000" pitchFamily="2" charset="0"/>
                <a:ea typeface="Roboto" panose="02000000000000000000" pitchFamily="2" charset="0"/>
              </a:rPr>
              <a:t>Lorem ipsum dolor sit amet, consectetur adipiscing elit, sed do eiusmod tempor incididunt ut labore et,</a:t>
            </a:r>
          </a:p>
        </p:txBody>
      </p:sp>
      <p:sp>
        <p:nvSpPr>
          <p:cNvPr id="21" name="TextBox 20">
            <a:extLst>
              <a:ext uri="{FF2B5EF4-FFF2-40B4-BE49-F238E27FC236}">
                <a16:creationId xmlns:a16="http://schemas.microsoft.com/office/drawing/2014/main" id="{6E16C270-6768-461D-92C6-27928370E04E}"/>
              </a:ext>
            </a:extLst>
          </p:cNvPr>
          <p:cNvSpPr txBox="1"/>
          <p:nvPr/>
        </p:nvSpPr>
        <p:spPr>
          <a:xfrm>
            <a:off x="915407" y="4207428"/>
            <a:ext cx="3026794" cy="815608"/>
          </a:xfrm>
          <a:prstGeom prst="rect">
            <a:avLst/>
          </a:prstGeom>
          <a:noFill/>
        </p:spPr>
        <p:txBody>
          <a:bodyPr wrap="square" rtlCol="0">
            <a:spAutoFit/>
          </a:bodyPr>
          <a:lstStyle/>
          <a:p>
            <a:pPr algn="r">
              <a:buClr>
                <a:schemeClr val="bg2"/>
              </a:buClr>
            </a:pPr>
            <a:r>
              <a:rPr lang="en-US" sz="1400" b="1" dirty="0">
                <a:solidFill>
                  <a:schemeClr val="accent5"/>
                </a:solidFill>
                <a:latin typeface="Roboto" panose="02000000000000000000" pitchFamily="2" charset="0"/>
                <a:ea typeface="Roboto" panose="02000000000000000000" pitchFamily="2" charset="0"/>
              </a:rPr>
              <a:t>Text Here</a:t>
            </a:r>
            <a:endParaRPr lang="en-US" sz="1400" dirty="0">
              <a:solidFill>
                <a:schemeClr val="accent5"/>
              </a:solidFill>
              <a:latin typeface="Roboto" panose="02000000000000000000" pitchFamily="2" charset="0"/>
              <a:ea typeface="Roboto" panose="02000000000000000000" pitchFamily="2" charset="0"/>
            </a:endParaRPr>
          </a:p>
          <a:p>
            <a:pPr algn="r">
              <a:buClr>
                <a:schemeClr val="tx2"/>
              </a:buClr>
            </a:pPr>
            <a:r>
              <a:rPr lang="en-US" sz="1100" dirty="0">
                <a:solidFill>
                  <a:schemeClr val="tx2"/>
                </a:solidFill>
                <a:latin typeface="Roboto" panose="02000000000000000000" pitchFamily="2" charset="0"/>
                <a:ea typeface="Roboto" panose="02000000000000000000" pitchFamily="2" charset="0"/>
              </a:rPr>
              <a:t>Lorem ipsum dolor sit amet, consectetur adipiscing elit, sed do eiusmod tempor incididunt ut labore et,</a:t>
            </a:r>
          </a:p>
        </p:txBody>
      </p:sp>
      <p:sp>
        <p:nvSpPr>
          <p:cNvPr id="22" name="TextBox 21">
            <a:extLst>
              <a:ext uri="{FF2B5EF4-FFF2-40B4-BE49-F238E27FC236}">
                <a16:creationId xmlns:a16="http://schemas.microsoft.com/office/drawing/2014/main" id="{307B1405-2F1C-4069-B67A-ACFCC36A230D}"/>
              </a:ext>
            </a:extLst>
          </p:cNvPr>
          <p:cNvSpPr txBox="1"/>
          <p:nvPr/>
        </p:nvSpPr>
        <p:spPr>
          <a:xfrm>
            <a:off x="2328887" y="5255088"/>
            <a:ext cx="3026794" cy="815608"/>
          </a:xfrm>
          <a:prstGeom prst="rect">
            <a:avLst/>
          </a:prstGeom>
          <a:noFill/>
        </p:spPr>
        <p:txBody>
          <a:bodyPr wrap="square" rtlCol="0">
            <a:spAutoFit/>
          </a:bodyPr>
          <a:lstStyle/>
          <a:p>
            <a:pPr algn="r">
              <a:buClr>
                <a:schemeClr val="bg2"/>
              </a:buClr>
            </a:pPr>
            <a:r>
              <a:rPr lang="en-US" sz="1400" b="1" dirty="0">
                <a:solidFill>
                  <a:schemeClr val="accent4"/>
                </a:solidFill>
                <a:latin typeface="Roboto" panose="02000000000000000000" pitchFamily="2" charset="0"/>
                <a:ea typeface="Roboto" panose="02000000000000000000" pitchFamily="2" charset="0"/>
              </a:rPr>
              <a:t>Text Here</a:t>
            </a:r>
            <a:endParaRPr lang="en-US" sz="1400" dirty="0">
              <a:solidFill>
                <a:schemeClr val="accent4"/>
              </a:solidFill>
              <a:latin typeface="Roboto" panose="02000000000000000000" pitchFamily="2" charset="0"/>
              <a:ea typeface="Roboto" panose="02000000000000000000" pitchFamily="2" charset="0"/>
            </a:endParaRPr>
          </a:p>
          <a:p>
            <a:pPr algn="r">
              <a:buClr>
                <a:schemeClr val="tx2"/>
              </a:buClr>
            </a:pPr>
            <a:r>
              <a:rPr lang="en-US" sz="1100" dirty="0">
                <a:solidFill>
                  <a:schemeClr val="tx2"/>
                </a:solidFill>
                <a:latin typeface="Roboto" panose="02000000000000000000" pitchFamily="2" charset="0"/>
                <a:ea typeface="Roboto" panose="02000000000000000000" pitchFamily="2" charset="0"/>
              </a:rPr>
              <a:t>Lorem ipsum dolor sit amet, consectetur adipiscing elit, sed do eiusmod tempor incididunt ut labore et,</a:t>
            </a:r>
          </a:p>
        </p:txBody>
      </p:sp>
      <p:sp>
        <p:nvSpPr>
          <p:cNvPr id="23" name="TextBox 22">
            <a:extLst>
              <a:ext uri="{FF2B5EF4-FFF2-40B4-BE49-F238E27FC236}">
                <a16:creationId xmlns:a16="http://schemas.microsoft.com/office/drawing/2014/main" id="{7C106A28-22AF-461D-949D-8E9D158188DD}"/>
              </a:ext>
            </a:extLst>
          </p:cNvPr>
          <p:cNvSpPr txBox="1"/>
          <p:nvPr/>
        </p:nvSpPr>
        <p:spPr>
          <a:xfrm>
            <a:off x="915914" y="2396630"/>
            <a:ext cx="3026794" cy="815608"/>
          </a:xfrm>
          <a:prstGeom prst="rect">
            <a:avLst/>
          </a:prstGeom>
          <a:noFill/>
        </p:spPr>
        <p:txBody>
          <a:bodyPr wrap="square" rtlCol="0">
            <a:spAutoFit/>
          </a:bodyPr>
          <a:lstStyle/>
          <a:p>
            <a:pPr algn="r">
              <a:buClr>
                <a:schemeClr val="bg2"/>
              </a:buClr>
            </a:pPr>
            <a:r>
              <a:rPr lang="en-US" sz="1400" b="1" dirty="0">
                <a:solidFill>
                  <a:schemeClr val="accent6"/>
                </a:solidFill>
                <a:latin typeface="Roboto" panose="02000000000000000000" pitchFamily="2" charset="0"/>
                <a:ea typeface="Roboto" panose="02000000000000000000" pitchFamily="2" charset="0"/>
              </a:rPr>
              <a:t>Text Here</a:t>
            </a:r>
            <a:endParaRPr lang="en-US" sz="1400" dirty="0">
              <a:solidFill>
                <a:schemeClr val="accent6"/>
              </a:solidFill>
              <a:latin typeface="Roboto" panose="02000000000000000000" pitchFamily="2" charset="0"/>
              <a:ea typeface="Roboto" panose="02000000000000000000" pitchFamily="2" charset="0"/>
            </a:endParaRPr>
          </a:p>
          <a:p>
            <a:pPr algn="r">
              <a:buClr>
                <a:schemeClr val="tx2"/>
              </a:buClr>
            </a:pPr>
            <a:r>
              <a:rPr lang="en-US" sz="1100" dirty="0">
                <a:solidFill>
                  <a:schemeClr val="tx2"/>
                </a:solidFill>
                <a:latin typeface="Roboto" panose="02000000000000000000" pitchFamily="2" charset="0"/>
                <a:ea typeface="Roboto" panose="02000000000000000000" pitchFamily="2" charset="0"/>
              </a:rPr>
              <a:t>Lorem ipsum dolor sit amet, consectetur adipiscing elit, sed do eiusmod tempor incididunt ut labore et,</a:t>
            </a:r>
          </a:p>
        </p:txBody>
      </p:sp>
      <p:grpSp>
        <p:nvGrpSpPr>
          <p:cNvPr id="24" name="Graphic 70">
            <a:extLst>
              <a:ext uri="{FF2B5EF4-FFF2-40B4-BE49-F238E27FC236}">
                <a16:creationId xmlns:a16="http://schemas.microsoft.com/office/drawing/2014/main" id="{89D49DA6-37AD-46C0-8EA0-C967266FF1D8}"/>
              </a:ext>
            </a:extLst>
          </p:cNvPr>
          <p:cNvGrpSpPr>
            <a:grpSpLocks noChangeAspect="1"/>
          </p:cNvGrpSpPr>
          <p:nvPr/>
        </p:nvGrpSpPr>
        <p:grpSpPr>
          <a:xfrm>
            <a:off x="7736265" y="4502937"/>
            <a:ext cx="230552" cy="230552"/>
            <a:chOff x="3691458" y="4048420"/>
            <a:chExt cx="433825" cy="433825"/>
          </a:xfrm>
          <a:solidFill>
            <a:schemeClr val="bg2"/>
          </a:solidFill>
        </p:grpSpPr>
        <p:sp>
          <p:nvSpPr>
            <p:cNvPr id="25" name="Freeform: Shape 24">
              <a:extLst>
                <a:ext uri="{FF2B5EF4-FFF2-40B4-BE49-F238E27FC236}">
                  <a16:creationId xmlns:a16="http://schemas.microsoft.com/office/drawing/2014/main" id="{C355C844-9149-4198-B229-D5A88F841871}"/>
                </a:ext>
              </a:extLst>
            </p:cNvPr>
            <p:cNvSpPr/>
            <p:nvPr/>
          </p:nvSpPr>
          <p:spPr>
            <a:xfrm>
              <a:off x="3854820" y="4048420"/>
              <a:ext cx="270462" cy="379375"/>
            </a:xfrm>
            <a:custGeom>
              <a:avLst/>
              <a:gdLst>
                <a:gd name="connsiteX0" fmla="*/ 230529 w 270462"/>
                <a:gd name="connsiteY0" fmla="*/ 0 h 379375"/>
                <a:gd name="connsiteX1" fmla="*/ 39933 w 270462"/>
                <a:gd name="connsiteY1" fmla="*/ 0 h 379375"/>
                <a:gd name="connsiteX2" fmla="*/ 0 w 270462"/>
                <a:gd name="connsiteY2" fmla="*/ 39933 h 379375"/>
                <a:gd name="connsiteX3" fmla="*/ 0 w 270462"/>
                <a:gd name="connsiteY3" fmla="*/ 133816 h 379375"/>
                <a:gd name="connsiteX4" fmla="*/ 31122 w 270462"/>
                <a:gd name="connsiteY4" fmla="*/ 149290 h 379375"/>
                <a:gd name="connsiteX5" fmla="*/ 46668 w 270462"/>
                <a:gd name="connsiteY5" fmla="*/ 118184 h 379375"/>
                <a:gd name="connsiteX6" fmla="*/ 97832 w 270462"/>
                <a:gd name="connsiteY6" fmla="*/ 101128 h 379375"/>
                <a:gd name="connsiteX7" fmla="*/ 114877 w 270462"/>
                <a:gd name="connsiteY7" fmla="*/ 152288 h 379375"/>
                <a:gd name="connsiteX8" fmla="*/ 87164 w 270462"/>
                <a:gd name="connsiteY8" fmla="*/ 207728 h 379375"/>
                <a:gd name="connsiteX9" fmla="*/ 85178 w 270462"/>
                <a:gd name="connsiteY9" fmla="*/ 229622 h 379375"/>
                <a:gd name="connsiteX10" fmla="*/ 103475 w 270462"/>
                <a:gd name="connsiteY10" fmla="*/ 229622 h 379375"/>
                <a:gd name="connsiteX11" fmla="*/ 55218 w 270462"/>
                <a:gd name="connsiteY11" fmla="*/ 362320 h 379375"/>
                <a:gd name="connsiteX12" fmla="*/ 67166 w 270462"/>
                <a:gd name="connsiteY12" fmla="*/ 379375 h 379375"/>
                <a:gd name="connsiteX13" fmla="*/ 79105 w 270462"/>
                <a:gd name="connsiteY13" fmla="*/ 371005 h 379375"/>
                <a:gd name="connsiteX14" fmla="*/ 130520 w 270462"/>
                <a:gd name="connsiteY14" fmla="*/ 229622 h 379375"/>
                <a:gd name="connsiteX15" fmla="*/ 139426 w 270462"/>
                <a:gd name="connsiteY15" fmla="*/ 229622 h 379375"/>
                <a:gd name="connsiteX16" fmla="*/ 191364 w 270462"/>
                <a:gd name="connsiteY16" fmla="*/ 371048 h 379375"/>
                <a:gd name="connsiteX17" fmla="*/ 203303 w 270462"/>
                <a:gd name="connsiteY17" fmla="*/ 379375 h 379375"/>
                <a:gd name="connsiteX18" fmla="*/ 215224 w 270462"/>
                <a:gd name="connsiteY18" fmla="*/ 362287 h 379375"/>
                <a:gd name="connsiteX19" fmla="*/ 166504 w 270462"/>
                <a:gd name="connsiteY19" fmla="*/ 229622 h 379375"/>
                <a:gd name="connsiteX20" fmla="*/ 230529 w 270462"/>
                <a:gd name="connsiteY20" fmla="*/ 229622 h 379375"/>
                <a:gd name="connsiteX21" fmla="*/ 270462 w 270462"/>
                <a:gd name="connsiteY21" fmla="*/ 189689 h 379375"/>
                <a:gd name="connsiteX22" fmla="*/ 270462 w 270462"/>
                <a:gd name="connsiteY22" fmla="*/ 39933 h 379375"/>
                <a:gd name="connsiteX23" fmla="*/ 230529 w 270462"/>
                <a:gd name="connsiteY23" fmla="*/ 0 h 379375"/>
                <a:gd name="connsiteX24" fmla="*/ 203296 w 270462"/>
                <a:gd name="connsiteY24" fmla="*/ 175172 h 379375"/>
                <a:gd name="connsiteX25" fmla="*/ 146271 w 270462"/>
                <a:gd name="connsiteY25" fmla="*/ 175172 h 379375"/>
                <a:gd name="connsiteX26" fmla="*/ 133561 w 270462"/>
                <a:gd name="connsiteY26" fmla="*/ 162463 h 379375"/>
                <a:gd name="connsiteX27" fmla="*/ 146271 w 270462"/>
                <a:gd name="connsiteY27" fmla="*/ 149753 h 379375"/>
                <a:gd name="connsiteX28" fmla="*/ 203296 w 270462"/>
                <a:gd name="connsiteY28" fmla="*/ 149753 h 379375"/>
                <a:gd name="connsiteX29" fmla="*/ 216006 w 270462"/>
                <a:gd name="connsiteY29" fmla="*/ 162463 h 379375"/>
                <a:gd name="connsiteX30" fmla="*/ 203296 w 270462"/>
                <a:gd name="connsiteY30" fmla="*/ 175172 h 379375"/>
                <a:gd name="connsiteX31" fmla="*/ 203296 w 270462"/>
                <a:gd name="connsiteY31" fmla="*/ 127521 h 379375"/>
                <a:gd name="connsiteX32" fmla="*/ 146271 w 270462"/>
                <a:gd name="connsiteY32" fmla="*/ 127521 h 379375"/>
                <a:gd name="connsiteX33" fmla="*/ 133561 w 270462"/>
                <a:gd name="connsiteY33" fmla="*/ 114811 h 379375"/>
                <a:gd name="connsiteX34" fmla="*/ 146271 w 270462"/>
                <a:gd name="connsiteY34" fmla="*/ 102101 h 379375"/>
                <a:gd name="connsiteX35" fmla="*/ 203296 w 270462"/>
                <a:gd name="connsiteY35" fmla="*/ 102101 h 379375"/>
                <a:gd name="connsiteX36" fmla="*/ 216006 w 270462"/>
                <a:gd name="connsiteY36" fmla="*/ 114811 h 379375"/>
                <a:gd name="connsiteX37" fmla="*/ 203296 w 270462"/>
                <a:gd name="connsiteY37" fmla="*/ 127521 h 379375"/>
                <a:gd name="connsiteX38" fmla="*/ 203296 w 270462"/>
                <a:gd name="connsiteY38" fmla="*/ 79876 h 379375"/>
                <a:gd name="connsiteX39" fmla="*/ 67166 w 270462"/>
                <a:gd name="connsiteY39" fmla="*/ 79876 h 379375"/>
                <a:gd name="connsiteX40" fmla="*/ 54457 w 270462"/>
                <a:gd name="connsiteY40" fmla="*/ 67166 h 379375"/>
                <a:gd name="connsiteX41" fmla="*/ 67166 w 270462"/>
                <a:gd name="connsiteY41" fmla="*/ 54457 h 379375"/>
                <a:gd name="connsiteX42" fmla="*/ 203296 w 270462"/>
                <a:gd name="connsiteY42" fmla="*/ 54457 h 379375"/>
                <a:gd name="connsiteX43" fmla="*/ 216006 w 270462"/>
                <a:gd name="connsiteY43" fmla="*/ 67166 h 379375"/>
                <a:gd name="connsiteX44" fmla="*/ 203296 w 270462"/>
                <a:gd name="connsiteY44" fmla="*/ 79876 h 379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70462" h="379375">
                  <a:moveTo>
                    <a:pt x="230529" y="0"/>
                  </a:moveTo>
                  <a:lnTo>
                    <a:pt x="39933" y="0"/>
                  </a:lnTo>
                  <a:cubicBezTo>
                    <a:pt x="17876" y="0"/>
                    <a:pt x="0" y="17880"/>
                    <a:pt x="0" y="39933"/>
                  </a:cubicBezTo>
                  <a:lnTo>
                    <a:pt x="0" y="133816"/>
                  </a:lnTo>
                  <a:cubicBezTo>
                    <a:pt x="10075" y="138824"/>
                    <a:pt x="20961" y="144239"/>
                    <a:pt x="31122" y="149290"/>
                  </a:cubicBezTo>
                  <a:lnTo>
                    <a:pt x="46668" y="118184"/>
                  </a:lnTo>
                  <a:cubicBezTo>
                    <a:pt x="56082" y="99374"/>
                    <a:pt x="79029" y="91732"/>
                    <a:pt x="97832" y="101128"/>
                  </a:cubicBezTo>
                  <a:cubicBezTo>
                    <a:pt x="116675" y="110558"/>
                    <a:pt x="124310" y="133442"/>
                    <a:pt x="114877" y="152288"/>
                  </a:cubicBezTo>
                  <a:lnTo>
                    <a:pt x="87164" y="207728"/>
                  </a:lnTo>
                  <a:cubicBezTo>
                    <a:pt x="87899" y="215066"/>
                    <a:pt x="87247" y="222463"/>
                    <a:pt x="85178" y="229622"/>
                  </a:cubicBezTo>
                  <a:lnTo>
                    <a:pt x="103475" y="229622"/>
                  </a:lnTo>
                  <a:lnTo>
                    <a:pt x="55218" y="362320"/>
                  </a:lnTo>
                  <a:cubicBezTo>
                    <a:pt x="52355" y="370190"/>
                    <a:pt x="57889" y="379375"/>
                    <a:pt x="67166" y="379375"/>
                  </a:cubicBezTo>
                  <a:cubicBezTo>
                    <a:pt x="72353" y="379375"/>
                    <a:pt x="77231" y="376175"/>
                    <a:pt x="79105" y="371005"/>
                  </a:cubicBezTo>
                  <a:lnTo>
                    <a:pt x="130520" y="229622"/>
                  </a:lnTo>
                  <a:lnTo>
                    <a:pt x="139426" y="229622"/>
                  </a:lnTo>
                  <a:lnTo>
                    <a:pt x="191364" y="371048"/>
                  </a:lnTo>
                  <a:cubicBezTo>
                    <a:pt x="193254" y="376191"/>
                    <a:pt x="198119" y="379375"/>
                    <a:pt x="203303" y="379375"/>
                  </a:cubicBezTo>
                  <a:cubicBezTo>
                    <a:pt x="211971" y="379375"/>
                    <a:pt x="218326" y="370717"/>
                    <a:pt x="215224" y="362287"/>
                  </a:cubicBezTo>
                  <a:lnTo>
                    <a:pt x="166504" y="229622"/>
                  </a:lnTo>
                  <a:lnTo>
                    <a:pt x="230529" y="229622"/>
                  </a:lnTo>
                  <a:cubicBezTo>
                    <a:pt x="252582" y="229622"/>
                    <a:pt x="270462" y="211743"/>
                    <a:pt x="270462" y="189689"/>
                  </a:cubicBezTo>
                  <a:lnTo>
                    <a:pt x="270462" y="39933"/>
                  </a:lnTo>
                  <a:cubicBezTo>
                    <a:pt x="270462" y="17880"/>
                    <a:pt x="252582" y="0"/>
                    <a:pt x="230529" y="0"/>
                  </a:cubicBezTo>
                  <a:close/>
                  <a:moveTo>
                    <a:pt x="203296" y="175172"/>
                  </a:moveTo>
                  <a:lnTo>
                    <a:pt x="146271" y="175172"/>
                  </a:lnTo>
                  <a:cubicBezTo>
                    <a:pt x="139254" y="175172"/>
                    <a:pt x="133561" y="169479"/>
                    <a:pt x="133561" y="162463"/>
                  </a:cubicBezTo>
                  <a:cubicBezTo>
                    <a:pt x="133561" y="155439"/>
                    <a:pt x="139254" y="149753"/>
                    <a:pt x="146271" y="149753"/>
                  </a:cubicBezTo>
                  <a:lnTo>
                    <a:pt x="203296" y="149753"/>
                  </a:lnTo>
                  <a:cubicBezTo>
                    <a:pt x="210319" y="149753"/>
                    <a:pt x="216006" y="155439"/>
                    <a:pt x="216006" y="162463"/>
                  </a:cubicBezTo>
                  <a:cubicBezTo>
                    <a:pt x="216006" y="169479"/>
                    <a:pt x="210319" y="175172"/>
                    <a:pt x="203296" y="175172"/>
                  </a:cubicBezTo>
                  <a:close/>
                  <a:moveTo>
                    <a:pt x="203296" y="127521"/>
                  </a:moveTo>
                  <a:lnTo>
                    <a:pt x="146271" y="127521"/>
                  </a:lnTo>
                  <a:cubicBezTo>
                    <a:pt x="139254" y="127521"/>
                    <a:pt x="133561" y="121835"/>
                    <a:pt x="133561" y="114811"/>
                  </a:cubicBezTo>
                  <a:cubicBezTo>
                    <a:pt x="133561" y="107794"/>
                    <a:pt x="139254" y="102101"/>
                    <a:pt x="146271" y="102101"/>
                  </a:cubicBezTo>
                  <a:lnTo>
                    <a:pt x="203296" y="102101"/>
                  </a:lnTo>
                  <a:cubicBezTo>
                    <a:pt x="210319" y="102101"/>
                    <a:pt x="216006" y="107794"/>
                    <a:pt x="216006" y="114811"/>
                  </a:cubicBezTo>
                  <a:cubicBezTo>
                    <a:pt x="216006" y="121835"/>
                    <a:pt x="210319" y="127521"/>
                    <a:pt x="203296" y="127521"/>
                  </a:cubicBezTo>
                  <a:close/>
                  <a:moveTo>
                    <a:pt x="203296" y="79876"/>
                  </a:moveTo>
                  <a:lnTo>
                    <a:pt x="67166" y="79876"/>
                  </a:lnTo>
                  <a:cubicBezTo>
                    <a:pt x="60143" y="79876"/>
                    <a:pt x="54457" y="74183"/>
                    <a:pt x="54457" y="67166"/>
                  </a:cubicBezTo>
                  <a:cubicBezTo>
                    <a:pt x="54457" y="60149"/>
                    <a:pt x="60143" y="54457"/>
                    <a:pt x="67166" y="54457"/>
                  </a:cubicBezTo>
                  <a:lnTo>
                    <a:pt x="203296" y="54457"/>
                  </a:lnTo>
                  <a:cubicBezTo>
                    <a:pt x="210319" y="54457"/>
                    <a:pt x="216006" y="60149"/>
                    <a:pt x="216006" y="67166"/>
                  </a:cubicBezTo>
                  <a:cubicBezTo>
                    <a:pt x="216006" y="74183"/>
                    <a:pt x="210319" y="79876"/>
                    <a:pt x="203296" y="79876"/>
                  </a:cubicBezTo>
                  <a:close/>
                </a:path>
              </a:pathLst>
            </a:custGeom>
            <a:grpFill/>
            <a:ln w="837"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174706D7-F2A2-473F-9965-9C2FCB42226F}"/>
                </a:ext>
              </a:extLst>
            </p:cNvPr>
            <p:cNvSpPr/>
            <p:nvPr/>
          </p:nvSpPr>
          <p:spPr>
            <a:xfrm>
              <a:off x="3691458" y="4073839"/>
              <a:ext cx="256852" cy="353952"/>
            </a:xfrm>
            <a:custGeom>
              <a:avLst/>
              <a:gdLst>
                <a:gd name="connsiteX0" fmla="*/ 223625 w 256852"/>
                <a:gd name="connsiteY0" fmla="*/ 198752 h 353952"/>
                <a:gd name="connsiteX1" fmla="*/ 223966 w 256852"/>
                <a:gd name="connsiteY1" fmla="*/ 178578 h 353952"/>
                <a:gd name="connsiteX2" fmla="*/ 255508 w 256852"/>
                <a:gd name="connsiteY2" fmla="*/ 115500 h 353952"/>
                <a:gd name="connsiteX3" fmla="*/ 249825 w 256852"/>
                <a:gd name="connsiteY3" fmla="*/ 98447 h 353952"/>
                <a:gd name="connsiteX4" fmla="*/ 232773 w 256852"/>
                <a:gd name="connsiteY4" fmla="*/ 104130 h 353952"/>
                <a:gd name="connsiteX5" fmla="*/ 205871 w 256852"/>
                <a:gd name="connsiteY5" fmla="*/ 157928 h 353952"/>
                <a:gd name="connsiteX6" fmla="*/ 145682 w 256852"/>
                <a:gd name="connsiteY6" fmla="*/ 127988 h 353952"/>
                <a:gd name="connsiteX7" fmla="*/ 92010 w 256852"/>
                <a:gd name="connsiteY7" fmla="*/ 110717 h 353952"/>
                <a:gd name="connsiteX8" fmla="*/ 80780 w 256852"/>
                <a:gd name="connsiteY8" fmla="*/ 110717 h 353952"/>
                <a:gd name="connsiteX9" fmla="*/ 123774 w 256852"/>
                <a:gd name="connsiteY9" fmla="*/ 90222 h 353952"/>
                <a:gd name="connsiteX10" fmla="*/ 136140 w 256852"/>
                <a:gd name="connsiteY10" fmla="*/ 55363 h 353952"/>
                <a:gd name="connsiteX11" fmla="*/ 80773 w 256852"/>
                <a:gd name="connsiteY11" fmla="*/ 0 h 353952"/>
                <a:gd name="connsiteX12" fmla="*/ 25419 w 256852"/>
                <a:gd name="connsiteY12" fmla="*/ 55363 h 353952"/>
                <a:gd name="connsiteX13" fmla="*/ 40469 w 256852"/>
                <a:gd name="connsiteY13" fmla="*/ 93297 h 353952"/>
                <a:gd name="connsiteX14" fmla="*/ 80770 w 256852"/>
                <a:gd name="connsiteY14" fmla="*/ 110720 h 353952"/>
                <a:gd name="connsiteX15" fmla="*/ 23678 w 256852"/>
                <a:gd name="connsiteY15" fmla="*/ 134366 h 353952"/>
                <a:gd name="connsiteX16" fmla="*/ 0 w 256852"/>
                <a:gd name="connsiteY16" fmla="*/ 191496 h 353952"/>
                <a:gd name="connsiteX17" fmla="*/ 0 w 256852"/>
                <a:gd name="connsiteY17" fmla="*/ 232336 h 353952"/>
                <a:gd name="connsiteX18" fmla="*/ 27227 w 256852"/>
                <a:gd name="connsiteY18" fmla="*/ 270201 h 353952"/>
                <a:gd name="connsiteX19" fmla="*/ 27227 w 256852"/>
                <a:gd name="connsiteY19" fmla="*/ 341243 h 353952"/>
                <a:gd name="connsiteX20" fmla="*/ 39936 w 256852"/>
                <a:gd name="connsiteY20" fmla="*/ 353952 h 353952"/>
                <a:gd name="connsiteX21" fmla="*/ 121616 w 256852"/>
                <a:gd name="connsiteY21" fmla="*/ 353952 h 353952"/>
                <a:gd name="connsiteX22" fmla="*/ 134326 w 256852"/>
                <a:gd name="connsiteY22" fmla="*/ 341243 h 353952"/>
                <a:gd name="connsiteX23" fmla="*/ 134326 w 256852"/>
                <a:gd name="connsiteY23" fmla="*/ 198440 h 353952"/>
                <a:gd name="connsiteX24" fmla="*/ 175017 w 256852"/>
                <a:gd name="connsiteY24" fmla="*/ 218786 h 353952"/>
                <a:gd name="connsiteX25" fmla="*/ 203845 w 256852"/>
                <a:gd name="connsiteY25" fmla="*/ 219871 h 353952"/>
                <a:gd name="connsiteX26" fmla="*/ 223575 w 256852"/>
                <a:gd name="connsiteY26" fmla="*/ 198900 h 353952"/>
                <a:gd name="connsiteX27" fmla="*/ 223625 w 256852"/>
                <a:gd name="connsiteY27" fmla="*/ 198752 h 353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56852" h="353952">
                  <a:moveTo>
                    <a:pt x="223625" y="198752"/>
                  </a:moveTo>
                  <a:cubicBezTo>
                    <a:pt x="225922" y="192023"/>
                    <a:pt x="225905" y="184993"/>
                    <a:pt x="223966" y="178578"/>
                  </a:cubicBezTo>
                  <a:lnTo>
                    <a:pt x="255508" y="115500"/>
                  </a:lnTo>
                  <a:cubicBezTo>
                    <a:pt x="258646" y="109221"/>
                    <a:pt x="256104" y="101585"/>
                    <a:pt x="249825" y="98447"/>
                  </a:cubicBezTo>
                  <a:cubicBezTo>
                    <a:pt x="243550" y="95306"/>
                    <a:pt x="235914" y="97852"/>
                    <a:pt x="232773" y="104130"/>
                  </a:cubicBezTo>
                  <a:lnTo>
                    <a:pt x="205871" y="157928"/>
                  </a:lnTo>
                  <a:cubicBezTo>
                    <a:pt x="189792" y="149922"/>
                    <a:pt x="165362" y="137775"/>
                    <a:pt x="145682" y="127988"/>
                  </a:cubicBezTo>
                  <a:cubicBezTo>
                    <a:pt x="127372" y="118882"/>
                    <a:pt x="114305" y="110717"/>
                    <a:pt x="92010" y="110717"/>
                  </a:cubicBezTo>
                  <a:lnTo>
                    <a:pt x="80780" y="110717"/>
                  </a:lnTo>
                  <a:cubicBezTo>
                    <a:pt x="98140" y="110717"/>
                    <a:pt x="113633" y="102727"/>
                    <a:pt x="123774" y="90222"/>
                  </a:cubicBezTo>
                  <a:cubicBezTo>
                    <a:pt x="131512" y="80707"/>
                    <a:pt x="136140" y="68580"/>
                    <a:pt x="136140" y="55363"/>
                  </a:cubicBezTo>
                  <a:cubicBezTo>
                    <a:pt x="136140" y="24784"/>
                    <a:pt x="111356" y="0"/>
                    <a:pt x="80773" y="0"/>
                  </a:cubicBezTo>
                  <a:cubicBezTo>
                    <a:pt x="50203" y="0"/>
                    <a:pt x="25419" y="24784"/>
                    <a:pt x="25419" y="55363"/>
                  </a:cubicBezTo>
                  <a:cubicBezTo>
                    <a:pt x="25419" y="70049"/>
                    <a:pt x="31139" y="83394"/>
                    <a:pt x="40469" y="93297"/>
                  </a:cubicBezTo>
                  <a:cubicBezTo>
                    <a:pt x="50558" y="104024"/>
                    <a:pt x="64886" y="110717"/>
                    <a:pt x="80770" y="110720"/>
                  </a:cubicBezTo>
                  <a:cubicBezTo>
                    <a:pt x="59474" y="110720"/>
                    <a:pt x="38655" y="119349"/>
                    <a:pt x="23678" y="134366"/>
                  </a:cubicBezTo>
                  <a:cubicBezTo>
                    <a:pt x="8410" y="149594"/>
                    <a:pt x="0" y="169883"/>
                    <a:pt x="0" y="191496"/>
                  </a:cubicBezTo>
                  <a:lnTo>
                    <a:pt x="0" y="232336"/>
                  </a:lnTo>
                  <a:cubicBezTo>
                    <a:pt x="0" y="249918"/>
                    <a:pt x="11416" y="264878"/>
                    <a:pt x="27227" y="270201"/>
                  </a:cubicBezTo>
                  <a:lnTo>
                    <a:pt x="27227" y="341243"/>
                  </a:lnTo>
                  <a:cubicBezTo>
                    <a:pt x="27227" y="348263"/>
                    <a:pt x="32916" y="353952"/>
                    <a:pt x="39936" y="353952"/>
                  </a:cubicBezTo>
                  <a:lnTo>
                    <a:pt x="121616" y="353952"/>
                  </a:lnTo>
                  <a:cubicBezTo>
                    <a:pt x="128636" y="353952"/>
                    <a:pt x="134326" y="348263"/>
                    <a:pt x="134326" y="341243"/>
                  </a:cubicBezTo>
                  <a:lnTo>
                    <a:pt x="134326" y="198440"/>
                  </a:lnTo>
                  <a:cubicBezTo>
                    <a:pt x="146377" y="204464"/>
                    <a:pt x="162208" y="212378"/>
                    <a:pt x="175017" y="218786"/>
                  </a:cubicBezTo>
                  <a:cubicBezTo>
                    <a:pt x="183996" y="223274"/>
                    <a:pt x="194488" y="223678"/>
                    <a:pt x="203845" y="219871"/>
                  </a:cubicBezTo>
                  <a:cubicBezTo>
                    <a:pt x="213176" y="216032"/>
                    <a:pt x="220368" y="208390"/>
                    <a:pt x="223575" y="198900"/>
                  </a:cubicBezTo>
                  <a:cubicBezTo>
                    <a:pt x="223592" y="198851"/>
                    <a:pt x="223608" y="198801"/>
                    <a:pt x="223625" y="198752"/>
                  </a:cubicBezTo>
                  <a:close/>
                </a:path>
              </a:pathLst>
            </a:custGeom>
            <a:grpFill/>
            <a:ln w="837" cap="flat">
              <a:noFill/>
              <a:prstDash val="solid"/>
              <a:miter/>
            </a:ln>
          </p:spPr>
          <p:txBody>
            <a:bodyPr rtlCol="0" anchor="ctr"/>
            <a:lstStyle/>
            <a:p>
              <a:endParaRPr lang="en-US"/>
            </a:p>
          </p:txBody>
        </p:sp>
      </p:grpSp>
      <p:grpSp>
        <p:nvGrpSpPr>
          <p:cNvPr id="27" name="Graphic 106">
            <a:extLst>
              <a:ext uri="{FF2B5EF4-FFF2-40B4-BE49-F238E27FC236}">
                <a16:creationId xmlns:a16="http://schemas.microsoft.com/office/drawing/2014/main" id="{56087E37-34B6-467C-84F8-981A197E7CAA}"/>
              </a:ext>
            </a:extLst>
          </p:cNvPr>
          <p:cNvGrpSpPr>
            <a:grpSpLocks noChangeAspect="1"/>
          </p:cNvGrpSpPr>
          <p:nvPr/>
        </p:nvGrpSpPr>
        <p:grpSpPr>
          <a:xfrm>
            <a:off x="7743374" y="2698363"/>
            <a:ext cx="216334" cy="247466"/>
            <a:chOff x="8798592" y="2775018"/>
            <a:chExt cx="332675" cy="380550"/>
          </a:xfrm>
          <a:solidFill>
            <a:schemeClr val="bg2"/>
          </a:solidFill>
        </p:grpSpPr>
        <p:sp>
          <p:nvSpPr>
            <p:cNvPr id="29" name="Freeform: Shape 28">
              <a:extLst>
                <a:ext uri="{FF2B5EF4-FFF2-40B4-BE49-F238E27FC236}">
                  <a16:creationId xmlns:a16="http://schemas.microsoft.com/office/drawing/2014/main" id="{67D6CD93-824C-4119-A8F6-DCBC08D3E00B}"/>
                </a:ext>
              </a:extLst>
            </p:cNvPr>
            <p:cNvSpPr/>
            <p:nvPr/>
          </p:nvSpPr>
          <p:spPr>
            <a:xfrm>
              <a:off x="8933213" y="2933580"/>
              <a:ext cx="47568" cy="47568"/>
            </a:xfrm>
            <a:custGeom>
              <a:avLst/>
              <a:gdLst>
                <a:gd name="connsiteX0" fmla="*/ 23784 w 47568"/>
                <a:gd name="connsiteY0" fmla="*/ 0 h 47568"/>
                <a:gd name="connsiteX1" fmla="*/ 0 w 47568"/>
                <a:gd name="connsiteY1" fmla="*/ 23784 h 47568"/>
                <a:gd name="connsiteX2" fmla="*/ 23784 w 47568"/>
                <a:gd name="connsiteY2" fmla="*/ 47569 h 47568"/>
                <a:gd name="connsiteX3" fmla="*/ 47569 w 47568"/>
                <a:gd name="connsiteY3" fmla="*/ 23784 h 47568"/>
                <a:gd name="connsiteX4" fmla="*/ 23784 w 47568"/>
                <a:gd name="connsiteY4" fmla="*/ 0 h 47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68" h="47568">
                  <a:moveTo>
                    <a:pt x="23784" y="0"/>
                  </a:moveTo>
                  <a:cubicBezTo>
                    <a:pt x="10671" y="0"/>
                    <a:pt x="0" y="10671"/>
                    <a:pt x="0" y="23784"/>
                  </a:cubicBezTo>
                  <a:cubicBezTo>
                    <a:pt x="0" y="36898"/>
                    <a:pt x="10671" y="47569"/>
                    <a:pt x="23784" y="47569"/>
                  </a:cubicBezTo>
                  <a:cubicBezTo>
                    <a:pt x="36898" y="47569"/>
                    <a:pt x="47569" y="36898"/>
                    <a:pt x="47569" y="23784"/>
                  </a:cubicBezTo>
                  <a:cubicBezTo>
                    <a:pt x="47569" y="10672"/>
                    <a:pt x="36898" y="0"/>
                    <a:pt x="23784" y="0"/>
                  </a:cubicBezTo>
                  <a:close/>
                </a:path>
              </a:pathLst>
            </a:custGeom>
            <a:grpFill/>
            <a:ln w="726"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F4912274-3D26-42D3-B2D3-3EFF1A5E3231}"/>
                </a:ext>
              </a:extLst>
            </p:cNvPr>
            <p:cNvSpPr/>
            <p:nvPr/>
          </p:nvSpPr>
          <p:spPr>
            <a:xfrm>
              <a:off x="8798592" y="2775018"/>
              <a:ext cx="332675" cy="380550"/>
            </a:xfrm>
            <a:custGeom>
              <a:avLst/>
              <a:gdLst>
                <a:gd name="connsiteX0" fmla="*/ 328670 w 332675"/>
                <a:gd name="connsiteY0" fmla="*/ 335487 h 380550"/>
                <a:gd name="connsiteX1" fmla="*/ 275155 w 332675"/>
                <a:gd name="connsiteY1" fmla="*/ 241840 h 380550"/>
                <a:gd name="connsiteX2" fmla="*/ 221846 w 332675"/>
                <a:gd name="connsiteY2" fmla="*/ 148525 h 380550"/>
                <a:gd name="connsiteX3" fmla="*/ 221846 w 332675"/>
                <a:gd name="connsiteY3" fmla="*/ 47569 h 380550"/>
                <a:gd name="connsiteX4" fmla="*/ 229774 w 332675"/>
                <a:gd name="connsiteY4" fmla="*/ 47569 h 380550"/>
                <a:gd name="connsiteX5" fmla="*/ 253559 w 332675"/>
                <a:gd name="connsiteY5" fmla="*/ 23784 h 380550"/>
                <a:gd name="connsiteX6" fmla="*/ 229774 w 332675"/>
                <a:gd name="connsiteY6" fmla="*/ 0 h 380550"/>
                <a:gd name="connsiteX7" fmla="*/ 102925 w 332675"/>
                <a:gd name="connsiteY7" fmla="*/ 0 h 380550"/>
                <a:gd name="connsiteX8" fmla="*/ 79140 w 332675"/>
                <a:gd name="connsiteY8" fmla="*/ 23784 h 380550"/>
                <a:gd name="connsiteX9" fmla="*/ 102925 w 332675"/>
                <a:gd name="connsiteY9" fmla="*/ 47569 h 380550"/>
                <a:gd name="connsiteX10" fmla="*/ 110853 w 332675"/>
                <a:gd name="connsiteY10" fmla="*/ 47569 h 380550"/>
                <a:gd name="connsiteX11" fmla="*/ 110853 w 332675"/>
                <a:gd name="connsiteY11" fmla="*/ 148525 h 380550"/>
                <a:gd name="connsiteX12" fmla="*/ 57528 w 332675"/>
                <a:gd name="connsiteY12" fmla="*/ 241840 h 380550"/>
                <a:gd name="connsiteX13" fmla="*/ 4014 w 332675"/>
                <a:gd name="connsiteY13" fmla="*/ 335487 h 380550"/>
                <a:gd name="connsiteX14" fmla="*/ 4109 w 332675"/>
                <a:gd name="connsiteY14" fmla="*/ 365550 h 380550"/>
                <a:gd name="connsiteX15" fmla="*/ 30160 w 332675"/>
                <a:gd name="connsiteY15" fmla="*/ 380550 h 380550"/>
                <a:gd name="connsiteX16" fmla="*/ 302507 w 332675"/>
                <a:gd name="connsiteY16" fmla="*/ 380550 h 380550"/>
                <a:gd name="connsiteX17" fmla="*/ 328559 w 332675"/>
                <a:gd name="connsiteY17" fmla="*/ 365550 h 380550"/>
                <a:gd name="connsiteX18" fmla="*/ 328670 w 332675"/>
                <a:gd name="connsiteY18" fmla="*/ 335487 h 380550"/>
                <a:gd name="connsiteX19" fmla="*/ 102908 w 332675"/>
                <a:gd name="connsiteY19" fmla="*/ 31713 h 380550"/>
                <a:gd name="connsiteX20" fmla="*/ 94980 w 332675"/>
                <a:gd name="connsiteY20" fmla="*/ 23784 h 380550"/>
                <a:gd name="connsiteX21" fmla="*/ 102908 w 332675"/>
                <a:gd name="connsiteY21" fmla="*/ 15856 h 380550"/>
                <a:gd name="connsiteX22" fmla="*/ 229759 w 332675"/>
                <a:gd name="connsiteY22" fmla="*/ 15856 h 380550"/>
                <a:gd name="connsiteX23" fmla="*/ 237687 w 332675"/>
                <a:gd name="connsiteY23" fmla="*/ 23784 h 380550"/>
                <a:gd name="connsiteX24" fmla="*/ 229759 w 332675"/>
                <a:gd name="connsiteY24" fmla="*/ 31713 h 380550"/>
                <a:gd name="connsiteX25" fmla="*/ 102908 w 332675"/>
                <a:gd name="connsiteY25" fmla="*/ 31713 h 380550"/>
                <a:gd name="connsiteX26" fmla="*/ 126693 w 332675"/>
                <a:gd name="connsiteY26" fmla="*/ 332981 h 380550"/>
                <a:gd name="connsiteX27" fmla="*/ 102908 w 332675"/>
                <a:gd name="connsiteY27" fmla="*/ 309197 h 380550"/>
                <a:gd name="connsiteX28" fmla="*/ 126693 w 332675"/>
                <a:gd name="connsiteY28" fmla="*/ 285413 h 380550"/>
                <a:gd name="connsiteX29" fmla="*/ 150477 w 332675"/>
                <a:gd name="connsiteY29" fmla="*/ 309197 h 380550"/>
                <a:gd name="connsiteX30" fmla="*/ 126693 w 332675"/>
                <a:gd name="connsiteY30" fmla="*/ 332981 h 380550"/>
                <a:gd name="connsiteX31" fmla="*/ 205974 w 332675"/>
                <a:gd name="connsiteY31" fmla="*/ 301269 h 380550"/>
                <a:gd name="connsiteX32" fmla="*/ 182190 w 332675"/>
                <a:gd name="connsiteY32" fmla="*/ 277484 h 380550"/>
                <a:gd name="connsiteX33" fmla="*/ 205974 w 332675"/>
                <a:gd name="connsiteY33" fmla="*/ 253700 h 380550"/>
                <a:gd name="connsiteX34" fmla="*/ 229759 w 332675"/>
                <a:gd name="connsiteY34" fmla="*/ 277484 h 380550"/>
                <a:gd name="connsiteX35" fmla="*/ 205974 w 332675"/>
                <a:gd name="connsiteY35" fmla="*/ 301269 h 380550"/>
                <a:gd name="connsiteX36" fmla="*/ 78062 w 332675"/>
                <a:gd name="connsiteY36" fmla="*/ 237844 h 380550"/>
                <a:gd name="connsiteX37" fmla="*/ 125646 w 332675"/>
                <a:gd name="connsiteY37" fmla="*/ 154566 h 380550"/>
                <a:gd name="connsiteX38" fmla="*/ 126693 w 332675"/>
                <a:gd name="connsiteY38" fmla="*/ 150634 h 380550"/>
                <a:gd name="connsiteX39" fmla="*/ 126693 w 332675"/>
                <a:gd name="connsiteY39" fmla="*/ 47569 h 380550"/>
                <a:gd name="connsiteX40" fmla="*/ 205974 w 332675"/>
                <a:gd name="connsiteY40" fmla="*/ 47569 h 380550"/>
                <a:gd name="connsiteX41" fmla="*/ 205974 w 332675"/>
                <a:gd name="connsiteY41" fmla="*/ 150635 h 380550"/>
                <a:gd name="connsiteX42" fmla="*/ 207021 w 332675"/>
                <a:gd name="connsiteY42" fmla="*/ 154567 h 380550"/>
                <a:gd name="connsiteX43" fmla="*/ 254605 w 332675"/>
                <a:gd name="connsiteY43" fmla="*/ 237844 h 380550"/>
                <a:gd name="connsiteX44" fmla="*/ 78062 w 332675"/>
                <a:gd name="connsiteY44" fmla="*/ 237844 h 38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32675" h="380550">
                  <a:moveTo>
                    <a:pt x="328670" y="335487"/>
                  </a:moveTo>
                  <a:lnTo>
                    <a:pt x="275155" y="241840"/>
                  </a:lnTo>
                  <a:lnTo>
                    <a:pt x="221846" y="148525"/>
                  </a:lnTo>
                  <a:lnTo>
                    <a:pt x="221846" y="47569"/>
                  </a:lnTo>
                  <a:lnTo>
                    <a:pt x="229774" y="47569"/>
                  </a:lnTo>
                  <a:cubicBezTo>
                    <a:pt x="242888" y="47569"/>
                    <a:pt x="253559" y="36898"/>
                    <a:pt x="253559" y="23784"/>
                  </a:cubicBezTo>
                  <a:cubicBezTo>
                    <a:pt x="253559" y="10671"/>
                    <a:pt x="242888" y="0"/>
                    <a:pt x="229774" y="0"/>
                  </a:cubicBezTo>
                  <a:lnTo>
                    <a:pt x="102925" y="0"/>
                  </a:lnTo>
                  <a:cubicBezTo>
                    <a:pt x="89811" y="0"/>
                    <a:pt x="79140" y="10671"/>
                    <a:pt x="79140" y="23784"/>
                  </a:cubicBezTo>
                  <a:cubicBezTo>
                    <a:pt x="79140" y="36898"/>
                    <a:pt x="89811" y="47569"/>
                    <a:pt x="102925" y="47569"/>
                  </a:cubicBezTo>
                  <a:lnTo>
                    <a:pt x="110853" y="47569"/>
                  </a:lnTo>
                  <a:lnTo>
                    <a:pt x="110853" y="148525"/>
                  </a:lnTo>
                  <a:lnTo>
                    <a:pt x="57528" y="241840"/>
                  </a:lnTo>
                  <a:lnTo>
                    <a:pt x="4014" y="335487"/>
                  </a:lnTo>
                  <a:cubicBezTo>
                    <a:pt x="-1377" y="344921"/>
                    <a:pt x="-1330" y="356164"/>
                    <a:pt x="4109" y="365550"/>
                  </a:cubicBezTo>
                  <a:cubicBezTo>
                    <a:pt x="9563" y="374953"/>
                    <a:pt x="19299" y="380550"/>
                    <a:pt x="30160" y="380550"/>
                  </a:cubicBezTo>
                  <a:lnTo>
                    <a:pt x="302507" y="380550"/>
                  </a:lnTo>
                  <a:cubicBezTo>
                    <a:pt x="313368" y="380550"/>
                    <a:pt x="323104" y="374937"/>
                    <a:pt x="328559" y="365550"/>
                  </a:cubicBezTo>
                  <a:cubicBezTo>
                    <a:pt x="334014" y="356147"/>
                    <a:pt x="334045" y="344905"/>
                    <a:pt x="328670" y="335487"/>
                  </a:cubicBezTo>
                  <a:close/>
                  <a:moveTo>
                    <a:pt x="102908" y="31713"/>
                  </a:moveTo>
                  <a:cubicBezTo>
                    <a:pt x="98532" y="31713"/>
                    <a:pt x="94980" y="28161"/>
                    <a:pt x="94980" y="23784"/>
                  </a:cubicBezTo>
                  <a:cubicBezTo>
                    <a:pt x="94980" y="19408"/>
                    <a:pt x="98532" y="15856"/>
                    <a:pt x="102908" y="15856"/>
                  </a:cubicBezTo>
                  <a:lnTo>
                    <a:pt x="229759" y="15856"/>
                  </a:lnTo>
                  <a:cubicBezTo>
                    <a:pt x="234135" y="15856"/>
                    <a:pt x="237687" y="19408"/>
                    <a:pt x="237687" y="23784"/>
                  </a:cubicBezTo>
                  <a:cubicBezTo>
                    <a:pt x="237687" y="28161"/>
                    <a:pt x="234135" y="31713"/>
                    <a:pt x="229759" y="31713"/>
                  </a:cubicBezTo>
                  <a:lnTo>
                    <a:pt x="102908" y="31713"/>
                  </a:lnTo>
                  <a:close/>
                  <a:moveTo>
                    <a:pt x="126693" y="332981"/>
                  </a:moveTo>
                  <a:cubicBezTo>
                    <a:pt x="113579" y="332981"/>
                    <a:pt x="102908" y="322310"/>
                    <a:pt x="102908" y="309197"/>
                  </a:cubicBezTo>
                  <a:cubicBezTo>
                    <a:pt x="102908" y="296084"/>
                    <a:pt x="113579" y="285413"/>
                    <a:pt x="126693" y="285413"/>
                  </a:cubicBezTo>
                  <a:cubicBezTo>
                    <a:pt x="139806" y="285413"/>
                    <a:pt x="150477" y="296084"/>
                    <a:pt x="150477" y="309197"/>
                  </a:cubicBezTo>
                  <a:cubicBezTo>
                    <a:pt x="150477" y="322310"/>
                    <a:pt x="139806" y="332981"/>
                    <a:pt x="126693" y="332981"/>
                  </a:cubicBezTo>
                  <a:close/>
                  <a:moveTo>
                    <a:pt x="205974" y="301269"/>
                  </a:moveTo>
                  <a:cubicBezTo>
                    <a:pt x="192861" y="301269"/>
                    <a:pt x="182190" y="290598"/>
                    <a:pt x="182190" y="277484"/>
                  </a:cubicBezTo>
                  <a:cubicBezTo>
                    <a:pt x="182190" y="264371"/>
                    <a:pt x="192861" y="253700"/>
                    <a:pt x="205974" y="253700"/>
                  </a:cubicBezTo>
                  <a:cubicBezTo>
                    <a:pt x="219088" y="253700"/>
                    <a:pt x="229759" y="264371"/>
                    <a:pt x="229759" y="277484"/>
                  </a:cubicBezTo>
                  <a:cubicBezTo>
                    <a:pt x="229759" y="290598"/>
                    <a:pt x="219088" y="301269"/>
                    <a:pt x="205974" y="301269"/>
                  </a:cubicBezTo>
                  <a:close/>
                  <a:moveTo>
                    <a:pt x="78062" y="237844"/>
                  </a:moveTo>
                  <a:lnTo>
                    <a:pt x="125646" y="154566"/>
                  </a:lnTo>
                  <a:cubicBezTo>
                    <a:pt x="126328" y="153362"/>
                    <a:pt x="126693" y="152013"/>
                    <a:pt x="126693" y="150634"/>
                  </a:cubicBezTo>
                  <a:lnTo>
                    <a:pt x="126693" y="47569"/>
                  </a:lnTo>
                  <a:lnTo>
                    <a:pt x="205974" y="47569"/>
                  </a:lnTo>
                  <a:lnTo>
                    <a:pt x="205974" y="150635"/>
                  </a:lnTo>
                  <a:cubicBezTo>
                    <a:pt x="205974" y="152014"/>
                    <a:pt x="206323" y="153362"/>
                    <a:pt x="207021" y="154567"/>
                  </a:cubicBezTo>
                  <a:lnTo>
                    <a:pt x="254605" y="237844"/>
                  </a:lnTo>
                  <a:lnTo>
                    <a:pt x="78062" y="237844"/>
                  </a:lnTo>
                  <a:close/>
                </a:path>
              </a:pathLst>
            </a:custGeom>
            <a:grpFill/>
            <a:ln w="726" cap="flat">
              <a:noFill/>
              <a:prstDash val="solid"/>
              <a:miter/>
            </a:ln>
          </p:spPr>
          <p:txBody>
            <a:bodyPr rtlCol="0" anchor="ctr"/>
            <a:lstStyle/>
            <a:p>
              <a:endParaRPr lang="en-US"/>
            </a:p>
          </p:txBody>
        </p:sp>
      </p:grpSp>
      <p:grpSp>
        <p:nvGrpSpPr>
          <p:cNvPr id="31" name="Graphic 124">
            <a:extLst>
              <a:ext uri="{FF2B5EF4-FFF2-40B4-BE49-F238E27FC236}">
                <a16:creationId xmlns:a16="http://schemas.microsoft.com/office/drawing/2014/main" id="{5EE77AD2-00D8-4D69-A7DE-26F9AE27460B}"/>
              </a:ext>
            </a:extLst>
          </p:cNvPr>
          <p:cNvGrpSpPr>
            <a:grpSpLocks noChangeAspect="1"/>
          </p:cNvGrpSpPr>
          <p:nvPr/>
        </p:nvGrpSpPr>
        <p:grpSpPr>
          <a:xfrm>
            <a:off x="4213778" y="2691139"/>
            <a:ext cx="263144" cy="263142"/>
            <a:chOff x="790887" y="2764416"/>
            <a:chExt cx="401391" cy="401389"/>
          </a:xfrm>
          <a:solidFill>
            <a:schemeClr val="bg2"/>
          </a:solidFill>
        </p:grpSpPr>
        <p:sp>
          <p:nvSpPr>
            <p:cNvPr id="32" name="Freeform: Shape 31">
              <a:extLst>
                <a:ext uri="{FF2B5EF4-FFF2-40B4-BE49-F238E27FC236}">
                  <a16:creationId xmlns:a16="http://schemas.microsoft.com/office/drawing/2014/main" id="{A1676F7E-F605-4F96-A974-D28730957DB4}"/>
                </a:ext>
              </a:extLst>
            </p:cNvPr>
            <p:cNvSpPr/>
            <p:nvPr/>
          </p:nvSpPr>
          <p:spPr>
            <a:xfrm>
              <a:off x="991377" y="3039382"/>
              <a:ext cx="86186" cy="85613"/>
            </a:xfrm>
            <a:custGeom>
              <a:avLst/>
              <a:gdLst>
                <a:gd name="connsiteX0" fmla="*/ 0 w 86186"/>
                <a:gd name="connsiteY0" fmla="*/ 18802 h 85613"/>
                <a:gd name="connsiteX1" fmla="*/ 66805 w 86186"/>
                <a:gd name="connsiteY1" fmla="*/ 85614 h 85613"/>
                <a:gd name="connsiteX2" fmla="*/ 86187 w 86186"/>
                <a:gd name="connsiteY2" fmla="*/ 66805 h 85613"/>
                <a:gd name="connsiteX3" fmla="*/ 19382 w 86186"/>
                <a:gd name="connsiteY3" fmla="*/ 0 h 85613"/>
              </a:gdLst>
              <a:ahLst/>
              <a:cxnLst>
                <a:cxn ang="0">
                  <a:pos x="connsiteX0" y="connsiteY0"/>
                </a:cxn>
                <a:cxn ang="0">
                  <a:pos x="connsiteX1" y="connsiteY1"/>
                </a:cxn>
                <a:cxn ang="0">
                  <a:pos x="connsiteX2" y="connsiteY2"/>
                </a:cxn>
                <a:cxn ang="0">
                  <a:pos x="connsiteX3" y="connsiteY3"/>
                </a:cxn>
              </a:cxnLst>
              <a:rect l="l" t="t" r="r" b="b"/>
              <a:pathLst>
                <a:path w="86186" h="85613">
                  <a:moveTo>
                    <a:pt x="0" y="18802"/>
                  </a:moveTo>
                  <a:lnTo>
                    <a:pt x="66805" y="85614"/>
                  </a:lnTo>
                  <a:lnTo>
                    <a:pt x="86187" y="66805"/>
                  </a:lnTo>
                  <a:lnTo>
                    <a:pt x="19382" y="0"/>
                  </a:lnTo>
                  <a:close/>
                </a:path>
              </a:pathLst>
            </a:custGeom>
            <a:grpFill/>
            <a:ln w="788"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3C85150B-F9D6-41CC-91A6-0EAE705F4A81}"/>
                </a:ext>
              </a:extLst>
            </p:cNvPr>
            <p:cNvSpPr/>
            <p:nvPr/>
          </p:nvSpPr>
          <p:spPr>
            <a:xfrm>
              <a:off x="790887" y="2905592"/>
              <a:ext cx="95621" cy="94968"/>
            </a:xfrm>
            <a:custGeom>
              <a:avLst/>
              <a:gdLst>
                <a:gd name="connsiteX0" fmla="*/ 2038 w 95621"/>
                <a:gd name="connsiteY0" fmla="*/ 26124 h 94968"/>
                <a:gd name="connsiteX1" fmla="*/ 0 w 95621"/>
                <a:gd name="connsiteY1" fmla="*/ 30916 h 94968"/>
                <a:gd name="connsiteX2" fmla="*/ 1977 w 95621"/>
                <a:gd name="connsiteY2" fmla="*/ 35728 h 94968"/>
                <a:gd name="connsiteX3" fmla="*/ 59247 w 95621"/>
                <a:gd name="connsiteY3" fmla="*/ 92990 h 94968"/>
                <a:gd name="connsiteX4" fmla="*/ 68728 w 95621"/>
                <a:gd name="connsiteY4" fmla="*/ 93051 h 94968"/>
                <a:gd name="connsiteX5" fmla="*/ 95621 w 95621"/>
                <a:gd name="connsiteY5" fmla="*/ 66812 h 94968"/>
                <a:gd name="connsiteX6" fmla="*/ 28810 w 95621"/>
                <a:gd name="connsiteY6" fmla="*/ 0 h 94968"/>
                <a:gd name="connsiteX7" fmla="*/ 2038 w 95621"/>
                <a:gd name="connsiteY7" fmla="*/ 26124 h 94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21" h="94968">
                  <a:moveTo>
                    <a:pt x="2038" y="26124"/>
                  </a:moveTo>
                  <a:cubicBezTo>
                    <a:pt x="749" y="27380"/>
                    <a:pt x="14" y="29108"/>
                    <a:pt x="0" y="30916"/>
                  </a:cubicBezTo>
                  <a:cubicBezTo>
                    <a:pt x="-13" y="32711"/>
                    <a:pt x="702" y="34452"/>
                    <a:pt x="1977" y="35728"/>
                  </a:cubicBezTo>
                  <a:lnTo>
                    <a:pt x="59247" y="92990"/>
                  </a:lnTo>
                  <a:cubicBezTo>
                    <a:pt x="61858" y="95608"/>
                    <a:pt x="66083" y="95628"/>
                    <a:pt x="68728" y="93051"/>
                  </a:cubicBezTo>
                  <a:lnTo>
                    <a:pt x="95621" y="66812"/>
                  </a:lnTo>
                  <a:lnTo>
                    <a:pt x="28810" y="0"/>
                  </a:lnTo>
                  <a:lnTo>
                    <a:pt x="2038" y="26124"/>
                  </a:lnTo>
                  <a:close/>
                </a:path>
              </a:pathLst>
            </a:custGeom>
            <a:grpFill/>
            <a:ln w="788"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4E52C6E1-4005-4966-8DF4-D0EFD03E9F55}"/>
                </a:ext>
              </a:extLst>
            </p:cNvPr>
            <p:cNvSpPr/>
            <p:nvPr/>
          </p:nvSpPr>
          <p:spPr>
            <a:xfrm>
              <a:off x="829356" y="2877309"/>
              <a:ext cx="86139" cy="85667"/>
            </a:xfrm>
            <a:custGeom>
              <a:avLst/>
              <a:gdLst>
                <a:gd name="connsiteX0" fmla="*/ 0 w 86139"/>
                <a:gd name="connsiteY0" fmla="*/ 18856 h 85667"/>
                <a:gd name="connsiteX1" fmla="*/ 66812 w 86139"/>
                <a:gd name="connsiteY1" fmla="*/ 85667 h 85667"/>
                <a:gd name="connsiteX2" fmla="*/ 86140 w 86139"/>
                <a:gd name="connsiteY2" fmla="*/ 66812 h 85667"/>
                <a:gd name="connsiteX3" fmla="*/ 19328 w 86139"/>
                <a:gd name="connsiteY3" fmla="*/ 0 h 85667"/>
              </a:gdLst>
              <a:ahLst/>
              <a:cxnLst>
                <a:cxn ang="0">
                  <a:pos x="connsiteX0" y="connsiteY0"/>
                </a:cxn>
                <a:cxn ang="0">
                  <a:pos x="connsiteX1" y="connsiteY1"/>
                </a:cxn>
                <a:cxn ang="0">
                  <a:pos x="connsiteX2" y="connsiteY2"/>
                </a:cxn>
                <a:cxn ang="0">
                  <a:pos x="connsiteX3" y="connsiteY3"/>
                </a:cxn>
              </a:cxnLst>
              <a:rect l="l" t="t" r="r" b="b"/>
              <a:pathLst>
                <a:path w="86139" h="85667">
                  <a:moveTo>
                    <a:pt x="0" y="18856"/>
                  </a:moveTo>
                  <a:lnTo>
                    <a:pt x="66812" y="85667"/>
                  </a:lnTo>
                  <a:lnTo>
                    <a:pt x="86140" y="66812"/>
                  </a:lnTo>
                  <a:lnTo>
                    <a:pt x="19328" y="0"/>
                  </a:lnTo>
                  <a:close/>
                </a:path>
              </a:pathLst>
            </a:custGeom>
            <a:grpFill/>
            <a:ln w="788"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E335754F-8441-433B-947A-4E5A97B14EC6}"/>
                </a:ext>
              </a:extLst>
            </p:cNvPr>
            <p:cNvSpPr/>
            <p:nvPr/>
          </p:nvSpPr>
          <p:spPr>
            <a:xfrm>
              <a:off x="858348" y="2764416"/>
              <a:ext cx="333931" cy="332371"/>
            </a:xfrm>
            <a:custGeom>
              <a:avLst/>
              <a:gdLst>
                <a:gd name="connsiteX0" fmla="*/ 286622 w 333931"/>
                <a:gd name="connsiteY0" fmla="*/ 47307 h 332371"/>
                <a:gd name="connsiteX1" fmla="*/ 58308 w 333931"/>
                <a:gd name="connsiteY1" fmla="*/ 46585 h 332371"/>
                <a:gd name="connsiteX2" fmla="*/ 58025 w 333931"/>
                <a:gd name="connsiteY2" fmla="*/ 46849 h 332371"/>
                <a:gd name="connsiteX3" fmla="*/ 0 w 333931"/>
                <a:gd name="connsiteY3" fmla="*/ 103470 h 332371"/>
                <a:gd name="connsiteX4" fmla="*/ 66812 w 333931"/>
                <a:gd name="connsiteY4" fmla="*/ 170282 h 332371"/>
                <a:gd name="connsiteX5" fmla="*/ 124377 w 333931"/>
                <a:gd name="connsiteY5" fmla="*/ 114106 h 332371"/>
                <a:gd name="connsiteX6" fmla="*/ 219824 w 333931"/>
                <a:gd name="connsiteY6" fmla="*/ 114106 h 332371"/>
                <a:gd name="connsiteX7" fmla="*/ 219891 w 333931"/>
                <a:gd name="connsiteY7" fmla="*/ 209478 h 332371"/>
                <a:gd name="connsiteX8" fmla="*/ 162096 w 333931"/>
                <a:gd name="connsiteY8" fmla="*/ 265567 h 332371"/>
                <a:gd name="connsiteX9" fmla="*/ 228900 w 333931"/>
                <a:gd name="connsiteY9" fmla="*/ 332371 h 332371"/>
                <a:gd name="connsiteX10" fmla="*/ 286953 w 333931"/>
                <a:gd name="connsiteY10" fmla="*/ 276040 h 332371"/>
                <a:gd name="connsiteX11" fmla="*/ 287344 w 333931"/>
                <a:gd name="connsiteY11" fmla="*/ 275622 h 332371"/>
                <a:gd name="connsiteX12" fmla="*/ 286622 w 333931"/>
                <a:gd name="connsiteY12" fmla="*/ 47307 h 33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3931" h="332371">
                  <a:moveTo>
                    <a:pt x="286622" y="47307"/>
                  </a:moveTo>
                  <a:cubicBezTo>
                    <a:pt x="223812" y="-15503"/>
                    <a:pt x="121482" y="-15793"/>
                    <a:pt x="58308" y="46585"/>
                  </a:cubicBezTo>
                  <a:cubicBezTo>
                    <a:pt x="58207" y="46666"/>
                    <a:pt x="58119" y="46754"/>
                    <a:pt x="58025" y="46849"/>
                  </a:cubicBezTo>
                  <a:lnTo>
                    <a:pt x="0" y="103470"/>
                  </a:lnTo>
                  <a:lnTo>
                    <a:pt x="66812" y="170282"/>
                  </a:lnTo>
                  <a:lnTo>
                    <a:pt x="124377" y="114106"/>
                  </a:lnTo>
                  <a:cubicBezTo>
                    <a:pt x="150697" y="87800"/>
                    <a:pt x="193511" y="87800"/>
                    <a:pt x="219824" y="114106"/>
                  </a:cubicBezTo>
                  <a:cubicBezTo>
                    <a:pt x="246130" y="140426"/>
                    <a:pt x="246130" y="183239"/>
                    <a:pt x="219891" y="209478"/>
                  </a:cubicBezTo>
                  <a:lnTo>
                    <a:pt x="162096" y="265567"/>
                  </a:lnTo>
                  <a:lnTo>
                    <a:pt x="228900" y="332371"/>
                  </a:lnTo>
                  <a:lnTo>
                    <a:pt x="286953" y="276040"/>
                  </a:lnTo>
                  <a:cubicBezTo>
                    <a:pt x="287088" y="275905"/>
                    <a:pt x="287222" y="275770"/>
                    <a:pt x="287344" y="275622"/>
                  </a:cubicBezTo>
                  <a:cubicBezTo>
                    <a:pt x="349721" y="212447"/>
                    <a:pt x="349438" y="110124"/>
                    <a:pt x="286622" y="47307"/>
                  </a:cubicBezTo>
                  <a:close/>
                </a:path>
              </a:pathLst>
            </a:custGeom>
            <a:grpFill/>
            <a:ln w="788"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56B9939E-FCC0-4539-BC44-89C572DFD76D}"/>
                </a:ext>
              </a:extLst>
            </p:cNvPr>
            <p:cNvSpPr/>
            <p:nvPr/>
          </p:nvSpPr>
          <p:spPr>
            <a:xfrm>
              <a:off x="949385" y="3067585"/>
              <a:ext cx="99117" cy="98219"/>
            </a:xfrm>
            <a:custGeom>
              <a:avLst/>
              <a:gdLst>
                <a:gd name="connsiteX0" fmla="*/ 2052 w 99117"/>
                <a:gd name="connsiteY0" fmla="*/ 29363 h 98219"/>
                <a:gd name="connsiteX1" fmla="*/ 0 w 99117"/>
                <a:gd name="connsiteY1" fmla="*/ 34155 h 98219"/>
                <a:gd name="connsiteX2" fmla="*/ 1977 w 99117"/>
                <a:gd name="connsiteY2" fmla="*/ 38973 h 98219"/>
                <a:gd name="connsiteX3" fmla="*/ 59239 w 99117"/>
                <a:gd name="connsiteY3" fmla="*/ 96243 h 98219"/>
                <a:gd name="connsiteX4" fmla="*/ 64011 w 99117"/>
                <a:gd name="connsiteY4" fmla="*/ 98220 h 98219"/>
                <a:gd name="connsiteX5" fmla="*/ 68715 w 99117"/>
                <a:gd name="connsiteY5" fmla="*/ 96310 h 98219"/>
                <a:gd name="connsiteX6" fmla="*/ 99118 w 99117"/>
                <a:gd name="connsiteY6" fmla="*/ 66812 h 98219"/>
                <a:gd name="connsiteX7" fmla="*/ 32306 w 99117"/>
                <a:gd name="connsiteY7" fmla="*/ 0 h 98219"/>
                <a:gd name="connsiteX8" fmla="*/ 2052 w 99117"/>
                <a:gd name="connsiteY8" fmla="*/ 29363 h 98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117" h="98219">
                  <a:moveTo>
                    <a:pt x="2052" y="29363"/>
                  </a:moveTo>
                  <a:cubicBezTo>
                    <a:pt x="749" y="30618"/>
                    <a:pt x="14" y="32346"/>
                    <a:pt x="0" y="34155"/>
                  </a:cubicBezTo>
                  <a:cubicBezTo>
                    <a:pt x="-13" y="35963"/>
                    <a:pt x="695" y="37698"/>
                    <a:pt x="1977" y="38973"/>
                  </a:cubicBezTo>
                  <a:lnTo>
                    <a:pt x="59239" y="96243"/>
                  </a:lnTo>
                  <a:cubicBezTo>
                    <a:pt x="60562" y="97559"/>
                    <a:pt x="62283" y="98220"/>
                    <a:pt x="64011" y="98220"/>
                  </a:cubicBezTo>
                  <a:cubicBezTo>
                    <a:pt x="65705" y="98220"/>
                    <a:pt x="67399" y="97586"/>
                    <a:pt x="68715" y="96310"/>
                  </a:cubicBezTo>
                  <a:lnTo>
                    <a:pt x="99118" y="66812"/>
                  </a:lnTo>
                  <a:lnTo>
                    <a:pt x="32306" y="0"/>
                  </a:lnTo>
                  <a:lnTo>
                    <a:pt x="2052" y="29363"/>
                  </a:lnTo>
                  <a:close/>
                </a:path>
              </a:pathLst>
            </a:custGeom>
            <a:grpFill/>
            <a:ln w="788" cap="flat">
              <a:noFill/>
              <a:prstDash val="solid"/>
              <a:miter/>
            </a:ln>
          </p:spPr>
          <p:txBody>
            <a:bodyPr rtlCol="0" anchor="ctr"/>
            <a:lstStyle/>
            <a:p>
              <a:endParaRPr lang="en-US"/>
            </a:p>
          </p:txBody>
        </p:sp>
      </p:grpSp>
      <p:grpSp>
        <p:nvGrpSpPr>
          <p:cNvPr id="37" name="Graphic 140">
            <a:extLst>
              <a:ext uri="{FF2B5EF4-FFF2-40B4-BE49-F238E27FC236}">
                <a16:creationId xmlns:a16="http://schemas.microsoft.com/office/drawing/2014/main" id="{0D4675FE-CCCF-4CBC-9CD2-F672F4364920}"/>
              </a:ext>
            </a:extLst>
          </p:cNvPr>
          <p:cNvGrpSpPr>
            <a:grpSpLocks noChangeAspect="1"/>
          </p:cNvGrpSpPr>
          <p:nvPr/>
        </p:nvGrpSpPr>
        <p:grpSpPr>
          <a:xfrm>
            <a:off x="4216786" y="4495208"/>
            <a:ext cx="269650" cy="269650"/>
            <a:chOff x="4508897" y="1964817"/>
            <a:chExt cx="418204" cy="418204"/>
          </a:xfrm>
          <a:solidFill>
            <a:schemeClr val="bg2"/>
          </a:solidFill>
        </p:grpSpPr>
        <p:sp>
          <p:nvSpPr>
            <p:cNvPr id="38" name="Freeform: Shape 37">
              <a:extLst>
                <a:ext uri="{FF2B5EF4-FFF2-40B4-BE49-F238E27FC236}">
                  <a16:creationId xmlns:a16="http://schemas.microsoft.com/office/drawing/2014/main" id="{39401D5F-8C29-43A7-B2BA-C93FE9AE7138}"/>
                </a:ext>
              </a:extLst>
            </p:cNvPr>
            <p:cNvSpPr/>
            <p:nvPr/>
          </p:nvSpPr>
          <p:spPr>
            <a:xfrm>
              <a:off x="4508897" y="1980859"/>
              <a:ext cx="196849" cy="386119"/>
            </a:xfrm>
            <a:custGeom>
              <a:avLst/>
              <a:gdLst>
                <a:gd name="connsiteX0" fmla="*/ 116133 w 196849"/>
                <a:gd name="connsiteY0" fmla="*/ 133874 h 386119"/>
                <a:gd name="connsiteX1" fmla="*/ 116133 w 196849"/>
                <a:gd name="connsiteY1" fmla="*/ 100091 h 386119"/>
                <a:gd name="connsiteX2" fmla="*/ 196850 w 196849"/>
                <a:gd name="connsiteY2" fmla="*/ 100091 h 386119"/>
                <a:gd name="connsiteX3" fmla="*/ 196850 w 196849"/>
                <a:gd name="connsiteY3" fmla="*/ 15152 h 386119"/>
                <a:gd name="connsiteX4" fmla="*/ 154531 w 196849"/>
                <a:gd name="connsiteY4" fmla="*/ 0 h 386119"/>
                <a:gd name="connsiteX5" fmla="*/ 88689 w 196849"/>
                <a:gd name="connsiteY5" fmla="*/ 55330 h 386119"/>
                <a:gd name="connsiteX6" fmla="*/ 79402 w 196849"/>
                <a:gd name="connsiteY6" fmla="*/ 54579 h 386119"/>
                <a:gd name="connsiteX7" fmla="*/ 21539 w 196849"/>
                <a:gd name="connsiteY7" fmla="*/ 112433 h 386119"/>
                <a:gd name="connsiteX8" fmla="*/ 27559 w 196849"/>
                <a:gd name="connsiteY8" fmla="*/ 138114 h 386119"/>
                <a:gd name="connsiteX9" fmla="*/ 0 w 196849"/>
                <a:gd name="connsiteY9" fmla="*/ 193869 h 386119"/>
                <a:gd name="connsiteX10" fmla="*/ 30671 w 196849"/>
                <a:gd name="connsiteY10" fmla="*/ 251821 h 386119"/>
                <a:gd name="connsiteX11" fmla="*/ 28531 w 196849"/>
                <a:gd name="connsiteY11" fmla="*/ 269039 h 386119"/>
                <a:gd name="connsiteX12" fmla="*/ 90584 w 196849"/>
                <a:gd name="connsiteY12" fmla="*/ 338688 h 386119"/>
                <a:gd name="connsiteX13" fmla="*/ 154531 w 196849"/>
                <a:gd name="connsiteY13" fmla="*/ 386120 h 386119"/>
                <a:gd name="connsiteX14" fmla="*/ 196850 w 196849"/>
                <a:gd name="connsiteY14" fmla="*/ 370968 h 386119"/>
                <a:gd name="connsiteX15" fmla="*/ 196850 w 196849"/>
                <a:gd name="connsiteY15" fmla="*/ 286029 h 386119"/>
                <a:gd name="connsiteX16" fmla="*/ 116133 w 196849"/>
                <a:gd name="connsiteY16" fmla="*/ 286029 h 386119"/>
                <a:gd name="connsiteX17" fmla="*/ 116133 w 196849"/>
                <a:gd name="connsiteY17" fmla="*/ 252246 h 386119"/>
                <a:gd name="connsiteX18" fmla="*/ 95983 w 196849"/>
                <a:gd name="connsiteY18" fmla="*/ 252246 h 386119"/>
                <a:gd name="connsiteX19" fmla="*/ 95983 w 196849"/>
                <a:gd name="connsiteY19" fmla="*/ 227741 h 386119"/>
                <a:gd name="connsiteX20" fmla="*/ 116133 w 196849"/>
                <a:gd name="connsiteY20" fmla="*/ 227741 h 386119"/>
                <a:gd name="connsiteX21" fmla="*/ 116133 w 196849"/>
                <a:gd name="connsiteY21" fmla="*/ 205312 h 386119"/>
                <a:gd name="connsiteX22" fmla="*/ 95983 w 196849"/>
                <a:gd name="connsiteY22" fmla="*/ 205312 h 386119"/>
                <a:gd name="connsiteX23" fmla="*/ 95983 w 196849"/>
                <a:gd name="connsiteY23" fmla="*/ 180808 h 386119"/>
                <a:gd name="connsiteX24" fmla="*/ 116133 w 196849"/>
                <a:gd name="connsiteY24" fmla="*/ 180808 h 386119"/>
                <a:gd name="connsiteX25" fmla="*/ 116133 w 196849"/>
                <a:gd name="connsiteY25" fmla="*/ 158378 h 386119"/>
                <a:gd name="connsiteX26" fmla="*/ 95983 w 196849"/>
                <a:gd name="connsiteY26" fmla="*/ 158378 h 386119"/>
                <a:gd name="connsiteX27" fmla="*/ 95983 w 196849"/>
                <a:gd name="connsiteY27" fmla="*/ 133874 h 386119"/>
                <a:gd name="connsiteX28" fmla="*/ 116133 w 196849"/>
                <a:gd name="connsiteY28" fmla="*/ 133874 h 386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96849" h="386119">
                  <a:moveTo>
                    <a:pt x="116133" y="133874"/>
                  </a:moveTo>
                  <a:lnTo>
                    <a:pt x="116133" y="100091"/>
                  </a:lnTo>
                  <a:lnTo>
                    <a:pt x="196850" y="100091"/>
                  </a:lnTo>
                  <a:lnTo>
                    <a:pt x="196850" y="15152"/>
                  </a:lnTo>
                  <a:cubicBezTo>
                    <a:pt x="185317" y="5685"/>
                    <a:pt x="170573" y="0"/>
                    <a:pt x="154531" y="0"/>
                  </a:cubicBezTo>
                  <a:cubicBezTo>
                    <a:pt x="121598" y="0"/>
                    <a:pt x="94153" y="23941"/>
                    <a:pt x="88689" y="55330"/>
                  </a:cubicBezTo>
                  <a:cubicBezTo>
                    <a:pt x="85626" y="54832"/>
                    <a:pt x="82514" y="54579"/>
                    <a:pt x="79402" y="54579"/>
                  </a:cubicBezTo>
                  <a:cubicBezTo>
                    <a:pt x="47497" y="54579"/>
                    <a:pt x="21539" y="80529"/>
                    <a:pt x="21539" y="112433"/>
                  </a:cubicBezTo>
                  <a:cubicBezTo>
                    <a:pt x="21539" y="121394"/>
                    <a:pt x="23630" y="130182"/>
                    <a:pt x="27559" y="138114"/>
                  </a:cubicBezTo>
                  <a:cubicBezTo>
                    <a:pt x="10292" y="151215"/>
                    <a:pt x="0" y="171578"/>
                    <a:pt x="0" y="193869"/>
                  </a:cubicBezTo>
                  <a:cubicBezTo>
                    <a:pt x="0" y="217164"/>
                    <a:pt x="11754" y="238891"/>
                    <a:pt x="30671" y="251821"/>
                  </a:cubicBezTo>
                  <a:cubicBezTo>
                    <a:pt x="29250" y="257416"/>
                    <a:pt x="28531" y="263174"/>
                    <a:pt x="28531" y="269039"/>
                  </a:cubicBezTo>
                  <a:cubicBezTo>
                    <a:pt x="28531" y="304979"/>
                    <a:pt x="55706" y="334678"/>
                    <a:pt x="90584" y="338688"/>
                  </a:cubicBezTo>
                  <a:cubicBezTo>
                    <a:pt x="98989" y="366337"/>
                    <a:pt x="124873" y="386120"/>
                    <a:pt x="154531" y="386120"/>
                  </a:cubicBezTo>
                  <a:cubicBezTo>
                    <a:pt x="170573" y="386120"/>
                    <a:pt x="185317" y="380435"/>
                    <a:pt x="196850" y="370968"/>
                  </a:cubicBezTo>
                  <a:lnTo>
                    <a:pt x="196850" y="286029"/>
                  </a:lnTo>
                  <a:lnTo>
                    <a:pt x="116133" y="286029"/>
                  </a:lnTo>
                  <a:lnTo>
                    <a:pt x="116133" y="252246"/>
                  </a:lnTo>
                  <a:lnTo>
                    <a:pt x="95983" y="252246"/>
                  </a:lnTo>
                  <a:lnTo>
                    <a:pt x="95983" y="227741"/>
                  </a:lnTo>
                  <a:lnTo>
                    <a:pt x="116133" y="227741"/>
                  </a:lnTo>
                  <a:lnTo>
                    <a:pt x="116133" y="205312"/>
                  </a:lnTo>
                  <a:lnTo>
                    <a:pt x="95983" y="205312"/>
                  </a:lnTo>
                  <a:lnTo>
                    <a:pt x="95983" y="180808"/>
                  </a:lnTo>
                  <a:lnTo>
                    <a:pt x="116133" y="180808"/>
                  </a:lnTo>
                  <a:lnTo>
                    <a:pt x="116133" y="158378"/>
                  </a:lnTo>
                  <a:lnTo>
                    <a:pt x="95983" y="158378"/>
                  </a:lnTo>
                  <a:lnTo>
                    <a:pt x="95983" y="133874"/>
                  </a:lnTo>
                  <a:lnTo>
                    <a:pt x="116133" y="133874"/>
                  </a:lnTo>
                  <a:close/>
                </a:path>
              </a:pathLst>
            </a:custGeom>
            <a:grpFill/>
            <a:ln w="80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A1BC5933-899E-4CC7-A19F-5D33A2045FE8}"/>
                </a:ext>
              </a:extLst>
            </p:cNvPr>
            <p:cNvSpPr/>
            <p:nvPr/>
          </p:nvSpPr>
          <p:spPr>
            <a:xfrm>
              <a:off x="4696214" y="2152134"/>
              <a:ext cx="43568" cy="43568"/>
            </a:xfrm>
            <a:custGeom>
              <a:avLst/>
              <a:gdLst>
                <a:gd name="connsiteX0" fmla="*/ 34036 w 43568"/>
                <a:gd name="connsiteY0" fmla="*/ 0 h 43568"/>
                <a:gd name="connsiteX1" fmla="*/ 21784 w 43568"/>
                <a:gd name="connsiteY1" fmla="*/ 0 h 43568"/>
                <a:gd name="connsiteX2" fmla="*/ 9532 w 43568"/>
                <a:gd name="connsiteY2" fmla="*/ 0 h 43568"/>
                <a:gd name="connsiteX3" fmla="*/ 0 w 43568"/>
                <a:gd name="connsiteY3" fmla="*/ 0 h 43568"/>
                <a:gd name="connsiteX4" fmla="*/ 0 w 43568"/>
                <a:gd name="connsiteY4" fmla="*/ 43568 h 43568"/>
                <a:gd name="connsiteX5" fmla="*/ 9532 w 43568"/>
                <a:gd name="connsiteY5" fmla="*/ 43568 h 43568"/>
                <a:gd name="connsiteX6" fmla="*/ 21784 w 43568"/>
                <a:gd name="connsiteY6" fmla="*/ 43568 h 43568"/>
                <a:gd name="connsiteX7" fmla="*/ 34036 w 43568"/>
                <a:gd name="connsiteY7" fmla="*/ 43568 h 43568"/>
                <a:gd name="connsiteX8" fmla="*/ 43568 w 43568"/>
                <a:gd name="connsiteY8" fmla="*/ 43568 h 43568"/>
                <a:gd name="connsiteX9" fmla="*/ 43568 w 43568"/>
                <a:gd name="connsiteY9" fmla="*/ 0 h 43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68" h="43568">
                  <a:moveTo>
                    <a:pt x="34036" y="0"/>
                  </a:moveTo>
                  <a:lnTo>
                    <a:pt x="21784" y="0"/>
                  </a:lnTo>
                  <a:lnTo>
                    <a:pt x="9532" y="0"/>
                  </a:lnTo>
                  <a:lnTo>
                    <a:pt x="0" y="0"/>
                  </a:lnTo>
                  <a:lnTo>
                    <a:pt x="0" y="43568"/>
                  </a:lnTo>
                  <a:lnTo>
                    <a:pt x="9532" y="43568"/>
                  </a:lnTo>
                  <a:lnTo>
                    <a:pt x="21784" y="43568"/>
                  </a:lnTo>
                  <a:lnTo>
                    <a:pt x="34036" y="43568"/>
                  </a:lnTo>
                  <a:lnTo>
                    <a:pt x="43568" y="43568"/>
                  </a:lnTo>
                  <a:lnTo>
                    <a:pt x="43568" y="0"/>
                  </a:lnTo>
                  <a:close/>
                </a:path>
              </a:pathLst>
            </a:custGeom>
            <a:grpFill/>
            <a:ln w="80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17103D94-6479-48C8-8123-4530FA61C8F0}"/>
                </a:ext>
              </a:extLst>
            </p:cNvPr>
            <p:cNvSpPr/>
            <p:nvPr/>
          </p:nvSpPr>
          <p:spPr>
            <a:xfrm>
              <a:off x="4649534" y="2105454"/>
              <a:ext cx="136929" cy="136929"/>
            </a:xfrm>
            <a:custGeom>
              <a:avLst/>
              <a:gdLst>
                <a:gd name="connsiteX0" fmla="*/ 80717 w 136929"/>
                <a:gd name="connsiteY0" fmla="*/ 0 h 136929"/>
                <a:gd name="connsiteX1" fmla="*/ 68465 w 136929"/>
                <a:gd name="connsiteY1" fmla="*/ 0 h 136929"/>
                <a:gd name="connsiteX2" fmla="*/ 56213 w 136929"/>
                <a:gd name="connsiteY2" fmla="*/ 0 h 136929"/>
                <a:gd name="connsiteX3" fmla="*/ 0 w 136929"/>
                <a:gd name="connsiteY3" fmla="*/ 0 h 136929"/>
                <a:gd name="connsiteX4" fmla="*/ 0 w 136929"/>
                <a:gd name="connsiteY4" fmla="*/ 136929 h 136929"/>
                <a:gd name="connsiteX5" fmla="*/ 56213 w 136929"/>
                <a:gd name="connsiteY5" fmla="*/ 136929 h 136929"/>
                <a:gd name="connsiteX6" fmla="*/ 68465 w 136929"/>
                <a:gd name="connsiteY6" fmla="*/ 136929 h 136929"/>
                <a:gd name="connsiteX7" fmla="*/ 80717 w 136929"/>
                <a:gd name="connsiteY7" fmla="*/ 136929 h 136929"/>
                <a:gd name="connsiteX8" fmla="*/ 136929 w 136929"/>
                <a:gd name="connsiteY8" fmla="*/ 136929 h 136929"/>
                <a:gd name="connsiteX9" fmla="*/ 136929 w 136929"/>
                <a:gd name="connsiteY9" fmla="*/ 0 h 136929"/>
                <a:gd name="connsiteX10" fmla="*/ 80717 w 136929"/>
                <a:gd name="connsiteY10" fmla="*/ 0 h 136929"/>
                <a:gd name="connsiteX11" fmla="*/ 114753 w 136929"/>
                <a:gd name="connsiteY11" fmla="*/ 114753 h 136929"/>
                <a:gd name="connsiteX12" fmla="*/ 80717 w 136929"/>
                <a:gd name="connsiteY12" fmla="*/ 114753 h 136929"/>
                <a:gd name="connsiteX13" fmla="*/ 68465 w 136929"/>
                <a:gd name="connsiteY13" fmla="*/ 114753 h 136929"/>
                <a:gd name="connsiteX14" fmla="*/ 56213 w 136929"/>
                <a:gd name="connsiteY14" fmla="*/ 114753 h 136929"/>
                <a:gd name="connsiteX15" fmla="*/ 22176 w 136929"/>
                <a:gd name="connsiteY15" fmla="*/ 114753 h 136929"/>
                <a:gd name="connsiteX16" fmla="*/ 22176 w 136929"/>
                <a:gd name="connsiteY16" fmla="*/ 22176 h 136929"/>
                <a:gd name="connsiteX17" fmla="*/ 56213 w 136929"/>
                <a:gd name="connsiteY17" fmla="*/ 22176 h 136929"/>
                <a:gd name="connsiteX18" fmla="*/ 68465 w 136929"/>
                <a:gd name="connsiteY18" fmla="*/ 22176 h 136929"/>
                <a:gd name="connsiteX19" fmla="*/ 80717 w 136929"/>
                <a:gd name="connsiteY19" fmla="*/ 22176 h 136929"/>
                <a:gd name="connsiteX20" fmla="*/ 114753 w 136929"/>
                <a:gd name="connsiteY20" fmla="*/ 22176 h 136929"/>
                <a:gd name="connsiteX21" fmla="*/ 114753 w 136929"/>
                <a:gd name="connsiteY21" fmla="*/ 114753 h 136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6929" h="136929">
                  <a:moveTo>
                    <a:pt x="80717" y="0"/>
                  </a:moveTo>
                  <a:lnTo>
                    <a:pt x="68465" y="0"/>
                  </a:lnTo>
                  <a:lnTo>
                    <a:pt x="56213" y="0"/>
                  </a:lnTo>
                  <a:lnTo>
                    <a:pt x="0" y="0"/>
                  </a:lnTo>
                  <a:lnTo>
                    <a:pt x="0" y="136929"/>
                  </a:lnTo>
                  <a:lnTo>
                    <a:pt x="56213" y="136929"/>
                  </a:lnTo>
                  <a:lnTo>
                    <a:pt x="68465" y="136929"/>
                  </a:lnTo>
                  <a:lnTo>
                    <a:pt x="80717" y="136929"/>
                  </a:lnTo>
                  <a:lnTo>
                    <a:pt x="136929" y="136929"/>
                  </a:lnTo>
                  <a:lnTo>
                    <a:pt x="136929" y="0"/>
                  </a:lnTo>
                  <a:lnTo>
                    <a:pt x="80717" y="0"/>
                  </a:lnTo>
                  <a:close/>
                  <a:moveTo>
                    <a:pt x="114753" y="114753"/>
                  </a:moveTo>
                  <a:lnTo>
                    <a:pt x="80717" y="114753"/>
                  </a:lnTo>
                  <a:lnTo>
                    <a:pt x="68465" y="114753"/>
                  </a:lnTo>
                  <a:lnTo>
                    <a:pt x="56213" y="114753"/>
                  </a:lnTo>
                  <a:lnTo>
                    <a:pt x="22176" y="114753"/>
                  </a:lnTo>
                  <a:lnTo>
                    <a:pt x="22176" y="22176"/>
                  </a:lnTo>
                  <a:lnTo>
                    <a:pt x="56213" y="22176"/>
                  </a:lnTo>
                  <a:lnTo>
                    <a:pt x="68465" y="22176"/>
                  </a:lnTo>
                  <a:lnTo>
                    <a:pt x="80717" y="22176"/>
                  </a:lnTo>
                  <a:lnTo>
                    <a:pt x="114753" y="22176"/>
                  </a:lnTo>
                  <a:lnTo>
                    <a:pt x="114753" y="114753"/>
                  </a:lnTo>
                  <a:close/>
                </a:path>
              </a:pathLst>
            </a:custGeom>
            <a:grpFill/>
            <a:ln w="80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07B3A103-2496-4D9E-8141-D2E3FD43ED6D}"/>
                </a:ext>
              </a:extLst>
            </p:cNvPr>
            <p:cNvSpPr/>
            <p:nvPr/>
          </p:nvSpPr>
          <p:spPr>
            <a:xfrm>
              <a:off x="4730251" y="1980859"/>
              <a:ext cx="196849" cy="386119"/>
            </a:xfrm>
            <a:custGeom>
              <a:avLst/>
              <a:gdLst>
                <a:gd name="connsiteX0" fmla="*/ 196850 w 196849"/>
                <a:gd name="connsiteY0" fmla="*/ 193869 h 386119"/>
                <a:gd name="connsiteX1" fmla="*/ 169291 w 196849"/>
                <a:gd name="connsiteY1" fmla="*/ 138114 h 386119"/>
                <a:gd name="connsiteX2" fmla="*/ 175311 w 196849"/>
                <a:gd name="connsiteY2" fmla="*/ 112433 h 386119"/>
                <a:gd name="connsiteX3" fmla="*/ 117448 w 196849"/>
                <a:gd name="connsiteY3" fmla="*/ 54579 h 386119"/>
                <a:gd name="connsiteX4" fmla="*/ 108161 w 196849"/>
                <a:gd name="connsiteY4" fmla="*/ 55330 h 386119"/>
                <a:gd name="connsiteX5" fmla="*/ 42319 w 196849"/>
                <a:gd name="connsiteY5" fmla="*/ 0 h 386119"/>
                <a:gd name="connsiteX6" fmla="*/ 0 w 196849"/>
                <a:gd name="connsiteY6" fmla="*/ 15152 h 386119"/>
                <a:gd name="connsiteX7" fmla="*/ 0 w 196849"/>
                <a:gd name="connsiteY7" fmla="*/ 100091 h 386119"/>
                <a:gd name="connsiteX8" fmla="*/ 80717 w 196849"/>
                <a:gd name="connsiteY8" fmla="*/ 100091 h 386119"/>
                <a:gd name="connsiteX9" fmla="*/ 80717 w 196849"/>
                <a:gd name="connsiteY9" fmla="*/ 133874 h 386119"/>
                <a:gd name="connsiteX10" fmla="*/ 100867 w 196849"/>
                <a:gd name="connsiteY10" fmla="*/ 133874 h 386119"/>
                <a:gd name="connsiteX11" fmla="*/ 100867 w 196849"/>
                <a:gd name="connsiteY11" fmla="*/ 158378 h 386119"/>
                <a:gd name="connsiteX12" fmla="*/ 80717 w 196849"/>
                <a:gd name="connsiteY12" fmla="*/ 158378 h 386119"/>
                <a:gd name="connsiteX13" fmla="*/ 80717 w 196849"/>
                <a:gd name="connsiteY13" fmla="*/ 180808 h 386119"/>
                <a:gd name="connsiteX14" fmla="*/ 100867 w 196849"/>
                <a:gd name="connsiteY14" fmla="*/ 180808 h 386119"/>
                <a:gd name="connsiteX15" fmla="*/ 100867 w 196849"/>
                <a:gd name="connsiteY15" fmla="*/ 205312 h 386119"/>
                <a:gd name="connsiteX16" fmla="*/ 80717 w 196849"/>
                <a:gd name="connsiteY16" fmla="*/ 205312 h 386119"/>
                <a:gd name="connsiteX17" fmla="*/ 80717 w 196849"/>
                <a:gd name="connsiteY17" fmla="*/ 227741 h 386119"/>
                <a:gd name="connsiteX18" fmla="*/ 100867 w 196849"/>
                <a:gd name="connsiteY18" fmla="*/ 227741 h 386119"/>
                <a:gd name="connsiteX19" fmla="*/ 100867 w 196849"/>
                <a:gd name="connsiteY19" fmla="*/ 252246 h 386119"/>
                <a:gd name="connsiteX20" fmla="*/ 80717 w 196849"/>
                <a:gd name="connsiteY20" fmla="*/ 252246 h 386119"/>
                <a:gd name="connsiteX21" fmla="*/ 80717 w 196849"/>
                <a:gd name="connsiteY21" fmla="*/ 286029 h 386119"/>
                <a:gd name="connsiteX22" fmla="*/ 0 w 196849"/>
                <a:gd name="connsiteY22" fmla="*/ 286029 h 386119"/>
                <a:gd name="connsiteX23" fmla="*/ 0 w 196849"/>
                <a:gd name="connsiteY23" fmla="*/ 370968 h 386119"/>
                <a:gd name="connsiteX24" fmla="*/ 42319 w 196849"/>
                <a:gd name="connsiteY24" fmla="*/ 386120 h 386119"/>
                <a:gd name="connsiteX25" fmla="*/ 106266 w 196849"/>
                <a:gd name="connsiteY25" fmla="*/ 338688 h 386119"/>
                <a:gd name="connsiteX26" fmla="*/ 168319 w 196849"/>
                <a:gd name="connsiteY26" fmla="*/ 269039 h 386119"/>
                <a:gd name="connsiteX27" fmla="*/ 166179 w 196849"/>
                <a:gd name="connsiteY27" fmla="*/ 251821 h 386119"/>
                <a:gd name="connsiteX28" fmla="*/ 196850 w 196849"/>
                <a:gd name="connsiteY28" fmla="*/ 193869 h 386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96849" h="386119">
                  <a:moveTo>
                    <a:pt x="196850" y="193869"/>
                  </a:moveTo>
                  <a:cubicBezTo>
                    <a:pt x="196850" y="171578"/>
                    <a:pt x="186558" y="151215"/>
                    <a:pt x="169291" y="138114"/>
                  </a:cubicBezTo>
                  <a:cubicBezTo>
                    <a:pt x="173220" y="130182"/>
                    <a:pt x="175311" y="121394"/>
                    <a:pt x="175311" y="112433"/>
                  </a:cubicBezTo>
                  <a:cubicBezTo>
                    <a:pt x="175311" y="80529"/>
                    <a:pt x="149353" y="54579"/>
                    <a:pt x="117448" y="54579"/>
                  </a:cubicBezTo>
                  <a:cubicBezTo>
                    <a:pt x="114336" y="54579"/>
                    <a:pt x="111224" y="54832"/>
                    <a:pt x="108161" y="55330"/>
                  </a:cubicBezTo>
                  <a:cubicBezTo>
                    <a:pt x="102697" y="23941"/>
                    <a:pt x="75252" y="0"/>
                    <a:pt x="42319" y="0"/>
                  </a:cubicBezTo>
                  <a:cubicBezTo>
                    <a:pt x="26277" y="0"/>
                    <a:pt x="11533" y="5685"/>
                    <a:pt x="0" y="15152"/>
                  </a:cubicBezTo>
                  <a:lnTo>
                    <a:pt x="0" y="100091"/>
                  </a:lnTo>
                  <a:lnTo>
                    <a:pt x="80717" y="100091"/>
                  </a:lnTo>
                  <a:lnTo>
                    <a:pt x="80717" y="133874"/>
                  </a:lnTo>
                  <a:lnTo>
                    <a:pt x="100867" y="133874"/>
                  </a:lnTo>
                  <a:lnTo>
                    <a:pt x="100867" y="158378"/>
                  </a:lnTo>
                  <a:lnTo>
                    <a:pt x="80717" y="158378"/>
                  </a:lnTo>
                  <a:lnTo>
                    <a:pt x="80717" y="180808"/>
                  </a:lnTo>
                  <a:lnTo>
                    <a:pt x="100867" y="180808"/>
                  </a:lnTo>
                  <a:lnTo>
                    <a:pt x="100867" y="205312"/>
                  </a:lnTo>
                  <a:lnTo>
                    <a:pt x="80717" y="205312"/>
                  </a:lnTo>
                  <a:lnTo>
                    <a:pt x="80717" y="227741"/>
                  </a:lnTo>
                  <a:lnTo>
                    <a:pt x="100867" y="227741"/>
                  </a:lnTo>
                  <a:lnTo>
                    <a:pt x="100867" y="252246"/>
                  </a:lnTo>
                  <a:lnTo>
                    <a:pt x="80717" y="252246"/>
                  </a:lnTo>
                  <a:lnTo>
                    <a:pt x="80717" y="286029"/>
                  </a:lnTo>
                  <a:lnTo>
                    <a:pt x="0" y="286029"/>
                  </a:lnTo>
                  <a:lnTo>
                    <a:pt x="0" y="370968"/>
                  </a:lnTo>
                  <a:cubicBezTo>
                    <a:pt x="11533" y="380435"/>
                    <a:pt x="26277" y="386120"/>
                    <a:pt x="42319" y="386120"/>
                  </a:cubicBezTo>
                  <a:cubicBezTo>
                    <a:pt x="71977" y="386120"/>
                    <a:pt x="97861" y="366337"/>
                    <a:pt x="106266" y="338688"/>
                  </a:cubicBezTo>
                  <a:cubicBezTo>
                    <a:pt x="141144" y="334678"/>
                    <a:pt x="168319" y="304979"/>
                    <a:pt x="168319" y="269039"/>
                  </a:cubicBezTo>
                  <a:cubicBezTo>
                    <a:pt x="168319" y="263174"/>
                    <a:pt x="167600" y="257416"/>
                    <a:pt x="166179" y="251821"/>
                  </a:cubicBezTo>
                  <a:cubicBezTo>
                    <a:pt x="185096" y="238891"/>
                    <a:pt x="196850" y="217164"/>
                    <a:pt x="196850" y="193869"/>
                  </a:cubicBezTo>
                  <a:close/>
                </a:path>
              </a:pathLst>
            </a:custGeom>
            <a:grpFill/>
            <a:ln w="800" cap="flat">
              <a:noFill/>
              <a:prstDash val="solid"/>
              <a:miter/>
            </a:ln>
          </p:spPr>
          <p:txBody>
            <a:bodyPr rtlCol="0" anchor="ctr"/>
            <a:lstStyle/>
            <a:p>
              <a:endParaRPr lang="en-US"/>
            </a:p>
          </p:txBody>
        </p:sp>
      </p:grpSp>
      <p:sp>
        <p:nvSpPr>
          <p:cNvPr id="42" name="Graphic 144">
            <a:extLst>
              <a:ext uri="{FF2B5EF4-FFF2-40B4-BE49-F238E27FC236}">
                <a16:creationId xmlns:a16="http://schemas.microsoft.com/office/drawing/2014/main" id="{B9517B99-86DD-4171-86BF-3B570F116561}"/>
              </a:ext>
            </a:extLst>
          </p:cNvPr>
          <p:cNvSpPr>
            <a:spLocks noChangeAspect="1"/>
          </p:cNvSpPr>
          <p:nvPr/>
        </p:nvSpPr>
        <p:spPr>
          <a:xfrm>
            <a:off x="5984554" y="5443410"/>
            <a:ext cx="277182" cy="234298"/>
          </a:xfrm>
          <a:custGeom>
            <a:avLst/>
            <a:gdLst>
              <a:gd name="connsiteX0" fmla="*/ 321547 w 452479"/>
              <a:gd name="connsiteY0" fmla="*/ 47812 h 382475"/>
              <a:gd name="connsiteX1" fmla="*/ 259191 w 452479"/>
              <a:gd name="connsiteY1" fmla="*/ 119527 h 382475"/>
              <a:gd name="connsiteX2" fmla="*/ 261841 w 452479"/>
              <a:gd name="connsiteY2" fmla="*/ 117918 h 382475"/>
              <a:gd name="connsiteX3" fmla="*/ 275512 w 452479"/>
              <a:gd name="connsiteY3" fmla="*/ 110303 h 382475"/>
              <a:gd name="connsiteX4" fmla="*/ 290589 w 452479"/>
              <a:gd name="connsiteY4" fmla="*/ 102961 h 382475"/>
              <a:gd name="connsiteX5" fmla="*/ 298616 w 452479"/>
              <a:gd name="connsiteY5" fmla="*/ 99584 h 382475"/>
              <a:gd name="connsiteX6" fmla="*/ 302682 w 452479"/>
              <a:gd name="connsiteY6" fmla="*/ 97926 h 382475"/>
              <a:gd name="connsiteX7" fmla="*/ 306960 w 452479"/>
              <a:gd name="connsiteY7" fmla="*/ 96448 h 382475"/>
              <a:gd name="connsiteX8" fmla="*/ 315111 w 452479"/>
              <a:gd name="connsiteY8" fmla="*/ 93736 h 382475"/>
              <a:gd name="connsiteX9" fmla="*/ 323542 w 452479"/>
              <a:gd name="connsiteY9" fmla="*/ 91346 h 382475"/>
              <a:gd name="connsiteX10" fmla="*/ 339920 w 452479"/>
              <a:gd name="connsiteY10" fmla="*/ 87324 h 382475"/>
              <a:gd name="connsiteX11" fmla="*/ 369026 w 452479"/>
              <a:gd name="connsiteY11" fmla="*/ 81837 h 382475"/>
              <a:gd name="connsiteX12" fmla="*/ 397863 w 452479"/>
              <a:gd name="connsiteY12" fmla="*/ 78730 h 382475"/>
              <a:gd name="connsiteX13" fmla="*/ 390511 w 452479"/>
              <a:gd name="connsiteY13" fmla="*/ 81875 h 382475"/>
              <a:gd name="connsiteX14" fmla="*/ 371030 w 452479"/>
              <a:gd name="connsiteY14" fmla="*/ 89525 h 382475"/>
              <a:gd name="connsiteX15" fmla="*/ 357976 w 452479"/>
              <a:gd name="connsiteY15" fmla="*/ 94308 h 382475"/>
              <a:gd name="connsiteX16" fmla="*/ 343399 w 452479"/>
              <a:gd name="connsiteY16" fmla="*/ 99468 h 382475"/>
              <a:gd name="connsiteX17" fmla="*/ 328013 w 452479"/>
              <a:gd name="connsiteY17" fmla="*/ 104945 h 382475"/>
              <a:gd name="connsiteX18" fmla="*/ 312145 w 452479"/>
              <a:gd name="connsiteY18" fmla="*/ 110793 h 382475"/>
              <a:gd name="connsiteX19" fmla="*/ 296826 w 452479"/>
              <a:gd name="connsiteY19" fmla="*/ 117186 h 382475"/>
              <a:gd name="connsiteX20" fmla="*/ 278154 w 452479"/>
              <a:gd name="connsiteY20" fmla="*/ 124614 h 382475"/>
              <a:gd name="connsiteX21" fmla="*/ 264714 w 452479"/>
              <a:gd name="connsiteY21" fmla="*/ 130438 h 382475"/>
              <a:gd name="connsiteX22" fmla="*/ 192454 w 452479"/>
              <a:gd name="connsiteY22" fmla="*/ 244719 h 382475"/>
              <a:gd name="connsiteX23" fmla="*/ 150081 w 452479"/>
              <a:gd name="connsiteY23" fmla="*/ 128405 h 382475"/>
              <a:gd name="connsiteX24" fmla="*/ 150182 w 452479"/>
              <a:gd name="connsiteY24" fmla="*/ 128352 h 382475"/>
              <a:gd name="connsiteX25" fmla="*/ 137021 w 452479"/>
              <a:gd name="connsiteY25" fmla="*/ 115558 h 382475"/>
              <a:gd name="connsiteX26" fmla="*/ 125547 w 452479"/>
              <a:gd name="connsiteY26" fmla="*/ 103847 h 382475"/>
              <a:gd name="connsiteX27" fmla="*/ 113827 w 452479"/>
              <a:gd name="connsiteY27" fmla="*/ 92088 h 382475"/>
              <a:gd name="connsiteX28" fmla="*/ 101393 w 452479"/>
              <a:gd name="connsiteY28" fmla="*/ 80614 h 382475"/>
              <a:gd name="connsiteX29" fmla="*/ 89278 w 452479"/>
              <a:gd name="connsiteY29" fmla="*/ 69693 h 382475"/>
              <a:gd name="connsiteX30" fmla="*/ 77774 w 452479"/>
              <a:gd name="connsiteY30" fmla="*/ 59364 h 382475"/>
              <a:gd name="connsiteX31" fmla="*/ 67547 w 452479"/>
              <a:gd name="connsiteY31" fmla="*/ 49951 h 382475"/>
              <a:gd name="connsiteX32" fmla="*/ 52450 w 452479"/>
              <a:gd name="connsiteY32" fmla="*/ 35446 h 382475"/>
              <a:gd name="connsiteX33" fmla="*/ 46876 w 452479"/>
              <a:gd name="connsiteY33" fmla="*/ 29728 h 382475"/>
              <a:gd name="connsiteX34" fmla="*/ 72331 w 452479"/>
              <a:gd name="connsiteY34" fmla="*/ 43607 h 382475"/>
              <a:gd name="connsiteX35" fmla="*/ 97145 w 452479"/>
              <a:gd name="connsiteY35" fmla="*/ 59788 h 382475"/>
              <a:gd name="connsiteX36" fmla="*/ 110739 w 452479"/>
              <a:gd name="connsiteY36" fmla="*/ 69760 h 382475"/>
              <a:gd name="connsiteX37" fmla="*/ 117604 w 452479"/>
              <a:gd name="connsiteY37" fmla="*/ 75180 h 382475"/>
              <a:gd name="connsiteX38" fmla="*/ 124107 w 452479"/>
              <a:gd name="connsiteY38" fmla="*/ 80801 h 382475"/>
              <a:gd name="connsiteX39" fmla="*/ 127489 w 452479"/>
              <a:gd name="connsiteY39" fmla="*/ 83802 h 382475"/>
              <a:gd name="connsiteX40" fmla="*/ 130630 w 452479"/>
              <a:gd name="connsiteY40" fmla="*/ 86890 h 382475"/>
              <a:gd name="connsiteX41" fmla="*/ 136753 w 452479"/>
              <a:gd name="connsiteY41" fmla="*/ 93076 h 382475"/>
              <a:gd name="connsiteX42" fmla="*/ 147905 w 452479"/>
              <a:gd name="connsiteY42" fmla="*/ 105615 h 382475"/>
              <a:gd name="connsiteX43" fmla="*/ 157621 w 452479"/>
              <a:gd name="connsiteY43" fmla="*/ 117871 h 382475"/>
              <a:gd name="connsiteX44" fmla="*/ 159447 w 452479"/>
              <a:gd name="connsiteY44" fmla="*/ 120366 h 382475"/>
              <a:gd name="connsiteX45" fmla="*/ 129200 w 452479"/>
              <a:gd name="connsiteY45" fmla="*/ 30268 h 382475"/>
              <a:gd name="connsiteX46" fmla="*/ 0 w 452479"/>
              <a:gd name="connsiteY46" fmla="*/ 0 h 382475"/>
              <a:gd name="connsiteX47" fmla="*/ 63618 w 452479"/>
              <a:gd name="connsiteY47" fmla="*/ 108158 h 382475"/>
              <a:gd name="connsiteX48" fmla="*/ 137192 w 452479"/>
              <a:gd name="connsiteY48" fmla="*/ 133661 h 382475"/>
              <a:gd name="connsiteX49" fmla="*/ 179676 w 452479"/>
              <a:gd name="connsiteY49" fmla="*/ 274510 h 382475"/>
              <a:gd name="connsiteX50" fmla="*/ 166082 w 452479"/>
              <a:gd name="connsiteY50" fmla="*/ 269076 h 382475"/>
              <a:gd name="connsiteX51" fmla="*/ 135202 w 452479"/>
              <a:gd name="connsiteY51" fmla="*/ 289366 h 382475"/>
              <a:gd name="connsiteX52" fmla="*/ 78859 w 452479"/>
              <a:gd name="connsiteY52" fmla="*/ 325920 h 382475"/>
              <a:gd name="connsiteX53" fmla="*/ 43538 w 452479"/>
              <a:gd name="connsiteY53" fmla="*/ 353601 h 382475"/>
              <a:gd name="connsiteX54" fmla="*/ 70896 w 452479"/>
              <a:gd name="connsiteY54" fmla="*/ 382052 h 382475"/>
              <a:gd name="connsiteX55" fmla="*/ 311776 w 452479"/>
              <a:gd name="connsiteY55" fmla="*/ 382476 h 382475"/>
              <a:gd name="connsiteX56" fmla="*/ 337442 w 452479"/>
              <a:gd name="connsiteY56" fmla="*/ 353591 h 382475"/>
              <a:gd name="connsiteX57" fmla="*/ 308886 w 452479"/>
              <a:gd name="connsiteY57" fmla="*/ 325014 h 382475"/>
              <a:gd name="connsiteX58" fmla="*/ 302584 w 452479"/>
              <a:gd name="connsiteY58" fmla="*/ 325765 h 382475"/>
              <a:gd name="connsiteX59" fmla="*/ 257686 w 452479"/>
              <a:gd name="connsiteY59" fmla="*/ 295638 h 382475"/>
              <a:gd name="connsiteX60" fmla="*/ 224794 w 452479"/>
              <a:gd name="connsiteY60" fmla="*/ 269076 h 382475"/>
              <a:gd name="connsiteX61" fmla="*/ 198472 w 452479"/>
              <a:gd name="connsiteY61" fmla="*/ 278209 h 382475"/>
              <a:gd name="connsiteX62" fmla="*/ 272814 w 452479"/>
              <a:gd name="connsiteY62" fmla="*/ 140795 h 382475"/>
              <a:gd name="connsiteX63" fmla="*/ 273970 w 452479"/>
              <a:gd name="connsiteY63" fmla="*/ 139750 h 382475"/>
              <a:gd name="connsiteX64" fmla="*/ 352415 w 452479"/>
              <a:gd name="connsiteY64" fmla="*/ 144808 h 382475"/>
              <a:gd name="connsiteX65" fmla="*/ 452480 w 452479"/>
              <a:gd name="connsiteY65" fmla="*/ 69127 h 382475"/>
              <a:gd name="connsiteX66" fmla="*/ 321547 w 452479"/>
              <a:gd name="connsiteY66" fmla="*/ 47812 h 382475"/>
              <a:gd name="connsiteX67" fmla="*/ 190274 w 452479"/>
              <a:gd name="connsiteY67" fmla="*/ 287238 h 382475"/>
              <a:gd name="connsiteX68" fmla="*/ 191849 w 452479"/>
              <a:gd name="connsiteY68" fmla="*/ 285658 h 382475"/>
              <a:gd name="connsiteX69" fmla="*/ 190568 w 452479"/>
              <a:gd name="connsiteY69" fmla="*/ 287787 h 382475"/>
              <a:gd name="connsiteX70" fmla="*/ 190274 w 452479"/>
              <a:gd name="connsiteY70" fmla="*/ 287238 h 38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452479" h="382475">
                <a:moveTo>
                  <a:pt x="321547" y="47812"/>
                </a:moveTo>
                <a:cubicBezTo>
                  <a:pt x="273200" y="60506"/>
                  <a:pt x="256397" y="102132"/>
                  <a:pt x="259191" y="119527"/>
                </a:cubicBezTo>
                <a:cubicBezTo>
                  <a:pt x="260078" y="118992"/>
                  <a:pt x="260945" y="118477"/>
                  <a:pt x="261841" y="117918"/>
                </a:cubicBezTo>
                <a:cubicBezTo>
                  <a:pt x="266089" y="115312"/>
                  <a:pt x="270714" y="112846"/>
                  <a:pt x="275512" y="110303"/>
                </a:cubicBezTo>
                <a:cubicBezTo>
                  <a:pt x="280281" y="107744"/>
                  <a:pt x="285417" y="105369"/>
                  <a:pt x="290589" y="102961"/>
                </a:cubicBezTo>
                <a:cubicBezTo>
                  <a:pt x="293191" y="101747"/>
                  <a:pt x="295918" y="100682"/>
                  <a:pt x="298616" y="99584"/>
                </a:cubicBezTo>
                <a:lnTo>
                  <a:pt x="302682" y="97926"/>
                </a:lnTo>
                <a:cubicBezTo>
                  <a:pt x="304435" y="97237"/>
                  <a:pt x="305514" y="96954"/>
                  <a:pt x="306960" y="96448"/>
                </a:cubicBezTo>
                <a:lnTo>
                  <a:pt x="315111" y="93736"/>
                </a:lnTo>
                <a:cubicBezTo>
                  <a:pt x="317944" y="92927"/>
                  <a:pt x="320757" y="92137"/>
                  <a:pt x="323542" y="91346"/>
                </a:cubicBezTo>
                <a:cubicBezTo>
                  <a:pt x="329178" y="89790"/>
                  <a:pt x="334622" y="88417"/>
                  <a:pt x="339920" y="87324"/>
                </a:cubicBezTo>
                <a:cubicBezTo>
                  <a:pt x="350509" y="84916"/>
                  <a:pt x="360462" y="83162"/>
                  <a:pt x="369026" y="81837"/>
                </a:cubicBezTo>
                <a:cubicBezTo>
                  <a:pt x="386176" y="79226"/>
                  <a:pt x="397863" y="78730"/>
                  <a:pt x="397863" y="78730"/>
                </a:cubicBezTo>
                <a:cubicBezTo>
                  <a:pt x="397863" y="78730"/>
                  <a:pt x="395195" y="79877"/>
                  <a:pt x="390511" y="81875"/>
                </a:cubicBezTo>
                <a:cubicBezTo>
                  <a:pt x="385810" y="83831"/>
                  <a:pt x="379105" y="86423"/>
                  <a:pt x="371030" y="89525"/>
                </a:cubicBezTo>
                <a:cubicBezTo>
                  <a:pt x="366964" y="91004"/>
                  <a:pt x="362600" y="92613"/>
                  <a:pt x="357976" y="94308"/>
                </a:cubicBezTo>
                <a:cubicBezTo>
                  <a:pt x="353342" y="95956"/>
                  <a:pt x="348447" y="97680"/>
                  <a:pt x="343399" y="99468"/>
                </a:cubicBezTo>
                <a:cubicBezTo>
                  <a:pt x="338398" y="101231"/>
                  <a:pt x="333264" y="103071"/>
                  <a:pt x="328013" y="104945"/>
                </a:cubicBezTo>
                <a:cubicBezTo>
                  <a:pt x="322877" y="106679"/>
                  <a:pt x="317520" y="108731"/>
                  <a:pt x="312145" y="110793"/>
                </a:cubicBezTo>
                <a:cubicBezTo>
                  <a:pt x="307135" y="112667"/>
                  <a:pt x="301932" y="115162"/>
                  <a:pt x="296826" y="117186"/>
                </a:cubicBezTo>
                <a:cubicBezTo>
                  <a:pt x="291758" y="119492"/>
                  <a:pt x="283068" y="122514"/>
                  <a:pt x="278154" y="124614"/>
                </a:cubicBezTo>
                <a:cubicBezTo>
                  <a:pt x="272229" y="127100"/>
                  <a:pt x="268480" y="128444"/>
                  <a:pt x="264714" y="130438"/>
                </a:cubicBezTo>
                <a:cubicBezTo>
                  <a:pt x="222539" y="155050"/>
                  <a:pt x="203852" y="198618"/>
                  <a:pt x="192454" y="244719"/>
                </a:cubicBezTo>
                <a:cubicBezTo>
                  <a:pt x="190431" y="201411"/>
                  <a:pt x="181345" y="159395"/>
                  <a:pt x="150081" y="128405"/>
                </a:cubicBezTo>
                <a:cubicBezTo>
                  <a:pt x="150110" y="128386"/>
                  <a:pt x="150153" y="128376"/>
                  <a:pt x="150182" y="128352"/>
                </a:cubicBezTo>
                <a:cubicBezTo>
                  <a:pt x="145948" y="124388"/>
                  <a:pt x="141550" y="120125"/>
                  <a:pt x="137021" y="115558"/>
                </a:cubicBezTo>
                <a:cubicBezTo>
                  <a:pt x="133303" y="111723"/>
                  <a:pt x="129372" y="107912"/>
                  <a:pt x="125547" y="103847"/>
                </a:cubicBezTo>
                <a:cubicBezTo>
                  <a:pt x="121621" y="100022"/>
                  <a:pt x="117762" y="95740"/>
                  <a:pt x="113827" y="92088"/>
                </a:cubicBezTo>
                <a:cubicBezTo>
                  <a:pt x="109631" y="88123"/>
                  <a:pt x="105488" y="84198"/>
                  <a:pt x="101393" y="80614"/>
                </a:cubicBezTo>
                <a:cubicBezTo>
                  <a:pt x="97260" y="76904"/>
                  <a:pt x="93218" y="73243"/>
                  <a:pt x="89278" y="69693"/>
                </a:cubicBezTo>
                <a:cubicBezTo>
                  <a:pt x="85284" y="66113"/>
                  <a:pt x="81425" y="62660"/>
                  <a:pt x="77774" y="59364"/>
                </a:cubicBezTo>
                <a:cubicBezTo>
                  <a:pt x="74156" y="56030"/>
                  <a:pt x="70703" y="52870"/>
                  <a:pt x="67547" y="49951"/>
                </a:cubicBezTo>
                <a:cubicBezTo>
                  <a:pt x="61261" y="44021"/>
                  <a:pt x="56034" y="39050"/>
                  <a:pt x="52450" y="35446"/>
                </a:cubicBezTo>
                <a:cubicBezTo>
                  <a:pt x="48899" y="31809"/>
                  <a:pt x="46876" y="29728"/>
                  <a:pt x="46876" y="29728"/>
                </a:cubicBezTo>
                <a:cubicBezTo>
                  <a:pt x="46876" y="29728"/>
                  <a:pt x="57474" y="34651"/>
                  <a:pt x="72331" y="43607"/>
                </a:cubicBezTo>
                <a:cubicBezTo>
                  <a:pt x="79740" y="48106"/>
                  <a:pt x="88262" y="53521"/>
                  <a:pt x="97145" y="59788"/>
                </a:cubicBezTo>
                <a:cubicBezTo>
                  <a:pt x="101620" y="62838"/>
                  <a:pt x="106129" y="66181"/>
                  <a:pt x="110739" y="69760"/>
                </a:cubicBezTo>
                <a:cubicBezTo>
                  <a:pt x="113008" y="71566"/>
                  <a:pt x="115315" y="73363"/>
                  <a:pt x="117604" y="75180"/>
                </a:cubicBezTo>
                <a:lnTo>
                  <a:pt x="124107" y="80801"/>
                </a:lnTo>
                <a:cubicBezTo>
                  <a:pt x="125249" y="81827"/>
                  <a:pt x="126140" y="82486"/>
                  <a:pt x="127489" y="83802"/>
                </a:cubicBezTo>
                <a:lnTo>
                  <a:pt x="130630" y="86890"/>
                </a:lnTo>
                <a:cubicBezTo>
                  <a:pt x="132721" y="88942"/>
                  <a:pt x="134822" y="90975"/>
                  <a:pt x="136753" y="93076"/>
                </a:cubicBezTo>
                <a:cubicBezTo>
                  <a:pt x="140650" y="97267"/>
                  <a:pt x="144460" y="101434"/>
                  <a:pt x="147905" y="105615"/>
                </a:cubicBezTo>
                <a:cubicBezTo>
                  <a:pt x="151364" y="109797"/>
                  <a:pt x="154693" y="113843"/>
                  <a:pt x="157621" y="117871"/>
                </a:cubicBezTo>
                <a:cubicBezTo>
                  <a:pt x="158243" y="118738"/>
                  <a:pt x="158826" y="119528"/>
                  <a:pt x="159447" y="120366"/>
                </a:cubicBezTo>
                <a:cubicBezTo>
                  <a:pt x="168692" y="105360"/>
                  <a:pt x="169053" y="60467"/>
                  <a:pt x="129200" y="30268"/>
                </a:cubicBezTo>
                <a:cubicBezTo>
                  <a:pt x="85801" y="-2587"/>
                  <a:pt x="25324" y="12154"/>
                  <a:pt x="0" y="0"/>
                </a:cubicBezTo>
                <a:cubicBezTo>
                  <a:pt x="25570" y="39117"/>
                  <a:pt x="20661" y="65231"/>
                  <a:pt x="63618" y="108158"/>
                </a:cubicBezTo>
                <a:cubicBezTo>
                  <a:pt x="92324" y="136879"/>
                  <a:pt x="119133" y="138657"/>
                  <a:pt x="137192" y="133661"/>
                </a:cubicBezTo>
                <a:cubicBezTo>
                  <a:pt x="173924" y="169020"/>
                  <a:pt x="179657" y="222925"/>
                  <a:pt x="179676" y="274510"/>
                </a:cubicBezTo>
                <a:cubicBezTo>
                  <a:pt x="175919" y="271465"/>
                  <a:pt x="171352" y="269076"/>
                  <a:pt x="166082" y="269076"/>
                </a:cubicBezTo>
                <a:cubicBezTo>
                  <a:pt x="151215" y="269076"/>
                  <a:pt x="140390" y="277438"/>
                  <a:pt x="135202" y="289366"/>
                </a:cubicBezTo>
                <a:cubicBezTo>
                  <a:pt x="102478" y="278229"/>
                  <a:pt x="80743" y="304117"/>
                  <a:pt x="78859" y="325920"/>
                </a:cubicBezTo>
                <a:cubicBezTo>
                  <a:pt x="63290" y="320130"/>
                  <a:pt x="43538" y="338040"/>
                  <a:pt x="43538" y="353601"/>
                </a:cubicBezTo>
                <a:cubicBezTo>
                  <a:pt x="43538" y="368968"/>
                  <a:pt x="55683" y="381406"/>
                  <a:pt x="70896" y="382052"/>
                </a:cubicBezTo>
                <a:lnTo>
                  <a:pt x="311776" y="382476"/>
                </a:lnTo>
                <a:cubicBezTo>
                  <a:pt x="311776" y="382476"/>
                  <a:pt x="337442" y="368640"/>
                  <a:pt x="337442" y="353591"/>
                </a:cubicBezTo>
                <a:cubicBezTo>
                  <a:pt x="337442" y="337820"/>
                  <a:pt x="324657" y="325014"/>
                  <a:pt x="308886" y="325014"/>
                </a:cubicBezTo>
                <a:cubicBezTo>
                  <a:pt x="306698" y="325014"/>
                  <a:pt x="304607" y="325303"/>
                  <a:pt x="302584" y="325765"/>
                </a:cubicBezTo>
                <a:cubicBezTo>
                  <a:pt x="302719" y="324658"/>
                  <a:pt x="299829" y="276157"/>
                  <a:pt x="257686" y="295638"/>
                </a:cubicBezTo>
                <a:cubicBezTo>
                  <a:pt x="254411" y="280463"/>
                  <a:pt x="250114" y="269076"/>
                  <a:pt x="224794" y="269076"/>
                </a:cubicBezTo>
                <a:cubicBezTo>
                  <a:pt x="212322" y="269076"/>
                  <a:pt x="203877" y="273604"/>
                  <a:pt x="198472" y="278209"/>
                </a:cubicBezTo>
                <a:cubicBezTo>
                  <a:pt x="209018" y="224562"/>
                  <a:pt x="225315" y="168518"/>
                  <a:pt x="272814" y="140795"/>
                </a:cubicBezTo>
                <a:cubicBezTo>
                  <a:pt x="273334" y="140502"/>
                  <a:pt x="273604" y="140106"/>
                  <a:pt x="273970" y="139750"/>
                </a:cubicBezTo>
                <a:cubicBezTo>
                  <a:pt x="288653" y="151528"/>
                  <a:pt x="314320" y="160628"/>
                  <a:pt x="352415" y="144808"/>
                </a:cubicBezTo>
                <a:cubicBezTo>
                  <a:pt x="408488" y="121516"/>
                  <a:pt x="413913" y="95512"/>
                  <a:pt x="452480" y="69127"/>
                </a:cubicBezTo>
                <a:cubicBezTo>
                  <a:pt x="424463" y="70699"/>
                  <a:pt x="374190" y="33996"/>
                  <a:pt x="321547" y="47812"/>
                </a:cubicBezTo>
                <a:close/>
                <a:moveTo>
                  <a:pt x="190274" y="287238"/>
                </a:moveTo>
                <a:lnTo>
                  <a:pt x="191849" y="285658"/>
                </a:lnTo>
                <a:cubicBezTo>
                  <a:pt x="191055" y="286891"/>
                  <a:pt x="190568" y="287787"/>
                  <a:pt x="190568" y="287787"/>
                </a:cubicBezTo>
                <a:cubicBezTo>
                  <a:pt x="190568" y="287787"/>
                  <a:pt x="190409" y="287479"/>
                  <a:pt x="190274" y="287238"/>
                </a:cubicBezTo>
                <a:close/>
              </a:path>
            </a:pathLst>
          </a:custGeom>
          <a:solidFill>
            <a:schemeClr val="bg2"/>
          </a:solidFill>
          <a:ln w="817" cap="flat">
            <a:noFill/>
            <a:prstDash val="solid"/>
            <a:miter/>
          </a:ln>
        </p:spPr>
        <p:txBody>
          <a:bodyPr rtlCol="0" anchor="ctr"/>
          <a:lstStyle/>
          <a:p>
            <a:endParaRPr lang="en-US"/>
          </a:p>
        </p:txBody>
      </p:sp>
      <p:grpSp>
        <p:nvGrpSpPr>
          <p:cNvPr id="43" name="Graphic 146">
            <a:extLst>
              <a:ext uri="{FF2B5EF4-FFF2-40B4-BE49-F238E27FC236}">
                <a16:creationId xmlns:a16="http://schemas.microsoft.com/office/drawing/2014/main" id="{3D30423A-F82D-4D42-BA5A-B8F78457D4C3}"/>
              </a:ext>
            </a:extLst>
          </p:cNvPr>
          <p:cNvGrpSpPr>
            <a:grpSpLocks noChangeAspect="1"/>
          </p:cNvGrpSpPr>
          <p:nvPr/>
        </p:nvGrpSpPr>
        <p:grpSpPr>
          <a:xfrm>
            <a:off x="5998821" y="1885343"/>
            <a:ext cx="204218" cy="204218"/>
            <a:chOff x="730476" y="1991103"/>
            <a:chExt cx="365630" cy="365630"/>
          </a:xfrm>
          <a:solidFill>
            <a:schemeClr val="bg2"/>
          </a:solidFill>
        </p:grpSpPr>
        <p:sp>
          <p:nvSpPr>
            <p:cNvPr id="44" name="Freeform: Shape 43">
              <a:extLst>
                <a:ext uri="{FF2B5EF4-FFF2-40B4-BE49-F238E27FC236}">
                  <a16:creationId xmlns:a16="http://schemas.microsoft.com/office/drawing/2014/main" id="{939A1C61-4339-4561-9181-74D6E365AD98}"/>
                </a:ext>
              </a:extLst>
            </p:cNvPr>
            <p:cNvSpPr/>
            <p:nvPr/>
          </p:nvSpPr>
          <p:spPr>
            <a:xfrm rot="-1800044">
              <a:off x="932689" y="2014107"/>
              <a:ext cx="129255" cy="139025"/>
            </a:xfrm>
            <a:custGeom>
              <a:avLst/>
              <a:gdLst>
                <a:gd name="connsiteX0" fmla="*/ 0 w 129255"/>
                <a:gd name="connsiteY0" fmla="*/ 0 h 139025"/>
                <a:gd name="connsiteX1" fmla="*/ 129255 w 129255"/>
                <a:gd name="connsiteY1" fmla="*/ 0 h 139025"/>
                <a:gd name="connsiteX2" fmla="*/ 129255 w 129255"/>
                <a:gd name="connsiteY2" fmla="*/ 139026 h 139025"/>
                <a:gd name="connsiteX3" fmla="*/ 0 w 129255"/>
                <a:gd name="connsiteY3" fmla="*/ 139026 h 139025"/>
              </a:gdLst>
              <a:ahLst/>
              <a:cxnLst>
                <a:cxn ang="0">
                  <a:pos x="connsiteX0" y="connsiteY0"/>
                </a:cxn>
                <a:cxn ang="0">
                  <a:pos x="connsiteX1" y="connsiteY1"/>
                </a:cxn>
                <a:cxn ang="0">
                  <a:pos x="connsiteX2" y="connsiteY2"/>
                </a:cxn>
                <a:cxn ang="0">
                  <a:pos x="connsiteX3" y="connsiteY3"/>
                </a:cxn>
              </a:cxnLst>
              <a:rect l="l" t="t" r="r" b="b"/>
              <a:pathLst>
                <a:path w="129255" h="139025">
                  <a:moveTo>
                    <a:pt x="0" y="0"/>
                  </a:moveTo>
                  <a:lnTo>
                    <a:pt x="129255" y="0"/>
                  </a:lnTo>
                  <a:lnTo>
                    <a:pt x="129255" y="139026"/>
                  </a:lnTo>
                  <a:lnTo>
                    <a:pt x="0" y="139026"/>
                  </a:lnTo>
                  <a:close/>
                </a:path>
              </a:pathLst>
            </a:custGeom>
            <a:grpFill/>
            <a:ln w="707"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936ADC17-9518-45E0-839A-46ABF373436E}"/>
                </a:ext>
              </a:extLst>
            </p:cNvPr>
            <p:cNvSpPr/>
            <p:nvPr/>
          </p:nvSpPr>
          <p:spPr>
            <a:xfrm>
              <a:off x="803131" y="2079643"/>
              <a:ext cx="210709" cy="277095"/>
            </a:xfrm>
            <a:custGeom>
              <a:avLst/>
              <a:gdLst>
                <a:gd name="connsiteX0" fmla="*/ 120601 w 210709"/>
                <a:gd name="connsiteY0" fmla="*/ 107989 h 277095"/>
                <a:gd name="connsiteX1" fmla="*/ 147820 w 210709"/>
                <a:gd name="connsiteY1" fmla="*/ 92274 h 277095"/>
                <a:gd name="connsiteX2" fmla="*/ 94546 w 210709"/>
                <a:gd name="connsiteY2" fmla="*/ 0 h 277095"/>
                <a:gd name="connsiteX3" fmla="*/ 0 w 210709"/>
                <a:gd name="connsiteY3" fmla="*/ 54587 h 277095"/>
                <a:gd name="connsiteX4" fmla="*/ 53274 w 210709"/>
                <a:gd name="connsiteY4" fmla="*/ 146860 h 277095"/>
                <a:gd name="connsiteX5" fmla="*/ 89332 w 210709"/>
                <a:gd name="connsiteY5" fmla="*/ 126042 h 277095"/>
                <a:gd name="connsiteX6" fmla="*/ 9621 w 210709"/>
                <a:gd name="connsiteY6" fmla="*/ 264452 h 277095"/>
                <a:gd name="connsiteX7" fmla="*/ 31574 w 210709"/>
                <a:gd name="connsiteY7" fmla="*/ 277095 h 277095"/>
                <a:gd name="connsiteX8" fmla="*/ 96538 w 210709"/>
                <a:gd name="connsiteY8" fmla="*/ 164293 h 277095"/>
                <a:gd name="connsiteX9" fmla="*/ 96538 w 210709"/>
                <a:gd name="connsiteY9" fmla="*/ 274996 h 277095"/>
                <a:gd name="connsiteX10" fmla="*/ 121872 w 210709"/>
                <a:gd name="connsiteY10" fmla="*/ 274996 h 277095"/>
                <a:gd name="connsiteX11" fmla="*/ 121872 w 210709"/>
                <a:gd name="connsiteY11" fmla="*/ 160958 h 277095"/>
                <a:gd name="connsiteX12" fmla="*/ 188757 w 210709"/>
                <a:gd name="connsiteY12" fmla="*/ 277095 h 277095"/>
                <a:gd name="connsiteX13" fmla="*/ 210709 w 210709"/>
                <a:gd name="connsiteY13" fmla="*/ 264452 h 277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0709" h="277095">
                  <a:moveTo>
                    <a:pt x="120601" y="107989"/>
                  </a:moveTo>
                  <a:lnTo>
                    <a:pt x="147820" y="92274"/>
                  </a:lnTo>
                  <a:lnTo>
                    <a:pt x="94546" y="0"/>
                  </a:lnTo>
                  <a:lnTo>
                    <a:pt x="0" y="54587"/>
                  </a:lnTo>
                  <a:lnTo>
                    <a:pt x="53274" y="146860"/>
                  </a:lnTo>
                  <a:lnTo>
                    <a:pt x="89332" y="126042"/>
                  </a:lnTo>
                  <a:lnTo>
                    <a:pt x="9621" y="264452"/>
                  </a:lnTo>
                  <a:lnTo>
                    <a:pt x="31574" y="277095"/>
                  </a:lnTo>
                  <a:lnTo>
                    <a:pt x="96538" y="164293"/>
                  </a:lnTo>
                  <a:lnTo>
                    <a:pt x="96538" y="274996"/>
                  </a:lnTo>
                  <a:lnTo>
                    <a:pt x="121872" y="274996"/>
                  </a:lnTo>
                  <a:lnTo>
                    <a:pt x="121872" y="160958"/>
                  </a:lnTo>
                  <a:lnTo>
                    <a:pt x="188757" y="277095"/>
                  </a:lnTo>
                  <a:lnTo>
                    <a:pt x="210709" y="264452"/>
                  </a:lnTo>
                  <a:close/>
                </a:path>
              </a:pathLst>
            </a:custGeom>
            <a:grpFill/>
            <a:ln w="707"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0BD02498-B62E-41C8-A322-E9B01EC253D2}"/>
                </a:ext>
              </a:extLst>
            </p:cNvPr>
            <p:cNvSpPr/>
            <p:nvPr/>
          </p:nvSpPr>
          <p:spPr>
            <a:xfrm rot="-1800044">
              <a:off x="752741" y="2169237"/>
              <a:ext cx="64285" cy="74055"/>
            </a:xfrm>
            <a:custGeom>
              <a:avLst/>
              <a:gdLst>
                <a:gd name="connsiteX0" fmla="*/ 0 w 64285"/>
                <a:gd name="connsiteY0" fmla="*/ 0 h 74055"/>
                <a:gd name="connsiteX1" fmla="*/ 64286 w 64285"/>
                <a:gd name="connsiteY1" fmla="*/ 0 h 74055"/>
                <a:gd name="connsiteX2" fmla="*/ 64286 w 64285"/>
                <a:gd name="connsiteY2" fmla="*/ 74056 h 74055"/>
                <a:gd name="connsiteX3" fmla="*/ 0 w 64285"/>
                <a:gd name="connsiteY3" fmla="*/ 74056 h 74055"/>
              </a:gdLst>
              <a:ahLst/>
              <a:cxnLst>
                <a:cxn ang="0">
                  <a:pos x="connsiteX0" y="connsiteY0"/>
                </a:cxn>
                <a:cxn ang="0">
                  <a:pos x="connsiteX1" y="connsiteY1"/>
                </a:cxn>
                <a:cxn ang="0">
                  <a:pos x="connsiteX2" y="connsiteY2"/>
                </a:cxn>
                <a:cxn ang="0">
                  <a:pos x="connsiteX3" y="connsiteY3"/>
                </a:cxn>
              </a:cxnLst>
              <a:rect l="l" t="t" r="r" b="b"/>
              <a:pathLst>
                <a:path w="64285" h="74055">
                  <a:moveTo>
                    <a:pt x="0" y="0"/>
                  </a:moveTo>
                  <a:lnTo>
                    <a:pt x="64286" y="0"/>
                  </a:lnTo>
                  <a:lnTo>
                    <a:pt x="64286" y="74056"/>
                  </a:lnTo>
                  <a:lnTo>
                    <a:pt x="0" y="74056"/>
                  </a:lnTo>
                  <a:close/>
                </a:path>
              </a:pathLst>
            </a:custGeom>
            <a:grpFill/>
            <a:ln w="707" cap="flat">
              <a:noFill/>
              <a:prstDash val="solid"/>
              <a:miter/>
            </a:ln>
          </p:spPr>
          <p:txBody>
            <a:bodyPr rtlCol="0" anchor="ctr"/>
            <a:lstStyle/>
            <a:p>
              <a:endParaRPr lang="en-US"/>
            </a:p>
          </p:txBody>
        </p:sp>
      </p:grpSp>
    </p:spTree>
    <p:extLst>
      <p:ext uri="{BB962C8B-B14F-4D97-AF65-F5344CB8AC3E}">
        <p14:creationId xmlns:p14="http://schemas.microsoft.com/office/powerpoint/2010/main" val="958339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6B0075A5-5219-4B07-9124-73F4FF38FD7F}"/>
              </a:ext>
            </a:extLst>
          </p:cNvPr>
          <p:cNvSpPr/>
          <p:nvPr/>
        </p:nvSpPr>
        <p:spPr>
          <a:xfrm>
            <a:off x="4840552" y="259161"/>
            <a:ext cx="209751" cy="690880"/>
          </a:xfrm>
          <a:prstGeom prst="rect">
            <a:avLst/>
          </a:prstGeom>
          <a:gradFill flip="none" rotWithShape="1">
            <a:gsLst>
              <a:gs pos="0">
                <a:schemeClr val="accent1">
                  <a:alpha val="50000"/>
                </a:schemeClr>
              </a:gs>
              <a:gs pos="100000">
                <a:schemeClr val="accent2">
                  <a:alpha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5A0C208F-D58E-41ED-BCEC-8060FAF58CB0}"/>
              </a:ext>
            </a:extLst>
          </p:cNvPr>
          <p:cNvSpPr txBox="1"/>
          <p:nvPr/>
        </p:nvSpPr>
        <p:spPr>
          <a:xfrm>
            <a:off x="3257771" y="518092"/>
            <a:ext cx="5676458" cy="461665"/>
          </a:xfrm>
          <a:prstGeom prst="rect">
            <a:avLst/>
          </a:prstGeom>
          <a:noFill/>
        </p:spPr>
        <p:txBody>
          <a:bodyPr wrap="square" rtlCol="0">
            <a:spAutoFit/>
          </a:bodyPr>
          <a:lstStyle/>
          <a:p>
            <a:pPr algn="ctr"/>
            <a:r>
              <a:rPr lang="en-US" sz="2400" b="1" dirty="0">
                <a:latin typeface="Roboto" panose="02000000000000000000" pitchFamily="2" charset="0"/>
                <a:ea typeface="Roboto" panose="02000000000000000000" pitchFamily="2" charset="0"/>
              </a:rPr>
              <a:t>COLUMN CHART</a:t>
            </a:r>
            <a:endParaRPr lang="en-US" sz="2400" dirty="0">
              <a:latin typeface="Roboto" panose="02000000000000000000" pitchFamily="2" charset="0"/>
              <a:ea typeface="Roboto" panose="02000000000000000000" pitchFamily="2" charset="0"/>
            </a:endParaRPr>
          </a:p>
        </p:txBody>
      </p:sp>
      <p:sp>
        <p:nvSpPr>
          <p:cNvPr id="12" name="Rectangle: Rounded Corners 11">
            <a:extLst>
              <a:ext uri="{FF2B5EF4-FFF2-40B4-BE49-F238E27FC236}">
                <a16:creationId xmlns:a16="http://schemas.microsoft.com/office/drawing/2014/main" id="{5B5DFCE6-C43D-484B-A73D-2F73DE57C98F}"/>
              </a:ext>
            </a:extLst>
          </p:cNvPr>
          <p:cNvSpPr/>
          <p:nvPr/>
        </p:nvSpPr>
        <p:spPr>
          <a:xfrm>
            <a:off x="637112" y="1611206"/>
            <a:ext cx="7655758" cy="4626199"/>
          </a:xfrm>
          <a:prstGeom prst="roundRect">
            <a:avLst>
              <a:gd name="adj" fmla="val 3891"/>
            </a:avLst>
          </a:prstGeom>
          <a:solidFill>
            <a:schemeClr val="bg1">
              <a:lumMod val="95000"/>
            </a:schemeClr>
          </a:solidFill>
          <a:ln>
            <a:noFill/>
          </a:ln>
          <a:effectLst>
            <a:outerShdw blurRad="50800" dist="25400" dir="54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hart 4">
            <a:extLst>
              <a:ext uri="{FF2B5EF4-FFF2-40B4-BE49-F238E27FC236}">
                <a16:creationId xmlns:a16="http://schemas.microsoft.com/office/drawing/2014/main" id="{8407DAF1-F62D-4D71-A68D-61EE6432EAB6}"/>
              </a:ext>
            </a:extLst>
          </p:cNvPr>
          <p:cNvGraphicFramePr/>
          <p:nvPr>
            <p:extLst>
              <p:ext uri="{D42A27DB-BD31-4B8C-83A1-F6EECF244321}">
                <p14:modId xmlns:p14="http://schemas.microsoft.com/office/powerpoint/2010/main" val="270331750"/>
              </p:ext>
            </p:extLst>
          </p:nvPr>
        </p:nvGraphicFramePr>
        <p:xfrm>
          <a:off x="952500" y="2526665"/>
          <a:ext cx="7024982" cy="3378734"/>
        </p:xfrm>
        <a:graphic>
          <a:graphicData uri="http://schemas.openxmlformats.org/drawingml/2006/chart">
            <c:chart xmlns:c="http://schemas.openxmlformats.org/drawingml/2006/chart" xmlns:r="http://schemas.openxmlformats.org/officeDocument/2006/relationships" r:id="rId2"/>
          </a:graphicData>
        </a:graphic>
      </p:graphicFrame>
      <p:sp>
        <p:nvSpPr>
          <p:cNvPr id="6" name="Rectangle: Rounded Corners 5">
            <a:extLst>
              <a:ext uri="{FF2B5EF4-FFF2-40B4-BE49-F238E27FC236}">
                <a16:creationId xmlns:a16="http://schemas.microsoft.com/office/drawing/2014/main" id="{6236F7DA-5665-4A5B-8DDE-9A5E38FC2925}"/>
              </a:ext>
            </a:extLst>
          </p:cNvPr>
          <p:cNvSpPr/>
          <p:nvPr/>
        </p:nvSpPr>
        <p:spPr>
          <a:xfrm>
            <a:off x="10125646" y="1611205"/>
            <a:ext cx="1429242" cy="1558211"/>
          </a:xfrm>
          <a:prstGeom prst="roundRect">
            <a:avLst>
              <a:gd name="adj" fmla="val 4815"/>
            </a:avLst>
          </a:prstGeom>
          <a:gradFill>
            <a:gsLst>
              <a:gs pos="0">
                <a:schemeClr val="accent3"/>
              </a:gs>
              <a:gs pos="100000">
                <a:schemeClr val="accent4"/>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F3279213-EF07-4DEE-B351-2AC9B4ABF118}"/>
              </a:ext>
            </a:extLst>
          </p:cNvPr>
          <p:cNvSpPr/>
          <p:nvPr/>
        </p:nvSpPr>
        <p:spPr>
          <a:xfrm>
            <a:off x="8495237" y="1611205"/>
            <a:ext cx="1428044" cy="1558211"/>
          </a:xfrm>
          <a:prstGeom prst="roundRect">
            <a:avLst>
              <a:gd name="adj" fmla="val 7038"/>
            </a:avLst>
          </a:prstGeom>
          <a:gradFill flip="none" rotWithShape="1">
            <a:gsLst>
              <a:gs pos="0">
                <a:schemeClr val="accent2"/>
              </a:gs>
              <a:gs pos="100000">
                <a:schemeClr val="accent3"/>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B3B0F146-8C97-4D93-955D-C874A0512B4C}"/>
              </a:ext>
            </a:extLst>
          </p:cNvPr>
          <p:cNvSpPr/>
          <p:nvPr/>
        </p:nvSpPr>
        <p:spPr>
          <a:xfrm>
            <a:off x="10125646" y="4865805"/>
            <a:ext cx="1429242" cy="1371600"/>
          </a:xfrm>
          <a:prstGeom prst="roundRect">
            <a:avLst>
              <a:gd name="adj" fmla="val 7038"/>
            </a:avLst>
          </a:prstGeom>
          <a:gradFill>
            <a:gsLst>
              <a:gs pos="0">
                <a:schemeClr val="accent5"/>
              </a:gs>
              <a:gs pos="100000">
                <a:schemeClr val="accent6"/>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54E81196-88E8-444F-B039-F834E3A53E65}"/>
              </a:ext>
            </a:extLst>
          </p:cNvPr>
          <p:cNvSpPr/>
          <p:nvPr/>
        </p:nvSpPr>
        <p:spPr>
          <a:xfrm>
            <a:off x="8495236" y="4865805"/>
            <a:ext cx="1429241" cy="1371600"/>
          </a:xfrm>
          <a:prstGeom prst="roundRect">
            <a:avLst>
              <a:gd name="adj" fmla="val 9260"/>
            </a:avLst>
          </a:prstGeom>
          <a:gradFill>
            <a:gsLst>
              <a:gs pos="0">
                <a:schemeClr val="accent4"/>
              </a:gs>
              <a:gs pos="100000">
                <a:schemeClr val="accent5"/>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152CAFC9-245B-4A39-8AA6-D7D620BA10E4}"/>
              </a:ext>
            </a:extLst>
          </p:cNvPr>
          <p:cNvSpPr/>
          <p:nvPr/>
        </p:nvSpPr>
        <p:spPr>
          <a:xfrm>
            <a:off x="8495237" y="3370585"/>
            <a:ext cx="3059651" cy="1294052"/>
          </a:xfrm>
          <a:prstGeom prst="roundRect">
            <a:avLst>
              <a:gd name="adj" fmla="val 7038"/>
            </a:avLst>
          </a:prstGeom>
          <a:solidFill>
            <a:schemeClr val="bg1">
              <a:lumMod val="95000"/>
            </a:schemeClr>
          </a:solidFill>
          <a:ln>
            <a:noFill/>
          </a:ln>
          <a:effectLst>
            <a:outerShdw blurRad="50800" dist="25400" dir="54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F9C3ECB-86EA-4B40-AE9B-7B9AF43D63F1}"/>
              </a:ext>
            </a:extLst>
          </p:cNvPr>
          <p:cNvSpPr txBox="1"/>
          <p:nvPr/>
        </p:nvSpPr>
        <p:spPr>
          <a:xfrm>
            <a:off x="8695613" y="3630127"/>
            <a:ext cx="2658899" cy="815608"/>
          </a:xfrm>
          <a:prstGeom prst="rect">
            <a:avLst/>
          </a:prstGeom>
          <a:noFill/>
        </p:spPr>
        <p:txBody>
          <a:bodyPr wrap="square" rtlCol="0">
            <a:spAutoFit/>
          </a:bodyPr>
          <a:lstStyle/>
          <a:p>
            <a:pPr algn="ctr">
              <a:buClr>
                <a:schemeClr val="bg2"/>
              </a:buClr>
            </a:pPr>
            <a:r>
              <a:rPr lang="en-US" sz="1400" b="1" dirty="0">
                <a:solidFill>
                  <a:schemeClr val="accent1"/>
                </a:solidFill>
                <a:latin typeface="Roboto" panose="02000000000000000000" pitchFamily="2" charset="0"/>
                <a:ea typeface="Roboto" panose="02000000000000000000" pitchFamily="2" charset="0"/>
              </a:rPr>
              <a:t>Text Here</a:t>
            </a:r>
            <a:endParaRPr lang="en-US" sz="1400" dirty="0">
              <a:solidFill>
                <a:schemeClr val="accent1"/>
              </a:solidFill>
              <a:latin typeface="Roboto" panose="02000000000000000000" pitchFamily="2" charset="0"/>
              <a:ea typeface="Roboto" panose="02000000000000000000" pitchFamily="2" charset="0"/>
            </a:endParaRPr>
          </a:p>
          <a:p>
            <a:pPr algn="ctr">
              <a:buClr>
                <a:schemeClr val="tx2"/>
              </a:buClr>
            </a:pPr>
            <a:r>
              <a:rPr lang="en-US" sz="1050" dirty="0">
                <a:solidFill>
                  <a:schemeClr val="tx2"/>
                </a:solidFill>
                <a:latin typeface="Roboto" panose="02000000000000000000" pitchFamily="2" charset="0"/>
                <a:ea typeface="Roboto" panose="02000000000000000000" pitchFamily="2" charset="0"/>
              </a:rPr>
              <a:t>Lorem ipsum dolor sit amet, consectetur adipiscing elit, sed do eiusmod tempor incididunt ut labore et</a:t>
            </a:r>
            <a:r>
              <a:rPr lang="en-US" sz="1100" dirty="0">
                <a:solidFill>
                  <a:schemeClr val="tx2"/>
                </a:solidFill>
                <a:latin typeface="Roboto" panose="02000000000000000000" pitchFamily="2" charset="0"/>
                <a:ea typeface="Roboto" panose="02000000000000000000" pitchFamily="2" charset="0"/>
              </a:rPr>
              <a:t>,</a:t>
            </a:r>
          </a:p>
        </p:txBody>
      </p:sp>
      <p:grpSp>
        <p:nvGrpSpPr>
          <p:cNvPr id="18" name="Group 17">
            <a:extLst>
              <a:ext uri="{FF2B5EF4-FFF2-40B4-BE49-F238E27FC236}">
                <a16:creationId xmlns:a16="http://schemas.microsoft.com/office/drawing/2014/main" id="{0F526B25-C312-4A0B-8F85-DFC0CB35448E}"/>
              </a:ext>
            </a:extLst>
          </p:cNvPr>
          <p:cNvGrpSpPr/>
          <p:nvPr/>
        </p:nvGrpSpPr>
        <p:grpSpPr>
          <a:xfrm>
            <a:off x="10154215" y="5031649"/>
            <a:ext cx="1372104" cy="1034335"/>
            <a:chOff x="10154215" y="5031649"/>
            <a:chExt cx="1372104" cy="1034335"/>
          </a:xfrm>
        </p:grpSpPr>
        <p:sp>
          <p:nvSpPr>
            <p:cNvPr id="16" name="TextBox 15">
              <a:extLst>
                <a:ext uri="{FF2B5EF4-FFF2-40B4-BE49-F238E27FC236}">
                  <a16:creationId xmlns:a16="http://schemas.microsoft.com/office/drawing/2014/main" id="{5D424369-3B53-49DB-A1DC-836AE36C9D9E}"/>
                </a:ext>
              </a:extLst>
            </p:cNvPr>
            <p:cNvSpPr txBox="1"/>
            <p:nvPr/>
          </p:nvSpPr>
          <p:spPr>
            <a:xfrm>
              <a:off x="10154215" y="5481209"/>
              <a:ext cx="1372104" cy="584775"/>
            </a:xfrm>
            <a:prstGeom prst="rect">
              <a:avLst/>
            </a:prstGeom>
            <a:noFill/>
          </p:spPr>
          <p:txBody>
            <a:bodyPr wrap="square" rtlCol="0">
              <a:spAutoFit/>
            </a:bodyPr>
            <a:lstStyle/>
            <a:p>
              <a:pPr algn="ctr">
                <a:buClr>
                  <a:schemeClr val="bg2"/>
                </a:buClr>
              </a:pPr>
              <a:r>
                <a:rPr lang="en-US" sz="1000" b="1" dirty="0">
                  <a:solidFill>
                    <a:schemeClr val="bg2"/>
                  </a:solidFill>
                  <a:latin typeface="Roboto" panose="02000000000000000000" pitchFamily="2" charset="0"/>
                  <a:ea typeface="Roboto" panose="02000000000000000000" pitchFamily="2" charset="0"/>
                </a:rPr>
                <a:t>Text Here</a:t>
              </a:r>
              <a:br>
                <a:rPr lang="en-US" sz="1000" b="1" dirty="0">
                  <a:solidFill>
                    <a:schemeClr val="bg2"/>
                  </a:solidFill>
                  <a:latin typeface="Roboto" panose="02000000000000000000" pitchFamily="2" charset="0"/>
                  <a:ea typeface="Roboto" panose="02000000000000000000" pitchFamily="2" charset="0"/>
                </a:rPr>
              </a:br>
              <a:endParaRPr lang="en-US" sz="400" dirty="0">
                <a:solidFill>
                  <a:schemeClr val="bg2"/>
                </a:solidFill>
                <a:latin typeface="Roboto" panose="02000000000000000000" pitchFamily="2" charset="0"/>
                <a:ea typeface="Roboto" panose="02000000000000000000" pitchFamily="2" charset="0"/>
              </a:endParaRPr>
            </a:p>
            <a:p>
              <a:pPr algn="ctr">
                <a:buClr>
                  <a:schemeClr val="tx2"/>
                </a:buClr>
              </a:pPr>
              <a:r>
                <a:rPr lang="en-US" sz="900" dirty="0">
                  <a:solidFill>
                    <a:schemeClr val="bg2"/>
                  </a:solidFill>
                  <a:latin typeface="Roboto Thin" panose="02000000000000000000" pitchFamily="2" charset="0"/>
                  <a:ea typeface="Roboto Thin" panose="02000000000000000000" pitchFamily="2" charset="0"/>
                </a:rPr>
                <a:t>Lorem ipsum dolor sit amet, </a:t>
              </a:r>
              <a:endParaRPr lang="en-US" sz="1000" dirty="0">
                <a:solidFill>
                  <a:schemeClr val="bg2"/>
                </a:solidFill>
                <a:latin typeface="Roboto Thin" panose="02000000000000000000" pitchFamily="2" charset="0"/>
                <a:ea typeface="Roboto Thin" panose="02000000000000000000" pitchFamily="2" charset="0"/>
              </a:endParaRPr>
            </a:p>
          </p:txBody>
        </p:sp>
        <p:sp>
          <p:nvSpPr>
            <p:cNvPr id="17" name="TextBox 16">
              <a:extLst>
                <a:ext uri="{FF2B5EF4-FFF2-40B4-BE49-F238E27FC236}">
                  <a16:creationId xmlns:a16="http://schemas.microsoft.com/office/drawing/2014/main" id="{B4D9117E-D9B0-4359-891D-EBBF496F7B52}"/>
                </a:ext>
              </a:extLst>
            </p:cNvPr>
            <p:cNvSpPr txBox="1"/>
            <p:nvPr/>
          </p:nvSpPr>
          <p:spPr>
            <a:xfrm>
              <a:off x="10227674" y="5031649"/>
              <a:ext cx="1225186" cy="400110"/>
            </a:xfrm>
            <a:prstGeom prst="rect">
              <a:avLst/>
            </a:prstGeom>
            <a:noFill/>
          </p:spPr>
          <p:txBody>
            <a:bodyPr wrap="square" rtlCol="0">
              <a:spAutoFit/>
            </a:bodyPr>
            <a:lstStyle/>
            <a:p>
              <a:pPr algn="ctr">
                <a:buClr>
                  <a:schemeClr val="bg2"/>
                </a:buClr>
              </a:pPr>
              <a:r>
                <a:rPr lang="en-US" sz="2000" b="1" dirty="0">
                  <a:solidFill>
                    <a:schemeClr val="bg2"/>
                  </a:solidFill>
                  <a:latin typeface="Roboto" panose="02000000000000000000" pitchFamily="2" charset="0"/>
                  <a:ea typeface="Roboto" panose="02000000000000000000" pitchFamily="2" charset="0"/>
                </a:rPr>
                <a:t>2,588</a:t>
              </a:r>
              <a:endParaRPr lang="en-US" sz="2000" dirty="0">
                <a:solidFill>
                  <a:schemeClr val="bg2"/>
                </a:solidFill>
                <a:latin typeface="Roboto" panose="02000000000000000000" pitchFamily="2" charset="0"/>
                <a:ea typeface="Roboto" panose="02000000000000000000" pitchFamily="2" charset="0"/>
              </a:endParaRPr>
            </a:p>
          </p:txBody>
        </p:sp>
      </p:grpSp>
      <p:grpSp>
        <p:nvGrpSpPr>
          <p:cNvPr id="19" name="Group 18">
            <a:extLst>
              <a:ext uri="{FF2B5EF4-FFF2-40B4-BE49-F238E27FC236}">
                <a16:creationId xmlns:a16="http://schemas.microsoft.com/office/drawing/2014/main" id="{CF0F9A54-1DEF-4C57-94B1-CF83FB0C77CA}"/>
              </a:ext>
            </a:extLst>
          </p:cNvPr>
          <p:cNvGrpSpPr/>
          <p:nvPr/>
        </p:nvGrpSpPr>
        <p:grpSpPr>
          <a:xfrm>
            <a:off x="8523207" y="5034437"/>
            <a:ext cx="1372104" cy="1034335"/>
            <a:chOff x="10154215" y="5031649"/>
            <a:chExt cx="1372104" cy="1034335"/>
          </a:xfrm>
        </p:grpSpPr>
        <p:sp>
          <p:nvSpPr>
            <p:cNvPr id="20" name="TextBox 19">
              <a:extLst>
                <a:ext uri="{FF2B5EF4-FFF2-40B4-BE49-F238E27FC236}">
                  <a16:creationId xmlns:a16="http://schemas.microsoft.com/office/drawing/2014/main" id="{7149561A-B345-42C9-B0CA-97BA1171CEE7}"/>
                </a:ext>
              </a:extLst>
            </p:cNvPr>
            <p:cNvSpPr txBox="1"/>
            <p:nvPr/>
          </p:nvSpPr>
          <p:spPr>
            <a:xfrm>
              <a:off x="10154215" y="5481209"/>
              <a:ext cx="1372104" cy="584775"/>
            </a:xfrm>
            <a:prstGeom prst="rect">
              <a:avLst/>
            </a:prstGeom>
            <a:noFill/>
          </p:spPr>
          <p:txBody>
            <a:bodyPr wrap="square" rtlCol="0">
              <a:spAutoFit/>
            </a:bodyPr>
            <a:lstStyle/>
            <a:p>
              <a:pPr algn="ctr">
                <a:buClr>
                  <a:schemeClr val="bg2"/>
                </a:buClr>
              </a:pPr>
              <a:r>
                <a:rPr lang="en-US" sz="1000" b="1" dirty="0">
                  <a:solidFill>
                    <a:schemeClr val="bg2"/>
                  </a:solidFill>
                  <a:latin typeface="Roboto" panose="02000000000000000000" pitchFamily="2" charset="0"/>
                  <a:ea typeface="Roboto" panose="02000000000000000000" pitchFamily="2" charset="0"/>
                </a:rPr>
                <a:t>Text Here</a:t>
              </a:r>
              <a:br>
                <a:rPr lang="en-US" sz="1000" b="1" dirty="0">
                  <a:solidFill>
                    <a:schemeClr val="bg2"/>
                  </a:solidFill>
                  <a:latin typeface="Roboto" panose="02000000000000000000" pitchFamily="2" charset="0"/>
                  <a:ea typeface="Roboto" panose="02000000000000000000" pitchFamily="2" charset="0"/>
                </a:rPr>
              </a:br>
              <a:endParaRPr lang="en-US" sz="400" dirty="0">
                <a:solidFill>
                  <a:schemeClr val="bg2"/>
                </a:solidFill>
                <a:latin typeface="Roboto" panose="02000000000000000000" pitchFamily="2" charset="0"/>
                <a:ea typeface="Roboto" panose="02000000000000000000" pitchFamily="2" charset="0"/>
              </a:endParaRPr>
            </a:p>
            <a:p>
              <a:pPr algn="ctr">
                <a:buClr>
                  <a:schemeClr val="tx2"/>
                </a:buClr>
              </a:pPr>
              <a:r>
                <a:rPr lang="en-US" sz="900" dirty="0">
                  <a:solidFill>
                    <a:schemeClr val="bg2"/>
                  </a:solidFill>
                  <a:latin typeface="Roboto Thin" panose="02000000000000000000" pitchFamily="2" charset="0"/>
                  <a:ea typeface="Roboto Thin" panose="02000000000000000000" pitchFamily="2" charset="0"/>
                </a:rPr>
                <a:t>Lorem ipsum dolor sit amet, </a:t>
              </a:r>
              <a:endParaRPr lang="en-US" sz="1000" dirty="0">
                <a:solidFill>
                  <a:schemeClr val="bg2"/>
                </a:solidFill>
                <a:latin typeface="Roboto Thin" panose="02000000000000000000" pitchFamily="2" charset="0"/>
                <a:ea typeface="Roboto Thin" panose="02000000000000000000" pitchFamily="2" charset="0"/>
              </a:endParaRPr>
            </a:p>
          </p:txBody>
        </p:sp>
        <p:sp>
          <p:nvSpPr>
            <p:cNvPr id="21" name="TextBox 20">
              <a:extLst>
                <a:ext uri="{FF2B5EF4-FFF2-40B4-BE49-F238E27FC236}">
                  <a16:creationId xmlns:a16="http://schemas.microsoft.com/office/drawing/2014/main" id="{2D723AC0-CC88-4879-A777-D3FF01DB621E}"/>
                </a:ext>
              </a:extLst>
            </p:cNvPr>
            <p:cNvSpPr txBox="1"/>
            <p:nvPr/>
          </p:nvSpPr>
          <p:spPr>
            <a:xfrm>
              <a:off x="10227674" y="5031649"/>
              <a:ext cx="1225186" cy="400110"/>
            </a:xfrm>
            <a:prstGeom prst="rect">
              <a:avLst/>
            </a:prstGeom>
            <a:noFill/>
          </p:spPr>
          <p:txBody>
            <a:bodyPr wrap="square" rtlCol="0">
              <a:spAutoFit/>
            </a:bodyPr>
            <a:lstStyle/>
            <a:p>
              <a:pPr algn="ctr">
                <a:buClr>
                  <a:schemeClr val="bg2"/>
                </a:buClr>
              </a:pPr>
              <a:r>
                <a:rPr lang="en-US" sz="2000" b="1" dirty="0">
                  <a:solidFill>
                    <a:schemeClr val="bg2"/>
                  </a:solidFill>
                  <a:latin typeface="Roboto" panose="02000000000000000000" pitchFamily="2" charset="0"/>
                  <a:ea typeface="Roboto" panose="02000000000000000000" pitchFamily="2" charset="0"/>
                </a:rPr>
                <a:t>2,588</a:t>
              </a:r>
              <a:endParaRPr lang="en-US" sz="2000" dirty="0">
                <a:solidFill>
                  <a:schemeClr val="bg2"/>
                </a:solidFill>
                <a:latin typeface="Roboto" panose="02000000000000000000" pitchFamily="2" charset="0"/>
                <a:ea typeface="Roboto" panose="02000000000000000000" pitchFamily="2" charset="0"/>
              </a:endParaRPr>
            </a:p>
          </p:txBody>
        </p:sp>
      </p:grpSp>
      <p:grpSp>
        <p:nvGrpSpPr>
          <p:cNvPr id="22" name="Group 21">
            <a:extLst>
              <a:ext uri="{FF2B5EF4-FFF2-40B4-BE49-F238E27FC236}">
                <a16:creationId xmlns:a16="http://schemas.microsoft.com/office/drawing/2014/main" id="{F894DBAD-BAF5-47A8-B5A3-BF25D2D63BF0}"/>
              </a:ext>
            </a:extLst>
          </p:cNvPr>
          <p:cNvGrpSpPr/>
          <p:nvPr/>
        </p:nvGrpSpPr>
        <p:grpSpPr>
          <a:xfrm>
            <a:off x="10153916" y="1876969"/>
            <a:ext cx="1372104" cy="1034335"/>
            <a:chOff x="10154215" y="5031649"/>
            <a:chExt cx="1372104" cy="1034335"/>
          </a:xfrm>
        </p:grpSpPr>
        <p:sp>
          <p:nvSpPr>
            <p:cNvPr id="23" name="TextBox 22">
              <a:extLst>
                <a:ext uri="{FF2B5EF4-FFF2-40B4-BE49-F238E27FC236}">
                  <a16:creationId xmlns:a16="http://schemas.microsoft.com/office/drawing/2014/main" id="{88EDA9E5-C056-4ACD-92E8-FEF678D89242}"/>
                </a:ext>
              </a:extLst>
            </p:cNvPr>
            <p:cNvSpPr txBox="1"/>
            <p:nvPr/>
          </p:nvSpPr>
          <p:spPr>
            <a:xfrm>
              <a:off x="10154215" y="5481209"/>
              <a:ext cx="1372104" cy="584775"/>
            </a:xfrm>
            <a:prstGeom prst="rect">
              <a:avLst/>
            </a:prstGeom>
            <a:noFill/>
          </p:spPr>
          <p:txBody>
            <a:bodyPr wrap="square" rtlCol="0">
              <a:spAutoFit/>
            </a:bodyPr>
            <a:lstStyle/>
            <a:p>
              <a:pPr algn="ctr">
                <a:buClr>
                  <a:schemeClr val="bg2"/>
                </a:buClr>
              </a:pPr>
              <a:r>
                <a:rPr lang="en-US" sz="1000" b="1" dirty="0">
                  <a:solidFill>
                    <a:schemeClr val="bg2"/>
                  </a:solidFill>
                  <a:latin typeface="Roboto" panose="02000000000000000000" pitchFamily="2" charset="0"/>
                  <a:ea typeface="Roboto" panose="02000000000000000000" pitchFamily="2" charset="0"/>
                </a:rPr>
                <a:t>Text Here</a:t>
              </a:r>
              <a:br>
                <a:rPr lang="en-US" sz="1000" b="1" dirty="0">
                  <a:solidFill>
                    <a:schemeClr val="bg2"/>
                  </a:solidFill>
                  <a:latin typeface="Roboto" panose="02000000000000000000" pitchFamily="2" charset="0"/>
                  <a:ea typeface="Roboto" panose="02000000000000000000" pitchFamily="2" charset="0"/>
                </a:rPr>
              </a:br>
              <a:endParaRPr lang="en-US" sz="400" dirty="0">
                <a:solidFill>
                  <a:schemeClr val="bg2"/>
                </a:solidFill>
                <a:latin typeface="Roboto" panose="02000000000000000000" pitchFamily="2" charset="0"/>
                <a:ea typeface="Roboto" panose="02000000000000000000" pitchFamily="2" charset="0"/>
              </a:endParaRPr>
            </a:p>
            <a:p>
              <a:pPr algn="ctr">
                <a:buClr>
                  <a:schemeClr val="tx2"/>
                </a:buClr>
              </a:pPr>
              <a:r>
                <a:rPr lang="en-US" sz="900" dirty="0">
                  <a:solidFill>
                    <a:schemeClr val="bg2"/>
                  </a:solidFill>
                  <a:latin typeface="Roboto Thin" panose="02000000000000000000" pitchFamily="2" charset="0"/>
                  <a:ea typeface="Roboto Thin" panose="02000000000000000000" pitchFamily="2" charset="0"/>
                </a:rPr>
                <a:t>Lorem ipsum dolor sit amet, </a:t>
              </a:r>
              <a:endParaRPr lang="en-US" sz="1000" dirty="0">
                <a:solidFill>
                  <a:schemeClr val="bg2"/>
                </a:solidFill>
                <a:latin typeface="Roboto Thin" panose="02000000000000000000" pitchFamily="2" charset="0"/>
                <a:ea typeface="Roboto Thin" panose="02000000000000000000" pitchFamily="2" charset="0"/>
              </a:endParaRPr>
            </a:p>
          </p:txBody>
        </p:sp>
        <p:sp>
          <p:nvSpPr>
            <p:cNvPr id="24" name="TextBox 23">
              <a:extLst>
                <a:ext uri="{FF2B5EF4-FFF2-40B4-BE49-F238E27FC236}">
                  <a16:creationId xmlns:a16="http://schemas.microsoft.com/office/drawing/2014/main" id="{B21CC79C-84A6-4DA3-8F0C-8B2F02A1ABC8}"/>
                </a:ext>
              </a:extLst>
            </p:cNvPr>
            <p:cNvSpPr txBox="1"/>
            <p:nvPr/>
          </p:nvSpPr>
          <p:spPr>
            <a:xfrm>
              <a:off x="10227674" y="5031649"/>
              <a:ext cx="1225186" cy="400110"/>
            </a:xfrm>
            <a:prstGeom prst="rect">
              <a:avLst/>
            </a:prstGeom>
            <a:noFill/>
          </p:spPr>
          <p:txBody>
            <a:bodyPr wrap="square" rtlCol="0">
              <a:spAutoFit/>
            </a:bodyPr>
            <a:lstStyle/>
            <a:p>
              <a:pPr algn="ctr">
                <a:buClr>
                  <a:schemeClr val="bg2"/>
                </a:buClr>
              </a:pPr>
              <a:r>
                <a:rPr lang="en-US" sz="2000" b="1" dirty="0">
                  <a:solidFill>
                    <a:schemeClr val="bg2"/>
                  </a:solidFill>
                  <a:latin typeface="Roboto" panose="02000000000000000000" pitchFamily="2" charset="0"/>
                  <a:ea typeface="Roboto" panose="02000000000000000000" pitchFamily="2" charset="0"/>
                </a:rPr>
                <a:t>2,588</a:t>
              </a:r>
              <a:endParaRPr lang="en-US" sz="2000" dirty="0">
                <a:solidFill>
                  <a:schemeClr val="bg2"/>
                </a:solidFill>
                <a:latin typeface="Roboto" panose="02000000000000000000" pitchFamily="2" charset="0"/>
                <a:ea typeface="Roboto" panose="02000000000000000000" pitchFamily="2" charset="0"/>
              </a:endParaRPr>
            </a:p>
          </p:txBody>
        </p:sp>
      </p:grpSp>
      <p:grpSp>
        <p:nvGrpSpPr>
          <p:cNvPr id="25" name="Group 24">
            <a:extLst>
              <a:ext uri="{FF2B5EF4-FFF2-40B4-BE49-F238E27FC236}">
                <a16:creationId xmlns:a16="http://schemas.microsoft.com/office/drawing/2014/main" id="{32B47192-17AE-44EF-883C-76B588E8FB2F}"/>
              </a:ext>
            </a:extLst>
          </p:cNvPr>
          <p:cNvGrpSpPr/>
          <p:nvPr/>
        </p:nvGrpSpPr>
        <p:grpSpPr>
          <a:xfrm>
            <a:off x="8522908" y="1879757"/>
            <a:ext cx="1372104" cy="1034335"/>
            <a:chOff x="10154215" y="5031649"/>
            <a:chExt cx="1372104" cy="1034335"/>
          </a:xfrm>
        </p:grpSpPr>
        <p:sp>
          <p:nvSpPr>
            <p:cNvPr id="26" name="TextBox 25">
              <a:extLst>
                <a:ext uri="{FF2B5EF4-FFF2-40B4-BE49-F238E27FC236}">
                  <a16:creationId xmlns:a16="http://schemas.microsoft.com/office/drawing/2014/main" id="{7BD9FC35-8BA9-4ACC-9BD4-ED8A1CF2CB06}"/>
                </a:ext>
              </a:extLst>
            </p:cNvPr>
            <p:cNvSpPr txBox="1"/>
            <p:nvPr/>
          </p:nvSpPr>
          <p:spPr>
            <a:xfrm>
              <a:off x="10154215" y="5481209"/>
              <a:ext cx="1372104" cy="584775"/>
            </a:xfrm>
            <a:prstGeom prst="rect">
              <a:avLst/>
            </a:prstGeom>
            <a:noFill/>
          </p:spPr>
          <p:txBody>
            <a:bodyPr wrap="square" rtlCol="0">
              <a:spAutoFit/>
            </a:bodyPr>
            <a:lstStyle/>
            <a:p>
              <a:pPr algn="ctr">
                <a:buClr>
                  <a:schemeClr val="bg2"/>
                </a:buClr>
              </a:pPr>
              <a:r>
                <a:rPr lang="en-US" sz="1000" b="1" dirty="0">
                  <a:solidFill>
                    <a:schemeClr val="bg2"/>
                  </a:solidFill>
                  <a:latin typeface="Roboto" panose="02000000000000000000" pitchFamily="2" charset="0"/>
                  <a:ea typeface="Roboto" panose="02000000000000000000" pitchFamily="2" charset="0"/>
                </a:rPr>
                <a:t>Text Here</a:t>
              </a:r>
              <a:br>
                <a:rPr lang="en-US" sz="1000" b="1" dirty="0">
                  <a:solidFill>
                    <a:schemeClr val="bg2"/>
                  </a:solidFill>
                  <a:latin typeface="Roboto" panose="02000000000000000000" pitchFamily="2" charset="0"/>
                  <a:ea typeface="Roboto" panose="02000000000000000000" pitchFamily="2" charset="0"/>
                </a:rPr>
              </a:br>
              <a:endParaRPr lang="en-US" sz="400" dirty="0">
                <a:solidFill>
                  <a:schemeClr val="bg2"/>
                </a:solidFill>
                <a:latin typeface="Roboto" panose="02000000000000000000" pitchFamily="2" charset="0"/>
                <a:ea typeface="Roboto" panose="02000000000000000000" pitchFamily="2" charset="0"/>
              </a:endParaRPr>
            </a:p>
            <a:p>
              <a:pPr algn="ctr">
                <a:buClr>
                  <a:schemeClr val="tx2"/>
                </a:buClr>
              </a:pPr>
              <a:r>
                <a:rPr lang="en-US" sz="900" dirty="0">
                  <a:solidFill>
                    <a:schemeClr val="bg2"/>
                  </a:solidFill>
                  <a:latin typeface="Roboto Thin" panose="02000000000000000000" pitchFamily="2" charset="0"/>
                  <a:ea typeface="Roboto Thin" panose="02000000000000000000" pitchFamily="2" charset="0"/>
                </a:rPr>
                <a:t>Lorem ipsum dolor sit amet, </a:t>
              </a:r>
              <a:endParaRPr lang="en-US" sz="1000" dirty="0">
                <a:solidFill>
                  <a:schemeClr val="bg2"/>
                </a:solidFill>
                <a:latin typeface="Roboto Thin" panose="02000000000000000000" pitchFamily="2" charset="0"/>
                <a:ea typeface="Roboto Thin" panose="02000000000000000000" pitchFamily="2" charset="0"/>
              </a:endParaRPr>
            </a:p>
          </p:txBody>
        </p:sp>
        <p:sp>
          <p:nvSpPr>
            <p:cNvPr id="27" name="TextBox 26">
              <a:extLst>
                <a:ext uri="{FF2B5EF4-FFF2-40B4-BE49-F238E27FC236}">
                  <a16:creationId xmlns:a16="http://schemas.microsoft.com/office/drawing/2014/main" id="{891F1206-0431-401E-BA73-87EF1E47D5B9}"/>
                </a:ext>
              </a:extLst>
            </p:cNvPr>
            <p:cNvSpPr txBox="1"/>
            <p:nvPr/>
          </p:nvSpPr>
          <p:spPr>
            <a:xfrm>
              <a:off x="10227674" y="5031649"/>
              <a:ext cx="1225186" cy="400110"/>
            </a:xfrm>
            <a:prstGeom prst="rect">
              <a:avLst/>
            </a:prstGeom>
            <a:noFill/>
          </p:spPr>
          <p:txBody>
            <a:bodyPr wrap="square" rtlCol="0">
              <a:spAutoFit/>
            </a:bodyPr>
            <a:lstStyle/>
            <a:p>
              <a:pPr algn="ctr">
                <a:buClr>
                  <a:schemeClr val="bg2"/>
                </a:buClr>
              </a:pPr>
              <a:r>
                <a:rPr lang="en-US" sz="2000" b="1" dirty="0">
                  <a:solidFill>
                    <a:schemeClr val="bg2"/>
                  </a:solidFill>
                  <a:latin typeface="Roboto" panose="02000000000000000000" pitchFamily="2" charset="0"/>
                  <a:ea typeface="Roboto" panose="02000000000000000000" pitchFamily="2" charset="0"/>
                </a:rPr>
                <a:t>2,588</a:t>
              </a:r>
              <a:endParaRPr lang="en-US" sz="2000" dirty="0">
                <a:solidFill>
                  <a:schemeClr val="bg2"/>
                </a:solidFill>
                <a:latin typeface="Roboto" panose="02000000000000000000" pitchFamily="2" charset="0"/>
                <a:ea typeface="Roboto" panose="02000000000000000000" pitchFamily="2" charset="0"/>
              </a:endParaRPr>
            </a:p>
          </p:txBody>
        </p:sp>
      </p:grpSp>
      <p:sp>
        <p:nvSpPr>
          <p:cNvPr id="30" name="TextBox 29">
            <a:extLst>
              <a:ext uri="{FF2B5EF4-FFF2-40B4-BE49-F238E27FC236}">
                <a16:creationId xmlns:a16="http://schemas.microsoft.com/office/drawing/2014/main" id="{C38C58E4-0E9E-420C-96B5-036E0C593298}"/>
              </a:ext>
            </a:extLst>
          </p:cNvPr>
          <p:cNvSpPr txBox="1"/>
          <p:nvPr/>
        </p:nvSpPr>
        <p:spPr>
          <a:xfrm>
            <a:off x="952500" y="1867393"/>
            <a:ext cx="3682470" cy="307777"/>
          </a:xfrm>
          <a:prstGeom prst="rect">
            <a:avLst/>
          </a:prstGeom>
          <a:noFill/>
        </p:spPr>
        <p:txBody>
          <a:bodyPr wrap="square" rtlCol="0">
            <a:spAutoFit/>
          </a:bodyPr>
          <a:lstStyle/>
          <a:p>
            <a:pPr>
              <a:buClr>
                <a:schemeClr val="tx2"/>
              </a:buClr>
            </a:pPr>
            <a:r>
              <a:rPr lang="en-US" sz="1400" b="1" dirty="0">
                <a:solidFill>
                  <a:schemeClr val="tx2"/>
                </a:solidFill>
                <a:latin typeface="Roboto" panose="02000000000000000000" pitchFamily="2" charset="0"/>
                <a:ea typeface="Roboto" panose="02000000000000000000" pitchFamily="2" charset="0"/>
              </a:rPr>
              <a:t>Lorem ipsum dolor sit.</a:t>
            </a:r>
          </a:p>
        </p:txBody>
      </p:sp>
    </p:spTree>
    <p:extLst>
      <p:ext uri="{BB962C8B-B14F-4D97-AF65-F5344CB8AC3E}">
        <p14:creationId xmlns:p14="http://schemas.microsoft.com/office/powerpoint/2010/main" val="561088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90000">
              <a:schemeClr val="accent2"/>
            </a:gs>
          </a:gsLst>
          <a:lin ang="5400000" scaled="1"/>
        </a:gradFill>
        <a:effectLst/>
      </p:bgPr>
    </p:bg>
    <p:spTree>
      <p:nvGrpSpPr>
        <p:cNvPr id="1" name=""/>
        <p:cNvGrpSpPr/>
        <p:nvPr/>
      </p:nvGrpSpPr>
      <p:grpSpPr>
        <a:xfrm>
          <a:off x="0" y="0"/>
          <a:ext cx="0" cy="0"/>
          <a:chOff x="0" y="0"/>
          <a:chExt cx="0" cy="0"/>
        </a:xfrm>
      </p:grpSpPr>
      <p:sp>
        <p:nvSpPr>
          <p:cNvPr id="53" name="Rectangle 52">
            <a:extLst>
              <a:ext uri="{FF2B5EF4-FFF2-40B4-BE49-F238E27FC236}">
                <a16:creationId xmlns:a16="http://schemas.microsoft.com/office/drawing/2014/main" id="{BC9ECC95-3000-4C8C-A1FF-DB6EA2C19C71}"/>
              </a:ext>
            </a:extLst>
          </p:cNvPr>
          <p:cNvSpPr/>
          <p:nvPr/>
        </p:nvSpPr>
        <p:spPr>
          <a:xfrm>
            <a:off x="5015812" y="323320"/>
            <a:ext cx="209751" cy="690880"/>
          </a:xfrm>
          <a:prstGeom prst="rect">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2" name="Chart 1">
            <a:extLst>
              <a:ext uri="{FF2B5EF4-FFF2-40B4-BE49-F238E27FC236}">
                <a16:creationId xmlns:a16="http://schemas.microsoft.com/office/drawing/2014/main" id="{97154CC7-696B-4FE7-84D9-74E84B62784B}"/>
              </a:ext>
            </a:extLst>
          </p:cNvPr>
          <p:cNvGraphicFramePr/>
          <p:nvPr>
            <p:extLst>
              <p:ext uri="{D42A27DB-BD31-4B8C-83A1-F6EECF244321}">
                <p14:modId xmlns:p14="http://schemas.microsoft.com/office/powerpoint/2010/main" val="1674936871"/>
              </p:ext>
            </p:extLst>
          </p:nvPr>
        </p:nvGraphicFramePr>
        <p:xfrm>
          <a:off x="5407969" y="1493520"/>
          <a:ext cx="6182159" cy="4846388"/>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20ADA7BE-E402-4525-8F6D-577E34C34F10}"/>
              </a:ext>
            </a:extLst>
          </p:cNvPr>
          <p:cNvSpPr txBox="1"/>
          <p:nvPr/>
        </p:nvSpPr>
        <p:spPr>
          <a:xfrm>
            <a:off x="3257771" y="579052"/>
            <a:ext cx="5676458" cy="461665"/>
          </a:xfrm>
          <a:prstGeom prst="rect">
            <a:avLst/>
          </a:prstGeom>
          <a:noFill/>
        </p:spPr>
        <p:txBody>
          <a:bodyPr wrap="square" rtlCol="0">
            <a:spAutoFit/>
          </a:bodyPr>
          <a:lstStyle/>
          <a:p>
            <a:pPr algn="ctr"/>
            <a:r>
              <a:rPr lang="en-US" sz="2400" b="1" dirty="0">
                <a:solidFill>
                  <a:schemeClr val="bg2"/>
                </a:solidFill>
                <a:latin typeface="Roboto" panose="02000000000000000000" pitchFamily="2" charset="0"/>
                <a:ea typeface="Roboto" panose="02000000000000000000" pitchFamily="2" charset="0"/>
              </a:rPr>
              <a:t>SPIDER CHART</a:t>
            </a:r>
            <a:endParaRPr lang="en-US" sz="2400" dirty="0">
              <a:solidFill>
                <a:schemeClr val="bg2"/>
              </a:solidFill>
              <a:latin typeface="Roboto" panose="02000000000000000000" pitchFamily="2" charset="0"/>
              <a:ea typeface="Roboto" panose="02000000000000000000" pitchFamily="2" charset="0"/>
            </a:endParaRPr>
          </a:p>
        </p:txBody>
      </p:sp>
      <p:grpSp>
        <p:nvGrpSpPr>
          <p:cNvPr id="4" name="Group 3">
            <a:extLst>
              <a:ext uri="{FF2B5EF4-FFF2-40B4-BE49-F238E27FC236}">
                <a16:creationId xmlns:a16="http://schemas.microsoft.com/office/drawing/2014/main" id="{B23BCF88-9B59-404D-AF24-2ECF833656A6}"/>
              </a:ext>
            </a:extLst>
          </p:cNvPr>
          <p:cNvGrpSpPr/>
          <p:nvPr/>
        </p:nvGrpSpPr>
        <p:grpSpPr>
          <a:xfrm>
            <a:off x="601872" y="1493520"/>
            <a:ext cx="4120910" cy="4846388"/>
            <a:chOff x="7509955" y="1078847"/>
            <a:chExt cx="4417630" cy="5195344"/>
          </a:xfrm>
        </p:grpSpPr>
        <p:sp>
          <p:nvSpPr>
            <p:cNvPr id="5" name="Rectangle: Rounded Corners 4">
              <a:extLst>
                <a:ext uri="{FF2B5EF4-FFF2-40B4-BE49-F238E27FC236}">
                  <a16:creationId xmlns:a16="http://schemas.microsoft.com/office/drawing/2014/main" id="{1B5646B4-DDF4-407E-9CEC-4E55C63EEA6B}"/>
                </a:ext>
              </a:extLst>
            </p:cNvPr>
            <p:cNvSpPr/>
            <p:nvPr/>
          </p:nvSpPr>
          <p:spPr>
            <a:xfrm>
              <a:off x="7509955" y="1078847"/>
              <a:ext cx="4417630" cy="2816877"/>
            </a:xfrm>
            <a:prstGeom prst="roundRect">
              <a:avLst>
                <a:gd name="adj" fmla="val 2696"/>
              </a:avLst>
            </a:prstGeom>
            <a:solidFill>
              <a:schemeClr val="bg1">
                <a:alpha val="29000"/>
              </a:schemeClr>
            </a:solidFill>
            <a:ln>
              <a:noFill/>
            </a:ln>
            <a:effectLst>
              <a:outerShdw blurRad="50800" dir="3600000" sx="99000" sy="99000" algn="ctr" rotWithShape="0">
                <a:srgbClr val="000000">
                  <a:alpha val="8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6" name="Rectangle: Rounded Corners 5">
              <a:extLst>
                <a:ext uri="{FF2B5EF4-FFF2-40B4-BE49-F238E27FC236}">
                  <a16:creationId xmlns:a16="http://schemas.microsoft.com/office/drawing/2014/main" id="{A47077B0-35DA-4C1D-8AD6-589FA2719F0B}"/>
                </a:ext>
              </a:extLst>
            </p:cNvPr>
            <p:cNvSpPr/>
            <p:nvPr/>
          </p:nvSpPr>
          <p:spPr>
            <a:xfrm>
              <a:off x="7509955" y="4162425"/>
              <a:ext cx="4417630" cy="2111766"/>
            </a:xfrm>
            <a:prstGeom prst="roundRect">
              <a:avLst>
                <a:gd name="adj" fmla="val 2696"/>
              </a:avLst>
            </a:prstGeom>
            <a:solidFill>
              <a:schemeClr val="bg1">
                <a:alpha val="29000"/>
              </a:schemeClr>
            </a:solidFill>
            <a:ln>
              <a:noFill/>
            </a:ln>
            <a:effectLst>
              <a:outerShdw blurRad="50800" dir="3600000" sx="99000" sy="99000" algn="ctr" rotWithShape="0">
                <a:srgbClr val="000000">
                  <a:alpha val="8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7" name="TextBox 6">
              <a:extLst>
                <a:ext uri="{FF2B5EF4-FFF2-40B4-BE49-F238E27FC236}">
                  <a16:creationId xmlns:a16="http://schemas.microsoft.com/office/drawing/2014/main" id="{076A3A58-97BA-4B42-9EF6-42258CF3E482}"/>
                </a:ext>
              </a:extLst>
            </p:cNvPr>
            <p:cNvSpPr txBox="1"/>
            <p:nvPr/>
          </p:nvSpPr>
          <p:spPr>
            <a:xfrm>
              <a:off x="7675462" y="1289659"/>
              <a:ext cx="922437" cy="329938"/>
            </a:xfrm>
            <a:prstGeom prst="rect">
              <a:avLst/>
            </a:prstGeom>
            <a:noFill/>
          </p:spPr>
          <p:txBody>
            <a:bodyPr wrap="square" rtlCol="0">
              <a:spAutoFit/>
            </a:bodyPr>
            <a:lstStyle/>
            <a:p>
              <a:r>
                <a:rPr lang="en-GB" sz="1400" dirty="0">
                  <a:solidFill>
                    <a:schemeClr val="bg2"/>
                  </a:solidFill>
                  <a:latin typeface="Lato Black" panose="020F0502020204030203" pitchFamily="34" charset="0"/>
                  <a:ea typeface="Lato Black" panose="020F0502020204030203" pitchFamily="34" charset="0"/>
                  <a:cs typeface="Lato Black" panose="020F0502020204030203" pitchFamily="34" charset="0"/>
                </a:rPr>
                <a:t>Gender</a:t>
              </a:r>
              <a:endParaRPr lang="en-GB" sz="1100" dirty="0">
                <a:solidFill>
                  <a:schemeClr val="bg2"/>
                </a:solidFill>
                <a:latin typeface="Lato Black" panose="020F0502020204030203" pitchFamily="34" charset="0"/>
                <a:ea typeface="Lato Black" panose="020F0502020204030203" pitchFamily="34" charset="0"/>
                <a:cs typeface="Lato Black" panose="020F0502020204030203" pitchFamily="34" charset="0"/>
              </a:endParaRPr>
            </a:p>
          </p:txBody>
        </p:sp>
        <p:cxnSp>
          <p:nvCxnSpPr>
            <p:cNvPr id="8" name="Straight Connector 7">
              <a:extLst>
                <a:ext uri="{FF2B5EF4-FFF2-40B4-BE49-F238E27FC236}">
                  <a16:creationId xmlns:a16="http://schemas.microsoft.com/office/drawing/2014/main" id="{5ABD46AA-FCD8-4BE4-831C-8997868402E6}"/>
                </a:ext>
              </a:extLst>
            </p:cNvPr>
            <p:cNvCxnSpPr>
              <a:cxnSpLocks/>
            </p:cNvCxnSpPr>
            <p:nvPr/>
          </p:nvCxnSpPr>
          <p:spPr>
            <a:xfrm>
              <a:off x="7705917" y="1956290"/>
              <a:ext cx="3470083" cy="0"/>
            </a:xfrm>
            <a:prstGeom prst="line">
              <a:avLst/>
            </a:prstGeom>
            <a:solidFill>
              <a:schemeClr val="tx2"/>
            </a:solidFill>
            <a:ln w="889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BF8BBCF-1B04-44E1-AA29-2B7FFE4A454A}"/>
                </a:ext>
              </a:extLst>
            </p:cNvPr>
            <p:cNvCxnSpPr>
              <a:cxnSpLocks/>
            </p:cNvCxnSpPr>
            <p:nvPr/>
          </p:nvCxnSpPr>
          <p:spPr>
            <a:xfrm>
              <a:off x="7705917" y="1956290"/>
              <a:ext cx="1247583" cy="0"/>
            </a:xfrm>
            <a:prstGeom prst="line">
              <a:avLst/>
            </a:prstGeom>
            <a:ln w="889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5F44110-6BB4-4B18-9D26-CC8D8CE34817}"/>
                </a:ext>
              </a:extLst>
            </p:cNvPr>
            <p:cNvSpPr txBox="1"/>
            <p:nvPr/>
          </p:nvSpPr>
          <p:spPr>
            <a:xfrm>
              <a:off x="7705917" y="1654688"/>
              <a:ext cx="797026" cy="272199"/>
            </a:xfrm>
            <a:prstGeom prst="rect">
              <a:avLst/>
            </a:prstGeom>
            <a:noFill/>
          </p:spPr>
          <p:txBody>
            <a:bodyPr wrap="square" rtlCol="0">
              <a:spAutoFit/>
            </a:bodyPr>
            <a:lstStyle/>
            <a:p>
              <a:r>
                <a:rPr lang="en-GB" sz="1050" dirty="0">
                  <a:solidFill>
                    <a:schemeClr val="bg2"/>
                  </a:solidFill>
                  <a:latin typeface="Lato Black" panose="020F0502020204030203" pitchFamily="34" charset="0"/>
                  <a:ea typeface="Lato Black" panose="020F0502020204030203" pitchFamily="34" charset="0"/>
                  <a:cs typeface="Lato Black" panose="020F0502020204030203" pitchFamily="34" charset="0"/>
                </a:rPr>
                <a:t>Male</a:t>
              </a:r>
            </a:p>
          </p:txBody>
        </p:sp>
        <p:cxnSp>
          <p:nvCxnSpPr>
            <p:cNvPr id="11" name="Straight Connector 10">
              <a:extLst>
                <a:ext uri="{FF2B5EF4-FFF2-40B4-BE49-F238E27FC236}">
                  <a16:creationId xmlns:a16="http://schemas.microsoft.com/office/drawing/2014/main" id="{7EE59FA0-35AB-4CA0-972E-55FA263B5464}"/>
                </a:ext>
              </a:extLst>
            </p:cNvPr>
            <p:cNvCxnSpPr>
              <a:cxnSpLocks/>
            </p:cNvCxnSpPr>
            <p:nvPr/>
          </p:nvCxnSpPr>
          <p:spPr>
            <a:xfrm>
              <a:off x="7705917" y="2505656"/>
              <a:ext cx="3470083" cy="0"/>
            </a:xfrm>
            <a:prstGeom prst="line">
              <a:avLst/>
            </a:prstGeom>
            <a:solidFill>
              <a:schemeClr val="tx2"/>
            </a:solidFill>
            <a:ln w="889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B107DCB-00F2-40B8-ACD9-5213D4BA774E}"/>
                </a:ext>
              </a:extLst>
            </p:cNvPr>
            <p:cNvCxnSpPr>
              <a:cxnSpLocks/>
            </p:cNvCxnSpPr>
            <p:nvPr/>
          </p:nvCxnSpPr>
          <p:spPr>
            <a:xfrm>
              <a:off x="7705917" y="2505656"/>
              <a:ext cx="2225483" cy="0"/>
            </a:xfrm>
            <a:prstGeom prst="line">
              <a:avLst/>
            </a:prstGeom>
            <a:ln w="889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09516FC-D940-4EFA-9882-3F5B83AE9C33}"/>
                </a:ext>
              </a:extLst>
            </p:cNvPr>
            <p:cNvSpPr txBox="1"/>
            <p:nvPr/>
          </p:nvSpPr>
          <p:spPr>
            <a:xfrm>
              <a:off x="7705917" y="2204054"/>
              <a:ext cx="797026" cy="272199"/>
            </a:xfrm>
            <a:prstGeom prst="rect">
              <a:avLst/>
            </a:prstGeom>
            <a:noFill/>
          </p:spPr>
          <p:txBody>
            <a:bodyPr wrap="square" rtlCol="0">
              <a:spAutoFit/>
            </a:bodyPr>
            <a:lstStyle/>
            <a:p>
              <a:r>
                <a:rPr lang="en-GB" sz="1050" dirty="0">
                  <a:solidFill>
                    <a:schemeClr val="bg2"/>
                  </a:solidFill>
                  <a:latin typeface="Lato Black" panose="020F0502020204030203" pitchFamily="34" charset="0"/>
                  <a:ea typeface="Lato Black" panose="020F0502020204030203" pitchFamily="34" charset="0"/>
                  <a:cs typeface="Lato Black" panose="020F0502020204030203" pitchFamily="34" charset="0"/>
                </a:rPr>
                <a:t>Female</a:t>
              </a:r>
            </a:p>
          </p:txBody>
        </p:sp>
        <p:sp>
          <p:nvSpPr>
            <p:cNvPr id="14" name="TextBox 13">
              <a:extLst>
                <a:ext uri="{FF2B5EF4-FFF2-40B4-BE49-F238E27FC236}">
                  <a16:creationId xmlns:a16="http://schemas.microsoft.com/office/drawing/2014/main" id="{4C037D8C-5A85-45D9-AAC6-F5FBDA62EDC3}"/>
                </a:ext>
              </a:extLst>
            </p:cNvPr>
            <p:cNvSpPr txBox="1"/>
            <p:nvPr/>
          </p:nvSpPr>
          <p:spPr>
            <a:xfrm>
              <a:off x="11210674" y="2374851"/>
              <a:ext cx="706199" cy="272199"/>
            </a:xfrm>
            <a:prstGeom prst="rect">
              <a:avLst/>
            </a:prstGeom>
            <a:noFill/>
          </p:spPr>
          <p:txBody>
            <a:bodyPr wrap="square" rtlCol="0">
              <a:spAutoFit/>
            </a:bodyPr>
            <a:lstStyle/>
            <a:p>
              <a:r>
                <a:rPr lang="en-GB" sz="1050" b="1" dirty="0">
                  <a:solidFill>
                    <a:schemeClr val="bg2"/>
                  </a:solidFill>
                  <a:latin typeface="Lato Black" panose="020F0502020204030203" pitchFamily="34" charset="0"/>
                  <a:ea typeface="Lato Black" panose="020F0502020204030203" pitchFamily="34" charset="0"/>
                  <a:cs typeface="Lato Black" panose="020F0502020204030203" pitchFamily="34" charset="0"/>
                </a:rPr>
                <a:t>43.95%</a:t>
              </a:r>
            </a:p>
          </p:txBody>
        </p:sp>
        <p:sp>
          <p:nvSpPr>
            <p:cNvPr id="15" name="TextBox 14">
              <a:extLst>
                <a:ext uri="{FF2B5EF4-FFF2-40B4-BE49-F238E27FC236}">
                  <a16:creationId xmlns:a16="http://schemas.microsoft.com/office/drawing/2014/main" id="{ABD47356-3F5D-4201-B081-7B3BA7FA5106}"/>
                </a:ext>
              </a:extLst>
            </p:cNvPr>
            <p:cNvSpPr txBox="1"/>
            <p:nvPr/>
          </p:nvSpPr>
          <p:spPr>
            <a:xfrm>
              <a:off x="11206038" y="1829332"/>
              <a:ext cx="706199" cy="272199"/>
            </a:xfrm>
            <a:prstGeom prst="rect">
              <a:avLst/>
            </a:prstGeom>
            <a:noFill/>
          </p:spPr>
          <p:txBody>
            <a:bodyPr wrap="square" rtlCol="0">
              <a:spAutoFit/>
            </a:bodyPr>
            <a:lstStyle/>
            <a:p>
              <a:r>
                <a:rPr lang="en-GB" sz="1050" b="1" dirty="0">
                  <a:solidFill>
                    <a:schemeClr val="bg2"/>
                  </a:solidFill>
                  <a:latin typeface="Lato Black" panose="020F0502020204030203" pitchFamily="34" charset="0"/>
                  <a:ea typeface="Lato Black" panose="020F0502020204030203" pitchFamily="34" charset="0"/>
                  <a:cs typeface="Lato Black" panose="020F0502020204030203" pitchFamily="34" charset="0"/>
                </a:rPr>
                <a:t>22.30%</a:t>
              </a:r>
            </a:p>
          </p:txBody>
        </p:sp>
        <p:cxnSp>
          <p:nvCxnSpPr>
            <p:cNvPr id="16" name="Straight Connector 15">
              <a:extLst>
                <a:ext uri="{FF2B5EF4-FFF2-40B4-BE49-F238E27FC236}">
                  <a16:creationId xmlns:a16="http://schemas.microsoft.com/office/drawing/2014/main" id="{BFCBA579-7BC1-4F16-8A71-0A25BF000C00}"/>
                </a:ext>
              </a:extLst>
            </p:cNvPr>
            <p:cNvCxnSpPr/>
            <p:nvPr/>
          </p:nvCxnSpPr>
          <p:spPr>
            <a:xfrm>
              <a:off x="7711949" y="2773680"/>
              <a:ext cx="4013643" cy="0"/>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2829049-E6C1-4945-8A6B-8A48D3528C44}"/>
                </a:ext>
              </a:extLst>
            </p:cNvPr>
            <p:cNvCxnSpPr/>
            <p:nvPr/>
          </p:nvCxnSpPr>
          <p:spPr>
            <a:xfrm>
              <a:off x="9718770" y="2959423"/>
              <a:ext cx="0" cy="624840"/>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8" name="Hexagon 17">
              <a:extLst>
                <a:ext uri="{FF2B5EF4-FFF2-40B4-BE49-F238E27FC236}">
                  <a16:creationId xmlns:a16="http://schemas.microsoft.com/office/drawing/2014/main" id="{3769EC09-67E8-4162-977E-F617D13051DF}"/>
                </a:ext>
              </a:extLst>
            </p:cNvPr>
            <p:cNvSpPr/>
            <p:nvPr/>
          </p:nvSpPr>
          <p:spPr>
            <a:xfrm>
              <a:off x="7705917" y="2925665"/>
              <a:ext cx="192640" cy="166069"/>
            </a:xfrm>
            <a:prstGeom prst="hexagon">
              <a:avLst/>
            </a:prstGeom>
            <a:solidFill>
              <a:schemeClr val="accent1">
                <a:lumMod val="60000"/>
                <a:lumOff val="4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9" name="Hexagon 18">
              <a:extLst>
                <a:ext uri="{FF2B5EF4-FFF2-40B4-BE49-F238E27FC236}">
                  <a16:creationId xmlns:a16="http://schemas.microsoft.com/office/drawing/2014/main" id="{8CB4A7C0-AB4F-4FF9-B876-979933374313}"/>
                </a:ext>
              </a:extLst>
            </p:cNvPr>
            <p:cNvSpPr/>
            <p:nvPr/>
          </p:nvSpPr>
          <p:spPr>
            <a:xfrm>
              <a:off x="10011052" y="2925665"/>
              <a:ext cx="192640" cy="166069"/>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20" name="TextBox 19">
              <a:extLst>
                <a:ext uri="{FF2B5EF4-FFF2-40B4-BE49-F238E27FC236}">
                  <a16:creationId xmlns:a16="http://schemas.microsoft.com/office/drawing/2014/main" id="{C957FBB7-EBE7-4F59-B211-A97A6F97CC91}"/>
                </a:ext>
              </a:extLst>
            </p:cNvPr>
            <p:cNvSpPr txBox="1"/>
            <p:nvPr/>
          </p:nvSpPr>
          <p:spPr>
            <a:xfrm>
              <a:off x="7930934" y="2877894"/>
              <a:ext cx="971763" cy="272199"/>
            </a:xfrm>
            <a:prstGeom prst="rect">
              <a:avLst/>
            </a:prstGeom>
            <a:noFill/>
          </p:spPr>
          <p:txBody>
            <a:bodyPr wrap="square" rtlCol="0">
              <a:spAutoFit/>
            </a:bodyPr>
            <a:lstStyle/>
            <a:p>
              <a:r>
                <a:rPr lang="en-US" sz="1050" b="1" dirty="0">
                  <a:solidFill>
                    <a:schemeClr val="bg2"/>
                  </a:solidFill>
                </a:rPr>
                <a:t>Shares</a:t>
              </a:r>
            </a:p>
          </p:txBody>
        </p:sp>
        <p:sp>
          <p:nvSpPr>
            <p:cNvPr id="21" name="TextBox 20">
              <a:extLst>
                <a:ext uri="{FF2B5EF4-FFF2-40B4-BE49-F238E27FC236}">
                  <a16:creationId xmlns:a16="http://schemas.microsoft.com/office/drawing/2014/main" id="{329E1760-4A97-492E-A278-6ABBE7728D5A}"/>
                </a:ext>
              </a:extLst>
            </p:cNvPr>
            <p:cNvSpPr txBox="1"/>
            <p:nvPr/>
          </p:nvSpPr>
          <p:spPr>
            <a:xfrm>
              <a:off x="10240290" y="2877894"/>
              <a:ext cx="971763" cy="272199"/>
            </a:xfrm>
            <a:prstGeom prst="rect">
              <a:avLst/>
            </a:prstGeom>
            <a:noFill/>
          </p:spPr>
          <p:txBody>
            <a:bodyPr wrap="square" rtlCol="0">
              <a:spAutoFit/>
            </a:bodyPr>
            <a:lstStyle/>
            <a:p>
              <a:r>
                <a:rPr lang="en-US" sz="1050" b="1" dirty="0">
                  <a:solidFill>
                    <a:schemeClr val="bg2"/>
                  </a:solidFill>
                </a:rPr>
                <a:t>Vests</a:t>
              </a:r>
            </a:p>
          </p:txBody>
        </p:sp>
        <p:sp>
          <p:nvSpPr>
            <p:cNvPr id="22" name="TextBox 21">
              <a:extLst>
                <a:ext uri="{FF2B5EF4-FFF2-40B4-BE49-F238E27FC236}">
                  <a16:creationId xmlns:a16="http://schemas.microsoft.com/office/drawing/2014/main" id="{F6B2FA0A-2D10-4FFB-A40D-44EA17B2385A}"/>
                </a:ext>
              </a:extLst>
            </p:cNvPr>
            <p:cNvSpPr txBox="1"/>
            <p:nvPr/>
          </p:nvSpPr>
          <p:spPr>
            <a:xfrm>
              <a:off x="11141590" y="2881741"/>
              <a:ext cx="706199" cy="272199"/>
            </a:xfrm>
            <a:prstGeom prst="rect">
              <a:avLst/>
            </a:prstGeom>
            <a:noFill/>
          </p:spPr>
          <p:txBody>
            <a:bodyPr wrap="square" rtlCol="0">
              <a:spAutoFit/>
            </a:bodyPr>
            <a:lstStyle/>
            <a:p>
              <a:r>
                <a:rPr lang="en-GB" sz="1050" b="1" dirty="0">
                  <a:solidFill>
                    <a:schemeClr val="bg2"/>
                  </a:solidFill>
                  <a:latin typeface="Lato Black" panose="020F0502020204030203" pitchFamily="34" charset="0"/>
                  <a:ea typeface="Lato Black" panose="020F0502020204030203" pitchFamily="34" charset="0"/>
                  <a:cs typeface="Lato Black" panose="020F0502020204030203" pitchFamily="34" charset="0"/>
                </a:rPr>
                <a:t>43.95%</a:t>
              </a:r>
            </a:p>
          </p:txBody>
        </p:sp>
        <p:sp>
          <p:nvSpPr>
            <p:cNvPr id="23" name="TextBox 22">
              <a:extLst>
                <a:ext uri="{FF2B5EF4-FFF2-40B4-BE49-F238E27FC236}">
                  <a16:creationId xmlns:a16="http://schemas.microsoft.com/office/drawing/2014/main" id="{63385C96-27D0-4D6A-8D44-2E7C208AD9E1}"/>
                </a:ext>
              </a:extLst>
            </p:cNvPr>
            <p:cNvSpPr txBox="1"/>
            <p:nvPr/>
          </p:nvSpPr>
          <p:spPr>
            <a:xfrm>
              <a:off x="8954846" y="2881741"/>
              <a:ext cx="727322" cy="272199"/>
            </a:xfrm>
            <a:prstGeom prst="rect">
              <a:avLst/>
            </a:prstGeom>
            <a:noFill/>
          </p:spPr>
          <p:txBody>
            <a:bodyPr wrap="square" rtlCol="0">
              <a:spAutoFit/>
            </a:bodyPr>
            <a:lstStyle/>
            <a:p>
              <a:r>
                <a:rPr lang="en-GB" sz="1050" b="1" dirty="0">
                  <a:solidFill>
                    <a:schemeClr val="bg2"/>
                  </a:solidFill>
                  <a:latin typeface="Lato Black" panose="020F0502020204030203" pitchFamily="34" charset="0"/>
                  <a:ea typeface="Lato Black" panose="020F0502020204030203" pitchFamily="34" charset="0"/>
                  <a:cs typeface="Lato Black" panose="020F0502020204030203" pitchFamily="34" charset="0"/>
                </a:rPr>
                <a:t>43.95%</a:t>
              </a:r>
            </a:p>
          </p:txBody>
        </p:sp>
        <p:sp>
          <p:nvSpPr>
            <p:cNvPr id="24" name="TextBox 23">
              <a:extLst>
                <a:ext uri="{FF2B5EF4-FFF2-40B4-BE49-F238E27FC236}">
                  <a16:creationId xmlns:a16="http://schemas.microsoft.com/office/drawing/2014/main" id="{6C7DD729-67E6-4338-BF73-F45721B14004}"/>
                </a:ext>
              </a:extLst>
            </p:cNvPr>
            <p:cNvSpPr txBox="1"/>
            <p:nvPr/>
          </p:nvSpPr>
          <p:spPr>
            <a:xfrm>
              <a:off x="7677895" y="3160949"/>
              <a:ext cx="797026" cy="272199"/>
            </a:xfrm>
            <a:prstGeom prst="rect">
              <a:avLst/>
            </a:prstGeom>
            <a:noFill/>
          </p:spPr>
          <p:txBody>
            <a:bodyPr wrap="square" rtlCol="0">
              <a:spAutoFit/>
            </a:bodyPr>
            <a:lstStyle/>
            <a:p>
              <a:r>
                <a:rPr lang="en-GB" sz="1050" dirty="0">
                  <a:solidFill>
                    <a:schemeClr val="bg2"/>
                  </a:solidFill>
                  <a:latin typeface="Lato Black" panose="020F0502020204030203" pitchFamily="34" charset="0"/>
                  <a:ea typeface="Lato Black" panose="020F0502020204030203" pitchFamily="34" charset="0"/>
                  <a:cs typeface="Lato Black" panose="020F0502020204030203" pitchFamily="34" charset="0"/>
                </a:rPr>
                <a:t>Male</a:t>
              </a:r>
            </a:p>
          </p:txBody>
        </p:sp>
        <p:sp>
          <p:nvSpPr>
            <p:cNvPr id="25" name="TextBox 24">
              <a:extLst>
                <a:ext uri="{FF2B5EF4-FFF2-40B4-BE49-F238E27FC236}">
                  <a16:creationId xmlns:a16="http://schemas.microsoft.com/office/drawing/2014/main" id="{528CF823-79AC-4E69-B964-D6EFFCB6E3BA}"/>
                </a:ext>
              </a:extLst>
            </p:cNvPr>
            <p:cNvSpPr txBox="1"/>
            <p:nvPr/>
          </p:nvSpPr>
          <p:spPr>
            <a:xfrm>
              <a:off x="7677895" y="3408537"/>
              <a:ext cx="797026" cy="272199"/>
            </a:xfrm>
            <a:prstGeom prst="rect">
              <a:avLst/>
            </a:prstGeom>
            <a:noFill/>
          </p:spPr>
          <p:txBody>
            <a:bodyPr wrap="square" rtlCol="0">
              <a:spAutoFit/>
            </a:bodyPr>
            <a:lstStyle/>
            <a:p>
              <a:r>
                <a:rPr lang="en-GB" sz="1050" dirty="0">
                  <a:solidFill>
                    <a:schemeClr val="bg2"/>
                  </a:solidFill>
                  <a:latin typeface="Lato Black" panose="020F0502020204030203" pitchFamily="34" charset="0"/>
                  <a:ea typeface="Lato Black" panose="020F0502020204030203" pitchFamily="34" charset="0"/>
                  <a:cs typeface="Lato Black" panose="020F0502020204030203" pitchFamily="34" charset="0"/>
                </a:rPr>
                <a:t>Female</a:t>
              </a:r>
            </a:p>
          </p:txBody>
        </p:sp>
        <p:sp>
          <p:nvSpPr>
            <p:cNvPr id="26" name="TextBox 25">
              <a:extLst>
                <a:ext uri="{FF2B5EF4-FFF2-40B4-BE49-F238E27FC236}">
                  <a16:creationId xmlns:a16="http://schemas.microsoft.com/office/drawing/2014/main" id="{DA5714E7-5E2E-45FF-8884-8317F7CE4D0B}"/>
                </a:ext>
              </a:extLst>
            </p:cNvPr>
            <p:cNvSpPr txBox="1"/>
            <p:nvPr/>
          </p:nvSpPr>
          <p:spPr>
            <a:xfrm>
              <a:off x="8954846" y="3164796"/>
              <a:ext cx="657476" cy="263950"/>
            </a:xfrm>
            <a:prstGeom prst="rect">
              <a:avLst/>
            </a:prstGeom>
            <a:noFill/>
          </p:spPr>
          <p:txBody>
            <a:bodyPr wrap="square" rtlCol="0">
              <a:spAutoFit/>
            </a:bodyPr>
            <a:lstStyle/>
            <a:p>
              <a:r>
                <a:rPr lang="en-GB" sz="1000" dirty="0">
                  <a:solidFill>
                    <a:schemeClr val="bg2"/>
                  </a:solidFill>
                  <a:latin typeface="Lato Black" panose="020F0502020204030203" pitchFamily="34" charset="0"/>
                  <a:ea typeface="Lato Black" panose="020F0502020204030203" pitchFamily="34" charset="0"/>
                  <a:cs typeface="Lato Black" panose="020F0502020204030203" pitchFamily="34" charset="0"/>
                </a:rPr>
                <a:t>23%</a:t>
              </a:r>
            </a:p>
          </p:txBody>
        </p:sp>
        <p:sp>
          <p:nvSpPr>
            <p:cNvPr id="27" name="TextBox 26">
              <a:extLst>
                <a:ext uri="{FF2B5EF4-FFF2-40B4-BE49-F238E27FC236}">
                  <a16:creationId xmlns:a16="http://schemas.microsoft.com/office/drawing/2014/main" id="{989F87BD-FBF6-4954-B1FA-1AD8D6722C19}"/>
                </a:ext>
              </a:extLst>
            </p:cNvPr>
            <p:cNvSpPr txBox="1"/>
            <p:nvPr/>
          </p:nvSpPr>
          <p:spPr>
            <a:xfrm>
              <a:off x="8962256" y="3396352"/>
              <a:ext cx="657476" cy="263950"/>
            </a:xfrm>
            <a:prstGeom prst="rect">
              <a:avLst/>
            </a:prstGeom>
            <a:noFill/>
          </p:spPr>
          <p:txBody>
            <a:bodyPr wrap="square" rtlCol="0">
              <a:spAutoFit/>
            </a:bodyPr>
            <a:lstStyle/>
            <a:p>
              <a:r>
                <a:rPr lang="en-GB" sz="1000" dirty="0">
                  <a:solidFill>
                    <a:schemeClr val="bg2"/>
                  </a:solidFill>
                  <a:latin typeface="Lato Black" panose="020F0502020204030203" pitchFamily="34" charset="0"/>
                  <a:ea typeface="Lato Black" panose="020F0502020204030203" pitchFamily="34" charset="0"/>
                  <a:cs typeface="Lato Black" panose="020F0502020204030203" pitchFamily="34" charset="0"/>
                </a:rPr>
                <a:t>20.95%</a:t>
              </a:r>
            </a:p>
          </p:txBody>
        </p:sp>
        <p:sp>
          <p:nvSpPr>
            <p:cNvPr id="28" name="TextBox 27">
              <a:extLst>
                <a:ext uri="{FF2B5EF4-FFF2-40B4-BE49-F238E27FC236}">
                  <a16:creationId xmlns:a16="http://schemas.microsoft.com/office/drawing/2014/main" id="{96F53D73-9909-4BAC-BEE3-260AEA0340B8}"/>
                </a:ext>
              </a:extLst>
            </p:cNvPr>
            <p:cNvSpPr txBox="1"/>
            <p:nvPr/>
          </p:nvSpPr>
          <p:spPr>
            <a:xfrm>
              <a:off x="9918176" y="3153259"/>
              <a:ext cx="797026" cy="272199"/>
            </a:xfrm>
            <a:prstGeom prst="rect">
              <a:avLst/>
            </a:prstGeom>
            <a:noFill/>
          </p:spPr>
          <p:txBody>
            <a:bodyPr wrap="square" rtlCol="0">
              <a:spAutoFit/>
            </a:bodyPr>
            <a:lstStyle/>
            <a:p>
              <a:r>
                <a:rPr lang="en-GB" sz="1050" dirty="0">
                  <a:solidFill>
                    <a:schemeClr val="bg2"/>
                  </a:solidFill>
                  <a:latin typeface="Lato Black" panose="020F0502020204030203" pitchFamily="34" charset="0"/>
                  <a:ea typeface="Lato Black" panose="020F0502020204030203" pitchFamily="34" charset="0"/>
                  <a:cs typeface="Lato Black" panose="020F0502020204030203" pitchFamily="34" charset="0"/>
                </a:rPr>
                <a:t>Male</a:t>
              </a:r>
            </a:p>
          </p:txBody>
        </p:sp>
        <p:sp>
          <p:nvSpPr>
            <p:cNvPr id="29" name="TextBox 28">
              <a:extLst>
                <a:ext uri="{FF2B5EF4-FFF2-40B4-BE49-F238E27FC236}">
                  <a16:creationId xmlns:a16="http://schemas.microsoft.com/office/drawing/2014/main" id="{936D3B5C-4253-4002-A3EA-6FCB4D30A52F}"/>
                </a:ext>
              </a:extLst>
            </p:cNvPr>
            <p:cNvSpPr txBox="1"/>
            <p:nvPr/>
          </p:nvSpPr>
          <p:spPr>
            <a:xfrm>
              <a:off x="9918176" y="3400847"/>
              <a:ext cx="797026" cy="272199"/>
            </a:xfrm>
            <a:prstGeom prst="rect">
              <a:avLst/>
            </a:prstGeom>
            <a:noFill/>
          </p:spPr>
          <p:txBody>
            <a:bodyPr wrap="square" rtlCol="0">
              <a:spAutoFit/>
            </a:bodyPr>
            <a:lstStyle/>
            <a:p>
              <a:r>
                <a:rPr lang="en-GB" sz="1050" dirty="0">
                  <a:solidFill>
                    <a:schemeClr val="bg2"/>
                  </a:solidFill>
                  <a:latin typeface="Lato Black" panose="020F0502020204030203" pitchFamily="34" charset="0"/>
                  <a:ea typeface="Lato Black" panose="020F0502020204030203" pitchFamily="34" charset="0"/>
                  <a:cs typeface="Lato Black" panose="020F0502020204030203" pitchFamily="34" charset="0"/>
                </a:rPr>
                <a:t>Female</a:t>
              </a:r>
            </a:p>
          </p:txBody>
        </p:sp>
        <p:sp>
          <p:nvSpPr>
            <p:cNvPr id="30" name="TextBox 29">
              <a:extLst>
                <a:ext uri="{FF2B5EF4-FFF2-40B4-BE49-F238E27FC236}">
                  <a16:creationId xmlns:a16="http://schemas.microsoft.com/office/drawing/2014/main" id="{6CDF1119-8A12-4F4A-B6B5-DF0AFE1A4626}"/>
                </a:ext>
              </a:extLst>
            </p:cNvPr>
            <p:cNvSpPr txBox="1"/>
            <p:nvPr/>
          </p:nvSpPr>
          <p:spPr>
            <a:xfrm>
              <a:off x="11195127" y="3157106"/>
              <a:ext cx="657476" cy="263950"/>
            </a:xfrm>
            <a:prstGeom prst="rect">
              <a:avLst/>
            </a:prstGeom>
            <a:noFill/>
          </p:spPr>
          <p:txBody>
            <a:bodyPr wrap="square" rtlCol="0">
              <a:spAutoFit/>
            </a:bodyPr>
            <a:lstStyle/>
            <a:p>
              <a:r>
                <a:rPr lang="en-GB" sz="1000" dirty="0">
                  <a:solidFill>
                    <a:schemeClr val="bg2"/>
                  </a:solidFill>
                  <a:latin typeface="Lato Black" panose="020F0502020204030203" pitchFamily="34" charset="0"/>
                  <a:ea typeface="Lato Black" panose="020F0502020204030203" pitchFamily="34" charset="0"/>
                  <a:cs typeface="Lato Black" panose="020F0502020204030203" pitchFamily="34" charset="0"/>
                </a:rPr>
                <a:t>23%</a:t>
              </a:r>
            </a:p>
          </p:txBody>
        </p:sp>
        <p:sp>
          <p:nvSpPr>
            <p:cNvPr id="31" name="TextBox 30">
              <a:extLst>
                <a:ext uri="{FF2B5EF4-FFF2-40B4-BE49-F238E27FC236}">
                  <a16:creationId xmlns:a16="http://schemas.microsoft.com/office/drawing/2014/main" id="{76F0986C-EB2C-4EA3-BB2B-AA4BD58B43A8}"/>
                </a:ext>
              </a:extLst>
            </p:cNvPr>
            <p:cNvSpPr txBox="1"/>
            <p:nvPr/>
          </p:nvSpPr>
          <p:spPr>
            <a:xfrm>
              <a:off x="11202536" y="3388663"/>
              <a:ext cx="657476" cy="263950"/>
            </a:xfrm>
            <a:prstGeom prst="rect">
              <a:avLst/>
            </a:prstGeom>
            <a:noFill/>
          </p:spPr>
          <p:txBody>
            <a:bodyPr wrap="square" rtlCol="0">
              <a:spAutoFit/>
            </a:bodyPr>
            <a:lstStyle/>
            <a:p>
              <a:r>
                <a:rPr lang="en-GB" sz="1000" dirty="0">
                  <a:solidFill>
                    <a:schemeClr val="bg2"/>
                  </a:solidFill>
                  <a:latin typeface="Lato Black" panose="020F0502020204030203" pitchFamily="34" charset="0"/>
                  <a:ea typeface="Lato Black" panose="020F0502020204030203" pitchFamily="34" charset="0"/>
                  <a:cs typeface="Lato Black" panose="020F0502020204030203" pitchFamily="34" charset="0"/>
                </a:rPr>
                <a:t>20.95%</a:t>
              </a:r>
            </a:p>
          </p:txBody>
        </p:sp>
        <p:sp>
          <p:nvSpPr>
            <p:cNvPr id="32" name="TextBox 31">
              <a:extLst>
                <a:ext uri="{FF2B5EF4-FFF2-40B4-BE49-F238E27FC236}">
                  <a16:creationId xmlns:a16="http://schemas.microsoft.com/office/drawing/2014/main" id="{B399BC00-A57F-409D-A2DF-F0E6E17A54FA}"/>
                </a:ext>
              </a:extLst>
            </p:cNvPr>
            <p:cNvSpPr txBox="1"/>
            <p:nvPr/>
          </p:nvSpPr>
          <p:spPr>
            <a:xfrm>
              <a:off x="7606379" y="4328130"/>
              <a:ext cx="922437" cy="329938"/>
            </a:xfrm>
            <a:prstGeom prst="rect">
              <a:avLst/>
            </a:prstGeom>
            <a:noFill/>
          </p:spPr>
          <p:txBody>
            <a:bodyPr wrap="square" rtlCol="0">
              <a:spAutoFit/>
            </a:bodyPr>
            <a:lstStyle/>
            <a:p>
              <a:r>
                <a:rPr lang="en-GB" sz="1400" dirty="0">
                  <a:solidFill>
                    <a:schemeClr val="bg2"/>
                  </a:solidFill>
                  <a:latin typeface="Lato Black" panose="020F0502020204030203" pitchFamily="34" charset="0"/>
                  <a:ea typeface="Lato Black" panose="020F0502020204030203" pitchFamily="34" charset="0"/>
                  <a:cs typeface="Lato Black" panose="020F0502020204030203" pitchFamily="34" charset="0"/>
                </a:rPr>
                <a:t>Age</a:t>
              </a:r>
              <a:endParaRPr lang="en-GB" sz="1100" dirty="0">
                <a:solidFill>
                  <a:schemeClr val="bg2"/>
                </a:solidFill>
                <a:latin typeface="Lato Black" panose="020F0502020204030203" pitchFamily="34" charset="0"/>
                <a:ea typeface="Lato Black" panose="020F0502020204030203" pitchFamily="34" charset="0"/>
                <a:cs typeface="Lato Black" panose="020F0502020204030203" pitchFamily="34" charset="0"/>
              </a:endParaRPr>
            </a:p>
          </p:txBody>
        </p:sp>
        <p:grpSp>
          <p:nvGrpSpPr>
            <p:cNvPr id="33" name="Group 32">
              <a:extLst>
                <a:ext uri="{FF2B5EF4-FFF2-40B4-BE49-F238E27FC236}">
                  <a16:creationId xmlns:a16="http://schemas.microsoft.com/office/drawing/2014/main" id="{20852D6D-AB67-432C-876D-B146983310BB}"/>
                </a:ext>
              </a:extLst>
            </p:cNvPr>
            <p:cNvGrpSpPr/>
            <p:nvPr/>
          </p:nvGrpSpPr>
          <p:grpSpPr>
            <a:xfrm>
              <a:off x="7643183" y="5162126"/>
              <a:ext cx="4204607" cy="442996"/>
              <a:chOff x="7636833" y="5242525"/>
              <a:chExt cx="4204607" cy="442996"/>
            </a:xfrm>
          </p:grpSpPr>
          <p:cxnSp>
            <p:nvCxnSpPr>
              <p:cNvPr id="44" name="Straight Connector 43">
                <a:extLst>
                  <a:ext uri="{FF2B5EF4-FFF2-40B4-BE49-F238E27FC236}">
                    <a16:creationId xmlns:a16="http://schemas.microsoft.com/office/drawing/2014/main" id="{DCB2D5E0-F168-4292-BC65-CB152713F6D4}"/>
                  </a:ext>
                </a:extLst>
              </p:cNvPr>
              <p:cNvCxnSpPr>
                <a:cxnSpLocks/>
              </p:cNvCxnSpPr>
              <p:nvPr/>
            </p:nvCxnSpPr>
            <p:spPr>
              <a:xfrm>
                <a:off x="7636833" y="5544127"/>
                <a:ext cx="3470083" cy="0"/>
              </a:xfrm>
              <a:prstGeom prst="line">
                <a:avLst/>
              </a:prstGeom>
              <a:solidFill>
                <a:schemeClr val="tx2"/>
              </a:solidFill>
              <a:ln w="889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CD2FA12-5293-49CD-9356-C8AA1120E384}"/>
                  </a:ext>
                </a:extLst>
              </p:cNvPr>
              <p:cNvCxnSpPr>
                <a:cxnSpLocks/>
              </p:cNvCxnSpPr>
              <p:nvPr/>
            </p:nvCxnSpPr>
            <p:spPr>
              <a:xfrm>
                <a:off x="7636833" y="5544127"/>
                <a:ext cx="2225483" cy="0"/>
              </a:xfrm>
              <a:prstGeom prst="line">
                <a:avLst/>
              </a:prstGeom>
              <a:ln w="889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8224AE7F-5A25-4286-B27E-AB26546AA1F3}"/>
                  </a:ext>
                </a:extLst>
              </p:cNvPr>
              <p:cNvSpPr txBox="1"/>
              <p:nvPr/>
            </p:nvSpPr>
            <p:spPr>
              <a:xfrm>
                <a:off x="7636833" y="5242525"/>
                <a:ext cx="797026" cy="272199"/>
              </a:xfrm>
              <a:prstGeom prst="rect">
                <a:avLst/>
              </a:prstGeom>
              <a:noFill/>
            </p:spPr>
            <p:txBody>
              <a:bodyPr wrap="square" rtlCol="0">
                <a:spAutoFit/>
              </a:bodyPr>
              <a:lstStyle/>
              <a:p>
                <a:r>
                  <a:rPr lang="en-GB" sz="1050" dirty="0">
                    <a:solidFill>
                      <a:schemeClr val="bg2"/>
                    </a:solidFill>
                    <a:latin typeface="Lato Black" panose="020F0502020204030203" pitchFamily="34" charset="0"/>
                    <a:ea typeface="Lato Black" panose="020F0502020204030203" pitchFamily="34" charset="0"/>
                    <a:cs typeface="Lato Black" panose="020F0502020204030203" pitchFamily="34" charset="0"/>
                  </a:rPr>
                  <a:t>30 - 45</a:t>
                </a:r>
              </a:p>
            </p:txBody>
          </p:sp>
          <p:sp>
            <p:nvSpPr>
              <p:cNvPr id="47" name="TextBox 46">
                <a:extLst>
                  <a:ext uri="{FF2B5EF4-FFF2-40B4-BE49-F238E27FC236}">
                    <a16:creationId xmlns:a16="http://schemas.microsoft.com/office/drawing/2014/main" id="{4E88490B-1BD2-447A-A6A9-F57F5D56F323}"/>
                  </a:ext>
                </a:extLst>
              </p:cNvPr>
              <p:cNvSpPr txBox="1"/>
              <p:nvPr/>
            </p:nvSpPr>
            <p:spPr>
              <a:xfrm>
                <a:off x="11141590" y="5413322"/>
                <a:ext cx="699850" cy="272199"/>
              </a:xfrm>
              <a:prstGeom prst="rect">
                <a:avLst/>
              </a:prstGeom>
              <a:noFill/>
            </p:spPr>
            <p:txBody>
              <a:bodyPr wrap="square" rtlCol="0">
                <a:spAutoFit/>
              </a:bodyPr>
              <a:lstStyle/>
              <a:p>
                <a:r>
                  <a:rPr lang="en-GB" sz="1050" b="1" dirty="0">
                    <a:solidFill>
                      <a:schemeClr val="bg2"/>
                    </a:solidFill>
                    <a:latin typeface="Lato Black" panose="020F0502020204030203" pitchFamily="34" charset="0"/>
                    <a:ea typeface="Lato Black" panose="020F0502020204030203" pitchFamily="34" charset="0"/>
                    <a:cs typeface="Lato Black" panose="020F0502020204030203" pitchFamily="34" charset="0"/>
                  </a:rPr>
                  <a:t>43.95%</a:t>
                </a:r>
              </a:p>
            </p:txBody>
          </p:sp>
        </p:grpSp>
        <p:grpSp>
          <p:nvGrpSpPr>
            <p:cNvPr id="34" name="Group 33">
              <a:extLst>
                <a:ext uri="{FF2B5EF4-FFF2-40B4-BE49-F238E27FC236}">
                  <a16:creationId xmlns:a16="http://schemas.microsoft.com/office/drawing/2014/main" id="{57188297-C4C4-4D33-B9E5-53744C7E827E}"/>
                </a:ext>
              </a:extLst>
            </p:cNvPr>
            <p:cNvGrpSpPr/>
            <p:nvPr/>
          </p:nvGrpSpPr>
          <p:grpSpPr>
            <a:xfrm>
              <a:off x="7645501" y="4655059"/>
              <a:ext cx="4199971" cy="446843"/>
              <a:chOff x="7636833" y="4693159"/>
              <a:chExt cx="4199971" cy="446843"/>
            </a:xfrm>
          </p:grpSpPr>
          <p:cxnSp>
            <p:nvCxnSpPr>
              <p:cNvPr id="40" name="Straight Connector 39">
                <a:extLst>
                  <a:ext uri="{FF2B5EF4-FFF2-40B4-BE49-F238E27FC236}">
                    <a16:creationId xmlns:a16="http://schemas.microsoft.com/office/drawing/2014/main" id="{363CEF15-CA14-4CB0-A1D0-013B40ECA660}"/>
                  </a:ext>
                </a:extLst>
              </p:cNvPr>
              <p:cNvCxnSpPr>
                <a:cxnSpLocks/>
              </p:cNvCxnSpPr>
              <p:nvPr/>
            </p:nvCxnSpPr>
            <p:spPr>
              <a:xfrm>
                <a:off x="7636833" y="4994761"/>
                <a:ext cx="3470083" cy="0"/>
              </a:xfrm>
              <a:prstGeom prst="line">
                <a:avLst/>
              </a:prstGeom>
              <a:solidFill>
                <a:schemeClr val="tx2"/>
              </a:solidFill>
              <a:ln w="889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C195E9B-4D3C-42BB-BF28-7655168B2B54}"/>
                  </a:ext>
                </a:extLst>
              </p:cNvPr>
              <p:cNvCxnSpPr>
                <a:cxnSpLocks/>
              </p:cNvCxnSpPr>
              <p:nvPr/>
            </p:nvCxnSpPr>
            <p:spPr>
              <a:xfrm>
                <a:off x="7636833" y="4994761"/>
                <a:ext cx="1247583" cy="0"/>
              </a:xfrm>
              <a:prstGeom prst="line">
                <a:avLst/>
              </a:prstGeom>
              <a:ln w="889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F12AC282-E8E4-40AA-B70D-BA2D181958FC}"/>
                  </a:ext>
                </a:extLst>
              </p:cNvPr>
              <p:cNvSpPr txBox="1"/>
              <p:nvPr/>
            </p:nvSpPr>
            <p:spPr>
              <a:xfrm>
                <a:off x="7636833" y="4693159"/>
                <a:ext cx="797026" cy="272199"/>
              </a:xfrm>
              <a:prstGeom prst="rect">
                <a:avLst/>
              </a:prstGeom>
              <a:noFill/>
            </p:spPr>
            <p:txBody>
              <a:bodyPr wrap="square" rtlCol="0">
                <a:spAutoFit/>
              </a:bodyPr>
              <a:lstStyle/>
              <a:p>
                <a:r>
                  <a:rPr lang="en-GB" sz="1050" dirty="0">
                    <a:solidFill>
                      <a:schemeClr val="bg2"/>
                    </a:solidFill>
                    <a:latin typeface="Lato Black" panose="020F0502020204030203" pitchFamily="34" charset="0"/>
                    <a:ea typeface="Lato Black" panose="020F0502020204030203" pitchFamily="34" charset="0"/>
                    <a:cs typeface="Lato Black" panose="020F0502020204030203" pitchFamily="34" charset="0"/>
                  </a:rPr>
                  <a:t>18 - 30</a:t>
                </a:r>
              </a:p>
            </p:txBody>
          </p:sp>
          <p:sp>
            <p:nvSpPr>
              <p:cNvPr id="43" name="TextBox 42">
                <a:extLst>
                  <a:ext uri="{FF2B5EF4-FFF2-40B4-BE49-F238E27FC236}">
                    <a16:creationId xmlns:a16="http://schemas.microsoft.com/office/drawing/2014/main" id="{7F9C7823-0910-4B87-80B8-F016CF899582}"/>
                  </a:ext>
                </a:extLst>
              </p:cNvPr>
              <p:cNvSpPr txBox="1"/>
              <p:nvPr/>
            </p:nvSpPr>
            <p:spPr>
              <a:xfrm>
                <a:off x="11136954" y="4867803"/>
                <a:ext cx="699850" cy="272199"/>
              </a:xfrm>
              <a:prstGeom prst="rect">
                <a:avLst/>
              </a:prstGeom>
              <a:noFill/>
            </p:spPr>
            <p:txBody>
              <a:bodyPr wrap="square" rtlCol="0">
                <a:spAutoFit/>
              </a:bodyPr>
              <a:lstStyle/>
              <a:p>
                <a:r>
                  <a:rPr lang="en-GB" sz="1050" b="1" dirty="0">
                    <a:solidFill>
                      <a:schemeClr val="bg2"/>
                    </a:solidFill>
                    <a:latin typeface="Lato Black" panose="020F0502020204030203" pitchFamily="34" charset="0"/>
                    <a:ea typeface="Lato Black" panose="020F0502020204030203" pitchFamily="34" charset="0"/>
                    <a:cs typeface="Lato Black" panose="020F0502020204030203" pitchFamily="34" charset="0"/>
                  </a:rPr>
                  <a:t>22.30%</a:t>
                </a:r>
              </a:p>
            </p:txBody>
          </p:sp>
        </p:grpSp>
        <p:grpSp>
          <p:nvGrpSpPr>
            <p:cNvPr id="35" name="Group 34">
              <a:extLst>
                <a:ext uri="{FF2B5EF4-FFF2-40B4-BE49-F238E27FC236}">
                  <a16:creationId xmlns:a16="http://schemas.microsoft.com/office/drawing/2014/main" id="{F93986D1-9529-4586-82EB-A197A46F0C63}"/>
                </a:ext>
              </a:extLst>
            </p:cNvPr>
            <p:cNvGrpSpPr/>
            <p:nvPr/>
          </p:nvGrpSpPr>
          <p:grpSpPr>
            <a:xfrm>
              <a:off x="7643183" y="5665346"/>
              <a:ext cx="4204607" cy="442996"/>
              <a:chOff x="7636833" y="5703446"/>
              <a:chExt cx="4204607" cy="442996"/>
            </a:xfrm>
          </p:grpSpPr>
          <p:cxnSp>
            <p:nvCxnSpPr>
              <p:cNvPr id="36" name="Straight Connector 35">
                <a:extLst>
                  <a:ext uri="{FF2B5EF4-FFF2-40B4-BE49-F238E27FC236}">
                    <a16:creationId xmlns:a16="http://schemas.microsoft.com/office/drawing/2014/main" id="{4DEB8666-64C7-4462-97A4-941C79F857DC}"/>
                  </a:ext>
                </a:extLst>
              </p:cNvPr>
              <p:cNvCxnSpPr>
                <a:cxnSpLocks/>
              </p:cNvCxnSpPr>
              <p:nvPr/>
            </p:nvCxnSpPr>
            <p:spPr>
              <a:xfrm>
                <a:off x="7636833" y="6005048"/>
                <a:ext cx="3470083" cy="0"/>
              </a:xfrm>
              <a:prstGeom prst="line">
                <a:avLst/>
              </a:prstGeom>
              <a:ln w="889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FA2F1D5-9CDB-4660-B20B-6B6C05305CD7}"/>
                  </a:ext>
                </a:extLst>
              </p:cNvPr>
              <p:cNvCxnSpPr>
                <a:cxnSpLocks/>
              </p:cNvCxnSpPr>
              <p:nvPr/>
            </p:nvCxnSpPr>
            <p:spPr>
              <a:xfrm>
                <a:off x="7636833" y="6005048"/>
                <a:ext cx="1319073" cy="0"/>
              </a:xfrm>
              <a:prstGeom prst="line">
                <a:avLst/>
              </a:prstGeom>
              <a:ln w="889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2A732434-4961-4B2A-9886-BDA908B5D90C}"/>
                  </a:ext>
                </a:extLst>
              </p:cNvPr>
              <p:cNvSpPr txBox="1"/>
              <p:nvPr/>
            </p:nvSpPr>
            <p:spPr>
              <a:xfrm>
                <a:off x="7636833" y="5703446"/>
                <a:ext cx="797026" cy="272199"/>
              </a:xfrm>
              <a:prstGeom prst="rect">
                <a:avLst/>
              </a:prstGeom>
              <a:noFill/>
            </p:spPr>
            <p:txBody>
              <a:bodyPr wrap="square" rtlCol="0">
                <a:spAutoFit/>
              </a:bodyPr>
              <a:lstStyle/>
              <a:p>
                <a:r>
                  <a:rPr lang="en-GB" sz="1050" dirty="0">
                    <a:solidFill>
                      <a:schemeClr val="bg2"/>
                    </a:solidFill>
                    <a:latin typeface="Lato Black" panose="020F0502020204030203" pitchFamily="34" charset="0"/>
                    <a:ea typeface="Lato Black" panose="020F0502020204030203" pitchFamily="34" charset="0"/>
                    <a:cs typeface="Lato Black" panose="020F0502020204030203" pitchFamily="34" charset="0"/>
                  </a:rPr>
                  <a:t>45 - 60</a:t>
                </a:r>
              </a:p>
            </p:txBody>
          </p:sp>
          <p:sp>
            <p:nvSpPr>
              <p:cNvPr id="39" name="TextBox 38">
                <a:extLst>
                  <a:ext uri="{FF2B5EF4-FFF2-40B4-BE49-F238E27FC236}">
                    <a16:creationId xmlns:a16="http://schemas.microsoft.com/office/drawing/2014/main" id="{F16162A2-B2A9-489D-BC96-8C5E5467E10D}"/>
                  </a:ext>
                </a:extLst>
              </p:cNvPr>
              <p:cNvSpPr txBox="1"/>
              <p:nvPr/>
            </p:nvSpPr>
            <p:spPr>
              <a:xfrm>
                <a:off x="11141590" y="5874243"/>
                <a:ext cx="699850" cy="272199"/>
              </a:xfrm>
              <a:prstGeom prst="rect">
                <a:avLst/>
              </a:prstGeom>
              <a:noFill/>
            </p:spPr>
            <p:txBody>
              <a:bodyPr wrap="square" rtlCol="0">
                <a:spAutoFit/>
              </a:bodyPr>
              <a:lstStyle/>
              <a:p>
                <a:r>
                  <a:rPr lang="en-GB" sz="1050" b="1" dirty="0">
                    <a:solidFill>
                      <a:schemeClr val="bg2"/>
                    </a:solidFill>
                    <a:latin typeface="Lato Black" panose="020F0502020204030203" pitchFamily="34" charset="0"/>
                    <a:ea typeface="Lato Black" panose="020F0502020204030203" pitchFamily="34" charset="0"/>
                    <a:cs typeface="Lato Black" panose="020F0502020204030203" pitchFamily="34" charset="0"/>
                  </a:rPr>
                  <a:t>43.95%</a:t>
                </a:r>
              </a:p>
            </p:txBody>
          </p:sp>
        </p:grpSp>
      </p:grpSp>
    </p:spTree>
    <p:extLst>
      <p:ext uri="{BB962C8B-B14F-4D97-AF65-F5344CB8AC3E}">
        <p14:creationId xmlns:p14="http://schemas.microsoft.com/office/powerpoint/2010/main" val="14636394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6FF8DDB0-8D95-4412-9123-6A3637D7DB2E}"/>
              </a:ext>
            </a:extLst>
          </p:cNvPr>
          <p:cNvSpPr/>
          <p:nvPr/>
        </p:nvSpPr>
        <p:spPr>
          <a:xfrm>
            <a:off x="4829122" y="302467"/>
            <a:ext cx="209751" cy="690880"/>
          </a:xfrm>
          <a:prstGeom prst="rect">
            <a:avLst/>
          </a:prstGeom>
          <a:gradFill flip="none" rotWithShape="1">
            <a:gsLst>
              <a:gs pos="0">
                <a:schemeClr val="accent1">
                  <a:alpha val="50000"/>
                </a:schemeClr>
              </a:gs>
              <a:gs pos="100000">
                <a:schemeClr val="accent2">
                  <a:alpha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5A0C208F-D58E-41ED-BCEC-8060FAF58CB0}"/>
              </a:ext>
            </a:extLst>
          </p:cNvPr>
          <p:cNvSpPr txBox="1"/>
          <p:nvPr/>
        </p:nvSpPr>
        <p:spPr>
          <a:xfrm>
            <a:off x="3257771" y="572956"/>
            <a:ext cx="5676458" cy="461665"/>
          </a:xfrm>
          <a:prstGeom prst="rect">
            <a:avLst/>
          </a:prstGeom>
          <a:noFill/>
        </p:spPr>
        <p:txBody>
          <a:bodyPr wrap="square" rtlCol="0">
            <a:spAutoFit/>
          </a:bodyPr>
          <a:lstStyle/>
          <a:p>
            <a:pPr algn="ctr"/>
            <a:r>
              <a:rPr lang="en-US" sz="2400" b="1" dirty="0">
                <a:latin typeface="Roboto" panose="02000000000000000000" pitchFamily="2" charset="0"/>
                <a:ea typeface="Roboto" panose="02000000000000000000" pitchFamily="2" charset="0"/>
              </a:rPr>
              <a:t>COLUMN CHART</a:t>
            </a:r>
            <a:endParaRPr lang="en-US" sz="2400" dirty="0">
              <a:latin typeface="Roboto" panose="02000000000000000000" pitchFamily="2" charset="0"/>
              <a:ea typeface="Roboto" panose="02000000000000000000" pitchFamily="2" charset="0"/>
            </a:endParaRPr>
          </a:p>
        </p:txBody>
      </p:sp>
      <p:grpSp>
        <p:nvGrpSpPr>
          <p:cNvPr id="11" name="Group 10">
            <a:extLst>
              <a:ext uri="{FF2B5EF4-FFF2-40B4-BE49-F238E27FC236}">
                <a16:creationId xmlns:a16="http://schemas.microsoft.com/office/drawing/2014/main" id="{72AA6BA7-8D7E-42C4-B75A-EEE23124C93F}"/>
              </a:ext>
            </a:extLst>
          </p:cNvPr>
          <p:cNvGrpSpPr/>
          <p:nvPr/>
        </p:nvGrpSpPr>
        <p:grpSpPr>
          <a:xfrm>
            <a:off x="618470" y="1622633"/>
            <a:ext cx="3059652" cy="4626200"/>
            <a:chOff x="8495236" y="1611205"/>
            <a:chExt cx="3059652" cy="4626200"/>
          </a:xfrm>
        </p:grpSpPr>
        <p:sp>
          <p:nvSpPr>
            <p:cNvPr id="6" name="Rectangle: Rounded Corners 5">
              <a:extLst>
                <a:ext uri="{FF2B5EF4-FFF2-40B4-BE49-F238E27FC236}">
                  <a16:creationId xmlns:a16="http://schemas.microsoft.com/office/drawing/2014/main" id="{6236F7DA-5665-4A5B-8DDE-9A5E38FC2925}"/>
                </a:ext>
              </a:extLst>
            </p:cNvPr>
            <p:cNvSpPr/>
            <p:nvPr/>
          </p:nvSpPr>
          <p:spPr>
            <a:xfrm>
              <a:off x="10125646" y="1611205"/>
              <a:ext cx="1429242" cy="1558211"/>
            </a:xfrm>
            <a:prstGeom prst="roundRect">
              <a:avLst>
                <a:gd name="adj" fmla="val 4815"/>
              </a:avLst>
            </a:prstGeom>
            <a:gradFill>
              <a:gsLst>
                <a:gs pos="0">
                  <a:schemeClr val="accent3"/>
                </a:gs>
                <a:gs pos="100000">
                  <a:schemeClr val="accent4"/>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F3279213-EF07-4DEE-B351-2AC9B4ABF118}"/>
                </a:ext>
              </a:extLst>
            </p:cNvPr>
            <p:cNvSpPr/>
            <p:nvPr/>
          </p:nvSpPr>
          <p:spPr>
            <a:xfrm>
              <a:off x="8495237" y="1611205"/>
              <a:ext cx="1428044" cy="1558211"/>
            </a:xfrm>
            <a:prstGeom prst="roundRect">
              <a:avLst>
                <a:gd name="adj" fmla="val 7038"/>
              </a:avLst>
            </a:prstGeom>
            <a:gradFill flip="none" rotWithShape="1">
              <a:gsLst>
                <a:gs pos="0">
                  <a:schemeClr val="accent2"/>
                </a:gs>
                <a:gs pos="100000">
                  <a:schemeClr val="accent3"/>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B3B0F146-8C97-4D93-955D-C874A0512B4C}"/>
                </a:ext>
              </a:extLst>
            </p:cNvPr>
            <p:cNvSpPr/>
            <p:nvPr/>
          </p:nvSpPr>
          <p:spPr>
            <a:xfrm>
              <a:off x="10125646" y="4865805"/>
              <a:ext cx="1429242" cy="1371600"/>
            </a:xfrm>
            <a:prstGeom prst="roundRect">
              <a:avLst>
                <a:gd name="adj" fmla="val 7038"/>
              </a:avLst>
            </a:prstGeom>
            <a:gradFill>
              <a:gsLst>
                <a:gs pos="0">
                  <a:schemeClr val="accent5"/>
                </a:gs>
                <a:gs pos="100000">
                  <a:schemeClr val="accent6"/>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54E81196-88E8-444F-B039-F834E3A53E65}"/>
                </a:ext>
              </a:extLst>
            </p:cNvPr>
            <p:cNvSpPr/>
            <p:nvPr/>
          </p:nvSpPr>
          <p:spPr>
            <a:xfrm>
              <a:off x="8495236" y="4865805"/>
              <a:ext cx="1429241" cy="1371600"/>
            </a:xfrm>
            <a:prstGeom prst="roundRect">
              <a:avLst>
                <a:gd name="adj" fmla="val 9260"/>
              </a:avLst>
            </a:prstGeom>
            <a:gradFill>
              <a:gsLst>
                <a:gs pos="0">
                  <a:schemeClr val="accent4"/>
                </a:gs>
                <a:gs pos="100000">
                  <a:schemeClr val="accent5"/>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Rounded Corners 9">
              <a:extLst>
                <a:ext uri="{FF2B5EF4-FFF2-40B4-BE49-F238E27FC236}">
                  <a16:creationId xmlns:a16="http://schemas.microsoft.com/office/drawing/2014/main" id="{152CAFC9-245B-4A39-8AA6-D7D620BA10E4}"/>
                </a:ext>
              </a:extLst>
            </p:cNvPr>
            <p:cNvSpPr/>
            <p:nvPr/>
          </p:nvSpPr>
          <p:spPr>
            <a:xfrm>
              <a:off x="8495237" y="3370585"/>
              <a:ext cx="3059651" cy="1294052"/>
            </a:xfrm>
            <a:prstGeom prst="roundRect">
              <a:avLst>
                <a:gd name="adj" fmla="val 7038"/>
              </a:avLst>
            </a:prstGeom>
            <a:solidFill>
              <a:schemeClr val="bg1">
                <a:lumMod val="95000"/>
              </a:schemeClr>
            </a:solidFill>
            <a:ln>
              <a:noFill/>
            </a:ln>
            <a:effectLst>
              <a:outerShdw blurRad="50800" dist="25400" dir="54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F9C3ECB-86EA-4B40-AE9B-7B9AF43D63F1}"/>
                </a:ext>
              </a:extLst>
            </p:cNvPr>
            <p:cNvSpPr txBox="1"/>
            <p:nvPr/>
          </p:nvSpPr>
          <p:spPr>
            <a:xfrm>
              <a:off x="8695613" y="3630127"/>
              <a:ext cx="2658899" cy="815608"/>
            </a:xfrm>
            <a:prstGeom prst="rect">
              <a:avLst/>
            </a:prstGeom>
            <a:noFill/>
          </p:spPr>
          <p:txBody>
            <a:bodyPr wrap="square" rtlCol="0">
              <a:spAutoFit/>
            </a:bodyPr>
            <a:lstStyle/>
            <a:p>
              <a:pPr algn="ctr">
                <a:buClr>
                  <a:schemeClr val="bg2"/>
                </a:buClr>
              </a:pPr>
              <a:r>
                <a:rPr lang="en-US" sz="1400" b="1" dirty="0">
                  <a:solidFill>
                    <a:schemeClr val="accent1"/>
                  </a:solidFill>
                  <a:latin typeface="Roboto" panose="02000000000000000000" pitchFamily="2" charset="0"/>
                  <a:ea typeface="Roboto" panose="02000000000000000000" pitchFamily="2" charset="0"/>
                </a:rPr>
                <a:t>Text Here</a:t>
              </a:r>
              <a:endParaRPr lang="en-US" sz="1400" dirty="0">
                <a:solidFill>
                  <a:schemeClr val="accent1"/>
                </a:solidFill>
                <a:latin typeface="Roboto" panose="02000000000000000000" pitchFamily="2" charset="0"/>
                <a:ea typeface="Roboto" panose="02000000000000000000" pitchFamily="2" charset="0"/>
              </a:endParaRPr>
            </a:p>
            <a:p>
              <a:pPr algn="ctr">
                <a:buClr>
                  <a:schemeClr val="tx2"/>
                </a:buClr>
              </a:pPr>
              <a:r>
                <a:rPr lang="en-US" sz="1050" dirty="0">
                  <a:solidFill>
                    <a:schemeClr val="tx2"/>
                  </a:solidFill>
                  <a:latin typeface="Roboto" panose="02000000000000000000" pitchFamily="2" charset="0"/>
                  <a:ea typeface="Roboto" panose="02000000000000000000" pitchFamily="2" charset="0"/>
                </a:rPr>
                <a:t>Lorem ipsum dolor sit amet, consectetur adipiscing elit, sed do eiusmod tempor incididunt ut labore et</a:t>
              </a:r>
              <a:r>
                <a:rPr lang="en-US" sz="1100" dirty="0">
                  <a:solidFill>
                    <a:schemeClr val="tx2"/>
                  </a:solidFill>
                  <a:latin typeface="Roboto" panose="02000000000000000000" pitchFamily="2" charset="0"/>
                  <a:ea typeface="Roboto" panose="02000000000000000000" pitchFamily="2" charset="0"/>
                </a:rPr>
                <a:t>,</a:t>
              </a:r>
            </a:p>
          </p:txBody>
        </p:sp>
        <p:grpSp>
          <p:nvGrpSpPr>
            <p:cNvPr id="18" name="Group 17">
              <a:extLst>
                <a:ext uri="{FF2B5EF4-FFF2-40B4-BE49-F238E27FC236}">
                  <a16:creationId xmlns:a16="http://schemas.microsoft.com/office/drawing/2014/main" id="{0F526B25-C312-4A0B-8F85-DFC0CB35448E}"/>
                </a:ext>
              </a:extLst>
            </p:cNvPr>
            <p:cNvGrpSpPr/>
            <p:nvPr/>
          </p:nvGrpSpPr>
          <p:grpSpPr>
            <a:xfrm>
              <a:off x="10154215" y="5031649"/>
              <a:ext cx="1372104" cy="1034335"/>
              <a:chOff x="10154215" y="5031649"/>
              <a:chExt cx="1372104" cy="1034335"/>
            </a:xfrm>
          </p:grpSpPr>
          <p:sp>
            <p:nvSpPr>
              <p:cNvPr id="16" name="TextBox 15">
                <a:extLst>
                  <a:ext uri="{FF2B5EF4-FFF2-40B4-BE49-F238E27FC236}">
                    <a16:creationId xmlns:a16="http://schemas.microsoft.com/office/drawing/2014/main" id="{5D424369-3B53-49DB-A1DC-836AE36C9D9E}"/>
                  </a:ext>
                </a:extLst>
              </p:cNvPr>
              <p:cNvSpPr txBox="1"/>
              <p:nvPr/>
            </p:nvSpPr>
            <p:spPr>
              <a:xfrm>
                <a:off x="10154215" y="5481209"/>
                <a:ext cx="1372104" cy="584775"/>
              </a:xfrm>
              <a:prstGeom prst="rect">
                <a:avLst/>
              </a:prstGeom>
              <a:noFill/>
            </p:spPr>
            <p:txBody>
              <a:bodyPr wrap="square" rtlCol="0">
                <a:spAutoFit/>
              </a:bodyPr>
              <a:lstStyle/>
              <a:p>
                <a:pPr algn="ctr">
                  <a:buClr>
                    <a:schemeClr val="bg2"/>
                  </a:buClr>
                </a:pPr>
                <a:r>
                  <a:rPr lang="en-US" sz="1000" b="1" dirty="0">
                    <a:solidFill>
                      <a:schemeClr val="bg2"/>
                    </a:solidFill>
                    <a:latin typeface="Roboto" panose="02000000000000000000" pitchFamily="2" charset="0"/>
                    <a:ea typeface="Roboto" panose="02000000000000000000" pitchFamily="2" charset="0"/>
                  </a:rPr>
                  <a:t>Text Here</a:t>
                </a:r>
                <a:br>
                  <a:rPr lang="en-US" sz="1000" b="1" dirty="0">
                    <a:solidFill>
                      <a:schemeClr val="bg2"/>
                    </a:solidFill>
                    <a:latin typeface="Roboto" panose="02000000000000000000" pitchFamily="2" charset="0"/>
                    <a:ea typeface="Roboto" panose="02000000000000000000" pitchFamily="2" charset="0"/>
                  </a:rPr>
                </a:br>
                <a:endParaRPr lang="en-US" sz="400" dirty="0">
                  <a:solidFill>
                    <a:schemeClr val="bg2"/>
                  </a:solidFill>
                  <a:latin typeface="Roboto" panose="02000000000000000000" pitchFamily="2" charset="0"/>
                  <a:ea typeface="Roboto" panose="02000000000000000000" pitchFamily="2" charset="0"/>
                </a:endParaRPr>
              </a:p>
              <a:p>
                <a:pPr algn="ctr">
                  <a:buClr>
                    <a:schemeClr val="tx2"/>
                  </a:buClr>
                </a:pPr>
                <a:r>
                  <a:rPr lang="en-US" sz="900" dirty="0">
                    <a:solidFill>
                      <a:schemeClr val="bg2"/>
                    </a:solidFill>
                    <a:latin typeface="Roboto Thin" panose="02000000000000000000" pitchFamily="2" charset="0"/>
                    <a:ea typeface="Roboto Thin" panose="02000000000000000000" pitchFamily="2" charset="0"/>
                  </a:rPr>
                  <a:t>Lorem ipsum dolor sit amet, </a:t>
                </a:r>
                <a:endParaRPr lang="en-US" sz="1000" dirty="0">
                  <a:solidFill>
                    <a:schemeClr val="bg2"/>
                  </a:solidFill>
                  <a:latin typeface="Roboto Thin" panose="02000000000000000000" pitchFamily="2" charset="0"/>
                  <a:ea typeface="Roboto Thin" panose="02000000000000000000" pitchFamily="2" charset="0"/>
                </a:endParaRPr>
              </a:p>
            </p:txBody>
          </p:sp>
          <p:sp>
            <p:nvSpPr>
              <p:cNvPr id="17" name="TextBox 16">
                <a:extLst>
                  <a:ext uri="{FF2B5EF4-FFF2-40B4-BE49-F238E27FC236}">
                    <a16:creationId xmlns:a16="http://schemas.microsoft.com/office/drawing/2014/main" id="{B4D9117E-D9B0-4359-891D-EBBF496F7B52}"/>
                  </a:ext>
                </a:extLst>
              </p:cNvPr>
              <p:cNvSpPr txBox="1"/>
              <p:nvPr/>
            </p:nvSpPr>
            <p:spPr>
              <a:xfrm>
                <a:off x="10227674" y="5031649"/>
                <a:ext cx="1225186" cy="400110"/>
              </a:xfrm>
              <a:prstGeom prst="rect">
                <a:avLst/>
              </a:prstGeom>
              <a:noFill/>
            </p:spPr>
            <p:txBody>
              <a:bodyPr wrap="square" rtlCol="0">
                <a:spAutoFit/>
              </a:bodyPr>
              <a:lstStyle/>
              <a:p>
                <a:pPr algn="ctr">
                  <a:buClr>
                    <a:schemeClr val="bg2"/>
                  </a:buClr>
                </a:pPr>
                <a:r>
                  <a:rPr lang="en-US" sz="2000" b="1" dirty="0">
                    <a:solidFill>
                      <a:schemeClr val="bg2"/>
                    </a:solidFill>
                    <a:latin typeface="Roboto" panose="02000000000000000000" pitchFamily="2" charset="0"/>
                    <a:ea typeface="Roboto" panose="02000000000000000000" pitchFamily="2" charset="0"/>
                  </a:rPr>
                  <a:t>2,588</a:t>
                </a:r>
                <a:endParaRPr lang="en-US" sz="2000" dirty="0">
                  <a:solidFill>
                    <a:schemeClr val="bg2"/>
                  </a:solidFill>
                  <a:latin typeface="Roboto" panose="02000000000000000000" pitchFamily="2" charset="0"/>
                  <a:ea typeface="Roboto" panose="02000000000000000000" pitchFamily="2" charset="0"/>
                </a:endParaRPr>
              </a:p>
            </p:txBody>
          </p:sp>
        </p:grpSp>
        <p:grpSp>
          <p:nvGrpSpPr>
            <p:cNvPr id="19" name="Group 18">
              <a:extLst>
                <a:ext uri="{FF2B5EF4-FFF2-40B4-BE49-F238E27FC236}">
                  <a16:creationId xmlns:a16="http://schemas.microsoft.com/office/drawing/2014/main" id="{CF0F9A54-1DEF-4C57-94B1-CF83FB0C77CA}"/>
                </a:ext>
              </a:extLst>
            </p:cNvPr>
            <p:cNvGrpSpPr/>
            <p:nvPr/>
          </p:nvGrpSpPr>
          <p:grpSpPr>
            <a:xfrm>
              <a:off x="8523207" y="5034437"/>
              <a:ext cx="1372104" cy="1034335"/>
              <a:chOff x="10154215" y="5031649"/>
              <a:chExt cx="1372104" cy="1034335"/>
            </a:xfrm>
          </p:grpSpPr>
          <p:sp>
            <p:nvSpPr>
              <p:cNvPr id="20" name="TextBox 19">
                <a:extLst>
                  <a:ext uri="{FF2B5EF4-FFF2-40B4-BE49-F238E27FC236}">
                    <a16:creationId xmlns:a16="http://schemas.microsoft.com/office/drawing/2014/main" id="{7149561A-B345-42C9-B0CA-97BA1171CEE7}"/>
                  </a:ext>
                </a:extLst>
              </p:cNvPr>
              <p:cNvSpPr txBox="1"/>
              <p:nvPr/>
            </p:nvSpPr>
            <p:spPr>
              <a:xfrm>
                <a:off x="10154215" y="5481209"/>
                <a:ext cx="1372104" cy="584775"/>
              </a:xfrm>
              <a:prstGeom prst="rect">
                <a:avLst/>
              </a:prstGeom>
              <a:noFill/>
            </p:spPr>
            <p:txBody>
              <a:bodyPr wrap="square" rtlCol="0">
                <a:spAutoFit/>
              </a:bodyPr>
              <a:lstStyle/>
              <a:p>
                <a:pPr algn="ctr">
                  <a:buClr>
                    <a:schemeClr val="bg2"/>
                  </a:buClr>
                </a:pPr>
                <a:r>
                  <a:rPr lang="en-US" sz="1000" b="1" dirty="0">
                    <a:solidFill>
                      <a:schemeClr val="bg2"/>
                    </a:solidFill>
                    <a:latin typeface="Roboto" panose="02000000000000000000" pitchFamily="2" charset="0"/>
                    <a:ea typeface="Roboto" panose="02000000000000000000" pitchFamily="2" charset="0"/>
                  </a:rPr>
                  <a:t>Text Here</a:t>
                </a:r>
                <a:br>
                  <a:rPr lang="en-US" sz="1000" b="1" dirty="0">
                    <a:solidFill>
                      <a:schemeClr val="bg2"/>
                    </a:solidFill>
                    <a:latin typeface="Roboto" panose="02000000000000000000" pitchFamily="2" charset="0"/>
                    <a:ea typeface="Roboto" panose="02000000000000000000" pitchFamily="2" charset="0"/>
                  </a:rPr>
                </a:br>
                <a:endParaRPr lang="en-US" sz="400" dirty="0">
                  <a:solidFill>
                    <a:schemeClr val="bg2"/>
                  </a:solidFill>
                  <a:latin typeface="Roboto" panose="02000000000000000000" pitchFamily="2" charset="0"/>
                  <a:ea typeface="Roboto" panose="02000000000000000000" pitchFamily="2" charset="0"/>
                </a:endParaRPr>
              </a:p>
              <a:p>
                <a:pPr algn="ctr">
                  <a:buClr>
                    <a:schemeClr val="tx2"/>
                  </a:buClr>
                </a:pPr>
                <a:r>
                  <a:rPr lang="en-US" sz="900" dirty="0">
                    <a:solidFill>
                      <a:schemeClr val="bg2"/>
                    </a:solidFill>
                    <a:latin typeface="Roboto Thin" panose="02000000000000000000" pitchFamily="2" charset="0"/>
                    <a:ea typeface="Roboto Thin" panose="02000000000000000000" pitchFamily="2" charset="0"/>
                  </a:rPr>
                  <a:t>Lorem ipsum dolor sit amet, </a:t>
                </a:r>
                <a:endParaRPr lang="en-US" sz="1000" dirty="0">
                  <a:solidFill>
                    <a:schemeClr val="bg2"/>
                  </a:solidFill>
                  <a:latin typeface="Roboto Thin" panose="02000000000000000000" pitchFamily="2" charset="0"/>
                  <a:ea typeface="Roboto Thin" panose="02000000000000000000" pitchFamily="2" charset="0"/>
                </a:endParaRPr>
              </a:p>
            </p:txBody>
          </p:sp>
          <p:sp>
            <p:nvSpPr>
              <p:cNvPr id="21" name="TextBox 20">
                <a:extLst>
                  <a:ext uri="{FF2B5EF4-FFF2-40B4-BE49-F238E27FC236}">
                    <a16:creationId xmlns:a16="http://schemas.microsoft.com/office/drawing/2014/main" id="{2D723AC0-CC88-4879-A777-D3FF01DB621E}"/>
                  </a:ext>
                </a:extLst>
              </p:cNvPr>
              <p:cNvSpPr txBox="1"/>
              <p:nvPr/>
            </p:nvSpPr>
            <p:spPr>
              <a:xfrm>
                <a:off x="10227674" y="5031649"/>
                <a:ext cx="1225186" cy="400110"/>
              </a:xfrm>
              <a:prstGeom prst="rect">
                <a:avLst/>
              </a:prstGeom>
              <a:noFill/>
            </p:spPr>
            <p:txBody>
              <a:bodyPr wrap="square" rtlCol="0">
                <a:spAutoFit/>
              </a:bodyPr>
              <a:lstStyle/>
              <a:p>
                <a:pPr algn="ctr">
                  <a:buClr>
                    <a:schemeClr val="bg2"/>
                  </a:buClr>
                </a:pPr>
                <a:r>
                  <a:rPr lang="en-US" sz="2000" b="1" dirty="0">
                    <a:solidFill>
                      <a:schemeClr val="bg2"/>
                    </a:solidFill>
                    <a:latin typeface="Roboto" panose="02000000000000000000" pitchFamily="2" charset="0"/>
                    <a:ea typeface="Roboto" panose="02000000000000000000" pitchFamily="2" charset="0"/>
                  </a:rPr>
                  <a:t>2,588</a:t>
                </a:r>
                <a:endParaRPr lang="en-US" sz="2000" dirty="0">
                  <a:solidFill>
                    <a:schemeClr val="bg2"/>
                  </a:solidFill>
                  <a:latin typeface="Roboto" panose="02000000000000000000" pitchFamily="2" charset="0"/>
                  <a:ea typeface="Roboto" panose="02000000000000000000" pitchFamily="2" charset="0"/>
                </a:endParaRPr>
              </a:p>
            </p:txBody>
          </p:sp>
        </p:grpSp>
        <p:grpSp>
          <p:nvGrpSpPr>
            <p:cNvPr id="22" name="Group 21">
              <a:extLst>
                <a:ext uri="{FF2B5EF4-FFF2-40B4-BE49-F238E27FC236}">
                  <a16:creationId xmlns:a16="http://schemas.microsoft.com/office/drawing/2014/main" id="{F894DBAD-BAF5-47A8-B5A3-BF25D2D63BF0}"/>
                </a:ext>
              </a:extLst>
            </p:cNvPr>
            <p:cNvGrpSpPr/>
            <p:nvPr/>
          </p:nvGrpSpPr>
          <p:grpSpPr>
            <a:xfrm>
              <a:off x="10153916" y="1876969"/>
              <a:ext cx="1372104" cy="1034335"/>
              <a:chOff x="10154215" y="5031649"/>
              <a:chExt cx="1372104" cy="1034335"/>
            </a:xfrm>
          </p:grpSpPr>
          <p:sp>
            <p:nvSpPr>
              <p:cNvPr id="23" name="TextBox 22">
                <a:extLst>
                  <a:ext uri="{FF2B5EF4-FFF2-40B4-BE49-F238E27FC236}">
                    <a16:creationId xmlns:a16="http://schemas.microsoft.com/office/drawing/2014/main" id="{88EDA9E5-C056-4ACD-92E8-FEF678D89242}"/>
                  </a:ext>
                </a:extLst>
              </p:cNvPr>
              <p:cNvSpPr txBox="1"/>
              <p:nvPr/>
            </p:nvSpPr>
            <p:spPr>
              <a:xfrm>
                <a:off x="10154215" y="5481209"/>
                <a:ext cx="1372104" cy="584775"/>
              </a:xfrm>
              <a:prstGeom prst="rect">
                <a:avLst/>
              </a:prstGeom>
              <a:noFill/>
            </p:spPr>
            <p:txBody>
              <a:bodyPr wrap="square" rtlCol="0">
                <a:spAutoFit/>
              </a:bodyPr>
              <a:lstStyle/>
              <a:p>
                <a:pPr algn="ctr">
                  <a:buClr>
                    <a:schemeClr val="bg2"/>
                  </a:buClr>
                </a:pPr>
                <a:r>
                  <a:rPr lang="en-US" sz="1000" b="1" dirty="0">
                    <a:solidFill>
                      <a:schemeClr val="bg2"/>
                    </a:solidFill>
                    <a:latin typeface="Roboto" panose="02000000000000000000" pitchFamily="2" charset="0"/>
                    <a:ea typeface="Roboto" panose="02000000000000000000" pitchFamily="2" charset="0"/>
                  </a:rPr>
                  <a:t>Text Here</a:t>
                </a:r>
                <a:br>
                  <a:rPr lang="en-US" sz="1000" b="1" dirty="0">
                    <a:solidFill>
                      <a:schemeClr val="bg2"/>
                    </a:solidFill>
                    <a:latin typeface="Roboto" panose="02000000000000000000" pitchFamily="2" charset="0"/>
                    <a:ea typeface="Roboto" panose="02000000000000000000" pitchFamily="2" charset="0"/>
                  </a:rPr>
                </a:br>
                <a:endParaRPr lang="en-US" sz="400" dirty="0">
                  <a:solidFill>
                    <a:schemeClr val="bg2"/>
                  </a:solidFill>
                  <a:latin typeface="Roboto" panose="02000000000000000000" pitchFamily="2" charset="0"/>
                  <a:ea typeface="Roboto" panose="02000000000000000000" pitchFamily="2" charset="0"/>
                </a:endParaRPr>
              </a:p>
              <a:p>
                <a:pPr algn="ctr">
                  <a:buClr>
                    <a:schemeClr val="tx2"/>
                  </a:buClr>
                </a:pPr>
                <a:r>
                  <a:rPr lang="en-US" sz="900" dirty="0">
                    <a:solidFill>
                      <a:schemeClr val="bg2"/>
                    </a:solidFill>
                    <a:latin typeface="Roboto Thin" panose="02000000000000000000" pitchFamily="2" charset="0"/>
                    <a:ea typeface="Roboto Thin" panose="02000000000000000000" pitchFamily="2" charset="0"/>
                  </a:rPr>
                  <a:t>Lorem ipsum dolor sit amet, </a:t>
                </a:r>
                <a:endParaRPr lang="en-US" sz="1000" dirty="0">
                  <a:solidFill>
                    <a:schemeClr val="bg2"/>
                  </a:solidFill>
                  <a:latin typeface="Roboto Thin" panose="02000000000000000000" pitchFamily="2" charset="0"/>
                  <a:ea typeface="Roboto Thin" panose="02000000000000000000" pitchFamily="2" charset="0"/>
                </a:endParaRPr>
              </a:p>
            </p:txBody>
          </p:sp>
          <p:sp>
            <p:nvSpPr>
              <p:cNvPr id="24" name="TextBox 23">
                <a:extLst>
                  <a:ext uri="{FF2B5EF4-FFF2-40B4-BE49-F238E27FC236}">
                    <a16:creationId xmlns:a16="http://schemas.microsoft.com/office/drawing/2014/main" id="{B21CC79C-84A6-4DA3-8F0C-8B2F02A1ABC8}"/>
                  </a:ext>
                </a:extLst>
              </p:cNvPr>
              <p:cNvSpPr txBox="1"/>
              <p:nvPr/>
            </p:nvSpPr>
            <p:spPr>
              <a:xfrm>
                <a:off x="10227674" y="5031649"/>
                <a:ext cx="1225186" cy="400110"/>
              </a:xfrm>
              <a:prstGeom prst="rect">
                <a:avLst/>
              </a:prstGeom>
              <a:noFill/>
            </p:spPr>
            <p:txBody>
              <a:bodyPr wrap="square" rtlCol="0">
                <a:spAutoFit/>
              </a:bodyPr>
              <a:lstStyle/>
              <a:p>
                <a:pPr algn="ctr">
                  <a:buClr>
                    <a:schemeClr val="bg2"/>
                  </a:buClr>
                </a:pPr>
                <a:r>
                  <a:rPr lang="en-US" sz="2000" b="1" dirty="0">
                    <a:solidFill>
                      <a:schemeClr val="bg2"/>
                    </a:solidFill>
                    <a:latin typeface="Roboto" panose="02000000000000000000" pitchFamily="2" charset="0"/>
                    <a:ea typeface="Roboto" panose="02000000000000000000" pitchFamily="2" charset="0"/>
                  </a:rPr>
                  <a:t>2,588</a:t>
                </a:r>
                <a:endParaRPr lang="en-US" sz="2000" dirty="0">
                  <a:solidFill>
                    <a:schemeClr val="bg2"/>
                  </a:solidFill>
                  <a:latin typeface="Roboto" panose="02000000000000000000" pitchFamily="2" charset="0"/>
                  <a:ea typeface="Roboto" panose="02000000000000000000" pitchFamily="2" charset="0"/>
                </a:endParaRPr>
              </a:p>
            </p:txBody>
          </p:sp>
        </p:grpSp>
        <p:grpSp>
          <p:nvGrpSpPr>
            <p:cNvPr id="25" name="Group 24">
              <a:extLst>
                <a:ext uri="{FF2B5EF4-FFF2-40B4-BE49-F238E27FC236}">
                  <a16:creationId xmlns:a16="http://schemas.microsoft.com/office/drawing/2014/main" id="{32B47192-17AE-44EF-883C-76B588E8FB2F}"/>
                </a:ext>
              </a:extLst>
            </p:cNvPr>
            <p:cNvGrpSpPr/>
            <p:nvPr/>
          </p:nvGrpSpPr>
          <p:grpSpPr>
            <a:xfrm>
              <a:off x="8522908" y="1879757"/>
              <a:ext cx="1372104" cy="1034335"/>
              <a:chOff x="10154215" y="5031649"/>
              <a:chExt cx="1372104" cy="1034335"/>
            </a:xfrm>
          </p:grpSpPr>
          <p:sp>
            <p:nvSpPr>
              <p:cNvPr id="26" name="TextBox 25">
                <a:extLst>
                  <a:ext uri="{FF2B5EF4-FFF2-40B4-BE49-F238E27FC236}">
                    <a16:creationId xmlns:a16="http://schemas.microsoft.com/office/drawing/2014/main" id="{7BD9FC35-8BA9-4ACC-9BD4-ED8A1CF2CB06}"/>
                  </a:ext>
                </a:extLst>
              </p:cNvPr>
              <p:cNvSpPr txBox="1"/>
              <p:nvPr/>
            </p:nvSpPr>
            <p:spPr>
              <a:xfrm>
                <a:off x="10154215" y="5481209"/>
                <a:ext cx="1372104" cy="584775"/>
              </a:xfrm>
              <a:prstGeom prst="rect">
                <a:avLst/>
              </a:prstGeom>
              <a:noFill/>
            </p:spPr>
            <p:txBody>
              <a:bodyPr wrap="square" rtlCol="0">
                <a:spAutoFit/>
              </a:bodyPr>
              <a:lstStyle/>
              <a:p>
                <a:pPr algn="ctr">
                  <a:buClr>
                    <a:schemeClr val="bg2"/>
                  </a:buClr>
                </a:pPr>
                <a:r>
                  <a:rPr lang="en-US" sz="1000" b="1" dirty="0">
                    <a:solidFill>
                      <a:schemeClr val="bg2"/>
                    </a:solidFill>
                    <a:latin typeface="Roboto" panose="02000000000000000000" pitchFamily="2" charset="0"/>
                    <a:ea typeface="Roboto" panose="02000000000000000000" pitchFamily="2" charset="0"/>
                  </a:rPr>
                  <a:t>Text Here</a:t>
                </a:r>
                <a:br>
                  <a:rPr lang="en-US" sz="1000" b="1" dirty="0">
                    <a:solidFill>
                      <a:schemeClr val="bg2"/>
                    </a:solidFill>
                    <a:latin typeface="Roboto" panose="02000000000000000000" pitchFamily="2" charset="0"/>
                    <a:ea typeface="Roboto" panose="02000000000000000000" pitchFamily="2" charset="0"/>
                  </a:rPr>
                </a:br>
                <a:endParaRPr lang="en-US" sz="400" dirty="0">
                  <a:solidFill>
                    <a:schemeClr val="bg2"/>
                  </a:solidFill>
                  <a:latin typeface="Roboto" panose="02000000000000000000" pitchFamily="2" charset="0"/>
                  <a:ea typeface="Roboto" panose="02000000000000000000" pitchFamily="2" charset="0"/>
                </a:endParaRPr>
              </a:p>
              <a:p>
                <a:pPr algn="ctr">
                  <a:buClr>
                    <a:schemeClr val="tx2"/>
                  </a:buClr>
                </a:pPr>
                <a:r>
                  <a:rPr lang="en-US" sz="900" dirty="0">
                    <a:solidFill>
                      <a:schemeClr val="bg2"/>
                    </a:solidFill>
                    <a:latin typeface="Roboto Thin" panose="02000000000000000000" pitchFamily="2" charset="0"/>
                    <a:ea typeface="Roboto Thin" panose="02000000000000000000" pitchFamily="2" charset="0"/>
                  </a:rPr>
                  <a:t>Lorem ipsum dolor sit amet, </a:t>
                </a:r>
                <a:endParaRPr lang="en-US" sz="1000" dirty="0">
                  <a:solidFill>
                    <a:schemeClr val="bg2"/>
                  </a:solidFill>
                  <a:latin typeface="Roboto Thin" panose="02000000000000000000" pitchFamily="2" charset="0"/>
                  <a:ea typeface="Roboto Thin" panose="02000000000000000000" pitchFamily="2" charset="0"/>
                </a:endParaRPr>
              </a:p>
            </p:txBody>
          </p:sp>
          <p:sp>
            <p:nvSpPr>
              <p:cNvPr id="27" name="TextBox 26">
                <a:extLst>
                  <a:ext uri="{FF2B5EF4-FFF2-40B4-BE49-F238E27FC236}">
                    <a16:creationId xmlns:a16="http://schemas.microsoft.com/office/drawing/2014/main" id="{891F1206-0431-401E-BA73-87EF1E47D5B9}"/>
                  </a:ext>
                </a:extLst>
              </p:cNvPr>
              <p:cNvSpPr txBox="1"/>
              <p:nvPr/>
            </p:nvSpPr>
            <p:spPr>
              <a:xfrm>
                <a:off x="10227674" y="5031649"/>
                <a:ext cx="1225186" cy="400110"/>
              </a:xfrm>
              <a:prstGeom prst="rect">
                <a:avLst/>
              </a:prstGeom>
              <a:noFill/>
            </p:spPr>
            <p:txBody>
              <a:bodyPr wrap="square" rtlCol="0">
                <a:spAutoFit/>
              </a:bodyPr>
              <a:lstStyle/>
              <a:p>
                <a:pPr algn="ctr">
                  <a:buClr>
                    <a:schemeClr val="bg2"/>
                  </a:buClr>
                </a:pPr>
                <a:r>
                  <a:rPr lang="en-US" sz="2000" b="1" dirty="0">
                    <a:solidFill>
                      <a:schemeClr val="bg2"/>
                    </a:solidFill>
                    <a:latin typeface="Roboto" panose="02000000000000000000" pitchFamily="2" charset="0"/>
                    <a:ea typeface="Roboto" panose="02000000000000000000" pitchFamily="2" charset="0"/>
                  </a:rPr>
                  <a:t>2,588</a:t>
                </a:r>
                <a:endParaRPr lang="en-US" sz="2000" dirty="0">
                  <a:solidFill>
                    <a:schemeClr val="bg2"/>
                  </a:solidFill>
                  <a:latin typeface="Roboto" panose="02000000000000000000" pitchFamily="2" charset="0"/>
                  <a:ea typeface="Roboto" panose="02000000000000000000" pitchFamily="2" charset="0"/>
                </a:endParaRPr>
              </a:p>
            </p:txBody>
          </p:sp>
        </p:grpSp>
      </p:grpSp>
      <p:sp>
        <p:nvSpPr>
          <p:cNvPr id="12" name="Rectangle: Rounded Corners 11">
            <a:extLst>
              <a:ext uri="{FF2B5EF4-FFF2-40B4-BE49-F238E27FC236}">
                <a16:creationId xmlns:a16="http://schemas.microsoft.com/office/drawing/2014/main" id="{5B5DFCE6-C43D-484B-A73D-2F73DE57C98F}"/>
              </a:ext>
            </a:extLst>
          </p:cNvPr>
          <p:cNvSpPr/>
          <p:nvPr/>
        </p:nvSpPr>
        <p:spPr>
          <a:xfrm>
            <a:off x="3869665" y="1622633"/>
            <a:ext cx="7655758" cy="4626199"/>
          </a:xfrm>
          <a:prstGeom prst="roundRect">
            <a:avLst>
              <a:gd name="adj" fmla="val 3891"/>
            </a:avLst>
          </a:prstGeom>
          <a:solidFill>
            <a:schemeClr val="bg1">
              <a:lumMod val="95000"/>
            </a:schemeClr>
          </a:solidFill>
          <a:ln>
            <a:noFill/>
          </a:ln>
          <a:effectLst>
            <a:outerShdw blurRad="50800" dist="25400" dir="5400000" algn="ctr"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8" name="Chart 27">
            <a:extLst>
              <a:ext uri="{FF2B5EF4-FFF2-40B4-BE49-F238E27FC236}">
                <a16:creationId xmlns:a16="http://schemas.microsoft.com/office/drawing/2014/main" id="{A6B371A6-EB64-4B89-93AF-2CF8AE5A1A39}"/>
              </a:ext>
            </a:extLst>
          </p:cNvPr>
          <p:cNvGraphicFramePr/>
          <p:nvPr>
            <p:extLst>
              <p:ext uri="{D42A27DB-BD31-4B8C-83A1-F6EECF244321}">
                <p14:modId xmlns:p14="http://schemas.microsoft.com/office/powerpoint/2010/main" val="1716729232"/>
              </p:ext>
            </p:extLst>
          </p:nvPr>
        </p:nvGraphicFramePr>
        <p:xfrm>
          <a:off x="4254765" y="2288507"/>
          <a:ext cx="7077343" cy="3788905"/>
        </p:xfrm>
        <a:graphic>
          <a:graphicData uri="http://schemas.openxmlformats.org/drawingml/2006/chart">
            <c:chart xmlns:c="http://schemas.openxmlformats.org/drawingml/2006/chart" xmlns:r="http://schemas.openxmlformats.org/officeDocument/2006/relationships" r:id="rId2"/>
          </a:graphicData>
        </a:graphic>
      </p:graphicFrame>
      <p:sp>
        <p:nvSpPr>
          <p:cNvPr id="29" name="TextBox 28">
            <a:extLst>
              <a:ext uri="{FF2B5EF4-FFF2-40B4-BE49-F238E27FC236}">
                <a16:creationId xmlns:a16="http://schemas.microsoft.com/office/drawing/2014/main" id="{1CDC97B0-9C03-45A0-8941-22ACEB018146}"/>
              </a:ext>
            </a:extLst>
          </p:cNvPr>
          <p:cNvSpPr txBox="1"/>
          <p:nvPr/>
        </p:nvSpPr>
        <p:spPr>
          <a:xfrm>
            <a:off x="4254765" y="1813181"/>
            <a:ext cx="3682470" cy="307777"/>
          </a:xfrm>
          <a:prstGeom prst="rect">
            <a:avLst/>
          </a:prstGeom>
          <a:noFill/>
        </p:spPr>
        <p:txBody>
          <a:bodyPr wrap="square" rtlCol="0">
            <a:spAutoFit/>
          </a:bodyPr>
          <a:lstStyle/>
          <a:p>
            <a:pPr>
              <a:buClr>
                <a:schemeClr val="tx2"/>
              </a:buClr>
            </a:pPr>
            <a:r>
              <a:rPr lang="en-US" sz="1400" b="1" dirty="0">
                <a:solidFill>
                  <a:schemeClr val="tx2"/>
                </a:solidFill>
                <a:latin typeface="Roboto" panose="02000000000000000000" pitchFamily="2" charset="0"/>
                <a:ea typeface="Roboto" panose="02000000000000000000" pitchFamily="2" charset="0"/>
              </a:rPr>
              <a:t>Lorem ipsum dolor sit.</a:t>
            </a:r>
          </a:p>
        </p:txBody>
      </p:sp>
    </p:spTree>
    <p:extLst>
      <p:ext uri="{BB962C8B-B14F-4D97-AF65-F5344CB8AC3E}">
        <p14:creationId xmlns:p14="http://schemas.microsoft.com/office/powerpoint/2010/main" val="34009551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97FB6C38-9E1F-4B77-91C4-AE4E929E23E7}"/>
              </a:ext>
            </a:extLst>
          </p:cNvPr>
          <p:cNvSpPr/>
          <p:nvPr/>
        </p:nvSpPr>
        <p:spPr>
          <a:xfrm>
            <a:off x="5352362" y="315113"/>
            <a:ext cx="209751" cy="690880"/>
          </a:xfrm>
          <a:prstGeom prst="rect">
            <a:avLst/>
          </a:prstGeom>
          <a:gradFill flip="none" rotWithShape="1">
            <a:gsLst>
              <a:gs pos="0">
                <a:schemeClr val="accent1">
                  <a:alpha val="50000"/>
                </a:schemeClr>
              </a:gs>
              <a:gs pos="100000">
                <a:schemeClr val="accent2">
                  <a:alpha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Rounded Corners 51">
            <a:extLst>
              <a:ext uri="{FF2B5EF4-FFF2-40B4-BE49-F238E27FC236}">
                <a16:creationId xmlns:a16="http://schemas.microsoft.com/office/drawing/2014/main" id="{6FC09551-5BB4-4E6C-A0E6-D78E20190A3E}"/>
              </a:ext>
            </a:extLst>
          </p:cNvPr>
          <p:cNvSpPr/>
          <p:nvPr/>
        </p:nvSpPr>
        <p:spPr>
          <a:xfrm>
            <a:off x="489684" y="1804409"/>
            <a:ext cx="2768088" cy="4366011"/>
          </a:xfrm>
          <a:prstGeom prst="roundRect">
            <a:avLst>
              <a:gd name="adj" fmla="val 9785"/>
            </a:avLst>
          </a:prstGeom>
          <a:solidFill>
            <a:schemeClr val="bg1">
              <a:lumMod val="85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Rounded Corners 52">
            <a:extLst>
              <a:ext uri="{FF2B5EF4-FFF2-40B4-BE49-F238E27FC236}">
                <a16:creationId xmlns:a16="http://schemas.microsoft.com/office/drawing/2014/main" id="{F839DC73-44AC-4770-9621-F798BCE5147A}"/>
              </a:ext>
            </a:extLst>
          </p:cNvPr>
          <p:cNvSpPr/>
          <p:nvPr/>
        </p:nvSpPr>
        <p:spPr>
          <a:xfrm>
            <a:off x="3350426" y="1804409"/>
            <a:ext cx="2768088" cy="4366011"/>
          </a:xfrm>
          <a:prstGeom prst="roundRect">
            <a:avLst>
              <a:gd name="adj" fmla="val 9785"/>
            </a:avLst>
          </a:prstGeom>
          <a:solidFill>
            <a:schemeClr val="bg1">
              <a:lumMod val="85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Rounded Corners 53">
            <a:extLst>
              <a:ext uri="{FF2B5EF4-FFF2-40B4-BE49-F238E27FC236}">
                <a16:creationId xmlns:a16="http://schemas.microsoft.com/office/drawing/2014/main" id="{FC56074B-9B20-4093-B96B-C5E7C0F3BB27}"/>
              </a:ext>
            </a:extLst>
          </p:cNvPr>
          <p:cNvSpPr/>
          <p:nvPr/>
        </p:nvSpPr>
        <p:spPr>
          <a:xfrm>
            <a:off x="6211168" y="1804409"/>
            <a:ext cx="2768088" cy="4366011"/>
          </a:xfrm>
          <a:prstGeom prst="roundRect">
            <a:avLst>
              <a:gd name="adj" fmla="val 9785"/>
            </a:avLst>
          </a:prstGeom>
          <a:solidFill>
            <a:schemeClr val="bg1">
              <a:lumMod val="85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Rounded Corners 54">
            <a:extLst>
              <a:ext uri="{FF2B5EF4-FFF2-40B4-BE49-F238E27FC236}">
                <a16:creationId xmlns:a16="http://schemas.microsoft.com/office/drawing/2014/main" id="{7F49DE1D-AA5C-4F46-B6CB-ABDF976882B0}"/>
              </a:ext>
            </a:extLst>
          </p:cNvPr>
          <p:cNvSpPr/>
          <p:nvPr/>
        </p:nvSpPr>
        <p:spPr>
          <a:xfrm>
            <a:off x="9071909" y="1804409"/>
            <a:ext cx="2768088" cy="4366011"/>
          </a:xfrm>
          <a:prstGeom prst="roundRect">
            <a:avLst>
              <a:gd name="adj" fmla="val 9785"/>
            </a:avLst>
          </a:prstGeom>
          <a:solidFill>
            <a:schemeClr val="bg1">
              <a:lumMod val="85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D5751B9-490E-4F3F-A118-2A3D47E56C2A}"/>
              </a:ext>
            </a:extLst>
          </p:cNvPr>
          <p:cNvSpPr txBox="1"/>
          <p:nvPr/>
        </p:nvSpPr>
        <p:spPr>
          <a:xfrm>
            <a:off x="5295844" y="568892"/>
            <a:ext cx="1728577" cy="461665"/>
          </a:xfrm>
          <a:prstGeom prst="rect">
            <a:avLst/>
          </a:prstGeom>
          <a:noFill/>
        </p:spPr>
        <p:txBody>
          <a:bodyPr wrap="square" rtlCol="0">
            <a:spAutoFit/>
          </a:bodyPr>
          <a:lstStyle/>
          <a:p>
            <a:pPr algn="ctr"/>
            <a:r>
              <a:rPr lang="en-US" sz="2400" b="1" dirty="0">
                <a:latin typeface="Roboto" panose="02000000000000000000" pitchFamily="2" charset="0"/>
                <a:ea typeface="Roboto" panose="02000000000000000000" pitchFamily="2" charset="0"/>
              </a:rPr>
              <a:t>PIE CHART</a:t>
            </a:r>
            <a:endParaRPr lang="en-US" sz="2400" dirty="0">
              <a:latin typeface="Roboto" panose="02000000000000000000" pitchFamily="2" charset="0"/>
              <a:ea typeface="Roboto" panose="02000000000000000000" pitchFamily="2" charset="0"/>
            </a:endParaRPr>
          </a:p>
        </p:txBody>
      </p:sp>
      <p:grpSp>
        <p:nvGrpSpPr>
          <p:cNvPr id="35" name="Group 34">
            <a:extLst>
              <a:ext uri="{FF2B5EF4-FFF2-40B4-BE49-F238E27FC236}">
                <a16:creationId xmlns:a16="http://schemas.microsoft.com/office/drawing/2014/main" id="{F4A869E6-5FFE-4AE6-8552-D600DDD0E32A}"/>
              </a:ext>
            </a:extLst>
          </p:cNvPr>
          <p:cNvGrpSpPr/>
          <p:nvPr/>
        </p:nvGrpSpPr>
        <p:grpSpPr>
          <a:xfrm>
            <a:off x="972008" y="2131948"/>
            <a:ext cx="1803440" cy="1803440"/>
            <a:chOff x="1184910" y="2320290"/>
            <a:chExt cx="2678430" cy="2678430"/>
          </a:xfrm>
        </p:grpSpPr>
        <p:sp>
          <p:nvSpPr>
            <p:cNvPr id="34" name="Oval 33">
              <a:extLst>
                <a:ext uri="{FF2B5EF4-FFF2-40B4-BE49-F238E27FC236}">
                  <a16:creationId xmlns:a16="http://schemas.microsoft.com/office/drawing/2014/main" id="{FB7DE1F8-F704-43D5-9A7E-777C127B63C1}"/>
                </a:ext>
              </a:extLst>
            </p:cNvPr>
            <p:cNvSpPr/>
            <p:nvPr/>
          </p:nvSpPr>
          <p:spPr>
            <a:xfrm>
              <a:off x="1329690" y="2465070"/>
              <a:ext cx="2388870" cy="2388870"/>
            </a:xfrm>
            <a:prstGeom prst="ellipse">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c 31">
              <a:extLst>
                <a:ext uri="{FF2B5EF4-FFF2-40B4-BE49-F238E27FC236}">
                  <a16:creationId xmlns:a16="http://schemas.microsoft.com/office/drawing/2014/main" id="{59565719-2F07-4C42-9E34-FD3B4ADAA482}"/>
                </a:ext>
              </a:extLst>
            </p:cNvPr>
            <p:cNvSpPr/>
            <p:nvPr/>
          </p:nvSpPr>
          <p:spPr>
            <a:xfrm>
              <a:off x="1485900" y="2621280"/>
              <a:ext cx="2076450" cy="2076450"/>
            </a:xfrm>
            <a:prstGeom prst="arc">
              <a:avLst>
                <a:gd name="adj1" fmla="val 39972"/>
                <a:gd name="adj2" fmla="val 13920437"/>
              </a:avLst>
            </a:prstGeom>
            <a:ln w="396875">
              <a:gradFill>
                <a:gsLst>
                  <a:gs pos="0">
                    <a:schemeClr val="accent1"/>
                  </a:gs>
                  <a:gs pos="100000">
                    <a:schemeClr val="accent2"/>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3" name="Oval 32">
              <a:extLst>
                <a:ext uri="{FF2B5EF4-FFF2-40B4-BE49-F238E27FC236}">
                  <a16:creationId xmlns:a16="http://schemas.microsoft.com/office/drawing/2014/main" id="{580112A1-7066-4515-9606-D88DA655059C}"/>
                </a:ext>
              </a:extLst>
            </p:cNvPr>
            <p:cNvSpPr/>
            <p:nvPr/>
          </p:nvSpPr>
          <p:spPr>
            <a:xfrm>
              <a:off x="1676400" y="2811780"/>
              <a:ext cx="1695450" cy="1695450"/>
            </a:xfrm>
            <a:prstGeom prst="ellipse">
              <a:avLst/>
            </a:prstGeom>
            <a:solidFill>
              <a:schemeClr val="bg2"/>
            </a:solidFill>
            <a:ln>
              <a:noFill/>
            </a:ln>
            <a:effectLst>
              <a:outerShdw blurRad="139700" algn="ctr" rotWithShape="0">
                <a:prstClr val="black">
                  <a:alpha val="4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Freeform: Shape 29">
              <a:extLst>
                <a:ext uri="{FF2B5EF4-FFF2-40B4-BE49-F238E27FC236}">
                  <a16:creationId xmlns:a16="http://schemas.microsoft.com/office/drawing/2014/main" id="{307D9ACA-630D-4B90-A15A-48E76B0923F9}"/>
                </a:ext>
              </a:extLst>
            </p:cNvPr>
            <p:cNvSpPr/>
            <p:nvPr/>
          </p:nvSpPr>
          <p:spPr>
            <a:xfrm>
              <a:off x="1184910" y="2320290"/>
              <a:ext cx="2678430" cy="2678430"/>
            </a:xfrm>
            <a:custGeom>
              <a:avLst/>
              <a:gdLst>
                <a:gd name="connsiteX0" fmla="*/ 1339215 w 2678430"/>
                <a:gd name="connsiteY0" fmla="*/ 0 h 2678430"/>
                <a:gd name="connsiteX1" fmla="*/ 2678430 w 2678430"/>
                <a:gd name="connsiteY1" fmla="*/ 1339215 h 2678430"/>
                <a:gd name="connsiteX2" fmla="*/ 1339215 w 2678430"/>
                <a:gd name="connsiteY2" fmla="*/ 2678430 h 2678430"/>
                <a:gd name="connsiteX3" fmla="*/ 0 w 2678430"/>
                <a:gd name="connsiteY3" fmla="*/ 1339215 h 2678430"/>
                <a:gd name="connsiteX4" fmla="*/ 1339215 w 2678430"/>
                <a:gd name="connsiteY4" fmla="*/ 0 h 2678430"/>
                <a:gd name="connsiteX5" fmla="*/ 1339215 w 2678430"/>
                <a:gd name="connsiteY5" fmla="*/ 179070 h 2678430"/>
                <a:gd name="connsiteX6" fmla="*/ 179070 w 2678430"/>
                <a:gd name="connsiteY6" fmla="*/ 1339215 h 2678430"/>
                <a:gd name="connsiteX7" fmla="*/ 1339215 w 2678430"/>
                <a:gd name="connsiteY7" fmla="*/ 2499360 h 2678430"/>
                <a:gd name="connsiteX8" fmla="*/ 2499360 w 2678430"/>
                <a:gd name="connsiteY8" fmla="*/ 1339215 h 2678430"/>
                <a:gd name="connsiteX9" fmla="*/ 1339215 w 2678430"/>
                <a:gd name="connsiteY9" fmla="*/ 179070 h 2678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78430" h="2678430">
                  <a:moveTo>
                    <a:pt x="1339215" y="0"/>
                  </a:moveTo>
                  <a:cubicBezTo>
                    <a:pt x="2078843" y="0"/>
                    <a:pt x="2678430" y="599587"/>
                    <a:pt x="2678430" y="1339215"/>
                  </a:cubicBezTo>
                  <a:cubicBezTo>
                    <a:pt x="2678430" y="2078843"/>
                    <a:pt x="2078843" y="2678430"/>
                    <a:pt x="1339215" y="2678430"/>
                  </a:cubicBezTo>
                  <a:cubicBezTo>
                    <a:pt x="599587" y="2678430"/>
                    <a:pt x="0" y="2078843"/>
                    <a:pt x="0" y="1339215"/>
                  </a:cubicBezTo>
                  <a:cubicBezTo>
                    <a:pt x="0" y="599587"/>
                    <a:pt x="599587" y="0"/>
                    <a:pt x="1339215" y="0"/>
                  </a:cubicBezTo>
                  <a:close/>
                  <a:moveTo>
                    <a:pt x="1339215" y="179070"/>
                  </a:moveTo>
                  <a:cubicBezTo>
                    <a:pt x="698485" y="179070"/>
                    <a:pt x="179070" y="698485"/>
                    <a:pt x="179070" y="1339215"/>
                  </a:cubicBezTo>
                  <a:cubicBezTo>
                    <a:pt x="179070" y="1979945"/>
                    <a:pt x="698485" y="2499360"/>
                    <a:pt x="1339215" y="2499360"/>
                  </a:cubicBezTo>
                  <a:cubicBezTo>
                    <a:pt x="1979945" y="2499360"/>
                    <a:pt x="2499360" y="1979945"/>
                    <a:pt x="2499360" y="1339215"/>
                  </a:cubicBezTo>
                  <a:cubicBezTo>
                    <a:pt x="2499360" y="698485"/>
                    <a:pt x="1979945" y="179070"/>
                    <a:pt x="1339215" y="179070"/>
                  </a:cubicBezTo>
                  <a:close/>
                </a:path>
              </a:pathLst>
            </a:custGeom>
            <a:solidFill>
              <a:schemeClr val="bg2"/>
            </a:solidFill>
            <a:ln>
              <a:noFill/>
            </a:ln>
            <a:effectLst>
              <a:outerShdw blurRad="368300" sx="98000" sy="98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D7428792-8049-43E7-9C8A-8ACCB6CF53DD}"/>
              </a:ext>
            </a:extLst>
          </p:cNvPr>
          <p:cNvGrpSpPr/>
          <p:nvPr/>
        </p:nvGrpSpPr>
        <p:grpSpPr>
          <a:xfrm>
            <a:off x="3813761" y="4048567"/>
            <a:ext cx="1803440" cy="1803440"/>
            <a:chOff x="1184910" y="2320290"/>
            <a:chExt cx="2678430" cy="2678430"/>
          </a:xfrm>
        </p:grpSpPr>
        <p:sp>
          <p:nvSpPr>
            <p:cNvPr id="37" name="Oval 36">
              <a:extLst>
                <a:ext uri="{FF2B5EF4-FFF2-40B4-BE49-F238E27FC236}">
                  <a16:creationId xmlns:a16="http://schemas.microsoft.com/office/drawing/2014/main" id="{30814241-438E-477D-B336-0BCF5760EDE3}"/>
                </a:ext>
              </a:extLst>
            </p:cNvPr>
            <p:cNvSpPr/>
            <p:nvPr/>
          </p:nvSpPr>
          <p:spPr>
            <a:xfrm>
              <a:off x="1329690" y="2465070"/>
              <a:ext cx="2388870" cy="2388870"/>
            </a:xfrm>
            <a:prstGeom prst="ellipse">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Arc 37">
              <a:extLst>
                <a:ext uri="{FF2B5EF4-FFF2-40B4-BE49-F238E27FC236}">
                  <a16:creationId xmlns:a16="http://schemas.microsoft.com/office/drawing/2014/main" id="{96EB7407-DBE6-4B96-A4D9-65029A00DB85}"/>
                </a:ext>
              </a:extLst>
            </p:cNvPr>
            <p:cNvSpPr/>
            <p:nvPr/>
          </p:nvSpPr>
          <p:spPr>
            <a:xfrm>
              <a:off x="1485900" y="2621280"/>
              <a:ext cx="2076450" cy="2076450"/>
            </a:xfrm>
            <a:prstGeom prst="arc">
              <a:avLst>
                <a:gd name="adj1" fmla="val 6968693"/>
                <a:gd name="adj2" fmla="val 13920437"/>
              </a:avLst>
            </a:prstGeom>
            <a:ln w="396875">
              <a:gradFill>
                <a:gsLst>
                  <a:gs pos="0">
                    <a:schemeClr val="accent2"/>
                  </a:gs>
                  <a:gs pos="100000">
                    <a:schemeClr val="accent3"/>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9" name="Oval 38">
              <a:extLst>
                <a:ext uri="{FF2B5EF4-FFF2-40B4-BE49-F238E27FC236}">
                  <a16:creationId xmlns:a16="http://schemas.microsoft.com/office/drawing/2014/main" id="{95BB9ABD-A7FE-4A77-917F-FFA67910BB17}"/>
                </a:ext>
              </a:extLst>
            </p:cNvPr>
            <p:cNvSpPr/>
            <p:nvPr/>
          </p:nvSpPr>
          <p:spPr>
            <a:xfrm>
              <a:off x="1676400" y="2811780"/>
              <a:ext cx="1695450" cy="1695450"/>
            </a:xfrm>
            <a:prstGeom prst="ellipse">
              <a:avLst/>
            </a:prstGeom>
            <a:solidFill>
              <a:schemeClr val="bg2"/>
            </a:solidFill>
            <a:ln>
              <a:noFill/>
            </a:ln>
            <a:effectLst>
              <a:outerShdw blurRad="139700" algn="ctr" rotWithShape="0">
                <a:prstClr val="black">
                  <a:alpha val="4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Freeform: Shape 39">
              <a:extLst>
                <a:ext uri="{FF2B5EF4-FFF2-40B4-BE49-F238E27FC236}">
                  <a16:creationId xmlns:a16="http://schemas.microsoft.com/office/drawing/2014/main" id="{7A07E137-E2E0-4E8A-9427-4EC2FB17B746}"/>
                </a:ext>
              </a:extLst>
            </p:cNvPr>
            <p:cNvSpPr/>
            <p:nvPr/>
          </p:nvSpPr>
          <p:spPr>
            <a:xfrm>
              <a:off x="1184910" y="2320290"/>
              <a:ext cx="2678430" cy="2678430"/>
            </a:xfrm>
            <a:custGeom>
              <a:avLst/>
              <a:gdLst>
                <a:gd name="connsiteX0" fmla="*/ 1339215 w 2678430"/>
                <a:gd name="connsiteY0" fmla="*/ 0 h 2678430"/>
                <a:gd name="connsiteX1" fmla="*/ 2678430 w 2678430"/>
                <a:gd name="connsiteY1" fmla="*/ 1339215 h 2678430"/>
                <a:gd name="connsiteX2" fmla="*/ 1339215 w 2678430"/>
                <a:gd name="connsiteY2" fmla="*/ 2678430 h 2678430"/>
                <a:gd name="connsiteX3" fmla="*/ 0 w 2678430"/>
                <a:gd name="connsiteY3" fmla="*/ 1339215 h 2678430"/>
                <a:gd name="connsiteX4" fmla="*/ 1339215 w 2678430"/>
                <a:gd name="connsiteY4" fmla="*/ 0 h 2678430"/>
                <a:gd name="connsiteX5" fmla="*/ 1339215 w 2678430"/>
                <a:gd name="connsiteY5" fmla="*/ 179070 h 2678430"/>
                <a:gd name="connsiteX6" fmla="*/ 179070 w 2678430"/>
                <a:gd name="connsiteY6" fmla="*/ 1339215 h 2678430"/>
                <a:gd name="connsiteX7" fmla="*/ 1339215 w 2678430"/>
                <a:gd name="connsiteY7" fmla="*/ 2499360 h 2678430"/>
                <a:gd name="connsiteX8" fmla="*/ 2499360 w 2678430"/>
                <a:gd name="connsiteY8" fmla="*/ 1339215 h 2678430"/>
                <a:gd name="connsiteX9" fmla="*/ 1339215 w 2678430"/>
                <a:gd name="connsiteY9" fmla="*/ 179070 h 2678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78430" h="2678430">
                  <a:moveTo>
                    <a:pt x="1339215" y="0"/>
                  </a:moveTo>
                  <a:cubicBezTo>
                    <a:pt x="2078843" y="0"/>
                    <a:pt x="2678430" y="599587"/>
                    <a:pt x="2678430" y="1339215"/>
                  </a:cubicBezTo>
                  <a:cubicBezTo>
                    <a:pt x="2678430" y="2078843"/>
                    <a:pt x="2078843" y="2678430"/>
                    <a:pt x="1339215" y="2678430"/>
                  </a:cubicBezTo>
                  <a:cubicBezTo>
                    <a:pt x="599587" y="2678430"/>
                    <a:pt x="0" y="2078843"/>
                    <a:pt x="0" y="1339215"/>
                  </a:cubicBezTo>
                  <a:cubicBezTo>
                    <a:pt x="0" y="599587"/>
                    <a:pt x="599587" y="0"/>
                    <a:pt x="1339215" y="0"/>
                  </a:cubicBezTo>
                  <a:close/>
                  <a:moveTo>
                    <a:pt x="1339215" y="179070"/>
                  </a:moveTo>
                  <a:cubicBezTo>
                    <a:pt x="698485" y="179070"/>
                    <a:pt x="179070" y="698485"/>
                    <a:pt x="179070" y="1339215"/>
                  </a:cubicBezTo>
                  <a:cubicBezTo>
                    <a:pt x="179070" y="1979945"/>
                    <a:pt x="698485" y="2499360"/>
                    <a:pt x="1339215" y="2499360"/>
                  </a:cubicBezTo>
                  <a:cubicBezTo>
                    <a:pt x="1979945" y="2499360"/>
                    <a:pt x="2499360" y="1979945"/>
                    <a:pt x="2499360" y="1339215"/>
                  </a:cubicBezTo>
                  <a:cubicBezTo>
                    <a:pt x="2499360" y="698485"/>
                    <a:pt x="1979945" y="179070"/>
                    <a:pt x="1339215" y="179070"/>
                  </a:cubicBezTo>
                  <a:close/>
                </a:path>
              </a:pathLst>
            </a:custGeom>
            <a:solidFill>
              <a:schemeClr val="bg2"/>
            </a:solidFill>
            <a:ln>
              <a:noFill/>
            </a:ln>
            <a:effectLst>
              <a:outerShdw blurRad="368300" sx="98000" sy="98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 name="Group 40">
            <a:extLst>
              <a:ext uri="{FF2B5EF4-FFF2-40B4-BE49-F238E27FC236}">
                <a16:creationId xmlns:a16="http://schemas.microsoft.com/office/drawing/2014/main" id="{6BF26D43-F4F5-40F6-8D89-DF64840903BD}"/>
              </a:ext>
            </a:extLst>
          </p:cNvPr>
          <p:cNvGrpSpPr/>
          <p:nvPr/>
        </p:nvGrpSpPr>
        <p:grpSpPr>
          <a:xfrm>
            <a:off x="6693492" y="2131948"/>
            <a:ext cx="1803440" cy="1803440"/>
            <a:chOff x="1184910" y="2320290"/>
            <a:chExt cx="2678430" cy="2678430"/>
          </a:xfrm>
        </p:grpSpPr>
        <p:sp>
          <p:nvSpPr>
            <p:cNvPr id="42" name="Oval 41">
              <a:extLst>
                <a:ext uri="{FF2B5EF4-FFF2-40B4-BE49-F238E27FC236}">
                  <a16:creationId xmlns:a16="http://schemas.microsoft.com/office/drawing/2014/main" id="{F2D67AE8-1452-4931-97EF-D624EF126C11}"/>
                </a:ext>
              </a:extLst>
            </p:cNvPr>
            <p:cNvSpPr/>
            <p:nvPr/>
          </p:nvSpPr>
          <p:spPr>
            <a:xfrm>
              <a:off x="1329690" y="2465070"/>
              <a:ext cx="2388870" cy="2388870"/>
            </a:xfrm>
            <a:prstGeom prst="ellipse">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Arc 42">
              <a:extLst>
                <a:ext uri="{FF2B5EF4-FFF2-40B4-BE49-F238E27FC236}">
                  <a16:creationId xmlns:a16="http://schemas.microsoft.com/office/drawing/2014/main" id="{FA76B254-B285-46A4-B26E-5A9C6C68A212}"/>
                </a:ext>
              </a:extLst>
            </p:cNvPr>
            <p:cNvSpPr/>
            <p:nvPr/>
          </p:nvSpPr>
          <p:spPr>
            <a:xfrm>
              <a:off x="1485900" y="2621280"/>
              <a:ext cx="2076450" cy="2076450"/>
            </a:xfrm>
            <a:prstGeom prst="arc">
              <a:avLst>
                <a:gd name="adj1" fmla="val 16590853"/>
                <a:gd name="adj2" fmla="val 13920437"/>
              </a:avLst>
            </a:prstGeom>
            <a:ln w="396875">
              <a:gradFill>
                <a:gsLst>
                  <a:gs pos="0">
                    <a:schemeClr val="accent3"/>
                  </a:gs>
                  <a:gs pos="100000">
                    <a:schemeClr val="accent4"/>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4" name="Oval 43">
              <a:extLst>
                <a:ext uri="{FF2B5EF4-FFF2-40B4-BE49-F238E27FC236}">
                  <a16:creationId xmlns:a16="http://schemas.microsoft.com/office/drawing/2014/main" id="{3DC9641B-7CE0-44EE-949B-44783F3C9242}"/>
                </a:ext>
              </a:extLst>
            </p:cNvPr>
            <p:cNvSpPr/>
            <p:nvPr/>
          </p:nvSpPr>
          <p:spPr>
            <a:xfrm>
              <a:off x="1676400" y="2811780"/>
              <a:ext cx="1695450" cy="1695450"/>
            </a:xfrm>
            <a:prstGeom prst="ellipse">
              <a:avLst/>
            </a:prstGeom>
            <a:solidFill>
              <a:schemeClr val="bg2"/>
            </a:solidFill>
            <a:ln>
              <a:noFill/>
            </a:ln>
            <a:effectLst>
              <a:outerShdw blurRad="139700" algn="ctr" rotWithShape="0">
                <a:prstClr val="black">
                  <a:alpha val="4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Freeform: Shape 44">
              <a:extLst>
                <a:ext uri="{FF2B5EF4-FFF2-40B4-BE49-F238E27FC236}">
                  <a16:creationId xmlns:a16="http://schemas.microsoft.com/office/drawing/2014/main" id="{A99402CF-0BA1-4F1F-B15E-6BD010E9F113}"/>
                </a:ext>
              </a:extLst>
            </p:cNvPr>
            <p:cNvSpPr/>
            <p:nvPr/>
          </p:nvSpPr>
          <p:spPr>
            <a:xfrm>
              <a:off x="1184910" y="2320290"/>
              <a:ext cx="2678430" cy="2678430"/>
            </a:xfrm>
            <a:custGeom>
              <a:avLst/>
              <a:gdLst>
                <a:gd name="connsiteX0" fmla="*/ 1339215 w 2678430"/>
                <a:gd name="connsiteY0" fmla="*/ 0 h 2678430"/>
                <a:gd name="connsiteX1" fmla="*/ 2678430 w 2678430"/>
                <a:gd name="connsiteY1" fmla="*/ 1339215 h 2678430"/>
                <a:gd name="connsiteX2" fmla="*/ 1339215 w 2678430"/>
                <a:gd name="connsiteY2" fmla="*/ 2678430 h 2678430"/>
                <a:gd name="connsiteX3" fmla="*/ 0 w 2678430"/>
                <a:gd name="connsiteY3" fmla="*/ 1339215 h 2678430"/>
                <a:gd name="connsiteX4" fmla="*/ 1339215 w 2678430"/>
                <a:gd name="connsiteY4" fmla="*/ 0 h 2678430"/>
                <a:gd name="connsiteX5" fmla="*/ 1339215 w 2678430"/>
                <a:gd name="connsiteY5" fmla="*/ 179070 h 2678430"/>
                <a:gd name="connsiteX6" fmla="*/ 179070 w 2678430"/>
                <a:gd name="connsiteY6" fmla="*/ 1339215 h 2678430"/>
                <a:gd name="connsiteX7" fmla="*/ 1339215 w 2678430"/>
                <a:gd name="connsiteY7" fmla="*/ 2499360 h 2678430"/>
                <a:gd name="connsiteX8" fmla="*/ 2499360 w 2678430"/>
                <a:gd name="connsiteY8" fmla="*/ 1339215 h 2678430"/>
                <a:gd name="connsiteX9" fmla="*/ 1339215 w 2678430"/>
                <a:gd name="connsiteY9" fmla="*/ 179070 h 2678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78430" h="2678430">
                  <a:moveTo>
                    <a:pt x="1339215" y="0"/>
                  </a:moveTo>
                  <a:cubicBezTo>
                    <a:pt x="2078843" y="0"/>
                    <a:pt x="2678430" y="599587"/>
                    <a:pt x="2678430" y="1339215"/>
                  </a:cubicBezTo>
                  <a:cubicBezTo>
                    <a:pt x="2678430" y="2078843"/>
                    <a:pt x="2078843" y="2678430"/>
                    <a:pt x="1339215" y="2678430"/>
                  </a:cubicBezTo>
                  <a:cubicBezTo>
                    <a:pt x="599587" y="2678430"/>
                    <a:pt x="0" y="2078843"/>
                    <a:pt x="0" y="1339215"/>
                  </a:cubicBezTo>
                  <a:cubicBezTo>
                    <a:pt x="0" y="599587"/>
                    <a:pt x="599587" y="0"/>
                    <a:pt x="1339215" y="0"/>
                  </a:cubicBezTo>
                  <a:close/>
                  <a:moveTo>
                    <a:pt x="1339215" y="179070"/>
                  </a:moveTo>
                  <a:cubicBezTo>
                    <a:pt x="698485" y="179070"/>
                    <a:pt x="179070" y="698485"/>
                    <a:pt x="179070" y="1339215"/>
                  </a:cubicBezTo>
                  <a:cubicBezTo>
                    <a:pt x="179070" y="1979945"/>
                    <a:pt x="698485" y="2499360"/>
                    <a:pt x="1339215" y="2499360"/>
                  </a:cubicBezTo>
                  <a:cubicBezTo>
                    <a:pt x="1979945" y="2499360"/>
                    <a:pt x="2499360" y="1979945"/>
                    <a:pt x="2499360" y="1339215"/>
                  </a:cubicBezTo>
                  <a:cubicBezTo>
                    <a:pt x="2499360" y="698485"/>
                    <a:pt x="1979945" y="179070"/>
                    <a:pt x="1339215" y="179070"/>
                  </a:cubicBezTo>
                  <a:close/>
                </a:path>
              </a:pathLst>
            </a:custGeom>
            <a:solidFill>
              <a:schemeClr val="bg2"/>
            </a:solidFill>
            <a:ln>
              <a:noFill/>
            </a:ln>
            <a:effectLst>
              <a:outerShdw blurRad="368300" sx="98000" sy="98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6BC35620-5D23-4ECE-BE97-8C854F665037}"/>
              </a:ext>
            </a:extLst>
          </p:cNvPr>
          <p:cNvGrpSpPr/>
          <p:nvPr/>
        </p:nvGrpSpPr>
        <p:grpSpPr>
          <a:xfrm>
            <a:off x="9554233" y="4048567"/>
            <a:ext cx="1803440" cy="1803440"/>
            <a:chOff x="1184910" y="2320290"/>
            <a:chExt cx="2678430" cy="2678430"/>
          </a:xfrm>
        </p:grpSpPr>
        <p:sp>
          <p:nvSpPr>
            <p:cNvPr id="47" name="Oval 46">
              <a:extLst>
                <a:ext uri="{FF2B5EF4-FFF2-40B4-BE49-F238E27FC236}">
                  <a16:creationId xmlns:a16="http://schemas.microsoft.com/office/drawing/2014/main" id="{4013F469-8E44-44BF-A69D-55E3CB70F8A6}"/>
                </a:ext>
              </a:extLst>
            </p:cNvPr>
            <p:cNvSpPr/>
            <p:nvPr/>
          </p:nvSpPr>
          <p:spPr>
            <a:xfrm>
              <a:off x="1329690" y="2465070"/>
              <a:ext cx="2388870" cy="2388870"/>
            </a:xfrm>
            <a:prstGeom prst="ellipse">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Arc 47">
              <a:extLst>
                <a:ext uri="{FF2B5EF4-FFF2-40B4-BE49-F238E27FC236}">
                  <a16:creationId xmlns:a16="http://schemas.microsoft.com/office/drawing/2014/main" id="{FA3AE266-B9EB-481D-8B36-E9855C06A7D7}"/>
                </a:ext>
              </a:extLst>
            </p:cNvPr>
            <p:cNvSpPr/>
            <p:nvPr/>
          </p:nvSpPr>
          <p:spPr>
            <a:xfrm>
              <a:off x="1485900" y="2621280"/>
              <a:ext cx="2076450" cy="2076450"/>
            </a:xfrm>
            <a:prstGeom prst="arc">
              <a:avLst>
                <a:gd name="adj1" fmla="val 21433991"/>
                <a:gd name="adj2" fmla="val 11022508"/>
              </a:avLst>
            </a:prstGeom>
            <a:ln w="396875">
              <a:gradFill>
                <a:gsLst>
                  <a:gs pos="0">
                    <a:schemeClr val="accent5"/>
                  </a:gs>
                  <a:gs pos="100000">
                    <a:schemeClr val="accent4"/>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9" name="Oval 48">
              <a:extLst>
                <a:ext uri="{FF2B5EF4-FFF2-40B4-BE49-F238E27FC236}">
                  <a16:creationId xmlns:a16="http://schemas.microsoft.com/office/drawing/2014/main" id="{44553338-94F5-40B8-8FAE-8BDDB7E792A2}"/>
                </a:ext>
              </a:extLst>
            </p:cNvPr>
            <p:cNvSpPr/>
            <p:nvPr/>
          </p:nvSpPr>
          <p:spPr>
            <a:xfrm>
              <a:off x="1676400" y="2811780"/>
              <a:ext cx="1695450" cy="1695450"/>
            </a:xfrm>
            <a:prstGeom prst="ellipse">
              <a:avLst/>
            </a:prstGeom>
            <a:solidFill>
              <a:schemeClr val="bg2"/>
            </a:solidFill>
            <a:ln>
              <a:noFill/>
            </a:ln>
            <a:effectLst>
              <a:outerShdw blurRad="139700" algn="ctr" rotWithShape="0">
                <a:prstClr val="black">
                  <a:alpha val="4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Freeform: Shape 49">
              <a:extLst>
                <a:ext uri="{FF2B5EF4-FFF2-40B4-BE49-F238E27FC236}">
                  <a16:creationId xmlns:a16="http://schemas.microsoft.com/office/drawing/2014/main" id="{8C5524C8-6917-4662-8937-49303871DB7C}"/>
                </a:ext>
              </a:extLst>
            </p:cNvPr>
            <p:cNvSpPr/>
            <p:nvPr/>
          </p:nvSpPr>
          <p:spPr>
            <a:xfrm>
              <a:off x="1184910" y="2320290"/>
              <a:ext cx="2678430" cy="2678430"/>
            </a:xfrm>
            <a:custGeom>
              <a:avLst/>
              <a:gdLst>
                <a:gd name="connsiteX0" fmla="*/ 1339215 w 2678430"/>
                <a:gd name="connsiteY0" fmla="*/ 0 h 2678430"/>
                <a:gd name="connsiteX1" fmla="*/ 2678430 w 2678430"/>
                <a:gd name="connsiteY1" fmla="*/ 1339215 h 2678430"/>
                <a:gd name="connsiteX2" fmla="*/ 1339215 w 2678430"/>
                <a:gd name="connsiteY2" fmla="*/ 2678430 h 2678430"/>
                <a:gd name="connsiteX3" fmla="*/ 0 w 2678430"/>
                <a:gd name="connsiteY3" fmla="*/ 1339215 h 2678430"/>
                <a:gd name="connsiteX4" fmla="*/ 1339215 w 2678430"/>
                <a:gd name="connsiteY4" fmla="*/ 0 h 2678430"/>
                <a:gd name="connsiteX5" fmla="*/ 1339215 w 2678430"/>
                <a:gd name="connsiteY5" fmla="*/ 179070 h 2678430"/>
                <a:gd name="connsiteX6" fmla="*/ 179070 w 2678430"/>
                <a:gd name="connsiteY6" fmla="*/ 1339215 h 2678430"/>
                <a:gd name="connsiteX7" fmla="*/ 1339215 w 2678430"/>
                <a:gd name="connsiteY7" fmla="*/ 2499360 h 2678430"/>
                <a:gd name="connsiteX8" fmla="*/ 2499360 w 2678430"/>
                <a:gd name="connsiteY8" fmla="*/ 1339215 h 2678430"/>
                <a:gd name="connsiteX9" fmla="*/ 1339215 w 2678430"/>
                <a:gd name="connsiteY9" fmla="*/ 179070 h 2678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78430" h="2678430">
                  <a:moveTo>
                    <a:pt x="1339215" y="0"/>
                  </a:moveTo>
                  <a:cubicBezTo>
                    <a:pt x="2078843" y="0"/>
                    <a:pt x="2678430" y="599587"/>
                    <a:pt x="2678430" y="1339215"/>
                  </a:cubicBezTo>
                  <a:cubicBezTo>
                    <a:pt x="2678430" y="2078843"/>
                    <a:pt x="2078843" y="2678430"/>
                    <a:pt x="1339215" y="2678430"/>
                  </a:cubicBezTo>
                  <a:cubicBezTo>
                    <a:pt x="599587" y="2678430"/>
                    <a:pt x="0" y="2078843"/>
                    <a:pt x="0" y="1339215"/>
                  </a:cubicBezTo>
                  <a:cubicBezTo>
                    <a:pt x="0" y="599587"/>
                    <a:pt x="599587" y="0"/>
                    <a:pt x="1339215" y="0"/>
                  </a:cubicBezTo>
                  <a:close/>
                  <a:moveTo>
                    <a:pt x="1339215" y="179070"/>
                  </a:moveTo>
                  <a:cubicBezTo>
                    <a:pt x="698485" y="179070"/>
                    <a:pt x="179070" y="698485"/>
                    <a:pt x="179070" y="1339215"/>
                  </a:cubicBezTo>
                  <a:cubicBezTo>
                    <a:pt x="179070" y="1979945"/>
                    <a:pt x="698485" y="2499360"/>
                    <a:pt x="1339215" y="2499360"/>
                  </a:cubicBezTo>
                  <a:cubicBezTo>
                    <a:pt x="1979945" y="2499360"/>
                    <a:pt x="2499360" y="1979945"/>
                    <a:pt x="2499360" y="1339215"/>
                  </a:cubicBezTo>
                  <a:cubicBezTo>
                    <a:pt x="2499360" y="698485"/>
                    <a:pt x="1979945" y="179070"/>
                    <a:pt x="1339215" y="179070"/>
                  </a:cubicBezTo>
                  <a:close/>
                </a:path>
              </a:pathLst>
            </a:custGeom>
            <a:solidFill>
              <a:schemeClr val="bg2"/>
            </a:solidFill>
            <a:ln>
              <a:noFill/>
            </a:ln>
            <a:effectLst>
              <a:outerShdw blurRad="368300" sx="98000" sy="98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6" name="TextBox 55">
            <a:extLst>
              <a:ext uri="{FF2B5EF4-FFF2-40B4-BE49-F238E27FC236}">
                <a16:creationId xmlns:a16="http://schemas.microsoft.com/office/drawing/2014/main" id="{09313E10-E0F9-420E-8C29-7CF6D35175C9}"/>
              </a:ext>
            </a:extLst>
          </p:cNvPr>
          <p:cNvSpPr txBox="1"/>
          <p:nvPr/>
        </p:nvSpPr>
        <p:spPr>
          <a:xfrm>
            <a:off x="751325" y="4457845"/>
            <a:ext cx="2244807" cy="984885"/>
          </a:xfrm>
          <a:prstGeom prst="rect">
            <a:avLst/>
          </a:prstGeom>
          <a:noFill/>
        </p:spPr>
        <p:txBody>
          <a:bodyPr wrap="square" rtlCol="0">
            <a:spAutoFit/>
          </a:bodyPr>
          <a:lstStyle/>
          <a:p>
            <a:pPr algn="ctr">
              <a:buClr>
                <a:schemeClr val="bg2"/>
              </a:buClr>
            </a:pPr>
            <a:r>
              <a:rPr lang="en-US" sz="1400" b="1" dirty="0">
                <a:solidFill>
                  <a:schemeClr val="accent1"/>
                </a:solidFill>
                <a:latin typeface="Roboto" panose="02000000000000000000" pitchFamily="2" charset="0"/>
                <a:ea typeface="Roboto" panose="02000000000000000000" pitchFamily="2" charset="0"/>
              </a:rPr>
              <a:t>Text Here</a:t>
            </a:r>
            <a:endParaRPr lang="en-US" sz="1400" dirty="0">
              <a:solidFill>
                <a:schemeClr val="accent1"/>
              </a:solidFill>
              <a:latin typeface="Roboto" panose="02000000000000000000" pitchFamily="2" charset="0"/>
              <a:ea typeface="Roboto" panose="02000000000000000000" pitchFamily="2" charset="0"/>
            </a:endParaRPr>
          </a:p>
          <a:p>
            <a:pPr algn="ctr">
              <a:buClr>
                <a:schemeClr val="tx2"/>
              </a:buClr>
            </a:pPr>
            <a:r>
              <a:rPr lang="en-US" sz="1100" dirty="0">
                <a:solidFill>
                  <a:schemeClr val="tx2"/>
                </a:solidFill>
                <a:latin typeface="Roboto" panose="02000000000000000000" pitchFamily="2" charset="0"/>
                <a:ea typeface="Roboto" panose="02000000000000000000" pitchFamily="2" charset="0"/>
              </a:rPr>
              <a:t>Lorem ipsum dolor sit amet, consectetur adipiscing elit, sed do eiusmod tempor incididunt ut labore et,</a:t>
            </a:r>
          </a:p>
        </p:txBody>
      </p:sp>
      <p:sp>
        <p:nvSpPr>
          <p:cNvPr id="57" name="TextBox 56">
            <a:extLst>
              <a:ext uri="{FF2B5EF4-FFF2-40B4-BE49-F238E27FC236}">
                <a16:creationId xmlns:a16="http://schemas.microsoft.com/office/drawing/2014/main" id="{E439F73C-DCBC-4328-ABD4-A86722A690D6}"/>
              </a:ext>
            </a:extLst>
          </p:cNvPr>
          <p:cNvSpPr txBox="1"/>
          <p:nvPr/>
        </p:nvSpPr>
        <p:spPr>
          <a:xfrm>
            <a:off x="3593078" y="2541226"/>
            <a:ext cx="2244807" cy="984885"/>
          </a:xfrm>
          <a:prstGeom prst="rect">
            <a:avLst/>
          </a:prstGeom>
          <a:noFill/>
        </p:spPr>
        <p:txBody>
          <a:bodyPr wrap="square" rtlCol="0">
            <a:spAutoFit/>
          </a:bodyPr>
          <a:lstStyle/>
          <a:p>
            <a:pPr algn="ctr">
              <a:buClr>
                <a:schemeClr val="bg2"/>
              </a:buClr>
            </a:pPr>
            <a:r>
              <a:rPr lang="en-US" sz="1400" b="1" dirty="0">
                <a:solidFill>
                  <a:schemeClr val="accent2"/>
                </a:solidFill>
                <a:latin typeface="Roboto" panose="02000000000000000000" pitchFamily="2" charset="0"/>
                <a:ea typeface="Roboto" panose="02000000000000000000" pitchFamily="2" charset="0"/>
              </a:rPr>
              <a:t>Text Here</a:t>
            </a:r>
            <a:endParaRPr lang="en-US" sz="1400" dirty="0">
              <a:solidFill>
                <a:schemeClr val="accent2"/>
              </a:solidFill>
              <a:latin typeface="Roboto" panose="02000000000000000000" pitchFamily="2" charset="0"/>
              <a:ea typeface="Roboto" panose="02000000000000000000" pitchFamily="2" charset="0"/>
            </a:endParaRPr>
          </a:p>
          <a:p>
            <a:pPr algn="ctr">
              <a:buClr>
                <a:schemeClr val="tx2"/>
              </a:buClr>
            </a:pPr>
            <a:r>
              <a:rPr lang="en-US" sz="1100" dirty="0">
                <a:solidFill>
                  <a:schemeClr val="tx2"/>
                </a:solidFill>
                <a:latin typeface="Roboto" panose="02000000000000000000" pitchFamily="2" charset="0"/>
                <a:ea typeface="Roboto" panose="02000000000000000000" pitchFamily="2" charset="0"/>
              </a:rPr>
              <a:t>Lorem ipsum dolor sit amet, consectetur adipiscing elit, sed do eiusmod tempor incididunt ut labore et,</a:t>
            </a:r>
          </a:p>
        </p:txBody>
      </p:sp>
      <p:sp>
        <p:nvSpPr>
          <p:cNvPr id="58" name="TextBox 57">
            <a:extLst>
              <a:ext uri="{FF2B5EF4-FFF2-40B4-BE49-F238E27FC236}">
                <a16:creationId xmlns:a16="http://schemas.microsoft.com/office/drawing/2014/main" id="{FECCA7B5-8B6F-4145-937B-83FC5FEB7DCE}"/>
              </a:ext>
            </a:extLst>
          </p:cNvPr>
          <p:cNvSpPr txBox="1"/>
          <p:nvPr/>
        </p:nvSpPr>
        <p:spPr>
          <a:xfrm>
            <a:off x="6472809" y="4457845"/>
            <a:ext cx="2244807" cy="984885"/>
          </a:xfrm>
          <a:prstGeom prst="rect">
            <a:avLst/>
          </a:prstGeom>
          <a:noFill/>
        </p:spPr>
        <p:txBody>
          <a:bodyPr wrap="square" rtlCol="0">
            <a:spAutoFit/>
          </a:bodyPr>
          <a:lstStyle/>
          <a:p>
            <a:pPr algn="ctr">
              <a:buClr>
                <a:schemeClr val="bg2"/>
              </a:buClr>
            </a:pPr>
            <a:r>
              <a:rPr lang="en-US" sz="1400" b="1" dirty="0">
                <a:solidFill>
                  <a:schemeClr val="accent3"/>
                </a:solidFill>
                <a:latin typeface="Roboto" panose="02000000000000000000" pitchFamily="2" charset="0"/>
                <a:ea typeface="Roboto" panose="02000000000000000000" pitchFamily="2" charset="0"/>
              </a:rPr>
              <a:t>Text Here</a:t>
            </a:r>
            <a:endParaRPr lang="en-US" sz="1400" dirty="0">
              <a:solidFill>
                <a:schemeClr val="accent3"/>
              </a:solidFill>
              <a:latin typeface="Roboto" panose="02000000000000000000" pitchFamily="2" charset="0"/>
              <a:ea typeface="Roboto" panose="02000000000000000000" pitchFamily="2" charset="0"/>
            </a:endParaRPr>
          </a:p>
          <a:p>
            <a:pPr algn="ctr">
              <a:buClr>
                <a:schemeClr val="tx2"/>
              </a:buClr>
            </a:pPr>
            <a:r>
              <a:rPr lang="en-US" sz="1100" dirty="0">
                <a:solidFill>
                  <a:schemeClr val="tx2"/>
                </a:solidFill>
                <a:latin typeface="Roboto" panose="02000000000000000000" pitchFamily="2" charset="0"/>
                <a:ea typeface="Roboto" panose="02000000000000000000" pitchFamily="2" charset="0"/>
              </a:rPr>
              <a:t>Lorem ipsum dolor sit amet, consectetur adipiscing elit, sed do eiusmod tempor incididunt ut labore et,</a:t>
            </a:r>
          </a:p>
        </p:txBody>
      </p:sp>
      <p:sp>
        <p:nvSpPr>
          <p:cNvPr id="59" name="TextBox 58">
            <a:extLst>
              <a:ext uri="{FF2B5EF4-FFF2-40B4-BE49-F238E27FC236}">
                <a16:creationId xmlns:a16="http://schemas.microsoft.com/office/drawing/2014/main" id="{3D394971-73A3-4066-ADC0-C1FC6A0799C0}"/>
              </a:ext>
            </a:extLst>
          </p:cNvPr>
          <p:cNvSpPr txBox="1"/>
          <p:nvPr/>
        </p:nvSpPr>
        <p:spPr>
          <a:xfrm>
            <a:off x="9333550" y="2541226"/>
            <a:ext cx="2244807" cy="984885"/>
          </a:xfrm>
          <a:prstGeom prst="rect">
            <a:avLst/>
          </a:prstGeom>
          <a:noFill/>
        </p:spPr>
        <p:txBody>
          <a:bodyPr wrap="square" rtlCol="0">
            <a:spAutoFit/>
          </a:bodyPr>
          <a:lstStyle/>
          <a:p>
            <a:pPr algn="ctr">
              <a:buClr>
                <a:schemeClr val="bg2"/>
              </a:buClr>
            </a:pPr>
            <a:r>
              <a:rPr lang="en-US" sz="1400" b="1" dirty="0">
                <a:solidFill>
                  <a:schemeClr val="accent5"/>
                </a:solidFill>
                <a:latin typeface="Roboto" panose="02000000000000000000" pitchFamily="2" charset="0"/>
                <a:ea typeface="Roboto" panose="02000000000000000000" pitchFamily="2" charset="0"/>
              </a:rPr>
              <a:t>Text Here</a:t>
            </a:r>
            <a:endParaRPr lang="en-US" sz="1400" dirty="0">
              <a:solidFill>
                <a:schemeClr val="accent5"/>
              </a:solidFill>
              <a:latin typeface="Roboto" panose="02000000000000000000" pitchFamily="2" charset="0"/>
              <a:ea typeface="Roboto" panose="02000000000000000000" pitchFamily="2" charset="0"/>
            </a:endParaRPr>
          </a:p>
          <a:p>
            <a:pPr algn="ctr">
              <a:buClr>
                <a:schemeClr val="tx2"/>
              </a:buClr>
            </a:pPr>
            <a:r>
              <a:rPr lang="en-US" sz="1100" dirty="0">
                <a:solidFill>
                  <a:schemeClr val="tx2"/>
                </a:solidFill>
                <a:latin typeface="Roboto" panose="02000000000000000000" pitchFamily="2" charset="0"/>
                <a:ea typeface="Roboto" panose="02000000000000000000" pitchFamily="2" charset="0"/>
              </a:rPr>
              <a:t>Lorem ipsum dolor sit amet, consectetur adipiscing elit, sed do eiusmod tempor incididunt ut labore et,</a:t>
            </a:r>
          </a:p>
        </p:txBody>
      </p:sp>
      <p:sp>
        <p:nvSpPr>
          <p:cNvPr id="64" name="TextBox 63">
            <a:extLst>
              <a:ext uri="{FF2B5EF4-FFF2-40B4-BE49-F238E27FC236}">
                <a16:creationId xmlns:a16="http://schemas.microsoft.com/office/drawing/2014/main" id="{2194C751-56E1-48CD-8176-9A0C49C6715B}"/>
              </a:ext>
            </a:extLst>
          </p:cNvPr>
          <p:cNvSpPr txBox="1"/>
          <p:nvPr/>
        </p:nvSpPr>
        <p:spPr>
          <a:xfrm>
            <a:off x="1289431" y="2833613"/>
            <a:ext cx="1225186" cy="400110"/>
          </a:xfrm>
          <a:prstGeom prst="rect">
            <a:avLst/>
          </a:prstGeom>
          <a:noFill/>
        </p:spPr>
        <p:txBody>
          <a:bodyPr wrap="square" rtlCol="0">
            <a:spAutoFit/>
          </a:bodyPr>
          <a:lstStyle/>
          <a:p>
            <a:pPr algn="ctr">
              <a:buClr>
                <a:schemeClr val="bg2"/>
              </a:buClr>
            </a:pPr>
            <a:r>
              <a:rPr lang="en-US" sz="2000" b="1" dirty="0">
                <a:solidFill>
                  <a:schemeClr val="tx2"/>
                </a:solidFill>
                <a:latin typeface="Roboto" panose="02000000000000000000" pitchFamily="2" charset="0"/>
                <a:ea typeface="Roboto" panose="02000000000000000000" pitchFamily="2" charset="0"/>
              </a:rPr>
              <a:t>65%</a:t>
            </a:r>
            <a:endParaRPr lang="en-US" sz="2000" dirty="0">
              <a:solidFill>
                <a:schemeClr val="tx2"/>
              </a:solidFill>
              <a:latin typeface="Roboto" panose="02000000000000000000" pitchFamily="2" charset="0"/>
              <a:ea typeface="Roboto" panose="02000000000000000000" pitchFamily="2" charset="0"/>
            </a:endParaRPr>
          </a:p>
        </p:txBody>
      </p:sp>
      <p:sp>
        <p:nvSpPr>
          <p:cNvPr id="66" name="TextBox 65">
            <a:extLst>
              <a:ext uri="{FF2B5EF4-FFF2-40B4-BE49-F238E27FC236}">
                <a16:creationId xmlns:a16="http://schemas.microsoft.com/office/drawing/2014/main" id="{6896AD55-A528-4549-A14E-3493F45B685C}"/>
              </a:ext>
            </a:extLst>
          </p:cNvPr>
          <p:cNvSpPr txBox="1"/>
          <p:nvPr/>
        </p:nvSpPr>
        <p:spPr>
          <a:xfrm>
            <a:off x="4121877" y="4750232"/>
            <a:ext cx="1225186" cy="400110"/>
          </a:xfrm>
          <a:prstGeom prst="rect">
            <a:avLst/>
          </a:prstGeom>
          <a:noFill/>
        </p:spPr>
        <p:txBody>
          <a:bodyPr wrap="square" rtlCol="0">
            <a:spAutoFit/>
          </a:bodyPr>
          <a:lstStyle/>
          <a:p>
            <a:pPr algn="ctr">
              <a:buClr>
                <a:schemeClr val="bg2"/>
              </a:buClr>
            </a:pPr>
            <a:r>
              <a:rPr lang="ar-EG" sz="2000" b="1" dirty="0">
                <a:solidFill>
                  <a:schemeClr val="tx2"/>
                </a:solidFill>
                <a:latin typeface="Roboto" panose="02000000000000000000" pitchFamily="2" charset="0"/>
                <a:ea typeface="Roboto" panose="02000000000000000000" pitchFamily="2" charset="0"/>
              </a:rPr>
              <a:t>30</a:t>
            </a:r>
            <a:r>
              <a:rPr lang="en-US" sz="2000" b="1" dirty="0">
                <a:solidFill>
                  <a:schemeClr val="tx2"/>
                </a:solidFill>
                <a:latin typeface="Roboto" panose="02000000000000000000" pitchFamily="2" charset="0"/>
                <a:ea typeface="Roboto" panose="02000000000000000000" pitchFamily="2" charset="0"/>
              </a:rPr>
              <a:t>%</a:t>
            </a:r>
            <a:endParaRPr lang="en-US" sz="2000" dirty="0">
              <a:solidFill>
                <a:schemeClr val="tx2"/>
              </a:solidFill>
              <a:latin typeface="Roboto" panose="02000000000000000000" pitchFamily="2" charset="0"/>
              <a:ea typeface="Roboto" panose="02000000000000000000" pitchFamily="2" charset="0"/>
            </a:endParaRPr>
          </a:p>
        </p:txBody>
      </p:sp>
      <p:sp>
        <p:nvSpPr>
          <p:cNvPr id="67" name="TextBox 66">
            <a:extLst>
              <a:ext uri="{FF2B5EF4-FFF2-40B4-BE49-F238E27FC236}">
                <a16:creationId xmlns:a16="http://schemas.microsoft.com/office/drawing/2014/main" id="{E84EEF18-8477-45C3-B93E-B1ABA8C3DCD1}"/>
              </a:ext>
            </a:extLst>
          </p:cNvPr>
          <p:cNvSpPr txBox="1"/>
          <p:nvPr/>
        </p:nvSpPr>
        <p:spPr>
          <a:xfrm>
            <a:off x="6982619" y="2833613"/>
            <a:ext cx="1225186" cy="400110"/>
          </a:xfrm>
          <a:prstGeom prst="rect">
            <a:avLst/>
          </a:prstGeom>
          <a:noFill/>
        </p:spPr>
        <p:txBody>
          <a:bodyPr wrap="square" rtlCol="0">
            <a:spAutoFit/>
          </a:bodyPr>
          <a:lstStyle/>
          <a:p>
            <a:pPr algn="ctr">
              <a:buClr>
                <a:schemeClr val="bg2"/>
              </a:buClr>
            </a:pPr>
            <a:r>
              <a:rPr lang="ar-EG" sz="2000" b="1" dirty="0">
                <a:solidFill>
                  <a:schemeClr val="tx2"/>
                </a:solidFill>
                <a:latin typeface="Roboto" panose="02000000000000000000" pitchFamily="2" charset="0"/>
                <a:ea typeface="Roboto" panose="02000000000000000000" pitchFamily="2" charset="0"/>
              </a:rPr>
              <a:t>90</a:t>
            </a:r>
            <a:r>
              <a:rPr lang="en-US" sz="2000" b="1" dirty="0">
                <a:solidFill>
                  <a:schemeClr val="tx2"/>
                </a:solidFill>
                <a:latin typeface="Roboto" panose="02000000000000000000" pitchFamily="2" charset="0"/>
                <a:ea typeface="Roboto" panose="02000000000000000000" pitchFamily="2" charset="0"/>
              </a:rPr>
              <a:t>%</a:t>
            </a:r>
            <a:endParaRPr lang="en-US" sz="2000" dirty="0">
              <a:solidFill>
                <a:schemeClr val="tx2"/>
              </a:solidFill>
              <a:latin typeface="Roboto" panose="02000000000000000000" pitchFamily="2" charset="0"/>
              <a:ea typeface="Roboto" panose="02000000000000000000" pitchFamily="2" charset="0"/>
            </a:endParaRPr>
          </a:p>
        </p:txBody>
      </p:sp>
      <p:sp>
        <p:nvSpPr>
          <p:cNvPr id="68" name="TextBox 67">
            <a:extLst>
              <a:ext uri="{FF2B5EF4-FFF2-40B4-BE49-F238E27FC236}">
                <a16:creationId xmlns:a16="http://schemas.microsoft.com/office/drawing/2014/main" id="{8A420236-AD82-4EC7-A17E-2EF880D8B9B7}"/>
              </a:ext>
            </a:extLst>
          </p:cNvPr>
          <p:cNvSpPr txBox="1"/>
          <p:nvPr/>
        </p:nvSpPr>
        <p:spPr>
          <a:xfrm>
            <a:off x="9906737" y="4768868"/>
            <a:ext cx="1225186" cy="400110"/>
          </a:xfrm>
          <a:prstGeom prst="rect">
            <a:avLst/>
          </a:prstGeom>
          <a:noFill/>
        </p:spPr>
        <p:txBody>
          <a:bodyPr wrap="square" rtlCol="0">
            <a:spAutoFit/>
          </a:bodyPr>
          <a:lstStyle/>
          <a:p>
            <a:pPr algn="ctr">
              <a:buClr>
                <a:schemeClr val="bg2"/>
              </a:buClr>
            </a:pPr>
            <a:r>
              <a:rPr lang="ar-EG" sz="2000" b="1" dirty="0">
                <a:solidFill>
                  <a:schemeClr val="tx2"/>
                </a:solidFill>
                <a:latin typeface="Roboto" panose="02000000000000000000" pitchFamily="2" charset="0"/>
                <a:ea typeface="Roboto" panose="02000000000000000000" pitchFamily="2" charset="0"/>
              </a:rPr>
              <a:t>50</a:t>
            </a:r>
            <a:r>
              <a:rPr lang="en-US" sz="2000" b="1" dirty="0">
                <a:solidFill>
                  <a:schemeClr val="tx2"/>
                </a:solidFill>
                <a:latin typeface="Roboto" panose="02000000000000000000" pitchFamily="2" charset="0"/>
                <a:ea typeface="Roboto" panose="02000000000000000000" pitchFamily="2" charset="0"/>
              </a:rPr>
              <a:t>%</a:t>
            </a:r>
            <a:endParaRPr lang="en-US" sz="2000" dirty="0">
              <a:solidFill>
                <a:schemeClr val="tx2"/>
              </a:solidFill>
              <a:latin typeface="Roboto" panose="02000000000000000000" pitchFamily="2" charset="0"/>
              <a:ea typeface="Roboto" panose="02000000000000000000" pitchFamily="2" charset="0"/>
            </a:endParaRPr>
          </a:p>
        </p:txBody>
      </p:sp>
      <p:sp>
        <p:nvSpPr>
          <p:cNvPr id="69" name="TextBox 68">
            <a:extLst>
              <a:ext uri="{FF2B5EF4-FFF2-40B4-BE49-F238E27FC236}">
                <a16:creationId xmlns:a16="http://schemas.microsoft.com/office/drawing/2014/main" id="{DDC6C55B-0DFC-4A11-8F82-055417C822DF}"/>
              </a:ext>
            </a:extLst>
          </p:cNvPr>
          <p:cNvSpPr txBox="1"/>
          <p:nvPr/>
        </p:nvSpPr>
        <p:spPr>
          <a:xfrm>
            <a:off x="2839657" y="1062772"/>
            <a:ext cx="6512688" cy="461665"/>
          </a:xfrm>
          <a:prstGeom prst="rect">
            <a:avLst/>
          </a:prstGeom>
          <a:noFill/>
        </p:spPr>
        <p:txBody>
          <a:bodyPr wrap="square" rtlCol="0">
            <a:spAutoFit/>
          </a:bodyPr>
          <a:lstStyle/>
          <a:p>
            <a:pPr algn="ctr"/>
            <a:r>
              <a:rPr lang="en-US" sz="1200" dirty="0">
                <a:solidFill>
                  <a:schemeClr val="tx1">
                    <a:alpha val="35000"/>
                  </a:schemeClr>
                </a:solidFill>
                <a:latin typeface="Roboto" panose="02000000000000000000" pitchFamily="2" charset="0"/>
                <a:ea typeface="Roboto" panose="02000000000000000000" pitchFamily="2" charset="0"/>
              </a:rPr>
              <a:t>Lorem ipsum dolor sit amet, consectetur adipiscing elit, sed do eiusmod tempor incididunt ut labore et dolore magna aliqua. Ut enim </a:t>
            </a:r>
          </a:p>
        </p:txBody>
      </p:sp>
    </p:spTree>
    <p:extLst>
      <p:ext uri="{BB962C8B-B14F-4D97-AF65-F5344CB8AC3E}">
        <p14:creationId xmlns:p14="http://schemas.microsoft.com/office/powerpoint/2010/main" val="2014091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Rectangle 204">
            <a:extLst>
              <a:ext uri="{FF2B5EF4-FFF2-40B4-BE49-F238E27FC236}">
                <a16:creationId xmlns:a16="http://schemas.microsoft.com/office/drawing/2014/main" id="{FA11D043-AB7A-4A82-B765-768FA44350F5}"/>
              </a:ext>
            </a:extLst>
          </p:cNvPr>
          <p:cNvSpPr/>
          <p:nvPr/>
        </p:nvSpPr>
        <p:spPr>
          <a:xfrm>
            <a:off x="1001977" y="575310"/>
            <a:ext cx="209751" cy="690880"/>
          </a:xfrm>
          <a:prstGeom prst="rect">
            <a:avLst/>
          </a:prstGeom>
          <a:gradFill flip="none" rotWithShape="1">
            <a:gsLst>
              <a:gs pos="0">
                <a:schemeClr val="accent1">
                  <a:alpha val="50000"/>
                </a:schemeClr>
              </a:gs>
              <a:gs pos="100000">
                <a:schemeClr val="accent2">
                  <a:alpha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267728A0-FD71-4DFF-804E-155DDB1DC27C}"/>
              </a:ext>
            </a:extLst>
          </p:cNvPr>
          <p:cNvSpPr txBox="1"/>
          <p:nvPr/>
        </p:nvSpPr>
        <p:spPr>
          <a:xfrm>
            <a:off x="1013227" y="694236"/>
            <a:ext cx="3949298" cy="646331"/>
          </a:xfrm>
          <a:prstGeom prst="rect">
            <a:avLst/>
          </a:prstGeom>
          <a:noFill/>
        </p:spPr>
        <p:txBody>
          <a:bodyPr wrap="square" rtlCol="0">
            <a:spAutoFit/>
          </a:bodyPr>
          <a:lstStyle/>
          <a:p>
            <a:r>
              <a:rPr lang="en-US" sz="3600" b="1" dirty="0">
                <a:latin typeface="Roboto" panose="02000000000000000000" pitchFamily="2" charset="0"/>
                <a:ea typeface="Roboto" panose="02000000000000000000" pitchFamily="2" charset="0"/>
              </a:rPr>
              <a:t>wrap-up</a:t>
            </a:r>
          </a:p>
        </p:txBody>
      </p:sp>
      <p:sp>
        <p:nvSpPr>
          <p:cNvPr id="7" name="TextBox 6">
            <a:extLst>
              <a:ext uri="{FF2B5EF4-FFF2-40B4-BE49-F238E27FC236}">
                <a16:creationId xmlns:a16="http://schemas.microsoft.com/office/drawing/2014/main" id="{6CE61A88-E6B8-4C68-AF0F-BA90D54C720D}"/>
              </a:ext>
            </a:extLst>
          </p:cNvPr>
          <p:cNvSpPr txBox="1"/>
          <p:nvPr/>
        </p:nvSpPr>
        <p:spPr>
          <a:xfrm>
            <a:off x="1013227" y="1340567"/>
            <a:ext cx="5411957" cy="1015663"/>
          </a:xfrm>
          <a:prstGeom prst="rect">
            <a:avLst/>
          </a:prstGeom>
          <a:noFill/>
        </p:spPr>
        <p:txBody>
          <a:bodyPr wrap="square" rtlCol="0">
            <a:spAutoFit/>
          </a:bodyPr>
          <a:lstStyle/>
          <a:p>
            <a:r>
              <a:rPr lang="en-US" sz="1200" dirty="0">
                <a:solidFill>
                  <a:schemeClr val="tx1">
                    <a:alpha val="35000"/>
                  </a:schemeClr>
                </a:solidFill>
                <a:latin typeface="Roboto" panose="02000000000000000000" pitchFamily="2" charset="0"/>
                <a:ea typeface="Roboto" panose="02000000000000000000" pitchFamily="2" charset="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grpSp>
        <p:nvGrpSpPr>
          <p:cNvPr id="193" name="Group 192">
            <a:extLst>
              <a:ext uri="{FF2B5EF4-FFF2-40B4-BE49-F238E27FC236}">
                <a16:creationId xmlns:a16="http://schemas.microsoft.com/office/drawing/2014/main" id="{713417F4-0DD6-4D3D-A411-AF12D32F03DC}"/>
              </a:ext>
            </a:extLst>
          </p:cNvPr>
          <p:cNvGrpSpPr/>
          <p:nvPr/>
        </p:nvGrpSpPr>
        <p:grpSpPr>
          <a:xfrm>
            <a:off x="5845214" y="0"/>
            <a:ext cx="6348399" cy="6857999"/>
            <a:chOff x="5845214" y="0"/>
            <a:chExt cx="6348399" cy="6857999"/>
          </a:xfrm>
        </p:grpSpPr>
        <p:sp>
          <p:nvSpPr>
            <p:cNvPr id="24" name="Freeform: Shape 23">
              <a:extLst>
                <a:ext uri="{FF2B5EF4-FFF2-40B4-BE49-F238E27FC236}">
                  <a16:creationId xmlns:a16="http://schemas.microsoft.com/office/drawing/2014/main" id="{4FBD57FF-22ED-44FE-9867-DF948D5D9488}"/>
                </a:ext>
              </a:extLst>
            </p:cNvPr>
            <p:cNvSpPr/>
            <p:nvPr/>
          </p:nvSpPr>
          <p:spPr>
            <a:xfrm>
              <a:off x="5845214" y="0"/>
              <a:ext cx="6348399" cy="6857999"/>
            </a:xfrm>
            <a:custGeom>
              <a:avLst/>
              <a:gdLst>
                <a:gd name="connsiteX0" fmla="*/ 1089347 w 7692341"/>
                <a:gd name="connsiteY0" fmla="*/ 5955083 h 5994399"/>
                <a:gd name="connsiteX1" fmla="*/ 1768496 w 7692341"/>
                <a:gd name="connsiteY1" fmla="*/ 5994399 h 5994399"/>
                <a:gd name="connsiteX2" fmla="*/ 7688571 w 7692341"/>
                <a:gd name="connsiteY2" fmla="*/ 5994399 h 5994399"/>
                <a:gd name="connsiteX3" fmla="*/ 7692342 w 7692341"/>
                <a:gd name="connsiteY3" fmla="*/ 5989013 h 5994399"/>
                <a:gd name="connsiteX4" fmla="*/ 7692342 w 7692341"/>
                <a:gd name="connsiteY4" fmla="*/ 0 h 5994399"/>
                <a:gd name="connsiteX5" fmla="*/ 6009817 w 7692341"/>
                <a:gd name="connsiteY5" fmla="*/ 0 h 5994399"/>
                <a:gd name="connsiteX6" fmla="*/ 5643582 w 7692341"/>
                <a:gd name="connsiteY6" fmla="*/ 250440 h 5994399"/>
                <a:gd name="connsiteX7" fmla="*/ 5533712 w 7692341"/>
                <a:gd name="connsiteY7" fmla="*/ 964059 h 5994399"/>
                <a:gd name="connsiteX8" fmla="*/ 5669434 w 7692341"/>
                <a:gd name="connsiteY8" fmla="*/ 1536570 h 5994399"/>
                <a:gd name="connsiteX9" fmla="*/ 4801242 w 7692341"/>
                <a:gd name="connsiteY9" fmla="*/ 2458081 h 5994399"/>
                <a:gd name="connsiteX10" fmla="*/ 3449944 w 7692341"/>
                <a:gd name="connsiteY10" fmla="*/ 2592726 h 5994399"/>
                <a:gd name="connsiteX11" fmla="*/ 2328620 w 7692341"/>
                <a:gd name="connsiteY11" fmla="*/ 3254641 h 5994399"/>
                <a:gd name="connsiteX12" fmla="*/ 2076564 w 7692341"/>
                <a:gd name="connsiteY12" fmla="*/ 3935945 h 5994399"/>
                <a:gd name="connsiteX13" fmla="*/ 1094732 w 7692341"/>
                <a:gd name="connsiteY13" fmla="*/ 4327493 h 5994399"/>
                <a:gd name="connsiteX14" fmla="*/ 251316 w 7692341"/>
                <a:gd name="connsiteY14" fmla="*/ 4693189 h 5994399"/>
                <a:gd name="connsiteX15" fmla="*/ 69275 w 7692341"/>
                <a:gd name="connsiteY15" fmla="*/ 5541992 h 5994399"/>
                <a:gd name="connsiteX16" fmla="*/ 1089347 w 7692341"/>
                <a:gd name="connsiteY16" fmla="*/ 5955083 h 5994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92341" h="5994399">
                  <a:moveTo>
                    <a:pt x="1089347" y="5955083"/>
                  </a:moveTo>
                  <a:cubicBezTo>
                    <a:pt x="1315550" y="5966932"/>
                    <a:pt x="1542293" y="5979319"/>
                    <a:pt x="1768496" y="5994399"/>
                  </a:cubicBezTo>
                  <a:lnTo>
                    <a:pt x="7688571" y="5994399"/>
                  </a:lnTo>
                  <a:cubicBezTo>
                    <a:pt x="7689649" y="5992783"/>
                    <a:pt x="7691264" y="5990629"/>
                    <a:pt x="7692342" y="5989013"/>
                  </a:cubicBezTo>
                  <a:lnTo>
                    <a:pt x="7692342" y="0"/>
                  </a:lnTo>
                  <a:lnTo>
                    <a:pt x="6009817" y="0"/>
                  </a:lnTo>
                  <a:cubicBezTo>
                    <a:pt x="5877865" y="67861"/>
                    <a:pt x="5754529" y="151880"/>
                    <a:pt x="5643582" y="250440"/>
                  </a:cubicBezTo>
                  <a:cubicBezTo>
                    <a:pt x="5423841" y="444867"/>
                    <a:pt x="5452386" y="707156"/>
                    <a:pt x="5533712" y="964059"/>
                  </a:cubicBezTo>
                  <a:cubicBezTo>
                    <a:pt x="5592955" y="1152023"/>
                    <a:pt x="5670511" y="1339449"/>
                    <a:pt x="5669434" y="1536570"/>
                  </a:cubicBezTo>
                  <a:cubicBezTo>
                    <a:pt x="5665664" y="1990054"/>
                    <a:pt x="5239108" y="2339054"/>
                    <a:pt x="4801242" y="2458081"/>
                  </a:cubicBezTo>
                  <a:cubicBezTo>
                    <a:pt x="4363915" y="2577646"/>
                    <a:pt x="3899659" y="2536175"/>
                    <a:pt x="3449944" y="2592726"/>
                  </a:cubicBezTo>
                  <a:cubicBezTo>
                    <a:pt x="3000229" y="2649277"/>
                    <a:pt x="2519277" y="2842627"/>
                    <a:pt x="2328620" y="3254641"/>
                  </a:cubicBezTo>
                  <a:cubicBezTo>
                    <a:pt x="2226828" y="3475459"/>
                    <a:pt x="2218750" y="3738286"/>
                    <a:pt x="2076564" y="3935945"/>
                  </a:cubicBezTo>
                  <a:cubicBezTo>
                    <a:pt x="1864902" y="4230010"/>
                    <a:pt x="1452350" y="4266095"/>
                    <a:pt x="1094732" y="4327493"/>
                  </a:cubicBezTo>
                  <a:cubicBezTo>
                    <a:pt x="788280" y="4379736"/>
                    <a:pt x="475365" y="4477218"/>
                    <a:pt x="251316" y="4693189"/>
                  </a:cubicBezTo>
                  <a:cubicBezTo>
                    <a:pt x="27266" y="4909160"/>
                    <a:pt x="-80450" y="5269470"/>
                    <a:pt x="69275" y="5541992"/>
                  </a:cubicBezTo>
                  <a:cubicBezTo>
                    <a:pt x="254008" y="5878604"/>
                    <a:pt x="705339" y="5935155"/>
                    <a:pt x="1089347" y="5955083"/>
                  </a:cubicBezTo>
                  <a:close/>
                </a:path>
              </a:pathLst>
            </a:custGeom>
            <a:gradFill>
              <a:gsLst>
                <a:gs pos="0">
                  <a:schemeClr val="accent1">
                    <a:alpha val="20000"/>
                  </a:schemeClr>
                </a:gs>
                <a:gs pos="100000">
                  <a:schemeClr val="accent2">
                    <a:alpha val="20000"/>
                  </a:schemeClr>
                </a:gs>
              </a:gsLst>
              <a:lin ang="5400000" scaled="1"/>
            </a:gradFill>
            <a:ln w="5383"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764057F-1ADD-4D78-9B20-C3C5D71C6E61}"/>
                </a:ext>
              </a:extLst>
            </p:cNvPr>
            <p:cNvSpPr/>
            <p:nvPr/>
          </p:nvSpPr>
          <p:spPr>
            <a:xfrm>
              <a:off x="7592523" y="5898787"/>
              <a:ext cx="3362895" cy="109870"/>
            </a:xfrm>
            <a:custGeom>
              <a:avLst/>
              <a:gdLst>
                <a:gd name="connsiteX0" fmla="*/ 3362896 w 3362895"/>
                <a:gd name="connsiteY0" fmla="*/ 54935 h 109870"/>
                <a:gd name="connsiteX1" fmla="*/ 1681448 w 3362895"/>
                <a:gd name="connsiteY1" fmla="*/ 109870 h 109870"/>
                <a:gd name="connsiteX2" fmla="*/ 0 w 3362895"/>
                <a:gd name="connsiteY2" fmla="*/ 54935 h 109870"/>
                <a:gd name="connsiteX3" fmla="*/ 1681448 w 3362895"/>
                <a:gd name="connsiteY3" fmla="*/ 0 h 109870"/>
                <a:gd name="connsiteX4" fmla="*/ 3362896 w 3362895"/>
                <a:gd name="connsiteY4" fmla="*/ 54935 h 1098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895" h="109870">
                  <a:moveTo>
                    <a:pt x="3362896" y="54935"/>
                  </a:moveTo>
                  <a:cubicBezTo>
                    <a:pt x="3362896" y="85275"/>
                    <a:pt x="2610086" y="109870"/>
                    <a:pt x="1681448" y="109870"/>
                  </a:cubicBezTo>
                  <a:cubicBezTo>
                    <a:pt x="752810" y="109870"/>
                    <a:pt x="0" y="85275"/>
                    <a:pt x="0" y="54935"/>
                  </a:cubicBezTo>
                  <a:cubicBezTo>
                    <a:pt x="0" y="24595"/>
                    <a:pt x="752810" y="0"/>
                    <a:pt x="1681448" y="0"/>
                  </a:cubicBezTo>
                  <a:cubicBezTo>
                    <a:pt x="2610086" y="0"/>
                    <a:pt x="3362896" y="24595"/>
                    <a:pt x="3362896" y="54935"/>
                  </a:cubicBezTo>
                  <a:close/>
                </a:path>
              </a:pathLst>
            </a:custGeom>
            <a:solidFill>
              <a:srgbClr val="D2D5DD"/>
            </a:solidFill>
            <a:ln w="5383" cap="flat">
              <a:noFill/>
              <a:prstDash val="solid"/>
              <a:miter/>
            </a:ln>
          </p:spPr>
          <p:txBody>
            <a:bodyPr rtlCol="0" anchor="ctr"/>
            <a:lstStyle/>
            <a:p>
              <a:endParaRPr lang="en-US"/>
            </a:p>
          </p:txBody>
        </p:sp>
        <p:grpSp>
          <p:nvGrpSpPr>
            <p:cNvPr id="26" name="Graphic 21">
              <a:extLst>
                <a:ext uri="{FF2B5EF4-FFF2-40B4-BE49-F238E27FC236}">
                  <a16:creationId xmlns:a16="http://schemas.microsoft.com/office/drawing/2014/main" id="{8639DD85-530A-4410-999F-96017AD201EE}"/>
                </a:ext>
              </a:extLst>
            </p:cNvPr>
            <p:cNvGrpSpPr/>
            <p:nvPr/>
          </p:nvGrpSpPr>
          <p:grpSpPr>
            <a:xfrm>
              <a:off x="9088442" y="1578023"/>
              <a:ext cx="2251241" cy="1628939"/>
              <a:chOff x="9088442" y="1578023"/>
              <a:chExt cx="2251241" cy="1628939"/>
            </a:xfrm>
            <a:solidFill>
              <a:schemeClr val="accent4">
                <a:alpha val="25000"/>
              </a:schemeClr>
            </a:solidFill>
          </p:grpSpPr>
          <p:sp>
            <p:nvSpPr>
              <p:cNvPr id="27" name="Freeform: Shape 26">
                <a:extLst>
                  <a:ext uri="{FF2B5EF4-FFF2-40B4-BE49-F238E27FC236}">
                    <a16:creationId xmlns:a16="http://schemas.microsoft.com/office/drawing/2014/main" id="{2CCD87C0-9CFE-49F9-9B49-94BDC06C2A4A}"/>
                  </a:ext>
                </a:extLst>
              </p:cNvPr>
              <p:cNvSpPr/>
              <p:nvPr/>
            </p:nvSpPr>
            <p:spPr>
              <a:xfrm>
                <a:off x="9088442" y="1578023"/>
                <a:ext cx="2251241" cy="1628939"/>
              </a:xfrm>
              <a:custGeom>
                <a:avLst/>
                <a:gdLst>
                  <a:gd name="connsiteX0" fmla="*/ 82660 w 2251241"/>
                  <a:gd name="connsiteY0" fmla="*/ 1628940 h 1628939"/>
                  <a:gd name="connsiteX1" fmla="*/ 80506 w 2251241"/>
                  <a:gd name="connsiteY1" fmla="*/ 1628401 h 1628939"/>
                  <a:gd name="connsiteX2" fmla="*/ 98817 w 2251241"/>
                  <a:gd name="connsiteY2" fmla="*/ 1395196 h 1628939"/>
                  <a:gd name="connsiteX3" fmla="*/ 131132 w 2251241"/>
                  <a:gd name="connsiteY3" fmla="*/ 1172223 h 1628939"/>
                  <a:gd name="connsiteX4" fmla="*/ 5104 w 2251241"/>
                  <a:gd name="connsiteY4" fmla="*/ 648723 h 1628939"/>
                  <a:gd name="connsiteX5" fmla="*/ 27186 w 2251241"/>
                  <a:gd name="connsiteY5" fmla="*/ 510308 h 1628939"/>
                  <a:gd name="connsiteX6" fmla="*/ 140288 w 2251241"/>
                  <a:gd name="connsiteY6" fmla="*/ 427905 h 1628939"/>
                  <a:gd name="connsiteX7" fmla="*/ 1899291 w 2251241"/>
                  <a:gd name="connsiteY7" fmla="*/ 5120 h 1628939"/>
                  <a:gd name="connsiteX8" fmla="*/ 2120109 w 2251241"/>
                  <a:gd name="connsiteY8" fmla="*/ 140303 h 1628939"/>
                  <a:gd name="connsiteX9" fmla="*/ 2246137 w 2251241"/>
                  <a:gd name="connsiteY9" fmla="*/ 665419 h 1628939"/>
                  <a:gd name="connsiteX10" fmla="*/ 2224055 w 2251241"/>
                  <a:gd name="connsiteY10" fmla="*/ 803834 h 1628939"/>
                  <a:gd name="connsiteX11" fmla="*/ 2110953 w 2251241"/>
                  <a:gd name="connsiteY11" fmla="*/ 886237 h 1628939"/>
                  <a:gd name="connsiteX12" fmla="*/ 456973 w 2251241"/>
                  <a:gd name="connsiteY12" fmla="*/ 1283709 h 1628939"/>
                  <a:gd name="connsiteX13" fmla="*/ 91277 w 2251241"/>
                  <a:gd name="connsiteY13" fmla="*/ 1621399 h 1628939"/>
                  <a:gd name="connsiteX14" fmla="*/ 82660 w 2251241"/>
                  <a:gd name="connsiteY14" fmla="*/ 1628940 h 1628939"/>
                  <a:gd name="connsiteX15" fmla="*/ 1901446 w 2251241"/>
                  <a:gd name="connsiteY15" fmla="*/ 11044 h 1628939"/>
                  <a:gd name="connsiteX16" fmla="*/ 1902523 w 2251241"/>
                  <a:gd name="connsiteY16" fmla="*/ 16430 h 1628939"/>
                  <a:gd name="connsiteX17" fmla="*/ 143520 w 2251241"/>
                  <a:gd name="connsiteY17" fmla="*/ 439215 h 1628939"/>
                  <a:gd name="connsiteX18" fmla="*/ 16953 w 2251241"/>
                  <a:gd name="connsiteY18" fmla="*/ 646030 h 1628939"/>
                  <a:gd name="connsiteX19" fmla="*/ 143520 w 2251241"/>
                  <a:gd name="connsiteY19" fmla="*/ 1172223 h 1628939"/>
                  <a:gd name="connsiteX20" fmla="*/ 143520 w 2251241"/>
                  <a:gd name="connsiteY20" fmla="*/ 1173301 h 1628939"/>
                  <a:gd name="connsiteX21" fmla="*/ 86430 w 2251241"/>
                  <a:gd name="connsiteY21" fmla="*/ 1607935 h 1628939"/>
                  <a:gd name="connsiteX22" fmla="*/ 450510 w 2251241"/>
                  <a:gd name="connsiteY22" fmla="*/ 1274015 h 1628939"/>
                  <a:gd name="connsiteX23" fmla="*/ 451587 w 2251241"/>
                  <a:gd name="connsiteY23" fmla="*/ 1272938 h 1628939"/>
                  <a:gd name="connsiteX24" fmla="*/ 452664 w 2251241"/>
                  <a:gd name="connsiteY24" fmla="*/ 1272399 h 1628939"/>
                  <a:gd name="connsiteX25" fmla="*/ 2108799 w 2251241"/>
                  <a:gd name="connsiteY25" fmla="*/ 874388 h 1628939"/>
                  <a:gd name="connsiteX26" fmla="*/ 2214899 w 2251241"/>
                  <a:gd name="connsiteY26" fmla="*/ 797372 h 1628939"/>
                  <a:gd name="connsiteX27" fmla="*/ 2235366 w 2251241"/>
                  <a:gd name="connsiteY27" fmla="*/ 667574 h 1628939"/>
                  <a:gd name="connsiteX28" fmla="*/ 2109338 w 2251241"/>
                  <a:gd name="connsiteY28" fmla="*/ 142458 h 1628939"/>
                  <a:gd name="connsiteX29" fmla="*/ 1902523 w 2251241"/>
                  <a:gd name="connsiteY29" fmla="*/ 15891 h 1628939"/>
                  <a:gd name="connsiteX30" fmla="*/ 1901446 w 2251241"/>
                  <a:gd name="connsiteY30" fmla="*/ 11044 h 162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1241" h="1628939">
                    <a:moveTo>
                      <a:pt x="82660" y="1628940"/>
                    </a:moveTo>
                    <a:cubicBezTo>
                      <a:pt x="82121" y="1628940"/>
                      <a:pt x="81583" y="1628940"/>
                      <a:pt x="80506" y="1628401"/>
                    </a:cubicBezTo>
                    <a:cubicBezTo>
                      <a:pt x="73504" y="1626247"/>
                      <a:pt x="67580" y="1624631"/>
                      <a:pt x="98817" y="1395196"/>
                    </a:cubicBezTo>
                    <a:cubicBezTo>
                      <a:pt x="113359" y="1290173"/>
                      <a:pt x="129516" y="1184072"/>
                      <a:pt x="131132" y="1172223"/>
                    </a:cubicBezTo>
                    <a:lnTo>
                      <a:pt x="5104" y="648723"/>
                    </a:lnTo>
                    <a:cubicBezTo>
                      <a:pt x="-6206" y="601328"/>
                      <a:pt x="1334" y="551779"/>
                      <a:pt x="27186" y="510308"/>
                    </a:cubicBezTo>
                    <a:cubicBezTo>
                      <a:pt x="52499" y="468837"/>
                      <a:pt x="92893" y="439215"/>
                      <a:pt x="140288" y="427905"/>
                    </a:cubicBezTo>
                    <a:lnTo>
                      <a:pt x="1899291" y="5120"/>
                    </a:lnTo>
                    <a:cubicBezTo>
                      <a:pt x="1997313" y="-18578"/>
                      <a:pt x="2096412" y="42282"/>
                      <a:pt x="2120109" y="140303"/>
                    </a:cubicBezTo>
                    <a:lnTo>
                      <a:pt x="2246137" y="665419"/>
                    </a:lnTo>
                    <a:cubicBezTo>
                      <a:pt x="2257447" y="712814"/>
                      <a:pt x="2249907" y="762364"/>
                      <a:pt x="2224055" y="803834"/>
                    </a:cubicBezTo>
                    <a:cubicBezTo>
                      <a:pt x="2198742" y="845305"/>
                      <a:pt x="2158349" y="874927"/>
                      <a:pt x="2110953" y="886237"/>
                    </a:cubicBezTo>
                    <a:lnTo>
                      <a:pt x="456973" y="1283709"/>
                    </a:lnTo>
                    <a:cubicBezTo>
                      <a:pt x="232924" y="1476521"/>
                      <a:pt x="103126" y="1596086"/>
                      <a:pt x="91277" y="1621399"/>
                    </a:cubicBezTo>
                    <a:cubicBezTo>
                      <a:pt x="90200" y="1623554"/>
                      <a:pt x="87507" y="1628940"/>
                      <a:pt x="82660" y="1628940"/>
                    </a:cubicBezTo>
                    <a:close/>
                    <a:moveTo>
                      <a:pt x="1901446" y="11044"/>
                    </a:moveTo>
                    <a:lnTo>
                      <a:pt x="1902523" y="16430"/>
                    </a:lnTo>
                    <a:lnTo>
                      <a:pt x="143520" y="439215"/>
                    </a:lnTo>
                    <a:cubicBezTo>
                      <a:pt x="51422" y="461297"/>
                      <a:pt x="-5129" y="553933"/>
                      <a:pt x="16953" y="646030"/>
                    </a:cubicBezTo>
                    <a:lnTo>
                      <a:pt x="143520" y="1172223"/>
                    </a:lnTo>
                    <a:lnTo>
                      <a:pt x="143520" y="1173301"/>
                    </a:lnTo>
                    <a:cubicBezTo>
                      <a:pt x="120899" y="1320333"/>
                      <a:pt x="88045" y="1550845"/>
                      <a:pt x="86430" y="1607935"/>
                    </a:cubicBezTo>
                    <a:cubicBezTo>
                      <a:pt x="123053" y="1559463"/>
                      <a:pt x="301862" y="1402197"/>
                      <a:pt x="450510" y="1274015"/>
                    </a:cubicBezTo>
                    <a:lnTo>
                      <a:pt x="451587" y="1272938"/>
                    </a:lnTo>
                    <a:lnTo>
                      <a:pt x="452664" y="1272399"/>
                    </a:lnTo>
                    <a:lnTo>
                      <a:pt x="2108799" y="874388"/>
                    </a:lnTo>
                    <a:cubicBezTo>
                      <a:pt x="2153501" y="863617"/>
                      <a:pt x="2191202" y="836149"/>
                      <a:pt x="2214899" y="797372"/>
                    </a:cubicBezTo>
                    <a:cubicBezTo>
                      <a:pt x="2238597" y="758055"/>
                      <a:pt x="2246137" y="712276"/>
                      <a:pt x="2235366" y="667574"/>
                    </a:cubicBezTo>
                    <a:lnTo>
                      <a:pt x="2109338" y="142458"/>
                    </a:lnTo>
                    <a:cubicBezTo>
                      <a:pt x="2087256" y="50360"/>
                      <a:pt x="1994620" y="-6190"/>
                      <a:pt x="1902523" y="15891"/>
                    </a:cubicBezTo>
                    <a:lnTo>
                      <a:pt x="1901446" y="11044"/>
                    </a:lnTo>
                    <a:close/>
                  </a:path>
                </a:pathLst>
              </a:custGeom>
              <a:grpFill/>
              <a:ln w="5383" cap="flat">
                <a:noFill/>
                <a:prstDash val="solid"/>
                <a:miter/>
              </a:ln>
            </p:spPr>
            <p:txBody>
              <a:bodyPr rtlCol="0" anchor="ctr"/>
              <a:lstStyle/>
              <a:p>
                <a:endParaRPr lang="en-US"/>
              </a:p>
            </p:txBody>
          </p:sp>
          <p:grpSp>
            <p:nvGrpSpPr>
              <p:cNvPr id="28" name="Graphic 21">
                <a:extLst>
                  <a:ext uri="{FF2B5EF4-FFF2-40B4-BE49-F238E27FC236}">
                    <a16:creationId xmlns:a16="http://schemas.microsoft.com/office/drawing/2014/main" id="{8639DD85-530A-4410-999F-96017AD201EE}"/>
                  </a:ext>
                </a:extLst>
              </p:cNvPr>
              <p:cNvGrpSpPr/>
              <p:nvPr/>
            </p:nvGrpSpPr>
            <p:grpSpPr>
              <a:xfrm>
                <a:off x="9356344" y="1748792"/>
                <a:ext cx="1642193" cy="500215"/>
                <a:chOff x="9356344" y="1748792"/>
                <a:chExt cx="1642193" cy="500215"/>
              </a:xfrm>
              <a:grpFill/>
            </p:grpSpPr>
            <p:sp>
              <p:nvSpPr>
                <p:cNvPr id="29" name="Freeform: Shape 28">
                  <a:extLst>
                    <a:ext uri="{FF2B5EF4-FFF2-40B4-BE49-F238E27FC236}">
                      <a16:creationId xmlns:a16="http://schemas.microsoft.com/office/drawing/2014/main" id="{45B023AB-77F1-46AE-974C-D90314674B48}"/>
                    </a:ext>
                  </a:extLst>
                </p:cNvPr>
                <p:cNvSpPr/>
                <p:nvPr/>
              </p:nvSpPr>
              <p:spPr>
                <a:xfrm rot="9989427">
                  <a:off x="10799654" y="1769144"/>
                  <a:ext cx="187958" cy="115791"/>
                </a:xfrm>
                <a:custGeom>
                  <a:avLst/>
                  <a:gdLst>
                    <a:gd name="connsiteX0" fmla="*/ 0 w 187958"/>
                    <a:gd name="connsiteY0" fmla="*/ 0 h 115791"/>
                    <a:gd name="connsiteX1" fmla="*/ 187959 w 187958"/>
                    <a:gd name="connsiteY1" fmla="*/ 0 h 115791"/>
                    <a:gd name="connsiteX2" fmla="*/ 187959 w 187958"/>
                    <a:gd name="connsiteY2" fmla="*/ 115791 h 115791"/>
                    <a:gd name="connsiteX3" fmla="*/ 0 w 187958"/>
                    <a:gd name="connsiteY3" fmla="*/ 115791 h 115791"/>
                  </a:gdLst>
                  <a:ahLst/>
                  <a:cxnLst>
                    <a:cxn ang="0">
                      <a:pos x="connsiteX0" y="connsiteY0"/>
                    </a:cxn>
                    <a:cxn ang="0">
                      <a:pos x="connsiteX1" y="connsiteY1"/>
                    </a:cxn>
                    <a:cxn ang="0">
                      <a:pos x="connsiteX2" y="connsiteY2"/>
                    </a:cxn>
                    <a:cxn ang="0">
                      <a:pos x="connsiteX3" y="connsiteY3"/>
                    </a:cxn>
                  </a:cxnLst>
                  <a:rect l="l" t="t" r="r" b="b"/>
                  <a:pathLst>
                    <a:path w="187958" h="115791">
                      <a:moveTo>
                        <a:pt x="0" y="0"/>
                      </a:moveTo>
                      <a:lnTo>
                        <a:pt x="187959" y="0"/>
                      </a:lnTo>
                      <a:lnTo>
                        <a:pt x="187959" y="115791"/>
                      </a:lnTo>
                      <a:lnTo>
                        <a:pt x="0" y="115791"/>
                      </a:lnTo>
                      <a:close/>
                    </a:path>
                  </a:pathLst>
                </a:custGeom>
                <a:grpFill/>
                <a:ln w="5383"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9EC130DB-22FF-480D-AFE0-C391D4B9B5E4}"/>
                    </a:ext>
                  </a:extLst>
                </p:cNvPr>
                <p:cNvSpPr/>
                <p:nvPr/>
              </p:nvSpPr>
              <p:spPr>
                <a:xfrm rot="9989427">
                  <a:off x="9351212" y="1977302"/>
                  <a:ext cx="1348562" cy="115791"/>
                </a:xfrm>
                <a:custGeom>
                  <a:avLst/>
                  <a:gdLst>
                    <a:gd name="connsiteX0" fmla="*/ 0 w 1348562"/>
                    <a:gd name="connsiteY0" fmla="*/ 0 h 115791"/>
                    <a:gd name="connsiteX1" fmla="*/ 1348563 w 1348562"/>
                    <a:gd name="connsiteY1" fmla="*/ 0 h 115791"/>
                    <a:gd name="connsiteX2" fmla="*/ 1348563 w 1348562"/>
                    <a:gd name="connsiteY2" fmla="*/ 115791 h 115791"/>
                    <a:gd name="connsiteX3" fmla="*/ 0 w 1348562"/>
                    <a:gd name="connsiteY3" fmla="*/ 115791 h 115791"/>
                  </a:gdLst>
                  <a:ahLst/>
                  <a:cxnLst>
                    <a:cxn ang="0">
                      <a:pos x="connsiteX0" y="connsiteY0"/>
                    </a:cxn>
                    <a:cxn ang="0">
                      <a:pos x="connsiteX1" y="connsiteY1"/>
                    </a:cxn>
                    <a:cxn ang="0">
                      <a:pos x="connsiteX2" y="connsiteY2"/>
                    </a:cxn>
                    <a:cxn ang="0">
                      <a:pos x="connsiteX3" y="connsiteY3"/>
                    </a:cxn>
                  </a:cxnLst>
                  <a:rect l="l" t="t" r="r" b="b"/>
                  <a:pathLst>
                    <a:path w="1348562" h="115791">
                      <a:moveTo>
                        <a:pt x="0" y="0"/>
                      </a:moveTo>
                      <a:lnTo>
                        <a:pt x="1348563" y="0"/>
                      </a:lnTo>
                      <a:lnTo>
                        <a:pt x="1348563" y="115791"/>
                      </a:lnTo>
                      <a:lnTo>
                        <a:pt x="0" y="115791"/>
                      </a:lnTo>
                      <a:close/>
                    </a:path>
                  </a:pathLst>
                </a:custGeom>
                <a:grpFill/>
                <a:ln w="5383" cap="flat">
                  <a:noFill/>
                  <a:prstDash val="solid"/>
                  <a:miter/>
                </a:ln>
              </p:spPr>
              <p:txBody>
                <a:bodyPr rtlCol="0" anchor="ctr"/>
                <a:lstStyle/>
                <a:p>
                  <a:endParaRPr lang="en-US"/>
                </a:p>
              </p:txBody>
            </p:sp>
          </p:grpSp>
          <p:grpSp>
            <p:nvGrpSpPr>
              <p:cNvPr id="31" name="Graphic 21">
                <a:extLst>
                  <a:ext uri="{FF2B5EF4-FFF2-40B4-BE49-F238E27FC236}">
                    <a16:creationId xmlns:a16="http://schemas.microsoft.com/office/drawing/2014/main" id="{8639DD85-530A-4410-999F-96017AD201EE}"/>
                  </a:ext>
                </a:extLst>
              </p:cNvPr>
              <p:cNvGrpSpPr/>
              <p:nvPr/>
            </p:nvGrpSpPr>
            <p:grpSpPr>
              <a:xfrm>
                <a:off x="9412815" y="1985308"/>
                <a:ext cx="1642590" cy="500870"/>
                <a:chOff x="9412815" y="1985308"/>
                <a:chExt cx="1642590" cy="500870"/>
              </a:xfrm>
              <a:grpFill/>
            </p:grpSpPr>
            <p:sp>
              <p:nvSpPr>
                <p:cNvPr id="32" name="Freeform: Shape 31">
                  <a:extLst>
                    <a:ext uri="{FF2B5EF4-FFF2-40B4-BE49-F238E27FC236}">
                      <a16:creationId xmlns:a16="http://schemas.microsoft.com/office/drawing/2014/main" id="{F2E773F9-F158-4478-A5D0-190D60C51003}"/>
                    </a:ext>
                  </a:extLst>
                </p:cNvPr>
                <p:cNvSpPr/>
                <p:nvPr/>
              </p:nvSpPr>
              <p:spPr>
                <a:xfrm rot="9989427">
                  <a:off x="10283983" y="2073473"/>
                  <a:ext cx="768529" cy="115791"/>
                </a:xfrm>
                <a:custGeom>
                  <a:avLst/>
                  <a:gdLst>
                    <a:gd name="connsiteX0" fmla="*/ 0 w 768529"/>
                    <a:gd name="connsiteY0" fmla="*/ 0 h 115791"/>
                    <a:gd name="connsiteX1" fmla="*/ 768529 w 768529"/>
                    <a:gd name="connsiteY1" fmla="*/ 0 h 115791"/>
                    <a:gd name="connsiteX2" fmla="*/ 768529 w 768529"/>
                    <a:gd name="connsiteY2" fmla="*/ 115791 h 115791"/>
                    <a:gd name="connsiteX3" fmla="*/ 0 w 768529"/>
                    <a:gd name="connsiteY3" fmla="*/ 115791 h 115791"/>
                  </a:gdLst>
                  <a:ahLst/>
                  <a:cxnLst>
                    <a:cxn ang="0">
                      <a:pos x="connsiteX0" y="connsiteY0"/>
                    </a:cxn>
                    <a:cxn ang="0">
                      <a:pos x="connsiteX1" y="connsiteY1"/>
                    </a:cxn>
                    <a:cxn ang="0">
                      <a:pos x="connsiteX2" y="connsiteY2"/>
                    </a:cxn>
                    <a:cxn ang="0">
                      <a:pos x="connsiteX3" y="connsiteY3"/>
                    </a:cxn>
                  </a:cxnLst>
                  <a:rect l="l" t="t" r="r" b="b"/>
                  <a:pathLst>
                    <a:path w="768529" h="115791">
                      <a:moveTo>
                        <a:pt x="0" y="0"/>
                      </a:moveTo>
                      <a:lnTo>
                        <a:pt x="768529" y="0"/>
                      </a:lnTo>
                      <a:lnTo>
                        <a:pt x="768529" y="115791"/>
                      </a:lnTo>
                      <a:lnTo>
                        <a:pt x="0" y="115791"/>
                      </a:lnTo>
                      <a:close/>
                    </a:path>
                  </a:pathLst>
                </a:custGeom>
                <a:grpFill/>
                <a:ln w="5383"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B49827A-B46D-4B41-A87F-5C20B0A2DC27}"/>
                    </a:ext>
                  </a:extLst>
                </p:cNvPr>
                <p:cNvSpPr/>
                <p:nvPr/>
              </p:nvSpPr>
              <p:spPr>
                <a:xfrm rot="9989427">
                  <a:off x="9415707" y="2282222"/>
                  <a:ext cx="768529" cy="115791"/>
                </a:xfrm>
                <a:custGeom>
                  <a:avLst/>
                  <a:gdLst>
                    <a:gd name="connsiteX0" fmla="*/ 0 w 768529"/>
                    <a:gd name="connsiteY0" fmla="*/ 0 h 115791"/>
                    <a:gd name="connsiteX1" fmla="*/ 768529 w 768529"/>
                    <a:gd name="connsiteY1" fmla="*/ 0 h 115791"/>
                    <a:gd name="connsiteX2" fmla="*/ 768529 w 768529"/>
                    <a:gd name="connsiteY2" fmla="*/ 115791 h 115791"/>
                    <a:gd name="connsiteX3" fmla="*/ 0 w 768529"/>
                    <a:gd name="connsiteY3" fmla="*/ 115791 h 115791"/>
                  </a:gdLst>
                  <a:ahLst/>
                  <a:cxnLst>
                    <a:cxn ang="0">
                      <a:pos x="connsiteX0" y="connsiteY0"/>
                    </a:cxn>
                    <a:cxn ang="0">
                      <a:pos x="connsiteX1" y="connsiteY1"/>
                    </a:cxn>
                    <a:cxn ang="0">
                      <a:pos x="connsiteX2" y="connsiteY2"/>
                    </a:cxn>
                    <a:cxn ang="0">
                      <a:pos x="connsiteX3" y="connsiteY3"/>
                    </a:cxn>
                  </a:cxnLst>
                  <a:rect l="l" t="t" r="r" b="b"/>
                  <a:pathLst>
                    <a:path w="768529" h="115791">
                      <a:moveTo>
                        <a:pt x="0" y="0"/>
                      </a:moveTo>
                      <a:lnTo>
                        <a:pt x="768529" y="0"/>
                      </a:lnTo>
                      <a:lnTo>
                        <a:pt x="768529" y="115791"/>
                      </a:lnTo>
                      <a:lnTo>
                        <a:pt x="0" y="115791"/>
                      </a:lnTo>
                      <a:close/>
                    </a:path>
                  </a:pathLst>
                </a:custGeom>
                <a:grpFill/>
                <a:ln w="5383" cap="flat">
                  <a:noFill/>
                  <a:prstDash val="solid"/>
                  <a:miter/>
                </a:ln>
              </p:spPr>
              <p:txBody>
                <a:bodyPr rtlCol="0" anchor="ctr"/>
                <a:lstStyle/>
                <a:p>
                  <a:endParaRPr lang="en-US"/>
                </a:p>
              </p:txBody>
            </p:sp>
          </p:grpSp>
          <p:grpSp>
            <p:nvGrpSpPr>
              <p:cNvPr id="34" name="Graphic 21">
                <a:extLst>
                  <a:ext uri="{FF2B5EF4-FFF2-40B4-BE49-F238E27FC236}">
                    <a16:creationId xmlns:a16="http://schemas.microsoft.com/office/drawing/2014/main" id="{8639DD85-530A-4410-999F-96017AD201EE}"/>
                  </a:ext>
                </a:extLst>
              </p:cNvPr>
              <p:cNvGrpSpPr/>
              <p:nvPr/>
            </p:nvGrpSpPr>
            <p:grpSpPr>
              <a:xfrm>
                <a:off x="9469554" y="2222332"/>
                <a:ext cx="1642591" cy="500865"/>
                <a:chOff x="9469554" y="2222332"/>
                <a:chExt cx="1642591" cy="500865"/>
              </a:xfrm>
              <a:grpFill/>
            </p:grpSpPr>
            <p:sp>
              <p:nvSpPr>
                <p:cNvPr id="35" name="Freeform: Shape 34">
                  <a:extLst>
                    <a:ext uri="{FF2B5EF4-FFF2-40B4-BE49-F238E27FC236}">
                      <a16:creationId xmlns:a16="http://schemas.microsoft.com/office/drawing/2014/main" id="{21F71E4B-5CB0-4D54-B943-1BF25F9B8262}"/>
                    </a:ext>
                  </a:extLst>
                </p:cNvPr>
                <p:cNvSpPr/>
                <p:nvPr/>
              </p:nvSpPr>
              <p:spPr>
                <a:xfrm rot="9989427">
                  <a:off x="10569632" y="2283384"/>
                  <a:ext cx="536408" cy="115791"/>
                </a:xfrm>
                <a:custGeom>
                  <a:avLst/>
                  <a:gdLst>
                    <a:gd name="connsiteX0" fmla="*/ 0 w 536408"/>
                    <a:gd name="connsiteY0" fmla="*/ 0 h 115791"/>
                    <a:gd name="connsiteX1" fmla="*/ 536409 w 536408"/>
                    <a:gd name="connsiteY1" fmla="*/ 0 h 115791"/>
                    <a:gd name="connsiteX2" fmla="*/ 536409 w 536408"/>
                    <a:gd name="connsiteY2" fmla="*/ 115791 h 115791"/>
                    <a:gd name="connsiteX3" fmla="*/ 0 w 536408"/>
                    <a:gd name="connsiteY3" fmla="*/ 115791 h 115791"/>
                  </a:gdLst>
                  <a:ahLst/>
                  <a:cxnLst>
                    <a:cxn ang="0">
                      <a:pos x="connsiteX0" y="connsiteY0"/>
                    </a:cxn>
                    <a:cxn ang="0">
                      <a:pos x="connsiteX1" y="connsiteY1"/>
                    </a:cxn>
                    <a:cxn ang="0">
                      <a:pos x="connsiteX2" y="connsiteY2"/>
                    </a:cxn>
                    <a:cxn ang="0">
                      <a:pos x="connsiteX3" y="connsiteY3"/>
                    </a:cxn>
                  </a:cxnLst>
                  <a:rect l="l" t="t" r="r" b="b"/>
                  <a:pathLst>
                    <a:path w="536408" h="115791">
                      <a:moveTo>
                        <a:pt x="0" y="0"/>
                      </a:moveTo>
                      <a:lnTo>
                        <a:pt x="536409" y="0"/>
                      </a:lnTo>
                      <a:lnTo>
                        <a:pt x="536409" y="115791"/>
                      </a:lnTo>
                      <a:lnTo>
                        <a:pt x="0" y="115791"/>
                      </a:lnTo>
                      <a:close/>
                    </a:path>
                  </a:pathLst>
                </a:custGeom>
                <a:grpFill/>
                <a:ln w="5383"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F1B2C4A-A4CD-4971-B67E-C9B4AE727D2B}"/>
                    </a:ext>
                  </a:extLst>
                </p:cNvPr>
                <p:cNvSpPr/>
                <p:nvPr/>
              </p:nvSpPr>
              <p:spPr>
                <a:xfrm rot="9989427">
                  <a:off x="9469235" y="2492129"/>
                  <a:ext cx="1000650" cy="115791"/>
                </a:xfrm>
                <a:custGeom>
                  <a:avLst/>
                  <a:gdLst>
                    <a:gd name="connsiteX0" fmla="*/ 0 w 1000650"/>
                    <a:gd name="connsiteY0" fmla="*/ 0 h 115791"/>
                    <a:gd name="connsiteX1" fmla="*/ 1000651 w 1000650"/>
                    <a:gd name="connsiteY1" fmla="*/ 0 h 115791"/>
                    <a:gd name="connsiteX2" fmla="*/ 1000651 w 1000650"/>
                    <a:gd name="connsiteY2" fmla="*/ 115791 h 115791"/>
                    <a:gd name="connsiteX3" fmla="*/ 0 w 1000650"/>
                    <a:gd name="connsiteY3" fmla="*/ 115791 h 115791"/>
                  </a:gdLst>
                  <a:ahLst/>
                  <a:cxnLst>
                    <a:cxn ang="0">
                      <a:pos x="connsiteX0" y="connsiteY0"/>
                    </a:cxn>
                    <a:cxn ang="0">
                      <a:pos x="connsiteX1" y="connsiteY1"/>
                    </a:cxn>
                    <a:cxn ang="0">
                      <a:pos x="connsiteX2" y="connsiteY2"/>
                    </a:cxn>
                    <a:cxn ang="0">
                      <a:pos x="connsiteX3" y="connsiteY3"/>
                    </a:cxn>
                  </a:cxnLst>
                  <a:rect l="l" t="t" r="r" b="b"/>
                  <a:pathLst>
                    <a:path w="1000650" h="115791">
                      <a:moveTo>
                        <a:pt x="0" y="0"/>
                      </a:moveTo>
                      <a:lnTo>
                        <a:pt x="1000651" y="0"/>
                      </a:lnTo>
                      <a:lnTo>
                        <a:pt x="1000651" y="115791"/>
                      </a:lnTo>
                      <a:lnTo>
                        <a:pt x="0" y="115791"/>
                      </a:lnTo>
                      <a:close/>
                    </a:path>
                  </a:pathLst>
                </a:custGeom>
                <a:grpFill/>
                <a:ln w="5383" cap="flat">
                  <a:noFill/>
                  <a:prstDash val="solid"/>
                  <a:miter/>
                </a:ln>
              </p:spPr>
              <p:txBody>
                <a:bodyPr rtlCol="0" anchor="ctr"/>
                <a:lstStyle/>
                <a:p>
                  <a:endParaRPr lang="en-US"/>
                </a:p>
              </p:txBody>
            </p:sp>
          </p:grpSp>
        </p:grpSp>
        <p:grpSp>
          <p:nvGrpSpPr>
            <p:cNvPr id="37" name="Graphic 21">
              <a:extLst>
                <a:ext uri="{FF2B5EF4-FFF2-40B4-BE49-F238E27FC236}">
                  <a16:creationId xmlns:a16="http://schemas.microsoft.com/office/drawing/2014/main" id="{8639DD85-530A-4410-999F-96017AD201EE}"/>
                </a:ext>
              </a:extLst>
            </p:cNvPr>
            <p:cNvGrpSpPr/>
            <p:nvPr/>
          </p:nvGrpSpPr>
          <p:grpSpPr>
            <a:xfrm>
              <a:off x="7218053" y="2988682"/>
              <a:ext cx="2251038" cy="1628822"/>
              <a:chOff x="7218053" y="2988682"/>
              <a:chExt cx="2251038" cy="1628822"/>
            </a:xfrm>
            <a:solidFill>
              <a:schemeClr val="accent4">
                <a:alpha val="25000"/>
              </a:schemeClr>
            </a:solidFill>
          </p:grpSpPr>
          <p:sp>
            <p:nvSpPr>
              <p:cNvPr id="38" name="Freeform: Shape 37">
                <a:extLst>
                  <a:ext uri="{FF2B5EF4-FFF2-40B4-BE49-F238E27FC236}">
                    <a16:creationId xmlns:a16="http://schemas.microsoft.com/office/drawing/2014/main" id="{FDBCDB05-AE15-4EF9-AA8B-B34C62B36FE9}"/>
                  </a:ext>
                </a:extLst>
              </p:cNvPr>
              <p:cNvSpPr/>
              <p:nvPr/>
            </p:nvSpPr>
            <p:spPr>
              <a:xfrm>
                <a:off x="7218053" y="2988682"/>
                <a:ext cx="2251038" cy="1628822"/>
              </a:xfrm>
              <a:custGeom>
                <a:avLst/>
                <a:gdLst>
                  <a:gd name="connsiteX0" fmla="*/ 2169019 w 2251038"/>
                  <a:gd name="connsiteY0" fmla="*/ 1628823 h 1628822"/>
                  <a:gd name="connsiteX1" fmla="*/ 2160940 w 2251038"/>
                  <a:gd name="connsiteY1" fmla="*/ 1621283 h 1628822"/>
                  <a:gd name="connsiteX2" fmla="*/ 1795244 w 2251038"/>
                  <a:gd name="connsiteY2" fmla="*/ 1283593 h 1628822"/>
                  <a:gd name="connsiteX3" fmla="*/ 140187 w 2251038"/>
                  <a:gd name="connsiteY3" fmla="*/ 886120 h 1628822"/>
                  <a:gd name="connsiteX4" fmla="*/ 27085 w 2251038"/>
                  <a:gd name="connsiteY4" fmla="*/ 803718 h 1628822"/>
                  <a:gd name="connsiteX5" fmla="*/ 5003 w 2251038"/>
                  <a:gd name="connsiteY5" fmla="*/ 665302 h 1628822"/>
                  <a:gd name="connsiteX6" fmla="*/ 131031 w 2251038"/>
                  <a:gd name="connsiteY6" fmla="*/ 140187 h 1628822"/>
                  <a:gd name="connsiteX7" fmla="*/ 213434 w 2251038"/>
                  <a:gd name="connsiteY7" fmla="*/ 27085 h 1628822"/>
                  <a:gd name="connsiteX8" fmla="*/ 351849 w 2251038"/>
                  <a:gd name="connsiteY8" fmla="*/ 5003 h 1628822"/>
                  <a:gd name="connsiteX9" fmla="*/ 2110852 w 2251038"/>
                  <a:gd name="connsiteY9" fmla="*/ 427789 h 1628822"/>
                  <a:gd name="connsiteX10" fmla="*/ 2223954 w 2251038"/>
                  <a:gd name="connsiteY10" fmla="*/ 510191 h 1628822"/>
                  <a:gd name="connsiteX11" fmla="*/ 2246036 w 2251038"/>
                  <a:gd name="connsiteY11" fmla="*/ 648607 h 1628822"/>
                  <a:gd name="connsiteX12" fmla="*/ 2120008 w 2251038"/>
                  <a:gd name="connsiteY12" fmla="*/ 1172645 h 1628822"/>
                  <a:gd name="connsiteX13" fmla="*/ 2152323 w 2251038"/>
                  <a:gd name="connsiteY13" fmla="*/ 1395618 h 1628822"/>
                  <a:gd name="connsiteX14" fmla="*/ 2170635 w 2251038"/>
                  <a:gd name="connsiteY14" fmla="*/ 1628823 h 1628822"/>
                  <a:gd name="connsiteX15" fmla="*/ 2169019 w 2251038"/>
                  <a:gd name="connsiteY15" fmla="*/ 1628823 h 1628822"/>
                  <a:gd name="connsiteX16" fmla="*/ 308762 w 2251038"/>
                  <a:gd name="connsiteY16" fmla="*/ 11466 h 1628822"/>
                  <a:gd name="connsiteX17" fmla="*/ 219358 w 2251038"/>
                  <a:gd name="connsiteY17" fmla="*/ 36779 h 1628822"/>
                  <a:gd name="connsiteX18" fmla="*/ 142341 w 2251038"/>
                  <a:gd name="connsiteY18" fmla="*/ 142880 h 1628822"/>
                  <a:gd name="connsiteX19" fmla="*/ 16313 w 2251038"/>
                  <a:gd name="connsiteY19" fmla="*/ 667995 h 1628822"/>
                  <a:gd name="connsiteX20" fmla="*/ 36779 w 2251038"/>
                  <a:gd name="connsiteY20" fmla="*/ 797793 h 1628822"/>
                  <a:gd name="connsiteX21" fmla="*/ 142880 w 2251038"/>
                  <a:gd name="connsiteY21" fmla="*/ 874810 h 1628822"/>
                  <a:gd name="connsiteX22" fmla="*/ 1800630 w 2251038"/>
                  <a:gd name="connsiteY22" fmla="*/ 1273360 h 1628822"/>
                  <a:gd name="connsiteX23" fmla="*/ 1801707 w 2251038"/>
                  <a:gd name="connsiteY23" fmla="*/ 1274437 h 1628822"/>
                  <a:gd name="connsiteX24" fmla="*/ 2165787 w 2251038"/>
                  <a:gd name="connsiteY24" fmla="*/ 1608357 h 1628822"/>
                  <a:gd name="connsiteX25" fmla="*/ 2108698 w 2251038"/>
                  <a:gd name="connsiteY25" fmla="*/ 1173722 h 1628822"/>
                  <a:gd name="connsiteX26" fmla="*/ 2108698 w 2251038"/>
                  <a:gd name="connsiteY26" fmla="*/ 1172645 h 1628822"/>
                  <a:gd name="connsiteX27" fmla="*/ 2108698 w 2251038"/>
                  <a:gd name="connsiteY27" fmla="*/ 1171568 h 1628822"/>
                  <a:gd name="connsiteX28" fmla="*/ 2234726 w 2251038"/>
                  <a:gd name="connsiteY28" fmla="*/ 646452 h 1628822"/>
                  <a:gd name="connsiteX29" fmla="*/ 2214260 w 2251038"/>
                  <a:gd name="connsiteY29" fmla="*/ 516654 h 1628822"/>
                  <a:gd name="connsiteX30" fmla="*/ 2108159 w 2251038"/>
                  <a:gd name="connsiteY30" fmla="*/ 439637 h 1628822"/>
                  <a:gd name="connsiteX31" fmla="*/ 349156 w 2251038"/>
                  <a:gd name="connsiteY31" fmla="*/ 16852 h 1628822"/>
                  <a:gd name="connsiteX32" fmla="*/ 308762 w 2251038"/>
                  <a:gd name="connsiteY32" fmla="*/ 11466 h 162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251038" h="1628822">
                    <a:moveTo>
                      <a:pt x="2169019" y="1628823"/>
                    </a:moveTo>
                    <a:cubicBezTo>
                      <a:pt x="2164172" y="1628823"/>
                      <a:pt x="2162018" y="1623437"/>
                      <a:pt x="2160940" y="1621283"/>
                    </a:cubicBezTo>
                    <a:cubicBezTo>
                      <a:pt x="2149091" y="1595969"/>
                      <a:pt x="2019294" y="1475866"/>
                      <a:pt x="1795244" y="1283593"/>
                    </a:cubicBezTo>
                    <a:lnTo>
                      <a:pt x="140187" y="886120"/>
                    </a:lnTo>
                    <a:cubicBezTo>
                      <a:pt x="92792" y="874810"/>
                      <a:pt x="52398" y="845188"/>
                      <a:pt x="27085" y="803718"/>
                    </a:cubicBezTo>
                    <a:cubicBezTo>
                      <a:pt x="1772" y="762247"/>
                      <a:pt x="-6307" y="712698"/>
                      <a:pt x="5003" y="665302"/>
                    </a:cubicBezTo>
                    <a:lnTo>
                      <a:pt x="131031" y="140187"/>
                    </a:lnTo>
                    <a:cubicBezTo>
                      <a:pt x="142341" y="92792"/>
                      <a:pt x="171963" y="52398"/>
                      <a:pt x="213434" y="27085"/>
                    </a:cubicBezTo>
                    <a:cubicBezTo>
                      <a:pt x="254904" y="1772"/>
                      <a:pt x="304454" y="-6307"/>
                      <a:pt x="351849" y="5003"/>
                    </a:cubicBezTo>
                    <a:lnTo>
                      <a:pt x="2110852" y="427789"/>
                    </a:lnTo>
                    <a:cubicBezTo>
                      <a:pt x="2158247" y="439099"/>
                      <a:pt x="2198641" y="468721"/>
                      <a:pt x="2223954" y="510191"/>
                    </a:cubicBezTo>
                    <a:cubicBezTo>
                      <a:pt x="2249267" y="551662"/>
                      <a:pt x="2257346" y="601212"/>
                      <a:pt x="2246036" y="648607"/>
                    </a:cubicBezTo>
                    <a:lnTo>
                      <a:pt x="2120008" y="1172645"/>
                    </a:lnTo>
                    <a:cubicBezTo>
                      <a:pt x="2121624" y="1184494"/>
                      <a:pt x="2137781" y="1290594"/>
                      <a:pt x="2152323" y="1395618"/>
                    </a:cubicBezTo>
                    <a:cubicBezTo>
                      <a:pt x="2184099" y="1625053"/>
                      <a:pt x="2177636" y="1626668"/>
                      <a:pt x="2170635" y="1628823"/>
                    </a:cubicBezTo>
                    <a:cubicBezTo>
                      <a:pt x="2170635" y="1628823"/>
                      <a:pt x="2169557" y="1628823"/>
                      <a:pt x="2169019" y="1628823"/>
                    </a:cubicBezTo>
                    <a:close/>
                    <a:moveTo>
                      <a:pt x="308762" y="11466"/>
                    </a:moveTo>
                    <a:cubicBezTo>
                      <a:pt x="277525" y="11466"/>
                      <a:pt x="246826" y="20083"/>
                      <a:pt x="219358" y="36779"/>
                    </a:cubicBezTo>
                    <a:cubicBezTo>
                      <a:pt x="180042" y="60477"/>
                      <a:pt x="152574" y="98716"/>
                      <a:pt x="142341" y="142880"/>
                    </a:cubicBezTo>
                    <a:lnTo>
                      <a:pt x="16313" y="667995"/>
                    </a:lnTo>
                    <a:cubicBezTo>
                      <a:pt x="5542" y="712698"/>
                      <a:pt x="13082" y="758477"/>
                      <a:pt x="36779" y="797793"/>
                    </a:cubicBezTo>
                    <a:cubicBezTo>
                      <a:pt x="60477" y="837110"/>
                      <a:pt x="98716" y="864577"/>
                      <a:pt x="142880" y="874810"/>
                    </a:cubicBezTo>
                    <a:lnTo>
                      <a:pt x="1800630" y="1273360"/>
                    </a:lnTo>
                    <a:lnTo>
                      <a:pt x="1801707" y="1274437"/>
                    </a:lnTo>
                    <a:cubicBezTo>
                      <a:pt x="1950355" y="1402619"/>
                      <a:pt x="2129164" y="1559346"/>
                      <a:pt x="2165787" y="1608357"/>
                    </a:cubicBezTo>
                    <a:cubicBezTo>
                      <a:pt x="2164172" y="1551267"/>
                      <a:pt x="2131318" y="1320755"/>
                      <a:pt x="2108698" y="1173722"/>
                    </a:cubicBezTo>
                    <a:lnTo>
                      <a:pt x="2108698" y="1172645"/>
                    </a:lnTo>
                    <a:lnTo>
                      <a:pt x="2108698" y="1171568"/>
                    </a:lnTo>
                    <a:lnTo>
                      <a:pt x="2234726" y="646452"/>
                    </a:lnTo>
                    <a:cubicBezTo>
                      <a:pt x="2245497" y="601750"/>
                      <a:pt x="2237957" y="555971"/>
                      <a:pt x="2214260" y="516654"/>
                    </a:cubicBezTo>
                    <a:cubicBezTo>
                      <a:pt x="2190562" y="477338"/>
                      <a:pt x="2152323" y="449870"/>
                      <a:pt x="2108159" y="439637"/>
                    </a:cubicBezTo>
                    <a:lnTo>
                      <a:pt x="349156" y="16852"/>
                    </a:lnTo>
                    <a:cubicBezTo>
                      <a:pt x="335691" y="13082"/>
                      <a:pt x="322227" y="11466"/>
                      <a:pt x="308762" y="11466"/>
                    </a:cubicBezTo>
                    <a:close/>
                  </a:path>
                </a:pathLst>
              </a:custGeom>
              <a:grpFill/>
              <a:ln w="5383" cap="flat">
                <a:noFill/>
                <a:prstDash val="solid"/>
                <a:miter/>
              </a:ln>
            </p:spPr>
            <p:txBody>
              <a:bodyPr rtlCol="0" anchor="ctr"/>
              <a:lstStyle/>
              <a:p>
                <a:endParaRPr lang="en-US"/>
              </a:p>
            </p:txBody>
          </p:sp>
          <p:grpSp>
            <p:nvGrpSpPr>
              <p:cNvPr id="39" name="Graphic 21">
                <a:extLst>
                  <a:ext uri="{FF2B5EF4-FFF2-40B4-BE49-F238E27FC236}">
                    <a16:creationId xmlns:a16="http://schemas.microsoft.com/office/drawing/2014/main" id="{8639DD85-530A-4410-999F-96017AD201EE}"/>
                  </a:ext>
                </a:extLst>
              </p:cNvPr>
              <p:cNvGrpSpPr/>
              <p:nvPr/>
            </p:nvGrpSpPr>
            <p:grpSpPr>
              <a:xfrm>
                <a:off x="7559974" y="3159018"/>
                <a:ext cx="1642385" cy="501069"/>
                <a:chOff x="7559974" y="3159018"/>
                <a:chExt cx="1642385" cy="501069"/>
              </a:xfrm>
              <a:grpFill/>
            </p:grpSpPr>
            <p:sp>
              <p:nvSpPr>
                <p:cNvPr id="40" name="Freeform: Shape 39">
                  <a:extLst>
                    <a:ext uri="{FF2B5EF4-FFF2-40B4-BE49-F238E27FC236}">
                      <a16:creationId xmlns:a16="http://schemas.microsoft.com/office/drawing/2014/main" id="{BB73CD5F-66B8-4268-BA16-6BD2C2500289}"/>
                    </a:ext>
                  </a:extLst>
                </p:cNvPr>
                <p:cNvSpPr/>
                <p:nvPr/>
              </p:nvSpPr>
              <p:spPr>
                <a:xfrm rot="810573">
                  <a:off x="7570899" y="3179370"/>
                  <a:ext cx="187958" cy="115791"/>
                </a:xfrm>
                <a:custGeom>
                  <a:avLst/>
                  <a:gdLst>
                    <a:gd name="connsiteX0" fmla="*/ 0 w 187958"/>
                    <a:gd name="connsiteY0" fmla="*/ 0 h 115791"/>
                    <a:gd name="connsiteX1" fmla="*/ 187959 w 187958"/>
                    <a:gd name="connsiteY1" fmla="*/ 0 h 115791"/>
                    <a:gd name="connsiteX2" fmla="*/ 187959 w 187958"/>
                    <a:gd name="connsiteY2" fmla="*/ 115791 h 115791"/>
                    <a:gd name="connsiteX3" fmla="*/ 0 w 187958"/>
                    <a:gd name="connsiteY3" fmla="*/ 115791 h 115791"/>
                  </a:gdLst>
                  <a:ahLst/>
                  <a:cxnLst>
                    <a:cxn ang="0">
                      <a:pos x="connsiteX0" y="connsiteY0"/>
                    </a:cxn>
                    <a:cxn ang="0">
                      <a:pos x="connsiteX1" y="connsiteY1"/>
                    </a:cxn>
                    <a:cxn ang="0">
                      <a:pos x="connsiteX2" y="connsiteY2"/>
                    </a:cxn>
                    <a:cxn ang="0">
                      <a:pos x="connsiteX3" y="connsiteY3"/>
                    </a:cxn>
                  </a:cxnLst>
                  <a:rect l="l" t="t" r="r" b="b"/>
                  <a:pathLst>
                    <a:path w="187958" h="115791">
                      <a:moveTo>
                        <a:pt x="0" y="0"/>
                      </a:moveTo>
                      <a:lnTo>
                        <a:pt x="187959" y="0"/>
                      </a:lnTo>
                      <a:lnTo>
                        <a:pt x="187959" y="115791"/>
                      </a:lnTo>
                      <a:lnTo>
                        <a:pt x="0" y="115791"/>
                      </a:lnTo>
                      <a:close/>
                    </a:path>
                  </a:pathLst>
                </a:custGeom>
                <a:grpFill/>
                <a:ln w="5383"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65C5AB3A-3066-4B4C-BD5C-5229948A5604}"/>
                    </a:ext>
                  </a:extLst>
                </p:cNvPr>
                <p:cNvSpPr/>
                <p:nvPr/>
              </p:nvSpPr>
              <p:spPr>
                <a:xfrm rot="810573">
                  <a:off x="7858929" y="3388381"/>
                  <a:ext cx="1348562" cy="115791"/>
                </a:xfrm>
                <a:custGeom>
                  <a:avLst/>
                  <a:gdLst>
                    <a:gd name="connsiteX0" fmla="*/ 0 w 1348562"/>
                    <a:gd name="connsiteY0" fmla="*/ 0 h 115791"/>
                    <a:gd name="connsiteX1" fmla="*/ 1348562 w 1348562"/>
                    <a:gd name="connsiteY1" fmla="*/ 0 h 115791"/>
                    <a:gd name="connsiteX2" fmla="*/ 1348562 w 1348562"/>
                    <a:gd name="connsiteY2" fmla="*/ 115791 h 115791"/>
                    <a:gd name="connsiteX3" fmla="*/ 0 w 1348562"/>
                    <a:gd name="connsiteY3" fmla="*/ 115791 h 115791"/>
                  </a:gdLst>
                  <a:ahLst/>
                  <a:cxnLst>
                    <a:cxn ang="0">
                      <a:pos x="connsiteX0" y="connsiteY0"/>
                    </a:cxn>
                    <a:cxn ang="0">
                      <a:pos x="connsiteX1" y="connsiteY1"/>
                    </a:cxn>
                    <a:cxn ang="0">
                      <a:pos x="connsiteX2" y="connsiteY2"/>
                    </a:cxn>
                    <a:cxn ang="0">
                      <a:pos x="connsiteX3" y="connsiteY3"/>
                    </a:cxn>
                  </a:cxnLst>
                  <a:rect l="l" t="t" r="r" b="b"/>
                  <a:pathLst>
                    <a:path w="1348562" h="115791">
                      <a:moveTo>
                        <a:pt x="0" y="0"/>
                      </a:moveTo>
                      <a:lnTo>
                        <a:pt x="1348562" y="0"/>
                      </a:lnTo>
                      <a:lnTo>
                        <a:pt x="1348562" y="115791"/>
                      </a:lnTo>
                      <a:lnTo>
                        <a:pt x="0" y="115791"/>
                      </a:lnTo>
                      <a:close/>
                    </a:path>
                  </a:pathLst>
                </a:custGeom>
                <a:grpFill/>
                <a:ln w="5383" cap="flat">
                  <a:noFill/>
                  <a:prstDash val="solid"/>
                  <a:miter/>
                </a:ln>
              </p:spPr>
              <p:txBody>
                <a:bodyPr rtlCol="0" anchor="ctr"/>
                <a:lstStyle/>
                <a:p>
                  <a:endParaRPr lang="en-US"/>
                </a:p>
              </p:txBody>
            </p:sp>
          </p:grpSp>
          <p:grpSp>
            <p:nvGrpSpPr>
              <p:cNvPr id="42" name="Graphic 21">
                <a:extLst>
                  <a:ext uri="{FF2B5EF4-FFF2-40B4-BE49-F238E27FC236}">
                    <a16:creationId xmlns:a16="http://schemas.microsoft.com/office/drawing/2014/main" id="{8639DD85-530A-4410-999F-96017AD201EE}"/>
                  </a:ext>
                </a:extLst>
              </p:cNvPr>
              <p:cNvGrpSpPr/>
              <p:nvPr/>
            </p:nvGrpSpPr>
            <p:grpSpPr>
              <a:xfrm>
                <a:off x="7503300" y="3396128"/>
                <a:ext cx="1642514" cy="500543"/>
                <a:chOff x="7503300" y="3396128"/>
                <a:chExt cx="1642514" cy="500543"/>
              </a:xfrm>
              <a:grpFill/>
            </p:grpSpPr>
            <p:sp>
              <p:nvSpPr>
                <p:cNvPr id="43" name="Freeform: Shape 42">
                  <a:extLst>
                    <a:ext uri="{FF2B5EF4-FFF2-40B4-BE49-F238E27FC236}">
                      <a16:creationId xmlns:a16="http://schemas.microsoft.com/office/drawing/2014/main" id="{E3BA0A0D-8615-4ABF-B1EF-0FC0D732C5D7}"/>
                    </a:ext>
                  </a:extLst>
                </p:cNvPr>
                <p:cNvSpPr/>
                <p:nvPr/>
              </p:nvSpPr>
              <p:spPr>
                <a:xfrm rot="810573">
                  <a:off x="7506193" y="3484294"/>
                  <a:ext cx="768529" cy="115791"/>
                </a:xfrm>
                <a:custGeom>
                  <a:avLst/>
                  <a:gdLst>
                    <a:gd name="connsiteX0" fmla="*/ 0 w 768529"/>
                    <a:gd name="connsiteY0" fmla="*/ 0 h 115791"/>
                    <a:gd name="connsiteX1" fmla="*/ 768530 w 768529"/>
                    <a:gd name="connsiteY1" fmla="*/ 0 h 115791"/>
                    <a:gd name="connsiteX2" fmla="*/ 768530 w 768529"/>
                    <a:gd name="connsiteY2" fmla="*/ 115791 h 115791"/>
                    <a:gd name="connsiteX3" fmla="*/ 0 w 768529"/>
                    <a:gd name="connsiteY3" fmla="*/ 115791 h 115791"/>
                  </a:gdLst>
                  <a:ahLst/>
                  <a:cxnLst>
                    <a:cxn ang="0">
                      <a:pos x="connsiteX0" y="connsiteY0"/>
                    </a:cxn>
                    <a:cxn ang="0">
                      <a:pos x="connsiteX1" y="connsiteY1"/>
                    </a:cxn>
                    <a:cxn ang="0">
                      <a:pos x="connsiteX2" y="connsiteY2"/>
                    </a:cxn>
                    <a:cxn ang="0">
                      <a:pos x="connsiteX3" y="connsiteY3"/>
                    </a:cxn>
                  </a:cxnLst>
                  <a:rect l="l" t="t" r="r" b="b"/>
                  <a:pathLst>
                    <a:path w="768529" h="115791">
                      <a:moveTo>
                        <a:pt x="0" y="0"/>
                      </a:moveTo>
                      <a:lnTo>
                        <a:pt x="768530" y="0"/>
                      </a:lnTo>
                      <a:lnTo>
                        <a:pt x="768530" y="115791"/>
                      </a:lnTo>
                      <a:lnTo>
                        <a:pt x="0" y="115791"/>
                      </a:lnTo>
                      <a:close/>
                    </a:path>
                  </a:pathLst>
                </a:custGeom>
                <a:grpFill/>
                <a:ln w="5383"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5EA5C58F-A6BF-4433-BA7C-3BBC7227AE61}"/>
                    </a:ext>
                  </a:extLst>
                </p:cNvPr>
                <p:cNvSpPr/>
                <p:nvPr/>
              </p:nvSpPr>
              <p:spPr>
                <a:xfrm rot="810573">
                  <a:off x="8374392" y="3692715"/>
                  <a:ext cx="768529" cy="115791"/>
                </a:xfrm>
                <a:custGeom>
                  <a:avLst/>
                  <a:gdLst>
                    <a:gd name="connsiteX0" fmla="*/ 0 w 768529"/>
                    <a:gd name="connsiteY0" fmla="*/ 0 h 115791"/>
                    <a:gd name="connsiteX1" fmla="*/ 768530 w 768529"/>
                    <a:gd name="connsiteY1" fmla="*/ 0 h 115791"/>
                    <a:gd name="connsiteX2" fmla="*/ 768530 w 768529"/>
                    <a:gd name="connsiteY2" fmla="*/ 115791 h 115791"/>
                    <a:gd name="connsiteX3" fmla="*/ 0 w 768529"/>
                    <a:gd name="connsiteY3" fmla="*/ 115791 h 115791"/>
                  </a:gdLst>
                  <a:ahLst/>
                  <a:cxnLst>
                    <a:cxn ang="0">
                      <a:pos x="connsiteX0" y="connsiteY0"/>
                    </a:cxn>
                    <a:cxn ang="0">
                      <a:pos x="connsiteX1" y="connsiteY1"/>
                    </a:cxn>
                    <a:cxn ang="0">
                      <a:pos x="connsiteX2" y="connsiteY2"/>
                    </a:cxn>
                    <a:cxn ang="0">
                      <a:pos x="connsiteX3" y="connsiteY3"/>
                    </a:cxn>
                  </a:cxnLst>
                  <a:rect l="l" t="t" r="r" b="b"/>
                  <a:pathLst>
                    <a:path w="768529" h="115791">
                      <a:moveTo>
                        <a:pt x="0" y="0"/>
                      </a:moveTo>
                      <a:lnTo>
                        <a:pt x="768530" y="0"/>
                      </a:lnTo>
                      <a:lnTo>
                        <a:pt x="768530" y="115791"/>
                      </a:lnTo>
                      <a:lnTo>
                        <a:pt x="0" y="115791"/>
                      </a:lnTo>
                      <a:close/>
                    </a:path>
                  </a:pathLst>
                </a:custGeom>
                <a:grpFill/>
                <a:ln w="5383" cap="flat">
                  <a:noFill/>
                  <a:prstDash val="solid"/>
                  <a:miter/>
                </a:ln>
              </p:spPr>
              <p:txBody>
                <a:bodyPr rtlCol="0" anchor="ctr"/>
                <a:lstStyle/>
                <a:p>
                  <a:endParaRPr lang="en-US"/>
                </a:p>
              </p:txBody>
            </p:sp>
          </p:grpSp>
          <p:grpSp>
            <p:nvGrpSpPr>
              <p:cNvPr id="45" name="Graphic 21">
                <a:extLst>
                  <a:ext uri="{FF2B5EF4-FFF2-40B4-BE49-F238E27FC236}">
                    <a16:creationId xmlns:a16="http://schemas.microsoft.com/office/drawing/2014/main" id="{8639DD85-530A-4410-999F-96017AD201EE}"/>
                  </a:ext>
                </a:extLst>
              </p:cNvPr>
              <p:cNvGrpSpPr/>
              <p:nvPr/>
            </p:nvGrpSpPr>
            <p:grpSpPr>
              <a:xfrm>
                <a:off x="7446279" y="3632699"/>
                <a:ext cx="1642386" cy="501068"/>
                <a:chOff x="7446279" y="3632699"/>
                <a:chExt cx="1642386" cy="501068"/>
              </a:xfrm>
              <a:grpFill/>
            </p:grpSpPr>
            <p:sp>
              <p:nvSpPr>
                <p:cNvPr id="46" name="Freeform: Shape 45">
                  <a:extLst>
                    <a:ext uri="{FF2B5EF4-FFF2-40B4-BE49-F238E27FC236}">
                      <a16:creationId xmlns:a16="http://schemas.microsoft.com/office/drawing/2014/main" id="{73ED4CE5-11B7-4708-AEE9-B3DCF142A37C}"/>
                    </a:ext>
                  </a:extLst>
                </p:cNvPr>
                <p:cNvSpPr/>
                <p:nvPr/>
              </p:nvSpPr>
              <p:spPr>
                <a:xfrm rot="810573">
                  <a:off x="7452382" y="3693752"/>
                  <a:ext cx="536408" cy="115791"/>
                </a:xfrm>
                <a:custGeom>
                  <a:avLst/>
                  <a:gdLst>
                    <a:gd name="connsiteX0" fmla="*/ 0 w 536408"/>
                    <a:gd name="connsiteY0" fmla="*/ 0 h 115791"/>
                    <a:gd name="connsiteX1" fmla="*/ 536409 w 536408"/>
                    <a:gd name="connsiteY1" fmla="*/ 0 h 115791"/>
                    <a:gd name="connsiteX2" fmla="*/ 536409 w 536408"/>
                    <a:gd name="connsiteY2" fmla="*/ 115791 h 115791"/>
                    <a:gd name="connsiteX3" fmla="*/ 0 w 536408"/>
                    <a:gd name="connsiteY3" fmla="*/ 115791 h 115791"/>
                  </a:gdLst>
                  <a:ahLst/>
                  <a:cxnLst>
                    <a:cxn ang="0">
                      <a:pos x="connsiteX0" y="connsiteY0"/>
                    </a:cxn>
                    <a:cxn ang="0">
                      <a:pos x="connsiteX1" y="connsiteY1"/>
                    </a:cxn>
                    <a:cxn ang="0">
                      <a:pos x="connsiteX2" y="connsiteY2"/>
                    </a:cxn>
                    <a:cxn ang="0">
                      <a:pos x="connsiteX3" y="connsiteY3"/>
                    </a:cxn>
                  </a:cxnLst>
                  <a:rect l="l" t="t" r="r" b="b"/>
                  <a:pathLst>
                    <a:path w="536408" h="115791">
                      <a:moveTo>
                        <a:pt x="0" y="0"/>
                      </a:moveTo>
                      <a:lnTo>
                        <a:pt x="536409" y="0"/>
                      </a:lnTo>
                      <a:lnTo>
                        <a:pt x="536409" y="115791"/>
                      </a:lnTo>
                      <a:lnTo>
                        <a:pt x="0" y="115791"/>
                      </a:lnTo>
                      <a:close/>
                    </a:path>
                  </a:pathLst>
                </a:custGeom>
                <a:grpFill/>
                <a:ln w="5383"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3E71F0C1-FD9D-446E-B3F9-928BEA2EC632}"/>
                    </a:ext>
                  </a:extLst>
                </p:cNvPr>
                <p:cNvSpPr/>
                <p:nvPr/>
              </p:nvSpPr>
              <p:spPr>
                <a:xfrm rot="810573">
                  <a:off x="8088333" y="3902699"/>
                  <a:ext cx="1000650" cy="115791"/>
                </a:xfrm>
                <a:custGeom>
                  <a:avLst/>
                  <a:gdLst>
                    <a:gd name="connsiteX0" fmla="*/ 0 w 1000650"/>
                    <a:gd name="connsiteY0" fmla="*/ 0 h 115791"/>
                    <a:gd name="connsiteX1" fmla="*/ 1000650 w 1000650"/>
                    <a:gd name="connsiteY1" fmla="*/ 0 h 115791"/>
                    <a:gd name="connsiteX2" fmla="*/ 1000650 w 1000650"/>
                    <a:gd name="connsiteY2" fmla="*/ 115791 h 115791"/>
                    <a:gd name="connsiteX3" fmla="*/ 0 w 1000650"/>
                    <a:gd name="connsiteY3" fmla="*/ 115791 h 115791"/>
                  </a:gdLst>
                  <a:ahLst/>
                  <a:cxnLst>
                    <a:cxn ang="0">
                      <a:pos x="connsiteX0" y="connsiteY0"/>
                    </a:cxn>
                    <a:cxn ang="0">
                      <a:pos x="connsiteX1" y="connsiteY1"/>
                    </a:cxn>
                    <a:cxn ang="0">
                      <a:pos x="connsiteX2" y="connsiteY2"/>
                    </a:cxn>
                    <a:cxn ang="0">
                      <a:pos x="connsiteX3" y="connsiteY3"/>
                    </a:cxn>
                  </a:cxnLst>
                  <a:rect l="l" t="t" r="r" b="b"/>
                  <a:pathLst>
                    <a:path w="1000650" h="115791">
                      <a:moveTo>
                        <a:pt x="0" y="0"/>
                      </a:moveTo>
                      <a:lnTo>
                        <a:pt x="1000650" y="0"/>
                      </a:lnTo>
                      <a:lnTo>
                        <a:pt x="1000650" y="115791"/>
                      </a:lnTo>
                      <a:lnTo>
                        <a:pt x="0" y="115791"/>
                      </a:lnTo>
                      <a:close/>
                    </a:path>
                  </a:pathLst>
                </a:custGeom>
                <a:grpFill/>
                <a:ln w="5383" cap="flat">
                  <a:noFill/>
                  <a:prstDash val="solid"/>
                  <a:miter/>
                </a:ln>
              </p:spPr>
              <p:txBody>
                <a:bodyPr rtlCol="0" anchor="ctr"/>
                <a:lstStyle/>
                <a:p>
                  <a:endParaRPr lang="en-US" dirty="0"/>
                </a:p>
              </p:txBody>
            </p:sp>
          </p:grpSp>
        </p:grpSp>
        <p:sp>
          <p:nvSpPr>
            <p:cNvPr id="48" name="Freeform: Shape 47">
              <a:extLst>
                <a:ext uri="{FF2B5EF4-FFF2-40B4-BE49-F238E27FC236}">
                  <a16:creationId xmlns:a16="http://schemas.microsoft.com/office/drawing/2014/main" id="{3D020785-D44E-4214-A0A2-5B26C8B18709}"/>
                </a:ext>
              </a:extLst>
            </p:cNvPr>
            <p:cNvSpPr/>
            <p:nvPr/>
          </p:nvSpPr>
          <p:spPr>
            <a:xfrm>
              <a:off x="9208183" y="2480418"/>
              <a:ext cx="672767" cy="2132239"/>
            </a:xfrm>
            <a:custGeom>
              <a:avLst/>
              <a:gdLst>
                <a:gd name="connsiteX0" fmla="*/ 635605 w 672767"/>
                <a:gd name="connsiteY0" fmla="*/ 2055222 h 2132239"/>
                <a:gd name="connsiteX1" fmla="*/ 672767 w 672767"/>
                <a:gd name="connsiteY1" fmla="*/ 2132239 h 2132239"/>
                <a:gd name="connsiteX2" fmla="*/ 622141 w 672767"/>
                <a:gd name="connsiteY2" fmla="*/ 2121468 h 2132239"/>
                <a:gd name="connsiteX3" fmla="*/ 598443 w 672767"/>
                <a:gd name="connsiteY3" fmla="*/ 2069764 h 2132239"/>
                <a:gd name="connsiteX4" fmla="*/ 455719 w 672767"/>
                <a:gd name="connsiteY4" fmla="*/ 1705145 h 2132239"/>
                <a:gd name="connsiteX5" fmla="*/ 454103 w 672767"/>
                <a:gd name="connsiteY5" fmla="*/ 1704068 h 2132239"/>
                <a:gd name="connsiteX6" fmla="*/ 441716 w 672767"/>
                <a:gd name="connsiteY6" fmla="*/ 1700837 h 2132239"/>
                <a:gd name="connsiteX7" fmla="*/ 436330 w 672767"/>
                <a:gd name="connsiteY7" fmla="*/ 1700837 h 2132239"/>
                <a:gd name="connsiteX8" fmla="*/ 429329 w 672767"/>
                <a:gd name="connsiteY8" fmla="*/ 1700298 h 2132239"/>
                <a:gd name="connsiteX9" fmla="*/ 414249 w 672767"/>
                <a:gd name="connsiteY9" fmla="*/ 1699221 h 2132239"/>
                <a:gd name="connsiteX10" fmla="*/ 355543 w 672767"/>
                <a:gd name="connsiteY10" fmla="*/ 1692758 h 2132239"/>
                <a:gd name="connsiteX11" fmla="*/ 232747 w 672767"/>
                <a:gd name="connsiteY11" fmla="*/ 1659905 h 2132239"/>
                <a:gd name="connsiteX12" fmla="*/ 102949 w 672767"/>
                <a:gd name="connsiteY12" fmla="*/ 1569962 h 2132239"/>
                <a:gd name="connsiteX13" fmla="*/ 49630 w 672767"/>
                <a:gd name="connsiteY13" fmla="*/ 1496715 h 2132239"/>
                <a:gd name="connsiteX14" fmla="*/ 23239 w 672767"/>
                <a:gd name="connsiteY14" fmla="*/ 1411619 h 2132239"/>
                <a:gd name="connsiteX15" fmla="*/ 83022 w 672767"/>
                <a:gd name="connsiteY15" fmla="*/ 1453628 h 2132239"/>
                <a:gd name="connsiteX16" fmla="*/ 136341 w 672767"/>
                <a:gd name="connsiteY16" fmla="*/ 1482173 h 2132239"/>
                <a:gd name="connsiteX17" fmla="*/ 188583 w 672767"/>
                <a:gd name="connsiteY17" fmla="*/ 1505871 h 2132239"/>
                <a:gd name="connsiteX18" fmla="*/ 242441 w 672767"/>
                <a:gd name="connsiteY18" fmla="*/ 1528491 h 2132239"/>
                <a:gd name="connsiteX19" fmla="*/ 361468 w 672767"/>
                <a:gd name="connsiteY19" fmla="*/ 1589350 h 2132239"/>
                <a:gd name="connsiteX20" fmla="*/ 423404 w 672767"/>
                <a:gd name="connsiteY20" fmla="*/ 1637823 h 2132239"/>
                <a:gd name="connsiteX21" fmla="*/ 437946 w 672767"/>
                <a:gd name="connsiteY21" fmla="*/ 1652364 h 2132239"/>
                <a:gd name="connsiteX22" fmla="*/ 437946 w 672767"/>
                <a:gd name="connsiteY22" fmla="*/ 1652364 h 2132239"/>
                <a:gd name="connsiteX23" fmla="*/ 437946 w 672767"/>
                <a:gd name="connsiteY23" fmla="*/ 1651826 h 2132239"/>
                <a:gd name="connsiteX24" fmla="*/ 308148 w 672767"/>
                <a:gd name="connsiteY24" fmla="*/ 1164949 h 2132239"/>
                <a:gd name="connsiteX25" fmla="*/ 308148 w 672767"/>
                <a:gd name="connsiteY25" fmla="*/ 1164949 h 2132239"/>
                <a:gd name="connsiteX26" fmla="*/ 261292 w 672767"/>
                <a:gd name="connsiteY26" fmla="*/ 1135327 h 2132239"/>
                <a:gd name="connsiteX27" fmla="*/ 207972 w 672767"/>
                <a:gd name="connsiteY27" fmla="*/ 1114323 h 2132239"/>
                <a:gd name="connsiteX28" fmla="*/ 143881 w 672767"/>
                <a:gd name="connsiteY28" fmla="*/ 1079854 h 2132239"/>
                <a:gd name="connsiteX29" fmla="*/ 108874 w 672767"/>
                <a:gd name="connsiteY29" fmla="*/ 1049693 h 2132239"/>
                <a:gd name="connsiteX30" fmla="*/ 78174 w 672767"/>
                <a:gd name="connsiteY30" fmla="*/ 1013608 h 2132239"/>
                <a:gd name="connsiteX31" fmla="*/ 7082 w 672767"/>
                <a:gd name="connsiteY31" fmla="*/ 850418 h 2132239"/>
                <a:gd name="connsiteX32" fmla="*/ 80 w 672767"/>
                <a:gd name="connsiteY32" fmla="*/ 772324 h 2132239"/>
                <a:gd name="connsiteX33" fmla="*/ 2773 w 672767"/>
                <a:gd name="connsiteY33" fmla="*/ 735162 h 2132239"/>
                <a:gd name="connsiteX34" fmla="*/ 9775 w 672767"/>
                <a:gd name="connsiteY34" fmla="*/ 699077 h 2132239"/>
                <a:gd name="connsiteX35" fmla="*/ 54477 w 672767"/>
                <a:gd name="connsiteY35" fmla="*/ 768554 h 2132239"/>
                <a:gd name="connsiteX36" fmla="*/ 90562 w 672767"/>
                <a:gd name="connsiteY36" fmla="*/ 832645 h 2132239"/>
                <a:gd name="connsiteX37" fmla="*/ 155191 w 672767"/>
                <a:gd name="connsiteY37" fmla="*/ 936053 h 2132239"/>
                <a:gd name="connsiteX38" fmla="*/ 188045 w 672767"/>
                <a:gd name="connsiteY38" fmla="*/ 975369 h 2132239"/>
                <a:gd name="connsiteX39" fmla="*/ 235440 w 672767"/>
                <a:gd name="connsiteY39" fmla="*/ 1020610 h 2132239"/>
                <a:gd name="connsiteX40" fmla="*/ 290914 w 672767"/>
                <a:gd name="connsiteY40" fmla="*/ 1086855 h 2132239"/>
                <a:gd name="connsiteX41" fmla="*/ 296838 w 672767"/>
                <a:gd name="connsiteY41" fmla="*/ 1097088 h 2132239"/>
                <a:gd name="connsiteX42" fmla="*/ 296838 w 672767"/>
                <a:gd name="connsiteY42" fmla="*/ 1096011 h 2132239"/>
                <a:gd name="connsiteX43" fmla="*/ 275295 w 672767"/>
                <a:gd name="connsiteY43" fmla="*/ 972138 h 2132239"/>
                <a:gd name="connsiteX44" fmla="*/ 272063 w 672767"/>
                <a:gd name="connsiteY44" fmla="*/ 952210 h 2132239"/>
                <a:gd name="connsiteX45" fmla="*/ 268832 w 672767"/>
                <a:gd name="connsiteY45" fmla="*/ 929590 h 2132239"/>
                <a:gd name="connsiteX46" fmla="*/ 252675 w 672767"/>
                <a:gd name="connsiteY46" fmla="*/ 803023 h 2132239"/>
                <a:gd name="connsiteX47" fmla="*/ 230054 w 672767"/>
                <a:gd name="connsiteY47" fmla="*/ 768015 h 2132239"/>
                <a:gd name="connsiteX48" fmla="*/ 196662 w 672767"/>
                <a:gd name="connsiteY48" fmla="*/ 719005 h 2132239"/>
                <a:gd name="connsiteX49" fmla="*/ 133110 w 672767"/>
                <a:gd name="connsiteY49" fmla="*/ 618829 h 2132239"/>
                <a:gd name="connsiteX50" fmla="*/ 118029 w 672767"/>
                <a:gd name="connsiteY50" fmla="*/ 592977 h 2132239"/>
                <a:gd name="connsiteX51" fmla="*/ 110489 w 672767"/>
                <a:gd name="connsiteY51" fmla="*/ 579512 h 2132239"/>
                <a:gd name="connsiteX52" fmla="*/ 102949 w 672767"/>
                <a:gd name="connsiteY52" fmla="*/ 564971 h 2132239"/>
                <a:gd name="connsiteX53" fmla="*/ 78713 w 672767"/>
                <a:gd name="connsiteY53" fmla="*/ 499264 h 2132239"/>
                <a:gd name="connsiteX54" fmla="*/ 70634 w 672767"/>
                <a:gd name="connsiteY54" fmla="*/ 435711 h 2132239"/>
                <a:gd name="connsiteX55" fmla="*/ 78174 w 672767"/>
                <a:gd name="connsiteY55" fmla="*/ 375390 h 2132239"/>
                <a:gd name="connsiteX56" fmla="*/ 116952 w 672767"/>
                <a:gd name="connsiteY56" fmla="*/ 430326 h 2132239"/>
                <a:gd name="connsiteX57" fmla="*/ 146574 w 672767"/>
                <a:gd name="connsiteY57" fmla="*/ 480952 h 2132239"/>
                <a:gd name="connsiteX58" fmla="*/ 171887 w 672767"/>
                <a:gd name="connsiteY58" fmla="*/ 526193 h 2132239"/>
                <a:gd name="connsiteX59" fmla="*/ 178889 w 672767"/>
                <a:gd name="connsiteY59" fmla="*/ 538580 h 2132239"/>
                <a:gd name="connsiteX60" fmla="*/ 186429 w 672767"/>
                <a:gd name="connsiteY60" fmla="*/ 552045 h 2132239"/>
                <a:gd name="connsiteX61" fmla="*/ 200432 w 672767"/>
                <a:gd name="connsiteY61" fmla="*/ 579512 h 2132239"/>
                <a:gd name="connsiteX62" fmla="*/ 240287 w 672767"/>
                <a:gd name="connsiteY62" fmla="*/ 672687 h 2132239"/>
                <a:gd name="connsiteX63" fmla="*/ 240287 w 672767"/>
                <a:gd name="connsiteY63" fmla="*/ 672687 h 2132239"/>
                <a:gd name="connsiteX64" fmla="*/ 228977 w 672767"/>
                <a:gd name="connsiteY64" fmla="*/ 399088 h 2132239"/>
                <a:gd name="connsiteX65" fmla="*/ 228977 w 672767"/>
                <a:gd name="connsiteY65" fmla="*/ 398549 h 2132239"/>
                <a:gd name="connsiteX66" fmla="*/ 228977 w 672767"/>
                <a:gd name="connsiteY66" fmla="*/ 398011 h 2132239"/>
                <a:gd name="connsiteX67" fmla="*/ 226822 w 672767"/>
                <a:gd name="connsiteY67" fmla="*/ 405012 h 2132239"/>
                <a:gd name="connsiteX68" fmla="*/ 174042 w 672767"/>
                <a:gd name="connsiteY68" fmla="*/ 302143 h 2132239"/>
                <a:gd name="connsiteX69" fmla="*/ 145497 w 672767"/>
                <a:gd name="connsiteY69" fmla="*/ 200352 h 2132239"/>
                <a:gd name="connsiteX70" fmla="*/ 134725 w 672767"/>
                <a:gd name="connsiteY70" fmla="*/ 99637 h 2132239"/>
                <a:gd name="connsiteX71" fmla="*/ 148190 w 672767"/>
                <a:gd name="connsiteY71" fmla="*/ 0 h 2132239"/>
                <a:gd name="connsiteX72" fmla="*/ 200971 w 672767"/>
                <a:gd name="connsiteY72" fmla="*/ 102869 h 2132239"/>
                <a:gd name="connsiteX73" fmla="*/ 229515 w 672767"/>
                <a:gd name="connsiteY73" fmla="*/ 204661 h 2132239"/>
                <a:gd name="connsiteX74" fmla="*/ 240287 w 672767"/>
                <a:gd name="connsiteY74" fmla="*/ 305375 h 2132239"/>
                <a:gd name="connsiteX75" fmla="*/ 231131 w 672767"/>
                <a:gd name="connsiteY75" fmla="*/ 390471 h 2132239"/>
                <a:gd name="connsiteX76" fmla="*/ 231131 w 672767"/>
                <a:gd name="connsiteY76" fmla="*/ 391548 h 2132239"/>
                <a:gd name="connsiteX77" fmla="*/ 231131 w 672767"/>
                <a:gd name="connsiteY77" fmla="*/ 392086 h 2132239"/>
                <a:gd name="connsiteX78" fmla="*/ 253751 w 672767"/>
                <a:gd name="connsiteY78" fmla="*/ 715235 h 2132239"/>
                <a:gd name="connsiteX79" fmla="*/ 253751 w 672767"/>
                <a:gd name="connsiteY79" fmla="*/ 716850 h 2132239"/>
                <a:gd name="connsiteX80" fmla="*/ 261292 w 672767"/>
                <a:gd name="connsiteY80" fmla="*/ 748627 h 2132239"/>
                <a:gd name="connsiteX81" fmla="*/ 263985 w 672767"/>
                <a:gd name="connsiteY81" fmla="*/ 699616 h 2132239"/>
                <a:gd name="connsiteX82" fmla="*/ 280142 w 672767"/>
                <a:gd name="connsiteY82" fmla="*/ 590823 h 2132239"/>
                <a:gd name="connsiteX83" fmla="*/ 307071 w 672767"/>
                <a:gd name="connsiteY83" fmla="*/ 487954 h 2132239"/>
                <a:gd name="connsiteX84" fmla="*/ 351235 w 672767"/>
                <a:gd name="connsiteY84" fmla="*/ 389932 h 2132239"/>
                <a:gd name="connsiteX85" fmla="*/ 374394 w 672767"/>
                <a:gd name="connsiteY85" fmla="*/ 521346 h 2132239"/>
                <a:gd name="connsiteX86" fmla="*/ 364699 w 672767"/>
                <a:gd name="connsiteY86" fmla="*/ 640372 h 2132239"/>
                <a:gd name="connsiteX87" fmla="*/ 329153 w 672767"/>
                <a:gd name="connsiteY87" fmla="*/ 744318 h 2132239"/>
                <a:gd name="connsiteX88" fmla="*/ 267216 w 672767"/>
                <a:gd name="connsiteY88" fmla="*/ 819719 h 2132239"/>
                <a:gd name="connsiteX89" fmla="*/ 267216 w 672767"/>
                <a:gd name="connsiteY89" fmla="*/ 820258 h 2132239"/>
                <a:gd name="connsiteX90" fmla="*/ 275295 w 672767"/>
                <a:gd name="connsiteY90" fmla="*/ 874654 h 2132239"/>
                <a:gd name="connsiteX91" fmla="*/ 275295 w 672767"/>
                <a:gd name="connsiteY91" fmla="*/ 875193 h 2132239"/>
                <a:gd name="connsiteX92" fmla="*/ 280142 w 672767"/>
                <a:gd name="connsiteY92" fmla="*/ 907508 h 2132239"/>
                <a:gd name="connsiteX93" fmla="*/ 280142 w 672767"/>
                <a:gd name="connsiteY93" fmla="*/ 908046 h 2132239"/>
                <a:gd name="connsiteX94" fmla="*/ 290914 w 672767"/>
                <a:gd name="connsiteY94" fmla="*/ 971599 h 2132239"/>
                <a:gd name="connsiteX95" fmla="*/ 311380 w 672767"/>
                <a:gd name="connsiteY95" fmla="*/ 1077161 h 2132239"/>
                <a:gd name="connsiteX96" fmla="*/ 311380 w 672767"/>
                <a:gd name="connsiteY96" fmla="*/ 1078238 h 2132239"/>
                <a:gd name="connsiteX97" fmla="*/ 311380 w 672767"/>
                <a:gd name="connsiteY97" fmla="*/ 1078238 h 2132239"/>
                <a:gd name="connsiteX98" fmla="*/ 312457 w 672767"/>
                <a:gd name="connsiteY98" fmla="*/ 1070698 h 2132239"/>
                <a:gd name="connsiteX99" fmla="*/ 320536 w 672767"/>
                <a:gd name="connsiteY99" fmla="*/ 1034613 h 2132239"/>
                <a:gd name="connsiteX100" fmla="*/ 330230 w 672767"/>
                <a:gd name="connsiteY100" fmla="*/ 1000682 h 2132239"/>
                <a:gd name="connsiteX101" fmla="*/ 379779 w 672767"/>
                <a:gd name="connsiteY101" fmla="*/ 878424 h 2132239"/>
                <a:gd name="connsiteX102" fmla="*/ 442255 w 672767"/>
                <a:gd name="connsiteY102" fmla="*/ 770170 h 2132239"/>
                <a:gd name="connsiteX103" fmla="*/ 460028 w 672767"/>
                <a:gd name="connsiteY103" fmla="*/ 744857 h 2132239"/>
                <a:gd name="connsiteX104" fmla="*/ 479417 w 672767"/>
                <a:gd name="connsiteY104" fmla="*/ 719543 h 2132239"/>
                <a:gd name="connsiteX105" fmla="*/ 500421 w 672767"/>
                <a:gd name="connsiteY105" fmla="*/ 694769 h 2132239"/>
                <a:gd name="connsiteX106" fmla="*/ 524119 w 672767"/>
                <a:gd name="connsiteY106" fmla="*/ 671071 h 2132239"/>
                <a:gd name="connsiteX107" fmla="*/ 531120 w 672767"/>
                <a:gd name="connsiteY107" fmla="*/ 715773 h 2132239"/>
                <a:gd name="connsiteX108" fmla="*/ 533275 w 672767"/>
                <a:gd name="connsiteY108" fmla="*/ 758321 h 2132239"/>
                <a:gd name="connsiteX109" fmla="*/ 531659 w 672767"/>
                <a:gd name="connsiteY109" fmla="*/ 798715 h 2132239"/>
                <a:gd name="connsiteX110" fmla="*/ 526812 w 672767"/>
                <a:gd name="connsiteY110" fmla="*/ 837492 h 2132239"/>
                <a:gd name="connsiteX111" fmla="*/ 483187 w 672767"/>
                <a:gd name="connsiteY111" fmla="*/ 973753 h 2132239"/>
                <a:gd name="connsiteX112" fmla="*/ 409401 w 672767"/>
                <a:gd name="connsiteY112" fmla="*/ 1080392 h 2132239"/>
                <a:gd name="connsiteX113" fmla="*/ 361468 w 672767"/>
                <a:gd name="connsiteY113" fmla="*/ 1121324 h 2132239"/>
                <a:gd name="connsiteX114" fmla="*/ 324844 w 672767"/>
                <a:gd name="connsiteY114" fmla="*/ 1142329 h 2132239"/>
                <a:gd name="connsiteX115" fmla="*/ 324844 w 672767"/>
                <a:gd name="connsiteY115" fmla="*/ 1142868 h 2132239"/>
                <a:gd name="connsiteX116" fmla="*/ 324844 w 672767"/>
                <a:gd name="connsiteY116" fmla="*/ 1143406 h 2132239"/>
                <a:gd name="connsiteX117" fmla="*/ 465414 w 672767"/>
                <a:gd name="connsiteY117" fmla="*/ 1635669 h 2132239"/>
                <a:gd name="connsiteX118" fmla="*/ 465414 w 672767"/>
                <a:gd name="connsiteY118" fmla="*/ 1636207 h 2132239"/>
                <a:gd name="connsiteX119" fmla="*/ 468645 w 672767"/>
                <a:gd name="connsiteY119" fmla="*/ 1606047 h 2132239"/>
                <a:gd name="connsiteX120" fmla="*/ 475108 w 672767"/>
                <a:gd name="connsiteY120" fmla="*/ 1564037 h 2132239"/>
                <a:gd name="connsiteX121" fmla="*/ 483187 w 672767"/>
                <a:gd name="connsiteY121" fmla="*/ 1523644 h 2132239"/>
                <a:gd name="connsiteX122" fmla="*/ 524658 w 672767"/>
                <a:gd name="connsiteY122" fmla="*/ 1373380 h 2132239"/>
                <a:gd name="connsiteX123" fmla="*/ 576900 w 672767"/>
                <a:gd name="connsiteY123" fmla="*/ 1233349 h 2132239"/>
                <a:gd name="connsiteX124" fmla="*/ 591980 w 672767"/>
                <a:gd name="connsiteY124" fmla="*/ 1198880 h 2132239"/>
                <a:gd name="connsiteX125" fmla="*/ 608138 w 672767"/>
                <a:gd name="connsiteY125" fmla="*/ 1164411 h 2132239"/>
                <a:gd name="connsiteX126" fmla="*/ 625911 w 672767"/>
                <a:gd name="connsiteY126" fmla="*/ 1129942 h 2132239"/>
                <a:gd name="connsiteX127" fmla="*/ 645838 w 672767"/>
                <a:gd name="connsiteY127" fmla="*/ 1095472 h 2132239"/>
                <a:gd name="connsiteX128" fmla="*/ 657687 w 672767"/>
                <a:gd name="connsiteY128" fmla="*/ 1145022 h 2132239"/>
                <a:gd name="connsiteX129" fmla="*/ 664150 w 672767"/>
                <a:gd name="connsiteY129" fmla="*/ 1193494 h 2132239"/>
                <a:gd name="connsiteX130" fmla="*/ 666843 w 672767"/>
                <a:gd name="connsiteY130" fmla="*/ 1240350 h 2132239"/>
                <a:gd name="connsiteX131" fmla="*/ 665765 w 672767"/>
                <a:gd name="connsiteY131" fmla="*/ 1286130 h 2132239"/>
                <a:gd name="connsiteX132" fmla="*/ 633989 w 672767"/>
                <a:gd name="connsiteY132" fmla="*/ 1453090 h 2132239"/>
                <a:gd name="connsiteX133" fmla="*/ 566667 w 672767"/>
                <a:gd name="connsiteY133" fmla="*/ 1592043 h 2132239"/>
                <a:gd name="connsiteX134" fmla="*/ 520349 w 672767"/>
                <a:gd name="connsiteY134" fmla="*/ 1649133 h 2132239"/>
                <a:gd name="connsiteX135" fmla="*/ 482648 w 672767"/>
                <a:gd name="connsiteY135" fmla="*/ 1682525 h 2132239"/>
                <a:gd name="connsiteX136" fmla="*/ 482648 w 672767"/>
                <a:gd name="connsiteY136" fmla="*/ 1682525 h 2132239"/>
                <a:gd name="connsiteX137" fmla="*/ 635605 w 672767"/>
                <a:gd name="connsiteY137" fmla="*/ 2055222 h 213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672767" h="2132239">
                  <a:moveTo>
                    <a:pt x="635605" y="2055222"/>
                  </a:moveTo>
                  <a:cubicBezTo>
                    <a:pt x="647454" y="2081074"/>
                    <a:pt x="660380" y="2106388"/>
                    <a:pt x="672767" y="2132239"/>
                  </a:cubicBezTo>
                  <a:lnTo>
                    <a:pt x="622141" y="2121468"/>
                  </a:lnTo>
                  <a:cubicBezTo>
                    <a:pt x="614062" y="2104234"/>
                    <a:pt x="606522" y="2087537"/>
                    <a:pt x="598443" y="2069764"/>
                  </a:cubicBezTo>
                  <a:cubicBezTo>
                    <a:pt x="545662" y="1950199"/>
                    <a:pt x="497729" y="1828480"/>
                    <a:pt x="455719" y="1705145"/>
                  </a:cubicBezTo>
                  <a:cubicBezTo>
                    <a:pt x="455181" y="1704607"/>
                    <a:pt x="454642" y="1704068"/>
                    <a:pt x="454103" y="1704068"/>
                  </a:cubicBezTo>
                  <a:cubicBezTo>
                    <a:pt x="450333" y="1701914"/>
                    <a:pt x="446025" y="1701375"/>
                    <a:pt x="441716" y="1700837"/>
                  </a:cubicBezTo>
                  <a:cubicBezTo>
                    <a:pt x="439562" y="1700837"/>
                    <a:pt x="437946" y="1700837"/>
                    <a:pt x="436330" y="1700837"/>
                  </a:cubicBezTo>
                  <a:cubicBezTo>
                    <a:pt x="434715" y="1700837"/>
                    <a:pt x="431483" y="1700837"/>
                    <a:pt x="429329" y="1700298"/>
                  </a:cubicBezTo>
                  <a:cubicBezTo>
                    <a:pt x="424481" y="1699759"/>
                    <a:pt x="419096" y="1699221"/>
                    <a:pt x="414249" y="1699221"/>
                  </a:cubicBezTo>
                  <a:cubicBezTo>
                    <a:pt x="394321" y="1697605"/>
                    <a:pt x="375471" y="1695451"/>
                    <a:pt x="355543" y="1692758"/>
                  </a:cubicBezTo>
                  <a:cubicBezTo>
                    <a:pt x="316765" y="1687372"/>
                    <a:pt x="276372" y="1678216"/>
                    <a:pt x="232747" y="1659905"/>
                  </a:cubicBezTo>
                  <a:cubicBezTo>
                    <a:pt x="189661" y="1641593"/>
                    <a:pt x="143342" y="1612509"/>
                    <a:pt x="102949" y="1569962"/>
                  </a:cubicBezTo>
                  <a:cubicBezTo>
                    <a:pt x="83022" y="1548957"/>
                    <a:pt x="64171" y="1523644"/>
                    <a:pt x="49630" y="1496715"/>
                  </a:cubicBezTo>
                  <a:cubicBezTo>
                    <a:pt x="35088" y="1469247"/>
                    <a:pt x="24855" y="1439625"/>
                    <a:pt x="23239" y="1411619"/>
                  </a:cubicBezTo>
                  <a:cubicBezTo>
                    <a:pt x="45321" y="1429392"/>
                    <a:pt x="64171" y="1442318"/>
                    <a:pt x="83022" y="1453628"/>
                  </a:cubicBezTo>
                  <a:cubicBezTo>
                    <a:pt x="101333" y="1464939"/>
                    <a:pt x="119106" y="1473556"/>
                    <a:pt x="136341" y="1482173"/>
                  </a:cubicBezTo>
                  <a:cubicBezTo>
                    <a:pt x="153576" y="1490252"/>
                    <a:pt x="170810" y="1498331"/>
                    <a:pt x="188583" y="1505871"/>
                  </a:cubicBezTo>
                  <a:lnTo>
                    <a:pt x="242441" y="1528491"/>
                  </a:lnTo>
                  <a:cubicBezTo>
                    <a:pt x="279604" y="1544648"/>
                    <a:pt x="319997" y="1562421"/>
                    <a:pt x="361468" y="1589350"/>
                  </a:cubicBezTo>
                  <a:cubicBezTo>
                    <a:pt x="381934" y="1602815"/>
                    <a:pt x="402938" y="1618972"/>
                    <a:pt x="423404" y="1637823"/>
                  </a:cubicBezTo>
                  <a:cubicBezTo>
                    <a:pt x="428252" y="1642670"/>
                    <a:pt x="433099" y="1647517"/>
                    <a:pt x="437946" y="1652364"/>
                  </a:cubicBezTo>
                  <a:lnTo>
                    <a:pt x="437946" y="1652364"/>
                  </a:lnTo>
                  <a:cubicBezTo>
                    <a:pt x="437946" y="1652364"/>
                    <a:pt x="437946" y="1652364"/>
                    <a:pt x="437946" y="1651826"/>
                  </a:cubicBezTo>
                  <a:cubicBezTo>
                    <a:pt x="385165" y="1490252"/>
                    <a:pt x="341540" y="1327601"/>
                    <a:pt x="308148" y="1164949"/>
                  </a:cubicBezTo>
                  <a:lnTo>
                    <a:pt x="308148" y="1164949"/>
                  </a:lnTo>
                  <a:cubicBezTo>
                    <a:pt x="291452" y="1150408"/>
                    <a:pt x="276372" y="1142329"/>
                    <a:pt x="261292" y="1135327"/>
                  </a:cubicBezTo>
                  <a:cubicBezTo>
                    <a:pt x="244057" y="1127249"/>
                    <a:pt x="227361" y="1122401"/>
                    <a:pt x="207972" y="1114323"/>
                  </a:cubicBezTo>
                  <a:cubicBezTo>
                    <a:pt x="189122" y="1106783"/>
                    <a:pt x="167579" y="1096549"/>
                    <a:pt x="143881" y="1079854"/>
                  </a:cubicBezTo>
                  <a:cubicBezTo>
                    <a:pt x="132032" y="1071236"/>
                    <a:pt x="120184" y="1061003"/>
                    <a:pt x="108874" y="1049693"/>
                  </a:cubicBezTo>
                  <a:cubicBezTo>
                    <a:pt x="97563" y="1038383"/>
                    <a:pt x="87330" y="1025996"/>
                    <a:pt x="78174" y="1013608"/>
                  </a:cubicBezTo>
                  <a:cubicBezTo>
                    <a:pt x="40474" y="962443"/>
                    <a:pt x="17315" y="904276"/>
                    <a:pt x="7082" y="850418"/>
                  </a:cubicBezTo>
                  <a:cubicBezTo>
                    <a:pt x="1696" y="823489"/>
                    <a:pt x="-458" y="797637"/>
                    <a:pt x="80" y="772324"/>
                  </a:cubicBezTo>
                  <a:cubicBezTo>
                    <a:pt x="80" y="759937"/>
                    <a:pt x="1157" y="747549"/>
                    <a:pt x="2773" y="735162"/>
                  </a:cubicBezTo>
                  <a:cubicBezTo>
                    <a:pt x="4389" y="722775"/>
                    <a:pt x="6004" y="710926"/>
                    <a:pt x="9775" y="699077"/>
                  </a:cubicBezTo>
                  <a:cubicBezTo>
                    <a:pt x="27548" y="722775"/>
                    <a:pt x="41012" y="745934"/>
                    <a:pt x="54477" y="768554"/>
                  </a:cubicBezTo>
                  <a:cubicBezTo>
                    <a:pt x="67403" y="791174"/>
                    <a:pt x="79252" y="812718"/>
                    <a:pt x="90562" y="832645"/>
                  </a:cubicBezTo>
                  <a:cubicBezTo>
                    <a:pt x="113182" y="872500"/>
                    <a:pt x="133648" y="906969"/>
                    <a:pt x="155191" y="936053"/>
                  </a:cubicBezTo>
                  <a:cubicBezTo>
                    <a:pt x="165963" y="950594"/>
                    <a:pt x="176196" y="962982"/>
                    <a:pt x="188045" y="975369"/>
                  </a:cubicBezTo>
                  <a:cubicBezTo>
                    <a:pt x="200432" y="988295"/>
                    <a:pt x="217128" y="1002836"/>
                    <a:pt x="235440" y="1020610"/>
                  </a:cubicBezTo>
                  <a:cubicBezTo>
                    <a:pt x="253751" y="1038383"/>
                    <a:pt x="274218" y="1060465"/>
                    <a:pt x="290914" y="1086855"/>
                  </a:cubicBezTo>
                  <a:cubicBezTo>
                    <a:pt x="293068" y="1090087"/>
                    <a:pt x="294684" y="1093857"/>
                    <a:pt x="296838" y="1097088"/>
                  </a:cubicBezTo>
                  <a:cubicBezTo>
                    <a:pt x="296838" y="1096549"/>
                    <a:pt x="296838" y="1096549"/>
                    <a:pt x="296838" y="1096011"/>
                  </a:cubicBezTo>
                  <a:cubicBezTo>
                    <a:pt x="288759" y="1054540"/>
                    <a:pt x="281758" y="1013069"/>
                    <a:pt x="275295" y="972138"/>
                  </a:cubicBezTo>
                  <a:cubicBezTo>
                    <a:pt x="274218" y="965674"/>
                    <a:pt x="273141" y="958673"/>
                    <a:pt x="272063" y="952210"/>
                  </a:cubicBezTo>
                  <a:cubicBezTo>
                    <a:pt x="270986" y="944670"/>
                    <a:pt x="269370" y="937130"/>
                    <a:pt x="268832" y="929590"/>
                  </a:cubicBezTo>
                  <a:cubicBezTo>
                    <a:pt x="262907" y="887042"/>
                    <a:pt x="257522" y="845033"/>
                    <a:pt x="252675" y="803023"/>
                  </a:cubicBezTo>
                  <a:cubicBezTo>
                    <a:pt x="245134" y="791174"/>
                    <a:pt x="237594" y="779326"/>
                    <a:pt x="230054" y="768015"/>
                  </a:cubicBezTo>
                  <a:cubicBezTo>
                    <a:pt x="218744" y="751858"/>
                    <a:pt x="207434" y="735162"/>
                    <a:pt x="196662" y="719005"/>
                  </a:cubicBezTo>
                  <a:cubicBezTo>
                    <a:pt x="174580" y="686690"/>
                    <a:pt x="153576" y="653298"/>
                    <a:pt x="133110" y="618829"/>
                  </a:cubicBezTo>
                  <a:cubicBezTo>
                    <a:pt x="128262" y="610211"/>
                    <a:pt x="122876" y="601594"/>
                    <a:pt x="118029" y="592977"/>
                  </a:cubicBezTo>
                  <a:cubicBezTo>
                    <a:pt x="115337" y="588668"/>
                    <a:pt x="113182" y="584360"/>
                    <a:pt x="110489" y="579512"/>
                  </a:cubicBezTo>
                  <a:cubicBezTo>
                    <a:pt x="107796" y="575204"/>
                    <a:pt x="105642" y="570895"/>
                    <a:pt x="102949" y="564971"/>
                  </a:cubicBezTo>
                  <a:cubicBezTo>
                    <a:pt x="92177" y="543428"/>
                    <a:pt x="84099" y="520807"/>
                    <a:pt x="78713" y="499264"/>
                  </a:cubicBezTo>
                  <a:cubicBezTo>
                    <a:pt x="73327" y="477721"/>
                    <a:pt x="71173" y="456177"/>
                    <a:pt x="70634" y="435711"/>
                  </a:cubicBezTo>
                  <a:cubicBezTo>
                    <a:pt x="70634" y="415245"/>
                    <a:pt x="72250" y="395318"/>
                    <a:pt x="78174" y="375390"/>
                  </a:cubicBezTo>
                  <a:cubicBezTo>
                    <a:pt x="94332" y="393702"/>
                    <a:pt x="106181" y="412552"/>
                    <a:pt x="116952" y="430326"/>
                  </a:cubicBezTo>
                  <a:cubicBezTo>
                    <a:pt x="127724" y="448099"/>
                    <a:pt x="137418" y="465333"/>
                    <a:pt x="146574" y="480952"/>
                  </a:cubicBezTo>
                  <a:cubicBezTo>
                    <a:pt x="155730" y="497110"/>
                    <a:pt x="163809" y="512190"/>
                    <a:pt x="171887" y="526193"/>
                  </a:cubicBezTo>
                  <a:lnTo>
                    <a:pt x="178889" y="538580"/>
                  </a:lnTo>
                  <a:lnTo>
                    <a:pt x="186429" y="552045"/>
                  </a:lnTo>
                  <a:cubicBezTo>
                    <a:pt x="191276" y="561201"/>
                    <a:pt x="196124" y="570357"/>
                    <a:pt x="200432" y="579512"/>
                  </a:cubicBezTo>
                  <a:cubicBezTo>
                    <a:pt x="215512" y="609134"/>
                    <a:pt x="228977" y="640372"/>
                    <a:pt x="240287" y="672687"/>
                  </a:cubicBezTo>
                  <a:lnTo>
                    <a:pt x="240287" y="672687"/>
                  </a:lnTo>
                  <a:cubicBezTo>
                    <a:pt x="232747" y="580590"/>
                    <a:pt x="228977" y="489569"/>
                    <a:pt x="228977" y="399088"/>
                  </a:cubicBezTo>
                  <a:cubicBezTo>
                    <a:pt x="228977" y="399088"/>
                    <a:pt x="228977" y="398549"/>
                    <a:pt x="228977" y="398549"/>
                  </a:cubicBezTo>
                  <a:cubicBezTo>
                    <a:pt x="228977" y="398549"/>
                    <a:pt x="228977" y="398549"/>
                    <a:pt x="228977" y="398011"/>
                  </a:cubicBezTo>
                  <a:cubicBezTo>
                    <a:pt x="228438" y="400165"/>
                    <a:pt x="227900" y="402858"/>
                    <a:pt x="226822" y="405012"/>
                  </a:cubicBezTo>
                  <a:cubicBezTo>
                    <a:pt x="202586" y="370543"/>
                    <a:pt x="186968" y="336074"/>
                    <a:pt x="174042" y="302143"/>
                  </a:cubicBezTo>
                  <a:cubicBezTo>
                    <a:pt x="161116" y="268213"/>
                    <a:pt x="151960" y="234282"/>
                    <a:pt x="145497" y="200352"/>
                  </a:cubicBezTo>
                  <a:cubicBezTo>
                    <a:pt x="139034" y="166421"/>
                    <a:pt x="135264" y="133029"/>
                    <a:pt x="134725" y="99637"/>
                  </a:cubicBezTo>
                  <a:cubicBezTo>
                    <a:pt x="134725" y="66245"/>
                    <a:pt x="136880" y="32853"/>
                    <a:pt x="148190" y="0"/>
                  </a:cubicBezTo>
                  <a:cubicBezTo>
                    <a:pt x="172426" y="34469"/>
                    <a:pt x="187506" y="68938"/>
                    <a:pt x="200971" y="102869"/>
                  </a:cubicBezTo>
                  <a:cubicBezTo>
                    <a:pt x="213897" y="136799"/>
                    <a:pt x="223053" y="170730"/>
                    <a:pt x="229515" y="204661"/>
                  </a:cubicBezTo>
                  <a:cubicBezTo>
                    <a:pt x="235978" y="238591"/>
                    <a:pt x="239748" y="271983"/>
                    <a:pt x="240287" y="305375"/>
                  </a:cubicBezTo>
                  <a:cubicBezTo>
                    <a:pt x="240287" y="333920"/>
                    <a:pt x="238133" y="361926"/>
                    <a:pt x="231131" y="390471"/>
                  </a:cubicBezTo>
                  <a:cubicBezTo>
                    <a:pt x="231131" y="391009"/>
                    <a:pt x="231131" y="391009"/>
                    <a:pt x="231131" y="391548"/>
                  </a:cubicBezTo>
                  <a:lnTo>
                    <a:pt x="231131" y="392086"/>
                  </a:lnTo>
                  <a:cubicBezTo>
                    <a:pt x="233824" y="498725"/>
                    <a:pt x="241364" y="606441"/>
                    <a:pt x="253751" y="715235"/>
                  </a:cubicBezTo>
                  <a:cubicBezTo>
                    <a:pt x="253751" y="715773"/>
                    <a:pt x="253751" y="716312"/>
                    <a:pt x="253751" y="716850"/>
                  </a:cubicBezTo>
                  <a:cubicBezTo>
                    <a:pt x="256444" y="727083"/>
                    <a:pt x="259137" y="737855"/>
                    <a:pt x="261292" y="748627"/>
                  </a:cubicBezTo>
                  <a:cubicBezTo>
                    <a:pt x="261830" y="731931"/>
                    <a:pt x="262907" y="715773"/>
                    <a:pt x="263985" y="699616"/>
                  </a:cubicBezTo>
                  <a:cubicBezTo>
                    <a:pt x="267216" y="661377"/>
                    <a:pt x="273141" y="625830"/>
                    <a:pt x="280142" y="590823"/>
                  </a:cubicBezTo>
                  <a:cubicBezTo>
                    <a:pt x="287143" y="555815"/>
                    <a:pt x="295761" y="521346"/>
                    <a:pt x="307071" y="487954"/>
                  </a:cubicBezTo>
                  <a:cubicBezTo>
                    <a:pt x="318381" y="454562"/>
                    <a:pt x="330769" y="421170"/>
                    <a:pt x="351235" y="389932"/>
                  </a:cubicBezTo>
                  <a:cubicBezTo>
                    <a:pt x="367392" y="436250"/>
                    <a:pt x="372778" y="479875"/>
                    <a:pt x="374394" y="521346"/>
                  </a:cubicBezTo>
                  <a:cubicBezTo>
                    <a:pt x="376009" y="563355"/>
                    <a:pt x="372239" y="603210"/>
                    <a:pt x="364699" y="640372"/>
                  </a:cubicBezTo>
                  <a:cubicBezTo>
                    <a:pt x="357159" y="677534"/>
                    <a:pt x="345310" y="713080"/>
                    <a:pt x="329153" y="744318"/>
                  </a:cubicBezTo>
                  <a:cubicBezTo>
                    <a:pt x="313534" y="773940"/>
                    <a:pt x="294145" y="800330"/>
                    <a:pt x="267216" y="819719"/>
                  </a:cubicBezTo>
                  <a:cubicBezTo>
                    <a:pt x="267216" y="819719"/>
                    <a:pt x="267216" y="819719"/>
                    <a:pt x="267216" y="820258"/>
                  </a:cubicBezTo>
                  <a:cubicBezTo>
                    <a:pt x="269370" y="838031"/>
                    <a:pt x="272602" y="856343"/>
                    <a:pt x="275295" y="874654"/>
                  </a:cubicBezTo>
                  <a:lnTo>
                    <a:pt x="275295" y="875193"/>
                  </a:lnTo>
                  <a:cubicBezTo>
                    <a:pt x="276911" y="885965"/>
                    <a:pt x="278526" y="896736"/>
                    <a:pt x="280142" y="907508"/>
                  </a:cubicBezTo>
                  <a:cubicBezTo>
                    <a:pt x="280142" y="908046"/>
                    <a:pt x="280142" y="908046"/>
                    <a:pt x="280142" y="908046"/>
                  </a:cubicBezTo>
                  <a:cubicBezTo>
                    <a:pt x="283373" y="929051"/>
                    <a:pt x="287143" y="950594"/>
                    <a:pt x="290914" y="971599"/>
                  </a:cubicBezTo>
                  <a:cubicBezTo>
                    <a:pt x="297377" y="1007145"/>
                    <a:pt x="304378" y="1041614"/>
                    <a:pt x="311380" y="1077161"/>
                  </a:cubicBezTo>
                  <a:lnTo>
                    <a:pt x="311380" y="1078238"/>
                  </a:lnTo>
                  <a:cubicBezTo>
                    <a:pt x="311380" y="1078238"/>
                    <a:pt x="311380" y="1078238"/>
                    <a:pt x="311380" y="1078238"/>
                  </a:cubicBezTo>
                  <a:cubicBezTo>
                    <a:pt x="311918" y="1075545"/>
                    <a:pt x="311918" y="1073391"/>
                    <a:pt x="312457" y="1070698"/>
                  </a:cubicBezTo>
                  <a:cubicBezTo>
                    <a:pt x="314611" y="1058310"/>
                    <a:pt x="317304" y="1046462"/>
                    <a:pt x="320536" y="1034613"/>
                  </a:cubicBezTo>
                  <a:cubicBezTo>
                    <a:pt x="323228" y="1022764"/>
                    <a:pt x="326460" y="1011454"/>
                    <a:pt x="330230" y="1000682"/>
                  </a:cubicBezTo>
                  <a:cubicBezTo>
                    <a:pt x="343694" y="956519"/>
                    <a:pt x="360929" y="916125"/>
                    <a:pt x="379779" y="878424"/>
                  </a:cubicBezTo>
                  <a:cubicBezTo>
                    <a:pt x="398630" y="840185"/>
                    <a:pt x="419096" y="804639"/>
                    <a:pt x="442255" y="770170"/>
                  </a:cubicBezTo>
                  <a:cubicBezTo>
                    <a:pt x="448179" y="761553"/>
                    <a:pt x="453565" y="752935"/>
                    <a:pt x="460028" y="744857"/>
                  </a:cubicBezTo>
                  <a:cubicBezTo>
                    <a:pt x="465952" y="736239"/>
                    <a:pt x="472415" y="728161"/>
                    <a:pt x="479417" y="719543"/>
                  </a:cubicBezTo>
                  <a:cubicBezTo>
                    <a:pt x="485880" y="711465"/>
                    <a:pt x="492881" y="702847"/>
                    <a:pt x="500421" y="694769"/>
                  </a:cubicBezTo>
                  <a:cubicBezTo>
                    <a:pt x="507423" y="686690"/>
                    <a:pt x="514963" y="678073"/>
                    <a:pt x="524119" y="671071"/>
                  </a:cubicBezTo>
                  <a:cubicBezTo>
                    <a:pt x="527351" y="686151"/>
                    <a:pt x="529505" y="701232"/>
                    <a:pt x="531120" y="715773"/>
                  </a:cubicBezTo>
                  <a:cubicBezTo>
                    <a:pt x="532198" y="730315"/>
                    <a:pt x="532736" y="744318"/>
                    <a:pt x="533275" y="758321"/>
                  </a:cubicBezTo>
                  <a:cubicBezTo>
                    <a:pt x="533275" y="771786"/>
                    <a:pt x="532736" y="785250"/>
                    <a:pt x="531659" y="798715"/>
                  </a:cubicBezTo>
                  <a:cubicBezTo>
                    <a:pt x="530582" y="811640"/>
                    <a:pt x="528966" y="824566"/>
                    <a:pt x="526812" y="837492"/>
                  </a:cubicBezTo>
                  <a:cubicBezTo>
                    <a:pt x="518733" y="888119"/>
                    <a:pt x="503114" y="933360"/>
                    <a:pt x="483187" y="973753"/>
                  </a:cubicBezTo>
                  <a:cubicBezTo>
                    <a:pt x="463259" y="1014147"/>
                    <a:pt x="438485" y="1050232"/>
                    <a:pt x="409401" y="1080392"/>
                  </a:cubicBezTo>
                  <a:cubicBezTo>
                    <a:pt x="394860" y="1095472"/>
                    <a:pt x="378702" y="1108937"/>
                    <a:pt x="361468" y="1121324"/>
                  </a:cubicBezTo>
                  <a:cubicBezTo>
                    <a:pt x="350157" y="1128864"/>
                    <a:pt x="337770" y="1135866"/>
                    <a:pt x="324844" y="1142329"/>
                  </a:cubicBezTo>
                  <a:cubicBezTo>
                    <a:pt x="324844" y="1142329"/>
                    <a:pt x="324844" y="1142868"/>
                    <a:pt x="324844" y="1142868"/>
                  </a:cubicBezTo>
                  <a:lnTo>
                    <a:pt x="324844" y="1143406"/>
                  </a:lnTo>
                  <a:cubicBezTo>
                    <a:pt x="361468" y="1308211"/>
                    <a:pt x="408324" y="1473017"/>
                    <a:pt x="465414" y="1635669"/>
                  </a:cubicBezTo>
                  <a:cubicBezTo>
                    <a:pt x="465414" y="1635669"/>
                    <a:pt x="465414" y="1635669"/>
                    <a:pt x="465414" y="1636207"/>
                  </a:cubicBezTo>
                  <a:cubicBezTo>
                    <a:pt x="466491" y="1625974"/>
                    <a:pt x="467029" y="1615741"/>
                    <a:pt x="468645" y="1606047"/>
                  </a:cubicBezTo>
                  <a:cubicBezTo>
                    <a:pt x="470261" y="1592043"/>
                    <a:pt x="472415" y="1577502"/>
                    <a:pt x="475108" y="1564037"/>
                  </a:cubicBezTo>
                  <a:cubicBezTo>
                    <a:pt x="477262" y="1550034"/>
                    <a:pt x="479955" y="1536570"/>
                    <a:pt x="483187" y="1523644"/>
                  </a:cubicBezTo>
                  <a:cubicBezTo>
                    <a:pt x="494497" y="1470863"/>
                    <a:pt x="509039" y="1421313"/>
                    <a:pt x="524658" y="1373380"/>
                  </a:cubicBezTo>
                  <a:cubicBezTo>
                    <a:pt x="540276" y="1325446"/>
                    <a:pt x="558049" y="1279128"/>
                    <a:pt x="576900" y="1233349"/>
                  </a:cubicBezTo>
                  <a:cubicBezTo>
                    <a:pt x="581747" y="1222039"/>
                    <a:pt x="586594" y="1210190"/>
                    <a:pt x="591980" y="1198880"/>
                  </a:cubicBezTo>
                  <a:cubicBezTo>
                    <a:pt x="596827" y="1187570"/>
                    <a:pt x="602213" y="1175721"/>
                    <a:pt x="608138" y="1164411"/>
                  </a:cubicBezTo>
                  <a:cubicBezTo>
                    <a:pt x="613523" y="1153100"/>
                    <a:pt x="619448" y="1141252"/>
                    <a:pt x="625911" y="1129942"/>
                  </a:cubicBezTo>
                  <a:cubicBezTo>
                    <a:pt x="631835" y="1118631"/>
                    <a:pt x="638298" y="1106783"/>
                    <a:pt x="645838" y="1095472"/>
                  </a:cubicBezTo>
                  <a:cubicBezTo>
                    <a:pt x="650685" y="1112168"/>
                    <a:pt x="654455" y="1128864"/>
                    <a:pt x="657687" y="1145022"/>
                  </a:cubicBezTo>
                  <a:cubicBezTo>
                    <a:pt x="660380" y="1161179"/>
                    <a:pt x="662534" y="1177337"/>
                    <a:pt x="664150" y="1193494"/>
                  </a:cubicBezTo>
                  <a:cubicBezTo>
                    <a:pt x="665227" y="1209113"/>
                    <a:pt x="666304" y="1225270"/>
                    <a:pt x="666843" y="1240350"/>
                  </a:cubicBezTo>
                  <a:cubicBezTo>
                    <a:pt x="666843" y="1255969"/>
                    <a:pt x="666843" y="1271050"/>
                    <a:pt x="665765" y="1286130"/>
                  </a:cubicBezTo>
                  <a:cubicBezTo>
                    <a:pt x="662534" y="1345912"/>
                    <a:pt x="650685" y="1401925"/>
                    <a:pt x="633989" y="1453090"/>
                  </a:cubicBezTo>
                  <a:cubicBezTo>
                    <a:pt x="616755" y="1504255"/>
                    <a:pt x="594673" y="1551111"/>
                    <a:pt x="566667" y="1592043"/>
                  </a:cubicBezTo>
                  <a:cubicBezTo>
                    <a:pt x="552664" y="1612509"/>
                    <a:pt x="537045" y="1631898"/>
                    <a:pt x="520349" y="1649133"/>
                  </a:cubicBezTo>
                  <a:cubicBezTo>
                    <a:pt x="508500" y="1660982"/>
                    <a:pt x="496113" y="1672292"/>
                    <a:pt x="482648" y="1682525"/>
                  </a:cubicBezTo>
                  <a:cubicBezTo>
                    <a:pt x="482648" y="1682525"/>
                    <a:pt x="482648" y="1682525"/>
                    <a:pt x="482648" y="1682525"/>
                  </a:cubicBezTo>
                  <a:cubicBezTo>
                    <a:pt x="526812" y="1808014"/>
                    <a:pt x="577977" y="1932965"/>
                    <a:pt x="635605" y="2055222"/>
                  </a:cubicBezTo>
                  <a:close/>
                </a:path>
              </a:pathLst>
            </a:custGeom>
            <a:solidFill>
              <a:schemeClr val="accent4"/>
            </a:solidFill>
            <a:ln w="5383" cap="flat">
              <a:noFill/>
              <a:prstDash val="solid"/>
              <a:miter/>
            </a:ln>
          </p:spPr>
          <p:txBody>
            <a:bodyPr rtlCol="0" anchor="ctr"/>
            <a:lstStyle/>
            <a:p>
              <a:endParaRPr lang="en-US"/>
            </a:p>
          </p:txBody>
        </p:sp>
        <p:grpSp>
          <p:nvGrpSpPr>
            <p:cNvPr id="49" name="Graphic 21">
              <a:extLst>
                <a:ext uri="{FF2B5EF4-FFF2-40B4-BE49-F238E27FC236}">
                  <a16:creationId xmlns:a16="http://schemas.microsoft.com/office/drawing/2014/main" id="{8639DD85-530A-4410-999F-96017AD201EE}"/>
                </a:ext>
              </a:extLst>
            </p:cNvPr>
            <p:cNvGrpSpPr/>
            <p:nvPr/>
          </p:nvGrpSpPr>
          <p:grpSpPr>
            <a:xfrm>
              <a:off x="8875878" y="4653589"/>
              <a:ext cx="719085" cy="1243411"/>
              <a:chOff x="8875878" y="4653589"/>
              <a:chExt cx="719085" cy="1243411"/>
            </a:xfrm>
          </p:grpSpPr>
          <p:sp>
            <p:nvSpPr>
              <p:cNvPr id="50" name="Freeform: Shape 49">
                <a:extLst>
                  <a:ext uri="{FF2B5EF4-FFF2-40B4-BE49-F238E27FC236}">
                    <a16:creationId xmlns:a16="http://schemas.microsoft.com/office/drawing/2014/main" id="{ABF47BB6-D3FA-4754-90A0-77C61570735D}"/>
                  </a:ext>
                </a:extLst>
              </p:cNvPr>
              <p:cNvSpPr/>
              <p:nvPr/>
            </p:nvSpPr>
            <p:spPr>
              <a:xfrm>
                <a:off x="9028378" y="5677969"/>
                <a:ext cx="129259" cy="203583"/>
              </a:xfrm>
              <a:custGeom>
                <a:avLst/>
                <a:gdLst>
                  <a:gd name="connsiteX0" fmla="*/ 75940 w 129259"/>
                  <a:gd name="connsiteY0" fmla="*/ 83480 h 203583"/>
                  <a:gd name="connsiteX1" fmla="*/ 73247 w 129259"/>
                  <a:gd name="connsiteY1" fmla="*/ 87789 h 203583"/>
                  <a:gd name="connsiteX2" fmla="*/ 65168 w 129259"/>
                  <a:gd name="connsiteY2" fmla="*/ 100176 h 203583"/>
                  <a:gd name="connsiteX3" fmla="*/ 36624 w 129259"/>
                  <a:gd name="connsiteY3" fmla="*/ 142185 h 203583"/>
                  <a:gd name="connsiteX4" fmla="*/ 20466 w 129259"/>
                  <a:gd name="connsiteY4" fmla="*/ 165883 h 203583"/>
                  <a:gd name="connsiteX5" fmla="*/ 539 w 129259"/>
                  <a:gd name="connsiteY5" fmla="*/ 192812 h 203583"/>
                  <a:gd name="connsiteX6" fmla="*/ 0 w 129259"/>
                  <a:gd name="connsiteY6" fmla="*/ 193350 h 203583"/>
                  <a:gd name="connsiteX7" fmla="*/ 9695 w 129259"/>
                  <a:gd name="connsiteY7" fmla="*/ 201429 h 203583"/>
                  <a:gd name="connsiteX8" fmla="*/ 14003 w 129259"/>
                  <a:gd name="connsiteY8" fmla="*/ 203583 h 203583"/>
                  <a:gd name="connsiteX9" fmla="*/ 32854 w 129259"/>
                  <a:gd name="connsiteY9" fmla="*/ 173423 h 203583"/>
                  <a:gd name="connsiteX10" fmla="*/ 78633 w 129259"/>
                  <a:gd name="connsiteY10" fmla="*/ 94790 h 203583"/>
                  <a:gd name="connsiteX11" fmla="*/ 82942 w 129259"/>
                  <a:gd name="connsiteY11" fmla="*/ 87789 h 203583"/>
                  <a:gd name="connsiteX12" fmla="*/ 85096 w 129259"/>
                  <a:gd name="connsiteY12" fmla="*/ 83480 h 203583"/>
                  <a:gd name="connsiteX13" fmla="*/ 129259 w 129259"/>
                  <a:gd name="connsiteY13" fmla="*/ 0 h 203583"/>
                  <a:gd name="connsiteX14" fmla="*/ 75940 w 129259"/>
                  <a:gd name="connsiteY14" fmla="*/ 83480 h 203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9259" h="203583">
                    <a:moveTo>
                      <a:pt x="75940" y="83480"/>
                    </a:moveTo>
                    <a:cubicBezTo>
                      <a:pt x="74863" y="84557"/>
                      <a:pt x="74324" y="86173"/>
                      <a:pt x="73247" y="87789"/>
                    </a:cubicBezTo>
                    <a:cubicBezTo>
                      <a:pt x="70554" y="91559"/>
                      <a:pt x="67861" y="95867"/>
                      <a:pt x="65168" y="100176"/>
                    </a:cubicBezTo>
                    <a:cubicBezTo>
                      <a:pt x="56012" y="114179"/>
                      <a:pt x="46318" y="128182"/>
                      <a:pt x="36624" y="142185"/>
                    </a:cubicBezTo>
                    <a:cubicBezTo>
                      <a:pt x="31238" y="149725"/>
                      <a:pt x="25852" y="157804"/>
                      <a:pt x="20466" y="165883"/>
                    </a:cubicBezTo>
                    <a:lnTo>
                      <a:pt x="539" y="192812"/>
                    </a:lnTo>
                    <a:lnTo>
                      <a:pt x="0" y="193350"/>
                    </a:lnTo>
                    <a:cubicBezTo>
                      <a:pt x="3232" y="196043"/>
                      <a:pt x="6463" y="198736"/>
                      <a:pt x="9695" y="201429"/>
                    </a:cubicBezTo>
                    <a:cubicBezTo>
                      <a:pt x="11310" y="201968"/>
                      <a:pt x="12388" y="202506"/>
                      <a:pt x="14003" y="203583"/>
                    </a:cubicBezTo>
                    <a:lnTo>
                      <a:pt x="32854" y="173423"/>
                    </a:lnTo>
                    <a:cubicBezTo>
                      <a:pt x="48472" y="147571"/>
                      <a:pt x="63553" y="120642"/>
                      <a:pt x="78633" y="94790"/>
                    </a:cubicBezTo>
                    <a:cubicBezTo>
                      <a:pt x="80249" y="92636"/>
                      <a:pt x="81326" y="89943"/>
                      <a:pt x="82942" y="87789"/>
                    </a:cubicBezTo>
                    <a:lnTo>
                      <a:pt x="85096" y="83480"/>
                    </a:lnTo>
                    <a:lnTo>
                      <a:pt x="129259" y="0"/>
                    </a:lnTo>
                    <a:lnTo>
                      <a:pt x="75940" y="83480"/>
                    </a:lnTo>
                    <a:close/>
                  </a:path>
                </a:pathLst>
              </a:custGeom>
              <a:solidFill>
                <a:srgbClr val="E0EEF8"/>
              </a:solidFill>
              <a:ln w="5383"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6CFC3CE5-FDD3-42F7-8D35-1533A3084095}"/>
                  </a:ext>
                </a:extLst>
              </p:cNvPr>
              <p:cNvSpPr/>
              <p:nvPr/>
            </p:nvSpPr>
            <p:spPr>
              <a:xfrm>
                <a:off x="8875878" y="4654667"/>
                <a:ext cx="718989" cy="1242333"/>
              </a:xfrm>
              <a:custGeom>
                <a:avLst/>
                <a:gdLst>
                  <a:gd name="connsiteX0" fmla="*/ 686771 w 718989"/>
                  <a:gd name="connsiteY0" fmla="*/ 2693 h 1242333"/>
                  <a:gd name="connsiteX1" fmla="*/ 686771 w 718989"/>
                  <a:gd name="connsiteY1" fmla="*/ 2693 h 1242333"/>
                  <a:gd name="connsiteX2" fmla="*/ 537046 w 718989"/>
                  <a:gd name="connsiteY2" fmla="*/ 111486 h 1242333"/>
                  <a:gd name="connsiteX3" fmla="*/ 530583 w 718989"/>
                  <a:gd name="connsiteY3" fmla="*/ 116872 h 1242333"/>
                  <a:gd name="connsiteX4" fmla="*/ 370624 w 718989"/>
                  <a:gd name="connsiteY4" fmla="*/ 250978 h 1242333"/>
                  <a:gd name="connsiteX5" fmla="*/ 364700 w 718989"/>
                  <a:gd name="connsiteY5" fmla="*/ 256903 h 1242333"/>
                  <a:gd name="connsiteX6" fmla="*/ 188584 w 718989"/>
                  <a:gd name="connsiteY6" fmla="*/ 442713 h 1242333"/>
                  <a:gd name="connsiteX7" fmla="*/ 183198 w 718989"/>
                  <a:gd name="connsiteY7" fmla="*/ 449176 h 1242333"/>
                  <a:gd name="connsiteX8" fmla="*/ 49092 w 718989"/>
                  <a:gd name="connsiteY8" fmla="*/ 667840 h 1242333"/>
                  <a:gd name="connsiteX9" fmla="*/ 45322 w 718989"/>
                  <a:gd name="connsiteY9" fmla="*/ 676995 h 1242333"/>
                  <a:gd name="connsiteX10" fmla="*/ 120184 w 718989"/>
                  <a:gd name="connsiteY10" fmla="*/ 1198341 h 1242333"/>
                  <a:gd name="connsiteX11" fmla="*/ 133649 w 718989"/>
                  <a:gd name="connsiteY11" fmla="*/ 1205881 h 1242333"/>
                  <a:gd name="connsiteX12" fmla="*/ 162194 w 718989"/>
                  <a:gd name="connsiteY12" fmla="*/ 1225809 h 1242333"/>
                  <a:gd name="connsiteX13" fmla="*/ 172427 w 718989"/>
                  <a:gd name="connsiteY13" fmla="*/ 1232272 h 1242333"/>
                  <a:gd name="connsiteX14" fmla="*/ 334540 w 718989"/>
                  <a:gd name="connsiteY14" fmla="*/ 1237119 h 1242333"/>
                  <a:gd name="connsiteX15" fmla="*/ 377626 w 718989"/>
                  <a:gd name="connsiteY15" fmla="*/ 1227424 h 1242333"/>
                  <a:gd name="connsiteX16" fmla="*/ 637221 w 718989"/>
                  <a:gd name="connsiteY16" fmla="*/ 954903 h 1242333"/>
                  <a:gd name="connsiteX17" fmla="*/ 640992 w 718989"/>
                  <a:gd name="connsiteY17" fmla="*/ 944670 h 1242333"/>
                  <a:gd name="connsiteX18" fmla="*/ 694311 w 718989"/>
                  <a:gd name="connsiteY18" fmla="*/ 736778 h 1242333"/>
                  <a:gd name="connsiteX19" fmla="*/ 695927 w 718989"/>
                  <a:gd name="connsiteY19" fmla="*/ 727083 h 1242333"/>
                  <a:gd name="connsiteX20" fmla="*/ 717470 w 718989"/>
                  <a:gd name="connsiteY20" fmla="*/ 487954 h 1242333"/>
                  <a:gd name="connsiteX21" fmla="*/ 718008 w 718989"/>
                  <a:gd name="connsiteY21" fmla="*/ 478798 h 1242333"/>
                  <a:gd name="connsiteX22" fmla="*/ 715316 w 718989"/>
                  <a:gd name="connsiteY22" fmla="*/ 256364 h 1242333"/>
                  <a:gd name="connsiteX23" fmla="*/ 714777 w 718989"/>
                  <a:gd name="connsiteY23" fmla="*/ 246670 h 1242333"/>
                  <a:gd name="connsiteX24" fmla="*/ 693234 w 718989"/>
                  <a:gd name="connsiteY24" fmla="*/ 9156 h 1242333"/>
                  <a:gd name="connsiteX25" fmla="*/ 692157 w 718989"/>
                  <a:gd name="connsiteY25" fmla="*/ 0 h 1242333"/>
                  <a:gd name="connsiteX26" fmla="*/ 686771 w 718989"/>
                  <a:gd name="connsiteY26" fmla="*/ 2693 h 1242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18989" h="1242333">
                    <a:moveTo>
                      <a:pt x="686771" y="2693"/>
                    </a:moveTo>
                    <a:lnTo>
                      <a:pt x="686771" y="2693"/>
                    </a:lnTo>
                    <a:cubicBezTo>
                      <a:pt x="632913" y="39855"/>
                      <a:pt x="583363" y="75940"/>
                      <a:pt x="537046" y="111486"/>
                    </a:cubicBezTo>
                    <a:cubicBezTo>
                      <a:pt x="534891" y="113102"/>
                      <a:pt x="532737" y="114718"/>
                      <a:pt x="530583" y="116872"/>
                    </a:cubicBezTo>
                    <a:cubicBezTo>
                      <a:pt x="471339" y="162651"/>
                      <a:pt x="418019" y="207353"/>
                      <a:pt x="370624" y="250978"/>
                    </a:cubicBezTo>
                    <a:cubicBezTo>
                      <a:pt x="368470" y="252594"/>
                      <a:pt x="366316" y="254748"/>
                      <a:pt x="364700" y="256903"/>
                    </a:cubicBezTo>
                    <a:cubicBezTo>
                      <a:pt x="294146" y="321532"/>
                      <a:pt x="235979" y="383469"/>
                      <a:pt x="188584" y="442713"/>
                    </a:cubicBezTo>
                    <a:cubicBezTo>
                      <a:pt x="186968" y="444867"/>
                      <a:pt x="184814" y="447022"/>
                      <a:pt x="183198" y="449176"/>
                    </a:cubicBezTo>
                    <a:cubicBezTo>
                      <a:pt x="121262" y="527270"/>
                      <a:pt x="78175" y="600517"/>
                      <a:pt x="49092" y="667840"/>
                    </a:cubicBezTo>
                    <a:cubicBezTo>
                      <a:pt x="48015" y="671071"/>
                      <a:pt x="46399" y="673764"/>
                      <a:pt x="45322" y="676995"/>
                    </a:cubicBezTo>
                    <a:cubicBezTo>
                      <a:pt x="-67242" y="950594"/>
                      <a:pt x="57709" y="1130480"/>
                      <a:pt x="120184" y="1198341"/>
                    </a:cubicBezTo>
                    <a:cubicBezTo>
                      <a:pt x="125032" y="1201034"/>
                      <a:pt x="129340" y="1203727"/>
                      <a:pt x="133649" y="1205881"/>
                    </a:cubicBezTo>
                    <a:cubicBezTo>
                      <a:pt x="144420" y="1211267"/>
                      <a:pt x="154654" y="1218268"/>
                      <a:pt x="162194" y="1225809"/>
                    </a:cubicBezTo>
                    <a:cubicBezTo>
                      <a:pt x="165964" y="1227424"/>
                      <a:pt x="169195" y="1229579"/>
                      <a:pt x="172427" y="1232272"/>
                    </a:cubicBezTo>
                    <a:cubicBezTo>
                      <a:pt x="232748" y="1244121"/>
                      <a:pt x="286606" y="1245198"/>
                      <a:pt x="334540" y="1237119"/>
                    </a:cubicBezTo>
                    <a:lnTo>
                      <a:pt x="377626" y="1227424"/>
                    </a:lnTo>
                    <a:cubicBezTo>
                      <a:pt x="504192" y="1190801"/>
                      <a:pt x="586056" y="1087394"/>
                      <a:pt x="637221" y="954903"/>
                    </a:cubicBezTo>
                    <a:cubicBezTo>
                      <a:pt x="638837" y="951671"/>
                      <a:pt x="639914" y="947901"/>
                      <a:pt x="640992" y="944670"/>
                    </a:cubicBezTo>
                    <a:cubicBezTo>
                      <a:pt x="665228" y="880579"/>
                      <a:pt x="682462" y="809486"/>
                      <a:pt x="694311" y="736778"/>
                    </a:cubicBezTo>
                    <a:cubicBezTo>
                      <a:pt x="694850" y="733546"/>
                      <a:pt x="695388" y="730315"/>
                      <a:pt x="695927" y="727083"/>
                    </a:cubicBezTo>
                    <a:cubicBezTo>
                      <a:pt x="708314" y="647912"/>
                      <a:pt x="714777" y="566586"/>
                      <a:pt x="717470" y="487954"/>
                    </a:cubicBezTo>
                    <a:cubicBezTo>
                      <a:pt x="717470" y="484722"/>
                      <a:pt x="717470" y="482029"/>
                      <a:pt x="718008" y="478798"/>
                    </a:cubicBezTo>
                    <a:cubicBezTo>
                      <a:pt x="720163" y="399626"/>
                      <a:pt x="718547" y="323687"/>
                      <a:pt x="715316" y="256364"/>
                    </a:cubicBezTo>
                    <a:cubicBezTo>
                      <a:pt x="715316" y="253133"/>
                      <a:pt x="715316" y="249901"/>
                      <a:pt x="714777" y="246670"/>
                    </a:cubicBezTo>
                    <a:cubicBezTo>
                      <a:pt x="708314" y="127105"/>
                      <a:pt x="697004" y="37162"/>
                      <a:pt x="693234" y="9156"/>
                    </a:cubicBezTo>
                    <a:cubicBezTo>
                      <a:pt x="692157" y="3231"/>
                      <a:pt x="692157" y="0"/>
                      <a:pt x="692157" y="0"/>
                    </a:cubicBezTo>
                    <a:cubicBezTo>
                      <a:pt x="690541" y="538"/>
                      <a:pt x="688925" y="1616"/>
                      <a:pt x="686771" y="2693"/>
                    </a:cubicBezTo>
                    <a:close/>
                  </a:path>
                </a:pathLst>
              </a:custGeom>
              <a:solidFill>
                <a:schemeClr val="accent2"/>
              </a:solidFill>
              <a:ln w="5383"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9F100391-E528-4B89-9679-8A8D0E745104}"/>
                  </a:ext>
                </a:extLst>
              </p:cNvPr>
              <p:cNvSpPr/>
              <p:nvPr/>
            </p:nvSpPr>
            <p:spPr>
              <a:xfrm>
                <a:off x="9028378" y="4653589"/>
                <a:ext cx="541273" cy="1222577"/>
              </a:xfrm>
              <a:custGeom>
                <a:avLst/>
                <a:gdLst>
                  <a:gd name="connsiteX0" fmla="*/ 534272 w 541273"/>
                  <a:gd name="connsiteY0" fmla="*/ 3770 h 1222577"/>
                  <a:gd name="connsiteX1" fmla="*/ 534272 w 541273"/>
                  <a:gd name="connsiteY1" fmla="*/ 3770 h 1222577"/>
                  <a:gd name="connsiteX2" fmla="*/ 451331 w 541273"/>
                  <a:gd name="connsiteY2" fmla="*/ 234821 h 1222577"/>
                  <a:gd name="connsiteX3" fmla="*/ 447560 w 541273"/>
                  <a:gd name="connsiteY3" fmla="*/ 245054 h 1222577"/>
                  <a:gd name="connsiteX4" fmla="*/ 353309 w 541273"/>
                  <a:gd name="connsiteY4" fmla="*/ 478259 h 1222577"/>
                  <a:gd name="connsiteX5" fmla="*/ 349539 w 541273"/>
                  <a:gd name="connsiteY5" fmla="*/ 487415 h 1222577"/>
                  <a:gd name="connsiteX6" fmla="*/ 246131 w 541273"/>
                  <a:gd name="connsiteY6" fmla="*/ 721698 h 1222577"/>
                  <a:gd name="connsiteX7" fmla="*/ 242361 w 541273"/>
                  <a:gd name="connsiteY7" fmla="*/ 730315 h 1222577"/>
                  <a:gd name="connsiteX8" fmla="*/ 120642 w 541273"/>
                  <a:gd name="connsiteY8" fmla="*/ 984525 h 1222577"/>
                  <a:gd name="connsiteX9" fmla="*/ 116334 w 541273"/>
                  <a:gd name="connsiteY9" fmla="*/ 993142 h 1222577"/>
                  <a:gd name="connsiteX10" fmla="*/ 0 w 541273"/>
                  <a:gd name="connsiteY10" fmla="*/ 1217192 h 1222577"/>
                  <a:gd name="connsiteX11" fmla="*/ 6463 w 541273"/>
                  <a:gd name="connsiteY11" fmla="*/ 1222577 h 1222577"/>
                  <a:gd name="connsiteX12" fmla="*/ 57090 w 541273"/>
                  <a:gd name="connsiteY12" fmla="*/ 1127249 h 1222577"/>
                  <a:gd name="connsiteX13" fmla="*/ 63014 w 541273"/>
                  <a:gd name="connsiteY13" fmla="*/ 1115939 h 1222577"/>
                  <a:gd name="connsiteX14" fmla="*/ 173423 w 541273"/>
                  <a:gd name="connsiteY14" fmla="*/ 896197 h 1222577"/>
                  <a:gd name="connsiteX15" fmla="*/ 178809 w 541273"/>
                  <a:gd name="connsiteY15" fmla="*/ 884887 h 1222577"/>
                  <a:gd name="connsiteX16" fmla="*/ 303221 w 541273"/>
                  <a:gd name="connsiteY16" fmla="*/ 616136 h 1222577"/>
                  <a:gd name="connsiteX17" fmla="*/ 308068 w 541273"/>
                  <a:gd name="connsiteY17" fmla="*/ 604826 h 1222577"/>
                  <a:gd name="connsiteX18" fmla="*/ 406628 w 541273"/>
                  <a:gd name="connsiteY18" fmla="*/ 371082 h 1222577"/>
                  <a:gd name="connsiteX19" fmla="*/ 412553 w 541273"/>
                  <a:gd name="connsiteY19" fmla="*/ 356540 h 1222577"/>
                  <a:gd name="connsiteX20" fmla="*/ 541273 w 541273"/>
                  <a:gd name="connsiteY20" fmla="*/ 9156 h 1222577"/>
                  <a:gd name="connsiteX21" fmla="*/ 540196 w 541273"/>
                  <a:gd name="connsiteY21" fmla="*/ 0 h 1222577"/>
                  <a:gd name="connsiteX22" fmla="*/ 534272 w 541273"/>
                  <a:gd name="connsiteY22" fmla="*/ 3770 h 1222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1273" h="1222577">
                    <a:moveTo>
                      <a:pt x="534272" y="3770"/>
                    </a:moveTo>
                    <a:lnTo>
                      <a:pt x="534272" y="3770"/>
                    </a:lnTo>
                    <a:cubicBezTo>
                      <a:pt x="527809" y="24775"/>
                      <a:pt x="500341" y="107177"/>
                      <a:pt x="451331" y="234821"/>
                    </a:cubicBezTo>
                    <a:cubicBezTo>
                      <a:pt x="450253" y="238053"/>
                      <a:pt x="448638" y="241822"/>
                      <a:pt x="447560" y="245054"/>
                    </a:cubicBezTo>
                    <a:cubicBezTo>
                      <a:pt x="421709" y="311838"/>
                      <a:pt x="390471" y="390471"/>
                      <a:pt x="353309" y="478259"/>
                    </a:cubicBezTo>
                    <a:cubicBezTo>
                      <a:pt x="352232" y="481491"/>
                      <a:pt x="350616" y="484184"/>
                      <a:pt x="349539" y="487415"/>
                    </a:cubicBezTo>
                    <a:cubicBezTo>
                      <a:pt x="318840" y="559585"/>
                      <a:pt x="284371" y="638218"/>
                      <a:pt x="246131" y="721698"/>
                    </a:cubicBezTo>
                    <a:cubicBezTo>
                      <a:pt x="245054" y="724391"/>
                      <a:pt x="243438" y="727083"/>
                      <a:pt x="242361" y="730315"/>
                    </a:cubicBezTo>
                    <a:cubicBezTo>
                      <a:pt x="205199" y="810563"/>
                      <a:pt x="164806" y="895659"/>
                      <a:pt x="120642" y="984525"/>
                    </a:cubicBezTo>
                    <a:cubicBezTo>
                      <a:pt x="119026" y="987218"/>
                      <a:pt x="117949" y="989911"/>
                      <a:pt x="116334" y="993142"/>
                    </a:cubicBezTo>
                    <a:cubicBezTo>
                      <a:pt x="80249" y="1065850"/>
                      <a:pt x="41471" y="1140713"/>
                      <a:pt x="0" y="1217192"/>
                    </a:cubicBezTo>
                    <a:cubicBezTo>
                      <a:pt x="2154" y="1218807"/>
                      <a:pt x="4309" y="1220962"/>
                      <a:pt x="6463" y="1222577"/>
                    </a:cubicBezTo>
                    <a:cubicBezTo>
                      <a:pt x="23698" y="1190263"/>
                      <a:pt x="40394" y="1158486"/>
                      <a:pt x="57090" y="1127249"/>
                    </a:cubicBezTo>
                    <a:cubicBezTo>
                      <a:pt x="59244" y="1123478"/>
                      <a:pt x="60860" y="1119708"/>
                      <a:pt x="63014" y="1115939"/>
                    </a:cubicBezTo>
                    <a:cubicBezTo>
                      <a:pt x="102330" y="1039999"/>
                      <a:pt x="138954" y="966752"/>
                      <a:pt x="173423" y="896197"/>
                    </a:cubicBezTo>
                    <a:cubicBezTo>
                      <a:pt x="175039" y="892428"/>
                      <a:pt x="177193" y="888658"/>
                      <a:pt x="178809" y="884887"/>
                    </a:cubicBezTo>
                    <a:cubicBezTo>
                      <a:pt x="224588" y="789559"/>
                      <a:pt x="266059" y="699616"/>
                      <a:pt x="303221" y="616136"/>
                    </a:cubicBezTo>
                    <a:cubicBezTo>
                      <a:pt x="304837" y="612366"/>
                      <a:pt x="306452" y="608596"/>
                      <a:pt x="308068" y="604826"/>
                    </a:cubicBezTo>
                    <a:cubicBezTo>
                      <a:pt x="345769" y="519730"/>
                      <a:pt x="378622" y="441097"/>
                      <a:pt x="406628" y="371082"/>
                    </a:cubicBezTo>
                    <a:cubicBezTo>
                      <a:pt x="408783" y="366235"/>
                      <a:pt x="410398" y="361387"/>
                      <a:pt x="412553" y="356540"/>
                    </a:cubicBezTo>
                    <a:cubicBezTo>
                      <a:pt x="489031" y="167498"/>
                      <a:pt x="531040" y="41471"/>
                      <a:pt x="541273" y="9156"/>
                    </a:cubicBezTo>
                    <a:cubicBezTo>
                      <a:pt x="540196" y="3231"/>
                      <a:pt x="540196" y="0"/>
                      <a:pt x="540196" y="0"/>
                    </a:cubicBezTo>
                    <a:cubicBezTo>
                      <a:pt x="538042" y="1616"/>
                      <a:pt x="536426" y="2693"/>
                      <a:pt x="534272" y="3770"/>
                    </a:cubicBezTo>
                    <a:close/>
                  </a:path>
                </a:pathLst>
              </a:custGeom>
              <a:solidFill>
                <a:srgbClr val="FFFFFF"/>
              </a:solidFill>
              <a:ln w="5383"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61281087-0C68-4341-A159-8539D2D3D4D8}"/>
                  </a:ext>
                </a:extLst>
              </p:cNvPr>
              <p:cNvSpPr/>
              <p:nvPr/>
            </p:nvSpPr>
            <p:spPr>
              <a:xfrm>
                <a:off x="9080620" y="5598798"/>
                <a:ext cx="436788" cy="183117"/>
              </a:xfrm>
              <a:custGeom>
                <a:avLst/>
                <a:gdLst>
                  <a:gd name="connsiteX0" fmla="*/ 0 w 436788"/>
                  <a:gd name="connsiteY0" fmla="*/ 175577 h 183117"/>
                  <a:gd name="connsiteX1" fmla="*/ 3232 w 436788"/>
                  <a:gd name="connsiteY1" fmla="*/ 183117 h 183117"/>
                  <a:gd name="connsiteX2" fmla="*/ 433019 w 436788"/>
                  <a:gd name="connsiteY2" fmla="*/ 10233 h 183117"/>
                  <a:gd name="connsiteX3" fmla="*/ 436789 w 436788"/>
                  <a:gd name="connsiteY3" fmla="*/ 0 h 183117"/>
                  <a:gd name="connsiteX4" fmla="*/ 10233 w 436788"/>
                  <a:gd name="connsiteY4" fmla="*/ 171268 h 183117"/>
                  <a:gd name="connsiteX5" fmla="*/ 0 w 436788"/>
                  <a:gd name="connsiteY5" fmla="*/ 175577 h 183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6788" h="183117">
                    <a:moveTo>
                      <a:pt x="0" y="175577"/>
                    </a:moveTo>
                    <a:lnTo>
                      <a:pt x="3232" y="183117"/>
                    </a:lnTo>
                    <a:cubicBezTo>
                      <a:pt x="4847" y="182579"/>
                      <a:pt x="433019" y="10233"/>
                      <a:pt x="433019" y="10233"/>
                    </a:cubicBezTo>
                    <a:cubicBezTo>
                      <a:pt x="434634" y="7001"/>
                      <a:pt x="435712" y="3231"/>
                      <a:pt x="436789" y="0"/>
                    </a:cubicBezTo>
                    <a:lnTo>
                      <a:pt x="10233" y="171268"/>
                    </a:lnTo>
                    <a:lnTo>
                      <a:pt x="0" y="175577"/>
                    </a:lnTo>
                    <a:close/>
                  </a:path>
                </a:pathLst>
              </a:custGeom>
              <a:solidFill>
                <a:srgbClr val="FFFFFF"/>
              </a:solidFill>
              <a:ln w="5383"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F8F20878-3154-4FDB-9954-BD9FBC773697}"/>
                  </a:ext>
                </a:extLst>
              </p:cNvPr>
              <p:cNvSpPr/>
              <p:nvPr/>
            </p:nvSpPr>
            <p:spPr>
              <a:xfrm>
                <a:off x="9196953" y="5380134"/>
                <a:ext cx="375390" cy="170191"/>
              </a:xfrm>
              <a:custGeom>
                <a:avLst/>
                <a:gdLst>
                  <a:gd name="connsiteX0" fmla="*/ 0 w 375390"/>
                  <a:gd name="connsiteY0" fmla="*/ 162651 h 170191"/>
                  <a:gd name="connsiteX1" fmla="*/ 3231 w 375390"/>
                  <a:gd name="connsiteY1" fmla="*/ 170192 h 170191"/>
                  <a:gd name="connsiteX2" fmla="*/ 373775 w 375390"/>
                  <a:gd name="connsiteY2" fmla="*/ 9695 h 170191"/>
                  <a:gd name="connsiteX3" fmla="*/ 375390 w 375390"/>
                  <a:gd name="connsiteY3" fmla="*/ 0 h 170191"/>
                  <a:gd name="connsiteX4" fmla="*/ 10233 w 375390"/>
                  <a:gd name="connsiteY4" fmla="*/ 158343 h 170191"/>
                  <a:gd name="connsiteX5" fmla="*/ 0 w 375390"/>
                  <a:gd name="connsiteY5" fmla="*/ 162651 h 170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5390" h="170191">
                    <a:moveTo>
                      <a:pt x="0" y="162651"/>
                    </a:moveTo>
                    <a:lnTo>
                      <a:pt x="3231" y="170192"/>
                    </a:lnTo>
                    <a:cubicBezTo>
                      <a:pt x="4847" y="169653"/>
                      <a:pt x="373775" y="9695"/>
                      <a:pt x="373775" y="9695"/>
                    </a:cubicBezTo>
                    <a:cubicBezTo>
                      <a:pt x="374313" y="6463"/>
                      <a:pt x="374852" y="3232"/>
                      <a:pt x="375390" y="0"/>
                    </a:cubicBezTo>
                    <a:lnTo>
                      <a:pt x="10233" y="158343"/>
                    </a:lnTo>
                    <a:lnTo>
                      <a:pt x="0" y="162651"/>
                    </a:lnTo>
                    <a:close/>
                  </a:path>
                </a:pathLst>
              </a:custGeom>
              <a:solidFill>
                <a:srgbClr val="FFFFFF"/>
              </a:solidFill>
              <a:ln w="5383"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553D7F8E-030B-45D4-A7C0-DF7489F88D51}"/>
                  </a:ext>
                </a:extLst>
              </p:cNvPr>
              <p:cNvSpPr/>
              <p:nvPr/>
            </p:nvSpPr>
            <p:spPr>
              <a:xfrm>
                <a:off x="9326751" y="5132387"/>
                <a:ext cx="268212" cy="137876"/>
              </a:xfrm>
              <a:custGeom>
                <a:avLst/>
                <a:gdLst>
                  <a:gd name="connsiteX0" fmla="*/ 0 w 268212"/>
                  <a:gd name="connsiteY0" fmla="*/ 130337 h 137876"/>
                  <a:gd name="connsiteX1" fmla="*/ 3770 w 268212"/>
                  <a:gd name="connsiteY1" fmla="*/ 137877 h 137876"/>
                  <a:gd name="connsiteX2" fmla="*/ 267675 w 268212"/>
                  <a:gd name="connsiteY2" fmla="*/ 9156 h 137876"/>
                  <a:gd name="connsiteX3" fmla="*/ 268213 w 268212"/>
                  <a:gd name="connsiteY3" fmla="*/ 0 h 137876"/>
                  <a:gd name="connsiteX4" fmla="*/ 9694 w 268212"/>
                  <a:gd name="connsiteY4" fmla="*/ 126028 h 137876"/>
                  <a:gd name="connsiteX5" fmla="*/ 0 w 268212"/>
                  <a:gd name="connsiteY5" fmla="*/ 130337 h 137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212" h="137876">
                    <a:moveTo>
                      <a:pt x="0" y="130337"/>
                    </a:moveTo>
                    <a:lnTo>
                      <a:pt x="3770" y="137877"/>
                    </a:lnTo>
                    <a:cubicBezTo>
                      <a:pt x="4847" y="137338"/>
                      <a:pt x="267675" y="9156"/>
                      <a:pt x="267675" y="9156"/>
                    </a:cubicBezTo>
                    <a:cubicBezTo>
                      <a:pt x="267675" y="5925"/>
                      <a:pt x="267675" y="3232"/>
                      <a:pt x="268213" y="0"/>
                    </a:cubicBezTo>
                    <a:lnTo>
                      <a:pt x="9694" y="126028"/>
                    </a:lnTo>
                    <a:lnTo>
                      <a:pt x="0" y="130337"/>
                    </a:lnTo>
                    <a:close/>
                  </a:path>
                </a:pathLst>
              </a:custGeom>
              <a:solidFill>
                <a:srgbClr val="FFFFFF"/>
              </a:solidFill>
              <a:ln w="5383"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6150248B-D1FB-4D77-BED5-DAC0C247B7CC}"/>
                  </a:ext>
                </a:extLst>
              </p:cNvPr>
              <p:cNvSpPr/>
              <p:nvPr/>
            </p:nvSpPr>
            <p:spPr>
              <a:xfrm>
                <a:off x="9429620" y="4900259"/>
                <a:ext cx="162112" cy="124411"/>
              </a:xfrm>
              <a:custGeom>
                <a:avLst/>
                <a:gdLst>
                  <a:gd name="connsiteX0" fmla="*/ 0 w 162112"/>
                  <a:gd name="connsiteY0" fmla="*/ 117949 h 124411"/>
                  <a:gd name="connsiteX1" fmla="*/ 4847 w 162112"/>
                  <a:gd name="connsiteY1" fmla="*/ 124412 h 124411"/>
                  <a:gd name="connsiteX2" fmla="*/ 162113 w 162112"/>
                  <a:gd name="connsiteY2" fmla="*/ 9694 h 124411"/>
                  <a:gd name="connsiteX3" fmla="*/ 161574 w 162112"/>
                  <a:gd name="connsiteY3" fmla="*/ 0 h 124411"/>
                  <a:gd name="connsiteX4" fmla="*/ 11310 w 162112"/>
                  <a:gd name="connsiteY4" fmla="*/ 109332 h 124411"/>
                  <a:gd name="connsiteX5" fmla="*/ 0 w 162112"/>
                  <a:gd name="connsiteY5" fmla="*/ 117949 h 124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2112" h="124411">
                    <a:moveTo>
                      <a:pt x="0" y="117949"/>
                    </a:moveTo>
                    <a:lnTo>
                      <a:pt x="4847" y="124412"/>
                    </a:lnTo>
                    <a:cubicBezTo>
                      <a:pt x="5386" y="123873"/>
                      <a:pt x="162113" y="9694"/>
                      <a:pt x="162113" y="9694"/>
                    </a:cubicBezTo>
                    <a:cubicBezTo>
                      <a:pt x="162113" y="6463"/>
                      <a:pt x="162113" y="3231"/>
                      <a:pt x="161574" y="0"/>
                    </a:cubicBezTo>
                    <a:lnTo>
                      <a:pt x="11310" y="109332"/>
                    </a:lnTo>
                    <a:lnTo>
                      <a:pt x="0" y="117949"/>
                    </a:lnTo>
                    <a:close/>
                  </a:path>
                </a:pathLst>
              </a:custGeom>
              <a:solidFill>
                <a:srgbClr val="FFFFFF"/>
              </a:solidFill>
              <a:ln w="5383"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75946873-0A0A-4DCE-A614-2E9043E372B2}"/>
                  </a:ext>
                </a:extLst>
              </p:cNvPr>
              <p:cNvSpPr/>
              <p:nvPr/>
            </p:nvSpPr>
            <p:spPr>
              <a:xfrm>
                <a:off x="9240578" y="4905645"/>
                <a:ext cx="145416" cy="238052"/>
              </a:xfrm>
              <a:custGeom>
                <a:avLst/>
                <a:gdLst>
                  <a:gd name="connsiteX0" fmla="*/ 137338 w 145416"/>
                  <a:gd name="connsiteY0" fmla="*/ 235898 h 238052"/>
                  <a:gd name="connsiteX1" fmla="*/ 138415 w 145416"/>
                  <a:gd name="connsiteY1" fmla="*/ 238053 h 238052"/>
                  <a:gd name="connsiteX2" fmla="*/ 145417 w 145416"/>
                  <a:gd name="connsiteY2" fmla="*/ 233744 h 238052"/>
                  <a:gd name="connsiteX3" fmla="*/ 141108 w 145416"/>
                  <a:gd name="connsiteY3" fmla="*/ 226742 h 238052"/>
                  <a:gd name="connsiteX4" fmla="*/ 5924 w 145416"/>
                  <a:gd name="connsiteY4" fmla="*/ 0 h 238052"/>
                  <a:gd name="connsiteX5" fmla="*/ 0 w 145416"/>
                  <a:gd name="connsiteY5" fmla="*/ 5924 h 238052"/>
                  <a:gd name="connsiteX6" fmla="*/ 137338 w 145416"/>
                  <a:gd name="connsiteY6" fmla="*/ 235898 h 238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416" h="238052">
                    <a:moveTo>
                      <a:pt x="137338" y="235898"/>
                    </a:moveTo>
                    <a:lnTo>
                      <a:pt x="138415" y="238053"/>
                    </a:lnTo>
                    <a:lnTo>
                      <a:pt x="145417" y="233744"/>
                    </a:lnTo>
                    <a:lnTo>
                      <a:pt x="141108" y="226742"/>
                    </a:lnTo>
                    <a:lnTo>
                      <a:pt x="5924" y="0"/>
                    </a:lnTo>
                    <a:cubicBezTo>
                      <a:pt x="3770" y="1616"/>
                      <a:pt x="1616" y="3770"/>
                      <a:pt x="0" y="5924"/>
                    </a:cubicBezTo>
                    <a:lnTo>
                      <a:pt x="137338" y="235898"/>
                    </a:lnTo>
                    <a:close/>
                  </a:path>
                </a:pathLst>
              </a:custGeom>
              <a:solidFill>
                <a:srgbClr val="FFFFFF"/>
              </a:solidFill>
              <a:ln w="5383"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A0BE12F6-076F-4723-9E54-B44971C2DE79}"/>
                  </a:ext>
                </a:extLst>
              </p:cNvPr>
              <p:cNvSpPr/>
              <p:nvPr/>
            </p:nvSpPr>
            <p:spPr>
              <a:xfrm>
                <a:off x="9406461" y="4766152"/>
                <a:ext cx="77555" cy="134106"/>
              </a:xfrm>
              <a:custGeom>
                <a:avLst/>
                <a:gdLst>
                  <a:gd name="connsiteX0" fmla="*/ 69477 w 77555"/>
                  <a:gd name="connsiteY0" fmla="*/ 132491 h 134106"/>
                  <a:gd name="connsiteX1" fmla="*/ 70554 w 77555"/>
                  <a:gd name="connsiteY1" fmla="*/ 134107 h 134106"/>
                  <a:gd name="connsiteX2" fmla="*/ 77556 w 77555"/>
                  <a:gd name="connsiteY2" fmla="*/ 130337 h 134106"/>
                  <a:gd name="connsiteX3" fmla="*/ 73247 w 77555"/>
                  <a:gd name="connsiteY3" fmla="*/ 122258 h 134106"/>
                  <a:gd name="connsiteX4" fmla="*/ 6463 w 77555"/>
                  <a:gd name="connsiteY4" fmla="*/ 0 h 134106"/>
                  <a:gd name="connsiteX5" fmla="*/ 0 w 77555"/>
                  <a:gd name="connsiteY5" fmla="*/ 5386 h 134106"/>
                  <a:gd name="connsiteX6" fmla="*/ 69477 w 77555"/>
                  <a:gd name="connsiteY6" fmla="*/ 132491 h 13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555" h="134106">
                    <a:moveTo>
                      <a:pt x="69477" y="132491"/>
                    </a:moveTo>
                    <a:lnTo>
                      <a:pt x="70554" y="134107"/>
                    </a:lnTo>
                    <a:lnTo>
                      <a:pt x="77556" y="130337"/>
                    </a:lnTo>
                    <a:lnTo>
                      <a:pt x="73247" y="122258"/>
                    </a:lnTo>
                    <a:lnTo>
                      <a:pt x="6463" y="0"/>
                    </a:lnTo>
                    <a:cubicBezTo>
                      <a:pt x="4309" y="1616"/>
                      <a:pt x="2154" y="3232"/>
                      <a:pt x="0" y="5386"/>
                    </a:cubicBezTo>
                    <a:lnTo>
                      <a:pt x="69477" y="132491"/>
                    </a:lnTo>
                    <a:close/>
                  </a:path>
                </a:pathLst>
              </a:custGeom>
              <a:solidFill>
                <a:srgbClr val="FFFFFF"/>
              </a:solidFill>
              <a:ln w="5383"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FDA3771F-11F6-4AD1-A8AD-45C6D27DD445}"/>
                  </a:ext>
                </a:extLst>
              </p:cNvPr>
              <p:cNvSpPr/>
              <p:nvPr/>
            </p:nvSpPr>
            <p:spPr>
              <a:xfrm>
                <a:off x="9059077" y="5097379"/>
                <a:ext cx="219740" cy="289217"/>
              </a:xfrm>
              <a:custGeom>
                <a:avLst/>
                <a:gdLst>
                  <a:gd name="connsiteX0" fmla="*/ 211662 w 219740"/>
                  <a:gd name="connsiteY0" fmla="*/ 287064 h 289217"/>
                  <a:gd name="connsiteX1" fmla="*/ 213278 w 219740"/>
                  <a:gd name="connsiteY1" fmla="*/ 289218 h 289217"/>
                  <a:gd name="connsiteX2" fmla="*/ 219741 w 219740"/>
                  <a:gd name="connsiteY2" fmla="*/ 284371 h 289217"/>
                  <a:gd name="connsiteX3" fmla="*/ 215432 w 219740"/>
                  <a:gd name="connsiteY3" fmla="*/ 278985 h 289217"/>
                  <a:gd name="connsiteX4" fmla="*/ 5386 w 219740"/>
                  <a:gd name="connsiteY4" fmla="*/ 0 h 289217"/>
                  <a:gd name="connsiteX5" fmla="*/ 0 w 219740"/>
                  <a:gd name="connsiteY5" fmla="*/ 6463 h 289217"/>
                  <a:gd name="connsiteX6" fmla="*/ 211662 w 219740"/>
                  <a:gd name="connsiteY6" fmla="*/ 287064 h 289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740" h="289217">
                    <a:moveTo>
                      <a:pt x="211662" y="287064"/>
                    </a:moveTo>
                    <a:lnTo>
                      <a:pt x="213278" y="289218"/>
                    </a:lnTo>
                    <a:lnTo>
                      <a:pt x="219741" y="284371"/>
                    </a:lnTo>
                    <a:lnTo>
                      <a:pt x="215432" y="278985"/>
                    </a:lnTo>
                    <a:lnTo>
                      <a:pt x="5386" y="0"/>
                    </a:lnTo>
                    <a:cubicBezTo>
                      <a:pt x="3770" y="2154"/>
                      <a:pt x="1616" y="4309"/>
                      <a:pt x="0" y="6463"/>
                    </a:cubicBezTo>
                    <a:lnTo>
                      <a:pt x="211662" y="287064"/>
                    </a:lnTo>
                    <a:close/>
                  </a:path>
                </a:pathLst>
              </a:custGeom>
              <a:solidFill>
                <a:srgbClr val="FFFFFF"/>
              </a:solidFill>
              <a:ln w="5383"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AE1FAE13-CE73-4D3E-897F-740DA58423DB}"/>
                  </a:ext>
                </a:extLst>
              </p:cNvPr>
              <p:cNvSpPr/>
              <p:nvPr/>
            </p:nvSpPr>
            <p:spPr>
              <a:xfrm>
                <a:off x="8921739" y="5321967"/>
                <a:ext cx="231589" cy="327456"/>
              </a:xfrm>
              <a:custGeom>
                <a:avLst/>
                <a:gdLst>
                  <a:gd name="connsiteX0" fmla="*/ 222972 w 231589"/>
                  <a:gd name="connsiteY0" fmla="*/ 325303 h 327456"/>
                  <a:gd name="connsiteX1" fmla="*/ 224588 w 231589"/>
                  <a:gd name="connsiteY1" fmla="*/ 327457 h 327456"/>
                  <a:gd name="connsiteX2" fmla="*/ 231590 w 231589"/>
                  <a:gd name="connsiteY2" fmla="*/ 322610 h 327456"/>
                  <a:gd name="connsiteX3" fmla="*/ 227281 w 231589"/>
                  <a:gd name="connsiteY3" fmla="*/ 316685 h 327456"/>
                  <a:gd name="connsiteX4" fmla="*/ 3770 w 231589"/>
                  <a:gd name="connsiteY4" fmla="*/ 0 h 327456"/>
                  <a:gd name="connsiteX5" fmla="*/ 0 w 231589"/>
                  <a:gd name="connsiteY5" fmla="*/ 9156 h 327456"/>
                  <a:gd name="connsiteX6" fmla="*/ 222972 w 231589"/>
                  <a:gd name="connsiteY6" fmla="*/ 325303 h 32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1589" h="327456">
                    <a:moveTo>
                      <a:pt x="222972" y="325303"/>
                    </a:moveTo>
                    <a:lnTo>
                      <a:pt x="224588" y="327457"/>
                    </a:lnTo>
                    <a:lnTo>
                      <a:pt x="231590" y="322610"/>
                    </a:lnTo>
                    <a:lnTo>
                      <a:pt x="227281" y="316685"/>
                    </a:lnTo>
                    <a:lnTo>
                      <a:pt x="3770" y="0"/>
                    </a:lnTo>
                    <a:cubicBezTo>
                      <a:pt x="2693" y="3232"/>
                      <a:pt x="1077" y="5925"/>
                      <a:pt x="0" y="9156"/>
                    </a:cubicBezTo>
                    <a:lnTo>
                      <a:pt x="222972" y="325303"/>
                    </a:lnTo>
                    <a:close/>
                  </a:path>
                </a:pathLst>
              </a:custGeom>
              <a:solidFill>
                <a:srgbClr val="FFFFFF"/>
              </a:solidFill>
              <a:ln w="5383" cap="flat">
                <a:noFill/>
                <a:prstDash val="solid"/>
                <a:miter/>
              </a:ln>
            </p:spPr>
            <p:txBody>
              <a:bodyPr rtlCol="0" anchor="ctr"/>
              <a:lstStyle/>
              <a:p>
                <a:endParaRPr lang="en-US"/>
              </a:p>
            </p:txBody>
          </p:sp>
        </p:grpSp>
        <p:grpSp>
          <p:nvGrpSpPr>
            <p:cNvPr id="61" name="Graphic 21">
              <a:extLst>
                <a:ext uri="{FF2B5EF4-FFF2-40B4-BE49-F238E27FC236}">
                  <a16:creationId xmlns:a16="http://schemas.microsoft.com/office/drawing/2014/main" id="{8639DD85-530A-4410-999F-96017AD201EE}"/>
                </a:ext>
              </a:extLst>
            </p:cNvPr>
            <p:cNvGrpSpPr/>
            <p:nvPr/>
          </p:nvGrpSpPr>
          <p:grpSpPr>
            <a:xfrm>
              <a:off x="10354121" y="4008909"/>
              <a:ext cx="1166285" cy="1960432"/>
              <a:chOff x="10354121" y="4008909"/>
              <a:chExt cx="1166285" cy="1960432"/>
            </a:xfrm>
          </p:grpSpPr>
          <p:sp>
            <p:nvSpPr>
              <p:cNvPr id="62" name="Freeform: Shape 61">
                <a:extLst>
                  <a:ext uri="{FF2B5EF4-FFF2-40B4-BE49-F238E27FC236}">
                    <a16:creationId xmlns:a16="http://schemas.microsoft.com/office/drawing/2014/main" id="{78663852-9D67-404B-ACAB-3A82B50E0312}"/>
                  </a:ext>
                </a:extLst>
              </p:cNvPr>
              <p:cNvSpPr/>
              <p:nvPr/>
            </p:nvSpPr>
            <p:spPr>
              <a:xfrm>
                <a:off x="10528324" y="5231301"/>
                <a:ext cx="992083" cy="738039"/>
              </a:xfrm>
              <a:custGeom>
                <a:avLst/>
                <a:gdLst>
                  <a:gd name="connsiteX0" fmla="*/ 944670 w 992083"/>
                  <a:gd name="connsiteY0" fmla="*/ 52427 h 738039"/>
                  <a:gd name="connsiteX1" fmla="*/ 877348 w 992083"/>
                  <a:gd name="connsiteY1" fmla="*/ 11495 h 738039"/>
                  <a:gd name="connsiteX2" fmla="*/ 94790 w 992083"/>
                  <a:gd name="connsiteY2" fmla="*/ 530148 h 738039"/>
                  <a:gd name="connsiteX3" fmla="*/ 0 w 992083"/>
                  <a:gd name="connsiteY3" fmla="*/ 738040 h 738039"/>
                  <a:gd name="connsiteX4" fmla="*/ 691537 w 992083"/>
                  <a:gd name="connsiteY4" fmla="*/ 532302 h 738039"/>
                  <a:gd name="connsiteX5" fmla="*/ 957596 w 992083"/>
                  <a:gd name="connsiteY5" fmla="*/ 65892 h 738039"/>
                  <a:gd name="connsiteX6" fmla="*/ 944670 w 992083"/>
                  <a:gd name="connsiteY6" fmla="*/ 52427 h 738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2083" h="738039">
                    <a:moveTo>
                      <a:pt x="944670" y="52427"/>
                    </a:moveTo>
                    <a:cubicBezTo>
                      <a:pt x="927436" y="36808"/>
                      <a:pt x="905353" y="22805"/>
                      <a:pt x="877348" y="11495"/>
                    </a:cubicBezTo>
                    <a:cubicBezTo>
                      <a:pt x="664070" y="-74678"/>
                      <a:pt x="220279" y="345953"/>
                      <a:pt x="94790" y="530148"/>
                    </a:cubicBezTo>
                    <a:lnTo>
                      <a:pt x="0" y="738040"/>
                    </a:lnTo>
                    <a:cubicBezTo>
                      <a:pt x="83480" y="696031"/>
                      <a:pt x="577359" y="580774"/>
                      <a:pt x="691537" y="532302"/>
                    </a:cubicBezTo>
                    <a:cubicBezTo>
                      <a:pt x="867114" y="457440"/>
                      <a:pt x="1075545" y="202152"/>
                      <a:pt x="957596" y="65892"/>
                    </a:cubicBezTo>
                    <a:cubicBezTo>
                      <a:pt x="953826" y="61044"/>
                      <a:pt x="949517" y="56736"/>
                      <a:pt x="944670" y="52427"/>
                    </a:cubicBezTo>
                    <a:close/>
                  </a:path>
                </a:pathLst>
              </a:custGeom>
              <a:solidFill>
                <a:schemeClr val="accent3"/>
              </a:solidFill>
              <a:ln w="5383"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90396D9E-76C9-4D68-AA83-131C71598CA2}"/>
                  </a:ext>
                </a:extLst>
              </p:cNvPr>
              <p:cNvSpPr/>
              <p:nvPr/>
            </p:nvSpPr>
            <p:spPr>
              <a:xfrm>
                <a:off x="10528324" y="4925401"/>
                <a:ext cx="831323" cy="1043940"/>
              </a:xfrm>
              <a:custGeom>
                <a:avLst/>
                <a:gdLst>
                  <a:gd name="connsiteX0" fmla="*/ 761553 w 831323"/>
                  <a:gd name="connsiteY0" fmla="*/ 41103 h 1043940"/>
                  <a:gd name="connsiteX1" fmla="*/ 757783 w 831323"/>
                  <a:gd name="connsiteY1" fmla="*/ 38411 h 1043940"/>
                  <a:gd name="connsiteX2" fmla="*/ 712004 w 831323"/>
                  <a:gd name="connsiteY2" fmla="*/ 17945 h 1043940"/>
                  <a:gd name="connsiteX3" fmla="*/ 346307 w 831323"/>
                  <a:gd name="connsiteY3" fmla="*/ 92269 h 1043940"/>
                  <a:gd name="connsiteX4" fmla="*/ 260135 w 831323"/>
                  <a:gd name="connsiteY4" fmla="*/ 195676 h 1043940"/>
                  <a:gd name="connsiteX5" fmla="*/ 17235 w 831323"/>
                  <a:gd name="connsiteY5" fmla="*/ 806426 h 1043940"/>
                  <a:gd name="connsiteX6" fmla="*/ 0 w 831323"/>
                  <a:gd name="connsiteY6" fmla="*/ 1043940 h 1043940"/>
                  <a:gd name="connsiteX7" fmla="*/ 319378 w 831323"/>
                  <a:gd name="connsiteY7" fmla="*/ 749875 h 1043940"/>
                  <a:gd name="connsiteX8" fmla="*/ 555276 w 831323"/>
                  <a:gd name="connsiteY8" fmla="*/ 581838 h 1043940"/>
                  <a:gd name="connsiteX9" fmla="*/ 770170 w 831323"/>
                  <a:gd name="connsiteY9" fmla="*/ 391181 h 1043940"/>
                  <a:gd name="connsiteX10" fmla="*/ 815949 w 831323"/>
                  <a:gd name="connsiteY10" fmla="*/ 116505 h 1043940"/>
                  <a:gd name="connsiteX11" fmla="*/ 772324 w 831323"/>
                  <a:gd name="connsiteY11" fmla="*/ 48644 h 1043940"/>
                  <a:gd name="connsiteX12" fmla="*/ 761553 w 831323"/>
                  <a:gd name="connsiteY12" fmla="*/ 41103 h 1043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1323" h="1043940">
                    <a:moveTo>
                      <a:pt x="761553" y="41103"/>
                    </a:moveTo>
                    <a:cubicBezTo>
                      <a:pt x="760476" y="40026"/>
                      <a:pt x="758860" y="39488"/>
                      <a:pt x="757783" y="38411"/>
                    </a:cubicBezTo>
                    <a:cubicBezTo>
                      <a:pt x="743779" y="29255"/>
                      <a:pt x="727622" y="22792"/>
                      <a:pt x="712004" y="17945"/>
                    </a:cubicBezTo>
                    <a:cubicBezTo>
                      <a:pt x="585437" y="-22449"/>
                      <a:pt x="440559" y="6635"/>
                      <a:pt x="346307" y="92269"/>
                    </a:cubicBezTo>
                    <a:cubicBezTo>
                      <a:pt x="312915" y="122429"/>
                      <a:pt x="285448" y="158514"/>
                      <a:pt x="260135" y="195676"/>
                    </a:cubicBezTo>
                    <a:cubicBezTo>
                      <a:pt x="135723" y="378255"/>
                      <a:pt x="52781" y="587763"/>
                      <a:pt x="17235" y="806426"/>
                    </a:cubicBezTo>
                    <a:lnTo>
                      <a:pt x="0" y="1043940"/>
                    </a:lnTo>
                    <a:cubicBezTo>
                      <a:pt x="35008" y="989544"/>
                      <a:pt x="272522" y="794039"/>
                      <a:pt x="319378" y="749875"/>
                    </a:cubicBezTo>
                    <a:cubicBezTo>
                      <a:pt x="389394" y="684169"/>
                      <a:pt x="474489" y="635158"/>
                      <a:pt x="555276" y="581838"/>
                    </a:cubicBezTo>
                    <a:cubicBezTo>
                      <a:pt x="636063" y="529057"/>
                      <a:pt x="715773" y="470352"/>
                      <a:pt x="770170" y="391181"/>
                    </a:cubicBezTo>
                    <a:cubicBezTo>
                      <a:pt x="824566" y="312009"/>
                      <a:pt x="849880" y="209141"/>
                      <a:pt x="815949" y="116505"/>
                    </a:cubicBezTo>
                    <a:cubicBezTo>
                      <a:pt x="806794" y="91191"/>
                      <a:pt x="792791" y="66955"/>
                      <a:pt x="772324" y="48644"/>
                    </a:cubicBezTo>
                    <a:cubicBezTo>
                      <a:pt x="769093" y="46489"/>
                      <a:pt x="765323" y="43796"/>
                      <a:pt x="761553" y="41103"/>
                    </a:cubicBezTo>
                    <a:close/>
                  </a:path>
                </a:pathLst>
              </a:custGeom>
              <a:solidFill>
                <a:schemeClr val="accent3"/>
              </a:solidFill>
              <a:ln w="5383"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E4BDB576-1E59-47AC-A7FC-278F2139DB5F}"/>
                  </a:ext>
                </a:extLst>
              </p:cNvPr>
              <p:cNvSpPr/>
              <p:nvPr/>
            </p:nvSpPr>
            <p:spPr>
              <a:xfrm>
                <a:off x="10528324" y="5954261"/>
                <a:ext cx="5385" cy="15080"/>
              </a:xfrm>
              <a:custGeom>
                <a:avLst/>
                <a:gdLst>
                  <a:gd name="connsiteX0" fmla="*/ 5386 w 5385"/>
                  <a:gd name="connsiteY0" fmla="*/ 0 h 15080"/>
                  <a:gd name="connsiteX1" fmla="*/ 0 w 5385"/>
                  <a:gd name="connsiteY1" fmla="*/ 15080 h 15080"/>
                  <a:gd name="connsiteX2" fmla="*/ 5386 w 5385"/>
                  <a:gd name="connsiteY2" fmla="*/ 0 h 15080"/>
                </a:gdLst>
                <a:ahLst/>
                <a:cxnLst>
                  <a:cxn ang="0">
                    <a:pos x="connsiteX0" y="connsiteY0"/>
                  </a:cxn>
                  <a:cxn ang="0">
                    <a:pos x="connsiteX1" y="connsiteY1"/>
                  </a:cxn>
                  <a:cxn ang="0">
                    <a:pos x="connsiteX2" y="connsiteY2"/>
                  </a:cxn>
                </a:cxnLst>
                <a:rect l="l" t="t" r="r" b="b"/>
                <a:pathLst>
                  <a:path w="5385" h="15080">
                    <a:moveTo>
                      <a:pt x="5386" y="0"/>
                    </a:moveTo>
                    <a:cubicBezTo>
                      <a:pt x="3231" y="5386"/>
                      <a:pt x="1616" y="10233"/>
                      <a:pt x="0" y="15080"/>
                    </a:cubicBezTo>
                    <a:cubicBezTo>
                      <a:pt x="1616" y="10233"/>
                      <a:pt x="3770" y="5386"/>
                      <a:pt x="5386" y="0"/>
                    </a:cubicBezTo>
                    <a:close/>
                  </a:path>
                </a:pathLst>
              </a:custGeom>
              <a:solidFill>
                <a:srgbClr val="549FFE"/>
              </a:solidFill>
              <a:ln w="5383"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B02937BF-CE05-442C-B951-1C996D13A577}"/>
                  </a:ext>
                </a:extLst>
              </p:cNvPr>
              <p:cNvSpPr/>
              <p:nvPr/>
            </p:nvSpPr>
            <p:spPr>
              <a:xfrm>
                <a:off x="10533710" y="5949413"/>
                <a:ext cx="1616" cy="4847"/>
              </a:xfrm>
              <a:custGeom>
                <a:avLst/>
                <a:gdLst>
                  <a:gd name="connsiteX0" fmla="*/ 0 w 1616"/>
                  <a:gd name="connsiteY0" fmla="*/ 4847 h 4847"/>
                  <a:gd name="connsiteX1" fmla="*/ 1616 w 1616"/>
                  <a:gd name="connsiteY1" fmla="*/ 0 h 4847"/>
                  <a:gd name="connsiteX2" fmla="*/ 0 w 1616"/>
                  <a:gd name="connsiteY2" fmla="*/ 4847 h 4847"/>
                </a:gdLst>
                <a:ahLst/>
                <a:cxnLst>
                  <a:cxn ang="0">
                    <a:pos x="connsiteX0" y="connsiteY0"/>
                  </a:cxn>
                  <a:cxn ang="0">
                    <a:pos x="connsiteX1" y="connsiteY1"/>
                  </a:cxn>
                  <a:cxn ang="0">
                    <a:pos x="connsiteX2" y="connsiteY2"/>
                  </a:cxn>
                </a:cxnLst>
                <a:rect l="l" t="t" r="r" b="b"/>
                <a:pathLst>
                  <a:path w="1616" h="4847">
                    <a:moveTo>
                      <a:pt x="0" y="4847"/>
                    </a:moveTo>
                    <a:cubicBezTo>
                      <a:pt x="538" y="3232"/>
                      <a:pt x="1078" y="1616"/>
                      <a:pt x="1616" y="0"/>
                    </a:cubicBezTo>
                    <a:cubicBezTo>
                      <a:pt x="1616" y="1616"/>
                      <a:pt x="538" y="3232"/>
                      <a:pt x="0" y="4847"/>
                    </a:cubicBezTo>
                    <a:close/>
                  </a:path>
                </a:pathLst>
              </a:custGeom>
              <a:solidFill>
                <a:srgbClr val="549FFE"/>
              </a:solidFill>
              <a:ln w="5383"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3F5284FE-0224-45D4-AF79-1CF4598A9D1C}"/>
                  </a:ext>
                </a:extLst>
              </p:cNvPr>
              <p:cNvSpPr/>
              <p:nvPr/>
            </p:nvSpPr>
            <p:spPr>
              <a:xfrm>
                <a:off x="10535864" y="4963811"/>
                <a:ext cx="764784" cy="985601"/>
              </a:xfrm>
              <a:custGeom>
                <a:avLst/>
                <a:gdLst>
                  <a:gd name="connsiteX0" fmla="*/ 395318 w 764784"/>
                  <a:gd name="connsiteY0" fmla="*/ 380776 h 985601"/>
                  <a:gd name="connsiteX1" fmla="*/ 596208 w 764784"/>
                  <a:gd name="connsiteY1" fmla="*/ 155650 h 985601"/>
                  <a:gd name="connsiteX2" fmla="*/ 764784 w 764784"/>
                  <a:gd name="connsiteY2" fmla="*/ 11310 h 985601"/>
                  <a:gd name="connsiteX3" fmla="*/ 754012 w 764784"/>
                  <a:gd name="connsiteY3" fmla="*/ 2693 h 985601"/>
                  <a:gd name="connsiteX4" fmla="*/ 750243 w 764784"/>
                  <a:gd name="connsiteY4" fmla="*/ 0 h 985601"/>
                  <a:gd name="connsiteX5" fmla="*/ 561200 w 764784"/>
                  <a:gd name="connsiteY5" fmla="*/ 162113 h 985601"/>
                  <a:gd name="connsiteX6" fmla="*/ 354386 w 764784"/>
                  <a:gd name="connsiteY6" fmla="*/ 403397 h 985601"/>
                  <a:gd name="connsiteX7" fmla="*/ 0 w 764784"/>
                  <a:gd name="connsiteY7" fmla="*/ 985602 h 985601"/>
                  <a:gd name="connsiteX8" fmla="*/ 395318 w 764784"/>
                  <a:gd name="connsiteY8" fmla="*/ 380776 h 985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4784" h="985601">
                    <a:moveTo>
                      <a:pt x="395318" y="380776"/>
                    </a:moveTo>
                    <a:cubicBezTo>
                      <a:pt x="456716" y="302144"/>
                      <a:pt x="519730" y="220818"/>
                      <a:pt x="596208" y="155650"/>
                    </a:cubicBezTo>
                    <a:cubicBezTo>
                      <a:pt x="652759" y="107178"/>
                      <a:pt x="717389" y="67323"/>
                      <a:pt x="764784" y="11310"/>
                    </a:cubicBezTo>
                    <a:cubicBezTo>
                      <a:pt x="761553" y="8079"/>
                      <a:pt x="757782" y="5386"/>
                      <a:pt x="754012" y="2693"/>
                    </a:cubicBezTo>
                    <a:cubicBezTo>
                      <a:pt x="752936" y="1616"/>
                      <a:pt x="751320" y="1077"/>
                      <a:pt x="750243" y="0"/>
                    </a:cubicBezTo>
                    <a:cubicBezTo>
                      <a:pt x="696923" y="63014"/>
                      <a:pt x="622060" y="106100"/>
                      <a:pt x="561200" y="162113"/>
                    </a:cubicBezTo>
                    <a:cubicBezTo>
                      <a:pt x="483645" y="233744"/>
                      <a:pt x="417938" y="319378"/>
                      <a:pt x="354386" y="403397"/>
                    </a:cubicBezTo>
                    <a:cubicBezTo>
                      <a:pt x="260673" y="527270"/>
                      <a:pt x="61937" y="826182"/>
                      <a:pt x="0" y="985602"/>
                    </a:cubicBezTo>
                    <a:cubicBezTo>
                      <a:pt x="66246" y="815411"/>
                      <a:pt x="291910" y="513267"/>
                      <a:pt x="395318" y="380776"/>
                    </a:cubicBezTo>
                    <a:close/>
                  </a:path>
                </a:pathLst>
              </a:custGeom>
              <a:solidFill>
                <a:srgbClr val="FFFFFF"/>
              </a:solidFill>
              <a:ln w="5383"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D7CC20C3-0F38-48FB-92B1-BE70E02199FF}"/>
                  </a:ext>
                </a:extLst>
              </p:cNvPr>
              <p:cNvSpPr/>
              <p:nvPr/>
            </p:nvSpPr>
            <p:spPr>
              <a:xfrm>
                <a:off x="10528324" y="5284806"/>
                <a:ext cx="964597" cy="684535"/>
              </a:xfrm>
              <a:custGeom>
                <a:avLst/>
                <a:gdLst>
                  <a:gd name="connsiteX0" fmla="*/ 560662 w 964597"/>
                  <a:gd name="connsiteY0" fmla="*/ 277907 h 684535"/>
                  <a:gd name="connsiteX1" fmla="*/ 0 w 964597"/>
                  <a:gd name="connsiteY1" fmla="*/ 684535 h 684535"/>
                  <a:gd name="connsiteX2" fmla="*/ 605364 w 964597"/>
                  <a:gd name="connsiteY2" fmla="*/ 266597 h 684535"/>
                  <a:gd name="connsiteX3" fmla="*/ 836954 w 964597"/>
                  <a:gd name="connsiteY3" fmla="*/ 110947 h 684535"/>
                  <a:gd name="connsiteX4" fmla="*/ 964597 w 964597"/>
                  <a:gd name="connsiteY4" fmla="*/ 13465 h 684535"/>
                  <a:gd name="connsiteX5" fmla="*/ 951672 w 964597"/>
                  <a:gd name="connsiteY5" fmla="*/ 0 h 684535"/>
                  <a:gd name="connsiteX6" fmla="*/ 791175 w 964597"/>
                  <a:gd name="connsiteY6" fmla="*/ 117410 h 684535"/>
                  <a:gd name="connsiteX7" fmla="*/ 560662 w 964597"/>
                  <a:gd name="connsiteY7" fmla="*/ 277907 h 68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4597" h="684535">
                    <a:moveTo>
                      <a:pt x="560662" y="277907"/>
                    </a:moveTo>
                    <a:cubicBezTo>
                      <a:pt x="448638" y="365696"/>
                      <a:pt x="95329" y="580590"/>
                      <a:pt x="0" y="684535"/>
                    </a:cubicBezTo>
                    <a:cubicBezTo>
                      <a:pt x="103408" y="571972"/>
                      <a:pt x="482568" y="359233"/>
                      <a:pt x="605364" y="266597"/>
                    </a:cubicBezTo>
                    <a:cubicBezTo>
                      <a:pt x="679689" y="210585"/>
                      <a:pt x="757783" y="159958"/>
                      <a:pt x="836954" y="110947"/>
                    </a:cubicBezTo>
                    <a:cubicBezTo>
                      <a:pt x="883272" y="82403"/>
                      <a:pt x="928513" y="51704"/>
                      <a:pt x="964597" y="13465"/>
                    </a:cubicBezTo>
                    <a:cubicBezTo>
                      <a:pt x="960827" y="9156"/>
                      <a:pt x="956519" y="4309"/>
                      <a:pt x="951672" y="0"/>
                    </a:cubicBezTo>
                    <a:cubicBezTo>
                      <a:pt x="906969" y="47933"/>
                      <a:pt x="847726" y="82403"/>
                      <a:pt x="791175" y="117410"/>
                    </a:cubicBezTo>
                    <a:cubicBezTo>
                      <a:pt x="711465" y="166960"/>
                      <a:pt x="634448" y="220279"/>
                      <a:pt x="560662" y="277907"/>
                    </a:cubicBezTo>
                    <a:close/>
                  </a:path>
                </a:pathLst>
              </a:custGeom>
              <a:solidFill>
                <a:srgbClr val="D2D5DD"/>
              </a:solidFill>
              <a:ln w="5383"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8CEA27A2-641B-457E-9125-5705084C2B41}"/>
                  </a:ext>
                </a:extLst>
              </p:cNvPr>
              <p:cNvSpPr/>
              <p:nvPr/>
            </p:nvSpPr>
            <p:spPr>
              <a:xfrm>
                <a:off x="10528324" y="5620341"/>
                <a:ext cx="28006" cy="348999"/>
              </a:xfrm>
              <a:custGeom>
                <a:avLst/>
                <a:gdLst>
                  <a:gd name="connsiteX0" fmla="*/ 0 w 28006"/>
                  <a:gd name="connsiteY0" fmla="*/ 349000 h 348999"/>
                  <a:gd name="connsiteX1" fmla="*/ 22082 w 28006"/>
                  <a:gd name="connsiteY1" fmla="*/ 114179 h 348999"/>
                  <a:gd name="connsiteX2" fmla="*/ 28007 w 28006"/>
                  <a:gd name="connsiteY2" fmla="*/ 0 h 348999"/>
                  <a:gd name="connsiteX3" fmla="*/ 0 w 28006"/>
                  <a:gd name="connsiteY3" fmla="*/ 349000 h 348999"/>
                </a:gdLst>
                <a:ahLst/>
                <a:cxnLst>
                  <a:cxn ang="0">
                    <a:pos x="connsiteX0" y="connsiteY0"/>
                  </a:cxn>
                  <a:cxn ang="0">
                    <a:pos x="connsiteX1" y="connsiteY1"/>
                  </a:cxn>
                  <a:cxn ang="0">
                    <a:pos x="connsiteX2" y="connsiteY2"/>
                  </a:cxn>
                  <a:cxn ang="0">
                    <a:pos x="connsiteX3" y="connsiteY3"/>
                  </a:cxn>
                </a:cxnLst>
                <a:rect l="l" t="t" r="r" b="b"/>
                <a:pathLst>
                  <a:path w="28006" h="348999">
                    <a:moveTo>
                      <a:pt x="0" y="349000"/>
                    </a:moveTo>
                    <a:lnTo>
                      <a:pt x="22082" y="114179"/>
                    </a:lnTo>
                    <a:cubicBezTo>
                      <a:pt x="24775" y="75940"/>
                      <a:pt x="26929" y="37701"/>
                      <a:pt x="28007" y="0"/>
                    </a:cubicBezTo>
                    <a:cubicBezTo>
                      <a:pt x="18312" y="135184"/>
                      <a:pt x="6463" y="270367"/>
                      <a:pt x="0" y="349000"/>
                    </a:cubicBezTo>
                    <a:close/>
                  </a:path>
                </a:pathLst>
              </a:custGeom>
              <a:solidFill>
                <a:srgbClr val="E2F0F4"/>
              </a:solidFill>
              <a:ln w="5383"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2B418FC0-5499-4E83-9DE3-2D129EFFF294}"/>
                  </a:ext>
                </a:extLst>
              </p:cNvPr>
              <p:cNvSpPr/>
              <p:nvPr/>
            </p:nvSpPr>
            <p:spPr>
              <a:xfrm>
                <a:off x="10515398" y="4008909"/>
                <a:ext cx="663346" cy="1518258"/>
              </a:xfrm>
              <a:custGeom>
                <a:avLst/>
                <a:gdLst>
                  <a:gd name="connsiteX0" fmla="*/ 131952 w 663346"/>
                  <a:gd name="connsiteY0" fmla="*/ 1310366 h 1518258"/>
                  <a:gd name="connsiteX1" fmla="*/ 131952 w 663346"/>
                  <a:gd name="connsiteY1" fmla="*/ 1310366 h 1518258"/>
                  <a:gd name="connsiteX2" fmla="*/ 0 w 663346"/>
                  <a:gd name="connsiteY2" fmla="*/ 1518258 h 1518258"/>
                  <a:gd name="connsiteX3" fmla="*/ 52781 w 663346"/>
                  <a:gd name="connsiteY3" fmla="*/ 1494560 h 1518258"/>
                  <a:gd name="connsiteX4" fmla="*/ 149726 w 663346"/>
                  <a:gd name="connsiteY4" fmla="*/ 1332986 h 1518258"/>
                  <a:gd name="connsiteX5" fmla="*/ 151342 w 663346"/>
                  <a:gd name="connsiteY5" fmla="*/ 1332448 h 1518258"/>
                  <a:gd name="connsiteX6" fmla="*/ 162113 w 663346"/>
                  <a:gd name="connsiteY6" fmla="*/ 1331371 h 1518258"/>
                  <a:gd name="connsiteX7" fmla="*/ 166421 w 663346"/>
                  <a:gd name="connsiteY7" fmla="*/ 1332448 h 1518258"/>
                  <a:gd name="connsiteX8" fmla="*/ 172346 w 663346"/>
                  <a:gd name="connsiteY8" fmla="*/ 1332986 h 1518258"/>
                  <a:gd name="connsiteX9" fmla="*/ 185272 w 663346"/>
                  <a:gd name="connsiteY9" fmla="*/ 1334064 h 1518258"/>
                  <a:gd name="connsiteX10" fmla="*/ 235360 w 663346"/>
                  <a:gd name="connsiteY10" fmla="*/ 1337295 h 1518258"/>
                  <a:gd name="connsiteX11" fmla="*/ 342538 w 663346"/>
                  <a:gd name="connsiteY11" fmla="*/ 1328139 h 1518258"/>
                  <a:gd name="connsiteX12" fmla="*/ 463718 w 663346"/>
                  <a:gd name="connsiteY12" fmla="*/ 1274281 h 1518258"/>
                  <a:gd name="connsiteX13" fmla="*/ 518115 w 663346"/>
                  <a:gd name="connsiteY13" fmla="*/ 1222577 h 1518258"/>
                  <a:gd name="connsiteX14" fmla="*/ 552045 w 663346"/>
                  <a:gd name="connsiteY14" fmla="*/ 1157409 h 1518258"/>
                  <a:gd name="connsiteX15" fmla="*/ 496571 w 663346"/>
                  <a:gd name="connsiteY15" fmla="*/ 1182722 h 1518258"/>
                  <a:gd name="connsiteX16" fmla="*/ 448099 w 663346"/>
                  <a:gd name="connsiteY16" fmla="*/ 1197803 h 1518258"/>
                  <a:gd name="connsiteX17" fmla="*/ 401242 w 663346"/>
                  <a:gd name="connsiteY17" fmla="*/ 1209113 h 1518258"/>
                  <a:gd name="connsiteX18" fmla="*/ 353309 w 663346"/>
                  <a:gd name="connsiteY18" fmla="*/ 1219884 h 1518258"/>
                  <a:gd name="connsiteX19" fmla="*/ 245054 w 663346"/>
                  <a:gd name="connsiteY19" fmla="*/ 1251661 h 1518258"/>
                  <a:gd name="connsiteX20" fmla="*/ 186888 w 663346"/>
                  <a:gd name="connsiteY20" fmla="*/ 1281821 h 1518258"/>
                  <a:gd name="connsiteX21" fmla="*/ 172346 w 663346"/>
                  <a:gd name="connsiteY21" fmla="*/ 1291516 h 1518258"/>
                  <a:gd name="connsiteX22" fmla="*/ 172346 w 663346"/>
                  <a:gd name="connsiteY22" fmla="*/ 1291516 h 1518258"/>
                  <a:gd name="connsiteX23" fmla="*/ 172346 w 663346"/>
                  <a:gd name="connsiteY23" fmla="*/ 1290977 h 1518258"/>
                  <a:gd name="connsiteX24" fmla="*/ 347384 w 663346"/>
                  <a:gd name="connsiteY24" fmla="*/ 916664 h 1518258"/>
                  <a:gd name="connsiteX25" fmla="*/ 347384 w 663346"/>
                  <a:gd name="connsiteY25" fmla="*/ 916664 h 1518258"/>
                  <a:gd name="connsiteX26" fmla="*/ 391010 w 663346"/>
                  <a:gd name="connsiteY26" fmla="*/ 899429 h 1518258"/>
                  <a:gd name="connsiteX27" fmla="*/ 438405 w 663346"/>
                  <a:gd name="connsiteY27" fmla="*/ 890273 h 1518258"/>
                  <a:gd name="connsiteX28" fmla="*/ 497110 w 663346"/>
                  <a:gd name="connsiteY28" fmla="*/ 871423 h 1518258"/>
                  <a:gd name="connsiteX29" fmla="*/ 530502 w 663346"/>
                  <a:gd name="connsiteY29" fmla="*/ 852034 h 1518258"/>
                  <a:gd name="connsiteX30" fmla="*/ 561201 w 663346"/>
                  <a:gd name="connsiteY30" fmla="*/ 827259 h 1518258"/>
                  <a:gd name="connsiteX31" fmla="*/ 643065 w 663346"/>
                  <a:gd name="connsiteY31" fmla="*/ 706079 h 1518258"/>
                  <a:gd name="connsiteX32" fmla="*/ 659761 w 663346"/>
                  <a:gd name="connsiteY32" fmla="*/ 644142 h 1518258"/>
                  <a:gd name="connsiteX33" fmla="*/ 662993 w 663346"/>
                  <a:gd name="connsiteY33" fmla="*/ 613982 h 1518258"/>
                  <a:gd name="connsiteX34" fmla="*/ 662454 w 663346"/>
                  <a:gd name="connsiteY34" fmla="*/ 583821 h 1518258"/>
                  <a:gd name="connsiteX35" fmla="*/ 615598 w 663346"/>
                  <a:gd name="connsiteY35" fmla="*/ 633370 h 1518258"/>
                  <a:gd name="connsiteX36" fmla="*/ 576820 w 663346"/>
                  <a:gd name="connsiteY36" fmla="*/ 679688 h 1518258"/>
                  <a:gd name="connsiteX37" fmla="*/ 508420 w 663346"/>
                  <a:gd name="connsiteY37" fmla="*/ 754012 h 1518258"/>
                  <a:gd name="connsiteX38" fmla="*/ 475567 w 663346"/>
                  <a:gd name="connsiteY38" fmla="*/ 780942 h 1518258"/>
                  <a:gd name="connsiteX39" fmla="*/ 429787 w 663346"/>
                  <a:gd name="connsiteY39" fmla="*/ 810563 h 1518258"/>
                  <a:gd name="connsiteX40" fmla="*/ 374313 w 663346"/>
                  <a:gd name="connsiteY40" fmla="*/ 855804 h 1518258"/>
                  <a:gd name="connsiteX41" fmla="*/ 367851 w 663346"/>
                  <a:gd name="connsiteY41" fmla="*/ 863344 h 1518258"/>
                  <a:gd name="connsiteX42" fmla="*/ 368389 w 663346"/>
                  <a:gd name="connsiteY42" fmla="*/ 862806 h 1518258"/>
                  <a:gd name="connsiteX43" fmla="*/ 403397 w 663346"/>
                  <a:gd name="connsiteY43" fmla="*/ 765861 h 1518258"/>
                  <a:gd name="connsiteX44" fmla="*/ 408783 w 663346"/>
                  <a:gd name="connsiteY44" fmla="*/ 750242 h 1518258"/>
                  <a:gd name="connsiteX45" fmla="*/ 414707 w 663346"/>
                  <a:gd name="connsiteY45" fmla="*/ 732469 h 1518258"/>
                  <a:gd name="connsiteX46" fmla="*/ 445945 w 663346"/>
                  <a:gd name="connsiteY46" fmla="*/ 632832 h 1518258"/>
                  <a:gd name="connsiteX47" fmla="*/ 469642 w 663346"/>
                  <a:gd name="connsiteY47" fmla="*/ 608057 h 1518258"/>
                  <a:gd name="connsiteX48" fmla="*/ 504650 w 663346"/>
                  <a:gd name="connsiteY48" fmla="*/ 573588 h 1518258"/>
                  <a:gd name="connsiteX49" fmla="*/ 571434 w 663346"/>
                  <a:gd name="connsiteY49" fmla="*/ 501957 h 1518258"/>
                  <a:gd name="connsiteX50" fmla="*/ 587592 w 663346"/>
                  <a:gd name="connsiteY50" fmla="*/ 483107 h 1518258"/>
                  <a:gd name="connsiteX51" fmla="*/ 595670 w 663346"/>
                  <a:gd name="connsiteY51" fmla="*/ 473412 h 1518258"/>
                  <a:gd name="connsiteX52" fmla="*/ 604288 w 663346"/>
                  <a:gd name="connsiteY52" fmla="*/ 462641 h 1518258"/>
                  <a:gd name="connsiteX53" fmla="*/ 633371 w 663346"/>
                  <a:gd name="connsiteY53" fmla="*/ 413091 h 1518258"/>
                  <a:gd name="connsiteX54" fmla="*/ 648989 w 663346"/>
                  <a:gd name="connsiteY54" fmla="*/ 363003 h 1518258"/>
                  <a:gd name="connsiteX55" fmla="*/ 650605 w 663346"/>
                  <a:gd name="connsiteY55" fmla="*/ 313454 h 1518258"/>
                  <a:gd name="connsiteX56" fmla="*/ 610212 w 663346"/>
                  <a:gd name="connsiteY56" fmla="*/ 352232 h 1518258"/>
                  <a:gd name="connsiteX57" fmla="*/ 578435 w 663346"/>
                  <a:gd name="connsiteY57" fmla="*/ 388855 h 1518258"/>
                  <a:gd name="connsiteX58" fmla="*/ 550968 w 663346"/>
                  <a:gd name="connsiteY58" fmla="*/ 421708 h 1518258"/>
                  <a:gd name="connsiteX59" fmla="*/ 543428 w 663346"/>
                  <a:gd name="connsiteY59" fmla="*/ 430326 h 1518258"/>
                  <a:gd name="connsiteX60" fmla="*/ 535349 w 663346"/>
                  <a:gd name="connsiteY60" fmla="*/ 440020 h 1518258"/>
                  <a:gd name="connsiteX61" fmla="*/ 519730 w 663346"/>
                  <a:gd name="connsiteY61" fmla="*/ 459948 h 1518258"/>
                  <a:gd name="connsiteX62" fmla="*/ 473412 w 663346"/>
                  <a:gd name="connsiteY62" fmla="*/ 529424 h 1518258"/>
                  <a:gd name="connsiteX63" fmla="*/ 473412 w 663346"/>
                  <a:gd name="connsiteY63" fmla="*/ 529424 h 1518258"/>
                  <a:gd name="connsiteX64" fmla="*/ 520269 w 663346"/>
                  <a:gd name="connsiteY64" fmla="*/ 310222 h 1518258"/>
                  <a:gd name="connsiteX65" fmla="*/ 520269 w 663346"/>
                  <a:gd name="connsiteY65" fmla="*/ 310222 h 1518258"/>
                  <a:gd name="connsiteX66" fmla="*/ 520269 w 663346"/>
                  <a:gd name="connsiteY66" fmla="*/ 310222 h 1518258"/>
                  <a:gd name="connsiteX67" fmla="*/ 520808 w 663346"/>
                  <a:gd name="connsiteY67" fmla="*/ 316147 h 1518258"/>
                  <a:gd name="connsiteX68" fmla="*/ 578974 w 663346"/>
                  <a:gd name="connsiteY68" fmla="*/ 240745 h 1518258"/>
                  <a:gd name="connsiteX69" fmla="*/ 616675 w 663346"/>
                  <a:gd name="connsiteY69" fmla="*/ 162651 h 1518258"/>
                  <a:gd name="connsiteX70" fmla="*/ 639295 w 663346"/>
                  <a:gd name="connsiteY70" fmla="*/ 82403 h 1518258"/>
                  <a:gd name="connsiteX71" fmla="*/ 641450 w 663346"/>
                  <a:gd name="connsiteY71" fmla="*/ 0 h 1518258"/>
                  <a:gd name="connsiteX72" fmla="*/ 583283 w 663346"/>
                  <a:gd name="connsiteY72" fmla="*/ 75401 h 1518258"/>
                  <a:gd name="connsiteX73" fmla="*/ 545044 w 663346"/>
                  <a:gd name="connsiteY73" fmla="*/ 153495 h 1518258"/>
                  <a:gd name="connsiteX74" fmla="*/ 522423 w 663346"/>
                  <a:gd name="connsiteY74" fmla="*/ 233205 h 1518258"/>
                  <a:gd name="connsiteX75" fmla="*/ 518653 w 663346"/>
                  <a:gd name="connsiteY75" fmla="*/ 303221 h 1518258"/>
                  <a:gd name="connsiteX76" fmla="*/ 518653 w 663346"/>
                  <a:gd name="connsiteY76" fmla="*/ 303759 h 1518258"/>
                  <a:gd name="connsiteX77" fmla="*/ 518653 w 663346"/>
                  <a:gd name="connsiteY77" fmla="*/ 303759 h 1518258"/>
                  <a:gd name="connsiteX78" fmla="*/ 455639 w 663346"/>
                  <a:gd name="connsiteY78" fmla="*/ 561739 h 1518258"/>
                  <a:gd name="connsiteX79" fmla="*/ 455100 w 663346"/>
                  <a:gd name="connsiteY79" fmla="*/ 562816 h 1518258"/>
                  <a:gd name="connsiteX80" fmla="*/ 444868 w 663346"/>
                  <a:gd name="connsiteY80" fmla="*/ 587053 h 1518258"/>
                  <a:gd name="connsiteX81" fmla="*/ 449176 w 663346"/>
                  <a:gd name="connsiteY81" fmla="*/ 547198 h 1518258"/>
                  <a:gd name="connsiteX82" fmla="*/ 450792 w 663346"/>
                  <a:gd name="connsiteY82" fmla="*/ 456716 h 1518258"/>
                  <a:gd name="connsiteX83" fmla="*/ 442175 w 663346"/>
                  <a:gd name="connsiteY83" fmla="*/ 370005 h 1518258"/>
                  <a:gd name="connsiteX84" fmla="*/ 418477 w 663346"/>
                  <a:gd name="connsiteY84" fmla="*/ 284370 h 1518258"/>
                  <a:gd name="connsiteX85" fmla="*/ 380777 w 663346"/>
                  <a:gd name="connsiteY85" fmla="*/ 387239 h 1518258"/>
                  <a:gd name="connsiteX86" fmla="*/ 372698 w 663346"/>
                  <a:gd name="connsiteY86" fmla="*/ 484722 h 1518258"/>
                  <a:gd name="connsiteX87" fmla="*/ 388317 w 663346"/>
                  <a:gd name="connsiteY87" fmla="*/ 573588 h 1518258"/>
                  <a:gd name="connsiteX88" fmla="*/ 429787 w 663346"/>
                  <a:gd name="connsiteY88" fmla="*/ 643604 h 1518258"/>
                  <a:gd name="connsiteX89" fmla="*/ 429787 w 663346"/>
                  <a:gd name="connsiteY89" fmla="*/ 644142 h 1518258"/>
                  <a:gd name="connsiteX90" fmla="*/ 415784 w 663346"/>
                  <a:gd name="connsiteY90" fmla="*/ 686690 h 1518258"/>
                  <a:gd name="connsiteX91" fmla="*/ 415784 w 663346"/>
                  <a:gd name="connsiteY91" fmla="*/ 686690 h 1518258"/>
                  <a:gd name="connsiteX92" fmla="*/ 407167 w 663346"/>
                  <a:gd name="connsiteY92" fmla="*/ 712003 h 1518258"/>
                  <a:gd name="connsiteX93" fmla="*/ 407167 w 663346"/>
                  <a:gd name="connsiteY93" fmla="*/ 712542 h 1518258"/>
                  <a:gd name="connsiteX94" fmla="*/ 389394 w 663346"/>
                  <a:gd name="connsiteY94" fmla="*/ 762091 h 1518258"/>
                  <a:gd name="connsiteX95" fmla="*/ 357617 w 663346"/>
                  <a:gd name="connsiteY95" fmla="*/ 844494 h 1518258"/>
                  <a:gd name="connsiteX96" fmla="*/ 357617 w 663346"/>
                  <a:gd name="connsiteY96" fmla="*/ 845033 h 1518258"/>
                  <a:gd name="connsiteX97" fmla="*/ 357617 w 663346"/>
                  <a:gd name="connsiteY97" fmla="*/ 845033 h 1518258"/>
                  <a:gd name="connsiteX98" fmla="*/ 357617 w 663346"/>
                  <a:gd name="connsiteY98" fmla="*/ 838570 h 1518258"/>
                  <a:gd name="connsiteX99" fmla="*/ 356002 w 663346"/>
                  <a:gd name="connsiteY99" fmla="*/ 808409 h 1518258"/>
                  <a:gd name="connsiteX100" fmla="*/ 352770 w 663346"/>
                  <a:gd name="connsiteY100" fmla="*/ 779326 h 1518258"/>
                  <a:gd name="connsiteX101" fmla="*/ 327996 w 663346"/>
                  <a:gd name="connsiteY101" fmla="*/ 673225 h 1518258"/>
                  <a:gd name="connsiteX102" fmla="*/ 290295 w 663346"/>
                  <a:gd name="connsiteY102" fmla="*/ 576819 h 1518258"/>
                  <a:gd name="connsiteX103" fmla="*/ 278446 w 663346"/>
                  <a:gd name="connsiteY103" fmla="*/ 553661 h 1518258"/>
                  <a:gd name="connsiteX104" fmla="*/ 265520 w 663346"/>
                  <a:gd name="connsiteY104" fmla="*/ 530502 h 1518258"/>
                  <a:gd name="connsiteX105" fmla="*/ 251517 w 663346"/>
                  <a:gd name="connsiteY105" fmla="*/ 507343 h 1518258"/>
                  <a:gd name="connsiteX106" fmla="*/ 234822 w 663346"/>
                  <a:gd name="connsiteY106" fmla="*/ 484722 h 1518258"/>
                  <a:gd name="connsiteX107" fmla="*/ 222972 w 663346"/>
                  <a:gd name="connsiteY107" fmla="*/ 519730 h 1518258"/>
                  <a:gd name="connsiteX108" fmla="*/ 215432 w 663346"/>
                  <a:gd name="connsiteY108" fmla="*/ 553661 h 1518258"/>
                  <a:gd name="connsiteX109" fmla="*/ 211124 w 663346"/>
                  <a:gd name="connsiteY109" fmla="*/ 586514 h 1518258"/>
                  <a:gd name="connsiteX110" fmla="*/ 210046 w 663346"/>
                  <a:gd name="connsiteY110" fmla="*/ 618290 h 1518258"/>
                  <a:gd name="connsiteX111" fmla="*/ 228358 w 663346"/>
                  <a:gd name="connsiteY111" fmla="*/ 734624 h 1518258"/>
                  <a:gd name="connsiteX112" fmla="*/ 275754 w 663346"/>
                  <a:gd name="connsiteY112" fmla="*/ 831029 h 1518258"/>
                  <a:gd name="connsiteX113" fmla="*/ 310223 w 663346"/>
                  <a:gd name="connsiteY113" fmla="*/ 870884 h 1518258"/>
                  <a:gd name="connsiteX114" fmla="*/ 338229 w 663346"/>
                  <a:gd name="connsiteY114" fmla="*/ 892966 h 1518258"/>
                  <a:gd name="connsiteX115" fmla="*/ 338229 w 663346"/>
                  <a:gd name="connsiteY115" fmla="*/ 893505 h 1518258"/>
                  <a:gd name="connsiteX116" fmla="*/ 338229 w 663346"/>
                  <a:gd name="connsiteY116" fmla="*/ 893505 h 1518258"/>
                  <a:gd name="connsiteX117" fmla="*/ 152957 w 663346"/>
                  <a:gd name="connsiteY117" fmla="*/ 1270511 h 1518258"/>
                  <a:gd name="connsiteX118" fmla="*/ 152957 w 663346"/>
                  <a:gd name="connsiteY118" fmla="*/ 1271050 h 1518258"/>
                  <a:gd name="connsiteX119" fmla="*/ 154573 w 663346"/>
                  <a:gd name="connsiteY119" fmla="*/ 1246275 h 1518258"/>
                  <a:gd name="connsiteX120" fmla="*/ 155111 w 663346"/>
                  <a:gd name="connsiteY120" fmla="*/ 1211267 h 1518258"/>
                  <a:gd name="connsiteX121" fmla="*/ 154035 w 663346"/>
                  <a:gd name="connsiteY121" fmla="*/ 1177337 h 1518258"/>
                  <a:gd name="connsiteX122" fmla="*/ 139492 w 663346"/>
                  <a:gd name="connsiteY122" fmla="*/ 1050232 h 1518258"/>
                  <a:gd name="connsiteX123" fmla="*/ 114718 w 663346"/>
                  <a:gd name="connsiteY123" fmla="*/ 929590 h 1518258"/>
                  <a:gd name="connsiteX124" fmla="*/ 106639 w 663346"/>
                  <a:gd name="connsiteY124" fmla="*/ 899968 h 1518258"/>
                  <a:gd name="connsiteX125" fmla="*/ 98022 w 663346"/>
                  <a:gd name="connsiteY125" fmla="*/ 869807 h 1518258"/>
                  <a:gd name="connsiteX126" fmla="*/ 87789 w 663346"/>
                  <a:gd name="connsiteY126" fmla="*/ 839647 h 1518258"/>
                  <a:gd name="connsiteX127" fmla="*/ 75401 w 663346"/>
                  <a:gd name="connsiteY127" fmla="*/ 808948 h 1518258"/>
                  <a:gd name="connsiteX128" fmla="*/ 58705 w 663346"/>
                  <a:gd name="connsiteY128" fmla="*/ 847187 h 1518258"/>
                  <a:gd name="connsiteX129" fmla="*/ 46857 w 663346"/>
                  <a:gd name="connsiteY129" fmla="*/ 885426 h 1518258"/>
                  <a:gd name="connsiteX130" fmla="*/ 38240 w 663346"/>
                  <a:gd name="connsiteY130" fmla="*/ 923127 h 1518258"/>
                  <a:gd name="connsiteX131" fmla="*/ 32854 w 663346"/>
                  <a:gd name="connsiteY131" fmla="*/ 960289 h 1518258"/>
                  <a:gd name="connsiteX132" fmla="*/ 37162 w 663346"/>
                  <a:gd name="connsiteY132" fmla="*/ 1099781 h 1518258"/>
                  <a:gd name="connsiteX133" fmla="*/ 74863 w 663346"/>
                  <a:gd name="connsiteY133" fmla="*/ 1221500 h 1518258"/>
                  <a:gd name="connsiteX134" fmla="*/ 105562 w 663346"/>
                  <a:gd name="connsiteY134" fmla="*/ 1274281 h 1518258"/>
                  <a:gd name="connsiteX135" fmla="*/ 131952 w 663346"/>
                  <a:gd name="connsiteY135" fmla="*/ 1310366 h 1518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663346" h="1518258">
                    <a:moveTo>
                      <a:pt x="131952" y="1310366"/>
                    </a:moveTo>
                    <a:cubicBezTo>
                      <a:pt x="131952" y="1310366"/>
                      <a:pt x="131952" y="1310366"/>
                      <a:pt x="131952" y="1310366"/>
                    </a:cubicBezTo>
                    <a:cubicBezTo>
                      <a:pt x="91020" y="1381459"/>
                      <a:pt x="46318" y="1450397"/>
                      <a:pt x="0" y="1518258"/>
                    </a:cubicBezTo>
                    <a:lnTo>
                      <a:pt x="52781" y="1494560"/>
                    </a:lnTo>
                    <a:cubicBezTo>
                      <a:pt x="86712" y="1441241"/>
                      <a:pt x="119027" y="1387922"/>
                      <a:pt x="149726" y="1332986"/>
                    </a:cubicBezTo>
                    <a:cubicBezTo>
                      <a:pt x="150264" y="1332986"/>
                      <a:pt x="150802" y="1332448"/>
                      <a:pt x="151342" y="1332448"/>
                    </a:cubicBezTo>
                    <a:cubicBezTo>
                      <a:pt x="155111" y="1331371"/>
                      <a:pt x="158881" y="1331371"/>
                      <a:pt x="162113" y="1331371"/>
                    </a:cubicBezTo>
                    <a:cubicBezTo>
                      <a:pt x="163729" y="1331371"/>
                      <a:pt x="165345" y="1331909"/>
                      <a:pt x="166421" y="1332448"/>
                    </a:cubicBezTo>
                    <a:cubicBezTo>
                      <a:pt x="168037" y="1332986"/>
                      <a:pt x="170730" y="1332986"/>
                      <a:pt x="172346" y="1332986"/>
                    </a:cubicBezTo>
                    <a:cubicBezTo>
                      <a:pt x="176655" y="1333525"/>
                      <a:pt x="180964" y="1333525"/>
                      <a:pt x="185272" y="1334064"/>
                    </a:cubicBezTo>
                    <a:cubicBezTo>
                      <a:pt x="201968" y="1335679"/>
                      <a:pt x="218664" y="1336756"/>
                      <a:pt x="235360" y="1337295"/>
                    </a:cubicBezTo>
                    <a:cubicBezTo>
                      <a:pt x="268752" y="1338372"/>
                      <a:pt x="303759" y="1336756"/>
                      <a:pt x="342538" y="1328139"/>
                    </a:cubicBezTo>
                    <a:cubicBezTo>
                      <a:pt x="381315" y="1319522"/>
                      <a:pt x="424402" y="1302826"/>
                      <a:pt x="463718" y="1274281"/>
                    </a:cubicBezTo>
                    <a:cubicBezTo>
                      <a:pt x="483645" y="1260278"/>
                      <a:pt x="502496" y="1242505"/>
                      <a:pt x="518115" y="1222577"/>
                    </a:cubicBezTo>
                    <a:cubicBezTo>
                      <a:pt x="533734" y="1202650"/>
                      <a:pt x="546659" y="1180029"/>
                      <a:pt x="552045" y="1157409"/>
                    </a:cubicBezTo>
                    <a:cubicBezTo>
                      <a:pt x="531041" y="1168181"/>
                      <a:pt x="513267" y="1176260"/>
                      <a:pt x="496571" y="1182722"/>
                    </a:cubicBezTo>
                    <a:cubicBezTo>
                      <a:pt x="479876" y="1189185"/>
                      <a:pt x="463718" y="1193494"/>
                      <a:pt x="448099" y="1197803"/>
                    </a:cubicBezTo>
                    <a:cubicBezTo>
                      <a:pt x="432480" y="1202111"/>
                      <a:pt x="416861" y="1205882"/>
                      <a:pt x="401242" y="1209113"/>
                    </a:cubicBezTo>
                    <a:lnTo>
                      <a:pt x="353309" y="1219884"/>
                    </a:lnTo>
                    <a:cubicBezTo>
                      <a:pt x="319917" y="1227425"/>
                      <a:pt x="283832" y="1236042"/>
                      <a:pt x="245054" y="1251661"/>
                    </a:cubicBezTo>
                    <a:cubicBezTo>
                      <a:pt x="225665" y="1259740"/>
                      <a:pt x="206277" y="1269434"/>
                      <a:pt x="186888" y="1281821"/>
                    </a:cubicBezTo>
                    <a:cubicBezTo>
                      <a:pt x="182040" y="1285053"/>
                      <a:pt x="177193" y="1288284"/>
                      <a:pt x="172346" y="1291516"/>
                    </a:cubicBezTo>
                    <a:lnTo>
                      <a:pt x="172346" y="1291516"/>
                    </a:lnTo>
                    <a:cubicBezTo>
                      <a:pt x="172346" y="1291516"/>
                      <a:pt x="172346" y="1291516"/>
                      <a:pt x="172346" y="1290977"/>
                    </a:cubicBezTo>
                    <a:cubicBezTo>
                      <a:pt x="238591" y="1168181"/>
                      <a:pt x="297297" y="1043230"/>
                      <a:pt x="347384" y="916664"/>
                    </a:cubicBezTo>
                    <a:lnTo>
                      <a:pt x="347384" y="916664"/>
                    </a:lnTo>
                    <a:cubicBezTo>
                      <a:pt x="363542" y="907508"/>
                      <a:pt x="377545" y="903199"/>
                      <a:pt x="391010" y="899429"/>
                    </a:cubicBezTo>
                    <a:cubicBezTo>
                      <a:pt x="406628" y="895659"/>
                      <a:pt x="421170" y="894043"/>
                      <a:pt x="438405" y="890273"/>
                    </a:cubicBezTo>
                    <a:cubicBezTo>
                      <a:pt x="455639" y="886503"/>
                      <a:pt x="474490" y="881656"/>
                      <a:pt x="497110" y="871423"/>
                    </a:cubicBezTo>
                    <a:cubicBezTo>
                      <a:pt x="508420" y="866576"/>
                      <a:pt x="519730" y="859574"/>
                      <a:pt x="530502" y="852034"/>
                    </a:cubicBezTo>
                    <a:cubicBezTo>
                      <a:pt x="541273" y="844494"/>
                      <a:pt x="551506" y="836415"/>
                      <a:pt x="561201" y="827259"/>
                    </a:cubicBezTo>
                    <a:cubicBezTo>
                      <a:pt x="599979" y="791713"/>
                      <a:pt x="627446" y="747549"/>
                      <a:pt x="643065" y="706079"/>
                    </a:cubicBezTo>
                    <a:cubicBezTo>
                      <a:pt x="651144" y="685074"/>
                      <a:pt x="656530" y="664608"/>
                      <a:pt x="659761" y="644142"/>
                    </a:cubicBezTo>
                    <a:cubicBezTo>
                      <a:pt x="661377" y="633909"/>
                      <a:pt x="662454" y="624215"/>
                      <a:pt x="662993" y="613982"/>
                    </a:cubicBezTo>
                    <a:cubicBezTo>
                      <a:pt x="663531" y="603748"/>
                      <a:pt x="663531" y="594054"/>
                      <a:pt x="662454" y="583821"/>
                    </a:cubicBezTo>
                    <a:cubicBezTo>
                      <a:pt x="644143" y="600517"/>
                      <a:pt x="629601" y="617213"/>
                      <a:pt x="615598" y="633370"/>
                    </a:cubicBezTo>
                    <a:cubicBezTo>
                      <a:pt x="601595" y="649528"/>
                      <a:pt x="588669" y="665147"/>
                      <a:pt x="576820" y="679688"/>
                    </a:cubicBezTo>
                    <a:cubicBezTo>
                      <a:pt x="552584" y="708772"/>
                      <a:pt x="530502" y="733546"/>
                      <a:pt x="508420" y="754012"/>
                    </a:cubicBezTo>
                    <a:cubicBezTo>
                      <a:pt x="497648" y="764246"/>
                      <a:pt x="486877" y="772863"/>
                      <a:pt x="475567" y="780942"/>
                    </a:cubicBezTo>
                    <a:cubicBezTo>
                      <a:pt x="463179" y="789559"/>
                      <a:pt x="447561" y="799253"/>
                      <a:pt x="429787" y="810563"/>
                    </a:cubicBezTo>
                    <a:cubicBezTo>
                      <a:pt x="412014" y="821873"/>
                      <a:pt x="391548" y="836954"/>
                      <a:pt x="374313" y="855804"/>
                    </a:cubicBezTo>
                    <a:cubicBezTo>
                      <a:pt x="372160" y="857958"/>
                      <a:pt x="370005" y="860651"/>
                      <a:pt x="367851" y="863344"/>
                    </a:cubicBezTo>
                    <a:cubicBezTo>
                      <a:pt x="367851" y="863344"/>
                      <a:pt x="367851" y="862806"/>
                      <a:pt x="368389" y="862806"/>
                    </a:cubicBezTo>
                    <a:cubicBezTo>
                      <a:pt x="380777" y="830491"/>
                      <a:pt x="392087" y="798176"/>
                      <a:pt x="403397" y="765861"/>
                    </a:cubicBezTo>
                    <a:cubicBezTo>
                      <a:pt x="405013" y="761014"/>
                      <a:pt x="407167" y="755628"/>
                      <a:pt x="408783" y="750242"/>
                    </a:cubicBezTo>
                    <a:cubicBezTo>
                      <a:pt x="410937" y="744318"/>
                      <a:pt x="413092" y="738394"/>
                      <a:pt x="414707" y="732469"/>
                    </a:cubicBezTo>
                    <a:cubicBezTo>
                      <a:pt x="425478" y="699077"/>
                      <a:pt x="435712" y="666224"/>
                      <a:pt x="445945" y="632832"/>
                    </a:cubicBezTo>
                    <a:cubicBezTo>
                      <a:pt x="454023" y="624215"/>
                      <a:pt x="462102" y="616136"/>
                      <a:pt x="469642" y="608057"/>
                    </a:cubicBezTo>
                    <a:cubicBezTo>
                      <a:pt x="481491" y="596209"/>
                      <a:pt x="492801" y="584898"/>
                      <a:pt x="504650" y="573588"/>
                    </a:cubicBezTo>
                    <a:cubicBezTo>
                      <a:pt x="527809" y="550429"/>
                      <a:pt x="549891" y="526732"/>
                      <a:pt x="571434" y="501957"/>
                    </a:cubicBezTo>
                    <a:cubicBezTo>
                      <a:pt x="576820" y="496032"/>
                      <a:pt x="582206" y="489570"/>
                      <a:pt x="587592" y="483107"/>
                    </a:cubicBezTo>
                    <a:cubicBezTo>
                      <a:pt x="590285" y="479875"/>
                      <a:pt x="592977" y="476644"/>
                      <a:pt x="595670" y="473412"/>
                    </a:cubicBezTo>
                    <a:cubicBezTo>
                      <a:pt x="598363" y="470181"/>
                      <a:pt x="601056" y="466949"/>
                      <a:pt x="604288" y="462641"/>
                    </a:cubicBezTo>
                    <a:cubicBezTo>
                      <a:pt x="616675" y="446483"/>
                      <a:pt x="626369" y="429787"/>
                      <a:pt x="633371" y="413091"/>
                    </a:cubicBezTo>
                    <a:cubicBezTo>
                      <a:pt x="640911" y="396395"/>
                      <a:pt x="645758" y="379699"/>
                      <a:pt x="648989" y="363003"/>
                    </a:cubicBezTo>
                    <a:cubicBezTo>
                      <a:pt x="651682" y="346307"/>
                      <a:pt x="653298" y="330150"/>
                      <a:pt x="650605" y="313454"/>
                    </a:cubicBezTo>
                    <a:cubicBezTo>
                      <a:pt x="634448" y="325841"/>
                      <a:pt x="622060" y="339306"/>
                      <a:pt x="610212" y="352232"/>
                    </a:cubicBezTo>
                    <a:cubicBezTo>
                      <a:pt x="598363" y="365157"/>
                      <a:pt x="588130" y="377545"/>
                      <a:pt x="578435" y="388855"/>
                    </a:cubicBezTo>
                    <a:cubicBezTo>
                      <a:pt x="568741" y="400704"/>
                      <a:pt x="559585" y="411476"/>
                      <a:pt x="550968" y="421708"/>
                    </a:cubicBezTo>
                    <a:lnTo>
                      <a:pt x="543428" y="430326"/>
                    </a:lnTo>
                    <a:lnTo>
                      <a:pt x="535349" y="440020"/>
                    </a:lnTo>
                    <a:cubicBezTo>
                      <a:pt x="529963" y="446483"/>
                      <a:pt x="524577" y="452946"/>
                      <a:pt x="519730" y="459948"/>
                    </a:cubicBezTo>
                    <a:cubicBezTo>
                      <a:pt x="503034" y="482029"/>
                      <a:pt x="487415" y="505188"/>
                      <a:pt x="473412" y="529424"/>
                    </a:cubicBezTo>
                    <a:lnTo>
                      <a:pt x="473412" y="529424"/>
                    </a:lnTo>
                    <a:cubicBezTo>
                      <a:pt x="492263" y="456178"/>
                      <a:pt x="507882" y="382930"/>
                      <a:pt x="520269" y="310222"/>
                    </a:cubicBezTo>
                    <a:cubicBezTo>
                      <a:pt x="520269" y="310222"/>
                      <a:pt x="520269" y="310222"/>
                      <a:pt x="520269" y="310222"/>
                    </a:cubicBezTo>
                    <a:cubicBezTo>
                      <a:pt x="520269" y="310222"/>
                      <a:pt x="520269" y="310222"/>
                      <a:pt x="520269" y="310222"/>
                    </a:cubicBezTo>
                    <a:cubicBezTo>
                      <a:pt x="520269" y="312377"/>
                      <a:pt x="520808" y="313992"/>
                      <a:pt x="520808" y="316147"/>
                    </a:cubicBezTo>
                    <a:cubicBezTo>
                      <a:pt x="546121" y="291911"/>
                      <a:pt x="563356" y="266597"/>
                      <a:pt x="578974" y="240745"/>
                    </a:cubicBezTo>
                    <a:cubicBezTo>
                      <a:pt x="594593" y="214894"/>
                      <a:pt x="606980" y="189042"/>
                      <a:pt x="616675" y="162651"/>
                    </a:cubicBezTo>
                    <a:cubicBezTo>
                      <a:pt x="626908" y="136261"/>
                      <a:pt x="634448" y="109871"/>
                      <a:pt x="639295" y="82403"/>
                    </a:cubicBezTo>
                    <a:cubicBezTo>
                      <a:pt x="643604" y="55474"/>
                      <a:pt x="646296" y="28006"/>
                      <a:pt x="641450" y="0"/>
                    </a:cubicBezTo>
                    <a:cubicBezTo>
                      <a:pt x="616675" y="24236"/>
                      <a:pt x="598902" y="49549"/>
                      <a:pt x="583283" y="75401"/>
                    </a:cubicBezTo>
                    <a:cubicBezTo>
                      <a:pt x="567664" y="101253"/>
                      <a:pt x="555277" y="127105"/>
                      <a:pt x="545044" y="153495"/>
                    </a:cubicBezTo>
                    <a:cubicBezTo>
                      <a:pt x="534811" y="179886"/>
                      <a:pt x="527270" y="206276"/>
                      <a:pt x="522423" y="233205"/>
                    </a:cubicBezTo>
                    <a:cubicBezTo>
                      <a:pt x="518653" y="256364"/>
                      <a:pt x="516499" y="279523"/>
                      <a:pt x="518653" y="303221"/>
                    </a:cubicBezTo>
                    <a:cubicBezTo>
                      <a:pt x="518653" y="303221"/>
                      <a:pt x="518653" y="303759"/>
                      <a:pt x="518653" y="303759"/>
                    </a:cubicBezTo>
                    <a:lnTo>
                      <a:pt x="518653" y="303759"/>
                    </a:lnTo>
                    <a:cubicBezTo>
                      <a:pt x="501957" y="389394"/>
                      <a:pt x="480953" y="475566"/>
                      <a:pt x="455639" y="561739"/>
                    </a:cubicBezTo>
                    <a:cubicBezTo>
                      <a:pt x="455639" y="562278"/>
                      <a:pt x="455639" y="562278"/>
                      <a:pt x="455100" y="562816"/>
                    </a:cubicBezTo>
                    <a:cubicBezTo>
                      <a:pt x="451331" y="570895"/>
                      <a:pt x="448099" y="578974"/>
                      <a:pt x="444868" y="587053"/>
                    </a:cubicBezTo>
                    <a:cubicBezTo>
                      <a:pt x="446483" y="573588"/>
                      <a:pt x="448099" y="560124"/>
                      <a:pt x="449176" y="547198"/>
                    </a:cubicBezTo>
                    <a:cubicBezTo>
                      <a:pt x="451331" y="515960"/>
                      <a:pt x="451869" y="486338"/>
                      <a:pt x="450792" y="456716"/>
                    </a:cubicBezTo>
                    <a:cubicBezTo>
                      <a:pt x="449715" y="427633"/>
                      <a:pt x="447022" y="398549"/>
                      <a:pt x="442175" y="370005"/>
                    </a:cubicBezTo>
                    <a:cubicBezTo>
                      <a:pt x="437328" y="341460"/>
                      <a:pt x="431403" y="312915"/>
                      <a:pt x="418477" y="284370"/>
                    </a:cubicBezTo>
                    <a:cubicBezTo>
                      <a:pt x="398549" y="319378"/>
                      <a:pt x="388317" y="353847"/>
                      <a:pt x="380777" y="387239"/>
                    </a:cubicBezTo>
                    <a:cubicBezTo>
                      <a:pt x="373775" y="420631"/>
                      <a:pt x="371620" y="453485"/>
                      <a:pt x="372698" y="484722"/>
                    </a:cubicBezTo>
                    <a:cubicBezTo>
                      <a:pt x="373775" y="515960"/>
                      <a:pt x="379161" y="546121"/>
                      <a:pt x="388317" y="573588"/>
                    </a:cubicBezTo>
                    <a:cubicBezTo>
                      <a:pt x="397473" y="599440"/>
                      <a:pt x="409860" y="624215"/>
                      <a:pt x="429787" y="643604"/>
                    </a:cubicBezTo>
                    <a:cubicBezTo>
                      <a:pt x="429787" y="643604"/>
                      <a:pt x="429787" y="643604"/>
                      <a:pt x="429787" y="644142"/>
                    </a:cubicBezTo>
                    <a:cubicBezTo>
                      <a:pt x="425478" y="658145"/>
                      <a:pt x="420632" y="672687"/>
                      <a:pt x="415784" y="686690"/>
                    </a:cubicBezTo>
                    <a:lnTo>
                      <a:pt x="415784" y="686690"/>
                    </a:lnTo>
                    <a:cubicBezTo>
                      <a:pt x="413092" y="695307"/>
                      <a:pt x="410399" y="703386"/>
                      <a:pt x="407167" y="712003"/>
                    </a:cubicBezTo>
                    <a:cubicBezTo>
                      <a:pt x="407167" y="712003"/>
                      <a:pt x="407167" y="712542"/>
                      <a:pt x="407167" y="712542"/>
                    </a:cubicBezTo>
                    <a:cubicBezTo>
                      <a:pt x="401781" y="729238"/>
                      <a:pt x="395318" y="745934"/>
                      <a:pt x="389394" y="762091"/>
                    </a:cubicBezTo>
                    <a:cubicBezTo>
                      <a:pt x="379161" y="790097"/>
                      <a:pt x="368389" y="817026"/>
                      <a:pt x="357617" y="844494"/>
                    </a:cubicBezTo>
                    <a:lnTo>
                      <a:pt x="357617" y="845033"/>
                    </a:lnTo>
                    <a:cubicBezTo>
                      <a:pt x="357617" y="845033"/>
                      <a:pt x="357617" y="845033"/>
                      <a:pt x="357617" y="845033"/>
                    </a:cubicBezTo>
                    <a:cubicBezTo>
                      <a:pt x="357617" y="842878"/>
                      <a:pt x="357617" y="840724"/>
                      <a:pt x="357617" y="838570"/>
                    </a:cubicBezTo>
                    <a:cubicBezTo>
                      <a:pt x="357079" y="828337"/>
                      <a:pt x="356541" y="818104"/>
                      <a:pt x="356002" y="808409"/>
                    </a:cubicBezTo>
                    <a:cubicBezTo>
                      <a:pt x="355463" y="798715"/>
                      <a:pt x="353848" y="789020"/>
                      <a:pt x="352770" y="779326"/>
                    </a:cubicBezTo>
                    <a:cubicBezTo>
                      <a:pt x="347384" y="741625"/>
                      <a:pt x="338767" y="706617"/>
                      <a:pt x="327996" y="673225"/>
                    </a:cubicBezTo>
                    <a:cubicBezTo>
                      <a:pt x="317224" y="639833"/>
                      <a:pt x="304837" y="608057"/>
                      <a:pt x="290295" y="576819"/>
                    </a:cubicBezTo>
                    <a:cubicBezTo>
                      <a:pt x="286525" y="568741"/>
                      <a:pt x="282755" y="561201"/>
                      <a:pt x="278446" y="553661"/>
                    </a:cubicBezTo>
                    <a:cubicBezTo>
                      <a:pt x="274676" y="546121"/>
                      <a:pt x="270368" y="538042"/>
                      <a:pt x="265520" y="530502"/>
                    </a:cubicBezTo>
                    <a:cubicBezTo>
                      <a:pt x="261211" y="522961"/>
                      <a:pt x="256365" y="514883"/>
                      <a:pt x="251517" y="507343"/>
                    </a:cubicBezTo>
                    <a:cubicBezTo>
                      <a:pt x="246670" y="499802"/>
                      <a:pt x="241284" y="491724"/>
                      <a:pt x="234822" y="484722"/>
                    </a:cubicBezTo>
                    <a:cubicBezTo>
                      <a:pt x="229974" y="496571"/>
                      <a:pt x="226204" y="507881"/>
                      <a:pt x="222972" y="519730"/>
                    </a:cubicBezTo>
                    <a:cubicBezTo>
                      <a:pt x="219741" y="531040"/>
                      <a:pt x="217587" y="542350"/>
                      <a:pt x="215432" y="553661"/>
                    </a:cubicBezTo>
                    <a:cubicBezTo>
                      <a:pt x="213817" y="564432"/>
                      <a:pt x="212201" y="575743"/>
                      <a:pt x="211124" y="586514"/>
                    </a:cubicBezTo>
                    <a:cubicBezTo>
                      <a:pt x="210046" y="597286"/>
                      <a:pt x="210046" y="608057"/>
                      <a:pt x="210046" y="618290"/>
                    </a:cubicBezTo>
                    <a:cubicBezTo>
                      <a:pt x="210046" y="660299"/>
                      <a:pt x="217048" y="699077"/>
                      <a:pt x="228358" y="734624"/>
                    </a:cubicBezTo>
                    <a:cubicBezTo>
                      <a:pt x="239668" y="770170"/>
                      <a:pt x="255287" y="802485"/>
                      <a:pt x="275754" y="831029"/>
                    </a:cubicBezTo>
                    <a:cubicBezTo>
                      <a:pt x="285987" y="845571"/>
                      <a:pt x="297297" y="858497"/>
                      <a:pt x="310223" y="870884"/>
                    </a:cubicBezTo>
                    <a:cubicBezTo>
                      <a:pt x="318840" y="878963"/>
                      <a:pt x="327996" y="885965"/>
                      <a:pt x="338229" y="892966"/>
                    </a:cubicBezTo>
                    <a:cubicBezTo>
                      <a:pt x="338229" y="892966"/>
                      <a:pt x="338229" y="892966"/>
                      <a:pt x="338229" y="893505"/>
                    </a:cubicBezTo>
                    <a:lnTo>
                      <a:pt x="338229" y="893505"/>
                    </a:lnTo>
                    <a:cubicBezTo>
                      <a:pt x="284909" y="1021148"/>
                      <a:pt x="222972" y="1147715"/>
                      <a:pt x="152957" y="1270511"/>
                    </a:cubicBezTo>
                    <a:cubicBezTo>
                      <a:pt x="152957" y="1270511"/>
                      <a:pt x="152957" y="1270511"/>
                      <a:pt x="152957" y="1271050"/>
                    </a:cubicBezTo>
                    <a:cubicBezTo>
                      <a:pt x="153495" y="1262432"/>
                      <a:pt x="154035" y="1254354"/>
                      <a:pt x="154573" y="1246275"/>
                    </a:cubicBezTo>
                    <a:cubicBezTo>
                      <a:pt x="155111" y="1234426"/>
                      <a:pt x="155111" y="1223116"/>
                      <a:pt x="155111" y="1211267"/>
                    </a:cubicBezTo>
                    <a:cubicBezTo>
                      <a:pt x="155111" y="1199957"/>
                      <a:pt x="154573" y="1188647"/>
                      <a:pt x="154035" y="1177337"/>
                    </a:cubicBezTo>
                    <a:cubicBezTo>
                      <a:pt x="151880" y="1133173"/>
                      <a:pt x="146494" y="1091164"/>
                      <a:pt x="139492" y="1050232"/>
                    </a:cubicBezTo>
                    <a:cubicBezTo>
                      <a:pt x="132491" y="1009300"/>
                      <a:pt x="124413" y="969445"/>
                      <a:pt x="114718" y="929590"/>
                    </a:cubicBezTo>
                    <a:cubicBezTo>
                      <a:pt x="112563" y="919357"/>
                      <a:pt x="109871" y="909662"/>
                      <a:pt x="106639" y="899968"/>
                    </a:cubicBezTo>
                    <a:cubicBezTo>
                      <a:pt x="103946" y="889735"/>
                      <a:pt x="101253" y="880040"/>
                      <a:pt x="98022" y="869807"/>
                    </a:cubicBezTo>
                    <a:cubicBezTo>
                      <a:pt x="94791" y="859574"/>
                      <a:pt x="92098" y="849880"/>
                      <a:pt x="87789" y="839647"/>
                    </a:cubicBezTo>
                    <a:cubicBezTo>
                      <a:pt x="84558" y="829414"/>
                      <a:pt x="80787" y="819181"/>
                      <a:pt x="75401" y="808948"/>
                    </a:cubicBezTo>
                    <a:cubicBezTo>
                      <a:pt x="68939" y="821873"/>
                      <a:pt x="63553" y="834800"/>
                      <a:pt x="58705" y="847187"/>
                    </a:cubicBezTo>
                    <a:cubicBezTo>
                      <a:pt x="54397" y="860113"/>
                      <a:pt x="50088" y="872500"/>
                      <a:pt x="46857" y="885426"/>
                    </a:cubicBezTo>
                    <a:cubicBezTo>
                      <a:pt x="43626" y="897813"/>
                      <a:pt x="40933" y="910739"/>
                      <a:pt x="38240" y="923127"/>
                    </a:cubicBezTo>
                    <a:cubicBezTo>
                      <a:pt x="36085" y="935514"/>
                      <a:pt x="34469" y="947901"/>
                      <a:pt x="32854" y="960289"/>
                    </a:cubicBezTo>
                    <a:cubicBezTo>
                      <a:pt x="27468" y="1009300"/>
                      <a:pt x="29622" y="1056156"/>
                      <a:pt x="37162" y="1099781"/>
                    </a:cubicBezTo>
                    <a:cubicBezTo>
                      <a:pt x="44702" y="1143406"/>
                      <a:pt x="57090" y="1184338"/>
                      <a:pt x="74863" y="1221500"/>
                    </a:cubicBezTo>
                    <a:cubicBezTo>
                      <a:pt x="84019" y="1240350"/>
                      <a:pt x="94252" y="1257585"/>
                      <a:pt x="105562" y="1274281"/>
                    </a:cubicBezTo>
                    <a:cubicBezTo>
                      <a:pt x="113102" y="1289361"/>
                      <a:pt x="121720" y="1300133"/>
                      <a:pt x="131952" y="1310366"/>
                    </a:cubicBezTo>
                    <a:close/>
                  </a:path>
                </a:pathLst>
              </a:custGeom>
              <a:solidFill>
                <a:schemeClr val="accent1"/>
              </a:solidFill>
              <a:ln w="5383"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9C0F96C0-58F0-48C6-89C7-E326A2FE2EF2}"/>
                  </a:ext>
                </a:extLst>
              </p:cNvPr>
              <p:cNvSpPr/>
              <p:nvPr/>
            </p:nvSpPr>
            <p:spPr>
              <a:xfrm>
                <a:off x="10354121" y="4821065"/>
                <a:ext cx="418276" cy="1148276"/>
              </a:xfrm>
              <a:custGeom>
                <a:avLst/>
                <a:gdLst>
                  <a:gd name="connsiteX0" fmla="*/ 256606 w 418276"/>
                  <a:gd name="connsiteY0" fmla="*/ 23 h 1148276"/>
                  <a:gd name="connsiteX1" fmla="*/ 237217 w 418276"/>
                  <a:gd name="connsiteY1" fmla="*/ 1100 h 1148276"/>
                  <a:gd name="connsiteX2" fmla="*/ 31479 w 418276"/>
                  <a:gd name="connsiteY2" fmla="*/ 146517 h 1148276"/>
                  <a:gd name="connsiteX3" fmla="*/ 174741 w 418276"/>
                  <a:gd name="connsiteY3" fmla="*/ 1148276 h 1148276"/>
                  <a:gd name="connsiteX4" fmla="*/ 267916 w 418276"/>
                  <a:gd name="connsiteY4" fmla="*/ 950079 h 1148276"/>
                  <a:gd name="connsiteX5" fmla="*/ 411178 w 418276"/>
                  <a:gd name="connsiteY5" fmla="*/ 88889 h 1148276"/>
                  <a:gd name="connsiteX6" fmla="*/ 256606 w 418276"/>
                  <a:gd name="connsiteY6" fmla="*/ 23 h 1148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276" h="1148276">
                    <a:moveTo>
                      <a:pt x="256606" y="23"/>
                    </a:moveTo>
                    <a:cubicBezTo>
                      <a:pt x="250142" y="23"/>
                      <a:pt x="243680" y="562"/>
                      <a:pt x="237217" y="1100"/>
                    </a:cubicBezTo>
                    <a:cubicBezTo>
                      <a:pt x="166662" y="8102"/>
                      <a:pt x="89646" y="50650"/>
                      <a:pt x="31479" y="146517"/>
                    </a:cubicBezTo>
                    <a:cubicBezTo>
                      <a:pt x="-80545" y="331789"/>
                      <a:pt x="139733" y="1057256"/>
                      <a:pt x="174741" y="1148276"/>
                    </a:cubicBezTo>
                    <a:lnTo>
                      <a:pt x="267916" y="950079"/>
                    </a:lnTo>
                    <a:cubicBezTo>
                      <a:pt x="315850" y="830514"/>
                      <a:pt x="450495" y="191758"/>
                      <a:pt x="411178" y="88889"/>
                    </a:cubicBezTo>
                    <a:cubicBezTo>
                      <a:pt x="391251" y="36108"/>
                      <a:pt x="329314" y="-1054"/>
                      <a:pt x="256606" y="23"/>
                    </a:cubicBezTo>
                    <a:close/>
                  </a:path>
                </a:pathLst>
              </a:custGeom>
              <a:solidFill>
                <a:schemeClr val="accent2"/>
              </a:solidFill>
              <a:ln w="5383"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68EC1A34-3E0F-4029-BF2C-856426F452A2}"/>
                  </a:ext>
                </a:extLst>
              </p:cNvPr>
              <p:cNvSpPr/>
              <p:nvPr/>
            </p:nvSpPr>
            <p:spPr>
              <a:xfrm>
                <a:off x="10545269" y="4821088"/>
                <a:ext cx="65458" cy="798714"/>
              </a:xfrm>
              <a:custGeom>
                <a:avLst/>
                <a:gdLst>
                  <a:gd name="connsiteX0" fmla="*/ 28296 w 65458"/>
                  <a:gd name="connsiteY0" fmla="*/ 180424 h 798714"/>
                  <a:gd name="connsiteX1" fmla="*/ 65458 w 65458"/>
                  <a:gd name="connsiteY1" fmla="*/ 0 h 798714"/>
                  <a:gd name="connsiteX2" fmla="*/ 46069 w 65458"/>
                  <a:gd name="connsiteY2" fmla="*/ 1077 h 798714"/>
                  <a:gd name="connsiteX3" fmla="*/ 11062 w 65458"/>
                  <a:gd name="connsiteY3" fmla="*/ 169653 h 798714"/>
                  <a:gd name="connsiteX4" fmla="*/ 2983 w 65458"/>
                  <a:gd name="connsiteY4" fmla="*/ 419015 h 798714"/>
                  <a:gd name="connsiteX5" fmla="*/ 11062 w 65458"/>
                  <a:gd name="connsiteY5" fmla="*/ 798715 h 798714"/>
                  <a:gd name="connsiteX6" fmla="*/ 22910 w 65458"/>
                  <a:gd name="connsiteY6" fmla="*/ 447560 h 798714"/>
                  <a:gd name="connsiteX7" fmla="*/ 28296 w 65458"/>
                  <a:gd name="connsiteY7" fmla="*/ 180424 h 79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458" h="798714">
                    <a:moveTo>
                      <a:pt x="28296" y="180424"/>
                    </a:moveTo>
                    <a:cubicBezTo>
                      <a:pt x="37451" y="119565"/>
                      <a:pt x="50916" y="59783"/>
                      <a:pt x="65458" y="0"/>
                    </a:cubicBezTo>
                    <a:cubicBezTo>
                      <a:pt x="58995" y="0"/>
                      <a:pt x="52532" y="539"/>
                      <a:pt x="46069" y="1077"/>
                    </a:cubicBezTo>
                    <a:cubicBezTo>
                      <a:pt x="32605" y="57090"/>
                      <a:pt x="20217" y="112563"/>
                      <a:pt x="11062" y="169653"/>
                    </a:cubicBezTo>
                    <a:cubicBezTo>
                      <a:pt x="-1865" y="252594"/>
                      <a:pt x="-1865" y="334459"/>
                      <a:pt x="2983" y="419015"/>
                    </a:cubicBezTo>
                    <a:cubicBezTo>
                      <a:pt x="9984" y="545582"/>
                      <a:pt x="14831" y="672687"/>
                      <a:pt x="11062" y="798715"/>
                    </a:cubicBezTo>
                    <a:cubicBezTo>
                      <a:pt x="20756" y="662993"/>
                      <a:pt x="27219" y="527270"/>
                      <a:pt x="22910" y="447560"/>
                    </a:cubicBezTo>
                    <a:cubicBezTo>
                      <a:pt x="18063" y="357617"/>
                      <a:pt x="14831" y="269829"/>
                      <a:pt x="28296" y="180424"/>
                    </a:cubicBezTo>
                    <a:close/>
                  </a:path>
                </a:pathLst>
              </a:custGeom>
              <a:solidFill>
                <a:srgbClr val="E2F0F4"/>
              </a:solidFill>
              <a:ln w="5383" cap="flat">
                <a:noFill/>
                <a:prstDash val="solid"/>
                <a:miter/>
              </a:ln>
            </p:spPr>
            <p:txBody>
              <a:bodyPr rtlCol="0" anchor="ctr"/>
              <a:lstStyle/>
              <a:p>
                <a:endParaRPr lang="en-US"/>
              </a:p>
            </p:txBody>
          </p:sp>
        </p:grpSp>
        <p:grpSp>
          <p:nvGrpSpPr>
            <p:cNvPr id="72" name="Graphic 21">
              <a:extLst>
                <a:ext uri="{FF2B5EF4-FFF2-40B4-BE49-F238E27FC236}">
                  <a16:creationId xmlns:a16="http://schemas.microsoft.com/office/drawing/2014/main" id="{8639DD85-530A-4410-999F-96017AD201EE}"/>
                </a:ext>
              </a:extLst>
            </p:cNvPr>
            <p:cNvGrpSpPr/>
            <p:nvPr/>
          </p:nvGrpSpPr>
          <p:grpSpPr>
            <a:xfrm>
              <a:off x="7242445" y="5727518"/>
              <a:ext cx="1272126" cy="217586"/>
              <a:chOff x="7242445" y="5727518"/>
              <a:chExt cx="1272126" cy="217586"/>
            </a:xfrm>
          </p:grpSpPr>
          <p:sp>
            <p:nvSpPr>
              <p:cNvPr id="73" name="Freeform: Shape 72">
                <a:extLst>
                  <a:ext uri="{FF2B5EF4-FFF2-40B4-BE49-F238E27FC236}">
                    <a16:creationId xmlns:a16="http://schemas.microsoft.com/office/drawing/2014/main" id="{D25166A7-2AD1-4E1A-A293-D447C35FF242}"/>
                  </a:ext>
                </a:extLst>
              </p:cNvPr>
              <p:cNvSpPr/>
              <p:nvPr/>
            </p:nvSpPr>
            <p:spPr>
              <a:xfrm>
                <a:off x="7242445" y="5730750"/>
                <a:ext cx="738932" cy="211123"/>
              </a:xfrm>
              <a:custGeom>
                <a:avLst/>
                <a:gdLst>
                  <a:gd name="connsiteX0" fmla="*/ 84557 w 738932"/>
                  <a:gd name="connsiteY0" fmla="*/ 0 h 211123"/>
                  <a:gd name="connsiteX1" fmla="*/ 615059 w 738932"/>
                  <a:gd name="connsiteY1" fmla="*/ 0 h 211123"/>
                  <a:gd name="connsiteX2" fmla="*/ 738932 w 738932"/>
                  <a:gd name="connsiteY2" fmla="*/ 0 h 211123"/>
                  <a:gd name="connsiteX3" fmla="*/ 652221 w 738932"/>
                  <a:gd name="connsiteY3" fmla="*/ 105562 h 211123"/>
                  <a:gd name="connsiteX4" fmla="*/ 738932 w 738932"/>
                  <a:gd name="connsiteY4" fmla="*/ 211124 h 211123"/>
                  <a:gd name="connsiteX5" fmla="*/ 615059 w 738932"/>
                  <a:gd name="connsiteY5" fmla="*/ 211124 h 211123"/>
                  <a:gd name="connsiteX6" fmla="*/ 84557 w 738932"/>
                  <a:gd name="connsiteY6" fmla="*/ 211124 h 211123"/>
                  <a:gd name="connsiteX7" fmla="*/ 0 w 738932"/>
                  <a:gd name="connsiteY7" fmla="*/ 126566 h 211123"/>
                  <a:gd name="connsiteX8" fmla="*/ 0 w 738932"/>
                  <a:gd name="connsiteY8" fmla="*/ 84557 h 211123"/>
                  <a:gd name="connsiteX9" fmla="*/ 84557 w 738932"/>
                  <a:gd name="connsiteY9" fmla="*/ 0 h 211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8932" h="211123">
                    <a:moveTo>
                      <a:pt x="84557" y="0"/>
                    </a:moveTo>
                    <a:lnTo>
                      <a:pt x="615059" y="0"/>
                    </a:lnTo>
                    <a:lnTo>
                      <a:pt x="738932" y="0"/>
                    </a:lnTo>
                    <a:lnTo>
                      <a:pt x="652221" y="105562"/>
                    </a:lnTo>
                    <a:lnTo>
                      <a:pt x="738932" y="211124"/>
                    </a:lnTo>
                    <a:lnTo>
                      <a:pt x="615059" y="211124"/>
                    </a:lnTo>
                    <a:lnTo>
                      <a:pt x="84557" y="211124"/>
                    </a:lnTo>
                    <a:cubicBezTo>
                      <a:pt x="37701" y="211124"/>
                      <a:pt x="0" y="173423"/>
                      <a:pt x="0" y="126566"/>
                    </a:cubicBezTo>
                    <a:lnTo>
                      <a:pt x="0" y="84557"/>
                    </a:lnTo>
                    <a:cubicBezTo>
                      <a:pt x="0" y="37701"/>
                      <a:pt x="37701" y="0"/>
                      <a:pt x="84557" y="0"/>
                    </a:cubicBezTo>
                    <a:close/>
                  </a:path>
                </a:pathLst>
              </a:custGeom>
              <a:solidFill>
                <a:schemeClr val="accent2"/>
              </a:solidFill>
              <a:ln w="5383"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55C920A8-B1A6-49A5-B1C1-6CD4A43B4BD6}"/>
                  </a:ext>
                </a:extLst>
              </p:cNvPr>
              <p:cNvSpPr/>
              <p:nvPr/>
            </p:nvSpPr>
            <p:spPr>
              <a:xfrm>
                <a:off x="7341005" y="5730750"/>
                <a:ext cx="106638" cy="211123"/>
              </a:xfrm>
              <a:custGeom>
                <a:avLst/>
                <a:gdLst>
                  <a:gd name="connsiteX0" fmla="*/ 84557 w 106638"/>
                  <a:gd name="connsiteY0" fmla="*/ 0 h 211123"/>
                  <a:gd name="connsiteX1" fmla="*/ 106639 w 106638"/>
                  <a:gd name="connsiteY1" fmla="*/ 0 h 211123"/>
                  <a:gd name="connsiteX2" fmla="*/ 22082 w 106638"/>
                  <a:gd name="connsiteY2" fmla="*/ 84557 h 211123"/>
                  <a:gd name="connsiteX3" fmla="*/ 22082 w 106638"/>
                  <a:gd name="connsiteY3" fmla="*/ 126566 h 211123"/>
                  <a:gd name="connsiteX4" fmla="*/ 106639 w 106638"/>
                  <a:gd name="connsiteY4" fmla="*/ 211124 h 211123"/>
                  <a:gd name="connsiteX5" fmla="*/ 84557 w 106638"/>
                  <a:gd name="connsiteY5" fmla="*/ 211124 h 211123"/>
                  <a:gd name="connsiteX6" fmla="*/ 0 w 106638"/>
                  <a:gd name="connsiteY6" fmla="*/ 126566 h 211123"/>
                  <a:gd name="connsiteX7" fmla="*/ 0 w 106638"/>
                  <a:gd name="connsiteY7" fmla="*/ 84557 h 211123"/>
                  <a:gd name="connsiteX8" fmla="*/ 84557 w 106638"/>
                  <a:gd name="connsiteY8" fmla="*/ 0 h 211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638" h="211123">
                    <a:moveTo>
                      <a:pt x="84557" y="0"/>
                    </a:moveTo>
                    <a:lnTo>
                      <a:pt x="106639" y="0"/>
                    </a:lnTo>
                    <a:cubicBezTo>
                      <a:pt x="59783" y="0"/>
                      <a:pt x="22082" y="37701"/>
                      <a:pt x="22082" y="84557"/>
                    </a:cubicBezTo>
                    <a:lnTo>
                      <a:pt x="22082" y="126566"/>
                    </a:lnTo>
                    <a:cubicBezTo>
                      <a:pt x="22082" y="173423"/>
                      <a:pt x="59783" y="211124"/>
                      <a:pt x="106639" y="211124"/>
                    </a:cubicBezTo>
                    <a:lnTo>
                      <a:pt x="84557" y="211124"/>
                    </a:lnTo>
                    <a:cubicBezTo>
                      <a:pt x="37701" y="211124"/>
                      <a:pt x="0" y="173423"/>
                      <a:pt x="0" y="126566"/>
                    </a:cubicBezTo>
                    <a:lnTo>
                      <a:pt x="0" y="84557"/>
                    </a:lnTo>
                    <a:cubicBezTo>
                      <a:pt x="0" y="37701"/>
                      <a:pt x="37701" y="0"/>
                      <a:pt x="84557" y="0"/>
                    </a:cubicBezTo>
                    <a:close/>
                  </a:path>
                </a:pathLst>
              </a:custGeom>
              <a:solidFill>
                <a:schemeClr val="accent2">
                  <a:lumMod val="75000"/>
                </a:schemeClr>
              </a:solidFill>
              <a:ln w="5383"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227630A1-774B-4045-B1F0-781A821FDA29}"/>
                  </a:ext>
                </a:extLst>
              </p:cNvPr>
              <p:cNvSpPr/>
              <p:nvPr/>
            </p:nvSpPr>
            <p:spPr>
              <a:xfrm>
                <a:off x="7407251" y="5730750"/>
                <a:ext cx="106639" cy="211123"/>
              </a:xfrm>
              <a:custGeom>
                <a:avLst/>
                <a:gdLst>
                  <a:gd name="connsiteX0" fmla="*/ 84557 w 106639"/>
                  <a:gd name="connsiteY0" fmla="*/ 0 h 211123"/>
                  <a:gd name="connsiteX1" fmla="*/ 106639 w 106639"/>
                  <a:gd name="connsiteY1" fmla="*/ 0 h 211123"/>
                  <a:gd name="connsiteX2" fmla="*/ 22082 w 106639"/>
                  <a:gd name="connsiteY2" fmla="*/ 84557 h 211123"/>
                  <a:gd name="connsiteX3" fmla="*/ 22082 w 106639"/>
                  <a:gd name="connsiteY3" fmla="*/ 126566 h 211123"/>
                  <a:gd name="connsiteX4" fmla="*/ 106639 w 106639"/>
                  <a:gd name="connsiteY4" fmla="*/ 211124 h 211123"/>
                  <a:gd name="connsiteX5" fmla="*/ 84557 w 106639"/>
                  <a:gd name="connsiteY5" fmla="*/ 211124 h 211123"/>
                  <a:gd name="connsiteX6" fmla="*/ 0 w 106639"/>
                  <a:gd name="connsiteY6" fmla="*/ 126566 h 211123"/>
                  <a:gd name="connsiteX7" fmla="*/ 0 w 106639"/>
                  <a:gd name="connsiteY7" fmla="*/ 84557 h 211123"/>
                  <a:gd name="connsiteX8" fmla="*/ 84557 w 106639"/>
                  <a:gd name="connsiteY8" fmla="*/ 0 h 211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639" h="211123">
                    <a:moveTo>
                      <a:pt x="84557" y="0"/>
                    </a:moveTo>
                    <a:lnTo>
                      <a:pt x="106639" y="0"/>
                    </a:lnTo>
                    <a:cubicBezTo>
                      <a:pt x="59783" y="0"/>
                      <a:pt x="22082" y="37701"/>
                      <a:pt x="22082" y="84557"/>
                    </a:cubicBezTo>
                    <a:lnTo>
                      <a:pt x="22082" y="126566"/>
                    </a:lnTo>
                    <a:cubicBezTo>
                      <a:pt x="22082" y="173423"/>
                      <a:pt x="59783" y="211124"/>
                      <a:pt x="106639" y="211124"/>
                    </a:cubicBezTo>
                    <a:lnTo>
                      <a:pt x="84557" y="211124"/>
                    </a:lnTo>
                    <a:cubicBezTo>
                      <a:pt x="37701" y="211124"/>
                      <a:pt x="0" y="173423"/>
                      <a:pt x="0" y="126566"/>
                    </a:cubicBezTo>
                    <a:lnTo>
                      <a:pt x="0" y="84557"/>
                    </a:lnTo>
                    <a:cubicBezTo>
                      <a:pt x="0" y="37701"/>
                      <a:pt x="38239" y="0"/>
                      <a:pt x="84557" y="0"/>
                    </a:cubicBezTo>
                    <a:close/>
                  </a:path>
                </a:pathLst>
              </a:custGeom>
              <a:solidFill>
                <a:schemeClr val="accent2">
                  <a:lumMod val="75000"/>
                </a:schemeClr>
              </a:solidFill>
              <a:ln w="5383"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DF7980E1-29C4-4CB9-80ED-0C5901418402}"/>
                  </a:ext>
                </a:extLst>
              </p:cNvPr>
              <p:cNvSpPr/>
              <p:nvPr/>
            </p:nvSpPr>
            <p:spPr>
              <a:xfrm>
                <a:off x="7896282" y="5730750"/>
                <a:ext cx="615058" cy="211123"/>
              </a:xfrm>
              <a:custGeom>
                <a:avLst/>
                <a:gdLst>
                  <a:gd name="connsiteX0" fmla="*/ 0 w 615058"/>
                  <a:gd name="connsiteY0" fmla="*/ 84557 h 211123"/>
                  <a:gd name="connsiteX1" fmla="*/ 0 w 615058"/>
                  <a:gd name="connsiteY1" fmla="*/ 126566 h 211123"/>
                  <a:gd name="connsiteX2" fmla="*/ 84557 w 615058"/>
                  <a:gd name="connsiteY2" fmla="*/ 211124 h 211123"/>
                  <a:gd name="connsiteX3" fmla="*/ 615058 w 615058"/>
                  <a:gd name="connsiteY3" fmla="*/ 211124 h 211123"/>
                  <a:gd name="connsiteX4" fmla="*/ 615058 w 615058"/>
                  <a:gd name="connsiteY4" fmla="*/ 0 h 211123"/>
                  <a:gd name="connsiteX5" fmla="*/ 84557 w 615058"/>
                  <a:gd name="connsiteY5" fmla="*/ 0 h 211123"/>
                  <a:gd name="connsiteX6" fmla="*/ 0 w 615058"/>
                  <a:gd name="connsiteY6" fmla="*/ 84557 h 211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5058" h="211123">
                    <a:moveTo>
                      <a:pt x="0" y="84557"/>
                    </a:moveTo>
                    <a:lnTo>
                      <a:pt x="0" y="126566"/>
                    </a:lnTo>
                    <a:cubicBezTo>
                      <a:pt x="0" y="173423"/>
                      <a:pt x="37701" y="211124"/>
                      <a:pt x="84557" y="211124"/>
                    </a:cubicBezTo>
                    <a:lnTo>
                      <a:pt x="615058" y="211124"/>
                    </a:lnTo>
                    <a:lnTo>
                      <a:pt x="615058" y="0"/>
                    </a:lnTo>
                    <a:lnTo>
                      <a:pt x="84557" y="0"/>
                    </a:lnTo>
                    <a:cubicBezTo>
                      <a:pt x="38239" y="0"/>
                      <a:pt x="0" y="37701"/>
                      <a:pt x="0" y="84557"/>
                    </a:cubicBezTo>
                    <a:close/>
                  </a:path>
                </a:pathLst>
              </a:custGeom>
              <a:solidFill>
                <a:srgbClr val="FFFFFF"/>
              </a:solidFill>
              <a:ln w="5383"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84455152-99BB-4D3D-B424-ED54FA89E7AD}"/>
                  </a:ext>
                </a:extLst>
              </p:cNvPr>
              <p:cNvSpPr/>
              <p:nvPr/>
            </p:nvSpPr>
            <p:spPr>
              <a:xfrm>
                <a:off x="7893050" y="5727518"/>
                <a:ext cx="621521" cy="217586"/>
              </a:xfrm>
              <a:custGeom>
                <a:avLst/>
                <a:gdLst>
                  <a:gd name="connsiteX0" fmla="*/ 87789 w 621521"/>
                  <a:gd name="connsiteY0" fmla="*/ 217587 h 217586"/>
                  <a:gd name="connsiteX1" fmla="*/ 618290 w 621521"/>
                  <a:gd name="connsiteY1" fmla="*/ 217587 h 217586"/>
                  <a:gd name="connsiteX2" fmla="*/ 621522 w 621521"/>
                  <a:gd name="connsiteY2" fmla="*/ 214355 h 217586"/>
                  <a:gd name="connsiteX3" fmla="*/ 618290 w 621521"/>
                  <a:gd name="connsiteY3" fmla="*/ 211124 h 217586"/>
                  <a:gd name="connsiteX4" fmla="*/ 87789 w 621521"/>
                  <a:gd name="connsiteY4" fmla="*/ 211124 h 217586"/>
                  <a:gd name="connsiteX5" fmla="*/ 6463 w 621521"/>
                  <a:gd name="connsiteY5" fmla="*/ 129798 h 217586"/>
                  <a:gd name="connsiteX6" fmla="*/ 6463 w 621521"/>
                  <a:gd name="connsiteY6" fmla="*/ 87789 h 217586"/>
                  <a:gd name="connsiteX7" fmla="*/ 87789 w 621521"/>
                  <a:gd name="connsiteY7" fmla="*/ 6463 h 217586"/>
                  <a:gd name="connsiteX8" fmla="*/ 618290 w 621521"/>
                  <a:gd name="connsiteY8" fmla="*/ 6463 h 217586"/>
                  <a:gd name="connsiteX9" fmla="*/ 621522 w 621521"/>
                  <a:gd name="connsiteY9" fmla="*/ 3232 h 217586"/>
                  <a:gd name="connsiteX10" fmla="*/ 618290 w 621521"/>
                  <a:gd name="connsiteY10" fmla="*/ 0 h 217586"/>
                  <a:gd name="connsiteX11" fmla="*/ 87789 w 621521"/>
                  <a:gd name="connsiteY11" fmla="*/ 0 h 217586"/>
                  <a:gd name="connsiteX12" fmla="*/ 0 w 621521"/>
                  <a:gd name="connsiteY12" fmla="*/ 87789 h 217586"/>
                  <a:gd name="connsiteX13" fmla="*/ 0 w 621521"/>
                  <a:gd name="connsiteY13" fmla="*/ 129798 h 217586"/>
                  <a:gd name="connsiteX14" fmla="*/ 87789 w 621521"/>
                  <a:gd name="connsiteY14" fmla="*/ 217587 h 217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521" h="217586">
                    <a:moveTo>
                      <a:pt x="87789" y="217587"/>
                    </a:moveTo>
                    <a:lnTo>
                      <a:pt x="618290" y="217587"/>
                    </a:lnTo>
                    <a:cubicBezTo>
                      <a:pt x="619906" y="217587"/>
                      <a:pt x="621522" y="215971"/>
                      <a:pt x="621522" y="214355"/>
                    </a:cubicBezTo>
                    <a:cubicBezTo>
                      <a:pt x="621522" y="212739"/>
                      <a:pt x="619906" y="211124"/>
                      <a:pt x="618290" y="211124"/>
                    </a:cubicBezTo>
                    <a:lnTo>
                      <a:pt x="87789" y="211124"/>
                    </a:lnTo>
                    <a:cubicBezTo>
                      <a:pt x="43086" y="211124"/>
                      <a:pt x="6463" y="174500"/>
                      <a:pt x="6463" y="129798"/>
                    </a:cubicBezTo>
                    <a:lnTo>
                      <a:pt x="6463" y="87789"/>
                    </a:lnTo>
                    <a:cubicBezTo>
                      <a:pt x="6463" y="43086"/>
                      <a:pt x="43086" y="6463"/>
                      <a:pt x="87789" y="6463"/>
                    </a:cubicBezTo>
                    <a:lnTo>
                      <a:pt x="618290" y="6463"/>
                    </a:lnTo>
                    <a:cubicBezTo>
                      <a:pt x="619906" y="6463"/>
                      <a:pt x="621522" y="4847"/>
                      <a:pt x="621522" y="3232"/>
                    </a:cubicBezTo>
                    <a:cubicBezTo>
                      <a:pt x="621522" y="1616"/>
                      <a:pt x="619906" y="0"/>
                      <a:pt x="618290" y="0"/>
                    </a:cubicBezTo>
                    <a:lnTo>
                      <a:pt x="87789" y="0"/>
                    </a:lnTo>
                    <a:cubicBezTo>
                      <a:pt x="39316" y="0"/>
                      <a:pt x="0" y="39317"/>
                      <a:pt x="0" y="87789"/>
                    </a:cubicBezTo>
                    <a:lnTo>
                      <a:pt x="0" y="129798"/>
                    </a:lnTo>
                    <a:cubicBezTo>
                      <a:pt x="539" y="178270"/>
                      <a:pt x="39855" y="217587"/>
                      <a:pt x="87789" y="217587"/>
                    </a:cubicBezTo>
                    <a:close/>
                  </a:path>
                </a:pathLst>
              </a:custGeom>
              <a:solidFill>
                <a:schemeClr val="accent2"/>
              </a:solidFill>
              <a:ln w="5383"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E9BDDCE8-2D54-49FD-81E4-E06FC64BDC89}"/>
                  </a:ext>
                </a:extLst>
              </p:cNvPr>
              <p:cNvSpPr/>
              <p:nvPr/>
            </p:nvSpPr>
            <p:spPr>
              <a:xfrm>
                <a:off x="7937752" y="5765758"/>
                <a:ext cx="576819" cy="6463"/>
              </a:xfrm>
              <a:custGeom>
                <a:avLst/>
                <a:gdLst>
                  <a:gd name="connsiteX0" fmla="*/ 3232 w 576819"/>
                  <a:gd name="connsiteY0" fmla="*/ 6463 h 6463"/>
                  <a:gd name="connsiteX1" fmla="*/ 573588 w 576819"/>
                  <a:gd name="connsiteY1" fmla="*/ 6463 h 6463"/>
                  <a:gd name="connsiteX2" fmla="*/ 576820 w 576819"/>
                  <a:gd name="connsiteY2" fmla="*/ 3231 h 6463"/>
                  <a:gd name="connsiteX3" fmla="*/ 573588 w 576819"/>
                  <a:gd name="connsiteY3" fmla="*/ 0 h 6463"/>
                  <a:gd name="connsiteX4" fmla="*/ 3232 w 576819"/>
                  <a:gd name="connsiteY4" fmla="*/ 0 h 6463"/>
                  <a:gd name="connsiteX5" fmla="*/ 0 w 576819"/>
                  <a:gd name="connsiteY5" fmla="*/ 3231 h 6463"/>
                  <a:gd name="connsiteX6" fmla="*/ 3232 w 576819"/>
                  <a:gd name="connsiteY6" fmla="*/ 6463 h 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819" h="6463">
                    <a:moveTo>
                      <a:pt x="3232" y="6463"/>
                    </a:moveTo>
                    <a:lnTo>
                      <a:pt x="573588" y="6463"/>
                    </a:lnTo>
                    <a:cubicBezTo>
                      <a:pt x="575204" y="6463"/>
                      <a:pt x="576820" y="4847"/>
                      <a:pt x="576820" y="3231"/>
                    </a:cubicBezTo>
                    <a:cubicBezTo>
                      <a:pt x="576820" y="1616"/>
                      <a:pt x="575204" y="0"/>
                      <a:pt x="573588" y="0"/>
                    </a:cubicBezTo>
                    <a:lnTo>
                      <a:pt x="3232" y="0"/>
                    </a:lnTo>
                    <a:cubicBezTo>
                      <a:pt x="1616" y="0"/>
                      <a:pt x="0" y="1616"/>
                      <a:pt x="0" y="3231"/>
                    </a:cubicBezTo>
                    <a:cubicBezTo>
                      <a:pt x="0" y="4847"/>
                      <a:pt x="1616" y="6463"/>
                      <a:pt x="3232" y="6463"/>
                    </a:cubicBezTo>
                    <a:close/>
                  </a:path>
                </a:pathLst>
              </a:custGeom>
              <a:solidFill>
                <a:schemeClr val="accent2"/>
              </a:solidFill>
              <a:ln w="5383"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FE9674A8-5E48-4A49-BDEF-12A96A3934D9}"/>
                  </a:ext>
                </a:extLst>
              </p:cNvPr>
              <p:cNvSpPr/>
              <p:nvPr/>
            </p:nvSpPr>
            <p:spPr>
              <a:xfrm>
                <a:off x="7937752" y="5801843"/>
                <a:ext cx="576819" cy="6462"/>
              </a:xfrm>
              <a:custGeom>
                <a:avLst/>
                <a:gdLst>
                  <a:gd name="connsiteX0" fmla="*/ 3232 w 576819"/>
                  <a:gd name="connsiteY0" fmla="*/ 6463 h 6462"/>
                  <a:gd name="connsiteX1" fmla="*/ 573588 w 576819"/>
                  <a:gd name="connsiteY1" fmla="*/ 6463 h 6462"/>
                  <a:gd name="connsiteX2" fmla="*/ 576820 w 576819"/>
                  <a:gd name="connsiteY2" fmla="*/ 3231 h 6462"/>
                  <a:gd name="connsiteX3" fmla="*/ 573588 w 576819"/>
                  <a:gd name="connsiteY3" fmla="*/ 0 h 6462"/>
                  <a:gd name="connsiteX4" fmla="*/ 3232 w 576819"/>
                  <a:gd name="connsiteY4" fmla="*/ 0 h 6462"/>
                  <a:gd name="connsiteX5" fmla="*/ 0 w 576819"/>
                  <a:gd name="connsiteY5" fmla="*/ 3231 h 6462"/>
                  <a:gd name="connsiteX6" fmla="*/ 3232 w 576819"/>
                  <a:gd name="connsiteY6" fmla="*/ 6463 h 6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819" h="6462">
                    <a:moveTo>
                      <a:pt x="3232" y="6463"/>
                    </a:moveTo>
                    <a:lnTo>
                      <a:pt x="573588" y="6463"/>
                    </a:lnTo>
                    <a:cubicBezTo>
                      <a:pt x="575204" y="6463"/>
                      <a:pt x="576820" y="4847"/>
                      <a:pt x="576820" y="3231"/>
                    </a:cubicBezTo>
                    <a:cubicBezTo>
                      <a:pt x="576820" y="1616"/>
                      <a:pt x="575204" y="0"/>
                      <a:pt x="573588" y="0"/>
                    </a:cubicBezTo>
                    <a:lnTo>
                      <a:pt x="3232" y="0"/>
                    </a:lnTo>
                    <a:cubicBezTo>
                      <a:pt x="1616" y="0"/>
                      <a:pt x="0" y="1616"/>
                      <a:pt x="0" y="3231"/>
                    </a:cubicBezTo>
                    <a:cubicBezTo>
                      <a:pt x="0" y="4847"/>
                      <a:pt x="1616" y="6463"/>
                      <a:pt x="3232" y="6463"/>
                    </a:cubicBezTo>
                    <a:close/>
                  </a:path>
                </a:pathLst>
              </a:custGeom>
              <a:solidFill>
                <a:schemeClr val="accent2"/>
              </a:solidFill>
              <a:ln w="5383"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AE66DA05-F78B-4520-A9DD-76BCD8CD2B6F}"/>
                  </a:ext>
                </a:extLst>
              </p:cNvPr>
              <p:cNvSpPr/>
              <p:nvPr/>
            </p:nvSpPr>
            <p:spPr>
              <a:xfrm>
                <a:off x="7937752" y="5837927"/>
                <a:ext cx="576819" cy="6463"/>
              </a:xfrm>
              <a:custGeom>
                <a:avLst/>
                <a:gdLst>
                  <a:gd name="connsiteX0" fmla="*/ 3232 w 576819"/>
                  <a:gd name="connsiteY0" fmla="*/ 6463 h 6463"/>
                  <a:gd name="connsiteX1" fmla="*/ 573588 w 576819"/>
                  <a:gd name="connsiteY1" fmla="*/ 6463 h 6463"/>
                  <a:gd name="connsiteX2" fmla="*/ 576820 w 576819"/>
                  <a:gd name="connsiteY2" fmla="*/ 3232 h 6463"/>
                  <a:gd name="connsiteX3" fmla="*/ 573588 w 576819"/>
                  <a:gd name="connsiteY3" fmla="*/ 0 h 6463"/>
                  <a:gd name="connsiteX4" fmla="*/ 3232 w 576819"/>
                  <a:gd name="connsiteY4" fmla="*/ 0 h 6463"/>
                  <a:gd name="connsiteX5" fmla="*/ 0 w 576819"/>
                  <a:gd name="connsiteY5" fmla="*/ 3232 h 6463"/>
                  <a:gd name="connsiteX6" fmla="*/ 3232 w 576819"/>
                  <a:gd name="connsiteY6" fmla="*/ 6463 h 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819" h="6463">
                    <a:moveTo>
                      <a:pt x="3232" y="6463"/>
                    </a:moveTo>
                    <a:lnTo>
                      <a:pt x="573588" y="6463"/>
                    </a:lnTo>
                    <a:cubicBezTo>
                      <a:pt x="575204" y="6463"/>
                      <a:pt x="576820" y="4847"/>
                      <a:pt x="576820" y="3232"/>
                    </a:cubicBezTo>
                    <a:cubicBezTo>
                      <a:pt x="576820" y="1616"/>
                      <a:pt x="575204" y="0"/>
                      <a:pt x="573588" y="0"/>
                    </a:cubicBezTo>
                    <a:lnTo>
                      <a:pt x="3232" y="0"/>
                    </a:lnTo>
                    <a:cubicBezTo>
                      <a:pt x="1616" y="0"/>
                      <a:pt x="0" y="1616"/>
                      <a:pt x="0" y="3232"/>
                    </a:cubicBezTo>
                    <a:cubicBezTo>
                      <a:pt x="0" y="5386"/>
                      <a:pt x="1616" y="6463"/>
                      <a:pt x="3232" y="6463"/>
                    </a:cubicBezTo>
                    <a:close/>
                  </a:path>
                </a:pathLst>
              </a:custGeom>
              <a:solidFill>
                <a:schemeClr val="accent2"/>
              </a:solidFill>
              <a:ln w="5383"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7B334F28-0CC5-4B14-B4B5-357684C402C8}"/>
                  </a:ext>
                </a:extLst>
              </p:cNvPr>
              <p:cNvSpPr/>
              <p:nvPr/>
            </p:nvSpPr>
            <p:spPr>
              <a:xfrm>
                <a:off x="7937752" y="5874012"/>
                <a:ext cx="576819" cy="6463"/>
              </a:xfrm>
              <a:custGeom>
                <a:avLst/>
                <a:gdLst>
                  <a:gd name="connsiteX0" fmla="*/ 3232 w 576819"/>
                  <a:gd name="connsiteY0" fmla="*/ 6463 h 6463"/>
                  <a:gd name="connsiteX1" fmla="*/ 573588 w 576819"/>
                  <a:gd name="connsiteY1" fmla="*/ 6463 h 6463"/>
                  <a:gd name="connsiteX2" fmla="*/ 576820 w 576819"/>
                  <a:gd name="connsiteY2" fmla="*/ 3232 h 6463"/>
                  <a:gd name="connsiteX3" fmla="*/ 573588 w 576819"/>
                  <a:gd name="connsiteY3" fmla="*/ 0 h 6463"/>
                  <a:gd name="connsiteX4" fmla="*/ 3232 w 576819"/>
                  <a:gd name="connsiteY4" fmla="*/ 0 h 6463"/>
                  <a:gd name="connsiteX5" fmla="*/ 0 w 576819"/>
                  <a:gd name="connsiteY5" fmla="*/ 3232 h 6463"/>
                  <a:gd name="connsiteX6" fmla="*/ 3232 w 576819"/>
                  <a:gd name="connsiteY6" fmla="*/ 6463 h 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819" h="6463">
                    <a:moveTo>
                      <a:pt x="3232" y="6463"/>
                    </a:moveTo>
                    <a:lnTo>
                      <a:pt x="573588" y="6463"/>
                    </a:lnTo>
                    <a:cubicBezTo>
                      <a:pt x="575204" y="6463"/>
                      <a:pt x="576820" y="4847"/>
                      <a:pt x="576820" y="3232"/>
                    </a:cubicBezTo>
                    <a:cubicBezTo>
                      <a:pt x="576820" y="1616"/>
                      <a:pt x="575204" y="0"/>
                      <a:pt x="573588" y="0"/>
                    </a:cubicBezTo>
                    <a:lnTo>
                      <a:pt x="3232" y="0"/>
                    </a:lnTo>
                    <a:cubicBezTo>
                      <a:pt x="1616" y="0"/>
                      <a:pt x="0" y="1616"/>
                      <a:pt x="0" y="3232"/>
                    </a:cubicBezTo>
                    <a:cubicBezTo>
                      <a:pt x="0" y="5386"/>
                      <a:pt x="1616" y="6463"/>
                      <a:pt x="3232" y="6463"/>
                    </a:cubicBezTo>
                    <a:close/>
                  </a:path>
                </a:pathLst>
              </a:custGeom>
              <a:solidFill>
                <a:schemeClr val="accent2"/>
              </a:solidFill>
              <a:ln w="5383"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6362276F-61C6-4161-BCD2-BA65A764C499}"/>
                  </a:ext>
                </a:extLst>
              </p:cNvPr>
              <p:cNvSpPr/>
              <p:nvPr/>
            </p:nvSpPr>
            <p:spPr>
              <a:xfrm>
                <a:off x="7937752" y="5910636"/>
                <a:ext cx="576819" cy="6463"/>
              </a:xfrm>
              <a:custGeom>
                <a:avLst/>
                <a:gdLst>
                  <a:gd name="connsiteX0" fmla="*/ 3232 w 576819"/>
                  <a:gd name="connsiteY0" fmla="*/ 6463 h 6463"/>
                  <a:gd name="connsiteX1" fmla="*/ 573588 w 576819"/>
                  <a:gd name="connsiteY1" fmla="*/ 6463 h 6463"/>
                  <a:gd name="connsiteX2" fmla="*/ 576820 w 576819"/>
                  <a:gd name="connsiteY2" fmla="*/ 3232 h 6463"/>
                  <a:gd name="connsiteX3" fmla="*/ 573588 w 576819"/>
                  <a:gd name="connsiteY3" fmla="*/ 0 h 6463"/>
                  <a:gd name="connsiteX4" fmla="*/ 3232 w 576819"/>
                  <a:gd name="connsiteY4" fmla="*/ 0 h 6463"/>
                  <a:gd name="connsiteX5" fmla="*/ 0 w 576819"/>
                  <a:gd name="connsiteY5" fmla="*/ 3232 h 6463"/>
                  <a:gd name="connsiteX6" fmla="*/ 3232 w 576819"/>
                  <a:gd name="connsiteY6" fmla="*/ 6463 h 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819" h="6463">
                    <a:moveTo>
                      <a:pt x="3232" y="6463"/>
                    </a:moveTo>
                    <a:lnTo>
                      <a:pt x="573588" y="6463"/>
                    </a:lnTo>
                    <a:cubicBezTo>
                      <a:pt x="575204" y="6463"/>
                      <a:pt x="576820" y="4847"/>
                      <a:pt x="576820" y="3232"/>
                    </a:cubicBezTo>
                    <a:cubicBezTo>
                      <a:pt x="576820" y="1616"/>
                      <a:pt x="575204" y="0"/>
                      <a:pt x="573588" y="0"/>
                    </a:cubicBezTo>
                    <a:lnTo>
                      <a:pt x="3232" y="0"/>
                    </a:lnTo>
                    <a:cubicBezTo>
                      <a:pt x="1616" y="0"/>
                      <a:pt x="0" y="1616"/>
                      <a:pt x="0" y="3232"/>
                    </a:cubicBezTo>
                    <a:cubicBezTo>
                      <a:pt x="0" y="4847"/>
                      <a:pt x="1616" y="6463"/>
                      <a:pt x="3232" y="6463"/>
                    </a:cubicBezTo>
                    <a:close/>
                  </a:path>
                </a:pathLst>
              </a:custGeom>
              <a:solidFill>
                <a:schemeClr val="accent2"/>
              </a:solidFill>
              <a:ln w="5383" cap="flat">
                <a:noFill/>
                <a:prstDash val="solid"/>
                <a:miter/>
              </a:ln>
            </p:spPr>
            <p:txBody>
              <a:bodyPr rtlCol="0" anchor="ctr"/>
              <a:lstStyle/>
              <a:p>
                <a:endParaRPr lang="en-US"/>
              </a:p>
            </p:txBody>
          </p:sp>
        </p:grpSp>
        <p:grpSp>
          <p:nvGrpSpPr>
            <p:cNvPr id="83" name="Graphic 21">
              <a:extLst>
                <a:ext uri="{FF2B5EF4-FFF2-40B4-BE49-F238E27FC236}">
                  <a16:creationId xmlns:a16="http://schemas.microsoft.com/office/drawing/2014/main" id="{8639DD85-530A-4410-999F-96017AD201EE}"/>
                </a:ext>
              </a:extLst>
            </p:cNvPr>
            <p:cNvGrpSpPr/>
            <p:nvPr/>
          </p:nvGrpSpPr>
          <p:grpSpPr>
            <a:xfrm>
              <a:off x="8086689" y="3170491"/>
              <a:ext cx="1336872" cy="2537844"/>
              <a:chOff x="8086689" y="3170491"/>
              <a:chExt cx="1336872" cy="2537844"/>
            </a:xfrm>
          </p:grpSpPr>
          <p:grpSp>
            <p:nvGrpSpPr>
              <p:cNvPr id="84" name="Graphic 21">
                <a:extLst>
                  <a:ext uri="{FF2B5EF4-FFF2-40B4-BE49-F238E27FC236}">
                    <a16:creationId xmlns:a16="http://schemas.microsoft.com/office/drawing/2014/main" id="{8639DD85-530A-4410-999F-96017AD201EE}"/>
                  </a:ext>
                </a:extLst>
              </p:cNvPr>
              <p:cNvGrpSpPr/>
              <p:nvPr/>
            </p:nvGrpSpPr>
            <p:grpSpPr>
              <a:xfrm>
                <a:off x="8086689" y="3170491"/>
                <a:ext cx="1336872" cy="1934509"/>
                <a:chOff x="8086689" y="3170491"/>
                <a:chExt cx="1336872" cy="1934509"/>
              </a:xfrm>
            </p:grpSpPr>
            <p:sp>
              <p:nvSpPr>
                <p:cNvPr id="85" name="Freeform: Shape 84">
                  <a:extLst>
                    <a:ext uri="{FF2B5EF4-FFF2-40B4-BE49-F238E27FC236}">
                      <a16:creationId xmlns:a16="http://schemas.microsoft.com/office/drawing/2014/main" id="{9285FC46-D2DD-4F10-AB29-7E816B34C845}"/>
                    </a:ext>
                  </a:extLst>
                </p:cNvPr>
                <p:cNvSpPr/>
                <p:nvPr/>
              </p:nvSpPr>
              <p:spPr>
                <a:xfrm>
                  <a:off x="8647602" y="5074759"/>
                  <a:ext cx="141646" cy="30241"/>
                </a:xfrm>
                <a:custGeom>
                  <a:avLst/>
                  <a:gdLst>
                    <a:gd name="connsiteX0" fmla="*/ 53858 w 141646"/>
                    <a:gd name="connsiteY0" fmla="*/ 6463 h 30241"/>
                    <a:gd name="connsiteX1" fmla="*/ 141647 w 141646"/>
                    <a:gd name="connsiteY1" fmla="*/ 30160 h 30241"/>
                    <a:gd name="connsiteX2" fmla="*/ 87789 w 141646"/>
                    <a:gd name="connsiteY2" fmla="*/ 23697 h 30241"/>
                    <a:gd name="connsiteX3" fmla="*/ 0 w 141646"/>
                    <a:gd name="connsiteY3" fmla="*/ 0 h 30241"/>
                    <a:gd name="connsiteX4" fmla="*/ 53858 w 141646"/>
                    <a:gd name="connsiteY4" fmla="*/ 6463 h 30241"/>
                    <a:gd name="connsiteX5" fmla="*/ 53858 w 141646"/>
                    <a:gd name="connsiteY5" fmla="*/ 6463 h 30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646" h="30241">
                      <a:moveTo>
                        <a:pt x="53858" y="6463"/>
                      </a:moveTo>
                      <a:lnTo>
                        <a:pt x="141647" y="30160"/>
                      </a:lnTo>
                      <a:cubicBezTo>
                        <a:pt x="123335" y="30699"/>
                        <a:pt x="105023" y="28545"/>
                        <a:pt x="87789" y="23697"/>
                      </a:cubicBezTo>
                      <a:lnTo>
                        <a:pt x="0" y="0"/>
                      </a:lnTo>
                      <a:cubicBezTo>
                        <a:pt x="17234" y="4847"/>
                        <a:pt x="35008" y="7001"/>
                        <a:pt x="53858" y="6463"/>
                      </a:cubicBezTo>
                      <a:lnTo>
                        <a:pt x="53858" y="6463"/>
                      </a:lnTo>
                      <a:close/>
                    </a:path>
                  </a:pathLst>
                </a:custGeom>
                <a:solidFill>
                  <a:srgbClr val="1657AB"/>
                </a:solidFill>
                <a:ln w="5383" cap="flat">
                  <a:noFill/>
                  <a:prstDash val="solid"/>
                  <a:miter/>
                </a:ln>
              </p:spPr>
              <p:txBody>
                <a:bodyPr rtlCol="0" anchor="ctr"/>
                <a:lstStyle/>
                <a:p>
                  <a:endParaRPr lang="en-US"/>
                </a:p>
              </p:txBody>
            </p:sp>
            <p:grpSp>
              <p:nvGrpSpPr>
                <p:cNvPr id="86" name="Graphic 21">
                  <a:extLst>
                    <a:ext uri="{FF2B5EF4-FFF2-40B4-BE49-F238E27FC236}">
                      <a16:creationId xmlns:a16="http://schemas.microsoft.com/office/drawing/2014/main" id="{8639DD85-530A-4410-999F-96017AD201EE}"/>
                    </a:ext>
                  </a:extLst>
                </p:cNvPr>
                <p:cNvGrpSpPr/>
                <p:nvPr/>
              </p:nvGrpSpPr>
              <p:grpSpPr>
                <a:xfrm>
                  <a:off x="8257669" y="3192959"/>
                  <a:ext cx="1165891" cy="1909805"/>
                  <a:chOff x="8257669" y="3192959"/>
                  <a:chExt cx="1165891" cy="1909805"/>
                </a:xfrm>
                <a:solidFill>
                  <a:srgbClr val="1657AB"/>
                </a:solidFill>
              </p:grpSpPr>
              <p:sp>
                <p:nvSpPr>
                  <p:cNvPr id="87" name="Freeform: Shape 86">
                    <a:extLst>
                      <a:ext uri="{FF2B5EF4-FFF2-40B4-BE49-F238E27FC236}">
                        <a16:creationId xmlns:a16="http://schemas.microsoft.com/office/drawing/2014/main" id="{AEB7C365-A3F3-45DC-B142-6677FA4761DF}"/>
                      </a:ext>
                    </a:extLst>
                  </p:cNvPr>
                  <p:cNvSpPr/>
                  <p:nvPr/>
                </p:nvSpPr>
                <p:spPr>
                  <a:xfrm>
                    <a:off x="8257669" y="3657135"/>
                    <a:ext cx="521671" cy="404634"/>
                  </a:xfrm>
                  <a:custGeom>
                    <a:avLst/>
                    <a:gdLst>
                      <a:gd name="connsiteX0" fmla="*/ 491724 w 521671"/>
                      <a:gd name="connsiteY0" fmla="*/ 6544 h 404634"/>
                      <a:gd name="connsiteX1" fmla="*/ 428710 w 521671"/>
                      <a:gd name="connsiteY1" fmla="*/ 81 h 404634"/>
                      <a:gd name="connsiteX2" fmla="*/ 415245 w 521671"/>
                      <a:gd name="connsiteY2" fmla="*/ 1158 h 404634"/>
                      <a:gd name="connsiteX3" fmla="*/ 412014 w 521671"/>
                      <a:gd name="connsiteY3" fmla="*/ 1697 h 404634"/>
                      <a:gd name="connsiteX4" fmla="*/ 402320 w 521671"/>
                      <a:gd name="connsiteY4" fmla="*/ 3312 h 404634"/>
                      <a:gd name="connsiteX5" fmla="*/ 397472 w 521671"/>
                      <a:gd name="connsiteY5" fmla="*/ 4928 h 404634"/>
                      <a:gd name="connsiteX6" fmla="*/ 389394 w 521671"/>
                      <a:gd name="connsiteY6" fmla="*/ 7082 h 404634"/>
                      <a:gd name="connsiteX7" fmla="*/ 384008 w 521671"/>
                      <a:gd name="connsiteY7" fmla="*/ 9237 h 404634"/>
                      <a:gd name="connsiteX8" fmla="*/ 377006 w 521671"/>
                      <a:gd name="connsiteY8" fmla="*/ 11930 h 404634"/>
                      <a:gd name="connsiteX9" fmla="*/ 371620 w 521671"/>
                      <a:gd name="connsiteY9" fmla="*/ 14623 h 404634"/>
                      <a:gd name="connsiteX10" fmla="*/ 365157 w 521671"/>
                      <a:gd name="connsiteY10" fmla="*/ 17854 h 404634"/>
                      <a:gd name="connsiteX11" fmla="*/ 359772 w 521671"/>
                      <a:gd name="connsiteY11" fmla="*/ 21624 h 404634"/>
                      <a:gd name="connsiteX12" fmla="*/ 353847 w 521671"/>
                      <a:gd name="connsiteY12" fmla="*/ 25933 h 404634"/>
                      <a:gd name="connsiteX13" fmla="*/ 349000 w 521671"/>
                      <a:gd name="connsiteY13" fmla="*/ 30241 h 404634"/>
                      <a:gd name="connsiteX14" fmla="*/ 343614 w 521671"/>
                      <a:gd name="connsiteY14" fmla="*/ 35089 h 404634"/>
                      <a:gd name="connsiteX15" fmla="*/ 338767 w 521671"/>
                      <a:gd name="connsiteY15" fmla="*/ 39936 h 404634"/>
                      <a:gd name="connsiteX16" fmla="*/ 333381 w 521671"/>
                      <a:gd name="connsiteY16" fmla="*/ 45321 h 404634"/>
                      <a:gd name="connsiteX17" fmla="*/ 333381 w 521671"/>
                      <a:gd name="connsiteY17" fmla="*/ 45321 h 404634"/>
                      <a:gd name="connsiteX18" fmla="*/ 332304 w 521671"/>
                      <a:gd name="connsiteY18" fmla="*/ 46399 h 404634"/>
                      <a:gd name="connsiteX19" fmla="*/ 324225 w 521671"/>
                      <a:gd name="connsiteY19" fmla="*/ 56632 h 404634"/>
                      <a:gd name="connsiteX20" fmla="*/ 321533 w 521671"/>
                      <a:gd name="connsiteY20" fmla="*/ 60402 h 404634"/>
                      <a:gd name="connsiteX21" fmla="*/ 317224 w 521671"/>
                      <a:gd name="connsiteY21" fmla="*/ 66326 h 404634"/>
                      <a:gd name="connsiteX22" fmla="*/ 315608 w 521671"/>
                      <a:gd name="connsiteY22" fmla="*/ 69019 h 404634"/>
                      <a:gd name="connsiteX23" fmla="*/ 312915 w 521671"/>
                      <a:gd name="connsiteY23" fmla="*/ 73328 h 404634"/>
                      <a:gd name="connsiteX24" fmla="*/ 307529 w 521671"/>
                      <a:gd name="connsiteY24" fmla="*/ 82484 h 404634"/>
                      <a:gd name="connsiteX25" fmla="*/ 304836 w 521671"/>
                      <a:gd name="connsiteY25" fmla="*/ 87331 h 404634"/>
                      <a:gd name="connsiteX26" fmla="*/ 303221 w 521671"/>
                      <a:gd name="connsiteY26" fmla="*/ 90024 h 404634"/>
                      <a:gd name="connsiteX27" fmla="*/ 299989 w 521671"/>
                      <a:gd name="connsiteY27" fmla="*/ 97564 h 404634"/>
                      <a:gd name="connsiteX28" fmla="*/ 297296 w 521671"/>
                      <a:gd name="connsiteY28" fmla="*/ 102950 h 404634"/>
                      <a:gd name="connsiteX29" fmla="*/ 291911 w 521671"/>
                      <a:gd name="connsiteY29" fmla="*/ 116414 h 404634"/>
                      <a:gd name="connsiteX30" fmla="*/ 290833 w 521671"/>
                      <a:gd name="connsiteY30" fmla="*/ 119646 h 404634"/>
                      <a:gd name="connsiteX31" fmla="*/ 290833 w 521671"/>
                      <a:gd name="connsiteY31" fmla="*/ 120184 h 404634"/>
                      <a:gd name="connsiteX32" fmla="*/ 288140 w 521671"/>
                      <a:gd name="connsiteY32" fmla="*/ 128263 h 404634"/>
                      <a:gd name="connsiteX33" fmla="*/ 284370 w 521671"/>
                      <a:gd name="connsiteY33" fmla="*/ 139035 h 404634"/>
                      <a:gd name="connsiteX34" fmla="*/ 281677 w 521671"/>
                      <a:gd name="connsiteY34" fmla="*/ 148729 h 404634"/>
                      <a:gd name="connsiteX35" fmla="*/ 278446 w 521671"/>
                      <a:gd name="connsiteY35" fmla="*/ 160578 h 404634"/>
                      <a:gd name="connsiteX36" fmla="*/ 278446 w 521671"/>
                      <a:gd name="connsiteY36" fmla="*/ 161116 h 404634"/>
                      <a:gd name="connsiteX37" fmla="*/ 273599 w 521671"/>
                      <a:gd name="connsiteY37" fmla="*/ 182121 h 404634"/>
                      <a:gd name="connsiteX38" fmla="*/ 269290 w 521671"/>
                      <a:gd name="connsiteY38" fmla="*/ 199894 h 404634"/>
                      <a:gd name="connsiteX39" fmla="*/ 268213 w 521671"/>
                      <a:gd name="connsiteY39" fmla="*/ 204741 h 404634"/>
                      <a:gd name="connsiteX40" fmla="*/ 262289 w 521671"/>
                      <a:gd name="connsiteY40" fmla="*/ 222514 h 404634"/>
                      <a:gd name="connsiteX41" fmla="*/ 261211 w 521671"/>
                      <a:gd name="connsiteY41" fmla="*/ 224669 h 404634"/>
                      <a:gd name="connsiteX42" fmla="*/ 255287 w 521671"/>
                      <a:gd name="connsiteY42" fmla="*/ 239749 h 404634"/>
                      <a:gd name="connsiteX43" fmla="*/ 253133 w 521671"/>
                      <a:gd name="connsiteY43" fmla="*/ 244596 h 404634"/>
                      <a:gd name="connsiteX44" fmla="*/ 246670 w 521671"/>
                      <a:gd name="connsiteY44" fmla="*/ 257522 h 404634"/>
                      <a:gd name="connsiteX45" fmla="*/ 244516 w 521671"/>
                      <a:gd name="connsiteY45" fmla="*/ 261831 h 404634"/>
                      <a:gd name="connsiteX46" fmla="*/ 235360 w 521671"/>
                      <a:gd name="connsiteY46" fmla="*/ 277450 h 404634"/>
                      <a:gd name="connsiteX47" fmla="*/ 231590 w 521671"/>
                      <a:gd name="connsiteY47" fmla="*/ 282836 h 404634"/>
                      <a:gd name="connsiteX48" fmla="*/ 224588 w 521671"/>
                      <a:gd name="connsiteY48" fmla="*/ 293068 h 404634"/>
                      <a:gd name="connsiteX49" fmla="*/ 219741 w 521671"/>
                      <a:gd name="connsiteY49" fmla="*/ 298993 h 404634"/>
                      <a:gd name="connsiteX50" fmla="*/ 212739 w 521671"/>
                      <a:gd name="connsiteY50" fmla="*/ 307610 h 404634"/>
                      <a:gd name="connsiteX51" fmla="*/ 201429 w 521671"/>
                      <a:gd name="connsiteY51" fmla="*/ 318920 h 404634"/>
                      <a:gd name="connsiteX52" fmla="*/ 197659 w 521671"/>
                      <a:gd name="connsiteY52" fmla="*/ 322690 h 404634"/>
                      <a:gd name="connsiteX53" fmla="*/ 182040 w 521671"/>
                      <a:gd name="connsiteY53" fmla="*/ 336155 h 404634"/>
                      <a:gd name="connsiteX54" fmla="*/ 177732 w 521671"/>
                      <a:gd name="connsiteY54" fmla="*/ 339386 h 404634"/>
                      <a:gd name="connsiteX55" fmla="*/ 164805 w 521671"/>
                      <a:gd name="connsiteY55" fmla="*/ 348004 h 404634"/>
                      <a:gd name="connsiteX56" fmla="*/ 158343 w 521671"/>
                      <a:gd name="connsiteY56" fmla="*/ 351774 h 404634"/>
                      <a:gd name="connsiteX57" fmla="*/ 147032 w 521671"/>
                      <a:gd name="connsiteY57" fmla="*/ 358237 h 404634"/>
                      <a:gd name="connsiteX58" fmla="*/ 139492 w 521671"/>
                      <a:gd name="connsiteY58" fmla="*/ 362007 h 404634"/>
                      <a:gd name="connsiteX59" fmla="*/ 128182 w 521671"/>
                      <a:gd name="connsiteY59" fmla="*/ 366854 h 404634"/>
                      <a:gd name="connsiteX60" fmla="*/ 120642 w 521671"/>
                      <a:gd name="connsiteY60" fmla="*/ 369547 h 404634"/>
                      <a:gd name="connsiteX61" fmla="*/ 108255 w 521671"/>
                      <a:gd name="connsiteY61" fmla="*/ 373317 h 404634"/>
                      <a:gd name="connsiteX62" fmla="*/ 100715 w 521671"/>
                      <a:gd name="connsiteY62" fmla="*/ 375471 h 404634"/>
                      <a:gd name="connsiteX63" fmla="*/ 87250 w 521671"/>
                      <a:gd name="connsiteY63" fmla="*/ 378164 h 404634"/>
                      <a:gd name="connsiteX64" fmla="*/ 80787 w 521671"/>
                      <a:gd name="connsiteY64" fmla="*/ 379241 h 404634"/>
                      <a:gd name="connsiteX65" fmla="*/ 59782 w 521671"/>
                      <a:gd name="connsiteY65" fmla="*/ 380857 h 404634"/>
                      <a:gd name="connsiteX66" fmla="*/ 14542 w 521671"/>
                      <a:gd name="connsiteY66" fmla="*/ 377087 h 404634"/>
                      <a:gd name="connsiteX67" fmla="*/ 0 w 521671"/>
                      <a:gd name="connsiteY67" fmla="*/ 373855 h 404634"/>
                      <a:gd name="connsiteX68" fmla="*/ 0 w 521671"/>
                      <a:gd name="connsiteY68" fmla="*/ 373855 h 404634"/>
                      <a:gd name="connsiteX69" fmla="*/ 0 w 521671"/>
                      <a:gd name="connsiteY69" fmla="*/ 373855 h 404634"/>
                      <a:gd name="connsiteX70" fmla="*/ 87789 w 521671"/>
                      <a:gd name="connsiteY70" fmla="*/ 397553 h 404634"/>
                      <a:gd name="connsiteX71" fmla="*/ 147032 w 521671"/>
                      <a:gd name="connsiteY71" fmla="*/ 404555 h 404634"/>
                      <a:gd name="connsiteX72" fmla="*/ 168037 w 521671"/>
                      <a:gd name="connsiteY72" fmla="*/ 402939 h 404634"/>
                      <a:gd name="connsiteX73" fmla="*/ 174500 w 521671"/>
                      <a:gd name="connsiteY73" fmla="*/ 401862 h 404634"/>
                      <a:gd name="connsiteX74" fmla="*/ 187965 w 521671"/>
                      <a:gd name="connsiteY74" fmla="*/ 399169 h 404634"/>
                      <a:gd name="connsiteX75" fmla="*/ 195505 w 521671"/>
                      <a:gd name="connsiteY75" fmla="*/ 397015 h 404634"/>
                      <a:gd name="connsiteX76" fmla="*/ 207892 w 521671"/>
                      <a:gd name="connsiteY76" fmla="*/ 393244 h 404634"/>
                      <a:gd name="connsiteX77" fmla="*/ 215432 w 521671"/>
                      <a:gd name="connsiteY77" fmla="*/ 390552 h 404634"/>
                      <a:gd name="connsiteX78" fmla="*/ 226742 w 521671"/>
                      <a:gd name="connsiteY78" fmla="*/ 385704 h 404634"/>
                      <a:gd name="connsiteX79" fmla="*/ 233744 w 521671"/>
                      <a:gd name="connsiteY79" fmla="*/ 382473 h 404634"/>
                      <a:gd name="connsiteX80" fmla="*/ 245054 w 521671"/>
                      <a:gd name="connsiteY80" fmla="*/ 376010 h 404634"/>
                      <a:gd name="connsiteX81" fmla="*/ 251517 w 521671"/>
                      <a:gd name="connsiteY81" fmla="*/ 372240 h 404634"/>
                      <a:gd name="connsiteX82" fmla="*/ 264443 w 521671"/>
                      <a:gd name="connsiteY82" fmla="*/ 363623 h 404634"/>
                      <a:gd name="connsiteX83" fmla="*/ 268752 w 521671"/>
                      <a:gd name="connsiteY83" fmla="*/ 360391 h 404634"/>
                      <a:gd name="connsiteX84" fmla="*/ 284370 w 521671"/>
                      <a:gd name="connsiteY84" fmla="*/ 346926 h 404634"/>
                      <a:gd name="connsiteX85" fmla="*/ 288140 w 521671"/>
                      <a:gd name="connsiteY85" fmla="*/ 343157 h 404634"/>
                      <a:gd name="connsiteX86" fmla="*/ 299451 w 521671"/>
                      <a:gd name="connsiteY86" fmla="*/ 331846 h 404634"/>
                      <a:gd name="connsiteX87" fmla="*/ 301067 w 521671"/>
                      <a:gd name="connsiteY87" fmla="*/ 330231 h 404634"/>
                      <a:gd name="connsiteX88" fmla="*/ 306991 w 521671"/>
                      <a:gd name="connsiteY88" fmla="*/ 323229 h 404634"/>
                      <a:gd name="connsiteX89" fmla="*/ 311838 w 521671"/>
                      <a:gd name="connsiteY89" fmla="*/ 317304 h 404634"/>
                      <a:gd name="connsiteX90" fmla="*/ 319378 w 521671"/>
                      <a:gd name="connsiteY90" fmla="*/ 307072 h 404634"/>
                      <a:gd name="connsiteX91" fmla="*/ 323148 w 521671"/>
                      <a:gd name="connsiteY91" fmla="*/ 301686 h 404634"/>
                      <a:gd name="connsiteX92" fmla="*/ 323687 w 521671"/>
                      <a:gd name="connsiteY92" fmla="*/ 301147 h 404634"/>
                      <a:gd name="connsiteX93" fmla="*/ 332304 w 521671"/>
                      <a:gd name="connsiteY93" fmla="*/ 286606 h 404634"/>
                      <a:gd name="connsiteX94" fmla="*/ 334458 w 521671"/>
                      <a:gd name="connsiteY94" fmla="*/ 282297 h 404634"/>
                      <a:gd name="connsiteX95" fmla="*/ 338767 w 521671"/>
                      <a:gd name="connsiteY95" fmla="*/ 274218 h 404634"/>
                      <a:gd name="connsiteX96" fmla="*/ 340921 w 521671"/>
                      <a:gd name="connsiteY96" fmla="*/ 269909 h 404634"/>
                      <a:gd name="connsiteX97" fmla="*/ 343076 w 521671"/>
                      <a:gd name="connsiteY97" fmla="*/ 265062 h 404634"/>
                      <a:gd name="connsiteX98" fmla="*/ 349000 w 521671"/>
                      <a:gd name="connsiteY98" fmla="*/ 249982 h 404634"/>
                      <a:gd name="connsiteX99" fmla="*/ 350077 w 521671"/>
                      <a:gd name="connsiteY99" fmla="*/ 247828 h 404634"/>
                      <a:gd name="connsiteX100" fmla="*/ 350077 w 521671"/>
                      <a:gd name="connsiteY100" fmla="*/ 247289 h 404634"/>
                      <a:gd name="connsiteX101" fmla="*/ 355463 w 521671"/>
                      <a:gd name="connsiteY101" fmla="*/ 230055 h 404634"/>
                      <a:gd name="connsiteX102" fmla="*/ 356540 w 521671"/>
                      <a:gd name="connsiteY102" fmla="*/ 225207 h 404634"/>
                      <a:gd name="connsiteX103" fmla="*/ 358156 w 521671"/>
                      <a:gd name="connsiteY103" fmla="*/ 218744 h 404634"/>
                      <a:gd name="connsiteX104" fmla="*/ 360849 w 521671"/>
                      <a:gd name="connsiteY104" fmla="*/ 206895 h 404634"/>
                      <a:gd name="connsiteX105" fmla="*/ 365696 w 521671"/>
                      <a:gd name="connsiteY105" fmla="*/ 185352 h 404634"/>
                      <a:gd name="connsiteX106" fmla="*/ 368928 w 521671"/>
                      <a:gd name="connsiteY106" fmla="*/ 173504 h 404634"/>
                      <a:gd name="connsiteX107" fmla="*/ 371620 w 521671"/>
                      <a:gd name="connsiteY107" fmla="*/ 164348 h 404634"/>
                      <a:gd name="connsiteX108" fmla="*/ 375391 w 521671"/>
                      <a:gd name="connsiteY108" fmla="*/ 153037 h 404634"/>
                      <a:gd name="connsiteX109" fmla="*/ 378083 w 521671"/>
                      <a:gd name="connsiteY109" fmla="*/ 144420 h 404634"/>
                      <a:gd name="connsiteX110" fmla="*/ 379161 w 521671"/>
                      <a:gd name="connsiteY110" fmla="*/ 141189 h 404634"/>
                      <a:gd name="connsiteX111" fmla="*/ 384546 w 521671"/>
                      <a:gd name="connsiteY111" fmla="*/ 127724 h 404634"/>
                      <a:gd name="connsiteX112" fmla="*/ 387239 w 521671"/>
                      <a:gd name="connsiteY112" fmla="*/ 122339 h 404634"/>
                      <a:gd name="connsiteX113" fmla="*/ 392086 w 521671"/>
                      <a:gd name="connsiteY113" fmla="*/ 112105 h 404634"/>
                      <a:gd name="connsiteX114" fmla="*/ 394779 w 521671"/>
                      <a:gd name="connsiteY114" fmla="*/ 107258 h 404634"/>
                      <a:gd name="connsiteX115" fmla="*/ 400165 w 521671"/>
                      <a:gd name="connsiteY115" fmla="*/ 98103 h 404634"/>
                      <a:gd name="connsiteX116" fmla="*/ 402858 w 521671"/>
                      <a:gd name="connsiteY116" fmla="*/ 93255 h 404634"/>
                      <a:gd name="connsiteX117" fmla="*/ 408244 w 521671"/>
                      <a:gd name="connsiteY117" fmla="*/ 84638 h 404634"/>
                      <a:gd name="connsiteX118" fmla="*/ 410937 w 521671"/>
                      <a:gd name="connsiteY118" fmla="*/ 80329 h 404634"/>
                      <a:gd name="connsiteX119" fmla="*/ 419015 w 521671"/>
                      <a:gd name="connsiteY119" fmla="*/ 70096 h 404634"/>
                      <a:gd name="connsiteX120" fmla="*/ 419554 w 521671"/>
                      <a:gd name="connsiteY120" fmla="*/ 69019 h 404634"/>
                      <a:gd name="connsiteX121" fmla="*/ 424940 w 521671"/>
                      <a:gd name="connsiteY121" fmla="*/ 63095 h 404634"/>
                      <a:gd name="connsiteX122" fmla="*/ 429249 w 521671"/>
                      <a:gd name="connsiteY122" fmla="*/ 58247 h 404634"/>
                      <a:gd name="connsiteX123" fmla="*/ 435173 w 521671"/>
                      <a:gd name="connsiteY123" fmla="*/ 53400 h 404634"/>
                      <a:gd name="connsiteX124" fmla="*/ 440020 w 521671"/>
                      <a:gd name="connsiteY124" fmla="*/ 49630 h 404634"/>
                      <a:gd name="connsiteX125" fmla="*/ 446483 w 521671"/>
                      <a:gd name="connsiteY125" fmla="*/ 45321 h 404634"/>
                      <a:gd name="connsiteX126" fmla="*/ 451330 w 521671"/>
                      <a:gd name="connsiteY126" fmla="*/ 42090 h 404634"/>
                      <a:gd name="connsiteX127" fmla="*/ 458332 w 521671"/>
                      <a:gd name="connsiteY127" fmla="*/ 38320 h 404634"/>
                      <a:gd name="connsiteX128" fmla="*/ 463179 w 521671"/>
                      <a:gd name="connsiteY128" fmla="*/ 35627 h 404634"/>
                      <a:gd name="connsiteX129" fmla="*/ 470181 w 521671"/>
                      <a:gd name="connsiteY129" fmla="*/ 32934 h 404634"/>
                      <a:gd name="connsiteX130" fmla="*/ 475028 w 521671"/>
                      <a:gd name="connsiteY130" fmla="*/ 30780 h 404634"/>
                      <a:gd name="connsiteX131" fmla="*/ 482029 w 521671"/>
                      <a:gd name="connsiteY131" fmla="*/ 28626 h 404634"/>
                      <a:gd name="connsiteX132" fmla="*/ 487415 w 521671"/>
                      <a:gd name="connsiteY132" fmla="*/ 27010 h 404634"/>
                      <a:gd name="connsiteX133" fmla="*/ 496571 w 521671"/>
                      <a:gd name="connsiteY133" fmla="*/ 25394 h 404634"/>
                      <a:gd name="connsiteX134" fmla="*/ 500341 w 521671"/>
                      <a:gd name="connsiteY134" fmla="*/ 24855 h 404634"/>
                      <a:gd name="connsiteX135" fmla="*/ 513806 w 521671"/>
                      <a:gd name="connsiteY135" fmla="*/ 23778 h 404634"/>
                      <a:gd name="connsiteX136" fmla="*/ 491724 w 521671"/>
                      <a:gd name="connsiteY136" fmla="*/ 6544 h 40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521671" h="404634">
                        <a:moveTo>
                          <a:pt x="491724" y="6544"/>
                        </a:moveTo>
                        <a:cubicBezTo>
                          <a:pt x="473412" y="1697"/>
                          <a:pt x="452407" y="-458"/>
                          <a:pt x="428710" y="81"/>
                        </a:cubicBezTo>
                        <a:cubicBezTo>
                          <a:pt x="423863" y="81"/>
                          <a:pt x="419554" y="619"/>
                          <a:pt x="415245" y="1158"/>
                        </a:cubicBezTo>
                        <a:cubicBezTo>
                          <a:pt x="414168" y="1158"/>
                          <a:pt x="413091" y="1697"/>
                          <a:pt x="412014" y="1697"/>
                        </a:cubicBezTo>
                        <a:cubicBezTo>
                          <a:pt x="408783" y="2235"/>
                          <a:pt x="405551" y="2774"/>
                          <a:pt x="402320" y="3312"/>
                        </a:cubicBezTo>
                        <a:cubicBezTo>
                          <a:pt x="400704" y="3851"/>
                          <a:pt x="399088" y="4389"/>
                          <a:pt x="397472" y="4928"/>
                        </a:cubicBezTo>
                        <a:cubicBezTo>
                          <a:pt x="394779" y="5467"/>
                          <a:pt x="392086" y="6544"/>
                          <a:pt x="389394" y="7082"/>
                        </a:cubicBezTo>
                        <a:cubicBezTo>
                          <a:pt x="387778" y="7621"/>
                          <a:pt x="385623" y="8698"/>
                          <a:pt x="384008" y="9237"/>
                        </a:cubicBezTo>
                        <a:cubicBezTo>
                          <a:pt x="381854" y="10314"/>
                          <a:pt x="379161" y="10852"/>
                          <a:pt x="377006" y="11930"/>
                        </a:cubicBezTo>
                        <a:cubicBezTo>
                          <a:pt x="375391" y="13007"/>
                          <a:pt x="373236" y="14084"/>
                          <a:pt x="371620" y="14623"/>
                        </a:cubicBezTo>
                        <a:cubicBezTo>
                          <a:pt x="369466" y="15699"/>
                          <a:pt x="367312" y="16777"/>
                          <a:pt x="365157" y="17854"/>
                        </a:cubicBezTo>
                        <a:cubicBezTo>
                          <a:pt x="363542" y="18931"/>
                          <a:pt x="361387" y="20008"/>
                          <a:pt x="359772" y="21624"/>
                        </a:cubicBezTo>
                        <a:cubicBezTo>
                          <a:pt x="357617" y="22701"/>
                          <a:pt x="356001" y="24317"/>
                          <a:pt x="353847" y="25933"/>
                        </a:cubicBezTo>
                        <a:cubicBezTo>
                          <a:pt x="352232" y="27010"/>
                          <a:pt x="350616" y="28626"/>
                          <a:pt x="349000" y="30241"/>
                        </a:cubicBezTo>
                        <a:cubicBezTo>
                          <a:pt x="347384" y="31857"/>
                          <a:pt x="345230" y="33473"/>
                          <a:pt x="343614" y="35089"/>
                        </a:cubicBezTo>
                        <a:cubicBezTo>
                          <a:pt x="341999" y="36704"/>
                          <a:pt x="340383" y="38320"/>
                          <a:pt x="338767" y="39936"/>
                        </a:cubicBezTo>
                        <a:cubicBezTo>
                          <a:pt x="337151" y="41552"/>
                          <a:pt x="334997" y="43167"/>
                          <a:pt x="333381" y="45321"/>
                        </a:cubicBezTo>
                        <a:cubicBezTo>
                          <a:pt x="333381" y="45321"/>
                          <a:pt x="333381" y="45321"/>
                          <a:pt x="333381" y="45321"/>
                        </a:cubicBezTo>
                        <a:cubicBezTo>
                          <a:pt x="332843" y="45860"/>
                          <a:pt x="332843" y="45860"/>
                          <a:pt x="332304" y="46399"/>
                        </a:cubicBezTo>
                        <a:cubicBezTo>
                          <a:pt x="329611" y="49630"/>
                          <a:pt x="326918" y="52862"/>
                          <a:pt x="324225" y="56632"/>
                        </a:cubicBezTo>
                        <a:cubicBezTo>
                          <a:pt x="323148" y="57709"/>
                          <a:pt x="322610" y="59325"/>
                          <a:pt x="321533" y="60402"/>
                        </a:cubicBezTo>
                        <a:cubicBezTo>
                          <a:pt x="319917" y="62556"/>
                          <a:pt x="318840" y="64172"/>
                          <a:pt x="317224" y="66326"/>
                        </a:cubicBezTo>
                        <a:cubicBezTo>
                          <a:pt x="316685" y="67403"/>
                          <a:pt x="316147" y="67942"/>
                          <a:pt x="315608" y="69019"/>
                        </a:cubicBezTo>
                        <a:cubicBezTo>
                          <a:pt x="314531" y="70635"/>
                          <a:pt x="313992" y="72250"/>
                          <a:pt x="312915" y="73328"/>
                        </a:cubicBezTo>
                        <a:cubicBezTo>
                          <a:pt x="311299" y="76021"/>
                          <a:pt x="309684" y="79252"/>
                          <a:pt x="307529" y="82484"/>
                        </a:cubicBezTo>
                        <a:cubicBezTo>
                          <a:pt x="306452" y="84099"/>
                          <a:pt x="305914" y="85715"/>
                          <a:pt x="304836" y="87331"/>
                        </a:cubicBezTo>
                        <a:cubicBezTo>
                          <a:pt x="304298" y="88408"/>
                          <a:pt x="303759" y="88947"/>
                          <a:pt x="303221" y="90024"/>
                        </a:cubicBezTo>
                        <a:cubicBezTo>
                          <a:pt x="302143" y="92178"/>
                          <a:pt x="301067" y="94871"/>
                          <a:pt x="299989" y="97564"/>
                        </a:cubicBezTo>
                        <a:cubicBezTo>
                          <a:pt x="298912" y="99179"/>
                          <a:pt x="298374" y="101334"/>
                          <a:pt x="297296" y="102950"/>
                        </a:cubicBezTo>
                        <a:cubicBezTo>
                          <a:pt x="295681" y="107258"/>
                          <a:pt x="293526" y="111567"/>
                          <a:pt x="291911" y="116414"/>
                        </a:cubicBezTo>
                        <a:cubicBezTo>
                          <a:pt x="291372" y="117491"/>
                          <a:pt x="290833" y="118569"/>
                          <a:pt x="290833" y="119646"/>
                        </a:cubicBezTo>
                        <a:cubicBezTo>
                          <a:pt x="290833" y="119646"/>
                          <a:pt x="290833" y="120184"/>
                          <a:pt x="290833" y="120184"/>
                        </a:cubicBezTo>
                        <a:cubicBezTo>
                          <a:pt x="289756" y="122877"/>
                          <a:pt x="289218" y="125570"/>
                          <a:pt x="288140" y="128263"/>
                        </a:cubicBezTo>
                        <a:cubicBezTo>
                          <a:pt x="287063" y="132033"/>
                          <a:pt x="285448" y="135264"/>
                          <a:pt x="284370" y="139035"/>
                        </a:cubicBezTo>
                        <a:cubicBezTo>
                          <a:pt x="283293" y="142266"/>
                          <a:pt x="282755" y="145498"/>
                          <a:pt x="281677" y="148729"/>
                        </a:cubicBezTo>
                        <a:cubicBezTo>
                          <a:pt x="280600" y="152499"/>
                          <a:pt x="279523" y="156269"/>
                          <a:pt x="278446" y="160578"/>
                        </a:cubicBezTo>
                        <a:cubicBezTo>
                          <a:pt x="278446" y="160578"/>
                          <a:pt x="278446" y="161116"/>
                          <a:pt x="278446" y="161116"/>
                        </a:cubicBezTo>
                        <a:cubicBezTo>
                          <a:pt x="276830" y="168118"/>
                          <a:pt x="275214" y="175119"/>
                          <a:pt x="273599" y="182121"/>
                        </a:cubicBezTo>
                        <a:cubicBezTo>
                          <a:pt x="272522" y="188045"/>
                          <a:pt x="270906" y="193970"/>
                          <a:pt x="269290" y="199894"/>
                        </a:cubicBezTo>
                        <a:cubicBezTo>
                          <a:pt x="268752" y="201510"/>
                          <a:pt x="268213" y="203126"/>
                          <a:pt x="268213" y="204741"/>
                        </a:cubicBezTo>
                        <a:cubicBezTo>
                          <a:pt x="266597" y="210666"/>
                          <a:pt x="264443" y="216590"/>
                          <a:pt x="262289" y="222514"/>
                        </a:cubicBezTo>
                        <a:cubicBezTo>
                          <a:pt x="262289" y="223053"/>
                          <a:pt x="261750" y="224130"/>
                          <a:pt x="261211" y="224669"/>
                        </a:cubicBezTo>
                        <a:cubicBezTo>
                          <a:pt x="259057" y="230055"/>
                          <a:pt x="257441" y="234902"/>
                          <a:pt x="255287" y="239749"/>
                        </a:cubicBezTo>
                        <a:cubicBezTo>
                          <a:pt x="254748" y="241365"/>
                          <a:pt x="253671" y="242980"/>
                          <a:pt x="253133" y="244596"/>
                        </a:cubicBezTo>
                        <a:cubicBezTo>
                          <a:pt x="250978" y="248905"/>
                          <a:pt x="248824" y="253214"/>
                          <a:pt x="246670" y="257522"/>
                        </a:cubicBezTo>
                        <a:cubicBezTo>
                          <a:pt x="246131" y="259138"/>
                          <a:pt x="245054" y="260215"/>
                          <a:pt x="244516" y="261831"/>
                        </a:cubicBezTo>
                        <a:cubicBezTo>
                          <a:pt x="241823" y="267217"/>
                          <a:pt x="238591" y="272064"/>
                          <a:pt x="235360" y="277450"/>
                        </a:cubicBezTo>
                        <a:cubicBezTo>
                          <a:pt x="234282" y="279604"/>
                          <a:pt x="232667" y="281220"/>
                          <a:pt x="231590" y="282836"/>
                        </a:cubicBezTo>
                        <a:cubicBezTo>
                          <a:pt x="229435" y="286067"/>
                          <a:pt x="226742" y="289837"/>
                          <a:pt x="224588" y="293068"/>
                        </a:cubicBezTo>
                        <a:cubicBezTo>
                          <a:pt x="222972" y="295223"/>
                          <a:pt x="221356" y="296838"/>
                          <a:pt x="219741" y="298993"/>
                        </a:cubicBezTo>
                        <a:cubicBezTo>
                          <a:pt x="217587" y="301686"/>
                          <a:pt x="214894" y="304917"/>
                          <a:pt x="212739" y="307610"/>
                        </a:cubicBezTo>
                        <a:cubicBezTo>
                          <a:pt x="208969" y="311380"/>
                          <a:pt x="205199" y="315150"/>
                          <a:pt x="201429" y="318920"/>
                        </a:cubicBezTo>
                        <a:cubicBezTo>
                          <a:pt x="200352" y="319997"/>
                          <a:pt x="199275" y="321613"/>
                          <a:pt x="197659" y="322690"/>
                        </a:cubicBezTo>
                        <a:cubicBezTo>
                          <a:pt x="192812" y="327538"/>
                          <a:pt x="187426" y="331846"/>
                          <a:pt x="182040" y="336155"/>
                        </a:cubicBezTo>
                        <a:cubicBezTo>
                          <a:pt x="180424" y="337232"/>
                          <a:pt x="179347" y="338309"/>
                          <a:pt x="177732" y="339386"/>
                        </a:cubicBezTo>
                        <a:cubicBezTo>
                          <a:pt x="173423" y="342618"/>
                          <a:pt x="169114" y="345311"/>
                          <a:pt x="164805" y="348004"/>
                        </a:cubicBezTo>
                        <a:cubicBezTo>
                          <a:pt x="162651" y="349619"/>
                          <a:pt x="160497" y="350697"/>
                          <a:pt x="158343" y="351774"/>
                        </a:cubicBezTo>
                        <a:cubicBezTo>
                          <a:pt x="154573" y="353928"/>
                          <a:pt x="150802" y="356082"/>
                          <a:pt x="147032" y="358237"/>
                        </a:cubicBezTo>
                        <a:cubicBezTo>
                          <a:pt x="144878" y="359314"/>
                          <a:pt x="142185" y="360391"/>
                          <a:pt x="139492" y="362007"/>
                        </a:cubicBezTo>
                        <a:cubicBezTo>
                          <a:pt x="135722" y="363623"/>
                          <a:pt x="131952" y="365238"/>
                          <a:pt x="128182" y="366854"/>
                        </a:cubicBezTo>
                        <a:cubicBezTo>
                          <a:pt x="125489" y="367931"/>
                          <a:pt x="123335" y="369008"/>
                          <a:pt x="120642" y="369547"/>
                        </a:cubicBezTo>
                        <a:cubicBezTo>
                          <a:pt x="116872" y="371162"/>
                          <a:pt x="112563" y="372240"/>
                          <a:pt x="108255" y="373317"/>
                        </a:cubicBezTo>
                        <a:cubicBezTo>
                          <a:pt x="105562" y="373855"/>
                          <a:pt x="103407" y="374933"/>
                          <a:pt x="100715" y="375471"/>
                        </a:cubicBezTo>
                        <a:cubicBezTo>
                          <a:pt x="96406" y="376548"/>
                          <a:pt x="91559" y="377626"/>
                          <a:pt x="87250" y="378164"/>
                        </a:cubicBezTo>
                        <a:cubicBezTo>
                          <a:pt x="85096" y="378703"/>
                          <a:pt x="82942" y="379241"/>
                          <a:pt x="80787" y="379241"/>
                        </a:cubicBezTo>
                        <a:cubicBezTo>
                          <a:pt x="73786" y="380318"/>
                          <a:pt x="66784" y="380857"/>
                          <a:pt x="59782" y="380857"/>
                        </a:cubicBezTo>
                        <a:cubicBezTo>
                          <a:pt x="44164" y="381396"/>
                          <a:pt x="29083" y="380318"/>
                          <a:pt x="14542" y="377087"/>
                        </a:cubicBezTo>
                        <a:cubicBezTo>
                          <a:pt x="9694" y="376010"/>
                          <a:pt x="4847" y="374933"/>
                          <a:pt x="0" y="373855"/>
                        </a:cubicBezTo>
                        <a:lnTo>
                          <a:pt x="0" y="373855"/>
                        </a:lnTo>
                        <a:cubicBezTo>
                          <a:pt x="0" y="373855"/>
                          <a:pt x="0" y="373855"/>
                          <a:pt x="0" y="373855"/>
                        </a:cubicBezTo>
                        <a:lnTo>
                          <a:pt x="87789" y="397553"/>
                        </a:lnTo>
                        <a:cubicBezTo>
                          <a:pt x="106639" y="402939"/>
                          <a:pt x="126566" y="405093"/>
                          <a:pt x="147032" y="404555"/>
                        </a:cubicBezTo>
                        <a:cubicBezTo>
                          <a:pt x="154034" y="404555"/>
                          <a:pt x="161036" y="403477"/>
                          <a:pt x="168037" y="402939"/>
                        </a:cubicBezTo>
                        <a:cubicBezTo>
                          <a:pt x="170191" y="402400"/>
                          <a:pt x="172346" y="402400"/>
                          <a:pt x="174500" y="401862"/>
                        </a:cubicBezTo>
                        <a:cubicBezTo>
                          <a:pt x="179347" y="401323"/>
                          <a:pt x="183656" y="400246"/>
                          <a:pt x="187965" y="399169"/>
                        </a:cubicBezTo>
                        <a:cubicBezTo>
                          <a:pt x="190658" y="398630"/>
                          <a:pt x="192812" y="397553"/>
                          <a:pt x="195505" y="397015"/>
                        </a:cubicBezTo>
                        <a:cubicBezTo>
                          <a:pt x="199813" y="395937"/>
                          <a:pt x="203583" y="394860"/>
                          <a:pt x="207892" y="393244"/>
                        </a:cubicBezTo>
                        <a:cubicBezTo>
                          <a:pt x="210585" y="392167"/>
                          <a:pt x="212739" y="391629"/>
                          <a:pt x="215432" y="390552"/>
                        </a:cubicBezTo>
                        <a:cubicBezTo>
                          <a:pt x="219202" y="388936"/>
                          <a:pt x="222972" y="387320"/>
                          <a:pt x="226742" y="385704"/>
                        </a:cubicBezTo>
                        <a:cubicBezTo>
                          <a:pt x="229435" y="384627"/>
                          <a:pt x="231590" y="383550"/>
                          <a:pt x="233744" y="382473"/>
                        </a:cubicBezTo>
                        <a:cubicBezTo>
                          <a:pt x="237514" y="380318"/>
                          <a:pt x="241284" y="378164"/>
                          <a:pt x="245054" y="376010"/>
                        </a:cubicBezTo>
                        <a:cubicBezTo>
                          <a:pt x="247209" y="374933"/>
                          <a:pt x="249363" y="373317"/>
                          <a:pt x="251517" y="372240"/>
                        </a:cubicBezTo>
                        <a:cubicBezTo>
                          <a:pt x="255826" y="369547"/>
                          <a:pt x="260134" y="366315"/>
                          <a:pt x="264443" y="363623"/>
                        </a:cubicBezTo>
                        <a:cubicBezTo>
                          <a:pt x="266059" y="362545"/>
                          <a:pt x="267136" y="361468"/>
                          <a:pt x="268752" y="360391"/>
                        </a:cubicBezTo>
                        <a:cubicBezTo>
                          <a:pt x="274138" y="356082"/>
                          <a:pt x="279523" y="351774"/>
                          <a:pt x="284370" y="346926"/>
                        </a:cubicBezTo>
                        <a:cubicBezTo>
                          <a:pt x="285448" y="345849"/>
                          <a:pt x="286525" y="344772"/>
                          <a:pt x="288140" y="343157"/>
                        </a:cubicBezTo>
                        <a:cubicBezTo>
                          <a:pt x="291911" y="339386"/>
                          <a:pt x="295681" y="335616"/>
                          <a:pt x="299451" y="331846"/>
                        </a:cubicBezTo>
                        <a:cubicBezTo>
                          <a:pt x="299989" y="331308"/>
                          <a:pt x="300528" y="330769"/>
                          <a:pt x="301067" y="330231"/>
                        </a:cubicBezTo>
                        <a:cubicBezTo>
                          <a:pt x="303221" y="328076"/>
                          <a:pt x="304836" y="325383"/>
                          <a:pt x="306991" y="323229"/>
                        </a:cubicBezTo>
                        <a:cubicBezTo>
                          <a:pt x="308606" y="321075"/>
                          <a:pt x="310222" y="319459"/>
                          <a:pt x="311838" y="317304"/>
                        </a:cubicBezTo>
                        <a:cubicBezTo>
                          <a:pt x="314531" y="314073"/>
                          <a:pt x="316685" y="310842"/>
                          <a:pt x="319378" y="307072"/>
                        </a:cubicBezTo>
                        <a:cubicBezTo>
                          <a:pt x="320455" y="305456"/>
                          <a:pt x="322071" y="303302"/>
                          <a:pt x="323148" y="301686"/>
                        </a:cubicBezTo>
                        <a:cubicBezTo>
                          <a:pt x="323148" y="301686"/>
                          <a:pt x="323687" y="301147"/>
                          <a:pt x="323687" y="301147"/>
                        </a:cubicBezTo>
                        <a:cubicBezTo>
                          <a:pt x="326918" y="296300"/>
                          <a:pt x="329611" y="291453"/>
                          <a:pt x="332304" y="286606"/>
                        </a:cubicBezTo>
                        <a:cubicBezTo>
                          <a:pt x="332843" y="284990"/>
                          <a:pt x="333920" y="283913"/>
                          <a:pt x="334458" y="282297"/>
                        </a:cubicBezTo>
                        <a:cubicBezTo>
                          <a:pt x="336074" y="279604"/>
                          <a:pt x="337151" y="276911"/>
                          <a:pt x="338767" y="274218"/>
                        </a:cubicBezTo>
                        <a:cubicBezTo>
                          <a:pt x="339306" y="272602"/>
                          <a:pt x="340383" y="270987"/>
                          <a:pt x="340921" y="269909"/>
                        </a:cubicBezTo>
                        <a:cubicBezTo>
                          <a:pt x="341460" y="268294"/>
                          <a:pt x="342537" y="266678"/>
                          <a:pt x="343076" y="265062"/>
                        </a:cubicBezTo>
                        <a:cubicBezTo>
                          <a:pt x="345230" y="260215"/>
                          <a:pt x="347384" y="254829"/>
                          <a:pt x="349000" y="249982"/>
                        </a:cubicBezTo>
                        <a:cubicBezTo>
                          <a:pt x="349000" y="249443"/>
                          <a:pt x="349539" y="248366"/>
                          <a:pt x="350077" y="247828"/>
                        </a:cubicBezTo>
                        <a:cubicBezTo>
                          <a:pt x="350077" y="247828"/>
                          <a:pt x="350077" y="247289"/>
                          <a:pt x="350077" y="247289"/>
                        </a:cubicBezTo>
                        <a:cubicBezTo>
                          <a:pt x="352232" y="241903"/>
                          <a:pt x="353847" y="235979"/>
                          <a:pt x="355463" y="230055"/>
                        </a:cubicBezTo>
                        <a:cubicBezTo>
                          <a:pt x="356001" y="228439"/>
                          <a:pt x="356540" y="226823"/>
                          <a:pt x="356540" y="225207"/>
                        </a:cubicBezTo>
                        <a:cubicBezTo>
                          <a:pt x="357079" y="223053"/>
                          <a:pt x="357617" y="220899"/>
                          <a:pt x="358156" y="218744"/>
                        </a:cubicBezTo>
                        <a:cubicBezTo>
                          <a:pt x="359233" y="214974"/>
                          <a:pt x="359772" y="211204"/>
                          <a:pt x="360849" y="206895"/>
                        </a:cubicBezTo>
                        <a:cubicBezTo>
                          <a:pt x="362465" y="199356"/>
                          <a:pt x="364080" y="192354"/>
                          <a:pt x="365696" y="185352"/>
                        </a:cubicBezTo>
                        <a:cubicBezTo>
                          <a:pt x="366773" y="181044"/>
                          <a:pt x="367850" y="177274"/>
                          <a:pt x="368928" y="173504"/>
                        </a:cubicBezTo>
                        <a:cubicBezTo>
                          <a:pt x="370005" y="170272"/>
                          <a:pt x="370543" y="167041"/>
                          <a:pt x="371620" y="164348"/>
                        </a:cubicBezTo>
                        <a:cubicBezTo>
                          <a:pt x="372698" y="160578"/>
                          <a:pt x="373775" y="156808"/>
                          <a:pt x="375391" y="153037"/>
                        </a:cubicBezTo>
                        <a:cubicBezTo>
                          <a:pt x="376468" y="150345"/>
                          <a:pt x="377006" y="147113"/>
                          <a:pt x="378083" y="144420"/>
                        </a:cubicBezTo>
                        <a:cubicBezTo>
                          <a:pt x="378622" y="143343"/>
                          <a:pt x="379161" y="142266"/>
                          <a:pt x="379161" y="141189"/>
                        </a:cubicBezTo>
                        <a:cubicBezTo>
                          <a:pt x="380776" y="136342"/>
                          <a:pt x="382392" y="132033"/>
                          <a:pt x="384546" y="127724"/>
                        </a:cubicBezTo>
                        <a:cubicBezTo>
                          <a:pt x="385623" y="125570"/>
                          <a:pt x="386162" y="123954"/>
                          <a:pt x="387239" y="122339"/>
                        </a:cubicBezTo>
                        <a:cubicBezTo>
                          <a:pt x="388855" y="119107"/>
                          <a:pt x="390471" y="115337"/>
                          <a:pt x="392086" y="112105"/>
                        </a:cubicBezTo>
                        <a:cubicBezTo>
                          <a:pt x="393164" y="110490"/>
                          <a:pt x="393702" y="108874"/>
                          <a:pt x="394779" y="107258"/>
                        </a:cubicBezTo>
                        <a:cubicBezTo>
                          <a:pt x="396395" y="104027"/>
                          <a:pt x="398011" y="101334"/>
                          <a:pt x="400165" y="98103"/>
                        </a:cubicBezTo>
                        <a:cubicBezTo>
                          <a:pt x="401242" y="96487"/>
                          <a:pt x="401781" y="94871"/>
                          <a:pt x="402858" y="93255"/>
                        </a:cubicBezTo>
                        <a:cubicBezTo>
                          <a:pt x="404474" y="90562"/>
                          <a:pt x="406628" y="87331"/>
                          <a:pt x="408244" y="84638"/>
                        </a:cubicBezTo>
                        <a:cubicBezTo>
                          <a:pt x="409321" y="83561"/>
                          <a:pt x="409860" y="81945"/>
                          <a:pt x="410937" y="80329"/>
                        </a:cubicBezTo>
                        <a:cubicBezTo>
                          <a:pt x="413630" y="76559"/>
                          <a:pt x="416323" y="73328"/>
                          <a:pt x="419015" y="70096"/>
                        </a:cubicBezTo>
                        <a:cubicBezTo>
                          <a:pt x="419554" y="69558"/>
                          <a:pt x="419554" y="69558"/>
                          <a:pt x="419554" y="69019"/>
                        </a:cubicBezTo>
                        <a:cubicBezTo>
                          <a:pt x="421170" y="66865"/>
                          <a:pt x="423324" y="65249"/>
                          <a:pt x="424940" y="63095"/>
                        </a:cubicBezTo>
                        <a:cubicBezTo>
                          <a:pt x="426556" y="61479"/>
                          <a:pt x="428171" y="59863"/>
                          <a:pt x="429249" y="58247"/>
                        </a:cubicBezTo>
                        <a:cubicBezTo>
                          <a:pt x="431403" y="56632"/>
                          <a:pt x="433019" y="55016"/>
                          <a:pt x="435173" y="53400"/>
                        </a:cubicBezTo>
                        <a:cubicBezTo>
                          <a:pt x="436789" y="52323"/>
                          <a:pt x="438405" y="50707"/>
                          <a:pt x="440020" y="49630"/>
                        </a:cubicBezTo>
                        <a:cubicBezTo>
                          <a:pt x="442174" y="48014"/>
                          <a:pt x="444329" y="46399"/>
                          <a:pt x="446483" y="45321"/>
                        </a:cubicBezTo>
                        <a:cubicBezTo>
                          <a:pt x="448099" y="44244"/>
                          <a:pt x="449715" y="43167"/>
                          <a:pt x="451330" y="42090"/>
                        </a:cubicBezTo>
                        <a:cubicBezTo>
                          <a:pt x="453485" y="40474"/>
                          <a:pt x="456178" y="39397"/>
                          <a:pt x="458332" y="38320"/>
                        </a:cubicBezTo>
                        <a:cubicBezTo>
                          <a:pt x="459948" y="37243"/>
                          <a:pt x="461563" y="36704"/>
                          <a:pt x="463179" y="35627"/>
                        </a:cubicBezTo>
                        <a:cubicBezTo>
                          <a:pt x="465334" y="34550"/>
                          <a:pt x="468026" y="33473"/>
                          <a:pt x="470181" y="32934"/>
                        </a:cubicBezTo>
                        <a:cubicBezTo>
                          <a:pt x="471796" y="32396"/>
                          <a:pt x="473412" y="31318"/>
                          <a:pt x="475028" y="30780"/>
                        </a:cubicBezTo>
                        <a:cubicBezTo>
                          <a:pt x="477182" y="29703"/>
                          <a:pt x="479875" y="29164"/>
                          <a:pt x="482029" y="28626"/>
                        </a:cubicBezTo>
                        <a:cubicBezTo>
                          <a:pt x="483645" y="28087"/>
                          <a:pt x="485800" y="27548"/>
                          <a:pt x="487415" y="27010"/>
                        </a:cubicBezTo>
                        <a:cubicBezTo>
                          <a:pt x="490647" y="26471"/>
                          <a:pt x="493339" y="25933"/>
                          <a:pt x="496571" y="25394"/>
                        </a:cubicBezTo>
                        <a:cubicBezTo>
                          <a:pt x="497648" y="25394"/>
                          <a:pt x="499264" y="24855"/>
                          <a:pt x="500341" y="24855"/>
                        </a:cubicBezTo>
                        <a:cubicBezTo>
                          <a:pt x="504650" y="24317"/>
                          <a:pt x="509497" y="23778"/>
                          <a:pt x="513806" y="23778"/>
                        </a:cubicBezTo>
                        <a:cubicBezTo>
                          <a:pt x="540196" y="23240"/>
                          <a:pt x="491724" y="6544"/>
                          <a:pt x="491724" y="6544"/>
                        </a:cubicBezTo>
                        <a:close/>
                      </a:path>
                    </a:pathLst>
                  </a:custGeom>
                  <a:solidFill>
                    <a:schemeClr val="accent1">
                      <a:lumMod val="75000"/>
                    </a:schemeClr>
                  </a:solidFill>
                  <a:ln w="5383"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49AEAA47-B28A-4941-9A77-0E9AE71D3D84}"/>
                      </a:ext>
                    </a:extLst>
                  </p:cNvPr>
                  <p:cNvSpPr/>
                  <p:nvPr/>
                </p:nvSpPr>
                <p:spPr>
                  <a:xfrm>
                    <a:off x="8703614" y="3192959"/>
                    <a:ext cx="719947" cy="1909805"/>
                  </a:xfrm>
                  <a:custGeom>
                    <a:avLst/>
                    <a:gdLst>
                      <a:gd name="connsiteX0" fmla="*/ 719544 w 719947"/>
                      <a:gd name="connsiteY0" fmla="*/ 633370 h 1909805"/>
                      <a:gd name="connsiteX1" fmla="*/ 717928 w 719947"/>
                      <a:gd name="connsiteY1" fmla="*/ 599979 h 1909805"/>
                      <a:gd name="connsiteX2" fmla="*/ 717389 w 719947"/>
                      <a:gd name="connsiteY2" fmla="*/ 591361 h 1909805"/>
                      <a:gd name="connsiteX3" fmla="*/ 714158 w 719947"/>
                      <a:gd name="connsiteY3" fmla="*/ 559585 h 1909805"/>
                      <a:gd name="connsiteX4" fmla="*/ 714158 w 719947"/>
                      <a:gd name="connsiteY4" fmla="*/ 557969 h 1909805"/>
                      <a:gd name="connsiteX5" fmla="*/ 714158 w 719947"/>
                      <a:gd name="connsiteY5" fmla="*/ 557431 h 1909805"/>
                      <a:gd name="connsiteX6" fmla="*/ 708772 w 719947"/>
                      <a:gd name="connsiteY6" fmla="*/ 524577 h 1909805"/>
                      <a:gd name="connsiteX7" fmla="*/ 707156 w 719947"/>
                      <a:gd name="connsiteY7" fmla="*/ 516499 h 1909805"/>
                      <a:gd name="connsiteX8" fmla="*/ 700693 w 719947"/>
                      <a:gd name="connsiteY8" fmla="*/ 486338 h 1909805"/>
                      <a:gd name="connsiteX9" fmla="*/ 700154 w 719947"/>
                      <a:gd name="connsiteY9" fmla="*/ 483645 h 1909805"/>
                      <a:gd name="connsiteX10" fmla="*/ 691537 w 719947"/>
                      <a:gd name="connsiteY10" fmla="*/ 451869 h 1909805"/>
                      <a:gd name="connsiteX11" fmla="*/ 689383 w 719947"/>
                      <a:gd name="connsiteY11" fmla="*/ 443790 h 1909805"/>
                      <a:gd name="connsiteX12" fmla="*/ 680227 w 719947"/>
                      <a:gd name="connsiteY12" fmla="*/ 415245 h 1909805"/>
                      <a:gd name="connsiteX13" fmla="*/ 679150 w 719947"/>
                      <a:gd name="connsiteY13" fmla="*/ 412553 h 1909805"/>
                      <a:gd name="connsiteX14" fmla="*/ 678611 w 719947"/>
                      <a:gd name="connsiteY14" fmla="*/ 411475 h 1909805"/>
                      <a:gd name="connsiteX15" fmla="*/ 673225 w 719947"/>
                      <a:gd name="connsiteY15" fmla="*/ 396934 h 1909805"/>
                      <a:gd name="connsiteX16" fmla="*/ 669455 w 719947"/>
                      <a:gd name="connsiteY16" fmla="*/ 387239 h 1909805"/>
                      <a:gd name="connsiteX17" fmla="*/ 662993 w 719947"/>
                      <a:gd name="connsiteY17" fmla="*/ 371620 h 1909805"/>
                      <a:gd name="connsiteX18" fmla="*/ 659761 w 719947"/>
                      <a:gd name="connsiteY18" fmla="*/ 363542 h 1909805"/>
                      <a:gd name="connsiteX19" fmla="*/ 650067 w 719947"/>
                      <a:gd name="connsiteY19" fmla="*/ 343076 h 1909805"/>
                      <a:gd name="connsiteX20" fmla="*/ 648989 w 719947"/>
                      <a:gd name="connsiteY20" fmla="*/ 340921 h 1909805"/>
                      <a:gd name="connsiteX21" fmla="*/ 637140 w 719947"/>
                      <a:gd name="connsiteY21" fmla="*/ 318301 h 1909805"/>
                      <a:gd name="connsiteX22" fmla="*/ 633371 w 719947"/>
                      <a:gd name="connsiteY22" fmla="*/ 311299 h 1909805"/>
                      <a:gd name="connsiteX23" fmla="*/ 624753 w 719947"/>
                      <a:gd name="connsiteY23" fmla="*/ 296219 h 1909805"/>
                      <a:gd name="connsiteX24" fmla="*/ 619367 w 719947"/>
                      <a:gd name="connsiteY24" fmla="*/ 287602 h 1909805"/>
                      <a:gd name="connsiteX25" fmla="*/ 611289 w 719947"/>
                      <a:gd name="connsiteY25" fmla="*/ 274676 h 1909805"/>
                      <a:gd name="connsiteX26" fmla="*/ 605364 w 719947"/>
                      <a:gd name="connsiteY26" fmla="*/ 266059 h 1909805"/>
                      <a:gd name="connsiteX27" fmla="*/ 597286 w 719947"/>
                      <a:gd name="connsiteY27" fmla="*/ 254210 h 1909805"/>
                      <a:gd name="connsiteX28" fmla="*/ 590823 w 719947"/>
                      <a:gd name="connsiteY28" fmla="*/ 245054 h 1909805"/>
                      <a:gd name="connsiteX29" fmla="*/ 582206 w 719947"/>
                      <a:gd name="connsiteY29" fmla="*/ 233744 h 1909805"/>
                      <a:gd name="connsiteX30" fmla="*/ 581128 w 719947"/>
                      <a:gd name="connsiteY30" fmla="*/ 232667 h 1909805"/>
                      <a:gd name="connsiteX31" fmla="*/ 577897 w 719947"/>
                      <a:gd name="connsiteY31" fmla="*/ 228897 h 1909805"/>
                      <a:gd name="connsiteX32" fmla="*/ 563355 w 719947"/>
                      <a:gd name="connsiteY32" fmla="*/ 211124 h 1909805"/>
                      <a:gd name="connsiteX33" fmla="*/ 556892 w 719947"/>
                      <a:gd name="connsiteY33" fmla="*/ 204122 h 1909805"/>
                      <a:gd name="connsiteX34" fmla="*/ 542889 w 719947"/>
                      <a:gd name="connsiteY34" fmla="*/ 188503 h 1909805"/>
                      <a:gd name="connsiteX35" fmla="*/ 536426 w 719947"/>
                      <a:gd name="connsiteY35" fmla="*/ 182040 h 1909805"/>
                      <a:gd name="connsiteX36" fmla="*/ 516499 w 719947"/>
                      <a:gd name="connsiteY36" fmla="*/ 162113 h 1909805"/>
                      <a:gd name="connsiteX37" fmla="*/ 515960 w 719947"/>
                      <a:gd name="connsiteY37" fmla="*/ 161574 h 1909805"/>
                      <a:gd name="connsiteX38" fmla="*/ 493878 w 719947"/>
                      <a:gd name="connsiteY38" fmla="*/ 142185 h 1909805"/>
                      <a:gd name="connsiteX39" fmla="*/ 491724 w 719947"/>
                      <a:gd name="connsiteY39" fmla="*/ 140031 h 1909805"/>
                      <a:gd name="connsiteX40" fmla="*/ 488492 w 719947"/>
                      <a:gd name="connsiteY40" fmla="*/ 137338 h 1909805"/>
                      <a:gd name="connsiteX41" fmla="*/ 461563 w 719947"/>
                      <a:gd name="connsiteY41" fmla="*/ 116333 h 1909805"/>
                      <a:gd name="connsiteX42" fmla="*/ 458871 w 719947"/>
                      <a:gd name="connsiteY42" fmla="*/ 114179 h 1909805"/>
                      <a:gd name="connsiteX43" fmla="*/ 428710 w 719947"/>
                      <a:gd name="connsiteY43" fmla="*/ 93713 h 1909805"/>
                      <a:gd name="connsiteX44" fmla="*/ 425478 w 719947"/>
                      <a:gd name="connsiteY44" fmla="*/ 91559 h 1909805"/>
                      <a:gd name="connsiteX45" fmla="*/ 421708 w 719947"/>
                      <a:gd name="connsiteY45" fmla="*/ 89404 h 1909805"/>
                      <a:gd name="connsiteX46" fmla="*/ 399627 w 719947"/>
                      <a:gd name="connsiteY46" fmla="*/ 76478 h 1909805"/>
                      <a:gd name="connsiteX47" fmla="*/ 394779 w 719947"/>
                      <a:gd name="connsiteY47" fmla="*/ 73786 h 1909805"/>
                      <a:gd name="connsiteX48" fmla="*/ 366773 w 719947"/>
                      <a:gd name="connsiteY48" fmla="*/ 59782 h 1909805"/>
                      <a:gd name="connsiteX49" fmla="*/ 364619 w 719947"/>
                      <a:gd name="connsiteY49" fmla="*/ 58705 h 1909805"/>
                      <a:gd name="connsiteX50" fmla="*/ 358695 w 719947"/>
                      <a:gd name="connsiteY50" fmla="*/ 56012 h 1909805"/>
                      <a:gd name="connsiteX51" fmla="*/ 338767 w 719947"/>
                      <a:gd name="connsiteY51" fmla="*/ 47395 h 1909805"/>
                      <a:gd name="connsiteX52" fmla="*/ 329073 w 719947"/>
                      <a:gd name="connsiteY52" fmla="*/ 43625 h 1909805"/>
                      <a:gd name="connsiteX53" fmla="*/ 308606 w 719947"/>
                      <a:gd name="connsiteY53" fmla="*/ 36085 h 1909805"/>
                      <a:gd name="connsiteX54" fmla="*/ 302144 w 719947"/>
                      <a:gd name="connsiteY54" fmla="*/ 33930 h 1909805"/>
                      <a:gd name="connsiteX55" fmla="*/ 299451 w 719947"/>
                      <a:gd name="connsiteY55" fmla="*/ 32853 h 1909805"/>
                      <a:gd name="connsiteX56" fmla="*/ 269829 w 719947"/>
                      <a:gd name="connsiteY56" fmla="*/ 23698 h 1909805"/>
                      <a:gd name="connsiteX57" fmla="*/ 269829 w 719947"/>
                      <a:gd name="connsiteY57" fmla="*/ 23698 h 1909805"/>
                      <a:gd name="connsiteX58" fmla="*/ 182040 w 719947"/>
                      <a:gd name="connsiteY58" fmla="*/ 0 h 1909805"/>
                      <a:gd name="connsiteX59" fmla="*/ 212201 w 719947"/>
                      <a:gd name="connsiteY59" fmla="*/ 9156 h 1909805"/>
                      <a:gd name="connsiteX60" fmla="*/ 221357 w 719947"/>
                      <a:gd name="connsiteY60" fmla="*/ 12387 h 1909805"/>
                      <a:gd name="connsiteX61" fmla="*/ 241823 w 719947"/>
                      <a:gd name="connsiteY61" fmla="*/ 19928 h 1909805"/>
                      <a:gd name="connsiteX62" fmla="*/ 251517 w 719947"/>
                      <a:gd name="connsiteY62" fmla="*/ 23698 h 1909805"/>
                      <a:gd name="connsiteX63" fmla="*/ 271445 w 719947"/>
                      <a:gd name="connsiteY63" fmla="*/ 32315 h 1909805"/>
                      <a:gd name="connsiteX64" fmla="*/ 279523 w 719947"/>
                      <a:gd name="connsiteY64" fmla="*/ 36085 h 1909805"/>
                      <a:gd name="connsiteX65" fmla="*/ 307530 w 719947"/>
                      <a:gd name="connsiteY65" fmla="*/ 50088 h 1909805"/>
                      <a:gd name="connsiteX66" fmla="*/ 312377 w 719947"/>
                      <a:gd name="connsiteY66" fmla="*/ 52781 h 1909805"/>
                      <a:gd name="connsiteX67" fmla="*/ 334459 w 719947"/>
                      <a:gd name="connsiteY67" fmla="*/ 65707 h 1909805"/>
                      <a:gd name="connsiteX68" fmla="*/ 341999 w 719947"/>
                      <a:gd name="connsiteY68" fmla="*/ 70015 h 1909805"/>
                      <a:gd name="connsiteX69" fmla="*/ 372159 w 719947"/>
                      <a:gd name="connsiteY69" fmla="*/ 90481 h 1909805"/>
                      <a:gd name="connsiteX70" fmla="*/ 374852 w 719947"/>
                      <a:gd name="connsiteY70" fmla="*/ 92636 h 1909805"/>
                      <a:gd name="connsiteX71" fmla="*/ 401781 w 719947"/>
                      <a:gd name="connsiteY71" fmla="*/ 113640 h 1909805"/>
                      <a:gd name="connsiteX72" fmla="*/ 407167 w 719947"/>
                      <a:gd name="connsiteY72" fmla="*/ 117949 h 1909805"/>
                      <a:gd name="connsiteX73" fmla="*/ 429249 w 719947"/>
                      <a:gd name="connsiteY73" fmla="*/ 137338 h 1909805"/>
                      <a:gd name="connsiteX74" fmla="*/ 429787 w 719947"/>
                      <a:gd name="connsiteY74" fmla="*/ 137877 h 1909805"/>
                      <a:gd name="connsiteX75" fmla="*/ 449715 w 719947"/>
                      <a:gd name="connsiteY75" fmla="*/ 157804 h 1909805"/>
                      <a:gd name="connsiteX76" fmla="*/ 456178 w 719947"/>
                      <a:gd name="connsiteY76" fmla="*/ 164267 h 1909805"/>
                      <a:gd name="connsiteX77" fmla="*/ 470181 w 719947"/>
                      <a:gd name="connsiteY77" fmla="*/ 179886 h 1909805"/>
                      <a:gd name="connsiteX78" fmla="*/ 476644 w 719947"/>
                      <a:gd name="connsiteY78" fmla="*/ 186887 h 1909805"/>
                      <a:gd name="connsiteX79" fmla="*/ 491185 w 719947"/>
                      <a:gd name="connsiteY79" fmla="*/ 204661 h 1909805"/>
                      <a:gd name="connsiteX80" fmla="*/ 494955 w 719947"/>
                      <a:gd name="connsiteY80" fmla="*/ 209508 h 1909805"/>
                      <a:gd name="connsiteX81" fmla="*/ 503573 w 719947"/>
                      <a:gd name="connsiteY81" fmla="*/ 220818 h 1909805"/>
                      <a:gd name="connsiteX82" fmla="*/ 510036 w 719947"/>
                      <a:gd name="connsiteY82" fmla="*/ 229974 h 1909805"/>
                      <a:gd name="connsiteX83" fmla="*/ 518114 w 719947"/>
                      <a:gd name="connsiteY83" fmla="*/ 241823 h 1909805"/>
                      <a:gd name="connsiteX84" fmla="*/ 524039 w 719947"/>
                      <a:gd name="connsiteY84" fmla="*/ 250978 h 1909805"/>
                      <a:gd name="connsiteX85" fmla="*/ 532117 w 719947"/>
                      <a:gd name="connsiteY85" fmla="*/ 263904 h 1909805"/>
                      <a:gd name="connsiteX86" fmla="*/ 537503 w 719947"/>
                      <a:gd name="connsiteY86" fmla="*/ 272522 h 1909805"/>
                      <a:gd name="connsiteX87" fmla="*/ 546121 w 719947"/>
                      <a:gd name="connsiteY87" fmla="*/ 287602 h 1909805"/>
                      <a:gd name="connsiteX88" fmla="*/ 549891 w 719947"/>
                      <a:gd name="connsiteY88" fmla="*/ 294604 h 1909805"/>
                      <a:gd name="connsiteX89" fmla="*/ 561739 w 719947"/>
                      <a:gd name="connsiteY89" fmla="*/ 317224 h 1909805"/>
                      <a:gd name="connsiteX90" fmla="*/ 562816 w 719947"/>
                      <a:gd name="connsiteY90" fmla="*/ 318840 h 1909805"/>
                      <a:gd name="connsiteX91" fmla="*/ 572511 w 719947"/>
                      <a:gd name="connsiteY91" fmla="*/ 339844 h 1909805"/>
                      <a:gd name="connsiteX92" fmla="*/ 575743 w 719947"/>
                      <a:gd name="connsiteY92" fmla="*/ 347923 h 1909805"/>
                      <a:gd name="connsiteX93" fmla="*/ 582206 w 719947"/>
                      <a:gd name="connsiteY93" fmla="*/ 363003 h 1909805"/>
                      <a:gd name="connsiteX94" fmla="*/ 585975 w 719947"/>
                      <a:gd name="connsiteY94" fmla="*/ 372698 h 1909805"/>
                      <a:gd name="connsiteX95" fmla="*/ 591361 w 719947"/>
                      <a:gd name="connsiteY95" fmla="*/ 386701 h 1909805"/>
                      <a:gd name="connsiteX96" fmla="*/ 592438 w 719947"/>
                      <a:gd name="connsiteY96" fmla="*/ 389932 h 1909805"/>
                      <a:gd name="connsiteX97" fmla="*/ 601594 w 719947"/>
                      <a:gd name="connsiteY97" fmla="*/ 418477 h 1909805"/>
                      <a:gd name="connsiteX98" fmla="*/ 603749 w 719947"/>
                      <a:gd name="connsiteY98" fmla="*/ 426556 h 1909805"/>
                      <a:gd name="connsiteX99" fmla="*/ 612366 w 719947"/>
                      <a:gd name="connsiteY99" fmla="*/ 458332 h 1909805"/>
                      <a:gd name="connsiteX100" fmla="*/ 612904 w 719947"/>
                      <a:gd name="connsiteY100" fmla="*/ 461025 h 1909805"/>
                      <a:gd name="connsiteX101" fmla="*/ 619367 w 719947"/>
                      <a:gd name="connsiteY101" fmla="*/ 491185 h 1909805"/>
                      <a:gd name="connsiteX102" fmla="*/ 620983 w 719947"/>
                      <a:gd name="connsiteY102" fmla="*/ 499802 h 1909805"/>
                      <a:gd name="connsiteX103" fmla="*/ 626369 w 719947"/>
                      <a:gd name="connsiteY103" fmla="*/ 532656 h 1909805"/>
                      <a:gd name="connsiteX104" fmla="*/ 626369 w 719947"/>
                      <a:gd name="connsiteY104" fmla="*/ 534272 h 1909805"/>
                      <a:gd name="connsiteX105" fmla="*/ 629601 w 719947"/>
                      <a:gd name="connsiteY105" fmla="*/ 566048 h 1909805"/>
                      <a:gd name="connsiteX106" fmla="*/ 630139 w 719947"/>
                      <a:gd name="connsiteY106" fmla="*/ 574665 h 1909805"/>
                      <a:gd name="connsiteX107" fmla="*/ 631755 w 719947"/>
                      <a:gd name="connsiteY107" fmla="*/ 608057 h 1909805"/>
                      <a:gd name="connsiteX108" fmla="*/ 632293 w 719947"/>
                      <a:gd name="connsiteY108" fmla="*/ 658145 h 1909805"/>
                      <a:gd name="connsiteX109" fmla="*/ 632293 w 719947"/>
                      <a:gd name="connsiteY109" fmla="*/ 663531 h 1909805"/>
                      <a:gd name="connsiteX110" fmla="*/ 631216 w 719947"/>
                      <a:gd name="connsiteY110" fmla="*/ 702309 h 1909805"/>
                      <a:gd name="connsiteX111" fmla="*/ 630678 w 719947"/>
                      <a:gd name="connsiteY111" fmla="*/ 715773 h 1909805"/>
                      <a:gd name="connsiteX112" fmla="*/ 628523 w 719947"/>
                      <a:gd name="connsiteY112" fmla="*/ 745934 h 1909805"/>
                      <a:gd name="connsiteX113" fmla="*/ 627446 w 719947"/>
                      <a:gd name="connsiteY113" fmla="*/ 759398 h 1909805"/>
                      <a:gd name="connsiteX114" fmla="*/ 623676 w 719947"/>
                      <a:gd name="connsiteY114" fmla="*/ 793868 h 1909805"/>
                      <a:gd name="connsiteX115" fmla="*/ 623138 w 719947"/>
                      <a:gd name="connsiteY115" fmla="*/ 799792 h 1909805"/>
                      <a:gd name="connsiteX116" fmla="*/ 617752 w 719947"/>
                      <a:gd name="connsiteY116" fmla="*/ 837492 h 1909805"/>
                      <a:gd name="connsiteX117" fmla="*/ 616136 w 719947"/>
                      <a:gd name="connsiteY117" fmla="*/ 846648 h 1909805"/>
                      <a:gd name="connsiteX118" fmla="*/ 609673 w 719947"/>
                      <a:gd name="connsiteY118" fmla="*/ 880579 h 1909805"/>
                      <a:gd name="connsiteX119" fmla="*/ 609135 w 719947"/>
                      <a:gd name="connsiteY119" fmla="*/ 883272 h 1909805"/>
                      <a:gd name="connsiteX120" fmla="*/ 601056 w 719947"/>
                      <a:gd name="connsiteY120" fmla="*/ 917741 h 1909805"/>
                      <a:gd name="connsiteX121" fmla="*/ 599440 w 719947"/>
                      <a:gd name="connsiteY121" fmla="*/ 924743 h 1909805"/>
                      <a:gd name="connsiteX122" fmla="*/ 590284 w 719947"/>
                      <a:gd name="connsiteY122" fmla="*/ 957057 h 1909805"/>
                      <a:gd name="connsiteX123" fmla="*/ 589207 w 719947"/>
                      <a:gd name="connsiteY123" fmla="*/ 960827 h 1909805"/>
                      <a:gd name="connsiteX124" fmla="*/ 580051 w 719947"/>
                      <a:gd name="connsiteY124" fmla="*/ 989372 h 1909805"/>
                      <a:gd name="connsiteX125" fmla="*/ 577897 w 719947"/>
                      <a:gd name="connsiteY125" fmla="*/ 994758 h 1909805"/>
                      <a:gd name="connsiteX126" fmla="*/ 567125 w 719947"/>
                      <a:gd name="connsiteY126" fmla="*/ 1023841 h 1909805"/>
                      <a:gd name="connsiteX127" fmla="*/ 564971 w 719947"/>
                      <a:gd name="connsiteY127" fmla="*/ 1029766 h 1909805"/>
                      <a:gd name="connsiteX128" fmla="*/ 553661 w 719947"/>
                      <a:gd name="connsiteY128" fmla="*/ 1056695 h 1909805"/>
                      <a:gd name="connsiteX129" fmla="*/ 553122 w 719947"/>
                      <a:gd name="connsiteY129" fmla="*/ 1058310 h 1909805"/>
                      <a:gd name="connsiteX130" fmla="*/ 540735 w 719947"/>
                      <a:gd name="connsiteY130" fmla="*/ 1084162 h 1909805"/>
                      <a:gd name="connsiteX131" fmla="*/ 536965 w 719947"/>
                      <a:gd name="connsiteY131" fmla="*/ 1091164 h 1909805"/>
                      <a:gd name="connsiteX132" fmla="*/ 524577 w 719947"/>
                      <a:gd name="connsiteY132" fmla="*/ 1114323 h 1909805"/>
                      <a:gd name="connsiteX133" fmla="*/ 523500 w 719947"/>
                      <a:gd name="connsiteY133" fmla="*/ 1116477 h 1909805"/>
                      <a:gd name="connsiteX134" fmla="*/ 509497 w 719947"/>
                      <a:gd name="connsiteY134" fmla="*/ 1140175 h 1909805"/>
                      <a:gd name="connsiteX135" fmla="*/ 505727 w 719947"/>
                      <a:gd name="connsiteY135" fmla="*/ 1146099 h 1909805"/>
                      <a:gd name="connsiteX136" fmla="*/ 494417 w 719947"/>
                      <a:gd name="connsiteY136" fmla="*/ 1163334 h 1909805"/>
                      <a:gd name="connsiteX137" fmla="*/ 489570 w 719947"/>
                      <a:gd name="connsiteY137" fmla="*/ 1170335 h 1909805"/>
                      <a:gd name="connsiteX138" fmla="*/ 473951 w 719947"/>
                      <a:gd name="connsiteY138" fmla="*/ 1191878 h 1909805"/>
                      <a:gd name="connsiteX139" fmla="*/ 454023 w 719947"/>
                      <a:gd name="connsiteY139" fmla="*/ 1218807 h 1909805"/>
                      <a:gd name="connsiteX140" fmla="*/ 448099 w 719947"/>
                      <a:gd name="connsiteY140" fmla="*/ 1227425 h 1909805"/>
                      <a:gd name="connsiteX141" fmla="*/ 435712 w 719947"/>
                      <a:gd name="connsiteY141" fmla="*/ 1245198 h 1909805"/>
                      <a:gd name="connsiteX142" fmla="*/ 429249 w 719947"/>
                      <a:gd name="connsiteY142" fmla="*/ 1254354 h 1909805"/>
                      <a:gd name="connsiteX143" fmla="*/ 417939 w 719947"/>
                      <a:gd name="connsiteY143" fmla="*/ 1270511 h 1909805"/>
                      <a:gd name="connsiteX144" fmla="*/ 411476 w 719947"/>
                      <a:gd name="connsiteY144" fmla="*/ 1279667 h 1909805"/>
                      <a:gd name="connsiteX145" fmla="*/ 400704 w 719947"/>
                      <a:gd name="connsiteY145" fmla="*/ 1296363 h 1909805"/>
                      <a:gd name="connsiteX146" fmla="*/ 396934 w 719947"/>
                      <a:gd name="connsiteY146" fmla="*/ 1302287 h 1909805"/>
                      <a:gd name="connsiteX147" fmla="*/ 395857 w 719947"/>
                      <a:gd name="connsiteY147" fmla="*/ 1303903 h 1909805"/>
                      <a:gd name="connsiteX148" fmla="*/ 379161 w 719947"/>
                      <a:gd name="connsiteY148" fmla="*/ 1330293 h 1909805"/>
                      <a:gd name="connsiteX149" fmla="*/ 375391 w 719947"/>
                      <a:gd name="connsiteY149" fmla="*/ 1336218 h 1909805"/>
                      <a:gd name="connsiteX150" fmla="*/ 363003 w 719947"/>
                      <a:gd name="connsiteY150" fmla="*/ 1357222 h 1909805"/>
                      <a:gd name="connsiteX151" fmla="*/ 359233 w 719947"/>
                      <a:gd name="connsiteY151" fmla="*/ 1363686 h 1909805"/>
                      <a:gd name="connsiteX152" fmla="*/ 345769 w 719947"/>
                      <a:gd name="connsiteY152" fmla="*/ 1388460 h 1909805"/>
                      <a:gd name="connsiteX153" fmla="*/ 344153 w 719947"/>
                      <a:gd name="connsiteY153" fmla="*/ 1392230 h 1909805"/>
                      <a:gd name="connsiteX154" fmla="*/ 333381 w 719947"/>
                      <a:gd name="connsiteY154" fmla="*/ 1413235 h 1909805"/>
                      <a:gd name="connsiteX155" fmla="*/ 331766 w 719947"/>
                      <a:gd name="connsiteY155" fmla="*/ 1416466 h 1909805"/>
                      <a:gd name="connsiteX156" fmla="*/ 329611 w 719947"/>
                      <a:gd name="connsiteY156" fmla="*/ 1420775 h 1909805"/>
                      <a:gd name="connsiteX157" fmla="*/ 324764 w 719947"/>
                      <a:gd name="connsiteY157" fmla="*/ 1430469 h 1909805"/>
                      <a:gd name="connsiteX158" fmla="*/ 320455 w 719947"/>
                      <a:gd name="connsiteY158" fmla="*/ 1439625 h 1909805"/>
                      <a:gd name="connsiteX159" fmla="*/ 316147 w 719947"/>
                      <a:gd name="connsiteY159" fmla="*/ 1449320 h 1909805"/>
                      <a:gd name="connsiteX160" fmla="*/ 312377 w 719947"/>
                      <a:gd name="connsiteY160" fmla="*/ 1458476 h 1909805"/>
                      <a:gd name="connsiteX161" fmla="*/ 308606 w 719947"/>
                      <a:gd name="connsiteY161" fmla="*/ 1468170 h 1909805"/>
                      <a:gd name="connsiteX162" fmla="*/ 305375 w 719947"/>
                      <a:gd name="connsiteY162" fmla="*/ 1476787 h 1909805"/>
                      <a:gd name="connsiteX163" fmla="*/ 301605 w 719947"/>
                      <a:gd name="connsiteY163" fmla="*/ 1485943 h 1909805"/>
                      <a:gd name="connsiteX164" fmla="*/ 299451 w 719947"/>
                      <a:gd name="connsiteY164" fmla="*/ 1491329 h 1909805"/>
                      <a:gd name="connsiteX165" fmla="*/ 298912 w 719947"/>
                      <a:gd name="connsiteY165" fmla="*/ 1493483 h 1909805"/>
                      <a:gd name="connsiteX166" fmla="*/ 289756 w 719947"/>
                      <a:gd name="connsiteY166" fmla="*/ 1522028 h 1909805"/>
                      <a:gd name="connsiteX167" fmla="*/ 288140 w 719947"/>
                      <a:gd name="connsiteY167" fmla="*/ 1526875 h 1909805"/>
                      <a:gd name="connsiteX168" fmla="*/ 280601 w 719947"/>
                      <a:gd name="connsiteY168" fmla="*/ 1555420 h 1909805"/>
                      <a:gd name="connsiteX169" fmla="*/ 280062 w 719947"/>
                      <a:gd name="connsiteY169" fmla="*/ 1557036 h 1909805"/>
                      <a:gd name="connsiteX170" fmla="*/ 279523 w 719947"/>
                      <a:gd name="connsiteY170" fmla="*/ 1559190 h 1909805"/>
                      <a:gd name="connsiteX171" fmla="*/ 273060 w 719947"/>
                      <a:gd name="connsiteY171" fmla="*/ 1590966 h 1909805"/>
                      <a:gd name="connsiteX172" fmla="*/ 272522 w 719947"/>
                      <a:gd name="connsiteY172" fmla="*/ 1595275 h 1909805"/>
                      <a:gd name="connsiteX173" fmla="*/ 267675 w 719947"/>
                      <a:gd name="connsiteY173" fmla="*/ 1627590 h 1909805"/>
                      <a:gd name="connsiteX174" fmla="*/ 267136 w 719947"/>
                      <a:gd name="connsiteY174" fmla="*/ 1629206 h 1909805"/>
                      <a:gd name="connsiteX175" fmla="*/ 266597 w 719947"/>
                      <a:gd name="connsiteY175" fmla="*/ 1632437 h 1909805"/>
                      <a:gd name="connsiteX176" fmla="*/ 263904 w 719947"/>
                      <a:gd name="connsiteY176" fmla="*/ 1656135 h 1909805"/>
                      <a:gd name="connsiteX177" fmla="*/ 263904 w 719947"/>
                      <a:gd name="connsiteY177" fmla="*/ 1658289 h 1909805"/>
                      <a:gd name="connsiteX178" fmla="*/ 261750 w 719947"/>
                      <a:gd name="connsiteY178" fmla="*/ 1684141 h 1909805"/>
                      <a:gd name="connsiteX179" fmla="*/ 261211 w 719947"/>
                      <a:gd name="connsiteY179" fmla="*/ 1690065 h 1909805"/>
                      <a:gd name="connsiteX180" fmla="*/ 260134 w 719947"/>
                      <a:gd name="connsiteY180" fmla="*/ 1716456 h 1909805"/>
                      <a:gd name="connsiteX181" fmla="*/ 260134 w 719947"/>
                      <a:gd name="connsiteY181" fmla="*/ 1718610 h 1909805"/>
                      <a:gd name="connsiteX182" fmla="*/ 259596 w 719947"/>
                      <a:gd name="connsiteY182" fmla="*/ 1745000 h 1909805"/>
                      <a:gd name="connsiteX183" fmla="*/ 259596 w 719947"/>
                      <a:gd name="connsiteY183" fmla="*/ 1748232 h 1909805"/>
                      <a:gd name="connsiteX184" fmla="*/ 259596 w 719947"/>
                      <a:gd name="connsiteY184" fmla="*/ 1750925 h 1909805"/>
                      <a:gd name="connsiteX185" fmla="*/ 259596 w 719947"/>
                      <a:gd name="connsiteY185" fmla="*/ 1781624 h 1909805"/>
                      <a:gd name="connsiteX186" fmla="*/ 259596 w 719947"/>
                      <a:gd name="connsiteY186" fmla="*/ 1787010 h 1909805"/>
                      <a:gd name="connsiteX187" fmla="*/ 260134 w 719947"/>
                      <a:gd name="connsiteY187" fmla="*/ 1820402 h 1909805"/>
                      <a:gd name="connsiteX188" fmla="*/ 259057 w 719947"/>
                      <a:gd name="connsiteY188" fmla="*/ 1826326 h 1909805"/>
                      <a:gd name="connsiteX189" fmla="*/ 259057 w 719947"/>
                      <a:gd name="connsiteY189" fmla="*/ 1826326 h 1909805"/>
                      <a:gd name="connsiteX190" fmla="*/ 256364 w 719947"/>
                      <a:gd name="connsiteY190" fmla="*/ 1831712 h 1909805"/>
                      <a:gd name="connsiteX191" fmla="*/ 255826 w 719947"/>
                      <a:gd name="connsiteY191" fmla="*/ 1832789 h 1909805"/>
                      <a:gd name="connsiteX192" fmla="*/ 252594 w 719947"/>
                      <a:gd name="connsiteY192" fmla="*/ 1836559 h 1909805"/>
                      <a:gd name="connsiteX193" fmla="*/ 250440 w 719947"/>
                      <a:gd name="connsiteY193" fmla="*/ 1838175 h 1909805"/>
                      <a:gd name="connsiteX194" fmla="*/ 246131 w 719947"/>
                      <a:gd name="connsiteY194" fmla="*/ 1841945 h 1909805"/>
                      <a:gd name="connsiteX195" fmla="*/ 244516 w 719947"/>
                      <a:gd name="connsiteY195" fmla="*/ 1843560 h 1909805"/>
                      <a:gd name="connsiteX196" fmla="*/ 236975 w 719947"/>
                      <a:gd name="connsiteY196" fmla="*/ 1848408 h 1909805"/>
                      <a:gd name="connsiteX197" fmla="*/ 235360 w 719947"/>
                      <a:gd name="connsiteY197" fmla="*/ 1849485 h 1909805"/>
                      <a:gd name="connsiteX198" fmla="*/ 228358 w 719947"/>
                      <a:gd name="connsiteY198" fmla="*/ 1853255 h 1909805"/>
                      <a:gd name="connsiteX199" fmla="*/ 225127 w 719947"/>
                      <a:gd name="connsiteY199" fmla="*/ 1854871 h 1909805"/>
                      <a:gd name="connsiteX200" fmla="*/ 219202 w 719947"/>
                      <a:gd name="connsiteY200" fmla="*/ 1857564 h 1909805"/>
                      <a:gd name="connsiteX201" fmla="*/ 215432 w 719947"/>
                      <a:gd name="connsiteY201" fmla="*/ 1859179 h 1909805"/>
                      <a:gd name="connsiteX202" fmla="*/ 208969 w 719947"/>
                      <a:gd name="connsiteY202" fmla="*/ 1861872 h 1909805"/>
                      <a:gd name="connsiteX203" fmla="*/ 205199 w 719947"/>
                      <a:gd name="connsiteY203" fmla="*/ 1863488 h 1909805"/>
                      <a:gd name="connsiteX204" fmla="*/ 198198 w 719947"/>
                      <a:gd name="connsiteY204" fmla="*/ 1866181 h 1909805"/>
                      <a:gd name="connsiteX205" fmla="*/ 194428 w 719947"/>
                      <a:gd name="connsiteY205" fmla="*/ 1867258 h 1909805"/>
                      <a:gd name="connsiteX206" fmla="*/ 185810 w 719947"/>
                      <a:gd name="connsiteY206" fmla="*/ 1869951 h 1909805"/>
                      <a:gd name="connsiteX207" fmla="*/ 184195 w 719947"/>
                      <a:gd name="connsiteY207" fmla="*/ 1870489 h 1909805"/>
                      <a:gd name="connsiteX208" fmla="*/ 173961 w 719947"/>
                      <a:gd name="connsiteY208" fmla="*/ 1873721 h 1909805"/>
                      <a:gd name="connsiteX209" fmla="*/ 171268 w 719947"/>
                      <a:gd name="connsiteY209" fmla="*/ 1874260 h 1909805"/>
                      <a:gd name="connsiteX210" fmla="*/ 164267 w 719947"/>
                      <a:gd name="connsiteY210" fmla="*/ 1875875 h 1909805"/>
                      <a:gd name="connsiteX211" fmla="*/ 161036 w 719947"/>
                      <a:gd name="connsiteY211" fmla="*/ 1876952 h 1909805"/>
                      <a:gd name="connsiteX212" fmla="*/ 155111 w 719947"/>
                      <a:gd name="connsiteY212" fmla="*/ 1878030 h 1909805"/>
                      <a:gd name="connsiteX213" fmla="*/ 151880 w 719947"/>
                      <a:gd name="connsiteY213" fmla="*/ 1878568 h 1909805"/>
                      <a:gd name="connsiteX214" fmla="*/ 146494 w 719947"/>
                      <a:gd name="connsiteY214" fmla="*/ 1879645 h 1909805"/>
                      <a:gd name="connsiteX215" fmla="*/ 143801 w 719947"/>
                      <a:gd name="connsiteY215" fmla="*/ 1880184 h 1909805"/>
                      <a:gd name="connsiteX216" fmla="*/ 138954 w 719947"/>
                      <a:gd name="connsiteY216" fmla="*/ 1880723 h 1909805"/>
                      <a:gd name="connsiteX217" fmla="*/ 136800 w 719947"/>
                      <a:gd name="connsiteY217" fmla="*/ 1881261 h 1909805"/>
                      <a:gd name="connsiteX218" fmla="*/ 131414 w 719947"/>
                      <a:gd name="connsiteY218" fmla="*/ 1881800 h 1909805"/>
                      <a:gd name="connsiteX219" fmla="*/ 0 w 719947"/>
                      <a:gd name="connsiteY219" fmla="*/ 1886108 h 1909805"/>
                      <a:gd name="connsiteX220" fmla="*/ 87789 w 719947"/>
                      <a:gd name="connsiteY220" fmla="*/ 1909806 h 1909805"/>
                      <a:gd name="connsiteX221" fmla="*/ 219202 w 719947"/>
                      <a:gd name="connsiteY221" fmla="*/ 1905497 h 1909805"/>
                      <a:gd name="connsiteX222" fmla="*/ 224588 w 719947"/>
                      <a:gd name="connsiteY222" fmla="*/ 1904959 h 1909805"/>
                      <a:gd name="connsiteX223" fmla="*/ 226743 w 719947"/>
                      <a:gd name="connsiteY223" fmla="*/ 1904420 h 1909805"/>
                      <a:gd name="connsiteX224" fmla="*/ 231590 w 719947"/>
                      <a:gd name="connsiteY224" fmla="*/ 1903882 h 1909805"/>
                      <a:gd name="connsiteX225" fmla="*/ 234282 w 719947"/>
                      <a:gd name="connsiteY225" fmla="*/ 1903343 h 1909805"/>
                      <a:gd name="connsiteX226" fmla="*/ 239668 w 719947"/>
                      <a:gd name="connsiteY226" fmla="*/ 1902266 h 1909805"/>
                      <a:gd name="connsiteX227" fmla="*/ 242900 w 719947"/>
                      <a:gd name="connsiteY227" fmla="*/ 1901727 h 1909805"/>
                      <a:gd name="connsiteX228" fmla="*/ 248824 w 719947"/>
                      <a:gd name="connsiteY228" fmla="*/ 1900650 h 1909805"/>
                      <a:gd name="connsiteX229" fmla="*/ 252056 w 719947"/>
                      <a:gd name="connsiteY229" fmla="*/ 1899573 h 1909805"/>
                      <a:gd name="connsiteX230" fmla="*/ 259057 w 719947"/>
                      <a:gd name="connsiteY230" fmla="*/ 1897957 h 1909805"/>
                      <a:gd name="connsiteX231" fmla="*/ 261750 w 719947"/>
                      <a:gd name="connsiteY231" fmla="*/ 1897418 h 1909805"/>
                      <a:gd name="connsiteX232" fmla="*/ 271983 w 719947"/>
                      <a:gd name="connsiteY232" fmla="*/ 1894187 h 1909805"/>
                      <a:gd name="connsiteX233" fmla="*/ 274138 w 719947"/>
                      <a:gd name="connsiteY233" fmla="*/ 1893648 h 1909805"/>
                      <a:gd name="connsiteX234" fmla="*/ 282216 w 719947"/>
                      <a:gd name="connsiteY234" fmla="*/ 1890955 h 1909805"/>
                      <a:gd name="connsiteX235" fmla="*/ 285986 w 719947"/>
                      <a:gd name="connsiteY235" fmla="*/ 1889879 h 1909805"/>
                      <a:gd name="connsiteX236" fmla="*/ 292449 w 719947"/>
                      <a:gd name="connsiteY236" fmla="*/ 1887186 h 1909805"/>
                      <a:gd name="connsiteX237" fmla="*/ 296219 w 719947"/>
                      <a:gd name="connsiteY237" fmla="*/ 1885570 h 1909805"/>
                      <a:gd name="connsiteX238" fmla="*/ 302682 w 719947"/>
                      <a:gd name="connsiteY238" fmla="*/ 1882877 h 1909805"/>
                      <a:gd name="connsiteX239" fmla="*/ 306452 w 719947"/>
                      <a:gd name="connsiteY239" fmla="*/ 1881261 h 1909805"/>
                      <a:gd name="connsiteX240" fmla="*/ 312377 w 719947"/>
                      <a:gd name="connsiteY240" fmla="*/ 1878568 h 1909805"/>
                      <a:gd name="connsiteX241" fmla="*/ 315608 w 719947"/>
                      <a:gd name="connsiteY241" fmla="*/ 1876952 h 1909805"/>
                      <a:gd name="connsiteX242" fmla="*/ 322610 w 719947"/>
                      <a:gd name="connsiteY242" fmla="*/ 1873182 h 1909805"/>
                      <a:gd name="connsiteX243" fmla="*/ 324225 w 719947"/>
                      <a:gd name="connsiteY243" fmla="*/ 1872105 h 1909805"/>
                      <a:gd name="connsiteX244" fmla="*/ 331766 w 719947"/>
                      <a:gd name="connsiteY244" fmla="*/ 1867258 h 1909805"/>
                      <a:gd name="connsiteX245" fmla="*/ 333381 w 719947"/>
                      <a:gd name="connsiteY245" fmla="*/ 1865642 h 1909805"/>
                      <a:gd name="connsiteX246" fmla="*/ 337690 w 719947"/>
                      <a:gd name="connsiteY246" fmla="*/ 1861872 h 1909805"/>
                      <a:gd name="connsiteX247" fmla="*/ 339844 w 719947"/>
                      <a:gd name="connsiteY247" fmla="*/ 1860257 h 1909805"/>
                      <a:gd name="connsiteX248" fmla="*/ 341999 w 719947"/>
                      <a:gd name="connsiteY248" fmla="*/ 1858102 h 1909805"/>
                      <a:gd name="connsiteX249" fmla="*/ 343076 w 719947"/>
                      <a:gd name="connsiteY249" fmla="*/ 1856487 h 1909805"/>
                      <a:gd name="connsiteX250" fmla="*/ 343614 w 719947"/>
                      <a:gd name="connsiteY250" fmla="*/ 1855409 h 1909805"/>
                      <a:gd name="connsiteX251" fmla="*/ 344153 w 719947"/>
                      <a:gd name="connsiteY251" fmla="*/ 1854332 h 1909805"/>
                      <a:gd name="connsiteX252" fmla="*/ 345769 w 719947"/>
                      <a:gd name="connsiteY252" fmla="*/ 1851639 h 1909805"/>
                      <a:gd name="connsiteX253" fmla="*/ 346846 w 719947"/>
                      <a:gd name="connsiteY253" fmla="*/ 1849485 h 1909805"/>
                      <a:gd name="connsiteX254" fmla="*/ 346846 w 719947"/>
                      <a:gd name="connsiteY254" fmla="*/ 1849485 h 1909805"/>
                      <a:gd name="connsiteX255" fmla="*/ 346846 w 719947"/>
                      <a:gd name="connsiteY255" fmla="*/ 1849485 h 1909805"/>
                      <a:gd name="connsiteX256" fmla="*/ 347384 w 719947"/>
                      <a:gd name="connsiteY256" fmla="*/ 1847869 h 1909805"/>
                      <a:gd name="connsiteX257" fmla="*/ 347923 w 719947"/>
                      <a:gd name="connsiteY257" fmla="*/ 1846253 h 1909805"/>
                      <a:gd name="connsiteX258" fmla="*/ 347923 w 719947"/>
                      <a:gd name="connsiteY258" fmla="*/ 1844638 h 1909805"/>
                      <a:gd name="connsiteX259" fmla="*/ 347923 w 719947"/>
                      <a:gd name="connsiteY259" fmla="*/ 1844099 h 1909805"/>
                      <a:gd name="connsiteX260" fmla="*/ 347384 w 719947"/>
                      <a:gd name="connsiteY260" fmla="*/ 1811246 h 1909805"/>
                      <a:gd name="connsiteX261" fmla="*/ 347384 w 719947"/>
                      <a:gd name="connsiteY261" fmla="*/ 1805321 h 1909805"/>
                      <a:gd name="connsiteX262" fmla="*/ 347384 w 719947"/>
                      <a:gd name="connsiteY262" fmla="*/ 1774622 h 1909805"/>
                      <a:gd name="connsiteX263" fmla="*/ 347384 w 719947"/>
                      <a:gd name="connsiteY263" fmla="*/ 1768698 h 1909805"/>
                      <a:gd name="connsiteX264" fmla="*/ 347923 w 719947"/>
                      <a:gd name="connsiteY264" fmla="*/ 1742846 h 1909805"/>
                      <a:gd name="connsiteX265" fmla="*/ 347923 w 719947"/>
                      <a:gd name="connsiteY265" fmla="*/ 1740692 h 1909805"/>
                      <a:gd name="connsiteX266" fmla="*/ 349000 w 719947"/>
                      <a:gd name="connsiteY266" fmla="*/ 1714301 h 1909805"/>
                      <a:gd name="connsiteX267" fmla="*/ 349539 w 719947"/>
                      <a:gd name="connsiteY267" fmla="*/ 1708377 h 1909805"/>
                      <a:gd name="connsiteX268" fmla="*/ 351693 w 719947"/>
                      <a:gd name="connsiteY268" fmla="*/ 1682525 h 1909805"/>
                      <a:gd name="connsiteX269" fmla="*/ 351693 w 719947"/>
                      <a:gd name="connsiteY269" fmla="*/ 1680371 h 1909805"/>
                      <a:gd name="connsiteX270" fmla="*/ 354386 w 719947"/>
                      <a:gd name="connsiteY270" fmla="*/ 1656673 h 1909805"/>
                      <a:gd name="connsiteX271" fmla="*/ 354925 w 719947"/>
                      <a:gd name="connsiteY271" fmla="*/ 1651287 h 1909805"/>
                      <a:gd name="connsiteX272" fmla="*/ 359772 w 719947"/>
                      <a:gd name="connsiteY272" fmla="*/ 1618972 h 1909805"/>
                      <a:gd name="connsiteX273" fmla="*/ 360310 w 719947"/>
                      <a:gd name="connsiteY273" fmla="*/ 1614664 h 1909805"/>
                      <a:gd name="connsiteX274" fmla="*/ 366773 w 719947"/>
                      <a:gd name="connsiteY274" fmla="*/ 1582888 h 1909805"/>
                      <a:gd name="connsiteX275" fmla="*/ 367850 w 719947"/>
                      <a:gd name="connsiteY275" fmla="*/ 1578579 h 1909805"/>
                      <a:gd name="connsiteX276" fmla="*/ 375391 w 719947"/>
                      <a:gd name="connsiteY276" fmla="*/ 1550034 h 1909805"/>
                      <a:gd name="connsiteX277" fmla="*/ 377006 w 719947"/>
                      <a:gd name="connsiteY277" fmla="*/ 1545187 h 1909805"/>
                      <a:gd name="connsiteX278" fmla="*/ 386162 w 719947"/>
                      <a:gd name="connsiteY278" fmla="*/ 1516642 h 1909805"/>
                      <a:gd name="connsiteX279" fmla="*/ 388855 w 719947"/>
                      <a:gd name="connsiteY279" fmla="*/ 1509102 h 1909805"/>
                      <a:gd name="connsiteX280" fmla="*/ 392625 w 719947"/>
                      <a:gd name="connsiteY280" fmla="*/ 1499408 h 1909805"/>
                      <a:gd name="connsiteX281" fmla="*/ 395857 w 719947"/>
                      <a:gd name="connsiteY281" fmla="*/ 1490790 h 1909805"/>
                      <a:gd name="connsiteX282" fmla="*/ 399627 w 719947"/>
                      <a:gd name="connsiteY282" fmla="*/ 1481096 h 1909805"/>
                      <a:gd name="connsiteX283" fmla="*/ 403397 w 719947"/>
                      <a:gd name="connsiteY283" fmla="*/ 1471940 h 1909805"/>
                      <a:gd name="connsiteX284" fmla="*/ 407705 w 719947"/>
                      <a:gd name="connsiteY284" fmla="*/ 1462246 h 1909805"/>
                      <a:gd name="connsiteX285" fmla="*/ 412014 w 719947"/>
                      <a:gd name="connsiteY285" fmla="*/ 1453090 h 1909805"/>
                      <a:gd name="connsiteX286" fmla="*/ 416861 w 719947"/>
                      <a:gd name="connsiteY286" fmla="*/ 1443395 h 1909805"/>
                      <a:gd name="connsiteX287" fmla="*/ 420631 w 719947"/>
                      <a:gd name="connsiteY287" fmla="*/ 1435855 h 1909805"/>
                      <a:gd name="connsiteX288" fmla="*/ 431403 w 719947"/>
                      <a:gd name="connsiteY288" fmla="*/ 1414851 h 1909805"/>
                      <a:gd name="connsiteX289" fmla="*/ 433019 w 719947"/>
                      <a:gd name="connsiteY289" fmla="*/ 1411081 h 1909805"/>
                      <a:gd name="connsiteX290" fmla="*/ 447022 w 719947"/>
                      <a:gd name="connsiteY290" fmla="*/ 1386306 h 1909805"/>
                      <a:gd name="connsiteX291" fmla="*/ 450792 w 719947"/>
                      <a:gd name="connsiteY291" fmla="*/ 1379843 h 1909805"/>
                      <a:gd name="connsiteX292" fmla="*/ 463179 w 719947"/>
                      <a:gd name="connsiteY292" fmla="*/ 1358838 h 1909805"/>
                      <a:gd name="connsiteX293" fmla="*/ 466949 w 719947"/>
                      <a:gd name="connsiteY293" fmla="*/ 1352914 h 1909805"/>
                      <a:gd name="connsiteX294" fmla="*/ 483645 w 719947"/>
                      <a:gd name="connsiteY294" fmla="*/ 1326523 h 1909805"/>
                      <a:gd name="connsiteX295" fmla="*/ 488492 w 719947"/>
                      <a:gd name="connsiteY295" fmla="*/ 1318983 h 1909805"/>
                      <a:gd name="connsiteX296" fmla="*/ 499264 w 719947"/>
                      <a:gd name="connsiteY296" fmla="*/ 1302287 h 1909805"/>
                      <a:gd name="connsiteX297" fmla="*/ 505727 w 719947"/>
                      <a:gd name="connsiteY297" fmla="*/ 1293131 h 1909805"/>
                      <a:gd name="connsiteX298" fmla="*/ 517037 w 719947"/>
                      <a:gd name="connsiteY298" fmla="*/ 1276974 h 1909805"/>
                      <a:gd name="connsiteX299" fmla="*/ 523500 w 719947"/>
                      <a:gd name="connsiteY299" fmla="*/ 1267818 h 1909805"/>
                      <a:gd name="connsiteX300" fmla="*/ 535887 w 719947"/>
                      <a:gd name="connsiteY300" fmla="*/ 1250045 h 1909805"/>
                      <a:gd name="connsiteX301" fmla="*/ 541812 w 719947"/>
                      <a:gd name="connsiteY301" fmla="*/ 1241428 h 1909805"/>
                      <a:gd name="connsiteX302" fmla="*/ 561739 w 719947"/>
                      <a:gd name="connsiteY302" fmla="*/ 1214499 h 1909805"/>
                      <a:gd name="connsiteX303" fmla="*/ 577358 w 719947"/>
                      <a:gd name="connsiteY303" fmla="*/ 1192955 h 1909805"/>
                      <a:gd name="connsiteX304" fmla="*/ 582206 w 719947"/>
                      <a:gd name="connsiteY304" fmla="*/ 1185954 h 1909805"/>
                      <a:gd name="connsiteX305" fmla="*/ 588668 w 719947"/>
                      <a:gd name="connsiteY305" fmla="*/ 1176260 h 1909805"/>
                      <a:gd name="connsiteX306" fmla="*/ 592977 w 719947"/>
                      <a:gd name="connsiteY306" fmla="*/ 1169258 h 1909805"/>
                      <a:gd name="connsiteX307" fmla="*/ 596747 w 719947"/>
                      <a:gd name="connsiteY307" fmla="*/ 1163334 h 1909805"/>
                      <a:gd name="connsiteX308" fmla="*/ 610750 w 719947"/>
                      <a:gd name="connsiteY308" fmla="*/ 1139636 h 1909805"/>
                      <a:gd name="connsiteX309" fmla="*/ 611827 w 719947"/>
                      <a:gd name="connsiteY309" fmla="*/ 1137482 h 1909805"/>
                      <a:gd name="connsiteX310" fmla="*/ 624215 w 719947"/>
                      <a:gd name="connsiteY310" fmla="*/ 1114323 h 1909805"/>
                      <a:gd name="connsiteX311" fmla="*/ 627985 w 719947"/>
                      <a:gd name="connsiteY311" fmla="*/ 1107321 h 1909805"/>
                      <a:gd name="connsiteX312" fmla="*/ 631216 w 719947"/>
                      <a:gd name="connsiteY312" fmla="*/ 1100858 h 1909805"/>
                      <a:gd name="connsiteX313" fmla="*/ 640372 w 719947"/>
                      <a:gd name="connsiteY313" fmla="*/ 1081469 h 1909805"/>
                      <a:gd name="connsiteX314" fmla="*/ 640911 w 719947"/>
                      <a:gd name="connsiteY314" fmla="*/ 1079854 h 1909805"/>
                      <a:gd name="connsiteX315" fmla="*/ 652221 w 719947"/>
                      <a:gd name="connsiteY315" fmla="*/ 1052925 h 1909805"/>
                      <a:gd name="connsiteX316" fmla="*/ 654375 w 719947"/>
                      <a:gd name="connsiteY316" fmla="*/ 1047000 h 1909805"/>
                      <a:gd name="connsiteX317" fmla="*/ 664070 w 719947"/>
                      <a:gd name="connsiteY317" fmla="*/ 1021687 h 1909805"/>
                      <a:gd name="connsiteX318" fmla="*/ 665147 w 719947"/>
                      <a:gd name="connsiteY318" fmla="*/ 1017917 h 1909805"/>
                      <a:gd name="connsiteX319" fmla="*/ 667301 w 719947"/>
                      <a:gd name="connsiteY319" fmla="*/ 1012531 h 1909805"/>
                      <a:gd name="connsiteX320" fmla="*/ 676457 w 719947"/>
                      <a:gd name="connsiteY320" fmla="*/ 983448 h 1909805"/>
                      <a:gd name="connsiteX321" fmla="*/ 677534 w 719947"/>
                      <a:gd name="connsiteY321" fmla="*/ 979678 h 1909805"/>
                      <a:gd name="connsiteX322" fmla="*/ 686690 w 719947"/>
                      <a:gd name="connsiteY322" fmla="*/ 947363 h 1909805"/>
                      <a:gd name="connsiteX323" fmla="*/ 688306 w 719947"/>
                      <a:gd name="connsiteY323" fmla="*/ 940361 h 1909805"/>
                      <a:gd name="connsiteX324" fmla="*/ 690460 w 719947"/>
                      <a:gd name="connsiteY324" fmla="*/ 932282 h 1909805"/>
                      <a:gd name="connsiteX325" fmla="*/ 696384 w 719947"/>
                      <a:gd name="connsiteY325" fmla="*/ 905892 h 1909805"/>
                      <a:gd name="connsiteX326" fmla="*/ 696923 w 719947"/>
                      <a:gd name="connsiteY326" fmla="*/ 903199 h 1909805"/>
                      <a:gd name="connsiteX327" fmla="*/ 703386 w 719947"/>
                      <a:gd name="connsiteY327" fmla="*/ 869269 h 1909805"/>
                      <a:gd name="connsiteX328" fmla="*/ 705002 w 719947"/>
                      <a:gd name="connsiteY328" fmla="*/ 860113 h 1909805"/>
                      <a:gd name="connsiteX329" fmla="*/ 710388 w 719947"/>
                      <a:gd name="connsiteY329" fmla="*/ 824028 h 1909805"/>
                      <a:gd name="connsiteX330" fmla="*/ 710388 w 719947"/>
                      <a:gd name="connsiteY330" fmla="*/ 822412 h 1909805"/>
                      <a:gd name="connsiteX331" fmla="*/ 710926 w 719947"/>
                      <a:gd name="connsiteY331" fmla="*/ 816488 h 1909805"/>
                      <a:gd name="connsiteX332" fmla="*/ 714696 w 719947"/>
                      <a:gd name="connsiteY332" fmla="*/ 782019 h 1909805"/>
                      <a:gd name="connsiteX333" fmla="*/ 715773 w 719947"/>
                      <a:gd name="connsiteY333" fmla="*/ 768554 h 1909805"/>
                      <a:gd name="connsiteX334" fmla="*/ 717928 w 719947"/>
                      <a:gd name="connsiteY334" fmla="*/ 738394 h 1909805"/>
                      <a:gd name="connsiteX335" fmla="*/ 718466 w 719947"/>
                      <a:gd name="connsiteY335" fmla="*/ 724929 h 1909805"/>
                      <a:gd name="connsiteX336" fmla="*/ 719544 w 719947"/>
                      <a:gd name="connsiteY336" fmla="*/ 685613 h 1909805"/>
                      <a:gd name="connsiteX337" fmla="*/ 719544 w 719947"/>
                      <a:gd name="connsiteY337" fmla="*/ 680227 h 1909805"/>
                      <a:gd name="connsiteX338" fmla="*/ 719544 w 719947"/>
                      <a:gd name="connsiteY338" fmla="*/ 679150 h 1909805"/>
                      <a:gd name="connsiteX339" fmla="*/ 719544 w 719947"/>
                      <a:gd name="connsiteY339" fmla="*/ 633370 h 1909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Lst>
                    <a:rect l="l" t="t" r="r" b="b"/>
                    <a:pathLst>
                      <a:path w="719947" h="1909805">
                        <a:moveTo>
                          <a:pt x="719544" y="633370"/>
                        </a:moveTo>
                        <a:cubicBezTo>
                          <a:pt x="719544" y="622060"/>
                          <a:pt x="718466" y="610750"/>
                          <a:pt x="717928" y="599979"/>
                        </a:cubicBezTo>
                        <a:cubicBezTo>
                          <a:pt x="717928" y="597286"/>
                          <a:pt x="717389" y="594054"/>
                          <a:pt x="717389" y="591361"/>
                        </a:cubicBezTo>
                        <a:cubicBezTo>
                          <a:pt x="716312" y="580590"/>
                          <a:pt x="715235" y="570357"/>
                          <a:pt x="714158" y="559585"/>
                        </a:cubicBezTo>
                        <a:cubicBezTo>
                          <a:pt x="714158" y="559046"/>
                          <a:pt x="714158" y="558508"/>
                          <a:pt x="714158" y="557969"/>
                        </a:cubicBezTo>
                        <a:cubicBezTo>
                          <a:pt x="714158" y="557969"/>
                          <a:pt x="714158" y="557969"/>
                          <a:pt x="714158" y="557431"/>
                        </a:cubicBezTo>
                        <a:cubicBezTo>
                          <a:pt x="712542" y="546121"/>
                          <a:pt x="710926" y="535349"/>
                          <a:pt x="708772" y="524577"/>
                        </a:cubicBezTo>
                        <a:cubicBezTo>
                          <a:pt x="708233" y="521884"/>
                          <a:pt x="707695" y="519192"/>
                          <a:pt x="707156" y="516499"/>
                        </a:cubicBezTo>
                        <a:cubicBezTo>
                          <a:pt x="705002" y="506266"/>
                          <a:pt x="702847" y="496032"/>
                          <a:pt x="700693" y="486338"/>
                        </a:cubicBezTo>
                        <a:cubicBezTo>
                          <a:pt x="700693" y="485261"/>
                          <a:pt x="700154" y="484722"/>
                          <a:pt x="700154" y="483645"/>
                        </a:cubicBezTo>
                        <a:cubicBezTo>
                          <a:pt x="697462" y="472873"/>
                          <a:pt x="694769" y="462102"/>
                          <a:pt x="691537" y="451869"/>
                        </a:cubicBezTo>
                        <a:cubicBezTo>
                          <a:pt x="690999" y="449176"/>
                          <a:pt x="689922" y="446483"/>
                          <a:pt x="689383" y="443790"/>
                        </a:cubicBezTo>
                        <a:cubicBezTo>
                          <a:pt x="686690" y="434096"/>
                          <a:pt x="683459" y="424401"/>
                          <a:pt x="680227" y="415245"/>
                        </a:cubicBezTo>
                        <a:cubicBezTo>
                          <a:pt x="679688" y="414168"/>
                          <a:pt x="679688" y="413630"/>
                          <a:pt x="679150" y="412553"/>
                        </a:cubicBezTo>
                        <a:cubicBezTo>
                          <a:pt x="679150" y="412014"/>
                          <a:pt x="679150" y="412014"/>
                          <a:pt x="678611" y="411475"/>
                        </a:cubicBezTo>
                        <a:cubicBezTo>
                          <a:pt x="676996" y="406628"/>
                          <a:pt x="674841" y="401781"/>
                          <a:pt x="673225" y="396934"/>
                        </a:cubicBezTo>
                        <a:cubicBezTo>
                          <a:pt x="672148" y="393702"/>
                          <a:pt x="671071" y="390471"/>
                          <a:pt x="669455" y="387239"/>
                        </a:cubicBezTo>
                        <a:cubicBezTo>
                          <a:pt x="667301" y="381853"/>
                          <a:pt x="665147" y="377006"/>
                          <a:pt x="662993" y="371620"/>
                        </a:cubicBezTo>
                        <a:cubicBezTo>
                          <a:pt x="661915" y="368928"/>
                          <a:pt x="660838" y="366235"/>
                          <a:pt x="659761" y="363542"/>
                        </a:cubicBezTo>
                        <a:cubicBezTo>
                          <a:pt x="656530" y="356540"/>
                          <a:pt x="653298" y="349539"/>
                          <a:pt x="650067" y="343076"/>
                        </a:cubicBezTo>
                        <a:cubicBezTo>
                          <a:pt x="649528" y="342537"/>
                          <a:pt x="649528" y="341460"/>
                          <a:pt x="648989" y="340921"/>
                        </a:cubicBezTo>
                        <a:cubicBezTo>
                          <a:pt x="645219" y="333381"/>
                          <a:pt x="641449" y="325841"/>
                          <a:pt x="637140" y="318301"/>
                        </a:cubicBezTo>
                        <a:cubicBezTo>
                          <a:pt x="636064" y="316147"/>
                          <a:pt x="634448" y="313992"/>
                          <a:pt x="633371" y="311299"/>
                        </a:cubicBezTo>
                        <a:cubicBezTo>
                          <a:pt x="630678" y="306452"/>
                          <a:pt x="627985" y="301066"/>
                          <a:pt x="624753" y="296219"/>
                        </a:cubicBezTo>
                        <a:cubicBezTo>
                          <a:pt x="623138" y="293526"/>
                          <a:pt x="621522" y="290833"/>
                          <a:pt x="619367" y="287602"/>
                        </a:cubicBezTo>
                        <a:cubicBezTo>
                          <a:pt x="616675" y="283293"/>
                          <a:pt x="613982" y="278985"/>
                          <a:pt x="611289" y="274676"/>
                        </a:cubicBezTo>
                        <a:cubicBezTo>
                          <a:pt x="609135" y="271444"/>
                          <a:pt x="607519" y="268752"/>
                          <a:pt x="605364" y="266059"/>
                        </a:cubicBezTo>
                        <a:cubicBezTo>
                          <a:pt x="602672" y="262289"/>
                          <a:pt x="599979" y="257980"/>
                          <a:pt x="597286" y="254210"/>
                        </a:cubicBezTo>
                        <a:cubicBezTo>
                          <a:pt x="595131" y="250978"/>
                          <a:pt x="592977" y="248286"/>
                          <a:pt x="590823" y="245054"/>
                        </a:cubicBezTo>
                        <a:cubicBezTo>
                          <a:pt x="588130" y="241284"/>
                          <a:pt x="585437" y="237514"/>
                          <a:pt x="582206" y="233744"/>
                        </a:cubicBezTo>
                        <a:cubicBezTo>
                          <a:pt x="581667" y="233205"/>
                          <a:pt x="581667" y="233205"/>
                          <a:pt x="581128" y="232667"/>
                        </a:cubicBezTo>
                        <a:cubicBezTo>
                          <a:pt x="580051" y="231590"/>
                          <a:pt x="578974" y="229974"/>
                          <a:pt x="577897" y="228897"/>
                        </a:cubicBezTo>
                        <a:cubicBezTo>
                          <a:pt x="573050" y="222972"/>
                          <a:pt x="568202" y="217048"/>
                          <a:pt x="563355" y="211124"/>
                        </a:cubicBezTo>
                        <a:cubicBezTo>
                          <a:pt x="561201" y="208969"/>
                          <a:pt x="559046" y="206276"/>
                          <a:pt x="556892" y="204122"/>
                        </a:cubicBezTo>
                        <a:cubicBezTo>
                          <a:pt x="552045" y="198736"/>
                          <a:pt x="547736" y="193889"/>
                          <a:pt x="542889" y="188503"/>
                        </a:cubicBezTo>
                        <a:cubicBezTo>
                          <a:pt x="540735" y="186349"/>
                          <a:pt x="538580" y="184195"/>
                          <a:pt x="536426" y="182040"/>
                        </a:cubicBezTo>
                        <a:cubicBezTo>
                          <a:pt x="529963" y="175039"/>
                          <a:pt x="522962" y="168576"/>
                          <a:pt x="516499" y="162113"/>
                        </a:cubicBezTo>
                        <a:cubicBezTo>
                          <a:pt x="516499" y="162113"/>
                          <a:pt x="515960" y="161574"/>
                          <a:pt x="515960" y="161574"/>
                        </a:cubicBezTo>
                        <a:cubicBezTo>
                          <a:pt x="508958" y="155111"/>
                          <a:pt x="501418" y="148648"/>
                          <a:pt x="493878" y="142185"/>
                        </a:cubicBezTo>
                        <a:cubicBezTo>
                          <a:pt x="493340" y="141647"/>
                          <a:pt x="492263" y="141108"/>
                          <a:pt x="491724" y="140031"/>
                        </a:cubicBezTo>
                        <a:cubicBezTo>
                          <a:pt x="490647" y="138954"/>
                          <a:pt x="489570" y="138415"/>
                          <a:pt x="488492" y="137338"/>
                        </a:cubicBezTo>
                        <a:cubicBezTo>
                          <a:pt x="479875" y="130337"/>
                          <a:pt x="470719" y="122796"/>
                          <a:pt x="461563" y="116333"/>
                        </a:cubicBezTo>
                        <a:cubicBezTo>
                          <a:pt x="460486" y="115795"/>
                          <a:pt x="459948" y="114718"/>
                          <a:pt x="458871" y="114179"/>
                        </a:cubicBezTo>
                        <a:cubicBezTo>
                          <a:pt x="449176" y="107177"/>
                          <a:pt x="438943" y="100176"/>
                          <a:pt x="428710" y="93713"/>
                        </a:cubicBezTo>
                        <a:cubicBezTo>
                          <a:pt x="427633" y="93174"/>
                          <a:pt x="426556" y="92097"/>
                          <a:pt x="425478" y="91559"/>
                        </a:cubicBezTo>
                        <a:cubicBezTo>
                          <a:pt x="424401" y="91020"/>
                          <a:pt x="422786" y="89943"/>
                          <a:pt x="421708" y="89404"/>
                        </a:cubicBezTo>
                        <a:cubicBezTo>
                          <a:pt x="414168" y="85096"/>
                          <a:pt x="407167" y="80787"/>
                          <a:pt x="399627" y="76478"/>
                        </a:cubicBezTo>
                        <a:cubicBezTo>
                          <a:pt x="398011" y="75401"/>
                          <a:pt x="396395" y="74324"/>
                          <a:pt x="394779" y="73786"/>
                        </a:cubicBezTo>
                        <a:cubicBezTo>
                          <a:pt x="385624" y="68938"/>
                          <a:pt x="376468" y="64091"/>
                          <a:pt x="366773" y="59782"/>
                        </a:cubicBezTo>
                        <a:cubicBezTo>
                          <a:pt x="366235" y="59244"/>
                          <a:pt x="365157" y="59244"/>
                          <a:pt x="364619" y="58705"/>
                        </a:cubicBezTo>
                        <a:cubicBezTo>
                          <a:pt x="362465" y="57628"/>
                          <a:pt x="360849" y="57090"/>
                          <a:pt x="358695" y="56012"/>
                        </a:cubicBezTo>
                        <a:cubicBezTo>
                          <a:pt x="352232" y="53319"/>
                          <a:pt x="345769" y="50088"/>
                          <a:pt x="338767" y="47395"/>
                        </a:cubicBezTo>
                        <a:cubicBezTo>
                          <a:pt x="335535" y="46318"/>
                          <a:pt x="332304" y="44702"/>
                          <a:pt x="329073" y="43625"/>
                        </a:cubicBezTo>
                        <a:cubicBezTo>
                          <a:pt x="322610" y="40932"/>
                          <a:pt x="315608" y="38778"/>
                          <a:pt x="308606" y="36085"/>
                        </a:cubicBezTo>
                        <a:cubicBezTo>
                          <a:pt x="306452" y="35546"/>
                          <a:pt x="304298" y="34469"/>
                          <a:pt x="302144" y="33930"/>
                        </a:cubicBezTo>
                        <a:cubicBezTo>
                          <a:pt x="301067" y="33392"/>
                          <a:pt x="299989" y="33392"/>
                          <a:pt x="299451" y="32853"/>
                        </a:cubicBezTo>
                        <a:cubicBezTo>
                          <a:pt x="289756" y="29622"/>
                          <a:pt x="279523" y="26390"/>
                          <a:pt x="269829" y="23698"/>
                        </a:cubicBezTo>
                        <a:cubicBezTo>
                          <a:pt x="269829" y="23698"/>
                          <a:pt x="269829" y="23698"/>
                          <a:pt x="269829" y="23698"/>
                        </a:cubicBezTo>
                        <a:lnTo>
                          <a:pt x="182040" y="0"/>
                        </a:lnTo>
                        <a:cubicBezTo>
                          <a:pt x="192273" y="2693"/>
                          <a:pt x="201968" y="5924"/>
                          <a:pt x="212201" y="9156"/>
                        </a:cubicBezTo>
                        <a:cubicBezTo>
                          <a:pt x="215432" y="10233"/>
                          <a:pt x="218125" y="11310"/>
                          <a:pt x="221357" y="12387"/>
                        </a:cubicBezTo>
                        <a:cubicBezTo>
                          <a:pt x="228358" y="14542"/>
                          <a:pt x="234821" y="17235"/>
                          <a:pt x="241823" y="19928"/>
                        </a:cubicBezTo>
                        <a:cubicBezTo>
                          <a:pt x="245054" y="21005"/>
                          <a:pt x="248286" y="22620"/>
                          <a:pt x="251517" y="23698"/>
                        </a:cubicBezTo>
                        <a:cubicBezTo>
                          <a:pt x="257980" y="26390"/>
                          <a:pt x="264982" y="29083"/>
                          <a:pt x="271445" y="32315"/>
                        </a:cubicBezTo>
                        <a:cubicBezTo>
                          <a:pt x="274138" y="33392"/>
                          <a:pt x="276830" y="34469"/>
                          <a:pt x="279523" y="36085"/>
                        </a:cubicBezTo>
                        <a:cubicBezTo>
                          <a:pt x="289218" y="40394"/>
                          <a:pt x="298374" y="45241"/>
                          <a:pt x="307530" y="50088"/>
                        </a:cubicBezTo>
                        <a:cubicBezTo>
                          <a:pt x="309145" y="51165"/>
                          <a:pt x="310761" y="52242"/>
                          <a:pt x="312377" y="52781"/>
                        </a:cubicBezTo>
                        <a:cubicBezTo>
                          <a:pt x="319917" y="57090"/>
                          <a:pt x="327457" y="61398"/>
                          <a:pt x="334459" y="65707"/>
                        </a:cubicBezTo>
                        <a:cubicBezTo>
                          <a:pt x="337151" y="67323"/>
                          <a:pt x="339306" y="68938"/>
                          <a:pt x="341999" y="70015"/>
                        </a:cubicBezTo>
                        <a:cubicBezTo>
                          <a:pt x="352232" y="76478"/>
                          <a:pt x="362465" y="83480"/>
                          <a:pt x="372159" y="90481"/>
                        </a:cubicBezTo>
                        <a:cubicBezTo>
                          <a:pt x="373236" y="91020"/>
                          <a:pt x="373775" y="92097"/>
                          <a:pt x="374852" y="92636"/>
                        </a:cubicBezTo>
                        <a:cubicBezTo>
                          <a:pt x="384008" y="99637"/>
                          <a:pt x="393164" y="106639"/>
                          <a:pt x="401781" y="113640"/>
                        </a:cubicBezTo>
                        <a:cubicBezTo>
                          <a:pt x="403397" y="115256"/>
                          <a:pt x="405551" y="116872"/>
                          <a:pt x="407167" y="117949"/>
                        </a:cubicBezTo>
                        <a:cubicBezTo>
                          <a:pt x="414707" y="124412"/>
                          <a:pt x="422247" y="130875"/>
                          <a:pt x="429249" y="137338"/>
                        </a:cubicBezTo>
                        <a:cubicBezTo>
                          <a:pt x="429249" y="137338"/>
                          <a:pt x="429787" y="137877"/>
                          <a:pt x="429787" y="137877"/>
                        </a:cubicBezTo>
                        <a:cubicBezTo>
                          <a:pt x="436789" y="144339"/>
                          <a:pt x="443252" y="150802"/>
                          <a:pt x="449715" y="157804"/>
                        </a:cubicBezTo>
                        <a:cubicBezTo>
                          <a:pt x="451869" y="159958"/>
                          <a:pt x="454023" y="162113"/>
                          <a:pt x="456178" y="164267"/>
                        </a:cubicBezTo>
                        <a:cubicBezTo>
                          <a:pt x="461025" y="169114"/>
                          <a:pt x="465872" y="174500"/>
                          <a:pt x="470181" y="179886"/>
                        </a:cubicBezTo>
                        <a:cubicBezTo>
                          <a:pt x="472335" y="182040"/>
                          <a:pt x="474489" y="184733"/>
                          <a:pt x="476644" y="186887"/>
                        </a:cubicBezTo>
                        <a:cubicBezTo>
                          <a:pt x="481491" y="192812"/>
                          <a:pt x="486338" y="198736"/>
                          <a:pt x="491185" y="204661"/>
                        </a:cubicBezTo>
                        <a:cubicBezTo>
                          <a:pt x="492263" y="206276"/>
                          <a:pt x="493878" y="207892"/>
                          <a:pt x="494955" y="209508"/>
                        </a:cubicBezTo>
                        <a:cubicBezTo>
                          <a:pt x="497648" y="213278"/>
                          <a:pt x="500341" y="217048"/>
                          <a:pt x="503573" y="220818"/>
                        </a:cubicBezTo>
                        <a:cubicBezTo>
                          <a:pt x="505727" y="224049"/>
                          <a:pt x="507881" y="226742"/>
                          <a:pt x="510036" y="229974"/>
                        </a:cubicBezTo>
                        <a:cubicBezTo>
                          <a:pt x="512729" y="233744"/>
                          <a:pt x="515421" y="238053"/>
                          <a:pt x="518114" y="241823"/>
                        </a:cubicBezTo>
                        <a:cubicBezTo>
                          <a:pt x="520269" y="245054"/>
                          <a:pt x="522423" y="247747"/>
                          <a:pt x="524039" y="250978"/>
                        </a:cubicBezTo>
                        <a:cubicBezTo>
                          <a:pt x="526732" y="255287"/>
                          <a:pt x="529424" y="259596"/>
                          <a:pt x="532117" y="263904"/>
                        </a:cubicBezTo>
                        <a:cubicBezTo>
                          <a:pt x="533733" y="266597"/>
                          <a:pt x="535887" y="269290"/>
                          <a:pt x="537503" y="272522"/>
                        </a:cubicBezTo>
                        <a:cubicBezTo>
                          <a:pt x="540196" y="277369"/>
                          <a:pt x="543428" y="282216"/>
                          <a:pt x="546121" y="287602"/>
                        </a:cubicBezTo>
                        <a:cubicBezTo>
                          <a:pt x="547198" y="289756"/>
                          <a:pt x="548814" y="292449"/>
                          <a:pt x="549891" y="294604"/>
                        </a:cubicBezTo>
                        <a:cubicBezTo>
                          <a:pt x="553661" y="302144"/>
                          <a:pt x="557969" y="309684"/>
                          <a:pt x="561739" y="317224"/>
                        </a:cubicBezTo>
                        <a:cubicBezTo>
                          <a:pt x="562278" y="317762"/>
                          <a:pt x="562278" y="318301"/>
                          <a:pt x="562816" y="318840"/>
                        </a:cubicBezTo>
                        <a:cubicBezTo>
                          <a:pt x="566048" y="325841"/>
                          <a:pt x="569279" y="332843"/>
                          <a:pt x="572511" y="339844"/>
                        </a:cubicBezTo>
                        <a:cubicBezTo>
                          <a:pt x="573588" y="342537"/>
                          <a:pt x="574665" y="345230"/>
                          <a:pt x="575743" y="347923"/>
                        </a:cubicBezTo>
                        <a:cubicBezTo>
                          <a:pt x="577897" y="352770"/>
                          <a:pt x="580051" y="358156"/>
                          <a:pt x="582206" y="363003"/>
                        </a:cubicBezTo>
                        <a:cubicBezTo>
                          <a:pt x="583282" y="366235"/>
                          <a:pt x="584898" y="369466"/>
                          <a:pt x="585975" y="372698"/>
                        </a:cubicBezTo>
                        <a:cubicBezTo>
                          <a:pt x="587591" y="377545"/>
                          <a:pt x="589745" y="381853"/>
                          <a:pt x="591361" y="386701"/>
                        </a:cubicBezTo>
                        <a:cubicBezTo>
                          <a:pt x="591900" y="387778"/>
                          <a:pt x="591900" y="388855"/>
                          <a:pt x="592438" y="389932"/>
                        </a:cubicBezTo>
                        <a:cubicBezTo>
                          <a:pt x="595670" y="399627"/>
                          <a:pt x="598901" y="408782"/>
                          <a:pt x="601594" y="418477"/>
                        </a:cubicBezTo>
                        <a:cubicBezTo>
                          <a:pt x="602672" y="421170"/>
                          <a:pt x="603210" y="423863"/>
                          <a:pt x="603749" y="426556"/>
                        </a:cubicBezTo>
                        <a:cubicBezTo>
                          <a:pt x="606980" y="437327"/>
                          <a:pt x="609673" y="447560"/>
                          <a:pt x="612366" y="458332"/>
                        </a:cubicBezTo>
                        <a:cubicBezTo>
                          <a:pt x="612366" y="459409"/>
                          <a:pt x="612904" y="459948"/>
                          <a:pt x="612904" y="461025"/>
                        </a:cubicBezTo>
                        <a:cubicBezTo>
                          <a:pt x="615059" y="471258"/>
                          <a:pt x="617213" y="481491"/>
                          <a:pt x="619367" y="491185"/>
                        </a:cubicBezTo>
                        <a:cubicBezTo>
                          <a:pt x="619906" y="493878"/>
                          <a:pt x="620445" y="496571"/>
                          <a:pt x="620983" y="499802"/>
                        </a:cubicBezTo>
                        <a:cubicBezTo>
                          <a:pt x="623138" y="510574"/>
                          <a:pt x="624753" y="521884"/>
                          <a:pt x="626369" y="532656"/>
                        </a:cubicBezTo>
                        <a:cubicBezTo>
                          <a:pt x="626369" y="533195"/>
                          <a:pt x="626369" y="533733"/>
                          <a:pt x="626369" y="534272"/>
                        </a:cubicBezTo>
                        <a:cubicBezTo>
                          <a:pt x="627985" y="545043"/>
                          <a:pt x="628523" y="555276"/>
                          <a:pt x="629601" y="566048"/>
                        </a:cubicBezTo>
                        <a:cubicBezTo>
                          <a:pt x="629601" y="568741"/>
                          <a:pt x="630139" y="571972"/>
                          <a:pt x="630139" y="574665"/>
                        </a:cubicBezTo>
                        <a:cubicBezTo>
                          <a:pt x="630678" y="585975"/>
                          <a:pt x="631755" y="597286"/>
                          <a:pt x="631755" y="608057"/>
                        </a:cubicBezTo>
                        <a:cubicBezTo>
                          <a:pt x="632293" y="625292"/>
                          <a:pt x="632293" y="641988"/>
                          <a:pt x="632293" y="658145"/>
                        </a:cubicBezTo>
                        <a:cubicBezTo>
                          <a:pt x="632293" y="659761"/>
                          <a:pt x="632293" y="661915"/>
                          <a:pt x="632293" y="663531"/>
                        </a:cubicBezTo>
                        <a:cubicBezTo>
                          <a:pt x="632293" y="676996"/>
                          <a:pt x="631755" y="689921"/>
                          <a:pt x="631216" y="702309"/>
                        </a:cubicBezTo>
                        <a:cubicBezTo>
                          <a:pt x="631216" y="707156"/>
                          <a:pt x="630678" y="711465"/>
                          <a:pt x="630678" y="715773"/>
                        </a:cubicBezTo>
                        <a:cubicBezTo>
                          <a:pt x="630139" y="726006"/>
                          <a:pt x="629601" y="736239"/>
                          <a:pt x="628523" y="745934"/>
                        </a:cubicBezTo>
                        <a:cubicBezTo>
                          <a:pt x="627985" y="750242"/>
                          <a:pt x="627985" y="755090"/>
                          <a:pt x="627446" y="759398"/>
                        </a:cubicBezTo>
                        <a:cubicBezTo>
                          <a:pt x="626369" y="771247"/>
                          <a:pt x="625292" y="782557"/>
                          <a:pt x="623676" y="793868"/>
                        </a:cubicBezTo>
                        <a:cubicBezTo>
                          <a:pt x="623676" y="796022"/>
                          <a:pt x="623138" y="798176"/>
                          <a:pt x="623138" y="799792"/>
                        </a:cubicBezTo>
                        <a:cubicBezTo>
                          <a:pt x="621522" y="812718"/>
                          <a:pt x="619367" y="825105"/>
                          <a:pt x="617752" y="837492"/>
                        </a:cubicBezTo>
                        <a:cubicBezTo>
                          <a:pt x="617213" y="840724"/>
                          <a:pt x="616675" y="843417"/>
                          <a:pt x="616136" y="846648"/>
                        </a:cubicBezTo>
                        <a:cubicBezTo>
                          <a:pt x="613982" y="857958"/>
                          <a:pt x="611827" y="869269"/>
                          <a:pt x="609673" y="880579"/>
                        </a:cubicBezTo>
                        <a:cubicBezTo>
                          <a:pt x="609673" y="881656"/>
                          <a:pt x="609135" y="882195"/>
                          <a:pt x="609135" y="883272"/>
                        </a:cubicBezTo>
                        <a:cubicBezTo>
                          <a:pt x="606442" y="895121"/>
                          <a:pt x="603749" y="906431"/>
                          <a:pt x="601056" y="917741"/>
                        </a:cubicBezTo>
                        <a:cubicBezTo>
                          <a:pt x="600517" y="919895"/>
                          <a:pt x="599979" y="922588"/>
                          <a:pt x="599440" y="924743"/>
                        </a:cubicBezTo>
                        <a:cubicBezTo>
                          <a:pt x="596747" y="935514"/>
                          <a:pt x="593516" y="946824"/>
                          <a:pt x="590284" y="957057"/>
                        </a:cubicBezTo>
                        <a:cubicBezTo>
                          <a:pt x="589745" y="958135"/>
                          <a:pt x="589745" y="959750"/>
                          <a:pt x="589207" y="960827"/>
                        </a:cubicBezTo>
                        <a:cubicBezTo>
                          <a:pt x="585975" y="970522"/>
                          <a:pt x="583282" y="980216"/>
                          <a:pt x="580051" y="989372"/>
                        </a:cubicBezTo>
                        <a:cubicBezTo>
                          <a:pt x="579513" y="990988"/>
                          <a:pt x="578974" y="993142"/>
                          <a:pt x="577897" y="994758"/>
                        </a:cubicBezTo>
                        <a:cubicBezTo>
                          <a:pt x="574665" y="1004452"/>
                          <a:pt x="570895" y="1014147"/>
                          <a:pt x="567125" y="1023841"/>
                        </a:cubicBezTo>
                        <a:cubicBezTo>
                          <a:pt x="566587" y="1025996"/>
                          <a:pt x="565509" y="1027611"/>
                          <a:pt x="564971" y="1029766"/>
                        </a:cubicBezTo>
                        <a:cubicBezTo>
                          <a:pt x="561201" y="1038922"/>
                          <a:pt x="557431" y="1048077"/>
                          <a:pt x="553661" y="1056695"/>
                        </a:cubicBezTo>
                        <a:cubicBezTo>
                          <a:pt x="553661" y="1057233"/>
                          <a:pt x="553122" y="1057772"/>
                          <a:pt x="553122" y="1058310"/>
                        </a:cubicBezTo>
                        <a:cubicBezTo>
                          <a:pt x="548814" y="1067466"/>
                          <a:pt x="545043" y="1076083"/>
                          <a:pt x="540735" y="1084162"/>
                        </a:cubicBezTo>
                        <a:cubicBezTo>
                          <a:pt x="539658" y="1086317"/>
                          <a:pt x="538580" y="1089010"/>
                          <a:pt x="536965" y="1091164"/>
                        </a:cubicBezTo>
                        <a:cubicBezTo>
                          <a:pt x="532656" y="1099242"/>
                          <a:pt x="528886" y="1106783"/>
                          <a:pt x="524577" y="1114323"/>
                        </a:cubicBezTo>
                        <a:cubicBezTo>
                          <a:pt x="524039" y="1114861"/>
                          <a:pt x="524039" y="1115939"/>
                          <a:pt x="523500" y="1116477"/>
                        </a:cubicBezTo>
                        <a:cubicBezTo>
                          <a:pt x="518653" y="1124556"/>
                          <a:pt x="514344" y="1132634"/>
                          <a:pt x="509497" y="1140175"/>
                        </a:cubicBezTo>
                        <a:cubicBezTo>
                          <a:pt x="508420" y="1142329"/>
                          <a:pt x="506804" y="1144483"/>
                          <a:pt x="505727" y="1146099"/>
                        </a:cubicBezTo>
                        <a:cubicBezTo>
                          <a:pt x="501957" y="1152024"/>
                          <a:pt x="498187" y="1157409"/>
                          <a:pt x="494417" y="1163334"/>
                        </a:cubicBezTo>
                        <a:cubicBezTo>
                          <a:pt x="492801" y="1165488"/>
                          <a:pt x="491185" y="1168181"/>
                          <a:pt x="489570" y="1170335"/>
                        </a:cubicBezTo>
                        <a:cubicBezTo>
                          <a:pt x="484722" y="1177875"/>
                          <a:pt x="479337" y="1184877"/>
                          <a:pt x="473951" y="1191878"/>
                        </a:cubicBezTo>
                        <a:cubicBezTo>
                          <a:pt x="466949" y="1201034"/>
                          <a:pt x="460486" y="1209651"/>
                          <a:pt x="454023" y="1218807"/>
                        </a:cubicBezTo>
                        <a:cubicBezTo>
                          <a:pt x="451869" y="1221500"/>
                          <a:pt x="450253" y="1224193"/>
                          <a:pt x="448099" y="1227425"/>
                        </a:cubicBezTo>
                        <a:cubicBezTo>
                          <a:pt x="443790" y="1233349"/>
                          <a:pt x="439482" y="1239273"/>
                          <a:pt x="435712" y="1245198"/>
                        </a:cubicBezTo>
                        <a:cubicBezTo>
                          <a:pt x="433557" y="1248429"/>
                          <a:pt x="431403" y="1251661"/>
                          <a:pt x="429249" y="1254354"/>
                        </a:cubicBezTo>
                        <a:cubicBezTo>
                          <a:pt x="425478" y="1259740"/>
                          <a:pt x="421708" y="1265125"/>
                          <a:pt x="417939" y="1270511"/>
                        </a:cubicBezTo>
                        <a:cubicBezTo>
                          <a:pt x="415784" y="1273743"/>
                          <a:pt x="413630" y="1276435"/>
                          <a:pt x="411476" y="1279667"/>
                        </a:cubicBezTo>
                        <a:cubicBezTo>
                          <a:pt x="407705" y="1285053"/>
                          <a:pt x="403935" y="1290977"/>
                          <a:pt x="400704" y="1296363"/>
                        </a:cubicBezTo>
                        <a:cubicBezTo>
                          <a:pt x="399627" y="1298517"/>
                          <a:pt x="398011" y="1300133"/>
                          <a:pt x="396934" y="1302287"/>
                        </a:cubicBezTo>
                        <a:cubicBezTo>
                          <a:pt x="396395" y="1302826"/>
                          <a:pt x="396395" y="1303364"/>
                          <a:pt x="395857" y="1303903"/>
                        </a:cubicBezTo>
                        <a:cubicBezTo>
                          <a:pt x="389932" y="1313059"/>
                          <a:pt x="384546" y="1321676"/>
                          <a:pt x="379161" y="1330293"/>
                        </a:cubicBezTo>
                        <a:cubicBezTo>
                          <a:pt x="378083" y="1332448"/>
                          <a:pt x="377006" y="1334064"/>
                          <a:pt x="375391" y="1336218"/>
                        </a:cubicBezTo>
                        <a:cubicBezTo>
                          <a:pt x="371082" y="1343220"/>
                          <a:pt x="366773" y="1350221"/>
                          <a:pt x="363003" y="1357222"/>
                        </a:cubicBezTo>
                        <a:cubicBezTo>
                          <a:pt x="361926" y="1359377"/>
                          <a:pt x="360310" y="1361531"/>
                          <a:pt x="359233" y="1363686"/>
                        </a:cubicBezTo>
                        <a:cubicBezTo>
                          <a:pt x="354386" y="1372303"/>
                          <a:pt x="350077" y="1380381"/>
                          <a:pt x="345769" y="1388460"/>
                        </a:cubicBezTo>
                        <a:cubicBezTo>
                          <a:pt x="345230" y="1389537"/>
                          <a:pt x="344691" y="1390615"/>
                          <a:pt x="344153" y="1392230"/>
                        </a:cubicBezTo>
                        <a:cubicBezTo>
                          <a:pt x="340383" y="1399232"/>
                          <a:pt x="336613" y="1406233"/>
                          <a:pt x="333381" y="1413235"/>
                        </a:cubicBezTo>
                        <a:cubicBezTo>
                          <a:pt x="332843" y="1414312"/>
                          <a:pt x="332304" y="1415389"/>
                          <a:pt x="331766" y="1416466"/>
                        </a:cubicBezTo>
                        <a:cubicBezTo>
                          <a:pt x="331227" y="1418082"/>
                          <a:pt x="330688" y="1419159"/>
                          <a:pt x="329611" y="1420775"/>
                        </a:cubicBezTo>
                        <a:cubicBezTo>
                          <a:pt x="327996" y="1424007"/>
                          <a:pt x="326380" y="1427238"/>
                          <a:pt x="324764" y="1430469"/>
                        </a:cubicBezTo>
                        <a:cubicBezTo>
                          <a:pt x="323148" y="1433701"/>
                          <a:pt x="322071" y="1436394"/>
                          <a:pt x="320455" y="1439625"/>
                        </a:cubicBezTo>
                        <a:cubicBezTo>
                          <a:pt x="318840" y="1442857"/>
                          <a:pt x="317762" y="1446088"/>
                          <a:pt x="316147" y="1449320"/>
                        </a:cubicBezTo>
                        <a:cubicBezTo>
                          <a:pt x="315070" y="1452551"/>
                          <a:pt x="313454" y="1455244"/>
                          <a:pt x="312377" y="1458476"/>
                        </a:cubicBezTo>
                        <a:cubicBezTo>
                          <a:pt x="311299" y="1461707"/>
                          <a:pt x="309684" y="1464939"/>
                          <a:pt x="308606" y="1468170"/>
                        </a:cubicBezTo>
                        <a:cubicBezTo>
                          <a:pt x="307530" y="1470863"/>
                          <a:pt x="306452" y="1474094"/>
                          <a:pt x="305375" y="1476787"/>
                        </a:cubicBezTo>
                        <a:cubicBezTo>
                          <a:pt x="304298" y="1480019"/>
                          <a:pt x="303221" y="1483250"/>
                          <a:pt x="301605" y="1485943"/>
                        </a:cubicBezTo>
                        <a:cubicBezTo>
                          <a:pt x="301067" y="1487559"/>
                          <a:pt x="299989" y="1489713"/>
                          <a:pt x="299451" y="1491329"/>
                        </a:cubicBezTo>
                        <a:cubicBezTo>
                          <a:pt x="299451" y="1491868"/>
                          <a:pt x="298912" y="1492406"/>
                          <a:pt x="298912" y="1493483"/>
                        </a:cubicBezTo>
                        <a:cubicBezTo>
                          <a:pt x="295681" y="1503178"/>
                          <a:pt x="292449" y="1512334"/>
                          <a:pt x="289756" y="1522028"/>
                        </a:cubicBezTo>
                        <a:cubicBezTo>
                          <a:pt x="289218" y="1523644"/>
                          <a:pt x="288679" y="1525260"/>
                          <a:pt x="288140" y="1526875"/>
                        </a:cubicBezTo>
                        <a:cubicBezTo>
                          <a:pt x="285448" y="1536570"/>
                          <a:pt x="282755" y="1545726"/>
                          <a:pt x="280601" y="1555420"/>
                        </a:cubicBezTo>
                        <a:cubicBezTo>
                          <a:pt x="280601" y="1555959"/>
                          <a:pt x="280062" y="1556497"/>
                          <a:pt x="280062" y="1557036"/>
                        </a:cubicBezTo>
                        <a:cubicBezTo>
                          <a:pt x="280062" y="1557574"/>
                          <a:pt x="279523" y="1558652"/>
                          <a:pt x="279523" y="1559190"/>
                        </a:cubicBezTo>
                        <a:cubicBezTo>
                          <a:pt x="276830" y="1569962"/>
                          <a:pt x="274676" y="1580195"/>
                          <a:pt x="273060" y="1590966"/>
                        </a:cubicBezTo>
                        <a:cubicBezTo>
                          <a:pt x="273060" y="1592582"/>
                          <a:pt x="272522" y="1593659"/>
                          <a:pt x="272522" y="1595275"/>
                        </a:cubicBezTo>
                        <a:cubicBezTo>
                          <a:pt x="270367" y="1606047"/>
                          <a:pt x="268752" y="1616818"/>
                          <a:pt x="267675" y="1627590"/>
                        </a:cubicBezTo>
                        <a:cubicBezTo>
                          <a:pt x="267675" y="1628128"/>
                          <a:pt x="267675" y="1628667"/>
                          <a:pt x="267136" y="1629206"/>
                        </a:cubicBezTo>
                        <a:cubicBezTo>
                          <a:pt x="267136" y="1630283"/>
                          <a:pt x="267136" y="1631360"/>
                          <a:pt x="266597" y="1632437"/>
                        </a:cubicBezTo>
                        <a:cubicBezTo>
                          <a:pt x="265520" y="1640516"/>
                          <a:pt x="264982" y="1648056"/>
                          <a:pt x="263904" y="1656135"/>
                        </a:cubicBezTo>
                        <a:cubicBezTo>
                          <a:pt x="263904" y="1656673"/>
                          <a:pt x="263904" y="1657212"/>
                          <a:pt x="263904" y="1658289"/>
                        </a:cubicBezTo>
                        <a:cubicBezTo>
                          <a:pt x="263366" y="1666906"/>
                          <a:pt x="262289" y="1675523"/>
                          <a:pt x="261750" y="1684141"/>
                        </a:cubicBezTo>
                        <a:cubicBezTo>
                          <a:pt x="261750" y="1686295"/>
                          <a:pt x="261750" y="1688449"/>
                          <a:pt x="261211" y="1690065"/>
                        </a:cubicBezTo>
                        <a:cubicBezTo>
                          <a:pt x="260673" y="1698683"/>
                          <a:pt x="260134" y="1707838"/>
                          <a:pt x="260134" y="1716456"/>
                        </a:cubicBezTo>
                        <a:cubicBezTo>
                          <a:pt x="260134" y="1716994"/>
                          <a:pt x="260134" y="1717533"/>
                          <a:pt x="260134" y="1718610"/>
                        </a:cubicBezTo>
                        <a:cubicBezTo>
                          <a:pt x="259596" y="1727227"/>
                          <a:pt x="259596" y="1735844"/>
                          <a:pt x="259596" y="1745000"/>
                        </a:cubicBezTo>
                        <a:cubicBezTo>
                          <a:pt x="259596" y="1746078"/>
                          <a:pt x="259596" y="1747155"/>
                          <a:pt x="259596" y="1748232"/>
                        </a:cubicBezTo>
                        <a:cubicBezTo>
                          <a:pt x="259596" y="1749309"/>
                          <a:pt x="259596" y="1749848"/>
                          <a:pt x="259596" y="1750925"/>
                        </a:cubicBezTo>
                        <a:cubicBezTo>
                          <a:pt x="259596" y="1761158"/>
                          <a:pt x="259596" y="1771391"/>
                          <a:pt x="259596" y="1781624"/>
                        </a:cubicBezTo>
                        <a:cubicBezTo>
                          <a:pt x="259596" y="1783239"/>
                          <a:pt x="259596" y="1785394"/>
                          <a:pt x="259596" y="1787010"/>
                        </a:cubicBezTo>
                        <a:cubicBezTo>
                          <a:pt x="259596" y="1797781"/>
                          <a:pt x="260134" y="1809092"/>
                          <a:pt x="260134" y="1820402"/>
                        </a:cubicBezTo>
                        <a:cubicBezTo>
                          <a:pt x="260134" y="1822556"/>
                          <a:pt x="259596" y="1824172"/>
                          <a:pt x="259057" y="1826326"/>
                        </a:cubicBezTo>
                        <a:cubicBezTo>
                          <a:pt x="259057" y="1826326"/>
                          <a:pt x="259057" y="1826326"/>
                          <a:pt x="259057" y="1826326"/>
                        </a:cubicBezTo>
                        <a:cubicBezTo>
                          <a:pt x="258519" y="1827942"/>
                          <a:pt x="257441" y="1830096"/>
                          <a:pt x="256364" y="1831712"/>
                        </a:cubicBezTo>
                        <a:cubicBezTo>
                          <a:pt x="256364" y="1832250"/>
                          <a:pt x="255826" y="1832250"/>
                          <a:pt x="255826" y="1832789"/>
                        </a:cubicBezTo>
                        <a:cubicBezTo>
                          <a:pt x="254748" y="1833866"/>
                          <a:pt x="253672" y="1835482"/>
                          <a:pt x="252594" y="1836559"/>
                        </a:cubicBezTo>
                        <a:cubicBezTo>
                          <a:pt x="252056" y="1837097"/>
                          <a:pt x="251517" y="1837636"/>
                          <a:pt x="250440" y="1838175"/>
                        </a:cubicBezTo>
                        <a:cubicBezTo>
                          <a:pt x="248824" y="1839252"/>
                          <a:pt x="247747" y="1840868"/>
                          <a:pt x="246131" y="1841945"/>
                        </a:cubicBezTo>
                        <a:cubicBezTo>
                          <a:pt x="245593" y="1842483"/>
                          <a:pt x="245054" y="1843022"/>
                          <a:pt x="244516" y="1843560"/>
                        </a:cubicBezTo>
                        <a:cubicBezTo>
                          <a:pt x="242361" y="1845176"/>
                          <a:pt x="239668" y="1846792"/>
                          <a:pt x="236975" y="1848408"/>
                        </a:cubicBezTo>
                        <a:cubicBezTo>
                          <a:pt x="236437" y="1848946"/>
                          <a:pt x="235898" y="1848946"/>
                          <a:pt x="235360" y="1849485"/>
                        </a:cubicBezTo>
                        <a:cubicBezTo>
                          <a:pt x="233205" y="1850562"/>
                          <a:pt x="231051" y="1852178"/>
                          <a:pt x="228358" y="1853255"/>
                        </a:cubicBezTo>
                        <a:cubicBezTo>
                          <a:pt x="227281" y="1853794"/>
                          <a:pt x="226204" y="1854332"/>
                          <a:pt x="225127" y="1854871"/>
                        </a:cubicBezTo>
                        <a:cubicBezTo>
                          <a:pt x="222972" y="1855948"/>
                          <a:pt x="221357" y="1857025"/>
                          <a:pt x="219202" y="1857564"/>
                        </a:cubicBezTo>
                        <a:cubicBezTo>
                          <a:pt x="218125" y="1858102"/>
                          <a:pt x="216509" y="1858641"/>
                          <a:pt x="215432" y="1859179"/>
                        </a:cubicBezTo>
                        <a:cubicBezTo>
                          <a:pt x="213278" y="1860257"/>
                          <a:pt x="211124" y="1860795"/>
                          <a:pt x="208969" y="1861872"/>
                        </a:cubicBezTo>
                        <a:cubicBezTo>
                          <a:pt x="207892" y="1862411"/>
                          <a:pt x="206276" y="1862950"/>
                          <a:pt x="205199" y="1863488"/>
                        </a:cubicBezTo>
                        <a:cubicBezTo>
                          <a:pt x="203045" y="1864565"/>
                          <a:pt x="200890" y="1865104"/>
                          <a:pt x="198198" y="1866181"/>
                        </a:cubicBezTo>
                        <a:cubicBezTo>
                          <a:pt x="197121" y="1866719"/>
                          <a:pt x="196043" y="1867258"/>
                          <a:pt x="194428" y="1867258"/>
                        </a:cubicBezTo>
                        <a:cubicBezTo>
                          <a:pt x="191735" y="1868335"/>
                          <a:pt x="189042" y="1868874"/>
                          <a:pt x="185810" y="1869951"/>
                        </a:cubicBezTo>
                        <a:cubicBezTo>
                          <a:pt x="185272" y="1869951"/>
                          <a:pt x="184733" y="1870489"/>
                          <a:pt x="184195" y="1870489"/>
                        </a:cubicBezTo>
                        <a:cubicBezTo>
                          <a:pt x="180963" y="1871567"/>
                          <a:pt x="177193" y="1872644"/>
                          <a:pt x="173961" y="1873721"/>
                        </a:cubicBezTo>
                        <a:cubicBezTo>
                          <a:pt x="172884" y="1873721"/>
                          <a:pt x="172346" y="1874260"/>
                          <a:pt x="171268" y="1874260"/>
                        </a:cubicBezTo>
                        <a:cubicBezTo>
                          <a:pt x="169114" y="1874798"/>
                          <a:pt x="166421" y="1875337"/>
                          <a:pt x="164267" y="1875875"/>
                        </a:cubicBezTo>
                        <a:cubicBezTo>
                          <a:pt x="163190" y="1876414"/>
                          <a:pt x="162113" y="1876414"/>
                          <a:pt x="161036" y="1876952"/>
                        </a:cubicBezTo>
                        <a:cubicBezTo>
                          <a:pt x="158881" y="1877491"/>
                          <a:pt x="157266" y="1878030"/>
                          <a:pt x="155111" y="1878030"/>
                        </a:cubicBezTo>
                        <a:cubicBezTo>
                          <a:pt x="154034" y="1878030"/>
                          <a:pt x="152957" y="1878568"/>
                          <a:pt x="151880" y="1878568"/>
                        </a:cubicBezTo>
                        <a:cubicBezTo>
                          <a:pt x="150264" y="1879107"/>
                          <a:pt x="148648" y="1879107"/>
                          <a:pt x="146494" y="1879645"/>
                        </a:cubicBezTo>
                        <a:cubicBezTo>
                          <a:pt x="145417" y="1879645"/>
                          <a:pt x="144339" y="1880184"/>
                          <a:pt x="143801" y="1880184"/>
                        </a:cubicBezTo>
                        <a:cubicBezTo>
                          <a:pt x="142185" y="1880723"/>
                          <a:pt x="140570" y="1880723"/>
                          <a:pt x="138954" y="1880723"/>
                        </a:cubicBezTo>
                        <a:cubicBezTo>
                          <a:pt x="138415" y="1880723"/>
                          <a:pt x="137338" y="1880723"/>
                          <a:pt x="136800" y="1881261"/>
                        </a:cubicBezTo>
                        <a:cubicBezTo>
                          <a:pt x="134645" y="1881261"/>
                          <a:pt x="133029" y="1881800"/>
                          <a:pt x="131414" y="1881800"/>
                        </a:cubicBezTo>
                        <a:lnTo>
                          <a:pt x="0" y="1886108"/>
                        </a:lnTo>
                        <a:lnTo>
                          <a:pt x="87789" y="1909806"/>
                        </a:lnTo>
                        <a:lnTo>
                          <a:pt x="219202" y="1905497"/>
                        </a:lnTo>
                        <a:cubicBezTo>
                          <a:pt x="220818" y="1905497"/>
                          <a:pt x="222972" y="1905497"/>
                          <a:pt x="224588" y="1904959"/>
                        </a:cubicBezTo>
                        <a:cubicBezTo>
                          <a:pt x="225127" y="1904959"/>
                          <a:pt x="226204" y="1904959"/>
                          <a:pt x="226743" y="1904420"/>
                        </a:cubicBezTo>
                        <a:cubicBezTo>
                          <a:pt x="228358" y="1904420"/>
                          <a:pt x="229974" y="1903882"/>
                          <a:pt x="231590" y="1903882"/>
                        </a:cubicBezTo>
                        <a:cubicBezTo>
                          <a:pt x="232667" y="1903882"/>
                          <a:pt x="233744" y="1903343"/>
                          <a:pt x="234282" y="1903343"/>
                        </a:cubicBezTo>
                        <a:cubicBezTo>
                          <a:pt x="235898" y="1902804"/>
                          <a:pt x="237514" y="1902804"/>
                          <a:pt x="239668" y="1902266"/>
                        </a:cubicBezTo>
                        <a:cubicBezTo>
                          <a:pt x="240745" y="1902266"/>
                          <a:pt x="241823" y="1901727"/>
                          <a:pt x="242900" y="1901727"/>
                        </a:cubicBezTo>
                        <a:cubicBezTo>
                          <a:pt x="244516" y="1901189"/>
                          <a:pt x="246670" y="1900650"/>
                          <a:pt x="248824" y="1900650"/>
                        </a:cubicBezTo>
                        <a:cubicBezTo>
                          <a:pt x="249901" y="1900111"/>
                          <a:pt x="250979" y="1900111"/>
                          <a:pt x="252056" y="1899573"/>
                        </a:cubicBezTo>
                        <a:cubicBezTo>
                          <a:pt x="254210" y="1899034"/>
                          <a:pt x="256903" y="1898496"/>
                          <a:pt x="259057" y="1897957"/>
                        </a:cubicBezTo>
                        <a:cubicBezTo>
                          <a:pt x="260134" y="1897957"/>
                          <a:pt x="260673" y="1897418"/>
                          <a:pt x="261750" y="1897418"/>
                        </a:cubicBezTo>
                        <a:cubicBezTo>
                          <a:pt x="264982" y="1896341"/>
                          <a:pt x="268752" y="1895264"/>
                          <a:pt x="271983" y="1894187"/>
                        </a:cubicBezTo>
                        <a:cubicBezTo>
                          <a:pt x="272522" y="1894187"/>
                          <a:pt x="273060" y="1893648"/>
                          <a:pt x="274138" y="1893648"/>
                        </a:cubicBezTo>
                        <a:cubicBezTo>
                          <a:pt x="276830" y="1892571"/>
                          <a:pt x="279523" y="1892033"/>
                          <a:pt x="282216" y="1890955"/>
                        </a:cubicBezTo>
                        <a:cubicBezTo>
                          <a:pt x="283293" y="1890417"/>
                          <a:pt x="284370" y="1889879"/>
                          <a:pt x="285986" y="1889879"/>
                        </a:cubicBezTo>
                        <a:cubicBezTo>
                          <a:pt x="288140" y="1889340"/>
                          <a:pt x="290295" y="1888263"/>
                          <a:pt x="292449" y="1887186"/>
                        </a:cubicBezTo>
                        <a:cubicBezTo>
                          <a:pt x="293526" y="1886647"/>
                          <a:pt x="295142" y="1886108"/>
                          <a:pt x="296219" y="1885570"/>
                        </a:cubicBezTo>
                        <a:cubicBezTo>
                          <a:pt x="298374" y="1884493"/>
                          <a:pt x="300528" y="1883954"/>
                          <a:pt x="302682" y="1882877"/>
                        </a:cubicBezTo>
                        <a:cubicBezTo>
                          <a:pt x="303759" y="1882338"/>
                          <a:pt x="305375" y="1881800"/>
                          <a:pt x="306452" y="1881261"/>
                        </a:cubicBezTo>
                        <a:cubicBezTo>
                          <a:pt x="308606" y="1880184"/>
                          <a:pt x="310761" y="1879645"/>
                          <a:pt x="312377" y="1878568"/>
                        </a:cubicBezTo>
                        <a:cubicBezTo>
                          <a:pt x="313454" y="1878030"/>
                          <a:pt x="314531" y="1877491"/>
                          <a:pt x="315608" y="1876952"/>
                        </a:cubicBezTo>
                        <a:cubicBezTo>
                          <a:pt x="317762" y="1875875"/>
                          <a:pt x="320455" y="1874260"/>
                          <a:pt x="322610" y="1873182"/>
                        </a:cubicBezTo>
                        <a:cubicBezTo>
                          <a:pt x="323148" y="1872644"/>
                          <a:pt x="323687" y="1872644"/>
                          <a:pt x="324225" y="1872105"/>
                        </a:cubicBezTo>
                        <a:cubicBezTo>
                          <a:pt x="326918" y="1870489"/>
                          <a:pt x="329611" y="1868874"/>
                          <a:pt x="331766" y="1867258"/>
                        </a:cubicBezTo>
                        <a:cubicBezTo>
                          <a:pt x="332304" y="1866719"/>
                          <a:pt x="332843" y="1866181"/>
                          <a:pt x="333381" y="1865642"/>
                        </a:cubicBezTo>
                        <a:cubicBezTo>
                          <a:pt x="334997" y="1864565"/>
                          <a:pt x="336613" y="1862950"/>
                          <a:pt x="337690" y="1861872"/>
                        </a:cubicBezTo>
                        <a:cubicBezTo>
                          <a:pt x="338228" y="1861334"/>
                          <a:pt x="338767" y="1860795"/>
                          <a:pt x="339844" y="1860257"/>
                        </a:cubicBezTo>
                        <a:cubicBezTo>
                          <a:pt x="340383" y="1859718"/>
                          <a:pt x="341460" y="1858641"/>
                          <a:pt x="341999" y="1858102"/>
                        </a:cubicBezTo>
                        <a:cubicBezTo>
                          <a:pt x="342537" y="1857564"/>
                          <a:pt x="343076" y="1857025"/>
                          <a:pt x="343076" y="1856487"/>
                        </a:cubicBezTo>
                        <a:cubicBezTo>
                          <a:pt x="343076" y="1855948"/>
                          <a:pt x="343614" y="1855948"/>
                          <a:pt x="343614" y="1855409"/>
                        </a:cubicBezTo>
                        <a:cubicBezTo>
                          <a:pt x="343614" y="1854871"/>
                          <a:pt x="344153" y="1854871"/>
                          <a:pt x="344153" y="1854332"/>
                        </a:cubicBezTo>
                        <a:cubicBezTo>
                          <a:pt x="344691" y="1853255"/>
                          <a:pt x="345230" y="1852716"/>
                          <a:pt x="345769" y="1851639"/>
                        </a:cubicBezTo>
                        <a:cubicBezTo>
                          <a:pt x="346307" y="1851101"/>
                          <a:pt x="346307" y="1850562"/>
                          <a:pt x="346846" y="1849485"/>
                        </a:cubicBezTo>
                        <a:cubicBezTo>
                          <a:pt x="346846" y="1849485"/>
                          <a:pt x="346846" y="1849485"/>
                          <a:pt x="346846" y="1849485"/>
                        </a:cubicBezTo>
                        <a:cubicBezTo>
                          <a:pt x="346846" y="1849485"/>
                          <a:pt x="346846" y="1849485"/>
                          <a:pt x="346846" y="1849485"/>
                        </a:cubicBezTo>
                        <a:cubicBezTo>
                          <a:pt x="346846" y="1848946"/>
                          <a:pt x="347384" y="1848408"/>
                          <a:pt x="347384" y="1847869"/>
                        </a:cubicBezTo>
                        <a:cubicBezTo>
                          <a:pt x="347384" y="1847331"/>
                          <a:pt x="347384" y="1846792"/>
                          <a:pt x="347923" y="1846253"/>
                        </a:cubicBezTo>
                        <a:cubicBezTo>
                          <a:pt x="347923" y="1845715"/>
                          <a:pt x="347923" y="1845176"/>
                          <a:pt x="347923" y="1844638"/>
                        </a:cubicBezTo>
                        <a:cubicBezTo>
                          <a:pt x="347923" y="1844638"/>
                          <a:pt x="347923" y="1844099"/>
                          <a:pt x="347923" y="1844099"/>
                        </a:cubicBezTo>
                        <a:cubicBezTo>
                          <a:pt x="347923" y="1832789"/>
                          <a:pt x="347384" y="1822017"/>
                          <a:pt x="347384" y="1811246"/>
                        </a:cubicBezTo>
                        <a:cubicBezTo>
                          <a:pt x="347384" y="1809092"/>
                          <a:pt x="347384" y="1807475"/>
                          <a:pt x="347384" y="1805321"/>
                        </a:cubicBezTo>
                        <a:cubicBezTo>
                          <a:pt x="347384" y="1795088"/>
                          <a:pt x="347384" y="1784855"/>
                          <a:pt x="347384" y="1774622"/>
                        </a:cubicBezTo>
                        <a:cubicBezTo>
                          <a:pt x="347384" y="1772468"/>
                          <a:pt x="347384" y="1770314"/>
                          <a:pt x="347384" y="1768698"/>
                        </a:cubicBezTo>
                        <a:cubicBezTo>
                          <a:pt x="347384" y="1760080"/>
                          <a:pt x="347923" y="1750925"/>
                          <a:pt x="347923" y="1742846"/>
                        </a:cubicBezTo>
                        <a:cubicBezTo>
                          <a:pt x="347923" y="1742307"/>
                          <a:pt x="347923" y="1741769"/>
                          <a:pt x="347923" y="1740692"/>
                        </a:cubicBezTo>
                        <a:cubicBezTo>
                          <a:pt x="348462" y="1731536"/>
                          <a:pt x="348462" y="1722919"/>
                          <a:pt x="349000" y="1714301"/>
                        </a:cubicBezTo>
                        <a:cubicBezTo>
                          <a:pt x="349000" y="1712147"/>
                          <a:pt x="349000" y="1709993"/>
                          <a:pt x="349539" y="1708377"/>
                        </a:cubicBezTo>
                        <a:cubicBezTo>
                          <a:pt x="350077" y="1699759"/>
                          <a:pt x="350616" y="1691142"/>
                          <a:pt x="351693" y="1682525"/>
                        </a:cubicBezTo>
                        <a:cubicBezTo>
                          <a:pt x="351693" y="1681986"/>
                          <a:pt x="351693" y="1681448"/>
                          <a:pt x="351693" y="1680371"/>
                        </a:cubicBezTo>
                        <a:cubicBezTo>
                          <a:pt x="352232" y="1672292"/>
                          <a:pt x="353309" y="1664752"/>
                          <a:pt x="354386" y="1656673"/>
                        </a:cubicBezTo>
                        <a:cubicBezTo>
                          <a:pt x="354386" y="1655057"/>
                          <a:pt x="354925" y="1653442"/>
                          <a:pt x="354925" y="1651287"/>
                        </a:cubicBezTo>
                        <a:cubicBezTo>
                          <a:pt x="356540" y="1640516"/>
                          <a:pt x="358156" y="1629744"/>
                          <a:pt x="359772" y="1618972"/>
                        </a:cubicBezTo>
                        <a:cubicBezTo>
                          <a:pt x="359772" y="1617357"/>
                          <a:pt x="360310" y="1616279"/>
                          <a:pt x="360310" y="1614664"/>
                        </a:cubicBezTo>
                        <a:cubicBezTo>
                          <a:pt x="362465" y="1603892"/>
                          <a:pt x="364619" y="1593659"/>
                          <a:pt x="366773" y="1582888"/>
                        </a:cubicBezTo>
                        <a:cubicBezTo>
                          <a:pt x="367312" y="1581272"/>
                          <a:pt x="367312" y="1580195"/>
                          <a:pt x="367850" y="1578579"/>
                        </a:cubicBezTo>
                        <a:cubicBezTo>
                          <a:pt x="370005" y="1568884"/>
                          <a:pt x="372698" y="1559729"/>
                          <a:pt x="375391" y="1550034"/>
                        </a:cubicBezTo>
                        <a:cubicBezTo>
                          <a:pt x="375929" y="1548418"/>
                          <a:pt x="376468" y="1546803"/>
                          <a:pt x="377006" y="1545187"/>
                        </a:cubicBezTo>
                        <a:cubicBezTo>
                          <a:pt x="379699" y="1535492"/>
                          <a:pt x="382931" y="1526337"/>
                          <a:pt x="386162" y="1516642"/>
                        </a:cubicBezTo>
                        <a:cubicBezTo>
                          <a:pt x="387239" y="1513949"/>
                          <a:pt x="387778" y="1511795"/>
                          <a:pt x="388855" y="1509102"/>
                        </a:cubicBezTo>
                        <a:cubicBezTo>
                          <a:pt x="389932" y="1505871"/>
                          <a:pt x="391010" y="1502639"/>
                          <a:pt x="392625" y="1499408"/>
                        </a:cubicBezTo>
                        <a:cubicBezTo>
                          <a:pt x="393702" y="1496715"/>
                          <a:pt x="394779" y="1493483"/>
                          <a:pt x="395857" y="1490790"/>
                        </a:cubicBezTo>
                        <a:cubicBezTo>
                          <a:pt x="396934" y="1487559"/>
                          <a:pt x="398549" y="1484327"/>
                          <a:pt x="399627" y="1481096"/>
                        </a:cubicBezTo>
                        <a:cubicBezTo>
                          <a:pt x="400704" y="1477865"/>
                          <a:pt x="402320" y="1475172"/>
                          <a:pt x="403397" y="1471940"/>
                        </a:cubicBezTo>
                        <a:cubicBezTo>
                          <a:pt x="405012" y="1468709"/>
                          <a:pt x="406090" y="1465477"/>
                          <a:pt x="407705" y="1462246"/>
                        </a:cubicBezTo>
                        <a:cubicBezTo>
                          <a:pt x="409321" y="1459014"/>
                          <a:pt x="410398" y="1456321"/>
                          <a:pt x="412014" y="1453090"/>
                        </a:cubicBezTo>
                        <a:cubicBezTo>
                          <a:pt x="413630" y="1449858"/>
                          <a:pt x="415246" y="1446627"/>
                          <a:pt x="416861" y="1443395"/>
                        </a:cubicBezTo>
                        <a:cubicBezTo>
                          <a:pt x="417939" y="1440702"/>
                          <a:pt x="419554" y="1438010"/>
                          <a:pt x="420631" y="1435855"/>
                        </a:cubicBezTo>
                        <a:cubicBezTo>
                          <a:pt x="423863" y="1428854"/>
                          <a:pt x="427633" y="1421852"/>
                          <a:pt x="431403" y="1414851"/>
                        </a:cubicBezTo>
                        <a:cubicBezTo>
                          <a:pt x="431941" y="1413773"/>
                          <a:pt x="432480" y="1412696"/>
                          <a:pt x="433019" y="1411081"/>
                        </a:cubicBezTo>
                        <a:cubicBezTo>
                          <a:pt x="437327" y="1403002"/>
                          <a:pt x="442175" y="1394385"/>
                          <a:pt x="447022" y="1386306"/>
                        </a:cubicBezTo>
                        <a:cubicBezTo>
                          <a:pt x="448099" y="1384151"/>
                          <a:pt x="449715" y="1381997"/>
                          <a:pt x="450792" y="1379843"/>
                        </a:cubicBezTo>
                        <a:cubicBezTo>
                          <a:pt x="454562" y="1372841"/>
                          <a:pt x="458871" y="1365840"/>
                          <a:pt x="463179" y="1358838"/>
                        </a:cubicBezTo>
                        <a:cubicBezTo>
                          <a:pt x="464256" y="1356684"/>
                          <a:pt x="465334" y="1355068"/>
                          <a:pt x="466949" y="1352914"/>
                        </a:cubicBezTo>
                        <a:cubicBezTo>
                          <a:pt x="472335" y="1344296"/>
                          <a:pt x="477721" y="1335141"/>
                          <a:pt x="483645" y="1326523"/>
                        </a:cubicBezTo>
                        <a:cubicBezTo>
                          <a:pt x="485261" y="1323830"/>
                          <a:pt x="486877" y="1321676"/>
                          <a:pt x="488492" y="1318983"/>
                        </a:cubicBezTo>
                        <a:cubicBezTo>
                          <a:pt x="492263" y="1313598"/>
                          <a:pt x="495494" y="1308212"/>
                          <a:pt x="499264" y="1302287"/>
                        </a:cubicBezTo>
                        <a:cubicBezTo>
                          <a:pt x="501418" y="1299056"/>
                          <a:pt x="503573" y="1296363"/>
                          <a:pt x="505727" y="1293131"/>
                        </a:cubicBezTo>
                        <a:cubicBezTo>
                          <a:pt x="509497" y="1287745"/>
                          <a:pt x="513267" y="1282360"/>
                          <a:pt x="517037" y="1276974"/>
                        </a:cubicBezTo>
                        <a:cubicBezTo>
                          <a:pt x="519192" y="1273743"/>
                          <a:pt x="521346" y="1270511"/>
                          <a:pt x="523500" y="1267818"/>
                        </a:cubicBezTo>
                        <a:cubicBezTo>
                          <a:pt x="527809" y="1261894"/>
                          <a:pt x="531579" y="1255969"/>
                          <a:pt x="535887" y="1250045"/>
                        </a:cubicBezTo>
                        <a:cubicBezTo>
                          <a:pt x="538042" y="1247352"/>
                          <a:pt x="539658" y="1244659"/>
                          <a:pt x="541812" y="1241428"/>
                        </a:cubicBezTo>
                        <a:cubicBezTo>
                          <a:pt x="548275" y="1232811"/>
                          <a:pt x="554738" y="1223655"/>
                          <a:pt x="561739" y="1214499"/>
                        </a:cubicBezTo>
                        <a:cubicBezTo>
                          <a:pt x="567125" y="1207497"/>
                          <a:pt x="571972" y="1199957"/>
                          <a:pt x="577358" y="1192955"/>
                        </a:cubicBezTo>
                        <a:cubicBezTo>
                          <a:pt x="578974" y="1190801"/>
                          <a:pt x="580590" y="1188108"/>
                          <a:pt x="582206" y="1185954"/>
                        </a:cubicBezTo>
                        <a:cubicBezTo>
                          <a:pt x="584360" y="1182722"/>
                          <a:pt x="586514" y="1179491"/>
                          <a:pt x="588668" y="1176260"/>
                        </a:cubicBezTo>
                        <a:cubicBezTo>
                          <a:pt x="590284" y="1174105"/>
                          <a:pt x="591900" y="1171412"/>
                          <a:pt x="592977" y="1169258"/>
                        </a:cubicBezTo>
                        <a:cubicBezTo>
                          <a:pt x="594054" y="1167104"/>
                          <a:pt x="595670" y="1165488"/>
                          <a:pt x="596747" y="1163334"/>
                        </a:cubicBezTo>
                        <a:cubicBezTo>
                          <a:pt x="601594" y="1155793"/>
                          <a:pt x="606442" y="1147715"/>
                          <a:pt x="610750" y="1139636"/>
                        </a:cubicBezTo>
                        <a:cubicBezTo>
                          <a:pt x="611289" y="1139097"/>
                          <a:pt x="611289" y="1138020"/>
                          <a:pt x="611827" y="1137482"/>
                        </a:cubicBezTo>
                        <a:cubicBezTo>
                          <a:pt x="616136" y="1129942"/>
                          <a:pt x="620445" y="1121863"/>
                          <a:pt x="624215" y="1114323"/>
                        </a:cubicBezTo>
                        <a:cubicBezTo>
                          <a:pt x="625292" y="1112168"/>
                          <a:pt x="626369" y="1109476"/>
                          <a:pt x="627985" y="1107321"/>
                        </a:cubicBezTo>
                        <a:cubicBezTo>
                          <a:pt x="629062" y="1105167"/>
                          <a:pt x="630139" y="1103012"/>
                          <a:pt x="631216" y="1100858"/>
                        </a:cubicBezTo>
                        <a:cubicBezTo>
                          <a:pt x="634448" y="1094395"/>
                          <a:pt x="637140" y="1087932"/>
                          <a:pt x="640372" y="1081469"/>
                        </a:cubicBezTo>
                        <a:cubicBezTo>
                          <a:pt x="640372" y="1080931"/>
                          <a:pt x="640911" y="1080392"/>
                          <a:pt x="640911" y="1079854"/>
                        </a:cubicBezTo>
                        <a:cubicBezTo>
                          <a:pt x="644681" y="1071236"/>
                          <a:pt x="648451" y="1062081"/>
                          <a:pt x="652221" y="1052925"/>
                        </a:cubicBezTo>
                        <a:cubicBezTo>
                          <a:pt x="652759" y="1050770"/>
                          <a:pt x="653837" y="1049154"/>
                          <a:pt x="654375" y="1047000"/>
                        </a:cubicBezTo>
                        <a:cubicBezTo>
                          <a:pt x="657607" y="1038922"/>
                          <a:pt x="660838" y="1030304"/>
                          <a:pt x="664070" y="1021687"/>
                        </a:cubicBezTo>
                        <a:cubicBezTo>
                          <a:pt x="664608" y="1020610"/>
                          <a:pt x="665147" y="1019533"/>
                          <a:pt x="665147" y="1017917"/>
                        </a:cubicBezTo>
                        <a:cubicBezTo>
                          <a:pt x="665686" y="1016301"/>
                          <a:pt x="666224" y="1014147"/>
                          <a:pt x="667301" y="1012531"/>
                        </a:cubicBezTo>
                        <a:cubicBezTo>
                          <a:pt x="670533" y="1002837"/>
                          <a:pt x="673764" y="993681"/>
                          <a:pt x="676457" y="983448"/>
                        </a:cubicBezTo>
                        <a:cubicBezTo>
                          <a:pt x="676996" y="982371"/>
                          <a:pt x="676996" y="981293"/>
                          <a:pt x="677534" y="979678"/>
                        </a:cubicBezTo>
                        <a:cubicBezTo>
                          <a:pt x="680766" y="968906"/>
                          <a:pt x="683459" y="958135"/>
                          <a:pt x="686690" y="947363"/>
                        </a:cubicBezTo>
                        <a:cubicBezTo>
                          <a:pt x="687229" y="945208"/>
                          <a:pt x="687767" y="942516"/>
                          <a:pt x="688306" y="940361"/>
                        </a:cubicBezTo>
                        <a:cubicBezTo>
                          <a:pt x="688844" y="937668"/>
                          <a:pt x="689922" y="934975"/>
                          <a:pt x="690460" y="932282"/>
                        </a:cubicBezTo>
                        <a:cubicBezTo>
                          <a:pt x="692615" y="923665"/>
                          <a:pt x="694769" y="914509"/>
                          <a:pt x="696384" y="905892"/>
                        </a:cubicBezTo>
                        <a:cubicBezTo>
                          <a:pt x="696384" y="904815"/>
                          <a:pt x="696923" y="904277"/>
                          <a:pt x="696923" y="903199"/>
                        </a:cubicBezTo>
                        <a:cubicBezTo>
                          <a:pt x="699077" y="892428"/>
                          <a:pt x="701232" y="881117"/>
                          <a:pt x="703386" y="869269"/>
                        </a:cubicBezTo>
                        <a:cubicBezTo>
                          <a:pt x="703925" y="866037"/>
                          <a:pt x="704463" y="863344"/>
                          <a:pt x="705002" y="860113"/>
                        </a:cubicBezTo>
                        <a:cubicBezTo>
                          <a:pt x="707156" y="848264"/>
                          <a:pt x="708772" y="836415"/>
                          <a:pt x="710388" y="824028"/>
                        </a:cubicBezTo>
                        <a:cubicBezTo>
                          <a:pt x="710388" y="823489"/>
                          <a:pt x="710388" y="822951"/>
                          <a:pt x="710388" y="822412"/>
                        </a:cubicBezTo>
                        <a:cubicBezTo>
                          <a:pt x="710388" y="820258"/>
                          <a:pt x="710926" y="818104"/>
                          <a:pt x="710926" y="816488"/>
                        </a:cubicBezTo>
                        <a:cubicBezTo>
                          <a:pt x="712542" y="805178"/>
                          <a:pt x="713619" y="793868"/>
                          <a:pt x="714696" y="782019"/>
                        </a:cubicBezTo>
                        <a:cubicBezTo>
                          <a:pt x="715235" y="777710"/>
                          <a:pt x="715235" y="773401"/>
                          <a:pt x="715773" y="768554"/>
                        </a:cubicBezTo>
                        <a:cubicBezTo>
                          <a:pt x="716312" y="758860"/>
                          <a:pt x="717389" y="748627"/>
                          <a:pt x="717928" y="738394"/>
                        </a:cubicBezTo>
                        <a:cubicBezTo>
                          <a:pt x="717928" y="734085"/>
                          <a:pt x="718466" y="729238"/>
                          <a:pt x="718466" y="724929"/>
                        </a:cubicBezTo>
                        <a:cubicBezTo>
                          <a:pt x="719005" y="712003"/>
                          <a:pt x="719544" y="699077"/>
                          <a:pt x="719544" y="685613"/>
                        </a:cubicBezTo>
                        <a:cubicBezTo>
                          <a:pt x="719544" y="683997"/>
                          <a:pt x="719544" y="681843"/>
                          <a:pt x="719544" y="680227"/>
                        </a:cubicBezTo>
                        <a:cubicBezTo>
                          <a:pt x="719544" y="679688"/>
                          <a:pt x="719544" y="679688"/>
                          <a:pt x="719544" y="679150"/>
                        </a:cubicBezTo>
                        <a:cubicBezTo>
                          <a:pt x="720082" y="666224"/>
                          <a:pt x="720082" y="650067"/>
                          <a:pt x="719544" y="633370"/>
                        </a:cubicBezTo>
                        <a:close/>
                      </a:path>
                    </a:pathLst>
                  </a:custGeom>
                  <a:solidFill>
                    <a:schemeClr val="accent1">
                      <a:lumMod val="75000"/>
                    </a:schemeClr>
                  </a:solidFill>
                  <a:ln w="5383" cap="flat">
                    <a:noFill/>
                    <a:prstDash val="solid"/>
                    <a:miter/>
                  </a:ln>
                </p:spPr>
                <p:txBody>
                  <a:bodyPr rtlCol="0" anchor="ctr"/>
                  <a:lstStyle/>
                  <a:p>
                    <a:endParaRPr lang="en-US"/>
                  </a:p>
                </p:txBody>
              </p:sp>
            </p:grpSp>
            <p:sp>
              <p:nvSpPr>
                <p:cNvPr id="89" name="Freeform: Shape 88">
                  <a:extLst>
                    <a:ext uri="{FF2B5EF4-FFF2-40B4-BE49-F238E27FC236}">
                      <a16:creationId xmlns:a16="http://schemas.microsoft.com/office/drawing/2014/main" id="{09B112A7-02FB-4EEB-AB6A-D596538219CD}"/>
                    </a:ext>
                  </a:extLst>
                </p:cNvPr>
                <p:cNvSpPr/>
                <p:nvPr/>
              </p:nvSpPr>
              <p:spPr>
                <a:xfrm>
                  <a:off x="8086689" y="3170491"/>
                  <a:ext cx="1249079" cy="1910295"/>
                </a:xfrm>
                <a:custGeom>
                  <a:avLst/>
                  <a:gdLst>
                    <a:gd name="connsiteX0" fmla="*/ 597536 w 1249079"/>
                    <a:gd name="connsiteY0" fmla="*/ 387 h 1910295"/>
                    <a:gd name="connsiteX1" fmla="*/ 1248679 w 1249079"/>
                    <a:gd name="connsiteY1" fmla="*/ 631603 h 1910295"/>
                    <a:gd name="connsiteX2" fmla="*/ 1089798 w 1249079"/>
                    <a:gd name="connsiteY2" fmla="*/ 1217040 h 1910295"/>
                    <a:gd name="connsiteX3" fmla="*/ 875443 w 1249079"/>
                    <a:gd name="connsiteY3" fmla="*/ 1845563 h 1910295"/>
                    <a:gd name="connsiteX4" fmla="*/ 745646 w 1249079"/>
                    <a:gd name="connsiteY4" fmla="*/ 1905884 h 1910295"/>
                    <a:gd name="connsiteX5" fmla="*/ 614232 w 1249079"/>
                    <a:gd name="connsiteY5" fmla="*/ 1910193 h 1910295"/>
                    <a:gd name="connsiteX6" fmla="*/ 404724 w 1249079"/>
                    <a:gd name="connsiteY6" fmla="*/ 1687221 h 1910295"/>
                    <a:gd name="connsiteX7" fmla="*/ 586764 w 1249079"/>
                    <a:gd name="connsiteY7" fmla="*/ 1086165 h 1910295"/>
                    <a:gd name="connsiteX8" fmla="*/ 776883 w 1249079"/>
                    <a:gd name="connsiteY8" fmla="*/ 703235 h 1910295"/>
                    <a:gd name="connsiteX9" fmla="*/ 599152 w 1249079"/>
                    <a:gd name="connsiteY9" fmla="*/ 486725 h 1910295"/>
                    <a:gd name="connsiteX10" fmla="*/ 445656 w 1249079"/>
                    <a:gd name="connsiteY10" fmla="*/ 669304 h 1910295"/>
                    <a:gd name="connsiteX11" fmla="*/ 231840 w 1249079"/>
                    <a:gd name="connsiteY11" fmla="*/ 868040 h 1910295"/>
                    <a:gd name="connsiteX12" fmla="*/ 5098 w 1249079"/>
                    <a:gd name="connsiteY12" fmla="*/ 563742 h 1910295"/>
                    <a:gd name="connsiteX13" fmla="*/ 597536 w 1249079"/>
                    <a:gd name="connsiteY13" fmla="*/ 387 h 1910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49079" h="1910295">
                      <a:moveTo>
                        <a:pt x="597536" y="387"/>
                      </a:moveTo>
                      <a:cubicBezTo>
                        <a:pt x="1004703" y="-12539"/>
                        <a:pt x="1241139" y="300376"/>
                        <a:pt x="1248679" y="631603"/>
                      </a:cubicBezTo>
                      <a:cubicBezTo>
                        <a:pt x="1255142" y="910049"/>
                        <a:pt x="1182434" y="1093167"/>
                        <a:pt x="1089798" y="1217040"/>
                      </a:cubicBezTo>
                      <a:cubicBezTo>
                        <a:pt x="893755" y="1479329"/>
                        <a:pt x="870057" y="1608588"/>
                        <a:pt x="875443" y="1845563"/>
                      </a:cubicBezTo>
                      <a:cubicBezTo>
                        <a:pt x="875982" y="1876801"/>
                        <a:pt x="773652" y="1905346"/>
                        <a:pt x="745646" y="1905884"/>
                      </a:cubicBezTo>
                      <a:lnTo>
                        <a:pt x="614232" y="1910193"/>
                      </a:lnTo>
                      <a:cubicBezTo>
                        <a:pt x="501130" y="1913963"/>
                        <a:pt x="407417" y="1813787"/>
                        <a:pt x="404724" y="1687221"/>
                      </a:cubicBezTo>
                      <a:cubicBezTo>
                        <a:pt x="396107" y="1318293"/>
                        <a:pt x="509747" y="1220272"/>
                        <a:pt x="586764" y="1086165"/>
                      </a:cubicBezTo>
                      <a:cubicBezTo>
                        <a:pt x="626619" y="1017227"/>
                        <a:pt x="782269" y="925668"/>
                        <a:pt x="776883" y="703235"/>
                      </a:cubicBezTo>
                      <a:cubicBezTo>
                        <a:pt x="773652" y="559972"/>
                        <a:pt x="724102" y="482417"/>
                        <a:pt x="599152" y="486725"/>
                      </a:cubicBezTo>
                      <a:cubicBezTo>
                        <a:pt x="525905" y="488879"/>
                        <a:pt x="469892" y="545430"/>
                        <a:pt x="445656" y="669304"/>
                      </a:cubicBezTo>
                      <a:cubicBezTo>
                        <a:pt x="423575" y="782944"/>
                        <a:pt x="334709" y="864270"/>
                        <a:pt x="231840" y="868040"/>
                      </a:cubicBezTo>
                      <a:cubicBezTo>
                        <a:pt x="86423" y="872887"/>
                        <a:pt x="-25602" y="723162"/>
                        <a:pt x="5098" y="563742"/>
                      </a:cubicBezTo>
                      <a:cubicBezTo>
                        <a:pt x="61110" y="277217"/>
                        <a:pt x="221607" y="12236"/>
                        <a:pt x="597536" y="387"/>
                      </a:cubicBezTo>
                      <a:close/>
                    </a:path>
                  </a:pathLst>
                </a:custGeom>
                <a:solidFill>
                  <a:schemeClr val="accent1"/>
                </a:solidFill>
                <a:ln w="5383" cap="flat">
                  <a:noFill/>
                  <a:prstDash val="solid"/>
                  <a:miter/>
                </a:ln>
              </p:spPr>
              <p:txBody>
                <a:bodyPr rtlCol="0" anchor="ctr"/>
                <a:lstStyle/>
                <a:p>
                  <a:endParaRPr lang="en-US"/>
                </a:p>
              </p:txBody>
            </p:sp>
          </p:grpSp>
          <p:grpSp>
            <p:nvGrpSpPr>
              <p:cNvPr id="90" name="Graphic 21">
                <a:extLst>
                  <a:ext uri="{FF2B5EF4-FFF2-40B4-BE49-F238E27FC236}">
                    <a16:creationId xmlns:a16="http://schemas.microsoft.com/office/drawing/2014/main" id="{8639DD85-530A-4410-999F-96017AD201EE}"/>
                  </a:ext>
                </a:extLst>
              </p:cNvPr>
              <p:cNvGrpSpPr/>
              <p:nvPr/>
            </p:nvGrpSpPr>
            <p:grpSpPr>
              <a:xfrm>
                <a:off x="8502113" y="5189890"/>
                <a:ext cx="575275" cy="518445"/>
                <a:chOff x="8502113" y="5189890"/>
                <a:chExt cx="575275" cy="518445"/>
              </a:xfrm>
            </p:grpSpPr>
            <p:sp>
              <p:nvSpPr>
                <p:cNvPr id="91" name="Freeform: Shape 90">
                  <a:extLst>
                    <a:ext uri="{FF2B5EF4-FFF2-40B4-BE49-F238E27FC236}">
                      <a16:creationId xmlns:a16="http://schemas.microsoft.com/office/drawing/2014/main" id="{833C3467-E0EA-4BC7-AA3E-AC3658C2FECE}"/>
                    </a:ext>
                  </a:extLst>
                </p:cNvPr>
                <p:cNvSpPr/>
                <p:nvPr/>
              </p:nvSpPr>
              <p:spPr>
                <a:xfrm>
                  <a:off x="8680993" y="5197555"/>
                  <a:ext cx="396395" cy="510779"/>
                </a:xfrm>
                <a:custGeom>
                  <a:avLst/>
                  <a:gdLst>
                    <a:gd name="connsiteX0" fmla="*/ 394780 w 396395"/>
                    <a:gd name="connsiteY0" fmla="*/ 294065 h 510779"/>
                    <a:gd name="connsiteX1" fmla="*/ 395857 w 396395"/>
                    <a:gd name="connsiteY1" fmla="*/ 282755 h 510779"/>
                    <a:gd name="connsiteX2" fmla="*/ 395857 w 396395"/>
                    <a:gd name="connsiteY2" fmla="*/ 280600 h 510779"/>
                    <a:gd name="connsiteX3" fmla="*/ 396395 w 396395"/>
                    <a:gd name="connsiteY3" fmla="*/ 264443 h 510779"/>
                    <a:gd name="connsiteX4" fmla="*/ 396395 w 396395"/>
                    <a:gd name="connsiteY4" fmla="*/ 255826 h 510779"/>
                    <a:gd name="connsiteX5" fmla="*/ 395318 w 396395"/>
                    <a:gd name="connsiteY5" fmla="*/ 237514 h 510779"/>
                    <a:gd name="connsiteX6" fmla="*/ 394780 w 396395"/>
                    <a:gd name="connsiteY6" fmla="*/ 233205 h 510779"/>
                    <a:gd name="connsiteX7" fmla="*/ 394241 w 396395"/>
                    <a:gd name="connsiteY7" fmla="*/ 229435 h 510779"/>
                    <a:gd name="connsiteX8" fmla="*/ 392087 w 396395"/>
                    <a:gd name="connsiteY8" fmla="*/ 215432 h 510779"/>
                    <a:gd name="connsiteX9" fmla="*/ 391548 w 396395"/>
                    <a:gd name="connsiteY9" fmla="*/ 213278 h 510779"/>
                    <a:gd name="connsiteX10" fmla="*/ 387778 w 396395"/>
                    <a:gd name="connsiteY10" fmla="*/ 197659 h 510779"/>
                    <a:gd name="connsiteX11" fmla="*/ 386701 w 396395"/>
                    <a:gd name="connsiteY11" fmla="*/ 193889 h 510779"/>
                    <a:gd name="connsiteX12" fmla="*/ 381854 w 396395"/>
                    <a:gd name="connsiteY12" fmla="*/ 178809 h 510779"/>
                    <a:gd name="connsiteX13" fmla="*/ 381315 w 396395"/>
                    <a:gd name="connsiteY13" fmla="*/ 177732 h 510779"/>
                    <a:gd name="connsiteX14" fmla="*/ 377545 w 396395"/>
                    <a:gd name="connsiteY14" fmla="*/ 168037 h 510779"/>
                    <a:gd name="connsiteX15" fmla="*/ 373775 w 396395"/>
                    <a:gd name="connsiteY15" fmla="*/ 159420 h 510779"/>
                    <a:gd name="connsiteX16" fmla="*/ 369466 w 396395"/>
                    <a:gd name="connsiteY16" fmla="*/ 150264 h 510779"/>
                    <a:gd name="connsiteX17" fmla="*/ 365158 w 396395"/>
                    <a:gd name="connsiteY17" fmla="*/ 141647 h 510779"/>
                    <a:gd name="connsiteX18" fmla="*/ 359772 w 396395"/>
                    <a:gd name="connsiteY18" fmla="*/ 133029 h 510779"/>
                    <a:gd name="connsiteX19" fmla="*/ 354925 w 396395"/>
                    <a:gd name="connsiteY19" fmla="*/ 124951 h 510779"/>
                    <a:gd name="connsiteX20" fmla="*/ 349000 w 396395"/>
                    <a:gd name="connsiteY20" fmla="*/ 116872 h 510779"/>
                    <a:gd name="connsiteX21" fmla="*/ 344153 w 396395"/>
                    <a:gd name="connsiteY21" fmla="*/ 109870 h 510779"/>
                    <a:gd name="connsiteX22" fmla="*/ 343615 w 396395"/>
                    <a:gd name="connsiteY22" fmla="*/ 109332 h 510779"/>
                    <a:gd name="connsiteX23" fmla="*/ 327996 w 396395"/>
                    <a:gd name="connsiteY23" fmla="*/ 91559 h 510779"/>
                    <a:gd name="connsiteX24" fmla="*/ 323687 w 396395"/>
                    <a:gd name="connsiteY24" fmla="*/ 87250 h 510779"/>
                    <a:gd name="connsiteX25" fmla="*/ 310222 w 396395"/>
                    <a:gd name="connsiteY25" fmla="*/ 74862 h 510779"/>
                    <a:gd name="connsiteX26" fmla="*/ 306991 w 396395"/>
                    <a:gd name="connsiteY26" fmla="*/ 72170 h 510779"/>
                    <a:gd name="connsiteX27" fmla="*/ 304298 w 396395"/>
                    <a:gd name="connsiteY27" fmla="*/ 70015 h 510779"/>
                    <a:gd name="connsiteX28" fmla="*/ 298374 w 396395"/>
                    <a:gd name="connsiteY28" fmla="*/ 65168 h 510779"/>
                    <a:gd name="connsiteX29" fmla="*/ 289756 w 396395"/>
                    <a:gd name="connsiteY29" fmla="*/ 58705 h 510779"/>
                    <a:gd name="connsiteX30" fmla="*/ 283293 w 396395"/>
                    <a:gd name="connsiteY30" fmla="*/ 54396 h 510779"/>
                    <a:gd name="connsiteX31" fmla="*/ 279523 w 396395"/>
                    <a:gd name="connsiteY31" fmla="*/ 51704 h 510779"/>
                    <a:gd name="connsiteX32" fmla="*/ 273060 w 396395"/>
                    <a:gd name="connsiteY32" fmla="*/ 47933 h 510779"/>
                    <a:gd name="connsiteX33" fmla="*/ 268752 w 396395"/>
                    <a:gd name="connsiteY33" fmla="*/ 45779 h 510779"/>
                    <a:gd name="connsiteX34" fmla="*/ 253672 w 396395"/>
                    <a:gd name="connsiteY34" fmla="*/ 38239 h 510779"/>
                    <a:gd name="connsiteX35" fmla="*/ 253133 w 396395"/>
                    <a:gd name="connsiteY35" fmla="*/ 37701 h 510779"/>
                    <a:gd name="connsiteX36" fmla="*/ 250979 w 396395"/>
                    <a:gd name="connsiteY36" fmla="*/ 36623 h 510779"/>
                    <a:gd name="connsiteX37" fmla="*/ 236975 w 396395"/>
                    <a:gd name="connsiteY37" fmla="*/ 30699 h 510779"/>
                    <a:gd name="connsiteX38" fmla="*/ 232667 w 396395"/>
                    <a:gd name="connsiteY38" fmla="*/ 29083 h 510779"/>
                    <a:gd name="connsiteX39" fmla="*/ 228897 w 396395"/>
                    <a:gd name="connsiteY39" fmla="*/ 27467 h 510779"/>
                    <a:gd name="connsiteX40" fmla="*/ 215971 w 396395"/>
                    <a:gd name="connsiteY40" fmla="*/ 23697 h 510779"/>
                    <a:gd name="connsiteX41" fmla="*/ 128182 w 396395"/>
                    <a:gd name="connsiteY41" fmla="*/ 0 h 510779"/>
                    <a:gd name="connsiteX42" fmla="*/ 144878 w 396395"/>
                    <a:gd name="connsiteY42" fmla="*/ 5386 h 510779"/>
                    <a:gd name="connsiteX43" fmla="*/ 149187 w 396395"/>
                    <a:gd name="connsiteY43" fmla="*/ 7001 h 510779"/>
                    <a:gd name="connsiteX44" fmla="*/ 163190 w 396395"/>
                    <a:gd name="connsiteY44" fmla="*/ 12926 h 510779"/>
                    <a:gd name="connsiteX45" fmla="*/ 165344 w 396395"/>
                    <a:gd name="connsiteY45" fmla="*/ 14003 h 510779"/>
                    <a:gd name="connsiteX46" fmla="*/ 180963 w 396395"/>
                    <a:gd name="connsiteY46" fmla="*/ 22082 h 510779"/>
                    <a:gd name="connsiteX47" fmla="*/ 185272 w 396395"/>
                    <a:gd name="connsiteY47" fmla="*/ 24236 h 510779"/>
                    <a:gd name="connsiteX48" fmla="*/ 195505 w 396395"/>
                    <a:gd name="connsiteY48" fmla="*/ 30699 h 510779"/>
                    <a:gd name="connsiteX49" fmla="*/ 201968 w 396395"/>
                    <a:gd name="connsiteY49" fmla="*/ 35008 h 510779"/>
                    <a:gd name="connsiteX50" fmla="*/ 210585 w 396395"/>
                    <a:gd name="connsiteY50" fmla="*/ 41471 h 510779"/>
                    <a:gd name="connsiteX51" fmla="*/ 216509 w 396395"/>
                    <a:gd name="connsiteY51" fmla="*/ 46318 h 510779"/>
                    <a:gd name="connsiteX52" fmla="*/ 222434 w 396395"/>
                    <a:gd name="connsiteY52" fmla="*/ 51165 h 510779"/>
                    <a:gd name="connsiteX53" fmla="*/ 235898 w 396395"/>
                    <a:gd name="connsiteY53" fmla="*/ 63552 h 510779"/>
                    <a:gd name="connsiteX54" fmla="*/ 240207 w 396395"/>
                    <a:gd name="connsiteY54" fmla="*/ 67861 h 510779"/>
                    <a:gd name="connsiteX55" fmla="*/ 255826 w 396395"/>
                    <a:gd name="connsiteY55" fmla="*/ 85634 h 510779"/>
                    <a:gd name="connsiteX56" fmla="*/ 261211 w 396395"/>
                    <a:gd name="connsiteY56" fmla="*/ 93174 h 510779"/>
                    <a:gd name="connsiteX57" fmla="*/ 267136 w 396395"/>
                    <a:gd name="connsiteY57" fmla="*/ 101253 h 510779"/>
                    <a:gd name="connsiteX58" fmla="*/ 271983 w 396395"/>
                    <a:gd name="connsiteY58" fmla="*/ 109332 h 510779"/>
                    <a:gd name="connsiteX59" fmla="*/ 277369 w 396395"/>
                    <a:gd name="connsiteY59" fmla="*/ 117949 h 510779"/>
                    <a:gd name="connsiteX60" fmla="*/ 281678 w 396395"/>
                    <a:gd name="connsiteY60" fmla="*/ 126566 h 510779"/>
                    <a:gd name="connsiteX61" fmla="*/ 285986 w 396395"/>
                    <a:gd name="connsiteY61" fmla="*/ 135722 h 510779"/>
                    <a:gd name="connsiteX62" fmla="*/ 289756 w 396395"/>
                    <a:gd name="connsiteY62" fmla="*/ 144878 h 510779"/>
                    <a:gd name="connsiteX63" fmla="*/ 293526 w 396395"/>
                    <a:gd name="connsiteY63" fmla="*/ 154034 h 510779"/>
                    <a:gd name="connsiteX64" fmla="*/ 298912 w 396395"/>
                    <a:gd name="connsiteY64" fmla="*/ 170191 h 510779"/>
                    <a:gd name="connsiteX65" fmla="*/ 299989 w 396395"/>
                    <a:gd name="connsiteY65" fmla="*/ 173961 h 510779"/>
                    <a:gd name="connsiteX66" fmla="*/ 303759 w 396395"/>
                    <a:gd name="connsiteY66" fmla="*/ 189580 h 510779"/>
                    <a:gd name="connsiteX67" fmla="*/ 304298 w 396395"/>
                    <a:gd name="connsiteY67" fmla="*/ 191734 h 510779"/>
                    <a:gd name="connsiteX68" fmla="*/ 306991 w 396395"/>
                    <a:gd name="connsiteY68" fmla="*/ 209508 h 510779"/>
                    <a:gd name="connsiteX69" fmla="*/ 307530 w 396395"/>
                    <a:gd name="connsiteY69" fmla="*/ 213816 h 510779"/>
                    <a:gd name="connsiteX70" fmla="*/ 308607 w 396395"/>
                    <a:gd name="connsiteY70" fmla="*/ 232128 h 510779"/>
                    <a:gd name="connsiteX71" fmla="*/ 308068 w 396395"/>
                    <a:gd name="connsiteY71" fmla="*/ 256903 h 510779"/>
                    <a:gd name="connsiteX72" fmla="*/ 308068 w 396395"/>
                    <a:gd name="connsiteY72" fmla="*/ 259057 h 510779"/>
                    <a:gd name="connsiteX73" fmla="*/ 305375 w 396395"/>
                    <a:gd name="connsiteY73" fmla="*/ 280600 h 510779"/>
                    <a:gd name="connsiteX74" fmla="*/ 304837 w 396395"/>
                    <a:gd name="connsiteY74" fmla="*/ 282755 h 510779"/>
                    <a:gd name="connsiteX75" fmla="*/ 299989 w 396395"/>
                    <a:gd name="connsiteY75" fmla="*/ 304298 h 510779"/>
                    <a:gd name="connsiteX76" fmla="*/ 298912 w 396395"/>
                    <a:gd name="connsiteY76" fmla="*/ 307529 h 510779"/>
                    <a:gd name="connsiteX77" fmla="*/ 292449 w 396395"/>
                    <a:gd name="connsiteY77" fmla="*/ 327457 h 510779"/>
                    <a:gd name="connsiteX78" fmla="*/ 290833 w 396395"/>
                    <a:gd name="connsiteY78" fmla="*/ 331227 h 510779"/>
                    <a:gd name="connsiteX79" fmla="*/ 282216 w 396395"/>
                    <a:gd name="connsiteY79" fmla="*/ 350077 h 510779"/>
                    <a:gd name="connsiteX80" fmla="*/ 280601 w 396395"/>
                    <a:gd name="connsiteY80" fmla="*/ 353309 h 510779"/>
                    <a:gd name="connsiteX81" fmla="*/ 271445 w 396395"/>
                    <a:gd name="connsiteY81" fmla="*/ 369466 h 510779"/>
                    <a:gd name="connsiteX82" fmla="*/ 269290 w 396395"/>
                    <a:gd name="connsiteY82" fmla="*/ 372698 h 510779"/>
                    <a:gd name="connsiteX83" fmla="*/ 256903 w 396395"/>
                    <a:gd name="connsiteY83" fmla="*/ 390471 h 510779"/>
                    <a:gd name="connsiteX84" fmla="*/ 254210 w 396395"/>
                    <a:gd name="connsiteY84" fmla="*/ 393702 h 510779"/>
                    <a:gd name="connsiteX85" fmla="*/ 242361 w 396395"/>
                    <a:gd name="connsiteY85" fmla="*/ 407705 h 510779"/>
                    <a:gd name="connsiteX86" fmla="*/ 240207 w 396395"/>
                    <a:gd name="connsiteY86" fmla="*/ 409860 h 510779"/>
                    <a:gd name="connsiteX87" fmla="*/ 225665 w 396395"/>
                    <a:gd name="connsiteY87" fmla="*/ 424401 h 510779"/>
                    <a:gd name="connsiteX88" fmla="*/ 223511 w 396395"/>
                    <a:gd name="connsiteY88" fmla="*/ 426556 h 510779"/>
                    <a:gd name="connsiteX89" fmla="*/ 207353 w 396395"/>
                    <a:gd name="connsiteY89" fmla="*/ 439481 h 510779"/>
                    <a:gd name="connsiteX90" fmla="*/ 204661 w 396395"/>
                    <a:gd name="connsiteY90" fmla="*/ 441097 h 510779"/>
                    <a:gd name="connsiteX91" fmla="*/ 187426 w 396395"/>
                    <a:gd name="connsiteY91" fmla="*/ 452407 h 510779"/>
                    <a:gd name="connsiteX92" fmla="*/ 184733 w 396395"/>
                    <a:gd name="connsiteY92" fmla="*/ 454023 h 510779"/>
                    <a:gd name="connsiteX93" fmla="*/ 165883 w 396395"/>
                    <a:gd name="connsiteY93" fmla="*/ 463718 h 510779"/>
                    <a:gd name="connsiteX94" fmla="*/ 163190 w 396395"/>
                    <a:gd name="connsiteY94" fmla="*/ 464795 h 510779"/>
                    <a:gd name="connsiteX95" fmla="*/ 143263 w 396395"/>
                    <a:gd name="connsiteY95" fmla="*/ 472873 h 510779"/>
                    <a:gd name="connsiteX96" fmla="*/ 141108 w 396395"/>
                    <a:gd name="connsiteY96" fmla="*/ 473412 h 510779"/>
                    <a:gd name="connsiteX97" fmla="*/ 120104 w 396395"/>
                    <a:gd name="connsiteY97" fmla="*/ 479875 h 510779"/>
                    <a:gd name="connsiteX98" fmla="*/ 118488 w 396395"/>
                    <a:gd name="connsiteY98" fmla="*/ 480414 h 510779"/>
                    <a:gd name="connsiteX99" fmla="*/ 95868 w 396395"/>
                    <a:gd name="connsiteY99" fmla="*/ 484722 h 510779"/>
                    <a:gd name="connsiteX100" fmla="*/ 94790 w 396395"/>
                    <a:gd name="connsiteY100" fmla="*/ 484722 h 510779"/>
                    <a:gd name="connsiteX101" fmla="*/ 70554 w 396395"/>
                    <a:gd name="connsiteY101" fmla="*/ 486876 h 510779"/>
                    <a:gd name="connsiteX102" fmla="*/ 0 w 396395"/>
                    <a:gd name="connsiteY102" fmla="*/ 478798 h 510779"/>
                    <a:gd name="connsiteX103" fmla="*/ 87789 w 396395"/>
                    <a:gd name="connsiteY103" fmla="*/ 502495 h 510779"/>
                    <a:gd name="connsiteX104" fmla="*/ 158343 w 396395"/>
                    <a:gd name="connsiteY104" fmla="*/ 510574 h 510779"/>
                    <a:gd name="connsiteX105" fmla="*/ 182579 w 396395"/>
                    <a:gd name="connsiteY105" fmla="*/ 508420 h 510779"/>
                    <a:gd name="connsiteX106" fmla="*/ 183656 w 396395"/>
                    <a:gd name="connsiteY106" fmla="*/ 508420 h 510779"/>
                    <a:gd name="connsiteX107" fmla="*/ 206277 w 396395"/>
                    <a:gd name="connsiteY107" fmla="*/ 504111 h 510779"/>
                    <a:gd name="connsiteX108" fmla="*/ 207892 w 396395"/>
                    <a:gd name="connsiteY108" fmla="*/ 503573 h 510779"/>
                    <a:gd name="connsiteX109" fmla="*/ 228897 w 396395"/>
                    <a:gd name="connsiteY109" fmla="*/ 497110 h 510779"/>
                    <a:gd name="connsiteX110" fmla="*/ 231051 w 396395"/>
                    <a:gd name="connsiteY110" fmla="*/ 496571 h 510779"/>
                    <a:gd name="connsiteX111" fmla="*/ 250979 w 396395"/>
                    <a:gd name="connsiteY111" fmla="*/ 488492 h 510779"/>
                    <a:gd name="connsiteX112" fmla="*/ 253672 w 396395"/>
                    <a:gd name="connsiteY112" fmla="*/ 487415 h 510779"/>
                    <a:gd name="connsiteX113" fmla="*/ 272522 w 396395"/>
                    <a:gd name="connsiteY113" fmla="*/ 477721 h 510779"/>
                    <a:gd name="connsiteX114" fmla="*/ 275215 w 396395"/>
                    <a:gd name="connsiteY114" fmla="*/ 476105 h 510779"/>
                    <a:gd name="connsiteX115" fmla="*/ 292449 w 396395"/>
                    <a:gd name="connsiteY115" fmla="*/ 464795 h 510779"/>
                    <a:gd name="connsiteX116" fmla="*/ 295142 w 396395"/>
                    <a:gd name="connsiteY116" fmla="*/ 463179 h 510779"/>
                    <a:gd name="connsiteX117" fmla="*/ 311300 w 396395"/>
                    <a:gd name="connsiteY117" fmla="*/ 450253 h 510779"/>
                    <a:gd name="connsiteX118" fmla="*/ 313454 w 396395"/>
                    <a:gd name="connsiteY118" fmla="*/ 448099 h 510779"/>
                    <a:gd name="connsiteX119" fmla="*/ 327996 w 396395"/>
                    <a:gd name="connsiteY119" fmla="*/ 433557 h 510779"/>
                    <a:gd name="connsiteX120" fmla="*/ 330150 w 396395"/>
                    <a:gd name="connsiteY120" fmla="*/ 431403 h 510779"/>
                    <a:gd name="connsiteX121" fmla="*/ 333920 w 396395"/>
                    <a:gd name="connsiteY121" fmla="*/ 427633 h 510779"/>
                    <a:gd name="connsiteX122" fmla="*/ 341999 w 396395"/>
                    <a:gd name="connsiteY122" fmla="*/ 417400 h 510779"/>
                    <a:gd name="connsiteX123" fmla="*/ 344691 w 396395"/>
                    <a:gd name="connsiteY123" fmla="*/ 414168 h 510779"/>
                    <a:gd name="connsiteX124" fmla="*/ 356002 w 396395"/>
                    <a:gd name="connsiteY124" fmla="*/ 398011 h 510779"/>
                    <a:gd name="connsiteX125" fmla="*/ 357079 w 396395"/>
                    <a:gd name="connsiteY125" fmla="*/ 396395 h 510779"/>
                    <a:gd name="connsiteX126" fmla="*/ 359233 w 396395"/>
                    <a:gd name="connsiteY126" fmla="*/ 393164 h 510779"/>
                    <a:gd name="connsiteX127" fmla="*/ 368389 w 396395"/>
                    <a:gd name="connsiteY127" fmla="*/ 377006 h 510779"/>
                    <a:gd name="connsiteX128" fmla="*/ 370005 w 396395"/>
                    <a:gd name="connsiteY128" fmla="*/ 373775 h 510779"/>
                    <a:gd name="connsiteX129" fmla="*/ 371082 w 396395"/>
                    <a:gd name="connsiteY129" fmla="*/ 372159 h 510779"/>
                    <a:gd name="connsiteX130" fmla="*/ 378622 w 396395"/>
                    <a:gd name="connsiteY130" fmla="*/ 354924 h 510779"/>
                    <a:gd name="connsiteX131" fmla="*/ 380238 w 396395"/>
                    <a:gd name="connsiteY131" fmla="*/ 351154 h 510779"/>
                    <a:gd name="connsiteX132" fmla="*/ 381854 w 396395"/>
                    <a:gd name="connsiteY132" fmla="*/ 346846 h 510779"/>
                    <a:gd name="connsiteX133" fmla="*/ 386701 w 396395"/>
                    <a:gd name="connsiteY133" fmla="*/ 331227 h 510779"/>
                    <a:gd name="connsiteX134" fmla="*/ 387778 w 396395"/>
                    <a:gd name="connsiteY134" fmla="*/ 327995 h 510779"/>
                    <a:gd name="connsiteX135" fmla="*/ 389932 w 396395"/>
                    <a:gd name="connsiteY135" fmla="*/ 320994 h 510779"/>
                    <a:gd name="connsiteX136" fmla="*/ 393164 w 396395"/>
                    <a:gd name="connsiteY136" fmla="*/ 306452 h 510779"/>
                    <a:gd name="connsiteX137" fmla="*/ 393702 w 396395"/>
                    <a:gd name="connsiteY137" fmla="*/ 304298 h 510779"/>
                    <a:gd name="connsiteX138" fmla="*/ 394780 w 396395"/>
                    <a:gd name="connsiteY138" fmla="*/ 294065 h 510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396395" h="510779">
                      <a:moveTo>
                        <a:pt x="394780" y="294065"/>
                      </a:moveTo>
                      <a:cubicBezTo>
                        <a:pt x="395318" y="290295"/>
                        <a:pt x="395318" y="286525"/>
                        <a:pt x="395857" y="282755"/>
                      </a:cubicBezTo>
                      <a:cubicBezTo>
                        <a:pt x="395857" y="282216"/>
                        <a:pt x="395857" y="281139"/>
                        <a:pt x="395857" y="280600"/>
                      </a:cubicBezTo>
                      <a:cubicBezTo>
                        <a:pt x="396395" y="275214"/>
                        <a:pt x="396395" y="269829"/>
                        <a:pt x="396395" y="264443"/>
                      </a:cubicBezTo>
                      <a:cubicBezTo>
                        <a:pt x="396395" y="261750"/>
                        <a:pt x="396395" y="259057"/>
                        <a:pt x="396395" y="255826"/>
                      </a:cubicBezTo>
                      <a:cubicBezTo>
                        <a:pt x="396395" y="249363"/>
                        <a:pt x="395857" y="243438"/>
                        <a:pt x="395318" y="237514"/>
                      </a:cubicBezTo>
                      <a:cubicBezTo>
                        <a:pt x="395318" y="235898"/>
                        <a:pt x="394780" y="234821"/>
                        <a:pt x="394780" y="233205"/>
                      </a:cubicBezTo>
                      <a:cubicBezTo>
                        <a:pt x="394780" y="232128"/>
                        <a:pt x="394780" y="230512"/>
                        <a:pt x="394241" y="229435"/>
                      </a:cubicBezTo>
                      <a:cubicBezTo>
                        <a:pt x="393702" y="224588"/>
                        <a:pt x="392625" y="220279"/>
                        <a:pt x="392087" y="215432"/>
                      </a:cubicBezTo>
                      <a:cubicBezTo>
                        <a:pt x="392087" y="214893"/>
                        <a:pt x="391548" y="214355"/>
                        <a:pt x="391548" y="213278"/>
                      </a:cubicBezTo>
                      <a:cubicBezTo>
                        <a:pt x="390471" y="207892"/>
                        <a:pt x="389394" y="202506"/>
                        <a:pt x="387778" y="197659"/>
                      </a:cubicBezTo>
                      <a:cubicBezTo>
                        <a:pt x="387239" y="196582"/>
                        <a:pt x="387239" y="194966"/>
                        <a:pt x="386701" y="193889"/>
                      </a:cubicBezTo>
                      <a:cubicBezTo>
                        <a:pt x="385085" y="188503"/>
                        <a:pt x="383469" y="183656"/>
                        <a:pt x="381854" y="178809"/>
                      </a:cubicBezTo>
                      <a:cubicBezTo>
                        <a:pt x="381854" y="178270"/>
                        <a:pt x="381315" y="178270"/>
                        <a:pt x="381315" y="177732"/>
                      </a:cubicBezTo>
                      <a:cubicBezTo>
                        <a:pt x="380238" y="174500"/>
                        <a:pt x="378622" y="171268"/>
                        <a:pt x="377545" y="168037"/>
                      </a:cubicBezTo>
                      <a:cubicBezTo>
                        <a:pt x="376468" y="164805"/>
                        <a:pt x="375391" y="162113"/>
                        <a:pt x="373775" y="159420"/>
                      </a:cubicBezTo>
                      <a:cubicBezTo>
                        <a:pt x="372159" y="156188"/>
                        <a:pt x="370544" y="153495"/>
                        <a:pt x="369466" y="150264"/>
                      </a:cubicBezTo>
                      <a:cubicBezTo>
                        <a:pt x="367851" y="147571"/>
                        <a:pt x="366773" y="144339"/>
                        <a:pt x="365158" y="141647"/>
                      </a:cubicBezTo>
                      <a:cubicBezTo>
                        <a:pt x="363542" y="138954"/>
                        <a:pt x="361926" y="135722"/>
                        <a:pt x="359772" y="133029"/>
                      </a:cubicBezTo>
                      <a:cubicBezTo>
                        <a:pt x="358156" y="130337"/>
                        <a:pt x="356540" y="127644"/>
                        <a:pt x="354925" y="124951"/>
                      </a:cubicBezTo>
                      <a:cubicBezTo>
                        <a:pt x="353309" y="122258"/>
                        <a:pt x="351154" y="119565"/>
                        <a:pt x="349000" y="116872"/>
                      </a:cubicBezTo>
                      <a:cubicBezTo>
                        <a:pt x="347384" y="114718"/>
                        <a:pt x="345769" y="112025"/>
                        <a:pt x="344153" y="109870"/>
                      </a:cubicBezTo>
                      <a:cubicBezTo>
                        <a:pt x="344153" y="109870"/>
                        <a:pt x="343615" y="109332"/>
                        <a:pt x="343615" y="109332"/>
                      </a:cubicBezTo>
                      <a:cubicBezTo>
                        <a:pt x="338767" y="102869"/>
                        <a:pt x="333381" y="97483"/>
                        <a:pt x="327996" y="91559"/>
                      </a:cubicBezTo>
                      <a:cubicBezTo>
                        <a:pt x="326380" y="89943"/>
                        <a:pt x="325303" y="88866"/>
                        <a:pt x="323687" y="87250"/>
                      </a:cubicBezTo>
                      <a:cubicBezTo>
                        <a:pt x="319378" y="82941"/>
                        <a:pt x="315070" y="78633"/>
                        <a:pt x="310222" y="74862"/>
                      </a:cubicBezTo>
                      <a:cubicBezTo>
                        <a:pt x="309145" y="73786"/>
                        <a:pt x="308068" y="72708"/>
                        <a:pt x="306991" y="72170"/>
                      </a:cubicBezTo>
                      <a:cubicBezTo>
                        <a:pt x="305914" y="71631"/>
                        <a:pt x="304837" y="70554"/>
                        <a:pt x="304298" y="70015"/>
                      </a:cubicBezTo>
                      <a:cubicBezTo>
                        <a:pt x="302144" y="68400"/>
                        <a:pt x="300528" y="66784"/>
                        <a:pt x="298374" y="65168"/>
                      </a:cubicBezTo>
                      <a:cubicBezTo>
                        <a:pt x="295681" y="63014"/>
                        <a:pt x="292449" y="60860"/>
                        <a:pt x="289756" y="58705"/>
                      </a:cubicBezTo>
                      <a:cubicBezTo>
                        <a:pt x="287602" y="57089"/>
                        <a:pt x="285448" y="56012"/>
                        <a:pt x="283293" y="54396"/>
                      </a:cubicBezTo>
                      <a:cubicBezTo>
                        <a:pt x="282216" y="53319"/>
                        <a:pt x="280601" y="52781"/>
                        <a:pt x="279523" y="51704"/>
                      </a:cubicBezTo>
                      <a:cubicBezTo>
                        <a:pt x="277369" y="50626"/>
                        <a:pt x="275215" y="49011"/>
                        <a:pt x="273060" y="47933"/>
                      </a:cubicBezTo>
                      <a:cubicBezTo>
                        <a:pt x="271445" y="47395"/>
                        <a:pt x="270367" y="46318"/>
                        <a:pt x="268752" y="45779"/>
                      </a:cubicBezTo>
                      <a:cubicBezTo>
                        <a:pt x="263904" y="43086"/>
                        <a:pt x="259057" y="40394"/>
                        <a:pt x="253672" y="38239"/>
                      </a:cubicBezTo>
                      <a:cubicBezTo>
                        <a:pt x="253672" y="38239"/>
                        <a:pt x="253133" y="38239"/>
                        <a:pt x="253133" y="37701"/>
                      </a:cubicBezTo>
                      <a:cubicBezTo>
                        <a:pt x="252594" y="37162"/>
                        <a:pt x="251517" y="37162"/>
                        <a:pt x="250979" y="36623"/>
                      </a:cubicBezTo>
                      <a:cubicBezTo>
                        <a:pt x="246131" y="34469"/>
                        <a:pt x="241823" y="32853"/>
                        <a:pt x="236975" y="30699"/>
                      </a:cubicBezTo>
                      <a:cubicBezTo>
                        <a:pt x="235360" y="30160"/>
                        <a:pt x="234282" y="29622"/>
                        <a:pt x="232667" y="29083"/>
                      </a:cubicBezTo>
                      <a:cubicBezTo>
                        <a:pt x="231590" y="28545"/>
                        <a:pt x="229974" y="28006"/>
                        <a:pt x="228897" y="27467"/>
                      </a:cubicBezTo>
                      <a:cubicBezTo>
                        <a:pt x="224588" y="25852"/>
                        <a:pt x="220279" y="24775"/>
                        <a:pt x="215971" y="23697"/>
                      </a:cubicBezTo>
                      <a:lnTo>
                        <a:pt x="128182" y="0"/>
                      </a:lnTo>
                      <a:cubicBezTo>
                        <a:pt x="133568" y="1616"/>
                        <a:pt x="139492" y="3231"/>
                        <a:pt x="144878" y="5386"/>
                      </a:cubicBezTo>
                      <a:cubicBezTo>
                        <a:pt x="146494" y="5924"/>
                        <a:pt x="147571" y="6463"/>
                        <a:pt x="149187" y="7001"/>
                      </a:cubicBezTo>
                      <a:cubicBezTo>
                        <a:pt x="154034" y="8617"/>
                        <a:pt x="158881" y="10772"/>
                        <a:pt x="163190" y="12926"/>
                      </a:cubicBezTo>
                      <a:cubicBezTo>
                        <a:pt x="163729" y="13465"/>
                        <a:pt x="164267" y="13465"/>
                        <a:pt x="165344" y="14003"/>
                      </a:cubicBezTo>
                      <a:cubicBezTo>
                        <a:pt x="170730" y="16157"/>
                        <a:pt x="175577" y="18850"/>
                        <a:pt x="180963" y="22082"/>
                      </a:cubicBezTo>
                      <a:cubicBezTo>
                        <a:pt x="182579" y="22620"/>
                        <a:pt x="183656" y="23697"/>
                        <a:pt x="185272" y="24236"/>
                      </a:cubicBezTo>
                      <a:cubicBezTo>
                        <a:pt x="189042" y="26390"/>
                        <a:pt x="192273" y="28545"/>
                        <a:pt x="195505" y="30699"/>
                      </a:cubicBezTo>
                      <a:cubicBezTo>
                        <a:pt x="197659" y="32315"/>
                        <a:pt x="199814" y="33392"/>
                        <a:pt x="201968" y="35008"/>
                      </a:cubicBezTo>
                      <a:cubicBezTo>
                        <a:pt x="205199" y="37162"/>
                        <a:pt x="207892" y="39316"/>
                        <a:pt x="210585" y="41471"/>
                      </a:cubicBezTo>
                      <a:cubicBezTo>
                        <a:pt x="212739" y="43086"/>
                        <a:pt x="214355" y="44702"/>
                        <a:pt x="216509" y="46318"/>
                      </a:cubicBezTo>
                      <a:cubicBezTo>
                        <a:pt x="218664" y="47933"/>
                        <a:pt x="220279" y="49549"/>
                        <a:pt x="222434" y="51165"/>
                      </a:cubicBezTo>
                      <a:cubicBezTo>
                        <a:pt x="226743" y="54935"/>
                        <a:pt x="231590" y="59244"/>
                        <a:pt x="235898" y="63552"/>
                      </a:cubicBezTo>
                      <a:cubicBezTo>
                        <a:pt x="237514" y="65168"/>
                        <a:pt x="239130" y="66245"/>
                        <a:pt x="240207" y="67861"/>
                      </a:cubicBezTo>
                      <a:cubicBezTo>
                        <a:pt x="245593" y="73786"/>
                        <a:pt x="250979" y="79710"/>
                        <a:pt x="255826" y="85634"/>
                      </a:cubicBezTo>
                      <a:cubicBezTo>
                        <a:pt x="257980" y="88327"/>
                        <a:pt x="259596" y="90481"/>
                        <a:pt x="261211" y="93174"/>
                      </a:cubicBezTo>
                      <a:cubicBezTo>
                        <a:pt x="263366" y="95867"/>
                        <a:pt x="264982" y="98560"/>
                        <a:pt x="267136" y="101253"/>
                      </a:cubicBezTo>
                      <a:cubicBezTo>
                        <a:pt x="268752" y="103946"/>
                        <a:pt x="270367" y="106639"/>
                        <a:pt x="271983" y="109332"/>
                      </a:cubicBezTo>
                      <a:cubicBezTo>
                        <a:pt x="273599" y="112025"/>
                        <a:pt x="275753" y="114718"/>
                        <a:pt x="277369" y="117949"/>
                      </a:cubicBezTo>
                      <a:cubicBezTo>
                        <a:pt x="278985" y="120642"/>
                        <a:pt x="280062" y="123873"/>
                        <a:pt x="281678" y="126566"/>
                      </a:cubicBezTo>
                      <a:cubicBezTo>
                        <a:pt x="283293" y="129798"/>
                        <a:pt x="284909" y="132491"/>
                        <a:pt x="285986" y="135722"/>
                      </a:cubicBezTo>
                      <a:cubicBezTo>
                        <a:pt x="287064" y="138415"/>
                        <a:pt x="288679" y="141647"/>
                        <a:pt x="289756" y="144878"/>
                      </a:cubicBezTo>
                      <a:cubicBezTo>
                        <a:pt x="290833" y="148110"/>
                        <a:pt x="292449" y="151341"/>
                        <a:pt x="293526" y="154034"/>
                      </a:cubicBezTo>
                      <a:cubicBezTo>
                        <a:pt x="295681" y="159420"/>
                        <a:pt x="297296" y="164805"/>
                        <a:pt x="298912" y="170191"/>
                      </a:cubicBezTo>
                      <a:cubicBezTo>
                        <a:pt x="299451" y="171268"/>
                        <a:pt x="299451" y="172884"/>
                        <a:pt x="299989" y="173961"/>
                      </a:cubicBezTo>
                      <a:cubicBezTo>
                        <a:pt x="301605" y="179347"/>
                        <a:pt x="302682" y="184195"/>
                        <a:pt x="303759" y="189580"/>
                      </a:cubicBezTo>
                      <a:cubicBezTo>
                        <a:pt x="303759" y="190119"/>
                        <a:pt x="304298" y="190657"/>
                        <a:pt x="304298" y="191734"/>
                      </a:cubicBezTo>
                      <a:cubicBezTo>
                        <a:pt x="305375" y="197659"/>
                        <a:pt x="306452" y="203583"/>
                        <a:pt x="306991" y="209508"/>
                      </a:cubicBezTo>
                      <a:cubicBezTo>
                        <a:pt x="306991" y="211124"/>
                        <a:pt x="307530" y="212200"/>
                        <a:pt x="307530" y="213816"/>
                      </a:cubicBezTo>
                      <a:cubicBezTo>
                        <a:pt x="308068" y="219741"/>
                        <a:pt x="308607" y="226204"/>
                        <a:pt x="308607" y="232128"/>
                      </a:cubicBezTo>
                      <a:cubicBezTo>
                        <a:pt x="308607" y="240207"/>
                        <a:pt x="308607" y="248824"/>
                        <a:pt x="308068" y="256903"/>
                      </a:cubicBezTo>
                      <a:cubicBezTo>
                        <a:pt x="308068" y="257441"/>
                        <a:pt x="308068" y="258519"/>
                        <a:pt x="308068" y="259057"/>
                      </a:cubicBezTo>
                      <a:cubicBezTo>
                        <a:pt x="307530" y="266058"/>
                        <a:pt x="306452" y="273599"/>
                        <a:pt x="305375" y="280600"/>
                      </a:cubicBezTo>
                      <a:cubicBezTo>
                        <a:pt x="305375" y="281139"/>
                        <a:pt x="305375" y="281677"/>
                        <a:pt x="304837" y="282755"/>
                      </a:cubicBezTo>
                      <a:cubicBezTo>
                        <a:pt x="303759" y="289756"/>
                        <a:pt x="301605" y="297296"/>
                        <a:pt x="299989" y="304298"/>
                      </a:cubicBezTo>
                      <a:cubicBezTo>
                        <a:pt x="299451" y="305375"/>
                        <a:pt x="299451" y="306452"/>
                        <a:pt x="298912" y="307529"/>
                      </a:cubicBezTo>
                      <a:cubicBezTo>
                        <a:pt x="296758" y="314531"/>
                        <a:pt x="294604" y="320994"/>
                        <a:pt x="292449" y="327457"/>
                      </a:cubicBezTo>
                      <a:cubicBezTo>
                        <a:pt x="291911" y="328534"/>
                        <a:pt x="291372" y="330150"/>
                        <a:pt x="290833" y="331227"/>
                      </a:cubicBezTo>
                      <a:cubicBezTo>
                        <a:pt x="288140" y="337690"/>
                        <a:pt x="285448" y="344153"/>
                        <a:pt x="282216" y="350077"/>
                      </a:cubicBezTo>
                      <a:cubicBezTo>
                        <a:pt x="281678" y="351154"/>
                        <a:pt x="281139" y="352231"/>
                        <a:pt x="280601" y="353309"/>
                      </a:cubicBezTo>
                      <a:cubicBezTo>
                        <a:pt x="277908" y="358694"/>
                        <a:pt x="274676" y="364080"/>
                        <a:pt x="271445" y="369466"/>
                      </a:cubicBezTo>
                      <a:cubicBezTo>
                        <a:pt x="270906" y="370543"/>
                        <a:pt x="270367" y="371620"/>
                        <a:pt x="269290" y="372698"/>
                      </a:cubicBezTo>
                      <a:cubicBezTo>
                        <a:pt x="265520" y="378622"/>
                        <a:pt x="261211" y="384546"/>
                        <a:pt x="256903" y="390471"/>
                      </a:cubicBezTo>
                      <a:cubicBezTo>
                        <a:pt x="255826" y="391548"/>
                        <a:pt x="255287" y="392625"/>
                        <a:pt x="254210" y="393702"/>
                      </a:cubicBezTo>
                      <a:cubicBezTo>
                        <a:pt x="250440" y="398549"/>
                        <a:pt x="246131" y="403396"/>
                        <a:pt x="242361" y="407705"/>
                      </a:cubicBezTo>
                      <a:cubicBezTo>
                        <a:pt x="241823" y="408244"/>
                        <a:pt x="240745" y="409321"/>
                        <a:pt x="240207" y="409860"/>
                      </a:cubicBezTo>
                      <a:cubicBezTo>
                        <a:pt x="235360" y="414707"/>
                        <a:pt x="230513" y="419554"/>
                        <a:pt x="225665" y="424401"/>
                      </a:cubicBezTo>
                      <a:cubicBezTo>
                        <a:pt x="225127" y="424940"/>
                        <a:pt x="224050" y="426017"/>
                        <a:pt x="223511" y="426556"/>
                      </a:cubicBezTo>
                      <a:cubicBezTo>
                        <a:pt x="218125" y="430864"/>
                        <a:pt x="212739" y="435173"/>
                        <a:pt x="207353" y="439481"/>
                      </a:cubicBezTo>
                      <a:cubicBezTo>
                        <a:pt x="206277" y="440020"/>
                        <a:pt x="205738" y="440559"/>
                        <a:pt x="204661" y="441097"/>
                      </a:cubicBezTo>
                      <a:cubicBezTo>
                        <a:pt x="199275" y="444867"/>
                        <a:pt x="193350" y="449176"/>
                        <a:pt x="187426" y="452407"/>
                      </a:cubicBezTo>
                      <a:cubicBezTo>
                        <a:pt x="186349" y="452946"/>
                        <a:pt x="185810" y="453485"/>
                        <a:pt x="184733" y="454023"/>
                      </a:cubicBezTo>
                      <a:cubicBezTo>
                        <a:pt x="178809" y="457793"/>
                        <a:pt x="172346" y="461025"/>
                        <a:pt x="165883" y="463718"/>
                      </a:cubicBezTo>
                      <a:cubicBezTo>
                        <a:pt x="164806" y="464256"/>
                        <a:pt x="164267" y="464256"/>
                        <a:pt x="163190" y="464795"/>
                      </a:cubicBezTo>
                      <a:cubicBezTo>
                        <a:pt x="156727" y="467488"/>
                        <a:pt x="150264" y="470719"/>
                        <a:pt x="143263" y="472873"/>
                      </a:cubicBezTo>
                      <a:cubicBezTo>
                        <a:pt x="142724" y="472873"/>
                        <a:pt x="141647" y="473412"/>
                        <a:pt x="141108" y="473412"/>
                      </a:cubicBezTo>
                      <a:cubicBezTo>
                        <a:pt x="134107" y="475566"/>
                        <a:pt x="127105" y="477721"/>
                        <a:pt x="120104" y="479875"/>
                      </a:cubicBezTo>
                      <a:cubicBezTo>
                        <a:pt x="119565" y="479875"/>
                        <a:pt x="119026" y="479875"/>
                        <a:pt x="118488" y="480414"/>
                      </a:cubicBezTo>
                      <a:cubicBezTo>
                        <a:pt x="110948" y="482029"/>
                        <a:pt x="103407" y="483645"/>
                        <a:pt x="95868" y="484722"/>
                      </a:cubicBezTo>
                      <a:cubicBezTo>
                        <a:pt x="95329" y="484722"/>
                        <a:pt x="95329" y="484722"/>
                        <a:pt x="94790" y="484722"/>
                      </a:cubicBezTo>
                      <a:cubicBezTo>
                        <a:pt x="86712" y="485800"/>
                        <a:pt x="78633" y="486338"/>
                        <a:pt x="70554" y="486876"/>
                      </a:cubicBezTo>
                      <a:cubicBezTo>
                        <a:pt x="46318" y="487415"/>
                        <a:pt x="22620" y="484722"/>
                        <a:pt x="0" y="478798"/>
                      </a:cubicBezTo>
                      <a:lnTo>
                        <a:pt x="87789" y="502495"/>
                      </a:lnTo>
                      <a:cubicBezTo>
                        <a:pt x="110409" y="508420"/>
                        <a:pt x="134107" y="511651"/>
                        <a:pt x="158343" y="510574"/>
                      </a:cubicBezTo>
                      <a:cubicBezTo>
                        <a:pt x="166421" y="510574"/>
                        <a:pt x="174500" y="509497"/>
                        <a:pt x="182579" y="508420"/>
                      </a:cubicBezTo>
                      <a:cubicBezTo>
                        <a:pt x="183117" y="508420"/>
                        <a:pt x="183117" y="508420"/>
                        <a:pt x="183656" y="508420"/>
                      </a:cubicBezTo>
                      <a:cubicBezTo>
                        <a:pt x="191196" y="507343"/>
                        <a:pt x="198736" y="505727"/>
                        <a:pt x="206277" y="504111"/>
                      </a:cubicBezTo>
                      <a:cubicBezTo>
                        <a:pt x="206815" y="504111"/>
                        <a:pt x="207353" y="504111"/>
                        <a:pt x="207892" y="503573"/>
                      </a:cubicBezTo>
                      <a:cubicBezTo>
                        <a:pt x="214894" y="501957"/>
                        <a:pt x="221895" y="499802"/>
                        <a:pt x="228897" y="497110"/>
                      </a:cubicBezTo>
                      <a:cubicBezTo>
                        <a:pt x="229435" y="497110"/>
                        <a:pt x="230513" y="496571"/>
                        <a:pt x="231051" y="496571"/>
                      </a:cubicBezTo>
                      <a:cubicBezTo>
                        <a:pt x="238053" y="494417"/>
                        <a:pt x="244516" y="491724"/>
                        <a:pt x="250979" y="488492"/>
                      </a:cubicBezTo>
                      <a:cubicBezTo>
                        <a:pt x="252056" y="487954"/>
                        <a:pt x="252594" y="487954"/>
                        <a:pt x="253672" y="487415"/>
                      </a:cubicBezTo>
                      <a:cubicBezTo>
                        <a:pt x="260135" y="484184"/>
                        <a:pt x="266059" y="480952"/>
                        <a:pt x="272522" y="477721"/>
                      </a:cubicBezTo>
                      <a:cubicBezTo>
                        <a:pt x="273599" y="477182"/>
                        <a:pt x="274138" y="476644"/>
                        <a:pt x="275215" y="476105"/>
                      </a:cubicBezTo>
                      <a:cubicBezTo>
                        <a:pt x="281139" y="472335"/>
                        <a:pt x="287064" y="468565"/>
                        <a:pt x="292449" y="464795"/>
                      </a:cubicBezTo>
                      <a:cubicBezTo>
                        <a:pt x="293526" y="464256"/>
                        <a:pt x="294065" y="463718"/>
                        <a:pt x="295142" y="463179"/>
                      </a:cubicBezTo>
                      <a:cubicBezTo>
                        <a:pt x="300528" y="458871"/>
                        <a:pt x="305914" y="454562"/>
                        <a:pt x="311300" y="450253"/>
                      </a:cubicBezTo>
                      <a:cubicBezTo>
                        <a:pt x="311838" y="449715"/>
                        <a:pt x="312915" y="448637"/>
                        <a:pt x="313454" y="448099"/>
                      </a:cubicBezTo>
                      <a:cubicBezTo>
                        <a:pt x="318301" y="443252"/>
                        <a:pt x="323687" y="438943"/>
                        <a:pt x="327996" y="433557"/>
                      </a:cubicBezTo>
                      <a:cubicBezTo>
                        <a:pt x="328534" y="433018"/>
                        <a:pt x="329611" y="431942"/>
                        <a:pt x="330150" y="431403"/>
                      </a:cubicBezTo>
                      <a:cubicBezTo>
                        <a:pt x="331227" y="430325"/>
                        <a:pt x="332843" y="428710"/>
                        <a:pt x="333920" y="427633"/>
                      </a:cubicBezTo>
                      <a:cubicBezTo>
                        <a:pt x="336613" y="424401"/>
                        <a:pt x="339306" y="420631"/>
                        <a:pt x="341999" y="417400"/>
                      </a:cubicBezTo>
                      <a:cubicBezTo>
                        <a:pt x="343076" y="416323"/>
                        <a:pt x="343615" y="415245"/>
                        <a:pt x="344691" y="414168"/>
                      </a:cubicBezTo>
                      <a:cubicBezTo>
                        <a:pt x="348462" y="408782"/>
                        <a:pt x="352232" y="403396"/>
                        <a:pt x="356002" y="398011"/>
                      </a:cubicBezTo>
                      <a:cubicBezTo>
                        <a:pt x="356540" y="397472"/>
                        <a:pt x="356540" y="396934"/>
                        <a:pt x="357079" y="396395"/>
                      </a:cubicBezTo>
                      <a:cubicBezTo>
                        <a:pt x="357617" y="395318"/>
                        <a:pt x="358156" y="394241"/>
                        <a:pt x="359233" y="393164"/>
                      </a:cubicBezTo>
                      <a:cubicBezTo>
                        <a:pt x="362465" y="387778"/>
                        <a:pt x="365696" y="382392"/>
                        <a:pt x="368389" y="377006"/>
                      </a:cubicBezTo>
                      <a:cubicBezTo>
                        <a:pt x="368928" y="375929"/>
                        <a:pt x="369466" y="374852"/>
                        <a:pt x="370005" y="373775"/>
                      </a:cubicBezTo>
                      <a:cubicBezTo>
                        <a:pt x="370544" y="373236"/>
                        <a:pt x="370544" y="372698"/>
                        <a:pt x="371082" y="372159"/>
                      </a:cubicBezTo>
                      <a:cubicBezTo>
                        <a:pt x="373775" y="366773"/>
                        <a:pt x="376468" y="360849"/>
                        <a:pt x="378622" y="354924"/>
                      </a:cubicBezTo>
                      <a:cubicBezTo>
                        <a:pt x="379161" y="353847"/>
                        <a:pt x="379699" y="352231"/>
                        <a:pt x="380238" y="351154"/>
                      </a:cubicBezTo>
                      <a:cubicBezTo>
                        <a:pt x="380776" y="349538"/>
                        <a:pt x="381315" y="347923"/>
                        <a:pt x="381854" y="346846"/>
                      </a:cubicBezTo>
                      <a:cubicBezTo>
                        <a:pt x="383469" y="341999"/>
                        <a:pt x="385085" y="336613"/>
                        <a:pt x="386701" y="331227"/>
                      </a:cubicBezTo>
                      <a:cubicBezTo>
                        <a:pt x="387239" y="330150"/>
                        <a:pt x="387239" y="329072"/>
                        <a:pt x="387778" y="327995"/>
                      </a:cubicBezTo>
                      <a:cubicBezTo>
                        <a:pt x="388317" y="325841"/>
                        <a:pt x="388855" y="323148"/>
                        <a:pt x="389932" y="320994"/>
                      </a:cubicBezTo>
                      <a:cubicBezTo>
                        <a:pt x="391010" y="316147"/>
                        <a:pt x="392087" y="311299"/>
                        <a:pt x="393164" y="306452"/>
                      </a:cubicBezTo>
                      <a:cubicBezTo>
                        <a:pt x="393164" y="305914"/>
                        <a:pt x="393164" y="305375"/>
                        <a:pt x="393702" y="304298"/>
                      </a:cubicBezTo>
                      <a:cubicBezTo>
                        <a:pt x="393702" y="300528"/>
                        <a:pt x="394241" y="297296"/>
                        <a:pt x="394780" y="294065"/>
                      </a:cubicBezTo>
                      <a:close/>
                    </a:path>
                  </a:pathLst>
                </a:custGeom>
                <a:solidFill>
                  <a:schemeClr val="accent1">
                    <a:lumMod val="75000"/>
                  </a:schemeClr>
                </a:solidFill>
                <a:ln w="5383"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B3AEBEF4-49FC-46F0-A7C8-6A64D4FBF26E}"/>
                    </a:ext>
                  </a:extLst>
                </p:cNvPr>
                <p:cNvSpPr/>
                <p:nvPr/>
              </p:nvSpPr>
              <p:spPr>
                <a:xfrm>
                  <a:off x="8502113" y="5189890"/>
                  <a:ext cx="488096" cy="494667"/>
                </a:xfrm>
                <a:custGeom>
                  <a:avLst/>
                  <a:gdLst>
                    <a:gd name="connsiteX0" fmla="*/ 238124 w 488096"/>
                    <a:gd name="connsiteY0" fmla="*/ 125 h 494667"/>
                    <a:gd name="connsiteX1" fmla="*/ 488025 w 488096"/>
                    <a:gd name="connsiteY1" fmla="*/ 239794 h 494667"/>
                    <a:gd name="connsiteX2" fmla="*/ 249973 w 488096"/>
                    <a:gd name="connsiteY2" fmla="*/ 494542 h 494667"/>
                    <a:gd name="connsiteX3" fmla="*/ 72 w 488096"/>
                    <a:gd name="connsiteY3" fmla="*/ 255413 h 494667"/>
                    <a:gd name="connsiteX4" fmla="*/ 238124 w 488096"/>
                    <a:gd name="connsiteY4" fmla="*/ 125 h 494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096" h="494667">
                      <a:moveTo>
                        <a:pt x="238124" y="125"/>
                      </a:moveTo>
                      <a:cubicBezTo>
                        <a:pt x="372769" y="-4183"/>
                        <a:pt x="484794" y="102995"/>
                        <a:pt x="488025" y="239794"/>
                      </a:cubicBezTo>
                      <a:cubicBezTo>
                        <a:pt x="491257" y="376054"/>
                        <a:pt x="384618" y="490234"/>
                        <a:pt x="249973" y="494542"/>
                      </a:cubicBezTo>
                      <a:cubicBezTo>
                        <a:pt x="115328" y="498851"/>
                        <a:pt x="3303" y="391673"/>
                        <a:pt x="72" y="255413"/>
                      </a:cubicBezTo>
                      <a:cubicBezTo>
                        <a:pt x="-3160" y="118613"/>
                        <a:pt x="103479" y="4434"/>
                        <a:pt x="238124" y="125"/>
                      </a:cubicBezTo>
                      <a:close/>
                    </a:path>
                  </a:pathLst>
                </a:custGeom>
                <a:solidFill>
                  <a:schemeClr val="accent1"/>
                </a:solidFill>
                <a:ln w="5383" cap="flat">
                  <a:noFill/>
                  <a:prstDash val="solid"/>
                  <a:miter/>
                </a:ln>
              </p:spPr>
              <p:txBody>
                <a:bodyPr rtlCol="0" anchor="ctr"/>
                <a:lstStyle/>
                <a:p>
                  <a:endParaRPr lang="en-US"/>
                </a:p>
              </p:txBody>
            </p:sp>
          </p:grpSp>
        </p:grpSp>
        <p:grpSp>
          <p:nvGrpSpPr>
            <p:cNvPr id="93" name="Graphic 21">
              <a:extLst>
                <a:ext uri="{FF2B5EF4-FFF2-40B4-BE49-F238E27FC236}">
                  <a16:creationId xmlns:a16="http://schemas.microsoft.com/office/drawing/2014/main" id="{8639DD85-530A-4410-999F-96017AD201EE}"/>
                </a:ext>
              </a:extLst>
            </p:cNvPr>
            <p:cNvGrpSpPr/>
            <p:nvPr/>
          </p:nvGrpSpPr>
          <p:grpSpPr>
            <a:xfrm>
              <a:off x="9635721" y="3149204"/>
              <a:ext cx="694406" cy="2599385"/>
              <a:chOff x="9635721" y="3149204"/>
              <a:chExt cx="694406" cy="2599385"/>
            </a:xfrm>
          </p:grpSpPr>
          <p:grpSp>
            <p:nvGrpSpPr>
              <p:cNvPr id="94" name="Graphic 21">
                <a:extLst>
                  <a:ext uri="{FF2B5EF4-FFF2-40B4-BE49-F238E27FC236}">
                    <a16:creationId xmlns:a16="http://schemas.microsoft.com/office/drawing/2014/main" id="{8639DD85-530A-4410-999F-96017AD201EE}"/>
                  </a:ext>
                </a:extLst>
              </p:cNvPr>
              <p:cNvGrpSpPr/>
              <p:nvPr/>
            </p:nvGrpSpPr>
            <p:grpSpPr>
              <a:xfrm>
                <a:off x="9635721" y="3149204"/>
                <a:ext cx="680402" cy="1965103"/>
                <a:chOff x="9635721" y="3149204"/>
                <a:chExt cx="680402" cy="1965103"/>
              </a:xfrm>
            </p:grpSpPr>
            <p:sp>
              <p:nvSpPr>
                <p:cNvPr id="95" name="Freeform: Shape 94">
                  <a:extLst>
                    <a:ext uri="{FF2B5EF4-FFF2-40B4-BE49-F238E27FC236}">
                      <a16:creationId xmlns:a16="http://schemas.microsoft.com/office/drawing/2014/main" id="{2A18363F-7C63-462A-9402-661BCCA44B32}"/>
                    </a:ext>
                  </a:extLst>
                </p:cNvPr>
                <p:cNvSpPr/>
                <p:nvPr/>
              </p:nvSpPr>
              <p:spPr>
                <a:xfrm>
                  <a:off x="9906802" y="3159029"/>
                  <a:ext cx="409320" cy="1955279"/>
                </a:xfrm>
                <a:custGeom>
                  <a:avLst/>
                  <a:gdLst>
                    <a:gd name="connsiteX0" fmla="*/ 407167 w 409320"/>
                    <a:gd name="connsiteY0" fmla="*/ 278446 h 1955279"/>
                    <a:gd name="connsiteX1" fmla="*/ 407167 w 409320"/>
                    <a:gd name="connsiteY1" fmla="*/ 276292 h 1955279"/>
                    <a:gd name="connsiteX2" fmla="*/ 405551 w 409320"/>
                    <a:gd name="connsiteY2" fmla="*/ 258519 h 1955279"/>
                    <a:gd name="connsiteX3" fmla="*/ 405012 w 409320"/>
                    <a:gd name="connsiteY3" fmla="*/ 255287 h 1955279"/>
                    <a:gd name="connsiteX4" fmla="*/ 404474 w 409320"/>
                    <a:gd name="connsiteY4" fmla="*/ 250978 h 1955279"/>
                    <a:gd name="connsiteX5" fmla="*/ 400704 w 409320"/>
                    <a:gd name="connsiteY5" fmla="*/ 232128 h 1955279"/>
                    <a:gd name="connsiteX6" fmla="*/ 400165 w 409320"/>
                    <a:gd name="connsiteY6" fmla="*/ 229435 h 1955279"/>
                    <a:gd name="connsiteX7" fmla="*/ 394779 w 409320"/>
                    <a:gd name="connsiteY7" fmla="*/ 209508 h 1955279"/>
                    <a:gd name="connsiteX8" fmla="*/ 393163 w 409320"/>
                    <a:gd name="connsiteY8" fmla="*/ 205199 h 1955279"/>
                    <a:gd name="connsiteX9" fmla="*/ 391548 w 409320"/>
                    <a:gd name="connsiteY9" fmla="*/ 199275 h 1955279"/>
                    <a:gd name="connsiteX10" fmla="*/ 388317 w 409320"/>
                    <a:gd name="connsiteY10" fmla="*/ 191734 h 1955279"/>
                    <a:gd name="connsiteX11" fmla="*/ 384546 w 409320"/>
                    <a:gd name="connsiteY11" fmla="*/ 182040 h 1955279"/>
                    <a:gd name="connsiteX12" fmla="*/ 379160 w 409320"/>
                    <a:gd name="connsiteY12" fmla="*/ 170730 h 1955279"/>
                    <a:gd name="connsiteX13" fmla="*/ 374852 w 409320"/>
                    <a:gd name="connsiteY13" fmla="*/ 161574 h 1955279"/>
                    <a:gd name="connsiteX14" fmla="*/ 368389 w 409320"/>
                    <a:gd name="connsiteY14" fmla="*/ 150802 h 1955279"/>
                    <a:gd name="connsiteX15" fmla="*/ 363541 w 409320"/>
                    <a:gd name="connsiteY15" fmla="*/ 142185 h 1955279"/>
                    <a:gd name="connsiteX16" fmla="*/ 356002 w 409320"/>
                    <a:gd name="connsiteY16" fmla="*/ 131414 h 1955279"/>
                    <a:gd name="connsiteX17" fmla="*/ 350616 w 409320"/>
                    <a:gd name="connsiteY17" fmla="*/ 123335 h 1955279"/>
                    <a:gd name="connsiteX18" fmla="*/ 349538 w 409320"/>
                    <a:gd name="connsiteY18" fmla="*/ 121719 h 1955279"/>
                    <a:gd name="connsiteX19" fmla="*/ 338228 w 409320"/>
                    <a:gd name="connsiteY19" fmla="*/ 108255 h 1955279"/>
                    <a:gd name="connsiteX20" fmla="*/ 335535 w 409320"/>
                    <a:gd name="connsiteY20" fmla="*/ 105023 h 1955279"/>
                    <a:gd name="connsiteX21" fmla="*/ 323687 w 409320"/>
                    <a:gd name="connsiteY21" fmla="*/ 92636 h 1955279"/>
                    <a:gd name="connsiteX22" fmla="*/ 320455 w 409320"/>
                    <a:gd name="connsiteY22" fmla="*/ 89404 h 1955279"/>
                    <a:gd name="connsiteX23" fmla="*/ 306990 w 409320"/>
                    <a:gd name="connsiteY23" fmla="*/ 77556 h 1955279"/>
                    <a:gd name="connsiteX24" fmla="*/ 305375 w 409320"/>
                    <a:gd name="connsiteY24" fmla="*/ 76478 h 1955279"/>
                    <a:gd name="connsiteX25" fmla="*/ 299451 w 409320"/>
                    <a:gd name="connsiteY25" fmla="*/ 72170 h 1955279"/>
                    <a:gd name="connsiteX26" fmla="*/ 288140 w 409320"/>
                    <a:gd name="connsiteY26" fmla="*/ 63552 h 1955279"/>
                    <a:gd name="connsiteX27" fmla="*/ 281139 w 409320"/>
                    <a:gd name="connsiteY27" fmla="*/ 58705 h 1955279"/>
                    <a:gd name="connsiteX28" fmla="*/ 274676 w 409320"/>
                    <a:gd name="connsiteY28" fmla="*/ 54396 h 1955279"/>
                    <a:gd name="connsiteX29" fmla="*/ 269290 w 409320"/>
                    <a:gd name="connsiteY29" fmla="*/ 51165 h 1955279"/>
                    <a:gd name="connsiteX30" fmla="*/ 264443 w 409320"/>
                    <a:gd name="connsiteY30" fmla="*/ 48472 h 1955279"/>
                    <a:gd name="connsiteX31" fmla="*/ 246670 w 409320"/>
                    <a:gd name="connsiteY31" fmla="*/ 39316 h 1955279"/>
                    <a:gd name="connsiteX32" fmla="*/ 245593 w 409320"/>
                    <a:gd name="connsiteY32" fmla="*/ 38778 h 1955279"/>
                    <a:gd name="connsiteX33" fmla="*/ 245593 w 409320"/>
                    <a:gd name="connsiteY33" fmla="*/ 38778 h 1955279"/>
                    <a:gd name="connsiteX34" fmla="*/ 226743 w 409320"/>
                    <a:gd name="connsiteY34" fmla="*/ 31238 h 1955279"/>
                    <a:gd name="connsiteX35" fmla="*/ 221895 w 409320"/>
                    <a:gd name="connsiteY35" fmla="*/ 29622 h 1955279"/>
                    <a:gd name="connsiteX36" fmla="*/ 217048 w 409320"/>
                    <a:gd name="connsiteY36" fmla="*/ 28006 h 1955279"/>
                    <a:gd name="connsiteX37" fmla="*/ 202506 w 409320"/>
                    <a:gd name="connsiteY37" fmla="*/ 23698 h 1955279"/>
                    <a:gd name="connsiteX38" fmla="*/ 114718 w 409320"/>
                    <a:gd name="connsiteY38" fmla="*/ 0 h 1955279"/>
                    <a:gd name="connsiteX39" fmla="*/ 134645 w 409320"/>
                    <a:gd name="connsiteY39" fmla="*/ 6463 h 1955279"/>
                    <a:gd name="connsiteX40" fmla="*/ 139492 w 409320"/>
                    <a:gd name="connsiteY40" fmla="*/ 8079 h 1955279"/>
                    <a:gd name="connsiteX41" fmla="*/ 158342 w 409320"/>
                    <a:gd name="connsiteY41" fmla="*/ 16157 h 1955279"/>
                    <a:gd name="connsiteX42" fmla="*/ 159420 w 409320"/>
                    <a:gd name="connsiteY42" fmla="*/ 16696 h 1955279"/>
                    <a:gd name="connsiteX43" fmla="*/ 177193 w 409320"/>
                    <a:gd name="connsiteY43" fmla="*/ 25852 h 1955279"/>
                    <a:gd name="connsiteX44" fmla="*/ 182040 w 409320"/>
                    <a:gd name="connsiteY44" fmla="*/ 28545 h 1955279"/>
                    <a:gd name="connsiteX45" fmla="*/ 194428 w 409320"/>
                    <a:gd name="connsiteY45" fmla="*/ 36085 h 1955279"/>
                    <a:gd name="connsiteX46" fmla="*/ 201429 w 409320"/>
                    <a:gd name="connsiteY46" fmla="*/ 40932 h 1955279"/>
                    <a:gd name="connsiteX47" fmla="*/ 212739 w 409320"/>
                    <a:gd name="connsiteY47" fmla="*/ 49549 h 1955279"/>
                    <a:gd name="connsiteX48" fmla="*/ 218664 w 409320"/>
                    <a:gd name="connsiteY48" fmla="*/ 53858 h 1955279"/>
                    <a:gd name="connsiteX49" fmla="*/ 233744 w 409320"/>
                    <a:gd name="connsiteY49" fmla="*/ 66784 h 1955279"/>
                    <a:gd name="connsiteX50" fmla="*/ 236975 w 409320"/>
                    <a:gd name="connsiteY50" fmla="*/ 70015 h 1955279"/>
                    <a:gd name="connsiteX51" fmla="*/ 248824 w 409320"/>
                    <a:gd name="connsiteY51" fmla="*/ 82403 h 1955279"/>
                    <a:gd name="connsiteX52" fmla="*/ 251517 w 409320"/>
                    <a:gd name="connsiteY52" fmla="*/ 85634 h 1955279"/>
                    <a:gd name="connsiteX53" fmla="*/ 263904 w 409320"/>
                    <a:gd name="connsiteY53" fmla="*/ 100714 h 1955279"/>
                    <a:gd name="connsiteX54" fmla="*/ 269290 w 409320"/>
                    <a:gd name="connsiteY54" fmla="*/ 108793 h 1955279"/>
                    <a:gd name="connsiteX55" fmla="*/ 276830 w 409320"/>
                    <a:gd name="connsiteY55" fmla="*/ 119565 h 1955279"/>
                    <a:gd name="connsiteX56" fmla="*/ 282216 w 409320"/>
                    <a:gd name="connsiteY56" fmla="*/ 128182 h 1955279"/>
                    <a:gd name="connsiteX57" fmla="*/ 288679 w 409320"/>
                    <a:gd name="connsiteY57" fmla="*/ 138954 h 1955279"/>
                    <a:gd name="connsiteX58" fmla="*/ 292988 w 409320"/>
                    <a:gd name="connsiteY58" fmla="*/ 148110 h 1955279"/>
                    <a:gd name="connsiteX59" fmla="*/ 298373 w 409320"/>
                    <a:gd name="connsiteY59" fmla="*/ 159420 h 1955279"/>
                    <a:gd name="connsiteX60" fmla="*/ 302144 w 409320"/>
                    <a:gd name="connsiteY60" fmla="*/ 169114 h 1955279"/>
                    <a:gd name="connsiteX61" fmla="*/ 306990 w 409320"/>
                    <a:gd name="connsiteY61" fmla="*/ 182040 h 1955279"/>
                    <a:gd name="connsiteX62" fmla="*/ 308606 w 409320"/>
                    <a:gd name="connsiteY62" fmla="*/ 186887 h 1955279"/>
                    <a:gd name="connsiteX63" fmla="*/ 313992 w 409320"/>
                    <a:gd name="connsiteY63" fmla="*/ 206815 h 1955279"/>
                    <a:gd name="connsiteX64" fmla="*/ 314531 w 409320"/>
                    <a:gd name="connsiteY64" fmla="*/ 209508 h 1955279"/>
                    <a:gd name="connsiteX65" fmla="*/ 318301 w 409320"/>
                    <a:gd name="connsiteY65" fmla="*/ 228358 h 1955279"/>
                    <a:gd name="connsiteX66" fmla="*/ 318840 w 409320"/>
                    <a:gd name="connsiteY66" fmla="*/ 232667 h 1955279"/>
                    <a:gd name="connsiteX67" fmla="*/ 320994 w 409320"/>
                    <a:gd name="connsiteY67" fmla="*/ 253671 h 1955279"/>
                    <a:gd name="connsiteX68" fmla="*/ 320994 w 409320"/>
                    <a:gd name="connsiteY68" fmla="*/ 255826 h 1955279"/>
                    <a:gd name="connsiteX69" fmla="*/ 321533 w 409320"/>
                    <a:gd name="connsiteY69" fmla="*/ 280600 h 1955279"/>
                    <a:gd name="connsiteX70" fmla="*/ 287602 w 409320"/>
                    <a:gd name="connsiteY70" fmla="*/ 1703530 h 1955279"/>
                    <a:gd name="connsiteX71" fmla="*/ 285986 w 409320"/>
                    <a:gd name="connsiteY71" fmla="*/ 1727227 h 1955279"/>
                    <a:gd name="connsiteX72" fmla="*/ 282754 w 409320"/>
                    <a:gd name="connsiteY72" fmla="*/ 1746616 h 1955279"/>
                    <a:gd name="connsiteX73" fmla="*/ 282216 w 409320"/>
                    <a:gd name="connsiteY73" fmla="*/ 1749847 h 1955279"/>
                    <a:gd name="connsiteX74" fmla="*/ 279523 w 409320"/>
                    <a:gd name="connsiteY74" fmla="*/ 1759542 h 1955279"/>
                    <a:gd name="connsiteX75" fmla="*/ 275215 w 409320"/>
                    <a:gd name="connsiteY75" fmla="*/ 1773545 h 1955279"/>
                    <a:gd name="connsiteX76" fmla="*/ 269290 w 409320"/>
                    <a:gd name="connsiteY76" fmla="*/ 1789702 h 1955279"/>
                    <a:gd name="connsiteX77" fmla="*/ 268213 w 409320"/>
                    <a:gd name="connsiteY77" fmla="*/ 1791318 h 1955279"/>
                    <a:gd name="connsiteX78" fmla="*/ 260673 w 409320"/>
                    <a:gd name="connsiteY78" fmla="*/ 1807475 h 1955279"/>
                    <a:gd name="connsiteX79" fmla="*/ 259057 w 409320"/>
                    <a:gd name="connsiteY79" fmla="*/ 1811246 h 1955279"/>
                    <a:gd name="connsiteX80" fmla="*/ 249363 w 409320"/>
                    <a:gd name="connsiteY80" fmla="*/ 1827403 h 1955279"/>
                    <a:gd name="connsiteX81" fmla="*/ 246131 w 409320"/>
                    <a:gd name="connsiteY81" fmla="*/ 1832250 h 1955279"/>
                    <a:gd name="connsiteX82" fmla="*/ 238053 w 409320"/>
                    <a:gd name="connsiteY82" fmla="*/ 1843560 h 1955279"/>
                    <a:gd name="connsiteX83" fmla="*/ 233744 w 409320"/>
                    <a:gd name="connsiteY83" fmla="*/ 1848946 h 1955279"/>
                    <a:gd name="connsiteX84" fmla="*/ 226203 w 409320"/>
                    <a:gd name="connsiteY84" fmla="*/ 1857563 h 1955279"/>
                    <a:gd name="connsiteX85" fmla="*/ 217586 w 409320"/>
                    <a:gd name="connsiteY85" fmla="*/ 1866181 h 1955279"/>
                    <a:gd name="connsiteX86" fmla="*/ 210046 w 409320"/>
                    <a:gd name="connsiteY86" fmla="*/ 1873182 h 1955279"/>
                    <a:gd name="connsiteX87" fmla="*/ 200890 w 409320"/>
                    <a:gd name="connsiteY87" fmla="*/ 1881261 h 1955279"/>
                    <a:gd name="connsiteX88" fmla="*/ 192812 w 409320"/>
                    <a:gd name="connsiteY88" fmla="*/ 1887185 h 1955279"/>
                    <a:gd name="connsiteX89" fmla="*/ 182579 w 409320"/>
                    <a:gd name="connsiteY89" fmla="*/ 1894187 h 1955279"/>
                    <a:gd name="connsiteX90" fmla="*/ 173961 w 409320"/>
                    <a:gd name="connsiteY90" fmla="*/ 1899573 h 1955279"/>
                    <a:gd name="connsiteX91" fmla="*/ 163190 w 409320"/>
                    <a:gd name="connsiteY91" fmla="*/ 1905497 h 1955279"/>
                    <a:gd name="connsiteX92" fmla="*/ 154573 w 409320"/>
                    <a:gd name="connsiteY92" fmla="*/ 1909806 h 1955279"/>
                    <a:gd name="connsiteX93" fmla="*/ 142723 w 409320"/>
                    <a:gd name="connsiteY93" fmla="*/ 1914653 h 1955279"/>
                    <a:gd name="connsiteX94" fmla="*/ 133568 w 409320"/>
                    <a:gd name="connsiteY94" fmla="*/ 1918423 h 1955279"/>
                    <a:gd name="connsiteX95" fmla="*/ 120642 w 409320"/>
                    <a:gd name="connsiteY95" fmla="*/ 1922193 h 1955279"/>
                    <a:gd name="connsiteX96" fmla="*/ 112025 w 409320"/>
                    <a:gd name="connsiteY96" fmla="*/ 1924886 h 1955279"/>
                    <a:gd name="connsiteX97" fmla="*/ 96944 w 409320"/>
                    <a:gd name="connsiteY97" fmla="*/ 1927579 h 1955279"/>
                    <a:gd name="connsiteX98" fmla="*/ 89404 w 409320"/>
                    <a:gd name="connsiteY98" fmla="*/ 1929195 h 1955279"/>
                    <a:gd name="connsiteX99" fmla="*/ 66245 w 409320"/>
                    <a:gd name="connsiteY99" fmla="*/ 1931349 h 1955279"/>
                    <a:gd name="connsiteX100" fmla="*/ 16157 w 409320"/>
                    <a:gd name="connsiteY100" fmla="*/ 1927579 h 1955279"/>
                    <a:gd name="connsiteX101" fmla="*/ 0 w 409320"/>
                    <a:gd name="connsiteY101" fmla="*/ 1923809 h 1955279"/>
                    <a:gd name="connsiteX102" fmla="*/ 0 w 409320"/>
                    <a:gd name="connsiteY102" fmla="*/ 1923809 h 1955279"/>
                    <a:gd name="connsiteX103" fmla="*/ 0 w 409320"/>
                    <a:gd name="connsiteY103" fmla="*/ 1923809 h 1955279"/>
                    <a:gd name="connsiteX104" fmla="*/ 87789 w 409320"/>
                    <a:gd name="connsiteY104" fmla="*/ 1947506 h 1955279"/>
                    <a:gd name="connsiteX105" fmla="*/ 153495 w 409320"/>
                    <a:gd name="connsiteY105" fmla="*/ 1955047 h 1955279"/>
                    <a:gd name="connsiteX106" fmla="*/ 176654 w 409320"/>
                    <a:gd name="connsiteY106" fmla="*/ 1952892 h 1955279"/>
                    <a:gd name="connsiteX107" fmla="*/ 184195 w 409320"/>
                    <a:gd name="connsiteY107" fmla="*/ 1951277 h 1955279"/>
                    <a:gd name="connsiteX108" fmla="*/ 199274 w 409320"/>
                    <a:gd name="connsiteY108" fmla="*/ 1948584 h 1955279"/>
                    <a:gd name="connsiteX109" fmla="*/ 207892 w 409320"/>
                    <a:gd name="connsiteY109" fmla="*/ 1945891 h 1955279"/>
                    <a:gd name="connsiteX110" fmla="*/ 220818 w 409320"/>
                    <a:gd name="connsiteY110" fmla="*/ 1942121 h 1955279"/>
                    <a:gd name="connsiteX111" fmla="*/ 229974 w 409320"/>
                    <a:gd name="connsiteY111" fmla="*/ 1938889 h 1955279"/>
                    <a:gd name="connsiteX112" fmla="*/ 241822 w 409320"/>
                    <a:gd name="connsiteY112" fmla="*/ 1934042 h 1955279"/>
                    <a:gd name="connsiteX113" fmla="*/ 250440 w 409320"/>
                    <a:gd name="connsiteY113" fmla="*/ 1929733 h 1955279"/>
                    <a:gd name="connsiteX114" fmla="*/ 261750 w 409320"/>
                    <a:gd name="connsiteY114" fmla="*/ 1923809 h 1955279"/>
                    <a:gd name="connsiteX115" fmla="*/ 270367 w 409320"/>
                    <a:gd name="connsiteY115" fmla="*/ 1918423 h 1955279"/>
                    <a:gd name="connsiteX116" fmla="*/ 280601 w 409320"/>
                    <a:gd name="connsiteY116" fmla="*/ 1911421 h 1955279"/>
                    <a:gd name="connsiteX117" fmla="*/ 288679 w 409320"/>
                    <a:gd name="connsiteY117" fmla="*/ 1905497 h 1955279"/>
                    <a:gd name="connsiteX118" fmla="*/ 297835 w 409320"/>
                    <a:gd name="connsiteY118" fmla="*/ 1897418 h 1955279"/>
                    <a:gd name="connsiteX119" fmla="*/ 305375 w 409320"/>
                    <a:gd name="connsiteY119" fmla="*/ 1890417 h 1955279"/>
                    <a:gd name="connsiteX120" fmla="*/ 313992 w 409320"/>
                    <a:gd name="connsiteY120" fmla="*/ 1881800 h 1955279"/>
                    <a:gd name="connsiteX121" fmla="*/ 317762 w 409320"/>
                    <a:gd name="connsiteY121" fmla="*/ 1878030 h 1955279"/>
                    <a:gd name="connsiteX122" fmla="*/ 321533 w 409320"/>
                    <a:gd name="connsiteY122" fmla="*/ 1873721 h 1955279"/>
                    <a:gd name="connsiteX123" fmla="*/ 325841 w 409320"/>
                    <a:gd name="connsiteY123" fmla="*/ 1868335 h 1955279"/>
                    <a:gd name="connsiteX124" fmla="*/ 333919 w 409320"/>
                    <a:gd name="connsiteY124" fmla="*/ 1857025 h 1955279"/>
                    <a:gd name="connsiteX125" fmla="*/ 337151 w 409320"/>
                    <a:gd name="connsiteY125" fmla="*/ 1852178 h 1955279"/>
                    <a:gd name="connsiteX126" fmla="*/ 338228 w 409320"/>
                    <a:gd name="connsiteY126" fmla="*/ 1850562 h 1955279"/>
                    <a:gd name="connsiteX127" fmla="*/ 346846 w 409320"/>
                    <a:gd name="connsiteY127" fmla="*/ 1836559 h 1955279"/>
                    <a:gd name="connsiteX128" fmla="*/ 348462 w 409320"/>
                    <a:gd name="connsiteY128" fmla="*/ 1832789 h 1955279"/>
                    <a:gd name="connsiteX129" fmla="*/ 352231 w 409320"/>
                    <a:gd name="connsiteY129" fmla="*/ 1825787 h 1955279"/>
                    <a:gd name="connsiteX130" fmla="*/ 356540 w 409320"/>
                    <a:gd name="connsiteY130" fmla="*/ 1816631 h 1955279"/>
                    <a:gd name="connsiteX131" fmla="*/ 357079 w 409320"/>
                    <a:gd name="connsiteY131" fmla="*/ 1815016 h 1955279"/>
                    <a:gd name="connsiteX132" fmla="*/ 361926 w 409320"/>
                    <a:gd name="connsiteY132" fmla="*/ 1802090 h 1955279"/>
                    <a:gd name="connsiteX133" fmla="*/ 363003 w 409320"/>
                    <a:gd name="connsiteY133" fmla="*/ 1798858 h 1955279"/>
                    <a:gd name="connsiteX134" fmla="*/ 367312 w 409320"/>
                    <a:gd name="connsiteY134" fmla="*/ 1784855 h 1955279"/>
                    <a:gd name="connsiteX135" fmla="*/ 369466 w 409320"/>
                    <a:gd name="connsiteY135" fmla="*/ 1778392 h 1955279"/>
                    <a:gd name="connsiteX136" fmla="*/ 370005 w 409320"/>
                    <a:gd name="connsiteY136" fmla="*/ 1775161 h 1955279"/>
                    <a:gd name="connsiteX137" fmla="*/ 370543 w 409320"/>
                    <a:gd name="connsiteY137" fmla="*/ 1771929 h 1955279"/>
                    <a:gd name="connsiteX138" fmla="*/ 373775 w 409320"/>
                    <a:gd name="connsiteY138" fmla="*/ 1753617 h 1955279"/>
                    <a:gd name="connsiteX139" fmla="*/ 373775 w 409320"/>
                    <a:gd name="connsiteY139" fmla="*/ 1753079 h 1955279"/>
                    <a:gd name="connsiteX140" fmla="*/ 375391 w 409320"/>
                    <a:gd name="connsiteY140" fmla="*/ 1729381 h 1955279"/>
                    <a:gd name="connsiteX141" fmla="*/ 409321 w 409320"/>
                    <a:gd name="connsiteY141" fmla="*/ 306452 h 1955279"/>
                    <a:gd name="connsiteX142" fmla="*/ 409321 w 409320"/>
                    <a:gd name="connsiteY142" fmla="*/ 302143 h 1955279"/>
                    <a:gd name="connsiteX143" fmla="*/ 407167 w 409320"/>
                    <a:gd name="connsiteY143" fmla="*/ 278446 h 1955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09320" h="1955279">
                      <a:moveTo>
                        <a:pt x="407167" y="278446"/>
                      </a:moveTo>
                      <a:cubicBezTo>
                        <a:pt x="407167" y="277907"/>
                        <a:pt x="407167" y="277369"/>
                        <a:pt x="407167" y="276292"/>
                      </a:cubicBezTo>
                      <a:cubicBezTo>
                        <a:pt x="406628" y="270367"/>
                        <a:pt x="406089" y="264443"/>
                        <a:pt x="405551" y="258519"/>
                      </a:cubicBezTo>
                      <a:cubicBezTo>
                        <a:pt x="405551" y="257441"/>
                        <a:pt x="405012" y="256364"/>
                        <a:pt x="405012" y="255287"/>
                      </a:cubicBezTo>
                      <a:cubicBezTo>
                        <a:pt x="405012" y="253671"/>
                        <a:pt x="404474" y="252056"/>
                        <a:pt x="404474" y="250978"/>
                      </a:cubicBezTo>
                      <a:cubicBezTo>
                        <a:pt x="403396" y="244515"/>
                        <a:pt x="402320" y="238591"/>
                        <a:pt x="400704" y="232128"/>
                      </a:cubicBezTo>
                      <a:cubicBezTo>
                        <a:pt x="400704" y="231051"/>
                        <a:pt x="400165" y="230512"/>
                        <a:pt x="400165" y="229435"/>
                      </a:cubicBezTo>
                      <a:cubicBezTo>
                        <a:pt x="398549" y="222434"/>
                        <a:pt x="396395" y="215971"/>
                        <a:pt x="394779" y="209508"/>
                      </a:cubicBezTo>
                      <a:cubicBezTo>
                        <a:pt x="394241" y="207892"/>
                        <a:pt x="393702" y="206276"/>
                        <a:pt x="393163" y="205199"/>
                      </a:cubicBezTo>
                      <a:cubicBezTo>
                        <a:pt x="392625" y="203045"/>
                        <a:pt x="392086" y="201429"/>
                        <a:pt x="391548" y="199275"/>
                      </a:cubicBezTo>
                      <a:cubicBezTo>
                        <a:pt x="390470" y="196582"/>
                        <a:pt x="389394" y="194427"/>
                        <a:pt x="388317" y="191734"/>
                      </a:cubicBezTo>
                      <a:cubicBezTo>
                        <a:pt x="387239" y="188503"/>
                        <a:pt x="385624" y="185272"/>
                        <a:pt x="384546" y="182040"/>
                      </a:cubicBezTo>
                      <a:cubicBezTo>
                        <a:pt x="382931" y="178270"/>
                        <a:pt x="381315" y="174500"/>
                        <a:pt x="379160" y="170730"/>
                      </a:cubicBezTo>
                      <a:cubicBezTo>
                        <a:pt x="377545" y="167498"/>
                        <a:pt x="376467" y="164805"/>
                        <a:pt x="374852" y="161574"/>
                      </a:cubicBezTo>
                      <a:cubicBezTo>
                        <a:pt x="372698" y="157804"/>
                        <a:pt x="370543" y="154034"/>
                        <a:pt x="368389" y="150802"/>
                      </a:cubicBezTo>
                      <a:cubicBezTo>
                        <a:pt x="366773" y="148110"/>
                        <a:pt x="365157" y="144878"/>
                        <a:pt x="363541" y="142185"/>
                      </a:cubicBezTo>
                      <a:cubicBezTo>
                        <a:pt x="361388" y="138415"/>
                        <a:pt x="358695" y="135184"/>
                        <a:pt x="356002" y="131414"/>
                      </a:cubicBezTo>
                      <a:cubicBezTo>
                        <a:pt x="354386" y="128721"/>
                        <a:pt x="352231" y="126028"/>
                        <a:pt x="350616" y="123335"/>
                      </a:cubicBezTo>
                      <a:cubicBezTo>
                        <a:pt x="350077" y="122796"/>
                        <a:pt x="350077" y="122258"/>
                        <a:pt x="349538" y="121719"/>
                      </a:cubicBezTo>
                      <a:cubicBezTo>
                        <a:pt x="345769" y="116872"/>
                        <a:pt x="341998" y="112563"/>
                        <a:pt x="338228" y="108255"/>
                      </a:cubicBezTo>
                      <a:cubicBezTo>
                        <a:pt x="337151" y="107177"/>
                        <a:pt x="336074" y="106100"/>
                        <a:pt x="335535" y="105023"/>
                      </a:cubicBezTo>
                      <a:cubicBezTo>
                        <a:pt x="331766" y="100714"/>
                        <a:pt x="327995" y="96944"/>
                        <a:pt x="323687" y="92636"/>
                      </a:cubicBezTo>
                      <a:cubicBezTo>
                        <a:pt x="322609" y="91559"/>
                        <a:pt x="321533" y="90481"/>
                        <a:pt x="320455" y="89404"/>
                      </a:cubicBezTo>
                      <a:cubicBezTo>
                        <a:pt x="316147" y="85096"/>
                        <a:pt x="311838" y="81326"/>
                        <a:pt x="306990" y="77556"/>
                      </a:cubicBezTo>
                      <a:cubicBezTo>
                        <a:pt x="306452" y="77017"/>
                        <a:pt x="305914" y="77017"/>
                        <a:pt x="305375" y="76478"/>
                      </a:cubicBezTo>
                      <a:cubicBezTo>
                        <a:pt x="303759" y="74863"/>
                        <a:pt x="301605" y="73785"/>
                        <a:pt x="299451" y="72170"/>
                      </a:cubicBezTo>
                      <a:cubicBezTo>
                        <a:pt x="295680" y="69477"/>
                        <a:pt x="291911" y="66245"/>
                        <a:pt x="288140" y="63552"/>
                      </a:cubicBezTo>
                      <a:cubicBezTo>
                        <a:pt x="285986" y="61937"/>
                        <a:pt x="283293" y="60321"/>
                        <a:pt x="281139" y="58705"/>
                      </a:cubicBezTo>
                      <a:cubicBezTo>
                        <a:pt x="278985" y="57089"/>
                        <a:pt x="276830" y="55474"/>
                        <a:pt x="274676" y="54396"/>
                      </a:cubicBezTo>
                      <a:cubicBezTo>
                        <a:pt x="273060" y="53319"/>
                        <a:pt x="270906" y="52242"/>
                        <a:pt x="269290" y="51165"/>
                      </a:cubicBezTo>
                      <a:cubicBezTo>
                        <a:pt x="267675" y="50088"/>
                        <a:pt x="266058" y="49011"/>
                        <a:pt x="264443" y="48472"/>
                      </a:cubicBezTo>
                      <a:cubicBezTo>
                        <a:pt x="258518" y="45241"/>
                        <a:pt x="253132" y="42009"/>
                        <a:pt x="246670" y="39316"/>
                      </a:cubicBezTo>
                      <a:cubicBezTo>
                        <a:pt x="246131" y="39316"/>
                        <a:pt x="246131" y="38778"/>
                        <a:pt x="245593" y="38778"/>
                      </a:cubicBezTo>
                      <a:cubicBezTo>
                        <a:pt x="245593" y="38778"/>
                        <a:pt x="245593" y="38778"/>
                        <a:pt x="245593" y="38778"/>
                      </a:cubicBezTo>
                      <a:cubicBezTo>
                        <a:pt x="239668" y="36085"/>
                        <a:pt x="233205" y="33392"/>
                        <a:pt x="226743" y="31238"/>
                      </a:cubicBezTo>
                      <a:cubicBezTo>
                        <a:pt x="225127" y="30699"/>
                        <a:pt x="223511" y="30160"/>
                        <a:pt x="221895" y="29622"/>
                      </a:cubicBezTo>
                      <a:cubicBezTo>
                        <a:pt x="220279" y="29083"/>
                        <a:pt x="218664" y="28545"/>
                        <a:pt x="217048" y="28006"/>
                      </a:cubicBezTo>
                      <a:cubicBezTo>
                        <a:pt x="212200" y="26390"/>
                        <a:pt x="207353" y="24775"/>
                        <a:pt x="202506" y="23698"/>
                      </a:cubicBezTo>
                      <a:lnTo>
                        <a:pt x="114718" y="0"/>
                      </a:lnTo>
                      <a:cubicBezTo>
                        <a:pt x="121180" y="1616"/>
                        <a:pt x="128182" y="3770"/>
                        <a:pt x="134645" y="6463"/>
                      </a:cubicBezTo>
                      <a:cubicBezTo>
                        <a:pt x="136261" y="7001"/>
                        <a:pt x="137877" y="7540"/>
                        <a:pt x="139492" y="8079"/>
                      </a:cubicBezTo>
                      <a:cubicBezTo>
                        <a:pt x="145955" y="10233"/>
                        <a:pt x="152418" y="12926"/>
                        <a:pt x="158342" y="16157"/>
                      </a:cubicBezTo>
                      <a:cubicBezTo>
                        <a:pt x="158881" y="16157"/>
                        <a:pt x="158881" y="16696"/>
                        <a:pt x="159420" y="16696"/>
                      </a:cubicBezTo>
                      <a:cubicBezTo>
                        <a:pt x="165344" y="19389"/>
                        <a:pt x="171268" y="22620"/>
                        <a:pt x="177193" y="25852"/>
                      </a:cubicBezTo>
                      <a:cubicBezTo>
                        <a:pt x="178809" y="26929"/>
                        <a:pt x="180424" y="28006"/>
                        <a:pt x="182040" y="28545"/>
                      </a:cubicBezTo>
                      <a:cubicBezTo>
                        <a:pt x="186349" y="30699"/>
                        <a:pt x="190119" y="33392"/>
                        <a:pt x="194428" y="36085"/>
                      </a:cubicBezTo>
                      <a:cubicBezTo>
                        <a:pt x="196581" y="37701"/>
                        <a:pt x="199274" y="39316"/>
                        <a:pt x="201429" y="40932"/>
                      </a:cubicBezTo>
                      <a:cubicBezTo>
                        <a:pt x="205199" y="43625"/>
                        <a:pt x="208969" y="46318"/>
                        <a:pt x="212739" y="49549"/>
                      </a:cubicBezTo>
                      <a:cubicBezTo>
                        <a:pt x="214893" y="51165"/>
                        <a:pt x="216509" y="52242"/>
                        <a:pt x="218664" y="53858"/>
                      </a:cubicBezTo>
                      <a:cubicBezTo>
                        <a:pt x="223511" y="58167"/>
                        <a:pt x="228896" y="62475"/>
                        <a:pt x="233744" y="66784"/>
                      </a:cubicBezTo>
                      <a:cubicBezTo>
                        <a:pt x="234821" y="67861"/>
                        <a:pt x="235898" y="68938"/>
                        <a:pt x="236975" y="70015"/>
                      </a:cubicBezTo>
                      <a:cubicBezTo>
                        <a:pt x="241284" y="73785"/>
                        <a:pt x="245054" y="78094"/>
                        <a:pt x="248824" y="82403"/>
                      </a:cubicBezTo>
                      <a:cubicBezTo>
                        <a:pt x="249901" y="83480"/>
                        <a:pt x="250979" y="84557"/>
                        <a:pt x="251517" y="85634"/>
                      </a:cubicBezTo>
                      <a:cubicBezTo>
                        <a:pt x="255825" y="90481"/>
                        <a:pt x="260134" y="95867"/>
                        <a:pt x="263904" y="100714"/>
                      </a:cubicBezTo>
                      <a:cubicBezTo>
                        <a:pt x="266058" y="103407"/>
                        <a:pt x="267675" y="106100"/>
                        <a:pt x="269290" y="108793"/>
                      </a:cubicBezTo>
                      <a:cubicBezTo>
                        <a:pt x="271983" y="112025"/>
                        <a:pt x="274137" y="115795"/>
                        <a:pt x="276830" y="119565"/>
                      </a:cubicBezTo>
                      <a:cubicBezTo>
                        <a:pt x="278446" y="122258"/>
                        <a:pt x="280061" y="125489"/>
                        <a:pt x="282216" y="128182"/>
                      </a:cubicBezTo>
                      <a:cubicBezTo>
                        <a:pt x="284370" y="131952"/>
                        <a:pt x="286525" y="135184"/>
                        <a:pt x="288679" y="138954"/>
                      </a:cubicBezTo>
                      <a:cubicBezTo>
                        <a:pt x="290295" y="142185"/>
                        <a:pt x="291911" y="144878"/>
                        <a:pt x="292988" y="148110"/>
                      </a:cubicBezTo>
                      <a:cubicBezTo>
                        <a:pt x="294604" y="151880"/>
                        <a:pt x="296758" y="155650"/>
                        <a:pt x="298373" y="159420"/>
                      </a:cubicBezTo>
                      <a:cubicBezTo>
                        <a:pt x="299989" y="162651"/>
                        <a:pt x="301066" y="165883"/>
                        <a:pt x="302144" y="169114"/>
                      </a:cubicBezTo>
                      <a:cubicBezTo>
                        <a:pt x="303759" y="173423"/>
                        <a:pt x="305375" y="177732"/>
                        <a:pt x="306990" y="182040"/>
                      </a:cubicBezTo>
                      <a:cubicBezTo>
                        <a:pt x="307530" y="183656"/>
                        <a:pt x="308068" y="185272"/>
                        <a:pt x="308606" y="186887"/>
                      </a:cubicBezTo>
                      <a:cubicBezTo>
                        <a:pt x="310761" y="193350"/>
                        <a:pt x="312376" y="200352"/>
                        <a:pt x="313992" y="206815"/>
                      </a:cubicBezTo>
                      <a:cubicBezTo>
                        <a:pt x="313992" y="207892"/>
                        <a:pt x="314531" y="208430"/>
                        <a:pt x="314531" y="209508"/>
                      </a:cubicBezTo>
                      <a:cubicBezTo>
                        <a:pt x="316147" y="215432"/>
                        <a:pt x="317224" y="221895"/>
                        <a:pt x="318301" y="228358"/>
                      </a:cubicBezTo>
                      <a:cubicBezTo>
                        <a:pt x="318301" y="229974"/>
                        <a:pt x="318840" y="231590"/>
                        <a:pt x="318840" y="232667"/>
                      </a:cubicBezTo>
                      <a:cubicBezTo>
                        <a:pt x="319917" y="239668"/>
                        <a:pt x="320455" y="246670"/>
                        <a:pt x="320994" y="253671"/>
                      </a:cubicBezTo>
                      <a:cubicBezTo>
                        <a:pt x="320994" y="254210"/>
                        <a:pt x="320994" y="254748"/>
                        <a:pt x="320994" y="255826"/>
                      </a:cubicBezTo>
                      <a:cubicBezTo>
                        <a:pt x="321533" y="263904"/>
                        <a:pt x="321533" y="271983"/>
                        <a:pt x="321533" y="280600"/>
                      </a:cubicBezTo>
                      <a:lnTo>
                        <a:pt x="287602" y="1703530"/>
                      </a:lnTo>
                      <a:cubicBezTo>
                        <a:pt x="287602" y="1711608"/>
                        <a:pt x="286525" y="1719687"/>
                        <a:pt x="285986" y="1727227"/>
                      </a:cubicBezTo>
                      <a:cubicBezTo>
                        <a:pt x="284909" y="1733690"/>
                        <a:pt x="283832" y="1740153"/>
                        <a:pt x="282754" y="1746616"/>
                      </a:cubicBezTo>
                      <a:cubicBezTo>
                        <a:pt x="282754" y="1747693"/>
                        <a:pt x="282216" y="1748770"/>
                        <a:pt x="282216" y="1749847"/>
                      </a:cubicBezTo>
                      <a:cubicBezTo>
                        <a:pt x="281677" y="1753079"/>
                        <a:pt x="280601" y="1756310"/>
                        <a:pt x="279523" y="1759542"/>
                      </a:cubicBezTo>
                      <a:cubicBezTo>
                        <a:pt x="278446" y="1764389"/>
                        <a:pt x="276830" y="1769236"/>
                        <a:pt x="275215" y="1773545"/>
                      </a:cubicBezTo>
                      <a:cubicBezTo>
                        <a:pt x="273599" y="1778931"/>
                        <a:pt x="271444" y="1784317"/>
                        <a:pt x="269290" y="1789702"/>
                      </a:cubicBezTo>
                      <a:cubicBezTo>
                        <a:pt x="269290" y="1790241"/>
                        <a:pt x="268751" y="1790780"/>
                        <a:pt x="268213" y="1791318"/>
                      </a:cubicBezTo>
                      <a:cubicBezTo>
                        <a:pt x="266058" y="1796704"/>
                        <a:pt x="263366" y="1802090"/>
                        <a:pt x="260673" y="1807475"/>
                      </a:cubicBezTo>
                      <a:cubicBezTo>
                        <a:pt x="260134" y="1808553"/>
                        <a:pt x="259596" y="1809630"/>
                        <a:pt x="259057" y="1811246"/>
                      </a:cubicBezTo>
                      <a:cubicBezTo>
                        <a:pt x="255825" y="1816631"/>
                        <a:pt x="252594" y="1822017"/>
                        <a:pt x="249363" y="1827403"/>
                      </a:cubicBezTo>
                      <a:cubicBezTo>
                        <a:pt x="248286" y="1829019"/>
                        <a:pt x="247208" y="1830634"/>
                        <a:pt x="246131" y="1832250"/>
                      </a:cubicBezTo>
                      <a:cubicBezTo>
                        <a:pt x="243438" y="1836020"/>
                        <a:pt x="240745" y="1839790"/>
                        <a:pt x="238053" y="1843560"/>
                      </a:cubicBezTo>
                      <a:cubicBezTo>
                        <a:pt x="236437" y="1845176"/>
                        <a:pt x="235360" y="1847331"/>
                        <a:pt x="233744" y="1848946"/>
                      </a:cubicBezTo>
                      <a:cubicBezTo>
                        <a:pt x="231589" y="1851639"/>
                        <a:pt x="228896" y="1854332"/>
                        <a:pt x="226203" y="1857563"/>
                      </a:cubicBezTo>
                      <a:cubicBezTo>
                        <a:pt x="223511" y="1860795"/>
                        <a:pt x="220818" y="1863488"/>
                        <a:pt x="217586" y="1866181"/>
                      </a:cubicBezTo>
                      <a:cubicBezTo>
                        <a:pt x="215432" y="1868335"/>
                        <a:pt x="212739" y="1871028"/>
                        <a:pt x="210046" y="1873182"/>
                      </a:cubicBezTo>
                      <a:cubicBezTo>
                        <a:pt x="206815" y="1875875"/>
                        <a:pt x="203583" y="1878568"/>
                        <a:pt x="200890" y="1881261"/>
                      </a:cubicBezTo>
                      <a:cubicBezTo>
                        <a:pt x="198198" y="1883416"/>
                        <a:pt x="195505" y="1885570"/>
                        <a:pt x="192812" y="1887185"/>
                      </a:cubicBezTo>
                      <a:cubicBezTo>
                        <a:pt x="189580" y="1889878"/>
                        <a:pt x="185810" y="1892033"/>
                        <a:pt x="182579" y="1894187"/>
                      </a:cubicBezTo>
                      <a:cubicBezTo>
                        <a:pt x="179886" y="1895803"/>
                        <a:pt x="177193" y="1897957"/>
                        <a:pt x="173961" y="1899573"/>
                      </a:cubicBezTo>
                      <a:cubicBezTo>
                        <a:pt x="170192" y="1901727"/>
                        <a:pt x="166421" y="1903882"/>
                        <a:pt x="163190" y="1905497"/>
                      </a:cubicBezTo>
                      <a:cubicBezTo>
                        <a:pt x="160497" y="1907113"/>
                        <a:pt x="157266" y="1908729"/>
                        <a:pt x="154573" y="1909806"/>
                      </a:cubicBezTo>
                      <a:cubicBezTo>
                        <a:pt x="150802" y="1911421"/>
                        <a:pt x="146494" y="1913037"/>
                        <a:pt x="142723" y="1914653"/>
                      </a:cubicBezTo>
                      <a:cubicBezTo>
                        <a:pt x="139492" y="1915730"/>
                        <a:pt x="136799" y="1917346"/>
                        <a:pt x="133568" y="1918423"/>
                      </a:cubicBezTo>
                      <a:cubicBezTo>
                        <a:pt x="129259" y="1920039"/>
                        <a:pt x="124951" y="1921116"/>
                        <a:pt x="120642" y="1922193"/>
                      </a:cubicBezTo>
                      <a:cubicBezTo>
                        <a:pt x="117949" y="1923270"/>
                        <a:pt x="114718" y="1923809"/>
                        <a:pt x="112025" y="1924886"/>
                      </a:cubicBezTo>
                      <a:cubicBezTo>
                        <a:pt x="107177" y="1925963"/>
                        <a:pt x="101791" y="1927040"/>
                        <a:pt x="96944" y="1927579"/>
                      </a:cubicBezTo>
                      <a:cubicBezTo>
                        <a:pt x="94252" y="1928118"/>
                        <a:pt x="92097" y="1928656"/>
                        <a:pt x="89404" y="1929195"/>
                      </a:cubicBezTo>
                      <a:cubicBezTo>
                        <a:pt x="81864" y="1930272"/>
                        <a:pt x="73786" y="1930811"/>
                        <a:pt x="66245" y="1931349"/>
                      </a:cubicBezTo>
                      <a:cubicBezTo>
                        <a:pt x="49011" y="1931888"/>
                        <a:pt x="32315" y="1930272"/>
                        <a:pt x="16157" y="1927579"/>
                      </a:cubicBezTo>
                      <a:cubicBezTo>
                        <a:pt x="10772" y="1926502"/>
                        <a:pt x="5386" y="1925425"/>
                        <a:pt x="0" y="1923809"/>
                      </a:cubicBezTo>
                      <a:lnTo>
                        <a:pt x="0" y="1923809"/>
                      </a:lnTo>
                      <a:cubicBezTo>
                        <a:pt x="0" y="1923809"/>
                        <a:pt x="0" y="1923809"/>
                        <a:pt x="0" y="1923809"/>
                      </a:cubicBezTo>
                      <a:lnTo>
                        <a:pt x="87789" y="1947506"/>
                      </a:lnTo>
                      <a:cubicBezTo>
                        <a:pt x="108793" y="1953431"/>
                        <a:pt x="130875" y="1956124"/>
                        <a:pt x="153495" y="1955047"/>
                      </a:cubicBezTo>
                      <a:cubicBezTo>
                        <a:pt x="161574" y="1955047"/>
                        <a:pt x="169114" y="1953969"/>
                        <a:pt x="176654" y="1952892"/>
                      </a:cubicBezTo>
                      <a:cubicBezTo>
                        <a:pt x="179347" y="1952354"/>
                        <a:pt x="181502" y="1951815"/>
                        <a:pt x="184195" y="1951277"/>
                      </a:cubicBezTo>
                      <a:cubicBezTo>
                        <a:pt x="189042" y="1950199"/>
                        <a:pt x="194428" y="1949661"/>
                        <a:pt x="199274" y="1948584"/>
                      </a:cubicBezTo>
                      <a:cubicBezTo>
                        <a:pt x="201967" y="1948045"/>
                        <a:pt x="205199" y="1946968"/>
                        <a:pt x="207892" y="1945891"/>
                      </a:cubicBezTo>
                      <a:cubicBezTo>
                        <a:pt x="212200" y="1944813"/>
                        <a:pt x="216509" y="1943198"/>
                        <a:pt x="220818" y="1942121"/>
                      </a:cubicBezTo>
                      <a:cubicBezTo>
                        <a:pt x="224050" y="1941043"/>
                        <a:pt x="226743" y="1939966"/>
                        <a:pt x="229974" y="1938889"/>
                      </a:cubicBezTo>
                      <a:cubicBezTo>
                        <a:pt x="233744" y="1937274"/>
                        <a:pt x="238053" y="1935658"/>
                        <a:pt x="241822" y="1934042"/>
                      </a:cubicBezTo>
                      <a:cubicBezTo>
                        <a:pt x="245054" y="1932426"/>
                        <a:pt x="247747" y="1931349"/>
                        <a:pt x="250440" y="1929733"/>
                      </a:cubicBezTo>
                      <a:cubicBezTo>
                        <a:pt x="254210" y="1927579"/>
                        <a:pt x="257980" y="1925963"/>
                        <a:pt x="261750" y="1923809"/>
                      </a:cubicBezTo>
                      <a:cubicBezTo>
                        <a:pt x="264443" y="1922193"/>
                        <a:pt x="267136" y="1920577"/>
                        <a:pt x="270367" y="1918423"/>
                      </a:cubicBezTo>
                      <a:cubicBezTo>
                        <a:pt x="273599" y="1916269"/>
                        <a:pt x="277369" y="1914114"/>
                        <a:pt x="280601" y="1911421"/>
                      </a:cubicBezTo>
                      <a:cubicBezTo>
                        <a:pt x="283293" y="1909267"/>
                        <a:pt x="285986" y="1907652"/>
                        <a:pt x="288679" y="1905497"/>
                      </a:cubicBezTo>
                      <a:cubicBezTo>
                        <a:pt x="291911" y="1902804"/>
                        <a:pt x="295142" y="1900111"/>
                        <a:pt x="297835" y="1897418"/>
                      </a:cubicBezTo>
                      <a:cubicBezTo>
                        <a:pt x="300528" y="1895264"/>
                        <a:pt x="302682" y="1893110"/>
                        <a:pt x="305375" y="1890417"/>
                      </a:cubicBezTo>
                      <a:cubicBezTo>
                        <a:pt x="308068" y="1887724"/>
                        <a:pt x="311299" y="1884492"/>
                        <a:pt x="313992" y="1881800"/>
                      </a:cubicBezTo>
                      <a:cubicBezTo>
                        <a:pt x="315069" y="1880184"/>
                        <a:pt x="316685" y="1879107"/>
                        <a:pt x="317762" y="1878030"/>
                      </a:cubicBezTo>
                      <a:cubicBezTo>
                        <a:pt x="318840" y="1876414"/>
                        <a:pt x="319917" y="1875337"/>
                        <a:pt x="321533" y="1873721"/>
                      </a:cubicBezTo>
                      <a:cubicBezTo>
                        <a:pt x="323148" y="1872105"/>
                        <a:pt x="324225" y="1869951"/>
                        <a:pt x="325841" y="1868335"/>
                      </a:cubicBezTo>
                      <a:cubicBezTo>
                        <a:pt x="328534" y="1864565"/>
                        <a:pt x="331227" y="1860795"/>
                        <a:pt x="333919" y="1857025"/>
                      </a:cubicBezTo>
                      <a:cubicBezTo>
                        <a:pt x="334997" y="1855409"/>
                        <a:pt x="336074" y="1853794"/>
                        <a:pt x="337151" y="1852178"/>
                      </a:cubicBezTo>
                      <a:cubicBezTo>
                        <a:pt x="337690" y="1851639"/>
                        <a:pt x="338228" y="1851101"/>
                        <a:pt x="338228" y="1850562"/>
                      </a:cubicBezTo>
                      <a:cubicBezTo>
                        <a:pt x="341460" y="1845715"/>
                        <a:pt x="344153" y="1841406"/>
                        <a:pt x="346846" y="1836559"/>
                      </a:cubicBezTo>
                      <a:cubicBezTo>
                        <a:pt x="347384" y="1835482"/>
                        <a:pt x="347923" y="1834405"/>
                        <a:pt x="348462" y="1832789"/>
                      </a:cubicBezTo>
                      <a:cubicBezTo>
                        <a:pt x="349538" y="1830634"/>
                        <a:pt x="351154" y="1828480"/>
                        <a:pt x="352231" y="1825787"/>
                      </a:cubicBezTo>
                      <a:cubicBezTo>
                        <a:pt x="353847" y="1822556"/>
                        <a:pt x="354924" y="1819863"/>
                        <a:pt x="356540" y="1816631"/>
                      </a:cubicBezTo>
                      <a:cubicBezTo>
                        <a:pt x="356540" y="1816093"/>
                        <a:pt x="357079" y="1815554"/>
                        <a:pt x="357079" y="1815016"/>
                      </a:cubicBezTo>
                      <a:cubicBezTo>
                        <a:pt x="358695" y="1810707"/>
                        <a:pt x="360849" y="1806398"/>
                        <a:pt x="361926" y="1802090"/>
                      </a:cubicBezTo>
                      <a:cubicBezTo>
                        <a:pt x="362465" y="1801012"/>
                        <a:pt x="362465" y="1799936"/>
                        <a:pt x="363003" y="1798858"/>
                      </a:cubicBezTo>
                      <a:cubicBezTo>
                        <a:pt x="364619" y="1794011"/>
                        <a:pt x="365696" y="1789164"/>
                        <a:pt x="367312" y="1784855"/>
                      </a:cubicBezTo>
                      <a:cubicBezTo>
                        <a:pt x="367850" y="1782701"/>
                        <a:pt x="368927" y="1780546"/>
                        <a:pt x="369466" y="1778392"/>
                      </a:cubicBezTo>
                      <a:cubicBezTo>
                        <a:pt x="369466" y="1777315"/>
                        <a:pt x="370005" y="1776238"/>
                        <a:pt x="370005" y="1775161"/>
                      </a:cubicBezTo>
                      <a:cubicBezTo>
                        <a:pt x="370005" y="1774083"/>
                        <a:pt x="370543" y="1773007"/>
                        <a:pt x="370543" y="1771929"/>
                      </a:cubicBezTo>
                      <a:cubicBezTo>
                        <a:pt x="371620" y="1766005"/>
                        <a:pt x="373236" y="1759542"/>
                        <a:pt x="373775" y="1753617"/>
                      </a:cubicBezTo>
                      <a:cubicBezTo>
                        <a:pt x="373775" y="1753617"/>
                        <a:pt x="373775" y="1753079"/>
                        <a:pt x="373775" y="1753079"/>
                      </a:cubicBezTo>
                      <a:cubicBezTo>
                        <a:pt x="374852" y="1745539"/>
                        <a:pt x="375391" y="1737460"/>
                        <a:pt x="375391" y="1729381"/>
                      </a:cubicBezTo>
                      <a:lnTo>
                        <a:pt x="409321" y="306452"/>
                      </a:lnTo>
                      <a:cubicBezTo>
                        <a:pt x="409321" y="304836"/>
                        <a:pt x="409321" y="303759"/>
                        <a:pt x="409321" y="302143"/>
                      </a:cubicBezTo>
                      <a:cubicBezTo>
                        <a:pt x="407705" y="291910"/>
                        <a:pt x="407705" y="285448"/>
                        <a:pt x="407167" y="278446"/>
                      </a:cubicBezTo>
                      <a:close/>
                    </a:path>
                  </a:pathLst>
                </a:custGeom>
                <a:solidFill>
                  <a:schemeClr val="accent1">
                    <a:lumMod val="75000"/>
                  </a:schemeClr>
                </a:solidFill>
                <a:ln w="5383"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C05BBE78-CD02-4B10-A286-6323C99BEB6A}"/>
                    </a:ext>
                  </a:extLst>
                </p:cNvPr>
                <p:cNvSpPr/>
                <p:nvPr/>
              </p:nvSpPr>
              <p:spPr>
                <a:xfrm>
                  <a:off x="9635721" y="3149204"/>
                  <a:ext cx="590563" cy="1939667"/>
                </a:xfrm>
                <a:custGeom>
                  <a:avLst/>
                  <a:gdLst>
                    <a:gd name="connsiteX0" fmla="*/ 303397 w 590563"/>
                    <a:gd name="connsiteY0" fmla="*/ 130 h 1939667"/>
                    <a:gd name="connsiteX1" fmla="*/ 590460 w 590563"/>
                    <a:gd name="connsiteY1" fmla="*/ 289348 h 1939667"/>
                    <a:gd name="connsiteX2" fmla="*/ 556529 w 590563"/>
                    <a:gd name="connsiteY2" fmla="*/ 1712277 h 1939667"/>
                    <a:gd name="connsiteX3" fmla="*/ 334096 w 590563"/>
                    <a:gd name="connsiteY3" fmla="*/ 1939558 h 1939667"/>
                    <a:gd name="connsiteX4" fmla="*/ 101429 w 590563"/>
                    <a:gd name="connsiteY4" fmla="*/ 1726819 h 1939667"/>
                    <a:gd name="connsiteX5" fmla="*/ 714 w 590563"/>
                    <a:gd name="connsiteY5" fmla="*/ 308198 h 1939667"/>
                    <a:gd name="connsiteX6" fmla="*/ 273775 w 590563"/>
                    <a:gd name="connsiteY6" fmla="*/ 1207 h 1939667"/>
                    <a:gd name="connsiteX7" fmla="*/ 303397 w 590563"/>
                    <a:gd name="connsiteY7" fmla="*/ 130 h 193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563" h="1939667">
                      <a:moveTo>
                        <a:pt x="303397" y="130"/>
                      </a:moveTo>
                      <a:cubicBezTo>
                        <a:pt x="463893" y="-4717"/>
                        <a:pt x="594769" y="126696"/>
                        <a:pt x="590460" y="289348"/>
                      </a:cubicBezTo>
                      <a:lnTo>
                        <a:pt x="556529" y="1712277"/>
                      </a:lnTo>
                      <a:cubicBezTo>
                        <a:pt x="553836" y="1835612"/>
                        <a:pt x="455815" y="1935788"/>
                        <a:pt x="334096" y="1939558"/>
                      </a:cubicBezTo>
                      <a:cubicBezTo>
                        <a:pt x="212376" y="1943328"/>
                        <a:pt x="110046" y="1849615"/>
                        <a:pt x="101429" y="1726819"/>
                      </a:cubicBezTo>
                      <a:lnTo>
                        <a:pt x="714" y="308198"/>
                      </a:lnTo>
                      <a:cubicBezTo>
                        <a:pt x="-10596" y="146085"/>
                        <a:pt x="113816" y="6593"/>
                        <a:pt x="273775" y="1207"/>
                      </a:cubicBezTo>
                      <a:lnTo>
                        <a:pt x="303397" y="130"/>
                      </a:lnTo>
                      <a:close/>
                    </a:path>
                  </a:pathLst>
                </a:custGeom>
                <a:solidFill>
                  <a:schemeClr val="accent1"/>
                </a:solidFill>
                <a:ln w="5383" cap="flat">
                  <a:noFill/>
                  <a:prstDash val="solid"/>
                  <a:miter/>
                </a:ln>
              </p:spPr>
              <p:txBody>
                <a:bodyPr rtlCol="0" anchor="ctr"/>
                <a:lstStyle/>
                <a:p>
                  <a:endParaRPr lang="en-US"/>
                </a:p>
              </p:txBody>
            </p:sp>
          </p:grpSp>
          <p:grpSp>
            <p:nvGrpSpPr>
              <p:cNvPr id="97" name="Graphic 21">
                <a:extLst>
                  <a:ext uri="{FF2B5EF4-FFF2-40B4-BE49-F238E27FC236}">
                    <a16:creationId xmlns:a16="http://schemas.microsoft.com/office/drawing/2014/main" id="{8639DD85-530A-4410-999F-96017AD201EE}"/>
                  </a:ext>
                </a:extLst>
              </p:cNvPr>
              <p:cNvGrpSpPr/>
              <p:nvPr/>
            </p:nvGrpSpPr>
            <p:grpSpPr>
              <a:xfrm>
                <a:off x="9715537" y="5208745"/>
                <a:ext cx="614589" cy="539845"/>
                <a:chOff x="9715537" y="5208745"/>
                <a:chExt cx="614589" cy="539845"/>
              </a:xfrm>
            </p:grpSpPr>
            <p:sp>
              <p:nvSpPr>
                <p:cNvPr id="98" name="Freeform: Shape 97">
                  <a:extLst>
                    <a:ext uri="{FF2B5EF4-FFF2-40B4-BE49-F238E27FC236}">
                      <a16:creationId xmlns:a16="http://schemas.microsoft.com/office/drawing/2014/main" id="{6E58F732-ED4F-4CD4-97B2-A14DC564316F}"/>
                    </a:ext>
                  </a:extLst>
                </p:cNvPr>
                <p:cNvSpPr/>
                <p:nvPr/>
              </p:nvSpPr>
              <p:spPr>
                <a:xfrm>
                  <a:off x="9901955" y="5716208"/>
                  <a:ext cx="161574" cy="32381"/>
                </a:xfrm>
                <a:custGeom>
                  <a:avLst/>
                  <a:gdLst>
                    <a:gd name="connsiteX0" fmla="*/ 73786 w 161574"/>
                    <a:gd name="connsiteY0" fmla="*/ 8617 h 32381"/>
                    <a:gd name="connsiteX1" fmla="*/ 161574 w 161574"/>
                    <a:gd name="connsiteY1" fmla="*/ 32315 h 32381"/>
                    <a:gd name="connsiteX2" fmla="*/ 87789 w 161574"/>
                    <a:gd name="connsiteY2" fmla="*/ 23698 h 32381"/>
                    <a:gd name="connsiteX3" fmla="*/ 0 w 161574"/>
                    <a:gd name="connsiteY3" fmla="*/ 0 h 32381"/>
                    <a:gd name="connsiteX4" fmla="*/ 73786 w 161574"/>
                    <a:gd name="connsiteY4" fmla="*/ 8617 h 32381"/>
                    <a:gd name="connsiteX5" fmla="*/ 73786 w 161574"/>
                    <a:gd name="connsiteY5" fmla="*/ 8617 h 32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574" h="32381">
                      <a:moveTo>
                        <a:pt x="73786" y="8617"/>
                      </a:moveTo>
                      <a:lnTo>
                        <a:pt x="161574" y="32315"/>
                      </a:lnTo>
                      <a:cubicBezTo>
                        <a:pt x="136261" y="32853"/>
                        <a:pt x="111486" y="30160"/>
                        <a:pt x="87789" y="23698"/>
                      </a:cubicBezTo>
                      <a:lnTo>
                        <a:pt x="0" y="0"/>
                      </a:lnTo>
                      <a:cubicBezTo>
                        <a:pt x="23698" y="6463"/>
                        <a:pt x="48472" y="9694"/>
                        <a:pt x="73786" y="8617"/>
                      </a:cubicBezTo>
                      <a:lnTo>
                        <a:pt x="73786" y="8617"/>
                      </a:lnTo>
                      <a:close/>
                    </a:path>
                  </a:pathLst>
                </a:custGeom>
                <a:solidFill>
                  <a:srgbClr val="1657AB"/>
                </a:solidFill>
                <a:ln w="5383"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F3B66788-485E-49A7-8CE9-944DADCD7946}"/>
                    </a:ext>
                  </a:extLst>
                </p:cNvPr>
                <p:cNvSpPr/>
                <p:nvPr/>
              </p:nvSpPr>
              <p:spPr>
                <a:xfrm>
                  <a:off x="9975740" y="5724287"/>
                  <a:ext cx="106100" cy="24236"/>
                </a:xfrm>
                <a:custGeom>
                  <a:avLst/>
                  <a:gdLst>
                    <a:gd name="connsiteX0" fmla="*/ 17773 w 106100"/>
                    <a:gd name="connsiteY0" fmla="*/ 0 h 24236"/>
                    <a:gd name="connsiteX1" fmla="*/ 106100 w 106100"/>
                    <a:gd name="connsiteY1" fmla="*/ 23698 h 24236"/>
                    <a:gd name="connsiteX2" fmla="*/ 87789 w 106100"/>
                    <a:gd name="connsiteY2" fmla="*/ 24236 h 24236"/>
                    <a:gd name="connsiteX3" fmla="*/ 0 w 106100"/>
                    <a:gd name="connsiteY3" fmla="*/ 538 h 24236"/>
                  </a:gdLst>
                  <a:ahLst/>
                  <a:cxnLst>
                    <a:cxn ang="0">
                      <a:pos x="connsiteX0" y="connsiteY0"/>
                    </a:cxn>
                    <a:cxn ang="0">
                      <a:pos x="connsiteX1" y="connsiteY1"/>
                    </a:cxn>
                    <a:cxn ang="0">
                      <a:pos x="connsiteX2" y="connsiteY2"/>
                    </a:cxn>
                    <a:cxn ang="0">
                      <a:pos x="connsiteX3" y="connsiteY3"/>
                    </a:cxn>
                  </a:cxnLst>
                  <a:rect l="l" t="t" r="r" b="b"/>
                  <a:pathLst>
                    <a:path w="106100" h="24236">
                      <a:moveTo>
                        <a:pt x="17773" y="0"/>
                      </a:moveTo>
                      <a:lnTo>
                        <a:pt x="106100" y="23698"/>
                      </a:lnTo>
                      <a:lnTo>
                        <a:pt x="87789" y="24236"/>
                      </a:lnTo>
                      <a:lnTo>
                        <a:pt x="0" y="538"/>
                      </a:lnTo>
                      <a:close/>
                    </a:path>
                  </a:pathLst>
                </a:custGeom>
                <a:solidFill>
                  <a:srgbClr val="1A4279"/>
                </a:solidFill>
                <a:ln w="5383"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76BA9F33-4315-4628-95C9-92A7924CCD40}"/>
                    </a:ext>
                  </a:extLst>
                </p:cNvPr>
                <p:cNvSpPr/>
                <p:nvPr/>
              </p:nvSpPr>
              <p:spPr>
                <a:xfrm>
                  <a:off x="9994591" y="5218021"/>
                  <a:ext cx="335535" cy="529963"/>
                </a:xfrm>
                <a:custGeom>
                  <a:avLst/>
                  <a:gdLst>
                    <a:gd name="connsiteX0" fmla="*/ 331227 w 335535"/>
                    <a:gd name="connsiteY0" fmla="*/ 317224 h 529963"/>
                    <a:gd name="connsiteX1" fmla="*/ 332843 w 335535"/>
                    <a:gd name="connsiteY1" fmla="*/ 306452 h 529963"/>
                    <a:gd name="connsiteX2" fmla="*/ 333381 w 335535"/>
                    <a:gd name="connsiteY2" fmla="*/ 304298 h 529963"/>
                    <a:gd name="connsiteX3" fmla="*/ 333381 w 335535"/>
                    <a:gd name="connsiteY3" fmla="*/ 304298 h 529963"/>
                    <a:gd name="connsiteX4" fmla="*/ 334997 w 335535"/>
                    <a:gd name="connsiteY4" fmla="*/ 290295 h 529963"/>
                    <a:gd name="connsiteX5" fmla="*/ 334997 w 335535"/>
                    <a:gd name="connsiteY5" fmla="*/ 285986 h 529963"/>
                    <a:gd name="connsiteX6" fmla="*/ 335536 w 335535"/>
                    <a:gd name="connsiteY6" fmla="*/ 275753 h 529963"/>
                    <a:gd name="connsiteX7" fmla="*/ 335536 w 335535"/>
                    <a:gd name="connsiteY7" fmla="*/ 273599 h 529963"/>
                    <a:gd name="connsiteX8" fmla="*/ 335536 w 335535"/>
                    <a:gd name="connsiteY8" fmla="*/ 264982 h 529963"/>
                    <a:gd name="connsiteX9" fmla="*/ 334458 w 335535"/>
                    <a:gd name="connsiteY9" fmla="*/ 245593 h 529963"/>
                    <a:gd name="connsiteX10" fmla="*/ 333920 w 335535"/>
                    <a:gd name="connsiteY10" fmla="*/ 241284 h 529963"/>
                    <a:gd name="connsiteX11" fmla="*/ 333381 w 335535"/>
                    <a:gd name="connsiteY11" fmla="*/ 236975 h 529963"/>
                    <a:gd name="connsiteX12" fmla="*/ 331227 w 335535"/>
                    <a:gd name="connsiteY12" fmla="*/ 222434 h 529963"/>
                    <a:gd name="connsiteX13" fmla="*/ 330688 w 335535"/>
                    <a:gd name="connsiteY13" fmla="*/ 220279 h 529963"/>
                    <a:gd name="connsiteX14" fmla="*/ 326918 w 335535"/>
                    <a:gd name="connsiteY14" fmla="*/ 203583 h 529963"/>
                    <a:gd name="connsiteX15" fmla="*/ 325841 w 335535"/>
                    <a:gd name="connsiteY15" fmla="*/ 199813 h 529963"/>
                    <a:gd name="connsiteX16" fmla="*/ 320994 w 335535"/>
                    <a:gd name="connsiteY16" fmla="*/ 184195 h 529963"/>
                    <a:gd name="connsiteX17" fmla="*/ 320455 w 335535"/>
                    <a:gd name="connsiteY17" fmla="*/ 183117 h 529963"/>
                    <a:gd name="connsiteX18" fmla="*/ 316686 w 335535"/>
                    <a:gd name="connsiteY18" fmla="*/ 173423 h 529963"/>
                    <a:gd name="connsiteX19" fmla="*/ 312915 w 335535"/>
                    <a:gd name="connsiteY19" fmla="*/ 164267 h 529963"/>
                    <a:gd name="connsiteX20" fmla="*/ 308068 w 335535"/>
                    <a:gd name="connsiteY20" fmla="*/ 154573 h 529963"/>
                    <a:gd name="connsiteX21" fmla="*/ 303759 w 335535"/>
                    <a:gd name="connsiteY21" fmla="*/ 145955 h 529963"/>
                    <a:gd name="connsiteX22" fmla="*/ 298374 w 335535"/>
                    <a:gd name="connsiteY22" fmla="*/ 136800 h 529963"/>
                    <a:gd name="connsiteX23" fmla="*/ 293526 w 335535"/>
                    <a:gd name="connsiteY23" fmla="*/ 128182 h 529963"/>
                    <a:gd name="connsiteX24" fmla="*/ 287602 w 335535"/>
                    <a:gd name="connsiteY24" fmla="*/ 119565 h 529963"/>
                    <a:gd name="connsiteX25" fmla="*/ 282216 w 335535"/>
                    <a:gd name="connsiteY25" fmla="*/ 112563 h 529963"/>
                    <a:gd name="connsiteX26" fmla="*/ 281678 w 335535"/>
                    <a:gd name="connsiteY26" fmla="*/ 112025 h 529963"/>
                    <a:gd name="connsiteX27" fmla="*/ 265520 w 335535"/>
                    <a:gd name="connsiteY27" fmla="*/ 93713 h 529963"/>
                    <a:gd name="connsiteX28" fmla="*/ 260673 w 335535"/>
                    <a:gd name="connsiteY28" fmla="*/ 88866 h 529963"/>
                    <a:gd name="connsiteX29" fmla="*/ 246670 w 335535"/>
                    <a:gd name="connsiteY29" fmla="*/ 75940 h 529963"/>
                    <a:gd name="connsiteX30" fmla="*/ 243438 w 335535"/>
                    <a:gd name="connsiteY30" fmla="*/ 73247 h 529963"/>
                    <a:gd name="connsiteX31" fmla="*/ 240207 w 335535"/>
                    <a:gd name="connsiteY31" fmla="*/ 71093 h 529963"/>
                    <a:gd name="connsiteX32" fmla="*/ 233744 w 335535"/>
                    <a:gd name="connsiteY32" fmla="*/ 66245 h 529963"/>
                    <a:gd name="connsiteX33" fmla="*/ 224588 w 335535"/>
                    <a:gd name="connsiteY33" fmla="*/ 59782 h 529963"/>
                    <a:gd name="connsiteX34" fmla="*/ 218125 w 335535"/>
                    <a:gd name="connsiteY34" fmla="*/ 55474 h 529963"/>
                    <a:gd name="connsiteX35" fmla="*/ 214355 w 335535"/>
                    <a:gd name="connsiteY35" fmla="*/ 52781 h 529963"/>
                    <a:gd name="connsiteX36" fmla="*/ 207353 w 335535"/>
                    <a:gd name="connsiteY36" fmla="*/ 49011 h 529963"/>
                    <a:gd name="connsiteX37" fmla="*/ 203045 w 335535"/>
                    <a:gd name="connsiteY37" fmla="*/ 46318 h 529963"/>
                    <a:gd name="connsiteX38" fmla="*/ 187426 w 335535"/>
                    <a:gd name="connsiteY38" fmla="*/ 38239 h 529963"/>
                    <a:gd name="connsiteX39" fmla="*/ 186887 w 335535"/>
                    <a:gd name="connsiteY39" fmla="*/ 37701 h 529963"/>
                    <a:gd name="connsiteX40" fmla="*/ 184733 w 335535"/>
                    <a:gd name="connsiteY40" fmla="*/ 36623 h 529963"/>
                    <a:gd name="connsiteX41" fmla="*/ 170191 w 335535"/>
                    <a:gd name="connsiteY41" fmla="*/ 30699 h 529963"/>
                    <a:gd name="connsiteX42" fmla="*/ 165883 w 335535"/>
                    <a:gd name="connsiteY42" fmla="*/ 29083 h 529963"/>
                    <a:gd name="connsiteX43" fmla="*/ 162113 w 335535"/>
                    <a:gd name="connsiteY43" fmla="*/ 27467 h 529963"/>
                    <a:gd name="connsiteX44" fmla="*/ 148648 w 335535"/>
                    <a:gd name="connsiteY44" fmla="*/ 23698 h 529963"/>
                    <a:gd name="connsiteX45" fmla="*/ 60860 w 335535"/>
                    <a:gd name="connsiteY45" fmla="*/ 0 h 529963"/>
                    <a:gd name="connsiteX46" fmla="*/ 78094 w 335535"/>
                    <a:gd name="connsiteY46" fmla="*/ 5386 h 529963"/>
                    <a:gd name="connsiteX47" fmla="*/ 82403 w 335535"/>
                    <a:gd name="connsiteY47" fmla="*/ 7001 h 529963"/>
                    <a:gd name="connsiteX48" fmla="*/ 96944 w 335535"/>
                    <a:gd name="connsiteY48" fmla="*/ 12926 h 529963"/>
                    <a:gd name="connsiteX49" fmla="*/ 99099 w 335535"/>
                    <a:gd name="connsiteY49" fmla="*/ 14003 h 529963"/>
                    <a:gd name="connsiteX50" fmla="*/ 115256 w 335535"/>
                    <a:gd name="connsiteY50" fmla="*/ 22082 h 529963"/>
                    <a:gd name="connsiteX51" fmla="*/ 119565 w 335535"/>
                    <a:gd name="connsiteY51" fmla="*/ 24775 h 529963"/>
                    <a:gd name="connsiteX52" fmla="*/ 130336 w 335535"/>
                    <a:gd name="connsiteY52" fmla="*/ 31238 h 529963"/>
                    <a:gd name="connsiteX53" fmla="*/ 136800 w 335535"/>
                    <a:gd name="connsiteY53" fmla="*/ 35546 h 529963"/>
                    <a:gd name="connsiteX54" fmla="*/ 145955 w 335535"/>
                    <a:gd name="connsiteY54" fmla="*/ 42009 h 529963"/>
                    <a:gd name="connsiteX55" fmla="*/ 152419 w 335535"/>
                    <a:gd name="connsiteY55" fmla="*/ 46857 h 529963"/>
                    <a:gd name="connsiteX56" fmla="*/ 158343 w 335535"/>
                    <a:gd name="connsiteY56" fmla="*/ 52242 h 529963"/>
                    <a:gd name="connsiteX57" fmla="*/ 172346 w 335535"/>
                    <a:gd name="connsiteY57" fmla="*/ 65168 h 529963"/>
                    <a:gd name="connsiteX58" fmla="*/ 177193 w 335535"/>
                    <a:gd name="connsiteY58" fmla="*/ 70015 h 529963"/>
                    <a:gd name="connsiteX59" fmla="*/ 193350 w 335535"/>
                    <a:gd name="connsiteY59" fmla="*/ 88327 h 529963"/>
                    <a:gd name="connsiteX60" fmla="*/ 198736 w 335535"/>
                    <a:gd name="connsiteY60" fmla="*/ 95867 h 529963"/>
                    <a:gd name="connsiteX61" fmla="*/ 204661 w 335535"/>
                    <a:gd name="connsiteY61" fmla="*/ 104485 h 529963"/>
                    <a:gd name="connsiteX62" fmla="*/ 210046 w 335535"/>
                    <a:gd name="connsiteY62" fmla="*/ 113102 h 529963"/>
                    <a:gd name="connsiteX63" fmla="*/ 215432 w 335535"/>
                    <a:gd name="connsiteY63" fmla="*/ 122258 h 529963"/>
                    <a:gd name="connsiteX64" fmla="*/ 219741 w 335535"/>
                    <a:gd name="connsiteY64" fmla="*/ 130875 h 529963"/>
                    <a:gd name="connsiteX65" fmla="*/ 224588 w 335535"/>
                    <a:gd name="connsiteY65" fmla="*/ 140031 h 529963"/>
                    <a:gd name="connsiteX66" fmla="*/ 228358 w 335535"/>
                    <a:gd name="connsiteY66" fmla="*/ 149187 h 529963"/>
                    <a:gd name="connsiteX67" fmla="*/ 232128 w 335535"/>
                    <a:gd name="connsiteY67" fmla="*/ 158881 h 529963"/>
                    <a:gd name="connsiteX68" fmla="*/ 237514 w 335535"/>
                    <a:gd name="connsiteY68" fmla="*/ 175577 h 529963"/>
                    <a:gd name="connsiteX69" fmla="*/ 238591 w 335535"/>
                    <a:gd name="connsiteY69" fmla="*/ 179886 h 529963"/>
                    <a:gd name="connsiteX70" fmla="*/ 242361 w 335535"/>
                    <a:gd name="connsiteY70" fmla="*/ 196582 h 529963"/>
                    <a:gd name="connsiteX71" fmla="*/ 242900 w 335535"/>
                    <a:gd name="connsiteY71" fmla="*/ 198736 h 529963"/>
                    <a:gd name="connsiteX72" fmla="*/ 245593 w 335535"/>
                    <a:gd name="connsiteY72" fmla="*/ 217048 h 529963"/>
                    <a:gd name="connsiteX73" fmla="*/ 246131 w 335535"/>
                    <a:gd name="connsiteY73" fmla="*/ 221356 h 529963"/>
                    <a:gd name="connsiteX74" fmla="*/ 247209 w 335535"/>
                    <a:gd name="connsiteY74" fmla="*/ 240745 h 529963"/>
                    <a:gd name="connsiteX75" fmla="*/ 247209 w 335535"/>
                    <a:gd name="connsiteY75" fmla="*/ 251517 h 529963"/>
                    <a:gd name="connsiteX76" fmla="*/ 246670 w 335535"/>
                    <a:gd name="connsiteY76" fmla="*/ 261750 h 529963"/>
                    <a:gd name="connsiteX77" fmla="*/ 246670 w 335535"/>
                    <a:gd name="connsiteY77" fmla="*/ 266059 h 529963"/>
                    <a:gd name="connsiteX78" fmla="*/ 245054 w 335535"/>
                    <a:gd name="connsiteY78" fmla="*/ 280062 h 529963"/>
                    <a:gd name="connsiteX79" fmla="*/ 244516 w 335535"/>
                    <a:gd name="connsiteY79" fmla="*/ 282755 h 529963"/>
                    <a:gd name="connsiteX80" fmla="*/ 242900 w 335535"/>
                    <a:gd name="connsiteY80" fmla="*/ 293526 h 529963"/>
                    <a:gd name="connsiteX81" fmla="*/ 241823 w 335535"/>
                    <a:gd name="connsiteY81" fmla="*/ 298374 h 529963"/>
                    <a:gd name="connsiteX82" fmla="*/ 240207 w 335535"/>
                    <a:gd name="connsiteY82" fmla="*/ 306991 h 529963"/>
                    <a:gd name="connsiteX83" fmla="*/ 238591 w 335535"/>
                    <a:gd name="connsiteY83" fmla="*/ 312377 h 529963"/>
                    <a:gd name="connsiteX84" fmla="*/ 236437 w 335535"/>
                    <a:gd name="connsiteY84" fmla="*/ 319917 h 529963"/>
                    <a:gd name="connsiteX85" fmla="*/ 234821 w 335535"/>
                    <a:gd name="connsiteY85" fmla="*/ 325303 h 529963"/>
                    <a:gd name="connsiteX86" fmla="*/ 232666 w 335535"/>
                    <a:gd name="connsiteY86" fmla="*/ 332304 h 529963"/>
                    <a:gd name="connsiteX87" fmla="*/ 230513 w 335535"/>
                    <a:gd name="connsiteY87" fmla="*/ 337690 h 529963"/>
                    <a:gd name="connsiteX88" fmla="*/ 227281 w 335535"/>
                    <a:gd name="connsiteY88" fmla="*/ 345230 h 529963"/>
                    <a:gd name="connsiteX89" fmla="*/ 225127 w 335535"/>
                    <a:gd name="connsiteY89" fmla="*/ 350077 h 529963"/>
                    <a:gd name="connsiteX90" fmla="*/ 221895 w 335535"/>
                    <a:gd name="connsiteY90" fmla="*/ 357617 h 529963"/>
                    <a:gd name="connsiteX91" fmla="*/ 219741 w 335535"/>
                    <a:gd name="connsiteY91" fmla="*/ 361926 h 529963"/>
                    <a:gd name="connsiteX92" fmla="*/ 213278 w 335535"/>
                    <a:gd name="connsiteY92" fmla="*/ 374852 h 529963"/>
                    <a:gd name="connsiteX93" fmla="*/ 213278 w 335535"/>
                    <a:gd name="connsiteY93" fmla="*/ 375391 h 529963"/>
                    <a:gd name="connsiteX94" fmla="*/ 206277 w 335535"/>
                    <a:gd name="connsiteY94" fmla="*/ 387239 h 529963"/>
                    <a:gd name="connsiteX95" fmla="*/ 204122 w 335535"/>
                    <a:gd name="connsiteY95" fmla="*/ 390471 h 529963"/>
                    <a:gd name="connsiteX96" fmla="*/ 195505 w 335535"/>
                    <a:gd name="connsiteY96" fmla="*/ 402858 h 529963"/>
                    <a:gd name="connsiteX97" fmla="*/ 193889 w 335535"/>
                    <a:gd name="connsiteY97" fmla="*/ 405012 h 529963"/>
                    <a:gd name="connsiteX98" fmla="*/ 183117 w 335535"/>
                    <a:gd name="connsiteY98" fmla="*/ 417938 h 529963"/>
                    <a:gd name="connsiteX99" fmla="*/ 179886 w 335535"/>
                    <a:gd name="connsiteY99" fmla="*/ 421708 h 529963"/>
                    <a:gd name="connsiteX100" fmla="*/ 175577 w 335535"/>
                    <a:gd name="connsiteY100" fmla="*/ 426556 h 529963"/>
                    <a:gd name="connsiteX101" fmla="*/ 171269 w 335535"/>
                    <a:gd name="connsiteY101" fmla="*/ 430864 h 529963"/>
                    <a:gd name="connsiteX102" fmla="*/ 166421 w 335535"/>
                    <a:gd name="connsiteY102" fmla="*/ 435712 h 529963"/>
                    <a:gd name="connsiteX103" fmla="*/ 162113 w 335535"/>
                    <a:gd name="connsiteY103" fmla="*/ 440020 h 529963"/>
                    <a:gd name="connsiteX104" fmla="*/ 157265 w 335535"/>
                    <a:gd name="connsiteY104" fmla="*/ 444329 h 529963"/>
                    <a:gd name="connsiteX105" fmla="*/ 152957 w 335535"/>
                    <a:gd name="connsiteY105" fmla="*/ 448099 h 529963"/>
                    <a:gd name="connsiteX106" fmla="*/ 147571 w 335535"/>
                    <a:gd name="connsiteY106" fmla="*/ 452407 h 529963"/>
                    <a:gd name="connsiteX107" fmla="*/ 142724 w 335535"/>
                    <a:gd name="connsiteY107" fmla="*/ 456178 h 529963"/>
                    <a:gd name="connsiteX108" fmla="*/ 137338 w 335535"/>
                    <a:gd name="connsiteY108" fmla="*/ 459948 h 529963"/>
                    <a:gd name="connsiteX109" fmla="*/ 132491 w 335535"/>
                    <a:gd name="connsiteY109" fmla="*/ 463179 h 529963"/>
                    <a:gd name="connsiteX110" fmla="*/ 127105 w 335535"/>
                    <a:gd name="connsiteY110" fmla="*/ 466949 h 529963"/>
                    <a:gd name="connsiteX111" fmla="*/ 122257 w 335535"/>
                    <a:gd name="connsiteY111" fmla="*/ 470181 h 529963"/>
                    <a:gd name="connsiteX112" fmla="*/ 116333 w 335535"/>
                    <a:gd name="connsiteY112" fmla="*/ 473412 h 529963"/>
                    <a:gd name="connsiteX113" fmla="*/ 110947 w 335535"/>
                    <a:gd name="connsiteY113" fmla="*/ 476105 h 529963"/>
                    <a:gd name="connsiteX114" fmla="*/ 105023 w 335535"/>
                    <a:gd name="connsiteY114" fmla="*/ 479337 h 529963"/>
                    <a:gd name="connsiteX115" fmla="*/ 99637 w 335535"/>
                    <a:gd name="connsiteY115" fmla="*/ 482029 h 529963"/>
                    <a:gd name="connsiteX116" fmla="*/ 93175 w 335535"/>
                    <a:gd name="connsiteY116" fmla="*/ 484722 h 529963"/>
                    <a:gd name="connsiteX117" fmla="*/ 87789 w 335535"/>
                    <a:gd name="connsiteY117" fmla="*/ 486877 h 529963"/>
                    <a:gd name="connsiteX118" fmla="*/ 81326 w 335535"/>
                    <a:gd name="connsiteY118" fmla="*/ 489570 h 529963"/>
                    <a:gd name="connsiteX119" fmla="*/ 75940 w 335535"/>
                    <a:gd name="connsiteY119" fmla="*/ 491724 h 529963"/>
                    <a:gd name="connsiteX120" fmla="*/ 69477 w 335535"/>
                    <a:gd name="connsiteY120" fmla="*/ 493878 h 529963"/>
                    <a:gd name="connsiteX121" fmla="*/ 64091 w 335535"/>
                    <a:gd name="connsiteY121" fmla="*/ 495494 h 529963"/>
                    <a:gd name="connsiteX122" fmla="*/ 57089 w 335535"/>
                    <a:gd name="connsiteY122" fmla="*/ 497648 h 529963"/>
                    <a:gd name="connsiteX123" fmla="*/ 51704 w 335535"/>
                    <a:gd name="connsiteY123" fmla="*/ 499264 h 529963"/>
                    <a:gd name="connsiteX124" fmla="*/ 44702 w 335535"/>
                    <a:gd name="connsiteY124" fmla="*/ 500880 h 529963"/>
                    <a:gd name="connsiteX125" fmla="*/ 39317 w 335535"/>
                    <a:gd name="connsiteY125" fmla="*/ 501957 h 529963"/>
                    <a:gd name="connsiteX126" fmla="*/ 31776 w 335535"/>
                    <a:gd name="connsiteY126" fmla="*/ 503034 h 529963"/>
                    <a:gd name="connsiteX127" fmla="*/ 26391 w 335535"/>
                    <a:gd name="connsiteY127" fmla="*/ 504111 h 529963"/>
                    <a:gd name="connsiteX128" fmla="*/ 17773 w 335535"/>
                    <a:gd name="connsiteY128" fmla="*/ 505188 h 529963"/>
                    <a:gd name="connsiteX129" fmla="*/ 13465 w 335535"/>
                    <a:gd name="connsiteY129" fmla="*/ 505727 h 529963"/>
                    <a:gd name="connsiteX130" fmla="*/ 0 w 335535"/>
                    <a:gd name="connsiteY130" fmla="*/ 506266 h 529963"/>
                    <a:gd name="connsiteX131" fmla="*/ 87789 w 335535"/>
                    <a:gd name="connsiteY131" fmla="*/ 529963 h 529963"/>
                    <a:gd name="connsiteX132" fmla="*/ 101253 w 335535"/>
                    <a:gd name="connsiteY132" fmla="*/ 529424 h 529963"/>
                    <a:gd name="connsiteX133" fmla="*/ 105562 w 335535"/>
                    <a:gd name="connsiteY133" fmla="*/ 528886 h 529963"/>
                    <a:gd name="connsiteX134" fmla="*/ 114179 w 335535"/>
                    <a:gd name="connsiteY134" fmla="*/ 527809 h 529963"/>
                    <a:gd name="connsiteX135" fmla="*/ 119026 w 335535"/>
                    <a:gd name="connsiteY135" fmla="*/ 526732 h 529963"/>
                    <a:gd name="connsiteX136" fmla="*/ 126566 w 335535"/>
                    <a:gd name="connsiteY136" fmla="*/ 525654 h 529963"/>
                    <a:gd name="connsiteX137" fmla="*/ 131952 w 335535"/>
                    <a:gd name="connsiteY137" fmla="*/ 524577 h 529963"/>
                    <a:gd name="connsiteX138" fmla="*/ 139492 w 335535"/>
                    <a:gd name="connsiteY138" fmla="*/ 522961 h 529963"/>
                    <a:gd name="connsiteX139" fmla="*/ 144878 w 335535"/>
                    <a:gd name="connsiteY139" fmla="*/ 521346 h 529963"/>
                    <a:gd name="connsiteX140" fmla="*/ 151879 w 335535"/>
                    <a:gd name="connsiteY140" fmla="*/ 519192 h 529963"/>
                    <a:gd name="connsiteX141" fmla="*/ 157265 w 335535"/>
                    <a:gd name="connsiteY141" fmla="*/ 517576 h 529963"/>
                    <a:gd name="connsiteX142" fmla="*/ 163729 w 335535"/>
                    <a:gd name="connsiteY142" fmla="*/ 515421 h 529963"/>
                    <a:gd name="connsiteX143" fmla="*/ 169114 w 335535"/>
                    <a:gd name="connsiteY143" fmla="*/ 513267 h 529963"/>
                    <a:gd name="connsiteX144" fmla="*/ 175577 w 335535"/>
                    <a:gd name="connsiteY144" fmla="*/ 510574 h 529963"/>
                    <a:gd name="connsiteX145" fmla="*/ 180963 w 335535"/>
                    <a:gd name="connsiteY145" fmla="*/ 508420 h 529963"/>
                    <a:gd name="connsiteX146" fmla="*/ 187426 w 335535"/>
                    <a:gd name="connsiteY146" fmla="*/ 505727 h 529963"/>
                    <a:gd name="connsiteX147" fmla="*/ 192812 w 335535"/>
                    <a:gd name="connsiteY147" fmla="*/ 503034 h 529963"/>
                    <a:gd name="connsiteX148" fmla="*/ 198736 w 335535"/>
                    <a:gd name="connsiteY148" fmla="*/ 499802 h 529963"/>
                    <a:gd name="connsiteX149" fmla="*/ 204122 w 335535"/>
                    <a:gd name="connsiteY149" fmla="*/ 497110 h 529963"/>
                    <a:gd name="connsiteX150" fmla="*/ 210046 w 335535"/>
                    <a:gd name="connsiteY150" fmla="*/ 493878 h 529963"/>
                    <a:gd name="connsiteX151" fmla="*/ 214894 w 335535"/>
                    <a:gd name="connsiteY151" fmla="*/ 490647 h 529963"/>
                    <a:gd name="connsiteX152" fmla="*/ 220279 w 335535"/>
                    <a:gd name="connsiteY152" fmla="*/ 486877 h 529963"/>
                    <a:gd name="connsiteX153" fmla="*/ 225127 w 335535"/>
                    <a:gd name="connsiteY153" fmla="*/ 483645 h 529963"/>
                    <a:gd name="connsiteX154" fmla="*/ 230513 w 335535"/>
                    <a:gd name="connsiteY154" fmla="*/ 479875 h 529963"/>
                    <a:gd name="connsiteX155" fmla="*/ 235359 w 335535"/>
                    <a:gd name="connsiteY155" fmla="*/ 476105 h 529963"/>
                    <a:gd name="connsiteX156" fmla="*/ 240745 w 335535"/>
                    <a:gd name="connsiteY156" fmla="*/ 471796 h 529963"/>
                    <a:gd name="connsiteX157" fmla="*/ 245054 w 335535"/>
                    <a:gd name="connsiteY157" fmla="*/ 468026 h 529963"/>
                    <a:gd name="connsiteX158" fmla="*/ 249901 w 335535"/>
                    <a:gd name="connsiteY158" fmla="*/ 463718 h 529963"/>
                    <a:gd name="connsiteX159" fmla="*/ 254210 w 335535"/>
                    <a:gd name="connsiteY159" fmla="*/ 459409 h 529963"/>
                    <a:gd name="connsiteX160" fmla="*/ 259057 w 335535"/>
                    <a:gd name="connsiteY160" fmla="*/ 454562 h 529963"/>
                    <a:gd name="connsiteX161" fmla="*/ 263366 w 335535"/>
                    <a:gd name="connsiteY161" fmla="*/ 450253 h 529963"/>
                    <a:gd name="connsiteX162" fmla="*/ 267674 w 335535"/>
                    <a:gd name="connsiteY162" fmla="*/ 445406 h 529963"/>
                    <a:gd name="connsiteX163" fmla="*/ 269829 w 335535"/>
                    <a:gd name="connsiteY163" fmla="*/ 442713 h 529963"/>
                    <a:gd name="connsiteX164" fmla="*/ 270906 w 335535"/>
                    <a:gd name="connsiteY164" fmla="*/ 441636 h 529963"/>
                    <a:gd name="connsiteX165" fmla="*/ 281678 w 335535"/>
                    <a:gd name="connsiteY165" fmla="*/ 428710 h 529963"/>
                    <a:gd name="connsiteX166" fmla="*/ 283293 w 335535"/>
                    <a:gd name="connsiteY166" fmla="*/ 426556 h 529963"/>
                    <a:gd name="connsiteX167" fmla="*/ 291910 w 335535"/>
                    <a:gd name="connsiteY167" fmla="*/ 414168 h 529963"/>
                    <a:gd name="connsiteX168" fmla="*/ 292988 w 335535"/>
                    <a:gd name="connsiteY168" fmla="*/ 412552 h 529963"/>
                    <a:gd name="connsiteX169" fmla="*/ 293526 w 335535"/>
                    <a:gd name="connsiteY169" fmla="*/ 411476 h 529963"/>
                    <a:gd name="connsiteX170" fmla="*/ 301067 w 335535"/>
                    <a:gd name="connsiteY170" fmla="*/ 399627 h 529963"/>
                    <a:gd name="connsiteX171" fmla="*/ 301067 w 335535"/>
                    <a:gd name="connsiteY171" fmla="*/ 399088 h 529963"/>
                    <a:gd name="connsiteX172" fmla="*/ 307529 w 335535"/>
                    <a:gd name="connsiteY172" fmla="*/ 386162 h 529963"/>
                    <a:gd name="connsiteX173" fmla="*/ 308068 w 335535"/>
                    <a:gd name="connsiteY173" fmla="*/ 385085 h 529963"/>
                    <a:gd name="connsiteX174" fmla="*/ 309684 w 335535"/>
                    <a:gd name="connsiteY174" fmla="*/ 381854 h 529963"/>
                    <a:gd name="connsiteX175" fmla="*/ 312915 w 335535"/>
                    <a:gd name="connsiteY175" fmla="*/ 374313 h 529963"/>
                    <a:gd name="connsiteX176" fmla="*/ 315070 w 335535"/>
                    <a:gd name="connsiteY176" fmla="*/ 369466 h 529963"/>
                    <a:gd name="connsiteX177" fmla="*/ 318301 w 335535"/>
                    <a:gd name="connsiteY177" fmla="*/ 361926 h 529963"/>
                    <a:gd name="connsiteX178" fmla="*/ 319378 w 335535"/>
                    <a:gd name="connsiteY178" fmla="*/ 359233 h 529963"/>
                    <a:gd name="connsiteX179" fmla="*/ 319917 w 335535"/>
                    <a:gd name="connsiteY179" fmla="*/ 356540 h 529963"/>
                    <a:gd name="connsiteX180" fmla="*/ 322071 w 335535"/>
                    <a:gd name="connsiteY180" fmla="*/ 349000 h 529963"/>
                    <a:gd name="connsiteX181" fmla="*/ 323687 w 335535"/>
                    <a:gd name="connsiteY181" fmla="*/ 343614 h 529963"/>
                    <a:gd name="connsiteX182" fmla="*/ 325841 w 335535"/>
                    <a:gd name="connsiteY182" fmla="*/ 336074 h 529963"/>
                    <a:gd name="connsiteX183" fmla="*/ 326918 w 335535"/>
                    <a:gd name="connsiteY183" fmla="*/ 332304 h 529963"/>
                    <a:gd name="connsiteX184" fmla="*/ 327457 w 335535"/>
                    <a:gd name="connsiteY184" fmla="*/ 330688 h 529963"/>
                    <a:gd name="connsiteX185" fmla="*/ 329072 w 335535"/>
                    <a:gd name="connsiteY185" fmla="*/ 322071 h 529963"/>
                    <a:gd name="connsiteX186" fmla="*/ 331227 w 335535"/>
                    <a:gd name="connsiteY186" fmla="*/ 317224 h 529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335535" h="529963">
                      <a:moveTo>
                        <a:pt x="331227" y="317224"/>
                      </a:moveTo>
                      <a:cubicBezTo>
                        <a:pt x="331765" y="313454"/>
                        <a:pt x="332304" y="310222"/>
                        <a:pt x="332843" y="306452"/>
                      </a:cubicBezTo>
                      <a:cubicBezTo>
                        <a:pt x="332843" y="305375"/>
                        <a:pt x="333381" y="304836"/>
                        <a:pt x="333381" y="304298"/>
                      </a:cubicBezTo>
                      <a:cubicBezTo>
                        <a:pt x="333381" y="304298"/>
                        <a:pt x="333381" y="304298"/>
                        <a:pt x="333381" y="304298"/>
                      </a:cubicBezTo>
                      <a:cubicBezTo>
                        <a:pt x="333920" y="299451"/>
                        <a:pt x="334458" y="294604"/>
                        <a:pt x="334997" y="290295"/>
                      </a:cubicBezTo>
                      <a:cubicBezTo>
                        <a:pt x="334997" y="288679"/>
                        <a:pt x="334997" y="287602"/>
                        <a:pt x="334997" y="285986"/>
                      </a:cubicBezTo>
                      <a:cubicBezTo>
                        <a:pt x="334997" y="282755"/>
                        <a:pt x="335536" y="278985"/>
                        <a:pt x="335536" y="275753"/>
                      </a:cubicBezTo>
                      <a:cubicBezTo>
                        <a:pt x="335536" y="275214"/>
                        <a:pt x="335536" y="274676"/>
                        <a:pt x="335536" y="273599"/>
                      </a:cubicBezTo>
                      <a:cubicBezTo>
                        <a:pt x="335536" y="270906"/>
                        <a:pt x="335536" y="267675"/>
                        <a:pt x="335536" y="264982"/>
                      </a:cubicBezTo>
                      <a:cubicBezTo>
                        <a:pt x="335536" y="258519"/>
                        <a:pt x="334997" y="252056"/>
                        <a:pt x="334458" y="245593"/>
                      </a:cubicBezTo>
                      <a:cubicBezTo>
                        <a:pt x="334458" y="243977"/>
                        <a:pt x="333920" y="242900"/>
                        <a:pt x="333920" y="241284"/>
                      </a:cubicBezTo>
                      <a:cubicBezTo>
                        <a:pt x="333920" y="239668"/>
                        <a:pt x="333920" y="238591"/>
                        <a:pt x="333381" y="236975"/>
                      </a:cubicBezTo>
                      <a:cubicBezTo>
                        <a:pt x="332843" y="232128"/>
                        <a:pt x="331765" y="227281"/>
                        <a:pt x="331227" y="222434"/>
                      </a:cubicBezTo>
                      <a:cubicBezTo>
                        <a:pt x="331227" y="221895"/>
                        <a:pt x="330688" y="220818"/>
                        <a:pt x="330688" y="220279"/>
                      </a:cubicBezTo>
                      <a:cubicBezTo>
                        <a:pt x="329611" y="214894"/>
                        <a:pt x="328534" y="209508"/>
                        <a:pt x="326918" y="203583"/>
                      </a:cubicBezTo>
                      <a:cubicBezTo>
                        <a:pt x="326380" y="202506"/>
                        <a:pt x="326380" y="200890"/>
                        <a:pt x="325841" y="199813"/>
                      </a:cubicBezTo>
                      <a:cubicBezTo>
                        <a:pt x="324225" y="194427"/>
                        <a:pt x="322610" y="189042"/>
                        <a:pt x="320994" y="184195"/>
                      </a:cubicBezTo>
                      <a:cubicBezTo>
                        <a:pt x="320994" y="183656"/>
                        <a:pt x="320455" y="183656"/>
                        <a:pt x="320455" y="183117"/>
                      </a:cubicBezTo>
                      <a:cubicBezTo>
                        <a:pt x="319378" y="179886"/>
                        <a:pt x="317762" y="176654"/>
                        <a:pt x="316686" y="173423"/>
                      </a:cubicBezTo>
                      <a:cubicBezTo>
                        <a:pt x="315608" y="170191"/>
                        <a:pt x="314531" y="167498"/>
                        <a:pt x="312915" y="164267"/>
                      </a:cubicBezTo>
                      <a:cubicBezTo>
                        <a:pt x="311300" y="161036"/>
                        <a:pt x="309684" y="157804"/>
                        <a:pt x="308068" y="154573"/>
                      </a:cubicBezTo>
                      <a:cubicBezTo>
                        <a:pt x="306452" y="151880"/>
                        <a:pt x="305375" y="148648"/>
                        <a:pt x="303759" y="145955"/>
                      </a:cubicBezTo>
                      <a:cubicBezTo>
                        <a:pt x="302143" y="142724"/>
                        <a:pt x="299989" y="140031"/>
                        <a:pt x="298374" y="136800"/>
                      </a:cubicBezTo>
                      <a:cubicBezTo>
                        <a:pt x="296758" y="134107"/>
                        <a:pt x="295142" y="131414"/>
                        <a:pt x="293526" y="128182"/>
                      </a:cubicBezTo>
                      <a:cubicBezTo>
                        <a:pt x="291372" y="125489"/>
                        <a:pt x="289756" y="122258"/>
                        <a:pt x="287602" y="119565"/>
                      </a:cubicBezTo>
                      <a:cubicBezTo>
                        <a:pt x="285986" y="117410"/>
                        <a:pt x="284371" y="114718"/>
                        <a:pt x="282216" y="112563"/>
                      </a:cubicBezTo>
                      <a:cubicBezTo>
                        <a:pt x="282216" y="112563"/>
                        <a:pt x="281678" y="112025"/>
                        <a:pt x="281678" y="112025"/>
                      </a:cubicBezTo>
                      <a:cubicBezTo>
                        <a:pt x="276830" y="105562"/>
                        <a:pt x="271445" y="99637"/>
                        <a:pt x="265520" y="93713"/>
                      </a:cubicBezTo>
                      <a:cubicBezTo>
                        <a:pt x="263904" y="92097"/>
                        <a:pt x="262288" y="90481"/>
                        <a:pt x="260673" y="88866"/>
                      </a:cubicBezTo>
                      <a:cubicBezTo>
                        <a:pt x="256364" y="84557"/>
                        <a:pt x="251517" y="80249"/>
                        <a:pt x="246670" y="75940"/>
                      </a:cubicBezTo>
                      <a:cubicBezTo>
                        <a:pt x="245593" y="74863"/>
                        <a:pt x="244516" y="73786"/>
                        <a:pt x="243438" y="73247"/>
                      </a:cubicBezTo>
                      <a:cubicBezTo>
                        <a:pt x="242361" y="72170"/>
                        <a:pt x="241284" y="71631"/>
                        <a:pt x="240207" y="71093"/>
                      </a:cubicBezTo>
                      <a:cubicBezTo>
                        <a:pt x="238052" y="69477"/>
                        <a:pt x="235898" y="67861"/>
                        <a:pt x="233744" y="66245"/>
                      </a:cubicBezTo>
                      <a:cubicBezTo>
                        <a:pt x="230513" y="64091"/>
                        <a:pt x="227820" y="61937"/>
                        <a:pt x="224588" y="59782"/>
                      </a:cubicBezTo>
                      <a:cubicBezTo>
                        <a:pt x="222434" y="58167"/>
                        <a:pt x="220279" y="56551"/>
                        <a:pt x="218125" y="55474"/>
                      </a:cubicBezTo>
                      <a:cubicBezTo>
                        <a:pt x="216509" y="54396"/>
                        <a:pt x="215432" y="53858"/>
                        <a:pt x="214355" y="52781"/>
                      </a:cubicBezTo>
                      <a:cubicBezTo>
                        <a:pt x="212201" y="51165"/>
                        <a:pt x="209508" y="50088"/>
                        <a:pt x="207353" y="49011"/>
                      </a:cubicBezTo>
                      <a:cubicBezTo>
                        <a:pt x="205737" y="47934"/>
                        <a:pt x="204661" y="47395"/>
                        <a:pt x="203045" y="46318"/>
                      </a:cubicBezTo>
                      <a:cubicBezTo>
                        <a:pt x="198198" y="43625"/>
                        <a:pt x="192812" y="40932"/>
                        <a:pt x="187426" y="38239"/>
                      </a:cubicBezTo>
                      <a:cubicBezTo>
                        <a:pt x="187426" y="38239"/>
                        <a:pt x="186887" y="38239"/>
                        <a:pt x="186887" y="37701"/>
                      </a:cubicBezTo>
                      <a:cubicBezTo>
                        <a:pt x="186349" y="37162"/>
                        <a:pt x="185272" y="37162"/>
                        <a:pt x="184733" y="36623"/>
                      </a:cubicBezTo>
                      <a:cubicBezTo>
                        <a:pt x="179886" y="34469"/>
                        <a:pt x="175039" y="32315"/>
                        <a:pt x="170191" y="30699"/>
                      </a:cubicBezTo>
                      <a:cubicBezTo>
                        <a:pt x="168576" y="30160"/>
                        <a:pt x="166960" y="29622"/>
                        <a:pt x="165883" y="29083"/>
                      </a:cubicBezTo>
                      <a:cubicBezTo>
                        <a:pt x="164805" y="28545"/>
                        <a:pt x="163190" y="28006"/>
                        <a:pt x="162113" y="27467"/>
                      </a:cubicBezTo>
                      <a:cubicBezTo>
                        <a:pt x="157804" y="25852"/>
                        <a:pt x="153495" y="24775"/>
                        <a:pt x="148648" y="23698"/>
                      </a:cubicBezTo>
                      <a:lnTo>
                        <a:pt x="60860" y="0"/>
                      </a:lnTo>
                      <a:cubicBezTo>
                        <a:pt x="66784" y="1616"/>
                        <a:pt x="72708" y="3231"/>
                        <a:pt x="78094" y="5386"/>
                      </a:cubicBezTo>
                      <a:cubicBezTo>
                        <a:pt x="79710" y="5924"/>
                        <a:pt x="81326" y="6463"/>
                        <a:pt x="82403" y="7001"/>
                      </a:cubicBezTo>
                      <a:cubicBezTo>
                        <a:pt x="87250" y="8617"/>
                        <a:pt x="92097" y="10772"/>
                        <a:pt x="96944" y="12926"/>
                      </a:cubicBezTo>
                      <a:cubicBezTo>
                        <a:pt x="97483" y="13465"/>
                        <a:pt x="98560" y="13465"/>
                        <a:pt x="99099" y="14003"/>
                      </a:cubicBezTo>
                      <a:cubicBezTo>
                        <a:pt x="104485" y="16696"/>
                        <a:pt x="109871" y="19389"/>
                        <a:pt x="115256" y="22082"/>
                      </a:cubicBezTo>
                      <a:cubicBezTo>
                        <a:pt x="116872" y="22620"/>
                        <a:pt x="117949" y="23698"/>
                        <a:pt x="119565" y="24775"/>
                      </a:cubicBezTo>
                      <a:cubicBezTo>
                        <a:pt x="123335" y="26929"/>
                        <a:pt x="127105" y="29083"/>
                        <a:pt x="130336" y="31238"/>
                      </a:cubicBezTo>
                      <a:cubicBezTo>
                        <a:pt x="132491" y="32853"/>
                        <a:pt x="134645" y="33930"/>
                        <a:pt x="136800" y="35546"/>
                      </a:cubicBezTo>
                      <a:cubicBezTo>
                        <a:pt x="140031" y="37701"/>
                        <a:pt x="142724" y="39855"/>
                        <a:pt x="145955" y="42009"/>
                      </a:cubicBezTo>
                      <a:cubicBezTo>
                        <a:pt x="148110" y="43625"/>
                        <a:pt x="150264" y="45241"/>
                        <a:pt x="152419" y="46857"/>
                      </a:cubicBezTo>
                      <a:cubicBezTo>
                        <a:pt x="154572" y="48472"/>
                        <a:pt x="156727" y="50088"/>
                        <a:pt x="158343" y="52242"/>
                      </a:cubicBezTo>
                      <a:cubicBezTo>
                        <a:pt x="163190" y="56551"/>
                        <a:pt x="167498" y="60860"/>
                        <a:pt x="172346" y="65168"/>
                      </a:cubicBezTo>
                      <a:cubicBezTo>
                        <a:pt x="173962" y="66784"/>
                        <a:pt x="175577" y="68400"/>
                        <a:pt x="177193" y="70015"/>
                      </a:cubicBezTo>
                      <a:cubicBezTo>
                        <a:pt x="182579" y="75940"/>
                        <a:pt x="187965" y="81864"/>
                        <a:pt x="193350" y="88327"/>
                      </a:cubicBezTo>
                      <a:cubicBezTo>
                        <a:pt x="195505" y="91020"/>
                        <a:pt x="197120" y="93713"/>
                        <a:pt x="198736" y="95867"/>
                      </a:cubicBezTo>
                      <a:cubicBezTo>
                        <a:pt x="200891" y="98560"/>
                        <a:pt x="203045" y="101253"/>
                        <a:pt x="204661" y="104485"/>
                      </a:cubicBezTo>
                      <a:cubicBezTo>
                        <a:pt x="206277" y="107178"/>
                        <a:pt x="207892" y="109871"/>
                        <a:pt x="210046" y="113102"/>
                      </a:cubicBezTo>
                      <a:cubicBezTo>
                        <a:pt x="211662" y="116333"/>
                        <a:pt x="213816" y="119026"/>
                        <a:pt x="215432" y="122258"/>
                      </a:cubicBezTo>
                      <a:cubicBezTo>
                        <a:pt x="217048" y="124951"/>
                        <a:pt x="218663" y="128182"/>
                        <a:pt x="219741" y="130875"/>
                      </a:cubicBezTo>
                      <a:cubicBezTo>
                        <a:pt x="221356" y="134107"/>
                        <a:pt x="222972" y="137338"/>
                        <a:pt x="224588" y="140031"/>
                      </a:cubicBezTo>
                      <a:cubicBezTo>
                        <a:pt x="226204" y="143262"/>
                        <a:pt x="227281" y="145955"/>
                        <a:pt x="228358" y="149187"/>
                      </a:cubicBezTo>
                      <a:cubicBezTo>
                        <a:pt x="229435" y="152418"/>
                        <a:pt x="231051" y="155650"/>
                        <a:pt x="232128" y="158881"/>
                      </a:cubicBezTo>
                      <a:cubicBezTo>
                        <a:pt x="234282" y="164267"/>
                        <a:pt x="235898" y="170191"/>
                        <a:pt x="237514" y="175577"/>
                      </a:cubicBezTo>
                      <a:cubicBezTo>
                        <a:pt x="238052" y="176654"/>
                        <a:pt x="238052" y="178270"/>
                        <a:pt x="238591" y="179886"/>
                      </a:cubicBezTo>
                      <a:cubicBezTo>
                        <a:pt x="240207" y="185272"/>
                        <a:pt x="241284" y="190658"/>
                        <a:pt x="242361" y="196582"/>
                      </a:cubicBezTo>
                      <a:cubicBezTo>
                        <a:pt x="242361" y="197120"/>
                        <a:pt x="242900" y="198198"/>
                        <a:pt x="242900" y="198736"/>
                      </a:cubicBezTo>
                      <a:cubicBezTo>
                        <a:pt x="243977" y="204661"/>
                        <a:pt x="245054" y="211124"/>
                        <a:pt x="245593" y="217048"/>
                      </a:cubicBezTo>
                      <a:cubicBezTo>
                        <a:pt x="245593" y="218663"/>
                        <a:pt x="246131" y="219741"/>
                        <a:pt x="246131" y="221356"/>
                      </a:cubicBezTo>
                      <a:cubicBezTo>
                        <a:pt x="246670" y="227819"/>
                        <a:pt x="247209" y="234282"/>
                        <a:pt x="247209" y="240745"/>
                      </a:cubicBezTo>
                      <a:cubicBezTo>
                        <a:pt x="247209" y="244516"/>
                        <a:pt x="247209" y="247747"/>
                        <a:pt x="247209" y="251517"/>
                      </a:cubicBezTo>
                      <a:cubicBezTo>
                        <a:pt x="247209" y="254748"/>
                        <a:pt x="247209" y="258519"/>
                        <a:pt x="246670" y="261750"/>
                      </a:cubicBezTo>
                      <a:cubicBezTo>
                        <a:pt x="246670" y="263366"/>
                        <a:pt x="246670" y="264443"/>
                        <a:pt x="246670" y="266059"/>
                      </a:cubicBezTo>
                      <a:cubicBezTo>
                        <a:pt x="246131" y="270906"/>
                        <a:pt x="246131" y="275753"/>
                        <a:pt x="245054" y="280062"/>
                      </a:cubicBezTo>
                      <a:cubicBezTo>
                        <a:pt x="245054" y="281139"/>
                        <a:pt x="244516" y="281677"/>
                        <a:pt x="244516" y="282755"/>
                      </a:cubicBezTo>
                      <a:cubicBezTo>
                        <a:pt x="243977" y="286525"/>
                        <a:pt x="243438" y="289756"/>
                        <a:pt x="242900" y="293526"/>
                      </a:cubicBezTo>
                      <a:cubicBezTo>
                        <a:pt x="242361" y="295142"/>
                        <a:pt x="242361" y="296758"/>
                        <a:pt x="241823" y="298374"/>
                      </a:cubicBezTo>
                      <a:cubicBezTo>
                        <a:pt x="241284" y="301067"/>
                        <a:pt x="240745" y="303759"/>
                        <a:pt x="240207" y="306991"/>
                      </a:cubicBezTo>
                      <a:cubicBezTo>
                        <a:pt x="239668" y="308606"/>
                        <a:pt x="239130" y="310761"/>
                        <a:pt x="238591" y="312377"/>
                      </a:cubicBezTo>
                      <a:cubicBezTo>
                        <a:pt x="238052" y="315070"/>
                        <a:pt x="237514" y="317224"/>
                        <a:pt x="236437" y="319917"/>
                      </a:cubicBezTo>
                      <a:cubicBezTo>
                        <a:pt x="235898" y="321533"/>
                        <a:pt x="235359" y="323687"/>
                        <a:pt x="234821" y="325303"/>
                      </a:cubicBezTo>
                      <a:cubicBezTo>
                        <a:pt x="234282" y="327996"/>
                        <a:pt x="233206" y="330150"/>
                        <a:pt x="232666" y="332304"/>
                      </a:cubicBezTo>
                      <a:cubicBezTo>
                        <a:pt x="232128" y="333920"/>
                        <a:pt x="231590" y="336074"/>
                        <a:pt x="230513" y="337690"/>
                      </a:cubicBezTo>
                      <a:cubicBezTo>
                        <a:pt x="229435" y="340383"/>
                        <a:pt x="228358" y="342537"/>
                        <a:pt x="227281" y="345230"/>
                      </a:cubicBezTo>
                      <a:cubicBezTo>
                        <a:pt x="226742" y="346846"/>
                        <a:pt x="225665" y="348462"/>
                        <a:pt x="225127" y="350077"/>
                      </a:cubicBezTo>
                      <a:cubicBezTo>
                        <a:pt x="224049" y="352770"/>
                        <a:pt x="222972" y="354925"/>
                        <a:pt x="221895" y="357617"/>
                      </a:cubicBezTo>
                      <a:cubicBezTo>
                        <a:pt x="221356" y="359233"/>
                        <a:pt x="220279" y="360849"/>
                        <a:pt x="219741" y="361926"/>
                      </a:cubicBezTo>
                      <a:cubicBezTo>
                        <a:pt x="217587" y="366235"/>
                        <a:pt x="215432" y="370543"/>
                        <a:pt x="213278" y="374852"/>
                      </a:cubicBezTo>
                      <a:cubicBezTo>
                        <a:pt x="213278" y="374852"/>
                        <a:pt x="213278" y="374852"/>
                        <a:pt x="213278" y="375391"/>
                      </a:cubicBezTo>
                      <a:cubicBezTo>
                        <a:pt x="211123" y="379699"/>
                        <a:pt x="208430" y="383469"/>
                        <a:pt x="206277" y="387239"/>
                      </a:cubicBezTo>
                      <a:cubicBezTo>
                        <a:pt x="205737" y="388316"/>
                        <a:pt x="204661" y="389394"/>
                        <a:pt x="204122" y="390471"/>
                      </a:cubicBezTo>
                      <a:cubicBezTo>
                        <a:pt x="201429" y="394779"/>
                        <a:pt x="198198" y="399088"/>
                        <a:pt x="195505" y="402858"/>
                      </a:cubicBezTo>
                      <a:cubicBezTo>
                        <a:pt x="194966" y="403397"/>
                        <a:pt x="194427" y="404474"/>
                        <a:pt x="193889" y="405012"/>
                      </a:cubicBezTo>
                      <a:cubicBezTo>
                        <a:pt x="190658" y="409321"/>
                        <a:pt x="186887" y="413630"/>
                        <a:pt x="183117" y="417938"/>
                      </a:cubicBezTo>
                      <a:cubicBezTo>
                        <a:pt x="182040" y="419015"/>
                        <a:pt x="180963" y="420631"/>
                        <a:pt x="179886" y="421708"/>
                      </a:cubicBezTo>
                      <a:cubicBezTo>
                        <a:pt x="178270" y="423324"/>
                        <a:pt x="176655" y="424940"/>
                        <a:pt x="175577" y="426556"/>
                      </a:cubicBezTo>
                      <a:cubicBezTo>
                        <a:pt x="173962" y="428171"/>
                        <a:pt x="172884" y="429249"/>
                        <a:pt x="171269" y="430864"/>
                      </a:cubicBezTo>
                      <a:cubicBezTo>
                        <a:pt x="169653" y="432480"/>
                        <a:pt x="168037" y="434096"/>
                        <a:pt x="166421" y="435712"/>
                      </a:cubicBezTo>
                      <a:cubicBezTo>
                        <a:pt x="164805" y="437327"/>
                        <a:pt x="163729" y="438405"/>
                        <a:pt x="162113" y="440020"/>
                      </a:cubicBezTo>
                      <a:cubicBezTo>
                        <a:pt x="160497" y="441636"/>
                        <a:pt x="158881" y="442713"/>
                        <a:pt x="157265" y="444329"/>
                      </a:cubicBezTo>
                      <a:cubicBezTo>
                        <a:pt x="155650" y="445406"/>
                        <a:pt x="154034" y="447022"/>
                        <a:pt x="152957" y="448099"/>
                      </a:cubicBezTo>
                      <a:cubicBezTo>
                        <a:pt x="151341" y="449715"/>
                        <a:pt x="149726" y="450792"/>
                        <a:pt x="147571" y="452407"/>
                      </a:cubicBezTo>
                      <a:cubicBezTo>
                        <a:pt x="145955" y="453485"/>
                        <a:pt x="144340" y="455100"/>
                        <a:pt x="142724" y="456178"/>
                      </a:cubicBezTo>
                      <a:cubicBezTo>
                        <a:pt x="141108" y="457255"/>
                        <a:pt x="138954" y="458871"/>
                        <a:pt x="137338" y="459948"/>
                      </a:cubicBezTo>
                      <a:cubicBezTo>
                        <a:pt x="135722" y="461025"/>
                        <a:pt x="134107" y="462102"/>
                        <a:pt x="132491" y="463179"/>
                      </a:cubicBezTo>
                      <a:cubicBezTo>
                        <a:pt x="130875" y="464256"/>
                        <a:pt x="128721" y="465872"/>
                        <a:pt x="127105" y="466949"/>
                      </a:cubicBezTo>
                      <a:cubicBezTo>
                        <a:pt x="125489" y="468026"/>
                        <a:pt x="123873" y="469103"/>
                        <a:pt x="122257" y="470181"/>
                      </a:cubicBezTo>
                      <a:cubicBezTo>
                        <a:pt x="120104" y="471258"/>
                        <a:pt x="118488" y="472335"/>
                        <a:pt x="116333" y="473412"/>
                      </a:cubicBezTo>
                      <a:cubicBezTo>
                        <a:pt x="114718" y="474489"/>
                        <a:pt x="113102" y="475566"/>
                        <a:pt x="110947" y="476105"/>
                      </a:cubicBezTo>
                      <a:cubicBezTo>
                        <a:pt x="108793" y="477182"/>
                        <a:pt x="107178" y="478259"/>
                        <a:pt x="105023" y="479337"/>
                      </a:cubicBezTo>
                      <a:cubicBezTo>
                        <a:pt x="103407" y="480414"/>
                        <a:pt x="101253" y="480952"/>
                        <a:pt x="99637" y="482029"/>
                      </a:cubicBezTo>
                      <a:cubicBezTo>
                        <a:pt x="97483" y="483107"/>
                        <a:pt x="95328" y="483645"/>
                        <a:pt x="93175" y="484722"/>
                      </a:cubicBezTo>
                      <a:cubicBezTo>
                        <a:pt x="91559" y="485261"/>
                        <a:pt x="89404" y="486338"/>
                        <a:pt x="87789" y="486877"/>
                      </a:cubicBezTo>
                      <a:cubicBezTo>
                        <a:pt x="85634" y="487954"/>
                        <a:pt x="83480" y="488492"/>
                        <a:pt x="81326" y="489570"/>
                      </a:cubicBezTo>
                      <a:cubicBezTo>
                        <a:pt x="79710" y="490108"/>
                        <a:pt x="77556" y="491185"/>
                        <a:pt x="75940" y="491724"/>
                      </a:cubicBezTo>
                      <a:cubicBezTo>
                        <a:pt x="73785" y="492263"/>
                        <a:pt x="71631" y="493339"/>
                        <a:pt x="69477" y="493878"/>
                      </a:cubicBezTo>
                      <a:cubicBezTo>
                        <a:pt x="67861" y="494417"/>
                        <a:pt x="65707" y="494955"/>
                        <a:pt x="64091" y="495494"/>
                      </a:cubicBezTo>
                      <a:cubicBezTo>
                        <a:pt x="61937" y="496032"/>
                        <a:pt x="59244" y="496571"/>
                        <a:pt x="57089" y="497648"/>
                      </a:cubicBezTo>
                      <a:cubicBezTo>
                        <a:pt x="55474" y="498187"/>
                        <a:pt x="53320" y="498725"/>
                        <a:pt x="51704" y="499264"/>
                      </a:cubicBezTo>
                      <a:cubicBezTo>
                        <a:pt x="49549" y="499802"/>
                        <a:pt x="46856" y="500341"/>
                        <a:pt x="44702" y="500880"/>
                      </a:cubicBezTo>
                      <a:cubicBezTo>
                        <a:pt x="43086" y="501418"/>
                        <a:pt x="40932" y="501957"/>
                        <a:pt x="39317" y="501957"/>
                      </a:cubicBezTo>
                      <a:cubicBezTo>
                        <a:pt x="36624" y="502495"/>
                        <a:pt x="33931" y="503034"/>
                        <a:pt x="31776" y="503034"/>
                      </a:cubicBezTo>
                      <a:cubicBezTo>
                        <a:pt x="30160" y="503573"/>
                        <a:pt x="28545" y="503573"/>
                        <a:pt x="26391" y="504111"/>
                      </a:cubicBezTo>
                      <a:cubicBezTo>
                        <a:pt x="23698" y="504650"/>
                        <a:pt x="20466" y="504650"/>
                        <a:pt x="17773" y="505188"/>
                      </a:cubicBezTo>
                      <a:cubicBezTo>
                        <a:pt x="16157" y="505188"/>
                        <a:pt x="15080" y="505727"/>
                        <a:pt x="13465" y="505727"/>
                      </a:cubicBezTo>
                      <a:cubicBezTo>
                        <a:pt x="9156" y="506266"/>
                        <a:pt x="4847" y="506266"/>
                        <a:pt x="0" y="506266"/>
                      </a:cubicBezTo>
                      <a:lnTo>
                        <a:pt x="87789" y="529963"/>
                      </a:lnTo>
                      <a:cubicBezTo>
                        <a:pt x="92097" y="529963"/>
                        <a:pt x="96944" y="529424"/>
                        <a:pt x="101253" y="529424"/>
                      </a:cubicBezTo>
                      <a:cubicBezTo>
                        <a:pt x="102869" y="529424"/>
                        <a:pt x="103946" y="528886"/>
                        <a:pt x="105562" y="528886"/>
                      </a:cubicBezTo>
                      <a:cubicBezTo>
                        <a:pt x="108255" y="528347"/>
                        <a:pt x="111486" y="528347"/>
                        <a:pt x="114179" y="527809"/>
                      </a:cubicBezTo>
                      <a:cubicBezTo>
                        <a:pt x="115795" y="527809"/>
                        <a:pt x="117411" y="527270"/>
                        <a:pt x="119026" y="526732"/>
                      </a:cubicBezTo>
                      <a:cubicBezTo>
                        <a:pt x="121719" y="526193"/>
                        <a:pt x="124412" y="526193"/>
                        <a:pt x="126566" y="525654"/>
                      </a:cubicBezTo>
                      <a:cubicBezTo>
                        <a:pt x="128182" y="525116"/>
                        <a:pt x="130336" y="525116"/>
                        <a:pt x="131952" y="524577"/>
                      </a:cubicBezTo>
                      <a:cubicBezTo>
                        <a:pt x="134645" y="524039"/>
                        <a:pt x="136800" y="523500"/>
                        <a:pt x="139492" y="522961"/>
                      </a:cubicBezTo>
                      <a:cubicBezTo>
                        <a:pt x="141108" y="522423"/>
                        <a:pt x="143262" y="521884"/>
                        <a:pt x="144878" y="521346"/>
                      </a:cubicBezTo>
                      <a:cubicBezTo>
                        <a:pt x="147033" y="520807"/>
                        <a:pt x="149726" y="520268"/>
                        <a:pt x="151879" y="519192"/>
                      </a:cubicBezTo>
                      <a:cubicBezTo>
                        <a:pt x="153495" y="518653"/>
                        <a:pt x="155650" y="518114"/>
                        <a:pt x="157265" y="517576"/>
                      </a:cubicBezTo>
                      <a:cubicBezTo>
                        <a:pt x="159420" y="517037"/>
                        <a:pt x="161574" y="515960"/>
                        <a:pt x="163729" y="515421"/>
                      </a:cubicBezTo>
                      <a:cubicBezTo>
                        <a:pt x="165344" y="514883"/>
                        <a:pt x="167498" y="513806"/>
                        <a:pt x="169114" y="513267"/>
                      </a:cubicBezTo>
                      <a:cubicBezTo>
                        <a:pt x="171269" y="512190"/>
                        <a:pt x="173423" y="511651"/>
                        <a:pt x="175577" y="510574"/>
                      </a:cubicBezTo>
                      <a:cubicBezTo>
                        <a:pt x="177193" y="510036"/>
                        <a:pt x="179348" y="508958"/>
                        <a:pt x="180963" y="508420"/>
                      </a:cubicBezTo>
                      <a:cubicBezTo>
                        <a:pt x="183117" y="507343"/>
                        <a:pt x="185272" y="506804"/>
                        <a:pt x="187426" y="505727"/>
                      </a:cubicBezTo>
                      <a:cubicBezTo>
                        <a:pt x="189042" y="504650"/>
                        <a:pt x="191196" y="504111"/>
                        <a:pt x="192812" y="503034"/>
                      </a:cubicBezTo>
                      <a:cubicBezTo>
                        <a:pt x="194966" y="501957"/>
                        <a:pt x="196582" y="500880"/>
                        <a:pt x="198736" y="499802"/>
                      </a:cubicBezTo>
                      <a:cubicBezTo>
                        <a:pt x="200352" y="498725"/>
                        <a:pt x="201968" y="497648"/>
                        <a:pt x="204122" y="497110"/>
                      </a:cubicBezTo>
                      <a:cubicBezTo>
                        <a:pt x="206277" y="496032"/>
                        <a:pt x="207892" y="494955"/>
                        <a:pt x="210046" y="493878"/>
                      </a:cubicBezTo>
                      <a:cubicBezTo>
                        <a:pt x="211662" y="492801"/>
                        <a:pt x="213278" y="491724"/>
                        <a:pt x="214894" y="490647"/>
                      </a:cubicBezTo>
                      <a:cubicBezTo>
                        <a:pt x="216509" y="489570"/>
                        <a:pt x="218663" y="488492"/>
                        <a:pt x="220279" y="486877"/>
                      </a:cubicBezTo>
                      <a:cubicBezTo>
                        <a:pt x="221895" y="485800"/>
                        <a:pt x="223511" y="484722"/>
                        <a:pt x="225127" y="483645"/>
                      </a:cubicBezTo>
                      <a:cubicBezTo>
                        <a:pt x="226742" y="482568"/>
                        <a:pt x="228897" y="480952"/>
                        <a:pt x="230513" y="479875"/>
                      </a:cubicBezTo>
                      <a:cubicBezTo>
                        <a:pt x="232128" y="478798"/>
                        <a:pt x="233744" y="477721"/>
                        <a:pt x="235359" y="476105"/>
                      </a:cubicBezTo>
                      <a:cubicBezTo>
                        <a:pt x="236975" y="474489"/>
                        <a:pt x="238591" y="473412"/>
                        <a:pt x="240745" y="471796"/>
                      </a:cubicBezTo>
                      <a:cubicBezTo>
                        <a:pt x="242361" y="470719"/>
                        <a:pt x="243977" y="469103"/>
                        <a:pt x="245054" y="468026"/>
                      </a:cubicBezTo>
                      <a:cubicBezTo>
                        <a:pt x="246670" y="466410"/>
                        <a:pt x="248285" y="465334"/>
                        <a:pt x="249901" y="463718"/>
                      </a:cubicBezTo>
                      <a:cubicBezTo>
                        <a:pt x="251517" y="462641"/>
                        <a:pt x="252594" y="461025"/>
                        <a:pt x="254210" y="459409"/>
                      </a:cubicBezTo>
                      <a:cubicBezTo>
                        <a:pt x="255826" y="457793"/>
                        <a:pt x="257442" y="456178"/>
                        <a:pt x="259057" y="454562"/>
                      </a:cubicBezTo>
                      <a:cubicBezTo>
                        <a:pt x="260673" y="452946"/>
                        <a:pt x="261750" y="451869"/>
                        <a:pt x="263366" y="450253"/>
                      </a:cubicBezTo>
                      <a:cubicBezTo>
                        <a:pt x="264981" y="448637"/>
                        <a:pt x="266597" y="447022"/>
                        <a:pt x="267674" y="445406"/>
                      </a:cubicBezTo>
                      <a:cubicBezTo>
                        <a:pt x="268213" y="444329"/>
                        <a:pt x="269290" y="443790"/>
                        <a:pt x="269829" y="442713"/>
                      </a:cubicBezTo>
                      <a:cubicBezTo>
                        <a:pt x="270367" y="442174"/>
                        <a:pt x="270367" y="441636"/>
                        <a:pt x="270906" y="441636"/>
                      </a:cubicBezTo>
                      <a:cubicBezTo>
                        <a:pt x="274676" y="437327"/>
                        <a:pt x="278446" y="433019"/>
                        <a:pt x="281678" y="428710"/>
                      </a:cubicBezTo>
                      <a:cubicBezTo>
                        <a:pt x="282216" y="428171"/>
                        <a:pt x="282755" y="427094"/>
                        <a:pt x="283293" y="426556"/>
                      </a:cubicBezTo>
                      <a:cubicBezTo>
                        <a:pt x="286524" y="422247"/>
                        <a:pt x="289217" y="418477"/>
                        <a:pt x="291910" y="414168"/>
                      </a:cubicBezTo>
                      <a:cubicBezTo>
                        <a:pt x="292449" y="413630"/>
                        <a:pt x="292988" y="413091"/>
                        <a:pt x="292988" y="412552"/>
                      </a:cubicBezTo>
                      <a:cubicBezTo>
                        <a:pt x="292988" y="412014"/>
                        <a:pt x="293526" y="411476"/>
                        <a:pt x="293526" y="411476"/>
                      </a:cubicBezTo>
                      <a:cubicBezTo>
                        <a:pt x="296219" y="407705"/>
                        <a:pt x="298374" y="403397"/>
                        <a:pt x="301067" y="399627"/>
                      </a:cubicBezTo>
                      <a:cubicBezTo>
                        <a:pt x="301067" y="399627"/>
                        <a:pt x="301067" y="399627"/>
                        <a:pt x="301067" y="399088"/>
                      </a:cubicBezTo>
                      <a:cubicBezTo>
                        <a:pt x="303221" y="394779"/>
                        <a:pt x="305914" y="390471"/>
                        <a:pt x="307529" y="386162"/>
                      </a:cubicBezTo>
                      <a:cubicBezTo>
                        <a:pt x="307529" y="385623"/>
                        <a:pt x="308068" y="385085"/>
                        <a:pt x="308068" y="385085"/>
                      </a:cubicBezTo>
                      <a:cubicBezTo>
                        <a:pt x="308607" y="384008"/>
                        <a:pt x="309145" y="382930"/>
                        <a:pt x="309684" y="381854"/>
                      </a:cubicBezTo>
                      <a:cubicBezTo>
                        <a:pt x="310761" y="379161"/>
                        <a:pt x="311838" y="377006"/>
                        <a:pt x="312915" y="374313"/>
                      </a:cubicBezTo>
                      <a:cubicBezTo>
                        <a:pt x="313454" y="372698"/>
                        <a:pt x="314531" y="371082"/>
                        <a:pt x="315070" y="369466"/>
                      </a:cubicBezTo>
                      <a:cubicBezTo>
                        <a:pt x="316146" y="366773"/>
                        <a:pt x="317224" y="364619"/>
                        <a:pt x="318301" y="361926"/>
                      </a:cubicBezTo>
                      <a:cubicBezTo>
                        <a:pt x="318839" y="360849"/>
                        <a:pt x="318839" y="360310"/>
                        <a:pt x="319378" y="359233"/>
                      </a:cubicBezTo>
                      <a:cubicBezTo>
                        <a:pt x="319917" y="358694"/>
                        <a:pt x="319917" y="357617"/>
                        <a:pt x="319917" y="356540"/>
                      </a:cubicBezTo>
                      <a:cubicBezTo>
                        <a:pt x="320994" y="354386"/>
                        <a:pt x="321532" y="351693"/>
                        <a:pt x="322071" y="349000"/>
                      </a:cubicBezTo>
                      <a:cubicBezTo>
                        <a:pt x="322610" y="347384"/>
                        <a:pt x="323148" y="345230"/>
                        <a:pt x="323687" y="343614"/>
                      </a:cubicBezTo>
                      <a:cubicBezTo>
                        <a:pt x="324225" y="340921"/>
                        <a:pt x="325303" y="338767"/>
                        <a:pt x="325841" y="336074"/>
                      </a:cubicBezTo>
                      <a:cubicBezTo>
                        <a:pt x="326380" y="334997"/>
                        <a:pt x="326380" y="333381"/>
                        <a:pt x="326918" y="332304"/>
                      </a:cubicBezTo>
                      <a:cubicBezTo>
                        <a:pt x="326918" y="331765"/>
                        <a:pt x="326918" y="331227"/>
                        <a:pt x="327457" y="330688"/>
                      </a:cubicBezTo>
                      <a:cubicBezTo>
                        <a:pt x="327996" y="327996"/>
                        <a:pt x="328534" y="325303"/>
                        <a:pt x="329072" y="322071"/>
                      </a:cubicBezTo>
                      <a:cubicBezTo>
                        <a:pt x="330688" y="320455"/>
                        <a:pt x="331227" y="318840"/>
                        <a:pt x="331227" y="317224"/>
                      </a:cubicBezTo>
                      <a:close/>
                    </a:path>
                  </a:pathLst>
                </a:custGeom>
                <a:solidFill>
                  <a:schemeClr val="accent1">
                    <a:lumMod val="75000"/>
                  </a:schemeClr>
                </a:solidFill>
                <a:ln w="5383"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646BCF0C-CF27-4990-BA4A-9051378454C0}"/>
                    </a:ext>
                  </a:extLst>
                </p:cNvPr>
                <p:cNvSpPr/>
                <p:nvPr/>
              </p:nvSpPr>
              <p:spPr>
                <a:xfrm>
                  <a:off x="9715537" y="5208745"/>
                  <a:ext cx="526869" cy="515663"/>
                </a:xfrm>
                <a:custGeom>
                  <a:avLst/>
                  <a:gdLst>
                    <a:gd name="connsiteX0" fmla="*/ 266127 w 526869"/>
                    <a:gd name="connsiteY0" fmla="*/ 121 h 515663"/>
                    <a:gd name="connsiteX1" fmla="*/ 526800 w 526869"/>
                    <a:gd name="connsiteY1" fmla="*/ 249483 h 515663"/>
                    <a:gd name="connsiteX2" fmla="*/ 278515 w 526869"/>
                    <a:gd name="connsiteY2" fmla="*/ 515004 h 515663"/>
                    <a:gd name="connsiteX3" fmla="*/ 260742 w 526869"/>
                    <a:gd name="connsiteY3" fmla="*/ 515542 h 515663"/>
                    <a:gd name="connsiteX4" fmla="*/ 69 w 526869"/>
                    <a:gd name="connsiteY4" fmla="*/ 266180 h 515663"/>
                    <a:gd name="connsiteX5" fmla="*/ 248354 w 526869"/>
                    <a:gd name="connsiteY5" fmla="*/ 660 h 515663"/>
                    <a:gd name="connsiteX6" fmla="*/ 266127 w 526869"/>
                    <a:gd name="connsiteY6" fmla="*/ 121 h 515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869" h="515663">
                      <a:moveTo>
                        <a:pt x="266127" y="121"/>
                      </a:moveTo>
                      <a:cubicBezTo>
                        <a:pt x="406697" y="-4188"/>
                        <a:pt x="523031" y="107298"/>
                        <a:pt x="526800" y="249483"/>
                      </a:cubicBezTo>
                      <a:cubicBezTo>
                        <a:pt x="530032" y="391669"/>
                        <a:pt x="419084" y="510695"/>
                        <a:pt x="278515" y="515004"/>
                      </a:cubicBezTo>
                      <a:lnTo>
                        <a:pt x="260742" y="515542"/>
                      </a:lnTo>
                      <a:cubicBezTo>
                        <a:pt x="120172" y="519851"/>
                        <a:pt x="3839" y="408365"/>
                        <a:pt x="69" y="266180"/>
                      </a:cubicBezTo>
                      <a:cubicBezTo>
                        <a:pt x="-3163" y="123994"/>
                        <a:pt x="107785" y="4968"/>
                        <a:pt x="248354" y="660"/>
                      </a:cubicBezTo>
                      <a:lnTo>
                        <a:pt x="266127" y="121"/>
                      </a:lnTo>
                      <a:close/>
                    </a:path>
                  </a:pathLst>
                </a:custGeom>
                <a:solidFill>
                  <a:schemeClr val="accent1"/>
                </a:solidFill>
                <a:ln w="5383" cap="flat">
                  <a:noFill/>
                  <a:prstDash val="solid"/>
                  <a:miter/>
                </a:ln>
              </p:spPr>
              <p:txBody>
                <a:bodyPr rtlCol="0" anchor="ctr"/>
                <a:lstStyle/>
                <a:p>
                  <a:endParaRPr lang="en-US"/>
                </a:p>
              </p:txBody>
            </p:sp>
          </p:grpSp>
        </p:grpSp>
        <p:grpSp>
          <p:nvGrpSpPr>
            <p:cNvPr id="102" name="Graphic 21">
              <a:extLst>
                <a:ext uri="{FF2B5EF4-FFF2-40B4-BE49-F238E27FC236}">
                  <a16:creationId xmlns:a16="http://schemas.microsoft.com/office/drawing/2014/main" id="{8639DD85-530A-4410-999F-96017AD201EE}"/>
                </a:ext>
              </a:extLst>
            </p:cNvPr>
            <p:cNvGrpSpPr/>
            <p:nvPr/>
          </p:nvGrpSpPr>
          <p:grpSpPr>
            <a:xfrm>
              <a:off x="9709519" y="1940733"/>
              <a:ext cx="978763" cy="1839885"/>
              <a:chOff x="9709519" y="1940733"/>
              <a:chExt cx="978763" cy="1839885"/>
            </a:xfrm>
          </p:grpSpPr>
          <p:sp>
            <p:nvSpPr>
              <p:cNvPr id="103" name="Freeform: Shape 102">
                <a:extLst>
                  <a:ext uri="{FF2B5EF4-FFF2-40B4-BE49-F238E27FC236}">
                    <a16:creationId xmlns:a16="http://schemas.microsoft.com/office/drawing/2014/main" id="{E3046041-D204-4D25-BBF6-0AC967FB9B6F}"/>
                  </a:ext>
                </a:extLst>
              </p:cNvPr>
              <p:cNvSpPr/>
              <p:nvPr/>
            </p:nvSpPr>
            <p:spPr>
              <a:xfrm>
                <a:off x="9914342" y="2342541"/>
                <a:ext cx="652183" cy="533950"/>
              </a:xfrm>
              <a:custGeom>
                <a:avLst/>
                <a:gdLst>
                  <a:gd name="connsiteX0" fmla="*/ 98560 w 652183"/>
                  <a:gd name="connsiteY0" fmla="*/ 0 h 533950"/>
                  <a:gd name="connsiteX1" fmla="*/ 323148 w 652183"/>
                  <a:gd name="connsiteY1" fmla="*/ 366235 h 533950"/>
                  <a:gd name="connsiteX2" fmla="*/ 451331 w 652183"/>
                  <a:gd name="connsiteY2" fmla="*/ 444867 h 533950"/>
                  <a:gd name="connsiteX3" fmla="*/ 532118 w 652183"/>
                  <a:gd name="connsiteY3" fmla="*/ 420093 h 533950"/>
                  <a:gd name="connsiteX4" fmla="*/ 649528 w 652183"/>
                  <a:gd name="connsiteY4" fmla="*/ 452946 h 533950"/>
                  <a:gd name="connsiteX5" fmla="*/ 584360 w 652183"/>
                  <a:gd name="connsiteY5" fmla="*/ 454023 h 533950"/>
                  <a:gd name="connsiteX6" fmla="*/ 527809 w 652183"/>
                  <a:gd name="connsiteY6" fmla="*/ 491724 h 533950"/>
                  <a:gd name="connsiteX7" fmla="*/ 570357 w 652183"/>
                  <a:gd name="connsiteY7" fmla="*/ 530502 h 533950"/>
                  <a:gd name="connsiteX8" fmla="*/ 540196 w 652183"/>
                  <a:gd name="connsiteY8" fmla="*/ 529424 h 533950"/>
                  <a:gd name="connsiteX9" fmla="*/ 490108 w 652183"/>
                  <a:gd name="connsiteY9" fmla="*/ 521346 h 533950"/>
                  <a:gd name="connsiteX10" fmla="*/ 450792 w 652183"/>
                  <a:gd name="connsiteY10" fmla="*/ 491724 h 533950"/>
                  <a:gd name="connsiteX11" fmla="*/ 186888 w 652183"/>
                  <a:gd name="connsiteY11" fmla="*/ 440559 h 533950"/>
                  <a:gd name="connsiteX12" fmla="*/ 0 w 652183"/>
                  <a:gd name="connsiteY12" fmla="*/ 210585 h 533950"/>
                  <a:gd name="connsiteX13" fmla="*/ 98560 w 652183"/>
                  <a:gd name="connsiteY13" fmla="*/ 0 h 53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2183" h="533950">
                    <a:moveTo>
                      <a:pt x="98560" y="0"/>
                    </a:moveTo>
                    <a:cubicBezTo>
                      <a:pt x="158343" y="102869"/>
                      <a:pt x="243439" y="302144"/>
                      <a:pt x="323148" y="366235"/>
                    </a:cubicBezTo>
                    <a:cubicBezTo>
                      <a:pt x="331765" y="373236"/>
                      <a:pt x="420093" y="435711"/>
                      <a:pt x="451331" y="444867"/>
                    </a:cubicBezTo>
                    <a:cubicBezTo>
                      <a:pt x="469642" y="450253"/>
                      <a:pt x="516499" y="421170"/>
                      <a:pt x="532118" y="420093"/>
                    </a:cubicBezTo>
                    <a:cubicBezTo>
                      <a:pt x="571973" y="416323"/>
                      <a:pt x="669456" y="441636"/>
                      <a:pt x="649528" y="452946"/>
                    </a:cubicBezTo>
                    <a:cubicBezTo>
                      <a:pt x="647374" y="454023"/>
                      <a:pt x="600517" y="456716"/>
                      <a:pt x="584360" y="454023"/>
                    </a:cubicBezTo>
                    <a:cubicBezTo>
                      <a:pt x="569280" y="451330"/>
                      <a:pt x="527270" y="484184"/>
                      <a:pt x="527809" y="491724"/>
                    </a:cubicBezTo>
                    <a:cubicBezTo>
                      <a:pt x="528886" y="511651"/>
                      <a:pt x="565509" y="507343"/>
                      <a:pt x="570357" y="530502"/>
                    </a:cubicBezTo>
                    <a:cubicBezTo>
                      <a:pt x="571973" y="537503"/>
                      <a:pt x="552583" y="532117"/>
                      <a:pt x="540196" y="529424"/>
                    </a:cubicBezTo>
                    <a:cubicBezTo>
                      <a:pt x="520808" y="525654"/>
                      <a:pt x="498725" y="524577"/>
                      <a:pt x="490108" y="521346"/>
                    </a:cubicBezTo>
                    <a:cubicBezTo>
                      <a:pt x="471258" y="514344"/>
                      <a:pt x="464795" y="491724"/>
                      <a:pt x="450792" y="491724"/>
                    </a:cubicBezTo>
                    <a:cubicBezTo>
                      <a:pt x="370544" y="491724"/>
                      <a:pt x="212201" y="454023"/>
                      <a:pt x="186888" y="440559"/>
                    </a:cubicBezTo>
                    <a:cubicBezTo>
                      <a:pt x="101253" y="395857"/>
                      <a:pt x="0" y="210585"/>
                      <a:pt x="0" y="210585"/>
                    </a:cubicBezTo>
                    <a:lnTo>
                      <a:pt x="98560" y="0"/>
                    </a:lnTo>
                    <a:close/>
                  </a:path>
                </a:pathLst>
              </a:custGeom>
              <a:solidFill>
                <a:srgbClr val="F0A37D"/>
              </a:solidFill>
              <a:ln w="5383"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60FC2919-4650-4458-AF58-C61AFA364F08}"/>
                  </a:ext>
                </a:extLst>
              </p:cNvPr>
              <p:cNvSpPr/>
              <p:nvPr/>
            </p:nvSpPr>
            <p:spPr>
              <a:xfrm>
                <a:off x="9945041" y="2327461"/>
                <a:ext cx="211794" cy="351849"/>
              </a:xfrm>
              <a:custGeom>
                <a:avLst/>
                <a:gdLst>
                  <a:gd name="connsiteX0" fmla="*/ 35547 w 211794"/>
                  <a:gd name="connsiteY0" fmla="*/ 0 h 351849"/>
                  <a:gd name="connsiteX1" fmla="*/ 211662 w 211794"/>
                  <a:gd name="connsiteY1" fmla="*/ 262289 h 351849"/>
                  <a:gd name="connsiteX2" fmla="*/ 41471 w 211794"/>
                  <a:gd name="connsiteY2" fmla="*/ 351693 h 351849"/>
                  <a:gd name="connsiteX3" fmla="*/ 0 w 211794"/>
                  <a:gd name="connsiteY3" fmla="*/ 290833 h 351849"/>
                  <a:gd name="connsiteX4" fmla="*/ 35547 w 211794"/>
                  <a:gd name="connsiteY4" fmla="*/ 0 h 351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794" h="351849">
                    <a:moveTo>
                      <a:pt x="35547" y="0"/>
                    </a:moveTo>
                    <a:cubicBezTo>
                      <a:pt x="124412" y="73247"/>
                      <a:pt x="195505" y="237514"/>
                      <a:pt x="211662" y="262289"/>
                    </a:cubicBezTo>
                    <a:cubicBezTo>
                      <a:pt x="216509" y="269829"/>
                      <a:pt x="87250" y="356002"/>
                      <a:pt x="41471" y="351693"/>
                    </a:cubicBezTo>
                    <a:cubicBezTo>
                      <a:pt x="28006" y="350616"/>
                      <a:pt x="0" y="290833"/>
                      <a:pt x="0" y="290833"/>
                    </a:cubicBezTo>
                    <a:lnTo>
                      <a:pt x="35547" y="0"/>
                    </a:lnTo>
                    <a:close/>
                  </a:path>
                </a:pathLst>
              </a:custGeom>
              <a:solidFill>
                <a:srgbClr val="B63F70"/>
              </a:solidFill>
              <a:ln w="5383" cap="flat">
                <a:noFill/>
                <a:prstDash val="solid"/>
                <a:miter/>
              </a:ln>
            </p:spPr>
            <p:txBody>
              <a:bodyPr rtlCol="0" anchor="ctr"/>
              <a:lstStyle/>
              <a:p>
                <a:endParaRPr lang="en-US"/>
              </a:p>
            </p:txBody>
          </p:sp>
          <p:grpSp>
            <p:nvGrpSpPr>
              <p:cNvPr id="105" name="Graphic 21">
                <a:extLst>
                  <a:ext uri="{FF2B5EF4-FFF2-40B4-BE49-F238E27FC236}">
                    <a16:creationId xmlns:a16="http://schemas.microsoft.com/office/drawing/2014/main" id="{8639DD85-530A-4410-999F-96017AD201EE}"/>
                  </a:ext>
                </a:extLst>
              </p:cNvPr>
              <p:cNvGrpSpPr/>
              <p:nvPr/>
            </p:nvGrpSpPr>
            <p:grpSpPr>
              <a:xfrm>
                <a:off x="9822922" y="2814337"/>
                <a:ext cx="865360" cy="966281"/>
                <a:chOff x="9822922" y="2814337"/>
                <a:chExt cx="865360" cy="966281"/>
              </a:xfrm>
            </p:grpSpPr>
            <p:sp>
              <p:nvSpPr>
                <p:cNvPr id="106" name="Freeform: Shape 105">
                  <a:extLst>
                    <a:ext uri="{FF2B5EF4-FFF2-40B4-BE49-F238E27FC236}">
                      <a16:creationId xmlns:a16="http://schemas.microsoft.com/office/drawing/2014/main" id="{1D1AF30B-6093-4891-9E6F-8D3A03ACAEA8}"/>
                    </a:ext>
                  </a:extLst>
                </p:cNvPr>
                <p:cNvSpPr/>
                <p:nvPr/>
              </p:nvSpPr>
              <p:spPr>
                <a:xfrm>
                  <a:off x="10442630" y="3706057"/>
                  <a:ext cx="245652" cy="74561"/>
                </a:xfrm>
                <a:custGeom>
                  <a:avLst/>
                  <a:gdLst>
                    <a:gd name="connsiteX0" fmla="*/ 18372 w 245652"/>
                    <a:gd name="connsiteY0" fmla="*/ 2323 h 74561"/>
                    <a:gd name="connsiteX1" fmla="*/ 1137 w 245652"/>
                    <a:gd name="connsiteY1" fmla="*/ 62106 h 74561"/>
                    <a:gd name="connsiteX2" fmla="*/ 245653 w 245652"/>
                    <a:gd name="connsiteY2" fmla="*/ 61567 h 74561"/>
                    <a:gd name="connsiteX3" fmla="*/ 92696 w 245652"/>
                    <a:gd name="connsiteY3" fmla="*/ 1785 h 74561"/>
                    <a:gd name="connsiteX4" fmla="*/ 18372 w 245652"/>
                    <a:gd name="connsiteY4" fmla="*/ 2323 h 745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652" h="74561">
                      <a:moveTo>
                        <a:pt x="18372" y="2323"/>
                      </a:moveTo>
                      <a:cubicBezTo>
                        <a:pt x="10831" y="2323"/>
                        <a:pt x="-4248" y="44333"/>
                        <a:pt x="1137" y="62106"/>
                      </a:cubicBezTo>
                      <a:cubicBezTo>
                        <a:pt x="5985" y="78802"/>
                        <a:pt x="245653" y="78802"/>
                        <a:pt x="245653" y="61567"/>
                      </a:cubicBezTo>
                      <a:cubicBezTo>
                        <a:pt x="245653" y="40024"/>
                        <a:pt x="127704" y="13095"/>
                        <a:pt x="92696" y="1785"/>
                      </a:cubicBezTo>
                      <a:cubicBezTo>
                        <a:pt x="77077" y="-2524"/>
                        <a:pt x="18372" y="2323"/>
                        <a:pt x="18372" y="2323"/>
                      </a:cubicBezTo>
                      <a:close/>
                    </a:path>
                  </a:pathLst>
                </a:custGeom>
                <a:solidFill>
                  <a:srgbClr val="00274A"/>
                </a:solidFill>
                <a:ln w="5383"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4CCD2DB1-ED4F-4E2B-85B0-9EEB49BEF04D}"/>
                    </a:ext>
                  </a:extLst>
                </p:cNvPr>
                <p:cNvSpPr/>
                <p:nvPr/>
              </p:nvSpPr>
              <p:spPr>
                <a:xfrm>
                  <a:off x="10455615" y="3579268"/>
                  <a:ext cx="103237" cy="148110"/>
                </a:xfrm>
                <a:custGeom>
                  <a:avLst/>
                  <a:gdLst>
                    <a:gd name="connsiteX0" fmla="*/ 0 w 103237"/>
                    <a:gd name="connsiteY0" fmla="*/ 28937 h 148110"/>
                    <a:gd name="connsiteX1" fmla="*/ 8617 w 103237"/>
                    <a:gd name="connsiteY1" fmla="*/ 132883 h 148110"/>
                    <a:gd name="connsiteX2" fmla="*/ 102330 w 103237"/>
                    <a:gd name="connsiteY2" fmla="*/ 144193 h 148110"/>
                    <a:gd name="connsiteX3" fmla="*/ 78094 w 103237"/>
                    <a:gd name="connsiteY3" fmla="*/ 130729 h 148110"/>
                    <a:gd name="connsiteX4" fmla="*/ 74324 w 103237"/>
                    <a:gd name="connsiteY4" fmla="*/ 1469 h 148110"/>
                    <a:gd name="connsiteX5" fmla="*/ 0 w 103237"/>
                    <a:gd name="connsiteY5" fmla="*/ 28937 h 148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237" h="148110">
                      <a:moveTo>
                        <a:pt x="0" y="28937"/>
                      </a:moveTo>
                      <a:cubicBezTo>
                        <a:pt x="7540" y="65561"/>
                        <a:pt x="12388" y="112417"/>
                        <a:pt x="8617" y="132883"/>
                      </a:cubicBezTo>
                      <a:cubicBezTo>
                        <a:pt x="7002" y="140962"/>
                        <a:pt x="74324" y="154965"/>
                        <a:pt x="102330" y="144193"/>
                      </a:cubicBezTo>
                      <a:cubicBezTo>
                        <a:pt x="108794" y="141500"/>
                        <a:pt x="78633" y="132344"/>
                        <a:pt x="78094" y="130729"/>
                      </a:cubicBezTo>
                      <a:cubicBezTo>
                        <a:pt x="70554" y="112417"/>
                        <a:pt x="65707" y="70408"/>
                        <a:pt x="74324" y="1469"/>
                      </a:cubicBezTo>
                      <a:cubicBezTo>
                        <a:pt x="75401" y="-7686"/>
                        <a:pt x="0" y="28937"/>
                        <a:pt x="0" y="28937"/>
                      </a:cubicBezTo>
                      <a:close/>
                    </a:path>
                  </a:pathLst>
                </a:custGeom>
                <a:solidFill>
                  <a:srgbClr val="E1A17B"/>
                </a:solidFill>
                <a:ln w="5383"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8AED7DEB-6949-4440-8072-35B539D57090}"/>
                    </a:ext>
                  </a:extLst>
                </p:cNvPr>
                <p:cNvSpPr/>
                <p:nvPr/>
              </p:nvSpPr>
              <p:spPr>
                <a:xfrm>
                  <a:off x="9822922" y="2814337"/>
                  <a:ext cx="759843" cy="842859"/>
                </a:xfrm>
                <a:custGeom>
                  <a:avLst/>
                  <a:gdLst>
                    <a:gd name="connsiteX0" fmla="*/ 120504 w 759843"/>
                    <a:gd name="connsiteY0" fmla="*/ 0 h 842859"/>
                    <a:gd name="connsiteX1" fmla="*/ 2554 w 759843"/>
                    <a:gd name="connsiteY1" fmla="*/ 175577 h 842859"/>
                    <a:gd name="connsiteX2" fmla="*/ 170053 w 759843"/>
                    <a:gd name="connsiteY2" fmla="*/ 340921 h 842859"/>
                    <a:gd name="connsiteX3" fmla="*/ 568064 w 759843"/>
                    <a:gd name="connsiteY3" fmla="*/ 306991 h 842859"/>
                    <a:gd name="connsiteX4" fmla="*/ 542751 w 759843"/>
                    <a:gd name="connsiteY4" fmla="*/ 447022 h 842859"/>
                    <a:gd name="connsiteX5" fmla="*/ 634848 w 759843"/>
                    <a:gd name="connsiteY5" fmla="*/ 831029 h 842859"/>
                    <a:gd name="connsiteX6" fmla="*/ 705402 w 759843"/>
                    <a:gd name="connsiteY6" fmla="*/ 829414 h 842859"/>
                    <a:gd name="connsiteX7" fmla="*/ 731792 w 759843"/>
                    <a:gd name="connsiteY7" fmla="*/ 438943 h 842859"/>
                    <a:gd name="connsiteX8" fmla="*/ 745795 w 759843"/>
                    <a:gd name="connsiteY8" fmla="*/ 141647 h 842859"/>
                    <a:gd name="connsiteX9" fmla="*/ 196982 w 759843"/>
                    <a:gd name="connsiteY9" fmla="*/ 94790 h 842859"/>
                    <a:gd name="connsiteX10" fmla="*/ 120504 w 759843"/>
                    <a:gd name="connsiteY10" fmla="*/ 0 h 842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9843" h="842859">
                      <a:moveTo>
                        <a:pt x="120504" y="0"/>
                      </a:moveTo>
                      <a:cubicBezTo>
                        <a:pt x="45641" y="42009"/>
                        <a:pt x="12249" y="119565"/>
                        <a:pt x="2554" y="175577"/>
                      </a:cubicBezTo>
                      <a:cubicBezTo>
                        <a:pt x="-12526" y="263366"/>
                        <a:pt x="38639" y="340921"/>
                        <a:pt x="170053" y="340921"/>
                      </a:cubicBezTo>
                      <a:cubicBezTo>
                        <a:pt x="301466" y="340921"/>
                        <a:pt x="547059" y="297835"/>
                        <a:pt x="568064" y="306991"/>
                      </a:cubicBezTo>
                      <a:cubicBezTo>
                        <a:pt x="561601" y="308606"/>
                        <a:pt x="537365" y="404474"/>
                        <a:pt x="542751" y="447022"/>
                      </a:cubicBezTo>
                      <a:cubicBezTo>
                        <a:pt x="559985" y="591361"/>
                        <a:pt x="626769" y="797637"/>
                        <a:pt x="634848" y="831029"/>
                      </a:cubicBezTo>
                      <a:cubicBezTo>
                        <a:pt x="639157" y="849341"/>
                        <a:pt x="698939" y="844494"/>
                        <a:pt x="705402" y="829414"/>
                      </a:cubicBezTo>
                      <a:cubicBezTo>
                        <a:pt x="708095" y="824028"/>
                        <a:pt x="718866" y="630139"/>
                        <a:pt x="731792" y="438943"/>
                      </a:cubicBezTo>
                      <a:cubicBezTo>
                        <a:pt x="740409" y="310761"/>
                        <a:pt x="780803" y="218663"/>
                        <a:pt x="745795" y="141647"/>
                      </a:cubicBezTo>
                      <a:cubicBezTo>
                        <a:pt x="712942" y="69477"/>
                        <a:pt x="196982" y="94790"/>
                        <a:pt x="196982" y="94790"/>
                      </a:cubicBezTo>
                      <a:lnTo>
                        <a:pt x="120504" y="0"/>
                      </a:lnTo>
                      <a:close/>
                    </a:path>
                  </a:pathLst>
                </a:custGeom>
                <a:solidFill>
                  <a:srgbClr val="00274A"/>
                </a:solidFill>
                <a:ln w="5383" cap="flat">
                  <a:noFill/>
                  <a:prstDash val="solid"/>
                  <a:miter/>
                </a:ln>
              </p:spPr>
              <p:txBody>
                <a:bodyPr rtlCol="0" anchor="ctr"/>
                <a:lstStyle/>
                <a:p>
                  <a:endParaRPr lang="en-US"/>
                </a:p>
              </p:txBody>
            </p:sp>
          </p:grpSp>
          <p:grpSp>
            <p:nvGrpSpPr>
              <p:cNvPr id="109" name="Graphic 21">
                <a:extLst>
                  <a:ext uri="{FF2B5EF4-FFF2-40B4-BE49-F238E27FC236}">
                    <a16:creationId xmlns:a16="http://schemas.microsoft.com/office/drawing/2014/main" id="{8639DD85-530A-4410-999F-96017AD201EE}"/>
                  </a:ext>
                </a:extLst>
              </p:cNvPr>
              <p:cNvGrpSpPr/>
              <p:nvPr/>
            </p:nvGrpSpPr>
            <p:grpSpPr>
              <a:xfrm>
                <a:off x="9744289" y="2814337"/>
                <a:ext cx="864821" cy="966281"/>
                <a:chOff x="9744289" y="2814337"/>
                <a:chExt cx="864821" cy="966281"/>
              </a:xfrm>
            </p:grpSpPr>
            <p:sp>
              <p:nvSpPr>
                <p:cNvPr id="110" name="Freeform: Shape 109">
                  <a:extLst>
                    <a:ext uri="{FF2B5EF4-FFF2-40B4-BE49-F238E27FC236}">
                      <a16:creationId xmlns:a16="http://schemas.microsoft.com/office/drawing/2014/main" id="{1A286AEC-ECAA-400B-99AA-EC48F3E35910}"/>
                    </a:ext>
                  </a:extLst>
                </p:cNvPr>
                <p:cNvSpPr/>
                <p:nvPr/>
              </p:nvSpPr>
              <p:spPr>
                <a:xfrm>
                  <a:off x="10363458" y="3706057"/>
                  <a:ext cx="245652" cy="74561"/>
                </a:xfrm>
                <a:custGeom>
                  <a:avLst/>
                  <a:gdLst>
                    <a:gd name="connsiteX0" fmla="*/ 18372 w 245652"/>
                    <a:gd name="connsiteY0" fmla="*/ 2323 h 74561"/>
                    <a:gd name="connsiteX1" fmla="*/ 1137 w 245652"/>
                    <a:gd name="connsiteY1" fmla="*/ 62106 h 74561"/>
                    <a:gd name="connsiteX2" fmla="*/ 245653 w 245652"/>
                    <a:gd name="connsiteY2" fmla="*/ 61567 h 74561"/>
                    <a:gd name="connsiteX3" fmla="*/ 92696 w 245652"/>
                    <a:gd name="connsiteY3" fmla="*/ 1785 h 74561"/>
                    <a:gd name="connsiteX4" fmla="*/ 18372 w 245652"/>
                    <a:gd name="connsiteY4" fmla="*/ 2323 h 745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652" h="74561">
                      <a:moveTo>
                        <a:pt x="18372" y="2323"/>
                      </a:moveTo>
                      <a:cubicBezTo>
                        <a:pt x="10832" y="2323"/>
                        <a:pt x="-4248" y="44333"/>
                        <a:pt x="1137" y="62106"/>
                      </a:cubicBezTo>
                      <a:cubicBezTo>
                        <a:pt x="5985" y="78802"/>
                        <a:pt x="245653" y="78802"/>
                        <a:pt x="245653" y="61567"/>
                      </a:cubicBezTo>
                      <a:cubicBezTo>
                        <a:pt x="245653" y="40024"/>
                        <a:pt x="127704" y="13095"/>
                        <a:pt x="92696" y="1785"/>
                      </a:cubicBezTo>
                      <a:cubicBezTo>
                        <a:pt x="77078" y="-2524"/>
                        <a:pt x="18372" y="2323"/>
                        <a:pt x="18372" y="2323"/>
                      </a:cubicBezTo>
                      <a:close/>
                    </a:path>
                  </a:pathLst>
                </a:custGeom>
                <a:solidFill>
                  <a:srgbClr val="033B5E"/>
                </a:solidFill>
                <a:ln w="5383"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DF33FEE7-AE2D-4B2F-8E6F-24CD2D17F63E}"/>
                    </a:ext>
                  </a:extLst>
                </p:cNvPr>
                <p:cNvSpPr/>
                <p:nvPr/>
              </p:nvSpPr>
              <p:spPr>
                <a:xfrm>
                  <a:off x="10376444" y="3579268"/>
                  <a:ext cx="103237" cy="148110"/>
                </a:xfrm>
                <a:custGeom>
                  <a:avLst/>
                  <a:gdLst>
                    <a:gd name="connsiteX0" fmla="*/ 0 w 103237"/>
                    <a:gd name="connsiteY0" fmla="*/ 28937 h 148110"/>
                    <a:gd name="connsiteX1" fmla="*/ 8617 w 103237"/>
                    <a:gd name="connsiteY1" fmla="*/ 132883 h 148110"/>
                    <a:gd name="connsiteX2" fmla="*/ 102330 w 103237"/>
                    <a:gd name="connsiteY2" fmla="*/ 144193 h 148110"/>
                    <a:gd name="connsiteX3" fmla="*/ 78094 w 103237"/>
                    <a:gd name="connsiteY3" fmla="*/ 130729 h 148110"/>
                    <a:gd name="connsiteX4" fmla="*/ 74324 w 103237"/>
                    <a:gd name="connsiteY4" fmla="*/ 1469 h 148110"/>
                    <a:gd name="connsiteX5" fmla="*/ 0 w 103237"/>
                    <a:gd name="connsiteY5" fmla="*/ 28937 h 148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237" h="148110">
                      <a:moveTo>
                        <a:pt x="0" y="28937"/>
                      </a:moveTo>
                      <a:cubicBezTo>
                        <a:pt x="7540" y="65561"/>
                        <a:pt x="12387" y="112417"/>
                        <a:pt x="8617" y="132883"/>
                      </a:cubicBezTo>
                      <a:cubicBezTo>
                        <a:pt x="7001" y="140962"/>
                        <a:pt x="74324" y="154965"/>
                        <a:pt x="102330" y="144193"/>
                      </a:cubicBezTo>
                      <a:cubicBezTo>
                        <a:pt x="108793" y="141500"/>
                        <a:pt x="78633" y="132344"/>
                        <a:pt x="78094" y="130729"/>
                      </a:cubicBezTo>
                      <a:cubicBezTo>
                        <a:pt x="70554" y="112417"/>
                        <a:pt x="65707" y="70408"/>
                        <a:pt x="74324" y="1469"/>
                      </a:cubicBezTo>
                      <a:cubicBezTo>
                        <a:pt x="75401" y="-7686"/>
                        <a:pt x="0" y="28937"/>
                        <a:pt x="0" y="28937"/>
                      </a:cubicBezTo>
                      <a:close/>
                    </a:path>
                  </a:pathLst>
                </a:custGeom>
                <a:solidFill>
                  <a:srgbClr val="F5B58F"/>
                </a:solidFill>
                <a:ln w="5383"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66C0545E-C0A2-4E5A-80DD-BA6144889820}"/>
                    </a:ext>
                  </a:extLst>
                </p:cNvPr>
                <p:cNvSpPr/>
                <p:nvPr/>
              </p:nvSpPr>
              <p:spPr>
                <a:xfrm>
                  <a:off x="9744289" y="2814337"/>
                  <a:ext cx="759843" cy="842859"/>
                </a:xfrm>
                <a:custGeom>
                  <a:avLst/>
                  <a:gdLst>
                    <a:gd name="connsiteX0" fmla="*/ 120504 w 759843"/>
                    <a:gd name="connsiteY0" fmla="*/ 0 h 842859"/>
                    <a:gd name="connsiteX1" fmla="*/ 2554 w 759843"/>
                    <a:gd name="connsiteY1" fmla="*/ 175577 h 842859"/>
                    <a:gd name="connsiteX2" fmla="*/ 170053 w 759843"/>
                    <a:gd name="connsiteY2" fmla="*/ 340921 h 842859"/>
                    <a:gd name="connsiteX3" fmla="*/ 568064 w 759843"/>
                    <a:gd name="connsiteY3" fmla="*/ 306991 h 842859"/>
                    <a:gd name="connsiteX4" fmla="*/ 542751 w 759843"/>
                    <a:gd name="connsiteY4" fmla="*/ 447022 h 842859"/>
                    <a:gd name="connsiteX5" fmla="*/ 634848 w 759843"/>
                    <a:gd name="connsiteY5" fmla="*/ 831029 h 842859"/>
                    <a:gd name="connsiteX6" fmla="*/ 705402 w 759843"/>
                    <a:gd name="connsiteY6" fmla="*/ 829414 h 842859"/>
                    <a:gd name="connsiteX7" fmla="*/ 731792 w 759843"/>
                    <a:gd name="connsiteY7" fmla="*/ 438943 h 842859"/>
                    <a:gd name="connsiteX8" fmla="*/ 745795 w 759843"/>
                    <a:gd name="connsiteY8" fmla="*/ 141647 h 842859"/>
                    <a:gd name="connsiteX9" fmla="*/ 196982 w 759843"/>
                    <a:gd name="connsiteY9" fmla="*/ 94790 h 842859"/>
                    <a:gd name="connsiteX10" fmla="*/ 120504 w 759843"/>
                    <a:gd name="connsiteY10" fmla="*/ 0 h 842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9843" h="842859">
                      <a:moveTo>
                        <a:pt x="120504" y="0"/>
                      </a:moveTo>
                      <a:cubicBezTo>
                        <a:pt x="45641" y="42009"/>
                        <a:pt x="12249" y="119565"/>
                        <a:pt x="2554" y="175577"/>
                      </a:cubicBezTo>
                      <a:cubicBezTo>
                        <a:pt x="-12526" y="263366"/>
                        <a:pt x="38639" y="340921"/>
                        <a:pt x="170053" y="340921"/>
                      </a:cubicBezTo>
                      <a:cubicBezTo>
                        <a:pt x="301466" y="340921"/>
                        <a:pt x="547059" y="297835"/>
                        <a:pt x="568064" y="306991"/>
                      </a:cubicBezTo>
                      <a:cubicBezTo>
                        <a:pt x="561601" y="308606"/>
                        <a:pt x="537365" y="404474"/>
                        <a:pt x="542751" y="447022"/>
                      </a:cubicBezTo>
                      <a:cubicBezTo>
                        <a:pt x="559985" y="591361"/>
                        <a:pt x="626769" y="797637"/>
                        <a:pt x="634848" y="831029"/>
                      </a:cubicBezTo>
                      <a:cubicBezTo>
                        <a:pt x="639156" y="849341"/>
                        <a:pt x="698939" y="844494"/>
                        <a:pt x="705402" y="829414"/>
                      </a:cubicBezTo>
                      <a:cubicBezTo>
                        <a:pt x="708095" y="824028"/>
                        <a:pt x="718866" y="630139"/>
                        <a:pt x="731792" y="438943"/>
                      </a:cubicBezTo>
                      <a:cubicBezTo>
                        <a:pt x="740409" y="310761"/>
                        <a:pt x="780803" y="218663"/>
                        <a:pt x="745795" y="141647"/>
                      </a:cubicBezTo>
                      <a:cubicBezTo>
                        <a:pt x="712942" y="69477"/>
                        <a:pt x="196982" y="94790"/>
                        <a:pt x="196982" y="94790"/>
                      </a:cubicBezTo>
                      <a:lnTo>
                        <a:pt x="120504" y="0"/>
                      </a:lnTo>
                      <a:close/>
                    </a:path>
                  </a:pathLst>
                </a:custGeom>
                <a:solidFill>
                  <a:srgbClr val="033B5E"/>
                </a:solidFill>
                <a:ln w="5383" cap="flat">
                  <a:noFill/>
                  <a:prstDash val="solid"/>
                  <a:miter/>
                </a:ln>
              </p:spPr>
              <p:txBody>
                <a:bodyPr rtlCol="0" anchor="ctr"/>
                <a:lstStyle/>
                <a:p>
                  <a:endParaRPr lang="en-US"/>
                </a:p>
              </p:txBody>
            </p:sp>
          </p:grpSp>
          <p:sp>
            <p:nvSpPr>
              <p:cNvPr id="113" name="Freeform: Shape 112">
                <a:extLst>
                  <a:ext uri="{FF2B5EF4-FFF2-40B4-BE49-F238E27FC236}">
                    <a16:creationId xmlns:a16="http://schemas.microsoft.com/office/drawing/2014/main" id="{215C5860-2F58-453E-A522-2C9FB0F112EA}"/>
                  </a:ext>
                </a:extLst>
              </p:cNvPr>
              <p:cNvSpPr/>
              <p:nvPr/>
            </p:nvSpPr>
            <p:spPr>
              <a:xfrm>
                <a:off x="9709519" y="2248345"/>
                <a:ext cx="391656" cy="722766"/>
              </a:xfrm>
              <a:custGeom>
                <a:avLst/>
                <a:gdLst>
                  <a:gd name="connsiteX0" fmla="*/ 383093 w 391656"/>
                  <a:gd name="connsiteY0" fmla="*/ 222378 h 722766"/>
                  <a:gd name="connsiteX1" fmla="*/ 357780 w 391656"/>
                  <a:gd name="connsiteY1" fmla="*/ 653781 h 722766"/>
                  <a:gd name="connsiteX2" fmla="*/ 43788 w 391656"/>
                  <a:gd name="connsiteY2" fmla="*/ 714102 h 722766"/>
                  <a:gd name="connsiteX3" fmla="*/ 63177 w 391656"/>
                  <a:gd name="connsiteY3" fmla="*/ 455583 h 722766"/>
                  <a:gd name="connsiteX4" fmla="*/ 163 w 391656"/>
                  <a:gd name="connsiteY4" fmla="*/ 197065 h 722766"/>
                  <a:gd name="connsiteX5" fmla="*/ 84720 w 391656"/>
                  <a:gd name="connsiteY5" fmla="*/ 17179 h 722766"/>
                  <a:gd name="connsiteX6" fmla="*/ 235522 w 391656"/>
                  <a:gd name="connsiteY6" fmla="*/ 26335 h 722766"/>
                  <a:gd name="connsiteX7" fmla="*/ 383093 w 391656"/>
                  <a:gd name="connsiteY7" fmla="*/ 222378 h 72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1656" h="722766">
                    <a:moveTo>
                      <a:pt x="383093" y="222378"/>
                    </a:moveTo>
                    <a:cubicBezTo>
                      <a:pt x="408945" y="381259"/>
                      <a:pt x="369090" y="634392"/>
                      <a:pt x="357780" y="653781"/>
                    </a:cubicBezTo>
                    <a:cubicBezTo>
                      <a:pt x="344316" y="677478"/>
                      <a:pt x="63177" y="746955"/>
                      <a:pt x="43788" y="714102"/>
                    </a:cubicBezTo>
                    <a:cubicBezTo>
                      <a:pt x="35170" y="699022"/>
                      <a:pt x="76103" y="607463"/>
                      <a:pt x="63177" y="455583"/>
                    </a:cubicBezTo>
                    <a:cubicBezTo>
                      <a:pt x="59406" y="413574"/>
                      <a:pt x="-3607" y="261156"/>
                      <a:pt x="163" y="197065"/>
                    </a:cubicBezTo>
                    <a:cubicBezTo>
                      <a:pt x="2317" y="153440"/>
                      <a:pt x="55098" y="43031"/>
                      <a:pt x="84720" y="17179"/>
                    </a:cubicBezTo>
                    <a:cubicBezTo>
                      <a:pt x="125113" y="-18367"/>
                      <a:pt x="201592" y="9639"/>
                      <a:pt x="235522" y="26335"/>
                    </a:cubicBezTo>
                    <a:cubicBezTo>
                      <a:pt x="288303" y="52725"/>
                      <a:pt x="373399" y="162596"/>
                      <a:pt x="383093" y="222378"/>
                    </a:cubicBezTo>
                    <a:close/>
                  </a:path>
                </a:pathLst>
              </a:custGeom>
              <a:solidFill>
                <a:srgbClr val="B63F70"/>
              </a:solidFill>
              <a:ln w="5383"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37110BB5-A7CA-46B7-ABD6-E482E1BC31A7}"/>
                  </a:ext>
                </a:extLst>
              </p:cNvPr>
              <p:cNvSpPr/>
              <p:nvPr/>
            </p:nvSpPr>
            <p:spPr>
              <a:xfrm>
                <a:off x="9744030" y="1940733"/>
                <a:ext cx="222983" cy="210073"/>
              </a:xfrm>
              <a:custGeom>
                <a:avLst/>
                <a:gdLst>
                  <a:gd name="connsiteX0" fmla="*/ 170312 w 222983"/>
                  <a:gd name="connsiteY0" fmla="*/ 75967 h 210073"/>
                  <a:gd name="connsiteX1" fmla="*/ 209090 w 222983"/>
                  <a:gd name="connsiteY1" fmla="*/ 10260 h 210073"/>
                  <a:gd name="connsiteX2" fmla="*/ 1737 w 222983"/>
                  <a:gd name="connsiteY2" fmla="*/ 50115 h 210073"/>
                  <a:gd name="connsiteX3" fmla="*/ 77677 w 222983"/>
                  <a:gd name="connsiteY3" fmla="*/ 210074 h 210073"/>
                  <a:gd name="connsiteX4" fmla="*/ 170312 w 222983"/>
                  <a:gd name="connsiteY4" fmla="*/ 75967 h 210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983" h="210073">
                    <a:moveTo>
                      <a:pt x="170312" y="75967"/>
                    </a:moveTo>
                    <a:cubicBezTo>
                      <a:pt x="224170" y="61964"/>
                      <a:pt x="236019" y="24263"/>
                      <a:pt x="209090" y="10260"/>
                    </a:cubicBezTo>
                    <a:cubicBezTo>
                      <a:pt x="190240" y="566"/>
                      <a:pt x="21664" y="-19362"/>
                      <a:pt x="1737" y="50115"/>
                    </a:cubicBezTo>
                    <a:cubicBezTo>
                      <a:pt x="-6880" y="80276"/>
                      <a:pt x="16279" y="126594"/>
                      <a:pt x="77677" y="210074"/>
                    </a:cubicBezTo>
                    <a:cubicBezTo>
                      <a:pt x="197780" y="203611"/>
                      <a:pt x="170312" y="75967"/>
                      <a:pt x="170312" y="75967"/>
                    </a:cubicBezTo>
                    <a:close/>
                  </a:path>
                </a:pathLst>
              </a:custGeom>
              <a:solidFill>
                <a:srgbClr val="232850"/>
              </a:solidFill>
              <a:ln w="5383"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9F9AC634-07F3-408A-A7F2-138E4474485D}"/>
                  </a:ext>
                </a:extLst>
              </p:cNvPr>
              <p:cNvSpPr/>
              <p:nvPr/>
            </p:nvSpPr>
            <p:spPr>
              <a:xfrm>
                <a:off x="9800025" y="2076152"/>
                <a:ext cx="152824" cy="225038"/>
              </a:xfrm>
              <a:custGeom>
                <a:avLst/>
                <a:gdLst>
                  <a:gd name="connsiteX0" fmla="*/ 137477 w 152824"/>
                  <a:gd name="connsiteY0" fmla="*/ 76809 h 225038"/>
                  <a:gd name="connsiteX1" fmla="*/ 152557 w 152824"/>
                  <a:gd name="connsiteY1" fmla="*/ 213608 h 225038"/>
                  <a:gd name="connsiteX2" fmla="*/ 139 w 152824"/>
                  <a:gd name="connsiteY2" fmla="*/ 192065 h 225038"/>
                  <a:gd name="connsiteX3" fmla="*/ 16296 w 152824"/>
                  <a:gd name="connsiteY3" fmla="*/ 123665 h 225038"/>
                  <a:gd name="connsiteX4" fmla="*/ 7140 w 152824"/>
                  <a:gd name="connsiteY4" fmla="*/ 4639 h 225038"/>
                  <a:gd name="connsiteX5" fmla="*/ 137477 w 152824"/>
                  <a:gd name="connsiteY5" fmla="*/ 76809 h 225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24" h="225038">
                    <a:moveTo>
                      <a:pt x="137477" y="76809"/>
                    </a:moveTo>
                    <a:cubicBezTo>
                      <a:pt x="136938" y="127435"/>
                      <a:pt x="139631" y="166213"/>
                      <a:pt x="152557" y="213608"/>
                    </a:cubicBezTo>
                    <a:cubicBezTo>
                      <a:pt x="160097" y="241076"/>
                      <a:pt x="5525" y="213070"/>
                      <a:pt x="139" y="192065"/>
                    </a:cubicBezTo>
                    <a:cubicBezTo>
                      <a:pt x="-1477" y="185602"/>
                      <a:pt x="11449" y="162443"/>
                      <a:pt x="16296" y="123665"/>
                    </a:cubicBezTo>
                    <a:cubicBezTo>
                      <a:pt x="21143" y="84888"/>
                      <a:pt x="17373" y="31568"/>
                      <a:pt x="7140" y="4639"/>
                    </a:cubicBezTo>
                    <a:cubicBezTo>
                      <a:pt x="-2554" y="-22290"/>
                      <a:pt x="137477" y="76809"/>
                      <a:pt x="137477" y="76809"/>
                    </a:cubicBezTo>
                    <a:close/>
                  </a:path>
                </a:pathLst>
              </a:custGeom>
              <a:solidFill>
                <a:srgbClr val="F6A087"/>
              </a:solidFill>
              <a:ln w="5383"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5CA3B8D5-A047-4E67-B6DB-07C2ABA95B9F}"/>
                  </a:ext>
                </a:extLst>
              </p:cNvPr>
              <p:cNvSpPr/>
              <p:nvPr/>
            </p:nvSpPr>
            <p:spPr>
              <a:xfrm>
                <a:off x="9786423" y="1985099"/>
                <a:ext cx="193265" cy="229274"/>
              </a:xfrm>
              <a:custGeom>
                <a:avLst/>
                <a:gdLst>
                  <a:gd name="connsiteX0" fmla="*/ 158080 w 193265"/>
                  <a:gd name="connsiteY0" fmla="*/ 7904 h 229274"/>
                  <a:gd name="connsiteX1" fmla="*/ 161311 w 193265"/>
                  <a:gd name="connsiteY1" fmla="*/ 229260 h 229274"/>
                  <a:gd name="connsiteX2" fmla="*/ 24512 w 193265"/>
                  <a:gd name="connsiteY2" fmla="*/ 114004 h 229274"/>
                  <a:gd name="connsiteX3" fmla="*/ 1892 w 193265"/>
                  <a:gd name="connsiteY3" fmla="*/ 84921 h 229274"/>
                  <a:gd name="connsiteX4" fmla="*/ 26666 w 193265"/>
                  <a:gd name="connsiteY4" fmla="*/ 81150 h 229274"/>
                  <a:gd name="connsiteX5" fmla="*/ 158080 w 193265"/>
                  <a:gd name="connsiteY5" fmla="*/ 7904 h 229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3265" h="229274">
                    <a:moveTo>
                      <a:pt x="158080" y="7904"/>
                    </a:moveTo>
                    <a:cubicBezTo>
                      <a:pt x="202782" y="104848"/>
                      <a:pt x="206013" y="227644"/>
                      <a:pt x="161311" y="229260"/>
                    </a:cubicBezTo>
                    <a:cubicBezTo>
                      <a:pt x="132767" y="230337"/>
                      <a:pt x="43362" y="172171"/>
                      <a:pt x="24512" y="114004"/>
                    </a:cubicBezTo>
                    <a:cubicBezTo>
                      <a:pt x="16433" y="118851"/>
                      <a:pt x="-6726" y="105925"/>
                      <a:pt x="1892" y="84921"/>
                    </a:cubicBezTo>
                    <a:cubicBezTo>
                      <a:pt x="9970" y="65532"/>
                      <a:pt x="20742" y="83305"/>
                      <a:pt x="26666" y="81150"/>
                    </a:cubicBezTo>
                    <a:cubicBezTo>
                      <a:pt x="33668" y="79535"/>
                      <a:pt x="140845" y="-29797"/>
                      <a:pt x="158080" y="7904"/>
                    </a:cubicBezTo>
                    <a:close/>
                  </a:path>
                </a:pathLst>
              </a:custGeom>
              <a:solidFill>
                <a:srgbClr val="F5B58F"/>
              </a:solidFill>
              <a:ln w="5383"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1013868E-454B-4FAE-B70C-8803DCBD6247}"/>
                  </a:ext>
                </a:extLst>
              </p:cNvPr>
              <p:cNvSpPr/>
              <p:nvPr/>
            </p:nvSpPr>
            <p:spPr>
              <a:xfrm>
                <a:off x="9905725" y="2212676"/>
                <a:ext cx="485065" cy="544719"/>
              </a:xfrm>
              <a:custGeom>
                <a:avLst/>
                <a:gdLst>
                  <a:gd name="connsiteX0" fmla="*/ 115256 w 485065"/>
                  <a:gd name="connsiteY0" fmla="*/ 322676 h 544719"/>
                  <a:gd name="connsiteX1" fmla="*/ 196043 w 485065"/>
                  <a:gd name="connsiteY1" fmla="*/ 395385 h 544719"/>
                  <a:gd name="connsiteX2" fmla="*/ 371082 w 485065"/>
                  <a:gd name="connsiteY2" fmla="*/ 197187 h 544719"/>
                  <a:gd name="connsiteX3" fmla="*/ 438405 w 485065"/>
                  <a:gd name="connsiteY3" fmla="*/ 67 h 544719"/>
                  <a:gd name="connsiteX4" fmla="*/ 436250 w 485065"/>
                  <a:gd name="connsiteY4" fmla="*/ 77622 h 544719"/>
                  <a:gd name="connsiteX5" fmla="*/ 484722 w 485065"/>
                  <a:gd name="connsiteY5" fmla="*/ 125556 h 544719"/>
                  <a:gd name="connsiteX6" fmla="*/ 424940 w 485065"/>
                  <a:gd name="connsiteY6" fmla="*/ 218731 h 544719"/>
                  <a:gd name="connsiteX7" fmla="*/ 236437 w 485065"/>
                  <a:gd name="connsiteY7" fmla="*/ 541340 h 544719"/>
                  <a:gd name="connsiteX8" fmla="*/ 0 w 485065"/>
                  <a:gd name="connsiteY8" fmla="*/ 446550 h 544719"/>
                  <a:gd name="connsiteX9" fmla="*/ 115256 w 485065"/>
                  <a:gd name="connsiteY9" fmla="*/ 322676 h 544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5065" h="544719">
                    <a:moveTo>
                      <a:pt x="115256" y="322676"/>
                    </a:moveTo>
                    <a:cubicBezTo>
                      <a:pt x="115256" y="322676"/>
                      <a:pt x="183656" y="397539"/>
                      <a:pt x="196043" y="395385"/>
                    </a:cubicBezTo>
                    <a:cubicBezTo>
                      <a:pt x="216509" y="392153"/>
                      <a:pt x="336613" y="264510"/>
                      <a:pt x="371082" y="197187"/>
                    </a:cubicBezTo>
                    <a:cubicBezTo>
                      <a:pt x="393702" y="153024"/>
                      <a:pt x="424402" y="-3703"/>
                      <a:pt x="438405" y="67"/>
                    </a:cubicBezTo>
                    <a:cubicBezTo>
                      <a:pt x="453484" y="4376"/>
                      <a:pt x="421709" y="61465"/>
                      <a:pt x="436250" y="77622"/>
                    </a:cubicBezTo>
                    <a:cubicBezTo>
                      <a:pt x="442174" y="84085"/>
                      <a:pt x="480953" y="106706"/>
                      <a:pt x="484722" y="125556"/>
                    </a:cubicBezTo>
                    <a:cubicBezTo>
                      <a:pt x="489031" y="148176"/>
                      <a:pt x="451869" y="230041"/>
                      <a:pt x="424940" y="218731"/>
                    </a:cubicBezTo>
                    <a:cubicBezTo>
                      <a:pt x="410937" y="212806"/>
                      <a:pt x="370004" y="496099"/>
                      <a:pt x="236437" y="541340"/>
                    </a:cubicBezTo>
                    <a:cubicBezTo>
                      <a:pt x="163729" y="566115"/>
                      <a:pt x="0" y="446550"/>
                      <a:pt x="0" y="446550"/>
                    </a:cubicBezTo>
                    <a:lnTo>
                      <a:pt x="115256" y="322676"/>
                    </a:lnTo>
                    <a:close/>
                  </a:path>
                </a:pathLst>
              </a:custGeom>
              <a:solidFill>
                <a:srgbClr val="F5B58F"/>
              </a:solidFill>
              <a:ln w="5383"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5225113-F2B5-4D52-BF35-236CDBF3300C}"/>
                  </a:ext>
                </a:extLst>
              </p:cNvPr>
              <p:cNvSpPr/>
              <p:nvPr/>
            </p:nvSpPr>
            <p:spPr>
              <a:xfrm>
                <a:off x="9802295" y="2044773"/>
                <a:ext cx="187585" cy="186606"/>
              </a:xfrm>
              <a:custGeom>
                <a:avLst/>
                <a:gdLst>
                  <a:gd name="connsiteX0" fmla="*/ 1100 w 187585"/>
                  <a:gd name="connsiteY0" fmla="*/ 17706 h 186606"/>
                  <a:gd name="connsiteX1" fmla="*/ 15642 w 187585"/>
                  <a:gd name="connsiteY1" fmla="*/ 100109 h 186606"/>
                  <a:gd name="connsiteX2" fmla="*/ 154595 w 187585"/>
                  <a:gd name="connsiteY2" fmla="*/ 185205 h 186606"/>
                  <a:gd name="connsiteX3" fmla="*/ 179370 w 187585"/>
                  <a:gd name="connsiteY3" fmla="*/ 73180 h 186606"/>
                  <a:gd name="connsiteX4" fmla="*/ 156750 w 187585"/>
                  <a:gd name="connsiteY4" fmla="*/ 62947 h 186606"/>
                  <a:gd name="connsiteX5" fmla="*/ 93736 w 187585"/>
                  <a:gd name="connsiteY5" fmla="*/ 110881 h 186606"/>
                  <a:gd name="connsiteX6" fmla="*/ 23182 w 187585"/>
                  <a:gd name="connsiteY6" fmla="*/ 69410 h 186606"/>
                  <a:gd name="connsiteX7" fmla="*/ 14565 w 187585"/>
                  <a:gd name="connsiteY7" fmla="*/ 5319 h 186606"/>
                  <a:gd name="connsiteX8" fmla="*/ 1100 w 187585"/>
                  <a:gd name="connsiteY8" fmla="*/ 17706 h 186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585" h="186606">
                    <a:moveTo>
                      <a:pt x="1100" y="17706"/>
                    </a:moveTo>
                    <a:cubicBezTo>
                      <a:pt x="9717" y="54330"/>
                      <a:pt x="-1054" y="82336"/>
                      <a:pt x="15642" y="100109"/>
                    </a:cubicBezTo>
                    <a:cubicBezTo>
                      <a:pt x="32338" y="117882"/>
                      <a:pt x="102892" y="198131"/>
                      <a:pt x="154595" y="185205"/>
                    </a:cubicBezTo>
                    <a:cubicBezTo>
                      <a:pt x="206299" y="172279"/>
                      <a:pt x="182602" y="80181"/>
                      <a:pt x="179370" y="73180"/>
                    </a:cubicBezTo>
                    <a:cubicBezTo>
                      <a:pt x="177216" y="68333"/>
                      <a:pt x="166444" y="59177"/>
                      <a:pt x="156750" y="62947"/>
                    </a:cubicBezTo>
                    <a:cubicBezTo>
                      <a:pt x="129821" y="73719"/>
                      <a:pt x="105046" y="110881"/>
                      <a:pt x="93736" y="110881"/>
                    </a:cubicBezTo>
                    <a:cubicBezTo>
                      <a:pt x="82426" y="110881"/>
                      <a:pt x="23182" y="81797"/>
                      <a:pt x="23182" y="69410"/>
                    </a:cubicBezTo>
                    <a:cubicBezTo>
                      <a:pt x="23182" y="57023"/>
                      <a:pt x="22105" y="16090"/>
                      <a:pt x="14565" y="5319"/>
                    </a:cubicBezTo>
                    <a:cubicBezTo>
                      <a:pt x="5947" y="-4376"/>
                      <a:pt x="-3209" y="-1144"/>
                      <a:pt x="1100" y="17706"/>
                    </a:cubicBezTo>
                    <a:close/>
                  </a:path>
                </a:pathLst>
              </a:custGeom>
              <a:solidFill>
                <a:srgbClr val="232850"/>
              </a:solidFill>
              <a:ln w="5383" cap="flat">
                <a:noFill/>
                <a:prstDash val="solid"/>
                <a:miter/>
              </a:ln>
            </p:spPr>
            <p:txBody>
              <a:bodyPr rtlCol="0" anchor="ctr"/>
              <a:lstStyle/>
              <a:p>
                <a:endParaRPr lang="en-US"/>
              </a:p>
            </p:txBody>
          </p:sp>
        </p:grpSp>
        <p:grpSp>
          <p:nvGrpSpPr>
            <p:cNvPr id="119" name="Graphic 21">
              <a:extLst>
                <a:ext uri="{FF2B5EF4-FFF2-40B4-BE49-F238E27FC236}">
                  <a16:creationId xmlns:a16="http://schemas.microsoft.com/office/drawing/2014/main" id="{8639DD85-530A-4410-999F-96017AD201EE}"/>
                </a:ext>
              </a:extLst>
            </p:cNvPr>
            <p:cNvGrpSpPr/>
            <p:nvPr/>
          </p:nvGrpSpPr>
          <p:grpSpPr>
            <a:xfrm>
              <a:off x="7342083" y="5375287"/>
              <a:ext cx="1128864" cy="463178"/>
              <a:chOff x="7342083" y="5375287"/>
              <a:chExt cx="1128864" cy="463178"/>
            </a:xfrm>
          </p:grpSpPr>
          <p:sp>
            <p:nvSpPr>
              <p:cNvPr id="120" name="Freeform: Shape 119">
                <a:extLst>
                  <a:ext uri="{FF2B5EF4-FFF2-40B4-BE49-F238E27FC236}">
                    <a16:creationId xmlns:a16="http://schemas.microsoft.com/office/drawing/2014/main" id="{139029CC-21C7-4F67-9584-969649C51F4A}"/>
                  </a:ext>
                </a:extLst>
              </p:cNvPr>
              <p:cNvSpPr/>
              <p:nvPr/>
            </p:nvSpPr>
            <p:spPr>
              <a:xfrm>
                <a:off x="7353932" y="5386597"/>
                <a:ext cx="1049154" cy="330149"/>
              </a:xfrm>
              <a:custGeom>
                <a:avLst/>
                <a:gdLst>
                  <a:gd name="connsiteX0" fmla="*/ 1048616 w 1049154"/>
                  <a:gd name="connsiteY0" fmla="*/ 330150 h 330149"/>
                  <a:gd name="connsiteX1" fmla="*/ 54935 w 1049154"/>
                  <a:gd name="connsiteY1" fmla="*/ 330150 h 330149"/>
                  <a:gd name="connsiteX2" fmla="*/ 0 w 1049154"/>
                  <a:gd name="connsiteY2" fmla="*/ 275215 h 330149"/>
                  <a:gd name="connsiteX3" fmla="*/ 0 w 1049154"/>
                  <a:gd name="connsiteY3" fmla="*/ 54935 h 330149"/>
                  <a:gd name="connsiteX4" fmla="*/ 54935 w 1049154"/>
                  <a:gd name="connsiteY4" fmla="*/ 0 h 330149"/>
                  <a:gd name="connsiteX5" fmla="*/ 1049154 w 1049154"/>
                  <a:gd name="connsiteY5" fmla="*/ 0 h 330149"/>
                  <a:gd name="connsiteX6" fmla="*/ 1049154 w 1049154"/>
                  <a:gd name="connsiteY6" fmla="*/ 330150 h 330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9154" h="330149">
                    <a:moveTo>
                      <a:pt x="1048616" y="330150"/>
                    </a:moveTo>
                    <a:lnTo>
                      <a:pt x="54935" y="330150"/>
                    </a:lnTo>
                    <a:cubicBezTo>
                      <a:pt x="24775" y="330150"/>
                      <a:pt x="0" y="305914"/>
                      <a:pt x="0" y="275215"/>
                    </a:cubicBezTo>
                    <a:lnTo>
                      <a:pt x="0" y="54935"/>
                    </a:lnTo>
                    <a:cubicBezTo>
                      <a:pt x="0" y="24775"/>
                      <a:pt x="24236" y="0"/>
                      <a:pt x="54935" y="0"/>
                    </a:cubicBezTo>
                    <a:lnTo>
                      <a:pt x="1049154" y="0"/>
                    </a:lnTo>
                    <a:lnTo>
                      <a:pt x="1049154" y="330150"/>
                    </a:lnTo>
                    <a:close/>
                  </a:path>
                </a:pathLst>
              </a:custGeom>
              <a:solidFill>
                <a:srgbClr val="FFFFFF"/>
              </a:solidFill>
              <a:ln w="5383"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6F1295D6-7D97-4361-8D78-353785592C21}"/>
                  </a:ext>
                </a:extLst>
              </p:cNvPr>
              <p:cNvSpPr/>
              <p:nvPr/>
            </p:nvSpPr>
            <p:spPr>
              <a:xfrm>
                <a:off x="7342083" y="5375287"/>
                <a:ext cx="1128864" cy="353308"/>
              </a:xfrm>
              <a:custGeom>
                <a:avLst/>
                <a:gdLst>
                  <a:gd name="connsiteX0" fmla="*/ 1117016 w 1128864"/>
                  <a:gd name="connsiteY0" fmla="*/ 353309 h 353308"/>
                  <a:gd name="connsiteX1" fmla="*/ 72170 w 1128864"/>
                  <a:gd name="connsiteY1" fmla="*/ 353309 h 353308"/>
                  <a:gd name="connsiteX2" fmla="*/ 0 w 1128864"/>
                  <a:gd name="connsiteY2" fmla="*/ 281139 h 353308"/>
                  <a:gd name="connsiteX3" fmla="*/ 0 w 1128864"/>
                  <a:gd name="connsiteY3" fmla="*/ 72170 h 353308"/>
                  <a:gd name="connsiteX4" fmla="*/ 72170 w 1128864"/>
                  <a:gd name="connsiteY4" fmla="*/ 0 h 353308"/>
                  <a:gd name="connsiteX5" fmla="*/ 1117016 w 1128864"/>
                  <a:gd name="connsiteY5" fmla="*/ 0 h 353308"/>
                  <a:gd name="connsiteX6" fmla="*/ 1128864 w 1128864"/>
                  <a:gd name="connsiteY6" fmla="*/ 11849 h 353308"/>
                  <a:gd name="connsiteX7" fmla="*/ 1117016 w 1128864"/>
                  <a:gd name="connsiteY7" fmla="*/ 23697 h 353308"/>
                  <a:gd name="connsiteX8" fmla="*/ 72170 w 1128864"/>
                  <a:gd name="connsiteY8" fmla="*/ 23697 h 353308"/>
                  <a:gd name="connsiteX9" fmla="*/ 24236 w 1128864"/>
                  <a:gd name="connsiteY9" fmla="*/ 71631 h 353308"/>
                  <a:gd name="connsiteX10" fmla="*/ 24236 w 1128864"/>
                  <a:gd name="connsiteY10" fmla="*/ 280600 h 353308"/>
                  <a:gd name="connsiteX11" fmla="*/ 72170 w 1128864"/>
                  <a:gd name="connsiteY11" fmla="*/ 328534 h 353308"/>
                  <a:gd name="connsiteX12" fmla="*/ 1117016 w 1128864"/>
                  <a:gd name="connsiteY12" fmla="*/ 328534 h 353308"/>
                  <a:gd name="connsiteX13" fmla="*/ 1128864 w 1128864"/>
                  <a:gd name="connsiteY13" fmla="*/ 340383 h 353308"/>
                  <a:gd name="connsiteX14" fmla="*/ 1117016 w 1128864"/>
                  <a:gd name="connsiteY14" fmla="*/ 353309 h 353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28864" h="353308">
                    <a:moveTo>
                      <a:pt x="1117016" y="353309"/>
                    </a:moveTo>
                    <a:lnTo>
                      <a:pt x="72170" y="353309"/>
                    </a:lnTo>
                    <a:cubicBezTo>
                      <a:pt x="32315" y="353309"/>
                      <a:pt x="0" y="320994"/>
                      <a:pt x="0" y="281139"/>
                    </a:cubicBezTo>
                    <a:lnTo>
                      <a:pt x="0" y="72170"/>
                    </a:lnTo>
                    <a:cubicBezTo>
                      <a:pt x="0" y="32315"/>
                      <a:pt x="32315" y="0"/>
                      <a:pt x="72170" y="0"/>
                    </a:cubicBezTo>
                    <a:lnTo>
                      <a:pt x="1117016" y="0"/>
                    </a:lnTo>
                    <a:cubicBezTo>
                      <a:pt x="1123478" y="0"/>
                      <a:pt x="1128864" y="5386"/>
                      <a:pt x="1128864" y="11849"/>
                    </a:cubicBezTo>
                    <a:cubicBezTo>
                      <a:pt x="1128864" y="18312"/>
                      <a:pt x="1123478" y="23697"/>
                      <a:pt x="1117016" y="23697"/>
                    </a:cubicBezTo>
                    <a:lnTo>
                      <a:pt x="72170" y="23697"/>
                    </a:lnTo>
                    <a:cubicBezTo>
                      <a:pt x="45779" y="23697"/>
                      <a:pt x="24236" y="45241"/>
                      <a:pt x="24236" y="71631"/>
                    </a:cubicBezTo>
                    <a:lnTo>
                      <a:pt x="24236" y="280600"/>
                    </a:lnTo>
                    <a:cubicBezTo>
                      <a:pt x="24236" y="306991"/>
                      <a:pt x="45779" y="328534"/>
                      <a:pt x="72170" y="328534"/>
                    </a:cubicBezTo>
                    <a:lnTo>
                      <a:pt x="1117016" y="328534"/>
                    </a:lnTo>
                    <a:cubicBezTo>
                      <a:pt x="1123478" y="328534"/>
                      <a:pt x="1128864" y="333920"/>
                      <a:pt x="1128864" y="340383"/>
                    </a:cubicBezTo>
                    <a:cubicBezTo>
                      <a:pt x="1128864" y="347923"/>
                      <a:pt x="1123478" y="353309"/>
                      <a:pt x="1117016" y="353309"/>
                    </a:cubicBezTo>
                    <a:close/>
                  </a:path>
                </a:pathLst>
              </a:custGeom>
              <a:solidFill>
                <a:schemeClr val="accent5"/>
              </a:solidFill>
              <a:ln w="5383"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B7863248-3ACA-42E9-83CC-02DAFA796525}"/>
                  </a:ext>
                </a:extLst>
              </p:cNvPr>
              <p:cNvSpPr/>
              <p:nvPr/>
            </p:nvSpPr>
            <p:spPr>
              <a:xfrm>
                <a:off x="7429871" y="5442071"/>
                <a:ext cx="979138" cy="11848"/>
              </a:xfrm>
              <a:custGeom>
                <a:avLst/>
                <a:gdLst>
                  <a:gd name="connsiteX0" fmla="*/ 972676 w 979138"/>
                  <a:gd name="connsiteY0" fmla="*/ 11849 h 11848"/>
                  <a:gd name="connsiteX1" fmla="*/ 5925 w 979138"/>
                  <a:gd name="connsiteY1" fmla="*/ 11849 h 11848"/>
                  <a:gd name="connsiteX2" fmla="*/ 0 w 979138"/>
                  <a:gd name="connsiteY2" fmla="*/ 5925 h 11848"/>
                  <a:gd name="connsiteX3" fmla="*/ 5925 w 979138"/>
                  <a:gd name="connsiteY3" fmla="*/ 0 h 11848"/>
                  <a:gd name="connsiteX4" fmla="*/ 973215 w 979138"/>
                  <a:gd name="connsiteY4" fmla="*/ 0 h 11848"/>
                  <a:gd name="connsiteX5" fmla="*/ 979139 w 979138"/>
                  <a:gd name="connsiteY5" fmla="*/ 5925 h 11848"/>
                  <a:gd name="connsiteX6" fmla="*/ 972676 w 979138"/>
                  <a:gd name="connsiteY6" fmla="*/ 11849 h 11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9138" h="11848">
                    <a:moveTo>
                      <a:pt x="972676" y="11849"/>
                    </a:moveTo>
                    <a:lnTo>
                      <a:pt x="5925" y="11849"/>
                    </a:lnTo>
                    <a:cubicBezTo>
                      <a:pt x="2693" y="11849"/>
                      <a:pt x="0" y="9156"/>
                      <a:pt x="0" y="5925"/>
                    </a:cubicBezTo>
                    <a:cubicBezTo>
                      <a:pt x="0" y="2693"/>
                      <a:pt x="2693" y="0"/>
                      <a:pt x="5925" y="0"/>
                    </a:cubicBezTo>
                    <a:lnTo>
                      <a:pt x="973215" y="0"/>
                    </a:lnTo>
                    <a:cubicBezTo>
                      <a:pt x="976446" y="0"/>
                      <a:pt x="979139" y="2693"/>
                      <a:pt x="979139" y="5925"/>
                    </a:cubicBezTo>
                    <a:cubicBezTo>
                      <a:pt x="979139" y="9156"/>
                      <a:pt x="976446" y="11849"/>
                      <a:pt x="972676" y="11849"/>
                    </a:cubicBezTo>
                    <a:close/>
                  </a:path>
                </a:pathLst>
              </a:custGeom>
              <a:solidFill>
                <a:schemeClr val="accent5"/>
              </a:solidFill>
              <a:ln w="5383"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54B611BA-CA81-4AAB-B829-0E75DDED694C}"/>
                  </a:ext>
                </a:extLst>
              </p:cNvPr>
              <p:cNvSpPr/>
              <p:nvPr/>
            </p:nvSpPr>
            <p:spPr>
              <a:xfrm>
                <a:off x="7429871" y="5506162"/>
                <a:ext cx="979138" cy="11848"/>
              </a:xfrm>
              <a:custGeom>
                <a:avLst/>
                <a:gdLst>
                  <a:gd name="connsiteX0" fmla="*/ 972676 w 979138"/>
                  <a:gd name="connsiteY0" fmla="*/ 11849 h 11848"/>
                  <a:gd name="connsiteX1" fmla="*/ 5925 w 979138"/>
                  <a:gd name="connsiteY1" fmla="*/ 11849 h 11848"/>
                  <a:gd name="connsiteX2" fmla="*/ 0 w 979138"/>
                  <a:gd name="connsiteY2" fmla="*/ 5924 h 11848"/>
                  <a:gd name="connsiteX3" fmla="*/ 5925 w 979138"/>
                  <a:gd name="connsiteY3" fmla="*/ 0 h 11848"/>
                  <a:gd name="connsiteX4" fmla="*/ 973215 w 979138"/>
                  <a:gd name="connsiteY4" fmla="*/ 0 h 11848"/>
                  <a:gd name="connsiteX5" fmla="*/ 979139 w 979138"/>
                  <a:gd name="connsiteY5" fmla="*/ 5924 h 11848"/>
                  <a:gd name="connsiteX6" fmla="*/ 972676 w 979138"/>
                  <a:gd name="connsiteY6" fmla="*/ 11849 h 11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9138" h="11848">
                    <a:moveTo>
                      <a:pt x="972676" y="11849"/>
                    </a:moveTo>
                    <a:lnTo>
                      <a:pt x="5925" y="11849"/>
                    </a:lnTo>
                    <a:cubicBezTo>
                      <a:pt x="2693" y="11849"/>
                      <a:pt x="0" y="9156"/>
                      <a:pt x="0" y="5924"/>
                    </a:cubicBezTo>
                    <a:cubicBezTo>
                      <a:pt x="0" y="2693"/>
                      <a:pt x="2693" y="0"/>
                      <a:pt x="5925" y="0"/>
                    </a:cubicBezTo>
                    <a:lnTo>
                      <a:pt x="973215" y="0"/>
                    </a:lnTo>
                    <a:cubicBezTo>
                      <a:pt x="976446" y="0"/>
                      <a:pt x="979139" y="2693"/>
                      <a:pt x="979139" y="5924"/>
                    </a:cubicBezTo>
                    <a:cubicBezTo>
                      <a:pt x="979139" y="9156"/>
                      <a:pt x="976446" y="11849"/>
                      <a:pt x="972676" y="11849"/>
                    </a:cubicBezTo>
                    <a:close/>
                  </a:path>
                </a:pathLst>
              </a:custGeom>
              <a:solidFill>
                <a:schemeClr val="accent5"/>
              </a:solidFill>
              <a:ln w="5383"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91A098B5-CCAF-4082-8063-947F2997611F}"/>
                  </a:ext>
                </a:extLst>
              </p:cNvPr>
              <p:cNvSpPr/>
              <p:nvPr/>
            </p:nvSpPr>
            <p:spPr>
              <a:xfrm>
                <a:off x="7429871" y="5570253"/>
                <a:ext cx="979138" cy="11848"/>
              </a:xfrm>
              <a:custGeom>
                <a:avLst/>
                <a:gdLst>
                  <a:gd name="connsiteX0" fmla="*/ 972676 w 979138"/>
                  <a:gd name="connsiteY0" fmla="*/ 11849 h 11848"/>
                  <a:gd name="connsiteX1" fmla="*/ 5925 w 979138"/>
                  <a:gd name="connsiteY1" fmla="*/ 11849 h 11848"/>
                  <a:gd name="connsiteX2" fmla="*/ 0 w 979138"/>
                  <a:gd name="connsiteY2" fmla="*/ 5924 h 11848"/>
                  <a:gd name="connsiteX3" fmla="*/ 5925 w 979138"/>
                  <a:gd name="connsiteY3" fmla="*/ 0 h 11848"/>
                  <a:gd name="connsiteX4" fmla="*/ 973215 w 979138"/>
                  <a:gd name="connsiteY4" fmla="*/ 0 h 11848"/>
                  <a:gd name="connsiteX5" fmla="*/ 979139 w 979138"/>
                  <a:gd name="connsiteY5" fmla="*/ 5924 h 11848"/>
                  <a:gd name="connsiteX6" fmla="*/ 972676 w 979138"/>
                  <a:gd name="connsiteY6" fmla="*/ 11849 h 11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9138" h="11848">
                    <a:moveTo>
                      <a:pt x="972676" y="11849"/>
                    </a:moveTo>
                    <a:lnTo>
                      <a:pt x="5925" y="11849"/>
                    </a:lnTo>
                    <a:cubicBezTo>
                      <a:pt x="2693" y="11849"/>
                      <a:pt x="0" y="9156"/>
                      <a:pt x="0" y="5924"/>
                    </a:cubicBezTo>
                    <a:cubicBezTo>
                      <a:pt x="0" y="2693"/>
                      <a:pt x="2693" y="0"/>
                      <a:pt x="5925" y="0"/>
                    </a:cubicBezTo>
                    <a:lnTo>
                      <a:pt x="973215" y="0"/>
                    </a:lnTo>
                    <a:cubicBezTo>
                      <a:pt x="976446" y="0"/>
                      <a:pt x="979139" y="2693"/>
                      <a:pt x="979139" y="5924"/>
                    </a:cubicBezTo>
                    <a:cubicBezTo>
                      <a:pt x="979139" y="9156"/>
                      <a:pt x="976446" y="11849"/>
                      <a:pt x="972676" y="11849"/>
                    </a:cubicBezTo>
                    <a:close/>
                  </a:path>
                </a:pathLst>
              </a:custGeom>
              <a:solidFill>
                <a:schemeClr val="accent5"/>
              </a:solidFill>
              <a:ln w="5383"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55B65F27-AA6A-4182-99DF-2D544BC0F35B}"/>
                  </a:ext>
                </a:extLst>
              </p:cNvPr>
              <p:cNvSpPr/>
              <p:nvPr/>
            </p:nvSpPr>
            <p:spPr>
              <a:xfrm>
                <a:off x="7429871" y="5634344"/>
                <a:ext cx="979138" cy="11848"/>
              </a:xfrm>
              <a:custGeom>
                <a:avLst/>
                <a:gdLst>
                  <a:gd name="connsiteX0" fmla="*/ 972676 w 979138"/>
                  <a:gd name="connsiteY0" fmla="*/ 11849 h 11848"/>
                  <a:gd name="connsiteX1" fmla="*/ 5925 w 979138"/>
                  <a:gd name="connsiteY1" fmla="*/ 11849 h 11848"/>
                  <a:gd name="connsiteX2" fmla="*/ 0 w 979138"/>
                  <a:gd name="connsiteY2" fmla="*/ 5925 h 11848"/>
                  <a:gd name="connsiteX3" fmla="*/ 5925 w 979138"/>
                  <a:gd name="connsiteY3" fmla="*/ 0 h 11848"/>
                  <a:gd name="connsiteX4" fmla="*/ 973215 w 979138"/>
                  <a:gd name="connsiteY4" fmla="*/ 0 h 11848"/>
                  <a:gd name="connsiteX5" fmla="*/ 979139 w 979138"/>
                  <a:gd name="connsiteY5" fmla="*/ 5925 h 11848"/>
                  <a:gd name="connsiteX6" fmla="*/ 972676 w 979138"/>
                  <a:gd name="connsiteY6" fmla="*/ 11849 h 11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9138" h="11848">
                    <a:moveTo>
                      <a:pt x="972676" y="11849"/>
                    </a:moveTo>
                    <a:lnTo>
                      <a:pt x="5925" y="11849"/>
                    </a:lnTo>
                    <a:cubicBezTo>
                      <a:pt x="2693" y="11849"/>
                      <a:pt x="0" y="9156"/>
                      <a:pt x="0" y="5925"/>
                    </a:cubicBezTo>
                    <a:cubicBezTo>
                      <a:pt x="0" y="2693"/>
                      <a:pt x="2693" y="0"/>
                      <a:pt x="5925" y="0"/>
                    </a:cubicBezTo>
                    <a:lnTo>
                      <a:pt x="973215" y="0"/>
                    </a:lnTo>
                    <a:cubicBezTo>
                      <a:pt x="976446" y="0"/>
                      <a:pt x="979139" y="2693"/>
                      <a:pt x="979139" y="5925"/>
                    </a:cubicBezTo>
                    <a:cubicBezTo>
                      <a:pt x="979139" y="9156"/>
                      <a:pt x="976446" y="11849"/>
                      <a:pt x="972676" y="11849"/>
                    </a:cubicBezTo>
                    <a:close/>
                  </a:path>
                </a:pathLst>
              </a:custGeom>
              <a:solidFill>
                <a:schemeClr val="accent5"/>
              </a:solidFill>
              <a:ln w="5383"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9346F7DA-4600-4FA7-8D1D-E71B63B3C724}"/>
                  </a:ext>
                </a:extLst>
              </p:cNvPr>
              <p:cNvSpPr/>
              <p:nvPr/>
            </p:nvSpPr>
            <p:spPr>
              <a:xfrm>
                <a:off x="7588752" y="5505623"/>
                <a:ext cx="179347" cy="332842"/>
              </a:xfrm>
              <a:custGeom>
                <a:avLst/>
                <a:gdLst>
                  <a:gd name="connsiteX0" fmla="*/ 89405 w 179347"/>
                  <a:gd name="connsiteY0" fmla="*/ 0 h 332842"/>
                  <a:gd name="connsiteX1" fmla="*/ 0 w 179347"/>
                  <a:gd name="connsiteY1" fmla="*/ 0 h 332842"/>
                  <a:gd name="connsiteX2" fmla="*/ 0 w 179347"/>
                  <a:gd name="connsiteY2" fmla="*/ 332843 h 332842"/>
                  <a:gd name="connsiteX3" fmla="*/ 89405 w 179347"/>
                  <a:gd name="connsiteY3" fmla="*/ 248285 h 332842"/>
                  <a:gd name="connsiteX4" fmla="*/ 179347 w 179347"/>
                  <a:gd name="connsiteY4" fmla="*/ 332843 h 332842"/>
                  <a:gd name="connsiteX5" fmla="*/ 179347 w 179347"/>
                  <a:gd name="connsiteY5" fmla="*/ 0 h 332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9347" h="332842">
                    <a:moveTo>
                      <a:pt x="89405" y="0"/>
                    </a:moveTo>
                    <a:lnTo>
                      <a:pt x="0" y="0"/>
                    </a:lnTo>
                    <a:lnTo>
                      <a:pt x="0" y="332843"/>
                    </a:lnTo>
                    <a:lnTo>
                      <a:pt x="89405" y="248285"/>
                    </a:lnTo>
                    <a:lnTo>
                      <a:pt x="179347" y="332843"/>
                    </a:lnTo>
                    <a:lnTo>
                      <a:pt x="179347" y="0"/>
                    </a:lnTo>
                    <a:close/>
                  </a:path>
                </a:pathLst>
              </a:custGeom>
              <a:solidFill>
                <a:schemeClr val="accent4"/>
              </a:solidFill>
              <a:ln w="5383" cap="flat">
                <a:noFill/>
                <a:prstDash val="solid"/>
                <a:miter/>
              </a:ln>
            </p:spPr>
            <p:txBody>
              <a:bodyPr rtlCol="0" anchor="ctr"/>
              <a:lstStyle/>
              <a:p>
                <a:endParaRPr lang="en-US"/>
              </a:p>
            </p:txBody>
          </p:sp>
        </p:grpSp>
        <p:grpSp>
          <p:nvGrpSpPr>
            <p:cNvPr id="127" name="Graphic 21">
              <a:extLst>
                <a:ext uri="{FF2B5EF4-FFF2-40B4-BE49-F238E27FC236}">
                  <a16:creationId xmlns:a16="http://schemas.microsoft.com/office/drawing/2014/main" id="{8639DD85-530A-4410-999F-96017AD201EE}"/>
                </a:ext>
              </a:extLst>
            </p:cNvPr>
            <p:cNvGrpSpPr/>
            <p:nvPr/>
          </p:nvGrpSpPr>
          <p:grpSpPr>
            <a:xfrm>
              <a:off x="7242445" y="5165241"/>
              <a:ext cx="1272126" cy="217586"/>
              <a:chOff x="7242445" y="5165241"/>
              <a:chExt cx="1272126" cy="217586"/>
            </a:xfrm>
          </p:grpSpPr>
          <p:sp>
            <p:nvSpPr>
              <p:cNvPr id="128" name="Freeform: Shape 127">
                <a:extLst>
                  <a:ext uri="{FF2B5EF4-FFF2-40B4-BE49-F238E27FC236}">
                    <a16:creationId xmlns:a16="http://schemas.microsoft.com/office/drawing/2014/main" id="{49D48692-C897-48E1-9B93-3BF91CEC98C9}"/>
                  </a:ext>
                </a:extLst>
              </p:cNvPr>
              <p:cNvSpPr/>
              <p:nvPr/>
            </p:nvSpPr>
            <p:spPr>
              <a:xfrm>
                <a:off x="7242445" y="5168472"/>
                <a:ext cx="738932" cy="211123"/>
              </a:xfrm>
              <a:custGeom>
                <a:avLst/>
                <a:gdLst>
                  <a:gd name="connsiteX0" fmla="*/ 84557 w 738932"/>
                  <a:gd name="connsiteY0" fmla="*/ 0 h 211123"/>
                  <a:gd name="connsiteX1" fmla="*/ 615059 w 738932"/>
                  <a:gd name="connsiteY1" fmla="*/ 0 h 211123"/>
                  <a:gd name="connsiteX2" fmla="*/ 738932 w 738932"/>
                  <a:gd name="connsiteY2" fmla="*/ 0 h 211123"/>
                  <a:gd name="connsiteX3" fmla="*/ 652221 w 738932"/>
                  <a:gd name="connsiteY3" fmla="*/ 105562 h 211123"/>
                  <a:gd name="connsiteX4" fmla="*/ 738932 w 738932"/>
                  <a:gd name="connsiteY4" fmla="*/ 211124 h 211123"/>
                  <a:gd name="connsiteX5" fmla="*/ 615059 w 738932"/>
                  <a:gd name="connsiteY5" fmla="*/ 211124 h 211123"/>
                  <a:gd name="connsiteX6" fmla="*/ 84557 w 738932"/>
                  <a:gd name="connsiteY6" fmla="*/ 211124 h 211123"/>
                  <a:gd name="connsiteX7" fmla="*/ 0 w 738932"/>
                  <a:gd name="connsiteY7" fmla="*/ 126566 h 211123"/>
                  <a:gd name="connsiteX8" fmla="*/ 0 w 738932"/>
                  <a:gd name="connsiteY8" fmla="*/ 84557 h 211123"/>
                  <a:gd name="connsiteX9" fmla="*/ 84557 w 738932"/>
                  <a:gd name="connsiteY9" fmla="*/ 0 h 211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8932" h="211123">
                    <a:moveTo>
                      <a:pt x="84557" y="0"/>
                    </a:moveTo>
                    <a:lnTo>
                      <a:pt x="615059" y="0"/>
                    </a:lnTo>
                    <a:lnTo>
                      <a:pt x="738932" y="0"/>
                    </a:lnTo>
                    <a:lnTo>
                      <a:pt x="652221" y="105562"/>
                    </a:lnTo>
                    <a:lnTo>
                      <a:pt x="738932" y="211124"/>
                    </a:lnTo>
                    <a:lnTo>
                      <a:pt x="615059" y="211124"/>
                    </a:lnTo>
                    <a:lnTo>
                      <a:pt x="84557" y="211124"/>
                    </a:lnTo>
                    <a:cubicBezTo>
                      <a:pt x="37701" y="211124"/>
                      <a:pt x="0" y="173423"/>
                      <a:pt x="0" y="126566"/>
                    </a:cubicBezTo>
                    <a:lnTo>
                      <a:pt x="0" y="84557"/>
                    </a:lnTo>
                    <a:cubicBezTo>
                      <a:pt x="0" y="38239"/>
                      <a:pt x="37701" y="0"/>
                      <a:pt x="84557" y="0"/>
                    </a:cubicBezTo>
                    <a:close/>
                  </a:path>
                </a:pathLst>
              </a:custGeom>
              <a:solidFill>
                <a:schemeClr val="accent2"/>
              </a:solidFill>
              <a:ln w="5383"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9623A8A4-4ABA-4D9D-BA72-896FC5767F60}"/>
                  </a:ext>
                </a:extLst>
              </p:cNvPr>
              <p:cNvSpPr/>
              <p:nvPr/>
            </p:nvSpPr>
            <p:spPr>
              <a:xfrm>
                <a:off x="7341005" y="5168472"/>
                <a:ext cx="106638" cy="211123"/>
              </a:xfrm>
              <a:custGeom>
                <a:avLst/>
                <a:gdLst>
                  <a:gd name="connsiteX0" fmla="*/ 84557 w 106638"/>
                  <a:gd name="connsiteY0" fmla="*/ 0 h 211123"/>
                  <a:gd name="connsiteX1" fmla="*/ 106639 w 106638"/>
                  <a:gd name="connsiteY1" fmla="*/ 0 h 211123"/>
                  <a:gd name="connsiteX2" fmla="*/ 22082 w 106638"/>
                  <a:gd name="connsiteY2" fmla="*/ 84557 h 211123"/>
                  <a:gd name="connsiteX3" fmla="*/ 22082 w 106638"/>
                  <a:gd name="connsiteY3" fmla="*/ 126566 h 211123"/>
                  <a:gd name="connsiteX4" fmla="*/ 106639 w 106638"/>
                  <a:gd name="connsiteY4" fmla="*/ 211124 h 211123"/>
                  <a:gd name="connsiteX5" fmla="*/ 84557 w 106638"/>
                  <a:gd name="connsiteY5" fmla="*/ 211124 h 211123"/>
                  <a:gd name="connsiteX6" fmla="*/ 0 w 106638"/>
                  <a:gd name="connsiteY6" fmla="*/ 126566 h 211123"/>
                  <a:gd name="connsiteX7" fmla="*/ 0 w 106638"/>
                  <a:gd name="connsiteY7" fmla="*/ 84557 h 211123"/>
                  <a:gd name="connsiteX8" fmla="*/ 84557 w 106638"/>
                  <a:gd name="connsiteY8" fmla="*/ 0 h 211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638" h="211123">
                    <a:moveTo>
                      <a:pt x="84557" y="0"/>
                    </a:moveTo>
                    <a:lnTo>
                      <a:pt x="106639" y="0"/>
                    </a:lnTo>
                    <a:cubicBezTo>
                      <a:pt x="59783" y="0"/>
                      <a:pt x="22082" y="37701"/>
                      <a:pt x="22082" y="84557"/>
                    </a:cubicBezTo>
                    <a:lnTo>
                      <a:pt x="22082" y="126566"/>
                    </a:lnTo>
                    <a:cubicBezTo>
                      <a:pt x="22082" y="173423"/>
                      <a:pt x="59783" y="211124"/>
                      <a:pt x="106639" y="211124"/>
                    </a:cubicBezTo>
                    <a:lnTo>
                      <a:pt x="84557" y="211124"/>
                    </a:lnTo>
                    <a:cubicBezTo>
                      <a:pt x="37701" y="211124"/>
                      <a:pt x="0" y="173423"/>
                      <a:pt x="0" y="126566"/>
                    </a:cubicBezTo>
                    <a:lnTo>
                      <a:pt x="0" y="84557"/>
                    </a:lnTo>
                    <a:cubicBezTo>
                      <a:pt x="0" y="38239"/>
                      <a:pt x="37701" y="0"/>
                      <a:pt x="84557" y="0"/>
                    </a:cubicBezTo>
                    <a:close/>
                  </a:path>
                </a:pathLst>
              </a:custGeom>
              <a:solidFill>
                <a:schemeClr val="accent2">
                  <a:lumMod val="75000"/>
                </a:schemeClr>
              </a:solidFill>
              <a:ln w="5383"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32D2F410-A6CE-4398-82F4-3313BA8E07D7}"/>
                  </a:ext>
                </a:extLst>
              </p:cNvPr>
              <p:cNvSpPr/>
              <p:nvPr/>
            </p:nvSpPr>
            <p:spPr>
              <a:xfrm>
                <a:off x="7407251" y="5168472"/>
                <a:ext cx="106639" cy="211123"/>
              </a:xfrm>
              <a:custGeom>
                <a:avLst/>
                <a:gdLst>
                  <a:gd name="connsiteX0" fmla="*/ 84557 w 106639"/>
                  <a:gd name="connsiteY0" fmla="*/ 0 h 211123"/>
                  <a:gd name="connsiteX1" fmla="*/ 106639 w 106639"/>
                  <a:gd name="connsiteY1" fmla="*/ 0 h 211123"/>
                  <a:gd name="connsiteX2" fmla="*/ 22082 w 106639"/>
                  <a:gd name="connsiteY2" fmla="*/ 84557 h 211123"/>
                  <a:gd name="connsiteX3" fmla="*/ 22082 w 106639"/>
                  <a:gd name="connsiteY3" fmla="*/ 126566 h 211123"/>
                  <a:gd name="connsiteX4" fmla="*/ 106639 w 106639"/>
                  <a:gd name="connsiteY4" fmla="*/ 211124 h 211123"/>
                  <a:gd name="connsiteX5" fmla="*/ 84557 w 106639"/>
                  <a:gd name="connsiteY5" fmla="*/ 211124 h 211123"/>
                  <a:gd name="connsiteX6" fmla="*/ 0 w 106639"/>
                  <a:gd name="connsiteY6" fmla="*/ 126566 h 211123"/>
                  <a:gd name="connsiteX7" fmla="*/ 0 w 106639"/>
                  <a:gd name="connsiteY7" fmla="*/ 84557 h 211123"/>
                  <a:gd name="connsiteX8" fmla="*/ 84557 w 106639"/>
                  <a:gd name="connsiteY8" fmla="*/ 0 h 211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639" h="211123">
                    <a:moveTo>
                      <a:pt x="84557" y="0"/>
                    </a:moveTo>
                    <a:lnTo>
                      <a:pt x="106639" y="0"/>
                    </a:lnTo>
                    <a:cubicBezTo>
                      <a:pt x="59783" y="0"/>
                      <a:pt x="22082" y="37701"/>
                      <a:pt x="22082" y="84557"/>
                    </a:cubicBezTo>
                    <a:lnTo>
                      <a:pt x="22082" y="126566"/>
                    </a:lnTo>
                    <a:cubicBezTo>
                      <a:pt x="22082" y="173423"/>
                      <a:pt x="59783" y="211124"/>
                      <a:pt x="106639" y="211124"/>
                    </a:cubicBezTo>
                    <a:lnTo>
                      <a:pt x="84557" y="211124"/>
                    </a:lnTo>
                    <a:cubicBezTo>
                      <a:pt x="37701" y="211124"/>
                      <a:pt x="0" y="173423"/>
                      <a:pt x="0" y="126566"/>
                    </a:cubicBezTo>
                    <a:lnTo>
                      <a:pt x="0" y="84557"/>
                    </a:lnTo>
                    <a:cubicBezTo>
                      <a:pt x="0" y="38239"/>
                      <a:pt x="38239" y="0"/>
                      <a:pt x="84557" y="0"/>
                    </a:cubicBezTo>
                    <a:close/>
                  </a:path>
                </a:pathLst>
              </a:custGeom>
              <a:solidFill>
                <a:schemeClr val="accent2">
                  <a:lumMod val="75000"/>
                </a:schemeClr>
              </a:solidFill>
              <a:ln w="5383"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B92DCEB7-CCFD-49BF-8252-168BB19BF2EA}"/>
                  </a:ext>
                </a:extLst>
              </p:cNvPr>
              <p:cNvSpPr/>
              <p:nvPr/>
            </p:nvSpPr>
            <p:spPr>
              <a:xfrm>
                <a:off x="7896282" y="5168472"/>
                <a:ext cx="615058" cy="211123"/>
              </a:xfrm>
              <a:custGeom>
                <a:avLst/>
                <a:gdLst>
                  <a:gd name="connsiteX0" fmla="*/ 0 w 615058"/>
                  <a:gd name="connsiteY0" fmla="*/ 84557 h 211123"/>
                  <a:gd name="connsiteX1" fmla="*/ 0 w 615058"/>
                  <a:gd name="connsiteY1" fmla="*/ 126566 h 211123"/>
                  <a:gd name="connsiteX2" fmla="*/ 84557 w 615058"/>
                  <a:gd name="connsiteY2" fmla="*/ 211124 h 211123"/>
                  <a:gd name="connsiteX3" fmla="*/ 615058 w 615058"/>
                  <a:gd name="connsiteY3" fmla="*/ 211124 h 211123"/>
                  <a:gd name="connsiteX4" fmla="*/ 615058 w 615058"/>
                  <a:gd name="connsiteY4" fmla="*/ 0 h 211123"/>
                  <a:gd name="connsiteX5" fmla="*/ 84557 w 615058"/>
                  <a:gd name="connsiteY5" fmla="*/ 0 h 211123"/>
                  <a:gd name="connsiteX6" fmla="*/ 0 w 615058"/>
                  <a:gd name="connsiteY6" fmla="*/ 84557 h 211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5058" h="211123">
                    <a:moveTo>
                      <a:pt x="0" y="84557"/>
                    </a:moveTo>
                    <a:lnTo>
                      <a:pt x="0" y="126566"/>
                    </a:lnTo>
                    <a:cubicBezTo>
                      <a:pt x="0" y="173423"/>
                      <a:pt x="37701" y="211124"/>
                      <a:pt x="84557" y="211124"/>
                    </a:cubicBezTo>
                    <a:lnTo>
                      <a:pt x="615058" y="211124"/>
                    </a:lnTo>
                    <a:lnTo>
                      <a:pt x="615058" y="0"/>
                    </a:lnTo>
                    <a:lnTo>
                      <a:pt x="84557" y="0"/>
                    </a:lnTo>
                    <a:cubicBezTo>
                      <a:pt x="38239" y="0"/>
                      <a:pt x="0" y="38239"/>
                      <a:pt x="0" y="84557"/>
                    </a:cubicBezTo>
                    <a:close/>
                  </a:path>
                </a:pathLst>
              </a:custGeom>
              <a:solidFill>
                <a:srgbClr val="FFFFFF"/>
              </a:solidFill>
              <a:ln w="5383"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CA5E2150-4DEB-4483-8E49-FE9E3A7ACD2B}"/>
                  </a:ext>
                </a:extLst>
              </p:cNvPr>
              <p:cNvSpPr/>
              <p:nvPr/>
            </p:nvSpPr>
            <p:spPr>
              <a:xfrm>
                <a:off x="7893050" y="5165241"/>
                <a:ext cx="621521" cy="217586"/>
              </a:xfrm>
              <a:custGeom>
                <a:avLst/>
                <a:gdLst>
                  <a:gd name="connsiteX0" fmla="*/ 87789 w 621521"/>
                  <a:gd name="connsiteY0" fmla="*/ 217586 h 217586"/>
                  <a:gd name="connsiteX1" fmla="*/ 618290 w 621521"/>
                  <a:gd name="connsiteY1" fmla="*/ 217586 h 217586"/>
                  <a:gd name="connsiteX2" fmla="*/ 621522 w 621521"/>
                  <a:gd name="connsiteY2" fmla="*/ 214355 h 217586"/>
                  <a:gd name="connsiteX3" fmla="*/ 618290 w 621521"/>
                  <a:gd name="connsiteY3" fmla="*/ 211124 h 217586"/>
                  <a:gd name="connsiteX4" fmla="*/ 87789 w 621521"/>
                  <a:gd name="connsiteY4" fmla="*/ 211124 h 217586"/>
                  <a:gd name="connsiteX5" fmla="*/ 6463 w 621521"/>
                  <a:gd name="connsiteY5" fmla="*/ 129798 h 217586"/>
                  <a:gd name="connsiteX6" fmla="*/ 6463 w 621521"/>
                  <a:gd name="connsiteY6" fmla="*/ 87789 h 217586"/>
                  <a:gd name="connsiteX7" fmla="*/ 87789 w 621521"/>
                  <a:gd name="connsiteY7" fmla="*/ 6463 h 217586"/>
                  <a:gd name="connsiteX8" fmla="*/ 618290 w 621521"/>
                  <a:gd name="connsiteY8" fmla="*/ 6463 h 217586"/>
                  <a:gd name="connsiteX9" fmla="*/ 621522 w 621521"/>
                  <a:gd name="connsiteY9" fmla="*/ 3231 h 217586"/>
                  <a:gd name="connsiteX10" fmla="*/ 618290 w 621521"/>
                  <a:gd name="connsiteY10" fmla="*/ 0 h 217586"/>
                  <a:gd name="connsiteX11" fmla="*/ 87789 w 621521"/>
                  <a:gd name="connsiteY11" fmla="*/ 0 h 217586"/>
                  <a:gd name="connsiteX12" fmla="*/ 0 w 621521"/>
                  <a:gd name="connsiteY12" fmla="*/ 87789 h 217586"/>
                  <a:gd name="connsiteX13" fmla="*/ 0 w 621521"/>
                  <a:gd name="connsiteY13" fmla="*/ 129798 h 217586"/>
                  <a:gd name="connsiteX14" fmla="*/ 87789 w 621521"/>
                  <a:gd name="connsiteY14" fmla="*/ 217586 h 217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521" h="217586">
                    <a:moveTo>
                      <a:pt x="87789" y="217586"/>
                    </a:moveTo>
                    <a:lnTo>
                      <a:pt x="618290" y="217586"/>
                    </a:lnTo>
                    <a:cubicBezTo>
                      <a:pt x="619906" y="217586"/>
                      <a:pt x="621522" y="215971"/>
                      <a:pt x="621522" y="214355"/>
                    </a:cubicBezTo>
                    <a:cubicBezTo>
                      <a:pt x="621522" y="212739"/>
                      <a:pt x="619906" y="211124"/>
                      <a:pt x="618290" y="211124"/>
                    </a:cubicBezTo>
                    <a:lnTo>
                      <a:pt x="87789" y="211124"/>
                    </a:lnTo>
                    <a:cubicBezTo>
                      <a:pt x="43086" y="211124"/>
                      <a:pt x="6463" y="174500"/>
                      <a:pt x="6463" y="129798"/>
                    </a:cubicBezTo>
                    <a:lnTo>
                      <a:pt x="6463" y="87789"/>
                    </a:lnTo>
                    <a:cubicBezTo>
                      <a:pt x="6463" y="43086"/>
                      <a:pt x="43086" y="6463"/>
                      <a:pt x="87789" y="6463"/>
                    </a:cubicBezTo>
                    <a:lnTo>
                      <a:pt x="618290" y="6463"/>
                    </a:lnTo>
                    <a:cubicBezTo>
                      <a:pt x="619906" y="6463"/>
                      <a:pt x="621522" y="4847"/>
                      <a:pt x="621522" y="3231"/>
                    </a:cubicBezTo>
                    <a:cubicBezTo>
                      <a:pt x="621522" y="1616"/>
                      <a:pt x="619906" y="0"/>
                      <a:pt x="618290" y="0"/>
                    </a:cubicBezTo>
                    <a:lnTo>
                      <a:pt x="87789" y="0"/>
                    </a:lnTo>
                    <a:cubicBezTo>
                      <a:pt x="39316" y="0"/>
                      <a:pt x="0" y="39316"/>
                      <a:pt x="0" y="87789"/>
                    </a:cubicBezTo>
                    <a:lnTo>
                      <a:pt x="0" y="129798"/>
                    </a:lnTo>
                    <a:cubicBezTo>
                      <a:pt x="539" y="178270"/>
                      <a:pt x="39855" y="217586"/>
                      <a:pt x="87789" y="217586"/>
                    </a:cubicBezTo>
                    <a:close/>
                  </a:path>
                </a:pathLst>
              </a:custGeom>
              <a:solidFill>
                <a:schemeClr val="accent2"/>
              </a:solidFill>
              <a:ln w="5383"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DC7BEE18-3A55-409A-BC70-0A99243C4614}"/>
                  </a:ext>
                </a:extLst>
              </p:cNvPr>
              <p:cNvSpPr/>
              <p:nvPr/>
            </p:nvSpPr>
            <p:spPr>
              <a:xfrm>
                <a:off x="7937752" y="5203480"/>
                <a:ext cx="576819" cy="6463"/>
              </a:xfrm>
              <a:custGeom>
                <a:avLst/>
                <a:gdLst>
                  <a:gd name="connsiteX0" fmla="*/ 3232 w 576819"/>
                  <a:gd name="connsiteY0" fmla="*/ 6463 h 6463"/>
                  <a:gd name="connsiteX1" fmla="*/ 573588 w 576819"/>
                  <a:gd name="connsiteY1" fmla="*/ 6463 h 6463"/>
                  <a:gd name="connsiteX2" fmla="*/ 576820 w 576819"/>
                  <a:gd name="connsiteY2" fmla="*/ 3232 h 6463"/>
                  <a:gd name="connsiteX3" fmla="*/ 573588 w 576819"/>
                  <a:gd name="connsiteY3" fmla="*/ 0 h 6463"/>
                  <a:gd name="connsiteX4" fmla="*/ 3232 w 576819"/>
                  <a:gd name="connsiteY4" fmla="*/ 0 h 6463"/>
                  <a:gd name="connsiteX5" fmla="*/ 0 w 576819"/>
                  <a:gd name="connsiteY5" fmla="*/ 3232 h 6463"/>
                  <a:gd name="connsiteX6" fmla="*/ 3232 w 576819"/>
                  <a:gd name="connsiteY6" fmla="*/ 6463 h 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819" h="6463">
                    <a:moveTo>
                      <a:pt x="3232" y="6463"/>
                    </a:moveTo>
                    <a:lnTo>
                      <a:pt x="573588" y="6463"/>
                    </a:lnTo>
                    <a:cubicBezTo>
                      <a:pt x="575204" y="6463"/>
                      <a:pt x="576820" y="4847"/>
                      <a:pt x="576820" y="3232"/>
                    </a:cubicBezTo>
                    <a:cubicBezTo>
                      <a:pt x="576820" y="1616"/>
                      <a:pt x="575204" y="0"/>
                      <a:pt x="573588" y="0"/>
                    </a:cubicBezTo>
                    <a:lnTo>
                      <a:pt x="3232" y="0"/>
                    </a:lnTo>
                    <a:cubicBezTo>
                      <a:pt x="1616" y="0"/>
                      <a:pt x="0" y="1616"/>
                      <a:pt x="0" y="3232"/>
                    </a:cubicBezTo>
                    <a:cubicBezTo>
                      <a:pt x="0" y="4847"/>
                      <a:pt x="1616" y="6463"/>
                      <a:pt x="3232" y="6463"/>
                    </a:cubicBezTo>
                    <a:close/>
                  </a:path>
                </a:pathLst>
              </a:custGeom>
              <a:solidFill>
                <a:schemeClr val="accent2"/>
              </a:solidFill>
              <a:ln w="5383"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F28849EA-B991-4254-8A23-B8FB5C1BBB5C}"/>
                  </a:ext>
                </a:extLst>
              </p:cNvPr>
              <p:cNvSpPr/>
              <p:nvPr/>
            </p:nvSpPr>
            <p:spPr>
              <a:xfrm>
                <a:off x="7937752" y="5239565"/>
                <a:ext cx="576819" cy="6463"/>
              </a:xfrm>
              <a:custGeom>
                <a:avLst/>
                <a:gdLst>
                  <a:gd name="connsiteX0" fmla="*/ 3232 w 576819"/>
                  <a:gd name="connsiteY0" fmla="*/ 6463 h 6463"/>
                  <a:gd name="connsiteX1" fmla="*/ 573588 w 576819"/>
                  <a:gd name="connsiteY1" fmla="*/ 6463 h 6463"/>
                  <a:gd name="connsiteX2" fmla="*/ 576820 w 576819"/>
                  <a:gd name="connsiteY2" fmla="*/ 3231 h 6463"/>
                  <a:gd name="connsiteX3" fmla="*/ 573588 w 576819"/>
                  <a:gd name="connsiteY3" fmla="*/ 0 h 6463"/>
                  <a:gd name="connsiteX4" fmla="*/ 3232 w 576819"/>
                  <a:gd name="connsiteY4" fmla="*/ 0 h 6463"/>
                  <a:gd name="connsiteX5" fmla="*/ 0 w 576819"/>
                  <a:gd name="connsiteY5" fmla="*/ 3231 h 6463"/>
                  <a:gd name="connsiteX6" fmla="*/ 3232 w 576819"/>
                  <a:gd name="connsiteY6" fmla="*/ 6463 h 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819" h="6463">
                    <a:moveTo>
                      <a:pt x="3232" y="6463"/>
                    </a:moveTo>
                    <a:lnTo>
                      <a:pt x="573588" y="6463"/>
                    </a:lnTo>
                    <a:cubicBezTo>
                      <a:pt x="575204" y="6463"/>
                      <a:pt x="576820" y="4847"/>
                      <a:pt x="576820" y="3231"/>
                    </a:cubicBezTo>
                    <a:cubicBezTo>
                      <a:pt x="576820" y="1616"/>
                      <a:pt x="575204" y="0"/>
                      <a:pt x="573588" y="0"/>
                    </a:cubicBezTo>
                    <a:lnTo>
                      <a:pt x="3232" y="0"/>
                    </a:lnTo>
                    <a:cubicBezTo>
                      <a:pt x="1616" y="0"/>
                      <a:pt x="0" y="1616"/>
                      <a:pt x="0" y="3231"/>
                    </a:cubicBezTo>
                    <a:cubicBezTo>
                      <a:pt x="0" y="5386"/>
                      <a:pt x="1616" y="6463"/>
                      <a:pt x="3232" y="6463"/>
                    </a:cubicBezTo>
                    <a:close/>
                  </a:path>
                </a:pathLst>
              </a:custGeom>
              <a:solidFill>
                <a:schemeClr val="accent2"/>
              </a:solidFill>
              <a:ln w="5383"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1DC51840-1697-4EAE-B2A6-1A75AF9AA34A}"/>
                  </a:ext>
                </a:extLst>
              </p:cNvPr>
              <p:cNvSpPr/>
              <p:nvPr/>
            </p:nvSpPr>
            <p:spPr>
              <a:xfrm>
                <a:off x="7937752" y="5275650"/>
                <a:ext cx="576819" cy="6463"/>
              </a:xfrm>
              <a:custGeom>
                <a:avLst/>
                <a:gdLst>
                  <a:gd name="connsiteX0" fmla="*/ 3232 w 576819"/>
                  <a:gd name="connsiteY0" fmla="*/ 6463 h 6463"/>
                  <a:gd name="connsiteX1" fmla="*/ 573588 w 576819"/>
                  <a:gd name="connsiteY1" fmla="*/ 6463 h 6463"/>
                  <a:gd name="connsiteX2" fmla="*/ 576820 w 576819"/>
                  <a:gd name="connsiteY2" fmla="*/ 3231 h 6463"/>
                  <a:gd name="connsiteX3" fmla="*/ 573588 w 576819"/>
                  <a:gd name="connsiteY3" fmla="*/ 0 h 6463"/>
                  <a:gd name="connsiteX4" fmla="*/ 3232 w 576819"/>
                  <a:gd name="connsiteY4" fmla="*/ 0 h 6463"/>
                  <a:gd name="connsiteX5" fmla="*/ 0 w 576819"/>
                  <a:gd name="connsiteY5" fmla="*/ 3231 h 6463"/>
                  <a:gd name="connsiteX6" fmla="*/ 3232 w 576819"/>
                  <a:gd name="connsiteY6" fmla="*/ 6463 h 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819" h="6463">
                    <a:moveTo>
                      <a:pt x="3232" y="6463"/>
                    </a:moveTo>
                    <a:lnTo>
                      <a:pt x="573588" y="6463"/>
                    </a:lnTo>
                    <a:cubicBezTo>
                      <a:pt x="575204" y="6463"/>
                      <a:pt x="576820" y="4847"/>
                      <a:pt x="576820" y="3231"/>
                    </a:cubicBezTo>
                    <a:cubicBezTo>
                      <a:pt x="576820" y="1616"/>
                      <a:pt x="575204" y="0"/>
                      <a:pt x="573588" y="0"/>
                    </a:cubicBezTo>
                    <a:lnTo>
                      <a:pt x="3232" y="0"/>
                    </a:lnTo>
                    <a:cubicBezTo>
                      <a:pt x="1616" y="0"/>
                      <a:pt x="0" y="1616"/>
                      <a:pt x="0" y="3231"/>
                    </a:cubicBezTo>
                    <a:cubicBezTo>
                      <a:pt x="0" y="5386"/>
                      <a:pt x="1616" y="6463"/>
                      <a:pt x="3232" y="6463"/>
                    </a:cubicBezTo>
                    <a:close/>
                  </a:path>
                </a:pathLst>
              </a:custGeom>
              <a:solidFill>
                <a:schemeClr val="accent2"/>
              </a:solidFill>
              <a:ln w="5383"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0A00297F-1889-429A-B8BC-05CF8FC3CC6D}"/>
                  </a:ext>
                </a:extLst>
              </p:cNvPr>
              <p:cNvSpPr/>
              <p:nvPr/>
            </p:nvSpPr>
            <p:spPr>
              <a:xfrm>
                <a:off x="7937752" y="5312273"/>
                <a:ext cx="576819" cy="6463"/>
              </a:xfrm>
              <a:custGeom>
                <a:avLst/>
                <a:gdLst>
                  <a:gd name="connsiteX0" fmla="*/ 3232 w 576819"/>
                  <a:gd name="connsiteY0" fmla="*/ 6463 h 6463"/>
                  <a:gd name="connsiteX1" fmla="*/ 573588 w 576819"/>
                  <a:gd name="connsiteY1" fmla="*/ 6463 h 6463"/>
                  <a:gd name="connsiteX2" fmla="*/ 576820 w 576819"/>
                  <a:gd name="connsiteY2" fmla="*/ 3231 h 6463"/>
                  <a:gd name="connsiteX3" fmla="*/ 573588 w 576819"/>
                  <a:gd name="connsiteY3" fmla="*/ 0 h 6463"/>
                  <a:gd name="connsiteX4" fmla="*/ 3232 w 576819"/>
                  <a:gd name="connsiteY4" fmla="*/ 0 h 6463"/>
                  <a:gd name="connsiteX5" fmla="*/ 0 w 576819"/>
                  <a:gd name="connsiteY5" fmla="*/ 3231 h 6463"/>
                  <a:gd name="connsiteX6" fmla="*/ 3232 w 576819"/>
                  <a:gd name="connsiteY6" fmla="*/ 6463 h 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819" h="6463">
                    <a:moveTo>
                      <a:pt x="3232" y="6463"/>
                    </a:moveTo>
                    <a:lnTo>
                      <a:pt x="573588" y="6463"/>
                    </a:lnTo>
                    <a:cubicBezTo>
                      <a:pt x="575204" y="6463"/>
                      <a:pt x="576820" y="4847"/>
                      <a:pt x="576820" y="3231"/>
                    </a:cubicBezTo>
                    <a:cubicBezTo>
                      <a:pt x="576820" y="1616"/>
                      <a:pt x="575204" y="0"/>
                      <a:pt x="573588" y="0"/>
                    </a:cubicBezTo>
                    <a:lnTo>
                      <a:pt x="3232" y="0"/>
                    </a:lnTo>
                    <a:cubicBezTo>
                      <a:pt x="1616" y="0"/>
                      <a:pt x="0" y="1616"/>
                      <a:pt x="0" y="3231"/>
                    </a:cubicBezTo>
                    <a:cubicBezTo>
                      <a:pt x="0" y="4847"/>
                      <a:pt x="1616" y="6463"/>
                      <a:pt x="3232" y="6463"/>
                    </a:cubicBezTo>
                    <a:close/>
                  </a:path>
                </a:pathLst>
              </a:custGeom>
              <a:solidFill>
                <a:schemeClr val="accent2"/>
              </a:solidFill>
              <a:ln w="5383"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3E3C5D1C-AE4F-4517-A81C-81FB5C73B800}"/>
                  </a:ext>
                </a:extLst>
              </p:cNvPr>
              <p:cNvSpPr/>
              <p:nvPr/>
            </p:nvSpPr>
            <p:spPr>
              <a:xfrm>
                <a:off x="7937752" y="5348358"/>
                <a:ext cx="576819" cy="6463"/>
              </a:xfrm>
              <a:custGeom>
                <a:avLst/>
                <a:gdLst>
                  <a:gd name="connsiteX0" fmla="*/ 3232 w 576819"/>
                  <a:gd name="connsiteY0" fmla="*/ 6463 h 6463"/>
                  <a:gd name="connsiteX1" fmla="*/ 573588 w 576819"/>
                  <a:gd name="connsiteY1" fmla="*/ 6463 h 6463"/>
                  <a:gd name="connsiteX2" fmla="*/ 576820 w 576819"/>
                  <a:gd name="connsiteY2" fmla="*/ 3231 h 6463"/>
                  <a:gd name="connsiteX3" fmla="*/ 573588 w 576819"/>
                  <a:gd name="connsiteY3" fmla="*/ 0 h 6463"/>
                  <a:gd name="connsiteX4" fmla="*/ 3232 w 576819"/>
                  <a:gd name="connsiteY4" fmla="*/ 0 h 6463"/>
                  <a:gd name="connsiteX5" fmla="*/ 0 w 576819"/>
                  <a:gd name="connsiteY5" fmla="*/ 3231 h 6463"/>
                  <a:gd name="connsiteX6" fmla="*/ 3232 w 576819"/>
                  <a:gd name="connsiteY6" fmla="*/ 6463 h 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6819" h="6463">
                    <a:moveTo>
                      <a:pt x="3232" y="6463"/>
                    </a:moveTo>
                    <a:lnTo>
                      <a:pt x="573588" y="6463"/>
                    </a:lnTo>
                    <a:cubicBezTo>
                      <a:pt x="575204" y="6463"/>
                      <a:pt x="576820" y="4847"/>
                      <a:pt x="576820" y="3231"/>
                    </a:cubicBezTo>
                    <a:cubicBezTo>
                      <a:pt x="576820" y="1616"/>
                      <a:pt x="575204" y="0"/>
                      <a:pt x="573588" y="0"/>
                    </a:cubicBezTo>
                    <a:lnTo>
                      <a:pt x="3232" y="0"/>
                    </a:lnTo>
                    <a:cubicBezTo>
                      <a:pt x="1616" y="0"/>
                      <a:pt x="0" y="1616"/>
                      <a:pt x="0" y="3231"/>
                    </a:cubicBezTo>
                    <a:cubicBezTo>
                      <a:pt x="0" y="4847"/>
                      <a:pt x="1616" y="6463"/>
                      <a:pt x="3232" y="6463"/>
                    </a:cubicBezTo>
                    <a:close/>
                  </a:path>
                </a:pathLst>
              </a:custGeom>
              <a:solidFill>
                <a:schemeClr val="accent2"/>
              </a:solidFill>
              <a:ln w="5383" cap="flat">
                <a:noFill/>
                <a:prstDash val="solid"/>
                <a:miter/>
              </a:ln>
            </p:spPr>
            <p:txBody>
              <a:bodyPr rtlCol="0" anchor="ctr"/>
              <a:lstStyle/>
              <a:p>
                <a:endParaRPr lang="en-US"/>
              </a:p>
            </p:txBody>
          </p:sp>
        </p:grpSp>
        <p:grpSp>
          <p:nvGrpSpPr>
            <p:cNvPr id="138" name="Graphic 21">
              <a:extLst>
                <a:ext uri="{FF2B5EF4-FFF2-40B4-BE49-F238E27FC236}">
                  <a16:creationId xmlns:a16="http://schemas.microsoft.com/office/drawing/2014/main" id="{8639DD85-530A-4410-999F-96017AD201EE}"/>
                </a:ext>
              </a:extLst>
            </p:cNvPr>
            <p:cNvGrpSpPr/>
            <p:nvPr/>
          </p:nvGrpSpPr>
          <p:grpSpPr>
            <a:xfrm>
              <a:off x="6890752" y="4231266"/>
              <a:ext cx="1217913" cy="1495718"/>
              <a:chOff x="6890752" y="4231266"/>
              <a:chExt cx="1217913" cy="1495718"/>
            </a:xfrm>
          </p:grpSpPr>
          <p:grpSp>
            <p:nvGrpSpPr>
              <p:cNvPr id="139" name="Graphic 21">
                <a:extLst>
                  <a:ext uri="{FF2B5EF4-FFF2-40B4-BE49-F238E27FC236}">
                    <a16:creationId xmlns:a16="http://schemas.microsoft.com/office/drawing/2014/main" id="{8639DD85-530A-4410-999F-96017AD201EE}"/>
                  </a:ext>
                </a:extLst>
              </p:cNvPr>
              <p:cNvGrpSpPr/>
              <p:nvPr/>
            </p:nvGrpSpPr>
            <p:grpSpPr>
              <a:xfrm>
                <a:off x="7156120" y="4231266"/>
                <a:ext cx="952546" cy="1480099"/>
                <a:chOff x="7156120" y="4231266"/>
                <a:chExt cx="952546" cy="1480099"/>
              </a:xfrm>
            </p:grpSpPr>
            <p:sp>
              <p:nvSpPr>
                <p:cNvPr id="140" name="Freeform: Shape 139">
                  <a:extLst>
                    <a:ext uri="{FF2B5EF4-FFF2-40B4-BE49-F238E27FC236}">
                      <a16:creationId xmlns:a16="http://schemas.microsoft.com/office/drawing/2014/main" id="{8CDA02A6-6E20-4FA6-97F2-2BB758B7875F}"/>
                    </a:ext>
                  </a:extLst>
                </p:cNvPr>
                <p:cNvSpPr/>
                <p:nvPr/>
              </p:nvSpPr>
              <p:spPr>
                <a:xfrm>
                  <a:off x="7252518" y="4591653"/>
                  <a:ext cx="573210" cy="345571"/>
                </a:xfrm>
                <a:custGeom>
                  <a:avLst/>
                  <a:gdLst>
                    <a:gd name="connsiteX0" fmla="*/ 569979 w 573210"/>
                    <a:gd name="connsiteY0" fmla="*/ 0 h 345571"/>
                    <a:gd name="connsiteX1" fmla="*/ 309845 w 573210"/>
                    <a:gd name="connsiteY1" fmla="*/ 261750 h 345571"/>
                    <a:gd name="connsiteX2" fmla="*/ 152579 w 573210"/>
                    <a:gd name="connsiteY2" fmla="*/ 285448 h 345571"/>
                    <a:gd name="connsiteX3" fmla="*/ 87949 w 573210"/>
                    <a:gd name="connsiteY3" fmla="*/ 264443 h 345571"/>
                    <a:gd name="connsiteX4" fmla="*/ 3392 w 573210"/>
                    <a:gd name="connsiteY4" fmla="*/ 305914 h 345571"/>
                    <a:gd name="connsiteX5" fmla="*/ 85256 w 573210"/>
                    <a:gd name="connsiteY5" fmla="*/ 338228 h 345571"/>
                    <a:gd name="connsiteX6" fmla="*/ 382014 w 573210"/>
                    <a:gd name="connsiteY6" fmla="*/ 340921 h 345571"/>
                    <a:gd name="connsiteX7" fmla="*/ 573210 w 573210"/>
                    <a:gd name="connsiteY7" fmla="*/ 162113 h 345571"/>
                    <a:gd name="connsiteX8" fmla="*/ 569979 w 573210"/>
                    <a:gd name="connsiteY8" fmla="*/ 0 h 345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210" h="345571">
                      <a:moveTo>
                        <a:pt x="569979" y="0"/>
                      </a:moveTo>
                      <a:cubicBezTo>
                        <a:pt x="506426" y="53319"/>
                        <a:pt x="376090" y="217048"/>
                        <a:pt x="309845" y="261750"/>
                      </a:cubicBezTo>
                      <a:cubicBezTo>
                        <a:pt x="300150" y="268213"/>
                        <a:pt x="205898" y="294604"/>
                        <a:pt x="152579" y="285448"/>
                      </a:cubicBezTo>
                      <a:cubicBezTo>
                        <a:pt x="121880" y="280062"/>
                        <a:pt x="97644" y="267136"/>
                        <a:pt x="87949" y="264443"/>
                      </a:cubicBezTo>
                      <a:cubicBezTo>
                        <a:pt x="44863" y="254210"/>
                        <a:pt x="-14920" y="294065"/>
                        <a:pt x="3392" y="305914"/>
                      </a:cubicBezTo>
                      <a:cubicBezTo>
                        <a:pt x="7162" y="308068"/>
                        <a:pt x="37323" y="334458"/>
                        <a:pt x="85256" y="338228"/>
                      </a:cubicBezTo>
                      <a:cubicBezTo>
                        <a:pt x="190280" y="346307"/>
                        <a:pt x="361010" y="348462"/>
                        <a:pt x="382014" y="340921"/>
                      </a:cubicBezTo>
                      <a:cubicBezTo>
                        <a:pt x="496193" y="298373"/>
                        <a:pt x="573210" y="162113"/>
                        <a:pt x="573210" y="162113"/>
                      </a:cubicBezTo>
                      <a:lnTo>
                        <a:pt x="569979" y="0"/>
                      </a:lnTo>
                      <a:close/>
                    </a:path>
                  </a:pathLst>
                </a:custGeom>
                <a:solidFill>
                  <a:srgbClr val="F6A087"/>
                </a:solidFill>
                <a:ln w="5383"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A97589A5-0CD4-46CA-851C-A0EC5AF4BE09}"/>
                    </a:ext>
                  </a:extLst>
                </p:cNvPr>
                <p:cNvSpPr/>
                <p:nvPr/>
              </p:nvSpPr>
              <p:spPr>
                <a:xfrm>
                  <a:off x="7646919" y="4539410"/>
                  <a:ext cx="170191" cy="264981"/>
                </a:xfrm>
                <a:custGeom>
                  <a:avLst/>
                  <a:gdLst>
                    <a:gd name="connsiteX0" fmla="*/ 170192 w 170191"/>
                    <a:gd name="connsiteY0" fmla="*/ 0 h 264981"/>
                    <a:gd name="connsiteX1" fmla="*/ 0 w 170191"/>
                    <a:gd name="connsiteY1" fmla="*/ 183656 h 264981"/>
                    <a:gd name="connsiteX2" fmla="*/ 127105 w 170191"/>
                    <a:gd name="connsiteY2" fmla="*/ 264982 h 264981"/>
                    <a:gd name="connsiteX3" fmla="*/ 163729 w 170191"/>
                    <a:gd name="connsiteY3" fmla="*/ 220279 h 264981"/>
                    <a:gd name="connsiteX4" fmla="*/ 170192 w 170191"/>
                    <a:gd name="connsiteY4" fmla="*/ 0 h 264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191" h="264981">
                      <a:moveTo>
                        <a:pt x="170192" y="0"/>
                      </a:moveTo>
                      <a:cubicBezTo>
                        <a:pt x="128182" y="23159"/>
                        <a:pt x="0" y="176116"/>
                        <a:pt x="0" y="183656"/>
                      </a:cubicBezTo>
                      <a:cubicBezTo>
                        <a:pt x="0" y="190658"/>
                        <a:pt x="91020" y="264982"/>
                        <a:pt x="127105" y="264982"/>
                      </a:cubicBezTo>
                      <a:cubicBezTo>
                        <a:pt x="137877" y="264982"/>
                        <a:pt x="163729" y="220279"/>
                        <a:pt x="163729" y="220279"/>
                      </a:cubicBezTo>
                      <a:lnTo>
                        <a:pt x="170192" y="0"/>
                      </a:lnTo>
                      <a:close/>
                    </a:path>
                  </a:pathLst>
                </a:custGeom>
                <a:solidFill>
                  <a:schemeClr val="accent3"/>
                </a:solidFill>
                <a:ln w="5383" cap="flat">
                  <a:noFill/>
                  <a:prstDash val="solid"/>
                  <a:miter/>
                </a:ln>
              </p:spPr>
              <p:txBody>
                <a:bodyPr rtlCol="0" anchor="ctr"/>
                <a:lstStyle/>
                <a:p>
                  <a:endParaRPr lang="en-US"/>
                </a:p>
              </p:txBody>
            </p:sp>
            <p:grpSp>
              <p:nvGrpSpPr>
                <p:cNvPr id="142" name="Graphic 21">
                  <a:extLst>
                    <a:ext uri="{FF2B5EF4-FFF2-40B4-BE49-F238E27FC236}">
                      <a16:creationId xmlns:a16="http://schemas.microsoft.com/office/drawing/2014/main" id="{8639DD85-530A-4410-999F-96017AD201EE}"/>
                    </a:ext>
                  </a:extLst>
                </p:cNvPr>
                <p:cNvGrpSpPr/>
                <p:nvPr/>
              </p:nvGrpSpPr>
              <p:grpSpPr>
                <a:xfrm>
                  <a:off x="7865559" y="4231266"/>
                  <a:ext cx="232151" cy="340306"/>
                  <a:chOff x="7865559" y="4231266"/>
                  <a:chExt cx="232151" cy="340306"/>
                </a:xfrm>
              </p:grpSpPr>
              <p:sp>
                <p:nvSpPr>
                  <p:cNvPr id="143" name="Freeform: Shape 142">
                    <a:extLst>
                      <a:ext uri="{FF2B5EF4-FFF2-40B4-BE49-F238E27FC236}">
                        <a16:creationId xmlns:a16="http://schemas.microsoft.com/office/drawing/2014/main" id="{16937C13-48DB-4085-85B9-E1587810FFB9}"/>
                      </a:ext>
                    </a:extLst>
                  </p:cNvPr>
                  <p:cNvSpPr/>
                  <p:nvPr/>
                </p:nvSpPr>
                <p:spPr>
                  <a:xfrm>
                    <a:off x="7865559" y="4231266"/>
                    <a:ext cx="232151" cy="223054"/>
                  </a:xfrm>
                  <a:custGeom>
                    <a:avLst/>
                    <a:gdLst>
                      <a:gd name="connsiteX0" fmla="*/ 232152 w 232151"/>
                      <a:gd name="connsiteY0" fmla="*/ 89481 h 223054"/>
                      <a:gd name="connsiteX1" fmla="*/ 143286 w 232151"/>
                      <a:gd name="connsiteY1" fmla="*/ 223048 h 223054"/>
                      <a:gd name="connsiteX2" fmla="*/ 74886 w 232151"/>
                      <a:gd name="connsiteY2" fmla="*/ 140646 h 223054"/>
                      <a:gd name="connsiteX3" fmla="*/ 24 w 232151"/>
                      <a:gd name="connsiteY3" fmla="*/ 90019 h 223054"/>
                      <a:gd name="connsiteX4" fmla="*/ 134130 w 232151"/>
                      <a:gd name="connsiteY4" fmla="*/ 615 h 223054"/>
                      <a:gd name="connsiteX5" fmla="*/ 232152 w 232151"/>
                      <a:gd name="connsiteY5" fmla="*/ 89481 h 223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2151" h="223054">
                        <a:moveTo>
                          <a:pt x="232152" y="89481"/>
                        </a:moveTo>
                        <a:cubicBezTo>
                          <a:pt x="232152" y="185886"/>
                          <a:pt x="159444" y="223587"/>
                          <a:pt x="143286" y="223048"/>
                        </a:cubicBezTo>
                        <a:cubicBezTo>
                          <a:pt x="129283" y="223048"/>
                          <a:pt x="107740" y="171883"/>
                          <a:pt x="74886" y="140646"/>
                        </a:cubicBezTo>
                        <a:cubicBezTo>
                          <a:pt x="34493" y="101868"/>
                          <a:pt x="-1053" y="99175"/>
                          <a:pt x="24" y="90019"/>
                        </a:cubicBezTo>
                        <a:cubicBezTo>
                          <a:pt x="2178" y="66321"/>
                          <a:pt x="47419" y="-7464"/>
                          <a:pt x="134130" y="615"/>
                        </a:cubicBezTo>
                        <a:cubicBezTo>
                          <a:pt x="199837" y="6001"/>
                          <a:pt x="232152" y="69014"/>
                          <a:pt x="232152" y="89481"/>
                        </a:cubicBezTo>
                        <a:close/>
                      </a:path>
                    </a:pathLst>
                  </a:custGeom>
                  <a:solidFill>
                    <a:srgbClr val="232850"/>
                  </a:solidFill>
                  <a:ln w="5383"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161FCEE9-E3FF-468B-A928-161E21192F70}"/>
                      </a:ext>
                    </a:extLst>
                  </p:cNvPr>
                  <p:cNvSpPr/>
                  <p:nvPr/>
                </p:nvSpPr>
                <p:spPr>
                  <a:xfrm>
                    <a:off x="7895951" y="4371808"/>
                    <a:ext cx="146094" cy="199764"/>
                  </a:xfrm>
                  <a:custGeom>
                    <a:avLst/>
                    <a:gdLst>
                      <a:gd name="connsiteX0" fmla="*/ 35877 w 146094"/>
                      <a:gd name="connsiteY0" fmla="*/ 71196 h 199764"/>
                      <a:gd name="connsiteX1" fmla="*/ 6255 w 146094"/>
                      <a:gd name="connsiteY1" fmla="*/ 154676 h 199764"/>
                      <a:gd name="connsiteX2" fmla="*/ 122589 w 146094"/>
                      <a:gd name="connsiteY2" fmla="*/ 168140 h 199764"/>
                      <a:gd name="connsiteX3" fmla="*/ 145209 w 146094"/>
                      <a:gd name="connsiteY3" fmla="*/ 2796 h 199764"/>
                      <a:gd name="connsiteX4" fmla="*/ 35877 w 146094"/>
                      <a:gd name="connsiteY4" fmla="*/ 71196 h 1997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094" h="199764">
                        <a:moveTo>
                          <a:pt x="35877" y="71196"/>
                        </a:moveTo>
                        <a:cubicBezTo>
                          <a:pt x="27260" y="109974"/>
                          <a:pt x="15950" y="118052"/>
                          <a:pt x="6255" y="154676"/>
                        </a:cubicBezTo>
                        <a:cubicBezTo>
                          <a:pt x="-29830" y="201532"/>
                          <a:pt x="101045" y="220921"/>
                          <a:pt x="122589" y="168140"/>
                        </a:cubicBezTo>
                        <a:cubicBezTo>
                          <a:pt x="117203" y="146059"/>
                          <a:pt x="120973" y="39958"/>
                          <a:pt x="145209" y="2796"/>
                        </a:cubicBezTo>
                        <a:cubicBezTo>
                          <a:pt x="157596" y="-16593"/>
                          <a:pt x="35877" y="71196"/>
                          <a:pt x="35877" y="71196"/>
                        </a:cubicBezTo>
                        <a:close/>
                      </a:path>
                    </a:pathLst>
                  </a:custGeom>
                  <a:solidFill>
                    <a:srgbClr val="F6A087"/>
                  </a:solidFill>
                  <a:ln w="5383"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B25BF1EA-A405-472B-8D49-736D9C4BAC3C}"/>
                      </a:ext>
                    </a:extLst>
                  </p:cNvPr>
                  <p:cNvSpPr/>
                  <p:nvPr/>
                </p:nvSpPr>
                <p:spPr>
                  <a:xfrm>
                    <a:off x="7887039" y="4313745"/>
                    <a:ext cx="166729" cy="172980"/>
                  </a:xfrm>
                  <a:custGeom>
                    <a:avLst/>
                    <a:gdLst>
                      <a:gd name="connsiteX0" fmla="*/ 23784 w 166729"/>
                      <a:gd name="connsiteY0" fmla="*/ 0 h 172980"/>
                      <a:gd name="connsiteX1" fmla="*/ 31863 w 166729"/>
                      <a:gd name="connsiteY1" fmla="*/ 172346 h 172980"/>
                      <a:gd name="connsiteX2" fmla="*/ 139040 w 166729"/>
                      <a:gd name="connsiteY2" fmla="*/ 81864 h 172980"/>
                      <a:gd name="connsiteX3" fmla="*/ 165431 w 166729"/>
                      <a:gd name="connsiteY3" fmla="*/ 38778 h 172980"/>
                      <a:gd name="connsiteX4" fmla="*/ 137425 w 166729"/>
                      <a:gd name="connsiteY4" fmla="*/ 56551 h 172980"/>
                      <a:gd name="connsiteX5" fmla="*/ 23784 w 166729"/>
                      <a:gd name="connsiteY5" fmla="*/ 0 h 172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9" h="172980">
                        <a:moveTo>
                          <a:pt x="23784" y="0"/>
                        </a:moveTo>
                        <a:cubicBezTo>
                          <a:pt x="-14994" y="77556"/>
                          <a:pt x="-2068" y="166421"/>
                          <a:pt x="31863" y="172346"/>
                        </a:cubicBezTo>
                        <a:cubicBezTo>
                          <a:pt x="70102" y="179348"/>
                          <a:pt x="124499" y="127105"/>
                          <a:pt x="139040" y="81864"/>
                        </a:cubicBezTo>
                        <a:cubicBezTo>
                          <a:pt x="145503" y="85634"/>
                          <a:pt x="172971" y="50088"/>
                          <a:pt x="165431" y="38778"/>
                        </a:cubicBezTo>
                        <a:cubicBezTo>
                          <a:pt x="159506" y="30161"/>
                          <a:pt x="141733" y="57628"/>
                          <a:pt x="137425" y="56551"/>
                        </a:cubicBezTo>
                        <a:cubicBezTo>
                          <a:pt x="84644" y="61937"/>
                          <a:pt x="22168" y="9156"/>
                          <a:pt x="23784" y="0"/>
                        </a:cubicBezTo>
                        <a:close/>
                      </a:path>
                    </a:pathLst>
                  </a:custGeom>
                  <a:solidFill>
                    <a:srgbClr val="F5B58F"/>
                  </a:solidFill>
                  <a:ln w="5383" cap="flat">
                    <a:noFill/>
                    <a:prstDash val="solid"/>
                    <a:miter/>
                  </a:ln>
                </p:spPr>
                <p:txBody>
                  <a:bodyPr rtlCol="0" anchor="ctr"/>
                  <a:lstStyle/>
                  <a:p>
                    <a:endParaRPr lang="en-US"/>
                  </a:p>
                </p:txBody>
              </p:sp>
            </p:grpSp>
            <p:grpSp>
              <p:nvGrpSpPr>
                <p:cNvPr id="146" name="Graphic 21">
                  <a:extLst>
                    <a:ext uri="{FF2B5EF4-FFF2-40B4-BE49-F238E27FC236}">
                      <a16:creationId xmlns:a16="http://schemas.microsoft.com/office/drawing/2014/main" id="{8639DD85-530A-4410-999F-96017AD201EE}"/>
                    </a:ext>
                  </a:extLst>
                </p:cNvPr>
                <p:cNvGrpSpPr/>
                <p:nvPr/>
              </p:nvGrpSpPr>
              <p:grpSpPr>
                <a:xfrm>
                  <a:off x="7156120" y="4956810"/>
                  <a:ext cx="726182" cy="754555"/>
                  <a:chOff x="7156120" y="4956810"/>
                  <a:chExt cx="726182" cy="754555"/>
                </a:xfrm>
              </p:grpSpPr>
              <p:sp>
                <p:nvSpPr>
                  <p:cNvPr id="147" name="Freeform: Shape 146">
                    <a:extLst>
                      <a:ext uri="{FF2B5EF4-FFF2-40B4-BE49-F238E27FC236}">
                        <a16:creationId xmlns:a16="http://schemas.microsoft.com/office/drawing/2014/main" id="{946D25CE-490C-4176-ACB6-A7E254BEF879}"/>
                      </a:ext>
                    </a:extLst>
                  </p:cNvPr>
                  <p:cNvSpPr/>
                  <p:nvPr/>
                </p:nvSpPr>
                <p:spPr>
                  <a:xfrm>
                    <a:off x="7229046" y="4956810"/>
                    <a:ext cx="653256" cy="622301"/>
                  </a:xfrm>
                  <a:custGeom>
                    <a:avLst/>
                    <a:gdLst>
                      <a:gd name="connsiteX0" fmla="*/ 653233 w 653256"/>
                      <a:gd name="connsiteY0" fmla="*/ 44164 h 622301"/>
                      <a:gd name="connsiteX1" fmla="*/ 471731 w 653256"/>
                      <a:gd name="connsiteY1" fmla="*/ 199813 h 622301"/>
                      <a:gd name="connsiteX2" fmla="*/ 141043 w 653256"/>
                      <a:gd name="connsiteY2" fmla="*/ 219203 h 622301"/>
                      <a:gd name="connsiteX3" fmla="*/ 159894 w 653256"/>
                      <a:gd name="connsiteY3" fmla="*/ 338767 h 622301"/>
                      <a:gd name="connsiteX4" fmla="*/ 73721 w 653256"/>
                      <a:gd name="connsiteY4" fmla="*/ 616675 h 622301"/>
                      <a:gd name="connsiteX5" fmla="*/ 7475 w 653256"/>
                      <a:gd name="connsiteY5" fmla="*/ 617213 h 622301"/>
                      <a:gd name="connsiteX6" fmla="*/ 12861 w 653256"/>
                      <a:gd name="connsiteY6" fmla="*/ 142186 h 622301"/>
                      <a:gd name="connsiteX7" fmla="*/ 481965 w 653256"/>
                      <a:gd name="connsiteY7" fmla="*/ 0 h 622301"/>
                      <a:gd name="connsiteX8" fmla="*/ 653233 w 653256"/>
                      <a:gd name="connsiteY8" fmla="*/ 44164 h 622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3256" h="622301">
                        <a:moveTo>
                          <a:pt x="653233" y="44164"/>
                        </a:moveTo>
                        <a:cubicBezTo>
                          <a:pt x="655387" y="85096"/>
                          <a:pt x="508894" y="185811"/>
                          <a:pt x="471731" y="199813"/>
                        </a:cubicBezTo>
                        <a:cubicBezTo>
                          <a:pt x="340856" y="247747"/>
                          <a:pt x="157739" y="211662"/>
                          <a:pt x="141043" y="219203"/>
                        </a:cubicBezTo>
                        <a:cubicBezTo>
                          <a:pt x="141582" y="219203"/>
                          <a:pt x="167972" y="297297"/>
                          <a:pt x="159894" y="338767"/>
                        </a:cubicBezTo>
                        <a:cubicBezTo>
                          <a:pt x="139428" y="445406"/>
                          <a:pt x="78029" y="612905"/>
                          <a:pt x="73721" y="616675"/>
                        </a:cubicBezTo>
                        <a:cubicBezTo>
                          <a:pt x="69951" y="620445"/>
                          <a:pt x="16093" y="626908"/>
                          <a:pt x="7475" y="617213"/>
                        </a:cubicBezTo>
                        <a:cubicBezTo>
                          <a:pt x="4244" y="613982"/>
                          <a:pt x="-10298" y="204661"/>
                          <a:pt x="12861" y="142186"/>
                        </a:cubicBezTo>
                        <a:cubicBezTo>
                          <a:pt x="43022" y="61399"/>
                          <a:pt x="481965" y="0"/>
                          <a:pt x="481965" y="0"/>
                        </a:cubicBezTo>
                        <a:cubicBezTo>
                          <a:pt x="481965" y="0"/>
                          <a:pt x="651079" y="-538"/>
                          <a:pt x="653233" y="44164"/>
                        </a:cubicBezTo>
                        <a:close/>
                      </a:path>
                    </a:pathLst>
                  </a:custGeom>
                  <a:solidFill>
                    <a:srgbClr val="032F4A"/>
                  </a:solidFill>
                  <a:ln w="5383"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71D0556-3E71-4EF9-8BDA-7AF2CD0777FF}"/>
                      </a:ext>
                    </a:extLst>
                  </p:cNvPr>
                  <p:cNvSpPr/>
                  <p:nvPr/>
                </p:nvSpPr>
                <p:spPr>
                  <a:xfrm>
                    <a:off x="7156120" y="5621418"/>
                    <a:ext cx="149607" cy="89947"/>
                  </a:xfrm>
                  <a:custGeom>
                    <a:avLst/>
                    <a:gdLst>
                      <a:gd name="connsiteX0" fmla="*/ 80940 w 149607"/>
                      <a:gd name="connsiteY0" fmla="*/ 0 h 89947"/>
                      <a:gd name="connsiteX1" fmla="*/ 1230 w 149607"/>
                      <a:gd name="connsiteY1" fmla="*/ 84018 h 89947"/>
                      <a:gd name="connsiteX2" fmla="*/ 147185 w 149607"/>
                      <a:gd name="connsiteY2" fmla="*/ 56012 h 89947"/>
                      <a:gd name="connsiteX3" fmla="*/ 132643 w 149607"/>
                      <a:gd name="connsiteY3" fmla="*/ 4309 h 89947"/>
                      <a:gd name="connsiteX4" fmla="*/ 80940 w 149607"/>
                      <a:gd name="connsiteY4" fmla="*/ 0 h 899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607" h="89947">
                        <a:moveTo>
                          <a:pt x="80940" y="0"/>
                        </a:moveTo>
                        <a:cubicBezTo>
                          <a:pt x="73938" y="7001"/>
                          <a:pt x="-11157" y="68399"/>
                          <a:pt x="1230" y="84018"/>
                        </a:cubicBezTo>
                        <a:cubicBezTo>
                          <a:pt x="17387" y="105023"/>
                          <a:pt x="143954" y="64091"/>
                          <a:pt x="147185" y="56012"/>
                        </a:cubicBezTo>
                        <a:cubicBezTo>
                          <a:pt x="155264" y="35008"/>
                          <a:pt x="141261" y="3231"/>
                          <a:pt x="132643" y="4309"/>
                        </a:cubicBezTo>
                        <a:cubicBezTo>
                          <a:pt x="119718" y="6463"/>
                          <a:pt x="80940" y="0"/>
                          <a:pt x="80940" y="0"/>
                        </a:cubicBezTo>
                        <a:close/>
                      </a:path>
                    </a:pathLst>
                  </a:custGeom>
                  <a:solidFill>
                    <a:srgbClr val="033B5E"/>
                  </a:solidFill>
                  <a:ln w="5383"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0A19C192-2B17-4046-BB28-D7542B80AD8C}"/>
                      </a:ext>
                    </a:extLst>
                  </p:cNvPr>
                  <p:cNvSpPr/>
                  <p:nvPr/>
                </p:nvSpPr>
                <p:spPr>
                  <a:xfrm>
                    <a:off x="7227622" y="5565003"/>
                    <a:ext cx="70938" cy="80132"/>
                  </a:xfrm>
                  <a:custGeom>
                    <a:avLst/>
                    <a:gdLst>
                      <a:gd name="connsiteX0" fmla="*/ 67066 w 70938"/>
                      <a:gd name="connsiteY0" fmla="*/ 941 h 80132"/>
                      <a:gd name="connsiteX1" fmla="*/ 70836 w 70938"/>
                      <a:gd name="connsiteY1" fmla="*/ 5789 h 80132"/>
                      <a:gd name="connsiteX2" fmla="*/ 61141 w 70938"/>
                      <a:gd name="connsiteY2" fmla="*/ 65571 h 80132"/>
                      <a:gd name="connsiteX3" fmla="*/ 4590 w 70938"/>
                      <a:gd name="connsiteY3" fmla="*/ 80113 h 80132"/>
                      <a:gd name="connsiteX4" fmla="*/ 1897 w 70938"/>
                      <a:gd name="connsiteY4" fmla="*/ 68803 h 80132"/>
                      <a:gd name="connsiteX5" fmla="*/ 14285 w 70938"/>
                      <a:gd name="connsiteY5" fmla="*/ 4711 h 80132"/>
                      <a:gd name="connsiteX6" fmla="*/ 67066 w 70938"/>
                      <a:gd name="connsiteY6" fmla="*/ 941 h 80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938" h="80132">
                        <a:moveTo>
                          <a:pt x="67066" y="941"/>
                        </a:moveTo>
                        <a:cubicBezTo>
                          <a:pt x="69758" y="941"/>
                          <a:pt x="71374" y="3634"/>
                          <a:pt x="70836" y="5789"/>
                        </a:cubicBezTo>
                        <a:cubicBezTo>
                          <a:pt x="68143" y="16560"/>
                          <a:pt x="58987" y="36488"/>
                          <a:pt x="61141" y="65571"/>
                        </a:cubicBezTo>
                        <a:cubicBezTo>
                          <a:pt x="61680" y="69880"/>
                          <a:pt x="21825" y="80651"/>
                          <a:pt x="4590" y="80113"/>
                        </a:cubicBezTo>
                        <a:cubicBezTo>
                          <a:pt x="-2950" y="80113"/>
                          <a:pt x="820" y="70418"/>
                          <a:pt x="1897" y="68803"/>
                        </a:cubicBezTo>
                        <a:cubicBezTo>
                          <a:pt x="15362" y="48337"/>
                          <a:pt x="14285" y="30563"/>
                          <a:pt x="14285" y="4711"/>
                        </a:cubicBezTo>
                        <a:cubicBezTo>
                          <a:pt x="13207" y="-674"/>
                          <a:pt x="53601" y="-674"/>
                          <a:pt x="67066" y="941"/>
                        </a:cubicBezTo>
                        <a:close/>
                      </a:path>
                    </a:pathLst>
                  </a:custGeom>
                  <a:solidFill>
                    <a:srgbClr val="F5B58F"/>
                  </a:solidFill>
                  <a:ln w="5383" cap="flat">
                    <a:noFill/>
                    <a:prstDash val="solid"/>
                    <a:miter/>
                  </a:ln>
                </p:spPr>
                <p:txBody>
                  <a:bodyPr rtlCol="0" anchor="ctr"/>
                  <a:lstStyle/>
                  <a:p>
                    <a:endParaRPr lang="en-US"/>
                  </a:p>
                </p:txBody>
              </p:sp>
            </p:grpSp>
            <p:sp>
              <p:nvSpPr>
                <p:cNvPr id="150" name="Freeform: Shape 149">
                  <a:extLst>
                    <a:ext uri="{FF2B5EF4-FFF2-40B4-BE49-F238E27FC236}">
                      <a16:creationId xmlns:a16="http://schemas.microsoft.com/office/drawing/2014/main" id="{9CB4B608-46B2-4885-95CB-452ED492136B}"/>
                    </a:ext>
                  </a:extLst>
                </p:cNvPr>
                <p:cNvSpPr/>
                <p:nvPr/>
              </p:nvSpPr>
              <p:spPr>
                <a:xfrm>
                  <a:off x="7467144" y="4996126"/>
                  <a:ext cx="523021" cy="596482"/>
                </a:xfrm>
                <a:custGeom>
                  <a:avLst/>
                  <a:gdLst>
                    <a:gd name="connsiteX0" fmla="*/ 522851 w 523021"/>
                    <a:gd name="connsiteY0" fmla="*/ 58705 h 596482"/>
                    <a:gd name="connsiteX1" fmla="*/ 469532 w 523021"/>
                    <a:gd name="connsiteY1" fmla="*/ 175039 h 596482"/>
                    <a:gd name="connsiteX2" fmla="*/ 138843 w 523021"/>
                    <a:gd name="connsiteY2" fmla="*/ 194428 h 596482"/>
                    <a:gd name="connsiteX3" fmla="*/ 157694 w 523021"/>
                    <a:gd name="connsiteY3" fmla="*/ 313992 h 596482"/>
                    <a:gd name="connsiteX4" fmla="*/ 71521 w 523021"/>
                    <a:gd name="connsiteY4" fmla="*/ 591900 h 596482"/>
                    <a:gd name="connsiteX5" fmla="*/ 10661 w 523021"/>
                    <a:gd name="connsiteY5" fmla="*/ 583282 h 596482"/>
                    <a:gd name="connsiteX6" fmla="*/ 10661 w 523021"/>
                    <a:gd name="connsiteY6" fmla="*/ 117410 h 596482"/>
                    <a:gd name="connsiteX7" fmla="*/ 357507 w 523021"/>
                    <a:gd name="connsiteY7" fmla="*/ 0 h 596482"/>
                    <a:gd name="connsiteX8" fmla="*/ 522851 w 523021"/>
                    <a:gd name="connsiteY8" fmla="*/ 58705 h 596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021" h="596482">
                      <a:moveTo>
                        <a:pt x="522851" y="58705"/>
                      </a:moveTo>
                      <a:cubicBezTo>
                        <a:pt x="525006" y="99637"/>
                        <a:pt x="506694" y="161574"/>
                        <a:pt x="469532" y="175039"/>
                      </a:cubicBezTo>
                      <a:cubicBezTo>
                        <a:pt x="338657" y="222972"/>
                        <a:pt x="155539" y="186887"/>
                        <a:pt x="138843" y="194428"/>
                      </a:cubicBezTo>
                      <a:cubicBezTo>
                        <a:pt x="139382" y="194428"/>
                        <a:pt x="165772" y="272522"/>
                        <a:pt x="157694" y="313992"/>
                      </a:cubicBezTo>
                      <a:cubicBezTo>
                        <a:pt x="137228" y="420631"/>
                        <a:pt x="75829" y="588130"/>
                        <a:pt x="71521" y="591900"/>
                      </a:cubicBezTo>
                      <a:cubicBezTo>
                        <a:pt x="67751" y="595670"/>
                        <a:pt x="19279" y="603210"/>
                        <a:pt x="10661" y="583282"/>
                      </a:cubicBezTo>
                      <a:cubicBezTo>
                        <a:pt x="9046" y="578974"/>
                        <a:pt x="-12498" y="179886"/>
                        <a:pt x="10661" y="117410"/>
                      </a:cubicBezTo>
                      <a:cubicBezTo>
                        <a:pt x="40822" y="36623"/>
                        <a:pt x="357507" y="0"/>
                        <a:pt x="357507" y="0"/>
                      </a:cubicBezTo>
                      <a:cubicBezTo>
                        <a:pt x="357507" y="0"/>
                        <a:pt x="520697" y="14003"/>
                        <a:pt x="522851" y="58705"/>
                      </a:cubicBezTo>
                      <a:close/>
                    </a:path>
                  </a:pathLst>
                </a:custGeom>
                <a:solidFill>
                  <a:srgbClr val="033B5E"/>
                </a:solidFill>
                <a:ln w="5383"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16CAF1E6-D2E4-4B32-B568-DF161D024893}"/>
                    </a:ext>
                  </a:extLst>
                </p:cNvPr>
                <p:cNvSpPr/>
                <p:nvPr/>
              </p:nvSpPr>
              <p:spPr>
                <a:xfrm>
                  <a:off x="7687299" y="4525946"/>
                  <a:ext cx="421367" cy="538580"/>
                </a:xfrm>
                <a:custGeom>
                  <a:avLst/>
                  <a:gdLst>
                    <a:gd name="connsiteX0" fmla="*/ 67875 w 421367"/>
                    <a:gd name="connsiteY0" fmla="*/ 182579 h 538580"/>
                    <a:gd name="connsiteX1" fmla="*/ 553 w 421367"/>
                    <a:gd name="connsiteY1" fmla="*/ 430864 h 538580"/>
                    <a:gd name="connsiteX2" fmla="*/ 114193 w 421367"/>
                    <a:gd name="connsiteY2" fmla="*/ 487954 h 538580"/>
                    <a:gd name="connsiteX3" fmla="*/ 302696 w 421367"/>
                    <a:gd name="connsiteY3" fmla="*/ 528886 h 538580"/>
                    <a:gd name="connsiteX4" fmla="*/ 405565 w 421367"/>
                    <a:gd name="connsiteY4" fmla="*/ 83480 h 538580"/>
                    <a:gd name="connsiteX5" fmla="*/ 331241 w 421367"/>
                    <a:gd name="connsiteY5" fmla="*/ 13465 h 538580"/>
                    <a:gd name="connsiteX6" fmla="*/ 214907 w 421367"/>
                    <a:gd name="connsiteY6" fmla="*/ 0 h 538580"/>
                    <a:gd name="connsiteX7" fmla="*/ 127119 w 421367"/>
                    <a:gd name="connsiteY7" fmla="*/ 15619 h 538580"/>
                    <a:gd name="connsiteX8" fmla="*/ 67875 w 421367"/>
                    <a:gd name="connsiteY8" fmla="*/ 182579 h 538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367" h="538580">
                      <a:moveTo>
                        <a:pt x="67875" y="182579"/>
                      </a:moveTo>
                      <a:cubicBezTo>
                        <a:pt x="87264" y="299989"/>
                        <a:pt x="-8065" y="411476"/>
                        <a:pt x="553" y="430864"/>
                      </a:cubicBezTo>
                      <a:cubicBezTo>
                        <a:pt x="9170" y="450253"/>
                        <a:pt x="78108" y="454023"/>
                        <a:pt x="114193" y="487954"/>
                      </a:cubicBezTo>
                      <a:cubicBezTo>
                        <a:pt x="159434" y="530502"/>
                        <a:pt x="283846" y="552583"/>
                        <a:pt x="302696" y="528886"/>
                      </a:cubicBezTo>
                      <a:cubicBezTo>
                        <a:pt x="314006" y="514344"/>
                        <a:pt x="470733" y="184733"/>
                        <a:pt x="405565" y="83480"/>
                      </a:cubicBezTo>
                      <a:cubicBezTo>
                        <a:pt x="379174" y="42548"/>
                        <a:pt x="351168" y="36623"/>
                        <a:pt x="331241" y="13465"/>
                      </a:cubicBezTo>
                      <a:cubicBezTo>
                        <a:pt x="321546" y="28006"/>
                        <a:pt x="190671" y="53858"/>
                        <a:pt x="214907" y="0"/>
                      </a:cubicBezTo>
                      <a:cubicBezTo>
                        <a:pt x="190671" y="5386"/>
                        <a:pt x="134120" y="8617"/>
                        <a:pt x="127119" y="15619"/>
                      </a:cubicBezTo>
                      <a:cubicBezTo>
                        <a:pt x="116347" y="25852"/>
                        <a:pt x="60874" y="140569"/>
                        <a:pt x="67875" y="182579"/>
                      </a:cubicBezTo>
                      <a:close/>
                    </a:path>
                  </a:pathLst>
                </a:custGeom>
                <a:solidFill>
                  <a:schemeClr val="accent3"/>
                </a:solidFill>
                <a:ln w="5383"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451DA529-685E-4AB4-97ED-128178ADB409}"/>
                    </a:ext>
                  </a:extLst>
                </p:cNvPr>
                <p:cNvSpPr/>
                <p:nvPr/>
              </p:nvSpPr>
              <p:spPr>
                <a:xfrm>
                  <a:off x="7247577" y="4877279"/>
                  <a:ext cx="118741" cy="41291"/>
                </a:xfrm>
                <a:custGeom>
                  <a:avLst/>
                  <a:gdLst>
                    <a:gd name="connsiteX0" fmla="*/ 103661 w 118741"/>
                    <a:gd name="connsiteY0" fmla="*/ 41292 h 41291"/>
                    <a:gd name="connsiteX1" fmla="*/ 8871 w 118741"/>
                    <a:gd name="connsiteY1" fmla="*/ 41292 h 41291"/>
                    <a:gd name="connsiteX2" fmla="*/ 35261 w 118741"/>
                    <a:gd name="connsiteY2" fmla="*/ 4668 h 41291"/>
                    <a:gd name="connsiteX3" fmla="*/ 118741 w 118741"/>
                    <a:gd name="connsiteY3" fmla="*/ 26750 h 41291"/>
                    <a:gd name="connsiteX4" fmla="*/ 103661 w 118741"/>
                    <a:gd name="connsiteY4" fmla="*/ 41292 h 41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741" h="41291">
                      <a:moveTo>
                        <a:pt x="103661" y="41292"/>
                      </a:moveTo>
                      <a:lnTo>
                        <a:pt x="8871" y="41292"/>
                      </a:lnTo>
                      <a:cubicBezTo>
                        <a:pt x="-10518" y="41292"/>
                        <a:pt x="3485" y="15978"/>
                        <a:pt x="35261" y="4668"/>
                      </a:cubicBezTo>
                      <a:cubicBezTo>
                        <a:pt x="65422" y="-6104"/>
                        <a:pt x="118741" y="1975"/>
                        <a:pt x="118741" y="26750"/>
                      </a:cubicBezTo>
                      <a:cubicBezTo>
                        <a:pt x="118203" y="34829"/>
                        <a:pt x="111740" y="41292"/>
                        <a:pt x="103661" y="41292"/>
                      </a:cubicBezTo>
                      <a:close/>
                    </a:path>
                  </a:pathLst>
                </a:custGeom>
                <a:solidFill>
                  <a:srgbClr val="232850"/>
                </a:solidFill>
                <a:ln w="5383"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5D876E50-EF29-4876-A7FF-52DCC4B918ED}"/>
                    </a:ext>
                  </a:extLst>
                </p:cNvPr>
                <p:cNvSpPr/>
                <p:nvPr/>
              </p:nvSpPr>
              <p:spPr>
                <a:xfrm>
                  <a:off x="7286070" y="4872792"/>
                  <a:ext cx="93049" cy="42392"/>
                </a:xfrm>
                <a:custGeom>
                  <a:avLst/>
                  <a:gdLst>
                    <a:gd name="connsiteX0" fmla="*/ 37162 w 93049"/>
                    <a:gd name="connsiteY0" fmla="*/ 0 h 42392"/>
                    <a:gd name="connsiteX1" fmla="*/ 0 w 93049"/>
                    <a:gd name="connsiteY1" fmla="*/ 25313 h 42392"/>
                    <a:gd name="connsiteX2" fmla="*/ 23698 w 93049"/>
                    <a:gd name="connsiteY2" fmla="*/ 25313 h 42392"/>
                    <a:gd name="connsiteX3" fmla="*/ 44164 w 93049"/>
                    <a:gd name="connsiteY3" fmla="*/ 20466 h 42392"/>
                    <a:gd name="connsiteX4" fmla="*/ 87250 w 93049"/>
                    <a:gd name="connsiteY4" fmla="*/ 42009 h 42392"/>
                    <a:gd name="connsiteX5" fmla="*/ 88327 w 93049"/>
                    <a:gd name="connsiteY5" fmla="*/ 7540 h 42392"/>
                    <a:gd name="connsiteX6" fmla="*/ 37162 w 93049"/>
                    <a:gd name="connsiteY6" fmla="*/ 0 h 4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049" h="42392">
                      <a:moveTo>
                        <a:pt x="37162" y="0"/>
                      </a:moveTo>
                      <a:cubicBezTo>
                        <a:pt x="2693" y="14003"/>
                        <a:pt x="0" y="23159"/>
                        <a:pt x="0" y="25313"/>
                      </a:cubicBezTo>
                      <a:cubicBezTo>
                        <a:pt x="0" y="27467"/>
                        <a:pt x="16696" y="27467"/>
                        <a:pt x="23698" y="25313"/>
                      </a:cubicBezTo>
                      <a:cubicBezTo>
                        <a:pt x="30699" y="23159"/>
                        <a:pt x="37162" y="20466"/>
                        <a:pt x="44164" y="20466"/>
                      </a:cubicBezTo>
                      <a:cubicBezTo>
                        <a:pt x="51165" y="20466"/>
                        <a:pt x="64630" y="45779"/>
                        <a:pt x="87250" y="42009"/>
                      </a:cubicBezTo>
                      <a:cubicBezTo>
                        <a:pt x="99637" y="39855"/>
                        <a:pt x="88327" y="7540"/>
                        <a:pt x="88327" y="7540"/>
                      </a:cubicBezTo>
                      <a:lnTo>
                        <a:pt x="37162" y="0"/>
                      </a:lnTo>
                      <a:close/>
                    </a:path>
                  </a:pathLst>
                </a:custGeom>
                <a:solidFill>
                  <a:srgbClr val="F6A087"/>
                </a:solidFill>
                <a:ln w="5383"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B36BF0BB-2C4B-407D-B397-92B03D7F1BC9}"/>
                    </a:ext>
                  </a:extLst>
                </p:cNvPr>
                <p:cNvSpPr/>
                <p:nvPr/>
              </p:nvSpPr>
              <p:spPr>
                <a:xfrm>
                  <a:off x="7420156" y="4730606"/>
                  <a:ext cx="581687" cy="233539"/>
                </a:xfrm>
                <a:custGeom>
                  <a:avLst/>
                  <a:gdLst>
                    <a:gd name="connsiteX0" fmla="*/ 464277 w 581687"/>
                    <a:gd name="connsiteY0" fmla="*/ 0 h 233539"/>
                    <a:gd name="connsiteX1" fmla="*/ 347405 w 581687"/>
                    <a:gd name="connsiteY1" fmla="*/ 128721 h 233539"/>
                    <a:gd name="connsiteX2" fmla="*/ 159979 w 581687"/>
                    <a:gd name="connsiteY2" fmla="*/ 123873 h 233539"/>
                    <a:gd name="connsiteX3" fmla="*/ 65727 w 581687"/>
                    <a:gd name="connsiteY3" fmla="*/ 70015 h 233539"/>
                    <a:gd name="connsiteX4" fmla="*/ 21 w 581687"/>
                    <a:gd name="connsiteY4" fmla="*/ 125489 h 233539"/>
                    <a:gd name="connsiteX5" fmla="*/ 47416 w 581687"/>
                    <a:gd name="connsiteY5" fmla="*/ 122258 h 233539"/>
                    <a:gd name="connsiteX6" fmla="*/ 24257 w 581687"/>
                    <a:gd name="connsiteY6" fmla="*/ 151341 h 233539"/>
                    <a:gd name="connsiteX7" fmla="*/ 65189 w 581687"/>
                    <a:gd name="connsiteY7" fmla="*/ 143801 h 233539"/>
                    <a:gd name="connsiteX8" fmla="*/ 138436 w 581687"/>
                    <a:gd name="connsiteY8" fmla="*/ 160497 h 233539"/>
                    <a:gd name="connsiteX9" fmla="*/ 354406 w 581687"/>
                    <a:gd name="connsiteY9" fmla="*/ 233205 h 233539"/>
                    <a:gd name="connsiteX10" fmla="*/ 581687 w 581687"/>
                    <a:gd name="connsiteY10" fmla="*/ 68400 h 233539"/>
                    <a:gd name="connsiteX11" fmla="*/ 464277 w 581687"/>
                    <a:gd name="connsiteY11" fmla="*/ 0 h 233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1687" h="233539">
                      <a:moveTo>
                        <a:pt x="464277" y="0"/>
                      </a:moveTo>
                      <a:lnTo>
                        <a:pt x="347405" y="128721"/>
                      </a:lnTo>
                      <a:lnTo>
                        <a:pt x="159979" y="123873"/>
                      </a:lnTo>
                      <a:cubicBezTo>
                        <a:pt x="159979" y="123873"/>
                        <a:pt x="89964" y="73247"/>
                        <a:pt x="65727" y="70015"/>
                      </a:cubicBezTo>
                      <a:cubicBezTo>
                        <a:pt x="50109" y="67861"/>
                        <a:pt x="2714" y="102869"/>
                        <a:pt x="21" y="125489"/>
                      </a:cubicBezTo>
                      <a:cubicBezTo>
                        <a:pt x="-1057" y="135184"/>
                        <a:pt x="40414" y="113640"/>
                        <a:pt x="47416" y="122258"/>
                      </a:cubicBezTo>
                      <a:cubicBezTo>
                        <a:pt x="50109" y="125489"/>
                        <a:pt x="17255" y="146494"/>
                        <a:pt x="24257" y="151341"/>
                      </a:cubicBezTo>
                      <a:cubicBezTo>
                        <a:pt x="28027" y="154034"/>
                        <a:pt x="58726" y="141647"/>
                        <a:pt x="65189" y="143801"/>
                      </a:cubicBezTo>
                      <a:cubicBezTo>
                        <a:pt x="88886" y="150264"/>
                        <a:pt x="108275" y="171807"/>
                        <a:pt x="138436" y="160497"/>
                      </a:cubicBezTo>
                      <a:cubicBezTo>
                        <a:pt x="149207" y="156188"/>
                        <a:pt x="247229" y="220818"/>
                        <a:pt x="354406" y="233205"/>
                      </a:cubicBezTo>
                      <a:cubicBezTo>
                        <a:pt x="423345" y="241284"/>
                        <a:pt x="556374" y="100715"/>
                        <a:pt x="581687" y="68400"/>
                      </a:cubicBezTo>
                      <a:cubicBezTo>
                        <a:pt x="555836" y="66245"/>
                        <a:pt x="464277" y="0"/>
                        <a:pt x="464277" y="0"/>
                      </a:cubicBezTo>
                      <a:close/>
                    </a:path>
                  </a:pathLst>
                </a:custGeom>
                <a:solidFill>
                  <a:srgbClr val="F5B58F"/>
                </a:solidFill>
                <a:ln w="5383"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135748B8-D310-4D0F-BE04-BC94A8C5698A}"/>
                    </a:ext>
                  </a:extLst>
                </p:cNvPr>
                <p:cNvSpPr/>
                <p:nvPr/>
              </p:nvSpPr>
              <p:spPr>
                <a:xfrm>
                  <a:off x="8015577" y="4679840"/>
                  <a:ext cx="72040" cy="111626"/>
                </a:xfrm>
                <a:custGeom>
                  <a:avLst/>
                  <a:gdLst>
                    <a:gd name="connsiteX0" fmla="*/ 2962 w 72040"/>
                    <a:gd name="connsiteY0" fmla="*/ 111626 h 111626"/>
                    <a:gd name="connsiteX1" fmla="*/ 808 w 72040"/>
                    <a:gd name="connsiteY1" fmla="*/ 110549 h 111626"/>
                    <a:gd name="connsiteX2" fmla="*/ 808 w 72040"/>
                    <a:gd name="connsiteY2" fmla="*/ 106240 h 111626"/>
                    <a:gd name="connsiteX3" fmla="*/ 66515 w 72040"/>
                    <a:gd name="connsiteY3" fmla="*/ 2294 h 111626"/>
                    <a:gd name="connsiteX4" fmla="*/ 69746 w 72040"/>
                    <a:gd name="connsiteY4" fmla="*/ 140 h 111626"/>
                    <a:gd name="connsiteX5" fmla="*/ 71901 w 72040"/>
                    <a:gd name="connsiteY5" fmla="*/ 3372 h 111626"/>
                    <a:gd name="connsiteX6" fmla="*/ 4039 w 72040"/>
                    <a:gd name="connsiteY6" fmla="*/ 110549 h 111626"/>
                    <a:gd name="connsiteX7" fmla="*/ 2962 w 72040"/>
                    <a:gd name="connsiteY7" fmla="*/ 111626 h 111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0" h="111626">
                      <a:moveTo>
                        <a:pt x="2962" y="111626"/>
                      </a:moveTo>
                      <a:cubicBezTo>
                        <a:pt x="2424" y="111626"/>
                        <a:pt x="1346" y="111088"/>
                        <a:pt x="808" y="110549"/>
                      </a:cubicBezTo>
                      <a:cubicBezTo>
                        <a:pt x="-269" y="109472"/>
                        <a:pt x="-269" y="107318"/>
                        <a:pt x="808" y="106240"/>
                      </a:cubicBezTo>
                      <a:cubicBezTo>
                        <a:pt x="14272" y="93853"/>
                        <a:pt x="56282" y="56691"/>
                        <a:pt x="66515" y="2294"/>
                      </a:cubicBezTo>
                      <a:cubicBezTo>
                        <a:pt x="67053" y="679"/>
                        <a:pt x="68130" y="-398"/>
                        <a:pt x="69746" y="140"/>
                      </a:cubicBezTo>
                      <a:cubicBezTo>
                        <a:pt x="71362" y="679"/>
                        <a:pt x="72439" y="1756"/>
                        <a:pt x="71901" y="3372"/>
                      </a:cubicBezTo>
                      <a:cubicBezTo>
                        <a:pt x="61129" y="59384"/>
                        <a:pt x="18043" y="97623"/>
                        <a:pt x="4039" y="110549"/>
                      </a:cubicBezTo>
                      <a:cubicBezTo>
                        <a:pt x="4039" y="111626"/>
                        <a:pt x="3501" y="111626"/>
                        <a:pt x="2962" y="111626"/>
                      </a:cubicBezTo>
                      <a:close/>
                    </a:path>
                  </a:pathLst>
                </a:custGeom>
                <a:solidFill>
                  <a:schemeClr val="accent3">
                    <a:lumMod val="75000"/>
                  </a:schemeClr>
                </a:solidFill>
                <a:ln w="5383"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A9BB4C83-179A-41ED-8BAD-F404274F78C5}"/>
                    </a:ext>
                  </a:extLst>
                </p:cNvPr>
                <p:cNvSpPr/>
                <p:nvPr/>
              </p:nvSpPr>
              <p:spPr>
                <a:xfrm>
                  <a:off x="7891386" y="4653859"/>
                  <a:ext cx="48789" cy="58974"/>
                </a:xfrm>
                <a:custGeom>
                  <a:avLst/>
                  <a:gdLst>
                    <a:gd name="connsiteX0" fmla="*/ 2741 w 48789"/>
                    <a:gd name="connsiteY0" fmla="*/ 58975 h 58974"/>
                    <a:gd name="connsiteX1" fmla="*/ 1126 w 48789"/>
                    <a:gd name="connsiteY1" fmla="*/ 58436 h 58974"/>
                    <a:gd name="connsiteX2" fmla="*/ 587 w 48789"/>
                    <a:gd name="connsiteY2" fmla="*/ 54127 h 58974"/>
                    <a:gd name="connsiteX3" fmla="*/ 12436 w 48789"/>
                    <a:gd name="connsiteY3" fmla="*/ 39047 h 58974"/>
                    <a:gd name="connsiteX4" fmla="*/ 43673 w 48789"/>
                    <a:gd name="connsiteY4" fmla="*/ 808 h 58974"/>
                    <a:gd name="connsiteX5" fmla="*/ 47982 w 48789"/>
                    <a:gd name="connsiteY5" fmla="*/ 808 h 58974"/>
                    <a:gd name="connsiteX6" fmla="*/ 47982 w 48789"/>
                    <a:gd name="connsiteY6" fmla="*/ 5116 h 58974"/>
                    <a:gd name="connsiteX7" fmla="*/ 17283 w 48789"/>
                    <a:gd name="connsiteY7" fmla="*/ 42817 h 58974"/>
                    <a:gd name="connsiteX8" fmla="*/ 5434 w 48789"/>
                    <a:gd name="connsiteY8" fmla="*/ 57897 h 58974"/>
                    <a:gd name="connsiteX9" fmla="*/ 2741 w 48789"/>
                    <a:gd name="connsiteY9" fmla="*/ 58975 h 58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789" h="58974">
                      <a:moveTo>
                        <a:pt x="2741" y="58975"/>
                      </a:moveTo>
                      <a:cubicBezTo>
                        <a:pt x="2203" y="58975"/>
                        <a:pt x="1664" y="58975"/>
                        <a:pt x="1126" y="58436"/>
                      </a:cubicBezTo>
                      <a:cubicBezTo>
                        <a:pt x="49" y="57359"/>
                        <a:pt x="-490" y="55743"/>
                        <a:pt x="587" y="54127"/>
                      </a:cubicBezTo>
                      <a:cubicBezTo>
                        <a:pt x="4357" y="49280"/>
                        <a:pt x="8666" y="43894"/>
                        <a:pt x="12436" y="39047"/>
                      </a:cubicBezTo>
                      <a:cubicBezTo>
                        <a:pt x="22130" y="26121"/>
                        <a:pt x="32363" y="13195"/>
                        <a:pt x="43673" y="808"/>
                      </a:cubicBezTo>
                      <a:cubicBezTo>
                        <a:pt x="44751" y="-269"/>
                        <a:pt x="46366" y="-269"/>
                        <a:pt x="47982" y="808"/>
                      </a:cubicBezTo>
                      <a:cubicBezTo>
                        <a:pt x="49059" y="1885"/>
                        <a:pt x="49059" y="3501"/>
                        <a:pt x="47982" y="5116"/>
                      </a:cubicBezTo>
                      <a:cubicBezTo>
                        <a:pt x="37211" y="16965"/>
                        <a:pt x="26978" y="30430"/>
                        <a:pt x="17283" y="42817"/>
                      </a:cubicBezTo>
                      <a:cubicBezTo>
                        <a:pt x="13513" y="47664"/>
                        <a:pt x="9204" y="53050"/>
                        <a:pt x="5434" y="57897"/>
                      </a:cubicBezTo>
                      <a:cubicBezTo>
                        <a:pt x="4357" y="58436"/>
                        <a:pt x="3280" y="58975"/>
                        <a:pt x="2741" y="58975"/>
                      </a:cubicBezTo>
                      <a:close/>
                    </a:path>
                  </a:pathLst>
                </a:custGeom>
                <a:solidFill>
                  <a:schemeClr val="accent3">
                    <a:lumMod val="75000"/>
                  </a:schemeClr>
                </a:solidFill>
                <a:ln w="5383" cap="flat">
                  <a:noFill/>
                  <a:prstDash val="solid"/>
                  <a:miter/>
                </a:ln>
              </p:spPr>
              <p:txBody>
                <a:bodyPr rtlCol="0" anchor="ctr"/>
                <a:lstStyle/>
                <a:p>
                  <a:endParaRPr lang="en-US"/>
                </a:p>
              </p:txBody>
            </p:sp>
          </p:grpSp>
          <p:grpSp>
            <p:nvGrpSpPr>
              <p:cNvPr id="157" name="Graphic 21">
                <a:extLst>
                  <a:ext uri="{FF2B5EF4-FFF2-40B4-BE49-F238E27FC236}">
                    <a16:creationId xmlns:a16="http://schemas.microsoft.com/office/drawing/2014/main" id="{8639DD85-530A-4410-999F-96017AD201EE}"/>
                  </a:ext>
                </a:extLst>
              </p:cNvPr>
              <p:cNvGrpSpPr/>
              <p:nvPr/>
            </p:nvGrpSpPr>
            <p:grpSpPr>
              <a:xfrm>
                <a:off x="7391479" y="4996126"/>
                <a:ext cx="598685" cy="730857"/>
                <a:chOff x="7391479" y="4996126"/>
                <a:chExt cx="598685" cy="730857"/>
              </a:xfrm>
            </p:grpSpPr>
            <p:sp>
              <p:nvSpPr>
                <p:cNvPr id="158" name="Freeform: Shape 157">
                  <a:extLst>
                    <a:ext uri="{FF2B5EF4-FFF2-40B4-BE49-F238E27FC236}">
                      <a16:creationId xmlns:a16="http://schemas.microsoft.com/office/drawing/2014/main" id="{55922D90-974D-4305-A1E4-F5E988B751D1}"/>
                    </a:ext>
                  </a:extLst>
                </p:cNvPr>
                <p:cNvSpPr/>
                <p:nvPr/>
              </p:nvSpPr>
              <p:spPr>
                <a:xfrm>
                  <a:off x="7467144" y="4996126"/>
                  <a:ext cx="523021" cy="596482"/>
                </a:xfrm>
                <a:custGeom>
                  <a:avLst/>
                  <a:gdLst>
                    <a:gd name="connsiteX0" fmla="*/ 522851 w 523021"/>
                    <a:gd name="connsiteY0" fmla="*/ 58705 h 596482"/>
                    <a:gd name="connsiteX1" fmla="*/ 469532 w 523021"/>
                    <a:gd name="connsiteY1" fmla="*/ 175039 h 596482"/>
                    <a:gd name="connsiteX2" fmla="*/ 138843 w 523021"/>
                    <a:gd name="connsiteY2" fmla="*/ 194428 h 596482"/>
                    <a:gd name="connsiteX3" fmla="*/ 157694 w 523021"/>
                    <a:gd name="connsiteY3" fmla="*/ 313992 h 596482"/>
                    <a:gd name="connsiteX4" fmla="*/ 71521 w 523021"/>
                    <a:gd name="connsiteY4" fmla="*/ 591900 h 596482"/>
                    <a:gd name="connsiteX5" fmla="*/ 10661 w 523021"/>
                    <a:gd name="connsiteY5" fmla="*/ 583282 h 596482"/>
                    <a:gd name="connsiteX6" fmla="*/ 10661 w 523021"/>
                    <a:gd name="connsiteY6" fmla="*/ 117410 h 596482"/>
                    <a:gd name="connsiteX7" fmla="*/ 357507 w 523021"/>
                    <a:gd name="connsiteY7" fmla="*/ 0 h 596482"/>
                    <a:gd name="connsiteX8" fmla="*/ 522851 w 523021"/>
                    <a:gd name="connsiteY8" fmla="*/ 58705 h 596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021" h="596482">
                      <a:moveTo>
                        <a:pt x="522851" y="58705"/>
                      </a:moveTo>
                      <a:cubicBezTo>
                        <a:pt x="525006" y="99637"/>
                        <a:pt x="506694" y="161574"/>
                        <a:pt x="469532" y="175039"/>
                      </a:cubicBezTo>
                      <a:cubicBezTo>
                        <a:pt x="338657" y="222972"/>
                        <a:pt x="155539" y="186887"/>
                        <a:pt x="138843" y="194428"/>
                      </a:cubicBezTo>
                      <a:cubicBezTo>
                        <a:pt x="139382" y="194428"/>
                        <a:pt x="165772" y="272522"/>
                        <a:pt x="157694" y="313992"/>
                      </a:cubicBezTo>
                      <a:cubicBezTo>
                        <a:pt x="137228" y="420631"/>
                        <a:pt x="75829" y="588130"/>
                        <a:pt x="71521" y="591900"/>
                      </a:cubicBezTo>
                      <a:cubicBezTo>
                        <a:pt x="67751" y="595670"/>
                        <a:pt x="19279" y="603210"/>
                        <a:pt x="10661" y="583282"/>
                      </a:cubicBezTo>
                      <a:cubicBezTo>
                        <a:pt x="9046" y="578974"/>
                        <a:pt x="-12498" y="179886"/>
                        <a:pt x="10661" y="117410"/>
                      </a:cubicBezTo>
                      <a:cubicBezTo>
                        <a:pt x="40822" y="36623"/>
                        <a:pt x="357507" y="0"/>
                        <a:pt x="357507" y="0"/>
                      </a:cubicBezTo>
                      <a:cubicBezTo>
                        <a:pt x="357507" y="0"/>
                        <a:pt x="520697" y="14003"/>
                        <a:pt x="522851" y="58705"/>
                      </a:cubicBezTo>
                      <a:close/>
                    </a:path>
                  </a:pathLst>
                </a:custGeom>
                <a:solidFill>
                  <a:srgbClr val="033B5E"/>
                </a:solidFill>
                <a:ln w="5383"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1C588ACF-90B8-4301-AD46-5A6A0373AC58}"/>
                    </a:ext>
                  </a:extLst>
                </p:cNvPr>
                <p:cNvSpPr/>
                <p:nvPr/>
              </p:nvSpPr>
              <p:spPr>
                <a:xfrm>
                  <a:off x="7391479" y="5637037"/>
                  <a:ext cx="149607" cy="89947"/>
                </a:xfrm>
                <a:custGeom>
                  <a:avLst/>
                  <a:gdLst>
                    <a:gd name="connsiteX0" fmla="*/ 80940 w 149607"/>
                    <a:gd name="connsiteY0" fmla="*/ 0 h 89947"/>
                    <a:gd name="connsiteX1" fmla="*/ 1230 w 149607"/>
                    <a:gd name="connsiteY1" fmla="*/ 84019 h 89947"/>
                    <a:gd name="connsiteX2" fmla="*/ 147185 w 149607"/>
                    <a:gd name="connsiteY2" fmla="*/ 56012 h 89947"/>
                    <a:gd name="connsiteX3" fmla="*/ 132643 w 149607"/>
                    <a:gd name="connsiteY3" fmla="*/ 4309 h 89947"/>
                    <a:gd name="connsiteX4" fmla="*/ 80940 w 149607"/>
                    <a:gd name="connsiteY4" fmla="*/ 0 h 899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607" h="89947">
                      <a:moveTo>
                        <a:pt x="80940" y="0"/>
                      </a:moveTo>
                      <a:cubicBezTo>
                        <a:pt x="73938" y="7001"/>
                        <a:pt x="-11158" y="68400"/>
                        <a:pt x="1230" y="84019"/>
                      </a:cubicBezTo>
                      <a:cubicBezTo>
                        <a:pt x="17387" y="105023"/>
                        <a:pt x="143954" y="64091"/>
                        <a:pt x="147185" y="56012"/>
                      </a:cubicBezTo>
                      <a:cubicBezTo>
                        <a:pt x="155264" y="35008"/>
                        <a:pt x="141261" y="3232"/>
                        <a:pt x="132643" y="4309"/>
                      </a:cubicBezTo>
                      <a:cubicBezTo>
                        <a:pt x="119718" y="6463"/>
                        <a:pt x="80940" y="0"/>
                        <a:pt x="80940" y="0"/>
                      </a:cubicBezTo>
                      <a:close/>
                    </a:path>
                  </a:pathLst>
                </a:custGeom>
                <a:solidFill>
                  <a:srgbClr val="033B5E"/>
                </a:solidFill>
                <a:ln w="5383"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FC340279-6F28-4994-82D6-59ABDCAF56B6}"/>
                    </a:ext>
                  </a:extLst>
                </p:cNvPr>
                <p:cNvSpPr/>
                <p:nvPr/>
              </p:nvSpPr>
              <p:spPr>
                <a:xfrm>
                  <a:off x="7462982" y="5576431"/>
                  <a:ext cx="70978" cy="84323"/>
                </a:xfrm>
                <a:custGeom>
                  <a:avLst/>
                  <a:gdLst>
                    <a:gd name="connsiteX0" fmla="*/ 69220 w 70978"/>
                    <a:gd name="connsiteY0" fmla="*/ 7287 h 84323"/>
                    <a:gd name="connsiteX1" fmla="*/ 70835 w 70978"/>
                    <a:gd name="connsiteY1" fmla="*/ 10518 h 84323"/>
                    <a:gd name="connsiteX2" fmla="*/ 61141 w 70978"/>
                    <a:gd name="connsiteY2" fmla="*/ 69762 h 84323"/>
                    <a:gd name="connsiteX3" fmla="*/ 4590 w 70978"/>
                    <a:gd name="connsiteY3" fmla="*/ 84304 h 84323"/>
                    <a:gd name="connsiteX4" fmla="*/ 1897 w 70978"/>
                    <a:gd name="connsiteY4" fmla="*/ 72993 h 84323"/>
                    <a:gd name="connsiteX5" fmla="*/ 17516 w 70978"/>
                    <a:gd name="connsiteY5" fmla="*/ 1362 h 84323"/>
                    <a:gd name="connsiteX6" fmla="*/ 69220 w 70978"/>
                    <a:gd name="connsiteY6" fmla="*/ 7287 h 8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978" h="84323">
                      <a:moveTo>
                        <a:pt x="69220" y="7287"/>
                      </a:moveTo>
                      <a:cubicBezTo>
                        <a:pt x="70297" y="7825"/>
                        <a:pt x="71374" y="8903"/>
                        <a:pt x="70835" y="10518"/>
                      </a:cubicBezTo>
                      <a:cubicBezTo>
                        <a:pt x="68681" y="19135"/>
                        <a:pt x="57910" y="43372"/>
                        <a:pt x="61141" y="69762"/>
                      </a:cubicBezTo>
                      <a:cubicBezTo>
                        <a:pt x="61680" y="74071"/>
                        <a:pt x="21825" y="84842"/>
                        <a:pt x="4590" y="84304"/>
                      </a:cubicBezTo>
                      <a:cubicBezTo>
                        <a:pt x="-2950" y="84304"/>
                        <a:pt x="820" y="74609"/>
                        <a:pt x="1897" y="72993"/>
                      </a:cubicBezTo>
                      <a:cubicBezTo>
                        <a:pt x="15900" y="48219"/>
                        <a:pt x="16439" y="27214"/>
                        <a:pt x="17516" y="1362"/>
                      </a:cubicBezTo>
                      <a:cubicBezTo>
                        <a:pt x="17516" y="-2946"/>
                        <a:pt x="58987" y="4055"/>
                        <a:pt x="69220" y="7287"/>
                      </a:cubicBezTo>
                      <a:close/>
                    </a:path>
                  </a:pathLst>
                </a:custGeom>
                <a:solidFill>
                  <a:srgbClr val="F5B58F"/>
                </a:solidFill>
                <a:ln w="5383" cap="flat">
                  <a:noFill/>
                  <a:prstDash val="solid"/>
                  <a:miter/>
                </a:ln>
              </p:spPr>
              <p:txBody>
                <a:bodyPr rtlCol="0" anchor="ctr"/>
                <a:lstStyle/>
                <a:p>
                  <a:endParaRPr lang="en-US"/>
                </a:p>
              </p:txBody>
            </p:sp>
          </p:grpSp>
          <p:grpSp>
            <p:nvGrpSpPr>
              <p:cNvPr id="161" name="Graphic 21">
                <a:extLst>
                  <a:ext uri="{FF2B5EF4-FFF2-40B4-BE49-F238E27FC236}">
                    <a16:creationId xmlns:a16="http://schemas.microsoft.com/office/drawing/2014/main" id="{8639DD85-530A-4410-999F-96017AD201EE}"/>
                  </a:ext>
                </a:extLst>
              </p:cNvPr>
              <p:cNvGrpSpPr/>
              <p:nvPr/>
            </p:nvGrpSpPr>
            <p:grpSpPr>
              <a:xfrm>
                <a:off x="6890752" y="4649281"/>
                <a:ext cx="547736" cy="294064"/>
                <a:chOff x="6890752" y="4649281"/>
                <a:chExt cx="547736" cy="294064"/>
              </a:xfrm>
            </p:grpSpPr>
            <p:sp>
              <p:nvSpPr>
                <p:cNvPr id="162" name="Freeform: Shape 161">
                  <a:extLst>
                    <a:ext uri="{FF2B5EF4-FFF2-40B4-BE49-F238E27FC236}">
                      <a16:creationId xmlns:a16="http://schemas.microsoft.com/office/drawing/2014/main" id="{42A099B9-25D3-4747-8199-F778E1CE317D}"/>
                    </a:ext>
                  </a:extLst>
                </p:cNvPr>
                <p:cNvSpPr/>
                <p:nvPr/>
              </p:nvSpPr>
              <p:spPr>
                <a:xfrm>
                  <a:off x="7055558" y="4649281"/>
                  <a:ext cx="382930" cy="294064"/>
                </a:xfrm>
                <a:custGeom>
                  <a:avLst/>
                  <a:gdLst>
                    <a:gd name="connsiteX0" fmla="*/ 382931 w 382930"/>
                    <a:gd name="connsiteY0" fmla="*/ 294065 h 294064"/>
                    <a:gd name="connsiteX1" fmla="*/ 70015 w 382930"/>
                    <a:gd name="connsiteY1" fmla="*/ 294065 h 294064"/>
                    <a:gd name="connsiteX2" fmla="*/ 0 w 382930"/>
                    <a:gd name="connsiteY2" fmla="*/ 5924 h 294064"/>
                    <a:gd name="connsiteX3" fmla="*/ 24775 w 382930"/>
                    <a:gd name="connsiteY3" fmla="*/ 0 h 294064"/>
                    <a:gd name="connsiteX4" fmla="*/ 89943 w 382930"/>
                    <a:gd name="connsiteY4" fmla="*/ 268751 h 294064"/>
                    <a:gd name="connsiteX5" fmla="*/ 382931 w 382930"/>
                    <a:gd name="connsiteY5" fmla="*/ 268751 h 294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2930" h="294064">
                      <a:moveTo>
                        <a:pt x="382931" y="294065"/>
                      </a:moveTo>
                      <a:lnTo>
                        <a:pt x="70015" y="294065"/>
                      </a:lnTo>
                      <a:lnTo>
                        <a:pt x="0" y="5924"/>
                      </a:lnTo>
                      <a:lnTo>
                        <a:pt x="24775" y="0"/>
                      </a:lnTo>
                      <a:lnTo>
                        <a:pt x="89943" y="268751"/>
                      </a:lnTo>
                      <a:lnTo>
                        <a:pt x="382931" y="268751"/>
                      </a:lnTo>
                      <a:close/>
                    </a:path>
                  </a:pathLst>
                </a:custGeom>
                <a:solidFill>
                  <a:schemeClr val="accent3">
                    <a:lumMod val="60000"/>
                    <a:lumOff val="40000"/>
                  </a:schemeClr>
                </a:solidFill>
                <a:ln w="5383"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F932DEBB-0935-412A-AC67-23C3D3041F86}"/>
                    </a:ext>
                  </a:extLst>
                </p:cNvPr>
                <p:cNvSpPr/>
                <p:nvPr/>
              </p:nvSpPr>
              <p:spPr>
                <a:xfrm>
                  <a:off x="6890752" y="4655205"/>
                  <a:ext cx="234820" cy="288140"/>
                </a:xfrm>
                <a:custGeom>
                  <a:avLst/>
                  <a:gdLst>
                    <a:gd name="connsiteX0" fmla="*/ 164805 w 234820"/>
                    <a:gd name="connsiteY0" fmla="*/ 0 h 288140"/>
                    <a:gd name="connsiteX1" fmla="*/ 0 w 234820"/>
                    <a:gd name="connsiteY1" fmla="*/ 0 h 288140"/>
                    <a:gd name="connsiteX2" fmla="*/ 70015 w 234820"/>
                    <a:gd name="connsiteY2" fmla="*/ 288140 h 288140"/>
                    <a:gd name="connsiteX3" fmla="*/ 234821 w 234820"/>
                    <a:gd name="connsiteY3" fmla="*/ 288140 h 288140"/>
                  </a:gdLst>
                  <a:ahLst/>
                  <a:cxnLst>
                    <a:cxn ang="0">
                      <a:pos x="connsiteX0" y="connsiteY0"/>
                    </a:cxn>
                    <a:cxn ang="0">
                      <a:pos x="connsiteX1" y="connsiteY1"/>
                    </a:cxn>
                    <a:cxn ang="0">
                      <a:pos x="connsiteX2" y="connsiteY2"/>
                    </a:cxn>
                    <a:cxn ang="0">
                      <a:pos x="connsiteX3" y="connsiteY3"/>
                    </a:cxn>
                  </a:cxnLst>
                  <a:rect l="l" t="t" r="r" b="b"/>
                  <a:pathLst>
                    <a:path w="234820" h="288140">
                      <a:moveTo>
                        <a:pt x="164805" y="0"/>
                      </a:moveTo>
                      <a:lnTo>
                        <a:pt x="0" y="0"/>
                      </a:lnTo>
                      <a:lnTo>
                        <a:pt x="70015" y="288140"/>
                      </a:lnTo>
                      <a:lnTo>
                        <a:pt x="234821" y="288140"/>
                      </a:lnTo>
                      <a:close/>
                    </a:path>
                  </a:pathLst>
                </a:custGeom>
                <a:solidFill>
                  <a:schemeClr val="accent4"/>
                </a:solidFill>
                <a:ln w="5383"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53F67F68-C932-40B8-914F-22B00E698617}"/>
                    </a:ext>
                  </a:extLst>
                </p:cNvPr>
                <p:cNvSpPr/>
                <p:nvPr/>
              </p:nvSpPr>
              <p:spPr>
                <a:xfrm>
                  <a:off x="6890752" y="4649281"/>
                  <a:ext cx="189580" cy="5924"/>
                </a:xfrm>
                <a:custGeom>
                  <a:avLst/>
                  <a:gdLst>
                    <a:gd name="connsiteX0" fmla="*/ 24775 w 189580"/>
                    <a:gd name="connsiteY0" fmla="*/ 0 h 5924"/>
                    <a:gd name="connsiteX1" fmla="*/ 189580 w 189580"/>
                    <a:gd name="connsiteY1" fmla="*/ 0 h 5924"/>
                    <a:gd name="connsiteX2" fmla="*/ 164805 w 189580"/>
                    <a:gd name="connsiteY2" fmla="*/ 5924 h 5924"/>
                    <a:gd name="connsiteX3" fmla="*/ 0 w 189580"/>
                    <a:gd name="connsiteY3" fmla="*/ 5924 h 5924"/>
                  </a:gdLst>
                  <a:ahLst/>
                  <a:cxnLst>
                    <a:cxn ang="0">
                      <a:pos x="connsiteX0" y="connsiteY0"/>
                    </a:cxn>
                    <a:cxn ang="0">
                      <a:pos x="connsiteX1" y="connsiteY1"/>
                    </a:cxn>
                    <a:cxn ang="0">
                      <a:pos x="connsiteX2" y="connsiteY2"/>
                    </a:cxn>
                    <a:cxn ang="0">
                      <a:pos x="connsiteX3" y="connsiteY3"/>
                    </a:cxn>
                  </a:cxnLst>
                  <a:rect l="l" t="t" r="r" b="b"/>
                  <a:pathLst>
                    <a:path w="189580" h="5924">
                      <a:moveTo>
                        <a:pt x="24775" y="0"/>
                      </a:moveTo>
                      <a:lnTo>
                        <a:pt x="189580" y="0"/>
                      </a:lnTo>
                      <a:lnTo>
                        <a:pt x="164805" y="5924"/>
                      </a:lnTo>
                      <a:lnTo>
                        <a:pt x="0" y="5924"/>
                      </a:lnTo>
                      <a:close/>
                    </a:path>
                  </a:pathLst>
                </a:custGeom>
                <a:solidFill>
                  <a:srgbClr val="CADFF0"/>
                </a:solidFill>
                <a:ln w="5383" cap="flat">
                  <a:noFill/>
                  <a:prstDash val="solid"/>
                  <a:miter/>
                </a:ln>
              </p:spPr>
              <p:txBody>
                <a:bodyPr rtlCol="0" anchor="ctr"/>
                <a:lstStyle/>
                <a:p>
                  <a:endParaRPr lang="en-US"/>
                </a:p>
              </p:txBody>
            </p:sp>
          </p:grpSp>
        </p:grpSp>
        <p:grpSp>
          <p:nvGrpSpPr>
            <p:cNvPr id="165" name="Graphic 21">
              <a:extLst>
                <a:ext uri="{FF2B5EF4-FFF2-40B4-BE49-F238E27FC236}">
                  <a16:creationId xmlns:a16="http://schemas.microsoft.com/office/drawing/2014/main" id="{8639DD85-530A-4410-999F-96017AD201EE}"/>
                </a:ext>
              </a:extLst>
            </p:cNvPr>
            <p:cNvGrpSpPr/>
            <p:nvPr/>
          </p:nvGrpSpPr>
          <p:grpSpPr>
            <a:xfrm>
              <a:off x="8087665" y="4303736"/>
              <a:ext cx="784525" cy="1708408"/>
              <a:chOff x="8087665" y="4303736"/>
              <a:chExt cx="784525" cy="1708408"/>
            </a:xfrm>
          </p:grpSpPr>
          <p:sp>
            <p:nvSpPr>
              <p:cNvPr id="166" name="Freeform: Shape 165">
                <a:extLst>
                  <a:ext uri="{FF2B5EF4-FFF2-40B4-BE49-F238E27FC236}">
                    <a16:creationId xmlns:a16="http://schemas.microsoft.com/office/drawing/2014/main" id="{C35EA7A3-6D2F-4C5A-93F3-F026096B7DA7}"/>
                  </a:ext>
                </a:extLst>
              </p:cNvPr>
              <p:cNvSpPr/>
              <p:nvPr/>
            </p:nvSpPr>
            <p:spPr>
              <a:xfrm>
                <a:off x="8289984" y="4984816"/>
                <a:ext cx="482753" cy="971529"/>
              </a:xfrm>
              <a:custGeom>
                <a:avLst/>
                <a:gdLst>
                  <a:gd name="connsiteX0" fmla="*/ 404474 w 482753"/>
                  <a:gd name="connsiteY0" fmla="*/ 455639 h 971529"/>
                  <a:gd name="connsiteX1" fmla="*/ 158881 w 482753"/>
                  <a:gd name="connsiteY1" fmla="*/ 0 h 971529"/>
                  <a:gd name="connsiteX2" fmla="*/ 0 w 482753"/>
                  <a:gd name="connsiteY2" fmla="*/ 136261 h 971529"/>
                  <a:gd name="connsiteX3" fmla="*/ 113640 w 482753"/>
                  <a:gd name="connsiteY3" fmla="*/ 254210 h 971529"/>
                  <a:gd name="connsiteX4" fmla="*/ 282755 w 482753"/>
                  <a:gd name="connsiteY4" fmla="*/ 524039 h 971529"/>
                  <a:gd name="connsiteX5" fmla="*/ 281677 w 482753"/>
                  <a:gd name="connsiteY5" fmla="*/ 678611 h 971529"/>
                  <a:gd name="connsiteX6" fmla="*/ 435173 w 482753"/>
                  <a:gd name="connsiteY6" fmla="*/ 954903 h 971529"/>
                  <a:gd name="connsiteX7" fmla="*/ 481491 w 482753"/>
                  <a:gd name="connsiteY7" fmla="*/ 943054 h 971529"/>
                  <a:gd name="connsiteX8" fmla="*/ 404474 w 482753"/>
                  <a:gd name="connsiteY8" fmla="*/ 455639 h 971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753" h="971529">
                    <a:moveTo>
                      <a:pt x="404474" y="455639"/>
                    </a:moveTo>
                    <a:cubicBezTo>
                      <a:pt x="398011" y="413091"/>
                      <a:pt x="343076" y="231590"/>
                      <a:pt x="158881" y="0"/>
                    </a:cubicBezTo>
                    <a:lnTo>
                      <a:pt x="0" y="136261"/>
                    </a:lnTo>
                    <a:cubicBezTo>
                      <a:pt x="83480" y="339306"/>
                      <a:pt x="65707" y="166421"/>
                      <a:pt x="113640" y="254210"/>
                    </a:cubicBezTo>
                    <a:cubicBezTo>
                      <a:pt x="192812" y="398549"/>
                      <a:pt x="283293" y="505727"/>
                      <a:pt x="282755" y="524039"/>
                    </a:cubicBezTo>
                    <a:cubicBezTo>
                      <a:pt x="281139" y="569279"/>
                      <a:pt x="264982" y="628523"/>
                      <a:pt x="281677" y="678611"/>
                    </a:cubicBezTo>
                    <a:cubicBezTo>
                      <a:pt x="299989" y="732469"/>
                      <a:pt x="417938" y="915587"/>
                      <a:pt x="435173" y="954903"/>
                    </a:cubicBezTo>
                    <a:cubicBezTo>
                      <a:pt x="452407" y="994219"/>
                      <a:pt x="490108" y="952748"/>
                      <a:pt x="481491" y="943054"/>
                    </a:cubicBezTo>
                    <a:cubicBezTo>
                      <a:pt x="426556" y="878424"/>
                      <a:pt x="412014" y="508420"/>
                      <a:pt x="404474" y="455639"/>
                    </a:cubicBezTo>
                    <a:close/>
                  </a:path>
                </a:pathLst>
              </a:custGeom>
              <a:solidFill>
                <a:srgbClr val="032F4A"/>
              </a:solidFill>
              <a:ln w="5383"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B1536543-6C06-456D-9D7B-484A727995B5}"/>
                  </a:ext>
                </a:extLst>
              </p:cNvPr>
              <p:cNvSpPr/>
              <p:nvPr/>
            </p:nvSpPr>
            <p:spPr>
              <a:xfrm>
                <a:off x="8725285" y="5913101"/>
                <a:ext cx="146905" cy="67773"/>
              </a:xfrm>
              <a:custGeom>
                <a:avLst/>
                <a:gdLst>
                  <a:gd name="connsiteX0" fmla="*/ 37572 w 146905"/>
                  <a:gd name="connsiteY0" fmla="*/ 2921 h 67773"/>
                  <a:gd name="connsiteX1" fmla="*/ 146904 w 146905"/>
                  <a:gd name="connsiteY1" fmla="*/ 4537 h 67773"/>
                  <a:gd name="connsiteX2" fmla="*/ 11182 w 146905"/>
                  <a:gd name="connsiteY2" fmla="*/ 67550 h 67773"/>
                  <a:gd name="connsiteX3" fmla="*/ 949 w 146905"/>
                  <a:gd name="connsiteY3" fmla="*/ 29311 h 67773"/>
                  <a:gd name="connsiteX4" fmla="*/ 37572 w 146905"/>
                  <a:gd name="connsiteY4" fmla="*/ 2921 h 67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905" h="67773">
                    <a:moveTo>
                      <a:pt x="37572" y="2921"/>
                    </a:moveTo>
                    <a:cubicBezTo>
                      <a:pt x="66117" y="1305"/>
                      <a:pt x="146366" y="-3542"/>
                      <a:pt x="146904" y="4537"/>
                    </a:cubicBezTo>
                    <a:cubicBezTo>
                      <a:pt x="147443" y="12615"/>
                      <a:pt x="30032" y="71859"/>
                      <a:pt x="11182" y="67550"/>
                    </a:cubicBezTo>
                    <a:cubicBezTo>
                      <a:pt x="-7668" y="63242"/>
                      <a:pt x="3642" y="45469"/>
                      <a:pt x="949" y="29311"/>
                    </a:cubicBezTo>
                    <a:cubicBezTo>
                      <a:pt x="5796" y="37928"/>
                      <a:pt x="38111" y="28773"/>
                      <a:pt x="37572" y="2921"/>
                    </a:cubicBezTo>
                    <a:close/>
                  </a:path>
                </a:pathLst>
              </a:custGeom>
              <a:solidFill>
                <a:srgbClr val="FF7E33"/>
              </a:solidFill>
              <a:ln w="5383"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A213A958-2176-4EA8-A852-6F8F104E7ABF}"/>
                  </a:ext>
                </a:extLst>
              </p:cNvPr>
              <p:cNvSpPr/>
              <p:nvPr/>
            </p:nvSpPr>
            <p:spPr>
              <a:xfrm>
                <a:off x="8159713" y="4343255"/>
                <a:ext cx="373828" cy="451659"/>
              </a:xfrm>
              <a:custGeom>
                <a:avLst/>
                <a:gdLst>
                  <a:gd name="connsiteX0" fmla="*/ 324160 w 373828"/>
                  <a:gd name="connsiteY0" fmla="*/ 28118 h 451659"/>
                  <a:gd name="connsiteX1" fmla="*/ 201364 w 373828"/>
                  <a:gd name="connsiteY1" fmla="*/ 7113 h 451659"/>
                  <a:gd name="connsiteX2" fmla="*/ 98495 w 373828"/>
                  <a:gd name="connsiteY2" fmla="*/ 81437 h 451659"/>
                  <a:gd name="connsiteX3" fmla="*/ 13938 w 373828"/>
                  <a:gd name="connsiteY3" fmla="*/ 408894 h 451659"/>
                  <a:gd name="connsiteX4" fmla="*/ 107112 w 373828"/>
                  <a:gd name="connsiteY4" fmla="*/ 449288 h 451659"/>
                  <a:gd name="connsiteX5" fmla="*/ 220214 w 373828"/>
                  <a:gd name="connsiteY5" fmla="*/ 315181 h 451659"/>
                  <a:gd name="connsiteX6" fmla="*/ 294000 w 373828"/>
                  <a:gd name="connsiteY6" fmla="*/ 398122 h 451659"/>
                  <a:gd name="connsiteX7" fmla="*/ 322544 w 373828"/>
                  <a:gd name="connsiteY7" fmla="*/ 318951 h 451659"/>
                  <a:gd name="connsiteX8" fmla="*/ 372632 w 373828"/>
                  <a:gd name="connsiteY8" fmla="*/ 278019 h 451659"/>
                  <a:gd name="connsiteX9" fmla="*/ 316081 w 373828"/>
                  <a:gd name="connsiteY9" fmla="*/ 161686 h 451659"/>
                  <a:gd name="connsiteX10" fmla="*/ 324160 w 373828"/>
                  <a:gd name="connsiteY10" fmla="*/ 28118 h 45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3828" h="451659">
                    <a:moveTo>
                      <a:pt x="324160" y="28118"/>
                    </a:moveTo>
                    <a:cubicBezTo>
                      <a:pt x="278381" y="-10660"/>
                      <a:pt x="222907" y="-427"/>
                      <a:pt x="201364" y="7113"/>
                    </a:cubicBezTo>
                    <a:cubicBezTo>
                      <a:pt x="191669" y="10345"/>
                      <a:pt x="123270" y="38351"/>
                      <a:pt x="98495" y="81437"/>
                    </a:cubicBezTo>
                    <a:cubicBezTo>
                      <a:pt x="75875" y="121292"/>
                      <a:pt x="-39382" y="322183"/>
                      <a:pt x="13938" y="408894"/>
                    </a:cubicBezTo>
                    <a:cubicBezTo>
                      <a:pt x="24171" y="425590"/>
                      <a:pt x="55408" y="461136"/>
                      <a:pt x="107112" y="449288"/>
                    </a:cubicBezTo>
                    <a:cubicBezTo>
                      <a:pt x="123270" y="445517"/>
                      <a:pt x="209981" y="306025"/>
                      <a:pt x="220214" y="315181"/>
                    </a:cubicBezTo>
                    <a:cubicBezTo>
                      <a:pt x="250374" y="343726"/>
                      <a:pt x="257376" y="430437"/>
                      <a:pt x="294000" y="398122"/>
                    </a:cubicBezTo>
                    <a:cubicBezTo>
                      <a:pt x="335470" y="360960"/>
                      <a:pt x="317697" y="329723"/>
                      <a:pt x="322544" y="318951"/>
                    </a:cubicBezTo>
                    <a:cubicBezTo>
                      <a:pt x="328469" y="306025"/>
                      <a:pt x="365631" y="310872"/>
                      <a:pt x="372632" y="278019"/>
                    </a:cubicBezTo>
                    <a:cubicBezTo>
                      <a:pt x="383942" y="224699"/>
                      <a:pt x="311234" y="199925"/>
                      <a:pt x="316081" y="161686"/>
                    </a:cubicBezTo>
                    <a:cubicBezTo>
                      <a:pt x="319851" y="132602"/>
                      <a:pt x="379095" y="74436"/>
                      <a:pt x="324160" y="28118"/>
                    </a:cubicBezTo>
                    <a:close/>
                  </a:path>
                </a:pathLst>
              </a:custGeom>
              <a:solidFill>
                <a:srgbClr val="232850"/>
              </a:solidFill>
              <a:ln w="5383"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C7ADE1CD-7862-40EA-83CA-3161B07D554F}"/>
                  </a:ext>
                </a:extLst>
              </p:cNvPr>
              <p:cNvSpPr/>
              <p:nvPr/>
            </p:nvSpPr>
            <p:spPr>
              <a:xfrm>
                <a:off x="8221843" y="4957887"/>
                <a:ext cx="415255" cy="1040006"/>
              </a:xfrm>
              <a:custGeom>
                <a:avLst/>
                <a:gdLst>
                  <a:gd name="connsiteX0" fmla="*/ 2973 w 415255"/>
                  <a:gd name="connsiteY0" fmla="*/ 188503 h 1040006"/>
                  <a:gd name="connsiteX1" fmla="*/ 66525 w 415255"/>
                  <a:gd name="connsiteY1" fmla="*/ 302143 h 1040006"/>
                  <a:gd name="connsiteX2" fmla="*/ 245334 w 415255"/>
                  <a:gd name="connsiteY2" fmla="*/ 538580 h 1040006"/>
                  <a:gd name="connsiteX3" fmla="*/ 207633 w 415255"/>
                  <a:gd name="connsiteY3" fmla="*/ 691537 h 1040006"/>
                  <a:gd name="connsiteX4" fmla="*/ 357897 w 415255"/>
                  <a:gd name="connsiteY4" fmla="*/ 1014147 h 1040006"/>
                  <a:gd name="connsiteX5" fmla="*/ 414448 w 415255"/>
                  <a:gd name="connsiteY5" fmla="*/ 1027073 h 1040006"/>
                  <a:gd name="connsiteX6" fmla="*/ 367053 w 415255"/>
                  <a:gd name="connsiteY6" fmla="*/ 570356 h 1040006"/>
                  <a:gd name="connsiteX7" fmla="*/ 167778 w 415255"/>
                  <a:gd name="connsiteY7" fmla="*/ 0 h 1040006"/>
                  <a:gd name="connsiteX8" fmla="*/ 2973 w 415255"/>
                  <a:gd name="connsiteY8" fmla="*/ 188503 h 104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5255" h="1040006">
                    <a:moveTo>
                      <a:pt x="2973" y="188503"/>
                    </a:moveTo>
                    <a:cubicBezTo>
                      <a:pt x="-9953" y="235360"/>
                      <a:pt x="20746" y="282755"/>
                      <a:pt x="66525" y="302143"/>
                    </a:cubicBezTo>
                    <a:cubicBezTo>
                      <a:pt x="99917" y="316147"/>
                      <a:pt x="244795" y="523500"/>
                      <a:pt x="245334" y="538580"/>
                    </a:cubicBezTo>
                    <a:cubicBezTo>
                      <a:pt x="247488" y="589207"/>
                      <a:pt x="207633" y="603748"/>
                      <a:pt x="207633" y="691537"/>
                    </a:cubicBezTo>
                    <a:cubicBezTo>
                      <a:pt x="207633" y="770170"/>
                      <a:pt x="348203" y="974292"/>
                      <a:pt x="357897" y="1014147"/>
                    </a:cubicBezTo>
                    <a:cubicBezTo>
                      <a:pt x="367591" y="1054002"/>
                      <a:pt x="422527" y="1038921"/>
                      <a:pt x="414448" y="1027073"/>
                    </a:cubicBezTo>
                    <a:cubicBezTo>
                      <a:pt x="360051" y="948440"/>
                      <a:pt x="354127" y="627985"/>
                      <a:pt x="367053" y="570356"/>
                    </a:cubicBezTo>
                    <a:cubicBezTo>
                      <a:pt x="384288" y="492801"/>
                      <a:pt x="215173" y="121181"/>
                      <a:pt x="167778" y="0"/>
                    </a:cubicBezTo>
                    <a:cubicBezTo>
                      <a:pt x="167778" y="0"/>
                      <a:pt x="48752" y="22620"/>
                      <a:pt x="2973" y="188503"/>
                    </a:cubicBezTo>
                    <a:close/>
                  </a:path>
                </a:pathLst>
              </a:custGeom>
              <a:solidFill>
                <a:srgbClr val="033B5E"/>
              </a:solidFill>
              <a:ln w="5383"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70E99A3-1520-4CE6-ACC9-CC00F0E2035D}"/>
                  </a:ext>
                </a:extLst>
              </p:cNvPr>
              <p:cNvSpPr/>
              <p:nvPr/>
            </p:nvSpPr>
            <p:spPr>
              <a:xfrm>
                <a:off x="8403805" y="4653939"/>
                <a:ext cx="194433" cy="283471"/>
              </a:xfrm>
              <a:custGeom>
                <a:avLst/>
                <a:gdLst>
                  <a:gd name="connsiteX0" fmla="*/ 185091 w 194433"/>
                  <a:gd name="connsiteY0" fmla="*/ 223699 h 283471"/>
                  <a:gd name="connsiteX1" fmla="*/ 144159 w 194433"/>
                  <a:gd name="connsiteY1" fmla="*/ 229624 h 283471"/>
                  <a:gd name="connsiteX2" fmla="*/ 72528 w 194433"/>
                  <a:gd name="connsiteY2" fmla="*/ 27117 h 283471"/>
                  <a:gd name="connsiteX3" fmla="*/ 28903 w 194433"/>
                  <a:gd name="connsiteY3" fmla="*/ 727 h 283471"/>
                  <a:gd name="connsiteX4" fmla="*/ 3051 w 194433"/>
                  <a:gd name="connsiteY4" fmla="*/ 69127 h 283471"/>
                  <a:gd name="connsiteX5" fmla="*/ 111845 w 194433"/>
                  <a:gd name="connsiteY5" fmla="*/ 277019 h 283471"/>
                  <a:gd name="connsiteX6" fmla="*/ 185091 w 194433"/>
                  <a:gd name="connsiteY6" fmla="*/ 223699 h 283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433" h="283471">
                    <a:moveTo>
                      <a:pt x="185091" y="223699"/>
                    </a:moveTo>
                    <a:cubicBezTo>
                      <a:pt x="178628" y="217236"/>
                      <a:pt x="150084" y="236086"/>
                      <a:pt x="144159" y="229624"/>
                    </a:cubicBezTo>
                    <a:cubicBezTo>
                      <a:pt x="109152" y="193000"/>
                      <a:pt x="83838" y="46506"/>
                      <a:pt x="72528" y="27117"/>
                    </a:cubicBezTo>
                    <a:cubicBezTo>
                      <a:pt x="63911" y="12037"/>
                      <a:pt x="45599" y="-3582"/>
                      <a:pt x="28903" y="727"/>
                    </a:cubicBezTo>
                    <a:cubicBezTo>
                      <a:pt x="12207" y="5036"/>
                      <a:pt x="-7720" y="28733"/>
                      <a:pt x="3051" y="69127"/>
                    </a:cubicBezTo>
                    <a:cubicBezTo>
                      <a:pt x="16516" y="120292"/>
                      <a:pt x="82223" y="259784"/>
                      <a:pt x="111845" y="277019"/>
                    </a:cubicBezTo>
                    <a:cubicBezTo>
                      <a:pt x="157085" y="303409"/>
                      <a:pt x="217945" y="241472"/>
                      <a:pt x="185091" y="223699"/>
                    </a:cubicBezTo>
                    <a:close/>
                  </a:path>
                </a:pathLst>
              </a:custGeom>
              <a:solidFill>
                <a:srgbClr val="F6A087"/>
              </a:solidFill>
              <a:ln w="5383"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58DCAADC-3E1B-4A4B-95FD-6C421149D58E}"/>
                  </a:ext>
                </a:extLst>
              </p:cNvPr>
              <p:cNvSpPr/>
              <p:nvPr/>
            </p:nvSpPr>
            <p:spPr>
              <a:xfrm>
                <a:off x="8240749" y="4583388"/>
                <a:ext cx="284708" cy="527117"/>
              </a:xfrm>
              <a:custGeom>
                <a:avLst/>
                <a:gdLst>
                  <a:gd name="connsiteX0" fmla="*/ 31462 w 284708"/>
                  <a:gd name="connsiteY0" fmla="*/ 41657 h 527117"/>
                  <a:gd name="connsiteX1" fmla="*/ 75086 w 284708"/>
                  <a:gd name="connsiteY1" fmla="*/ 333567 h 527117"/>
                  <a:gd name="connsiteX2" fmla="*/ 224 w 284708"/>
                  <a:gd name="connsiteY2" fmla="*/ 498373 h 527117"/>
                  <a:gd name="connsiteX3" fmla="*/ 282440 w 284708"/>
                  <a:gd name="connsiteY3" fmla="*/ 509683 h 527117"/>
                  <a:gd name="connsiteX4" fmla="*/ 228582 w 284708"/>
                  <a:gd name="connsiteY4" fmla="*/ 218850 h 527117"/>
                  <a:gd name="connsiteX5" fmla="*/ 254434 w 284708"/>
                  <a:gd name="connsiteY5" fmla="*/ 155297 h 527117"/>
                  <a:gd name="connsiteX6" fmla="*/ 180110 w 284708"/>
                  <a:gd name="connsiteY6" fmla="*/ 8265 h 527117"/>
                  <a:gd name="connsiteX7" fmla="*/ 31462 w 284708"/>
                  <a:gd name="connsiteY7" fmla="*/ 41657 h 527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4708" h="527117">
                    <a:moveTo>
                      <a:pt x="31462" y="41657"/>
                    </a:moveTo>
                    <a:cubicBezTo>
                      <a:pt x="-40708" y="100362"/>
                      <a:pt x="81011" y="239855"/>
                      <a:pt x="75086" y="333567"/>
                    </a:cubicBezTo>
                    <a:cubicBezTo>
                      <a:pt x="70778" y="400351"/>
                      <a:pt x="-4623" y="485986"/>
                      <a:pt x="224" y="498373"/>
                    </a:cubicBezTo>
                    <a:cubicBezTo>
                      <a:pt x="5071" y="510222"/>
                      <a:pt x="225889" y="549538"/>
                      <a:pt x="282440" y="509683"/>
                    </a:cubicBezTo>
                    <a:cubicBezTo>
                      <a:pt x="300213" y="497296"/>
                      <a:pt x="207039" y="321719"/>
                      <a:pt x="228582" y="218850"/>
                    </a:cubicBezTo>
                    <a:cubicBezTo>
                      <a:pt x="233968" y="193536"/>
                      <a:pt x="251202" y="183842"/>
                      <a:pt x="254434" y="155297"/>
                    </a:cubicBezTo>
                    <a:cubicBezTo>
                      <a:pt x="257127" y="133754"/>
                      <a:pt x="232352" y="30885"/>
                      <a:pt x="180110" y="8265"/>
                    </a:cubicBezTo>
                    <a:cubicBezTo>
                      <a:pt x="112249" y="-20818"/>
                      <a:pt x="39001" y="35733"/>
                      <a:pt x="31462" y="41657"/>
                    </a:cubicBezTo>
                    <a:close/>
                  </a:path>
                </a:pathLst>
              </a:custGeom>
              <a:solidFill>
                <a:schemeClr val="accent5"/>
              </a:solidFill>
              <a:ln w="5383"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4B2B3DFF-304B-4DBA-9D52-17FE0D04039C}"/>
                  </a:ext>
                </a:extLst>
              </p:cNvPr>
              <p:cNvSpPr/>
              <p:nvPr/>
            </p:nvSpPr>
            <p:spPr>
              <a:xfrm>
                <a:off x="8313886" y="4474686"/>
                <a:ext cx="101258" cy="139967"/>
              </a:xfrm>
              <a:custGeom>
                <a:avLst/>
                <a:gdLst>
                  <a:gd name="connsiteX0" fmla="*/ 79505 w 101258"/>
                  <a:gd name="connsiteY0" fmla="*/ 16252 h 139967"/>
                  <a:gd name="connsiteX1" fmla="*/ 101049 w 101258"/>
                  <a:gd name="connsiteY1" fmla="*/ 123429 h 139967"/>
                  <a:gd name="connsiteX2" fmla="*/ 873 w 101258"/>
                  <a:gd name="connsiteY2" fmla="*/ 129892 h 139967"/>
                  <a:gd name="connsiteX3" fmla="*/ 24032 w 101258"/>
                  <a:gd name="connsiteY3" fmla="*/ 9789 h 139967"/>
                  <a:gd name="connsiteX4" fmla="*/ 79505 w 101258"/>
                  <a:gd name="connsiteY4" fmla="*/ 16252 h 139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258" h="139967">
                    <a:moveTo>
                      <a:pt x="79505" y="16252"/>
                    </a:moveTo>
                    <a:cubicBezTo>
                      <a:pt x="70888" y="84113"/>
                      <a:pt x="95124" y="108888"/>
                      <a:pt x="101049" y="123429"/>
                    </a:cubicBezTo>
                    <a:cubicBezTo>
                      <a:pt x="106434" y="137971"/>
                      <a:pt x="6258" y="148742"/>
                      <a:pt x="873" y="129892"/>
                    </a:cubicBezTo>
                    <a:cubicBezTo>
                      <a:pt x="-4513" y="111042"/>
                      <a:pt x="16491" y="34564"/>
                      <a:pt x="24032" y="9789"/>
                    </a:cubicBezTo>
                    <a:cubicBezTo>
                      <a:pt x="32110" y="-15525"/>
                      <a:pt x="79505" y="16252"/>
                      <a:pt x="79505" y="16252"/>
                    </a:cubicBezTo>
                    <a:close/>
                  </a:path>
                </a:pathLst>
              </a:custGeom>
              <a:solidFill>
                <a:srgbClr val="F5B58F"/>
              </a:solidFill>
              <a:ln w="5383"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8576AABD-1A8F-4554-9728-AFF8D7C8BF98}"/>
                  </a:ext>
                </a:extLst>
              </p:cNvPr>
              <p:cNvSpPr/>
              <p:nvPr/>
            </p:nvSpPr>
            <p:spPr>
              <a:xfrm>
                <a:off x="8331350" y="4363833"/>
                <a:ext cx="148179" cy="177095"/>
              </a:xfrm>
              <a:custGeom>
                <a:avLst/>
                <a:gdLst>
                  <a:gd name="connsiteX0" fmla="*/ 141213 w 148179"/>
                  <a:gd name="connsiteY0" fmla="*/ 24774 h 177095"/>
                  <a:gd name="connsiteX1" fmla="*/ 108359 w 148179"/>
                  <a:gd name="connsiteY1" fmla="*/ 176654 h 177095"/>
                  <a:gd name="connsiteX2" fmla="*/ 105 w 148179"/>
                  <a:gd name="connsiteY2" fmla="*/ 67861 h 177095"/>
                  <a:gd name="connsiteX3" fmla="*/ 141213 w 148179"/>
                  <a:gd name="connsiteY3" fmla="*/ 24774 h 177095"/>
                </a:gdLst>
                <a:ahLst/>
                <a:cxnLst>
                  <a:cxn ang="0">
                    <a:pos x="connsiteX0" y="connsiteY0"/>
                  </a:cxn>
                  <a:cxn ang="0">
                    <a:pos x="connsiteX1" y="connsiteY1"/>
                  </a:cxn>
                  <a:cxn ang="0">
                    <a:pos x="connsiteX2" y="connsiteY2"/>
                  </a:cxn>
                  <a:cxn ang="0">
                    <a:pos x="connsiteX3" y="connsiteY3"/>
                  </a:cxn>
                </a:cxnLst>
                <a:rect l="l" t="t" r="r" b="b"/>
                <a:pathLst>
                  <a:path w="148179" h="177095">
                    <a:moveTo>
                      <a:pt x="141213" y="24774"/>
                    </a:moveTo>
                    <a:cubicBezTo>
                      <a:pt x="162756" y="100175"/>
                      <a:pt x="129364" y="171807"/>
                      <a:pt x="108359" y="176654"/>
                    </a:cubicBezTo>
                    <a:cubicBezTo>
                      <a:pt x="87355" y="181501"/>
                      <a:pt x="7106" y="146493"/>
                      <a:pt x="105" y="67861"/>
                    </a:cubicBezTo>
                    <a:cubicBezTo>
                      <a:pt x="-4204" y="16157"/>
                      <a:pt x="125594" y="-30161"/>
                      <a:pt x="141213" y="24774"/>
                    </a:cubicBezTo>
                    <a:close/>
                  </a:path>
                </a:pathLst>
              </a:custGeom>
              <a:solidFill>
                <a:srgbClr val="F5B58F"/>
              </a:solidFill>
              <a:ln w="5383"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AC85A28A-CD12-43B5-B763-D864DD66B9E8}"/>
                  </a:ext>
                </a:extLst>
              </p:cNvPr>
              <p:cNvSpPr/>
              <p:nvPr/>
            </p:nvSpPr>
            <p:spPr>
              <a:xfrm>
                <a:off x="8087665" y="4303736"/>
                <a:ext cx="397975" cy="459396"/>
              </a:xfrm>
              <a:custGeom>
                <a:avLst/>
                <a:gdLst>
                  <a:gd name="connsiteX0" fmla="*/ 62288 w 397975"/>
                  <a:gd name="connsiteY0" fmla="*/ 96721 h 459396"/>
                  <a:gd name="connsiteX1" fmla="*/ 207705 w 397975"/>
                  <a:gd name="connsiteY1" fmla="*/ 67637 h 459396"/>
                  <a:gd name="connsiteX2" fmla="*/ 324038 w 397975"/>
                  <a:gd name="connsiteY2" fmla="*/ 854 h 459396"/>
                  <a:gd name="connsiteX3" fmla="*/ 397824 w 397975"/>
                  <a:gd name="connsiteY3" fmla="*/ 77332 h 459396"/>
                  <a:gd name="connsiteX4" fmla="*/ 290107 w 397975"/>
                  <a:gd name="connsiteY4" fmla="*/ 107493 h 459396"/>
                  <a:gd name="connsiteX5" fmla="*/ 270180 w 397975"/>
                  <a:gd name="connsiteY5" fmla="*/ 334235 h 459396"/>
                  <a:gd name="connsiteX6" fmla="*/ 215245 w 397975"/>
                  <a:gd name="connsiteY6" fmla="*/ 371397 h 459396"/>
                  <a:gd name="connsiteX7" fmla="*/ 165157 w 397975"/>
                  <a:gd name="connsiteY7" fmla="*/ 379476 h 459396"/>
                  <a:gd name="connsiteX8" fmla="*/ 107529 w 397975"/>
                  <a:gd name="connsiteY8" fmla="*/ 459185 h 459396"/>
                  <a:gd name="connsiteX9" fmla="*/ 69290 w 397975"/>
                  <a:gd name="connsiteY9" fmla="*/ 396710 h 459396"/>
                  <a:gd name="connsiteX10" fmla="*/ 890 w 397975"/>
                  <a:gd name="connsiteY10" fmla="*/ 334235 h 459396"/>
                  <a:gd name="connsiteX11" fmla="*/ 64443 w 397975"/>
                  <a:gd name="connsiteY11" fmla="*/ 225441 h 459396"/>
                  <a:gd name="connsiteX12" fmla="*/ 62288 w 397975"/>
                  <a:gd name="connsiteY12" fmla="*/ 96721 h 459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7975" h="459396">
                    <a:moveTo>
                      <a:pt x="62288" y="96721"/>
                    </a:moveTo>
                    <a:cubicBezTo>
                      <a:pt x="98373" y="48787"/>
                      <a:pt x="190470" y="72485"/>
                      <a:pt x="207705" y="67637"/>
                    </a:cubicBezTo>
                    <a:cubicBezTo>
                      <a:pt x="241097" y="59020"/>
                      <a:pt x="236249" y="-8302"/>
                      <a:pt x="324038" y="854"/>
                    </a:cubicBezTo>
                    <a:cubicBezTo>
                      <a:pt x="364432" y="5162"/>
                      <a:pt x="392438" y="39093"/>
                      <a:pt x="397824" y="77332"/>
                    </a:cubicBezTo>
                    <a:cubicBezTo>
                      <a:pt x="402132" y="105877"/>
                      <a:pt x="313805" y="64945"/>
                      <a:pt x="290107" y="107493"/>
                    </a:cubicBezTo>
                    <a:cubicBezTo>
                      <a:pt x="268026" y="147886"/>
                      <a:pt x="301418" y="251294"/>
                      <a:pt x="270180" y="334235"/>
                    </a:cubicBezTo>
                    <a:cubicBezTo>
                      <a:pt x="263178" y="352547"/>
                      <a:pt x="245944" y="376783"/>
                      <a:pt x="215245" y="371397"/>
                    </a:cubicBezTo>
                    <a:cubicBezTo>
                      <a:pt x="193163" y="367627"/>
                      <a:pt x="182391" y="349854"/>
                      <a:pt x="165157" y="379476"/>
                    </a:cubicBezTo>
                    <a:cubicBezTo>
                      <a:pt x="144691" y="415561"/>
                      <a:pt x="156001" y="462956"/>
                      <a:pt x="107529" y="459185"/>
                    </a:cubicBezTo>
                    <a:cubicBezTo>
                      <a:pt x="73598" y="456493"/>
                      <a:pt x="76830" y="405866"/>
                      <a:pt x="69290" y="396710"/>
                    </a:cubicBezTo>
                    <a:cubicBezTo>
                      <a:pt x="54748" y="377860"/>
                      <a:pt x="5737" y="367627"/>
                      <a:pt x="890" y="334235"/>
                    </a:cubicBezTo>
                    <a:cubicBezTo>
                      <a:pt x="-8805" y="271221"/>
                      <a:pt x="63904" y="264758"/>
                      <a:pt x="64443" y="225441"/>
                    </a:cubicBezTo>
                    <a:cubicBezTo>
                      <a:pt x="64443" y="188818"/>
                      <a:pt x="17586" y="155426"/>
                      <a:pt x="62288" y="96721"/>
                    </a:cubicBezTo>
                    <a:close/>
                  </a:path>
                </a:pathLst>
              </a:custGeom>
              <a:solidFill>
                <a:srgbClr val="232850"/>
              </a:solidFill>
              <a:ln w="5383"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A69231F5-68E8-4872-8AE0-44C533011C3D}"/>
                  </a:ext>
                </a:extLst>
              </p:cNvPr>
              <p:cNvSpPr/>
              <p:nvPr/>
            </p:nvSpPr>
            <p:spPr>
              <a:xfrm>
                <a:off x="8242332" y="4669067"/>
                <a:ext cx="310118" cy="326195"/>
              </a:xfrm>
              <a:custGeom>
                <a:avLst/>
                <a:gdLst>
                  <a:gd name="connsiteX0" fmla="*/ 302401 w 310118"/>
                  <a:gd name="connsiteY0" fmla="*/ 290974 h 326195"/>
                  <a:gd name="connsiteX1" fmla="*/ 298630 w 310118"/>
                  <a:gd name="connsiteY1" fmla="*/ 266199 h 326195"/>
                  <a:gd name="connsiteX2" fmla="*/ 144058 w 310118"/>
                  <a:gd name="connsiteY2" fmla="*/ 254889 h 326195"/>
                  <a:gd name="connsiteX3" fmla="*/ 82660 w 310118"/>
                  <a:gd name="connsiteY3" fmla="*/ 257044 h 326195"/>
                  <a:gd name="connsiteX4" fmla="*/ 68118 w 310118"/>
                  <a:gd name="connsiteY4" fmla="*/ 24916 h 326195"/>
                  <a:gd name="connsiteX5" fmla="*/ 16953 w 310118"/>
                  <a:gd name="connsiteY5" fmla="*/ 5526 h 326195"/>
                  <a:gd name="connsiteX6" fmla="*/ 257 w 310118"/>
                  <a:gd name="connsiteY6" fmla="*/ 83621 h 326195"/>
                  <a:gd name="connsiteX7" fmla="*/ 38496 w 310118"/>
                  <a:gd name="connsiteY7" fmla="*/ 315210 h 326195"/>
                  <a:gd name="connsiteX8" fmla="*/ 140288 w 310118"/>
                  <a:gd name="connsiteY8" fmla="*/ 323828 h 326195"/>
                  <a:gd name="connsiteX9" fmla="*/ 302401 w 310118"/>
                  <a:gd name="connsiteY9" fmla="*/ 290974 h 326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118" h="326195">
                    <a:moveTo>
                      <a:pt x="302401" y="290974"/>
                    </a:moveTo>
                    <a:cubicBezTo>
                      <a:pt x="304555" y="290974"/>
                      <a:pt x="320712" y="265122"/>
                      <a:pt x="298630" y="266199"/>
                    </a:cubicBezTo>
                    <a:cubicBezTo>
                      <a:pt x="256083" y="267815"/>
                      <a:pt x="192530" y="254889"/>
                      <a:pt x="144058" y="254889"/>
                    </a:cubicBezTo>
                    <a:cubicBezTo>
                      <a:pt x="117129" y="254889"/>
                      <a:pt x="85891" y="259736"/>
                      <a:pt x="82660" y="257044"/>
                    </a:cubicBezTo>
                    <a:cubicBezTo>
                      <a:pt x="64348" y="240348"/>
                      <a:pt x="87507" y="94392"/>
                      <a:pt x="68118" y="24916"/>
                    </a:cubicBezTo>
                    <a:cubicBezTo>
                      <a:pt x="61655" y="1218"/>
                      <a:pt x="29340" y="-6322"/>
                      <a:pt x="16953" y="5526"/>
                    </a:cubicBezTo>
                    <a:cubicBezTo>
                      <a:pt x="4566" y="17914"/>
                      <a:pt x="1334" y="41611"/>
                      <a:pt x="257" y="83621"/>
                    </a:cubicBezTo>
                    <a:cubicBezTo>
                      <a:pt x="-2436" y="163869"/>
                      <a:pt x="16415" y="309824"/>
                      <a:pt x="38496" y="315210"/>
                    </a:cubicBezTo>
                    <a:cubicBezTo>
                      <a:pt x="61117" y="320596"/>
                      <a:pt x="88046" y="330829"/>
                      <a:pt x="140288" y="323828"/>
                    </a:cubicBezTo>
                    <a:cubicBezTo>
                      <a:pt x="210303" y="314133"/>
                      <a:pt x="291629" y="290974"/>
                      <a:pt x="302401" y="290974"/>
                    </a:cubicBezTo>
                    <a:close/>
                  </a:path>
                </a:pathLst>
              </a:custGeom>
              <a:solidFill>
                <a:srgbClr val="F5B58F"/>
              </a:solidFill>
              <a:ln w="5383"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653BCDB1-E2FE-4C05-B0FB-A7E49FC1E99B}"/>
                  </a:ext>
                </a:extLst>
              </p:cNvPr>
              <p:cNvSpPr/>
              <p:nvPr/>
            </p:nvSpPr>
            <p:spPr>
              <a:xfrm>
                <a:off x="8571527" y="5949952"/>
                <a:ext cx="165082" cy="62192"/>
              </a:xfrm>
              <a:custGeom>
                <a:avLst/>
                <a:gdLst>
                  <a:gd name="connsiteX0" fmla="*/ 48069 w 165082"/>
                  <a:gd name="connsiteY0" fmla="*/ 0 h 62192"/>
                  <a:gd name="connsiteX1" fmla="*/ 164941 w 165082"/>
                  <a:gd name="connsiteY1" fmla="*/ 33930 h 62192"/>
                  <a:gd name="connsiteX2" fmla="*/ 9291 w 165082"/>
                  <a:gd name="connsiteY2" fmla="*/ 57089 h 62192"/>
                  <a:gd name="connsiteX3" fmla="*/ 4982 w 165082"/>
                  <a:gd name="connsiteY3" fmla="*/ 12926 h 62192"/>
                  <a:gd name="connsiteX4" fmla="*/ 48069 w 165082"/>
                  <a:gd name="connsiteY4" fmla="*/ 0 h 621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082" h="62192">
                    <a:moveTo>
                      <a:pt x="48069" y="0"/>
                    </a:moveTo>
                    <a:cubicBezTo>
                      <a:pt x="74459" y="8079"/>
                      <a:pt x="169249" y="28006"/>
                      <a:pt x="164941" y="33930"/>
                    </a:cubicBezTo>
                    <a:cubicBezTo>
                      <a:pt x="153630" y="50626"/>
                      <a:pt x="31911" y="72170"/>
                      <a:pt x="9291" y="57089"/>
                    </a:cubicBezTo>
                    <a:cubicBezTo>
                      <a:pt x="-6328" y="46856"/>
                      <a:pt x="1750" y="28545"/>
                      <a:pt x="4982" y="12926"/>
                    </a:cubicBezTo>
                    <a:cubicBezTo>
                      <a:pt x="10368" y="23159"/>
                      <a:pt x="38913" y="23697"/>
                      <a:pt x="48069" y="0"/>
                    </a:cubicBezTo>
                    <a:close/>
                  </a:path>
                </a:pathLst>
              </a:custGeom>
              <a:solidFill>
                <a:srgbClr val="FF7E33"/>
              </a:solidFill>
              <a:ln w="5383"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00EDE38E-AA94-48AD-9D77-1B5C01993F53}"/>
                  </a:ext>
                </a:extLst>
              </p:cNvPr>
              <p:cNvSpPr/>
              <p:nvPr/>
            </p:nvSpPr>
            <p:spPr>
              <a:xfrm>
                <a:off x="8597663" y="4850572"/>
                <a:ext cx="37634" cy="66378"/>
              </a:xfrm>
              <a:custGeom>
                <a:avLst/>
                <a:gdLst>
                  <a:gd name="connsiteX0" fmla="*/ 5236 w 37634"/>
                  <a:gd name="connsiteY0" fmla="*/ 21143 h 66378"/>
                  <a:gd name="connsiteX1" fmla="*/ 27318 w 37634"/>
                  <a:gd name="connsiteY1" fmla="*/ 138 h 66378"/>
                  <a:gd name="connsiteX2" fmla="*/ 30549 w 37634"/>
                  <a:gd name="connsiteY2" fmla="*/ 13602 h 66378"/>
                  <a:gd name="connsiteX3" fmla="*/ 27318 w 37634"/>
                  <a:gd name="connsiteY3" fmla="*/ 21143 h 66378"/>
                  <a:gd name="connsiteX4" fmla="*/ 37551 w 37634"/>
                  <a:gd name="connsiteY4" fmla="*/ 34068 h 66378"/>
                  <a:gd name="connsiteX5" fmla="*/ 27318 w 37634"/>
                  <a:gd name="connsiteY5" fmla="*/ 65845 h 66378"/>
                  <a:gd name="connsiteX6" fmla="*/ 389 w 37634"/>
                  <a:gd name="connsiteY6" fmla="*/ 59920 h 66378"/>
                  <a:gd name="connsiteX7" fmla="*/ 5236 w 37634"/>
                  <a:gd name="connsiteY7" fmla="*/ 35684 h 66378"/>
                  <a:gd name="connsiteX8" fmla="*/ 13853 w 37634"/>
                  <a:gd name="connsiteY8" fmla="*/ 28144 h 66378"/>
                  <a:gd name="connsiteX9" fmla="*/ 6313 w 37634"/>
                  <a:gd name="connsiteY9" fmla="*/ 26528 h 66378"/>
                  <a:gd name="connsiteX10" fmla="*/ 5236 w 37634"/>
                  <a:gd name="connsiteY10" fmla="*/ 21143 h 66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634" h="66378">
                    <a:moveTo>
                      <a:pt x="5236" y="21143"/>
                    </a:moveTo>
                    <a:cubicBezTo>
                      <a:pt x="10083" y="11448"/>
                      <a:pt x="21932" y="-1478"/>
                      <a:pt x="27318" y="138"/>
                    </a:cubicBezTo>
                    <a:cubicBezTo>
                      <a:pt x="32704" y="1215"/>
                      <a:pt x="32704" y="10371"/>
                      <a:pt x="30549" y="13602"/>
                    </a:cubicBezTo>
                    <a:cubicBezTo>
                      <a:pt x="28395" y="16834"/>
                      <a:pt x="25702" y="18450"/>
                      <a:pt x="27318" y="21143"/>
                    </a:cubicBezTo>
                    <a:cubicBezTo>
                      <a:pt x="28934" y="24374"/>
                      <a:pt x="38628" y="28144"/>
                      <a:pt x="37551" y="34068"/>
                    </a:cubicBezTo>
                    <a:cubicBezTo>
                      <a:pt x="36474" y="39993"/>
                      <a:pt x="36474" y="63690"/>
                      <a:pt x="27318" y="65845"/>
                    </a:cubicBezTo>
                    <a:cubicBezTo>
                      <a:pt x="18162" y="67999"/>
                      <a:pt x="1466" y="63152"/>
                      <a:pt x="389" y="59920"/>
                    </a:cubicBezTo>
                    <a:cubicBezTo>
                      <a:pt x="-1227" y="55073"/>
                      <a:pt x="2543" y="37838"/>
                      <a:pt x="5236" y="35684"/>
                    </a:cubicBezTo>
                    <a:cubicBezTo>
                      <a:pt x="9006" y="32991"/>
                      <a:pt x="14392" y="30299"/>
                      <a:pt x="13853" y="28144"/>
                    </a:cubicBezTo>
                    <a:cubicBezTo>
                      <a:pt x="13315" y="27067"/>
                      <a:pt x="9006" y="28683"/>
                      <a:pt x="6313" y="26528"/>
                    </a:cubicBezTo>
                    <a:cubicBezTo>
                      <a:pt x="4698" y="24913"/>
                      <a:pt x="3620" y="23297"/>
                      <a:pt x="5236" y="21143"/>
                    </a:cubicBezTo>
                    <a:close/>
                  </a:path>
                </a:pathLst>
              </a:custGeom>
              <a:solidFill>
                <a:srgbClr val="F5B58F"/>
              </a:solidFill>
              <a:ln w="5383"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3D125F90-C86D-4C73-8B85-022999B78A29}"/>
                  </a:ext>
                </a:extLst>
              </p:cNvPr>
              <p:cNvSpPr/>
              <p:nvPr/>
            </p:nvSpPr>
            <p:spPr>
              <a:xfrm>
                <a:off x="8553888" y="4793332"/>
                <a:ext cx="75939" cy="163453"/>
              </a:xfrm>
              <a:custGeom>
                <a:avLst/>
                <a:gdLst>
                  <a:gd name="connsiteX0" fmla="*/ 66784 w 75939"/>
                  <a:gd name="connsiteY0" fmla="*/ 145705 h 163453"/>
                  <a:gd name="connsiteX1" fmla="*/ 14003 w 75939"/>
                  <a:gd name="connsiteY1" fmla="*/ 162940 h 163453"/>
                  <a:gd name="connsiteX2" fmla="*/ 0 w 75939"/>
                  <a:gd name="connsiteY2" fmla="*/ 152707 h 163453"/>
                  <a:gd name="connsiteX3" fmla="*/ 0 w 75939"/>
                  <a:gd name="connsiteY3" fmla="*/ 21832 h 163453"/>
                  <a:gd name="connsiteX4" fmla="*/ 8617 w 75939"/>
                  <a:gd name="connsiteY4" fmla="*/ 11599 h 163453"/>
                  <a:gd name="connsiteX5" fmla="*/ 63014 w 75939"/>
                  <a:gd name="connsiteY5" fmla="*/ 289 h 163453"/>
                  <a:gd name="connsiteX6" fmla="*/ 75940 w 75939"/>
                  <a:gd name="connsiteY6" fmla="*/ 11060 h 163453"/>
                  <a:gd name="connsiteX7" fmla="*/ 74863 w 75939"/>
                  <a:gd name="connsiteY7" fmla="*/ 135472 h 163453"/>
                  <a:gd name="connsiteX8" fmla="*/ 66784 w 75939"/>
                  <a:gd name="connsiteY8" fmla="*/ 145705 h 163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939" h="163453">
                    <a:moveTo>
                      <a:pt x="66784" y="145705"/>
                    </a:moveTo>
                    <a:lnTo>
                      <a:pt x="14003" y="162940"/>
                    </a:lnTo>
                    <a:cubicBezTo>
                      <a:pt x="7001" y="165094"/>
                      <a:pt x="0" y="160247"/>
                      <a:pt x="0" y="152707"/>
                    </a:cubicBezTo>
                    <a:lnTo>
                      <a:pt x="0" y="21832"/>
                    </a:lnTo>
                    <a:cubicBezTo>
                      <a:pt x="0" y="16984"/>
                      <a:pt x="3770" y="12676"/>
                      <a:pt x="8617" y="11599"/>
                    </a:cubicBezTo>
                    <a:lnTo>
                      <a:pt x="63014" y="289"/>
                    </a:lnTo>
                    <a:cubicBezTo>
                      <a:pt x="69477" y="-1327"/>
                      <a:pt x="75940" y="4059"/>
                      <a:pt x="75940" y="11060"/>
                    </a:cubicBezTo>
                    <a:lnTo>
                      <a:pt x="74863" y="135472"/>
                    </a:lnTo>
                    <a:cubicBezTo>
                      <a:pt x="74324" y="140319"/>
                      <a:pt x="71093" y="144090"/>
                      <a:pt x="66784" y="145705"/>
                    </a:cubicBezTo>
                    <a:close/>
                  </a:path>
                </a:pathLst>
              </a:custGeom>
              <a:solidFill>
                <a:schemeClr val="accent3"/>
              </a:solidFill>
              <a:ln w="5383"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B0A81616-F4E3-4DFD-B3E4-E1D9D2E12DA6}"/>
                  </a:ext>
                </a:extLst>
              </p:cNvPr>
              <p:cNvSpPr/>
              <p:nvPr/>
            </p:nvSpPr>
            <p:spPr>
              <a:xfrm>
                <a:off x="8527325" y="4898079"/>
                <a:ext cx="101407" cy="76504"/>
              </a:xfrm>
              <a:custGeom>
                <a:avLst/>
                <a:gdLst>
                  <a:gd name="connsiteX0" fmla="*/ 5558 w 101407"/>
                  <a:gd name="connsiteY0" fmla="*/ 39342 h 76504"/>
                  <a:gd name="connsiteX1" fmla="*/ 23870 w 101407"/>
                  <a:gd name="connsiteY1" fmla="*/ 14567 h 76504"/>
                  <a:gd name="connsiteX2" fmla="*/ 48645 w 101407"/>
                  <a:gd name="connsiteY2" fmla="*/ 11336 h 76504"/>
                  <a:gd name="connsiteX3" fmla="*/ 57262 w 101407"/>
                  <a:gd name="connsiteY3" fmla="*/ 26 h 76504"/>
                  <a:gd name="connsiteX4" fmla="*/ 54569 w 101407"/>
                  <a:gd name="connsiteY4" fmla="*/ 21569 h 76504"/>
                  <a:gd name="connsiteX5" fmla="*/ 38412 w 101407"/>
                  <a:gd name="connsiteY5" fmla="*/ 29109 h 76504"/>
                  <a:gd name="connsiteX6" fmla="*/ 63725 w 101407"/>
                  <a:gd name="connsiteY6" fmla="*/ 42035 h 76504"/>
                  <a:gd name="connsiteX7" fmla="*/ 99810 w 101407"/>
                  <a:gd name="connsiteY7" fmla="*/ 28032 h 76504"/>
                  <a:gd name="connsiteX8" fmla="*/ 69111 w 101407"/>
                  <a:gd name="connsiteY8" fmla="*/ 73811 h 76504"/>
                  <a:gd name="connsiteX9" fmla="*/ 2327 w 101407"/>
                  <a:gd name="connsiteY9" fmla="*/ 57654 h 76504"/>
                  <a:gd name="connsiteX10" fmla="*/ 5558 w 101407"/>
                  <a:gd name="connsiteY10" fmla="*/ 39342 h 76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407" h="76504">
                    <a:moveTo>
                      <a:pt x="5558" y="39342"/>
                    </a:moveTo>
                    <a:cubicBezTo>
                      <a:pt x="13637" y="37188"/>
                      <a:pt x="15253" y="18338"/>
                      <a:pt x="23870" y="14567"/>
                    </a:cubicBezTo>
                    <a:cubicBezTo>
                      <a:pt x="26563" y="13490"/>
                      <a:pt x="44875" y="15106"/>
                      <a:pt x="48645" y="11336"/>
                    </a:cubicBezTo>
                    <a:cubicBezTo>
                      <a:pt x="52954" y="7566"/>
                      <a:pt x="54569" y="-513"/>
                      <a:pt x="57262" y="26"/>
                    </a:cubicBezTo>
                    <a:cubicBezTo>
                      <a:pt x="63187" y="1103"/>
                      <a:pt x="59416" y="16722"/>
                      <a:pt x="54569" y="21569"/>
                    </a:cubicBezTo>
                    <a:cubicBezTo>
                      <a:pt x="49722" y="26416"/>
                      <a:pt x="38412" y="24262"/>
                      <a:pt x="38412" y="29109"/>
                    </a:cubicBezTo>
                    <a:cubicBezTo>
                      <a:pt x="38412" y="33956"/>
                      <a:pt x="57801" y="43112"/>
                      <a:pt x="63725" y="42035"/>
                    </a:cubicBezTo>
                    <a:cubicBezTo>
                      <a:pt x="69111" y="40958"/>
                      <a:pt x="91193" y="28032"/>
                      <a:pt x="99810" y="28032"/>
                    </a:cubicBezTo>
                    <a:cubicBezTo>
                      <a:pt x="108427" y="28032"/>
                      <a:pt x="79883" y="69503"/>
                      <a:pt x="69111" y="73811"/>
                    </a:cubicBezTo>
                    <a:cubicBezTo>
                      <a:pt x="41105" y="85122"/>
                      <a:pt x="7174" y="57115"/>
                      <a:pt x="2327" y="57654"/>
                    </a:cubicBezTo>
                    <a:cubicBezTo>
                      <a:pt x="-3597" y="58731"/>
                      <a:pt x="3404" y="40419"/>
                      <a:pt x="5558" y="39342"/>
                    </a:cubicBezTo>
                    <a:close/>
                  </a:path>
                </a:pathLst>
              </a:custGeom>
              <a:solidFill>
                <a:srgbClr val="F5B58F"/>
              </a:solidFill>
              <a:ln w="5383" cap="flat">
                <a:noFill/>
                <a:prstDash val="solid"/>
                <a:miter/>
              </a:ln>
            </p:spPr>
            <p:txBody>
              <a:bodyPr rtlCol="0" anchor="ctr"/>
              <a:lstStyle/>
              <a:p>
                <a:endParaRPr lang="en-US"/>
              </a:p>
            </p:txBody>
          </p:sp>
        </p:grpSp>
        <p:grpSp>
          <p:nvGrpSpPr>
            <p:cNvPr id="180" name="Graphic 21">
              <a:extLst>
                <a:ext uri="{FF2B5EF4-FFF2-40B4-BE49-F238E27FC236}">
                  <a16:creationId xmlns:a16="http://schemas.microsoft.com/office/drawing/2014/main" id="{8639DD85-530A-4410-999F-96017AD201EE}"/>
                </a:ext>
              </a:extLst>
            </p:cNvPr>
            <p:cNvGrpSpPr/>
            <p:nvPr/>
          </p:nvGrpSpPr>
          <p:grpSpPr>
            <a:xfrm>
              <a:off x="8695460" y="562799"/>
              <a:ext cx="2361953" cy="824771"/>
              <a:chOff x="6588380" y="2020417"/>
              <a:chExt cx="2361953" cy="824771"/>
            </a:xfrm>
            <a:solidFill>
              <a:schemeClr val="tx2">
                <a:alpha val="11000"/>
              </a:schemeClr>
            </a:solidFill>
          </p:grpSpPr>
          <p:sp>
            <p:nvSpPr>
              <p:cNvPr id="181" name="Freeform: Shape 180">
                <a:extLst>
                  <a:ext uri="{FF2B5EF4-FFF2-40B4-BE49-F238E27FC236}">
                    <a16:creationId xmlns:a16="http://schemas.microsoft.com/office/drawing/2014/main" id="{35846AC5-06A9-4EA2-8AFF-11A19BDA9C39}"/>
                  </a:ext>
                </a:extLst>
              </p:cNvPr>
              <p:cNvSpPr/>
              <p:nvPr/>
            </p:nvSpPr>
            <p:spPr>
              <a:xfrm>
                <a:off x="8016449" y="2516874"/>
                <a:ext cx="933884" cy="328315"/>
              </a:xfrm>
              <a:custGeom>
                <a:avLst/>
                <a:gdLst>
                  <a:gd name="connsiteX0" fmla="*/ 518589 w 933884"/>
                  <a:gd name="connsiteY0" fmla="*/ 321700 h 328315"/>
                  <a:gd name="connsiteX1" fmla="*/ 20402 w 933884"/>
                  <a:gd name="connsiteY1" fmla="*/ 163357 h 328315"/>
                  <a:gd name="connsiteX2" fmla="*/ 128118 w 933884"/>
                  <a:gd name="connsiteY2" fmla="*/ 110038 h 328315"/>
                  <a:gd name="connsiteX3" fmla="*/ 257377 w 933884"/>
                  <a:gd name="connsiteY3" fmla="*/ 113808 h 328315"/>
                  <a:gd name="connsiteX4" fmla="*/ 411411 w 933884"/>
                  <a:gd name="connsiteY4" fmla="*/ 168 h 328315"/>
                  <a:gd name="connsiteX5" fmla="*/ 673161 w 933884"/>
                  <a:gd name="connsiteY5" fmla="*/ 120810 h 328315"/>
                  <a:gd name="connsiteX6" fmla="*/ 879438 w 933884"/>
                  <a:gd name="connsiteY6" fmla="*/ 125657 h 328315"/>
                  <a:gd name="connsiteX7" fmla="*/ 898826 w 933884"/>
                  <a:gd name="connsiteY7" fmla="*/ 261379 h 328315"/>
                  <a:gd name="connsiteX8" fmla="*/ 813192 w 933884"/>
                  <a:gd name="connsiteY8" fmla="*/ 283999 h 328315"/>
                  <a:gd name="connsiteX9" fmla="*/ 521820 w 933884"/>
                  <a:gd name="connsiteY9" fmla="*/ 321700 h 328315"/>
                  <a:gd name="connsiteX10" fmla="*/ 518589 w 933884"/>
                  <a:gd name="connsiteY10" fmla="*/ 321700 h 32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3884" h="328315">
                    <a:moveTo>
                      <a:pt x="518589" y="321700"/>
                    </a:moveTo>
                    <a:cubicBezTo>
                      <a:pt x="405487" y="335165"/>
                      <a:pt x="-107780" y="345936"/>
                      <a:pt x="20402" y="163357"/>
                    </a:cubicBezTo>
                    <a:cubicBezTo>
                      <a:pt x="41407" y="133735"/>
                      <a:pt x="85032" y="115962"/>
                      <a:pt x="128118" y="110038"/>
                    </a:cubicBezTo>
                    <a:cubicBezTo>
                      <a:pt x="171205" y="104114"/>
                      <a:pt x="214829" y="108961"/>
                      <a:pt x="257377" y="113808"/>
                    </a:cubicBezTo>
                    <a:cubicBezTo>
                      <a:pt x="249299" y="55103"/>
                      <a:pt x="332779" y="3399"/>
                      <a:pt x="411411" y="168"/>
                    </a:cubicBezTo>
                    <a:cubicBezTo>
                      <a:pt x="496507" y="-3064"/>
                      <a:pt x="681779" y="40561"/>
                      <a:pt x="673161" y="120810"/>
                    </a:cubicBezTo>
                    <a:cubicBezTo>
                      <a:pt x="742100" y="104652"/>
                      <a:pt x="820732" y="97651"/>
                      <a:pt x="879438" y="125657"/>
                    </a:cubicBezTo>
                    <a:cubicBezTo>
                      <a:pt x="938143" y="153124"/>
                      <a:pt x="956455" y="226910"/>
                      <a:pt x="898826" y="261379"/>
                    </a:cubicBezTo>
                    <a:cubicBezTo>
                      <a:pt x="874590" y="275921"/>
                      <a:pt x="842814" y="280229"/>
                      <a:pt x="813192" y="283999"/>
                    </a:cubicBezTo>
                    <a:cubicBezTo>
                      <a:pt x="716248" y="296387"/>
                      <a:pt x="618765" y="309313"/>
                      <a:pt x="521820" y="321700"/>
                    </a:cubicBezTo>
                    <a:cubicBezTo>
                      <a:pt x="521282" y="321161"/>
                      <a:pt x="519666" y="321161"/>
                      <a:pt x="518589" y="321700"/>
                    </a:cubicBezTo>
                    <a:close/>
                  </a:path>
                </a:pathLst>
              </a:custGeom>
              <a:grpFill/>
              <a:ln w="5383"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172B06BF-E831-41DA-99B9-26F6813ECC5F}"/>
                  </a:ext>
                </a:extLst>
              </p:cNvPr>
              <p:cNvSpPr/>
              <p:nvPr/>
            </p:nvSpPr>
            <p:spPr>
              <a:xfrm>
                <a:off x="6588380" y="2452493"/>
                <a:ext cx="723311" cy="247146"/>
              </a:xfrm>
              <a:custGeom>
                <a:avLst/>
                <a:gdLst>
                  <a:gd name="connsiteX0" fmla="*/ 484413 w 723311"/>
                  <a:gd name="connsiteY0" fmla="*/ 235278 h 247146"/>
                  <a:gd name="connsiteX1" fmla="*/ 293755 w 723311"/>
                  <a:gd name="connsiteY1" fmla="*/ 247126 h 247146"/>
                  <a:gd name="connsiteX2" fmla="*/ 28774 w 723311"/>
                  <a:gd name="connsiteY2" fmla="*/ 96324 h 247146"/>
                  <a:gd name="connsiteX3" fmla="*/ 130565 w 723311"/>
                  <a:gd name="connsiteY3" fmla="*/ 76396 h 247146"/>
                  <a:gd name="connsiteX4" fmla="*/ 233973 w 723311"/>
                  <a:gd name="connsiteY4" fmla="*/ 61316 h 247146"/>
                  <a:gd name="connsiteX5" fmla="*/ 275982 w 723311"/>
                  <a:gd name="connsiteY5" fmla="*/ 23077 h 247146"/>
                  <a:gd name="connsiteX6" fmla="*/ 499493 w 723311"/>
                  <a:gd name="connsiteY6" fmla="*/ 87168 h 247146"/>
                  <a:gd name="connsiteX7" fmla="*/ 720311 w 723311"/>
                  <a:gd name="connsiteY7" fmla="*/ 186267 h 247146"/>
                  <a:gd name="connsiteX8" fmla="*/ 484413 w 723311"/>
                  <a:gd name="connsiteY8" fmla="*/ 235278 h 247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311" h="247146">
                    <a:moveTo>
                      <a:pt x="484413" y="235278"/>
                    </a:moveTo>
                    <a:cubicBezTo>
                      <a:pt x="420860" y="237432"/>
                      <a:pt x="352999" y="245511"/>
                      <a:pt x="293755" y="247126"/>
                    </a:cubicBezTo>
                    <a:cubicBezTo>
                      <a:pt x="250669" y="248204"/>
                      <a:pt x="-101563" y="207271"/>
                      <a:pt x="28774" y="96324"/>
                    </a:cubicBezTo>
                    <a:cubicBezTo>
                      <a:pt x="55703" y="73165"/>
                      <a:pt x="95019" y="73704"/>
                      <a:pt x="130565" y="76396"/>
                    </a:cubicBezTo>
                    <a:cubicBezTo>
                      <a:pt x="166112" y="79089"/>
                      <a:pt x="204890" y="81782"/>
                      <a:pt x="233973" y="61316"/>
                    </a:cubicBezTo>
                    <a:cubicBezTo>
                      <a:pt x="249592" y="50544"/>
                      <a:pt x="260902" y="34387"/>
                      <a:pt x="275982" y="23077"/>
                    </a:cubicBezTo>
                    <a:cubicBezTo>
                      <a:pt x="334687" y="-19471"/>
                      <a:pt x="495184" y="-6006"/>
                      <a:pt x="499493" y="87168"/>
                    </a:cubicBezTo>
                    <a:cubicBezTo>
                      <a:pt x="497339" y="47313"/>
                      <a:pt x="753703" y="71549"/>
                      <a:pt x="720311" y="186267"/>
                    </a:cubicBezTo>
                    <a:cubicBezTo>
                      <a:pt x="694997" y="275133"/>
                      <a:pt x="545811" y="233662"/>
                      <a:pt x="484413" y="235278"/>
                    </a:cubicBezTo>
                    <a:close/>
                  </a:path>
                </a:pathLst>
              </a:custGeom>
              <a:grpFill/>
              <a:ln w="5383"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837F76FF-CAB7-469F-8F2C-5F8DC52A3EDB}"/>
                  </a:ext>
                </a:extLst>
              </p:cNvPr>
              <p:cNvSpPr/>
              <p:nvPr/>
            </p:nvSpPr>
            <p:spPr>
              <a:xfrm>
                <a:off x="7828406" y="2020417"/>
                <a:ext cx="444160" cy="169210"/>
              </a:xfrm>
              <a:custGeom>
                <a:avLst/>
                <a:gdLst>
                  <a:gd name="connsiteX0" fmla="*/ 57104 w 444160"/>
                  <a:gd name="connsiteY0" fmla="*/ 165936 h 169210"/>
                  <a:gd name="connsiteX1" fmla="*/ 15 w 444160"/>
                  <a:gd name="connsiteY1" fmla="*/ 138468 h 169210"/>
                  <a:gd name="connsiteX2" fmla="*/ 54950 w 444160"/>
                  <a:gd name="connsiteY2" fmla="*/ 96998 h 169210"/>
                  <a:gd name="connsiteX3" fmla="*/ 81341 w 444160"/>
                  <a:gd name="connsiteY3" fmla="*/ 53911 h 169210"/>
                  <a:gd name="connsiteX4" fmla="*/ 144893 w 444160"/>
                  <a:gd name="connsiteY4" fmla="*/ 40985 h 169210"/>
                  <a:gd name="connsiteX5" fmla="*/ 190134 w 444160"/>
                  <a:gd name="connsiteY5" fmla="*/ 43678 h 169210"/>
                  <a:gd name="connsiteX6" fmla="*/ 268767 w 444160"/>
                  <a:gd name="connsiteY6" fmla="*/ 53 h 169210"/>
                  <a:gd name="connsiteX7" fmla="*/ 345245 w 444160"/>
                  <a:gd name="connsiteY7" fmla="*/ 57143 h 169210"/>
                  <a:gd name="connsiteX8" fmla="*/ 414722 w 444160"/>
                  <a:gd name="connsiteY8" fmla="*/ 73839 h 169210"/>
                  <a:gd name="connsiteX9" fmla="*/ 434649 w 444160"/>
                  <a:gd name="connsiteY9" fmla="*/ 144393 h 169210"/>
                  <a:gd name="connsiteX10" fmla="*/ 57104 w 444160"/>
                  <a:gd name="connsiteY10" fmla="*/ 165936 h 16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4160" h="169210">
                    <a:moveTo>
                      <a:pt x="57104" y="165936"/>
                    </a:moveTo>
                    <a:cubicBezTo>
                      <a:pt x="57104" y="165936"/>
                      <a:pt x="-1062" y="165398"/>
                      <a:pt x="15" y="138468"/>
                    </a:cubicBezTo>
                    <a:cubicBezTo>
                      <a:pt x="1092" y="111539"/>
                      <a:pt x="24251" y="99152"/>
                      <a:pt x="54950" y="96998"/>
                    </a:cubicBezTo>
                    <a:cubicBezTo>
                      <a:pt x="85649" y="94843"/>
                      <a:pt x="63567" y="73839"/>
                      <a:pt x="81341" y="53911"/>
                    </a:cubicBezTo>
                    <a:cubicBezTo>
                      <a:pt x="88881" y="45833"/>
                      <a:pt x="116887" y="27521"/>
                      <a:pt x="144893" y="40985"/>
                    </a:cubicBezTo>
                    <a:cubicBezTo>
                      <a:pt x="162666" y="49603"/>
                      <a:pt x="182055" y="52296"/>
                      <a:pt x="190134" y="43678"/>
                    </a:cubicBezTo>
                    <a:cubicBezTo>
                      <a:pt x="198751" y="33984"/>
                      <a:pt x="213831" y="-1562"/>
                      <a:pt x="268767" y="53"/>
                    </a:cubicBezTo>
                    <a:cubicBezTo>
                      <a:pt x="323163" y="2208"/>
                      <a:pt x="343091" y="25367"/>
                      <a:pt x="345245" y="57143"/>
                    </a:cubicBezTo>
                    <a:cubicBezTo>
                      <a:pt x="346861" y="84610"/>
                      <a:pt x="383484" y="58220"/>
                      <a:pt x="414722" y="73839"/>
                    </a:cubicBezTo>
                    <a:cubicBezTo>
                      <a:pt x="445959" y="89458"/>
                      <a:pt x="451884" y="116925"/>
                      <a:pt x="434649" y="144393"/>
                    </a:cubicBezTo>
                    <a:cubicBezTo>
                      <a:pt x="416337" y="172399"/>
                      <a:pt x="215447" y="171860"/>
                      <a:pt x="57104" y="165936"/>
                    </a:cubicBezTo>
                    <a:close/>
                  </a:path>
                </a:pathLst>
              </a:custGeom>
              <a:grpFill/>
              <a:ln w="5383" cap="flat">
                <a:noFill/>
                <a:prstDash val="solid"/>
                <a:miter/>
              </a:ln>
            </p:spPr>
            <p:txBody>
              <a:bodyPr rtlCol="0" anchor="ctr"/>
              <a:lstStyle/>
              <a:p>
                <a:endParaRPr lang="en-US"/>
              </a:p>
            </p:txBody>
          </p:sp>
        </p:grpSp>
        <p:grpSp>
          <p:nvGrpSpPr>
            <p:cNvPr id="184" name="Graphic 21">
              <a:extLst>
                <a:ext uri="{FF2B5EF4-FFF2-40B4-BE49-F238E27FC236}">
                  <a16:creationId xmlns:a16="http://schemas.microsoft.com/office/drawing/2014/main" id="{8639DD85-530A-4410-999F-96017AD201EE}"/>
                </a:ext>
              </a:extLst>
            </p:cNvPr>
            <p:cNvGrpSpPr/>
            <p:nvPr/>
          </p:nvGrpSpPr>
          <p:grpSpPr>
            <a:xfrm>
              <a:off x="7216055" y="4069230"/>
              <a:ext cx="454561" cy="348999"/>
              <a:chOff x="7216055" y="4069230"/>
              <a:chExt cx="454561" cy="348999"/>
            </a:xfrm>
            <a:solidFill>
              <a:schemeClr val="accent4">
                <a:alpha val="25000"/>
              </a:schemeClr>
            </a:solidFill>
          </p:grpSpPr>
          <p:sp>
            <p:nvSpPr>
              <p:cNvPr id="185" name="Freeform: Shape 184">
                <a:extLst>
                  <a:ext uri="{FF2B5EF4-FFF2-40B4-BE49-F238E27FC236}">
                    <a16:creationId xmlns:a16="http://schemas.microsoft.com/office/drawing/2014/main" id="{F348C020-84F4-488E-802D-D7ED5447E62D}"/>
                  </a:ext>
                </a:extLst>
              </p:cNvPr>
              <p:cNvSpPr/>
              <p:nvPr/>
            </p:nvSpPr>
            <p:spPr>
              <a:xfrm>
                <a:off x="7216055" y="4069230"/>
                <a:ext cx="454561" cy="348999"/>
              </a:xfrm>
              <a:custGeom>
                <a:avLst/>
                <a:gdLst>
                  <a:gd name="connsiteX0" fmla="*/ 98022 w 454561"/>
                  <a:gd name="connsiteY0" fmla="*/ 349000 h 348999"/>
                  <a:gd name="connsiteX1" fmla="*/ 98022 w 454561"/>
                  <a:gd name="connsiteY1" fmla="*/ 249901 h 348999"/>
                  <a:gd name="connsiteX2" fmla="*/ 41471 w 454561"/>
                  <a:gd name="connsiteY2" fmla="*/ 249901 h 348999"/>
                  <a:gd name="connsiteX3" fmla="*/ 0 w 454561"/>
                  <a:gd name="connsiteY3" fmla="*/ 208431 h 348999"/>
                  <a:gd name="connsiteX4" fmla="*/ 0 w 454561"/>
                  <a:gd name="connsiteY4" fmla="*/ 41471 h 348999"/>
                  <a:gd name="connsiteX5" fmla="*/ 41471 w 454561"/>
                  <a:gd name="connsiteY5" fmla="*/ 0 h 348999"/>
                  <a:gd name="connsiteX6" fmla="*/ 413091 w 454561"/>
                  <a:gd name="connsiteY6" fmla="*/ 0 h 348999"/>
                  <a:gd name="connsiteX7" fmla="*/ 454562 w 454561"/>
                  <a:gd name="connsiteY7" fmla="*/ 41471 h 348999"/>
                  <a:gd name="connsiteX8" fmla="*/ 454562 w 454561"/>
                  <a:gd name="connsiteY8" fmla="*/ 208431 h 348999"/>
                  <a:gd name="connsiteX9" fmla="*/ 413091 w 454561"/>
                  <a:gd name="connsiteY9" fmla="*/ 249901 h 348999"/>
                  <a:gd name="connsiteX10" fmla="*/ 197120 w 454561"/>
                  <a:gd name="connsiteY10" fmla="*/ 249901 h 348999"/>
                  <a:gd name="connsiteX11" fmla="*/ 98022 w 454561"/>
                  <a:gd name="connsiteY11" fmla="*/ 349000 h 348999"/>
                  <a:gd name="connsiteX12" fmla="*/ 41471 w 454561"/>
                  <a:gd name="connsiteY12" fmla="*/ 12387 h 348999"/>
                  <a:gd name="connsiteX13" fmla="*/ 12387 w 454561"/>
                  <a:gd name="connsiteY13" fmla="*/ 41471 h 348999"/>
                  <a:gd name="connsiteX14" fmla="*/ 12387 w 454561"/>
                  <a:gd name="connsiteY14" fmla="*/ 208431 h 348999"/>
                  <a:gd name="connsiteX15" fmla="*/ 41471 w 454561"/>
                  <a:gd name="connsiteY15" fmla="*/ 237514 h 348999"/>
                  <a:gd name="connsiteX16" fmla="*/ 110409 w 454561"/>
                  <a:gd name="connsiteY16" fmla="*/ 237514 h 348999"/>
                  <a:gd name="connsiteX17" fmla="*/ 110409 w 454561"/>
                  <a:gd name="connsiteY17" fmla="*/ 319378 h 348999"/>
                  <a:gd name="connsiteX18" fmla="*/ 192273 w 454561"/>
                  <a:gd name="connsiteY18" fmla="*/ 237514 h 348999"/>
                  <a:gd name="connsiteX19" fmla="*/ 413091 w 454561"/>
                  <a:gd name="connsiteY19" fmla="*/ 237514 h 348999"/>
                  <a:gd name="connsiteX20" fmla="*/ 442174 w 454561"/>
                  <a:gd name="connsiteY20" fmla="*/ 208431 h 348999"/>
                  <a:gd name="connsiteX21" fmla="*/ 442174 w 454561"/>
                  <a:gd name="connsiteY21" fmla="*/ 41471 h 348999"/>
                  <a:gd name="connsiteX22" fmla="*/ 413091 w 454561"/>
                  <a:gd name="connsiteY22" fmla="*/ 12387 h 348999"/>
                  <a:gd name="connsiteX23" fmla="*/ 41471 w 454561"/>
                  <a:gd name="connsiteY23" fmla="*/ 12387 h 348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54561" h="348999">
                    <a:moveTo>
                      <a:pt x="98022" y="349000"/>
                    </a:moveTo>
                    <a:lnTo>
                      <a:pt x="98022" y="249901"/>
                    </a:lnTo>
                    <a:lnTo>
                      <a:pt x="41471" y="249901"/>
                    </a:lnTo>
                    <a:cubicBezTo>
                      <a:pt x="18850" y="249901"/>
                      <a:pt x="0" y="231590"/>
                      <a:pt x="0" y="208431"/>
                    </a:cubicBezTo>
                    <a:lnTo>
                      <a:pt x="0" y="41471"/>
                    </a:lnTo>
                    <a:cubicBezTo>
                      <a:pt x="0" y="18850"/>
                      <a:pt x="18312" y="0"/>
                      <a:pt x="41471" y="0"/>
                    </a:cubicBezTo>
                    <a:lnTo>
                      <a:pt x="413091" y="0"/>
                    </a:lnTo>
                    <a:cubicBezTo>
                      <a:pt x="435711" y="0"/>
                      <a:pt x="454562" y="18312"/>
                      <a:pt x="454562" y="41471"/>
                    </a:cubicBezTo>
                    <a:lnTo>
                      <a:pt x="454562" y="208431"/>
                    </a:lnTo>
                    <a:cubicBezTo>
                      <a:pt x="454562" y="231051"/>
                      <a:pt x="436250" y="249901"/>
                      <a:pt x="413091" y="249901"/>
                    </a:cubicBezTo>
                    <a:lnTo>
                      <a:pt x="197120" y="249901"/>
                    </a:lnTo>
                    <a:lnTo>
                      <a:pt x="98022" y="349000"/>
                    </a:lnTo>
                    <a:close/>
                    <a:moveTo>
                      <a:pt x="41471" y="12387"/>
                    </a:moveTo>
                    <a:cubicBezTo>
                      <a:pt x="25313" y="12387"/>
                      <a:pt x="12387" y="25313"/>
                      <a:pt x="12387" y="41471"/>
                    </a:cubicBezTo>
                    <a:lnTo>
                      <a:pt x="12387" y="208431"/>
                    </a:lnTo>
                    <a:cubicBezTo>
                      <a:pt x="12387" y="224588"/>
                      <a:pt x="25313" y="237514"/>
                      <a:pt x="41471" y="237514"/>
                    </a:cubicBezTo>
                    <a:lnTo>
                      <a:pt x="110409" y="237514"/>
                    </a:lnTo>
                    <a:lnTo>
                      <a:pt x="110409" y="319378"/>
                    </a:lnTo>
                    <a:lnTo>
                      <a:pt x="192273" y="237514"/>
                    </a:lnTo>
                    <a:lnTo>
                      <a:pt x="413091" y="237514"/>
                    </a:lnTo>
                    <a:cubicBezTo>
                      <a:pt x="429248" y="237514"/>
                      <a:pt x="442174" y="224588"/>
                      <a:pt x="442174" y="208431"/>
                    </a:cubicBezTo>
                    <a:lnTo>
                      <a:pt x="442174" y="41471"/>
                    </a:lnTo>
                    <a:cubicBezTo>
                      <a:pt x="442174" y="25313"/>
                      <a:pt x="429248" y="12387"/>
                      <a:pt x="413091" y="12387"/>
                    </a:cubicBezTo>
                    <a:lnTo>
                      <a:pt x="41471" y="12387"/>
                    </a:lnTo>
                    <a:close/>
                  </a:path>
                </a:pathLst>
              </a:custGeom>
              <a:grpFill/>
              <a:ln w="5383"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16EEE4BC-D198-4ACD-9C1D-2F1863BD9F77}"/>
                  </a:ext>
                </a:extLst>
              </p:cNvPr>
              <p:cNvSpPr/>
              <p:nvPr/>
            </p:nvSpPr>
            <p:spPr>
              <a:xfrm>
                <a:off x="7329695" y="4132244"/>
                <a:ext cx="226742" cy="123334"/>
              </a:xfrm>
              <a:custGeom>
                <a:avLst/>
                <a:gdLst>
                  <a:gd name="connsiteX0" fmla="*/ 226742 w 226742"/>
                  <a:gd name="connsiteY0" fmla="*/ 10233 h 123334"/>
                  <a:gd name="connsiteX1" fmla="*/ 216509 w 226742"/>
                  <a:gd name="connsiteY1" fmla="*/ 0 h 123334"/>
                  <a:gd name="connsiteX2" fmla="*/ 10233 w 226742"/>
                  <a:gd name="connsiteY2" fmla="*/ 0 h 123334"/>
                  <a:gd name="connsiteX3" fmla="*/ 0 w 226742"/>
                  <a:gd name="connsiteY3" fmla="*/ 10233 h 123334"/>
                  <a:gd name="connsiteX4" fmla="*/ 10233 w 226742"/>
                  <a:gd name="connsiteY4" fmla="*/ 20466 h 123334"/>
                  <a:gd name="connsiteX5" fmla="*/ 216509 w 226742"/>
                  <a:gd name="connsiteY5" fmla="*/ 20466 h 123334"/>
                  <a:gd name="connsiteX6" fmla="*/ 226742 w 226742"/>
                  <a:gd name="connsiteY6" fmla="*/ 10233 h 123334"/>
                  <a:gd name="connsiteX7" fmla="*/ 0 w 226742"/>
                  <a:gd name="connsiteY7" fmla="*/ 44702 h 123334"/>
                  <a:gd name="connsiteX8" fmla="*/ 10233 w 226742"/>
                  <a:gd name="connsiteY8" fmla="*/ 54935 h 123334"/>
                  <a:gd name="connsiteX9" fmla="*/ 216509 w 226742"/>
                  <a:gd name="connsiteY9" fmla="*/ 54935 h 123334"/>
                  <a:gd name="connsiteX10" fmla="*/ 226742 w 226742"/>
                  <a:gd name="connsiteY10" fmla="*/ 44702 h 123334"/>
                  <a:gd name="connsiteX11" fmla="*/ 216509 w 226742"/>
                  <a:gd name="connsiteY11" fmla="*/ 34469 h 123334"/>
                  <a:gd name="connsiteX12" fmla="*/ 10233 w 226742"/>
                  <a:gd name="connsiteY12" fmla="*/ 34469 h 123334"/>
                  <a:gd name="connsiteX13" fmla="*/ 0 w 226742"/>
                  <a:gd name="connsiteY13" fmla="*/ 44702 h 123334"/>
                  <a:gd name="connsiteX14" fmla="*/ 0 w 226742"/>
                  <a:gd name="connsiteY14" fmla="*/ 79171 h 123334"/>
                  <a:gd name="connsiteX15" fmla="*/ 0 w 226742"/>
                  <a:gd name="connsiteY15" fmla="*/ 79171 h 123334"/>
                  <a:gd name="connsiteX16" fmla="*/ 10233 w 226742"/>
                  <a:gd name="connsiteY16" fmla="*/ 89404 h 123334"/>
                  <a:gd name="connsiteX17" fmla="*/ 216509 w 226742"/>
                  <a:gd name="connsiteY17" fmla="*/ 89404 h 123334"/>
                  <a:gd name="connsiteX18" fmla="*/ 226742 w 226742"/>
                  <a:gd name="connsiteY18" fmla="*/ 79171 h 123334"/>
                  <a:gd name="connsiteX19" fmla="*/ 226742 w 226742"/>
                  <a:gd name="connsiteY19" fmla="*/ 79171 h 123334"/>
                  <a:gd name="connsiteX20" fmla="*/ 216509 w 226742"/>
                  <a:gd name="connsiteY20" fmla="*/ 68938 h 123334"/>
                  <a:gd name="connsiteX21" fmla="*/ 10233 w 226742"/>
                  <a:gd name="connsiteY21" fmla="*/ 68938 h 123334"/>
                  <a:gd name="connsiteX22" fmla="*/ 0 w 226742"/>
                  <a:gd name="connsiteY22" fmla="*/ 79171 h 123334"/>
                  <a:gd name="connsiteX23" fmla="*/ 0 w 226742"/>
                  <a:gd name="connsiteY23" fmla="*/ 113102 h 123334"/>
                  <a:gd name="connsiteX24" fmla="*/ 10233 w 226742"/>
                  <a:gd name="connsiteY24" fmla="*/ 123335 h 123334"/>
                  <a:gd name="connsiteX25" fmla="*/ 121719 w 226742"/>
                  <a:gd name="connsiteY25" fmla="*/ 123335 h 123334"/>
                  <a:gd name="connsiteX26" fmla="*/ 131952 w 226742"/>
                  <a:gd name="connsiteY26" fmla="*/ 113102 h 123334"/>
                  <a:gd name="connsiteX27" fmla="*/ 121719 w 226742"/>
                  <a:gd name="connsiteY27" fmla="*/ 102869 h 123334"/>
                  <a:gd name="connsiteX28" fmla="*/ 10233 w 226742"/>
                  <a:gd name="connsiteY28" fmla="*/ 102869 h 123334"/>
                  <a:gd name="connsiteX29" fmla="*/ 0 w 226742"/>
                  <a:gd name="connsiteY29" fmla="*/ 113102 h 12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26742" h="123334">
                    <a:moveTo>
                      <a:pt x="226742" y="10233"/>
                    </a:moveTo>
                    <a:cubicBezTo>
                      <a:pt x="226742" y="4847"/>
                      <a:pt x="222434" y="0"/>
                      <a:pt x="216509" y="0"/>
                    </a:cubicBezTo>
                    <a:lnTo>
                      <a:pt x="10233" y="0"/>
                    </a:lnTo>
                    <a:cubicBezTo>
                      <a:pt x="4847" y="0"/>
                      <a:pt x="0" y="4309"/>
                      <a:pt x="0" y="10233"/>
                    </a:cubicBezTo>
                    <a:cubicBezTo>
                      <a:pt x="0" y="15619"/>
                      <a:pt x="4309" y="20466"/>
                      <a:pt x="10233" y="20466"/>
                    </a:cubicBezTo>
                    <a:lnTo>
                      <a:pt x="216509" y="20466"/>
                    </a:lnTo>
                    <a:cubicBezTo>
                      <a:pt x="222434" y="20466"/>
                      <a:pt x="226742" y="15619"/>
                      <a:pt x="226742" y="10233"/>
                    </a:cubicBezTo>
                    <a:close/>
                    <a:moveTo>
                      <a:pt x="0" y="44702"/>
                    </a:moveTo>
                    <a:cubicBezTo>
                      <a:pt x="0" y="50088"/>
                      <a:pt x="4309" y="54935"/>
                      <a:pt x="10233" y="54935"/>
                    </a:cubicBezTo>
                    <a:lnTo>
                      <a:pt x="216509" y="54935"/>
                    </a:lnTo>
                    <a:cubicBezTo>
                      <a:pt x="221895" y="54935"/>
                      <a:pt x="226742" y="50626"/>
                      <a:pt x="226742" y="44702"/>
                    </a:cubicBezTo>
                    <a:cubicBezTo>
                      <a:pt x="226742" y="39316"/>
                      <a:pt x="222434" y="34469"/>
                      <a:pt x="216509" y="34469"/>
                    </a:cubicBezTo>
                    <a:lnTo>
                      <a:pt x="10233" y="34469"/>
                    </a:lnTo>
                    <a:cubicBezTo>
                      <a:pt x="4847" y="34469"/>
                      <a:pt x="0" y="38778"/>
                      <a:pt x="0" y="44702"/>
                    </a:cubicBezTo>
                    <a:close/>
                    <a:moveTo>
                      <a:pt x="0" y="79171"/>
                    </a:moveTo>
                    <a:lnTo>
                      <a:pt x="0" y="79171"/>
                    </a:lnTo>
                    <a:cubicBezTo>
                      <a:pt x="0" y="84557"/>
                      <a:pt x="4309" y="89404"/>
                      <a:pt x="10233" y="89404"/>
                    </a:cubicBezTo>
                    <a:lnTo>
                      <a:pt x="216509" y="89404"/>
                    </a:lnTo>
                    <a:cubicBezTo>
                      <a:pt x="221895" y="89404"/>
                      <a:pt x="226742" y="85096"/>
                      <a:pt x="226742" y="79171"/>
                    </a:cubicBezTo>
                    <a:lnTo>
                      <a:pt x="226742" y="79171"/>
                    </a:lnTo>
                    <a:cubicBezTo>
                      <a:pt x="226742" y="73785"/>
                      <a:pt x="222434" y="68938"/>
                      <a:pt x="216509" y="68938"/>
                    </a:cubicBezTo>
                    <a:lnTo>
                      <a:pt x="10233" y="68938"/>
                    </a:lnTo>
                    <a:cubicBezTo>
                      <a:pt x="4847" y="68938"/>
                      <a:pt x="0" y="73247"/>
                      <a:pt x="0" y="79171"/>
                    </a:cubicBezTo>
                    <a:close/>
                    <a:moveTo>
                      <a:pt x="0" y="113102"/>
                    </a:moveTo>
                    <a:cubicBezTo>
                      <a:pt x="0" y="118488"/>
                      <a:pt x="4309" y="123335"/>
                      <a:pt x="10233" y="123335"/>
                    </a:cubicBezTo>
                    <a:lnTo>
                      <a:pt x="121719" y="123335"/>
                    </a:lnTo>
                    <a:cubicBezTo>
                      <a:pt x="127105" y="123335"/>
                      <a:pt x="131952" y="119026"/>
                      <a:pt x="131952" y="113102"/>
                    </a:cubicBezTo>
                    <a:cubicBezTo>
                      <a:pt x="131952" y="107716"/>
                      <a:pt x="127644" y="102869"/>
                      <a:pt x="121719" y="102869"/>
                    </a:cubicBezTo>
                    <a:lnTo>
                      <a:pt x="10233" y="102869"/>
                    </a:lnTo>
                    <a:cubicBezTo>
                      <a:pt x="4847" y="103407"/>
                      <a:pt x="0" y="107716"/>
                      <a:pt x="0" y="113102"/>
                    </a:cubicBezTo>
                    <a:close/>
                  </a:path>
                </a:pathLst>
              </a:custGeom>
              <a:grpFill/>
              <a:ln w="5383" cap="flat">
                <a:noFill/>
                <a:prstDash val="solid"/>
                <a:miter/>
              </a:ln>
            </p:spPr>
            <p:txBody>
              <a:bodyPr rtlCol="0" anchor="ctr"/>
              <a:lstStyle/>
              <a:p>
                <a:endParaRPr lang="en-US"/>
              </a:p>
            </p:txBody>
          </p:sp>
        </p:grpSp>
        <p:grpSp>
          <p:nvGrpSpPr>
            <p:cNvPr id="187" name="Graphic 21">
              <a:extLst>
                <a:ext uri="{FF2B5EF4-FFF2-40B4-BE49-F238E27FC236}">
                  <a16:creationId xmlns:a16="http://schemas.microsoft.com/office/drawing/2014/main" id="{8639DD85-530A-4410-999F-96017AD201EE}"/>
                </a:ext>
              </a:extLst>
            </p:cNvPr>
            <p:cNvGrpSpPr/>
            <p:nvPr/>
          </p:nvGrpSpPr>
          <p:grpSpPr>
            <a:xfrm>
              <a:off x="10742679" y="2762634"/>
              <a:ext cx="454561" cy="348999"/>
              <a:chOff x="10742679" y="2762634"/>
              <a:chExt cx="454561" cy="348999"/>
            </a:xfrm>
            <a:solidFill>
              <a:schemeClr val="accent4">
                <a:alpha val="25000"/>
              </a:schemeClr>
            </a:solidFill>
          </p:grpSpPr>
          <p:sp>
            <p:nvSpPr>
              <p:cNvPr id="188" name="Freeform: Shape 187">
                <a:extLst>
                  <a:ext uri="{FF2B5EF4-FFF2-40B4-BE49-F238E27FC236}">
                    <a16:creationId xmlns:a16="http://schemas.microsoft.com/office/drawing/2014/main" id="{7CECD3E7-CC45-488D-8041-11ECFAA2A0AB}"/>
                  </a:ext>
                </a:extLst>
              </p:cNvPr>
              <p:cNvSpPr/>
              <p:nvPr/>
            </p:nvSpPr>
            <p:spPr>
              <a:xfrm>
                <a:off x="10742679" y="2762634"/>
                <a:ext cx="454561" cy="348999"/>
              </a:xfrm>
              <a:custGeom>
                <a:avLst/>
                <a:gdLst>
                  <a:gd name="connsiteX0" fmla="*/ 98021 w 454561"/>
                  <a:gd name="connsiteY0" fmla="*/ 349000 h 348999"/>
                  <a:gd name="connsiteX1" fmla="*/ 98021 w 454561"/>
                  <a:gd name="connsiteY1" fmla="*/ 249901 h 348999"/>
                  <a:gd name="connsiteX2" fmla="*/ 41470 w 454561"/>
                  <a:gd name="connsiteY2" fmla="*/ 249901 h 348999"/>
                  <a:gd name="connsiteX3" fmla="*/ 0 w 454561"/>
                  <a:gd name="connsiteY3" fmla="*/ 208430 h 348999"/>
                  <a:gd name="connsiteX4" fmla="*/ 0 w 454561"/>
                  <a:gd name="connsiteY4" fmla="*/ 41471 h 348999"/>
                  <a:gd name="connsiteX5" fmla="*/ 41470 w 454561"/>
                  <a:gd name="connsiteY5" fmla="*/ 0 h 348999"/>
                  <a:gd name="connsiteX6" fmla="*/ 413091 w 454561"/>
                  <a:gd name="connsiteY6" fmla="*/ 0 h 348999"/>
                  <a:gd name="connsiteX7" fmla="*/ 454562 w 454561"/>
                  <a:gd name="connsiteY7" fmla="*/ 41471 h 348999"/>
                  <a:gd name="connsiteX8" fmla="*/ 454562 w 454561"/>
                  <a:gd name="connsiteY8" fmla="*/ 208430 h 348999"/>
                  <a:gd name="connsiteX9" fmla="*/ 413091 w 454561"/>
                  <a:gd name="connsiteY9" fmla="*/ 249901 h 348999"/>
                  <a:gd name="connsiteX10" fmla="*/ 197120 w 454561"/>
                  <a:gd name="connsiteY10" fmla="*/ 249901 h 348999"/>
                  <a:gd name="connsiteX11" fmla="*/ 98021 w 454561"/>
                  <a:gd name="connsiteY11" fmla="*/ 349000 h 348999"/>
                  <a:gd name="connsiteX12" fmla="*/ 41470 w 454561"/>
                  <a:gd name="connsiteY12" fmla="*/ 12387 h 348999"/>
                  <a:gd name="connsiteX13" fmla="*/ 12387 w 454561"/>
                  <a:gd name="connsiteY13" fmla="*/ 41471 h 348999"/>
                  <a:gd name="connsiteX14" fmla="*/ 12387 w 454561"/>
                  <a:gd name="connsiteY14" fmla="*/ 208430 h 348999"/>
                  <a:gd name="connsiteX15" fmla="*/ 41470 w 454561"/>
                  <a:gd name="connsiteY15" fmla="*/ 237514 h 348999"/>
                  <a:gd name="connsiteX16" fmla="*/ 110409 w 454561"/>
                  <a:gd name="connsiteY16" fmla="*/ 237514 h 348999"/>
                  <a:gd name="connsiteX17" fmla="*/ 110409 w 454561"/>
                  <a:gd name="connsiteY17" fmla="*/ 319378 h 348999"/>
                  <a:gd name="connsiteX18" fmla="*/ 192273 w 454561"/>
                  <a:gd name="connsiteY18" fmla="*/ 237514 h 348999"/>
                  <a:gd name="connsiteX19" fmla="*/ 413091 w 454561"/>
                  <a:gd name="connsiteY19" fmla="*/ 237514 h 348999"/>
                  <a:gd name="connsiteX20" fmla="*/ 442174 w 454561"/>
                  <a:gd name="connsiteY20" fmla="*/ 208430 h 348999"/>
                  <a:gd name="connsiteX21" fmla="*/ 442174 w 454561"/>
                  <a:gd name="connsiteY21" fmla="*/ 41471 h 348999"/>
                  <a:gd name="connsiteX22" fmla="*/ 413091 w 454561"/>
                  <a:gd name="connsiteY22" fmla="*/ 12387 h 348999"/>
                  <a:gd name="connsiteX23" fmla="*/ 41470 w 454561"/>
                  <a:gd name="connsiteY23" fmla="*/ 12387 h 348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54561" h="348999">
                    <a:moveTo>
                      <a:pt x="98021" y="349000"/>
                    </a:moveTo>
                    <a:lnTo>
                      <a:pt x="98021" y="249901"/>
                    </a:lnTo>
                    <a:lnTo>
                      <a:pt x="41470" y="249901"/>
                    </a:lnTo>
                    <a:cubicBezTo>
                      <a:pt x="18850" y="249901"/>
                      <a:pt x="0" y="231590"/>
                      <a:pt x="0" y="208430"/>
                    </a:cubicBezTo>
                    <a:lnTo>
                      <a:pt x="0" y="41471"/>
                    </a:lnTo>
                    <a:cubicBezTo>
                      <a:pt x="0" y="18850"/>
                      <a:pt x="18312" y="0"/>
                      <a:pt x="41470" y="0"/>
                    </a:cubicBezTo>
                    <a:lnTo>
                      <a:pt x="413091" y="0"/>
                    </a:lnTo>
                    <a:cubicBezTo>
                      <a:pt x="435712" y="0"/>
                      <a:pt x="454562" y="18312"/>
                      <a:pt x="454562" y="41471"/>
                    </a:cubicBezTo>
                    <a:lnTo>
                      <a:pt x="454562" y="208430"/>
                    </a:lnTo>
                    <a:cubicBezTo>
                      <a:pt x="454562" y="231051"/>
                      <a:pt x="436250" y="249901"/>
                      <a:pt x="413091" y="249901"/>
                    </a:cubicBezTo>
                    <a:lnTo>
                      <a:pt x="197120" y="249901"/>
                    </a:lnTo>
                    <a:lnTo>
                      <a:pt x="98021" y="349000"/>
                    </a:lnTo>
                    <a:close/>
                    <a:moveTo>
                      <a:pt x="41470" y="12387"/>
                    </a:moveTo>
                    <a:cubicBezTo>
                      <a:pt x="25313" y="12387"/>
                      <a:pt x="12387" y="25313"/>
                      <a:pt x="12387" y="41471"/>
                    </a:cubicBezTo>
                    <a:lnTo>
                      <a:pt x="12387" y="208430"/>
                    </a:lnTo>
                    <a:cubicBezTo>
                      <a:pt x="12387" y="224588"/>
                      <a:pt x="25313" y="237514"/>
                      <a:pt x="41470" y="237514"/>
                    </a:cubicBezTo>
                    <a:lnTo>
                      <a:pt x="110409" y="237514"/>
                    </a:lnTo>
                    <a:lnTo>
                      <a:pt x="110409" y="319378"/>
                    </a:lnTo>
                    <a:lnTo>
                      <a:pt x="192273" y="237514"/>
                    </a:lnTo>
                    <a:lnTo>
                      <a:pt x="413091" y="237514"/>
                    </a:lnTo>
                    <a:cubicBezTo>
                      <a:pt x="429248" y="237514"/>
                      <a:pt x="442174" y="224588"/>
                      <a:pt x="442174" y="208430"/>
                    </a:cubicBezTo>
                    <a:lnTo>
                      <a:pt x="442174" y="41471"/>
                    </a:lnTo>
                    <a:cubicBezTo>
                      <a:pt x="442174" y="25313"/>
                      <a:pt x="429248" y="12387"/>
                      <a:pt x="413091" y="12387"/>
                    </a:cubicBezTo>
                    <a:lnTo>
                      <a:pt x="41470" y="12387"/>
                    </a:lnTo>
                    <a:close/>
                  </a:path>
                </a:pathLst>
              </a:custGeom>
              <a:grpFill/>
              <a:ln w="5383"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3DC0FD41-435F-4A82-BE5B-170B4B4744B7}"/>
                  </a:ext>
                </a:extLst>
              </p:cNvPr>
              <p:cNvSpPr/>
              <p:nvPr/>
            </p:nvSpPr>
            <p:spPr>
              <a:xfrm>
                <a:off x="10856858" y="2825648"/>
                <a:ext cx="226742" cy="123335"/>
              </a:xfrm>
              <a:custGeom>
                <a:avLst/>
                <a:gdLst>
                  <a:gd name="connsiteX0" fmla="*/ 226742 w 226742"/>
                  <a:gd name="connsiteY0" fmla="*/ 10233 h 123335"/>
                  <a:gd name="connsiteX1" fmla="*/ 216510 w 226742"/>
                  <a:gd name="connsiteY1" fmla="*/ 0 h 123335"/>
                  <a:gd name="connsiteX2" fmla="*/ 10233 w 226742"/>
                  <a:gd name="connsiteY2" fmla="*/ 0 h 123335"/>
                  <a:gd name="connsiteX3" fmla="*/ 0 w 226742"/>
                  <a:gd name="connsiteY3" fmla="*/ 10233 h 123335"/>
                  <a:gd name="connsiteX4" fmla="*/ 10233 w 226742"/>
                  <a:gd name="connsiteY4" fmla="*/ 20466 h 123335"/>
                  <a:gd name="connsiteX5" fmla="*/ 216510 w 226742"/>
                  <a:gd name="connsiteY5" fmla="*/ 20466 h 123335"/>
                  <a:gd name="connsiteX6" fmla="*/ 226742 w 226742"/>
                  <a:gd name="connsiteY6" fmla="*/ 10233 h 123335"/>
                  <a:gd name="connsiteX7" fmla="*/ 0 w 226742"/>
                  <a:gd name="connsiteY7" fmla="*/ 44164 h 123335"/>
                  <a:gd name="connsiteX8" fmla="*/ 10233 w 226742"/>
                  <a:gd name="connsiteY8" fmla="*/ 54397 h 123335"/>
                  <a:gd name="connsiteX9" fmla="*/ 216510 w 226742"/>
                  <a:gd name="connsiteY9" fmla="*/ 54397 h 123335"/>
                  <a:gd name="connsiteX10" fmla="*/ 226742 w 226742"/>
                  <a:gd name="connsiteY10" fmla="*/ 44164 h 123335"/>
                  <a:gd name="connsiteX11" fmla="*/ 216510 w 226742"/>
                  <a:gd name="connsiteY11" fmla="*/ 33931 h 123335"/>
                  <a:gd name="connsiteX12" fmla="*/ 10233 w 226742"/>
                  <a:gd name="connsiteY12" fmla="*/ 33931 h 123335"/>
                  <a:gd name="connsiteX13" fmla="*/ 0 w 226742"/>
                  <a:gd name="connsiteY13" fmla="*/ 44164 h 123335"/>
                  <a:gd name="connsiteX14" fmla="*/ 0 w 226742"/>
                  <a:gd name="connsiteY14" fmla="*/ 78633 h 123335"/>
                  <a:gd name="connsiteX15" fmla="*/ 0 w 226742"/>
                  <a:gd name="connsiteY15" fmla="*/ 78633 h 123335"/>
                  <a:gd name="connsiteX16" fmla="*/ 10233 w 226742"/>
                  <a:gd name="connsiteY16" fmla="*/ 88866 h 123335"/>
                  <a:gd name="connsiteX17" fmla="*/ 216510 w 226742"/>
                  <a:gd name="connsiteY17" fmla="*/ 88866 h 123335"/>
                  <a:gd name="connsiteX18" fmla="*/ 226742 w 226742"/>
                  <a:gd name="connsiteY18" fmla="*/ 78633 h 123335"/>
                  <a:gd name="connsiteX19" fmla="*/ 226742 w 226742"/>
                  <a:gd name="connsiteY19" fmla="*/ 78633 h 123335"/>
                  <a:gd name="connsiteX20" fmla="*/ 216510 w 226742"/>
                  <a:gd name="connsiteY20" fmla="*/ 68400 h 123335"/>
                  <a:gd name="connsiteX21" fmla="*/ 10233 w 226742"/>
                  <a:gd name="connsiteY21" fmla="*/ 68400 h 123335"/>
                  <a:gd name="connsiteX22" fmla="*/ 0 w 226742"/>
                  <a:gd name="connsiteY22" fmla="*/ 78633 h 123335"/>
                  <a:gd name="connsiteX23" fmla="*/ 0 w 226742"/>
                  <a:gd name="connsiteY23" fmla="*/ 113102 h 123335"/>
                  <a:gd name="connsiteX24" fmla="*/ 10233 w 226742"/>
                  <a:gd name="connsiteY24" fmla="*/ 123335 h 123335"/>
                  <a:gd name="connsiteX25" fmla="*/ 121719 w 226742"/>
                  <a:gd name="connsiteY25" fmla="*/ 123335 h 123335"/>
                  <a:gd name="connsiteX26" fmla="*/ 131952 w 226742"/>
                  <a:gd name="connsiteY26" fmla="*/ 113102 h 123335"/>
                  <a:gd name="connsiteX27" fmla="*/ 121719 w 226742"/>
                  <a:gd name="connsiteY27" fmla="*/ 102869 h 123335"/>
                  <a:gd name="connsiteX28" fmla="*/ 10233 w 226742"/>
                  <a:gd name="connsiteY28" fmla="*/ 102869 h 123335"/>
                  <a:gd name="connsiteX29" fmla="*/ 0 w 226742"/>
                  <a:gd name="connsiteY29" fmla="*/ 113102 h 123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26742" h="123335">
                    <a:moveTo>
                      <a:pt x="226742" y="10233"/>
                    </a:moveTo>
                    <a:cubicBezTo>
                      <a:pt x="226742" y="4847"/>
                      <a:pt x="222434" y="0"/>
                      <a:pt x="216510" y="0"/>
                    </a:cubicBezTo>
                    <a:lnTo>
                      <a:pt x="10233" y="0"/>
                    </a:lnTo>
                    <a:cubicBezTo>
                      <a:pt x="4847" y="0"/>
                      <a:pt x="0" y="4309"/>
                      <a:pt x="0" y="10233"/>
                    </a:cubicBezTo>
                    <a:cubicBezTo>
                      <a:pt x="0" y="15619"/>
                      <a:pt x="4309" y="20466"/>
                      <a:pt x="10233" y="20466"/>
                    </a:cubicBezTo>
                    <a:lnTo>
                      <a:pt x="216510" y="20466"/>
                    </a:lnTo>
                    <a:cubicBezTo>
                      <a:pt x="221895" y="19928"/>
                      <a:pt x="226742" y="15619"/>
                      <a:pt x="226742" y="10233"/>
                    </a:cubicBezTo>
                    <a:close/>
                    <a:moveTo>
                      <a:pt x="0" y="44164"/>
                    </a:moveTo>
                    <a:cubicBezTo>
                      <a:pt x="0" y="49549"/>
                      <a:pt x="4309" y="54397"/>
                      <a:pt x="10233" y="54397"/>
                    </a:cubicBezTo>
                    <a:lnTo>
                      <a:pt x="216510" y="54397"/>
                    </a:lnTo>
                    <a:cubicBezTo>
                      <a:pt x="221895" y="54397"/>
                      <a:pt x="226742" y="50088"/>
                      <a:pt x="226742" y="44164"/>
                    </a:cubicBezTo>
                    <a:cubicBezTo>
                      <a:pt x="226742" y="38778"/>
                      <a:pt x="222434" y="33931"/>
                      <a:pt x="216510" y="33931"/>
                    </a:cubicBezTo>
                    <a:lnTo>
                      <a:pt x="10233" y="33931"/>
                    </a:lnTo>
                    <a:cubicBezTo>
                      <a:pt x="4309" y="34469"/>
                      <a:pt x="0" y="38778"/>
                      <a:pt x="0" y="44164"/>
                    </a:cubicBezTo>
                    <a:close/>
                    <a:moveTo>
                      <a:pt x="0" y="78633"/>
                    </a:moveTo>
                    <a:lnTo>
                      <a:pt x="0" y="78633"/>
                    </a:lnTo>
                    <a:cubicBezTo>
                      <a:pt x="0" y="84019"/>
                      <a:pt x="4309" y="88866"/>
                      <a:pt x="10233" y="88866"/>
                    </a:cubicBezTo>
                    <a:lnTo>
                      <a:pt x="216510" y="88866"/>
                    </a:lnTo>
                    <a:cubicBezTo>
                      <a:pt x="221895" y="88866"/>
                      <a:pt x="226742" y="84557"/>
                      <a:pt x="226742" y="78633"/>
                    </a:cubicBezTo>
                    <a:lnTo>
                      <a:pt x="226742" y="78633"/>
                    </a:lnTo>
                    <a:cubicBezTo>
                      <a:pt x="226742" y="73247"/>
                      <a:pt x="222434" y="68400"/>
                      <a:pt x="216510" y="68400"/>
                    </a:cubicBezTo>
                    <a:lnTo>
                      <a:pt x="10233" y="68400"/>
                    </a:lnTo>
                    <a:cubicBezTo>
                      <a:pt x="4309" y="68400"/>
                      <a:pt x="0" y="73247"/>
                      <a:pt x="0" y="78633"/>
                    </a:cubicBezTo>
                    <a:close/>
                    <a:moveTo>
                      <a:pt x="0" y="113102"/>
                    </a:moveTo>
                    <a:cubicBezTo>
                      <a:pt x="0" y="118488"/>
                      <a:pt x="4309" y="123335"/>
                      <a:pt x="10233" y="123335"/>
                    </a:cubicBezTo>
                    <a:lnTo>
                      <a:pt x="121719" y="123335"/>
                    </a:lnTo>
                    <a:cubicBezTo>
                      <a:pt x="127105" y="123335"/>
                      <a:pt x="131952" y="119026"/>
                      <a:pt x="131952" y="113102"/>
                    </a:cubicBezTo>
                    <a:cubicBezTo>
                      <a:pt x="131952" y="107716"/>
                      <a:pt x="127644" y="102869"/>
                      <a:pt x="121719" y="102869"/>
                    </a:cubicBezTo>
                    <a:lnTo>
                      <a:pt x="10233" y="102869"/>
                    </a:lnTo>
                    <a:cubicBezTo>
                      <a:pt x="4309" y="102869"/>
                      <a:pt x="0" y="107716"/>
                      <a:pt x="0" y="113102"/>
                    </a:cubicBezTo>
                    <a:close/>
                  </a:path>
                </a:pathLst>
              </a:custGeom>
              <a:grpFill/>
              <a:ln w="5383" cap="flat">
                <a:noFill/>
                <a:prstDash val="solid"/>
                <a:miter/>
              </a:ln>
            </p:spPr>
            <p:txBody>
              <a:bodyPr rtlCol="0" anchor="ctr"/>
              <a:lstStyle/>
              <a:p>
                <a:endParaRPr lang="en-US"/>
              </a:p>
            </p:txBody>
          </p:sp>
        </p:grpSp>
        <p:grpSp>
          <p:nvGrpSpPr>
            <p:cNvPr id="190" name="Graphic 21">
              <a:extLst>
                <a:ext uri="{FF2B5EF4-FFF2-40B4-BE49-F238E27FC236}">
                  <a16:creationId xmlns:a16="http://schemas.microsoft.com/office/drawing/2014/main" id="{8639DD85-530A-4410-999F-96017AD201EE}"/>
                </a:ext>
              </a:extLst>
            </p:cNvPr>
            <p:cNvGrpSpPr/>
            <p:nvPr/>
          </p:nvGrpSpPr>
          <p:grpSpPr>
            <a:xfrm>
              <a:off x="9345601" y="1461424"/>
              <a:ext cx="454561" cy="349000"/>
              <a:chOff x="9345601" y="1461424"/>
              <a:chExt cx="454561" cy="349000"/>
            </a:xfrm>
            <a:solidFill>
              <a:schemeClr val="accent4">
                <a:alpha val="25000"/>
              </a:schemeClr>
            </a:solidFill>
          </p:grpSpPr>
          <p:sp>
            <p:nvSpPr>
              <p:cNvPr id="191" name="Freeform: Shape 190">
                <a:extLst>
                  <a:ext uri="{FF2B5EF4-FFF2-40B4-BE49-F238E27FC236}">
                    <a16:creationId xmlns:a16="http://schemas.microsoft.com/office/drawing/2014/main" id="{A9326C18-A2CE-4209-837A-9D07D86683D3}"/>
                  </a:ext>
                </a:extLst>
              </p:cNvPr>
              <p:cNvSpPr/>
              <p:nvPr/>
            </p:nvSpPr>
            <p:spPr>
              <a:xfrm>
                <a:off x="9345601" y="1461424"/>
                <a:ext cx="454561" cy="349000"/>
              </a:xfrm>
              <a:custGeom>
                <a:avLst/>
                <a:gdLst>
                  <a:gd name="connsiteX0" fmla="*/ 98022 w 454561"/>
                  <a:gd name="connsiteY0" fmla="*/ 349000 h 349000"/>
                  <a:gd name="connsiteX1" fmla="*/ 98022 w 454561"/>
                  <a:gd name="connsiteY1" fmla="*/ 249901 h 349000"/>
                  <a:gd name="connsiteX2" fmla="*/ 41471 w 454561"/>
                  <a:gd name="connsiteY2" fmla="*/ 249901 h 349000"/>
                  <a:gd name="connsiteX3" fmla="*/ 0 w 454561"/>
                  <a:gd name="connsiteY3" fmla="*/ 208431 h 349000"/>
                  <a:gd name="connsiteX4" fmla="*/ 0 w 454561"/>
                  <a:gd name="connsiteY4" fmla="*/ 41471 h 349000"/>
                  <a:gd name="connsiteX5" fmla="*/ 41471 w 454561"/>
                  <a:gd name="connsiteY5" fmla="*/ 0 h 349000"/>
                  <a:gd name="connsiteX6" fmla="*/ 413091 w 454561"/>
                  <a:gd name="connsiteY6" fmla="*/ 0 h 349000"/>
                  <a:gd name="connsiteX7" fmla="*/ 454562 w 454561"/>
                  <a:gd name="connsiteY7" fmla="*/ 41471 h 349000"/>
                  <a:gd name="connsiteX8" fmla="*/ 454562 w 454561"/>
                  <a:gd name="connsiteY8" fmla="*/ 208431 h 349000"/>
                  <a:gd name="connsiteX9" fmla="*/ 413091 w 454561"/>
                  <a:gd name="connsiteY9" fmla="*/ 249901 h 349000"/>
                  <a:gd name="connsiteX10" fmla="*/ 197120 w 454561"/>
                  <a:gd name="connsiteY10" fmla="*/ 249901 h 349000"/>
                  <a:gd name="connsiteX11" fmla="*/ 98022 w 454561"/>
                  <a:gd name="connsiteY11" fmla="*/ 349000 h 349000"/>
                  <a:gd name="connsiteX12" fmla="*/ 41471 w 454561"/>
                  <a:gd name="connsiteY12" fmla="*/ 12387 h 349000"/>
                  <a:gd name="connsiteX13" fmla="*/ 12387 w 454561"/>
                  <a:gd name="connsiteY13" fmla="*/ 41471 h 349000"/>
                  <a:gd name="connsiteX14" fmla="*/ 12387 w 454561"/>
                  <a:gd name="connsiteY14" fmla="*/ 208431 h 349000"/>
                  <a:gd name="connsiteX15" fmla="*/ 41471 w 454561"/>
                  <a:gd name="connsiteY15" fmla="*/ 237514 h 349000"/>
                  <a:gd name="connsiteX16" fmla="*/ 110409 w 454561"/>
                  <a:gd name="connsiteY16" fmla="*/ 237514 h 349000"/>
                  <a:gd name="connsiteX17" fmla="*/ 110409 w 454561"/>
                  <a:gd name="connsiteY17" fmla="*/ 319378 h 349000"/>
                  <a:gd name="connsiteX18" fmla="*/ 192273 w 454561"/>
                  <a:gd name="connsiteY18" fmla="*/ 237514 h 349000"/>
                  <a:gd name="connsiteX19" fmla="*/ 413091 w 454561"/>
                  <a:gd name="connsiteY19" fmla="*/ 237514 h 349000"/>
                  <a:gd name="connsiteX20" fmla="*/ 442174 w 454561"/>
                  <a:gd name="connsiteY20" fmla="*/ 208431 h 349000"/>
                  <a:gd name="connsiteX21" fmla="*/ 442174 w 454561"/>
                  <a:gd name="connsiteY21" fmla="*/ 41471 h 349000"/>
                  <a:gd name="connsiteX22" fmla="*/ 413091 w 454561"/>
                  <a:gd name="connsiteY22" fmla="*/ 12387 h 349000"/>
                  <a:gd name="connsiteX23" fmla="*/ 41471 w 454561"/>
                  <a:gd name="connsiteY23" fmla="*/ 12387 h 34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54561" h="349000">
                    <a:moveTo>
                      <a:pt x="98022" y="349000"/>
                    </a:moveTo>
                    <a:lnTo>
                      <a:pt x="98022" y="249901"/>
                    </a:lnTo>
                    <a:lnTo>
                      <a:pt x="41471" y="249901"/>
                    </a:lnTo>
                    <a:cubicBezTo>
                      <a:pt x="18850" y="249901"/>
                      <a:pt x="0" y="231590"/>
                      <a:pt x="0" y="208431"/>
                    </a:cubicBezTo>
                    <a:lnTo>
                      <a:pt x="0" y="41471"/>
                    </a:lnTo>
                    <a:cubicBezTo>
                      <a:pt x="0" y="18850"/>
                      <a:pt x="18312" y="0"/>
                      <a:pt x="41471" y="0"/>
                    </a:cubicBezTo>
                    <a:lnTo>
                      <a:pt x="413091" y="0"/>
                    </a:lnTo>
                    <a:cubicBezTo>
                      <a:pt x="435712" y="0"/>
                      <a:pt x="454562" y="18312"/>
                      <a:pt x="454562" y="41471"/>
                    </a:cubicBezTo>
                    <a:lnTo>
                      <a:pt x="454562" y="208431"/>
                    </a:lnTo>
                    <a:cubicBezTo>
                      <a:pt x="454562" y="231051"/>
                      <a:pt x="436250" y="249901"/>
                      <a:pt x="413091" y="249901"/>
                    </a:cubicBezTo>
                    <a:lnTo>
                      <a:pt x="197120" y="249901"/>
                    </a:lnTo>
                    <a:lnTo>
                      <a:pt x="98022" y="349000"/>
                    </a:lnTo>
                    <a:close/>
                    <a:moveTo>
                      <a:pt x="41471" y="12387"/>
                    </a:moveTo>
                    <a:cubicBezTo>
                      <a:pt x="25313" y="12387"/>
                      <a:pt x="12387" y="25313"/>
                      <a:pt x="12387" y="41471"/>
                    </a:cubicBezTo>
                    <a:lnTo>
                      <a:pt x="12387" y="208431"/>
                    </a:lnTo>
                    <a:cubicBezTo>
                      <a:pt x="12387" y="224588"/>
                      <a:pt x="25313" y="237514"/>
                      <a:pt x="41471" y="237514"/>
                    </a:cubicBezTo>
                    <a:lnTo>
                      <a:pt x="110409" y="237514"/>
                    </a:lnTo>
                    <a:lnTo>
                      <a:pt x="110409" y="319378"/>
                    </a:lnTo>
                    <a:lnTo>
                      <a:pt x="192273" y="237514"/>
                    </a:lnTo>
                    <a:lnTo>
                      <a:pt x="413091" y="237514"/>
                    </a:lnTo>
                    <a:cubicBezTo>
                      <a:pt x="429249" y="237514"/>
                      <a:pt x="442174" y="224588"/>
                      <a:pt x="442174" y="208431"/>
                    </a:cubicBezTo>
                    <a:lnTo>
                      <a:pt x="442174" y="41471"/>
                    </a:lnTo>
                    <a:cubicBezTo>
                      <a:pt x="442174" y="25313"/>
                      <a:pt x="429249" y="12387"/>
                      <a:pt x="413091" y="12387"/>
                    </a:cubicBezTo>
                    <a:lnTo>
                      <a:pt x="41471" y="12387"/>
                    </a:lnTo>
                    <a:close/>
                  </a:path>
                </a:pathLst>
              </a:custGeom>
              <a:grpFill/>
              <a:ln w="5383"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B8F4AF12-526D-41FE-A517-20F358218C0C}"/>
                  </a:ext>
                </a:extLst>
              </p:cNvPr>
              <p:cNvSpPr/>
              <p:nvPr/>
            </p:nvSpPr>
            <p:spPr>
              <a:xfrm>
                <a:off x="9459781" y="1524438"/>
                <a:ext cx="226742" cy="123873"/>
              </a:xfrm>
              <a:custGeom>
                <a:avLst/>
                <a:gdLst>
                  <a:gd name="connsiteX0" fmla="*/ 226742 w 226742"/>
                  <a:gd name="connsiteY0" fmla="*/ 10233 h 123873"/>
                  <a:gd name="connsiteX1" fmla="*/ 216509 w 226742"/>
                  <a:gd name="connsiteY1" fmla="*/ 0 h 123873"/>
                  <a:gd name="connsiteX2" fmla="*/ 10233 w 226742"/>
                  <a:gd name="connsiteY2" fmla="*/ 0 h 123873"/>
                  <a:gd name="connsiteX3" fmla="*/ 0 w 226742"/>
                  <a:gd name="connsiteY3" fmla="*/ 10233 h 123873"/>
                  <a:gd name="connsiteX4" fmla="*/ 10233 w 226742"/>
                  <a:gd name="connsiteY4" fmla="*/ 20466 h 123873"/>
                  <a:gd name="connsiteX5" fmla="*/ 216509 w 226742"/>
                  <a:gd name="connsiteY5" fmla="*/ 20466 h 123873"/>
                  <a:gd name="connsiteX6" fmla="*/ 226742 w 226742"/>
                  <a:gd name="connsiteY6" fmla="*/ 10233 h 123873"/>
                  <a:gd name="connsiteX7" fmla="*/ 0 w 226742"/>
                  <a:gd name="connsiteY7" fmla="*/ 44702 h 123873"/>
                  <a:gd name="connsiteX8" fmla="*/ 10233 w 226742"/>
                  <a:gd name="connsiteY8" fmla="*/ 54935 h 123873"/>
                  <a:gd name="connsiteX9" fmla="*/ 216509 w 226742"/>
                  <a:gd name="connsiteY9" fmla="*/ 54935 h 123873"/>
                  <a:gd name="connsiteX10" fmla="*/ 226742 w 226742"/>
                  <a:gd name="connsiteY10" fmla="*/ 44702 h 123873"/>
                  <a:gd name="connsiteX11" fmla="*/ 216509 w 226742"/>
                  <a:gd name="connsiteY11" fmla="*/ 34469 h 123873"/>
                  <a:gd name="connsiteX12" fmla="*/ 10233 w 226742"/>
                  <a:gd name="connsiteY12" fmla="*/ 34469 h 123873"/>
                  <a:gd name="connsiteX13" fmla="*/ 0 w 226742"/>
                  <a:gd name="connsiteY13" fmla="*/ 44702 h 123873"/>
                  <a:gd name="connsiteX14" fmla="*/ 0 w 226742"/>
                  <a:gd name="connsiteY14" fmla="*/ 79171 h 123873"/>
                  <a:gd name="connsiteX15" fmla="*/ 0 w 226742"/>
                  <a:gd name="connsiteY15" fmla="*/ 79171 h 123873"/>
                  <a:gd name="connsiteX16" fmla="*/ 10233 w 226742"/>
                  <a:gd name="connsiteY16" fmla="*/ 89404 h 123873"/>
                  <a:gd name="connsiteX17" fmla="*/ 216509 w 226742"/>
                  <a:gd name="connsiteY17" fmla="*/ 89404 h 123873"/>
                  <a:gd name="connsiteX18" fmla="*/ 226742 w 226742"/>
                  <a:gd name="connsiteY18" fmla="*/ 79171 h 123873"/>
                  <a:gd name="connsiteX19" fmla="*/ 226742 w 226742"/>
                  <a:gd name="connsiteY19" fmla="*/ 79171 h 123873"/>
                  <a:gd name="connsiteX20" fmla="*/ 216509 w 226742"/>
                  <a:gd name="connsiteY20" fmla="*/ 68938 h 123873"/>
                  <a:gd name="connsiteX21" fmla="*/ 10233 w 226742"/>
                  <a:gd name="connsiteY21" fmla="*/ 68938 h 123873"/>
                  <a:gd name="connsiteX22" fmla="*/ 0 w 226742"/>
                  <a:gd name="connsiteY22" fmla="*/ 79171 h 123873"/>
                  <a:gd name="connsiteX23" fmla="*/ 0 w 226742"/>
                  <a:gd name="connsiteY23" fmla="*/ 113640 h 123873"/>
                  <a:gd name="connsiteX24" fmla="*/ 10233 w 226742"/>
                  <a:gd name="connsiteY24" fmla="*/ 123873 h 123873"/>
                  <a:gd name="connsiteX25" fmla="*/ 121719 w 226742"/>
                  <a:gd name="connsiteY25" fmla="*/ 123873 h 123873"/>
                  <a:gd name="connsiteX26" fmla="*/ 131952 w 226742"/>
                  <a:gd name="connsiteY26" fmla="*/ 113640 h 123873"/>
                  <a:gd name="connsiteX27" fmla="*/ 121719 w 226742"/>
                  <a:gd name="connsiteY27" fmla="*/ 103407 h 123873"/>
                  <a:gd name="connsiteX28" fmla="*/ 10233 w 226742"/>
                  <a:gd name="connsiteY28" fmla="*/ 103407 h 123873"/>
                  <a:gd name="connsiteX29" fmla="*/ 0 w 226742"/>
                  <a:gd name="connsiteY29" fmla="*/ 113640 h 123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26742" h="123873">
                    <a:moveTo>
                      <a:pt x="226742" y="10233"/>
                    </a:moveTo>
                    <a:cubicBezTo>
                      <a:pt x="226742" y="4847"/>
                      <a:pt x="222434" y="0"/>
                      <a:pt x="216509" y="0"/>
                    </a:cubicBezTo>
                    <a:lnTo>
                      <a:pt x="10233" y="0"/>
                    </a:lnTo>
                    <a:cubicBezTo>
                      <a:pt x="4847" y="0"/>
                      <a:pt x="0" y="4309"/>
                      <a:pt x="0" y="10233"/>
                    </a:cubicBezTo>
                    <a:cubicBezTo>
                      <a:pt x="0" y="15619"/>
                      <a:pt x="4309" y="20466"/>
                      <a:pt x="10233" y="20466"/>
                    </a:cubicBezTo>
                    <a:lnTo>
                      <a:pt x="216509" y="20466"/>
                    </a:lnTo>
                    <a:cubicBezTo>
                      <a:pt x="221895" y="20466"/>
                      <a:pt x="226742" y="16157"/>
                      <a:pt x="226742" y="10233"/>
                    </a:cubicBezTo>
                    <a:close/>
                    <a:moveTo>
                      <a:pt x="0" y="44702"/>
                    </a:moveTo>
                    <a:cubicBezTo>
                      <a:pt x="0" y="50088"/>
                      <a:pt x="4309" y="54935"/>
                      <a:pt x="10233" y="54935"/>
                    </a:cubicBezTo>
                    <a:lnTo>
                      <a:pt x="216509" y="54935"/>
                    </a:lnTo>
                    <a:cubicBezTo>
                      <a:pt x="221895" y="54935"/>
                      <a:pt x="226742" y="50627"/>
                      <a:pt x="226742" y="44702"/>
                    </a:cubicBezTo>
                    <a:cubicBezTo>
                      <a:pt x="226742" y="39316"/>
                      <a:pt x="222434" y="34469"/>
                      <a:pt x="216509" y="34469"/>
                    </a:cubicBezTo>
                    <a:lnTo>
                      <a:pt x="10233" y="34469"/>
                    </a:lnTo>
                    <a:cubicBezTo>
                      <a:pt x="4309" y="34469"/>
                      <a:pt x="0" y="39316"/>
                      <a:pt x="0" y="44702"/>
                    </a:cubicBezTo>
                    <a:close/>
                    <a:moveTo>
                      <a:pt x="0" y="79171"/>
                    </a:moveTo>
                    <a:lnTo>
                      <a:pt x="0" y="79171"/>
                    </a:lnTo>
                    <a:cubicBezTo>
                      <a:pt x="0" y="84557"/>
                      <a:pt x="4309" y="89404"/>
                      <a:pt x="10233" y="89404"/>
                    </a:cubicBezTo>
                    <a:lnTo>
                      <a:pt x="216509" y="89404"/>
                    </a:lnTo>
                    <a:cubicBezTo>
                      <a:pt x="221895" y="89404"/>
                      <a:pt x="226742" y="85096"/>
                      <a:pt x="226742" y="79171"/>
                    </a:cubicBezTo>
                    <a:lnTo>
                      <a:pt x="226742" y="79171"/>
                    </a:lnTo>
                    <a:cubicBezTo>
                      <a:pt x="226742" y="73785"/>
                      <a:pt x="222434" y="68938"/>
                      <a:pt x="216509" y="68938"/>
                    </a:cubicBezTo>
                    <a:lnTo>
                      <a:pt x="10233" y="68938"/>
                    </a:lnTo>
                    <a:cubicBezTo>
                      <a:pt x="4309" y="68938"/>
                      <a:pt x="0" y="73785"/>
                      <a:pt x="0" y="79171"/>
                    </a:cubicBezTo>
                    <a:close/>
                    <a:moveTo>
                      <a:pt x="0" y="113640"/>
                    </a:moveTo>
                    <a:cubicBezTo>
                      <a:pt x="0" y="119026"/>
                      <a:pt x="4309" y="123873"/>
                      <a:pt x="10233" y="123873"/>
                    </a:cubicBezTo>
                    <a:lnTo>
                      <a:pt x="121719" y="123873"/>
                    </a:lnTo>
                    <a:cubicBezTo>
                      <a:pt x="127105" y="123873"/>
                      <a:pt x="131952" y="119565"/>
                      <a:pt x="131952" y="113640"/>
                    </a:cubicBezTo>
                    <a:cubicBezTo>
                      <a:pt x="131952" y="108255"/>
                      <a:pt x="127644" y="103407"/>
                      <a:pt x="121719" y="103407"/>
                    </a:cubicBezTo>
                    <a:lnTo>
                      <a:pt x="10233" y="103407"/>
                    </a:lnTo>
                    <a:cubicBezTo>
                      <a:pt x="4309" y="103407"/>
                      <a:pt x="0" y="107716"/>
                      <a:pt x="0" y="113640"/>
                    </a:cubicBezTo>
                    <a:close/>
                  </a:path>
                </a:pathLst>
              </a:custGeom>
              <a:grpFill/>
              <a:ln w="5383" cap="flat">
                <a:noFill/>
                <a:prstDash val="solid"/>
                <a:miter/>
              </a:ln>
            </p:spPr>
            <p:txBody>
              <a:bodyPr rtlCol="0" anchor="ctr"/>
              <a:lstStyle/>
              <a:p>
                <a:endParaRPr lang="en-US"/>
              </a:p>
            </p:txBody>
          </p:sp>
        </p:grpSp>
      </p:grpSp>
      <p:grpSp>
        <p:nvGrpSpPr>
          <p:cNvPr id="204" name="Group 203">
            <a:extLst>
              <a:ext uri="{FF2B5EF4-FFF2-40B4-BE49-F238E27FC236}">
                <a16:creationId xmlns:a16="http://schemas.microsoft.com/office/drawing/2014/main" id="{59582F88-924E-4EFF-A99B-155E2AA81B5D}"/>
              </a:ext>
            </a:extLst>
          </p:cNvPr>
          <p:cNvGrpSpPr/>
          <p:nvPr/>
        </p:nvGrpSpPr>
        <p:grpSpPr>
          <a:xfrm>
            <a:off x="1217417" y="2707842"/>
            <a:ext cx="4304191" cy="3161239"/>
            <a:chOff x="1217417" y="2707842"/>
            <a:chExt cx="4304191" cy="3161239"/>
          </a:xfrm>
        </p:grpSpPr>
        <p:grpSp>
          <p:nvGrpSpPr>
            <p:cNvPr id="201" name="Group 200">
              <a:extLst>
                <a:ext uri="{FF2B5EF4-FFF2-40B4-BE49-F238E27FC236}">
                  <a16:creationId xmlns:a16="http://schemas.microsoft.com/office/drawing/2014/main" id="{DE6E006B-3556-4035-BC5A-AB9A7F3FE5C0}"/>
                </a:ext>
              </a:extLst>
            </p:cNvPr>
            <p:cNvGrpSpPr/>
            <p:nvPr/>
          </p:nvGrpSpPr>
          <p:grpSpPr>
            <a:xfrm>
              <a:off x="1217417" y="2707842"/>
              <a:ext cx="4304191" cy="874032"/>
              <a:chOff x="1270425" y="2707842"/>
              <a:chExt cx="4304191" cy="874032"/>
            </a:xfrm>
          </p:grpSpPr>
          <p:sp>
            <p:nvSpPr>
              <p:cNvPr id="8" name="TextBox 7">
                <a:extLst>
                  <a:ext uri="{FF2B5EF4-FFF2-40B4-BE49-F238E27FC236}">
                    <a16:creationId xmlns:a16="http://schemas.microsoft.com/office/drawing/2014/main" id="{EBD7786A-D5A0-4752-9F70-E420F79F0A41}"/>
                  </a:ext>
                </a:extLst>
              </p:cNvPr>
              <p:cNvSpPr txBox="1"/>
              <p:nvPr/>
            </p:nvSpPr>
            <p:spPr>
              <a:xfrm>
                <a:off x="2370589" y="2975581"/>
                <a:ext cx="3204027" cy="338554"/>
              </a:xfrm>
              <a:prstGeom prst="rect">
                <a:avLst/>
              </a:prstGeom>
              <a:noFill/>
            </p:spPr>
            <p:txBody>
              <a:bodyPr wrap="square" rtlCol="0">
                <a:spAutoFit/>
              </a:bodyPr>
              <a:lstStyle/>
              <a:p>
                <a:pPr>
                  <a:buClr>
                    <a:schemeClr val="accent3"/>
                  </a:buClr>
                </a:pPr>
                <a:r>
                  <a:rPr lang="en-US" sz="1600" b="1" dirty="0">
                    <a:solidFill>
                      <a:schemeClr val="tx2"/>
                    </a:solidFill>
                    <a:latin typeface="Roboto" panose="02000000000000000000" pitchFamily="2" charset="0"/>
                    <a:ea typeface="Roboto" panose="02000000000000000000" pitchFamily="2" charset="0"/>
                  </a:rPr>
                  <a:t>Allow time for questions</a:t>
                </a:r>
                <a:r>
                  <a:rPr lang="en-US" sz="1200" b="1" dirty="0">
                    <a:solidFill>
                      <a:schemeClr val="tx2"/>
                    </a:solidFill>
                    <a:latin typeface="Roboto" panose="02000000000000000000" pitchFamily="2" charset="0"/>
                    <a:ea typeface="Roboto" panose="02000000000000000000" pitchFamily="2" charset="0"/>
                  </a:rPr>
                  <a:t>. </a:t>
                </a:r>
              </a:p>
            </p:txBody>
          </p:sp>
          <p:grpSp>
            <p:nvGrpSpPr>
              <p:cNvPr id="14" name="Group 13">
                <a:extLst>
                  <a:ext uri="{FF2B5EF4-FFF2-40B4-BE49-F238E27FC236}">
                    <a16:creationId xmlns:a16="http://schemas.microsoft.com/office/drawing/2014/main" id="{69B95084-6256-4B76-8930-64724B15A37D}"/>
                  </a:ext>
                </a:extLst>
              </p:cNvPr>
              <p:cNvGrpSpPr/>
              <p:nvPr/>
            </p:nvGrpSpPr>
            <p:grpSpPr>
              <a:xfrm>
                <a:off x="1270425" y="2707842"/>
                <a:ext cx="861124" cy="874032"/>
                <a:chOff x="1341148" y="2160003"/>
                <a:chExt cx="1044797" cy="1060458"/>
              </a:xfrm>
            </p:grpSpPr>
            <p:grpSp>
              <p:nvGrpSpPr>
                <p:cNvPr id="9" name="Group 8">
                  <a:extLst>
                    <a:ext uri="{FF2B5EF4-FFF2-40B4-BE49-F238E27FC236}">
                      <a16:creationId xmlns:a16="http://schemas.microsoft.com/office/drawing/2014/main" id="{6F680ADB-8C1C-4D44-98C0-139EAB7BA6E5}"/>
                    </a:ext>
                  </a:extLst>
                </p:cNvPr>
                <p:cNvGrpSpPr/>
                <p:nvPr/>
              </p:nvGrpSpPr>
              <p:grpSpPr>
                <a:xfrm>
                  <a:off x="1341148" y="2160003"/>
                  <a:ext cx="1044797" cy="1060458"/>
                  <a:chOff x="1876425" y="2421906"/>
                  <a:chExt cx="795074" cy="806992"/>
                </a:xfrm>
              </p:grpSpPr>
              <p:sp>
                <p:nvSpPr>
                  <p:cNvPr id="10" name="Isosceles Triangle 9">
                    <a:extLst>
                      <a:ext uri="{FF2B5EF4-FFF2-40B4-BE49-F238E27FC236}">
                        <a16:creationId xmlns:a16="http://schemas.microsoft.com/office/drawing/2014/main" id="{717FD52F-C072-4035-B77E-B9791C1E4DC3}"/>
                      </a:ext>
                    </a:extLst>
                  </p:cNvPr>
                  <p:cNvSpPr/>
                  <p:nvPr/>
                </p:nvSpPr>
                <p:spPr>
                  <a:xfrm rot="5956497">
                    <a:off x="1957930" y="2515330"/>
                    <a:ext cx="766425" cy="660712"/>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Isosceles Triangle 10">
                    <a:extLst>
                      <a:ext uri="{FF2B5EF4-FFF2-40B4-BE49-F238E27FC236}">
                        <a16:creationId xmlns:a16="http://schemas.microsoft.com/office/drawing/2014/main" id="{74863B2A-4B43-4E44-B972-98B51DDBF5C9}"/>
                      </a:ext>
                    </a:extLst>
                  </p:cNvPr>
                  <p:cNvSpPr/>
                  <p:nvPr/>
                </p:nvSpPr>
                <p:spPr>
                  <a:xfrm rot="6496077">
                    <a:off x="1957930" y="2514584"/>
                    <a:ext cx="766425" cy="660712"/>
                  </a:xfrm>
                  <a:prstGeom prst="triangle">
                    <a:avLst/>
                  </a:prstGeom>
                  <a:solidFill>
                    <a:schemeClr val="tx2">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75C80522-BF22-4C99-AB8C-DB3DE26531B0}"/>
                      </a:ext>
                    </a:extLst>
                  </p:cNvPr>
                  <p:cNvSpPr/>
                  <p:nvPr/>
                </p:nvSpPr>
                <p:spPr>
                  <a:xfrm>
                    <a:off x="1876425" y="2421906"/>
                    <a:ext cx="710406" cy="612419"/>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D7094E30-3E05-4AB8-9ED7-787CE097E972}"/>
                    </a:ext>
                  </a:extLst>
                </p:cNvPr>
                <p:cNvSpPr txBox="1"/>
                <p:nvPr/>
              </p:nvSpPr>
              <p:spPr>
                <a:xfrm>
                  <a:off x="1596277" y="2529194"/>
                  <a:ext cx="514521" cy="373424"/>
                </a:xfrm>
                <a:prstGeom prst="rect">
                  <a:avLst/>
                </a:prstGeom>
                <a:noFill/>
              </p:spPr>
              <p:txBody>
                <a:bodyPr wrap="square" rtlCol="0">
                  <a:spAutoFit/>
                </a:bodyPr>
                <a:lstStyle/>
                <a:p>
                  <a:pPr algn="ctr"/>
                  <a:r>
                    <a:rPr lang="en-US" sz="1400" dirty="0">
                      <a:solidFill>
                        <a:schemeClr val="bg2"/>
                      </a:solidFill>
                      <a:latin typeface="Roboto Black" panose="02000000000000000000" pitchFamily="2" charset="0"/>
                      <a:ea typeface="Roboto Black" panose="02000000000000000000" pitchFamily="2" charset="0"/>
                    </a:rPr>
                    <a:t>01</a:t>
                  </a:r>
                </a:p>
              </p:txBody>
            </p:sp>
          </p:grpSp>
        </p:grpSp>
        <p:grpSp>
          <p:nvGrpSpPr>
            <p:cNvPr id="202" name="Group 201">
              <a:extLst>
                <a:ext uri="{FF2B5EF4-FFF2-40B4-BE49-F238E27FC236}">
                  <a16:creationId xmlns:a16="http://schemas.microsoft.com/office/drawing/2014/main" id="{2E846075-CA28-45F5-B2FE-59BC9387D9C4}"/>
                </a:ext>
              </a:extLst>
            </p:cNvPr>
            <p:cNvGrpSpPr/>
            <p:nvPr/>
          </p:nvGrpSpPr>
          <p:grpSpPr>
            <a:xfrm>
              <a:off x="1217417" y="3804271"/>
              <a:ext cx="4288951" cy="874032"/>
              <a:chOff x="1285665" y="3804271"/>
              <a:chExt cx="4288951" cy="874032"/>
            </a:xfrm>
          </p:grpSpPr>
          <p:sp>
            <p:nvSpPr>
              <p:cNvPr id="15" name="TextBox 14">
                <a:extLst>
                  <a:ext uri="{FF2B5EF4-FFF2-40B4-BE49-F238E27FC236}">
                    <a16:creationId xmlns:a16="http://schemas.microsoft.com/office/drawing/2014/main" id="{12335D70-85F8-4AF0-88C9-0D28B7283383}"/>
                  </a:ext>
                </a:extLst>
              </p:cNvPr>
              <p:cNvSpPr txBox="1"/>
              <p:nvPr/>
            </p:nvSpPr>
            <p:spPr>
              <a:xfrm>
                <a:off x="2370589" y="4072010"/>
                <a:ext cx="3204027" cy="338554"/>
              </a:xfrm>
              <a:prstGeom prst="rect">
                <a:avLst/>
              </a:prstGeom>
              <a:noFill/>
            </p:spPr>
            <p:txBody>
              <a:bodyPr wrap="square" rtlCol="0">
                <a:spAutoFit/>
              </a:bodyPr>
              <a:lstStyle/>
              <a:p>
                <a:pPr>
                  <a:buClr>
                    <a:schemeClr val="accent3"/>
                  </a:buClr>
                </a:pPr>
                <a:r>
                  <a:rPr lang="en-US" sz="1600" b="1" dirty="0">
                    <a:solidFill>
                      <a:schemeClr val="tx2"/>
                    </a:solidFill>
                    <a:latin typeface="Roboto" panose="02000000000000000000" pitchFamily="2" charset="0"/>
                    <a:ea typeface="Roboto" panose="02000000000000000000" pitchFamily="2" charset="0"/>
                  </a:rPr>
                  <a:t>Summarize important points.</a:t>
                </a:r>
                <a:endParaRPr lang="en-US" sz="1200" b="1" dirty="0">
                  <a:solidFill>
                    <a:schemeClr val="tx2"/>
                  </a:solidFill>
                  <a:latin typeface="Roboto" panose="02000000000000000000" pitchFamily="2" charset="0"/>
                  <a:ea typeface="Roboto" panose="02000000000000000000" pitchFamily="2" charset="0"/>
                </a:endParaRPr>
              </a:p>
            </p:txBody>
          </p:sp>
          <p:grpSp>
            <p:nvGrpSpPr>
              <p:cNvPr id="16" name="Group 15">
                <a:extLst>
                  <a:ext uri="{FF2B5EF4-FFF2-40B4-BE49-F238E27FC236}">
                    <a16:creationId xmlns:a16="http://schemas.microsoft.com/office/drawing/2014/main" id="{996A30B5-C3AD-490E-8B4D-576A17DC8A56}"/>
                  </a:ext>
                </a:extLst>
              </p:cNvPr>
              <p:cNvGrpSpPr/>
              <p:nvPr/>
            </p:nvGrpSpPr>
            <p:grpSpPr>
              <a:xfrm>
                <a:off x="1285665" y="3804271"/>
                <a:ext cx="861124" cy="874032"/>
                <a:chOff x="1341148" y="2160003"/>
                <a:chExt cx="1044797" cy="1060458"/>
              </a:xfrm>
            </p:grpSpPr>
            <p:grpSp>
              <p:nvGrpSpPr>
                <p:cNvPr id="17" name="Group 16">
                  <a:extLst>
                    <a:ext uri="{FF2B5EF4-FFF2-40B4-BE49-F238E27FC236}">
                      <a16:creationId xmlns:a16="http://schemas.microsoft.com/office/drawing/2014/main" id="{09497D95-FD9D-40CD-80F3-A73B9A87BE53}"/>
                    </a:ext>
                  </a:extLst>
                </p:cNvPr>
                <p:cNvGrpSpPr/>
                <p:nvPr/>
              </p:nvGrpSpPr>
              <p:grpSpPr>
                <a:xfrm>
                  <a:off x="1341148" y="2160003"/>
                  <a:ext cx="1044797" cy="1060458"/>
                  <a:chOff x="1876425" y="2421906"/>
                  <a:chExt cx="795074" cy="806992"/>
                </a:xfrm>
              </p:grpSpPr>
              <p:sp>
                <p:nvSpPr>
                  <p:cNvPr id="19" name="Isosceles Triangle 18">
                    <a:extLst>
                      <a:ext uri="{FF2B5EF4-FFF2-40B4-BE49-F238E27FC236}">
                        <a16:creationId xmlns:a16="http://schemas.microsoft.com/office/drawing/2014/main" id="{460D0292-C434-4431-A749-FAB6A2160F88}"/>
                      </a:ext>
                    </a:extLst>
                  </p:cNvPr>
                  <p:cNvSpPr/>
                  <p:nvPr/>
                </p:nvSpPr>
                <p:spPr>
                  <a:xfrm rot="5956497">
                    <a:off x="1957930" y="2515330"/>
                    <a:ext cx="766425" cy="660712"/>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Isosceles Triangle 19">
                    <a:extLst>
                      <a:ext uri="{FF2B5EF4-FFF2-40B4-BE49-F238E27FC236}">
                        <a16:creationId xmlns:a16="http://schemas.microsoft.com/office/drawing/2014/main" id="{19F44450-2433-4363-9CA9-8D8CFE144411}"/>
                      </a:ext>
                    </a:extLst>
                  </p:cNvPr>
                  <p:cNvSpPr/>
                  <p:nvPr/>
                </p:nvSpPr>
                <p:spPr>
                  <a:xfrm rot="6496077">
                    <a:off x="1957930" y="2514584"/>
                    <a:ext cx="766425" cy="660712"/>
                  </a:xfrm>
                  <a:prstGeom prst="triangle">
                    <a:avLst/>
                  </a:prstGeom>
                  <a:solidFill>
                    <a:schemeClr val="tx2">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1DC189FB-59B2-4CE7-B6B7-84AE39AEF0F5}"/>
                      </a:ext>
                    </a:extLst>
                  </p:cNvPr>
                  <p:cNvSpPr/>
                  <p:nvPr/>
                </p:nvSpPr>
                <p:spPr>
                  <a:xfrm>
                    <a:off x="1876425" y="2421906"/>
                    <a:ext cx="710406" cy="61241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8" name="TextBox 17">
                  <a:extLst>
                    <a:ext uri="{FF2B5EF4-FFF2-40B4-BE49-F238E27FC236}">
                      <a16:creationId xmlns:a16="http://schemas.microsoft.com/office/drawing/2014/main" id="{71798437-9173-43F4-AA35-51EBCA844B95}"/>
                    </a:ext>
                  </a:extLst>
                </p:cNvPr>
                <p:cNvSpPr txBox="1"/>
                <p:nvPr/>
              </p:nvSpPr>
              <p:spPr>
                <a:xfrm>
                  <a:off x="1596277" y="2529194"/>
                  <a:ext cx="514521" cy="373424"/>
                </a:xfrm>
                <a:prstGeom prst="rect">
                  <a:avLst/>
                </a:prstGeom>
                <a:noFill/>
              </p:spPr>
              <p:txBody>
                <a:bodyPr wrap="square" rtlCol="0">
                  <a:spAutoFit/>
                </a:bodyPr>
                <a:lstStyle/>
                <a:p>
                  <a:pPr algn="ctr"/>
                  <a:r>
                    <a:rPr lang="en-US" sz="1400" dirty="0">
                      <a:solidFill>
                        <a:schemeClr val="bg2"/>
                      </a:solidFill>
                      <a:latin typeface="Roboto Black" panose="02000000000000000000" pitchFamily="2" charset="0"/>
                      <a:ea typeface="Roboto Black" panose="02000000000000000000" pitchFamily="2" charset="0"/>
                    </a:rPr>
                    <a:t>02</a:t>
                  </a:r>
                </a:p>
              </p:txBody>
            </p:sp>
          </p:grpSp>
        </p:grpSp>
        <p:grpSp>
          <p:nvGrpSpPr>
            <p:cNvPr id="203" name="Group 202">
              <a:extLst>
                <a:ext uri="{FF2B5EF4-FFF2-40B4-BE49-F238E27FC236}">
                  <a16:creationId xmlns:a16="http://schemas.microsoft.com/office/drawing/2014/main" id="{B780A6D8-CCDB-479D-B466-C44005DDD30B}"/>
                </a:ext>
              </a:extLst>
            </p:cNvPr>
            <p:cNvGrpSpPr/>
            <p:nvPr/>
          </p:nvGrpSpPr>
          <p:grpSpPr>
            <a:xfrm>
              <a:off x="1217417" y="4995049"/>
              <a:ext cx="4288951" cy="874032"/>
              <a:chOff x="1217417" y="4914025"/>
              <a:chExt cx="4288951" cy="874032"/>
            </a:xfrm>
          </p:grpSpPr>
          <p:sp>
            <p:nvSpPr>
              <p:cNvPr id="194" name="TextBox 193">
                <a:extLst>
                  <a:ext uri="{FF2B5EF4-FFF2-40B4-BE49-F238E27FC236}">
                    <a16:creationId xmlns:a16="http://schemas.microsoft.com/office/drawing/2014/main" id="{FBE174CA-9A7E-41F4-ACAA-347C72E872D1}"/>
                  </a:ext>
                </a:extLst>
              </p:cNvPr>
              <p:cNvSpPr txBox="1"/>
              <p:nvPr/>
            </p:nvSpPr>
            <p:spPr>
              <a:xfrm>
                <a:off x="2302341" y="5181764"/>
                <a:ext cx="3204027" cy="338554"/>
              </a:xfrm>
              <a:prstGeom prst="rect">
                <a:avLst/>
              </a:prstGeom>
              <a:noFill/>
            </p:spPr>
            <p:txBody>
              <a:bodyPr wrap="square" rtlCol="0">
                <a:spAutoFit/>
              </a:bodyPr>
              <a:lstStyle/>
              <a:p>
                <a:pPr>
                  <a:buClr>
                    <a:schemeClr val="accent3"/>
                  </a:buClr>
                </a:pPr>
                <a:r>
                  <a:rPr lang="fr-FR" sz="1600" b="1" dirty="0">
                    <a:solidFill>
                      <a:schemeClr val="tx2"/>
                    </a:solidFill>
                    <a:latin typeface="Roboto" panose="02000000000000000000" pitchFamily="2" charset="0"/>
                    <a:ea typeface="Roboto" panose="02000000000000000000" pitchFamily="2" charset="0"/>
                  </a:rPr>
                  <a:t>Duis feugiat </a:t>
                </a:r>
                <a:r>
                  <a:rPr lang="fr-FR" sz="1600" b="1" dirty="0" err="1">
                    <a:solidFill>
                      <a:schemeClr val="tx2"/>
                    </a:solidFill>
                    <a:latin typeface="Roboto" panose="02000000000000000000" pitchFamily="2" charset="0"/>
                    <a:ea typeface="Roboto" panose="02000000000000000000" pitchFamily="2" charset="0"/>
                  </a:rPr>
                  <a:t>dui</a:t>
                </a:r>
                <a:r>
                  <a:rPr lang="fr-FR" sz="1600" b="1" dirty="0">
                    <a:solidFill>
                      <a:schemeClr val="tx2"/>
                    </a:solidFill>
                    <a:latin typeface="Roboto" panose="02000000000000000000" pitchFamily="2" charset="0"/>
                    <a:ea typeface="Roboto" panose="02000000000000000000" pitchFamily="2" charset="0"/>
                  </a:rPr>
                  <a:t> ut porta pretium.</a:t>
                </a:r>
                <a:endParaRPr lang="en-US" sz="1200" b="1" dirty="0">
                  <a:solidFill>
                    <a:schemeClr val="tx2"/>
                  </a:solidFill>
                  <a:latin typeface="Roboto" panose="02000000000000000000" pitchFamily="2" charset="0"/>
                  <a:ea typeface="Roboto" panose="02000000000000000000" pitchFamily="2" charset="0"/>
                </a:endParaRPr>
              </a:p>
            </p:txBody>
          </p:sp>
          <p:grpSp>
            <p:nvGrpSpPr>
              <p:cNvPr id="195" name="Group 194">
                <a:extLst>
                  <a:ext uri="{FF2B5EF4-FFF2-40B4-BE49-F238E27FC236}">
                    <a16:creationId xmlns:a16="http://schemas.microsoft.com/office/drawing/2014/main" id="{AD829077-371B-4E91-AF23-FC592965C2F5}"/>
                  </a:ext>
                </a:extLst>
              </p:cNvPr>
              <p:cNvGrpSpPr/>
              <p:nvPr/>
            </p:nvGrpSpPr>
            <p:grpSpPr>
              <a:xfrm>
                <a:off x="1217417" y="4914025"/>
                <a:ext cx="861124" cy="874032"/>
                <a:chOff x="1341148" y="2160003"/>
                <a:chExt cx="1044797" cy="1060458"/>
              </a:xfrm>
            </p:grpSpPr>
            <p:grpSp>
              <p:nvGrpSpPr>
                <p:cNvPr id="196" name="Group 195">
                  <a:extLst>
                    <a:ext uri="{FF2B5EF4-FFF2-40B4-BE49-F238E27FC236}">
                      <a16:creationId xmlns:a16="http://schemas.microsoft.com/office/drawing/2014/main" id="{9BD09218-1748-481B-8007-D21373AC1FFA}"/>
                    </a:ext>
                  </a:extLst>
                </p:cNvPr>
                <p:cNvGrpSpPr/>
                <p:nvPr/>
              </p:nvGrpSpPr>
              <p:grpSpPr>
                <a:xfrm>
                  <a:off x="1341148" y="2160003"/>
                  <a:ext cx="1044797" cy="1060458"/>
                  <a:chOff x="1876425" y="2421906"/>
                  <a:chExt cx="795074" cy="806992"/>
                </a:xfrm>
              </p:grpSpPr>
              <p:sp>
                <p:nvSpPr>
                  <p:cNvPr id="198" name="Isosceles Triangle 197">
                    <a:extLst>
                      <a:ext uri="{FF2B5EF4-FFF2-40B4-BE49-F238E27FC236}">
                        <a16:creationId xmlns:a16="http://schemas.microsoft.com/office/drawing/2014/main" id="{5AB9FFA0-A5C4-4B2B-BC58-EEEDF3D9660A}"/>
                      </a:ext>
                    </a:extLst>
                  </p:cNvPr>
                  <p:cNvSpPr/>
                  <p:nvPr/>
                </p:nvSpPr>
                <p:spPr>
                  <a:xfrm rot="5956497">
                    <a:off x="1957930" y="2515330"/>
                    <a:ext cx="766425" cy="660712"/>
                  </a:xfrm>
                  <a:prstGeom prst="triangl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9" name="Isosceles Triangle 198">
                    <a:extLst>
                      <a:ext uri="{FF2B5EF4-FFF2-40B4-BE49-F238E27FC236}">
                        <a16:creationId xmlns:a16="http://schemas.microsoft.com/office/drawing/2014/main" id="{5CB6A191-9181-4BE1-B282-147C855DE432}"/>
                      </a:ext>
                    </a:extLst>
                  </p:cNvPr>
                  <p:cNvSpPr/>
                  <p:nvPr/>
                </p:nvSpPr>
                <p:spPr>
                  <a:xfrm rot="6496077">
                    <a:off x="1957930" y="2514584"/>
                    <a:ext cx="766425" cy="660712"/>
                  </a:xfrm>
                  <a:prstGeom prst="triangle">
                    <a:avLst/>
                  </a:prstGeom>
                  <a:solidFill>
                    <a:schemeClr val="tx2">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Isosceles Triangle 199">
                    <a:extLst>
                      <a:ext uri="{FF2B5EF4-FFF2-40B4-BE49-F238E27FC236}">
                        <a16:creationId xmlns:a16="http://schemas.microsoft.com/office/drawing/2014/main" id="{37574C51-017A-41B9-B18B-B968E31F2E81}"/>
                      </a:ext>
                    </a:extLst>
                  </p:cNvPr>
                  <p:cNvSpPr/>
                  <p:nvPr/>
                </p:nvSpPr>
                <p:spPr>
                  <a:xfrm>
                    <a:off x="1876425" y="2421906"/>
                    <a:ext cx="710406" cy="612419"/>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7" name="TextBox 196">
                  <a:extLst>
                    <a:ext uri="{FF2B5EF4-FFF2-40B4-BE49-F238E27FC236}">
                      <a16:creationId xmlns:a16="http://schemas.microsoft.com/office/drawing/2014/main" id="{EAC82CE3-37A8-404A-A345-81440B5A932F}"/>
                    </a:ext>
                  </a:extLst>
                </p:cNvPr>
                <p:cNvSpPr txBox="1"/>
                <p:nvPr/>
              </p:nvSpPr>
              <p:spPr>
                <a:xfrm>
                  <a:off x="1596277" y="2529194"/>
                  <a:ext cx="514521" cy="373424"/>
                </a:xfrm>
                <a:prstGeom prst="rect">
                  <a:avLst/>
                </a:prstGeom>
                <a:noFill/>
              </p:spPr>
              <p:txBody>
                <a:bodyPr wrap="square" rtlCol="0">
                  <a:spAutoFit/>
                </a:bodyPr>
                <a:lstStyle/>
                <a:p>
                  <a:pPr algn="ctr"/>
                  <a:r>
                    <a:rPr lang="en-US" sz="1400" dirty="0">
                      <a:solidFill>
                        <a:schemeClr val="bg2"/>
                      </a:solidFill>
                      <a:latin typeface="Roboto Black" panose="02000000000000000000" pitchFamily="2" charset="0"/>
                      <a:ea typeface="Roboto Black" panose="02000000000000000000" pitchFamily="2" charset="0"/>
                    </a:rPr>
                    <a:t>02</a:t>
                  </a:r>
                </a:p>
              </p:txBody>
            </p:sp>
          </p:grpSp>
        </p:grpSp>
      </p:grpSp>
    </p:spTree>
    <p:extLst>
      <p:ext uri="{BB962C8B-B14F-4D97-AF65-F5344CB8AC3E}">
        <p14:creationId xmlns:p14="http://schemas.microsoft.com/office/powerpoint/2010/main" val="22728574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4F314A8-1FB6-4C84-93E5-C3FB07EB1742}"/>
              </a:ext>
            </a:extLst>
          </p:cNvPr>
          <p:cNvGrpSpPr/>
          <p:nvPr/>
        </p:nvGrpSpPr>
        <p:grpSpPr>
          <a:xfrm>
            <a:off x="6708301" y="575310"/>
            <a:ext cx="4519631" cy="5293771"/>
            <a:chOff x="1001977" y="575310"/>
            <a:chExt cx="4519631" cy="5293771"/>
          </a:xfrm>
        </p:grpSpPr>
        <p:sp>
          <p:nvSpPr>
            <p:cNvPr id="205" name="Rectangle 204">
              <a:extLst>
                <a:ext uri="{FF2B5EF4-FFF2-40B4-BE49-F238E27FC236}">
                  <a16:creationId xmlns:a16="http://schemas.microsoft.com/office/drawing/2014/main" id="{FA11D043-AB7A-4A82-B765-768FA44350F5}"/>
                </a:ext>
              </a:extLst>
            </p:cNvPr>
            <p:cNvSpPr/>
            <p:nvPr/>
          </p:nvSpPr>
          <p:spPr>
            <a:xfrm>
              <a:off x="1001977" y="575310"/>
              <a:ext cx="209751" cy="690880"/>
            </a:xfrm>
            <a:prstGeom prst="rect">
              <a:avLst/>
            </a:prstGeom>
            <a:gradFill flip="none" rotWithShape="1">
              <a:gsLst>
                <a:gs pos="0">
                  <a:schemeClr val="accent1">
                    <a:alpha val="50000"/>
                  </a:schemeClr>
                </a:gs>
                <a:gs pos="100000">
                  <a:schemeClr val="accent2">
                    <a:alpha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267728A0-FD71-4DFF-804E-155DDB1DC27C}"/>
                </a:ext>
              </a:extLst>
            </p:cNvPr>
            <p:cNvSpPr txBox="1"/>
            <p:nvPr/>
          </p:nvSpPr>
          <p:spPr>
            <a:xfrm>
              <a:off x="1013227" y="694236"/>
              <a:ext cx="3949298" cy="646331"/>
            </a:xfrm>
            <a:prstGeom prst="rect">
              <a:avLst/>
            </a:prstGeom>
            <a:noFill/>
          </p:spPr>
          <p:txBody>
            <a:bodyPr wrap="square" rtlCol="0">
              <a:spAutoFit/>
            </a:bodyPr>
            <a:lstStyle/>
            <a:p>
              <a:r>
                <a:rPr lang="en-US" sz="3600" b="1" dirty="0">
                  <a:latin typeface="Roboto" panose="02000000000000000000" pitchFamily="2" charset="0"/>
                  <a:ea typeface="Roboto" panose="02000000000000000000" pitchFamily="2" charset="0"/>
                </a:rPr>
                <a:t>wrap-up</a:t>
              </a:r>
            </a:p>
          </p:txBody>
        </p:sp>
        <p:sp>
          <p:nvSpPr>
            <p:cNvPr id="7" name="TextBox 6">
              <a:extLst>
                <a:ext uri="{FF2B5EF4-FFF2-40B4-BE49-F238E27FC236}">
                  <a16:creationId xmlns:a16="http://schemas.microsoft.com/office/drawing/2014/main" id="{6CE61A88-E6B8-4C68-AF0F-BA90D54C720D}"/>
                </a:ext>
              </a:extLst>
            </p:cNvPr>
            <p:cNvSpPr txBox="1"/>
            <p:nvPr/>
          </p:nvSpPr>
          <p:spPr>
            <a:xfrm>
              <a:off x="1013228" y="1340567"/>
              <a:ext cx="3949298" cy="830997"/>
            </a:xfrm>
            <a:prstGeom prst="rect">
              <a:avLst/>
            </a:prstGeom>
            <a:noFill/>
          </p:spPr>
          <p:txBody>
            <a:bodyPr wrap="square" rtlCol="0">
              <a:spAutoFit/>
            </a:bodyPr>
            <a:lstStyle/>
            <a:p>
              <a:r>
                <a:rPr lang="en-US" sz="1200" dirty="0">
                  <a:solidFill>
                    <a:schemeClr val="tx1">
                      <a:alpha val="35000"/>
                    </a:schemeClr>
                  </a:solidFill>
                  <a:latin typeface="Roboto" panose="02000000000000000000" pitchFamily="2" charset="0"/>
                  <a:ea typeface="Roboto" panose="02000000000000000000" pitchFamily="2" charset="0"/>
                </a:rPr>
                <a:t>Lorem ipsum dolor sit amet, consectetur adipiscing elit, sed do eiusmod tempor incididunt ut labore et dolore magna aliqua. Ut enim ad minim veniam, quis nostrud exercitation ullamco</a:t>
              </a:r>
            </a:p>
          </p:txBody>
        </p:sp>
        <p:grpSp>
          <p:nvGrpSpPr>
            <p:cNvPr id="204" name="Group 203">
              <a:extLst>
                <a:ext uri="{FF2B5EF4-FFF2-40B4-BE49-F238E27FC236}">
                  <a16:creationId xmlns:a16="http://schemas.microsoft.com/office/drawing/2014/main" id="{59582F88-924E-4EFF-A99B-155E2AA81B5D}"/>
                </a:ext>
              </a:extLst>
            </p:cNvPr>
            <p:cNvGrpSpPr/>
            <p:nvPr/>
          </p:nvGrpSpPr>
          <p:grpSpPr>
            <a:xfrm>
              <a:off x="1217417" y="2707842"/>
              <a:ext cx="4304191" cy="3161239"/>
              <a:chOff x="1217417" y="2707842"/>
              <a:chExt cx="4304191" cy="3161239"/>
            </a:xfrm>
          </p:grpSpPr>
          <p:grpSp>
            <p:nvGrpSpPr>
              <p:cNvPr id="201" name="Group 200">
                <a:extLst>
                  <a:ext uri="{FF2B5EF4-FFF2-40B4-BE49-F238E27FC236}">
                    <a16:creationId xmlns:a16="http://schemas.microsoft.com/office/drawing/2014/main" id="{DE6E006B-3556-4035-BC5A-AB9A7F3FE5C0}"/>
                  </a:ext>
                </a:extLst>
              </p:cNvPr>
              <p:cNvGrpSpPr/>
              <p:nvPr/>
            </p:nvGrpSpPr>
            <p:grpSpPr>
              <a:xfrm>
                <a:off x="1217417" y="2707842"/>
                <a:ext cx="4304191" cy="874032"/>
                <a:chOff x="1270425" y="2707842"/>
                <a:chExt cx="4304191" cy="874032"/>
              </a:xfrm>
            </p:grpSpPr>
            <p:sp>
              <p:nvSpPr>
                <p:cNvPr id="8" name="TextBox 7">
                  <a:extLst>
                    <a:ext uri="{FF2B5EF4-FFF2-40B4-BE49-F238E27FC236}">
                      <a16:creationId xmlns:a16="http://schemas.microsoft.com/office/drawing/2014/main" id="{EBD7786A-D5A0-4752-9F70-E420F79F0A41}"/>
                    </a:ext>
                  </a:extLst>
                </p:cNvPr>
                <p:cNvSpPr txBox="1"/>
                <p:nvPr/>
              </p:nvSpPr>
              <p:spPr>
                <a:xfrm>
                  <a:off x="2370589" y="2975581"/>
                  <a:ext cx="3204027" cy="338554"/>
                </a:xfrm>
                <a:prstGeom prst="rect">
                  <a:avLst/>
                </a:prstGeom>
                <a:noFill/>
              </p:spPr>
              <p:txBody>
                <a:bodyPr wrap="square" rtlCol="0">
                  <a:spAutoFit/>
                </a:bodyPr>
                <a:lstStyle/>
                <a:p>
                  <a:pPr>
                    <a:buClr>
                      <a:schemeClr val="accent3"/>
                    </a:buClr>
                  </a:pPr>
                  <a:r>
                    <a:rPr lang="en-US" sz="1600" b="1" dirty="0">
                      <a:solidFill>
                        <a:schemeClr val="tx2"/>
                      </a:solidFill>
                      <a:latin typeface="Roboto" panose="02000000000000000000" pitchFamily="2" charset="0"/>
                      <a:ea typeface="Roboto" panose="02000000000000000000" pitchFamily="2" charset="0"/>
                    </a:rPr>
                    <a:t>Allow time for questions</a:t>
                  </a:r>
                  <a:r>
                    <a:rPr lang="en-US" sz="1200" b="1" dirty="0">
                      <a:solidFill>
                        <a:schemeClr val="tx2"/>
                      </a:solidFill>
                      <a:latin typeface="Roboto" panose="02000000000000000000" pitchFamily="2" charset="0"/>
                      <a:ea typeface="Roboto" panose="02000000000000000000" pitchFamily="2" charset="0"/>
                    </a:rPr>
                    <a:t>. </a:t>
                  </a:r>
                </a:p>
              </p:txBody>
            </p:sp>
            <p:grpSp>
              <p:nvGrpSpPr>
                <p:cNvPr id="14" name="Group 13">
                  <a:extLst>
                    <a:ext uri="{FF2B5EF4-FFF2-40B4-BE49-F238E27FC236}">
                      <a16:creationId xmlns:a16="http://schemas.microsoft.com/office/drawing/2014/main" id="{69B95084-6256-4B76-8930-64724B15A37D}"/>
                    </a:ext>
                  </a:extLst>
                </p:cNvPr>
                <p:cNvGrpSpPr/>
                <p:nvPr/>
              </p:nvGrpSpPr>
              <p:grpSpPr>
                <a:xfrm>
                  <a:off x="1270425" y="2707842"/>
                  <a:ext cx="861124" cy="874032"/>
                  <a:chOff x="1341148" y="2160003"/>
                  <a:chExt cx="1044797" cy="1060458"/>
                </a:xfrm>
              </p:grpSpPr>
              <p:grpSp>
                <p:nvGrpSpPr>
                  <p:cNvPr id="9" name="Group 8">
                    <a:extLst>
                      <a:ext uri="{FF2B5EF4-FFF2-40B4-BE49-F238E27FC236}">
                        <a16:creationId xmlns:a16="http://schemas.microsoft.com/office/drawing/2014/main" id="{6F680ADB-8C1C-4D44-98C0-139EAB7BA6E5}"/>
                      </a:ext>
                    </a:extLst>
                  </p:cNvPr>
                  <p:cNvGrpSpPr/>
                  <p:nvPr/>
                </p:nvGrpSpPr>
                <p:grpSpPr>
                  <a:xfrm>
                    <a:off x="1341148" y="2160003"/>
                    <a:ext cx="1044797" cy="1060458"/>
                    <a:chOff x="1876425" y="2421906"/>
                    <a:chExt cx="795074" cy="806992"/>
                  </a:xfrm>
                </p:grpSpPr>
                <p:sp>
                  <p:nvSpPr>
                    <p:cNvPr id="10" name="Isosceles Triangle 9">
                      <a:extLst>
                        <a:ext uri="{FF2B5EF4-FFF2-40B4-BE49-F238E27FC236}">
                          <a16:creationId xmlns:a16="http://schemas.microsoft.com/office/drawing/2014/main" id="{717FD52F-C072-4035-B77E-B9791C1E4DC3}"/>
                        </a:ext>
                      </a:extLst>
                    </p:cNvPr>
                    <p:cNvSpPr/>
                    <p:nvPr/>
                  </p:nvSpPr>
                  <p:spPr>
                    <a:xfrm rot="5956497">
                      <a:off x="1957930" y="2515330"/>
                      <a:ext cx="766425" cy="660712"/>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Isosceles Triangle 10">
                      <a:extLst>
                        <a:ext uri="{FF2B5EF4-FFF2-40B4-BE49-F238E27FC236}">
                          <a16:creationId xmlns:a16="http://schemas.microsoft.com/office/drawing/2014/main" id="{74863B2A-4B43-4E44-B972-98B51DDBF5C9}"/>
                        </a:ext>
                      </a:extLst>
                    </p:cNvPr>
                    <p:cNvSpPr/>
                    <p:nvPr/>
                  </p:nvSpPr>
                  <p:spPr>
                    <a:xfrm rot="6496077">
                      <a:off x="1957930" y="2514584"/>
                      <a:ext cx="766425" cy="660712"/>
                    </a:xfrm>
                    <a:prstGeom prst="triangle">
                      <a:avLst/>
                    </a:prstGeom>
                    <a:solidFill>
                      <a:schemeClr val="tx2">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75C80522-BF22-4C99-AB8C-DB3DE26531B0}"/>
                        </a:ext>
                      </a:extLst>
                    </p:cNvPr>
                    <p:cNvSpPr/>
                    <p:nvPr/>
                  </p:nvSpPr>
                  <p:spPr>
                    <a:xfrm>
                      <a:off x="1876425" y="2421906"/>
                      <a:ext cx="710406" cy="612419"/>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D7094E30-3E05-4AB8-9ED7-787CE097E972}"/>
                      </a:ext>
                    </a:extLst>
                  </p:cNvPr>
                  <p:cNvSpPr txBox="1"/>
                  <p:nvPr/>
                </p:nvSpPr>
                <p:spPr>
                  <a:xfrm>
                    <a:off x="1596277" y="2529194"/>
                    <a:ext cx="514521" cy="373424"/>
                  </a:xfrm>
                  <a:prstGeom prst="rect">
                    <a:avLst/>
                  </a:prstGeom>
                  <a:noFill/>
                </p:spPr>
                <p:txBody>
                  <a:bodyPr wrap="square" rtlCol="0">
                    <a:spAutoFit/>
                  </a:bodyPr>
                  <a:lstStyle/>
                  <a:p>
                    <a:pPr algn="ctr"/>
                    <a:r>
                      <a:rPr lang="en-US" sz="1400" dirty="0">
                        <a:solidFill>
                          <a:schemeClr val="bg2"/>
                        </a:solidFill>
                        <a:latin typeface="Roboto Black" panose="02000000000000000000" pitchFamily="2" charset="0"/>
                        <a:ea typeface="Roboto Black" panose="02000000000000000000" pitchFamily="2" charset="0"/>
                      </a:rPr>
                      <a:t>01</a:t>
                    </a:r>
                  </a:p>
                </p:txBody>
              </p:sp>
            </p:grpSp>
          </p:grpSp>
          <p:grpSp>
            <p:nvGrpSpPr>
              <p:cNvPr id="202" name="Group 201">
                <a:extLst>
                  <a:ext uri="{FF2B5EF4-FFF2-40B4-BE49-F238E27FC236}">
                    <a16:creationId xmlns:a16="http://schemas.microsoft.com/office/drawing/2014/main" id="{2E846075-CA28-45F5-B2FE-59BC9387D9C4}"/>
                  </a:ext>
                </a:extLst>
              </p:cNvPr>
              <p:cNvGrpSpPr/>
              <p:nvPr/>
            </p:nvGrpSpPr>
            <p:grpSpPr>
              <a:xfrm>
                <a:off x="1217417" y="3804271"/>
                <a:ext cx="4288951" cy="874032"/>
                <a:chOff x="1285665" y="3804271"/>
                <a:chExt cx="4288951" cy="874032"/>
              </a:xfrm>
            </p:grpSpPr>
            <p:sp>
              <p:nvSpPr>
                <p:cNvPr id="15" name="TextBox 14">
                  <a:extLst>
                    <a:ext uri="{FF2B5EF4-FFF2-40B4-BE49-F238E27FC236}">
                      <a16:creationId xmlns:a16="http://schemas.microsoft.com/office/drawing/2014/main" id="{12335D70-85F8-4AF0-88C9-0D28B7283383}"/>
                    </a:ext>
                  </a:extLst>
                </p:cNvPr>
                <p:cNvSpPr txBox="1"/>
                <p:nvPr/>
              </p:nvSpPr>
              <p:spPr>
                <a:xfrm>
                  <a:off x="2370589" y="4072010"/>
                  <a:ext cx="3204027" cy="338554"/>
                </a:xfrm>
                <a:prstGeom prst="rect">
                  <a:avLst/>
                </a:prstGeom>
                <a:noFill/>
              </p:spPr>
              <p:txBody>
                <a:bodyPr wrap="square" rtlCol="0">
                  <a:spAutoFit/>
                </a:bodyPr>
                <a:lstStyle/>
                <a:p>
                  <a:pPr>
                    <a:buClr>
                      <a:schemeClr val="accent3"/>
                    </a:buClr>
                  </a:pPr>
                  <a:r>
                    <a:rPr lang="en-US" sz="1600" b="1" dirty="0">
                      <a:solidFill>
                        <a:schemeClr val="tx2"/>
                      </a:solidFill>
                      <a:latin typeface="Roboto" panose="02000000000000000000" pitchFamily="2" charset="0"/>
                      <a:ea typeface="Roboto" panose="02000000000000000000" pitchFamily="2" charset="0"/>
                    </a:rPr>
                    <a:t>Summarize important points.</a:t>
                  </a:r>
                  <a:endParaRPr lang="en-US" sz="1200" b="1" dirty="0">
                    <a:solidFill>
                      <a:schemeClr val="tx2"/>
                    </a:solidFill>
                    <a:latin typeface="Roboto" panose="02000000000000000000" pitchFamily="2" charset="0"/>
                    <a:ea typeface="Roboto" panose="02000000000000000000" pitchFamily="2" charset="0"/>
                  </a:endParaRPr>
                </a:p>
              </p:txBody>
            </p:sp>
            <p:grpSp>
              <p:nvGrpSpPr>
                <p:cNvPr id="16" name="Group 15">
                  <a:extLst>
                    <a:ext uri="{FF2B5EF4-FFF2-40B4-BE49-F238E27FC236}">
                      <a16:creationId xmlns:a16="http://schemas.microsoft.com/office/drawing/2014/main" id="{996A30B5-C3AD-490E-8B4D-576A17DC8A56}"/>
                    </a:ext>
                  </a:extLst>
                </p:cNvPr>
                <p:cNvGrpSpPr/>
                <p:nvPr/>
              </p:nvGrpSpPr>
              <p:grpSpPr>
                <a:xfrm>
                  <a:off x="1285665" y="3804271"/>
                  <a:ext cx="861124" cy="874032"/>
                  <a:chOff x="1341148" y="2160003"/>
                  <a:chExt cx="1044797" cy="1060458"/>
                </a:xfrm>
              </p:grpSpPr>
              <p:grpSp>
                <p:nvGrpSpPr>
                  <p:cNvPr id="17" name="Group 16">
                    <a:extLst>
                      <a:ext uri="{FF2B5EF4-FFF2-40B4-BE49-F238E27FC236}">
                        <a16:creationId xmlns:a16="http://schemas.microsoft.com/office/drawing/2014/main" id="{09497D95-FD9D-40CD-80F3-A73B9A87BE53}"/>
                      </a:ext>
                    </a:extLst>
                  </p:cNvPr>
                  <p:cNvGrpSpPr/>
                  <p:nvPr/>
                </p:nvGrpSpPr>
                <p:grpSpPr>
                  <a:xfrm>
                    <a:off x="1341148" y="2160003"/>
                    <a:ext cx="1044797" cy="1060458"/>
                    <a:chOff x="1876425" y="2421906"/>
                    <a:chExt cx="795074" cy="806992"/>
                  </a:xfrm>
                </p:grpSpPr>
                <p:sp>
                  <p:nvSpPr>
                    <p:cNvPr id="19" name="Isosceles Triangle 18">
                      <a:extLst>
                        <a:ext uri="{FF2B5EF4-FFF2-40B4-BE49-F238E27FC236}">
                          <a16:creationId xmlns:a16="http://schemas.microsoft.com/office/drawing/2014/main" id="{460D0292-C434-4431-A749-FAB6A2160F88}"/>
                        </a:ext>
                      </a:extLst>
                    </p:cNvPr>
                    <p:cNvSpPr/>
                    <p:nvPr/>
                  </p:nvSpPr>
                  <p:spPr>
                    <a:xfrm rot="5956497">
                      <a:off x="1957930" y="2515330"/>
                      <a:ext cx="766425" cy="660712"/>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Isosceles Triangle 19">
                      <a:extLst>
                        <a:ext uri="{FF2B5EF4-FFF2-40B4-BE49-F238E27FC236}">
                          <a16:creationId xmlns:a16="http://schemas.microsoft.com/office/drawing/2014/main" id="{19F44450-2433-4363-9CA9-8D8CFE144411}"/>
                        </a:ext>
                      </a:extLst>
                    </p:cNvPr>
                    <p:cNvSpPr/>
                    <p:nvPr/>
                  </p:nvSpPr>
                  <p:spPr>
                    <a:xfrm rot="6496077">
                      <a:off x="1957930" y="2514584"/>
                      <a:ext cx="766425" cy="660712"/>
                    </a:xfrm>
                    <a:prstGeom prst="triangle">
                      <a:avLst/>
                    </a:prstGeom>
                    <a:solidFill>
                      <a:schemeClr val="tx2">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1DC189FB-59B2-4CE7-B6B7-84AE39AEF0F5}"/>
                        </a:ext>
                      </a:extLst>
                    </p:cNvPr>
                    <p:cNvSpPr/>
                    <p:nvPr/>
                  </p:nvSpPr>
                  <p:spPr>
                    <a:xfrm>
                      <a:off x="1876425" y="2421906"/>
                      <a:ext cx="710406" cy="61241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8" name="TextBox 17">
                    <a:extLst>
                      <a:ext uri="{FF2B5EF4-FFF2-40B4-BE49-F238E27FC236}">
                        <a16:creationId xmlns:a16="http://schemas.microsoft.com/office/drawing/2014/main" id="{71798437-9173-43F4-AA35-51EBCA844B95}"/>
                      </a:ext>
                    </a:extLst>
                  </p:cNvPr>
                  <p:cNvSpPr txBox="1"/>
                  <p:nvPr/>
                </p:nvSpPr>
                <p:spPr>
                  <a:xfrm>
                    <a:off x="1596277" y="2529194"/>
                    <a:ext cx="514521" cy="373424"/>
                  </a:xfrm>
                  <a:prstGeom prst="rect">
                    <a:avLst/>
                  </a:prstGeom>
                  <a:noFill/>
                </p:spPr>
                <p:txBody>
                  <a:bodyPr wrap="square" rtlCol="0">
                    <a:spAutoFit/>
                  </a:bodyPr>
                  <a:lstStyle/>
                  <a:p>
                    <a:pPr algn="ctr"/>
                    <a:r>
                      <a:rPr lang="en-US" sz="1400" dirty="0">
                        <a:solidFill>
                          <a:schemeClr val="bg2"/>
                        </a:solidFill>
                        <a:latin typeface="Roboto Black" panose="02000000000000000000" pitchFamily="2" charset="0"/>
                        <a:ea typeface="Roboto Black" panose="02000000000000000000" pitchFamily="2" charset="0"/>
                      </a:rPr>
                      <a:t>02</a:t>
                    </a:r>
                  </a:p>
                </p:txBody>
              </p:sp>
            </p:grpSp>
          </p:grpSp>
          <p:grpSp>
            <p:nvGrpSpPr>
              <p:cNvPr id="203" name="Group 202">
                <a:extLst>
                  <a:ext uri="{FF2B5EF4-FFF2-40B4-BE49-F238E27FC236}">
                    <a16:creationId xmlns:a16="http://schemas.microsoft.com/office/drawing/2014/main" id="{B780A6D8-CCDB-479D-B466-C44005DDD30B}"/>
                  </a:ext>
                </a:extLst>
              </p:cNvPr>
              <p:cNvGrpSpPr/>
              <p:nvPr/>
            </p:nvGrpSpPr>
            <p:grpSpPr>
              <a:xfrm>
                <a:off x="1217417" y="4995049"/>
                <a:ext cx="4288951" cy="874032"/>
                <a:chOff x="1217417" y="4914025"/>
                <a:chExt cx="4288951" cy="874032"/>
              </a:xfrm>
            </p:grpSpPr>
            <p:sp>
              <p:nvSpPr>
                <p:cNvPr id="194" name="TextBox 193">
                  <a:extLst>
                    <a:ext uri="{FF2B5EF4-FFF2-40B4-BE49-F238E27FC236}">
                      <a16:creationId xmlns:a16="http://schemas.microsoft.com/office/drawing/2014/main" id="{FBE174CA-9A7E-41F4-ACAA-347C72E872D1}"/>
                    </a:ext>
                  </a:extLst>
                </p:cNvPr>
                <p:cNvSpPr txBox="1"/>
                <p:nvPr/>
              </p:nvSpPr>
              <p:spPr>
                <a:xfrm>
                  <a:off x="2302341" y="5181764"/>
                  <a:ext cx="3204027" cy="338554"/>
                </a:xfrm>
                <a:prstGeom prst="rect">
                  <a:avLst/>
                </a:prstGeom>
                <a:noFill/>
              </p:spPr>
              <p:txBody>
                <a:bodyPr wrap="square" rtlCol="0">
                  <a:spAutoFit/>
                </a:bodyPr>
                <a:lstStyle/>
                <a:p>
                  <a:pPr>
                    <a:buClr>
                      <a:schemeClr val="accent3"/>
                    </a:buClr>
                  </a:pPr>
                  <a:r>
                    <a:rPr lang="fr-FR" sz="1600" b="1" dirty="0">
                      <a:solidFill>
                        <a:schemeClr val="tx2"/>
                      </a:solidFill>
                      <a:latin typeface="Roboto" panose="02000000000000000000" pitchFamily="2" charset="0"/>
                      <a:ea typeface="Roboto" panose="02000000000000000000" pitchFamily="2" charset="0"/>
                    </a:rPr>
                    <a:t>Duis feugiat </a:t>
                  </a:r>
                  <a:r>
                    <a:rPr lang="fr-FR" sz="1600" b="1" dirty="0" err="1">
                      <a:solidFill>
                        <a:schemeClr val="tx2"/>
                      </a:solidFill>
                      <a:latin typeface="Roboto" panose="02000000000000000000" pitchFamily="2" charset="0"/>
                      <a:ea typeface="Roboto" panose="02000000000000000000" pitchFamily="2" charset="0"/>
                    </a:rPr>
                    <a:t>dui</a:t>
                  </a:r>
                  <a:r>
                    <a:rPr lang="fr-FR" sz="1600" b="1" dirty="0">
                      <a:solidFill>
                        <a:schemeClr val="tx2"/>
                      </a:solidFill>
                      <a:latin typeface="Roboto" panose="02000000000000000000" pitchFamily="2" charset="0"/>
                      <a:ea typeface="Roboto" panose="02000000000000000000" pitchFamily="2" charset="0"/>
                    </a:rPr>
                    <a:t> ut porta pretium.</a:t>
                  </a:r>
                  <a:endParaRPr lang="en-US" sz="1200" b="1" dirty="0">
                    <a:solidFill>
                      <a:schemeClr val="tx2"/>
                    </a:solidFill>
                    <a:latin typeface="Roboto" panose="02000000000000000000" pitchFamily="2" charset="0"/>
                    <a:ea typeface="Roboto" panose="02000000000000000000" pitchFamily="2" charset="0"/>
                  </a:endParaRPr>
                </a:p>
              </p:txBody>
            </p:sp>
            <p:grpSp>
              <p:nvGrpSpPr>
                <p:cNvPr id="195" name="Group 194">
                  <a:extLst>
                    <a:ext uri="{FF2B5EF4-FFF2-40B4-BE49-F238E27FC236}">
                      <a16:creationId xmlns:a16="http://schemas.microsoft.com/office/drawing/2014/main" id="{AD829077-371B-4E91-AF23-FC592965C2F5}"/>
                    </a:ext>
                  </a:extLst>
                </p:cNvPr>
                <p:cNvGrpSpPr/>
                <p:nvPr/>
              </p:nvGrpSpPr>
              <p:grpSpPr>
                <a:xfrm>
                  <a:off x="1217417" y="4914025"/>
                  <a:ext cx="861124" cy="874032"/>
                  <a:chOff x="1341148" y="2160003"/>
                  <a:chExt cx="1044797" cy="1060458"/>
                </a:xfrm>
              </p:grpSpPr>
              <p:grpSp>
                <p:nvGrpSpPr>
                  <p:cNvPr id="196" name="Group 195">
                    <a:extLst>
                      <a:ext uri="{FF2B5EF4-FFF2-40B4-BE49-F238E27FC236}">
                        <a16:creationId xmlns:a16="http://schemas.microsoft.com/office/drawing/2014/main" id="{9BD09218-1748-481B-8007-D21373AC1FFA}"/>
                      </a:ext>
                    </a:extLst>
                  </p:cNvPr>
                  <p:cNvGrpSpPr/>
                  <p:nvPr/>
                </p:nvGrpSpPr>
                <p:grpSpPr>
                  <a:xfrm>
                    <a:off x="1341148" y="2160003"/>
                    <a:ext cx="1044797" cy="1060458"/>
                    <a:chOff x="1876425" y="2421906"/>
                    <a:chExt cx="795074" cy="806992"/>
                  </a:xfrm>
                </p:grpSpPr>
                <p:sp>
                  <p:nvSpPr>
                    <p:cNvPr id="198" name="Isosceles Triangle 197">
                      <a:extLst>
                        <a:ext uri="{FF2B5EF4-FFF2-40B4-BE49-F238E27FC236}">
                          <a16:creationId xmlns:a16="http://schemas.microsoft.com/office/drawing/2014/main" id="{5AB9FFA0-A5C4-4B2B-BC58-EEEDF3D9660A}"/>
                        </a:ext>
                      </a:extLst>
                    </p:cNvPr>
                    <p:cNvSpPr/>
                    <p:nvPr/>
                  </p:nvSpPr>
                  <p:spPr>
                    <a:xfrm rot="5956497">
                      <a:off x="1957930" y="2515330"/>
                      <a:ext cx="766425" cy="660712"/>
                    </a:xfrm>
                    <a:prstGeom prst="triangl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9" name="Isosceles Triangle 198">
                      <a:extLst>
                        <a:ext uri="{FF2B5EF4-FFF2-40B4-BE49-F238E27FC236}">
                          <a16:creationId xmlns:a16="http://schemas.microsoft.com/office/drawing/2014/main" id="{5CB6A191-9181-4BE1-B282-147C855DE432}"/>
                        </a:ext>
                      </a:extLst>
                    </p:cNvPr>
                    <p:cNvSpPr/>
                    <p:nvPr/>
                  </p:nvSpPr>
                  <p:spPr>
                    <a:xfrm rot="6496077">
                      <a:off x="1957930" y="2514584"/>
                      <a:ext cx="766425" cy="660712"/>
                    </a:xfrm>
                    <a:prstGeom prst="triangle">
                      <a:avLst/>
                    </a:prstGeom>
                    <a:solidFill>
                      <a:schemeClr val="tx2">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Isosceles Triangle 199">
                      <a:extLst>
                        <a:ext uri="{FF2B5EF4-FFF2-40B4-BE49-F238E27FC236}">
                          <a16:creationId xmlns:a16="http://schemas.microsoft.com/office/drawing/2014/main" id="{37574C51-017A-41B9-B18B-B968E31F2E81}"/>
                        </a:ext>
                      </a:extLst>
                    </p:cNvPr>
                    <p:cNvSpPr/>
                    <p:nvPr/>
                  </p:nvSpPr>
                  <p:spPr>
                    <a:xfrm>
                      <a:off x="1876425" y="2421906"/>
                      <a:ext cx="710406" cy="612419"/>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7" name="TextBox 196">
                    <a:extLst>
                      <a:ext uri="{FF2B5EF4-FFF2-40B4-BE49-F238E27FC236}">
                        <a16:creationId xmlns:a16="http://schemas.microsoft.com/office/drawing/2014/main" id="{EAC82CE3-37A8-404A-A345-81440B5A932F}"/>
                      </a:ext>
                    </a:extLst>
                  </p:cNvPr>
                  <p:cNvSpPr txBox="1"/>
                  <p:nvPr/>
                </p:nvSpPr>
                <p:spPr>
                  <a:xfrm>
                    <a:off x="1596277" y="2529194"/>
                    <a:ext cx="514521" cy="373424"/>
                  </a:xfrm>
                  <a:prstGeom prst="rect">
                    <a:avLst/>
                  </a:prstGeom>
                  <a:noFill/>
                </p:spPr>
                <p:txBody>
                  <a:bodyPr wrap="square" rtlCol="0">
                    <a:spAutoFit/>
                  </a:bodyPr>
                  <a:lstStyle/>
                  <a:p>
                    <a:pPr algn="ctr"/>
                    <a:r>
                      <a:rPr lang="en-US" sz="1400" dirty="0">
                        <a:solidFill>
                          <a:schemeClr val="bg2"/>
                        </a:solidFill>
                        <a:latin typeface="Roboto Black" panose="02000000000000000000" pitchFamily="2" charset="0"/>
                        <a:ea typeface="Roboto Black" panose="02000000000000000000" pitchFamily="2" charset="0"/>
                      </a:rPr>
                      <a:t>02</a:t>
                    </a:r>
                  </a:p>
                </p:txBody>
              </p:sp>
            </p:grpSp>
          </p:grpSp>
        </p:grpSp>
      </p:grpSp>
      <p:grpSp>
        <p:nvGrpSpPr>
          <p:cNvPr id="496" name="Graphic 205">
            <a:extLst>
              <a:ext uri="{FF2B5EF4-FFF2-40B4-BE49-F238E27FC236}">
                <a16:creationId xmlns:a16="http://schemas.microsoft.com/office/drawing/2014/main" id="{C04865EB-B096-4BE3-9DC7-EF93E6D85C61}"/>
              </a:ext>
            </a:extLst>
          </p:cNvPr>
          <p:cNvGrpSpPr/>
          <p:nvPr/>
        </p:nvGrpSpPr>
        <p:grpSpPr>
          <a:xfrm rot="19730288">
            <a:off x="5462676" y="2217333"/>
            <a:ext cx="471850" cy="522545"/>
            <a:chOff x="1594245" y="2094993"/>
            <a:chExt cx="471850" cy="522545"/>
          </a:xfrm>
        </p:grpSpPr>
        <p:sp>
          <p:nvSpPr>
            <p:cNvPr id="497" name="Freeform: Shape 496">
              <a:extLst>
                <a:ext uri="{FF2B5EF4-FFF2-40B4-BE49-F238E27FC236}">
                  <a16:creationId xmlns:a16="http://schemas.microsoft.com/office/drawing/2014/main" id="{FB62F836-794E-4062-8E32-02C3F1CCEF96}"/>
                </a:ext>
              </a:extLst>
            </p:cNvPr>
            <p:cNvSpPr/>
            <p:nvPr/>
          </p:nvSpPr>
          <p:spPr>
            <a:xfrm>
              <a:off x="1602924" y="2097886"/>
              <a:ext cx="463171" cy="519652"/>
            </a:xfrm>
            <a:custGeom>
              <a:avLst/>
              <a:gdLst>
                <a:gd name="connsiteX0" fmla="*/ 433407 w 463171"/>
                <a:gd name="connsiteY0" fmla="*/ 447872 h 519652"/>
                <a:gd name="connsiteX1" fmla="*/ 136874 w 463171"/>
                <a:gd name="connsiteY1" fmla="*/ 518750 h 519652"/>
                <a:gd name="connsiteX2" fmla="*/ 90586 w 463171"/>
                <a:gd name="connsiteY2" fmla="*/ 489820 h 519652"/>
                <a:gd name="connsiteX3" fmla="*/ 903 w 463171"/>
                <a:gd name="connsiteY3" fmla="*/ 118069 h 519652"/>
                <a:gd name="connsiteX4" fmla="*/ 29833 w 463171"/>
                <a:gd name="connsiteY4" fmla="*/ 71781 h 519652"/>
                <a:gd name="connsiteX5" fmla="*/ 326366 w 463171"/>
                <a:gd name="connsiteY5" fmla="*/ 903 h 519652"/>
                <a:gd name="connsiteX6" fmla="*/ 372653 w 463171"/>
                <a:gd name="connsiteY6" fmla="*/ 29833 h 519652"/>
                <a:gd name="connsiteX7" fmla="*/ 462337 w 463171"/>
                <a:gd name="connsiteY7" fmla="*/ 401584 h 519652"/>
                <a:gd name="connsiteX8" fmla="*/ 433407 w 463171"/>
                <a:gd name="connsiteY8" fmla="*/ 447872 h 519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3171" h="519652">
                  <a:moveTo>
                    <a:pt x="433407" y="447872"/>
                  </a:moveTo>
                  <a:lnTo>
                    <a:pt x="136874" y="518750"/>
                  </a:lnTo>
                  <a:cubicBezTo>
                    <a:pt x="116623" y="523090"/>
                    <a:pt x="94925" y="511517"/>
                    <a:pt x="90586" y="489820"/>
                  </a:cubicBezTo>
                  <a:lnTo>
                    <a:pt x="903" y="118069"/>
                  </a:lnTo>
                  <a:cubicBezTo>
                    <a:pt x="-3437" y="97818"/>
                    <a:pt x="8135" y="76121"/>
                    <a:pt x="29833" y="71781"/>
                  </a:cubicBezTo>
                  <a:lnTo>
                    <a:pt x="326366" y="903"/>
                  </a:lnTo>
                  <a:cubicBezTo>
                    <a:pt x="346617" y="-3437"/>
                    <a:pt x="368314" y="8135"/>
                    <a:pt x="372653" y="29833"/>
                  </a:cubicBezTo>
                  <a:lnTo>
                    <a:pt x="462337" y="401584"/>
                  </a:lnTo>
                  <a:cubicBezTo>
                    <a:pt x="466676" y="421834"/>
                    <a:pt x="453658" y="442086"/>
                    <a:pt x="433407" y="447872"/>
                  </a:cubicBezTo>
                  <a:close/>
                </a:path>
              </a:pathLst>
            </a:custGeom>
            <a:solidFill>
              <a:schemeClr val="accent1"/>
            </a:solidFill>
            <a:ln w="14465" cap="flat">
              <a:noFill/>
              <a:prstDash val="solid"/>
              <a:miter/>
            </a:ln>
          </p:spPr>
          <p:txBody>
            <a:bodyPr rtlCol="0" anchor="ctr"/>
            <a:lstStyle/>
            <a:p>
              <a:endParaRPr lang="en-US" dirty="0"/>
            </a:p>
          </p:txBody>
        </p:sp>
        <p:sp>
          <p:nvSpPr>
            <p:cNvPr id="498" name="Freeform: Shape 497">
              <a:extLst>
                <a:ext uri="{FF2B5EF4-FFF2-40B4-BE49-F238E27FC236}">
                  <a16:creationId xmlns:a16="http://schemas.microsoft.com/office/drawing/2014/main" id="{BE152407-1D86-4A6B-9B9E-F619C4BE1633}"/>
                </a:ext>
              </a:extLst>
            </p:cNvPr>
            <p:cNvSpPr/>
            <p:nvPr/>
          </p:nvSpPr>
          <p:spPr>
            <a:xfrm>
              <a:off x="1594245" y="2094993"/>
              <a:ext cx="462737" cy="518206"/>
            </a:xfrm>
            <a:custGeom>
              <a:avLst/>
              <a:gdLst>
                <a:gd name="connsiteX0" fmla="*/ 431960 w 462737"/>
                <a:gd name="connsiteY0" fmla="*/ 446425 h 518206"/>
                <a:gd name="connsiteX1" fmla="*/ 135427 w 462737"/>
                <a:gd name="connsiteY1" fmla="*/ 517304 h 518206"/>
                <a:gd name="connsiteX2" fmla="*/ 89139 w 462737"/>
                <a:gd name="connsiteY2" fmla="*/ 488374 h 518206"/>
                <a:gd name="connsiteX3" fmla="*/ 903 w 462737"/>
                <a:gd name="connsiteY3" fmla="*/ 118069 h 518206"/>
                <a:gd name="connsiteX4" fmla="*/ 29833 w 462737"/>
                <a:gd name="connsiteY4" fmla="*/ 71781 h 518206"/>
                <a:gd name="connsiteX5" fmla="*/ 326366 w 462737"/>
                <a:gd name="connsiteY5" fmla="*/ 903 h 518206"/>
                <a:gd name="connsiteX6" fmla="*/ 372653 w 462737"/>
                <a:gd name="connsiteY6" fmla="*/ 29833 h 518206"/>
                <a:gd name="connsiteX7" fmla="*/ 462336 w 462737"/>
                <a:gd name="connsiteY7" fmla="*/ 401584 h 518206"/>
                <a:gd name="connsiteX8" fmla="*/ 431960 w 462737"/>
                <a:gd name="connsiteY8" fmla="*/ 446425 h 51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737" h="518206">
                  <a:moveTo>
                    <a:pt x="431960" y="446425"/>
                  </a:moveTo>
                  <a:lnTo>
                    <a:pt x="135427" y="517304"/>
                  </a:lnTo>
                  <a:cubicBezTo>
                    <a:pt x="115176" y="521643"/>
                    <a:pt x="93479" y="510071"/>
                    <a:pt x="89139" y="488374"/>
                  </a:cubicBezTo>
                  <a:lnTo>
                    <a:pt x="903" y="118069"/>
                  </a:lnTo>
                  <a:cubicBezTo>
                    <a:pt x="-3437" y="97818"/>
                    <a:pt x="8135" y="76121"/>
                    <a:pt x="29833" y="71781"/>
                  </a:cubicBezTo>
                  <a:lnTo>
                    <a:pt x="326366" y="903"/>
                  </a:lnTo>
                  <a:cubicBezTo>
                    <a:pt x="346616" y="-3437"/>
                    <a:pt x="368314" y="8135"/>
                    <a:pt x="372653" y="29833"/>
                  </a:cubicBezTo>
                  <a:lnTo>
                    <a:pt x="462336" y="401584"/>
                  </a:lnTo>
                  <a:cubicBezTo>
                    <a:pt x="465230" y="421835"/>
                    <a:pt x="452211" y="442086"/>
                    <a:pt x="431960" y="446425"/>
                  </a:cubicBezTo>
                  <a:close/>
                </a:path>
              </a:pathLst>
            </a:custGeom>
            <a:solidFill>
              <a:schemeClr val="accent1">
                <a:lumMod val="20000"/>
                <a:lumOff val="80000"/>
              </a:schemeClr>
            </a:solidFill>
            <a:ln w="14465" cap="flat">
              <a:noFill/>
              <a:prstDash val="solid"/>
              <a:miter/>
            </a:ln>
          </p:spPr>
          <p:txBody>
            <a:bodyPr rtlCol="0" anchor="ctr"/>
            <a:lstStyle/>
            <a:p>
              <a:endParaRPr lang="en-US"/>
            </a:p>
          </p:txBody>
        </p:sp>
        <p:sp>
          <p:nvSpPr>
            <p:cNvPr id="499" name="Freeform: Shape 498">
              <a:extLst>
                <a:ext uri="{FF2B5EF4-FFF2-40B4-BE49-F238E27FC236}">
                  <a16:creationId xmlns:a16="http://schemas.microsoft.com/office/drawing/2014/main" id="{B0BEEB43-A988-4E6A-ADBB-00E3A0A0877C}"/>
                </a:ext>
              </a:extLst>
            </p:cNvPr>
            <p:cNvSpPr/>
            <p:nvPr/>
          </p:nvSpPr>
          <p:spPr>
            <a:xfrm>
              <a:off x="1631996" y="2131297"/>
              <a:ext cx="313965" cy="150027"/>
            </a:xfrm>
            <a:custGeom>
              <a:avLst/>
              <a:gdLst>
                <a:gd name="connsiteX0" fmla="*/ 31137 w 313965"/>
                <a:gd name="connsiteY0" fmla="*/ 149750 h 150027"/>
                <a:gd name="connsiteX1" fmla="*/ 303079 w 313965"/>
                <a:gd name="connsiteY1" fmla="*/ 84658 h 150027"/>
                <a:gd name="connsiteX2" fmla="*/ 313205 w 313965"/>
                <a:gd name="connsiteY2" fmla="*/ 67300 h 150027"/>
                <a:gd name="connsiteX3" fmla="*/ 300186 w 313965"/>
                <a:gd name="connsiteY3" fmla="*/ 10886 h 150027"/>
                <a:gd name="connsiteX4" fmla="*/ 282828 w 313965"/>
                <a:gd name="connsiteY4" fmla="*/ 761 h 150027"/>
                <a:gd name="connsiteX5" fmla="*/ 10886 w 313965"/>
                <a:gd name="connsiteY5" fmla="*/ 65853 h 150027"/>
                <a:gd name="connsiteX6" fmla="*/ 761 w 313965"/>
                <a:gd name="connsiteY6" fmla="*/ 83211 h 150027"/>
                <a:gd name="connsiteX7" fmla="*/ 13779 w 313965"/>
                <a:gd name="connsiteY7" fmla="*/ 139625 h 150027"/>
                <a:gd name="connsiteX8" fmla="*/ 31137 w 313965"/>
                <a:gd name="connsiteY8" fmla="*/ 149750 h 15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965" h="150027">
                  <a:moveTo>
                    <a:pt x="31137" y="149750"/>
                  </a:moveTo>
                  <a:lnTo>
                    <a:pt x="303079" y="84658"/>
                  </a:lnTo>
                  <a:cubicBezTo>
                    <a:pt x="310312" y="83211"/>
                    <a:pt x="316098" y="74532"/>
                    <a:pt x="313205" y="67300"/>
                  </a:cubicBezTo>
                  <a:lnTo>
                    <a:pt x="300186" y="10886"/>
                  </a:lnTo>
                  <a:cubicBezTo>
                    <a:pt x="298740" y="3654"/>
                    <a:pt x="290061" y="-2132"/>
                    <a:pt x="282828" y="761"/>
                  </a:cubicBezTo>
                  <a:lnTo>
                    <a:pt x="10886" y="65853"/>
                  </a:lnTo>
                  <a:cubicBezTo>
                    <a:pt x="3654" y="67300"/>
                    <a:pt x="-2132" y="75979"/>
                    <a:pt x="761" y="83211"/>
                  </a:cubicBezTo>
                  <a:lnTo>
                    <a:pt x="13779" y="139625"/>
                  </a:lnTo>
                  <a:cubicBezTo>
                    <a:pt x="15226" y="146857"/>
                    <a:pt x="22458" y="151197"/>
                    <a:pt x="31137" y="149750"/>
                  </a:cubicBezTo>
                  <a:close/>
                </a:path>
              </a:pathLst>
            </a:custGeom>
            <a:solidFill>
              <a:schemeClr val="accent1"/>
            </a:solidFill>
            <a:ln w="14465" cap="flat">
              <a:noFill/>
              <a:prstDash val="solid"/>
              <a:miter/>
            </a:ln>
          </p:spPr>
          <p:txBody>
            <a:bodyPr rtlCol="0" anchor="ctr"/>
            <a:lstStyle/>
            <a:p>
              <a:endParaRPr lang="en-US" dirty="0"/>
            </a:p>
          </p:txBody>
        </p:sp>
        <p:sp>
          <p:nvSpPr>
            <p:cNvPr id="500" name="Freeform: Shape 499">
              <a:extLst>
                <a:ext uri="{FF2B5EF4-FFF2-40B4-BE49-F238E27FC236}">
                  <a16:creationId xmlns:a16="http://schemas.microsoft.com/office/drawing/2014/main" id="{69E5E9A5-FAFC-436B-B7D6-B83DBFF6CD04}"/>
                </a:ext>
              </a:extLst>
            </p:cNvPr>
            <p:cNvSpPr/>
            <p:nvPr/>
          </p:nvSpPr>
          <p:spPr>
            <a:xfrm>
              <a:off x="1636816" y="2137564"/>
              <a:ext cx="304325" cy="139424"/>
            </a:xfrm>
            <a:custGeom>
              <a:avLst/>
              <a:gdLst>
                <a:gd name="connsiteX0" fmla="*/ 26317 w 304325"/>
                <a:gd name="connsiteY0" fmla="*/ 139144 h 139424"/>
                <a:gd name="connsiteX1" fmla="*/ 295366 w 304325"/>
                <a:gd name="connsiteY1" fmla="*/ 75498 h 139424"/>
                <a:gd name="connsiteX2" fmla="*/ 304045 w 304325"/>
                <a:gd name="connsiteY2" fmla="*/ 62480 h 139424"/>
                <a:gd name="connsiteX3" fmla="*/ 291027 w 304325"/>
                <a:gd name="connsiteY3" fmla="*/ 8959 h 139424"/>
                <a:gd name="connsiteX4" fmla="*/ 278009 w 304325"/>
                <a:gd name="connsiteY4" fmla="*/ 280 h 139424"/>
                <a:gd name="connsiteX5" fmla="*/ 8959 w 304325"/>
                <a:gd name="connsiteY5" fmla="*/ 63926 h 139424"/>
                <a:gd name="connsiteX6" fmla="*/ 280 w 304325"/>
                <a:gd name="connsiteY6" fmla="*/ 76945 h 139424"/>
                <a:gd name="connsiteX7" fmla="*/ 13299 w 304325"/>
                <a:gd name="connsiteY7" fmla="*/ 130465 h 139424"/>
                <a:gd name="connsiteX8" fmla="*/ 26317 w 304325"/>
                <a:gd name="connsiteY8" fmla="*/ 139144 h 139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325" h="139424">
                  <a:moveTo>
                    <a:pt x="26317" y="139144"/>
                  </a:moveTo>
                  <a:lnTo>
                    <a:pt x="295366" y="75498"/>
                  </a:lnTo>
                  <a:cubicBezTo>
                    <a:pt x="301153" y="74052"/>
                    <a:pt x="305492" y="68266"/>
                    <a:pt x="304045" y="62480"/>
                  </a:cubicBezTo>
                  <a:lnTo>
                    <a:pt x="291027" y="8959"/>
                  </a:lnTo>
                  <a:cubicBezTo>
                    <a:pt x="289580" y="3173"/>
                    <a:pt x="283795" y="-1166"/>
                    <a:pt x="278009" y="280"/>
                  </a:cubicBezTo>
                  <a:lnTo>
                    <a:pt x="8959" y="63926"/>
                  </a:lnTo>
                  <a:cubicBezTo>
                    <a:pt x="3173" y="65373"/>
                    <a:pt x="-1166" y="71159"/>
                    <a:pt x="280" y="76945"/>
                  </a:cubicBezTo>
                  <a:lnTo>
                    <a:pt x="13299" y="130465"/>
                  </a:lnTo>
                  <a:cubicBezTo>
                    <a:pt x="14745" y="136251"/>
                    <a:pt x="20531" y="140591"/>
                    <a:pt x="26317" y="139144"/>
                  </a:cubicBezTo>
                  <a:close/>
                </a:path>
              </a:pathLst>
            </a:custGeom>
            <a:solidFill>
              <a:schemeClr val="accent1">
                <a:lumMod val="40000"/>
                <a:lumOff val="60000"/>
              </a:schemeClr>
            </a:solidFill>
            <a:ln w="14465" cap="flat">
              <a:noFill/>
              <a:prstDash val="solid"/>
              <a:miter/>
            </a:ln>
          </p:spPr>
          <p:txBody>
            <a:bodyPr rtlCol="0" anchor="ctr"/>
            <a:lstStyle/>
            <a:p>
              <a:endParaRPr lang="en-US"/>
            </a:p>
          </p:txBody>
        </p:sp>
        <p:grpSp>
          <p:nvGrpSpPr>
            <p:cNvPr id="501" name="Graphic 205">
              <a:extLst>
                <a:ext uri="{FF2B5EF4-FFF2-40B4-BE49-F238E27FC236}">
                  <a16:creationId xmlns:a16="http://schemas.microsoft.com/office/drawing/2014/main" id="{F17F2755-C2F2-43A2-B80C-7F034C55F18A}"/>
                </a:ext>
              </a:extLst>
            </p:cNvPr>
            <p:cNvGrpSpPr/>
            <p:nvPr/>
          </p:nvGrpSpPr>
          <p:grpSpPr>
            <a:xfrm>
              <a:off x="1658517" y="2254733"/>
              <a:ext cx="315891" cy="140864"/>
              <a:chOff x="1658517" y="2254733"/>
              <a:chExt cx="315891" cy="140864"/>
            </a:xfrm>
          </p:grpSpPr>
          <p:grpSp>
            <p:nvGrpSpPr>
              <p:cNvPr id="529" name="Graphic 205">
                <a:extLst>
                  <a:ext uri="{FF2B5EF4-FFF2-40B4-BE49-F238E27FC236}">
                    <a16:creationId xmlns:a16="http://schemas.microsoft.com/office/drawing/2014/main" id="{F9DC3AD2-B6F7-4E5B-B557-DAE2588B8730}"/>
                  </a:ext>
                </a:extLst>
              </p:cNvPr>
              <p:cNvGrpSpPr/>
              <p:nvPr/>
            </p:nvGrpSpPr>
            <p:grpSpPr>
              <a:xfrm>
                <a:off x="1901529" y="2254733"/>
                <a:ext cx="72879" cy="82173"/>
                <a:chOff x="1901529" y="2254733"/>
                <a:chExt cx="72879" cy="82173"/>
              </a:xfrm>
            </p:grpSpPr>
            <p:sp>
              <p:nvSpPr>
                <p:cNvPr id="539" name="Freeform: Shape 538">
                  <a:extLst>
                    <a:ext uri="{FF2B5EF4-FFF2-40B4-BE49-F238E27FC236}">
                      <a16:creationId xmlns:a16="http://schemas.microsoft.com/office/drawing/2014/main" id="{30C09ED5-E26E-437C-8999-B89FDDA1BB21}"/>
                    </a:ext>
                  </a:extLst>
                </p:cNvPr>
                <p:cNvSpPr/>
                <p:nvPr/>
              </p:nvSpPr>
              <p:spPr>
                <a:xfrm>
                  <a:off x="1901529" y="2254733"/>
                  <a:ext cx="72879" cy="82173"/>
                </a:xfrm>
                <a:custGeom>
                  <a:avLst/>
                  <a:gdLst>
                    <a:gd name="connsiteX0" fmla="*/ 27761 w 72879"/>
                    <a:gd name="connsiteY0" fmla="*/ 81281 h 82173"/>
                    <a:gd name="connsiteX1" fmla="*/ 62477 w 72879"/>
                    <a:gd name="connsiteY1" fmla="*/ 72602 h 82173"/>
                    <a:gd name="connsiteX2" fmla="*/ 72602 w 72879"/>
                    <a:gd name="connsiteY2" fmla="*/ 56691 h 82173"/>
                    <a:gd name="connsiteX3" fmla="*/ 61030 w 72879"/>
                    <a:gd name="connsiteY3" fmla="*/ 10403 h 82173"/>
                    <a:gd name="connsiteX4" fmla="*/ 45119 w 72879"/>
                    <a:gd name="connsiteY4" fmla="*/ 277 h 82173"/>
                    <a:gd name="connsiteX5" fmla="*/ 10403 w 72879"/>
                    <a:gd name="connsiteY5" fmla="*/ 8956 h 82173"/>
                    <a:gd name="connsiteX6" fmla="*/ 277 w 72879"/>
                    <a:gd name="connsiteY6" fmla="*/ 24868 h 82173"/>
                    <a:gd name="connsiteX7" fmla="*/ 11849 w 72879"/>
                    <a:gd name="connsiteY7" fmla="*/ 71156 h 82173"/>
                    <a:gd name="connsiteX8" fmla="*/ 27761 w 72879"/>
                    <a:gd name="connsiteY8" fmla="*/ 81281 h 82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79" h="82173">
                      <a:moveTo>
                        <a:pt x="27761" y="81281"/>
                      </a:moveTo>
                      <a:lnTo>
                        <a:pt x="62477" y="72602"/>
                      </a:lnTo>
                      <a:cubicBezTo>
                        <a:pt x="69709" y="71156"/>
                        <a:pt x="74049" y="63923"/>
                        <a:pt x="72602" y="56691"/>
                      </a:cubicBezTo>
                      <a:lnTo>
                        <a:pt x="61030" y="10403"/>
                      </a:lnTo>
                      <a:cubicBezTo>
                        <a:pt x="59584" y="3170"/>
                        <a:pt x="52351" y="-1169"/>
                        <a:pt x="45119" y="277"/>
                      </a:cubicBezTo>
                      <a:lnTo>
                        <a:pt x="10403" y="8956"/>
                      </a:lnTo>
                      <a:cubicBezTo>
                        <a:pt x="3170" y="10403"/>
                        <a:pt x="-1169" y="17635"/>
                        <a:pt x="277" y="24868"/>
                      </a:cubicBezTo>
                      <a:lnTo>
                        <a:pt x="11849" y="71156"/>
                      </a:lnTo>
                      <a:cubicBezTo>
                        <a:pt x="14742" y="79835"/>
                        <a:pt x="21975" y="84174"/>
                        <a:pt x="27761" y="81281"/>
                      </a:cubicBezTo>
                      <a:close/>
                    </a:path>
                  </a:pathLst>
                </a:custGeom>
                <a:solidFill>
                  <a:schemeClr val="accent1"/>
                </a:solidFill>
                <a:ln w="14465" cap="flat">
                  <a:noFill/>
                  <a:prstDash val="solid"/>
                  <a:miter/>
                </a:ln>
              </p:spPr>
              <p:txBody>
                <a:bodyPr rtlCol="0" anchor="ctr"/>
                <a:lstStyle/>
                <a:p>
                  <a:endParaRPr lang="en-US"/>
                </a:p>
              </p:txBody>
            </p:sp>
            <p:sp>
              <p:nvSpPr>
                <p:cNvPr id="540" name="Freeform: Shape 539">
                  <a:extLst>
                    <a:ext uri="{FF2B5EF4-FFF2-40B4-BE49-F238E27FC236}">
                      <a16:creationId xmlns:a16="http://schemas.microsoft.com/office/drawing/2014/main" id="{D2AD0219-5737-4BCF-B013-591A312F66D6}"/>
                    </a:ext>
                  </a:extLst>
                </p:cNvPr>
                <p:cNvSpPr/>
                <p:nvPr/>
              </p:nvSpPr>
              <p:spPr>
                <a:xfrm>
                  <a:off x="1908662" y="2261867"/>
                  <a:ext cx="60059" cy="70184"/>
                </a:xfrm>
                <a:custGeom>
                  <a:avLst/>
                  <a:gdLst>
                    <a:gd name="connsiteX0" fmla="*/ 20627 w 60059"/>
                    <a:gd name="connsiteY0" fmla="*/ 69808 h 70184"/>
                    <a:gd name="connsiteX1" fmla="*/ 53897 w 60059"/>
                    <a:gd name="connsiteY1" fmla="*/ 61129 h 70184"/>
                    <a:gd name="connsiteX2" fmla="*/ 59683 w 60059"/>
                    <a:gd name="connsiteY2" fmla="*/ 51004 h 70184"/>
                    <a:gd name="connsiteX3" fmla="*/ 49557 w 60059"/>
                    <a:gd name="connsiteY3" fmla="*/ 6162 h 70184"/>
                    <a:gd name="connsiteX4" fmla="*/ 39432 w 60059"/>
                    <a:gd name="connsiteY4" fmla="*/ 376 h 70184"/>
                    <a:gd name="connsiteX5" fmla="*/ 6162 w 60059"/>
                    <a:gd name="connsiteY5" fmla="*/ 9055 h 70184"/>
                    <a:gd name="connsiteX6" fmla="*/ 376 w 60059"/>
                    <a:gd name="connsiteY6" fmla="*/ 19181 h 70184"/>
                    <a:gd name="connsiteX7" fmla="*/ 10502 w 60059"/>
                    <a:gd name="connsiteY7" fmla="*/ 64022 h 70184"/>
                    <a:gd name="connsiteX8" fmla="*/ 20627 w 60059"/>
                    <a:gd name="connsiteY8" fmla="*/ 69808 h 7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59" h="70184">
                      <a:moveTo>
                        <a:pt x="20627" y="69808"/>
                      </a:moveTo>
                      <a:lnTo>
                        <a:pt x="53897" y="61129"/>
                      </a:lnTo>
                      <a:cubicBezTo>
                        <a:pt x="58236" y="59683"/>
                        <a:pt x="61129" y="55343"/>
                        <a:pt x="59683" y="51004"/>
                      </a:cubicBezTo>
                      <a:lnTo>
                        <a:pt x="49557" y="6162"/>
                      </a:lnTo>
                      <a:cubicBezTo>
                        <a:pt x="48111" y="1823"/>
                        <a:pt x="43771" y="-1070"/>
                        <a:pt x="39432" y="376"/>
                      </a:cubicBezTo>
                      <a:lnTo>
                        <a:pt x="6162" y="9055"/>
                      </a:lnTo>
                      <a:cubicBezTo>
                        <a:pt x="1823" y="10502"/>
                        <a:pt x="-1070" y="14841"/>
                        <a:pt x="376" y="19181"/>
                      </a:cubicBezTo>
                      <a:lnTo>
                        <a:pt x="10502" y="64022"/>
                      </a:lnTo>
                      <a:cubicBezTo>
                        <a:pt x="10502" y="68362"/>
                        <a:pt x="16288" y="71255"/>
                        <a:pt x="20627" y="69808"/>
                      </a:cubicBezTo>
                      <a:close/>
                    </a:path>
                  </a:pathLst>
                </a:custGeom>
                <a:solidFill>
                  <a:schemeClr val="accent1">
                    <a:lumMod val="60000"/>
                    <a:lumOff val="40000"/>
                  </a:schemeClr>
                </a:solidFill>
                <a:ln w="14465" cap="flat">
                  <a:noFill/>
                  <a:prstDash val="solid"/>
                  <a:miter/>
                </a:ln>
              </p:spPr>
              <p:txBody>
                <a:bodyPr rtlCol="0" anchor="ctr"/>
                <a:lstStyle/>
                <a:p>
                  <a:endParaRPr lang="en-US"/>
                </a:p>
              </p:txBody>
            </p:sp>
          </p:grpSp>
          <p:grpSp>
            <p:nvGrpSpPr>
              <p:cNvPr id="530" name="Graphic 205">
                <a:extLst>
                  <a:ext uri="{FF2B5EF4-FFF2-40B4-BE49-F238E27FC236}">
                    <a16:creationId xmlns:a16="http://schemas.microsoft.com/office/drawing/2014/main" id="{BFC92AD2-4D2F-4BA4-ADFA-07FA6A8BA010}"/>
                  </a:ext>
                </a:extLst>
              </p:cNvPr>
              <p:cNvGrpSpPr/>
              <p:nvPr/>
            </p:nvGrpSpPr>
            <p:grpSpPr>
              <a:xfrm>
                <a:off x="1820525" y="2274984"/>
                <a:ext cx="72879" cy="81558"/>
                <a:chOff x="1820525" y="2274984"/>
                <a:chExt cx="72879" cy="81558"/>
              </a:xfrm>
            </p:grpSpPr>
            <p:sp>
              <p:nvSpPr>
                <p:cNvPr id="537" name="Freeform: Shape 536">
                  <a:extLst>
                    <a:ext uri="{FF2B5EF4-FFF2-40B4-BE49-F238E27FC236}">
                      <a16:creationId xmlns:a16="http://schemas.microsoft.com/office/drawing/2014/main" id="{BF94CD76-D445-42D2-9E1E-52E81F955246}"/>
                    </a:ext>
                  </a:extLst>
                </p:cNvPr>
                <p:cNvSpPr/>
                <p:nvPr/>
              </p:nvSpPr>
              <p:spPr>
                <a:xfrm>
                  <a:off x="1820525" y="2274984"/>
                  <a:ext cx="72879" cy="81558"/>
                </a:xfrm>
                <a:custGeom>
                  <a:avLst/>
                  <a:gdLst>
                    <a:gd name="connsiteX0" fmla="*/ 27761 w 72879"/>
                    <a:gd name="connsiteY0" fmla="*/ 81281 h 81558"/>
                    <a:gd name="connsiteX1" fmla="*/ 62477 w 72879"/>
                    <a:gd name="connsiteY1" fmla="*/ 72602 h 81558"/>
                    <a:gd name="connsiteX2" fmla="*/ 72602 w 72879"/>
                    <a:gd name="connsiteY2" fmla="*/ 56691 h 81558"/>
                    <a:gd name="connsiteX3" fmla="*/ 61030 w 72879"/>
                    <a:gd name="connsiteY3" fmla="*/ 10403 h 81558"/>
                    <a:gd name="connsiteX4" fmla="*/ 45119 w 72879"/>
                    <a:gd name="connsiteY4" fmla="*/ 277 h 81558"/>
                    <a:gd name="connsiteX5" fmla="*/ 10403 w 72879"/>
                    <a:gd name="connsiteY5" fmla="*/ 8956 h 81558"/>
                    <a:gd name="connsiteX6" fmla="*/ 277 w 72879"/>
                    <a:gd name="connsiteY6" fmla="*/ 24868 h 81558"/>
                    <a:gd name="connsiteX7" fmla="*/ 11849 w 72879"/>
                    <a:gd name="connsiteY7" fmla="*/ 71156 h 81558"/>
                    <a:gd name="connsiteX8" fmla="*/ 27761 w 72879"/>
                    <a:gd name="connsiteY8" fmla="*/ 81281 h 81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79" h="81558">
                      <a:moveTo>
                        <a:pt x="27761" y="81281"/>
                      </a:moveTo>
                      <a:lnTo>
                        <a:pt x="62477" y="72602"/>
                      </a:lnTo>
                      <a:cubicBezTo>
                        <a:pt x="69709" y="71156"/>
                        <a:pt x="74049" y="63923"/>
                        <a:pt x="72602" y="56691"/>
                      </a:cubicBezTo>
                      <a:lnTo>
                        <a:pt x="61030" y="10403"/>
                      </a:lnTo>
                      <a:cubicBezTo>
                        <a:pt x="59584" y="3170"/>
                        <a:pt x="52351" y="-1169"/>
                        <a:pt x="45119" y="277"/>
                      </a:cubicBezTo>
                      <a:lnTo>
                        <a:pt x="10403" y="8956"/>
                      </a:lnTo>
                      <a:cubicBezTo>
                        <a:pt x="3170" y="10403"/>
                        <a:pt x="-1169" y="17635"/>
                        <a:pt x="277" y="24868"/>
                      </a:cubicBezTo>
                      <a:lnTo>
                        <a:pt x="11849" y="71156"/>
                      </a:lnTo>
                      <a:cubicBezTo>
                        <a:pt x="14742" y="78388"/>
                        <a:pt x="20528" y="82728"/>
                        <a:pt x="27761" y="81281"/>
                      </a:cubicBezTo>
                      <a:close/>
                    </a:path>
                  </a:pathLst>
                </a:custGeom>
                <a:solidFill>
                  <a:schemeClr val="accent1"/>
                </a:solidFill>
                <a:ln w="14465" cap="flat">
                  <a:noFill/>
                  <a:prstDash val="solid"/>
                  <a:miter/>
                </a:ln>
              </p:spPr>
              <p:txBody>
                <a:bodyPr rtlCol="0" anchor="ctr"/>
                <a:lstStyle/>
                <a:p>
                  <a:endParaRPr lang="en-US"/>
                </a:p>
              </p:txBody>
            </p:sp>
            <p:sp>
              <p:nvSpPr>
                <p:cNvPr id="538" name="Freeform: Shape 537">
                  <a:extLst>
                    <a:ext uri="{FF2B5EF4-FFF2-40B4-BE49-F238E27FC236}">
                      <a16:creationId xmlns:a16="http://schemas.microsoft.com/office/drawing/2014/main" id="{1FB21D96-EC79-4041-BCC7-6EEEEF94AA1A}"/>
                    </a:ext>
                  </a:extLst>
                </p:cNvPr>
                <p:cNvSpPr/>
                <p:nvPr/>
              </p:nvSpPr>
              <p:spPr>
                <a:xfrm>
                  <a:off x="1826212" y="2280671"/>
                  <a:ext cx="60059" cy="70184"/>
                </a:xfrm>
                <a:custGeom>
                  <a:avLst/>
                  <a:gdLst>
                    <a:gd name="connsiteX0" fmla="*/ 20627 w 60059"/>
                    <a:gd name="connsiteY0" fmla="*/ 69808 h 70184"/>
                    <a:gd name="connsiteX1" fmla="*/ 53897 w 60059"/>
                    <a:gd name="connsiteY1" fmla="*/ 61129 h 70184"/>
                    <a:gd name="connsiteX2" fmla="*/ 59683 w 60059"/>
                    <a:gd name="connsiteY2" fmla="*/ 51004 h 70184"/>
                    <a:gd name="connsiteX3" fmla="*/ 49557 w 60059"/>
                    <a:gd name="connsiteY3" fmla="*/ 6162 h 70184"/>
                    <a:gd name="connsiteX4" fmla="*/ 39432 w 60059"/>
                    <a:gd name="connsiteY4" fmla="*/ 376 h 70184"/>
                    <a:gd name="connsiteX5" fmla="*/ 6162 w 60059"/>
                    <a:gd name="connsiteY5" fmla="*/ 9055 h 70184"/>
                    <a:gd name="connsiteX6" fmla="*/ 376 w 60059"/>
                    <a:gd name="connsiteY6" fmla="*/ 19181 h 70184"/>
                    <a:gd name="connsiteX7" fmla="*/ 10502 w 60059"/>
                    <a:gd name="connsiteY7" fmla="*/ 64022 h 70184"/>
                    <a:gd name="connsiteX8" fmla="*/ 20627 w 60059"/>
                    <a:gd name="connsiteY8" fmla="*/ 69808 h 7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59" h="70184">
                      <a:moveTo>
                        <a:pt x="20627" y="69808"/>
                      </a:moveTo>
                      <a:lnTo>
                        <a:pt x="53897" y="61129"/>
                      </a:lnTo>
                      <a:cubicBezTo>
                        <a:pt x="58236" y="59683"/>
                        <a:pt x="61129" y="55343"/>
                        <a:pt x="59683" y="51004"/>
                      </a:cubicBezTo>
                      <a:lnTo>
                        <a:pt x="49557" y="6162"/>
                      </a:lnTo>
                      <a:cubicBezTo>
                        <a:pt x="48111" y="1823"/>
                        <a:pt x="43771" y="-1070"/>
                        <a:pt x="39432" y="376"/>
                      </a:cubicBezTo>
                      <a:lnTo>
                        <a:pt x="6162" y="9055"/>
                      </a:lnTo>
                      <a:cubicBezTo>
                        <a:pt x="1823" y="10502"/>
                        <a:pt x="-1070" y="14841"/>
                        <a:pt x="376" y="19181"/>
                      </a:cubicBezTo>
                      <a:lnTo>
                        <a:pt x="10502" y="64022"/>
                      </a:lnTo>
                      <a:cubicBezTo>
                        <a:pt x="11948" y="68362"/>
                        <a:pt x="16288" y="71255"/>
                        <a:pt x="20627" y="69808"/>
                      </a:cubicBezTo>
                      <a:close/>
                    </a:path>
                  </a:pathLst>
                </a:custGeom>
                <a:solidFill>
                  <a:schemeClr val="accent1">
                    <a:lumMod val="60000"/>
                    <a:lumOff val="40000"/>
                  </a:schemeClr>
                </a:solidFill>
                <a:ln w="14465" cap="flat">
                  <a:noFill/>
                  <a:prstDash val="solid"/>
                  <a:miter/>
                </a:ln>
              </p:spPr>
              <p:txBody>
                <a:bodyPr rtlCol="0" anchor="ctr"/>
                <a:lstStyle/>
                <a:p>
                  <a:endParaRPr lang="en-US"/>
                </a:p>
              </p:txBody>
            </p:sp>
          </p:grpSp>
          <p:grpSp>
            <p:nvGrpSpPr>
              <p:cNvPr id="531" name="Graphic 205">
                <a:extLst>
                  <a:ext uri="{FF2B5EF4-FFF2-40B4-BE49-F238E27FC236}">
                    <a16:creationId xmlns:a16="http://schemas.microsoft.com/office/drawing/2014/main" id="{749DB860-BFFA-4780-AF23-32A7E90F37AD}"/>
                  </a:ext>
                </a:extLst>
              </p:cNvPr>
              <p:cNvGrpSpPr/>
              <p:nvPr/>
            </p:nvGrpSpPr>
            <p:grpSpPr>
              <a:xfrm>
                <a:off x="1739521" y="2293789"/>
                <a:ext cx="72879" cy="81636"/>
                <a:chOff x="1739521" y="2293789"/>
                <a:chExt cx="72879" cy="81636"/>
              </a:xfrm>
            </p:grpSpPr>
            <p:sp>
              <p:nvSpPr>
                <p:cNvPr id="535" name="Freeform: Shape 534">
                  <a:extLst>
                    <a:ext uri="{FF2B5EF4-FFF2-40B4-BE49-F238E27FC236}">
                      <a16:creationId xmlns:a16="http://schemas.microsoft.com/office/drawing/2014/main" id="{A6EED3E1-1164-4993-9F87-BD2B4996BA14}"/>
                    </a:ext>
                  </a:extLst>
                </p:cNvPr>
                <p:cNvSpPr/>
                <p:nvPr/>
              </p:nvSpPr>
              <p:spPr>
                <a:xfrm>
                  <a:off x="1739521" y="2293789"/>
                  <a:ext cx="72879" cy="81636"/>
                </a:xfrm>
                <a:custGeom>
                  <a:avLst/>
                  <a:gdLst>
                    <a:gd name="connsiteX0" fmla="*/ 27761 w 72879"/>
                    <a:gd name="connsiteY0" fmla="*/ 81281 h 81636"/>
                    <a:gd name="connsiteX1" fmla="*/ 62477 w 72879"/>
                    <a:gd name="connsiteY1" fmla="*/ 72602 h 81636"/>
                    <a:gd name="connsiteX2" fmla="*/ 72602 w 72879"/>
                    <a:gd name="connsiteY2" fmla="*/ 56691 h 81636"/>
                    <a:gd name="connsiteX3" fmla="*/ 61030 w 72879"/>
                    <a:gd name="connsiteY3" fmla="*/ 10403 h 81636"/>
                    <a:gd name="connsiteX4" fmla="*/ 45119 w 72879"/>
                    <a:gd name="connsiteY4" fmla="*/ 277 h 81636"/>
                    <a:gd name="connsiteX5" fmla="*/ 10403 w 72879"/>
                    <a:gd name="connsiteY5" fmla="*/ 8956 h 81636"/>
                    <a:gd name="connsiteX6" fmla="*/ 277 w 72879"/>
                    <a:gd name="connsiteY6" fmla="*/ 24868 h 81636"/>
                    <a:gd name="connsiteX7" fmla="*/ 11849 w 72879"/>
                    <a:gd name="connsiteY7" fmla="*/ 71156 h 81636"/>
                    <a:gd name="connsiteX8" fmla="*/ 27761 w 72879"/>
                    <a:gd name="connsiteY8" fmla="*/ 81281 h 81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79" h="81636">
                      <a:moveTo>
                        <a:pt x="27761" y="81281"/>
                      </a:moveTo>
                      <a:lnTo>
                        <a:pt x="62477" y="72602"/>
                      </a:lnTo>
                      <a:cubicBezTo>
                        <a:pt x="69709" y="71156"/>
                        <a:pt x="74049" y="63923"/>
                        <a:pt x="72602" y="56691"/>
                      </a:cubicBezTo>
                      <a:lnTo>
                        <a:pt x="61030" y="10403"/>
                      </a:lnTo>
                      <a:cubicBezTo>
                        <a:pt x="59584" y="3170"/>
                        <a:pt x="52351" y="-1169"/>
                        <a:pt x="45119" y="277"/>
                      </a:cubicBezTo>
                      <a:lnTo>
                        <a:pt x="10403" y="8956"/>
                      </a:lnTo>
                      <a:cubicBezTo>
                        <a:pt x="3170" y="10403"/>
                        <a:pt x="-1169" y="17635"/>
                        <a:pt x="277" y="24868"/>
                      </a:cubicBezTo>
                      <a:lnTo>
                        <a:pt x="11849" y="71156"/>
                      </a:lnTo>
                      <a:cubicBezTo>
                        <a:pt x="13296" y="79835"/>
                        <a:pt x="20528" y="82728"/>
                        <a:pt x="27761" y="81281"/>
                      </a:cubicBezTo>
                      <a:close/>
                    </a:path>
                  </a:pathLst>
                </a:custGeom>
                <a:solidFill>
                  <a:schemeClr val="accent1"/>
                </a:solidFill>
                <a:ln w="14465" cap="flat">
                  <a:noFill/>
                  <a:prstDash val="solid"/>
                  <a:miter/>
                </a:ln>
              </p:spPr>
              <p:txBody>
                <a:bodyPr rtlCol="0" anchor="ctr"/>
                <a:lstStyle/>
                <a:p>
                  <a:endParaRPr lang="en-US"/>
                </a:p>
              </p:txBody>
            </p:sp>
            <p:sp>
              <p:nvSpPr>
                <p:cNvPr id="536" name="Freeform: Shape 535">
                  <a:extLst>
                    <a:ext uri="{FF2B5EF4-FFF2-40B4-BE49-F238E27FC236}">
                      <a16:creationId xmlns:a16="http://schemas.microsoft.com/office/drawing/2014/main" id="{8B29200D-EAC6-4082-964B-F04019A66EAD}"/>
                    </a:ext>
                  </a:extLst>
                </p:cNvPr>
                <p:cNvSpPr/>
                <p:nvPr/>
              </p:nvSpPr>
              <p:spPr>
                <a:xfrm>
                  <a:off x="1745208" y="2300922"/>
                  <a:ext cx="60059" cy="70184"/>
                </a:xfrm>
                <a:custGeom>
                  <a:avLst/>
                  <a:gdLst>
                    <a:gd name="connsiteX0" fmla="*/ 20627 w 60059"/>
                    <a:gd name="connsiteY0" fmla="*/ 69808 h 70184"/>
                    <a:gd name="connsiteX1" fmla="*/ 53897 w 60059"/>
                    <a:gd name="connsiteY1" fmla="*/ 61129 h 70184"/>
                    <a:gd name="connsiteX2" fmla="*/ 59683 w 60059"/>
                    <a:gd name="connsiteY2" fmla="*/ 51004 h 70184"/>
                    <a:gd name="connsiteX3" fmla="*/ 49557 w 60059"/>
                    <a:gd name="connsiteY3" fmla="*/ 6162 h 70184"/>
                    <a:gd name="connsiteX4" fmla="*/ 39432 w 60059"/>
                    <a:gd name="connsiteY4" fmla="*/ 376 h 70184"/>
                    <a:gd name="connsiteX5" fmla="*/ 6162 w 60059"/>
                    <a:gd name="connsiteY5" fmla="*/ 9055 h 70184"/>
                    <a:gd name="connsiteX6" fmla="*/ 376 w 60059"/>
                    <a:gd name="connsiteY6" fmla="*/ 19181 h 70184"/>
                    <a:gd name="connsiteX7" fmla="*/ 10502 w 60059"/>
                    <a:gd name="connsiteY7" fmla="*/ 64022 h 70184"/>
                    <a:gd name="connsiteX8" fmla="*/ 20627 w 60059"/>
                    <a:gd name="connsiteY8" fmla="*/ 69808 h 7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59" h="70184">
                      <a:moveTo>
                        <a:pt x="20627" y="69808"/>
                      </a:moveTo>
                      <a:lnTo>
                        <a:pt x="53897" y="61129"/>
                      </a:lnTo>
                      <a:cubicBezTo>
                        <a:pt x="58236" y="59683"/>
                        <a:pt x="61129" y="55343"/>
                        <a:pt x="59683" y="51004"/>
                      </a:cubicBezTo>
                      <a:lnTo>
                        <a:pt x="49557" y="6162"/>
                      </a:lnTo>
                      <a:cubicBezTo>
                        <a:pt x="48111" y="1823"/>
                        <a:pt x="43771" y="-1070"/>
                        <a:pt x="39432" y="376"/>
                      </a:cubicBezTo>
                      <a:lnTo>
                        <a:pt x="6162" y="9055"/>
                      </a:lnTo>
                      <a:cubicBezTo>
                        <a:pt x="1823" y="10502"/>
                        <a:pt x="-1070" y="14841"/>
                        <a:pt x="376" y="19181"/>
                      </a:cubicBezTo>
                      <a:lnTo>
                        <a:pt x="10502" y="64022"/>
                      </a:lnTo>
                      <a:cubicBezTo>
                        <a:pt x="11948" y="68362"/>
                        <a:pt x="16288" y="71255"/>
                        <a:pt x="20627" y="69808"/>
                      </a:cubicBezTo>
                      <a:close/>
                    </a:path>
                  </a:pathLst>
                </a:custGeom>
                <a:solidFill>
                  <a:schemeClr val="accent1">
                    <a:lumMod val="60000"/>
                    <a:lumOff val="40000"/>
                  </a:schemeClr>
                </a:solidFill>
                <a:ln w="14465" cap="flat">
                  <a:noFill/>
                  <a:prstDash val="solid"/>
                  <a:miter/>
                </a:ln>
              </p:spPr>
              <p:txBody>
                <a:bodyPr rtlCol="0" anchor="ctr"/>
                <a:lstStyle/>
                <a:p>
                  <a:endParaRPr lang="en-US"/>
                </a:p>
              </p:txBody>
            </p:sp>
          </p:grpSp>
          <p:grpSp>
            <p:nvGrpSpPr>
              <p:cNvPr id="532" name="Graphic 205">
                <a:extLst>
                  <a:ext uri="{FF2B5EF4-FFF2-40B4-BE49-F238E27FC236}">
                    <a16:creationId xmlns:a16="http://schemas.microsoft.com/office/drawing/2014/main" id="{F424C06C-61B1-4956-BE74-1DE4D4D2E618}"/>
                  </a:ext>
                </a:extLst>
              </p:cNvPr>
              <p:cNvGrpSpPr/>
              <p:nvPr/>
            </p:nvGrpSpPr>
            <p:grpSpPr>
              <a:xfrm>
                <a:off x="1658517" y="2314040"/>
                <a:ext cx="72879" cy="81558"/>
                <a:chOff x="1658517" y="2314040"/>
                <a:chExt cx="72879" cy="81558"/>
              </a:xfrm>
            </p:grpSpPr>
            <p:sp>
              <p:nvSpPr>
                <p:cNvPr id="533" name="Freeform: Shape 532">
                  <a:extLst>
                    <a:ext uri="{FF2B5EF4-FFF2-40B4-BE49-F238E27FC236}">
                      <a16:creationId xmlns:a16="http://schemas.microsoft.com/office/drawing/2014/main" id="{DCCFE4D6-B2AE-4E63-938B-F6D1C2356B83}"/>
                    </a:ext>
                  </a:extLst>
                </p:cNvPr>
                <p:cNvSpPr/>
                <p:nvPr/>
              </p:nvSpPr>
              <p:spPr>
                <a:xfrm>
                  <a:off x="1658517" y="2314040"/>
                  <a:ext cx="72879" cy="81558"/>
                </a:xfrm>
                <a:custGeom>
                  <a:avLst/>
                  <a:gdLst>
                    <a:gd name="connsiteX0" fmla="*/ 27761 w 72879"/>
                    <a:gd name="connsiteY0" fmla="*/ 81281 h 81558"/>
                    <a:gd name="connsiteX1" fmla="*/ 62477 w 72879"/>
                    <a:gd name="connsiteY1" fmla="*/ 72602 h 81558"/>
                    <a:gd name="connsiteX2" fmla="*/ 72602 w 72879"/>
                    <a:gd name="connsiteY2" fmla="*/ 56691 h 81558"/>
                    <a:gd name="connsiteX3" fmla="*/ 61030 w 72879"/>
                    <a:gd name="connsiteY3" fmla="*/ 10403 h 81558"/>
                    <a:gd name="connsiteX4" fmla="*/ 45119 w 72879"/>
                    <a:gd name="connsiteY4" fmla="*/ 277 h 81558"/>
                    <a:gd name="connsiteX5" fmla="*/ 10403 w 72879"/>
                    <a:gd name="connsiteY5" fmla="*/ 8956 h 81558"/>
                    <a:gd name="connsiteX6" fmla="*/ 277 w 72879"/>
                    <a:gd name="connsiteY6" fmla="*/ 24868 h 81558"/>
                    <a:gd name="connsiteX7" fmla="*/ 11849 w 72879"/>
                    <a:gd name="connsiteY7" fmla="*/ 71156 h 81558"/>
                    <a:gd name="connsiteX8" fmla="*/ 27761 w 72879"/>
                    <a:gd name="connsiteY8" fmla="*/ 81281 h 81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79" h="81558">
                      <a:moveTo>
                        <a:pt x="27761" y="81281"/>
                      </a:moveTo>
                      <a:lnTo>
                        <a:pt x="62477" y="72602"/>
                      </a:lnTo>
                      <a:cubicBezTo>
                        <a:pt x="69709" y="71156"/>
                        <a:pt x="74049" y="63923"/>
                        <a:pt x="72602" y="56691"/>
                      </a:cubicBezTo>
                      <a:lnTo>
                        <a:pt x="61030" y="10403"/>
                      </a:lnTo>
                      <a:cubicBezTo>
                        <a:pt x="59584" y="3170"/>
                        <a:pt x="52351" y="-1169"/>
                        <a:pt x="45119" y="277"/>
                      </a:cubicBezTo>
                      <a:lnTo>
                        <a:pt x="10403" y="8956"/>
                      </a:lnTo>
                      <a:cubicBezTo>
                        <a:pt x="3170" y="10403"/>
                        <a:pt x="-1169" y="17635"/>
                        <a:pt x="277" y="24868"/>
                      </a:cubicBezTo>
                      <a:lnTo>
                        <a:pt x="11849" y="71156"/>
                      </a:lnTo>
                      <a:cubicBezTo>
                        <a:pt x="13296" y="78388"/>
                        <a:pt x="20528" y="82728"/>
                        <a:pt x="27761" y="81281"/>
                      </a:cubicBezTo>
                      <a:close/>
                    </a:path>
                  </a:pathLst>
                </a:custGeom>
                <a:solidFill>
                  <a:schemeClr val="accent1"/>
                </a:solidFill>
                <a:ln w="14465" cap="flat">
                  <a:noFill/>
                  <a:prstDash val="solid"/>
                  <a:miter/>
                </a:ln>
              </p:spPr>
              <p:txBody>
                <a:bodyPr rtlCol="0" anchor="ctr"/>
                <a:lstStyle/>
                <a:p>
                  <a:endParaRPr lang="en-US"/>
                </a:p>
              </p:txBody>
            </p:sp>
            <p:sp>
              <p:nvSpPr>
                <p:cNvPr id="534" name="Freeform: Shape 533">
                  <a:extLst>
                    <a:ext uri="{FF2B5EF4-FFF2-40B4-BE49-F238E27FC236}">
                      <a16:creationId xmlns:a16="http://schemas.microsoft.com/office/drawing/2014/main" id="{E1F8A5F8-2AD6-43A3-A150-EB5BF2B829A7}"/>
                    </a:ext>
                  </a:extLst>
                </p:cNvPr>
                <p:cNvSpPr/>
                <p:nvPr/>
              </p:nvSpPr>
              <p:spPr>
                <a:xfrm>
                  <a:off x="1664204" y="2319727"/>
                  <a:ext cx="60059" cy="70184"/>
                </a:xfrm>
                <a:custGeom>
                  <a:avLst/>
                  <a:gdLst>
                    <a:gd name="connsiteX0" fmla="*/ 20627 w 60059"/>
                    <a:gd name="connsiteY0" fmla="*/ 69808 h 70184"/>
                    <a:gd name="connsiteX1" fmla="*/ 53897 w 60059"/>
                    <a:gd name="connsiteY1" fmla="*/ 61129 h 70184"/>
                    <a:gd name="connsiteX2" fmla="*/ 59683 w 60059"/>
                    <a:gd name="connsiteY2" fmla="*/ 51004 h 70184"/>
                    <a:gd name="connsiteX3" fmla="*/ 49557 w 60059"/>
                    <a:gd name="connsiteY3" fmla="*/ 6162 h 70184"/>
                    <a:gd name="connsiteX4" fmla="*/ 39432 w 60059"/>
                    <a:gd name="connsiteY4" fmla="*/ 376 h 70184"/>
                    <a:gd name="connsiteX5" fmla="*/ 6162 w 60059"/>
                    <a:gd name="connsiteY5" fmla="*/ 9055 h 70184"/>
                    <a:gd name="connsiteX6" fmla="*/ 376 w 60059"/>
                    <a:gd name="connsiteY6" fmla="*/ 19181 h 70184"/>
                    <a:gd name="connsiteX7" fmla="*/ 10502 w 60059"/>
                    <a:gd name="connsiteY7" fmla="*/ 64022 h 70184"/>
                    <a:gd name="connsiteX8" fmla="*/ 20627 w 60059"/>
                    <a:gd name="connsiteY8" fmla="*/ 69808 h 7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59" h="70184">
                      <a:moveTo>
                        <a:pt x="20627" y="69808"/>
                      </a:moveTo>
                      <a:lnTo>
                        <a:pt x="53897" y="61129"/>
                      </a:lnTo>
                      <a:cubicBezTo>
                        <a:pt x="58236" y="59683"/>
                        <a:pt x="61129" y="55343"/>
                        <a:pt x="59683" y="51004"/>
                      </a:cubicBezTo>
                      <a:lnTo>
                        <a:pt x="49557" y="6162"/>
                      </a:lnTo>
                      <a:cubicBezTo>
                        <a:pt x="48111" y="1823"/>
                        <a:pt x="43771" y="-1070"/>
                        <a:pt x="39432" y="376"/>
                      </a:cubicBezTo>
                      <a:lnTo>
                        <a:pt x="6162" y="9055"/>
                      </a:lnTo>
                      <a:cubicBezTo>
                        <a:pt x="1823" y="10502"/>
                        <a:pt x="-1070" y="14841"/>
                        <a:pt x="376" y="19181"/>
                      </a:cubicBezTo>
                      <a:lnTo>
                        <a:pt x="10502" y="64022"/>
                      </a:lnTo>
                      <a:cubicBezTo>
                        <a:pt x="10502" y="68362"/>
                        <a:pt x="16288" y="71255"/>
                        <a:pt x="20627" y="69808"/>
                      </a:cubicBezTo>
                      <a:close/>
                    </a:path>
                  </a:pathLst>
                </a:custGeom>
                <a:solidFill>
                  <a:schemeClr val="accent1">
                    <a:lumMod val="60000"/>
                    <a:lumOff val="40000"/>
                  </a:schemeClr>
                </a:solidFill>
                <a:ln w="14465" cap="flat">
                  <a:noFill/>
                  <a:prstDash val="solid"/>
                  <a:miter/>
                </a:ln>
              </p:spPr>
              <p:txBody>
                <a:bodyPr rtlCol="0" anchor="ctr"/>
                <a:lstStyle/>
                <a:p>
                  <a:endParaRPr lang="en-US"/>
                </a:p>
              </p:txBody>
            </p:sp>
          </p:grpSp>
        </p:grpSp>
        <p:grpSp>
          <p:nvGrpSpPr>
            <p:cNvPr id="502" name="Graphic 205">
              <a:extLst>
                <a:ext uri="{FF2B5EF4-FFF2-40B4-BE49-F238E27FC236}">
                  <a16:creationId xmlns:a16="http://schemas.microsoft.com/office/drawing/2014/main" id="{DE2110CE-360F-4244-9D3B-E508B283498D}"/>
                </a:ext>
              </a:extLst>
            </p:cNvPr>
            <p:cNvGrpSpPr/>
            <p:nvPr/>
          </p:nvGrpSpPr>
          <p:grpSpPr>
            <a:xfrm>
              <a:off x="1680214" y="2348756"/>
              <a:ext cx="317337" cy="140864"/>
              <a:chOff x="1680214" y="2348756"/>
              <a:chExt cx="317337" cy="140864"/>
            </a:xfrm>
          </p:grpSpPr>
          <p:grpSp>
            <p:nvGrpSpPr>
              <p:cNvPr id="517" name="Graphic 205">
                <a:extLst>
                  <a:ext uri="{FF2B5EF4-FFF2-40B4-BE49-F238E27FC236}">
                    <a16:creationId xmlns:a16="http://schemas.microsoft.com/office/drawing/2014/main" id="{7A62F7AC-B9F2-473B-9E22-3355BEDE9A8B}"/>
                  </a:ext>
                </a:extLst>
              </p:cNvPr>
              <p:cNvGrpSpPr/>
              <p:nvPr/>
            </p:nvGrpSpPr>
            <p:grpSpPr>
              <a:xfrm>
                <a:off x="1924673" y="2348756"/>
                <a:ext cx="72879" cy="82173"/>
                <a:chOff x="1924673" y="2348756"/>
                <a:chExt cx="72879" cy="82173"/>
              </a:xfrm>
            </p:grpSpPr>
            <p:sp>
              <p:nvSpPr>
                <p:cNvPr id="527" name="Freeform: Shape 526">
                  <a:extLst>
                    <a:ext uri="{FF2B5EF4-FFF2-40B4-BE49-F238E27FC236}">
                      <a16:creationId xmlns:a16="http://schemas.microsoft.com/office/drawing/2014/main" id="{02DFA0C9-64A5-4775-B331-28655643B789}"/>
                    </a:ext>
                  </a:extLst>
                </p:cNvPr>
                <p:cNvSpPr/>
                <p:nvPr/>
              </p:nvSpPr>
              <p:spPr>
                <a:xfrm>
                  <a:off x="1924673" y="2348756"/>
                  <a:ext cx="72879" cy="82173"/>
                </a:xfrm>
                <a:custGeom>
                  <a:avLst/>
                  <a:gdLst>
                    <a:gd name="connsiteX0" fmla="*/ 27761 w 72879"/>
                    <a:gd name="connsiteY0" fmla="*/ 81281 h 82173"/>
                    <a:gd name="connsiteX1" fmla="*/ 62477 w 72879"/>
                    <a:gd name="connsiteY1" fmla="*/ 72602 h 82173"/>
                    <a:gd name="connsiteX2" fmla="*/ 72602 w 72879"/>
                    <a:gd name="connsiteY2" fmla="*/ 56691 h 82173"/>
                    <a:gd name="connsiteX3" fmla="*/ 61030 w 72879"/>
                    <a:gd name="connsiteY3" fmla="*/ 10403 h 82173"/>
                    <a:gd name="connsiteX4" fmla="*/ 45119 w 72879"/>
                    <a:gd name="connsiteY4" fmla="*/ 277 h 82173"/>
                    <a:gd name="connsiteX5" fmla="*/ 10403 w 72879"/>
                    <a:gd name="connsiteY5" fmla="*/ 8956 h 82173"/>
                    <a:gd name="connsiteX6" fmla="*/ 277 w 72879"/>
                    <a:gd name="connsiteY6" fmla="*/ 24868 h 82173"/>
                    <a:gd name="connsiteX7" fmla="*/ 11849 w 72879"/>
                    <a:gd name="connsiteY7" fmla="*/ 71156 h 82173"/>
                    <a:gd name="connsiteX8" fmla="*/ 27761 w 72879"/>
                    <a:gd name="connsiteY8" fmla="*/ 81281 h 82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79" h="82173">
                      <a:moveTo>
                        <a:pt x="27761" y="81281"/>
                      </a:moveTo>
                      <a:lnTo>
                        <a:pt x="62477" y="72602"/>
                      </a:lnTo>
                      <a:cubicBezTo>
                        <a:pt x="69709" y="71156"/>
                        <a:pt x="74049" y="63923"/>
                        <a:pt x="72602" y="56691"/>
                      </a:cubicBezTo>
                      <a:lnTo>
                        <a:pt x="61030" y="10403"/>
                      </a:lnTo>
                      <a:cubicBezTo>
                        <a:pt x="59584" y="3170"/>
                        <a:pt x="52351" y="-1169"/>
                        <a:pt x="45119" y="277"/>
                      </a:cubicBezTo>
                      <a:lnTo>
                        <a:pt x="10403" y="8956"/>
                      </a:lnTo>
                      <a:cubicBezTo>
                        <a:pt x="3170" y="10403"/>
                        <a:pt x="-1169" y="17635"/>
                        <a:pt x="277" y="24868"/>
                      </a:cubicBezTo>
                      <a:lnTo>
                        <a:pt x="11849" y="71156"/>
                      </a:lnTo>
                      <a:cubicBezTo>
                        <a:pt x="14742" y="79835"/>
                        <a:pt x="20528" y="84174"/>
                        <a:pt x="27761" y="81281"/>
                      </a:cubicBezTo>
                      <a:close/>
                    </a:path>
                  </a:pathLst>
                </a:custGeom>
                <a:solidFill>
                  <a:schemeClr val="accent1"/>
                </a:solidFill>
                <a:ln w="14465" cap="flat">
                  <a:noFill/>
                  <a:prstDash val="solid"/>
                  <a:miter/>
                </a:ln>
              </p:spPr>
              <p:txBody>
                <a:bodyPr rtlCol="0" anchor="ctr"/>
                <a:lstStyle/>
                <a:p>
                  <a:endParaRPr lang="en-US"/>
                </a:p>
              </p:txBody>
            </p:sp>
            <p:sp>
              <p:nvSpPr>
                <p:cNvPr id="528" name="Freeform: Shape 527">
                  <a:extLst>
                    <a:ext uri="{FF2B5EF4-FFF2-40B4-BE49-F238E27FC236}">
                      <a16:creationId xmlns:a16="http://schemas.microsoft.com/office/drawing/2014/main" id="{64122611-16A9-4BD7-805F-03F79FBFC931}"/>
                    </a:ext>
                  </a:extLst>
                </p:cNvPr>
                <p:cNvSpPr/>
                <p:nvPr/>
              </p:nvSpPr>
              <p:spPr>
                <a:xfrm>
                  <a:off x="1930360" y="2355889"/>
                  <a:ext cx="60059" cy="70184"/>
                </a:xfrm>
                <a:custGeom>
                  <a:avLst/>
                  <a:gdLst>
                    <a:gd name="connsiteX0" fmla="*/ 20627 w 60059"/>
                    <a:gd name="connsiteY0" fmla="*/ 69808 h 70184"/>
                    <a:gd name="connsiteX1" fmla="*/ 53897 w 60059"/>
                    <a:gd name="connsiteY1" fmla="*/ 61129 h 70184"/>
                    <a:gd name="connsiteX2" fmla="*/ 59683 w 60059"/>
                    <a:gd name="connsiteY2" fmla="*/ 51004 h 70184"/>
                    <a:gd name="connsiteX3" fmla="*/ 49557 w 60059"/>
                    <a:gd name="connsiteY3" fmla="*/ 6162 h 70184"/>
                    <a:gd name="connsiteX4" fmla="*/ 39432 w 60059"/>
                    <a:gd name="connsiteY4" fmla="*/ 376 h 70184"/>
                    <a:gd name="connsiteX5" fmla="*/ 6162 w 60059"/>
                    <a:gd name="connsiteY5" fmla="*/ 9055 h 70184"/>
                    <a:gd name="connsiteX6" fmla="*/ 376 w 60059"/>
                    <a:gd name="connsiteY6" fmla="*/ 19181 h 70184"/>
                    <a:gd name="connsiteX7" fmla="*/ 10502 w 60059"/>
                    <a:gd name="connsiteY7" fmla="*/ 64022 h 70184"/>
                    <a:gd name="connsiteX8" fmla="*/ 20627 w 60059"/>
                    <a:gd name="connsiteY8" fmla="*/ 69808 h 7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59" h="70184">
                      <a:moveTo>
                        <a:pt x="20627" y="69808"/>
                      </a:moveTo>
                      <a:lnTo>
                        <a:pt x="53897" y="61129"/>
                      </a:lnTo>
                      <a:cubicBezTo>
                        <a:pt x="58236" y="59683"/>
                        <a:pt x="61129" y="55343"/>
                        <a:pt x="59683" y="51004"/>
                      </a:cubicBezTo>
                      <a:lnTo>
                        <a:pt x="49557" y="6162"/>
                      </a:lnTo>
                      <a:cubicBezTo>
                        <a:pt x="48111" y="1823"/>
                        <a:pt x="43771" y="-1070"/>
                        <a:pt x="39432" y="376"/>
                      </a:cubicBezTo>
                      <a:lnTo>
                        <a:pt x="6162" y="9055"/>
                      </a:lnTo>
                      <a:cubicBezTo>
                        <a:pt x="1823" y="10502"/>
                        <a:pt x="-1070" y="14841"/>
                        <a:pt x="376" y="19181"/>
                      </a:cubicBezTo>
                      <a:lnTo>
                        <a:pt x="10502" y="64022"/>
                      </a:lnTo>
                      <a:cubicBezTo>
                        <a:pt x="11948" y="68362"/>
                        <a:pt x="16288" y="71255"/>
                        <a:pt x="20627" y="69808"/>
                      </a:cubicBezTo>
                      <a:close/>
                    </a:path>
                  </a:pathLst>
                </a:custGeom>
                <a:solidFill>
                  <a:schemeClr val="accent1">
                    <a:lumMod val="60000"/>
                    <a:lumOff val="40000"/>
                  </a:schemeClr>
                </a:solidFill>
                <a:ln w="14465" cap="flat">
                  <a:noFill/>
                  <a:prstDash val="solid"/>
                  <a:miter/>
                </a:ln>
              </p:spPr>
              <p:txBody>
                <a:bodyPr rtlCol="0" anchor="ctr"/>
                <a:lstStyle/>
                <a:p>
                  <a:endParaRPr lang="en-US"/>
                </a:p>
              </p:txBody>
            </p:sp>
          </p:grpSp>
          <p:grpSp>
            <p:nvGrpSpPr>
              <p:cNvPr id="518" name="Graphic 205">
                <a:extLst>
                  <a:ext uri="{FF2B5EF4-FFF2-40B4-BE49-F238E27FC236}">
                    <a16:creationId xmlns:a16="http://schemas.microsoft.com/office/drawing/2014/main" id="{5EA2DBDD-DDF3-4CDD-B2F1-0E86D1002FFB}"/>
                  </a:ext>
                </a:extLst>
              </p:cNvPr>
              <p:cNvGrpSpPr/>
              <p:nvPr/>
            </p:nvGrpSpPr>
            <p:grpSpPr>
              <a:xfrm>
                <a:off x="1843669" y="2369007"/>
                <a:ext cx="72879" cy="81558"/>
                <a:chOff x="1843669" y="2369007"/>
                <a:chExt cx="72879" cy="81558"/>
              </a:xfrm>
            </p:grpSpPr>
            <p:sp>
              <p:nvSpPr>
                <p:cNvPr id="525" name="Freeform: Shape 524">
                  <a:extLst>
                    <a:ext uri="{FF2B5EF4-FFF2-40B4-BE49-F238E27FC236}">
                      <a16:creationId xmlns:a16="http://schemas.microsoft.com/office/drawing/2014/main" id="{98AC2D2D-D340-46FB-AD8B-7366E3FE84D9}"/>
                    </a:ext>
                  </a:extLst>
                </p:cNvPr>
                <p:cNvSpPr/>
                <p:nvPr/>
              </p:nvSpPr>
              <p:spPr>
                <a:xfrm>
                  <a:off x="1843669" y="2369007"/>
                  <a:ext cx="72879" cy="81558"/>
                </a:xfrm>
                <a:custGeom>
                  <a:avLst/>
                  <a:gdLst>
                    <a:gd name="connsiteX0" fmla="*/ 27761 w 72879"/>
                    <a:gd name="connsiteY0" fmla="*/ 81281 h 81558"/>
                    <a:gd name="connsiteX1" fmla="*/ 62477 w 72879"/>
                    <a:gd name="connsiteY1" fmla="*/ 72602 h 81558"/>
                    <a:gd name="connsiteX2" fmla="*/ 72602 w 72879"/>
                    <a:gd name="connsiteY2" fmla="*/ 56691 h 81558"/>
                    <a:gd name="connsiteX3" fmla="*/ 61030 w 72879"/>
                    <a:gd name="connsiteY3" fmla="*/ 10403 h 81558"/>
                    <a:gd name="connsiteX4" fmla="*/ 45119 w 72879"/>
                    <a:gd name="connsiteY4" fmla="*/ 277 h 81558"/>
                    <a:gd name="connsiteX5" fmla="*/ 10403 w 72879"/>
                    <a:gd name="connsiteY5" fmla="*/ 8956 h 81558"/>
                    <a:gd name="connsiteX6" fmla="*/ 277 w 72879"/>
                    <a:gd name="connsiteY6" fmla="*/ 24868 h 81558"/>
                    <a:gd name="connsiteX7" fmla="*/ 11849 w 72879"/>
                    <a:gd name="connsiteY7" fmla="*/ 71156 h 81558"/>
                    <a:gd name="connsiteX8" fmla="*/ 27761 w 72879"/>
                    <a:gd name="connsiteY8" fmla="*/ 81281 h 81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79" h="81558">
                      <a:moveTo>
                        <a:pt x="27761" y="81281"/>
                      </a:moveTo>
                      <a:lnTo>
                        <a:pt x="62477" y="72602"/>
                      </a:lnTo>
                      <a:cubicBezTo>
                        <a:pt x="69709" y="71156"/>
                        <a:pt x="74049" y="63923"/>
                        <a:pt x="72602" y="56691"/>
                      </a:cubicBezTo>
                      <a:lnTo>
                        <a:pt x="61030" y="10403"/>
                      </a:lnTo>
                      <a:cubicBezTo>
                        <a:pt x="59584" y="3170"/>
                        <a:pt x="52351" y="-1169"/>
                        <a:pt x="45119" y="277"/>
                      </a:cubicBezTo>
                      <a:lnTo>
                        <a:pt x="10403" y="8956"/>
                      </a:lnTo>
                      <a:cubicBezTo>
                        <a:pt x="3170" y="10403"/>
                        <a:pt x="-1169" y="17635"/>
                        <a:pt x="277" y="24868"/>
                      </a:cubicBezTo>
                      <a:lnTo>
                        <a:pt x="11849" y="71156"/>
                      </a:lnTo>
                      <a:cubicBezTo>
                        <a:pt x="13296" y="78388"/>
                        <a:pt x="20528" y="82728"/>
                        <a:pt x="27761" y="81281"/>
                      </a:cubicBezTo>
                      <a:close/>
                    </a:path>
                  </a:pathLst>
                </a:custGeom>
                <a:solidFill>
                  <a:schemeClr val="accent1"/>
                </a:solidFill>
                <a:ln w="14465" cap="flat">
                  <a:noFill/>
                  <a:prstDash val="solid"/>
                  <a:miter/>
                </a:ln>
              </p:spPr>
              <p:txBody>
                <a:bodyPr rtlCol="0" anchor="ctr"/>
                <a:lstStyle/>
                <a:p>
                  <a:endParaRPr lang="en-US"/>
                </a:p>
              </p:txBody>
            </p:sp>
            <p:sp>
              <p:nvSpPr>
                <p:cNvPr id="526" name="Freeform: Shape 525">
                  <a:extLst>
                    <a:ext uri="{FF2B5EF4-FFF2-40B4-BE49-F238E27FC236}">
                      <a16:creationId xmlns:a16="http://schemas.microsoft.com/office/drawing/2014/main" id="{71AB36CB-D1D4-41D3-862E-54F81179D071}"/>
                    </a:ext>
                  </a:extLst>
                </p:cNvPr>
                <p:cNvSpPr/>
                <p:nvPr/>
              </p:nvSpPr>
              <p:spPr>
                <a:xfrm>
                  <a:off x="1849356" y="2374694"/>
                  <a:ext cx="60059" cy="70184"/>
                </a:xfrm>
                <a:custGeom>
                  <a:avLst/>
                  <a:gdLst>
                    <a:gd name="connsiteX0" fmla="*/ 20627 w 60059"/>
                    <a:gd name="connsiteY0" fmla="*/ 69808 h 70184"/>
                    <a:gd name="connsiteX1" fmla="*/ 53897 w 60059"/>
                    <a:gd name="connsiteY1" fmla="*/ 61129 h 70184"/>
                    <a:gd name="connsiteX2" fmla="*/ 59683 w 60059"/>
                    <a:gd name="connsiteY2" fmla="*/ 51004 h 70184"/>
                    <a:gd name="connsiteX3" fmla="*/ 49557 w 60059"/>
                    <a:gd name="connsiteY3" fmla="*/ 6162 h 70184"/>
                    <a:gd name="connsiteX4" fmla="*/ 39432 w 60059"/>
                    <a:gd name="connsiteY4" fmla="*/ 376 h 70184"/>
                    <a:gd name="connsiteX5" fmla="*/ 6162 w 60059"/>
                    <a:gd name="connsiteY5" fmla="*/ 9055 h 70184"/>
                    <a:gd name="connsiteX6" fmla="*/ 376 w 60059"/>
                    <a:gd name="connsiteY6" fmla="*/ 19181 h 70184"/>
                    <a:gd name="connsiteX7" fmla="*/ 10502 w 60059"/>
                    <a:gd name="connsiteY7" fmla="*/ 64022 h 70184"/>
                    <a:gd name="connsiteX8" fmla="*/ 20627 w 60059"/>
                    <a:gd name="connsiteY8" fmla="*/ 69808 h 7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59" h="70184">
                      <a:moveTo>
                        <a:pt x="20627" y="69808"/>
                      </a:moveTo>
                      <a:lnTo>
                        <a:pt x="53897" y="61129"/>
                      </a:lnTo>
                      <a:cubicBezTo>
                        <a:pt x="58236" y="59683"/>
                        <a:pt x="61129" y="55343"/>
                        <a:pt x="59683" y="51004"/>
                      </a:cubicBezTo>
                      <a:lnTo>
                        <a:pt x="49557" y="6162"/>
                      </a:lnTo>
                      <a:cubicBezTo>
                        <a:pt x="48111" y="1823"/>
                        <a:pt x="43771" y="-1070"/>
                        <a:pt x="39432" y="376"/>
                      </a:cubicBezTo>
                      <a:lnTo>
                        <a:pt x="6162" y="9055"/>
                      </a:lnTo>
                      <a:cubicBezTo>
                        <a:pt x="1823" y="10502"/>
                        <a:pt x="-1070" y="14841"/>
                        <a:pt x="376" y="19181"/>
                      </a:cubicBezTo>
                      <a:lnTo>
                        <a:pt x="10502" y="64022"/>
                      </a:lnTo>
                      <a:cubicBezTo>
                        <a:pt x="11948" y="68362"/>
                        <a:pt x="16288" y="71255"/>
                        <a:pt x="20627" y="69808"/>
                      </a:cubicBezTo>
                      <a:close/>
                    </a:path>
                  </a:pathLst>
                </a:custGeom>
                <a:solidFill>
                  <a:schemeClr val="accent1">
                    <a:lumMod val="60000"/>
                    <a:lumOff val="40000"/>
                  </a:schemeClr>
                </a:solidFill>
                <a:ln w="14465" cap="flat">
                  <a:noFill/>
                  <a:prstDash val="solid"/>
                  <a:miter/>
                </a:ln>
              </p:spPr>
              <p:txBody>
                <a:bodyPr rtlCol="0" anchor="ctr"/>
                <a:lstStyle/>
                <a:p>
                  <a:endParaRPr lang="en-US" dirty="0"/>
                </a:p>
              </p:txBody>
            </p:sp>
          </p:grpSp>
          <p:grpSp>
            <p:nvGrpSpPr>
              <p:cNvPr id="519" name="Graphic 205">
                <a:extLst>
                  <a:ext uri="{FF2B5EF4-FFF2-40B4-BE49-F238E27FC236}">
                    <a16:creationId xmlns:a16="http://schemas.microsoft.com/office/drawing/2014/main" id="{2853CF6B-0F05-4178-8C8D-7DF8A0CF028E}"/>
                  </a:ext>
                </a:extLst>
              </p:cNvPr>
              <p:cNvGrpSpPr/>
              <p:nvPr/>
            </p:nvGrpSpPr>
            <p:grpSpPr>
              <a:xfrm>
                <a:off x="1761218" y="2387811"/>
                <a:ext cx="72879" cy="82173"/>
                <a:chOff x="1761218" y="2387811"/>
                <a:chExt cx="72879" cy="82173"/>
              </a:xfrm>
            </p:grpSpPr>
            <p:sp>
              <p:nvSpPr>
                <p:cNvPr id="523" name="Freeform: Shape 522">
                  <a:extLst>
                    <a:ext uri="{FF2B5EF4-FFF2-40B4-BE49-F238E27FC236}">
                      <a16:creationId xmlns:a16="http://schemas.microsoft.com/office/drawing/2014/main" id="{776F101A-DF29-4229-A653-0D4E484F823F}"/>
                    </a:ext>
                  </a:extLst>
                </p:cNvPr>
                <p:cNvSpPr/>
                <p:nvPr/>
              </p:nvSpPr>
              <p:spPr>
                <a:xfrm>
                  <a:off x="1761218" y="2387811"/>
                  <a:ext cx="72879" cy="82173"/>
                </a:xfrm>
                <a:custGeom>
                  <a:avLst/>
                  <a:gdLst>
                    <a:gd name="connsiteX0" fmla="*/ 27761 w 72879"/>
                    <a:gd name="connsiteY0" fmla="*/ 81281 h 82173"/>
                    <a:gd name="connsiteX1" fmla="*/ 62477 w 72879"/>
                    <a:gd name="connsiteY1" fmla="*/ 72602 h 82173"/>
                    <a:gd name="connsiteX2" fmla="*/ 72602 w 72879"/>
                    <a:gd name="connsiteY2" fmla="*/ 56691 h 82173"/>
                    <a:gd name="connsiteX3" fmla="*/ 61030 w 72879"/>
                    <a:gd name="connsiteY3" fmla="*/ 10403 h 82173"/>
                    <a:gd name="connsiteX4" fmla="*/ 45119 w 72879"/>
                    <a:gd name="connsiteY4" fmla="*/ 277 h 82173"/>
                    <a:gd name="connsiteX5" fmla="*/ 10403 w 72879"/>
                    <a:gd name="connsiteY5" fmla="*/ 8956 h 82173"/>
                    <a:gd name="connsiteX6" fmla="*/ 277 w 72879"/>
                    <a:gd name="connsiteY6" fmla="*/ 24868 h 82173"/>
                    <a:gd name="connsiteX7" fmla="*/ 11849 w 72879"/>
                    <a:gd name="connsiteY7" fmla="*/ 71156 h 82173"/>
                    <a:gd name="connsiteX8" fmla="*/ 27761 w 72879"/>
                    <a:gd name="connsiteY8" fmla="*/ 81281 h 82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79" h="82173">
                      <a:moveTo>
                        <a:pt x="27761" y="81281"/>
                      </a:moveTo>
                      <a:lnTo>
                        <a:pt x="62477" y="72602"/>
                      </a:lnTo>
                      <a:cubicBezTo>
                        <a:pt x="69709" y="71156"/>
                        <a:pt x="74049" y="63923"/>
                        <a:pt x="72602" y="56691"/>
                      </a:cubicBezTo>
                      <a:lnTo>
                        <a:pt x="61030" y="10403"/>
                      </a:lnTo>
                      <a:cubicBezTo>
                        <a:pt x="59584" y="3170"/>
                        <a:pt x="52351" y="-1169"/>
                        <a:pt x="45119" y="277"/>
                      </a:cubicBezTo>
                      <a:lnTo>
                        <a:pt x="10403" y="8956"/>
                      </a:lnTo>
                      <a:cubicBezTo>
                        <a:pt x="3170" y="10403"/>
                        <a:pt x="-1169" y="17635"/>
                        <a:pt x="277" y="24868"/>
                      </a:cubicBezTo>
                      <a:lnTo>
                        <a:pt x="11849" y="71156"/>
                      </a:lnTo>
                      <a:cubicBezTo>
                        <a:pt x="14742" y="79835"/>
                        <a:pt x="21975" y="84174"/>
                        <a:pt x="27761" y="81281"/>
                      </a:cubicBezTo>
                      <a:close/>
                    </a:path>
                  </a:pathLst>
                </a:custGeom>
                <a:solidFill>
                  <a:schemeClr val="accent1"/>
                </a:solidFill>
                <a:ln w="14465" cap="flat">
                  <a:noFill/>
                  <a:prstDash val="solid"/>
                  <a:miter/>
                </a:ln>
              </p:spPr>
              <p:txBody>
                <a:bodyPr rtlCol="0" anchor="ctr"/>
                <a:lstStyle/>
                <a:p>
                  <a:endParaRPr lang="en-US"/>
                </a:p>
              </p:txBody>
            </p:sp>
            <p:sp>
              <p:nvSpPr>
                <p:cNvPr id="524" name="Freeform: Shape 523">
                  <a:extLst>
                    <a:ext uri="{FF2B5EF4-FFF2-40B4-BE49-F238E27FC236}">
                      <a16:creationId xmlns:a16="http://schemas.microsoft.com/office/drawing/2014/main" id="{7FA7CBF8-E5FA-4AAA-83FF-993340D17286}"/>
                    </a:ext>
                  </a:extLst>
                </p:cNvPr>
                <p:cNvSpPr/>
                <p:nvPr/>
              </p:nvSpPr>
              <p:spPr>
                <a:xfrm>
                  <a:off x="1768352" y="2394945"/>
                  <a:ext cx="60059" cy="70184"/>
                </a:xfrm>
                <a:custGeom>
                  <a:avLst/>
                  <a:gdLst>
                    <a:gd name="connsiteX0" fmla="*/ 20627 w 60059"/>
                    <a:gd name="connsiteY0" fmla="*/ 69808 h 70184"/>
                    <a:gd name="connsiteX1" fmla="*/ 53897 w 60059"/>
                    <a:gd name="connsiteY1" fmla="*/ 61129 h 70184"/>
                    <a:gd name="connsiteX2" fmla="*/ 59683 w 60059"/>
                    <a:gd name="connsiteY2" fmla="*/ 51004 h 70184"/>
                    <a:gd name="connsiteX3" fmla="*/ 49557 w 60059"/>
                    <a:gd name="connsiteY3" fmla="*/ 6162 h 70184"/>
                    <a:gd name="connsiteX4" fmla="*/ 39432 w 60059"/>
                    <a:gd name="connsiteY4" fmla="*/ 376 h 70184"/>
                    <a:gd name="connsiteX5" fmla="*/ 6162 w 60059"/>
                    <a:gd name="connsiteY5" fmla="*/ 9055 h 70184"/>
                    <a:gd name="connsiteX6" fmla="*/ 376 w 60059"/>
                    <a:gd name="connsiteY6" fmla="*/ 19181 h 70184"/>
                    <a:gd name="connsiteX7" fmla="*/ 10502 w 60059"/>
                    <a:gd name="connsiteY7" fmla="*/ 64022 h 70184"/>
                    <a:gd name="connsiteX8" fmla="*/ 20627 w 60059"/>
                    <a:gd name="connsiteY8" fmla="*/ 69808 h 7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59" h="70184">
                      <a:moveTo>
                        <a:pt x="20627" y="69808"/>
                      </a:moveTo>
                      <a:lnTo>
                        <a:pt x="53897" y="61129"/>
                      </a:lnTo>
                      <a:cubicBezTo>
                        <a:pt x="58236" y="59683"/>
                        <a:pt x="61129" y="55343"/>
                        <a:pt x="59683" y="51004"/>
                      </a:cubicBezTo>
                      <a:lnTo>
                        <a:pt x="49557" y="6162"/>
                      </a:lnTo>
                      <a:cubicBezTo>
                        <a:pt x="48111" y="1823"/>
                        <a:pt x="43771" y="-1070"/>
                        <a:pt x="39432" y="376"/>
                      </a:cubicBezTo>
                      <a:lnTo>
                        <a:pt x="6162" y="9055"/>
                      </a:lnTo>
                      <a:cubicBezTo>
                        <a:pt x="1823" y="10502"/>
                        <a:pt x="-1070" y="14841"/>
                        <a:pt x="376" y="19181"/>
                      </a:cubicBezTo>
                      <a:lnTo>
                        <a:pt x="10502" y="64022"/>
                      </a:lnTo>
                      <a:cubicBezTo>
                        <a:pt x="10502" y="68362"/>
                        <a:pt x="16288" y="71255"/>
                        <a:pt x="20627" y="69808"/>
                      </a:cubicBezTo>
                      <a:close/>
                    </a:path>
                  </a:pathLst>
                </a:custGeom>
                <a:solidFill>
                  <a:schemeClr val="accent1">
                    <a:lumMod val="60000"/>
                    <a:lumOff val="40000"/>
                  </a:schemeClr>
                </a:solidFill>
                <a:ln w="14465" cap="flat">
                  <a:noFill/>
                  <a:prstDash val="solid"/>
                  <a:miter/>
                </a:ln>
              </p:spPr>
              <p:txBody>
                <a:bodyPr rtlCol="0" anchor="ctr"/>
                <a:lstStyle/>
                <a:p>
                  <a:endParaRPr lang="en-US"/>
                </a:p>
              </p:txBody>
            </p:sp>
          </p:grpSp>
          <p:grpSp>
            <p:nvGrpSpPr>
              <p:cNvPr id="520" name="Graphic 205">
                <a:extLst>
                  <a:ext uri="{FF2B5EF4-FFF2-40B4-BE49-F238E27FC236}">
                    <a16:creationId xmlns:a16="http://schemas.microsoft.com/office/drawing/2014/main" id="{6D264994-B151-408A-A812-672B20B016CF}"/>
                  </a:ext>
                </a:extLst>
              </p:cNvPr>
              <p:cNvGrpSpPr/>
              <p:nvPr/>
            </p:nvGrpSpPr>
            <p:grpSpPr>
              <a:xfrm>
                <a:off x="1680214" y="2408062"/>
                <a:ext cx="72879" cy="81558"/>
                <a:chOff x="1680214" y="2408062"/>
                <a:chExt cx="72879" cy="81558"/>
              </a:xfrm>
            </p:grpSpPr>
            <p:sp>
              <p:nvSpPr>
                <p:cNvPr id="521" name="Freeform: Shape 520">
                  <a:extLst>
                    <a:ext uri="{FF2B5EF4-FFF2-40B4-BE49-F238E27FC236}">
                      <a16:creationId xmlns:a16="http://schemas.microsoft.com/office/drawing/2014/main" id="{3419956A-F490-406B-93FB-28165F4C2200}"/>
                    </a:ext>
                  </a:extLst>
                </p:cNvPr>
                <p:cNvSpPr/>
                <p:nvPr/>
              </p:nvSpPr>
              <p:spPr>
                <a:xfrm>
                  <a:off x="1680214" y="2408062"/>
                  <a:ext cx="72879" cy="81558"/>
                </a:xfrm>
                <a:custGeom>
                  <a:avLst/>
                  <a:gdLst>
                    <a:gd name="connsiteX0" fmla="*/ 27761 w 72879"/>
                    <a:gd name="connsiteY0" fmla="*/ 81281 h 81558"/>
                    <a:gd name="connsiteX1" fmla="*/ 62477 w 72879"/>
                    <a:gd name="connsiteY1" fmla="*/ 72602 h 81558"/>
                    <a:gd name="connsiteX2" fmla="*/ 72602 w 72879"/>
                    <a:gd name="connsiteY2" fmla="*/ 56691 h 81558"/>
                    <a:gd name="connsiteX3" fmla="*/ 61030 w 72879"/>
                    <a:gd name="connsiteY3" fmla="*/ 10403 h 81558"/>
                    <a:gd name="connsiteX4" fmla="*/ 45119 w 72879"/>
                    <a:gd name="connsiteY4" fmla="*/ 277 h 81558"/>
                    <a:gd name="connsiteX5" fmla="*/ 10403 w 72879"/>
                    <a:gd name="connsiteY5" fmla="*/ 8956 h 81558"/>
                    <a:gd name="connsiteX6" fmla="*/ 277 w 72879"/>
                    <a:gd name="connsiteY6" fmla="*/ 24868 h 81558"/>
                    <a:gd name="connsiteX7" fmla="*/ 11849 w 72879"/>
                    <a:gd name="connsiteY7" fmla="*/ 71156 h 81558"/>
                    <a:gd name="connsiteX8" fmla="*/ 27761 w 72879"/>
                    <a:gd name="connsiteY8" fmla="*/ 81281 h 81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79" h="81558">
                      <a:moveTo>
                        <a:pt x="27761" y="81281"/>
                      </a:moveTo>
                      <a:lnTo>
                        <a:pt x="62477" y="72602"/>
                      </a:lnTo>
                      <a:cubicBezTo>
                        <a:pt x="69709" y="71156"/>
                        <a:pt x="74049" y="63923"/>
                        <a:pt x="72602" y="56691"/>
                      </a:cubicBezTo>
                      <a:lnTo>
                        <a:pt x="61030" y="10403"/>
                      </a:lnTo>
                      <a:cubicBezTo>
                        <a:pt x="59584" y="3170"/>
                        <a:pt x="52351" y="-1169"/>
                        <a:pt x="45119" y="277"/>
                      </a:cubicBezTo>
                      <a:lnTo>
                        <a:pt x="10403" y="8956"/>
                      </a:lnTo>
                      <a:cubicBezTo>
                        <a:pt x="3170" y="10403"/>
                        <a:pt x="-1169" y="17635"/>
                        <a:pt x="277" y="24868"/>
                      </a:cubicBezTo>
                      <a:lnTo>
                        <a:pt x="11849" y="71156"/>
                      </a:lnTo>
                      <a:cubicBezTo>
                        <a:pt x="14742" y="78388"/>
                        <a:pt x="20528" y="82728"/>
                        <a:pt x="27761" y="81281"/>
                      </a:cubicBezTo>
                      <a:close/>
                    </a:path>
                  </a:pathLst>
                </a:custGeom>
                <a:solidFill>
                  <a:schemeClr val="accent1"/>
                </a:solidFill>
                <a:ln w="14465" cap="flat">
                  <a:noFill/>
                  <a:prstDash val="solid"/>
                  <a:miter/>
                </a:ln>
              </p:spPr>
              <p:txBody>
                <a:bodyPr rtlCol="0" anchor="ctr"/>
                <a:lstStyle/>
                <a:p>
                  <a:endParaRPr lang="en-US"/>
                </a:p>
              </p:txBody>
            </p:sp>
            <p:sp>
              <p:nvSpPr>
                <p:cNvPr id="522" name="Freeform: Shape 521">
                  <a:extLst>
                    <a:ext uri="{FF2B5EF4-FFF2-40B4-BE49-F238E27FC236}">
                      <a16:creationId xmlns:a16="http://schemas.microsoft.com/office/drawing/2014/main" id="{CE94B906-9467-4ACB-AA27-2D45369B3263}"/>
                    </a:ext>
                  </a:extLst>
                </p:cNvPr>
                <p:cNvSpPr/>
                <p:nvPr/>
              </p:nvSpPr>
              <p:spPr>
                <a:xfrm>
                  <a:off x="1685901" y="2413749"/>
                  <a:ext cx="60059" cy="70184"/>
                </a:xfrm>
                <a:custGeom>
                  <a:avLst/>
                  <a:gdLst>
                    <a:gd name="connsiteX0" fmla="*/ 20627 w 60059"/>
                    <a:gd name="connsiteY0" fmla="*/ 69808 h 70184"/>
                    <a:gd name="connsiteX1" fmla="*/ 53897 w 60059"/>
                    <a:gd name="connsiteY1" fmla="*/ 61129 h 70184"/>
                    <a:gd name="connsiteX2" fmla="*/ 59683 w 60059"/>
                    <a:gd name="connsiteY2" fmla="*/ 51004 h 70184"/>
                    <a:gd name="connsiteX3" fmla="*/ 49557 w 60059"/>
                    <a:gd name="connsiteY3" fmla="*/ 6162 h 70184"/>
                    <a:gd name="connsiteX4" fmla="*/ 39432 w 60059"/>
                    <a:gd name="connsiteY4" fmla="*/ 376 h 70184"/>
                    <a:gd name="connsiteX5" fmla="*/ 6162 w 60059"/>
                    <a:gd name="connsiteY5" fmla="*/ 9055 h 70184"/>
                    <a:gd name="connsiteX6" fmla="*/ 376 w 60059"/>
                    <a:gd name="connsiteY6" fmla="*/ 19181 h 70184"/>
                    <a:gd name="connsiteX7" fmla="*/ 10502 w 60059"/>
                    <a:gd name="connsiteY7" fmla="*/ 64022 h 70184"/>
                    <a:gd name="connsiteX8" fmla="*/ 20627 w 60059"/>
                    <a:gd name="connsiteY8" fmla="*/ 69808 h 7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59" h="70184">
                      <a:moveTo>
                        <a:pt x="20627" y="69808"/>
                      </a:moveTo>
                      <a:lnTo>
                        <a:pt x="53897" y="61129"/>
                      </a:lnTo>
                      <a:cubicBezTo>
                        <a:pt x="58236" y="59683"/>
                        <a:pt x="61129" y="55343"/>
                        <a:pt x="59683" y="51004"/>
                      </a:cubicBezTo>
                      <a:lnTo>
                        <a:pt x="49557" y="6162"/>
                      </a:lnTo>
                      <a:cubicBezTo>
                        <a:pt x="48111" y="1823"/>
                        <a:pt x="43771" y="-1070"/>
                        <a:pt x="39432" y="376"/>
                      </a:cubicBezTo>
                      <a:lnTo>
                        <a:pt x="6162" y="9055"/>
                      </a:lnTo>
                      <a:cubicBezTo>
                        <a:pt x="1823" y="10502"/>
                        <a:pt x="-1070" y="14841"/>
                        <a:pt x="376" y="19181"/>
                      </a:cubicBezTo>
                      <a:lnTo>
                        <a:pt x="10502" y="64022"/>
                      </a:lnTo>
                      <a:cubicBezTo>
                        <a:pt x="11948" y="68362"/>
                        <a:pt x="16288" y="71255"/>
                        <a:pt x="20627" y="69808"/>
                      </a:cubicBezTo>
                      <a:close/>
                    </a:path>
                  </a:pathLst>
                </a:custGeom>
                <a:solidFill>
                  <a:schemeClr val="accent1">
                    <a:lumMod val="60000"/>
                    <a:lumOff val="40000"/>
                  </a:schemeClr>
                </a:solidFill>
                <a:ln w="14465" cap="flat">
                  <a:noFill/>
                  <a:prstDash val="solid"/>
                  <a:miter/>
                </a:ln>
              </p:spPr>
              <p:txBody>
                <a:bodyPr rtlCol="0" anchor="ctr"/>
                <a:lstStyle/>
                <a:p>
                  <a:endParaRPr lang="en-US"/>
                </a:p>
              </p:txBody>
            </p:sp>
          </p:grpSp>
        </p:grpSp>
        <p:grpSp>
          <p:nvGrpSpPr>
            <p:cNvPr id="503" name="Graphic 205">
              <a:extLst>
                <a:ext uri="{FF2B5EF4-FFF2-40B4-BE49-F238E27FC236}">
                  <a16:creationId xmlns:a16="http://schemas.microsoft.com/office/drawing/2014/main" id="{A8B0CF2C-0A42-4C1E-9404-FC4F67291FBD}"/>
                </a:ext>
              </a:extLst>
            </p:cNvPr>
            <p:cNvGrpSpPr/>
            <p:nvPr/>
          </p:nvGrpSpPr>
          <p:grpSpPr>
            <a:xfrm>
              <a:off x="1703358" y="2442779"/>
              <a:ext cx="317338" cy="140864"/>
              <a:chOff x="1703358" y="2442779"/>
              <a:chExt cx="317338" cy="140864"/>
            </a:xfrm>
          </p:grpSpPr>
          <p:grpSp>
            <p:nvGrpSpPr>
              <p:cNvPr id="505" name="Graphic 205">
                <a:extLst>
                  <a:ext uri="{FF2B5EF4-FFF2-40B4-BE49-F238E27FC236}">
                    <a16:creationId xmlns:a16="http://schemas.microsoft.com/office/drawing/2014/main" id="{490D43A0-5949-4703-8B7D-A05AFC20C979}"/>
                  </a:ext>
                </a:extLst>
              </p:cNvPr>
              <p:cNvGrpSpPr/>
              <p:nvPr/>
            </p:nvGrpSpPr>
            <p:grpSpPr>
              <a:xfrm>
                <a:off x="1947817" y="2442779"/>
                <a:ext cx="72879" cy="82173"/>
                <a:chOff x="1947817" y="2442779"/>
                <a:chExt cx="72879" cy="82173"/>
              </a:xfrm>
            </p:grpSpPr>
            <p:sp>
              <p:nvSpPr>
                <p:cNvPr id="515" name="Freeform: Shape 514">
                  <a:extLst>
                    <a:ext uri="{FF2B5EF4-FFF2-40B4-BE49-F238E27FC236}">
                      <a16:creationId xmlns:a16="http://schemas.microsoft.com/office/drawing/2014/main" id="{9420C2EA-819B-443E-9607-6314D59A69EF}"/>
                    </a:ext>
                  </a:extLst>
                </p:cNvPr>
                <p:cNvSpPr/>
                <p:nvPr/>
              </p:nvSpPr>
              <p:spPr>
                <a:xfrm>
                  <a:off x="1947817" y="2442779"/>
                  <a:ext cx="72879" cy="82173"/>
                </a:xfrm>
                <a:custGeom>
                  <a:avLst/>
                  <a:gdLst>
                    <a:gd name="connsiteX0" fmla="*/ 27761 w 72879"/>
                    <a:gd name="connsiteY0" fmla="*/ 81281 h 82173"/>
                    <a:gd name="connsiteX1" fmla="*/ 62477 w 72879"/>
                    <a:gd name="connsiteY1" fmla="*/ 72602 h 82173"/>
                    <a:gd name="connsiteX2" fmla="*/ 72602 w 72879"/>
                    <a:gd name="connsiteY2" fmla="*/ 56691 h 82173"/>
                    <a:gd name="connsiteX3" fmla="*/ 61030 w 72879"/>
                    <a:gd name="connsiteY3" fmla="*/ 10403 h 82173"/>
                    <a:gd name="connsiteX4" fmla="*/ 45119 w 72879"/>
                    <a:gd name="connsiteY4" fmla="*/ 277 h 82173"/>
                    <a:gd name="connsiteX5" fmla="*/ 10403 w 72879"/>
                    <a:gd name="connsiteY5" fmla="*/ 8956 h 82173"/>
                    <a:gd name="connsiteX6" fmla="*/ 277 w 72879"/>
                    <a:gd name="connsiteY6" fmla="*/ 24868 h 82173"/>
                    <a:gd name="connsiteX7" fmla="*/ 11849 w 72879"/>
                    <a:gd name="connsiteY7" fmla="*/ 71156 h 82173"/>
                    <a:gd name="connsiteX8" fmla="*/ 27761 w 72879"/>
                    <a:gd name="connsiteY8" fmla="*/ 81281 h 82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79" h="82173">
                      <a:moveTo>
                        <a:pt x="27761" y="81281"/>
                      </a:moveTo>
                      <a:lnTo>
                        <a:pt x="62477" y="72602"/>
                      </a:lnTo>
                      <a:cubicBezTo>
                        <a:pt x="69709" y="71156"/>
                        <a:pt x="74049" y="63923"/>
                        <a:pt x="72602" y="56691"/>
                      </a:cubicBezTo>
                      <a:lnTo>
                        <a:pt x="61030" y="10403"/>
                      </a:lnTo>
                      <a:cubicBezTo>
                        <a:pt x="59584" y="3170"/>
                        <a:pt x="52351" y="-1169"/>
                        <a:pt x="45119" y="277"/>
                      </a:cubicBezTo>
                      <a:lnTo>
                        <a:pt x="10403" y="8956"/>
                      </a:lnTo>
                      <a:cubicBezTo>
                        <a:pt x="3170" y="10403"/>
                        <a:pt x="-1169" y="17635"/>
                        <a:pt x="277" y="24868"/>
                      </a:cubicBezTo>
                      <a:lnTo>
                        <a:pt x="11849" y="71156"/>
                      </a:lnTo>
                      <a:cubicBezTo>
                        <a:pt x="13296" y="79835"/>
                        <a:pt x="20528" y="84174"/>
                        <a:pt x="27761" y="81281"/>
                      </a:cubicBezTo>
                      <a:close/>
                    </a:path>
                  </a:pathLst>
                </a:custGeom>
                <a:solidFill>
                  <a:schemeClr val="accent1"/>
                </a:solidFill>
                <a:ln w="14465" cap="flat">
                  <a:noFill/>
                  <a:prstDash val="solid"/>
                  <a:miter/>
                </a:ln>
              </p:spPr>
              <p:txBody>
                <a:bodyPr rtlCol="0" anchor="ctr"/>
                <a:lstStyle/>
                <a:p>
                  <a:endParaRPr lang="en-US"/>
                </a:p>
              </p:txBody>
            </p:sp>
            <p:sp>
              <p:nvSpPr>
                <p:cNvPr id="516" name="Freeform: Shape 515">
                  <a:extLst>
                    <a:ext uri="{FF2B5EF4-FFF2-40B4-BE49-F238E27FC236}">
                      <a16:creationId xmlns:a16="http://schemas.microsoft.com/office/drawing/2014/main" id="{F34F358B-5C1C-42CA-B6B0-1C8C4F948518}"/>
                    </a:ext>
                  </a:extLst>
                </p:cNvPr>
                <p:cNvSpPr/>
                <p:nvPr/>
              </p:nvSpPr>
              <p:spPr>
                <a:xfrm>
                  <a:off x="1953504" y="2449912"/>
                  <a:ext cx="60059" cy="70184"/>
                </a:xfrm>
                <a:custGeom>
                  <a:avLst/>
                  <a:gdLst>
                    <a:gd name="connsiteX0" fmla="*/ 20627 w 60059"/>
                    <a:gd name="connsiteY0" fmla="*/ 69808 h 70184"/>
                    <a:gd name="connsiteX1" fmla="*/ 53897 w 60059"/>
                    <a:gd name="connsiteY1" fmla="*/ 61129 h 70184"/>
                    <a:gd name="connsiteX2" fmla="*/ 59683 w 60059"/>
                    <a:gd name="connsiteY2" fmla="*/ 51004 h 70184"/>
                    <a:gd name="connsiteX3" fmla="*/ 49557 w 60059"/>
                    <a:gd name="connsiteY3" fmla="*/ 6162 h 70184"/>
                    <a:gd name="connsiteX4" fmla="*/ 39432 w 60059"/>
                    <a:gd name="connsiteY4" fmla="*/ 376 h 70184"/>
                    <a:gd name="connsiteX5" fmla="*/ 6162 w 60059"/>
                    <a:gd name="connsiteY5" fmla="*/ 9055 h 70184"/>
                    <a:gd name="connsiteX6" fmla="*/ 376 w 60059"/>
                    <a:gd name="connsiteY6" fmla="*/ 19181 h 70184"/>
                    <a:gd name="connsiteX7" fmla="*/ 10502 w 60059"/>
                    <a:gd name="connsiteY7" fmla="*/ 64022 h 70184"/>
                    <a:gd name="connsiteX8" fmla="*/ 20627 w 60059"/>
                    <a:gd name="connsiteY8" fmla="*/ 69808 h 7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59" h="70184">
                      <a:moveTo>
                        <a:pt x="20627" y="69808"/>
                      </a:moveTo>
                      <a:lnTo>
                        <a:pt x="53897" y="61129"/>
                      </a:lnTo>
                      <a:cubicBezTo>
                        <a:pt x="58236" y="59683"/>
                        <a:pt x="61129" y="55343"/>
                        <a:pt x="59683" y="51004"/>
                      </a:cubicBezTo>
                      <a:lnTo>
                        <a:pt x="49557" y="6162"/>
                      </a:lnTo>
                      <a:cubicBezTo>
                        <a:pt x="48111" y="1823"/>
                        <a:pt x="43771" y="-1070"/>
                        <a:pt x="39432" y="376"/>
                      </a:cubicBezTo>
                      <a:lnTo>
                        <a:pt x="6162" y="9055"/>
                      </a:lnTo>
                      <a:cubicBezTo>
                        <a:pt x="1823" y="10502"/>
                        <a:pt x="-1070" y="14841"/>
                        <a:pt x="376" y="19181"/>
                      </a:cubicBezTo>
                      <a:lnTo>
                        <a:pt x="10502" y="64022"/>
                      </a:lnTo>
                      <a:cubicBezTo>
                        <a:pt x="10502" y="68362"/>
                        <a:pt x="16288" y="71255"/>
                        <a:pt x="20627" y="69808"/>
                      </a:cubicBezTo>
                      <a:close/>
                    </a:path>
                  </a:pathLst>
                </a:custGeom>
                <a:solidFill>
                  <a:schemeClr val="accent1">
                    <a:lumMod val="60000"/>
                    <a:lumOff val="40000"/>
                  </a:schemeClr>
                </a:solidFill>
                <a:ln w="14465" cap="flat">
                  <a:noFill/>
                  <a:prstDash val="solid"/>
                  <a:miter/>
                </a:ln>
              </p:spPr>
              <p:txBody>
                <a:bodyPr rtlCol="0" anchor="ctr"/>
                <a:lstStyle/>
                <a:p>
                  <a:endParaRPr lang="en-US"/>
                </a:p>
              </p:txBody>
            </p:sp>
          </p:grpSp>
          <p:grpSp>
            <p:nvGrpSpPr>
              <p:cNvPr id="506" name="Graphic 205">
                <a:extLst>
                  <a:ext uri="{FF2B5EF4-FFF2-40B4-BE49-F238E27FC236}">
                    <a16:creationId xmlns:a16="http://schemas.microsoft.com/office/drawing/2014/main" id="{3168740C-7A32-403C-93FA-A8A6550C21DB}"/>
                  </a:ext>
                </a:extLst>
              </p:cNvPr>
              <p:cNvGrpSpPr/>
              <p:nvPr/>
            </p:nvGrpSpPr>
            <p:grpSpPr>
              <a:xfrm>
                <a:off x="1865366" y="2463030"/>
                <a:ext cx="72879" cy="81558"/>
                <a:chOff x="1865366" y="2463030"/>
                <a:chExt cx="72879" cy="81558"/>
              </a:xfrm>
            </p:grpSpPr>
            <p:sp>
              <p:nvSpPr>
                <p:cNvPr id="513" name="Freeform: Shape 512">
                  <a:extLst>
                    <a:ext uri="{FF2B5EF4-FFF2-40B4-BE49-F238E27FC236}">
                      <a16:creationId xmlns:a16="http://schemas.microsoft.com/office/drawing/2014/main" id="{C45ED2A1-F9EE-4A2D-A4BE-758DEC6684E5}"/>
                    </a:ext>
                  </a:extLst>
                </p:cNvPr>
                <p:cNvSpPr/>
                <p:nvPr/>
              </p:nvSpPr>
              <p:spPr>
                <a:xfrm>
                  <a:off x="1865366" y="2463030"/>
                  <a:ext cx="72879" cy="81558"/>
                </a:xfrm>
                <a:custGeom>
                  <a:avLst/>
                  <a:gdLst>
                    <a:gd name="connsiteX0" fmla="*/ 27761 w 72879"/>
                    <a:gd name="connsiteY0" fmla="*/ 81281 h 81558"/>
                    <a:gd name="connsiteX1" fmla="*/ 62477 w 72879"/>
                    <a:gd name="connsiteY1" fmla="*/ 72602 h 81558"/>
                    <a:gd name="connsiteX2" fmla="*/ 72602 w 72879"/>
                    <a:gd name="connsiteY2" fmla="*/ 56691 h 81558"/>
                    <a:gd name="connsiteX3" fmla="*/ 61030 w 72879"/>
                    <a:gd name="connsiteY3" fmla="*/ 10403 h 81558"/>
                    <a:gd name="connsiteX4" fmla="*/ 45119 w 72879"/>
                    <a:gd name="connsiteY4" fmla="*/ 277 h 81558"/>
                    <a:gd name="connsiteX5" fmla="*/ 10403 w 72879"/>
                    <a:gd name="connsiteY5" fmla="*/ 8956 h 81558"/>
                    <a:gd name="connsiteX6" fmla="*/ 277 w 72879"/>
                    <a:gd name="connsiteY6" fmla="*/ 24868 h 81558"/>
                    <a:gd name="connsiteX7" fmla="*/ 11849 w 72879"/>
                    <a:gd name="connsiteY7" fmla="*/ 71156 h 81558"/>
                    <a:gd name="connsiteX8" fmla="*/ 27761 w 72879"/>
                    <a:gd name="connsiteY8" fmla="*/ 81281 h 81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79" h="81558">
                      <a:moveTo>
                        <a:pt x="27761" y="81281"/>
                      </a:moveTo>
                      <a:lnTo>
                        <a:pt x="62477" y="72602"/>
                      </a:lnTo>
                      <a:cubicBezTo>
                        <a:pt x="69709" y="71156"/>
                        <a:pt x="74049" y="63923"/>
                        <a:pt x="72602" y="56691"/>
                      </a:cubicBezTo>
                      <a:lnTo>
                        <a:pt x="61030" y="10403"/>
                      </a:lnTo>
                      <a:cubicBezTo>
                        <a:pt x="59584" y="3170"/>
                        <a:pt x="52351" y="-1169"/>
                        <a:pt x="45119" y="277"/>
                      </a:cubicBezTo>
                      <a:lnTo>
                        <a:pt x="10403" y="8956"/>
                      </a:lnTo>
                      <a:cubicBezTo>
                        <a:pt x="3170" y="10403"/>
                        <a:pt x="-1169" y="17635"/>
                        <a:pt x="277" y="24868"/>
                      </a:cubicBezTo>
                      <a:lnTo>
                        <a:pt x="11849" y="71156"/>
                      </a:lnTo>
                      <a:cubicBezTo>
                        <a:pt x="14742" y="78388"/>
                        <a:pt x="21975" y="82728"/>
                        <a:pt x="27761" y="81281"/>
                      </a:cubicBezTo>
                      <a:close/>
                    </a:path>
                  </a:pathLst>
                </a:custGeom>
                <a:solidFill>
                  <a:schemeClr val="accent1"/>
                </a:solidFill>
                <a:ln w="14465" cap="flat">
                  <a:noFill/>
                  <a:prstDash val="solid"/>
                  <a:miter/>
                </a:ln>
              </p:spPr>
              <p:txBody>
                <a:bodyPr rtlCol="0" anchor="ctr"/>
                <a:lstStyle/>
                <a:p>
                  <a:endParaRPr lang="en-US"/>
                </a:p>
              </p:txBody>
            </p:sp>
            <p:sp>
              <p:nvSpPr>
                <p:cNvPr id="514" name="Freeform: Shape 513">
                  <a:extLst>
                    <a:ext uri="{FF2B5EF4-FFF2-40B4-BE49-F238E27FC236}">
                      <a16:creationId xmlns:a16="http://schemas.microsoft.com/office/drawing/2014/main" id="{98FA5B5F-AA7C-403C-A0D9-F16D8C4AD66C}"/>
                    </a:ext>
                  </a:extLst>
                </p:cNvPr>
                <p:cNvSpPr/>
                <p:nvPr/>
              </p:nvSpPr>
              <p:spPr>
                <a:xfrm>
                  <a:off x="1872500" y="2468716"/>
                  <a:ext cx="60059" cy="70184"/>
                </a:xfrm>
                <a:custGeom>
                  <a:avLst/>
                  <a:gdLst>
                    <a:gd name="connsiteX0" fmla="*/ 20627 w 60059"/>
                    <a:gd name="connsiteY0" fmla="*/ 69808 h 70184"/>
                    <a:gd name="connsiteX1" fmla="*/ 53897 w 60059"/>
                    <a:gd name="connsiteY1" fmla="*/ 61129 h 70184"/>
                    <a:gd name="connsiteX2" fmla="*/ 59683 w 60059"/>
                    <a:gd name="connsiteY2" fmla="*/ 51004 h 70184"/>
                    <a:gd name="connsiteX3" fmla="*/ 49557 w 60059"/>
                    <a:gd name="connsiteY3" fmla="*/ 6162 h 70184"/>
                    <a:gd name="connsiteX4" fmla="*/ 39432 w 60059"/>
                    <a:gd name="connsiteY4" fmla="*/ 376 h 70184"/>
                    <a:gd name="connsiteX5" fmla="*/ 6162 w 60059"/>
                    <a:gd name="connsiteY5" fmla="*/ 9055 h 70184"/>
                    <a:gd name="connsiteX6" fmla="*/ 376 w 60059"/>
                    <a:gd name="connsiteY6" fmla="*/ 19181 h 70184"/>
                    <a:gd name="connsiteX7" fmla="*/ 10502 w 60059"/>
                    <a:gd name="connsiteY7" fmla="*/ 64022 h 70184"/>
                    <a:gd name="connsiteX8" fmla="*/ 20627 w 60059"/>
                    <a:gd name="connsiteY8" fmla="*/ 69808 h 7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59" h="70184">
                      <a:moveTo>
                        <a:pt x="20627" y="69808"/>
                      </a:moveTo>
                      <a:lnTo>
                        <a:pt x="53897" y="61129"/>
                      </a:lnTo>
                      <a:cubicBezTo>
                        <a:pt x="58236" y="59683"/>
                        <a:pt x="61129" y="55343"/>
                        <a:pt x="59683" y="51004"/>
                      </a:cubicBezTo>
                      <a:lnTo>
                        <a:pt x="49557" y="6162"/>
                      </a:lnTo>
                      <a:cubicBezTo>
                        <a:pt x="48111" y="1823"/>
                        <a:pt x="43771" y="-1070"/>
                        <a:pt x="39432" y="376"/>
                      </a:cubicBezTo>
                      <a:lnTo>
                        <a:pt x="6162" y="9055"/>
                      </a:lnTo>
                      <a:cubicBezTo>
                        <a:pt x="1823" y="10502"/>
                        <a:pt x="-1070" y="14841"/>
                        <a:pt x="376" y="19181"/>
                      </a:cubicBezTo>
                      <a:lnTo>
                        <a:pt x="10502" y="64022"/>
                      </a:lnTo>
                      <a:cubicBezTo>
                        <a:pt x="10502" y="68362"/>
                        <a:pt x="14841" y="71255"/>
                        <a:pt x="20627" y="69808"/>
                      </a:cubicBezTo>
                      <a:close/>
                    </a:path>
                  </a:pathLst>
                </a:custGeom>
                <a:solidFill>
                  <a:schemeClr val="accent1">
                    <a:lumMod val="60000"/>
                    <a:lumOff val="40000"/>
                  </a:schemeClr>
                </a:solidFill>
                <a:ln w="14465" cap="flat">
                  <a:noFill/>
                  <a:prstDash val="solid"/>
                  <a:miter/>
                </a:ln>
              </p:spPr>
              <p:txBody>
                <a:bodyPr rtlCol="0" anchor="ctr"/>
                <a:lstStyle/>
                <a:p>
                  <a:endParaRPr lang="en-US"/>
                </a:p>
              </p:txBody>
            </p:sp>
          </p:grpSp>
          <p:grpSp>
            <p:nvGrpSpPr>
              <p:cNvPr id="507" name="Graphic 205">
                <a:extLst>
                  <a:ext uri="{FF2B5EF4-FFF2-40B4-BE49-F238E27FC236}">
                    <a16:creationId xmlns:a16="http://schemas.microsoft.com/office/drawing/2014/main" id="{7E9840D2-66D2-4943-83C5-9CCF15A96948}"/>
                  </a:ext>
                </a:extLst>
              </p:cNvPr>
              <p:cNvGrpSpPr/>
              <p:nvPr/>
            </p:nvGrpSpPr>
            <p:grpSpPr>
              <a:xfrm>
                <a:off x="1784362" y="2481834"/>
                <a:ext cx="72879" cy="82173"/>
                <a:chOff x="1784362" y="2481834"/>
                <a:chExt cx="72879" cy="82173"/>
              </a:xfrm>
            </p:grpSpPr>
            <p:sp>
              <p:nvSpPr>
                <p:cNvPr id="511" name="Freeform: Shape 510">
                  <a:extLst>
                    <a:ext uri="{FF2B5EF4-FFF2-40B4-BE49-F238E27FC236}">
                      <a16:creationId xmlns:a16="http://schemas.microsoft.com/office/drawing/2014/main" id="{E9DE75D9-F6D4-4356-8547-D7F8DE0F11A5}"/>
                    </a:ext>
                  </a:extLst>
                </p:cNvPr>
                <p:cNvSpPr/>
                <p:nvPr/>
              </p:nvSpPr>
              <p:spPr>
                <a:xfrm>
                  <a:off x="1784362" y="2481834"/>
                  <a:ext cx="72879" cy="82173"/>
                </a:xfrm>
                <a:custGeom>
                  <a:avLst/>
                  <a:gdLst>
                    <a:gd name="connsiteX0" fmla="*/ 27761 w 72879"/>
                    <a:gd name="connsiteY0" fmla="*/ 81281 h 82173"/>
                    <a:gd name="connsiteX1" fmla="*/ 62477 w 72879"/>
                    <a:gd name="connsiteY1" fmla="*/ 72602 h 82173"/>
                    <a:gd name="connsiteX2" fmla="*/ 72602 w 72879"/>
                    <a:gd name="connsiteY2" fmla="*/ 56691 h 82173"/>
                    <a:gd name="connsiteX3" fmla="*/ 61030 w 72879"/>
                    <a:gd name="connsiteY3" fmla="*/ 10403 h 82173"/>
                    <a:gd name="connsiteX4" fmla="*/ 45119 w 72879"/>
                    <a:gd name="connsiteY4" fmla="*/ 277 h 82173"/>
                    <a:gd name="connsiteX5" fmla="*/ 10403 w 72879"/>
                    <a:gd name="connsiteY5" fmla="*/ 8956 h 82173"/>
                    <a:gd name="connsiteX6" fmla="*/ 277 w 72879"/>
                    <a:gd name="connsiteY6" fmla="*/ 24868 h 82173"/>
                    <a:gd name="connsiteX7" fmla="*/ 11849 w 72879"/>
                    <a:gd name="connsiteY7" fmla="*/ 71156 h 82173"/>
                    <a:gd name="connsiteX8" fmla="*/ 27761 w 72879"/>
                    <a:gd name="connsiteY8" fmla="*/ 81281 h 82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79" h="82173">
                      <a:moveTo>
                        <a:pt x="27761" y="81281"/>
                      </a:moveTo>
                      <a:lnTo>
                        <a:pt x="62477" y="72602"/>
                      </a:lnTo>
                      <a:cubicBezTo>
                        <a:pt x="69709" y="71156"/>
                        <a:pt x="74049" y="63923"/>
                        <a:pt x="72602" y="56691"/>
                      </a:cubicBezTo>
                      <a:lnTo>
                        <a:pt x="61030" y="10403"/>
                      </a:lnTo>
                      <a:cubicBezTo>
                        <a:pt x="59584" y="3170"/>
                        <a:pt x="52351" y="-1169"/>
                        <a:pt x="45119" y="277"/>
                      </a:cubicBezTo>
                      <a:lnTo>
                        <a:pt x="10403" y="8956"/>
                      </a:lnTo>
                      <a:cubicBezTo>
                        <a:pt x="3170" y="10403"/>
                        <a:pt x="-1169" y="17635"/>
                        <a:pt x="277" y="24868"/>
                      </a:cubicBezTo>
                      <a:lnTo>
                        <a:pt x="11849" y="71156"/>
                      </a:lnTo>
                      <a:cubicBezTo>
                        <a:pt x="14742" y="79835"/>
                        <a:pt x="20528" y="84174"/>
                        <a:pt x="27761" y="81281"/>
                      </a:cubicBezTo>
                      <a:close/>
                    </a:path>
                  </a:pathLst>
                </a:custGeom>
                <a:solidFill>
                  <a:schemeClr val="accent1"/>
                </a:solidFill>
                <a:ln w="14465" cap="flat">
                  <a:noFill/>
                  <a:prstDash val="solid"/>
                  <a:miter/>
                </a:ln>
              </p:spPr>
              <p:txBody>
                <a:bodyPr rtlCol="0" anchor="ctr"/>
                <a:lstStyle/>
                <a:p>
                  <a:endParaRPr lang="en-US"/>
                </a:p>
              </p:txBody>
            </p:sp>
            <p:sp>
              <p:nvSpPr>
                <p:cNvPr id="512" name="Freeform: Shape 511">
                  <a:extLst>
                    <a:ext uri="{FF2B5EF4-FFF2-40B4-BE49-F238E27FC236}">
                      <a16:creationId xmlns:a16="http://schemas.microsoft.com/office/drawing/2014/main" id="{48B85BAA-7F36-4E20-9AF9-23F6698865F1}"/>
                    </a:ext>
                  </a:extLst>
                </p:cNvPr>
                <p:cNvSpPr/>
                <p:nvPr/>
              </p:nvSpPr>
              <p:spPr>
                <a:xfrm>
                  <a:off x="1790049" y="2488967"/>
                  <a:ext cx="60059" cy="70184"/>
                </a:xfrm>
                <a:custGeom>
                  <a:avLst/>
                  <a:gdLst>
                    <a:gd name="connsiteX0" fmla="*/ 20627 w 60059"/>
                    <a:gd name="connsiteY0" fmla="*/ 69808 h 70184"/>
                    <a:gd name="connsiteX1" fmla="*/ 53897 w 60059"/>
                    <a:gd name="connsiteY1" fmla="*/ 61129 h 70184"/>
                    <a:gd name="connsiteX2" fmla="*/ 59683 w 60059"/>
                    <a:gd name="connsiteY2" fmla="*/ 51004 h 70184"/>
                    <a:gd name="connsiteX3" fmla="*/ 49557 w 60059"/>
                    <a:gd name="connsiteY3" fmla="*/ 6162 h 70184"/>
                    <a:gd name="connsiteX4" fmla="*/ 39432 w 60059"/>
                    <a:gd name="connsiteY4" fmla="*/ 376 h 70184"/>
                    <a:gd name="connsiteX5" fmla="*/ 6162 w 60059"/>
                    <a:gd name="connsiteY5" fmla="*/ 9055 h 70184"/>
                    <a:gd name="connsiteX6" fmla="*/ 376 w 60059"/>
                    <a:gd name="connsiteY6" fmla="*/ 19181 h 70184"/>
                    <a:gd name="connsiteX7" fmla="*/ 10502 w 60059"/>
                    <a:gd name="connsiteY7" fmla="*/ 64022 h 70184"/>
                    <a:gd name="connsiteX8" fmla="*/ 20627 w 60059"/>
                    <a:gd name="connsiteY8" fmla="*/ 69808 h 7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59" h="70184">
                      <a:moveTo>
                        <a:pt x="20627" y="69808"/>
                      </a:moveTo>
                      <a:lnTo>
                        <a:pt x="53897" y="61129"/>
                      </a:lnTo>
                      <a:cubicBezTo>
                        <a:pt x="58236" y="59683"/>
                        <a:pt x="61129" y="55343"/>
                        <a:pt x="59683" y="51004"/>
                      </a:cubicBezTo>
                      <a:lnTo>
                        <a:pt x="49557" y="6162"/>
                      </a:lnTo>
                      <a:cubicBezTo>
                        <a:pt x="48111" y="1823"/>
                        <a:pt x="43771" y="-1070"/>
                        <a:pt x="39432" y="376"/>
                      </a:cubicBezTo>
                      <a:lnTo>
                        <a:pt x="6162" y="9055"/>
                      </a:lnTo>
                      <a:cubicBezTo>
                        <a:pt x="1823" y="10502"/>
                        <a:pt x="-1070" y="14841"/>
                        <a:pt x="376" y="19181"/>
                      </a:cubicBezTo>
                      <a:lnTo>
                        <a:pt x="10502" y="64022"/>
                      </a:lnTo>
                      <a:cubicBezTo>
                        <a:pt x="11948" y="68362"/>
                        <a:pt x="16288" y="71255"/>
                        <a:pt x="20627" y="69808"/>
                      </a:cubicBezTo>
                      <a:close/>
                    </a:path>
                  </a:pathLst>
                </a:custGeom>
                <a:solidFill>
                  <a:schemeClr val="accent1">
                    <a:lumMod val="60000"/>
                    <a:lumOff val="40000"/>
                  </a:schemeClr>
                </a:solidFill>
                <a:ln w="14465" cap="flat">
                  <a:noFill/>
                  <a:prstDash val="solid"/>
                  <a:miter/>
                </a:ln>
              </p:spPr>
              <p:txBody>
                <a:bodyPr rtlCol="0" anchor="ctr"/>
                <a:lstStyle/>
                <a:p>
                  <a:endParaRPr lang="en-US"/>
                </a:p>
              </p:txBody>
            </p:sp>
          </p:grpSp>
          <p:grpSp>
            <p:nvGrpSpPr>
              <p:cNvPr id="508" name="Graphic 205">
                <a:extLst>
                  <a:ext uri="{FF2B5EF4-FFF2-40B4-BE49-F238E27FC236}">
                    <a16:creationId xmlns:a16="http://schemas.microsoft.com/office/drawing/2014/main" id="{CBA64F18-7362-46AD-82AE-13426086183A}"/>
                  </a:ext>
                </a:extLst>
              </p:cNvPr>
              <p:cNvGrpSpPr/>
              <p:nvPr/>
            </p:nvGrpSpPr>
            <p:grpSpPr>
              <a:xfrm>
                <a:off x="1703358" y="2502085"/>
                <a:ext cx="72879" cy="81558"/>
                <a:chOff x="1703358" y="2502085"/>
                <a:chExt cx="72879" cy="81558"/>
              </a:xfrm>
            </p:grpSpPr>
            <p:sp>
              <p:nvSpPr>
                <p:cNvPr id="509" name="Freeform: Shape 508">
                  <a:extLst>
                    <a:ext uri="{FF2B5EF4-FFF2-40B4-BE49-F238E27FC236}">
                      <a16:creationId xmlns:a16="http://schemas.microsoft.com/office/drawing/2014/main" id="{7B491BA6-6016-4DDA-9E0F-D77642994C51}"/>
                    </a:ext>
                  </a:extLst>
                </p:cNvPr>
                <p:cNvSpPr/>
                <p:nvPr/>
              </p:nvSpPr>
              <p:spPr>
                <a:xfrm>
                  <a:off x="1703358" y="2502085"/>
                  <a:ext cx="72879" cy="81558"/>
                </a:xfrm>
                <a:custGeom>
                  <a:avLst/>
                  <a:gdLst>
                    <a:gd name="connsiteX0" fmla="*/ 27761 w 72879"/>
                    <a:gd name="connsiteY0" fmla="*/ 81281 h 81558"/>
                    <a:gd name="connsiteX1" fmla="*/ 62477 w 72879"/>
                    <a:gd name="connsiteY1" fmla="*/ 72602 h 81558"/>
                    <a:gd name="connsiteX2" fmla="*/ 72602 w 72879"/>
                    <a:gd name="connsiteY2" fmla="*/ 56691 h 81558"/>
                    <a:gd name="connsiteX3" fmla="*/ 61030 w 72879"/>
                    <a:gd name="connsiteY3" fmla="*/ 10403 h 81558"/>
                    <a:gd name="connsiteX4" fmla="*/ 45119 w 72879"/>
                    <a:gd name="connsiteY4" fmla="*/ 277 h 81558"/>
                    <a:gd name="connsiteX5" fmla="*/ 10403 w 72879"/>
                    <a:gd name="connsiteY5" fmla="*/ 8956 h 81558"/>
                    <a:gd name="connsiteX6" fmla="*/ 277 w 72879"/>
                    <a:gd name="connsiteY6" fmla="*/ 24868 h 81558"/>
                    <a:gd name="connsiteX7" fmla="*/ 11849 w 72879"/>
                    <a:gd name="connsiteY7" fmla="*/ 71156 h 81558"/>
                    <a:gd name="connsiteX8" fmla="*/ 27761 w 72879"/>
                    <a:gd name="connsiteY8" fmla="*/ 81281 h 81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79" h="81558">
                      <a:moveTo>
                        <a:pt x="27761" y="81281"/>
                      </a:moveTo>
                      <a:lnTo>
                        <a:pt x="62477" y="72602"/>
                      </a:lnTo>
                      <a:cubicBezTo>
                        <a:pt x="69709" y="71156"/>
                        <a:pt x="74049" y="63923"/>
                        <a:pt x="72602" y="56691"/>
                      </a:cubicBezTo>
                      <a:lnTo>
                        <a:pt x="61030" y="10403"/>
                      </a:lnTo>
                      <a:cubicBezTo>
                        <a:pt x="59584" y="3170"/>
                        <a:pt x="52351" y="-1169"/>
                        <a:pt x="45119" y="277"/>
                      </a:cubicBezTo>
                      <a:lnTo>
                        <a:pt x="10403" y="8956"/>
                      </a:lnTo>
                      <a:cubicBezTo>
                        <a:pt x="3170" y="10403"/>
                        <a:pt x="-1169" y="17635"/>
                        <a:pt x="277" y="24868"/>
                      </a:cubicBezTo>
                      <a:lnTo>
                        <a:pt x="11849" y="71156"/>
                      </a:lnTo>
                      <a:cubicBezTo>
                        <a:pt x="13296" y="78388"/>
                        <a:pt x="20528" y="82728"/>
                        <a:pt x="27761" y="81281"/>
                      </a:cubicBezTo>
                      <a:close/>
                    </a:path>
                  </a:pathLst>
                </a:custGeom>
                <a:solidFill>
                  <a:schemeClr val="accent1"/>
                </a:solidFill>
                <a:ln w="14465" cap="flat">
                  <a:noFill/>
                  <a:prstDash val="solid"/>
                  <a:miter/>
                </a:ln>
              </p:spPr>
              <p:txBody>
                <a:bodyPr rtlCol="0" anchor="ctr"/>
                <a:lstStyle/>
                <a:p>
                  <a:endParaRPr lang="en-US"/>
                </a:p>
              </p:txBody>
            </p:sp>
            <p:sp>
              <p:nvSpPr>
                <p:cNvPr id="510" name="Freeform: Shape 509">
                  <a:extLst>
                    <a:ext uri="{FF2B5EF4-FFF2-40B4-BE49-F238E27FC236}">
                      <a16:creationId xmlns:a16="http://schemas.microsoft.com/office/drawing/2014/main" id="{F9514318-1415-4BEE-9CFC-C0943DD0DB74}"/>
                    </a:ext>
                  </a:extLst>
                </p:cNvPr>
                <p:cNvSpPr/>
                <p:nvPr/>
              </p:nvSpPr>
              <p:spPr>
                <a:xfrm>
                  <a:off x="1709045" y="2507772"/>
                  <a:ext cx="60059" cy="70184"/>
                </a:xfrm>
                <a:custGeom>
                  <a:avLst/>
                  <a:gdLst>
                    <a:gd name="connsiteX0" fmla="*/ 20627 w 60059"/>
                    <a:gd name="connsiteY0" fmla="*/ 69808 h 70184"/>
                    <a:gd name="connsiteX1" fmla="*/ 53897 w 60059"/>
                    <a:gd name="connsiteY1" fmla="*/ 61129 h 70184"/>
                    <a:gd name="connsiteX2" fmla="*/ 59683 w 60059"/>
                    <a:gd name="connsiteY2" fmla="*/ 51004 h 70184"/>
                    <a:gd name="connsiteX3" fmla="*/ 49557 w 60059"/>
                    <a:gd name="connsiteY3" fmla="*/ 6162 h 70184"/>
                    <a:gd name="connsiteX4" fmla="*/ 39432 w 60059"/>
                    <a:gd name="connsiteY4" fmla="*/ 376 h 70184"/>
                    <a:gd name="connsiteX5" fmla="*/ 6162 w 60059"/>
                    <a:gd name="connsiteY5" fmla="*/ 9055 h 70184"/>
                    <a:gd name="connsiteX6" fmla="*/ 376 w 60059"/>
                    <a:gd name="connsiteY6" fmla="*/ 19181 h 70184"/>
                    <a:gd name="connsiteX7" fmla="*/ 10502 w 60059"/>
                    <a:gd name="connsiteY7" fmla="*/ 64022 h 70184"/>
                    <a:gd name="connsiteX8" fmla="*/ 20627 w 60059"/>
                    <a:gd name="connsiteY8" fmla="*/ 69808 h 7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59" h="70184">
                      <a:moveTo>
                        <a:pt x="20627" y="69808"/>
                      </a:moveTo>
                      <a:lnTo>
                        <a:pt x="53897" y="61129"/>
                      </a:lnTo>
                      <a:cubicBezTo>
                        <a:pt x="58236" y="59683"/>
                        <a:pt x="61129" y="55343"/>
                        <a:pt x="59683" y="51004"/>
                      </a:cubicBezTo>
                      <a:lnTo>
                        <a:pt x="49557" y="6162"/>
                      </a:lnTo>
                      <a:cubicBezTo>
                        <a:pt x="48111" y="1823"/>
                        <a:pt x="43771" y="-1070"/>
                        <a:pt x="39432" y="376"/>
                      </a:cubicBezTo>
                      <a:lnTo>
                        <a:pt x="6162" y="9055"/>
                      </a:lnTo>
                      <a:cubicBezTo>
                        <a:pt x="1823" y="10502"/>
                        <a:pt x="-1070" y="14841"/>
                        <a:pt x="376" y="19181"/>
                      </a:cubicBezTo>
                      <a:lnTo>
                        <a:pt x="10502" y="64022"/>
                      </a:lnTo>
                      <a:cubicBezTo>
                        <a:pt x="11948" y="68362"/>
                        <a:pt x="16288" y="71255"/>
                        <a:pt x="20627" y="69808"/>
                      </a:cubicBezTo>
                      <a:close/>
                    </a:path>
                  </a:pathLst>
                </a:custGeom>
                <a:solidFill>
                  <a:schemeClr val="accent1">
                    <a:lumMod val="60000"/>
                    <a:lumOff val="40000"/>
                  </a:schemeClr>
                </a:solidFill>
                <a:ln w="14465" cap="flat">
                  <a:noFill/>
                  <a:prstDash val="solid"/>
                  <a:miter/>
                </a:ln>
              </p:spPr>
              <p:txBody>
                <a:bodyPr rtlCol="0" anchor="ctr"/>
                <a:lstStyle/>
                <a:p>
                  <a:endParaRPr lang="en-US"/>
                </a:p>
              </p:txBody>
            </p:sp>
          </p:grpSp>
        </p:grpSp>
        <p:sp>
          <p:nvSpPr>
            <p:cNvPr id="504" name="Freeform: Shape 503">
              <a:extLst>
                <a:ext uri="{FF2B5EF4-FFF2-40B4-BE49-F238E27FC236}">
                  <a16:creationId xmlns:a16="http://schemas.microsoft.com/office/drawing/2014/main" id="{9999DEE8-B247-4E49-8F18-77C5AA37D192}"/>
                </a:ext>
              </a:extLst>
            </p:cNvPr>
            <p:cNvSpPr/>
            <p:nvPr/>
          </p:nvSpPr>
          <p:spPr>
            <a:xfrm>
              <a:off x="1630926" y="2198597"/>
              <a:ext cx="282452" cy="82826"/>
            </a:xfrm>
            <a:custGeom>
              <a:avLst/>
              <a:gdLst>
                <a:gd name="connsiteX0" fmla="*/ 4724 w 282452"/>
                <a:gd name="connsiteY0" fmla="*/ 0 h 82826"/>
                <a:gd name="connsiteX1" fmla="*/ 282452 w 282452"/>
                <a:gd name="connsiteY1" fmla="*/ 21698 h 82826"/>
                <a:gd name="connsiteX2" fmla="*/ 26422 w 282452"/>
                <a:gd name="connsiteY2" fmla="*/ 82450 h 82826"/>
                <a:gd name="connsiteX3" fmla="*/ 16296 w 282452"/>
                <a:gd name="connsiteY3" fmla="*/ 76665 h 82826"/>
                <a:gd name="connsiteX4" fmla="*/ 385 w 282452"/>
                <a:gd name="connsiteY4" fmla="*/ 8679 h 82826"/>
                <a:gd name="connsiteX5" fmla="*/ 4724 w 282452"/>
                <a:gd name="connsiteY5" fmla="*/ 0 h 82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2452" h="82826">
                  <a:moveTo>
                    <a:pt x="4724" y="0"/>
                  </a:moveTo>
                  <a:lnTo>
                    <a:pt x="282452" y="21698"/>
                  </a:lnTo>
                  <a:lnTo>
                    <a:pt x="26422" y="82450"/>
                  </a:lnTo>
                  <a:cubicBezTo>
                    <a:pt x="22082" y="83897"/>
                    <a:pt x="17743" y="81004"/>
                    <a:pt x="16296" y="76665"/>
                  </a:cubicBezTo>
                  <a:lnTo>
                    <a:pt x="385" y="8679"/>
                  </a:lnTo>
                  <a:cubicBezTo>
                    <a:pt x="-1062" y="5786"/>
                    <a:pt x="1831" y="1446"/>
                    <a:pt x="4724" y="0"/>
                  </a:cubicBezTo>
                  <a:close/>
                </a:path>
              </a:pathLst>
            </a:custGeom>
            <a:solidFill>
              <a:schemeClr val="tx2">
                <a:alpha val="5000"/>
              </a:schemeClr>
            </a:solidFill>
            <a:ln w="14465" cap="flat">
              <a:noFill/>
              <a:prstDash val="solid"/>
              <a:miter/>
            </a:ln>
          </p:spPr>
          <p:txBody>
            <a:bodyPr rtlCol="0" anchor="ctr"/>
            <a:lstStyle/>
            <a:p>
              <a:endParaRPr lang="en-US"/>
            </a:p>
          </p:txBody>
        </p:sp>
      </p:grpSp>
      <p:grpSp>
        <p:nvGrpSpPr>
          <p:cNvPr id="611" name="Group 610">
            <a:extLst>
              <a:ext uri="{FF2B5EF4-FFF2-40B4-BE49-F238E27FC236}">
                <a16:creationId xmlns:a16="http://schemas.microsoft.com/office/drawing/2014/main" id="{FE51204B-35EF-4E26-8FDB-9C5AA75604B8}"/>
              </a:ext>
            </a:extLst>
          </p:cNvPr>
          <p:cNvGrpSpPr/>
          <p:nvPr/>
        </p:nvGrpSpPr>
        <p:grpSpPr>
          <a:xfrm>
            <a:off x="567079" y="699340"/>
            <a:ext cx="4974108" cy="5494491"/>
            <a:chOff x="567079" y="699340"/>
            <a:chExt cx="4974108" cy="5494491"/>
          </a:xfrm>
        </p:grpSpPr>
        <p:sp>
          <p:nvSpPr>
            <p:cNvPr id="6" name="Freeform: Shape 5">
              <a:extLst>
                <a:ext uri="{FF2B5EF4-FFF2-40B4-BE49-F238E27FC236}">
                  <a16:creationId xmlns:a16="http://schemas.microsoft.com/office/drawing/2014/main" id="{6498D0F3-A49E-4A11-A361-1F1EDA5CC354}"/>
                </a:ext>
              </a:extLst>
            </p:cNvPr>
            <p:cNvSpPr/>
            <p:nvPr/>
          </p:nvSpPr>
          <p:spPr>
            <a:xfrm>
              <a:off x="1786086" y="5756988"/>
              <a:ext cx="2690490" cy="436843"/>
            </a:xfrm>
            <a:custGeom>
              <a:avLst/>
              <a:gdLst>
                <a:gd name="connsiteX0" fmla="*/ 2690491 w 2690490"/>
                <a:gd name="connsiteY0" fmla="*/ 218422 h 436843"/>
                <a:gd name="connsiteX1" fmla="*/ 1345246 w 2690490"/>
                <a:gd name="connsiteY1" fmla="*/ 436843 h 436843"/>
                <a:gd name="connsiteX2" fmla="*/ 0 w 2690490"/>
                <a:gd name="connsiteY2" fmla="*/ 218422 h 436843"/>
                <a:gd name="connsiteX3" fmla="*/ 1345246 w 2690490"/>
                <a:gd name="connsiteY3" fmla="*/ 0 h 436843"/>
                <a:gd name="connsiteX4" fmla="*/ 2690491 w 2690490"/>
                <a:gd name="connsiteY4" fmla="*/ 218422 h 436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0490" h="436843">
                  <a:moveTo>
                    <a:pt x="2690491" y="218422"/>
                  </a:moveTo>
                  <a:cubicBezTo>
                    <a:pt x="2690491" y="339053"/>
                    <a:pt x="2088204" y="436843"/>
                    <a:pt x="1345246" y="436843"/>
                  </a:cubicBezTo>
                  <a:cubicBezTo>
                    <a:pt x="602287" y="436843"/>
                    <a:pt x="0" y="339053"/>
                    <a:pt x="0" y="218422"/>
                  </a:cubicBezTo>
                  <a:cubicBezTo>
                    <a:pt x="0" y="97791"/>
                    <a:pt x="602287" y="0"/>
                    <a:pt x="1345246" y="0"/>
                  </a:cubicBezTo>
                  <a:cubicBezTo>
                    <a:pt x="2088204" y="0"/>
                    <a:pt x="2690491" y="97791"/>
                    <a:pt x="2690491" y="218422"/>
                  </a:cubicBezTo>
                  <a:close/>
                </a:path>
              </a:pathLst>
            </a:custGeom>
            <a:solidFill>
              <a:schemeClr val="tx2">
                <a:alpha val="15000"/>
              </a:schemeClr>
            </a:solidFill>
            <a:ln w="14465" cap="flat">
              <a:noFill/>
              <a:prstDash val="solid"/>
              <a:miter/>
            </a:ln>
          </p:spPr>
          <p:txBody>
            <a:bodyPr rtlCol="0" anchor="ctr"/>
            <a:lstStyle/>
            <a:p>
              <a:endParaRPr lang="en-US"/>
            </a:p>
          </p:txBody>
        </p:sp>
        <p:grpSp>
          <p:nvGrpSpPr>
            <p:cNvPr id="23" name="Graphic 205">
              <a:extLst>
                <a:ext uri="{FF2B5EF4-FFF2-40B4-BE49-F238E27FC236}">
                  <a16:creationId xmlns:a16="http://schemas.microsoft.com/office/drawing/2014/main" id="{EDD2BA35-87AD-417F-AA53-BB42664AA3EC}"/>
                </a:ext>
              </a:extLst>
            </p:cNvPr>
            <p:cNvGrpSpPr/>
            <p:nvPr/>
          </p:nvGrpSpPr>
          <p:grpSpPr>
            <a:xfrm>
              <a:off x="1868536" y="4031735"/>
              <a:ext cx="2532822" cy="2006597"/>
              <a:chOff x="1868536" y="4031735"/>
              <a:chExt cx="2532822" cy="2006597"/>
            </a:xfrm>
          </p:grpSpPr>
          <p:sp>
            <p:nvSpPr>
              <p:cNvPr id="207" name="Freeform: Shape 206">
                <a:extLst>
                  <a:ext uri="{FF2B5EF4-FFF2-40B4-BE49-F238E27FC236}">
                    <a16:creationId xmlns:a16="http://schemas.microsoft.com/office/drawing/2014/main" id="{D017A7D2-43F0-4A6D-8CD8-5EB240658377}"/>
                  </a:ext>
                </a:extLst>
              </p:cNvPr>
              <p:cNvSpPr/>
              <p:nvPr/>
            </p:nvSpPr>
            <p:spPr>
              <a:xfrm>
                <a:off x="1868536" y="4186089"/>
                <a:ext cx="2532822" cy="1852243"/>
              </a:xfrm>
              <a:custGeom>
                <a:avLst/>
                <a:gdLst>
                  <a:gd name="connsiteX0" fmla="*/ 23144 w 2532822"/>
                  <a:gd name="connsiteY0" fmla="*/ 5786 h 1852243"/>
                  <a:gd name="connsiteX1" fmla="*/ 0 w 2532822"/>
                  <a:gd name="connsiteY1" fmla="*/ 31823 h 1852243"/>
                  <a:gd name="connsiteX2" fmla="*/ 13019 w 2532822"/>
                  <a:gd name="connsiteY2" fmla="*/ 1466752 h 1852243"/>
                  <a:gd name="connsiteX3" fmla="*/ 1118145 w 2532822"/>
                  <a:gd name="connsiteY3" fmla="*/ 1787875 h 1852243"/>
                  <a:gd name="connsiteX4" fmla="*/ 1259902 w 2532822"/>
                  <a:gd name="connsiteY4" fmla="*/ 1851521 h 1852243"/>
                  <a:gd name="connsiteX5" fmla="*/ 1391534 w 2532822"/>
                  <a:gd name="connsiteY5" fmla="*/ 1787875 h 1852243"/>
                  <a:gd name="connsiteX6" fmla="*/ 2527037 w 2532822"/>
                  <a:gd name="connsiteY6" fmla="*/ 1468198 h 1852243"/>
                  <a:gd name="connsiteX7" fmla="*/ 2532822 w 2532822"/>
                  <a:gd name="connsiteY7" fmla="*/ 41949 h 1852243"/>
                  <a:gd name="connsiteX8" fmla="*/ 2496660 w 2532822"/>
                  <a:gd name="connsiteY8" fmla="*/ 0 h 1852243"/>
                  <a:gd name="connsiteX9" fmla="*/ 1248330 w 2532822"/>
                  <a:gd name="connsiteY9" fmla="*/ 300872 h 1852243"/>
                  <a:gd name="connsiteX10" fmla="*/ 23144 w 2532822"/>
                  <a:gd name="connsiteY10" fmla="*/ 5786 h 185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32822" h="1852243">
                    <a:moveTo>
                      <a:pt x="23144" y="5786"/>
                    </a:moveTo>
                    <a:lnTo>
                      <a:pt x="0" y="31823"/>
                    </a:lnTo>
                    <a:lnTo>
                      <a:pt x="13019" y="1466752"/>
                    </a:lnTo>
                    <a:lnTo>
                      <a:pt x="1118145" y="1787875"/>
                    </a:lnTo>
                    <a:cubicBezTo>
                      <a:pt x="1118145" y="1787875"/>
                      <a:pt x="1164433" y="1842842"/>
                      <a:pt x="1259902" y="1851521"/>
                    </a:cubicBezTo>
                    <a:cubicBezTo>
                      <a:pt x="1356818" y="1860200"/>
                      <a:pt x="1391534" y="1787875"/>
                      <a:pt x="1391534" y="1787875"/>
                    </a:cubicBezTo>
                    <a:lnTo>
                      <a:pt x="2527037" y="1468198"/>
                    </a:lnTo>
                    <a:lnTo>
                      <a:pt x="2532822" y="41949"/>
                    </a:lnTo>
                    <a:lnTo>
                      <a:pt x="2496660" y="0"/>
                    </a:lnTo>
                    <a:lnTo>
                      <a:pt x="1248330" y="300872"/>
                    </a:lnTo>
                    <a:lnTo>
                      <a:pt x="23144" y="5786"/>
                    </a:lnTo>
                    <a:close/>
                  </a:path>
                </a:pathLst>
              </a:custGeom>
              <a:solidFill>
                <a:schemeClr val="accent1">
                  <a:lumMod val="75000"/>
                </a:schemeClr>
              </a:solidFill>
              <a:ln w="1446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C1A76E03-F4F2-4973-AE36-5A9239490089}"/>
                  </a:ext>
                </a:extLst>
              </p:cNvPr>
              <p:cNvSpPr/>
              <p:nvPr/>
            </p:nvSpPr>
            <p:spPr>
              <a:xfrm>
                <a:off x="1891681" y="4184642"/>
                <a:ext cx="2474962" cy="1825575"/>
              </a:xfrm>
              <a:custGeom>
                <a:avLst/>
                <a:gdLst>
                  <a:gd name="connsiteX0" fmla="*/ 72325 w 2474962"/>
                  <a:gd name="connsiteY0" fmla="*/ 10125 h 1825575"/>
                  <a:gd name="connsiteX1" fmla="*/ 0 w 2474962"/>
                  <a:gd name="connsiteY1" fmla="*/ 7233 h 1825575"/>
                  <a:gd name="connsiteX2" fmla="*/ 14465 w 2474962"/>
                  <a:gd name="connsiteY2" fmla="*/ 1446500 h 1825575"/>
                  <a:gd name="connsiteX3" fmla="*/ 1100787 w 2474962"/>
                  <a:gd name="connsiteY3" fmla="*/ 1761838 h 1825575"/>
                  <a:gd name="connsiteX4" fmla="*/ 1242544 w 2474962"/>
                  <a:gd name="connsiteY4" fmla="*/ 1825484 h 1825575"/>
                  <a:gd name="connsiteX5" fmla="*/ 1374176 w 2474962"/>
                  <a:gd name="connsiteY5" fmla="*/ 1761838 h 1825575"/>
                  <a:gd name="connsiteX6" fmla="*/ 2473516 w 2474962"/>
                  <a:gd name="connsiteY6" fmla="*/ 1453733 h 1825575"/>
                  <a:gd name="connsiteX7" fmla="*/ 2474962 w 2474962"/>
                  <a:gd name="connsiteY7" fmla="*/ 0 h 1825575"/>
                  <a:gd name="connsiteX8" fmla="*/ 1232418 w 2474962"/>
                  <a:gd name="connsiteY8" fmla="*/ 274835 h 1825575"/>
                  <a:gd name="connsiteX9" fmla="*/ 72325 w 2474962"/>
                  <a:gd name="connsiteY9" fmla="*/ 10125 h 182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4962" h="1825575">
                    <a:moveTo>
                      <a:pt x="72325" y="10125"/>
                    </a:moveTo>
                    <a:lnTo>
                      <a:pt x="0" y="7233"/>
                    </a:lnTo>
                    <a:lnTo>
                      <a:pt x="14465" y="1446500"/>
                    </a:lnTo>
                    <a:lnTo>
                      <a:pt x="1100787" y="1761838"/>
                    </a:lnTo>
                    <a:cubicBezTo>
                      <a:pt x="1100787" y="1761838"/>
                      <a:pt x="1145628" y="1822591"/>
                      <a:pt x="1242544" y="1825484"/>
                    </a:cubicBezTo>
                    <a:cubicBezTo>
                      <a:pt x="1320655" y="1828377"/>
                      <a:pt x="1374176" y="1761838"/>
                      <a:pt x="1374176" y="1761838"/>
                    </a:cubicBezTo>
                    <a:lnTo>
                      <a:pt x="2473516" y="1453733"/>
                    </a:lnTo>
                    <a:lnTo>
                      <a:pt x="2474962" y="0"/>
                    </a:lnTo>
                    <a:lnTo>
                      <a:pt x="1232418" y="274835"/>
                    </a:lnTo>
                    <a:lnTo>
                      <a:pt x="72325" y="10125"/>
                    </a:lnTo>
                    <a:close/>
                  </a:path>
                </a:pathLst>
              </a:custGeom>
              <a:solidFill>
                <a:schemeClr val="accent1"/>
              </a:solidFill>
              <a:ln w="1446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D5CF93A8-E155-4C7B-945F-493B770E0375}"/>
                  </a:ext>
                </a:extLst>
              </p:cNvPr>
              <p:cNvSpPr/>
              <p:nvPr/>
            </p:nvSpPr>
            <p:spPr>
              <a:xfrm>
                <a:off x="1914825" y="4060243"/>
                <a:ext cx="2404083" cy="1865985"/>
              </a:xfrm>
              <a:custGeom>
                <a:avLst/>
                <a:gdLst>
                  <a:gd name="connsiteX0" fmla="*/ 94023 w 2404083"/>
                  <a:gd name="connsiteY0" fmla="*/ 0 h 1865985"/>
                  <a:gd name="connsiteX1" fmla="*/ 0 w 2404083"/>
                  <a:gd name="connsiteY1" fmla="*/ 164901 h 1865985"/>
                  <a:gd name="connsiteX2" fmla="*/ 15911 w 2404083"/>
                  <a:gd name="connsiteY2" fmla="*/ 1562221 h 1865985"/>
                  <a:gd name="connsiteX3" fmla="*/ 1128270 w 2404083"/>
                  <a:gd name="connsiteY3" fmla="*/ 1863093 h 1865985"/>
                  <a:gd name="connsiteX4" fmla="*/ 1311976 w 2404083"/>
                  <a:gd name="connsiteY4" fmla="*/ 1865986 h 1865985"/>
                  <a:gd name="connsiteX5" fmla="*/ 2404084 w 2404083"/>
                  <a:gd name="connsiteY5" fmla="*/ 1562221 h 1865985"/>
                  <a:gd name="connsiteX6" fmla="*/ 2398298 w 2404083"/>
                  <a:gd name="connsiteY6" fmla="*/ 170687 h 1865985"/>
                  <a:gd name="connsiteX7" fmla="*/ 2318740 w 2404083"/>
                  <a:gd name="connsiteY7" fmla="*/ 2893 h 1865985"/>
                  <a:gd name="connsiteX8" fmla="*/ 2302829 w 2404083"/>
                  <a:gd name="connsiteY8" fmla="*/ 1416124 h 1865985"/>
                  <a:gd name="connsiteX9" fmla="*/ 1209274 w 2404083"/>
                  <a:gd name="connsiteY9" fmla="*/ 1783535 h 1865985"/>
                  <a:gd name="connsiteX10" fmla="*/ 141757 w 2404083"/>
                  <a:gd name="connsiteY10" fmla="*/ 1407445 h 1865985"/>
                  <a:gd name="connsiteX11" fmla="*/ 94023 w 2404083"/>
                  <a:gd name="connsiteY11" fmla="*/ 0 h 1865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04083" h="1865985">
                    <a:moveTo>
                      <a:pt x="94023" y="0"/>
                    </a:moveTo>
                    <a:lnTo>
                      <a:pt x="0" y="164901"/>
                    </a:lnTo>
                    <a:lnTo>
                      <a:pt x="15911" y="1562221"/>
                    </a:lnTo>
                    <a:lnTo>
                      <a:pt x="1128270" y="1863093"/>
                    </a:lnTo>
                    <a:cubicBezTo>
                      <a:pt x="1128270" y="1863093"/>
                      <a:pt x="1204935" y="1809572"/>
                      <a:pt x="1311976" y="1865986"/>
                    </a:cubicBezTo>
                    <a:cubicBezTo>
                      <a:pt x="1437822" y="1825484"/>
                      <a:pt x="2404084" y="1562221"/>
                      <a:pt x="2404084" y="1562221"/>
                    </a:cubicBezTo>
                    <a:lnTo>
                      <a:pt x="2398298" y="170687"/>
                    </a:lnTo>
                    <a:lnTo>
                      <a:pt x="2318740" y="2893"/>
                    </a:lnTo>
                    <a:lnTo>
                      <a:pt x="2302829" y="1416124"/>
                    </a:lnTo>
                    <a:cubicBezTo>
                      <a:pt x="2302829" y="1416124"/>
                      <a:pt x="1544863" y="1326441"/>
                      <a:pt x="1209274" y="1783535"/>
                    </a:cubicBezTo>
                    <a:cubicBezTo>
                      <a:pt x="1102234" y="1627313"/>
                      <a:pt x="711678" y="1322102"/>
                      <a:pt x="141757" y="1407445"/>
                    </a:cubicBezTo>
                    <a:cubicBezTo>
                      <a:pt x="137418" y="1277260"/>
                      <a:pt x="94023" y="0"/>
                      <a:pt x="94023" y="0"/>
                    </a:cubicBezTo>
                    <a:close/>
                  </a:path>
                </a:pathLst>
              </a:custGeom>
              <a:solidFill>
                <a:srgbClr val="7D182D"/>
              </a:solidFill>
              <a:ln w="1446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F5E82891-1D52-4147-8863-F712FE27DFFD}"/>
                  </a:ext>
                </a:extLst>
              </p:cNvPr>
              <p:cNvSpPr/>
              <p:nvPr/>
            </p:nvSpPr>
            <p:spPr>
              <a:xfrm>
                <a:off x="1922057" y="4042885"/>
                <a:ext cx="2404083" cy="1865985"/>
              </a:xfrm>
              <a:custGeom>
                <a:avLst/>
                <a:gdLst>
                  <a:gd name="connsiteX0" fmla="*/ 94023 w 2404083"/>
                  <a:gd name="connsiteY0" fmla="*/ 0 h 1865985"/>
                  <a:gd name="connsiteX1" fmla="*/ 0 w 2404083"/>
                  <a:gd name="connsiteY1" fmla="*/ 164901 h 1865985"/>
                  <a:gd name="connsiteX2" fmla="*/ 15911 w 2404083"/>
                  <a:gd name="connsiteY2" fmla="*/ 1562221 h 1865985"/>
                  <a:gd name="connsiteX3" fmla="*/ 1128270 w 2404083"/>
                  <a:gd name="connsiteY3" fmla="*/ 1863093 h 1865985"/>
                  <a:gd name="connsiteX4" fmla="*/ 1311976 w 2404083"/>
                  <a:gd name="connsiteY4" fmla="*/ 1865986 h 1865985"/>
                  <a:gd name="connsiteX5" fmla="*/ 2404084 w 2404083"/>
                  <a:gd name="connsiteY5" fmla="*/ 1562221 h 1865985"/>
                  <a:gd name="connsiteX6" fmla="*/ 2398298 w 2404083"/>
                  <a:gd name="connsiteY6" fmla="*/ 170687 h 1865985"/>
                  <a:gd name="connsiteX7" fmla="*/ 2318740 w 2404083"/>
                  <a:gd name="connsiteY7" fmla="*/ 2893 h 1865985"/>
                  <a:gd name="connsiteX8" fmla="*/ 2302829 w 2404083"/>
                  <a:gd name="connsiteY8" fmla="*/ 1416124 h 1865985"/>
                  <a:gd name="connsiteX9" fmla="*/ 1209274 w 2404083"/>
                  <a:gd name="connsiteY9" fmla="*/ 1783535 h 1865985"/>
                  <a:gd name="connsiteX10" fmla="*/ 141757 w 2404083"/>
                  <a:gd name="connsiteY10" fmla="*/ 1407445 h 1865985"/>
                  <a:gd name="connsiteX11" fmla="*/ 94023 w 2404083"/>
                  <a:gd name="connsiteY11" fmla="*/ 0 h 1865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04083" h="1865985">
                    <a:moveTo>
                      <a:pt x="94023" y="0"/>
                    </a:moveTo>
                    <a:lnTo>
                      <a:pt x="0" y="164901"/>
                    </a:lnTo>
                    <a:lnTo>
                      <a:pt x="15911" y="1562221"/>
                    </a:lnTo>
                    <a:lnTo>
                      <a:pt x="1128270" y="1863093"/>
                    </a:lnTo>
                    <a:cubicBezTo>
                      <a:pt x="1128270" y="1863093"/>
                      <a:pt x="1204935" y="1809572"/>
                      <a:pt x="1311976" y="1865986"/>
                    </a:cubicBezTo>
                    <a:cubicBezTo>
                      <a:pt x="1437822" y="1825484"/>
                      <a:pt x="2404084" y="1562221"/>
                      <a:pt x="2404084" y="1562221"/>
                    </a:cubicBezTo>
                    <a:lnTo>
                      <a:pt x="2398298" y="170687"/>
                    </a:lnTo>
                    <a:lnTo>
                      <a:pt x="2318740" y="2893"/>
                    </a:lnTo>
                    <a:lnTo>
                      <a:pt x="2302829" y="1416124"/>
                    </a:lnTo>
                    <a:cubicBezTo>
                      <a:pt x="2302829" y="1416124"/>
                      <a:pt x="1544863" y="1326441"/>
                      <a:pt x="1209274" y="1783535"/>
                    </a:cubicBezTo>
                    <a:cubicBezTo>
                      <a:pt x="1102234" y="1627313"/>
                      <a:pt x="711678" y="1322101"/>
                      <a:pt x="141757" y="1407445"/>
                    </a:cubicBezTo>
                    <a:cubicBezTo>
                      <a:pt x="137418" y="1275814"/>
                      <a:pt x="94023" y="0"/>
                      <a:pt x="94023" y="0"/>
                    </a:cubicBezTo>
                    <a:close/>
                  </a:path>
                </a:pathLst>
              </a:custGeom>
              <a:solidFill>
                <a:srgbClr val="DEDEDE"/>
              </a:solidFill>
              <a:ln w="1446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DFCA09FE-4D70-4953-A981-0F37B9425BF2}"/>
                  </a:ext>
                </a:extLst>
              </p:cNvPr>
              <p:cNvSpPr/>
              <p:nvPr/>
            </p:nvSpPr>
            <p:spPr>
              <a:xfrm>
                <a:off x="1936522" y="5440933"/>
                <a:ext cx="1193362" cy="467938"/>
              </a:xfrm>
              <a:custGeom>
                <a:avLst/>
                <a:gdLst>
                  <a:gd name="connsiteX0" fmla="*/ 0 w 1193362"/>
                  <a:gd name="connsiteY0" fmla="*/ 165620 h 467938"/>
                  <a:gd name="connsiteX1" fmla="*/ 91129 w 1193362"/>
                  <a:gd name="connsiteY1" fmla="*/ 45560 h 467938"/>
                  <a:gd name="connsiteX2" fmla="*/ 548224 w 1193362"/>
                  <a:gd name="connsiteY2" fmla="*/ 3611 h 467938"/>
                  <a:gd name="connsiteX3" fmla="*/ 1193363 w 1193362"/>
                  <a:gd name="connsiteY3" fmla="*/ 381148 h 467938"/>
                  <a:gd name="connsiteX4" fmla="*/ 1193363 w 1193362"/>
                  <a:gd name="connsiteY4" fmla="*/ 444794 h 467938"/>
                  <a:gd name="connsiteX5" fmla="*/ 1112359 w 1193362"/>
                  <a:gd name="connsiteY5" fmla="*/ 467938 h 467938"/>
                  <a:gd name="connsiteX6" fmla="*/ 0 w 1193362"/>
                  <a:gd name="connsiteY6" fmla="*/ 165620 h 467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3362" h="467938">
                    <a:moveTo>
                      <a:pt x="0" y="165620"/>
                    </a:moveTo>
                    <a:lnTo>
                      <a:pt x="91129" y="45560"/>
                    </a:lnTo>
                    <a:cubicBezTo>
                      <a:pt x="91129" y="45560"/>
                      <a:pt x="283514" y="-15193"/>
                      <a:pt x="548224" y="3611"/>
                    </a:cubicBezTo>
                    <a:cubicBezTo>
                      <a:pt x="814380" y="22416"/>
                      <a:pt x="1141289" y="236498"/>
                      <a:pt x="1193363" y="381148"/>
                    </a:cubicBezTo>
                    <a:cubicBezTo>
                      <a:pt x="1193363" y="407185"/>
                      <a:pt x="1193363" y="444794"/>
                      <a:pt x="1193363" y="444794"/>
                    </a:cubicBezTo>
                    <a:cubicBezTo>
                      <a:pt x="1193363" y="444794"/>
                      <a:pt x="1148522" y="444794"/>
                      <a:pt x="1112359" y="467938"/>
                    </a:cubicBezTo>
                    <a:cubicBezTo>
                      <a:pt x="1066071" y="453473"/>
                      <a:pt x="0" y="165620"/>
                      <a:pt x="0" y="165620"/>
                    </a:cubicBezTo>
                    <a:close/>
                  </a:path>
                </a:pathLst>
              </a:custGeom>
              <a:solidFill>
                <a:srgbClr val="B8B8B8"/>
              </a:solidFill>
              <a:ln w="1446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3BD2DF4D-CD58-418F-8002-999CD15C6293}"/>
                  </a:ext>
                </a:extLst>
              </p:cNvPr>
              <p:cNvSpPr/>
              <p:nvPr/>
            </p:nvSpPr>
            <p:spPr>
              <a:xfrm>
                <a:off x="3131331" y="5431517"/>
                <a:ext cx="1194809" cy="480247"/>
              </a:xfrm>
              <a:custGeom>
                <a:avLst/>
                <a:gdLst>
                  <a:gd name="connsiteX0" fmla="*/ 1194810 w 1194809"/>
                  <a:gd name="connsiteY0" fmla="*/ 175035 h 480247"/>
                  <a:gd name="connsiteX1" fmla="*/ 1066071 w 1194809"/>
                  <a:gd name="connsiteY1" fmla="*/ 9 h 480247"/>
                  <a:gd name="connsiteX2" fmla="*/ 415146 w 1194809"/>
                  <a:gd name="connsiteY2" fmla="*/ 96924 h 480247"/>
                  <a:gd name="connsiteX3" fmla="*/ 0 w 1194809"/>
                  <a:gd name="connsiteY3" fmla="*/ 397796 h 480247"/>
                  <a:gd name="connsiteX4" fmla="*/ 0 w 1194809"/>
                  <a:gd name="connsiteY4" fmla="*/ 454210 h 480247"/>
                  <a:gd name="connsiteX5" fmla="*/ 102702 w 1194809"/>
                  <a:gd name="connsiteY5" fmla="*/ 480247 h 480247"/>
                  <a:gd name="connsiteX6" fmla="*/ 1194810 w 1194809"/>
                  <a:gd name="connsiteY6" fmla="*/ 175035 h 480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4809" h="480247">
                    <a:moveTo>
                      <a:pt x="1194810" y="175035"/>
                    </a:moveTo>
                    <a:lnTo>
                      <a:pt x="1066071" y="9"/>
                    </a:lnTo>
                    <a:cubicBezTo>
                      <a:pt x="1066071" y="9"/>
                      <a:pt x="666837" y="-2884"/>
                      <a:pt x="415146" y="96924"/>
                    </a:cubicBezTo>
                    <a:cubicBezTo>
                      <a:pt x="39055" y="245914"/>
                      <a:pt x="0" y="397796"/>
                      <a:pt x="0" y="397796"/>
                    </a:cubicBezTo>
                    <a:lnTo>
                      <a:pt x="0" y="454210"/>
                    </a:lnTo>
                    <a:cubicBezTo>
                      <a:pt x="0" y="454210"/>
                      <a:pt x="56413" y="451317"/>
                      <a:pt x="102702" y="480247"/>
                    </a:cubicBezTo>
                    <a:cubicBezTo>
                      <a:pt x="257477" y="431066"/>
                      <a:pt x="1194810" y="175035"/>
                      <a:pt x="1194810" y="175035"/>
                    </a:cubicBezTo>
                    <a:close/>
                  </a:path>
                </a:pathLst>
              </a:custGeom>
              <a:solidFill>
                <a:srgbClr val="B8B8B8"/>
              </a:solidFill>
              <a:ln w="1446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9A9D7C3A-6918-48AD-BB54-0921C6DFD0F7}"/>
                  </a:ext>
                </a:extLst>
              </p:cNvPr>
              <p:cNvSpPr/>
              <p:nvPr/>
            </p:nvSpPr>
            <p:spPr>
              <a:xfrm>
                <a:off x="3121206" y="4031735"/>
                <a:ext cx="1119591" cy="1797578"/>
              </a:xfrm>
              <a:custGeom>
                <a:avLst/>
                <a:gdLst>
                  <a:gd name="connsiteX0" fmla="*/ 0 w 1119591"/>
                  <a:gd name="connsiteY0" fmla="*/ 382902 h 1797578"/>
                  <a:gd name="connsiteX1" fmla="*/ 1119591 w 1119591"/>
                  <a:gd name="connsiteY1" fmla="*/ 16937 h 1797578"/>
                  <a:gd name="connsiteX2" fmla="*/ 1103680 w 1119591"/>
                  <a:gd name="connsiteY2" fmla="*/ 1430168 h 1797578"/>
                  <a:gd name="connsiteX3" fmla="*/ 10125 w 1119591"/>
                  <a:gd name="connsiteY3" fmla="*/ 1797579 h 1797578"/>
                  <a:gd name="connsiteX4" fmla="*/ 0 w 1119591"/>
                  <a:gd name="connsiteY4" fmla="*/ 382902 h 1797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591" h="1797578">
                    <a:moveTo>
                      <a:pt x="0" y="382902"/>
                    </a:moveTo>
                    <a:cubicBezTo>
                      <a:pt x="57860" y="309130"/>
                      <a:pt x="478792" y="-85765"/>
                      <a:pt x="1119591" y="16937"/>
                    </a:cubicBezTo>
                    <a:cubicBezTo>
                      <a:pt x="1116698" y="291772"/>
                      <a:pt x="1103680" y="1430168"/>
                      <a:pt x="1103680" y="1430168"/>
                    </a:cubicBezTo>
                    <a:cubicBezTo>
                      <a:pt x="1103680" y="1430168"/>
                      <a:pt x="354393" y="1408470"/>
                      <a:pt x="10125" y="1797579"/>
                    </a:cubicBezTo>
                    <a:cubicBezTo>
                      <a:pt x="5786" y="1661608"/>
                      <a:pt x="0" y="382902"/>
                      <a:pt x="0" y="382902"/>
                    </a:cubicBezTo>
                    <a:close/>
                  </a:path>
                </a:pathLst>
              </a:custGeom>
              <a:solidFill>
                <a:srgbClr val="F6F6F6"/>
              </a:solidFill>
              <a:ln w="1446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95BF850E-4CAD-430D-AC16-2743C9AA86B4}"/>
                  </a:ext>
                </a:extLst>
              </p:cNvPr>
              <p:cNvSpPr/>
              <p:nvPr/>
            </p:nvSpPr>
            <p:spPr>
              <a:xfrm>
                <a:off x="2016080" y="4037763"/>
                <a:ext cx="1116518" cy="1790103"/>
              </a:xfrm>
              <a:custGeom>
                <a:avLst/>
                <a:gdLst>
                  <a:gd name="connsiteX0" fmla="*/ 0 w 1116518"/>
                  <a:gd name="connsiteY0" fmla="*/ 5122 h 1790103"/>
                  <a:gd name="connsiteX1" fmla="*/ 13019 w 1116518"/>
                  <a:gd name="connsiteY1" fmla="*/ 1448730 h 1790103"/>
                  <a:gd name="connsiteX2" fmla="*/ 1115252 w 1116518"/>
                  <a:gd name="connsiteY2" fmla="*/ 1790104 h 1790103"/>
                  <a:gd name="connsiteX3" fmla="*/ 1105126 w 1116518"/>
                  <a:gd name="connsiteY3" fmla="*/ 376873 h 1790103"/>
                  <a:gd name="connsiteX4" fmla="*/ 0 w 1116518"/>
                  <a:gd name="connsiteY4" fmla="*/ 5122 h 1790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6518" h="1790103">
                    <a:moveTo>
                      <a:pt x="0" y="5122"/>
                    </a:moveTo>
                    <a:lnTo>
                      <a:pt x="13019" y="1448730"/>
                    </a:lnTo>
                    <a:cubicBezTo>
                      <a:pt x="13019" y="1448730"/>
                      <a:pt x="762306" y="1350368"/>
                      <a:pt x="1115252" y="1790104"/>
                    </a:cubicBezTo>
                    <a:cubicBezTo>
                      <a:pt x="1121038" y="1568790"/>
                      <a:pt x="1105126" y="376873"/>
                      <a:pt x="1105126" y="376873"/>
                    </a:cubicBezTo>
                    <a:cubicBezTo>
                      <a:pt x="1105126" y="376873"/>
                      <a:pt x="860668" y="-51291"/>
                      <a:pt x="0" y="5122"/>
                    </a:cubicBezTo>
                    <a:close/>
                  </a:path>
                </a:pathLst>
              </a:custGeom>
              <a:solidFill>
                <a:srgbClr val="E7E7E7"/>
              </a:solidFill>
              <a:ln w="1446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E9BC823E-5730-4D8F-BB37-81F13A617E1F}"/>
                  </a:ext>
                </a:extLst>
              </p:cNvPr>
              <p:cNvSpPr/>
              <p:nvPr/>
            </p:nvSpPr>
            <p:spPr>
              <a:xfrm>
                <a:off x="3200764" y="4145587"/>
                <a:ext cx="940225" cy="775324"/>
              </a:xfrm>
              <a:custGeom>
                <a:avLst/>
                <a:gdLst>
                  <a:gd name="connsiteX0" fmla="*/ 0 w 940225"/>
                  <a:gd name="connsiteY0" fmla="*/ 344267 h 775324"/>
                  <a:gd name="connsiteX1" fmla="*/ 0 w 940225"/>
                  <a:gd name="connsiteY1" fmla="*/ 775324 h 775324"/>
                  <a:gd name="connsiteX2" fmla="*/ 940225 w 940225"/>
                  <a:gd name="connsiteY2" fmla="*/ 512061 h 775324"/>
                  <a:gd name="connsiteX3" fmla="*/ 940225 w 940225"/>
                  <a:gd name="connsiteY3" fmla="*/ 0 h 775324"/>
                  <a:gd name="connsiteX4" fmla="*/ 0 w 940225"/>
                  <a:gd name="connsiteY4" fmla="*/ 344267 h 7753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0225" h="775324">
                    <a:moveTo>
                      <a:pt x="0" y="344267"/>
                    </a:moveTo>
                    <a:lnTo>
                      <a:pt x="0" y="775324"/>
                    </a:lnTo>
                    <a:cubicBezTo>
                      <a:pt x="0" y="775324"/>
                      <a:pt x="480238" y="467220"/>
                      <a:pt x="940225" y="512061"/>
                    </a:cubicBezTo>
                    <a:cubicBezTo>
                      <a:pt x="940225" y="308104"/>
                      <a:pt x="940225" y="0"/>
                      <a:pt x="940225" y="0"/>
                    </a:cubicBezTo>
                    <a:cubicBezTo>
                      <a:pt x="940225" y="0"/>
                      <a:pt x="328356" y="0"/>
                      <a:pt x="0" y="344267"/>
                    </a:cubicBezTo>
                    <a:close/>
                  </a:path>
                </a:pathLst>
              </a:custGeom>
              <a:solidFill>
                <a:srgbClr val="DEDEDE"/>
              </a:solidFill>
              <a:ln w="14465" cap="flat">
                <a:noFill/>
                <a:prstDash val="solid"/>
                <a:miter/>
              </a:ln>
            </p:spPr>
            <p:txBody>
              <a:bodyPr rtlCol="0" anchor="ctr"/>
              <a:lstStyle/>
              <a:p>
                <a:endParaRPr lang="en-US"/>
              </a:p>
            </p:txBody>
          </p:sp>
          <p:grpSp>
            <p:nvGrpSpPr>
              <p:cNvPr id="216" name="Graphic 205">
                <a:extLst>
                  <a:ext uri="{FF2B5EF4-FFF2-40B4-BE49-F238E27FC236}">
                    <a16:creationId xmlns:a16="http://schemas.microsoft.com/office/drawing/2014/main" id="{EDD2BA35-87AD-417F-AA53-BB42664AA3EC}"/>
                  </a:ext>
                </a:extLst>
              </p:cNvPr>
              <p:cNvGrpSpPr/>
              <p:nvPr/>
            </p:nvGrpSpPr>
            <p:grpSpPr>
              <a:xfrm>
                <a:off x="3212336" y="4758593"/>
                <a:ext cx="930099" cy="845066"/>
                <a:chOff x="3212336" y="4758593"/>
                <a:chExt cx="930099" cy="845066"/>
              </a:xfrm>
              <a:solidFill>
                <a:srgbClr val="DEDEDE"/>
              </a:solidFill>
            </p:grpSpPr>
            <p:sp>
              <p:nvSpPr>
                <p:cNvPr id="217" name="Freeform: Shape 216">
                  <a:extLst>
                    <a:ext uri="{FF2B5EF4-FFF2-40B4-BE49-F238E27FC236}">
                      <a16:creationId xmlns:a16="http://schemas.microsoft.com/office/drawing/2014/main" id="{446C189C-0639-4938-BEAF-86C301CDEC6C}"/>
                    </a:ext>
                  </a:extLst>
                </p:cNvPr>
                <p:cNvSpPr/>
                <p:nvPr/>
              </p:nvSpPr>
              <p:spPr>
                <a:xfrm>
                  <a:off x="3212336" y="4758593"/>
                  <a:ext cx="930099" cy="304075"/>
                </a:xfrm>
                <a:custGeom>
                  <a:avLst/>
                  <a:gdLst>
                    <a:gd name="connsiteX0" fmla="*/ 930100 w 930099"/>
                    <a:gd name="connsiteY0" fmla="*/ 56724 h 304075"/>
                    <a:gd name="connsiteX1" fmla="*/ 468666 w 930099"/>
                    <a:gd name="connsiteY1" fmla="*/ 79868 h 304075"/>
                    <a:gd name="connsiteX2" fmla="*/ 0 w 930099"/>
                    <a:gd name="connsiteY2" fmla="*/ 304075 h 304075"/>
                    <a:gd name="connsiteX3" fmla="*/ 0 w 930099"/>
                    <a:gd name="connsiteY3" fmla="*/ 267913 h 304075"/>
                    <a:gd name="connsiteX4" fmla="*/ 464327 w 930099"/>
                    <a:gd name="connsiteY4" fmla="*/ 43705 h 304075"/>
                    <a:gd name="connsiteX5" fmla="*/ 930100 w 930099"/>
                    <a:gd name="connsiteY5" fmla="*/ 19114 h 304075"/>
                    <a:gd name="connsiteX6" fmla="*/ 930100 w 930099"/>
                    <a:gd name="connsiteY6" fmla="*/ 56724 h 304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0099" h="304075">
                      <a:moveTo>
                        <a:pt x="930100" y="56724"/>
                      </a:moveTo>
                      <a:cubicBezTo>
                        <a:pt x="930100" y="56724"/>
                        <a:pt x="765199" y="11882"/>
                        <a:pt x="468666" y="79868"/>
                      </a:cubicBezTo>
                      <a:cubicBezTo>
                        <a:pt x="192384" y="143514"/>
                        <a:pt x="0" y="304075"/>
                        <a:pt x="0" y="304075"/>
                      </a:cubicBezTo>
                      <a:lnTo>
                        <a:pt x="0" y="267913"/>
                      </a:lnTo>
                      <a:cubicBezTo>
                        <a:pt x="0" y="267913"/>
                        <a:pt x="128738" y="124709"/>
                        <a:pt x="464327" y="43705"/>
                      </a:cubicBezTo>
                      <a:cubicBezTo>
                        <a:pt x="801361" y="-37299"/>
                        <a:pt x="930100" y="19114"/>
                        <a:pt x="930100" y="19114"/>
                      </a:cubicBezTo>
                      <a:lnTo>
                        <a:pt x="930100" y="56724"/>
                      </a:lnTo>
                      <a:close/>
                    </a:path>
                  </a:pathLst>
                </a:custGeom>
                <a:solidFill>
                  <a:srgbClr val="DEDEDE"/>
                </a:solidFill>
                <a:ln w="1446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54AFAC8C-297A-48F7-A3C5-E3156DA03A73}"/>
                    </a:ext>
                  </a:extLst>
                </p:cNvPr>
                <p:cNvSpPr/>
                <p:nvPr/>
              </p:nvSpPr>
              <p:spPr>
                <a:xfrm>
                  <a:off x="3212336" y="4893118"/>
                  <a:ext cx="930099" cy="304074"/>
                </a:xfrm>
                <a:custGeom>
                  <a:avLst/>
                  <a:gdLst>
                    <a:gd name="connsiteX0" fmla="*/ 930100 w 930099"/>
                    <a:gd name="connsiteY0" fmla="*/ 56724 h 304074"/>
                    <a:gd name="connsiteX1" fmla="*/ 468666 w 930099"/>
                    <a:gd name="connsiteY1" fmla="*/ 79867 h 304074"/>
                    <a:gd name="connsiteX2" fmla="*/ 0 w 930099"/>
                    <a:gd name="connsiteY2" fmla="*/ 304075 h 304074"/>
                    <a:gd name="connsiteX3" fmla="*/ 0 w 930099"/>
                    <a:gd name="connsiteY3" fmla="*/ 267912 h 304074"/>
                    <a:gd name="connsiteX4" fmla="*/ 464327 w 930099"/>
                    <a:gd name="connsiteY4" fmla="*/ 43705 h 304074"/>
                    <a:gd name="connsiteX5" fmla="*/ 930100 w 930099"/>
                    <a:gd name="connsiteY5" fmla="*/ 19115 h 304074"/>
                    <a:gd name="connsiteX6" fmla="*/ 930100 w 930099"/>
                    <a:gd name="connsiteY6" fmla="*/ 56724 h 304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0099" h="304074">
                      <a:moveTo>
                        <a:pt x="930100" y="56724"/>
                      </a:moveTo>
                      <a:cubicBezTo>
                        <a:pt x="930100" y="56724"/>
                        <a:pt x="765199" y="11882"/>
                        <a:pt x="468666" y="79867"/>
                      </a:cubicBezTo>
                      <a:cubicBezTo>
                        <a:pt x="192384" y="143514"/>
                        <a:pt x="0" y="304075"/>
                        <a:pt x="0" y="304075"/>
                      </a:cubicBezTo>
                      <a:lnTo>
                        <a:pt x="0" y="267912"/>
                      </a:lnTo>
                      <a:cubicBezTo>
                        <a:pt x="0" y="267912"/>
                        <a:pt x="128738" y="124709"/>
                        <a:pt x="464327" y="43705"/>
                      </a:cubicBezTo>
                      <a:cubicBezTo>
                        <a:pt x="801361" y="-37299"/>
                        <a:pt x="930100" y="19115"/>
                        <a:pt x="930100" y="19115"/>
                      </a:cubicBezTo>
                      <a:lnTo>
                        <a:pt x="930100" y="56724"/>
                      </a:lnTo>
                      <a:close/>
                    </a:path>
                  </a:pathLst>
                </a:custGeom>
                <a:solidFill>
                  <a:srgbClr val="DEDEDE"/>
                </a:solidFill>
                <a:ln w="1446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95CB8419-B27D-4C36-B254-5378CE793E6B}"/>
                    </a:ext>
                  </a:extLst>
                </p:cNvPr>
                <p:cNvSpPr/>
                <p:nvPr/>
              </p:nvSpPr>
              <p:spPr>
                <a:xfrm>
                  <a:off x="3212336" y="5029089"/>
                  <a:ext cx="930099" cy="304075"/>
                </a:xfrm>
                <a:custGeom>
                  <a:avLst/>
                  <a:gdLst>
                    <a:gd name="connsiteX0" fmla="*/ 930100 w 930099"/>
                    <a:gd name="connsiteY0" fmla="*/ 56724 h 304075"/>
                    <a:gd name="connsiteX1" fmla="*/ 468666 w 930099"/>
                    <a:gd name="connsiteY1" fmla="*/ 79868 h 304075"/>
                    <a:gd name="connsiteX2" fmla="*/ 0 w 930099"/>
                    <a:gd name="connsiteY2" fmla="*/ 304075 h 304075"/>
                    <a:gd name="connsiteX3" fmla="*/ 0 w 930099"/>
                    <a:gd name="connsiteY3" fmla="*/ 267913 h 304075"/>
                    <a:gd name="connsiteX4" fmla="*/ 464327 w 930099"/>
                    <a:gd name="connsiteY4" fmla="*/ 43705 h 304075"/>
                    <a:gd name="connsiteX5" fmla="*/ 930100 w 930099"/>
                    <a:gd name="connsiteY5" fmla="*/ 19114 h 304075"/>
                    <a:gd name="connsiteX6" fmla="*/ 930100 w 930099"/>
                    <a:gd name="connsiteY6" fmla="*/ 56724 h 304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0099" h="304075">
                      <a:moveTo>
                        <a:pt x="930100" y="56724"/>
                      </a:moveTo>
                      <a:cubicBezTo>
                        <a:pt x="930100" y="56724"/>
                        <a:pt x="765199" y="11882"/>
                        <a:pt x="468666" y="79868"/>
                      </a:cubicBezTo>
                      <a:cubicBezTo>
                        <a:pt x="192384" y="143514"/>
                        <a:pt x="0" y="304075"/>
                        <a:pt x="0" y="304075"/>
                      </a:cubicBezTo>
                      <a:lnTo>
                        <a:pt x="0" y="267913"/>
                      </a:lnTo>
                      <a:cubicBezTo>
                        <a:pt x="0" y="267913"/>
                        <a:pt x="128738" y="124709"/>
                        <a:pt x="464327" y="43705"/>
                      </a:cubicBezTo>
                      <a:cubicBezTo>
                        <a:pt x="801361" y="-37299"/>
                        <a:pt x="930100" y="19114"/>
                        <a:pt x="930100" y="19114"/>
                      </a:cubicBezTo>
                      <a:lnTo>
                        <a:pt x="930100" y="56724"/>
                      </a:lnTo>
                      <a:close/>
                    </a:path>
                  </a:pathLst>
                </a:custGeom>
                <a:solidFill>
                  <a:srgbClr val="DEDEDE"/>
                </a:solidFill>
                <a:ln w="1446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539898AC-05D9-491E-B5B3-B696F4A7FD19}"/>
                    </a:ext>
                  </a:extLst>
                </p:cNvPr>
                <p:cNvSpPr/>
                <p:nvPr/>
              </p:nvSpPr>
              <p:spPr>
                <a:xfrm>
                  <a:off x="3212336" y="5163613"/>
                  <a:ext cx="930099" cy="304075"/>
                </a:xfrm>
                <a:custGeom>
                  <a:avLst/>
                  <a:gdLst>
                    <a:gd name="connsiteX0" fmla="*/ 930100 w 930099"/>
                    <a:gd name="connsiteY0" fmla="*/ 56724 h 304075"/>
                    <a:gd name="connsiteX1" fmla="*/ 468666 w 930099"/>
                    <a:gd name="connsiteY1" fmla="*/ 79868 h 304075"/>
                    <a:gd name="connsiteX2" fmla="*/ 0 w 930099"/>
                    <a:gd name="connsiteY2" fmla="*/ 304075 h 304075"/>
                    <a:gd name="connsiteX3" fmla="*/ 0 w 930099"/>
                    <a:gd name="connsiteY3" fmla="*/ 267913 h 304075"/>
                    <a:gd name="connsiteX4" fmla="*/ 464327 w 930099"/>
                    <a:gd name="connsiteY4" fmla="*/ 43705 h 304075"/>
                    <a:gd name="connsiteX5" fmla="*/ 930100 w 930099"/>
                    <a:gd name="connsiteY5" fmla="*/ 19114 h 304075"/>
                    <a:gd name="connsiteX6" fmla="*/ 930100 w 930099"/>
                    <a:gd name="connsiteY6" fmla="*/ 56724 h 304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0099" h="304075">
                      <a:moveTo>
                        <a:pt x="930100" y="56724"/>
                      </a:moveTo>
                      <a:cubicBezTo>
                        <a:pt x="930100" y="56724"/>
                        <a:pt x="765199" y="11882"/>
                        <a:pt x="468666" y="79868"/>
                      </a:cubicBezTo>
                      <a:cubicBezTo>
                        <a:pt x="192384" y="143514"/>
                        <a:pt x="0" y="304075"/>
                        <a:pt x="0" y="304075"/>
                      </a:cubicBezTo>
                      <a:lnTo>
                        <a:pt x="0" y="267913"/>
                      </a:lnTo>
                      <a:cubicBezTo>
                        <a:pt x="0" y="267913"/>
                        <a:pt x="128738" y="124709"/>
                        <a:pt x="464327" y="43705"/>
                      </a:cubicBezTo>
                      <a:cubicBezTo>
                        <a:pt x="801361" y="-37299"/>
                        <a:pt x="930100" y="19114"/>
                        <a:pt x="930100" y="19114"/>
                      </a:cubicBezTo>
                      <a:lnTo>
                        <a:pt x="930100" y="56724"/>
                      </a:lnTo>
                      <a:close/>
                    </a:path>
                  </a:pathLst>
                </a:custGeom>
                <a:solidFill>
                  <a:srgbClr val="DEDEDE"/>
                </a:solidFill>
                <a:ln w="1446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23370AC4-A646-4AE3-A6D8-39B90AAF7F0A}"/>
                    </a:ext>
                  </a:extLst>
                </p:cNvPr>
                <p:cNvSpPr/>
                <p:nvPr/>
              </p:nvSpPr>
              <p:spPr>
                <a:xfrm>
                  <a:off x="3212336" y="5299584"/>
                  <a:ext cx="930099" cy="304075"/>
                </a:xfrm>
                <a:custGeom>
                  <a:avLst/>
                  <a:gdLst>
                    <a:gd name="connsiteX0" fmla="*/ 930100 w 930099"/>
                    <a:gd name="connsiteY0" fmla="*/ 56723 h 304075"/>
                    <a:gd name="connsiteX1" fmla="*/ 468666 w 930099"/>
                    <a:gd name="connsiteY1" fmla="*/ 79867 h 304075"/>
                    <a:gd name="connsiteX2" fmla="*/ 0 w 930099"/>
                    <a:gd name="connsiteY2" fmla="*/ 304075 h 304075"/>
                    <a:gd name="connsiteX3" fmla="*/ 0 w 930099"/>
                    <a:gd name="connsiteY3" fmla="*/ 267913 h 304075"/>
                    <a:gd name="connsiteX4" fmla="*/ 464327 w 930099"/>
                    <a:gd name="connsiteY4" fmla="*/ 43705 h 304075"/>
                    <a:gd name="connsiteX5" fmla="*/ 930100 w 930099"/>
                    <a:gd name="connsiteY5" fmla="*/ 19115 h 304075"/>
                    <a:gd name="connsiteX6" fmla="*/ 930100 w 930099"/>
                    <a:gd name="connsiteY6" fmla="*/ 56723 h 304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0099" h="304075">
                      <a:moveTo>
                        <a:pt x="930100" y="56723"/>
                      </a:moveTo>
                      <a:cubicBezTo>
                        <a:pt x="930100" y="56723"/>
                        <a:pt x="765199" y="11882"/>
                        <a:pt x="468666" y="79867"/>
                      </a:cubicBezTo>
                      <a:cubicBezTo>
                        <a:pt x="192384" y="143513"/>
                        <a:pt x="0" y="304075"/>
                        <a:pt x="0" y="304075"/>
                      </a:cubicBezTo>
                      <a:lnTo>
                        <a:pt x="0" y="267913"/>
                      </a:lnTo>
                      <a:cubicBezTo>
                        <a:pt x="0" y="267913"/>
                        <a:pt x="128738" y="124709"/>
                        <a:pt x="464327" y="43705"/>
                      </a:cubicBezTo>
                      <a:cubicBezTo>
                        <a:pt x="801361" y="-37299"/>
                        <a:pt x="930100" y="19115"/>
                        <a:pt x="930100" y="19115"/>
                      </a:cubicBezTo>
                      <a:lnTo>
                        <a:pt x="930100" y="56723"/>
                      </a:lnTo>
                      <a:close/>
                    </a:path>
                  </a:pathLst>
                </a:custGeom>
                <a:solidFill>
                  <a:srgbClr val="DEDEDE"/>
                </a:solidFill>
                <a:ln w="14465" cap="flat">
                  <a:noFill/>
                  <a:prstDash val="solid"/>
                  <a:miter/>
                </a:ln>
              </p:spPr>
              <p:txBody>
                <a:bodyPr rtlCol="0" anchor="ctr"/>
                <a:lstStyle/>
                <a:p>
                  <a:endParaRPr lang="en-US"/>
                </a:p>
              </p:txBody>
            </p:sp>
          </p:grpSp>
          <p:sp>
            <p:nvSpPr>
              <p:cNvPr id="222" name="Freeform: Shape 221">
                <a:extLst>
                  <a:ext uri="{FF2B5EF4-FFF2-40B4-BE49-F238E27FC236}">
                    <a16:creationId xmlns:a16="http://schemas.microsoft.com/office/drawing/2014/main" id="{1BC02F4A-2D3C-4D94-8048-8DE7DFDA1A1C}"/>
                  </a:ext>
                </a:extLst>
              </p:cNvPr>
              <p:cNvSpPr/>
              <p:nvPr/>
            </p:nvSpPr>
            <p:spPr>
              <a:xfrm>
                <a:off x="2127460" y="4158825"/>
                <a:ext cx="930099" cy="345494"/>
              </a:xfrm>
              <a:custGeom>
                <a:avLst/>
                <a:gdLst>
                  <a:gd name="connsiteX0" fmla="*/ 0 w 930099"/>
                  <a:gd name="connsiteY0" fmla="*/ 50408 h 345494"/>
                  <a:gd name="connsiteX1" fmla="*/ 461434 w 930099"/>
                  <a:gd name="connsiteY1" fmla="*/ 73552 h 345494"/>
                  <a:gd name="connsiteX2" fmla="*/ 930100 w 930099"/>
                  <a:gd name="connsiteY2" fmla="*/ 345494 h 345494"/>
                  <a:gd name="connsiteX3" fmla="*/ 930100 w 930099"/>
                  <a:gd name="connsiteY3" fmla="*/ 309332 h 345494"/>
                  <a:gd name="connsiteX4" fmla="*/ 465773 w 930099"/>
                  <a:gd name="connsiteY4" fmla="*/ 38836 h 345494"/>
                  <a:gd name="connsiteX5" fmla="*/ 0 w 930099"/>
                  <a:gd name="connsiteY5" fmla="*/ 14246 h 345494"/>
                  <a:gd name="connsiteX6" fmla="*/ 0 w 930099"/>
                  <a:gd name="connsiteY6" fmla="*/ 50408 h 345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0099" h="345494">
                    <a:moveTo>
                      <a:pt x="0" y="50408"/>
                    </a:moveTo>
                    <a:cubicBezTo>
                      <a:pt x="0" y="50408"/>
                      <a:pt x="164901" y="5566"/>
                      <a:pt x="461434" y="73552"/>
                    </a:cubicBezTo>
                    <a:cubicBezTo>
                      <a:pt x="737715" y="137198"/>
                      <a:pt x="930100" y="345494"/>
                      <a:pt x="930100" y="345494"/>
                    </a:cubicBezTo>
                    <a:lnTo>
                      <a:pt x="930100" y="309332"/>
                    </a:lnTo>
                    <a:cubicBezTo>
                      <a:pt x="930100" y="309332"/>
                      <a:pt x="802808" y="116947"/>
                      <a:pt x="465773" y="38836"/>
                    </a:cubicBezTo>
                    <a:cubicBezTo>
                      <a:pt x="166348" y="-30596"/>
                      <a:pt x="0" y="14246"/>
                      <a:pt x="0" y="14246"/>
                    </a:cubicBezTo>
                    <a:lnTo>
                      <a:pt x="0" y="50408"/>
                    </a:lnTo>
                    <a:close/>
                  </a:path>
                </a:pathLst>
              </a:custGeom>
              <a:solidFill>
                <a:srgbClr val="CECECE"/>
              </a:solidFill>
              <a:ln w="1446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0A3AC291-AE58-4EA1-B67C-1502D6EC83DD}"/>
                  </a:ext>
                </a:extLst>
              </p:cNvPr>
              <p:cNvSpPr/>
              <p:nvPr/>
            </p:nvSpPr>
            <p:spPr>
              <a:xfrm>
                <a:off x="2127460" y="4312154"/>
                <a:ext cx="930099" cy="345494"/>
              </a:xfrm>
              <a:custGeom>
                <a:avLst/>
                <a:gdLst>
                  <a:gd name="connsiteX0" fmla="*/ 0 w 930099"/>
                  <a:gd name="connsiteY0" fmla="*/ 50408 h 345494"/>
                  <a:gd name="connsiteX1" fmla="*/ 461434 w 930099"/>
                  <a:gd name="connsiteY1" fmla="*/ 73552 h 345494"/>
                  <a:gd name="connsiteX2" fmla="*/ 930100 w 930099"/>
                  <a:gd name="connsiteY2" fmla="*/ 345494 h 345494"/>
                  <a:gd name="connsiteX3" fmla="*/ 930100 w 930099"/>
                  <a:gd name="connsiteY3" fmla="*/ 309332 h 345494"/>
                  <a:gd name="connsiteX4" fmla="*/ 465773 w 930099"/>
                  <a:gd name="connsiteY4" fmla="*/ 38836 h 345494"/>
                  <a:gd name="connsiteX5" fmla="*/ 0 w 930099"/>
                  <a:gd name="connsiteY5" fmla="*/ 14246 h 345494"/>
                  <a:gd name="connsiteX6" fmla="*/ 0 w 930099"/>
                  <a:gd name="connsiteY6" fmla="*/ 50408 h 345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0099" h="345494">
                    <a:moveTo>
                      <a:pt x="0" y="50408"/>
                    </a:moveTo>
                    <a:cubicBezTo>
                      <a:pt x="0" y="50408"/>
                      <a:pt x="164901" y="5566"/>
                      <a:pt x="461434" y="73552"/>
                    </a:cubicBezTo>
                    <a:cubicBezTo>
                      <a:pt x="737715" y="137198"/>
                      <a:pt x="930100" y="345494"/>
                      <a:pt x="930100" y="345494"/>
                    </a:cubicBezTo>
                    <a:lnTo>
                      <a:pt x="930100" y="309332"/>
                    </a:lnTo>
                    <a:cubicBezTo>
                      <a:pt x="930100" y="309332"/>
                      <a:pt x="802808" y="116947"/>
                      <a:pt x="465773" y="38836"/>
                    </a:cubicBezTo>
                    <a:cubicBezTo>
                      <a:pt x="166348" y="-30596"/>
                      <a:pt x="0" y="14246"/>
                      <a:pt x="0" y="14246"/>
                    </a:cubicBezTo>
                    <a:lnTo>
                      <a:pt x="0" y="50408"/>
                    </a:lnTo>
                    <a:close/>
                  </a:path>
                </a:pathLst>
              </a:custGeom>
              <a:solidFill>
                <a:srgbClr val="CECECE"/>
              </a:solidFill>
              <a:ln w="1446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1374E13E-3DAB-44DA-A6BC-1DEE2DA6539F}"/>
                  </a:ext>
                </a:extLst>
              </p:cNvPr>
              <p:cNvSpPr/>
              <p:nvPr/>
            </p:nvSpPr>
            <p:spPr>
              <a:xfrm>
                <a:off x="2127460" y="4466929"/>
                <a:ext cx="930099" cy="345494"/>
              </a:xfrm>
              <a:custGeom>
                <a:avLst/>
                <a:gdLst>
                  <a:gd name="connsiteX0" fmla="*/ 0 w 930099"/>
                  <a:gd name="connsiteY0" fmla="*/ 50408 h 345494"/>
                  <a:gd name="connsiteX1" fmla="*/ 461434 w 930099"/>
                  <a:gd name="connsiteY1" fmla="*/ 73552 h 345494"/>
                  <a:gd name="connsiteX2" fmla="*/ 930100 w 930099"/>
                  <a:gd name="connsiteY2" fmla="*/ 345494 h 345494"/>
                  <a:gd name="connsiteX3" fmla="*/ 930100 w 930099"/>
                  <a:gd name="connsiteY3" fmla="*/ 309332 h 345494"/>
                  <a:gd name="connsiteX4" fmla="*/ 465773 w 930099"/>
                  <a:gd name="connsiteY4" fmla="*/ 38836 h 345494"/>
                  <a:gd name="connsiteX5" fmla="*/ 0 w 930099"/>
                  <a:gd name="connsiteY5" fmla="*/ 14245 h 345494"/>
                  <a:gd name="connsiteX6" fmla="*/ 0 w 930099"/>
                  <a:gd name="connsiteY6" fmla="*/ 50408 h 345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0099" h="345494">
                    <a:moveTo>
                      <a:pt x="0" y="50408"/>
                    </a:moveTo>
                    <a:cubicBezTo>
                      <a:pt x="0" y="50408"/>
                      <a:pt x="164901" y="5567"/>
                      <a:pt x="461434" y="73552"/>
                    </a:cubicBezTo>
                    <a:cubicBezTo>
                      <a:pt x="737715" y="137198"/>
                      <a:pt x="930100" y="345494"/>
                      <a:pt x="930100" y="345494"/>
                    </a:cubicBezTo>
                    <a:lnTo>
                      <a:pt x="930100" y="309332"/>
                    </a:lnTo>
                    <a:cubicBezTo>
                      <a:pt x="930100" y="309332"/>
                      <a:pt x="802808" y="116947"/>
                      <a:pt x="465773" y="38836"/>
                    </a:cubicBezTo>
                    <a:cubicBezTo>
                      <a:pt x="166348" y="-30596"/>
                      <a:pt x="0" y="14245"/>
                      <a:pt x="0" y="14245"/>
                    </a:cubicBezTo>
                    <a:lnTo>
                      <a:pt x="0" y="50408"/>
                    </a:lnTo>
                    <a:close/>
                  </a:path>
                </a:pathLst>
              </a:custGeom>
              <a:solidFill>
                <a:srgbClr val="CECECE"/>
              </a:solidFill>
              <a:ln w="1446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FA526360-F24B-40FB-B39D-FBC13AF4EFFB}"/>
                  </a:ext>
                </a:extLst>
              </p:cNvPr>
              <p:cNvSpPr/>
              <p:nvPr/>
            </p:nvSpPr>
            <p:spPr>
              <a:xfrm>
                <a:off x="2127460" y="4620258"/>
                <a:ext cx="930099" cy="345494"/>
              </a:xfrm>
              <a:custGeom>
                <a:avLst/>
                <a:gdLst>
                  <a:gd name="connsiteX0" fmla="*/ 0 w 930099"/>
                  <a:gd name="connsiteY0" fmla="*/ 50408 h 345494"/>
                  <a:gd name="connsiteX1" fmla="*/ 461434 w 930099"/>
                  <a:gd name="connsiteY1" fmla="*/ 73552 h 345494"/>
                  <a:gd name="connsiteX2" fmla="*/ 930100 w 930099"/>
                  <a:gd name="connsiteY2" fmla="*/ 345494 h 345494"/>
                  <a:gd name="connsiteX3" fmla="*/ 930100 w 930099"/>
                  <a:gd name="connsiteY3" fmla="*/ 309332 h 345494"/>
                  <a:gd name="connsiteX4" fmla="*/ 465773 w 930099"/>
                  <a:gd name="connsiteY4" fmla="*/ 38836 h 345494"/>
                  <a:gd name="connsiteX5" fmla="*/ 0 w 930099"/>
                  <a:gd name="connsiteY5" fmla="*/ 14246 h 345494"/>
                  <a:gd name="connsiteX6" fmla="*/ 0 w 930099"/>
                  <a:gd name="connsiteY6" fmla="*/ 50408 h 345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0099" h="345494">
                    <a:moveTo>
                      <a:pt x="0" y="50408"/>
                    </a:moveTo>
                    <a:cubicBezTo>
                      <a:pt x="0" y="50408"/>
                      <a:pt x="164901" y="5566"/>
                      <a:pt x="461434" y="73552"/>
                    </a:cubicBezTo>
                    <a:cubicBezTo>
                      <a:pt x="737715" y="137198"/>
                      <a:pt x="930100" y="345494"/>
                      <a:pt x="930100" y="345494"/>
                    </a:cubicBezTo>
                    <a:lnTo>
                      <a:pt x="930100" y="309332"/>
                    </a:lnTo>
                    <a:cubicBezTo>
                      <a:pt x="930100" y="309332"/>
                      <a:pt x="802808" y="116947"/>
                      <a:pt x="465773" y="38836"/>
                    </a:cubicBezTo>
                    <a:cubicBezTo>
                      <a:pt x="166348" y="-30596"/>
                      <a:pt x="0" y="14246"/>
                      <a:pt x="0" y="14246"/>
                    </a:cubicBezTo>
                    <a:lnTo>
                      <a:pt x="0" y="50408"/>
                    </a:lnTo>
                    <a:close/>
                  </a:path>
                </a:pathLst>
              </a:custGeom>
              <a:solidFill>
                <a:srgbClr val="CECECE"/>
              </a:solidFill>
              <a:ln w="1446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FF421A6D-081C-4EBB-AAE0-565CCEB1ADC4}"/>
                  </a:ext>
                </a:extLst>
              </p:cNvPr>
              <p:cNvSpPr/>
              <p:nvPr/>
            </p:nvSpPr>
            <p:spPr>
              <a:xfrm>
                <a:off x="2127460" y="4773587"/>
                <a:ext cx="930099" cy="345494"/>
              </a:xfrm>
              <a:custGeom>
                <a:avLst/>
                <a:gdLst>
                  <a:gd name="connsiteX0" fmla="*/ 0 w 930099"/>
                  <a:gd name="connsiteY0" fmla="*/ 50408 h 345494"/>
                  <a:gd name="connsiteX1" fmla="*/ 461434 w 930099"/>
                  <a:gd name="connsiteY1" fmla="*/ 73552 h 345494"/>
                  <a:gd name="connsiteX2" fmla="*/ 930100 w 930099"/>
                  <a:gd name="connsiteY2" fmla="*/ 345494 h 345494"/>
                  <a:gd name="connsiteX3" fmla="*/ 930100 w 930099"/>
                  <a:gd name="connsiteY3" fmla="*/ 309332 h 345494"/>
                  <a:gd name="connsiteX4" fmla="*/ 465773 w 930099"/>
                  <a:gd name="connsiteY4" fmla="*/ 38836 h 345494"/>
                  <a:gd name="connsiteX5" fmla="*/ 0 w 930099"/>
                  <a:gd name="connsiteY5" fmla="*/ 14246 h 345494"/>
                  <a:gd name="connsiteX6" fmla="*/ 0 w 930099"/>
                  <a:gd name="connsiteY6" fmla="*/ 50408 h 345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0099" h="345494">
                    <a:moveTo>
                      <a:pt x="0" y="50408"/>
                    </a:moveTo>
                    <a:cubicBezTo>
                      <a:pt x="0" y="50408"/>
                      <a:pt x="164901" y="5566"/>
                      <a:pt x="461434" y="73552"/>
                    </a:cubicBezTo>
                    <a:cubicBezTo>
                      <a:pt x="737715" y="137198"/>
                      <a:pt x="930100" y="345494"/>
                      <a:pt x="930100" y="345494"/>
                    </a:cubicBezTo>
                    <a:lnTo>
                      <a:pt x="930100" y="309332"/>
                    </a:lnTo>
                    <a:cubicBezTo>
                      <a:pt x="930100" y="309332"/>
                      <a:pt x="802808" y="116947"/>
                      <a:pt x="465773" y="38836"/>
                    </a:cubicBezTo>
                    <a:cubicBezTo>
                      <a:pt x="166348" y="-30596"/>
                      <a:pt x="0" y="14246"/>
                      <a:pt x="0" y="14246"/>
                    </a:cubicBezTo>
                    <a:lnTo>
                      <a:pt x="0" y="50408"/>
                    </a:lnTo>
                    <a:close/>
                  </a:path>
                </a:pathLst>
              </a:custGeom>
              <a:solidFill>
                <a:srgbClr val="CECECE"/>
              </a:solidFill>
              <a:ln w="1446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CCC33854-F378-41D4-8CE1-B1170D22697A}"/>
                  </a:ext>
                </a:extLst>
              </p:cNvPr>
              <p:cNvSpPr/>
              <p:nvPr/>
            </p:nvSpPr>
            <p:spPr>
              <a:xfrm>
                <a:off x="2127460" y="4926917"/>
                <a:ext cx="930099" cy="346940"/>
              </a:xfrm>
              <a:custGeom>
                <a:avLst/>
                <a:gdLst>
                  <a:gd name="connsiteX0" fmla="*/ 0 w 930099"/>
                  <a:gd name="connsiteY0" fmla="*/ 51855 h 346940"/>
                  <a:gd name="connsiteX1" fmla="*/ 461434 w 930099"/>
                  <a:gd name="connsiteY1" fmla="*/ 74998 h 346940"/>
                  <a:gd name="connsiteX2" fmla="*/ 930100 w 930099"/>
                  <a:gd name="connsiteY2" fmla="*/ 346941 h 346940"/>
                  <a:gd name="connsiteX3" fmla="*/ 930100 w 930099"/>
                  <a:gd name="connsiteY3" fmla="*/ 309332 h 346940"/>
                  <a:gd name="connsiteX4" fmla="*/ 465773 w 930099"/>
                  <a:gd name="connsiteY4" fmla="*/ 38836 h 346940"/>
                  <a:gd name="connsiteX5" fmla="*/ 0 w 930099"/>
                  <a:gd name="connsiteY5" fmla="*/ 14246 h 346940"/>
                  <a:gd name="connsiteX6" fmla="*/ 0 w 930099"/>
                  <a:gd name="connsiteY6" fmla="*/ 51855 h 346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0099" h="346940">
                    <a:moveTo>
                      <a:pt x="0" y="51855"/>
                    </a:moveTo>
                    <a:cubicBezTo>
                      <a:pt x="0" y="51855"/>
                      <a:pt x="164901" y="7013"/>
                      <a:pt x="461434" y="74998"/>
                    </a:cubicBezTo>
                    <a:cubicBezTo>
                      <a:pt x="737715" y="138645"/>
                      <a:pt x="930100" y="346941"/>
                      <a:pt x="930100" y="346941"/>
                    </a:cubicBezTo>
                    <a:lnTo>
                      <a:pt x="930100" y="309332"/>
                    </a:lnTo>
                    <a:cubicBezTo>
                      <a:pt x="930100" y="309332"/>
                      <a:pt x="802808" y="116947"/>
                      <a:pt x="465773" y="38836"/>
                    </a:cubicBezTo>
                    <a:cubicBezTo>
                      <a:pt x="166348" y="-30596"/>
                      <a:pt x="0" y="14246"/>
                      <a:pt x="0" y="14246"/>
                    </a:cubicBezTo>
                    <a:lnTo>
                      <a:pt x="0" y="51855"/>
                    </a:lnTo>
                    <a:close/>
                  </a:path>
                </a:pathLst>
              </a:custGeom>
              <a:solidFill>
                <a:srgbClr val="CECECE"/>
              </a:solidFill>
              <a:ln w="1446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3168D81C-EAA7-4AC3-B09F-26C50A14F1F2}"/>
                  </a:ext>
                </a:extLst>
              </p:cNvPr>
              <p:cNvSpPr/>
              <p:nvPr/>
            </p:nvSpPr>
            <p:spPr>
              <a:xfrm>
                <a:off x="2127460" y="5081692"/>
                <a:ext cx="930099" cy="345494"/>
              </a:xfrm>
              <a:custGeom>
                <a:avLst/>
                <a:gdLst>
                  <a:gd name="connsiteX0" fmla="*/ 0 w 930099"/>
                  <a:gd name="connsiteY0" fmla="*/ 50408 h 345494"/>
                  <a:gd name="connsiteX1" fmla="*/ 461434 w 930099"/>
                  <a:gd name="connsiteY1" fmla="*/ 73552 h 345494"/>
                  <a:gd name="connsiteX2" fmla="*/ 930100 w 930099"/>
                  <a:gd name="connsiteY2" fmla="*/ 345494 h 345494"/>
                  <a:gd name="connsiteX3" fmla="*/ 930100 w 930099"/>
                  <a:gd name="connsiteY3" fmla="*/ 309332 h 345494"/>
                  <a:gd name="connsiteX4" fmla="*/ 465773 w 930099"/>
                  <a:gd name="connsiteY4" fmla="*/ 38836 h 345494"/>
                  <a:gd name="connsiteX5" fmla="*/ 0 w 930099"/>
                  <a:gd name="connsiteY5" fmla="*/ 14245 h 345494"/>
                  <a:gd name="connsiteX6" fmla="*/ 0 w 930099"/>
                  <a:gd name="connsiteY6" fmla="*/ 50408 h 345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0099" h="345494">
                    <a:moveTo>
                      <a:pt x="0" y="50408"/>
                    </a:moveTo>
                    <a:cubicBezTo>
                      <a:pt x="0" y="50408"/>
                      <a:pt x="164901" y="5567"/>
                      <a:pt x="461434" y="73552"/>
                    </a:cubicBezTo>
                    <a:cubicBezTo>
                      <a:pt x="737715" y="137198"/>
                      <a:pt x="930100" y="345494"/>
                      <a:pt x="930100" y="345494"/>
                    </a:cubicBezTo>
                    <a:lnTo>
                      <a:pt x="930100" y="309332"/>
                    </a:lnTo>
                    <a:cubicBezTo>
                      <a:pt x="930100" y="309332"/>
                      <a:pt x="802808" y="116947"/>
                      <a:pt x="465773" y="38836"/>
                    </a:cubicBezTo>
                    <a:cubicBezTo>
                      <a:pt x="166348" y="-30596"/>
                      <a:pt x="0" y="14245"/>
                      <a:pt x="0" y="14245"/>
                    </a:cubicBezTo>
                    <a:lnTo>
                      <a:pt x="0" y="50408"/>
                    </a:lnTo>
                    <a:close/>
                  </a:path>
                </a:pathLst>
              </a:custGeom>
              <a:solidFill>
                <a:srgbClr val="CECECE"/>
              </a:solidFill>
              <a:ln w="1446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5A84AF7B-DB77-4E1B-BD90-6D5F3B345394}"/>
                  </a:ext>
                </a:extLst>
              </p:cNvPr>
              <p:cNvSpPr/>
              <p:nvPr/>
            </p:nvSpPr>
            <p:spPr>
              <a:xfrm>
                <a:off x="2127460" y="5235021"/>
                <a:ext cx="930099" cy="345494"/>
              </a:xfrm>
              <a:custGeom>
                <a:avLst/>
                <a:gdLst>
                  <a:gd name="connsiteX0" fmla="*/ 0 w 930099"/>
                  <a:gd name="connsiteY0" fmla="*/ 50408 h 345494"/>
                  <a:gd name="connsiteX1" fmla="*/ 461434 w 930099"/>
                  <a:gd name="connsiteY1" fmla="*/ 73552 h 345494"/>
                  <a:gd name="connsiteX2" fmla="*/ 930100 w 930099"/>
                  <a:gd name="connsiteY2" fmla="*/ 345494 h 345494"/>
                  <a:gd name="connsiteX3" fmla="*/ 930100 w 930099"/>
                  <a:gd name="connsiteY3" fmla="*/ 309332 h 345494"/>
                  <a:gd name="connsiteX4" fmla="*/ 465773 w 930099"/>
                  <a:gd name="connsiteY4" fmla="*/ 38836 h 345494"/>
                  <a:gd name="connsiteX5" fmla="*/ 0 w 930099"/>
                  <a:gd name="connsiteY5" fmla="*/ 14246 h 345494"/>
                  <a:gd name="connsiteX6" fmla="*/ 0 w 930099"/>
                  <a:gd name="connsiteY6" fmla="*/ 50408 h 345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0099" h="345494">
                    <a:moveTo>
                      <a:pt x="0" y="50408"/>
                    </a:moveTo>
                    <a:cubicBezTo>
                      <a:pt x="0" y="50408"/>
                      <a:pt x="164901" y="5566"/>
                      <a:pt x="461434" y="73552"/>
                    </a:cubicBezTo>
                    <a:cubicBezTo>
                      <a:pt x="737715" y="137198"/>
                      <a:pt x="930100" y="345494"/>
                      <a:pt x="930100" y="345494"/>
                    </a:cubicBezTo>
                    <a:lnTo>
                      <a:pt x="930100" y="309332"/>
                    </a:lnTo>
                    <a:cubicBezTo>
                      <a:pt x="930100" y="309332"/>
                      <a:pt x="802808" y="116947"/>
                      <a:pt x="465773" y="38836"/>
                    </a:cubicBezTo>
                    <a:cubicBezTo>
                      <a:pt x="166348" y="-30596"/>
                      <a:pt x="0" y="14246"/>
                      <a:pt x="0" y="14246"/>
                    </a:cubicBezTo>
                    <a:lnTo>
                      <a:pt x="0" y="50408"/>
                    </a:lnTo>
                    <a:close/>
                  </a:path>
                </a:pathLst>
              </a:custGeom>
              <a:solidFill>
                <a:srgbClr val="CECECE"/>
              </a:solidFill>
              <a:ln w="14465" cap="flat">
                <a:noFill/>
                <a:prstDash val="solid"/>
                <a:miter/>
              </a:ln>
            </p:spPr>
            <p:txBody>
              <a:bodyPr rtlCol="0" anchor="ctr"/>
              <a:lstStyle/>
              <a:p>
                <a:endParaRPr lang="en-US"/>
              </a:p>
            </p:txBody>
          </p:sp>
        </p:grpSp>
        <p:grpSp>
          <p:nvGrpSpPr>
            <p:cNvPr id="230" name="Graphic 205">
              <a:extLst>
                <a:ext uri="{FF2B5EF4-FFF2-40B4-BE49-F238E27FC236}">
                  <a16:creationId xmlns:a16="http://schemas.microsoft.com/office/drawing/2014/main" id="{EDD2BA35-87AD-417F-AA53-BB42664AA3EC}"/>
                </a:ext>
              </a:extLst>
            </p:cNvPr>
            <p:cNvGrpSpPr/>
            <p:nvPr/>
          </p:nvGrpSpPr>
          <p:grpSpPr>
            <a:xfrm>
              <a:off x="2318398" y="1919422"/>
              <a:ext cx="1701084" cy="2840927"/>
              <a:chOff x="2318398" y="1919422"/>
              <a:chExt cx="1701084" cy="2840927"/>
            </a:xfrm>
          </p:grpSpPr>
          <p:sp>
            <p:nvSpPr>
              <p:cNvPr id="231" name="Freeform: Shape 230">
                <a:extLst>
                  <a:ext uri="{FF2B5EF4-FFF2-40B4-BE49-F238E27FC236}">
                    <a16:creationId xmlns:a16="http://schemas.microsoft.com/office/drawing/2014/main" id="{108EBCEC-F883-4276-95E8-B369EE42EAFE}"/>
                  </a:ext>
                </a:extLst>
              </p:cNvPr>
              <p:cNvSpPr/>
              <p:nvPr/>
            </p:nvSpPr>
            <p:spPr>
              <a:xfrm>
                <a:off x="2985235" y="4410296"/>
                <a:ext cx="350053" cy="350053"/>
              </a:xfrm>
              <a:custGeom>
                <a:avLst/>
                <a:gdLst>
                  <a:gd name="connsiteX0" fmla="*/ 350053 w 350053"/>
                  <a:gd name="connsiteY0" fmla="*/ 175027 h 350053"/>
                  <a:gd name="connsiteX1" fmla="*/ 175027 w 350053"/>
                  <a:gd name="connsiteY1" fmla="*/ 350053 h 350053"/>
                  <a:gd name="connsiteX2" fmla="*/ 0 w 350053"/>
                  <a:gd name="connsiteY2" fmla="*/ 175027 h 350053"/>
                  <a:gd name="connsiteX3" fmla="*/ 175027 w 350053"/>
                  <a:gd name="connsiteY3" fmla="*/ 0 h 350053"/>
                  <a:gd name="connsiteX4" fmla="*/ 350053 w 350053"/>
                  <a:gd name="connsiteY4" fmla="*/ 175027 h 3500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053" h="350053">
                    <a:moveTo>
                      <a:pt x="350053" y="175027"/>
                    </a:moveTo>
                    <a:cubicBezTo>
                      <a:pt x="350053" y="271691"/>
                      <a:pt x="271691" y="350053"/>
                      <a:pt x="175027" y="350053"/>
                    </a:cubicBezTo>
                    <a:cubicBezTo>
                      <a:pt x="78362" y="350053"/>
                      <a:pt x="0" y="271691"/>
                      <a:pt x="0" y="175027"/>
                    </a:cubicBezTo>
                    <a:cubicBezTo>
                      <a:pt x="0" y="78362"/>
                      <a:pt x="78362" y="0"/>
                      <a:pt x="175027" y="0"/>
                    </a:cubicBezTo>
                    <a:cubicBezTo>
                      <a:pt x="271691" y="0"/>
                      <a:pt x="350053" y="78362"/>
                      <a:pt x="350053" y="175027"/>
                    </a:cubicBezTo>
                    <a:close/>
                  </a:path>
                </a:pathLst>
              </a:custGeom>
              <a:solidFill>
                <a:srgbClr val="6E6F6E"/>
              </a:solidFill>
              <a:ln w="1446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B91C4BEF-56CD-4744-9657-9A528AA4B8F6}"/>
                  </a:ext>
                </a:extLst>
              </p:cNvPr>
              <p:cNvSpPr/>
              <p:nvPr/>
            </p:nvSpPr>
            <p:spPr>
              <a:xfrm>
                <a:off x="2318398" y="1919422"/>
                <a:ext cx="1701084" cy="2458431"/>
              </a:xfrm>
              <a:custGeom>
                <a:avLst/>
                <a:gdLst>
                  <a:gd name="connsiteX0" fmla="*/ 1701085 w 1701084"/>
                  <a:gd name="connsiteY0" fmla="*/ 885258 h 2458431"/>
                  <a:gd name="connsiteX1" fmla="*/ 850542 w 1701084"/>
                  <a:gd name="connsiteY1" fmla="*/ 0 h 2458431"/>
                  <a:gd name="connsiteX2" fmla="*/ 0 w 1701084"/>
                  <a:gd name="connsiteY2" fmla="*/ 885258 h 2458431"/>
                  <a:gd name="connsiteX3" fmla="*/ 104148 w 1701084"/>
                  <a:gd name="connsiteY3" fmla="*/ 1310530 h 2458431"/>
                  <a:gd name="connsiteX4" fmla="*/ 525080 w 1701084"/>
                  <a:gd name="connsiteY4" fmla="*/ 2271006 h 2458431"/>
                  <a:gd name="connsiteX5" fmla="*/ 1167326 w 1701084"/>
                  <a:gd name="connsiteY5" fmla="*/ 2271006 h 2458431"/>
                  <a:gd name="connsiteX6" fmla="*/ 1534737 w 1701084"/>
                  <a:gd name="connsiteY6" fmla="*/ 1411785 h 2458431"/>
                  <a:gd name="connsiteX7" fmla="*/ 1701085 w 1701084"/>
                  <a:gd name="connsiteY7" fmla="*/ 885258 h 2458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1084" h="2458431">
                    <a:moveTo>
                      <a:pt x="1701085" y="885258"/>
                    </a:moveTo>
                    <a:cubicBezTo>
                      <a:pt x="1701085" y="396341"/>
                      <a:pt x="1320655" y="0"/>
                      <a:pt x="850542" y="0"/>
                    </a:cubicBezTo>
                    <a:cubicBezTo>
                      <a:pt x="380430" y="0"/>
                      <a:pt x="0" y="396341"/>
                      <a:pt x="0" y="885258"/>
                    </a:cubicBezTo>
                    <a:cubicBezTo>
                      <a:pt x="0" y="1040034"/>
                      <a:pt x="37609" y="1184684"/>
                      <a:pt x="104148" y="1310530"/>
                    </a:cubicBezTo>
                    <a:cubicBezTo>
                      <a:pt x="229994" y="1540523"/>
                      <a:pt x="525080" y="1925292"/>
                      <a:pt x="525080" y="2271006"/>
                    </a:cubicBezTo>
                    <a:cubicBezTo>
                      <a:pt x="525080" y="2553074"/>
                      <a:pt x="1167326" y="2486535"/>
                      <a:pt x="1167326" y="2271006"/>
                    </a:cubicBezTo>
                    <a:cubicBezTo>
                      <a:pt x="1167326" y="2064156"/>
                      <a:pt x="1191916" y="1907934"/>
                      <a:pt x="1534737" y="1411785"/>
                    </a:cubicBezTo>
                    <a:cubicBezTo>
                      <a:pt x="1647564" y="1267135"/>
                      <a:pt x="1701085" y="1083429"/>
                      <a:pt x="1701085" y="885258"/>
                    </a:cubicBezTo>
                    <a:close/>
                  </a:path>
                </a:pathLst>
              </a:custGeom>
              <a:solidFill>
                <a:schemeClr val="accent1"/>
              </a:solidFill>
              <a:ln w="1446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F14D6E52-131A-4F5C-90FC-947410B19715}"/>
                  </a:ext>
                </a:extLst>
              </p:cNvPr>
              <p:cNvSpPr/>
              <p:nvPr/>
            </p:nvSpPr>
            <p:spPr>
              <a:xfrm>
                <a:off x="2318398" y="2454628"/>
                <a:ext cx="1638885" cy="1924672"/>
              </a:xfrm>
              <a:custGeom>
                <a:avLst/>
                <a:gdLst>
                  <a:gd name="connsiteX0" fmla="*/ 69432 w 1638885"/>
                  <a:gd name="connsiteY0" fmla="*/ 0 h 1924672"/>
                  <a:gd name="connsiteX1" fmla="*/ 0 w 1638885"/>
                  <a:gd name="connsiteY1" fmla="*/ 351500 h 1924672"/>
                  <a:gd name="connsiteX2" fmla="*/ 104148 w 1638885"/>
                  <a:gd name="connsiteY2" fmla="*/ 776771 h 1924672"/>
                  <a:gd name="connsiteX3" fmla="*/ 525080 w 1638885"/>
                  <a:gd name="connsiteY3" fmla="*/ 1737247 h 1924672"/>
                  <a:gd name="connsiteX4" fmla="*/ 1167326 w 1638885"/>
                  <a:gd name="connsiteY4" fmla="*/ 1737247 h 1924672"/>
                  <a:gd name="connsiteX5" fmla="*/ 1534737 w 1638885"/>
                  <a:gd name="connsiteY5" fmla="*/ 878026 h 1924672"/>
                  <a:gd name="connsiteX6" fmla="*/ 1638885 w 1638885"/>
                  <a:gd name="connsiteY6" fmla="*/ 692874 h 1924672"/>
                  <a:gd name="connsiteX7" fmla="*/ 69432 w 1638885"/>
                  <a:gd name="connsiteY7" fmla="*/ 0 h 19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8885" h="1924672">
                    <a:moveTo>
                      <a:pt x="69432" y="0"/>
                    </a:moveTo>
                    <a:cubicBezTo>
                      <a:pt x="24590" y="107041"/>
                      <a:pt x="0" y="227101"/>
                      <a:pt x="0" y="351500"/>
                    </a:cubicBezTo>
                    <a:cubicBezTo>
                      <a:pt x="0" y="506275"/>
                      <a:pt x="37609" y="650925"/>
                      <a:pt x="104148" y="776771"/>
                    </a:cubicBezTo>
                    <a:cubicBezTo>
                      <a:pt x="229994" y="1006764"/>
                      <a:pt x="525080" y="1391534"/>
                      <a:pt x="525080" y="1737247"/>
                    </a:cubicBezTo>
                    <a:cubicBezTo>
                      <a:pt x="525080" y="2019315"/>
                      <a:pt x="1167326" y="1952776"/>
                      <a:pt x="1167326" y="1737247"/>
                    </a:cubicBezTo>
                    <a:cubicBezTo>
                      <a:pt x="1167326" y="1530398"/>
                      <a:pt x="1191916" y="1374176"/>
                      <a:pt x="1534737" y="878026"/>
                    </a:cubicBezTo>
                    <a:cubicBezTo>
                      <a:pt x="1578132" y="821612"/>
                      <a:pt x="1612848" y="759413"/>
                      <a:pt x="1638885" y="692874"/>
                    </a:cubicBezTo>
                    <a:cubicBezTo>
                      <a:pt x="1021229" y="1242544"/>
                      <a:pt x="99808" y="788343"/>
                      <a:pt x="69432" y="0"/>
                    </a:cubicBezTo>
                    <a:close/>
                  </a:path>
                </a:pathLst>
              </a:custGeom>
              <a:solidFill>
                <a:schemeClr val="bg2">
                  <a:alpha val="40000"/>
                </a:schemeClr>
              </a:solidFill>
              <a:ln w="1446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BE728CA7-401B-4264-BEBF-FC017822BB45}"/>
                  </a:ext>
                </a:extLst>
              </p:cNvPr>
              <p:cNvSpPr/>
              <p:nvPr/>
            </p:nvSpPr>
            <p:spPr>
              <a:xfrm>
                <a:off x="2755151" y="3216866"/>
                <a:ext cx="810896" cy="977902"/>
              </a:xfrm>
              <a:custGeom>
                <a:avLst/>
                <a:gdLst>
                  <a:gd name="connsiteX0" fmla="*/ 206940 w 810896"/>
                  <a:gd name="connsiteY0" fmla="*/ 977902 h 977902"/>
                  <a:gd name="connsiteX1" fmla="*/ 63736 w 810896"/>
                  <a:gd name="connsiteY1" fmla="*/ 192452 h 977902"/>
                  <a:gd name="connsiteX2" fmla="*/ 14555 w 810896"/>
                  <a:gd name="connsiteY2" fmla="*/ 60821 h 977902"/>
                  <a:gd name="connsiteX3" fmla="*/ 130275 w 810896"/>
                  <a:gd name="connsiteY3" fmla="*/ 175094 h 977902"/>
                  <a:gd name="connsiteX4" fmla="*/ 189582 w 810896"/>
                  <a:gd name="connsiteY4" fmla="*/ 68 h 977902"/>
                  <a:gd name="connsiteX5" fmla="*/ 293730 w 810896"/>
                  <a:gd name="connsiteY5" fmla="*/ 189559 h 977902"/>
                  <a:gd name="connsiteX6" fmla="*/ 390645 w 810896"/>
                  <a:gd name="connsiteY6" fmla="*/ 14533 h 977902"/>
                  <a:gd name="connsiteX7" fmla="*/ 483221 w 810896"/>
                  <a:gd name="connsiteY7" fmla="*/ 202578 h 977902"/>
                  <a:gd name="connsiteX8" fmla="*/ 624978 w 810896"/>
                  <a:gd name="connsiteY8" fmla="*/ 37677 h 977902"/>
                  <a:gd name="connsiteX9" fmla="*/ 662587 w 810896"/>
                  <a:gd name="connsiteY9" fmla="*/ 199685 h 977902"/>
                  <a:gd name="connsiteX10" fmla="*/ 800005 w 810896"/>
                  <a:gd name="connsiteY10" fmla="*/ 53589 h 977902"/>
                  <a:gd name="connsiteX11" fmla="*/ 740698 w 810896"/>
                  <a:gd name="connsiteY11" fmla="*/ 282135 h 977902"/>
                  <a:gd name="connsiteX12" fmla="*/ 649569 w 810896"/>
                  <a:gd name="connsiteY12" fmla="*/ 966330 h 977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0896" h="977902">
                    <a:moveTo>
                      <a:pt x="206940" y="977902"/>
                    </a:moveTo>
                    <a:cubicBezTo>
                      <a:pt x="206940" y="977902"/>
                      <a:pt x="78201" y="290815"/>
                      <a:pt x="63736" y="192452"/>
                    </a:cubicBezTo>
                    <a:cubicBezTo>
                      <a:pt x="49271" y="92644"/>
                      <a:pt x="44932" y="42016"/>
                      <a:pt x="14555" y="60821"/>
                    </a:cubicBezTo>
                    <a:cubicBezTo>
                      <a:pt x="-14375" y="79625"/>
                      <a:pt x="-11482" y="180880"/>
                      <a:pt x="130275" y="175094"/>
                    </a:cubicBezTo>
                    <a:cubicBezTo>
                      <a:pt x="272032" y="169309"/>
                      <a:pt x="285051" y="4407"/>
                      <a:pt x="189582" y="68"/>
                    </a:cubicBezTo>
                    <a:cubicBezTo>
                      <a:pt x="94113" y="-4272"/>
                      <a:pt x="78201" y="201132"/>
                      <a:pt x="293730" y="189559"/>
                    </a:cubicBezTo>
                    <a:cubicBezTo>
                      <a:pt x="509258" y="179434"/>
                      <a:pt x="513598" y="28998"/>
                      <a:pt x="390645" y="14533"/>
                    </a:cubicBezTo>
                    <a:cubicBezTo>
                      <a:pt x="267693" y="68"/>
                      <a:pt x="276372" y="204024"/>
                      <a:pt x="483221" y="202578"/>
                    </a:cubicBezTo>
                    <a:cubicBezTo>
                      <a:pt x="690071" y="201132"/>
                      <a:pt x="697303" y="47802"/>
                      <a:pt x="624978" y="37677"/>
                    </a:cubicBezTo>
                    <a:cubicBezTo>
                      <a:pt x="552653" y="27551"/>
                      <a:pt x="519384" y="192452"/>
                      <a:pt x="662587" y="199685"/>
                    </a:cubicBezTo>
                    <a:cubicBezTo>
                      <a:pt x="805791" y="208364"/>
                      <a:pt x="828935" y="104216"/>
                      <a:pt x="800005" y="53589"/>
                    </a:cubicBezTo>
                    <a:cubicBezTo>
                      <a:pt x="771075" y="2961"/>
                      <a:pt x="763843" y="136039"/>
                      <a:pt x="740698" y="282135"/>
                    </a:cubicBezTo>
                    <a:cubicBezTo>
                      <a:pt x="717555" y="428232"/>
                      <a:pt x="649569" y="966330"/>
                      <a:pt x="649569" y="966330"/>
                    </a:cubicBezTo>
                  </a:path>
                </a:pathLst>
              </a:custGeom>
              <a:noFill/>
              <a:ln w="33887" cap="flat">
                <a:solidFill>
                  <a:schemeClr val="bg2"/>
                </a:solidFill>
                <a:prstDash val="solid"/>
                <a:miter/>
              </a:ln>
            </p:spPr>
            <p:txBody>
              <a:bodyPr rtlCol="0" anchor="ctr"/>
              <a:lstStyle/>
              <a:p>
                <a:endParaRPr lang="en-US"/>
              </a:p>
            </p:txBody>
          </p:sp>
          <p:grpSp>
            <p:nvGrpSpPr>
              <p:cNvPr id="235" name="Graphic 205">
                <a:extLst>
                  <a:ext uri="{FF2B5EF4-FFF2-40B4-BE49-F238E27FC236}">
                    <a16:creationId xmlns:a16="http://schemas.microsoft.com/office/drawing/2014/main" id="{EDD2BA35-87AD-417F-AA53-BB42664AA3EC}"/>
                  </a:ext>
                </a:extLst>
              </p:cNvPr>
              <p:cNvGrpSpPr/>
              <p:nvPr/>
            </p:nvGrpSpPr>
            <p:grpSpPr>
              <a:xfrm>
                <a:off x="2736437" y="4136908"/>
                <a:ext cx="849095" cy="141757"/>
                <a:chOff x="2736437" y="4136908"/>
                <a:chExt cx="849095" cy="141757"/>
              </a:xfrm>
            </p:grpSpPr>
            <p:sp>
              <p:nvSpPr>
                <p:cNvPr id="236" name="Freeform: Shape 235">
                  <a:extLst>
                    <a:ext uri="{FF2B5EF4-FFF2-40B4-BE49-F238E27FC236}">
                      <a16:creationId xmlns:a16="http://schemas.microsoft.com/office/drawing/2014/main" id="{FD9440BF-6ED0-485F-A37F-043108C79EAF}"/>
                    </a:ext>
                  </a:extLst>
                </p:cNvPr>
                <p:cNvSpPr/>
                <p:nvPr/>
              </p:nvSpPr>
              <p:spPr>
                <a:xfrm>
                  <a:off x="2737883" y="4136908"/>
                  <a:ext cx="847649" cy="141757"/>
                </a:xfrm>
                <a:custGeom>
                  <a:avLst/>
                  <a:gdLst>
                    <a:gd name="connsiteX0" fmla="*/ 776771 w 847649"/>
                    <a:gd name="connsiteY0" fmla="*/ 0 h 141757"/>
                    <a:gd name="connsiteX1" fmla="*/ 70878 w 847649"/>
                    <a:gd name="connsiteY1" fmla="*/ 0 h 141757"/>
                    <a:gd name="connsiteX2" fmla="*/ 0 w 847649"/>
                    <a:gd name="connsiteY2" fmla="*/ 70878 h 141757"/>
                    <a:gd name="connsiteX3" fmla="*/ 70878 w 847649"/>
                    <a:gd name="connsiteY3" fmla="*/ 141757 h 141757"/>
                    <a:gd name="connsiteX4" fmla="*/ 776771 w 847649"/>
                    <a:gd name="connsiteY4" fmla="*/ 141757 h 141757"/>
                    <a:gd name="connsiteX5" fmla="*/ 847649 w 847649"/>
                    <a:gd name="connsiteY5" fmla="*/ 70878 h 141757"/>
                    <a:gd name="connsiteX6" fmla="*/ 776771 w 847649"/>
                    <a:gd name="connsiteY6" fmla="*/ 0 h 141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7649" h="141757">
                      <a:moveTo>
                        <a:pt x="776771" y="0"/>
                      </a:moveTo>
                      <a:lnTo>
                        <a:pt x="70878" y="0"/>
                      </a:lnTo>
                      <a:cubicBezTo>
                        <a:pt x="31823" y="0"/>
                        <a:pt x="0" y="31823"/>
                        <a:pt x="0" y="70878"/>
                      </a:cubicBezTo>
                      <a:cubicBezTo>
                        <a:pt x="0" y="109934"/>
                        <a:pt x="31823" y="141757"/>
                        <a:pt x="70878" y="141757"/>
                      </a:cubicBezTo>
                      <a:lnTo>
                        <a:pt x="776771" y="141757"/>
                      </a:lnTo>
                      <a:cubicBezTo>
                        <a:pt x="815826" y="141757"/>
                        <a:pt x="847649" y="109934"/>
                        <a:pt x="847649" y="70878"/>
                      </a:cubicBezTo>
                      <a:cubicBezTo>
                        <a:pt x="847649" y="31823"/>
                        <a:pt x="815826" y="0"/>
                        <a:pt x="776771" y="0"/>
                      </a:cubicBezTo>
                      <a:close/>
                    </a:path>
                  </a:pathLst>
                </a:custGeom>
                <a:solidFill>
                  <a:srgbClr val="DEDEDE"/>
                </a:solidFill>
                <a:ln w="1446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93F3FEC0-578D-44BE-823F-986E6913107D}"/>
                    </a:ext>
                  </a:extLst>
                </p:cNvPr>
                <p:cNvSpPr/>
                <p:nvPr/>
              </p:nvSpPr>
              <p:spPr>
                <a:xfrm>
                  <a:off x="2736437" y="4136908"/>
                  <a:ext cx="810085" cy="141757"/>
                </a:xfrm>
                <a:custGeom>
                  <a:avLst/>
                  <a:gdLst>
                    <a:gd name="connsiteX0" fmla="*/ 739162 w 810085"/>
                    <a:gd name="connsiteY0" fmla="*/ 0 h 141757"/>
                    <a:gd name="connsiteX1" fmla="*/ 70879 w 810085"/>
                    <a:gd name="connsiteY1" fmla="*/ 0 h 141757"/>
                    <a:gd name="connsiteX2" fmla="*/ 0 w 810085"/>
                    <a:gd name="connsiteY2" fmla="*/ 70878 h 141757"/>
                    <a:gd name="connsiteX3" fmla="*/ 70879 w 810085"/>
                    <a:gd name="connsiteY3" fmla="*/ 141757 h 141757"/>
                    <a:gd name="connsiteX4" fmla="*/ 739162 w 810085"/>
                    <a:gd name="connsiteY4" fmla="*/ 141757 h 141757"/>
                    <a:gd name="connsiteX5" fmla="*/ 810040 w 810085"/>
                    <a:gd name="connsiteY5" fmla="*/ 70878 h 141757"/>
                    <a:gd name="connsiteX6" fmla="*/ 739162 w 810085"/>
                    <a:gd name="connsiteY6" fmla="*/ 0 h 141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0085" h="141757">
                      <a:moveTo>
                        <a:pt x="739162" y="0"/>
                      </a:moveTo>
                      <a:lnTo>
                        <a:pt x="70879" y="0"/>
                      </a:lnTo>
                      <a:cubicBezTo>
                        <a:pt x="31823" y="0"/>
                        <a:pt x="0" y="31823"/>
                        <a:pt x="0" y="70878"/>
                      </a:cubicBezTo>
                      <a:cubicBezTo>
                        <a:pt x="0" y="109934"/>
                        <a:pt x="31823" y="141757"/>
                        <a:pt x="70879" y="141757"/>
                      </a:cubicBezTo>
                      <a:lnTo>
                        <a:pt x="739162" y="141757"/>
                      </a:lnTo>
                      <a:cubicBezTo>
                        <a:pt x="778217" y="141757"/>
                        <a:pt x="810040" y="109934"/>
                        <a:pt x="810040" y="70878"/>
                      </a:cubicBezTo>
                      <a:cubicBezTo>
                        <a:pt x="811487" y="31823"/>
                        <a:pt x="778217" y="0"/>
                        <a:pt x="739162" y="0"/>
                      </a:cubicBezTo>
                      <a:close/>
                    </a:path>
                  </a:pathLst>
                </a:custGeom>
                <a:solidFill>
                  <a:srgbClr val="6E6F6E"/>
                </a:solidFill>
                <a:ln w="1446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A39DA4BD-59AD-4FE4-BF2C-AE83E6FC6C54}"/>
                    </a:ext>
                  </a:extLst>
                </p:cNvPr>
                <p:cNvSpPr/>
                <p:nvPr/>
              </p:nvSpPr>
              <p:spPr>
                <a:xfrm>
                  <a:off x="2787064" y="4136908"/>
                  <a:ext cx="759458" cy="141757"/>
                </a:xfrm>
                <a:custGeom>
                  <a:avLst/>
                  <a:gdLst>
                    <a:gd name="connsiteX0" fmla="*/ 688534 w 759458"/>
                    <a:gd name="connsiteY0" fmla="*/ 0 h 141757"/>
                    <a:gd name="connsiteX1" fmla="*/ 70879 w 759458"/>
                    <a:gd name="connsiteY1" fmla="*/ 0 h 141757"/>
                    <a:gd name="connsiteX2" fmla="*/ 0 w 759458"/>
                    <a:gd name="connsiteY2" fmla="*/ 70878 h 141757"/>
                    <a:gd name="connsiteX3" fmla="*/ 70879 w 759458"/>
                    <a:gd name="connsiteY3" fmla="*/ 141757 h 141757"/>
                    <a:gd name="connsiteX4" fmla="*/ 688534 w 759458"/>
                    <a:gd name="connsiteY4" fmla="*/ 141757 h 141757"/>
                    <a:gd name="connsiteX5" fmla="*/ 759413 w 759458"/>
                    <a:gd name="connsiteY5" fmla="*/ 70878 h 141757"/>
                    <a:gd name="connsiteX6" fmla="*/ 688534 w 759458"/>
                    <a:gd name="connsiteY6" fmla="*/ 0 h 141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9458" h="141757">
                      <a:moveTo>
                        <a:pt x="688534" y="0"/>
                      </a:moveTo>
                      <a:lnTo>
                        <a:pt x="70879" y="0"/>
                      </a:lnTo>
                      <a:cubicBezTo>
                        <a:pt x="31823" y="0"/>
                        <a:pt x="0" y="31823"/>
                        <a:pt x="0" y="70878"/>
                      </a:cubicBezTo>
                      <a:cubicBezTo>
                        <a:pt x="0" y="109934"/>
                        <a:pt x="31823" y="141757"/>
                        <a:pt x="70879" y="141757"/>
                      </a:cubicBezTo>
                      <a:lnTo>
                        <a:pt x="688534" y="141757"/>
                      </a:lnTo>
                      <a:cubicBezTo>
                        <a:pt x="727590" y="141757"/>
                        <a:pt x="759413" y="109934"/>
                        <a:pt x="759413" y="70878"/>
                      </a:cubicBezTo>
                      <a:cubicBezTo>
                        <a:pt x="760859" y="31823"/>
                        <a:pt x="727590" y="0"/>
                        <a:pt x="688534" y="0"/>
                      </a:cubicBezTo>
                      <a:close/>
                    </a:path>
                  </a:pathLst>
                </a:custGeom>
                <a:solidFill>
                  <a:srgbClr val="8E8E8D"/>
                </a:solidFill>
                <a:ln w="1446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58A7B372-085D-42DB-84FB-F99A59ED5F22}"/>
                    </a:ext>
                  </a:extLst>
                </p:cNvPr>
                <p:cNvSpPr/>
                <p:nvPr/>
              </p:nvSpPr>
              <p:spPr>
                <a:xfrm>
                  <a:off x="2940393" y="4145587"/>
                  <a:ext cx="558349" cy="78110"/>
                </a:xfrm>
                <a:custGeom>
                  <a:avLst/>
                  <a:gdLst>
                    <a:gd name="connsiteX0" fmla="*/ 512061 w 558349"/>
                    <a:gd name="connsiteY0" fmla="*/ 0 h 78110"/>
                    <a:gd name="connsiteX1" fmla="*/ 46288 w 558349"/>
                    <a:gd name="connsiteY1" fmla="*/ 0 h 78110"/>
                    <a:gd name="connsiteX2" fmla="*/ 0 w 558349"/>
                    <a:gd name="connsiteY2" fmla="*/ 39055 h 78110"/>
                    <a:gd name="connsiteX3" fmla="*/ 46288 w 558349"/>
                    <a:gd name="connsiteY3" fmla="*/ 78111 h 78110"/>
                    <a:gd name="connsiteX4" fmla="*/ 512061 w 558349"/>
                    <a:gd name="connsiteY4" fmla="*/ 78111 h 78110"/>
                    <a:gd name="connsiteX5" fmla="*/ 558349 w 558349"/>
                    <a:gd name="connsiteY5" fmla="*/ 39055 h 78110"/>
                    <a:gd name="connsiteX6" fmla="*/ 512061 w 558349"/>
                    <a:gd name="connsiteY6" fmla="*/ 0 h 78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8349" h="78110">
                      <a:moveTo>
                        <a:pt x="512061" y="0"/>
                      </a:moveTo>
                      <a:lnTo>
                        <a:pt x="46288" y="0"/>
                      </a:lnTo>
                      <a:cubicBezTo>
                        <a:pt x="20251" y="0"/>
                        <a:pt x="0" y="17358"/>
                        <a:pt x="0" y="39055"/>
                      </a:cubicBezTo>
                      <a:cubicBezTo>
                        <a:pt x="0" y="60753"/>
                        <a:pt x="21698" y="78111"/>
                        <a:pt x="46288" y="78111"/>
                      </a:cubicBezTo>
                      <a:lnTo>
                        <a:pt x="512061" y="78111"/>
                      </a:lnTo>
                      <a:cubicBezTo>
                        <a:pt x="538098" y="78111"/>
                        <a:pt x="558349" y="60753"/>
                        <a:pt x="558349" y="39055"/>
                      </a:cubicBezTo>
                      <a:cubicBezTo>
                        <a:pt x="558349" y="17358"/>
                        <a:pt x="538098" y="0"/>
                        <a:pt x="512061" y="0"/>
                      </a:cubicBezTo>
                      <a:close/>
                    </a:path>
                  </a:pathLst>
                </a:custGeom>
                <a:solidFill>
                  <a:srgbClr val="AEAEAE"/>
                </a:solidFill>
                <a:ln w="14465" cap="flat">
                  <a:noFill/>
                  <a:prstDash val="solid"/>
                  <a:miter/>
                </a:ln>
              </p:spPr>
              <p:txBody>
                <a:bodyPr rtlCol="0" anchor="ctr"/>
                <a:lstStyle/>
                <a:p>
                  <a:endParaRPr lang="en-US"/>
                </a:p>
              </p:txBody>
            </p:sp>
          </p:grpSp>
          <p:grpSp>
            <p:nvGrpSpPr>
              <p:cNvPr id="240" name="Graphic 205">
                <a:extLst>
                  <a:ext uri="{FF2B5EF4-FFF2-40B4-BE49-F238E27FC236}">
                    <a16:creationId xmlns:a16="http://schemas.microsoft.com/office/drawing/2014/main" id="{EDD2BA35-87AD-417F-AA53-BB42664AA3EC}"/>
                  </a:ext>
                </a:extLst>
              </p:cNvPr>
              <p:cNvGrpSpPr/>
              <p:nvPr/>
            </p:nvGrpSpPr>
            <p:grpSpPr>
              <a:xfrm>
                <a:off x="2736437" y="4272879"/>
                <a:ext cx="849095" cy="141757"/>
                <a:chOff x="2736437" y="4272879"/>
                <a:chExt cx="849095" cy="141757"/>
              </a:xfrm>
            </p:grpSpPr>
            <p:sp>
              <p:nvSpPr>
                <p:cNvPr id="241" name="Freeform: Shape 240">
                  <a:extLst>
                    <a:ext uri="{FF2B5EF4-FFF2-40B4-BE49-F238E27FC236}">
                      <a16:creationId xmlns:a16="http://schemas.microsoft.com/office/drawing/2014/main" id="{4C655FAA-D58B-49CD-9604-21B88B2B5C94}"/>
                    </a:ext>
                  </a:extLst>
                </p:cNvPr>
                <p:cNvSpPr/>
                <p:nvPr/>
              </p:nvSpPr>
              <p:spPr>
                <a:xfrm>
                  <a:off x="2737883" y="4272879"/>
                  <a:ext cx="847649" cy="141757"/>
                </a:xfrm>
                <a:custGeom>
                  <a:avLst/>
                  <a:gdLst>
                    <a:gd name="connsiteX0" fmla="*/ 776771 w 847649"/>
                    <a:gd name="connsiteY0" fmla="*/ 0 h 141757"/>
                    <a:gd name="connsiteX1" fmla="*/ 70878 w 847649"/>
                    <a:gd name="connsiteY1" fmla="*/ 0 h 141757"/>
                    <a:gd name="connsiteX2" fmla="*/ 0 w 847649"/>
                    <a:gd name="connsiteY2" fmla="*/ 70879 h 141757"/>
                    <a:gd name="connsiteX3" fmla="*/ 70878 w 847649"/>
                    <a:gd name="connsiteY3" fmla="*/ 141757 h 141757"/>
                    <a:gd name="connsiteX4" fmla="*/ 776771 w 847649"/>
                    <a:gd name="connsiteY4" fmla="*/ 141757 h 141757"/>
                    <a:gd name="connsiteX5" fmla="*/ 847649 w 847649"/>
                    <a:gd name="connsiteY5" fmla="*/ 70879 h 141757"/>
                    <a:gd name="connsiteX6" fmla="*/ 776771 w 847649"/>
                    <a:gd name="connsiteY6" fmla="*/ 0 h 141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7649" h="141757">
                      <a:moveTo>
                        <a:pt x="776771" y="0"/>
                      </a:moveTo>
                      <a:lnTo>
                        <a:pt x="70878" y="0"/>
                      </a:lnTo>
                      <a:cubicBezTo>
                        <a:pt x="31823" y="0"/>
                        <a:pt x="0" y="31823"/>
                        <a:pt x="0" y="70879"/>
                      </a:cubicBezTo>
                      <a:cubicBezTo>
                        <a:pt x="0" y="109934"/>
                        <a:pt x="31823" y="141757"/>
                        <a:pt x="70878" y="141757"/>
                      </a:cubicBezTo>
                      <a:lnTo>
                        <a:pt x="776771" y="141757"/>
                      </a:lnTo>
                      <a:cubicBezTo>
                        <a:pt x="815826" y="141757"/>
                        <a:pt x="847649" y="109934"/>
                        <a:pt x="847649" y="70879"/>
                      </a:cubicBezTo>
                      <a:cubicBezTo>
                        <a:pt x="847649" y="31823"/>
                        <a:pt x="815826" y="0"/>
                        <a:pt x="776771" y="0"/>
                      </a:cubicBezTo>
                      <a:close/>
                    </a:path>
                  </a:pathLst>
                </a:custGeom>
                <a:solidFill>
                  <a:srgbClr val="DEDEDE"/>
                </a:solidFill>
                <a:ln w="1446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C944A960-2C92-4A51-8187-6F7FAC2CA205}"/>
                    </a:ext>
                  </a:extLst>
                </p:cNvPr>
                <p:cNvSpPr/>
                <p:nvPr/>
              </p:nvSpPr>
              <p:spPr>
                <a:xfrm>
                  <a:off x="2736437" y="4272879"/>
                  <a:ext cx="810085" cy="141757"/>
                </a:xfrm>
                <a:custGeom>
                  <a:avLst/>
                  <a:gdLst>
                    <a:gd name="connsiteX0" fmla="*/ 739162 w 810085"/>
                    <a:gd name="connsiteY0" fmla="*/ 0 h 141757"/>
                    <a:gd name="connsiteX1" fmla="*/ 70879 w 810085"/>
                    <a:gd name="connsiteY1" fmla="*/ 0 h 141757"/>
                    <a:gd name="connsiteX2" fmla="*/ 0 w 810085"/>
                    <a:gd name="connsiteY2" fmla="*/ 70879 h 141757"/>
                    <a:gd name="connsiteX3" fmla="*/ 70879 w 810085"/>
                    <a:gd name="connsiteY3" fmla="*/ 141757 h 141757"/>
                    <a:gd name="connsiteX4" fmla="*/ 739162 w 810085"/>
                    <a:gd name="connsiteY4" fmla="*/ 141757 h 141757"/>
                    <a:gd name="connsiteX5" fmla="*/ 810040 w 810085"/>
                    <a:gd name="connsiteY5" fmla="*/ 70879 h 141757"/>
                    <a:gd name="connsiteX6" fmla="*/ 739162 w 810085"/>
                    <a:gd name="connsiteY6" fmla="*/ 0 h 141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0085" h="141757">
                      <a:moveTo>
                        <a:pt x="739162" y="0"/>
                      </a:moveTo>
                      <a:lnTo>
                        <a:pt x="70879" y="0"/>
                      </a:lnTo>
                      <a:cubicBezTo>
                        <a:pt x="31823" y="0"/>
                        <a:pt x="0" y="31823"/>
                        <a:pt x="0" y="70879"/>
                      </a:cubicBezTo>
                      <a:cubicBezTo>
                        <a:pt x="0" y="109934"/>
                        <a:pt x="31823" y="141757"/>
                        <a:pt x="70879" y="141757"/>
                      </a:cubicBezTo>
                      <a:lnTo>
                        <a:pt x="739162" y="141757"/>
                      </a:lnTo>
                      <a:cubicBezTo>
                        <a:pt x="778217" y="141757"/>
                        <a:pt x="810040" y="109934"/>
                        <a:pt x="810040" y="70879"/>
                      </a:cubicBezTo>
                      <a:cubicBezTo>
                        <a:pt x="811487" y="31823"/>
                        <a:pt x="778217" y="0"/>
                        <a:pt x="739162" y="0"/>
                      </a:cubicBezTo>
                      <a:close/>
                    </a:path>
                  </a:pathLst>
                </a:custGeom>
                <a:solidFill>
                  <a:srgbClr val="6E6F6E"/>
                </a:solidFill>
                <a:ln w="1446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514B0D2F-9303-492E-8504-41A196D1D6F9}"/>
                    </a:ext>
                  </a:extLst>
                </p:cNvPr>
                <p:cNvSpPr/>
                <p:nvPr/>
              </p:nvSpPr>
              <p:spPr>
                <a:xfrm>
                  <a:off x="2787064" y="4272879"/>
                  <a:ext cx="759458" cy="141757"/>
                </a:xfrm>
                <a:custGeom>
                  <a:avLst/>
                  <a:gdLst>
                    <a:gd name="connsiteX0" fmla="*/ 688534 w 759458"/>
                    <a:gd name="connsiteY0" fmla="*/ 0 h 141757"/>
                    <a:gd name="connsiteX1" fmla="*/ 70879 w 759458"/>
                    <a:gd name="connsiteY1" fmla="*/ 0 h 141757"/>
                    <a:gd name="connsiteX2" fmla="*/ 0 w 759458"/>
                    <a:gd name="connsiteY2" fmla="*/ 70879 h 141757"/>
                    <a:gd name="connsiteX3" fmla="*/ 70879 w 759458"/>
                    <a:gd name="connsiteY3" fmla="*/ 141757 h 141757"/>
                    <a:gd name="connsiteX4" fmla="*/ 688534 w 759458"/>
                    <a:gd name="connsiteY4" fmla="*/ 141757 h 141757"/>
                    <a:gd name="connsiteX5" fmla="*/ 759413 w 759458"/>
                    <a:gd name="connsiteY5" fmla="*/ 70879 h 141757"/>
                    <a:gd name="connsiteX6" fmla="*/ 688534 w 759458"/>
                    <a:gd name="connsiteY6" fmla="*/ 0 h 141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9458" h="141757">
                      <a:moveTo>
                        <a:pt x="688534" y="0"/>
                      </a:moveTo>
                      <a:lnTo>
                        <a:pt x="70879" y="0"/>
                      </a:lnTo>
                      <a:cubicBezTo>
                        <a:pt x="31823" y="0"/>
                        <a:pt x="0" y="31823"/>
                        <a:pt x="0" y="70879"/>
                      </a:cubicBezTo>
                      <a:cubicBezTo>
                        <a:pt x="0" y="109934"/>
                        <a:pt x="31823" y="141757"/>
                        <a:pt x="70879" y="141757"/>
                      </a:cubicBezTo>
                      <a:lnTo>
                        <a:pt x="688534" y="141757"/>
                      </a:lnTo>
                      <a:cubicBezTo>
                        <a:pt x="727590" y="141757"/>
                        <a:pt x="759413" y="109934"/>
                        <a:pt x="759413" y="70879"/>
                      </a:cubicBezTo>
                      <a:cubicBezTo>
                        <a:pt x="760859" y="31823"/>
                        <a:pt x="727590" y="0"/>
                        <a:pt x="688534" y="0"/>
                      </a:cubicBezTo>
                      <a:close/>
                    </a:path>
                  </a:pathLst>
                </a:custGeom>
                <a:solidFill>
                  <a:srgbClr val="8E8E8D"/>
                </a:solidFill>
                <a:ln w="1446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6E1FDB83-0384-41FA-A0B0-F32EB413CB9E}"/>
                    </a:ext>
                  </a:extLst>
                </p:cNvPr>
                <p:cNvSpPr/>
                <p:nvPr/>
              </p:nvSpPr>
              <p:spPr>
                <a:xfrm>
                  <a:off x="2940393" y="4283004"/>
                  <a:ext cx="558349" cy="78110"/>
                </a:xfrm>
                <a:custGeom>
                  <a:avLst/>
                  <a:gdLst>
                    <a:gd name="connsiteX0" fmla="*/ 512061 w 558349"/>
                    <a:gd name="connsiteY0" fmla="*/ 0 h 78110"/>
                    <a:gd name="connsiteX1" fmla="*/ 46288 w 558349"/>
                    <a:gd name="connsiteY1" fmla="*/ 0 h 78110"/>
                    <a:gd name="connsiteX2" fmla="*/ 0 w 558349"/>
                    <a:gd name="connsiteY2" fmla="*/ 39055 h 78110"/>
                    <a:gd name="connsiteX3" fmla="*/ 46288 w 558349"/>
                    <a:gd name="connsiteY3" fmla="*/ 78111 h 78110"/>
                    <a:gd name="connsiteX4" fmla="*/ 512061 w 558349"/>
                    <a:gd name="connsiteY4" fmla="*/ 78111 h 78110"/>
                    <a:gd name="connsiteX5" fmla="*/ 558349 w 558349"/>
                    <a:gd name="connsiteY5" fmla="*/ 39055 h 78110"/>
                    <a:gd name="connsiteX6" fmla="*/ 512061 w 558349"/>
                    <a:gd name="connsiteY6" fmla="*/ 0 h 78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8349" h="78110">
                      <a:moveTo>
                        <a:pt x="512061" y="0"/>
                      </a:moveTo>
                      <a:lnTo>
                        <a:pt x="46288" y="0"/>
                      </a:lnTo>
                      <a:cubicBezTo>
                        <a:pt x="20251" y="0"/>
                        <a:pt x="0" y="17358"/>
                        <a:pt x="0" y="39055"/>
                      </a:cubicBezTo>
                      <a:cubicBezTo>
                        <a:pt x="0" y="60753"/>
                        <a:pt x="21698" y="78111"/>
                        <a:pt x="46288" y="78111"/>
                      </a:cubicBezTo>
                      <a:lnTo>
                        <a:pt x="512061" y="78111"/>
                      </a:lnTo>
                      <a:cubicBezTo>
                        <a:pt x="538098" y="78111"/>
                        <a:pt x="558349" y="60753"/>
                        <a:pt x="558349" y="39055"/>
                      </a:cubicBezTo>
                      <a:cubicBezTo>
                        <a:pt x="558349" y="17358"/>
                        <a:pt x="538098" y="0"/>
                        <a:pt x="512061" y="0"/>
                      </a:cubicBezTo>
                      <a:close/>
                    </a:path>
                  </a:pathLst>
                </a:custGeom>
                <a:solidFill>
                  <a:srgbClr val="AEAEAE"/>
                </a:solidFill>
                <a:ln w="14465" cap="flat">
                  <a:noFill/>
                  <a:prstDash val="solid"/>
                  <a:miter/>
                </a:ln>
              </p:spPr>
              <p:txBody>
                <a:bodyPr rtlCol="0" anchor="ctr"/>
                <a:lstStyle/>
                <a:p>
                  <a:endParaRPr lang="en-US"/>
                </a:p>
              </p:txBody>
            </p:sp>
          </p:grpSp>
          <p:grpSp>
            <p:nvGrpSpPr>
              <p:cNvPr id="245" name="Graphic 205">
                <a:extLst>
                  <a:ext uri="{FF2B5EF4-FFF2-40B4-BE49-F238E27FC236}">
                    <a16:creationId xmlns:a16="http://schemas.microsoft.com/office/drawing/2014/main" id="{EDD2BA35-87AD-417F-AA53-BB42664AA3EC}"/>
                  </a:ext>
                </a:extLst>
              </p:cNvPr>
              <p:cNvGrpSpPr/>
              <p:nvPr/>
            </p:nvGrpSpPr>
            <p:grpSpPr>
              <a:xfrm>
                <a:off x="2736437" y="4410296"/>
                <a:ext cx="849095" cy="141757"/>
                <a:chOff x="2736437" y="4410296"/>
                <a:chExt cx="849095" cy="141757"/>
              </a:xfrm>
            </p:grpSpPr>
            <p:sp>
              <p:nvSpPr>
                <p:cNvPr id="246" name="Freeform: Shape 245">
                  <a:extLst>
                    <a:ext uri="{FF2B5EF4-FFF2-40B4-BE49-F238E27FC236}">
                      <a16:creationId xmlns:a16="http://schemas.microsoft.com/office/drawing/2014/main" id="{403CD434-6B96-4DC6-9E2F-AE8FE036EF22}"/>
                    </a:ext>
                  </a:extLst>
                </p:cNvPr>
                <p:cNvSpPr/>
                <p:nvPr/>
              </p:nvSpPr>
              <p:spPr>
                <a:xfrm>
                  <a:off x="2737883" y="4410296"/>
                  <a:ext cx="847649" cy="141757"/>
                </a:xfrm>
                <a:custGeom>
                  <a:avLst/>
                  <a:gdLst>
                    <a:gd name="connsiteX0" fmla="*/ 776771 w 847649"/>
                    <a:gd name="connsiteY0" fmla="*/ 0 h 141757"/>
                    <a:gd name="connsiteX1" fmla="*/ 70878 w 847649"/>
                    <a:gd name="connsiteY1" fmla="*/ 0 h 141757"/>
                    <a:gd name="connsiteX2" fmla="*/ 0 w 847649"/>
                    <a:gd name="connsiteY2" fmla="*/ 70878 h 141757"/>
                    <a:gd name="connsiteX3" fmla="*/ 70878 w 847649"/>
                    <a:gd name="connsiteY3" fmla="*/ 141757 h 141757"/>
                    <a:gd name="connsiteX4" fmla="*/ 776771 w 847649"/>
                    <a:gd name="connsiteY4" fmla="*/ 141757 h 141757"/>
                    <a:gd name="connsiteX5" fmla="*/ 847649 w 847649"/>
                    <a:gd name="connsiteY5" fmla="*/ 70878 h 141757"/>
                    <a:gd name="connsiteX6" fmla="*/ 776771 w 847649"/>
                    <a:gd name="connsiteY6" fmla="*/ 0 h 141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7649" h="141757">
                      <a:moveTo>
                        <a:pt x="776771" y="0"/>
                      </a:moveTo>
                      <a:lnTo>
                        <a:pt x="70878" y="0"/>
                      </a:lnTo>
                      <a:cubicBezTo>
                        <a:pt x="31823" y="0"/>
                        <a:pt x="0" y="31823"/>
                        <a:pt x="0" y="70878"/>
                      </a:cubicBezTo>
                      <a:cubicBezTo>
                        <a:pt x="0" y="109934"/>
                        <a:pt x="31823" y="141757"/>
                        <a:pt x="70878" y="141757"/>
                      </a:cubicBezTo>
                      <a:lnTo>
                        <a:pt x="776771" y="141757"/>
                      </a:lnTo>
                      <a:cubicBezTo>
                        <a:pt x="815826" y="141757"/>
                        <a:pt x="847649" y="109934"/>
                        <a:pt x="847649" y="70878"/>
                      </a:cubicBezTo>
                      <a:cubicBezTo>
                        <a:pt x="847649" y="31823"/>
                        <a:pt x="815826" y="0"/>
                        <a:pt x="776771" y="0"/>
                      </a:cubicBezTo>
                      <a:close/>
                    </a:path>
                  </a:pathLst>
                </a:custGeom>
                <a:solidFill>
                  <a:srgbClr val="DEDEDE"/>
                </a:solidFill>
                <a:ln w="1446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9064464F-3021-421B-973B-37169805E8FB}"/>
                    </a:ext>
                  </a:extLst>
                </p:cNvPr>
                <p:cNvSpPr/>
                <p:nvPr/>
              </p:nvSpPr>
              <p:spPr>
                <a:xfrm>
                  <a:off x="2736437" y="4410296"/>
                  <a:ext cx="810040" cy="141757"/>
                </a:xfrm>
                <a:custGeom>
                  <a:avLst/>
                  <a:gdLst>
                    <a:gd name="connsiteX0" fmla="*/ 739162 w 810040"/>
                    <a:gd name="connsiteY0" fmla="*/ 0 h 141757"/>
                    <a:gd name="connsiteX1" fmla="*/ 70879 w 810040"/>
                    <a:gd name="connsiteY1" fmla="*/ 0 h 141757"/>
                    <a:gd name="connsiteX2" fmla="*/ 0 w 810040"/>
                    <a:gd name="connsiteY2" fmla="*/ 70878 h 141757"/>
                    <a:gd name="connsiteX3" fmla="*/ 70879 w 810040"/>
                    <a:gd name="connsiteY3" fmla="*/ 141757 h 141757"/>
                    <a:gd name="connsiteX4" fmla="*/ 739162 w 810040"/>
                    <a:gd name="connsiteY4" fmla="*/ 141757 h 141757"/>
                    <a:gd name="connsiteX5" fmla="*/ 810040 w 810040"/>
                    <a:gd name="connsiteY5" fmla="*/ 70878 h 141757"/>
                    <a:gd name="connsiteX6" fmla="*/ 739162 w 810040"/>
                    <a:gd name="connsiteY6" fmla="*/ 0 h 141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0040" h="141757">
                      <a:moveTo>
                        <a:pt x="739162" y="0"/>
                      </a:moveTo>
                      <a:lnTo>
                        <a:pt x="70879" y="0"/>
                      </a:lnTo>
                      <a:cubicBezTo>
                        <a:pt x="31823" y="0"/>
                        <a:pt x="0" y="31823"/>
                        <a:pt x="0" y="70878"/>
                      </a:cubicBezTo>
                      <a:cubicBezTo>
                        <a:pt x="0" y="109934"/>
                        <a:pt x="31823" y="141757"/>
                        <a:pt x="70879" y="141757"/>
                      </a:cubicBezTo>
                      <a:lnTo>
                        <a:pt x="739162" y="141757"/>
                      </a:lnTo>
                      <a:cubicBezTo>
                        <a:pt x="778217" y="141757"/>
                        <a:pt x="810040" y="109934"/>
                        <a:pt x="810040" y="70878"/>
                      </a:cubicBezTo>
                      <a:cubicBezTo>
                        <a:pt x="810040" y="31823"/>
                        <a:pt x="778217" y="0"/>
                        <a:pt x="739162" y="0"/>
                      </a:cubicBezTo>
                      <a:close/>
                    </a:path>
                  </a:pathLst>
                </a:custGeom>
                <a:solidFill>
                  <a:srgbClr val="6E6F6E"/>
                </a:solidFill>
                <a:ln w="1446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74C24847-528F-4272-915C-8B55B7B6EF7C}"/>
                    </a:ext>
                  </a:extLst>
                </p:cNvPr>
                <p:cNvSpPr/>
                <p:nvPr/>
              </p:nvSpPr>
              <p:spPr>
                <a:xfrm>
                  <a:off x="2787064" y="4410296"/>
                  <a:ext cx="759412" cy="141757"/>
                </a:xfrm>
                <a:custGeom>
                  <a:avLst/>
                  <a:gdLst>
                    <a:gd name="connsiteX0" fmla="*/ 688534 w 759412"/>
                    <a:gd name="connsiteY0" fmla="*/ 0 h 141757"/>
                    <a:gd name="connsiteX1" fmla="*/ 70879 w 759412"/>
                    <a:gd name="connsiteY1" fmla="*/ 0 h 141757"/>
                    <a:gd name="connsiteX2" fmla="*/ 0 w 759412"/>
                    <a:gd name="connsiteY2" fmla="*/ 70878 h 141757"/>
                    <a:gd name="connsiteX3" fmla="*/ 70879 w 759412"/>
                    <a:gd name="connsiteY3" fmla="*/ 141757 h 141757"/>
                    <a:gd name="connsiteX4" fmla="*/ 688534 w 759412"/>
                    <a:gd name="connsiteY4" fmla="*/ 141757 h 141757"/>
                    <a:gd name="connsiteX5" fmla="*/ 759413 w 759412"/>
                    <a:gd name="connsiteY5" fmla="*/ 70878 h 141757"/>
                    <a:gd name="connsiteX6" fmla="*/ 688534 w 759412"/>
                    <a:gd name="connsiteY6" fmla="*/ 0 h 141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9412" h="141757">
                      <a:moveTo>
                        <a:pt x="688534" y="0"/>
                      </a:moveTo>
                      <a:lnTo>
                        <a:pt x="70879" y="0"/>
                      </a:lnTo>
                      <a:cubicBezTo>
                        <a:pt x="31823" y="0"/>
                        <a:pt x="0" y="31823"/>
                        <a:pt x="0" y="70878"/>
                      </a:cubicBezTo>
                      <a:cubicBezTo>
                        <a:pt x="0" y="109934"/>
                        <a:pt x="31823" y="141757"/>
                        <a:pt x="70879" y="141757"/>
                      </a:cubicBezTo>
                      <a:lnTo>
                        <a:pt x="688534" y="141757"/>
                      </a:lnTo>
                      <a:cubicBezTo>
                        <a:pt x="727590" y="141757"/>
                        <a:pt x="759413" y="109934"/>
                        <a:pt x="759413" y="70878"/>
                      </a:cubicBezTo>
                      <a:cubicBezTo>
                        <a:pt x="759413" y="31823"/>
                        <a:pt x="727590" y="0"/>
                        <a:pt x="688534" y="0"/>
                      </a:cubicBezTo>
                      <a:close/>
                    </a:path>
                  </a:pathLst>
                </a:custGeom>
                <a:solidFill>
                  <a:srgbClr val="8E8E8D"/>
                </a:solidFill>
                <a:ln w="1446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46DD27F0-1EC6-4AFB-810F-C33D667FFA8D}"/>
                    </a:ext>
                  </a:extLst>
                </p:cNvPr>
                <p:cNvSpPr/>
                <p:nvPr/>
              </p:nvSpPr>
              <p:spPr>
                <a:xfrm>
                  <a:off x="2940393" y="4418975"/>
                  <a:ext cx="558349" cy="78110"/>
                </a:xfrm>
                <a:custGeom>
                  <a:avLst/>
                  <a:gdLst>
                    <a:gd name="connsiteX0" fmla="*/ 512061 w 558349"/>
                    <a:gd name="connsiteY0" fmla="*/ 0 h 78110"/>
                    <a:gd name="connsiteX1" fmla="*/ 46288 w 558349"/>
                    <a:gd name="connsiteY1" fmla="*/ 0 h 78110"/>
                    <a:gd name="connsiteX2" fmla="*/ 0 w 558349"/>
                    <a:gd name="connsiteY2" fmla="*/ 39056 h 78110"/>
                    <a:gd name="connsiteX3" fmla="*/ 46288 w 558349"/>
                    <a:gd name="connsiteY3" fmla="*/ 78111 h 78110"/>
                    <a:gd name="connsiteX4" fmla="*/ 512061 w 558349"/>
                    <a:gd name="connsiteY4" fmla="*/ 78111 h 78110"/>
                    <a:gd name="connsiteX5" fmla="*/ 558349 w 558349"/>
                    <a:gd name="connsiteY5" fmla="*/ 39056 h 78110"/>
                    <a:gd name="connsiteX6" fmla="*/ 512061 w 558349"/>
                    <a:gd name="connsiteY6" fmla="*/ 0 h 78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8349" h="78110">
                      <a:moveTo>
                        <a:pt x="512061" y="0"/>
                      </a:moveTo>
                      <a:lnTo>
                        <a:pt x="46288" y="0"/>
                      </a:lnTo>
                      <a:cubicBezTo>
                        <a:pt x="20251" y="0"/>
                        <a:pt x="0" y="17358"/>
                        <a:pt x="0" y="39056"/>
                      </a:cubicBezTo>
                      <a:cubicBezTo>
                        <a:pt x="0" y="60753"/>
                        <a:pt x="21698" y="78111"/>
                        <a:pt x="46288" y="78111"/>
                      </a:cubicBezTo>
                      <a:lnTo>
                        <a:pt x="512061" y="78111"/>
                      </a:lnTo>
                      <a:cubicBezTo>
                        <a:pt x="538098" y="78111"/>
                        <a:pt x="558349" y="60753"/>
                        <a:pt x="558349" y="39056"/>
                      </a:cubicBezTo>
                      <a:cubicBezTo>
                        <a:pt x="558349" y="17358"/>
                        <a:pt x="538098" y="0"/>
                        <a:pt x="512061" y="0"/>
                      </a:cubicBezTo>
                      <a:close/>
                    </a:path>
                  </a:pathLst>
                </a:custGeom>
                <a:solidFill>
                  <a:srgbClr val="AEAEAE"/>
                </a:solidFill>
                <a:ln w="14465" cap="flat">
                  <a:noFill/>
                  <a:prstDash val="solid"/>
                  <a:miter/>
                </a:ln>
              </p:spPr>
              <p:txBody>
                <a:bodyPr rtlCol="0" anchor="ctr"/>
                <a:lstStyle/>
                <a:p>
                  <a:endParaRPr lang="en-US"/>
                </a:p>
              </p:txBody>
            </p:sp>
          </p:grpSp>
          <p:grpSp>
            <p:nvGrpSpPr>
              <p:cNvPr id="250" name="Graphic 205">
                <a:extLst>
                  <a:ext uri="{FF2B5EF4-FFF2-40B4-BE49-F238E27FC236}">
                    <a16:creationId xmlns:a16="http://schemas.microsoft.com/office/drawing/2014/main" id="{EDD2BA35-87AD-417F-AA53-BB42664AA3EC}"/>
                  </a:ext>
                </a:extLst>
              </p:cNvPr>
              <p:cNvGrpSpPr/>
              <p:nvPr/>
            </p:nvGrpSpPr>
            <p:grpSpPr>
              <a:xfrm>
                <a:off x="2853603" y="4549160"/>
                <a:ext cx="614762" cy="104148"/>
                <a:chOff x="2853603" y="4549160"/>
                <a:chExt cx="614762" cy="104148"/>
              </a:xfrm>
            </p:grpSpPr>
            <p:sp>
              <p:nvSpPr>
                <p:cNvPr id="251" name="Freeform: Shape 250">
                  <a:extLst>
                    <a:ext uri="{FF2B5EF4-FFF2-40B4-BE49-F238E27FC236}">
                      <a16:creationId xmlns:a16="http://schemas.microsoft.com/office/drawing/2014/main" id="{B6EECE0D-3F98-48A0-922F-246F86F9D978}"/>
                    </a:ext>
                  </a:extLst>
                </p:cNvPr>
                <p:cNvSpPr/>
                <p:nvPr/>
              </p:nvSpPr>
              <p:spPr>
                <a:xfrm>
                  <a:off x="2853603" y="4549160"/>
                  <a:ext cx="614762" cy="104148"/>
                </a:xfrm>
                <a:custGeom>
                  <a:avLst/>
                  <a:gdLst>
                    <a:gd name="connsiteX0" fmla="*/ 562689 w 614762"/>
                    <a:gd name="connsiteY0" fmla="*/ 0 h 104148"/>
                    <a:gd name="connsiteX1" fmla="*/ 52074 w 614762"/>
                    <a:gd name="connsiteY1" fmla="*/ 0 h 104148"/>
                    <a:gd name="connsiteX2" fmla="*/ 0 w 614762"/>
                    <a:gd name="connsiteY2" fmla="*/ 52074 h 104148"/>
                    <a:gd name="connsiteX3" fmla="*/ 52074 w 614762"/>
                    <a:gd name="connsiteY3" fmla="*/ 104148 h 104148"/>
                    <a:gd name="connsiteX4" fmla="*/ 562689 w 614762"/>
                    <a:gd name="connsiteY4" fmla="*/ 104148 h 104148"/>
                    <a:gd name="connsiteX5" fmla="*/ 614763 w 614762"/>
                    <a:gd name="connsiteY5" fmla="*/ 52074 h 104148"/>
                    <a:gd name="connsiteX6" fmla="*/ 562689 w 614762"/>
                    <a:gd name="connsiteY6" fmla="*/ 0 h 104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4762" h="104148">
                      <a:moveTo>
                        <a:pt x="562689" y="0"/>
                      </a:moveTo>
                      <a:lnTo>
                        <a:pt x="52074" y="0"/>
                      </a:lnTo>
                      <a:cubicBezTo>
                        <a:pt x="23144" y="0"/>
                        <a:pt x="0" y="23144"/>
                        <a:pt x="0" y="52074"/>
                      </a:cubicBezTo>
                      <a:cubicBezTo>
                        <a:pt x="0" y="81004"/>
                        <a:pt x="23144" y="104148"/>
                        <a:pt x="52074" y="104148"/>
                      </a:cubicBezTo>
                      <a:lnTo>
                        <a:pt x="562689" y="104148"/>
                      </a:lnTo>
                      <a:cubicBezTo>
                        <a:pt x="591619" y="104148"/>
                        <a:pt x="614763" y="81004"/>
                        <a:pt x="614763" y="52074"/>
                      </a:cubicBezTo>
                      <a:cubicBezTo>
                        <a:pt x="614763" y="23144"/>
                        <a:pt x="590172" y="0"/>
                        <a:pt x="562689" y="0"/>
                      </a:cubicBezTo>
                      <a:close/>
                    </a:path>
                  </a:pathLst>
                </a:custGeom>
                <a:solidFill>
                  <a:srgbClr val="DEDEDE"/>
                </a:solidFill>
                <a:ln w="1446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7F717EA1-B2AD-42E5-89C9-740BA9662E48}"/>
                    </a:ext>
                  </a:extLst>
                </p:cNvPr>
                <p:cNvSpPr/>
                <p:nvPr/>
              </p:nvSpPr>
              <p:spPr>
                <a:xfrm>
                  <a:off x="2853603" y="4549160"/>
                  <a:ext cx="587279" cy="104148"/>
                </a:xfrm>
                <a:custGeom>
                  <a:avLst/>
                  <a:gdLst>
                    <a:gd name="connsiteX0" fmla="*/ 535205 w 587279"/>
                    <a:gd name="connsiteY0" fmla="*/ 0 h 104148"/>
                    <a:gd name="connsiteX1" fmla="*/ 52074 w 587279"/>
                    <a:gd name="connsiteY1" fmla="*/ 0 h 104148"/>
                    <a:gd name="connsiteX2" fmla="*/ 0 w 587279"/>
                    <a:gd name="connsiteY2" fmla="*/ 52074 h 104148"/>
                    <a:gd name="connsiteX3" fmla="*/ 52074 w 587279"/>
                    <a:gd name="connsiteY3" fmla="*/ 104148 h 104148"/>
                    <a:gd name="connsiteX4" fmla="*/ 535205 w 587279"/>
                    <a:gd name="connsiteY4" fmla="*/ 104148 h 104148"/>
                    <a:gd name="connsiteX5" fmla="*/ 587279 w 587279"/>
                    <a:gd name="connsiteY5" fmla="*/ 52074 h 104148"/>
                    <a:gd name="connsiteX6" fmla="*/ 535205 w 587279"/>
                    <a:gd name="connsiteY6" fmla="*/ 0 h 104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7279" h="104148">
                      <a:moveTo>
                        <a:pt x="535205" y="0"/>
                      </a:moveTo>
                      <a:lnTo>
                        <a:pt x="52074" y="0"/>
                      </a:lnTo>
                      <a:cubicBezTo>
                        <a:pt x="23144" y="0"/>
                        <a:pt x="0" y="23144"/>
                        <a:pt x="0" y="52074"/>
                      </a:cubicBezTo>
                      <a:cubicBezTo>
                        <a:pt x="0" y="81004"/>
                        <a:pt x="23144" y="104148"/>
                        <a:pt x="52074" y="104148"/>
                      </a:cubicBezTo>
                      <a:lnTo>
                        <a:pt x="535205" y="104148"/>
                      </a:lnTo>
                      <a:cubicBezTo>
                        <a:pt x="564135" y="104148"/>
                        <a:pt x="587279" y="81004"/>
                        <a:pt x="587279" y="52074"/>
                      </a:cubicBezTo>
                      <a:cubicBezTo>
                        <a:pt x="587279" y="23144"/>
                        <a:pt x="564135" y="0"/>
                        <a:pt x="535205" y="0"/>
                      </a:cubicBezTo>
                      <a:close/>
                    </a:path>
                  </a:pathLst>
                </a:custGeom>
                <a:solidFill>
                  <a:srgbClr val="6E6F6E"/>
                </a:solidFill>
                <a:ln w="1446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53369F4C-B9D3-4021-B544-B15AFF4D9C4A}"/>
                    </a:ext>
                  </a:extLst>
                </p:cNvPr>
                <p:cNvSpPr/>
                <p:nvPr/>
              </p:nvSpPr>
              <p:spPr>
                <a:xfrm>
                  <a:off x="2891212" y="4549160"/>
                  <a:ext cx="549670" cy="104148"/>
                </a:xfrm>
                <a:custGeom>
                  <a:avLst/>
                  <a:gdLst>
                    <a:gd name="connsiteX0" fmla="*/ 497596 w 549670"/>
                    <a:gd name="connsiteY0" fmla="*/ 0 h 104148"/>
                    <a:gd name="connsiteX1" fmla="*/ 52074 w 549670"/>
                    <a:gd name="connsiteY1" fmla="*/ 0 h 104148"/>
                    <a:gd name="connsiteX2" fmla="*/ 0 w 549670"/>
                    <a:gd name="connsiteY2" fmla="*/ 52074 h 104148"/>
                    <a:gd name="connsiteX3" fmla="*/ 52074 w 549670"/>
                    <a:gd name="connsiteY3" fmla="*/ 104148 h 104148"/>
                    <a:gd name="connsiteX4" fmla="*/ 497596 w 549670"/>
                    <a:gd name="connsiteY4" fmla="*/ 104148 h 104148"/>
                    <a:gd name="connsiteX5" fmla="*/ 549670 w 549670"/>
                    <a:gd name="connsiteY5" fmla="*/ 52074 h 104148"/>
                    <a:gd name="connsiteX6" fmla="*/ 497596 w 549670"/>
                    <a:gd name="connsiteY6" fmla="*/ 0 h 104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9670" h="104148">
                      <a:moveTo>
                        <a:pt x="497596" y="0"/>
                      </a:moveTo>
                      <a:lnTo>
                        <a:pt x="52074" y="0"/>
                      </a:lnTo>
                      <a:cubicBezTo>
                        <a:pt x="23144" y="0"/>
                        <a:pt x="0" y="23144"/>
                        <a:pt x="0" y="52074"/>
                      </a:cubicBezTo>
                      <a:cubicBezTo>
                        <a:pt x="0" y="81004"/>
                        <a:pt x="23144" y="104148"/>
                        <a:pt x="52074" y="104148"/>
                      </a:cubicBezTo>
                      <a:lnTo>
                        <a:pt x="497596" y="104148"/>
                      </a:lnTo>
                      <a:cubicBezTo>
                        <a:pt x="526526" y="104148"/>
                        <a:pt x="549670" y="81004"/>
                        <a:pt x="549670" y="52074"/>
                      </a:cubicBezTo>
                      <a:cubicBezTo>
                        <a:pt x="549670" y="23144"/>
                        <a:pt x="526526" y="0"/>
                        <a:pt x="497596" y="0"/>
                      </a:cubicBezTo>
                      <a:close/>
                    </a:path>
                  </a:pathLst>
                </a:custGeom>
                <a:solidFill>
                  <a:srgbClr val="8E8E8D"/>
                </a:solidFill>
                <a:ln w="1446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DB51FAAB-9197-43D4-8FB2-5243D9B01B4A}"/>
                    </a:ext>
                  </a:extLst>
                </p:cNvPr>
                <p:cNvSpPr/>
                <p:nvPr/>
              </p:nvSpPr>
              <p:spPr>
                <a:xfrm>
                  <a:off x="3001146" y="4556393"/>
                  <a:ext cx="403573" cy="54966"/>
                </a:xfrm>
                <a:custGeom>
                  <a:avLst/>
                  <a:gdLst>
                    <a:gd name="connsiteX0" fmla="*/ 370304 w 403573"/>
                    <a:gd name="connsiteY0" fmla="*/ 0 h 54966"/>
                    <a:gd name="connsiteX1" fmla="*/ 33270 w 403573"/>
                    <a:gd name="connsiteY1" fmla="*/ 0 h 54966"/>
                    <a:gd name="connsiteX2" fmla="*/ 0 w 403573"/>
                    <a:gd name="connsiteY2" fmla="*/ 27483 h 54966"/>
                    <a:gd name="connsiteX3" fmla="*/ 33270 w 403573"/>
                    <a:gd name="connsiteY3" fmla="*/ 54967 h 54966"/>
                    <a:gd name="connsiteX4" fmla="*/ 370304 w 403573"/>
                    <a:gd name="connsiteY4" fmla="*/ 54967 h 54966"/>
                    <a:gd name="connsiteX5" fmla="*/ 403574 w 403573"/>
                    <a:gd name="connsiteY5" fmla="*/ 27483 h 54966"/>
                    <a:gd name="connsiteX6" fmla="*/ 370304 w 403573"/>
                    <a:gd name="connsiteY6" fmla="*/ 0 h 54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3573" h="54966">
                      <a:moveTo>
                        <a:pt x="370304" y="0"/>
                      </a:moveTo>
                      <a:lnTo>
                        <a:pt x="33270" y="0"/>
                      </a:lnTo>
                      <a:cubicBezTo>
                        <a:pt x="14465" y="0"/>
                        <a:pt x="0" y="13018"/>
                        <a:pt x="0" y="27483"/>
                      </a:cubicBezTo>
                      <a:cubicBezTo>
                        <a:pt x="0" y="43395"/>
                        <a:pt x="15912" y="54967"/>
                        <a:pt x="33270" y="54967"/>
                      </a:cubicBezTo>
                      <a:lnTo>
                        <a:pt x="370304" y="54967"/>
                      </a:lnTo>
                      <a:cubicBezTo>
                        <a:pt x="389109" y="54967"/>
                        <a:pt x="403574" y="41948"/>
                        <a:pt x="403574" y="27483"/>
                      </a:cubicBezTo>
                      <a:cubicBezTo>
                        <a:pt x="403574" y="11572"/>
                        <a:pt x="389109" y="0"/>
                        <a:pt x="370304" y="0"/>
                      </a:cubicBezTo>
                      <a:close/>
                    </a:path>
                  </a:pathLst>
                </a:custGeom>
                <a:solidFill>
                  <a:srgbClr val="AEAEAE"/>
                </a:solidFill>
                <a:ln w="14465" cap="flat">
                  <a:noFill/>
                  <a:prstDash val="solid"/>
                  <a:miter/>
                </a:ln>
              </p:spPr>
              <p:txBody>
                <a:bodyPr rtlCol="0" anchor="ctr"/>
                <a:lstStyle/>
                <a:p>
                  <a:endParaRPr lang="en-US"/>
                </a:p>
              </p:txBody>
            </p:sp>
          </p:grpSp>
          <p:sp>
            <p:nvSpPr>
              <p:cNvPr id="255" name="Freeform: Shape 254">
                <a:extLst>
                  <a:ext uri="{FF2B5EF4-FFF2-40B4-BE49-F238E27FC236}">
                    <a16:creationId xmlns:a16="http://schemas.microsoft.com/office/drawing/2014/main" id="{85FFAD8A-E3A2-4BB3-8435-7B0ADD8D07EF}"/>
                  </a:ext>
                </a:extLst>
              </p:cNvPr>
              <p:cNvSpPr/>
              <p:nvPr/>
            </p:nvSpPr>
            <p:spPr>
              <a:xfrm>
                <a:off x="2815994" y="4264200"/>
                <a:ext cx="655264" cy="17357"/>
              </a:xfrm>
              <a:custGeom>
                <a:avLst/>
                <a:gdLst>
                  <a:gd name="connsiteX0" fmla="*/ 0 w 655264"/>
                  <a:gd name="connsiteY0" fmla="*/ 0 h 17357"/>
                  <a:gd name="connsiteX1" fmla="*/ 655265 w 655264"/>
                  <a:gd name="connsiteY1" fmla="*/ 8679 h 17357"/>
                  <a:gd name="connsiteX2" fmla="*/ 0 w 655264"/>
                  <a:gd name="connsiteY2" fmla="*/ 17358 h 17357"/>
                </a:gdLst>
                <a:ahLst/>
                <a:cxnLst>
                  <a:cxn ang="0">
                    <a:pos x="connsiteX0" y="connsiteY0"/>
                  </a:cxn>
                  <a:cxn ang="0">
                    <a:pos x="connsiteX1" y="connsiteY1"/>
                  </a:cxn>
                  <a:cxn ang="0">
                    <a:pos x="connsiteX2" y="connsiteY2"/>
                  </a:cxn>
                </a:cxnLst>
                <a:rect l="l" t="t" r="r" b="b"/>
                <a:pathLst>
                  <a:path w="655264" h="17357">
                    <a:moveTo>
                      <a:pt x="0" y="0"/>
                    </a:moveTo>
                    <a:lnTo>
                      <a:pt x="655265" y="8679"/>
                    </a:lnTo>
                    <a:lnTo>
                      <a:pt x="0" y="17358"/>
                    </a:lnTo>
                    <a:close/>
                  </a:path>
                </a:pathLst>
              </a:custGeom>
              <a:solidFill>
                <a:srgbClr val="6E6F6E"/>
              </a:solidFill>
              <a:ln w="1446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FD916DE3-DE89-4D3A-812E-DF34CC6918CC}"/>
                  </a:ext>
                </a:extLst>
              </p:cNvPr>
              <p:cNvSpPr/>
              <p:nvPr/>
            </p:nvSpPr>
            <p:spPr>
              <a:xfrm>
                <a:off x="2815994" y="4401617"/>
                <a:ext cx="655264" cy="17358"/>
              </a:xfrm>
              <a:custGeom>
                <a:avLst/>
                <a:gdLst>
                  <a:gd name="connsiteX0" fmla="*/ 0 w 655264"/>
                  <a:gd name="connsiteY0" fmla="*/ 0 h 17358"/>
                  <a:gd name="connsiteX1" fmla="*/ 655265 w 655264"/>
                  <a:gd name="connsiteY1" fmla="*/ 8679 h 17358"/>
                  <a:gd name="connsiteX2" fmla="*/ 0 w 655264"/>
                  <a:gd name="connsiteY2" fmla="*/ 17358 h 17358"/>
                </a:gdLst>
                <a:ahLst/>
                <a:cxnLst>
                  <a:cxn ang="0">
                    <a:pos x="connsiteX0" y="connsiteY0"/>
                  </a:cxn>
                  <a:cxn ang="0">
                    <a:pos x="connsiteX1" y="connsiteY1"/>
                  </a:cxn>
                  <a:cxn ang="0">
                    <a:pos x="connsiteX2" y="connsiteY2"/>
                  </a:cxn>
                </a:cxnLst>
                <a:rect l="l" t="t" r="r" b="b"/>
                <a:pathLst>
                  <a:path w="655264" h="17358">
                    <a:moveTo>
                      <a:pt x="0" y="0"/>
                    </a:moveTo>
                    <a:lnTo>
                      <a:pt x="655265" y="8679"/>
                    </a:lnTo>
                    <a:lnTo>
                      <a:pt x="0" y="17358"/>
                    </a:lnTo>
                    <a:close/>
                  </a:path>
                </a:pathLst>
              </a:custGeom>
              <a:solidFill>
                <a:srgbClr val="6E6F6E"/>
              </a:solidFill>
              <a:ln w="1446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DB8DC0F2-8F89-4F36-A8B4-0140512986BF}"/>
                  </a:ext>
                </a:extLst>
              </p:cNvPr>
              <p:cNvSpPr/>
              <p:nvPr/>
            </p:nvSpPr>
            <p:spPr>
              <a:xfrm>
                <a:off x="2805869" y="4534695"/>
                <a:ext cx="665390" cy="17358"/>
              </a:xfrm>
              <a:custGeom>
                <a:avLst/>
                <a:gdLst>
                  <a:gd name="connsiteX0" fmla="*/ 0 w 665390"/>
                  <a:gd name="connsiteY0" fmla="*/ 0 h 17358"/>
                  <a:gd name="connsiteX1" fmla="*/ 665390 w 665390"/>
                  <a:gd name="connsiteY1" fmla="*/ 14465 h 17358"/>
                  <a:gd name="connsiteX2" fmla="*/ 0 w 665390"/>
                  <a:gd name="connsiteY2" fmla="*/ 17358 h 17358"/>
                </a:gdLst>
                <a:ahLst/>
                <a:cxnLst>
                  <a:cxn ang="0">
                    <a:pos x="connsiteX0" y="connsiteY0"/>
                  </a:cxn>
                  <a:cxn ang="0">
                    <a:pos x="connsiteX1" y="connsiteY1"/>
                  </a:cxn>
                  <a:cxn ang="0">
                    <a:pos x="connsiteX2" y="connsiteY2"/>
                  </a:cxn>
                </a:cxnLst>
                <a:rect l="l" t="t" r="r" b="b"/>
                <a:pathLst>
                  <a:path w="665390" h="17358">
                    <a:moveTo>
                      <a:pt x="0" y="0"/>
                    </a:moveTo>
                    <a:lnTo>
                      <a:pt x="665390" y="14465"/>
                    </a:lnTo>
                    <a:lnTo>
                      <a:pt x="0" y="17358"/>
                    </a:lnTo>
                    <a:close/>
                  </a:path>
                </a:pathLst>
              </a:custGeom>
              <a:solidFill>
                <a:srgbClr val="6E6F6E"/>
              </a:solidFill>
              <a:ln w="1446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893970FB-E684-460C-84DB-C917A5D02EDF}"/>
                  </a:ext>
                </a:extLst>
              </p:cNvPr>
              <p:cNvSpPr/>
              <p:nvPr/>
            </p:nvSpPr>
            <p:spPr>
              <a:xfrm rot="4309884">
                <a:off x="3485171" y="2479062"/>
                <a:ext cx="674038" cy="202500"/>
              </a:xfrm>
              <a:custGeom>
                <a:avLst/>
                <a:gdLst>
                  <a:gd name="connsiteX0" fmla="*/ 674039 w 674038"/>
                  <a:gd name="connsiteY0" fmla="*/ 101250 h 202500"/>
                  <a:gd name="connsiteX1" fmla="*/ 337019 w 674038"/>
                  <a:gd name="connsiteY1" fmla="*/ 202501 h 202500"/>
                  <a:gd name="connsiteX2" fmla="*/ 0 w 674038"/>
                  <a:gd name="connsiteY2" fmla="*/ 101250 h 202500"/>
                  <a:gd name="connsiteX3" fmla="*/ 337019 w 674038"/>
                  <a:gd name="connsiteY3" fmla="*/ 0 h 202500"/>
                  <a:gd name="connsiteX4" fmla="*/ 674039 w 674038"/>
                  <a:gd name="connsiteY4" fmla="*/ 101250 h 202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038" h="202500">
                    <a:moveTo>
                      <a:pt x="674039" y="101250"/>
                    </a:moveTo>
                    <a:cubicBezTo>
                      <a:pt x="674039" y="157169"/>
                      <a:pt x="523150" y="202501"/>
                      <a:pt x="337019" y="202501"/>
                    </a:cubicBezTo>
                    <a:cubicBezTo>
                      <a:pt x="150889" y="202501"/>
                      <a:pt x="0" y="157169"/>
                      <a:pt x="0" y="101250"/>
                    </a:cubicBezTo>
                    <a:cubicBezTo>
                      <a:pt x="0" y="45331"/>
                      <a:pt x="150889" y="0"/>
                      <a:pt x="337019" y="0"/>
                    </a:cubicBezTo>
                    <a:cubicBezTo>
                      <a:pt x="523150" y="0"/>
                      <a:pt x="674039" y="45331"/>
                      <a:pt x="674039" y="101250"/>
                    </a:cubicBezTo>
                    <a:close/>
                  </a:path>
                </a:pathLst>
              </a:custGeom>
              <a:solidFill>
                <a:schemeClr val="bg2">
                  <a:alpha val="30000"/>
                </a:schemeClr>
              </a:solidFill>
              <a:ln w="14464"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04CD66EA-B29B-4563-B376-70E6CE6F0EFA}"/>
                  </a:ext>
                </a:extLst>
              </p:cNvPr>
              <p:cNvSpPr/>
              <p:nvPr/>
            </p:nvSpPr>
            <p:spPr>
              <a:xfrm>
                <a:off x="3845903" y="2982600"/>
                <a:ext cx="124399" cy="124399"/>
              </a:xfrm>
              <a:custGeom>
                <a:avLst/>
                <a:gdLst>
                  <a:gd name="connsiteX0" fmla="*/ 124399 w 124399"/>
                  <a:gd name="connsiteY0" fmla="*/ 62200 h 124399"/>
                  <a:gd name="connsiteX1" fmla="*/ 62199 w 124399"/>
                  <a:gd name="connsiteY1" fmla="*/ 124399 h 124399"/>
                  <a:gd name="connsiteX2" fmla="*/ 0 w 124399"/>
                  <a:gd name="connsiteY2" fmla="*/ 62200 h 124399"/>
                  <a:gd name="connsiteX3" fmla="*/ 62199 w 124399"/>
                  <a:gd name="connsiteY3" fmla="*/ 0 h 124399"/>
                  <a:gd name="connsiteX4" fmla="*/ 124399 w 124399"/>
                  <a:gd name="connsiteY4" fmla="*/ 62200 h 124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399" h="124399">
                    <a:moveTo>
                      <a:pt x="124399" y="62200"/>
                    </a:moveTo>
                    <a:cubicBezTo>
                      <a:pt x="124399" y="96551"/>
                      <a:pt x="96551" y="124399"/>
                      <a:pt x="62199" y="124399"/>
                    </a:cubicBezTo>
                    <a:cubicBezTo>
                      <a:pt x="27848" y="124399"/>
                      <a:pt x="0" y="96551"/>
                      <a:pt x="0" y="62200"/>
                    </a:cubicBezTo>
                    <a:cubicBezTo>
                      <a:pt x="0" y="27848"/>
                      <a:pt x="27848" y="0"/>
                      <a:pt x="62199" y="0"/>
                    </a:cubicBezTo>
                    <a:cubicBezTo>
                      <a:pt x="96551" y="0"/>
                      <a:pt x="124399" y="27848"/>
                      <a:pt x="124399" y="62200"/>
                    </a:cubicBezTo>
                    <a:close/>
                  </a:path>
                </a:pathLst>
              </a:custGeom>
              <a:solidFill>
                <a:schemeClr val="bg2">
                  <a:alpha val="30000"/>
                </a:schemeClr>
              </a:solidFill>
              <a:ln w="1446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54D4E229-E35D-4AD9-9E1B-85359E5882AF}"/>
                  </a:ext>
                </a:extLst>
              </p:cNvPr>
              <p:cNvSpPr/>
              <p:nvPr/>
            </p:nvSpPr>
            <p:spPr>
              <a:xfrm rot="-7003128">
                <a:off x="2375502" y="2729923"/>
                <a:ext cx="393437" cy="78108"/>
              </a:xfrm>
              <a:custGeom>
                <a:avLst/>
                <a:gdLst>
                  <a:gd name="connsiteX0" fmla="*/ 393438 w 393437"/>
                  <a:gd name="connsiteY0" fmla="*/ 39054 h 78108"/>
                  <a:gd name="connsiteX1" fmla="*/ 196719 w 393437"/>
                  <a:gd name="connsiteY1" fmla="*/ 78109 h 78108"/>
                  <a:gd name="connsiteX2" fmla="*/ 0 w 393437"/>
                  <a:gd name="connsiteY2" fmla="*/ 39054 h 78108"/>
                  <a:gd name="connsiteX3" fmla="*/ 196719 w 393437"/>
                  <a:gd name="connsiteY3" fmla="*/ 0 h 78108"/>
                  <a:gd name="connsiteX4" fmla="*/ 393438 w 393437"/>
                  <a:gd name="connsiteY4" fmla="*/ 39054 h 78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437" h="78108">
                    <a:moveTo>
                      <a:pt x="393438" y="39054"/>
                    </a:moveTo>
                    <a:cubicBezTo>
                      <a:pt x="393438" y="60624"/>
                      <a:pt x="305364" y="78109"/>
                      <a:pt x="196719" y="78109"/>
                    </a:cubicBezTo>
                    <a:cubicBezTo>
                      <a:pt x="88074" y="78109"/>
                      <a:pt x="0" y="60624"/>
                      <a:pt x="0" y="39054"/>
                    </a:cubicBezTo>
                    <a:cubicBezTo>
                      <a:pt x="0" y="17485"/>
                      <a:pt x="88074" y="0"/>
                      <a:pt x="196719" y="0"/>
                    </a:cubicBezTo>
                    <a:cubicBezTo>
                      <a:pt x="305364" y="0"/>
                      <a:pt x="393438" y="17485"/>
                      <a:pt x="393438" y="39054"/>
                    </a:cubicBezTo>
                    <a:close/>
                  </a:path>
                </a:pathLst>
              </a:custGeom>
              <a:solidFill>
                <a:schemeClr val="bg2">
                  <a:alpha val="30000"/>
                </a:schemeClr>
              </a:solidFill>
              <a:ln w="14465" cap="flat">
                <a:noFill/>
                <a:prstDash val="solid"/>
                <a:miter/>
              </a:ln>
            </p:spPr>
            <p:txBody>
              <a:bodyPr rtlCol="0" anchor="ctr"/>
              <a:lstStyle/>
              <a:p>
                <a:endParaRPr lang="en-US"/>
              </a:p>
            </p:txBody>
          </p:sp>
        </p:grpSp>
        <p:grpSp>
          <p:nvGrpSpPr>
            <p:cNvPr id="261" name="Graphic 205">
              <a:extLst>
                <a:ext uri="{FF2B5EF4-FFF2-40B4-BE49-F238E27FC236}">
                  <a16:creationId xmlns:a16="http://schemas.microsoft.com/office/drawing/2014/main" id="{EDD2BA35-87AD-417F-AA53-BB42664AA3EC}"/>
                </a:ext>
              </a:extLst>
            </p:cNvPr>
            <p:cNvGrpSpPr/>
            <p:nvPr/>
          </p:nvGrpSpPr>
          <p:grpSpPr>
            <a:xfrm>
              <a:off x="4514668" y="2822542"/>
              <a:ext cx="1026519" cy="938261"/>
              <a:chOff x="4514668" y="2822542"/>
              <a:chExt cx="1026519" cy="938261"/>
            </a:xfrm>
          </p:grpSpPr>
          <p:sp>
            <p:nvSpPr>
              <p:cNvPr id="262" name="Freeform: Shape 261">
                <a:extLst>
                  <a:ext uri="{FF2B5EF4-FFF2-40B4-BE49-F238E27FC236}">
                    <a16:creationId xmlns:a16="http://schemas.microsoft.com/office/drawing/2014/main" id="{373E5568-BE27-4ED1-8B26-5B61C0EC7403}"/>
                  </a:ext>
                </a:extLst>
              </p:cNvPr>
              <p:cNvSpPr/>
              <p:nvPr/>
            </p:nvSpPr>
            <p:spPr>
              <a:xfrm>
                <a:off x="4514668" y="2857237"/>
                <a:ext cx="210225" cy="210225"/>
              </a:xfrm>
              <a:custGeom>
                <a:avLst/>
                <a:gdLst>
                  <a:gd name="connsiteX0" fmla="*/ 189010 w 210225"/>
                  <a:gd name="connsiteY0" fmla="*/ 168759 h 210225"/>
                  <a:gd name="connsiteX1" fmla="*/ 41467 w 210225"/>
                  <a:gd name="connsiteY1" fmla="*/ 189010 h 210225"/>
                  <a:gd name="connsiteX2" fmla="*/ 21216 w 210225"/>
                  <a:gd name="connsiteY2" fmla="*/ 41466 h 210225"/>
                  <a:gd name="connsiteX3" fmla="*/ 168758 w 210225"/>
                  <a:gd name="connsiteY3" fmla="*/ 21216 h 210225"/>
                  <a:gd name="connsiteX4" fmla="*/ 189010 w 210225"/>
                  <a:gd name="connsiteY4" fmla="*/ 168759 h 210225"/>
                  <a:gd name="connsiteX5" fmla="*/ 44360 w 210225"/>
                  <a:gd name="connsiteY5" fmla="*/ 58825 h 210225"/>
                  <a:gd name="connsiteX6" fmla="*/ 58825 w 210225"/>
                  <a:gd name="connsiteY6" fmla="*/ 165866 h 210225"/>
                  <a:gd name="connsiteX7" fmla="*/ 165866 w 210225"/>
                  <a:gd name="connsiteY7" fmla="*/ 151401 h 210225"/>
                  <a:gd name="connsiteX8" fmla="*/ 151401 w 210225"/>
                  <a:gd name="connsiteY8" fmla="*/ 44360 h 210225"/>
                  <a:gd name="connsiteX9" fmla="*/ 44360 w 210225"/>
                  <a:gd name="connsiteY9" fmla="*/ 58825 h 21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0225" h="210225">
                    <a:moveTo>
                      <a:pt x="189010" y="168759"/>
                    </a:moveTo>
                    <a:cubicBezTo>
                      <a:pt x="154293" y="215047"/>
                      <a:pt x="87755" y="223726"/>
                      <a:pt x="41467" y="189010"/>
                    </a:cubicBezTo>
                    <a:cubicBezTo>
                      <a:pt x="-4822" y="154294"/>
                      <a:pt x="-13500" y="87755"/>
                      <a:pt x="21216" y="41466"/>
                    </a:cubicBezTo>
                    <a:cubicBezTo>
                      <a:pt x="55932" y="-4822"/>
                      <a:pt x="122471" y="-13500"/>
                      <a:pt x="168758" y="21216"/>
                    </a:cubicBezTo>
                    <a:cubicBezTo>
                      <a:pt x="215047" y="55931"/>
                      <a:pt x="223726" y="122471"/>
                      <a:pt x="189010" y="168759"/>
                    </a:cubicBezTo>
                    <a:close/>
                    <a:moveTo>
                      <a:pt x="44360" y="58825"/>
                    </a:moveTo>
                    <a:cubicBezTo>
                      <a:pt x="19769" y="92094"/>
                      <a:pt x="25555" y="139829"/>
                      <a:pt x="58825" y="165866"/>
                    </a:cubicBezTo>
                    <a:cubicBezTo>
                      <a:pt x="92094" y="190456"/>
                      <a:pt x="139828" y="184670"/>
                      <a:pt x="165866" y="151401"/>
                    </a:cubicBezTo>
                    <a:cubicBezTo>
                      <a:pt x="190456" y="118131"/>
                      <a:pt x="184670" y="70396"/>
                      <a:pt x="151401" y="44360"/>
                    </a:cubicBezTo>
                    <a:cubicBezTo>
                      <a:pt x="118131" y="18323"/>
                      <a:pt x="70397" y="25555"/>
                      <a:pt x="44360" y="58825"/>
                    </a:cubicBezTo>
                    <a:close/>
                  </a:path>
                </a:pathLst>
              </a:custGeom>
              <a:solidFill>
                <a:schemeClr val="accent1"/>
              </a:solidFill>
              <a:ln w="1446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A2EF6B5A-9B2C-4D9B-80C1-3C4514A0155C}"/>
                  </a:ext>
                </a:extLst>
              </p:cNvPr>
              <p:cNvSpPr/>
              <p:nvPr/>
            </p:nvSpPr>
            <p:spPr>
              <a:xfrm>
                <a:off x="4541026" y="2822542"/>
                <a:ext cx="856971" cy="837020"/>
              </a:xfrm>
              <a:custGeom>
                <a:avLst/>
                <a:gdLst>
                  <a:gd name="connsiteX0" fmla="*/ 65736 w 856971"/>
                  <a:gd name="connsiteY0" fmla="*/ 129682 h 837020"/>
                  <a:gd name="connsiteX1" fmla="*/ 65736 w 856971"/>
                  <a:gd name="connsiteY1" fmla="*/ 129682 h 837020"/>
                  <a:gd name="connsiteX2" fmla="*/ 129382 w 856971"/>
                  <a:gd name="connsiteY2" fmla="*/ 583883 h 837020"/>
                  <a:gd name="connsiteX3" fmla="*/ 466417 w 856971"/>
                  <a:gd name="connsiteY3" fmla="*/ 837021 h 837020"/>
                  <a:gd name="connsiteX4" fmla="*/ 856972 w 856971"/>
                  <a:gd name="connsiteY4" fmla="*/ 317727 h 837020"/>
                  <a:gd name="connsiteX5" fmla="*/ 519937 w 856971"/>
                  <a:gd name="connsiteY5" fmla="*/ 64590 h 837020"/>
                  <a:gd name="connsiteX6" fmla="*/ 65736 w 856971"/>
                  <a:gd name="connsiteY6" fmla="*/ 129682 h 837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6971" h="837020">
                    <a:moveTo>
                      <a:pt x="65736" y="129682"/>
                    </a:moveTo>
                    <a:lnTo>
                      <a:pt x="65736" y="129682"/>
                    </a:lnTo>
                    <a:cubicBezTo>
                      <a:pt x="-42752" y="272886"/>
                      <a:pt x="-13822" y="476842"/>
                      <a:pt x="129382" y="583883"/>
                    </a:cubicBezTo>
                    <a:lnTo>
                      <a:pt x="466417" y="837021"/>
                    </a:lnTo>
                    <a:lnTo>
                      <a:pt x="856972" y="317727"/>
                    </a:lnTo>
                    <a:lnTo>
                      <a:pt x="519937" y="64590"/>
                    </a:lnTo>
                    <a:cubicBezTo>
                      <a:pt x="378180" y="-42452"/>
                      <a:pt x="174223" y="-13522"/>
                      <a:pt x="65736" y="129682"/>
                    </a:cubicBezTo>
                    <a:close/>
                  </a:path>
                </a:pathLst>
              </a:custGeom>
              <a:solidFill>
                <a:schemeClr val="accent1">
                  <a:lumMod val="20000"/>
                  <a:lumOff val="80000"/>
                </a:schemeClr>
              </a:solidFill>
              <a:ln w="1446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B447E180-3BA3-4C0D-B30F-0637EAF1FD49}"/>
                  </a:ext>
                </a:extLst>
              </p:cNvPr>
              <p:cNvSpPr/>
              <p:nvPr/>
            </p:nvSpPr>
            <p:spPr>
              <a:xfrm>
                <a:off x="5007443" y="3140269"/>
                <a:ext cx="533744" cy="620534"/>
              </a:xfrm>
              <a:custGeom>
                <a:avLst/>
                <a:gdLst>
                  <a:gd name="connsiteX0" fmla="*/ 0 w 533744"/>
                  <a:gd name="connsiteY0" fmla="*/ 519294 h 620534"/>
                  <a:gd name="connsiteX1" fmla="*/ 118613 w 533744"/>
                  <a:gd name="connsiteY1" fmla="*/ 608977 h 620534"/>
                  <a:gd name="connsiteX2" fmla="*/ 201063 w 533744"/>
                  <a:gd name="connsiteY2" fmla="*/ 597405 h 620534"/>
                  <a:gd name="connsiteX3" fmla="*/ 522186 w 533744"/>
                  <a:gd name="connsiteY3" fmla="*/ 172133 h 620534"/>
                  <a:gd name="connsiteX4" fmla="*/ 510615 w 533744"/>
                  <a:gd name="connsiteY4" fmla="*/ 89683 h 620534"/>
                  <a:gd name="connsiteX5" fmla="*/ 392001 w 533744"/>
                  <a:gd name="connsiteY5" fmla="*/ 0 h 620534"/>
                  <a:gd name="connsiteX6" fmla="*/ 0 w 533744"/>
                  <a:gd name="connsiteY6" fmla="*/ 519294 h 62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3744" h="620534">
                    <a:moveTo>
                      <a:pt x="0" y="519294"/>
                    </a:moveTo>
                    <a:lnTo>
                      <a:pt x="118613" y="608977"/>
                    </a:lnTo>
                    <a:cubicBezTo>
                      <a:pt x="144650" y="627781"/>
                      <a:pt x="180813" y="623442"/>
                      <a:pt x="201063" y="597405"/>
                    </a:cubicBezTo>
                    <a:lnTo>
                      <a:pt x="522186" y="172133"/>
                    </a:lnTo>
                    <a:cubicBezTo>
                      <a:pt x="540991" y="146096"/>
                      <a:pt x="536651" y="109934"/>
                      <a:pt x="510615" y="89683"/>
                    </a:cubicBezTo>
                    <a:lnTo>
                      <a:pt x="392001" y="0"/>
                    </a:lnTo>
                    <a:lnTo>
                      <a:pt x="0" y="519294"/>
                    </a:lnTo>
                    <a:close/>
                  </a:path>
                </a:pathLst>
              </a:custGeom>
              <a:solidFill>
                <a:schemeClr val="accent1"/>
              </a:solidFill>
              <a:ln w="1446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7903E088-18B3-4B7B-9021-B5636AA84037}"/>
                  </a:ext>
                </a:extLst>
              </p:cNvPr>
              <p:cNvSpPr/>
              <p:nvPr/>
            </p:nvSpPr>
            <p:spPr>
              <a:xfrm>
                <a:off x="4997317" y="3174985"/>
                <a:ext cx="401109" cy="448843"/>
              </a:xfrm>
              <a:custGeom>
                <a:avLst/>
                <a:gdLst>
                  <a:gd name="connsiteX0" fmla="*/ 0 w 401109"/>
                  <a:gd name="connsiteY0" fmla="*/ 345714 h 448843"/>
                  <a:gd name="connsiteX1" fmla="*/ 125846 w 401109"/>
                  <a:gd name="connsiteY1" fmla="*/ 441183 h 448843"/>
                  <a:gd name="connsiteX2" fmla="*/ 179366 w 401109"/>
                  <a:gd name="connsiteY2" fmla="*/ 433950 h 448843"/>
                  <a:gd name="connsiteX3" fmla="*/ 393448 w 401109"/>
                  <a:gd name="connsiteY3" fmla="*/ 148990 h 448843"/>
                  <a:gd name="connsiteX4" fmla="*/ 386216 w 401109"/>
                  <a:gd name="connsiteY4" fmla="*/ 95469 h 448843"/>
                  <a:gd name="connsiteX5" fmla="*/ 260370 w 401109"/>
                  <a:gd name="connsiteY5" fmla="*/ 0 h 448843"/>
                  <a:gd name="connsiteX6" fmla="*/ 0 w 401109"/>
                  <a:gd name="connsiteY6" fmla="*/ 345714 h 448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1109" h="448843">
                    <a:moveTo>
                      <a:pt x="0" y="345714"/>
                    </a:moveTo>
                    <a:lnTo>
                      <a:pt x="125846" y="441183"/>
                    </a:lnTo>
                    <a:cubicBezTo>
                      <a:pt x="143203" y="454201"/>
                      <a:pt x="166348" y="449862"/>
                      <a:pt x="179366" y="433950"/>
                    </a:cubicBezTo>
                    <a:lnTo>
                      <a:pt x="393448" y="148990"/>
                    </a:lnTo>
                    <a:cubicBezTo>
                      <a:pt x="406467" y="131632"/>
                      <a:pt x="402127" y="108488"/>
                      <a:pt x="386216" y="95469"/>
                    </a:cubicBezTo>
                    <a:lnTo>
                      <a:pt x="260370" y="0"/>
                    </a:lnTo>
                    <a:lnTo>
                      <a:pt x="0" y="345714"/>
                    </a:lnTo>
                    <a:close/>
                  </a:path>
                </a:pathLst>
              </a:custGeom>
              <a:solidFill>
                <a:srgbClr val="003C66">
                  <a:alpha val="23000"/>
                </a:srgbClr>
              </a:solidFill>
              <a:ln w="1446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45AA74CB-5300-43AA-B4CD-B54DBF1AEA26}"/>
                  </a:ext>
                </a:extLst>
              </p:cNvPr>
              <p:cNvSpPr/>
              <p:nvPr/>
            </p:nvSpPr>
            <p:spPr>
              <a:xfrm>
                <a:off x="4990085" y="3169199"/>
                <a:ext cx="401109" cy="448843"/>
              </a:xfrm>
              <a:custGeom>
                <a:avLst/>
                <a:gdLst>
                  <a:gd name="connsiteX0" fmla="*/ 0 w 401109"/>
                  <a:gd name="connsiteY0" fmla="*/ 345714 h 448843"/>
                  <a:gd name="connsiteX1" fmla="*/ 125846 w 401109"/>
                  <a:gd name="connsiteY1" fmla="*/ 441183 h 448843"/>
                  <a:gd name="connsiteX2" fmla="*/ 179366 w 401109"/>
                  <a:gd name="connsiteY2" fmla="*/ 433950 h 448843"/>
                  <a:gd name="connsiteX3" fmla="*/ 393448 w 401109"/>
                  <a:gd name="connsiteY3" fmla="*/ 148989 h 448843"/>
                  <a:gd name="connsiteX4" fmla="*/ 386216 w 401109"/>
                  <a:gd name="connsiteY4" fmla="*/ 95469 h 448843"/>
                  <a:gd name="connsiteX5" fmla="*/ 260370 w 401109"/>
                  <a:gd name="connsiteY5" fmla="*/ 0 h 448843"/>
                  <a:gd name="connsiteX6" fmla="*/ 0 w 401109"/>
                  <a:gd name="connsiteY6" fmla="*/ 345714 h 448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1109" h="448843">
                    <a:moveTo>
                      <a:pt x="0" y="345714"/>
                    </a:moveTo>
                    <a:lnTo>
                      <a:pt x="125846" y="441183"/>
                    </a:lnTo>
                    <a:cubicBezTo>
                      <a:pt x="143203" y="454201"/>
                      <a:pt x="166348" y="449862"/>
                      <a:pt x="179366" y="433950"/>
                    </a:cubicBezTo>
                    <a:lnTo>
                      <a:pt x="393448" y="148989"/>
                    </a:lnTo>
                    <a:cubicBezTo>
                      <a:pt x="406467" y="131631"/>
                      <a:pt x="402127" y="108488"/>
                      <a:pt x="386216" y="95469"/>
                    </a:cubicBezTo>
                    <a:lnTo>
                      <a:pt x="260370" y="0"/>
                    </a:lnTo>
                    <a:lnTo>
                      <a:pt x="0" y="345714"/>
                    </a:lnTo>
                    <a:close/>
                  </a:path>
                </a:pathLst>
              </a:custGeom>
              <a:solidFill>
                <a:schemeClr val="accent1">
                  <a:lumMod val="20000"/>
                  <a:lumOff val="80000"/>
                </a:schemeClr>
              </a:solidFill>
              <a:ln w="1446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F3D00638-7187-4A9B-963A-AC54CEB8D55D}"/>
                  </a:ext>
                </a:extLst>
              </p:cNvPr>
              <p:cNvSpPr/>
              <p:nvPr/>
            </p:nvSpPr>
            <p:spPr>
              <a:xfrm>
                <a:off x="5003980" y="3470012"/>
                <a:ext cx="55736" cy="49916"/>
              </a:xfrm>
              <a:custGeom>
                <a:avLst/>
                <a:gdLst>
                  <a:gd name="connsiteX0" fmla="*/ 48304 w 55736"/>
                  <a:gd name="connsiteY0" fmla="*/ 18863 h 49916"/>
                  <a:gd name="connsiteX1" fmla="*/ 15035 w 55736"/>
                  <a:gd name="connsiteY1" fmla="*/ 1505 h 49916"/>
                  <a:gd name="connsiteX2" fmla="*/ 2016 w 55736"/>
                  <a:gd name="connsiteY2" fmla="*/ 4398 h 49916"/>
                  <a:gd name="connsiteX3" fmla="*/ 3463 w 55736"/>
                  <a:gd name="connsiteY3" fmla="*/ 18863 h 49916"/>
                  <a:gd name="connsiteX4" fmla="*/ 30946 w 55736"/>
                  <a:gd name="connsiteY4" fmla="*/ 46347 h 49916"/>
                  <a:gd name="connsiteX5" fmla="*/ 52644 w 55736"/>
                  <a:gd name="connsiteY5" fmla="*/ 43454 h 49916"/>
                  <a:gd name="connsiteX6" fmla="*/ 51197 w 55736"/>
                  <a:gd name="connsiteY6" fmla="*/ 23203 h 49916"/>
                  <a:gd name="connsiteX7" fmla="*/ 48304 w 55736"/>
                  <a:gd name="connsiteY7" fmla="*/ 18863 h 49916"/>
                  <a:gd name="connsiteX8" fmla="*/ 46858 w 55736"/>
                  <a:gd name="connsiteY8" fmla="*/ 37668 h 49916"/>
                  <a:gd name="connsiteX9" fmla="*/ 36732 w 55736"/>
                  <a:gd name="connsiteY9" fmla="*/ 39114 h 49916"/>
                  <a:gd name="connsiteX10" fmla="*/ 35286 w 55736"/>
                  <a:gd name="connsiteY10" fmla="*/ 28989 h 49916"/>
                  <a:gd name="connsiteX11" fmla="*/ 45411 w 55736"/>
                  <a:gd name="connsiteY11" fmla="*/ 27542 h 49916"/>
                  <a:gd name="connsiteX12" fmla="*/ 46858 w 55736"/>
                  <a:gd name="connsiteY12" fmla="*/ 37668 h 49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736" h="49916">
                    <a:moveTo>
                      <a:pt x="48304" y="18863"/>
                    </a:moveTo>
                    <a:cubicBezTo>
                      <a:pt x="36732" y="11631"/>
                      <a:pt x="20821" y="2952"/>
                      <a:pt x="15035" y="1505"/>
                    </a:cubicBezTo>
                    <a:cubicBezTo>
                      <a:pt x="10695" y="-1388"/>
                      <a:pt x="4909" y="59"/>
                      <a:pt x="2016" y="4398"/>
                    </a:cubicBezTo>
                    <a:cubicBezTo>
                      <a:pt x="-877" y="8738"/>
                      <a:pt x="-877" y="14524"/>
                      <a:pt x="3463" y="18863"/>
                    </a:cubicBezTo>
                    <a:cubicBezTo>
                      <a:pt x="9249" y="26096"/>
                      <a:pt x="26607" y="43454"/>
                      <a:pt x="30946" y="46347"/>
                    </a:cubicBezTo>
                    <a:cubicBezTo>
                      <a:pt x="38179" y="52133"/>
                      <a:pt x="48304" y="50686"/>
                      <a:pt x="52644" y="43454"/>
                    </a:cubicBezTo>
                    <a:cubicBezTo>
                      <a:pt x="56983" y="37668"/>
                      <a:pt x="56983" y="27542"/>
                      <a:pt x="51197" y="23203"/>
                    </a:cubicBezTo>
                    <a:cubicBezTo>
                      <a:pt x="51197" y="20310"/>
                      <a:pt x="49751" y="18863"/>
                      <a:pt x="48304" y="18863"/>
                    </a:cubicBezTo>
                    <a:close/>
                    <a:moveTo>
                      <a:pt x="46858" y="37668"/>
                    </a:moveTo>
                    <a:cubicBezTo>
                      <a:pt x="43965" y="40561"/>
                      <a:pt x="39625" y="42007"/>
                      <a:pt x="36732" y="39114"/>
                    </a:cubicBezTo>
                    <a:cubicBezTo>
                      <a:pt x="33839" y="36221"/>
                      <a:pt x="32393" y="31882"/>
                      <a:pt x="35286" y="28989"/>
                    </a:cubicBezTo>
                    <a:cubicBezTo>
                      <a:pt x="38179" y="26096"/>
                      <a:pt x="42518" y="24649"/>
                      <a:pt x="45411" y="27542"/>
                    </a:cubicBezTo>
                    <a:cubicBezTo>
                      <a:pt x="48304" y="30435"/>
                      <a:pt x="49751" y="34775"/>
                      <a:pt x="46858" y="37668"/>
                    </a:cubicBezTo>
                    <a:close/>
                  </a:path>
                </a:pathLst>
              </a:custGeom>
              <a:solidFill>
                <a:schemeClr val="accent2"/>
              </a:solidFill>
              <a:ln w="1446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BB078669-6EE2-4635-8115-6691D9F6B9B9}"/>
                  </a:ext>
                </a:extLst>
              </p:cNvPr>
              <p:cNvSpPr/>
              <p:nvPr/>
            </p:nvSpPr>
            <p:spPr>
              <a:xfrm>
                <a:off x="4723709" y="3030115"/>
                <a:ext cx="116125" cy="116160"/>
              </a:xfrm>
              <a:custGeom>
                <a:avLst/>
                <a:gdLst>
                  <a:gd name="connsiteX0" fmla="*/ 101475 w 116125"/>
                  <a:gd name="connsiteY0" fmla="*/ 105815 h 116160"/>
                  <a:gd name="connsiteX1" fmla="*/ 29150 w 116125"/>
                  <a:gd name="connsiteY1" fmla="*/ 115940 h 116160"/>
                  <a:gd name="connsiteX2" fmla="*/ 10345 w 116125"/>
                  <a:gd name="connsiteY2" fmla="*/ 101475 h 116160"/>
                  <a:gd name="connsiteX3" fmla="*/ 220 w 116125"/>
                  <a:gd name="connsiteY3" fmla="*/ 29150 h 116160"/>
                  <a:gd name="connsiteX4" fmla="*/ 14685 w 116125"/>
                  <a:gd name="connsiteY4" fmla="*/ 10345 h 116160"/>
                  <a:gd name="connsiteX5" fmla="*/ 87010 w 116125"/>
                  <a:gd name="connsiteY5" fmla="*/ 220 h 116160"/>
                  <a:gd name="connsiteX6" fmla="*/ 105814 w 116125"/>
                  <a:gd name="connsiteY6" fmla="*/ 14685 h 116160"/>
                  <a:gd name="connsiteX7" fmla="*/ 115940 w 116125"/>
                  <a:gd name="connsiteY7" fmla="*/ 87010 h 116160"/>
                  <a:gd name="connsiteX8" fmla="*/ 101475 w 116125"/>
                  <a:gd name="connsiteY8" fmla="*/ 105815 h 11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125" h="116160">
                    <a:moveTo>
                      <a:pt x="101475" y="105815"/>
                    </a:moveTo>
                    <a:lnTo>
                      <a:pt x="29150" y="115940"/>
                    </a:lnTo>
                    <a:cubicBezTo>
                      <a:pt x="20471" y="117387"/>
                      <a:pt x="11792" y="111600"/>
                      <a:pt x="10345" y="101475"/>
                    </a:cubicBezTo>
                    <a:lnTo>
                      <a:pt x="220" y="29150"/>
                    </a:lnTo>
                    <a:cubicBezTo>
                      <a:pt x="-1227" y="20471"/>
                      <a:pt x="4559" y="11792"/>
                      <a:pt x="14685" y="10345"/>
                    </a:cubicBezTo>
                    <a:lnTo>
                      <a:pt x="87010" y="220"/>
                    </a:lnTo>
                    <a:cubicBezTo>
                      <a:pt x="95689" y="-1227"/>
                      <a:pt x="104368" y="4560"/>
                      <a:pt x="105814" y="14685"/>
                    </a:cubicBezTo>
                    <a:lnTo>
                      <a:pt x="115940" y="87010"/>
                    </a:lnTo>
                    <a:cubicBezTo>
                      <a:pt x="117387" y="95689"/>
                      <a:pt x="110154" y="104368"/>
                      <a:pt x="101475" y="105815"/>
                    </a:cubicBezTo>
                    <a:close/>
                  </a:path>
                </a:pathLst>
              </a:custGeom>
              <a:solidFill>
                <a:schemeClr val="accent1"/>
              </a:solidFill>
              <a:ln w="1446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8781EA55-0847-4C05-9294-228B05CEBEC5}"/>
                  </a:ext>
                </a:extLst>
              </p:cNvPr>
              <p:cNvSpPr/>
              <p:nvPr/>
            </p:nvSpPr>
            <p:spPr>
              <a:xfrm>
                <a:off x="4716476" y="3022882"/>
                <a:ext cx="129178" cy="129178"/>
              </a:xfrm>
              <a:custGeom>
                <a:avLst/>
                <a:gdLst>
                  <a:gd name="connsiteX0" fmla="*/ 114493 w 129178"/>
                  <a:gd name="connsiteY0" fmla="*/ 117387 h 129178"/>
                  <a:gd name="connsiteX1" fmla="*/ 30597 w 129178"/>
                  <a:gd name="connsiteY1" fmla="*/ 128958 h 129178"/>
                  <a:gd name="connsiteX2" fmla="*/ 11792 w 129178"/>
                  <a:gd name="connsiteY2" fmla="*/ 114493 h 129178"/>
                  <a:gd name="connsiteX3" fmla="*/ 220 w 129178"/>
                  <a:gd name="connsiteY3" fmla="*/ 30597 h 129178"/>
                  <a:gd name="connsiteX4" fmla="*/ 14685 w 129178"/>
                  <a:gd name="connsiteY4" fmla="*/ 11792 h 129178"/>
                  <a:gd name="connsiteX5" fmla="*/ 98582 w 129178"/>
                  <a:gd name="connsiteY5" fmla="*/ 220 h 129178"/>
                  <a:gd name="connsiteX6" fmla="*/ 117387 w 129178"/>
                  <a:gd name="connsiteY6" fmla="*/ 14685 h 129178"/>
                  <a:gd name="connsiteX7" fmla="*/ 128958 w 129178"/>
                  <a:gd name="connsiteY7" fmla="*/ 98582 h 129178"/>
                  <a:gd name="connsiteX8" fmla="*/ 114493 w 129178"/>
                  <a:gd name="connsiteY8" fmla="*/ 117387 h 129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9178" h="129178">
                    <a:moveTo>
                      <a:pt x="114493" y="117387"/>
                    </a:moveTo>
                    <a:lnTo>
                      <a:pt x="30597" y="128958"/>
                    </a:lnTo>
                    <a:cubicBezTo>
                      <a:pt x="21917" y="130405"/>
                      <a:pt x="13238" y="124619"/>
                      <a:pt x="11792" y="114493"/>
                    </a:cubicBezTo>
                    <a:lnTo>
                      <a:pt x="220" y="30597"/>
                    </a:lnTo>
                    <a:cubicBezTo>
                      <a:pt x="-1227" y="21917"/>
                      <a:pt x="4559" y="13238"/>
                      <a:pt x="14685" y="11792"/>
                    </a:cubicBezTo>
                    <a:lnTo>
                      <a:pt x="98582" y="220"/>
                    </a:lnTo>
                    <a:cubicBezTo>
                      <a:pt x="107261" y="-1227"/>
                      <a:pt x="115940" y="4560"/>
                      <a:pt x="117387" y="14685"/>
                    </a:cubicBezTo>
                    <a:lnTo>
                      <a:pt x="128958" y="98582"/>
                    </a:lnTo>
                    <a:cubicBezTo>
                      <a:pt x="130405" y="108708"/>
                      <a:pt x="124619" y="115940"/>
                      <a:pt x="114493" y="117387"/>
                    </a:cubicBezTo>
                    <a:close/>
                  </a:path>
                </a:pathLst>
              </a:custGeom>
              <a:noFill/>
              <a:ln w="2683" cap="flat">
                <a:solidFill>
                  <a:srgbClr val="003C66"/>
                </a:solid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AFE0C54D-25BA-4A50-B043-15C508E65DAD}"/>
                  </a:ext>
                </a:extLst>
              </p:cNvPr>
              <p:cNvSpPr/>
              <p:nvPr/>
            </p:nvSpPr>
            <p:spPr>
              <a:xfrm>
                <a:off x="4747434" y="3081324"/>
                <a:ext cx="51712" cy="42536"/>
              </a:xfrm>
              <a:custGeom>
                <a:avLst/>
                <a:gdLst>
                  <a:gd name="connsiteX0" fmla="*/ 50266 w 51712"/>
                  <a:gd name="connsiteY0" fmla="*/ 40140 h 42536"/>
                  <a:gd name="connsiteX1" fmla="*/ 50266 w 51712"/>
                  <a:gd name="connsiteY1" fmla="*/ 40140 h 42536"/>
                  <a:gd name="connsiteX2" fmla="*/ 44480 w 51712"/>
                  <a:gd name="connsiteY2" fmla="*/ 41587 h 42536"/>
                  <a:gd name="connsiteX3" fmla="*/ 1085 w 51712"/>
                  <a:gd name="connsiteY3" fmla="*/ 8317 h 42536"/>
                  <a:gd name="connsiteX4" fmla="*/ 1085 w 51712"/>
                  <a:gd name="connsiteY4" fmla="*/ 2531 h 42536"/>
                  <a:gd name="connsiteX5" fmla="*/ 2531 w 51712"/>
                  <a:gd name="connsiteY5" fmla="*/ 1085 h 42536"/>
                  <a:gd name="connsiteX6" fmla="*/ 8317 w 51712"/>
                  <a:gd name="connsiteY6" fmla="*/ 1085 h 42536"/>
                  <a:gd name="connsiteX7" fmla="*/ 51712 w 51712"/>
                  <a:gd name="connsiteY7" fmla="*/ 34354 h 42536"/>
                  <a:gd name="connsiteX8" fmla="*/ 50266 w 51712"/>
                  <a:gd name="connsiteY8" fmla="*/ 40140 h 42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12" h="42536">
                    <a:moveTo>
                      <a:pt x="50266" y="40140"/>
                    </a:moveTo>
                    <a:lnTo>
                      <a:pt x="50266" y="40140"/>
                    </a:lnTo>
                    <a:cubicBezTo>
                      <a:pt x="48819" y="43033"/>
                      <a:pt x="45926" y="43033"/>
                      <a:pt x="44480" y="41587"/>
                    </a:cubicBezTo>
                    <a:lnTo>
                      <a:pt x="1085" y="8317"/>
                    </a:lnTo>
                    <a:cubicBezTo>
                      <a:pt x="-362" y="6871"/>
                      <a:pt x="-362" y="5424"/>
                      <a:pt x="1085" y="2531"/>
                    </a:cubicBezTo>
                    <a:lnTo>
                      <a:pt x="2531" y="1085"/>
                    </a:lnTo>
                    <a:cubicBezTo>
                      <a:pt x="3978" y="-362"/>
                      <a:pt x="5424" y="-362"/>
                      <a:pt x="8317" y="1085"/>
                    </a:cubicBezTo>
                    <a:lnTo>
                      <a:pt x="51712" y="34354"/>
                    </a:lnTo>
                    <a:cubicBezTo>
                      <a:pt x="50266" y="37247"/>
                      <a:pt x="51712" y="38694"/>
                      <a:pt x="50266" y="40140"/>
                    </a:cubicBezTo>
                    <a:close/>
                  </a:path>
                </a:pathLst>
              </a:custGeom>
              <a:solidFill>
                <a:schemeClr val="tx2">
                  <a:alpha val="61000"/>
                </a:schemeClr>
              </a:solidFill>
              <a:ln w="1446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AFDF3BF4-099E-4EE0-BF41-9502428E2E8B}"/>
                  </a:ext>
                </a:extLst>
              </p:cNvPr>
              <p:cNvSpPr/>
              <p:nvPr/>
            </p:nvSpPr>
            <p:spPr>
              <a:xfrm>
                <a:off x="4766239" y="3056733"/>
                <a:ext cx="51712" cy="42537"/>
              </a:xfrm>
              <a:custGeom>
                <a:avLst/>
                <a:gdLst>
                  <a:gd name="connsiteX0" fmla="*/ 50266 w 51712"/>
                  <a:gd name="connsiteY0" fmla="*/ 40140 h 42537"/>
                  <a:gd name="connsiteX1" fmla="*/ 50266 w 51712"/>
                  <a:gd name="connsiteY1" fmla="*/ 40140 h 42537"/>
                  <a:gd name="connsiteX2" fmla="*/ 44480 w 51712"/>
                  <a:gd name="connsiteY2" fmla="*/ 41587 h 42537"/>
                  <a:gd name="connsiteX3" fmla="*/ 1085 w 51712"/>
                  <a:gd name="connsiteY3" fmla="*/ 8317 h 42537"/>
                  <a:gd name="connsiteX4" fmla="*/ 1085 w 51712"/>
                  <a:gd name="connsiteY4" fmla="*/ 2531 h 42537"/>
                  <a:gd name="connsiteX5" fmla="*/ 2532 w 51712"/>
                  <a:gd name="connsiteY5" fmla="*/ 1085 h 42537"/>
                  <a:gd name="connsiteX6" fmla="*/ 8317 w 51712"/>
                  <a:gd name="connsiteY6" fmla="*/ 1085 h 42537"/>
                  <a:gd name="connsiteX7" fmla="*/ 51712 w 51712"/>
                  <a:gd name="connsiteY7" fmla="*/ 34354 h 42537"/>
                  <a:gd name="connsiteX8" fmla="*/ 50266 w 51712"/>
                  <a:gd name="connsiteY8" fmla="*/ 40140 h 42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12" h="42537">
                    <a:moveTo>
                      <a:pt x="50266" y="40140"/>
                    </a:moveTo>
                    <a:lnTo>
                      <a:pt x="50266" y="40140"/>
                    </a:lnTo>
                    <a:cubicBezTo>
                      <a:pt x="48819" y="43033"/>
                      <a:pt x="45927" y="43033"/>
                      <a:pt x="44480" y="41587"/>
                    </a:cubicBezTo>
                    <a:lnTo>
                      <a:pt x="1085" y="8317"/>
                    </a:lnTo>
                    <a:cubicBezTo>
                      <a:pt x="-362" y="6871"/>
                      <a:pt x="-362" y="5424"/>
                      <a:pt x="1085" y="2531"/>
                    </a:cubicBezTo>
                    <a:lnTo>
                      <a:pt x="2532" y="1085"/>
                    </a:lnTo>
                    <a:cubicBezTo>
                      <a:pt x="3978" y="-362"/>
                      <a:pt x="5424" y="-362"/>
                      <a:pt x="8317" y="1085"/>
                    </a:cubicBezTo>
                    <a:lnTo>
                      <a:pt x="51712" y="34354"/>
                    </a:lnTo>
                    <a:cubicBezTo>
                      <a:pt x="50266" y="35801"/>
                      <a:pt x="51712" y="38694"/>
                      <a:pt x="50266" y="40140"/>
                    </a:cubicBezTo>
                    <a:close/>
                  </a:path>
                </a:pathLst>
              </a:custGeom>
              <a:solidFill>
                <a:schemeClr val="tx2">
                  <a:alpha val="61000"/>
                </a:schemeClr>
              </a:solidFill>
              <a:ln w="1446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7A6EDD57-501E-4F1C-B745-930AB78DBFC1}"/>
                  </a:ext>
                </a:extLst>
              </p:cNvPr>
              <p:cNvSpPr/>
              <p:nvPr/>
            </p:nvSpPr>
            <p:spPr>
              <a:xfrm>
                <a:off x="4921671" y="3119590"/>
                <a:ext cx="328783" cy="393876"/>
              </a:xfrm>
              <a:custGeom>
                <a:avLst/>
                <a:gdLst>
                  <a:gd name="connsiteX0" fmla="*/ 275263 w 328783"/>
                  <a:gd name="connsiteY0" fmla="*/ 7661 h 393876"/>
                  <a:gd name="connsiteX1" fmla="*/ 221743 w 328783"/>
                  <a:gd name="connsiteY1" fmla="*/ 14893 h 393876"/>
                  <a:gd name="connsiteX2" fmla="*/ 7661 w 328783"/>
                  <a:gd name="connsiteY2" fmla="*/ 299854 h 393876"/>
                  <a:gd name="connsiteX3" fmla="*/ 14893 w 328783"/>
                  <a:gd name="connsiteY3" fmla="*/ 353375 h 393876"/>
                  <a:gd name="connsiteX4" fmla="*/ 68414 w 328783"/>
                  <a:gd name="connsiteY4" fmla="*/ 393876 h 393876"/>
                  <a:gd name="connsiteX5" fmla="*/ 328784 w 328783"/>
                  <a:gd name="connsiteY5" fmla="*/ 46716 h 393876"/>
                  <a:gd name="connsiteX6" fmla="*/ 275263 w 328783"/>
                  <a:gd name="connsiteY6" fmla="*/ 7661 h 393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783" h="393876">
                    <a:moveTo>
                      <a:pt x="275263" y="7661"/>
                    </a:moveTo>
                    <a:cubicBezTo>
                      <a:pt x="257906" y="-5358"/>
                      <a:pt x="234761" y="-1018"/>
                      <a:pt x="221743" y="14893"/>
                    </a:cubicBezTo>
                    <a:lnTo>
                      <a:pt x="7661" y="299854"/>
                    </a:lnTo>
                    <a:cubicBezTo>
                      <a:pt x="-5358" y="317212"/>
                      <a:pt x="-1018" y="340356"/>
                      <a:pt x="14893" y="353375"/>
                    </a:cubicBezTo>
                    <a:lnTo>
                      <a:pt x="68414" y="393876"/>
                    </a:lnTo>
                    <a:lnTo>
                      <a:pt x="328784" y="46716"/>
                    </a:lnTo>
                    <a:lnTo>
                      <a:pt x="275263" y="7661"/>
                    </a:lnTo>
                    <a:close/>
                  </a:path>
                </a:pathLst>
              </a:custGeom>
              <a:solidFill>
                <a:schemeClr val="accent1"/>
              </a:solidFill>
              <a:ln w="1446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4AF47EFF-3D43-47CB-9214-1E682A6F6A94}"/>
                  </a:ext>
                </a:extLst>
              </p:cNvPr>
              <p:cNvSpPr/>
              <p:nvPr/>
            </p:nvSpPr>
            <p:spPr>
              <a:xfrm>
                <a:off x="4627013" y="2837532"/>
                <a:ext cx="643692" cy="227518"/>
              </a:xfrm>
              <a:custGeom>
                <a:avLst/>
                <a:gdLst>
                  <a:gd name="connsiteX0" fmla="*/ 0 w 643692"/>
                  <a:gd name="connsiteY0" fmla="*/ 123370 h 227518"/>
                  <a:gd name="connsiteX1" fmla="*/ 426718 w 643692"/>
                  <a:gd name="connsiteY1" fmla="*/ 64064 h 227518"/>
                  <a:gd name="connsiteX2" fmla="*/ 643693 w 643692"/>
                  <a:gd name="connsiteY2" fmla="*/ 227518 h 227518"/>
                  <a:gd name="connsiteX3" fmla="*/ 318230 w 643692"/>
                  <a:gd name="connsiteY3" fmla="*/ 38027 h 227518"/>
                  <a:gd name="connsiteX4" fmla="*/ 0 w 643692"/>
                  <a:gd name="connsiteY4" fmla="*/ 123370 h 227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3692" h="227518">
                    <a:moveTo>
                      <a:pt x="0" y="123370"/>
                    </a:moveTo>
                    <a:cubicBezTo>
                      <a:pt x="72325" y="19222"/>
                      <a:pt x="258924" y="-61782"/>
                      <a:pt x="426718" y="64064"/>
                    </a:cubicBezTo>
                    <a:cubicBezTo>
                      <a:pt x="582940" y="181230"/>
                      <a:pt x="643693" y="227518"/>
                      <a:pt x="643693" y="227518"/>
                    </a:cubicBezTo>
                    <a:cubicBezTo>
                      <a:pt x="643693" y="227518"/>
                      <a:pt x="402127" y="56831"/>
                      <a:pt x="318230" y="38027"/>
                    </a:cubicBezTo>
                    <a:cubicBezTo>
                      <a:pt x="182259" y="7650"/>
                      <a:pt x="83897" y="32241"/>
                      <a:pt x="0" y="123370"/>
                    </a:cubicBezTo>
                    <a:close/>
                  </a:path>
                </a:pathLst>
              </a:custGeom>
              <a:solidFill>
                <a:srgbClr val="FFFFFF"/>
              </a:solidFill>
              <a:ln w="1446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5C19742A-3215-410E-9FC8-32E556F6612F}"/>
                  </a:ext>
                </a:extLst>
              </p:cNvPr>
              <p:cNvSpPr/>
              <p:nvPr/>
            </p:nvSpPr>
            <p:spPr>
              <a:xfrm>
                <a:off x="4990085" y="3167752"/>
                <a:ext cx="270495" cy="354392"/>
              </a:xfrm>
              <a:custGeom>
                <a:avLst/>
                <a:gdLst>
                  <a:gd name="connsiteX0" fmla="*/ 0 w 270495"/>
                  <a:gd name="connsiteY0" fmla="*/ 347160 h 354392"/>
                  <a:gd name="connsiteX1" fmla="*/ 10126 w 270495"/>
                  <a:gd name="connsiteY1" fmla="*/ 354393 h 354392"/>
                  <a:gd name="connsiteX2" fmla="*/ 270496 w 270495"/>
                  <a:gd name="connsiteY2" fmla="*/ 8679 h 354392"/>
                  <a:gd name="connsiteX3" fmla="*/ 270496 w 270495"/>
                  <a:gd name="connsiteY3" fmla="*/ 8679 h 354392"/>
                  <a:gd name="connsiteX4" fmla="*/ 260370 w 270495"/>
                  <a:gd name="connsiteY4" fmla="*/ 0 h 354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495" h="354392">
                    <a:moveTo>
                      <a:pt x="0" y="347160"/>
                    </a:moveTo>
                    <a:lnTo>
                      <a:pt x="10126" y="354393"/>
                    </a:lnTo>
                    <a:lnTo>
                      <a:pt x="270496" y="8679"/>
                    </a:lnTo>
                    <a:lnTo>
                      <a:pt x="270496" y="8679"/>
                    </a:lnTo>
                    <a:lnTo>
                      <a:pt x="260370" y="0"/>
                    </a:lnTo>
                    <a:close/>
                  </a:path>
                </a:pathLst>
              </a:custGeom>
              <a:solidFill>
                <a:schemeClr val="tx2">
                  <a:alpha val="48000"/>
                </a:schemeClr>
              </a:solidFill>
              <a:ln w="1446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E6A72793-117E-40FA-9804-A8E92DCA3A83}"/>
                  </a:ext>
                </a:extLst>
              </p:cNvPr>
              <p:cNvSpPr/>
              <p:nvPr/>
            </p:nvSpPr>
            <p:spPr>
              <a:xfrm rot="-3180931">
                <a:off x="5100144" y="3457654"/>
                <a:ext cx="332695" cy="5786"/>
              </a:xfrm>
              <a:custGeom>
                <a:avLst/>
                <a:gdLst>
                  <a:gd name="connsiteX0" fmla="*/ 332696 w 332695"/>
                  <a:gd name="connsiteY0" fmla="*/ 2893 h 5786"/>
                  <a:gd name="connsiteX1" fmla="*/ 166348 w 332695"/>
                  <a:gd name="connsiteY1" fmla="*/ 5786 h 5786"/>
                  <a:gd name="connsiteX2" fmla="*/ 0 w 332695"/>
                  <a:gd name="connsiteY2" fmla="*/ 2893 h 5786"/>
                  <a:gd name="connsiteX3" fmla="*/ 166348 w 332695"/>
                  <a:gd name="connsiteY3" fmla="*/ 0 h 5786"/>
                  <a:gd name="connsiteX4" fmla="*/ 332696 w 332695"/>
                  <a:gd name="connsiteY4" fmla="*/ 2893 h 5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695" h="5786">
                    <a:moveTo>
                      <a:pt x="332696" y="2893"/>
                    </a:moveTo>
                    <a:cubicBezTo>
                      <a:pt x="332696" y="4491"/>
                      <a:pt x="258220" y="5786"/>
                      <a:pt x="166348" y="5786"/>
                    </a:cubicBezTo>
                    <a:cubicBezTo>
                      <a:pt x="74476" y="5786"/>
                      <a:pt x="0" y="4491"/>
                      <a:pt x="0" y="2893"/>
                    </a:cubicBezTo>
                    <a:cubicBezTo>
                      <a:pt x="0" y="1295"/>
                      <a:pt x="74476" y="0"/>
                      <a:pt x="166348" y="0"/>
                    </a:cubicBezTo>
                    <a:cubicBezTo>
                      <a:pt x="258220" y="0"/>
                      <a:pt x="332696" y="1295"/>
                      <a:pt x="332696" y="2893"/>
                    </a:cubicBezTo>
                    <a:close/>
                  </a:path>
                </a:pathLst>
              </a:custGeom>
              <a:solidFill>
                <a:schemeClr val="accent1"/>
              </a:solidFill>
              <a:ln w="14465" cap="flat">
                <a:noFill/>
                <a:prstDash val="solid"/>
                <a:miter/>
              </a:ln>
            </p:spPr>
            <p:txBody>
              <a:bodyPr rtlCol="0" anchor="ctr"/>
              <a:lstStyle/>
              <a:p>
                <a:endParaRPr lang="en-US"/>
              </a:p>
            </p:txBody>
          </p:sp>
        </p:grpSp>
        <p:grpSp>
          <p:nvGrpSpPr>
            <p:cNvPr id="356" name="Graphic 205">
              <a:extLst>
                <a:ext uri="{FF2B5EF4-FFF2-40B4-BE49-F238E27FC236}">
                  <a16:creationId xmlns:a16="http://schemas.microsoft.com/office/drawing/2014/main" id="{EDD2BA35-87AD-417F-AA53-BB42664AA3EC}"/>
                </a:ext>
              </a:extLst>
            </p:cNvPr>
            <p:cNvGrpSpPr/>
            <p:nvPr/>
          </p:nvGrpSpPr>
          <p:grpSpPr>
            <a:xfrm>
              <a:off x="567079" y="1972961"/>
              <a:ext cx="800968" cy="763734"/>
              <a:chOff x="567079" y="1972961"/>
              <a:chExt cx="800968" cy="763734"/>
            </a:xfrm>
          </p:grpSpPr>
          <p:grpSp>
            <p:nvGrpSpPr>
              <p:cNvPr id="357" name="Graphic 205">
                <a:extLst>
                  <a:ext uri="{FF2B5EF4-FFF2-40B4-BE49-F238E27FC236}">
                    <a16:creationId xmlns:a16="http://schemas.microsoft.com/office/drawing/2014/main" id="{EDD2BA35-87AD-417F-AA53-BB42664AA3EC}"/>
                  </a:ext>
                </a:extLst>
              </p:cNvPr>
              <p:cNvGrpSpPr/>
              <p:nvPr/>
            </p:nvGrpSpPr>
            <p:grpSpPr>
              <a:xfrm>
                <a:off x="857433" y="2249225"/>
                <a:ext cx="188045" cy="188045"/>
                <a:chOff x="857433" y="2249225"/>
                <a:chExt cx="188045" cy="188045"/>
              </a:xfrm>
            </p:grpSpPr>
            <p:sp>
              <p:nvSpPr>
                <p:cNvPr id="358" name="Freeform: Shape 357">
                  <a:extLst>
                    <a:ext uri="{FF2B5EF4-FFF2-40B4-BE49-F238E27FC236}">
                      <a16:creationId xmlns:a16="http://schemas.microsoft.com/office/drawing/2014/main" id="{8261D222-DE94-420C-A688-1155A92A09CD}"/>
                    </a:ext>
                  </a:extLst>
                </p:cNvPr>
                <p:cNvSpPr/>
                <p:nvPr/>
              </p:nvSpPr>
              <p:spPr>
                <a:xfrm>
                  <a:off x="857433" y="2249225"/>
                  <a:ext cx="188045" cy="188045"/>
                </a:xfrm>
                <a:custGeom>
                  <a:avLst/>
                  <a:gdLst>
                    <a:gd name="connsiteX0" fmla="*/ 188045 w 188045"/>
                    <a:gd name="connsiteY0" fmla="*/ 94023 h 188045"/>
                    <a:gd name="connsiteX1" fmla="*/ 94023 w 188045"/>
                    <a:gd name="connsiteY1" fmla="*/ 188045 h 188045"/>
                    <a:gd name="connsiteX2" fmla="*/ 0 w 188045"/>
                    <a:gd name="connsiteY2" fmla="*/ 94023 h 188045"/>
                    <a:gd name="connsiteX3" fmla="*/ 94023 w 188045"/>
                    <a:gd name="connsiteY3" fmla="*/ 0 h 188045"/>
                    <a:gd name="connsiteX4" fmla="*/ 188045 w 188045"/>
                    <a:gd name="connsiteY4" fmla="*/ 94023 h 1880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045" h="188045">
                      <a:moveTo>
                        <a:pt x="188045" y="94023"/>
                      </a:moveTo>
                      <a:cubicBezTo>
                        <a:pt x="188045" y="145950"/>
                        <a:pt x="145950" y="188045"/>
                        <a:pt x="94023" y="188045"/>
                      </a:cubicBezTo>
                      <a:cubicBezTo>
                        <a:pt x="42095" y="188045"/>
                        <a:pt x="0" y="145950"/>
                        <a:pt x="0" y="94023"/>
                      </a:cubicBezTo>
                      <a:cubicBezTo>
                        <a:pt x="0" y="42095"/>
                        <a:pt x="42095" y="0"/>
                        <a:pt x="94023" y="0"/>
                      </a:cubicBezTo>
                      <a:cubicBezTo>
                        <a:pt x="145950" y="0"/>
                        <a:pt x="188045" y="42095"/>
                        <a:pt x="188045" y="94023"/>
                      </a:cubicBezTo>
                      <a:close/>
                    </a:path>
                  </a:pathLst>
                </a:custGeom>
                <a:solidFill>
                  <a:schemeClr val="accent3"/>
                </a:solidFill>
                <a:ln w="1446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369E9C60-8144-4FCD-A14D-FC74792E35AF}"/>
                    </a:ext>
                  </a:extLst>
                </p:cNvPr>
                <p:cNvSpPr/>
                <p:nvPr/>
              </p:nvSpPr>
              <p:spPr>
                <a:xfrm>
                  <a:off x="870451" y="2253564"/>
                  <a:ext cx="144650" cy="144650"/>
                </a:xfrm>
                <a:custGeom>
                  <a:avLst/>
                  <a:gdLst>
                    <a:gd name="connsiteX0" fmla="*/ 144650 w 144650"/>
                    <a:gd name="connsiteY0" fmla="*/ 72325 h 144650"/>
                    <a:gd name="connsiteX1" fmla="*/ 72325 w 144650"/>
                    <a:gd name="connsiteY1" fmla="*/ 144650 h 144650"/>
                    <a:gd name="connsiteX2" fmla="*/ 0 w 144650"/>
                    <a:gd name="connsiteY2" fmla="*/ 72325 h 144650"/>
                    <a:gd name="connsiteX3" fmla="*/ 72325 w 144650"/>
                    <a:gd name="connsiteY3" fmla="*/ 0 h 144650"/>
                    <a:gd name="connsiteX4" fmla="*/ 144650 w 144650"/>
                    <a:gd name="connsiteY4" fmla="*/ 72325 h 14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650" h="144650">
                      <a:moveTo>
                        <a:pt x="144650" y="72325"/>
                      </a:moveTo>
                      <a:cubicBezTo>
                        <a:pt x="144650" y="112269"/>
                        <a:pt x="112269" y="144650"/>
                        <a:pt x="72325" y="144650"/>
                      </a:cubicBezTo>
                      <a:cubicBezTo>
                        <a:pt x="32381" y="144650"/>
                        <a:pt x="0" y="112269"/>
                        <a:pt x="0" y="72325"/>
                      </a:cubicBezTo>
                      <a:cubicBezTo>
                        <a:pt x="0" y="32381"/>
                        <a:pt x="32381" y="0"/>
                        <a:pt x="72325" y="0"/>
                      </a:cubicBezTo>
                      <a:cubicBezTo>
                        <a:pt x="112269" y="0"/>
                        <a:pt x="144650" y="32381"/>
                        <a:pt x="144650" y="72325"/>
                      </a:cubicBezTo>
                      <a:close/>
                    </a:path>
                  </a:pathLst>
                </a:custGeom>
                <a:solidFill>
                  <a:schemeClr val="accent4">
                    <a:lumMod val="60000"/>
                    <a:lumOff val="40000"/>
                  </a:schemeClr>
                </a:solidFill>
                <a:ln w="1446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743EB8E5-C167-4B6E-BF72-EC206DEECC4B}"/>
                    </a:ext>
                  </a:extLst>
                </p:cNvPr>
                <p:cNvSpPr/>
                <p:nvPr/>
              </p:nvSpPr>
              <p:spPr>
                <a:xfrm rot="8351095">
                  <a:off x="873835" y="2270445"/>
                  <a:ext cx="63644" cy="26036"/>
                </a:xfrm>
                <a:custGeom>
                  <a:avLst/>
                  <a:gdLst>
                    <a:gd name="connsiteX0" fmla="*/ 63644 w 63644"/>
                    <a:gd name="connsiteY0" fmla="*/ 13018 h 26036"/>
                    <a:gd name="connsiteX1" fmla="*/ 31822 w 63644"/>
                    <a:gd name="connsiteY1" fmla="*/ 26036 h 26036"/>
                    <a:gd name="connsiteX2" fmla="*/ 0 w 63644"/>
                    <a:gd name="connsiteY2" fmla="*/ 13018 h 26036"/>
                    <a:gd name="connsiteX3" fmla="*/ 31822 w 63644"/>
                    <a:gd name="connsiteY3" fmla="*/ 0 h 26036"/>
                    <a:gd name="connsiteX4" fmla="*/ 63644 w 63644"/>
                    <a:gd name="connsiteY4" fmla="*/ 13018 h 26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644" h="26036">
                      <a:moveTo>
                        <a:pt x="63644" y="13018"/>
                      </a:moveTo>
                      <a:cubicBezTo>
                        <a:pt x="63644" y="20208"/>
                        <a:pt x="49397" y="26036"/>
                        <a:pt x="31822" y="26036"/>
                      </a:cubicBezTo>
                      <a:cubicBezTo>
                        <a:pt x="14247" y="26036"/>
                        <a:pt x="0" y="20208"/>
                        <a:pt x="0" y="13018"/>
                      </a:cubicBezTo>
                      <a:cubicBezTo>
                        <a:pt x="0" y="5828"/>
                        <a:pt x="14247" y="0"/>
                        <a:pt x="31822" y="0"/>
                      </a:cubicBezTo>
                      <a:cubicBezTo>
                        <a:pt x="49397" y="0"/>
                        <a:pt x="63644" y="5828"/>
                        <a:pt x="63644" y="13018"/>
                      </a:cubicBezTo>
                      <a:close/>
                    </a:path>
                  </a:pathLst>
                </a:custGeom>
                <a:solidFill>
                  <a:schemeClr val="accent3">
                    <a:lumMod val="20000"/>
                    <a:lumOff val="80000"/>
                  </a:schemeClr>
                </a:solidFill>
                <a:ln w="14465" cap="flat">
                  <a:noFill/>
                  <a:prstDash val="solid"/>
                  <a:miter/>
                </a:ln>
              </p:spPr>
              <p:txBody>
                <a:bodyPr rtlCol="0" anchor="ctr"/>
                <a:lstStyle/>
                <a:p>
                  <a:endParaRPr lang="en-US"/>
                </a:p>
              </p:txBody>
            </p:sp>
          </p:grpSp>
          <p:sp>
            <p:nvSpPr>
              <p:cNvPr id="361" name="Freeform: Shape 360">
                <a:extLst>
                  <a:ext uri="{FF2B5EF4-FFF2-40B4-BE49-F238E27FC236}">
                    <a16:creationId xmlns:a16="http://schemas.microsoft.com/office/drawing/2014/main" id="{619CF604-9648-40C7-85B5-38BF66D767AF}"/>
                  </a:ext>
                </a:extLst>
              </p:cNvPr>
              <p:cNvSpPr/>
              <p:nvPr/>
            </p:nvSpPr>
            <p:spPr>
              <a:xfrm rot="-9627153">
                <a:off x="824951" y="1972961"/>
                <a:ext cx="292204" cy="757994"/>
              </a:xfrm>
              <a:custGeom>
                <a:avLst/>
                <a:gdLst>
                  <a:gd name="connsiteX0" fmla="*/ 292204 w 292204"/>
                  <a:gd name="connsiteY0" fmla="*/ 378997 h 757994"/>
                  <a:gd name="connsiteX1" fmla="*/ 146102 w 292204"/>
                  <a:gd name="connsiteY1" fmla="*/ 757995 h 757994"/>
                  <a:gd name="connsiteX2" fmla="*/ 0 w 292204"/>
                  <a:gd name="connsiteY2" fmla="*/ 378997 h 757994"/>
                  <a:gd name="connsiteX3" fmla="*/ 146102 w 292204"/>
                  <a:gd name="connsiteY3" fmla="*/ 0 h 757994"/>
                  <a:gd name="connsiteX4" fmla="*/ 292204 w 292204"/>
                  <a:gd name="connsiteY4" fmla="*/ 378997 h 7579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204" h="757994">
                    <a:moveTo>
                      <a:pt x="292204" y="378997"/>
                    </a:moveTo>
                    <a:cubicBezTo>
                      <a:pt x="292204" y="588312"/>
                      <a:pt x="226792" y="757995"/>
                      <a:pt x="146102" y="757995"/>
                    </a:cubicBezTo>
                    <a:cubicBezTo>
                      <a:pt x="65412" y="757995"/>
                      <a:pt x="0" y="588312"/>
                      <a:pt x="0" y="378997"/>
                    </a:cubicBezTo>
                    <a:cubicBezTo>
                      <a:pt x="0" y="169683"/>
                      <a:pt x="65412" y="0"/>
                      <a:pt x="146102" y="0"/>
                    </a:cubicBezTo>
                    <a:cubicBezTo>
                      <a:pt x="226792" y="0"/>
                      <a:pt x="292204" y="169683"/>
                      <a:pt x="292204" y="378997"/>
                    </a:cubicBezTo>
                    <a:close/>
                  </a:path>
                </a:pathLst>
              </a:custGeom>
              <a:noFill/>
              <a:ln w="21070" cap="flat">
                <a:solidFill>
                  <a:schemeClr val="accent3">
                    <a:lumMod val="60000"/>
                    <a:lumOff val="40000"/>
                  </a:schemeClr>
                </a:solidFill>
                <a:prstDash val="solid"/>
                <a:miter/>
              </a:ln>
            </p:spPr>
            <p:txBody>
              <a:bodyPr rtlCol="0" anchor="ctr"/>
              <a:lstStyle/>
              <a:p>
                <a:endParaRPr lang="en-US"/>
              </a:p>
            </p:txBody>
          </p:sp>
          <p:sp>
            <p:nvSpPr>
              <p:cNvPr id="362" name="Freeform: Shape 361">
                <a:extLst>
                  <a:ext uri="{FF2B5EF4-FFF2-40B4-BE49-F238E27FC236}">
                    <a16:creationId xmlns:a16="http://schemas.microsoft.com/office/drawing/2014/main" id="{F233159C-BA21-471E-852C-FF0973576F33}"/>
                  </a:ext>
                </a:extLst>
              </p:cNvPr>
              <p:cNvSpPr/>
              <p:nvPr/>
            </p:nvSpPr>
            <p:spPr>
              <a:xfrm rot="8452117">
                <a:off x="799384" y="1973015"/>
                <a:ext cx="292192" cy="757965"/>
              </a:xfrm>
              <a:custGeom>
                <a:avLst/>
                <a:gdLst>
                  <a:gd name="connsiteX0" fmla="*/ 292193 w 292192"/>
                  <a:gd name="connsiteY0" fmla="*/ 378983 h 757965"/>
                  <a:gd name="connsiteX1" fmla="*/ 146096 w 292192"/>
                  <a:gd name="connsiteY1" fmla="*/ 757965 h 757965"/>
                  <a:gd name="connsiteX2" fmla="*/ 0 w 292192"/>
                  <a:gd name="connsiteY2" fmla="*/ 378983 h 757965"/>
                  <a:gd name="connsiteX3" fmla="*/ 146096 w 292192"/>
                  <a:gd name="connsiteY3" fmla="*/ 0 h 757965"/>
                  <a:gd name="connsiteX4" fmla="*/ 292193 w 292192"/>
                  <a:gd name="connsiteY4" fmla="*/ 378983 h 757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192" h="757965">
                    <a:moveTo>
                      <a:pt x="292193" y="378983"/>
                    </a:moveTo>
                    <a:cubicBezTo>
                      <a:pt x="292193" y="588289"/>
                      <a:pt x="226783" y="757965"/>
                      <a:pt x="146096" y="757965"/>
                    </a:cubicBezTo>
                    <a:cubicBezTo>
                      <a:pt x="65410" y="757965"/>
                      <a:pt x="0" y="588289"/>
                      <a:pt x="0" y="378983"/>
                    </a:cubicBezTo>
                    <a:cubicBezTo>
                      <a:pt x="0" y="169676"/>
                      <a:pt x="65410" y="0"/>
                      <a:pt x="146096" y="0"/>
                    </a:cubicBezTo>
                    <a:cubicBezTo>
                      <a:pt x="226783" y="0"/>
                      <a:pt x="292193" y="169677"/>
                      <a:pt x="292193" y="378983"/>
                    </a:cubicBezTo>
                    <a:close/>
                  </a:path>
                </a:pathLst>
              </a:custGeom>
              <a:noFill/>
              <a:ln w="21069" cap="flat">
                <a:solidFill>
                  <a:schemeClr val="accent3">
                    <a:lumMod val="60000"/>
                    <a:lumOff val="40000"/>
                  </a:schemeClr>
                </a:solidFill>
                <a:prstDash val="solid"/>
                <a:miter/>
              </a:ln>
            </p:spPr>
            <p:txBody>
              <a:bodyPr rtlCol="0" anchor="ctr"/>
              <a:lstStyle/>
              <a:p>
                <a:endParaRPr lang="en-US"/>
              </a:p>
            </p:txBody>
          </p:sp>
          <p:sp>
            <p:nvSpPr>
              <p:cNvPr id="363" name="Freeform: Shape 362">
                <a:extLst>
                  <a:ext uri="{FF2B5EF4-FFF2-40B4-BE49-F238E27FC236}">
                    <a16:creationId xmlns:a16="http://schemas.microsoft.com/office/drawing/2014/main" id="{99F53BA3-C711-4B55-B16C-62A070659DCE}"/>
                  </a:ext>
                </a:extLst>
              </p:cNvPr>
              <p:cNvSpPr/>
              <p:nvPr/>
            </p:nvSpPr>
            <p:spPr>
              <a:xfrm rot="5193754">
                <a:off x="799966" y="1972486"/>
                <a:ext cx="292192" cy="757965"/>
              </a:xfrm>
              <a:custGeom>
                <a:avLst/>
                <a:gdLst>
                  <a:gd name="connsiteX0" fmla="*/ 292193 w 292192"/>
                  <a:gd name="connsiteY0" fmla="*/ 378983 h 757965"/>
                  <a:gd name="connsiteX1" fmla="*/ 146096 w 292192"/>
                  <a:gd name="connsiteY1" fmla="*/ 757966 h 757965"/>
                  <a:gd name="connsiteX2" fmla="*/ 0 w 292192"/>
                  <a:gd name="connsiteY2" fmla="*/ 378983 h 757965"/>
                  <a:gd name="connsiteX3" fmla="*/ 146096 w 292192"/>
                  <a:gd name="connsiteY3" fmla="*/ 0 h 757965"/>
                  <a:gd name="connsiteX4" fmla="*/ 292193 w 292192"/>
                  <a:gd name="connsiteY4" fmla="*/ 378983 h 757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192" h="757965">
                    <a:moveTo>
                      <a:pt x="292193" y="378983"/>
                    </a:moveTo>
                    <a:cubicBezTo>
                      <a:pt x="292193" y="588289"/>
                      <a:pt x="226783" y="757966"/>
                      <a:pt x="146096" y="757966"/>
                    </a:cubicBezTo>
                    <a:cubicBezTo>
                      <a:pt x="65410" y="757966"/>
                      <a:pt x="0" y="588289"/>
                      <a:pt x="0" y="378983"/>
                    </a:cubicBezTo>
                    <a:cubicBezTo>
                      <a:pt x="0" y="169676"/>
                      <a:pt x="65410" y="0"/>
                      <a:pt x="146096" y="0"/>
                    </a:cubicBezTo>
                    <a:cubicBezTo>
                      <a:pt x="226783" y="0"/>
                      <a:pt x="292193" y="169677"/>
                      <a:pt x="292193" y="378983"/>
                    </a:cubicBezTo>
                    <a:close/>
                  </a:path>
                </a:pathLst>
              </a:custGeom>
              <a:noFill/>
              <a:ln w="21069" cap="flat">
                <a:solidFill>
                  <a:schemeClr val="accent3">
                    <a:lumMod val="60000"/>
                    <a:lumOff val="40000"/>
                  </a:schemeClr>
                </a:solidFill>
                <a:prstDash val="solid"/>
                <a:miter/>
              </a:ln>
            </p:spPr>
            <p:txBody>
              <a:bodyPr rtlCol="0" anchor="ctr"/>
              <a:lstStyle/>
              <a:p>
                <a:endParaRPr lang="en-US"/>
              </a:p>
            </p:txBody>
          </p:sp>
          <p:grpSp>
            <p:nvGrpSpPr>
              <p:cNvPr id="364" name="Graphic 205">
                <a:extLst>
                  <a:ext uri="{FF2B5EF4-FFF2-40B4-BE49-F238E27FC236}">
                    <a16:creationId xmlns:a16="http://schemas.microsoft.com/office/drawing/2014/main" id="{EDD2BA35-87AD-417F-AA53-BB42664AA3EC}"/>
                  </a:ext>
                </a:extLst>
              </p:cNvPr>
              <p:cNvGrpSpPr/>
              <p:nvPr/>
            </p:nvGrpSpPr>
            <p:grpSpPr>
              <a:xfrm>
                <a:off x="644797" y="2024555"/>
                <a:ext cx="115720" cy="116182"/>
                <a:chOff x="644797" y="2024555"/>
                <a:chExt cx="115720" cy="116182"/>
              </a:xfrm>
            </p:grpSpPr>
            <p:sp>
              <p:nvSpPr>
                <p:cNvPr id="365" name="Freeform: Shape 364">
                  <a:extLst>
                    <a:ext uri="{FF2B5EF4-FFF2-40B4-BE49-F238E27FC236}">
                      <a16:creationId xmlns:a16="http://schemas.microsoft.com/office/drawing/2014/main" id="{C5473EE5-CDA0-4E6F-8BEA-C366DADADB8F}"/>
                    </a:ext>
                  </a:extLst>
                </p:cNvPr>
                <p:cNvSpPr/>
                <p:nvPr/>
              </p:nvSpPr>
              <p:spPr>
                <a:xfrm>
                  <a:off x="644797" y="2025017"/>
                  <a:ext cx="115720" cy="115720"/>
                </a:xfrm>
                <a:custGeom>
                  <a:avLst/>
                  <a:gdLst>
                    <a:gd name="connsiteX0" fmla="*/ 115720 w 115720"/>
                    <a:gd name="connsiteY0" fmla="*/ 57860 h 115720"/>
                    <a:gd name="connsiteX1" fmla="*/ 57860 w 115720"/>
                    <a:gd name="connsiteY1" fmla="*/ 115720 h 115720"/>
                    <a:gd name="connsiteX2" fmla="*/ 0 w 115720"/>
                    <a:gd name="connsiteY2" fmla="*/ 57860 h 115720"/>
                    <a:gd name="connsiteX3" fmla="*/ 57860 w 115720"/>
                    <a:gd name="connsiteY3" fmla="*/ 0 h 115720"/>
                    <a:gd name="connsiteX4" fmla="*/ 115720 w 115720"/>
                    <a:gd name="connsiteY4" fmla="*/ 57860 h 11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720" h="115720">
                      <a:moveTo>
                        <a:pt x="115720" y="57860"/>
                      </a:moveTo>
                      <a:cubicBezTo>
                        <a:pt x="115720" y="89815"/>
                        <a:pt x="89815" y="115720"/>
                        <a:pt x="57860" y="115720"/>
                      </a:cubicBezTo>
                      <a:cubicBezTo>
                        <a:pt x="25905" y="115720"/>
                        <a:pt x="0" y="89815"/>
                        <a:pt x="0" y="57860"/>
                      </a:cubicBezTo>
                      <a:cubicBezTo>
                        <a:pt x="0" y="25905"/>
                        <a:pt x="25905" y="0"/>
                        <a:pt x="57860" y="0"/>
                      </a:cubicBezTo>
                      <a:cubicBezTo>
                        <a:pt x="89815" y="0"/>
                        <a:pt x="115720" y="25905"/>
                        <a:pt x="115720" y="57860"/>
                      </a:cubicBezTo>
                      <a:close/>
                    </a:path>
                  </a:pathLst>
                </a:custGeom>
                <a:solidFill>
                  <a:schemeClr val="accent3"/>
                </a:solidFill>
                <a:ln w="14465" cap="flat">
                  <a:noFill/>
                  <a:prstDash val="solid"/>
                  <a:miter/>
                </a:ln>
              </p:spPr>
              <p:txBody>
                <a:bodyPr rtlCol="0" anchor="ctr"/>
                <a:lstStyle/>
                <a:p>
                  <a:endParaRPr lang="en-US"/>
                </a:p>
              </p:txBody>
            </p:sp>
            <p:sp>
              <p:nvSpPr>
                <p:cNvPr id="366" name="Freeform: Shape 365">
                  <a:extLst>
                    <a:ext uri="{FF2B5EF4-FFF2-40B4-BE49-F238E27FC236}">
                      <a16:creationId xmlns:a16="http://schemas.microsoft.com/office/drawing/2014/main" id="{A8CD9957-7D25-4D8F-B008-D66E55E8289D}"/>
                    </a:ext>
                  </a:extLst>
                </p:cNvPr>
                <p:cNvSpPr/>
                <p:nvPr/>
              </p:nvSpPr>
              <p:spPr>
                <a:xfrm>
                  <a:off x="665048" y="2026463"/>
                  <a:ext cx="89683" cy="89683"/>
                </a:xfrm>
                <a:custGeom>
                  <a:avLst/>
                  <a:gdLst>
                    <a:gd name="connsiteX0" fmla="*/ 89683 w 89683"/>
                    <a:gd name="connsiteY0" fmla="*/ 44841 h 89683"/>
                    <a:gd name="connsiteX1" fmla="*/ 44842 w 89683"/>
                    <a:gd name="connsiteY1" fmla="*/ 89683 h 89683"/>
                    <a:gd name="connsiteX2" fmla="*/ 0 w 89683"/>
                    <a:gd name="connsiteY2" fmla="*/ 44841 h 89683"/>
                    <a:gd name="connsiteX3" fmla="*/ 44842 w 89683"/>
                    <a:gd name="connsiteY3" fmla="*/ 0 h 89683"/>
                    <a:gd name="connsiteX4" fmla="*/ 89683 w 89683"/>
                    <a:gd name="connsiteY4" fmla="*/ 44841 h 896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683" h="89683">
                      <a:moveTo>
                        <a:pt x="89683" y="44841"/>
                      </a:moveTo>
                      <a:cubicBezTo>
                        <a:pt x="89683" y="69607"/>
                        <a:pt x="69607" y="89683"/>
                        <a:pt x="44842" y="89683"/>
                      </a:cubicBezTo>
                      <a:cubicBezTo>
                        <a:pt x="20076" y="89683"/>
                        <a:pt x="0" y="69607"/>
                        <a:pt x="0" y="44841"/>
                      </a:cubicBezTo>
                      <a:cubicBezTo>
                        <a:pt x="0" y="20076"/>
                        <a:pt x="20076" y="0"/>
                        <a:pt x="44842" y="0"/>
                      </a:cubicBezTo>
                      <a:cubicBezTo>
                        <a:pt x="69607" y="0"/>
                        <a:pt x="89683" y="20076"/>
                        <a:pt x="89683" y="44841"/>
                      </a:cubicBezTo>
                      <a:close/>
                    </a:path>
                  </a:pathLst>
                </a:custGeom>
                <a:solidFill>
                  <a:schemeClr val="accent3">
                    <a:lumMod val="20000"/>
                    <a:lumOff val="80000"/>
                  </a:schemeClr>
                </a:solidFill>
                <a:ln w="14465" cap="flat">
                  <a:noFill/>
                  <a:prstDash val="solid"/>
                  <a:miter/>
                </a:ln>
              </p:spPr>
              <p:txBody>
                <a:bodyPr rtlCol="0" anchor="ctr"/>
                <a:lstStyle/>
                <a:p>
                  <a:endParaRPr lang="en-US"/>
                </a:p>
              </p:txBody>
            </p:sp>
            <p:sp>
              <p:nvSpPr>
                <p:cNvPr id="367" name="Freeform: Shape 366">
                  <a:extLst>
                    <a:ext uri="{FF2B5EF4-FFF2-40B4-BE49-F238E27FC236}">
                      <a16:creationId xmlns:a16="http://schemas.microsoft.com/office/drawing/2014/main" id="{ABAA5B35-8A82-40AC-9D1E-0111CD87728A}"/>
                    </a:ext>
                  </a:extLst>
                </p:cNvPr>
                <p:cNvSpPr/>
                <p:nvPr/>
              </p:nvSpPr>
              <p:spPr>
                <a:xfrm rot="-9856924">
                  <a:off x="700655" y="2029324"/>
                  <a:ext cx="37608" cy="17357"/>
                </a:xfrm>
                <a:custGeom>
                  <a:avLst/>
                  <a:gdLst>
                    <a:gd name="connsiteX0" fmla="*/ 37609 w 37608"/>
                    <a:gd name="connsiteY0" fmla="*/ 8679 h 17357"/>
                    <a:gd name="connsiteX1" fmla="*/ 18804 w 37608"/>
                    <a:gd name="connsiteY1" fmla="*/ 17358 h 17357"/>
                    <a:gd name="connsiteX2" fmla="*/ 0 w 37608"/>
                    <a:gd name="connsiteY2" fmla="*/ 8679 h 17357"/>
                    <a:gd name="connsiteX3" fmla="*/ 18804 w 37608"/>
                    <a:gd name="connsiteY3" fmla="*/ 0 h 17357"/>
                    <a:gd name="connsiteX4" fmla="*/ 37609 w 37608"/>
                    <a:gd name="connsiteY4" fmla="*/ 8679 h 17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08" h="17357">
                      <a:moveTo>
                        <a:pt x="37609" y="8679"/>
                      </a:moveTo>
                      <a:cubicBezTo>
                        <a:pt x="37609" y="13472"/>
                        <a:pt x="29190" y="17358"/>
                        <a:pt x="18804" y="17358"/>
                      </a:cubicBezTo>
                      <a:cubicBezTo>
                        <a:pt x="8419" y="17358"/>
                        <a:pt x="0" y="13472"/>
                        <a:pt x="0" y="8679"/>
                      </a:cubicBezTo>
                      <a:cubicBezTo>
                        <a:pt x="0" y="3886"/>
                        <a:pt x="8419" y="0"/>
                        <a:pt x="18804" y="0"/>
                      </a:cubicBezTo>
                      <a:cubicBezTo>
                        <a:pt x="29190" y="0"/>
                        <a:pt x="37609" y="3886"/>
                        <a:pt x="37609" y="8679"/>
                      </a:cubicBezTo>
                      <a:close/>
                    </a:path>
                  </a:pathLst>
                </a:custGeom>
                <a:solidFill>
                  <a:schemeClr val="accent3"/>
                </a:solidFill>
                <a:ln w="14465" cap="flat">
                  <a:noFill/>
                  <a:prstDash val="solid"/>
                  <a:miter/>
                </a:ln>
              </p:spPr>
              <p:txBody>
                <a:bodyPr rtlCol="0" anchor="ctr"/>
                <a:lstStyle/>
                <a:p>
                  <a:endParaRPr lang="en-US"/>
                </a:p>
              </p:txBody>
            </p:sp>
          </p:grpSp>
          <p:grpSp>
            <p:nvGrpSpPr>
              <p:cNvPr id="368" name="Graphic 205">
                <a:extLst>
                  <a:ext uri="{FF2B5EF4-FFF2-40B4-BE49-F238E27FC236}">
                    <a16:creationId xmlns:a16="http://schemas.microsoft.com/office/drawing/2014/main" id="{EDD2BA35-87AD-417F-AA53-BB42664AA3EC}"/>
                  </a:ext>
                </a:extLst>
              </p:cNvPr>
              <p:cNvGrpSpPr/>
              <p:nvPr/>
            </p:nvGrpSpPr>
            <p:grpSpPr>
              <a:xfrm>
                <a:off x="1252327" y="2260797"/>
                <a:ext cx="115720" cy="115720"/>
                <a:chOff x="1252327" y="2260797"/>
                <a:chExt cx="115720" cy="115720"/>
              </a:xfrm>
            </p:grpSpPr>
            <p:sp>
              <p:nvSpPr>
                <p:cNvPr id="369" name="Freeform: Shape 368">
                  <a:extLst>
                    <a:ext uri="{FF2B5EF4-FFF2-40B4-BE49-F238E27FC236}">
                      <a16:creationId xmlns:a16="http://schemas.microsoft.com/office/drawing/2014/main" id="{4FB60EA3-B2C9-444E-88DB-682860D8735E}"/>
                    </a:ext>
                  </a:extLst>
                </p:cNvPr>
                <p:cNvSpPr/>
                <p:nvPr/>
              </p:nvSpPr>
              <p:spPr>
                <a:xfrm>
                  <a:off x="1252327" y="2260797"/>
                  <a:ext cx="115720" cy="115720"/>
                </a:xfrm>
                <a:custGeom>
                  <a:avLst/>
                  <a:gdLst>
                    <a:gd name="connsiteX0" fmla="*/ 115720 w 115720"/>
                    <a:gd name="connsiteY0" fmla="*/ 57860 h 115720"/>
                    <a:gd name="connsiteX1" fmla="*/ 57860 w 115720"/>
                    <a:gd name="connsiteY1" fmla="*/ 115720 h 115720"/>
                    <a:gd name="connsiteX2" fmla="*/ 0 w 115720"/>
                    <a:gd name="connsiteY2" fmla="*/ 57860 h 115720"/>
                    <a:gd name="connsiteX3" fmla="*/ 57860 w 115720"/>
                    <a:gd name="connsiteY3" fmla="*/ 0 h 115720"/>
                    <a:gd name="connsiteX4" fmla="*/ 115720 w 115720"/>
                    <a:gd name="connsiteY4" fmla="*/ 57860 h 11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720" h="115720">
                      <a:moveTo>
                        <a:pt x="115720" y="57860"/>
                      </a:moveTo>
                      <a:cubicBezTo>
                        <a:pt x="115720" y="89815"/>
                        <a:pt x="89815" y="115720"/>
                        <a:pt x="57860" y="115720"/>
                      </a:cubicBezTo>
                      <a:cubicBezTo>
                        <a:pt x="25905" y="115720"/>
                        <a:pt x="0" y="89815"/>
                        <a:pt x="0" y="57860"/>
                      </a:cubicBezTo>
                      <a:cubicBezTo>
                        <a:pt x="0" y="25905"/>
                        <a:pt x="25905" y="0"/>
                        <a:pt x="57860" y="0"/>
                      </a:cubicBezTo>
                      <a:cubicBezTo>
                        <a:pt x="89815" y="0"/>
                        <a:pt x="115720" y="25905"/>
                        <a:pt x="115720" y="57860"/>
                      </a:cubicBezTo>
                      <a:close/>
                    </a:path>
                  </a:pathLst>
                </a:custGeom>
                <a:solidFill>
                  <a:schemeClr val="accent3"/>
                </a:solidFill>
                <a:ln w="14465" cap="flat">
                  <a:noFill/>
                  <a:prstDash val="solid"/>
                  <a:miter/>
                </a:ln>
              </p:spPr>
              <p:txBody>
                <a:bodyPr rtlCol="0" anchor="ctr"/>
                <a:lstStyle/>
                <a:p>
                  <a:endParaRPr lang="en-US"/>
                </a:p>
              </p:txBody>
            </p:sp>
            <p:sp>
              <p:nvSpPr>
                <p:cNvPr id="370" name="Freeform: Shape 369">
                  <a:extLst>
                    <a:ext uri="{FF2B5EF4-FFF2-40B4-BE49-F238E27FC236}">
                      <a16:creationId xmlns:a16="http://schemas.microsoft.com/office/drawing/2014/main" id="{7A66F296-EE7B-47C5-BFAA-0736408C44BD}"/>
                    </a:ext>
                  </a:extLst>
                </p:cNvPr>
                <p:cNvSpPr/>
                <p:nvPr/>
              </p:nvSpPr>
              <p:spPr>
                <a:xfrm>
                  <a:off x="1271132" y="2263690"/>
                  <a:ext cx="89683" cy="89683"/>
                </a:xfrm>
                <a:custGeom>
                  <a:avLst/>
                  <a:gdLst>
                    <a:gd name="connsiteX0" fmla="*/ 89683 w 89683"/>
                    <a:gd name="connsiteY0" fmla="*/ 44841 h 89683"/>
                    <a:gd name="connsiteX1" fmla="*/ 44842 w 89683"/>
                    <a:gd name="connsiteY1" fmla="*/ 89683 h 89683"/>
                    <a:gd name="connsiteX2" fmla="*/ 0 w 89683"/>
                    <a:gd name="connsiteY2" fmla="*/ 44841 h 89683"/>
                    <a:gd name="connsiteX3" fmla="*/ 44842 w 89683"/>
                    <a:gd name="connsiteY3" fmla="*/ 0 h 89683"/>
                    <a:gd name="connsiteX4" fmla="*/ 89683 w 89683"/>
                    <a:gd name="connsiteY4" fmla="*/ 44841 h 896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683" h="89683">
                      <a:moveTo>
                        <a:pt x="89683" y="44841"/>
                      </a:moveTo>
                      <a:cubicBezTo>
                        <a:pt x="89683" y="69607"/>
                        <a:pt x="69607" y="89683"/>
                        <a:pt x="44842" y="89683"/>
                      </a:cubicBezTo>
                      <a:cubicBezTo>
                        <a:pt x="20076" y="89683"/>
                        <a:pt x="0" y="69607"/>
                        <a:pt x="0" y="44841"/>
                      </a:cubicBezTo>
                      <a:cubicBezTo>
                        <a:pt x="0" y="20076"/>
                        <a:pt x="20076" y="0"/>
                        <a:pt x="44842" y="0"/>
                      </a:cubicBezTo>
                      <a:cubicBezTo>
                        <a:pt x="69607" y="0"/>
                        <a:pt x="89683" y="20076"/>
                        <a:pt x="89683" y="44841"/>
                      </a:cubicBezTo>
                      <a:close/>
                    </a:path>
                  </a:pathLst>
                </a:custGeom>
                <a:solidFill>
                  <a:schemeClr val="accent3">
                    <a:lumMod val="20000"/>
                    <a:lumOff val="80000"/>
                  </a:schemeClr>
                </a:solidFill>
                <a:ln w="14465" cap="flat">
                  <a:noFill/>
                  <a:prstDash val="solid"/>
                  <a:miter/>
                </a:ln>
              </p:spPr>
              <p:txBody>
                <a:bodyPr rtlCol="0" anchor="ctr"/>
                <a:lstStyle/>
                <a:p>
                  <a:endParaRPr lang="en-US"/>
                </a:p>
              </p:txBody>
            </p:sp>
            <p:sp>
              <p:nvSpPr>
                <p:cNvPr id="371" name="Freeform: Shape 370">
                  <a:extLst>
                    <a:ext uri="{FF2B5EF4-FFF2-40B4-BE49-F238E27FC236}">
                      <a16:creationId xmlns:a16="http://schemas.microsoft.com/office/drawing/2014/main" id="{E40EA093-52DA-4C27-B80F-00312FDD4020}"/>
                    </a:ext>
                  </a:extLst>
                </p:cNvPr>
                <p:cNvSpPr/>
                <p:nvPr/>
              </p:nvSpPr>
              <p:spPr>
                <a:xfrm rot="-9856924">
                  <a:off x="1306960" y="2265944"/>
                  <a:ext cx="37608" cy="17357"/>
                </a:xfrm>
                <a:custGeom>
                  <a:avLst/>
                  <a:gdLst>
                    <a:gd name="connsiteX0" fmla="*/ 37609 w 37608"/>
                    <a:gd name="connsiteY0" fmla="*/ 8679 h 17357"/>
                    <a:gd name="connsiteX1" fmla="*/ 18804 w 37608"/>
                    <a:gd name="connsiteY1" fmla="*/ 17358 h 17357"/>
                    <a:gd name="connsiteX2" fmla="*/ 0 w 37608"/>
                    <a:gd name="connsiteY2" fmla="*/ 8679 h 17357"/>
                    <a:gd name="connsiteX3" fmla="*/ 18804 w 37608"/>
                    <a:gd name="connsiteY3" fmla="*/ 0 h 17357"/>
                    <a:gd name="connsiteX4" fmla="*/ 37609 w 37608"/>
                    <a:gd name="connsiteY4" fmla="*/ 8679 h 17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08" h="17357">
                      <a:moveTo>
                        <a:pt x="37609" y="8679"/>
                      </a:moveTo>
                      <a:cubicBezTo>
                        <a:pt x="37609" y="13472"/>
                        <a:pt x="29190" y="17358"/>
                        <a:pt x="18804" y="17358"/>
                      </a:cubicBezTo>
                      <a:cubicBezTo>
                        <a:pt x="8419" y="17358"/>
                        <a:pt x="0" y="13472"/>
                        <a:pt x="0" y="8679"/>
                      </a:cubicBezTo>
                      <a:cubicBezTo>
                        <a:pt x="0" y="3886"/>
                        <a:pt x="8419" y="0"/>
                        <a:pt x="18804" y="0"/>
                      </a:cubicBezTo>
                      <a:cubicBezTo>
                        <a:pt x="29190" y="0"/>
                        <a:pt x="37609" y="3886"/>
                        <a:pt x="37609" y="8679"/>
                      </a:cubicBezTo>
                      <a:close/>
                    </a:path>
                  </a:pathLst>
                </a:custGeom>
                <a:solidFill>
                  <a:schemeClr val="accent3"/>
                </a:solidFill>
                <a:ln w="14465" cap="flat">
                  <a:noFill/>
                  <a:prstDash val="solid"/>
                  <a:miter/>
                </a:ln>
              </p:spPr>
              <p:txBody>
                <a:bodyPr rtlCol="0" anchor="ctr"/>
                <a:lstStyle/>
                <a:p>
                  <a:endParaRPr lang="en-US"/>
                </a:p>
              </p:txBody>
            </p:sp>
          </p:grpSp>
          <p:grpSp>
            <p:nvGrpSpPr>
              <p:cNvPr id="372" name="Graphic 205">
                <a:extLst>
                  <a:ext uri="{FF2B5EF4-FFF2-40B4-BE49-F238E27FC236}">
                    <a16:creationId xmlns:a16="http://schemas.microsoft.com/office/drawing/2014/main" id="{EDD2BA35-87AD-417F-AA53-BB42664AA3EC}"/>
                  </a:ext>
                </a:extLst>
              </p:cNvPr>
              <p:cNvGrpSpPr/>
              <p:nvPr/>
            </p:nvGrpSpPr>
            <p:grpSpPr>
              <a:xfrm>
                <a:off x="767750" y="2620566"/>
                <a:ext cx="115720" cy="116129"/>
                <a:chOff x="767750" y="2620566"/>
                <a:chExt cx="115720" cy="116129"/>
              </a:xfrm>
            </p:grpSpPr>
            <p:sp>
              <p:nvSpPr>
                <p:cNvPr id="373" name="Freeform: Shape 372">
                  <a:extLst>
                    <a:ext uri="{FF2B5EF4-FFF2-40B4-BE49-F238E27FC236}">
                      <a16:creationId xmlns:a16="http://schemas.microsoft.com/office/drawing/2014/main" id="{EDE70190-E0EA-4C41-BCF8-36FA4BECD730}"/>
                    </a:ext>
                  </a:extLst>
                </p:cNvPr>
                <p:cNvSpPr/>
                <p:nvPr/>
              </p:nvSpPr>
              <p:spPr>
                <a:xfrm>
                  <a:off x="767750" y="2620975"/>
                  <a:ext cx="115720" cy="115720"/>
                </a:xfrm>
                <a:custGeom>
                  <a:avLst/>
                  <a:gdLst>
                    <a:gd name="connsiteX0" fmla="*/ 115720 w 115720"/>
                    <a:gd name="connsiteY0" fmla="*/ 57860 h 115720"/>
                    <a:gd name="connsiteX1" fmla="*/ 57860 w 115720"/>
                    <a:gd name="connsiteY1" fmla="*/ 115720 h 115720"/>
                    <a:gd name="connsiteX2" fmla="*/ 0 w 115720"/>
                    <a:gd name="connsiteY2" fmla="*/ 57860 h 115720"/>
                    <a:gd name="connsiteX3" fmla="*/ 57860 w 115720"/>
                    <a:gd name="connsiteY3" fmla="*/ 0 h 115720"/>
                    <a:gd name="connsiteX4" fmla="*/ 115720 w 115720"/>
                    <a:gd name="connsiteY4" fmla="*/ 57860 h 11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720" h="115720">
                      <a:moveTo>
                        <a:pt x="115720" y="57860"/>
                      </a:moveTo>
                      <a:cubicBezTo>
                        <a:pt x="115720" y="89815"/>
                        <a:pt x="89815" y="115720"/>
                        <a:pt x="57860" y="115720"/>
                      </a:cubicBezTo>
                      <a:cubicBezTo>
                        <a:pt x="25905" y="115720"/>
                        <a:pt x="0" y="89815"/>
                        <a:pt x="0" y="57860"/>
                      </a:cubicBezTo>
                      <a:cubicBezTo>
                        <a:pt x="0" y="25905"/>
                        <a:pt x="25905" y="0"/>
                        <a:pt x="57860" y="0"/>
                      </a:cubicBezTo>
                      <a:cubicBezTo>
                        <a:pt x="89815" y="0"/>
                        <a:pt x="115720" y="25905"/>
                        <a:pt x="115720" y="57860"/>
                      </a:cubicBezTo>
                      <a:close/>
                    </a:path>
                  </a:pathLst>
                </a:custGeom>
                <a:solidFill>
                  <a:schemeClr val="accent3"/>
                </a:solidFill>
                <a:ln w="14465" cap="flat">
                  <a:noFill/>
                  <a:prstDash val="solid"/>
                  <a:miter/>
                </a:ln>
              </p:spPr>
              <p:txBody>
                <a:bodyPr rtlCol="0" anchor="ctr"/>
                <a:lstStyle/>
                <a:p>
                  <a:endParaRPr lang="en-US"/>
                </a:p>
              </p:txBody>
            </p:sp>
            <p:sp>
              <p:nvSpPr>
                <p:cNvPr id="374" name="Freeform: Shape 373">
                  <a:extLst>
                    <a:ext uri="{FF2B5EF4-FFF2-40B4-BE49-F238E27FC236}">
                      <a16:creationId xmlns:a16="http://schemas.microsoft.com/office/drawing/2014/main" id="{5C7295AB-7DF6-43A8-8E71-FE6B16B7C70A}"/>
                    </a:ext>
                  </a:extLst>
                </p:cNvPr>
                <p:cNvSpPr/>
                <p:nvPr/>
              </p:nvSpPr>
              <p:spPr>
                <a:xfrm>
                  <a:off x="786554" y="2622422"/>
                  <a:ext cx="89683" cy="89683"/>
                </a:xfrm>
                <a:custGeom>
                  <a:avLst/>
                  <a:gdLst>
                    <a:gd name="connsiteX0" fmla="*/ 89683 w 89683"/>
                    <a:gd name="connsiteY0" fmla="*/ 44841 h 89683"/>
                    <a:gd name="connsiteX1" fmla="*/ 44842 w 89683"/>
                    <a:gd name="connsiteY1" fmla="*/ 89683 h 89683"/>
                    <a:gd name="connsiteX2" fmla="*/ 0 w 89683"/>
                    <a:gd name="connsiteY2" fmla="*/ 44841 h 89683"/>
                    <a:gd name="connsiteX3" fmla="*/ 44842 w 89683"/>
                    <a:gd name="connsiteY3" fmla="*/ 0 h 89683"/>
                    <a:gd name="connsiteX4" fmla="*/ 89683 w 89683"/>
                    <a:gd name="connsiteY4" fmla="*/ 44841 h 896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683" h="89683">
                      <a:moveTo>
                        <a:pt x="89683" y="44841"/>
                      </a:moveTo>
                      <a:cubicBezTo>
                        <a:pt x="89683" y="69607"/>
                        <a:pt x="69607" y="89683"/>
                        <a:pt x="44842" y="89683"/>
                      </a:cubicBezTo>
                      <a:cubicBezTo>
                        <a:pt x="20076" y="89683"/>
                        <a:pt x="0" y="69607"/>
                        <a:pt x="0" y="44841"/>
                      </a:cubicBezTo>
                      <a:cubicBezTo>
                        <a:pt x="0" y="20076"/>
                        <a:pt x="20076" y="0"/>
                        <a:pt x="44842" y="0"/>
                      </a:cubicBezTo>
                      <a:cubicBezTo>
                        <a:pt x="69607" y="0"/>
                        <a:pt x="89683" y="20076"/>
                        <a:pt x="89683" y="44841"/>
                      </a:cubicBezTo>
                      <a:close/>
                    </a:path>
                  </a:pathLst>
                </a:custGeom>
                <a:solidFill>
                  <a:schemeClr val="accent3">
                    <a:lumMod val="20000"/>
                    <a:lumOff val="80000"/>
                  </a:schemeClr>
                </a:solidFill>
                <a:ln w="14465" cap="flat">
                  <a:noFill/>
                  <a:prstDash val="solid"/>
                  <a:miter/>
                </a:ln>
              </p:spPr>
              <p:txBody>
                <a:bodyPr rtlCol="0" anchor="ctr"/>
                <a:lstStyle/>
                <a:p>
                  <a:endParaRPr lang="en-US"/>
                </a:p>
              </p:txBody>
            </p:sp>
            <p:sp>
              <p:nvSpPr>
                <p:cNvPr id="375" name="Freeform: Shape 374">
                  <a:extLst>
                    <a:ext uri="{FF2B5EF4-FFF2-40B4-BE49-F238E27FC236}">
                      <a16:creationId xmlns:a16="http://schemas.microsoft.com/office/drawing/2014/main" id="{26EDCAF3-26E2-4A9D-B467-3407F6E8BE17}"/>
                    </a:ext>
                  </a:extLst>
                </p:cNvPr>
                <p:cNvSpPr/>
                <p:nvPr/>
              </p:nvSpPr>
              <p:spPr>
                <a:xfrm rot="-9856924">
                  <a:off x="821876" y="2625335"/>
                  <a:ext cx="37608" cy="17357"/>
                </a:xfrm>
                <a:custGeom>
                  <a:avLst/>
                  <a:gdLst>
                    <a:gd name="connsiteX0" fmla="*/ 37609 w 37608"/>
                    <a:gd name="connsiteY0" fmla="*/ 8679 h 17357"/>
                    <a:gd name="connsiteX1" fmla="*/ 18804 w 37608"/>
                    <a:gd name="connsiteY1" fmla="*/ 17358 h 17357"/>
                    <a:gd name="connsiteX2" fmla="*/ 0 w 37608"/>
                    <a:gd name="connsiteY2" fmla="*/ 8679 h 17357"/>
                    <a:gd name="connsiteX3" fmla="*/ 18804 w 37608"/>
                    <a:gd name="connsiteY3" fmla="*/ 0 h 17357"/>
                    <a:gd name="connsiteX4" fmla="*/ 37609 w 37608"/>
                    <a:gd name="connsiteY4" fmla="*/ 8679 h 17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08" h="17357">
                      <a:moveTo>
                        <a:pt x="37609" y="8679"/>
                      </a:moveTo>
                      <a:cubicBezTo>
                        <a:pt x="37609" y="13472"/>
                        <a:pt x="29190" y="17358"/>
                        <a:pt x="18804" y="17358"/>
                      </a:cubicBezTo>
                      <a:cubicBezTo>
                        <a:pt x="8419" y="17358"/>
                        <a:pt x="0" y="13472"/>
                        <a:pt x="0" y="8679"/>
                      </a:cubicBezTo>
                      <a:cubicBezTo>
                        <a:pt x="0" y="3886"/>
                        <a:pt x="8419" y="0"/>
                        <a:pt x="18804" y="0"/>
                      </a:cubicBezTo>
                      <a:cubicBezTo>
                        <a:pt x="29190" y="0"/>
                        <a:pt x="37609" y="3886"/>
                        <a:pt x="37609" y="8679"/>
                      </a:cubicBezTo>
                      <a:close/>
                    </a:path>
                  </a:pathLst>
                </a:custGeom>
                <a:solidFill>
                  <a:schemeClr val="accent3"/>
                </a:solidFill>
                <a:ln w="14465" cap="flat">
                  <a:noFill/>
                  <a:prstDash val="solid"/>
                  <a:miter/>
                </a:ln>
              </p:spPr>
              <p:txBody>
                <a:bodyPr rtlCol="0" anchor="ctr"/>
                <a:lstStyle/>
                <a:p>
                  <a:endParaRPr lang="en-US"/>
                </a:p>
              </p:txBody>
            </p:sp>
          </p:grpSp>
        </p:grpSp>
        <p:grpSp>
          <p:nvGrpSpPr>
            <p:cNvPr id="376" name="Graphic 205">
              <a:extLst>
                <a:ext uri="{FF2B5EF4-FFF2-40B4-BE49-F238E27FC236}">
                  <a16:creationId xmlns:a16="http://schemas.microsoft.com/office/drawing/2014/main" id="{EDD2BA35-87AD-417F-AA53-BB42664AA3EC}"/>
                </a:ext>
              </a:extLst>
            </p:cNvPr>
            <p:cNvGrpSpPr/>
            <p:nvPr/>
          </p:nvGrpSpPr>
          <p:grpSpPr>
            <a:xfrm>
              <a:off x="1429654" y="2793963"/>
              <a:ext cx="713822" cy="862812"/>
              <a:chOff x="1429654" y="2793963"/>
              <a:chExt cx="713822" cy="862812"/>
            </a:xfrm>
          </p:grpSpPr>
          <p:sp>
            <p:nvSpPr>
              <p:cNvPr id="377" name="Freeform: Shape 376">
                <a:extLst>
                  <a:ext uri="{FF2B5EF4-FFF2-40B4-BE49-F238E27FC236}">
                    <a16:creationId xmlns:a16="http://schemas.microsoft.com/office/drawing/2014/main" id="{5D69C8CA-0DE8-4C28-94CA-CBCB8171A060}"/>
                  </a:ext>
                </a:extLst>
              </p:cNvPr>
              <p:cNvSpPr/>
              <p:nvPr/>
            </p:nvSpPr>
            <p:spPr>
              <a:xfrm>
                <a:off x="1465842" y="2802667"/>
                <a:ext cx="121194" cy="113453"/>
              </a:xfrm>
              <a:custGeom>
                <a:avLst/>
                <a:gdLst>
                  <a:gd name="connsiteX0" fmla="*/ 42516 w 121194"/>
                  <a:gd name="connsiteY0" fmla="*/ 111948 h 113453"/>
                  <a:gd name="connsiteX1" fmla="*/ 117734 w 121194"/>
                  <a:gd name="connsiteY1" fmla="*/ 65660 h 113453"/>
                  <a:gd name="connsiteX2" fmla="*/ 120627 w 121194"/>
                  <a:gd name="connsiteY2" fmla="*/ 55535 h 113453"/>
                  <a:gd name="connsiteX3" fmla="*/ 88804 w 121194"/>
                  <a:gd name="connsiteY3" fmla="*/ 3460 h 113453"/>
                  <a:gd name="connsiteX4" fmla="*/ 78679 w 121194"/>
                  <a:gd name="connsiteY4" fmla="*/ 568 h 113453"/>
                  <a:gd name="connsiteX5" fmla="*/ 3460 w 121194"/>
                  <a:gd name="connsiteY5" fmla="*/ 46855 h 113453"/>
                  <a:gd name="connsiteX6" fmla="*/ 567 w 121194"/>
                  <a:gd name="connsiteY6" fmla="*/ 56981 h 113453"/>
                  <a:gd name="connsiteX7" fmla="*/ 32390 w 121194"/>
                  <a:gd name="connsiteY7" fmla="*/ 109055 h 113453"/>
                  <a:gd name="connsiteX8" fmla="*/ 42516 w 121194"/>
                  <a:gd name="connsiteY8" fmla="*/ 111948 h 113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194" h="113453">
                    <a:moveTo>
                      <a:pt x="42516" y="111948"/>
                    </a:moveTo>
                    <a:lnTo>
                      <a:pt x="117734" y="65660"/>
                    </a:lnTo>
                    <a:cubicBezTo>
                      <a:pt x="120627" y="64213"/>
                      <a:pt x="122074" y="59874"/>
                      <a:pt x="120627" y="55535"/>
                    </a:cubicBezTo>
                    <a:lnTo>
                      <a:pt x="88804" y="3460"/>
                    </a:lnTo>
                    <a:cubicBezTo>
                      <a:pt x="87358" y="568"/>
                      <a:pt x="83018" y="-879"/>
                      <a:pt x="78679" y="568"/>
                    </a:cubicBezTo>
                    <a:lnTo>
                      <a:pt x="3460" y="46855"/>
                    </a:lnTo>
                    <a:cubicBezTo>
                      <a:pt x="567" y="48302"/>
                      <a:pt x="-879" y="52641"/>
                      <a:pt x="567" y="56981"/>
                    </a:cubicBezTo>
                    <a:lnTo>
                      <a:pt x="32390" y="109055"/>
                    </a:lnTo>
                    <a:cubicBezTo>
                      <a:pt x="35284" y="113395"/>
                      <a:pt x="39623" y="114841"/>
                      <a:pt x="42516" y="111948"/>
                    </a:cubicBezTo>
                    <a:close/>
                  </a:path>
                </a:pathLst>
              </a:custGeom>
              <a:solidFill>
                <a:schemeClr val="accent1"/>
              </a:solidFill>
              <a:ln w="14465" cap="flat">
                <a:noFill/>
                <a:prstDash val="solid"/>
                <a:miter/>
              </a:ln>
            </p:spPr>
            <p:txBody>
              <a:bodyPr rtlCol="0" anchor="ctr"/>
              <a:lstStyle/>
              <a:p>
                <a:endParaRPr lang="en-US"/>
              </a:p>
            </p:txBody>
          </p:sp>
          <p:sp>
            <p:nvSpPr>
              <p:cNvPr id="378" name="Freeform: Shape 377">
                <a:extLst>
                  <a:ext uri="{FF2B5EF4-FFF2-40B4-BE49-F238E27FC236}">
                    <a16:creationId xmlns:a16="http://schemas.microsoft.com/office/drawing/2014/main" id="{55F5FFED-285C-43FA-AD51-B52183183913}"/>
                  </a:ext>
                </a:extLst>
              </p:cNvPr>
              <p:cNvSpPr/>
              <p:nvPr/>
            </p:nvSpPr>
            <p:spPr>
              <a:xfrm>
                <a:off x="1472195" y="2830718"/>
                <a:ext cx="671282" cy="826057"/>
              </a:xfrm>
              <a:custGeom>
                <a:avLst/>
                <a:gdLst>
                  <a:gd name="connsiteX0" fmla="*/ 108488 w 671282"/>
                  <a:gd name="connsiteY0" fmla="*/ 245905 h 826057"/>
                  <a:gd name="connsiteX1" fmla="*/ 0 w 671282"/>
                  <a:gd name="connsiteY1" fmla="*/ 69432 h 826057"/>
                  <a:gd name="connsiteX2" fmla="*/ 114274 w 671282"/>
                  <a:gd name="connsiteY2" fmla="*/ 0 h 826057"/>
                  <a:gd name="connsiteX3" fmla="*/ 222761 w 671282"/>
                  <a:gd name="connsiteY3" fmla="*/ 176473 h 826057"/>
                  <a:gd name="connsiteX4" fmla="*/ 621995 w 671282"/>
                  <a:gd name="connsiteY4" fmla="*/ 316784 h 826057"/>
                  <a:gd name="connsiteX5" fmla="*/ 510615 w 671282"/>
                  <a:gd name="connsiteY5" fmla="*/ 776771 h 826057"/>
                  <a:gd name="connsiteX6" fmla="*/ 50628 w 671282"/>
                  <a:gd name="connsiteY6" fmla="*/ 665390 h 826057"/>
                  <a:gd name="connsiteX7" fmla="*/ 108488 w 671282"/>
                  <a:gd name="connsiteY7" fmla="*/ 245905 h 826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1282" h="826057">
                    <a:moveTo>
                      <a:pt x="108488" y="245905"/>
                    </a:moveTo>
                    <a:lnTo>
                      <a:pt x="0" y="69432"/>
                    </a:lnTo>
                    <a:lnTo>
                      <a:pt x="114274" y="0"/>
                    </a:lnTo>
                    <a:lnTo>
                      <a:pt x="222761" y="176473"/>
                    </a:lnTo>
                    <a:cubicBezTo>
                      <a:pt x="368858" y="122953"/>
                      <a:pt x="538098" y="177920"/>
                      <a:pt x="621995" y="316784"/>
                    </a:cubicBezTo>
                    <a:cubicBezTo>
                      <a:pt x="718911" y="474452"/>
                      <a:pt x="668283" y="679855"/>
                      <a:pt x="510615" y="776771"/>
                    </a:cubicBezTo>
                    <a:cubicBezTo>
                      <a:pt x="352946" y="873686"/>
                      <a:pt x="147543" y="823059"/>
                      <a:pt x="50628" y="665390"/>
                    </a:cubicBezTo>
                    <a:cubicBezTo>
                      <a:pt x="-33270" y="527973"/>
                      <a:pt x="-4339" y="351500"/>
                      <a:pt x="108488" y="245905"/>
                    </a:cubicBezTo>
                    <a:close/>
                  </a:path>
                </a:pathLst>
              </a:custGeom>
              <a:solidFill>
                <a:schemeClr val="accent1">
                  <a:lumMod val="20000"/>
                  <a:lumOff val="80000"/>
                </a:schemeClr>
              </a:solidFill>
              <a:ln w="14465" cap="flat">
                <a:noFill/>
                <a:prstDash val="solid"/>
                <a:miter/>
              </a:ln>
            </p:spPr>
            <p:txBody>
              <a:bodyPr rtlCol="0" anchor="ctr"/>
              <a:lstStyle/>
              <a:p>
                <a:endParaRPr lang="en-US"/>
              </a:p>
            </p:txBody>
          </p:sp>
          <p:sp>
            <p:nvSpPr>
              <p:cNvPr id="379" name="Freeform: Shape 378">
                <a:extLst>
                  <a:ext uri="{FF2B5EF4-FFF2-40B4-BE49-F238E27FC236}">
                    <a16:creationId xmlns:a16="http://schemas.microsoft.com/office/drawing/2014/main" id="{A7D7FA49-FBEF-4FF8-A6C5-B1813C0D2EF8}"/>
                  </a:ext>
                </a:extLst>
              </p:cNvPr>
              <p:cNvSpPr/>
              <p:nvPr/>
            </p:nvSpPr>
            <p:spPr>
              <a:xfrm rot="-1885888">
                <a:off x="1474978" y="2861268"/>
                <a:ext cx="134530" cy="46289"/>
              </a:xfrm>
              <a:custGeom>
                <a:avLst/>
                <a:gdLst>
                  <a:gd name="connsiteX0" fmla="*/ 0 w 134530"/>
                  <a:gd name="connsiteY0" fmla="*/ 0 h 46289"/>
                  <a:gd name="connsiteX1" fmla="*/ 134530 w 134530"/>
                  <a:gd name="connsiteY1" fmla="*/ 0 h 46289"/>
                  <a:gd name="connsiteX2" fmla="*/ 134530 w 134530"/>
                  <a:gd name="connsiteY2" fmla="*/ 46290 h 46289"/>
                  <a:gd name="connsiteX3" fmla="*/ 0 w 134530"/>
                  <a:gd name="connsiteY3" fmla="*/ 46290 h 46289"/>
                </a:gdLst>
                <a:ahLst/>
                <a:cxnLst>
                  <a:cxn ang="0">
                    <a:pos x="connsiteX0" y="connsiteY0"/>
                  </a:cxn>
                  <a:cxn ang="0">
                    <a:pos x="connsiteX1" y="connsiteY1"/>
                  </a:cxn>
                  <a:cxn ang="0">
                    <a:pos x="connsiteX2" y="connsiteY2"/>
                  </a:cxn>
                  <a:cxn ang="0">
                    <a:pos x="connsiteX3" y="connsiteY3"/>
                  </a:cxn>
                </a:cxnLst>
                <a:rect l="l" t="t" r="r" b="b"/>
                <a:pathLst>
                  <a:path w="134530" h="46289">
                    <a:moveTo>
                      <a:pt x="0" y="0"/>
                    </a:moveTo>
                    <a:lnTo>
                      <a:pt x="134530" y="0"/>
                    </a:lnTo>
                    <a:lnTo>
                      <a:pt x="134530" y="46290"/>
                    </a:lnTo>
                    <a:lnTo>
                      <a:pt x="0" y="46290"/>
                    </a:lnTo>
                    <a:close/>
                  </a:path>
                </a:pathLst>
              </a:custGeom>
              <a:solidFill>
                <a:schemeClr val="accent1">
                  <a:lumMod val="60000"/>
                  <a:lumOff val="40000"/>
                </a:schemeClr>
              </a:solidFill>
              <a:ln w="14466" cap="flat">
                <a:noFill/>
                <a:prstDash val="solid"/>
                <a:miter/>
              </a:ln>
            </p:spPr>
            <p:txBody>
              <a:bodyPr rtlCol="0" anchor="ctr"/>
              <a:lstStyle/>
              <a:p>
                <a:endParaRPr lang="en-US"/>
              </a:p>
            </p:txBody>
          </p:sp>
          <p:sp>
            <p:nvSpPr>
              <p:cNvPr id="380" name="Freeform: Shape 379">
                <a:extLst>
                  <a:ext uri="{FF2B5EF4-FFF2-40B4-BE49-F238E27FC236}">
                    <a16:creationId xmlns:a16="http://schemas.microsoft.com/office/drawing/2014/main" id="{BC687FC8-265B-45CD-83A3-872E8E64C51D}"/>
                  </a:ext>
                </a:extLst>
              </p:cNvPr>
              <p:cNvSpPr/>
              <p:nvPr/>
            </p:nvSpPr>
            <p:spPr>
              <a:xfrm>
                <a:off x="1429654" y="2793963"/>
                <a:ext cx="200801" cy="138602"/>
              </a:xfrm>
              <a:custGeom>
                <a:avLst/>
                <a:gdLst>
                  <a:gd name="connsiteX0" fmla="*/ 28076 w 200801"/>
                  <a:gd name="connsiteY0" fmla="*/ 136564 h 138602"/>
                  <a:gd name="connsiteX1" fmla="*/ 192977 w 200801"/>
                  <a:gd name="connsiteY1" fmla="*/ 35308 h 138602"/>
                  <a:gd name="connsiteX2" fmla="*/ 198763 w 200801"/>
                  <a:gd name="connsiteY2" fmla="*/ 12164 h 138602"/>
                  <a:gd name="connsiteX3" fmla="*/ 195870 w 200801"/>
                  <a:gd name="connsiteY3" fmla="*/ 7825 h 138602"/>
                  <a:gd name="connsiteX4" fmla="*/ 172726 w 200801"/>
                  <a:gd name="connsiteY4" fmla="*/ 2039 h 138602"/>
                  <a:gd name="connsiteX5" fmla="*/ 7825 w 200801"/>
                  <a:gd name="connsiteY5" fmla="*/ 103294 h 138602"/>
                  <a:gd name="connsiteX6" fmla="*/ 2039 w 200801"/>
                  <a:gd name="connsiteY6" fmla="*/ 126438 h 138602"/>
                  <a:gd name="connsiteX7" fmla="*/ 4932 w 200801"/>
                  <a:gd name="connsiteY7" fmla="*/ 130777 h 138602"/>
                  <a:gd name="connsiteX8" fmla="*/ 28076 w 200801"/>
                  <a:gd name="connsiteY8" fmla="*/ 136564 h 138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801" h="138602">
                    <a:moveTo>
                      <a:pt x="28076" y="136564"/>
                    </a:moveTo>
                    <a:lnTo>
                      <a:pt x="192977" y="35308"/>
                    </a:lnTo>
                    <a:cubicBezTo>
                      <a:pt x="200209" y="30969"/>
                      <a:pt x="203102" y="20843"/>
                      <a:pt x="198763" y="12164"/>
                    </a:cubicBezTo>
                    <a:lnTo>
                      <a:pt x="195870" y="7825"/>
                    </a:lnTo>
                    <a:cubicBezTo>
                      <a:pt x="191530" y="592"/>
                      <a:pt x="181405" y="-2301"/>
                      <a:pt x="172726" y="2039"/>
                    </a:cubicBezTo>
                    <a:lnTo>
                      <a:pt x="7825" y="103294"/>
                    </a:lnTo>
                    <a:cubicBezTo>
                      <a:pt x="592" y="107634"/>
                      <a:pt x="-2301" y="117759"/>
                      <a:pt x="2039" y="126438"/>
                    </a:cubicBezTo>
                    <a:lnTo>
                      <a:pt x="4932" y="130777"/>
                    </a:lnTo>
                    <a:cubicBezTo>
                      <a:pt x="9271" y="138010"/>
                      <a:pt x="19397" y="140903"/>
                      <a:pt x="28076" y="136564"/>
                    </a:cubicBezTo>
                    <a:close/>
                  </a:path>
                </a:pathLst>
              </a:custGeom>
              <a:solidFill>
                <a:schemeClr val="accent1">
                  <a:lumMod val="40000"/>
                  <a:lumOff val="60000"/>
                </a:schemeClr>
              </a:solidFill>
              <a:ln w="14465" cap="flat">
                <a:noFill/>
                <a:prstDash val="solid"/>
                <a:miter/>
              </a:ln>
            </p:spPr>
            <p:txBody>
              <a:bodyPr rtlCol="0" anchor="ctr"/>
              <a:lstStyle/>
              <a:p>
                <a:endParaRPr lang="en-US"/>
              </a:p>
            </p:txBody>
          </p:sp>
          <p:sp>
            <p:nvSpPr>
              <p:cNvPr id="381" name="Freeform: Shape 380">
                <a:extLst>
                  <a:ext uri="{FF2B5EF4-FFF2-40B4-BE49-F238E27FC236}">
                    <a16:creationId xmlns:a16="http://schemas.microsoft.com/office/drawing/2014/main" id="{12E936AA-BBFC-4FF5-8728-EA0CF6FEA471}"/>
                  </a:ext>
                </a:extLst>
              </p:cNvPr>
              <p:cNvSpPr/>
              <p:nvPr/>
            </p:nvSpPr>
            <p:spPr>
              <a:xfrm>
                <a:off x="1521376" y="3151841"/>
                <a:ext cx="589581" cy="472415"/>
              </a:xfrm>
              <a:custGeom>
                <a:avLst/>
                <a:gdLst>
                  <a:gd name="connsiteX0" fmla="*/ 326909 w 589581"/>
                  <a:gd name="connsiteY0" fmla="*/ 175027 h 472415"/>
                  <a:gd name="connsiteX1" fmla="*/ 428164 w 589581"/>
                  <a:gd name="connsiteY1" fmla="*/ 54967 h 472415"/>
                  <a:gd name="connsiteX2" fmla="*/ 536652 w 589581"/>
                  <a:gd name="connsiteY2" fmla="*/ 0 h 472415"/>
                  <a:gd name="connsiteX3" fmla="*/ 545331 w 589581"/>
                  <a:gd name="connsiteY3" fmla="*/ 13019 h 472415"/>
                  <a:gd name="connsiteX4" fmla="*/ 445522 w 589581"/>
                  <a:gd name="connsiteY4" fmla="*/ 428164 h 472415"/>
                  <a:gd name="connsiteX5" fmla="*/ 30377 w 589581"/>
                  <a:gd name="connsiteY5" fmla="*/ 328356 h 472415"/>
                  <a:gd name="connsiteX6" fmla="*/ 0 w 589581"/>
                  <a:gd name="connsiteY6" fmla="*/ 261817 h 472415"/>
                  <a:gd name="connsiteX7" fmla="*/ 127292 w 589581"/>
                  <a:gd name="connsiteY7" fmla="*/ 244459 h 472415"/>
                  <a:gd name="connsiteX8" fmla="*/ 326909 w 589581"/>
                  <a:gd name="connsiteY8" fmla="*/ 175027 h 47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581" h="472415">
                    <a:moveTo>
                      <a:pt x="326909" y="175027"/>
                    </a:moveTo>
                    <a:cubicBezTo>
                      <a:pt x="365965" y="140311"/>
                      <a:pt x="390555" y="91130"/>
                      <a:pt x="428164" y="54967"/>
                    </a:cubicBezTo>
                    <a:cubicBezTo>
                      <a:pt x="458541" y="26037"/>
                      <a:pt x="496150" y="7233"/>
                      <a:pt x="536652" y="0"/>
                    </a:cubicBezTo>
                    <a:cubicBezTo>
                      <a:pt x="539545" y="4340"/>
                      <a:pt x="542438" y="8679"/>
                      <a:pt x="545331" y="13019"/>
                    </a:cubicBezTo>
                    <a:cubicBezTo>
                      <a:pt x="632121" y="154776"/>
                      <a:pt x="587279" y="341374"/>
                      <a:pt x="445522" y="428164"/>
                    </a:cubicBezTo>
                    <a:cubicBezTo>
                      <a:pt x="303765" y="514954"/>
                      <a:pt x="117167" y="470113"/>
                      <a:pt x="30377" y="328356"/>
                    </a:cubicBezTo>
                    <a:cubicBezTo>
                      <a:pt x="17358" y="306658"/>
                      <a:pt x="7233" y="284961"/>
                      <a:pt x="0" y="261817"/>
                    </a:cubicBezTo>
                    <a:cubicBezTo>
                      <a:pt x="40502" y="248798"/>
                      <a:pt x="85344" y="248798"/>
                      <a:pt x="127292" y="244459"/>
                    </a:cubicBezTo>
                    <a:cubicBezTo>
                      <a:pt x="199617" y="238673"/>
                      <a:pt x="273389" y="222761"/>
                      <a:pt x="326909" y="175027"/>
                    </a:cubicBezTo>
                    <a:close/>
                  </a:path>
                </a:pathLst>
              </a:custGeom>
              <a:solidFill>
                <a:schemeClr val="accent1"/>
              </a:solidFill>
              <a:ln w="14465" cap="flat">
                <a:noFill/>
                <a:prstDash val="solid"/>
                <a:miter/>
              </a:ln>
            </p:spPr>
            <p:txBody>
              <a:bodyPr rtlCol="0" anchor="ctr"/>
              <a:lstStyle/>
              <a:p>
                <a:endParaRPr lang="en-US"/>
              </a:p>
            </p:txBody>
          </p:sp>
          <p:sp>
            <p:nvSpPr>
              <p:cNvPr id="382" name="Freeform: Shape 381">
                <a:extLst>
                  <a:ext uri="{FF2B5EF4-FFF2-40B4-BE49-F238E27FC236}">
                    <a16:creationId xmlns:a16="http://schemas.microsoft.com/office/drawing/2014/main" id="{6F9BE709-EC6F-4E53-8649-DD263F1C3B28}"/>
                  </a:ext>
                </a:extLst>
              </p:cNvPr>
              <p:cNvSpPr/>
              <p:nvPr/>
            </p:nvSpPr>
            <p:spPr>
              <a:xfrm>
                <a:off x="1496631" y="3127250"/>
                <a:ext cx="587433" cy="512111"/>
              </a:xfrm>
              <a:custGeom>
                <a:avLst/>
                <a:gdLst>
                  <a:gd name="connsiteX0" fmla="*/ 69587 w 587433"/>
                  <a:gd name="connsiteY0" fmla="*/ 0 h 512111"/>
                  <a:gd name="connsiteX1" fmla="*/ 73926 w 587433"/>
                  <a:gd name="connsiteY1" fmla="*/ 319677 h 512111"/>
                  <a:gd name="connsiteX2" fmla="*/ 506430 w 587433"/>
                  <a:gd name="connsiteY2" fmla="*/ 423825 h 512111"/>
                  <a:gd name="connsiteX3" fmla="*/ 587434 w 587433"/>
                  <a:gd name="connsiteY3" fmla="*/ 352946 h 512111"/>
                  <a:gd name="connsiteX4" fmla="*/ 477500 w 587433"/>
                  <a:gd name="connsiteY4" fmla="*/ 465773 h 512111"/>
                  <a:gd name="connsiteX5" fmla="*/ 44996 w 587433"/>
                  <a:gd name="connsiteY5" fmla="*/ 361625 h 512111"/>
                  <a:gd name="connsiteX6" fmla="*/ 69587 w 587433"/>
                  <a:gd name="connsiteY6" fmla="*/ 0 h 512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7433" h="512111">
                    <a:moveTo>
                      <a:pt x="69587" y="0"/>
                    </a:moveTo>
                    <a:cubicBezTo>
                      <a:pt x="14620" y="95469"/>
                      <a:pt x="13173" y="218422"/>
                      <a:pt x="73926" y="319677"/>
                    </a:cubicBezTo>
                    <a:cubicBezTo>
                      <a:pt x="165056" y="467220"/>
                      <a:pt x="357440" y="514954"/>
                      <a:pt x="506430" y="423825"/>
                    </a:cubicBezTo>
                    <a:cubicBezTo>
                      <a:pt x="538253" y="405020"/>
                      <a:pt x="564290" y="380430"/>
                      <a:pt x="587434" y="352946"/>
                    </a:cubicBezTo>
                    <a:cubicBezTo>
                      <a:pt x="561397" y="397788"/>
                      <a:pt x="525234" y="436843"/>
                      <a:pt x="477500" y="465773"/>
                    </a:cubicBezTo>
                    <a:cubicBezTo>
                      <a:pt x="329957" y="556903"/>
                      <a:pt x="136126" y="509168"/>
                      <a:pt x="44996" y="361625"/>
                    </a:cubicBezTo>
                    <a:cubicBezTo>
                      <a:pt x="-24436" y="245905"/>
                      <a:pt x="-11417" y="101255"/>
                      <a:pt x="69587" y="0"/>
                    </a:cubicBezTo>
                    <a:close/>
                  </a:path>
                </a:pathLst>
              </a:custGeom>
              <a:solidFill>
                <a:schemeClr val="accent1">
                  <a:lumMod val="60000"/>
                  <a:lumOff val="40000"/>
                </a:schemeClr>
              </a:solidFill>
              <a:ln w="14465" cap="flat">
                <a:noFill/>
                <a:prstDash val="solid"/>
                <a:miter/>
              </a:ln>
            </p:spPr>
            <p:txBody>
              <a:bodyPr rtlCol="0" anchor="ctr"/>
              <a:lstStyle/>
              <a:p>
                <a:endParaRPr lang="en-US"/>
              </a:p>
            </p:txBody>
          </p:sp>
          <p:grpSp>
            <p:nvGrpSpPr>
              <p:cNvPr id="383" name="Graphic 205">
                <a:extLst>
                  <a:ext uri="{FF2B5EF4-FFF2-40B4-BE49-F238E27FC236}">
                    <a16:creationId xmlns:a16="http://schemas.microsoft.com/office/drawing/2014/main" id="{EDD2BA35-87AD-417F-AA53-BB42664AA3EC}"/>
                  </a:ext>
                </a:extLst>
              </p:cNvPr>
              <p:cNvGrpSpPr/>
              <p:nvPr/>
            </p:nvGrpSpPr>
            <p:grpSpPr>
              <a:xfrm>
                <a:off x="1722440" y="3313849"/>
                <a:ext cx="352946" cy="212635"/>
                <a:chOff x="1722440" y="3313849"/>
                <a:chExt cx="352946" cy="212635"/>
              </a:xfrm>
              <a:solidFill>
                <a:srgbClr val="006E7C"/>
              </a:solidFill>
            </p:grpSpPr>
            <p:sp>
              <p:nvSpPr>
                <p:cNvPr id="384" name="Freeform: Shape 383">
                  <a:extLst>
                    <a:ext uri="{FF2B5EF4-FFF2-40B4-BE49-F238E27FC236}">
                      <a16:creationId xmlns:a16="http://schemas.microsoft.com/office/drawing/2014/main" id="{4DEE46BF-38C3-4AEC-8293-D7D62BB409C5}"/>
                    </a:ext>
                  </a:extLst>
                </p:cNvPr>
                <p:cNvSpPr/>
                <p:nvPr/>
              </p:nvSpPr>
              <p:spPr>
                <a:xfrm>
                  <a:off x="1937969" y="3313849"/>
                  <a:ext cx="34716" cy="34716"/>
                </a:xfrm>
                <a:custGeom>
                  <a:avLst/>
                  <a:gdLst>
                    <a:gd name="connsiteX0" fmla="*/ 34716 w 34716"/>
                    <a:gd name="connsiteY0" fmla="*/ 17358 h 34716"/>
                    <a:gd name="connsiteX1" fmla="*/ 17358 w 34716"/>
                    <a:gd name="connsiteY1" fmla="*/ 34716 h 34716"/>
                    <a:gd name="connsiteX2" fmla="*/ 0 w 34716"/>
                    <a:gd name="connsiteY2" fmla="*/ 17358 h 34716"/>
                    <a:gd name="connsiteX3" fmla="*/ 17358 w 34716"/>
                    <a:gd name="connsiteY3" fmla="*/ 0 h 34716"/>
                    <a:gd name="connsiteX4" fmla="*/ 34716 w 34716"/>
                    <a:gd name="connsiteY4" fmla="*/ 17358 h 34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16" h="34716">
                      <a:moveTo>
                        <a:pt x="34716" y="17358"/>
                      </a:moveTo>
                      <a:cubicBezTo>
                        <a:pt x="34716" y="26945"/>
                        <a:pt x="26945" y="34716"/>
                        <a:pt x="17358" y="34716"/>
                      </a:cubicBezTo>
                      <a:cubicBezTo>
                        <a:pt x="7771" y="34716"/>
                        <a:pt x="0" y="26945"/>
                        <a:pt x="0" y="17358"/>
                      </a:cubicBezTo>
                      <a:cubicBezTo>
                        <a:pt x="0" y="7772"/>
                        <a:pt x="7772" y="0"/>
                        <a:pt x="17358" y="0"/>
                      </a:cubicBezTo>
                      <a:cubicBezTo>
                        <a:pt x="26945" y="0"/>
                        <a:pt x="34716" y="7772"/>
                        <a:pt x="34716" y="17358"/>
                      </a:cubicBezTo>
                      <a:close/>
                    </a:path>
                  </a:pathLst>
                </a:custGeom>
                <a:solidFill>
                  <a:schemeClr val="accent1">
                    <a:lumMod val="75000"/>
                  </a:schemeClr>
                </a:solidFill>
                <a:ln w="14465" cap="flat">
                  <a:noFill/>
                  <a:prstDash val="solid"/>
                  <a:miter/>
                </a:ln>
              </p:spPr>
              <p:txBody>
                <a:bodyPr rtlCol="0" anchor="ctr"/>
                <a:lstStyle/>
                <a:p>
                  <a:endParaRPr lang="en-US"/>
                </a:p>
              </p:txBody>
            </p:sp>
            <p:sp>
              <p:nvSpPr>
                <p:cNvPr id="385" name="Freeform: Shape 384">
                  <a:extLst>
                    <a:ext uri="{FF2B5EF4-FFF2-40B4-BE49-F238E27FC236}">
                      <a16:creationId xmlns:a16="http://schemas.microsoft.com/office/drawing/2014/main" id="{24F3211E-77D8-4D2F-88A2-D1B825C98364}"/>
                    </a:ext>
                  </a:extLst>
                </p:cNvPr>
                <p:cNvSpPr/>
                <p:nvPr/>
              </p:nvSpPr>
              <p:spPr>
                <a:xfrm>
                  <a:off x="1911931" y="3399192"/>
                  <a:ext cx="8679" cy="8679"/>
                </a:xfrm>
                <a:custGeom>
                  <a:avLst/>
                  <a:gdLst>
                    <a:gd name="connsiteX0" fmla="*/ 8679 w 8679"/>
                    <a:gd name="connsiteY0" fmla="*/ 4340 h 8679"/>
                    <a:gd name="connsiteX1" fmla="*/ 4340 w 8679"/>
                    <a:gd name="connsiteY1" fmla="*/ 8679 h 8679"/>
                    <a:gd name="connsiteX2" fmla="*/ 0 w 8679"/>
                    <a:gd name="connsiteY2" fmla="*/ 4340 h 8679"/>
                    <a:gd name="connsiteX3" fmla="*/ 4340 w 8679"/>
                    <a:gd name="connsiteY3" fmla="*/ 0 h 8679"/>
                    <a:gd name="connsiteX4" fmla="*/ 8679 w 8679"/>
                    <a:gd name="connsiteY4" fmla="*/ 4340 h 8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9" h="8679">
                      <a:moveTo>
                        <a:pt x="8679" y="4340"/>
                      </a:moveTo>
                      <a:cubicBezTo>
                        <a:pt x="8679" y="6736"/>
                        <a:pt x="6736" y="8679"/>
                        <a:pt x="4340" y="8679"/>
                      </a:cubicBezTo>
                      <a:cubicBezTo>
                        <a:pt x="1943" y="8679"/>
                        <a:pt x="0" y="6736"/>
                        <a:pt x="0" y="4340"/>
                      </a:cubicBezTo>
                      <a:cubicBezTo>
                        <a:pt x="0" y="1943"/>
                        <a:pt x="1943" y="0"/>
                        <a:pt x="4340" y="0"/>
                      </a:cubicBezTo>
                      <a:cubicBezTo>
                        <a:pt x="6736" y="0"/>
                        <a:pt x="8679" y="1943"/>
                        <a:pt x="8679" y="4340"/>
                      </a:cubicBezTo>
                      <a:close/>
                    </a:path>
                  </a:pathLst>
                </a:custGeom>
                <a:solidFill>
                  <a:schemeClr val="accent1">
                    <a:lumMod val="75000"/>
                  </a:schemeClr>
                </a:solidFill>
                <a:ln w="14465" cap="flat">
                  <a:noFill/>
                  <a:prstDash val="solid"/>
                  <a:miter/>
                </a:ln>
              </p:spPr>
              <p:txBody>
                <a:bodyPr rtlCol="0" anchor="ctr"/>
                <a:lstStyle/>
                <a:p>
                  <a:endParaRPr lang="en-US"/>
                </a:p>
              </p:txBody>
            </p:sp>
            <p:sp>
              <p:nvSpPr>
                <p:cNvPr id="386" name="Freeform: Shape 385">
                  <a:extLst>
                    <a:ext uri="{FF2B5EF4-FFF2-40B4-BE49-F238E27FC236}">
                      <a16:creationId xmlns:a16="http://schemas.microsoft.com/office/drawing/2014/main" id="{49001916-E990-4EAC-8752-3F234E7DC59E}"/>
                    </a:ext>
                  </a:extLst>
                </p:cNvPr>
                <p:cNvSpPr/>
                <p:nvPr/>
              </p:nvSpPr>
              <p:spPr>
                <a:xfrm>
                  <a:off x="1823695" y="3386174"/>
                  <a:ext cx="14465" cy="14465"/>
                </a:xfrm>
                <a:custGeom>
                  <a:avLst/>
                  <a:gdLst>
                    <a:gd name="connsiteX0" fmla="*/ 14465 w 14465"/>
                    <a:gd name="connsiteY0" fmla="*/ 7233 h 14465"/>
                    <a:gd name="connsiteX1" fmla="*/ 7232 w 14465"/>
                    <a:gd name="connsiteY1" fmla="*/ 14465 h 14465"/>
                    <a:gd name="connsiteX2" fmla="*/ 0 w 14465"/>
                    <a:gd name="connsiteY2" fmla="*/ 7233 h 14465"/>
                    <a:gd name="connsiteX3" fmla="*/ 7232 w 14465"/>
                    <a:gd name="connsiteY3" fmla="*/ 0 h 14465"/>
                    <a:gd name="connsiteX4" fmla="*/ 14465 w 14465"/>
                    <a:gd name="connsiteY4" fmla="*/ 7233 h 14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65" h="14465">
                      <a:moveTo>
                        <a:pt x="14465" y="7233"/>
                      </a:moveTo>
                      <a:cubicBezTo>
                        <a:pt x="14465" y="11227"/>
                        <a:pt x="11227" y="14465"/>
                        <a:pt x="7232" y="14465"/>
                      </a:cubicBezTo>
                      <a:cubicBezTo>
                        <a:pt x="3238" y="14465"/>
                        <a:pt x="0" y="11227"/>
                        <a:pt x="0" y="7233"/>
                      </a:cubicBezTo>
                      <a:cubicBezTo>
                        <a:pt x="0" y="3238"/>
                        <a:pt x="3238" y="0"/>
                        <a:pt x="7232" y="0"/>
                      </a:cubicBezTo>
                      <a:cubicBezTo>
                        <a:pt x="11227" y="0"/>
                        <a:pt x="14465" y="3238"/>
                        <a:pt x="14465" y="7233"/>
                      </a:cubicBezTo>
                      <a:close/>
                    </a:path>
                  </a:pathLst>
                </a:custGeom>
                <a:solidFill>
                  <a:schemeClr val="accent1">
                    <a:lumMod val="75000"/>
                  </a:schemeClr>
                </a:solidFill>
                <a:ln w="14465" cap="flat">
                  <a:noFill/>
                  <a:prstDash val="solid"/>
                  <a:miter/>
                </a:ln>
              </p:spPr>
              <p:txBody>
                <a:bodyPr rtlCol="0" anchor="ctr"/>
                <a:lstStyle/>
                <a:p>
                  <a:endParaRPr lang="en-US"/>
                </a:p>
              </p:txBody>
            </p:sp>
            <p:sp>
              <p:nvSpPr>
                <p:cNvPr id="387" name="Freeform: Shape 386">
                  <a:extLst>
                    <a:ext uri="{FF2B5EF4-FFF2-40B4-BE49-F238E27FC236}">
                      <a16:creationId xmlns:a16="http://schemas.microsoft.com/office/drawing/2014/main" id="{836452ED-0555-4BF8-B1ED-83779F04BBC3}"/>
                    </a:ext>
                  </a:extLst>
                </p:cNvPr>
                <p:cNvSpPr/>
                <p:nvPr/>
              </p:nvSpPr>
              <p:spPr>
                <a:xfrm>
                  <a:off x="1923504" y="3493215"/>
                  <a:ext cx="23144" cy="23144"/>
                </a:xfrm>
                <a:custGeom>
                  <a:avLst/>
                  <a:gdLst>
                    <a:gd name="connsiteX0" fmla="*/ 23144 w 23144"/>
                    <a:gd name="connsiteY0" fmla="*/ 11572 h 23144"/>
                    <a:gd name="connsiteX1" fmla="*/ 11572 w 23144"/>
                    <a:gd name="connsiteY1" fmla="*/ 23144 h 23144"/>
                    <a:gd name="connsiteX2" fmla="*/ 0 w 23144"/>
                    <a:gd name="connsiteY2" fmla="*/ 11572 h 23144"/>
                    <a:gd name="connsiteX3" fmla="*/ 11572 w 23144"/>
                    <a:gd name="connsiteY3" fmla="*/ 0 h 23144"/>
                    <a:gd name="connsiteX4" fmla="*/ 23144 w 23144"/>
                    <a:gd name="connsiteY4" fmla="*/ 11572 h 23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4" h="23144">
                      <a:moveTo>
                        <a:pt x="23144" y="11572"/>
                      </a:moveTo>
                      <a:cubicBezTo>
                        <a:pt x="23144" y="17963"/>
                        <a:pt x="17963" y="23144"/>
                        <a:pt x="11572" y="23144"/>
                      </a:cubicBezTo>
                      <a:cubicBezTo>
                        <a:pt x="5181" y="23144"/>
                        <a:pt x="0" y="17963"/>
                        <a:pt x="0" y="11572"/>
                      </a:cubicBezTo>
                      <a:cubicBezTo>
                        <a:pt x="0" y="5181"/>
                        <a:pt x="5181" y="0"/>
                        <a:pt x="11572" y="0"/>
                      </a:cubicBezTo>
                      <a:cubicBezTo>
                        <a:pt x="17963" y="0"/>
                        <a:pt x="23144" y="5181"/>
                        <a:pt x="23144" y="11572"/>
                      </a:cubicBezTo>
                      <a:close/>
                    </a:path>
                  </a:pathLst>
                </a:custGeom>
                <a:solidFill>
                  <a:schemeClr val="accent1">
                    <a:lumMod val="75000"/>
                  </a:schemeClr>
                </a:solidFill>
                <a:ln w="14465" cap="flat">
                  <a:noFill/>
                  <a:prstDash val="solid"/>
                  <a:miter/>
                </a:ln>
              </p:spPr>
              <p:txBody>
                <a:bodyPr rtlCol="0" anchor="ctr"/>
                <a:lstStyle/>
                <a:p>
                  <a:endParaRPr lang="en-US" dirty="0"/>
                </a:p>
              </p:txBody>
            </p:sp>
            <p:sp>
              <p:nvSpPr>
                <p:cNvPr id="388" name="Freeform: Shape 387">
                  <a:extLst>
                    <a:ext uri="{FF2B5EF4-FFF2-40B4-BE49-F238E27FC236}">
                      <a16:creationId xmlns:a16="http://schemas.microsoft.com/office/drawing/2014/main" id="{3C877350-BA7C-46C7-9A6F-CF95839EAEF4}"/>
                    </a:ext>
                  </a:extLst>
                </p:cNvPr>
                <p:cNvSpPr/>
                <p:nvPr/>
              </p:nvSpPr>
              <p:spPr>
                <a:xfrm>
                  <a:off x="1722440" y="3477304"/>
                  <a:ext cx="49181" cy="49181"/>
                </a:xfrm>
                <a:custGeom>
                  <a:avLst/>
                  <a:gdLst>
                    <a:gd name="connsiteX0" fmla="*/ 49181 w 49181"/>
                    <a:gd name="connsiteY0" fmla="*/ 24591 h 49181"/>
                    <a:gd name="connsiteX1" fmla="*/ 24591 w 49181"/>
                    <a:gd name="connsiteY1" fmla="*/ 49181 h 49181"/>
                    <a:gd name="connsiteX2" fmla="*/ 0 w 49181"/>
                    <a:gd name="connsiteY2" fmla="*/ 24591 h 49181"/>
                    <a:gd name="connsiteX3" fmla="*/ 24591 w 49181"/>
                    <a:gd name="connsiteY3" fmla="*/ 0 h 49181"/>
                    <a:gd name="connsiteX4" fmla="*/ 49181 w 49181"/>
                    <a:gd name="connsiteY4" fmla="*/ 24591 h 49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81" h="49181">
                      <a:moveTo>
                        <a:pt x="49181" y="24591"/>
                      </a:moveTo>
                      <a:cubicBezTo>
                        <a:pt x="49181" y="38172"/>
                        <a:pt x="38171" y="49181"/>
                        <a:pt x="24591" y="49181"/>
                      </a:cubicBezTo>
                      <a:cubicBezTo>
                        <a:pt x="11010" y="49181"/>
                        <a:pt x="0" y="38172"/>
                        <a:pt x="0" y="24591"/>
                      </a:cubicBezTo>
                      <a:cubicBezTo>
                        <a:pt x="0" y="11010"/>
                        <a:pt x="11010" y="0"/>
                        <a:pt x="24591" y="0"/>
                      </a:cubicBezTo>
                      <a:cubicBezTo>
                        <a:pt x="38171" y="0"/>
                        <a:pt x="49181" y="11010"/>
                        <a:pt x="49181" y="24591"/>
                      </a:cubicBezTo>
                      <a:close/>
                    </a:path>
                  </a:pathLst>
                </a:custGeom>
                <a:solidFill>
                  <a:schemeClr val="accent1">
                    <a:lumMod val="75000"/>
                  </a:schemeClr>
                </a:solidFill>
                <a:ln w="14465" cap="flat">
                  <a:noFill/>
                  <a:prstDash val="solid"/>
                  <a:miter/>
                </a:ln>
              </p:spPr>
              <p:txBody>
                <a:bodyPr rtlCol="0" anchor="ctr"/>
                <a:lstStyle/>
                <a:p>
                  <a:endParaRPr lang="en-US"/>
                </a:p>
              </p:txBody>
            </p:sp>
            <p:sp>
              <p:nvSpPr>
                <p:cNvPr id="389" name="Freeform: Shape 388">
                  <a:extLst>
                    <a:ext uri="{FF2B5EF4-FFF2-40B4-BE49-F238E27FC236}">
                      <a16:creationId xmlns:a16="http://schemas.microsoft.com/office/drawing/2014/main" id="{5B9530C1-1DE2-492D-83F1-E04CACD6D54A}"/>
                    </a:ext>
                  </a:extLst>
                </p:cNvPr>
                <p:cNvSpPr/>
                <p:nvPr/>
              </p:nvSpPr>
              <p:spPr>
                <a:xfrm>
                  <a:off x="1839606" y="3472964"/>
                  <a:ext cx="43395" cy="43395"/>
                </a:xfrm>
                <a:custGeom>
                  <a:avLst/>
                  <a:gdLst>
                    <a:gd name="connsiteX0" fmla="*/ 43395 w 43395"/>
                    <a:gd name="connsiteY0" fmla="*/ 21698 h 43395"/>
                    <a:gd name="connsiteX1" fmla="*/ 21697 w 43395"/>
                    <a:gd name="connsiteY1" fmla="*/ 43395 h 43395"/>
                    <a:gd name="connsiteX2" fmla="*/ 0 w 43395"/>
                    <a:gd name="connsiteY2" fmla="*/ 21698 h 43395"/>
                    <a:gd name="connsiteX3" fmla="*/ 21697 w 43395"/>
                    <a:gd name="connsiteY3" fmla="*/ 0 h 43395"/>
                    <a:gd name="connsiteX4" fmla="*/ 43395 w 43395"/>
                    <a:gd name="connsiteY4" fmla="*/ 21698 h 433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95" h="43395">
                      <a:moveTo>
                        <a:pt x="43395" y="21698"/>
                      </a:moveTo>
                      <a:cubicBezTo>
                        <a:pt x="43395" y="33681"/>
                        <a:pt x="33681" y="43395"/>
                        <a:pt x="21697" y="43395"/>
                      </a:cubicBezTo>
                      <a:cubicBezTo>
                        <a:pt x="9714" y="43395"/>
                        <a:pt x="0" y="33681"/>
                        <a:pt x="0" y="21698"/>
                      </a:cubicBezTo>
                      <a:cubicBezTo>
                        <a:pt x="0" y="9714"/>
                        <a:pt x="9714" y="0"/>
                        <a:pt x="21697" y="0"/>
                      </a:cubicBezTo>
                      <a:cubicBezTo>
                        <a:pt x="33681" y="0"/>
                        <a:pt x="43395" y="9714"/>
                        <a:pt x="43395" y="21698"/>
                      </a:cubicBezTo>
                      <a:close/>
                    </a:path>
                  </a:pathLst>
                </a:custGeom>
                <a:solidFill>
                  <a:schemeClr val="accent1">
                    <a:lumMod val="75000"/>
                  </a:schemeClr>
                </a:solidFill>
                <a:ln w="14465" cap="flat">
                  <a:noFill/>
                  <a:prstDash val="solid"/>
                  <a:miter/>
                </a:ln>
              </p:spPr>
              <p:txBody>
                <a:bodyPr rtlCol="0" anchor="ctr"/>
                <a:lstStyle/>
                <a:p>
                  <a:endParaRPr lang="en-US"/>
                </a:p>
              </p:txBody>
            </p:sp>
            <p:sp>
              <p:nvSpPr>
                <p:cNvPr id="390" name="Freeform: Shape 389">
                  <a:extLst>
                    <a:ext uri="{FF2B5EF4-FFF2-40B4-BE49-F238E27FC236}">
                      <a16:creationId xmlns:a16="http://schemas.microsoft.com/office/drawing/2014/main" id="{02BC7533-4FA7-44A4-9E3C-E8A30AFF997F}"/>
                    </a:ext>
                  </a:extLst>
                </p:cNvPr>
                <p:cNvSpPr/>
                <p:nvPr/>
              </p:nvSpPr>
              <p:spPr>
                <a:xfrm>
                  <a:off x="1968345" y="3350011"/>
                  <a:ext cx="107041" cy="107041"/>
                </a:xfrm>
                <a:custGeom>
                  <a:avLst/>
                  <a:gdLst>
                    <a:gd name="connsiteX0" fmla="*/ 107041 w 107041"/>
                    <a:gd name="connsiteY0" fmla="*/ 53521 h 107041"/>
                    <a:gd name="connsiteX1" fmla="*/ 53521 w 107041"/>
                    <a:gd name="connsiteY1" fmla="*/ 107041 h 107041"/>
                    <a:gd name="connsiteX2" fmla="*/ 0 w 107041"/>
                    <a:gd name="connsiteY2" fmla="*/ 53521 h 107041"/>
                    <a:gd name="connsiteX3" fmla="*/ 53521 w 107041"/>
                    <a:gd name="connsiteY3" fmla="*/ 0 h 107041"/>
                    <a:gd name="connsiteX4" fmla="*/ 107041 w 107041"/>
                    <a:gd name="connsiteY4" fmla="*/ 53521 h 107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041" h="107041">
                      <a:moveTo>
                        <a:pt x="107041" y="53521"/>
                      </a:moveTo>
                      <a:cubicBezTo>
                        <a:pt x="107041" y="83079"/>
                        <a:pt x="83079" y="107041"/>
                        <a:pt x="53521" y="107041"/>
                      </a:cubicBezTo>
                      <a:cubicBezTo>
                        <a:pt x="23962" y="107041"/>
                        <a:pt x="0" y="83079"/>
                        <a:pt x="0" y="53521"/>
                      </a:cubicBezTo>
                      <a:cubicBezTo>
                        <a:pt x="0" y="23962"/>
                        <a:pt x="23962" y="0"/>
                        <a:pt x="53521" y="0"/>
                      </a:cubicBezTo>
                      <a:cubicBezTo>
                        <a:pt x="83079" y="0"/>
                        <a:pt x="107041" y="23962"/>
                        <a:pt x="107041" y="53521"/>
                      </a:cubicBezTo>
                      <a:close/>
                    </a:path>
                  </a:pathLst>
                </a:custGeom>
                <a:solidFill>
                  <a:schemeClr val="accent1">
                    <a:lumMod val="75000"/>
                  </a:schemeClr>
                </a:solidFill>
                <a:ln w="14465" cap="flat">
                  <a:noFill/>
                  <a:prstDash val="solid"/>
                  <a:miter/>
                </a:ln>
              </p:spPr>
              <p:txBody>
                <a:bodyPr rtlCol="0" anchor="ctr"/>
                <a:lstStyle/>
                <a:p>
                  <a:endParaRPr lang="en-US"/>
                </a:p>
              </p:txBody>
            </p:sp>
          </p:grpSp>
        </p:grpSp>
        <p:grpSp>
          <p:nvGrpSpPr>
            <p:cNvPr id="391" name="Graphic 205">
              <a:extLst>
                <a:ext uri="{FF2B5EF4-FFF2-40B4-BE49-F238E27FC236}">
                  <a16:creationId xmlns:a16="http://schemas.microsoft.com/office/drawing/2014/main" id="{EDD2BA35-87AD-417F-AA53-BB42664AA3EC}"/>
                </a:ext>
              </a:extLst>
            </p:cNvPr>
            <p:cNvGrpSpPr/>
            <p:nvPr/>
          </p:nvGrpSpPr>
          <p:grpSpPr>
            <a:xfrm>
              <a:off x="1594245" y="2094993"/>
              <a:ext cx="471850" cy="522545"/>
              <a:chOff x="1594245" y="2094993"/>
              <a:chExt cx="471850" cy="522545"/>
            </a:xfrm>
          </p:grpSpPr>
          <p:sp>
            <p:nvSpPr>
              <p:cNvPr id="392" name="Freeform: Shape 391">
                <a:extLst>
                  <a:ext uri="{FF2B5EF4-FFF2-40B4-BE49-F238E27FC236}">
                    <a16:creationId xmlns:a16="http://schemas.microsoft.com/office/drawing/2014/main" id="{DAE16E40-3930-4EAA-8241-2E38B047066D}"/>
                  </a:ext>
                </a:extLst>
              </p:cNvPr>
              <p:cNvSpPr/>
              <p:nvPr/>
            </p:nvSpPr>
            <p:spPr>
              <a:xfrm>
                <a:off x="1602924" y="2097886"/>
                <a:ext cx="463171" cy="519652"/>
              </a:xfrm>
              <a:custGeom>
                <a:avLst/>
                <a:gdLst>
                  <a:gd name="connsiteX0" fmla="*/ 433407 w 463171"/>
                  <a:gd name="connsiteY0" fmla="*/ 447872 h 519652"/>
                  <a:gd name="connsiteX1" fmla="*/ 136874 w 463171"/>
                  <a:gd name="connsiteY1" fmla="*/ 518750 h 519652"/>
                  <a:gd name="connsiteX2" fmla="*/ 90586 w 463171"/>
                  <a:gd name="connsiteY2" fmla="*/ 489820 h 519652"/>
                  <a:gd name="connsiteX3" fmla="*/ 903 w 463171"/>
                  <a:gd name="connsiteY3" fmla="*/ 118069 h 519652"/>
                  <a:gd name="connsiteX4" fmla="*/ 29833 w 463171"/>
                  <a:gd name="connsiteY4" fmla="*/ 71781 h 519652"/>
                  <a:gd name="connsiteX5" fmla="*/ 326366 w 463171"/>
                  <a:gd name="connsiteY5" fmla="*/ 903 h 519652"/>
                  <a:gd name="connsiteX6" fmla="*/ 372653 w 463171"/>
                  <a:gd name="connsiteY6" fmla="*/ 29833 h 519652"/>
                  <a:gd name="connsiteX7" fmla="*/ 462337 w 463171"/>
                  <a:gd name="connsiteY7" fmla="*/ 401584 h 519652"/>
                  <a:gd name="connsiteX8" fmla="*/ 433407 w 463171"/>
                  <a:gd name="connsiteY8" fmla="*/ 447872 h 519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3171" h="519652">
                    <a:moveTo>
                      <a:pt x="433407" y="447872"/>
                    </a:moveTo>
                    <a:lnTo>
                      <a:pt x="136874" y="518750"/>
                    </a:lnTo>
                    <a:cubicBezTo>
                      <a:pt x="116623" y="523090"/>
                      <a:pt x="94925" y="511517"/>
                      <a:pt x="90586" y="489820"/>
                    </a:cubicBezTo>
                    <a:lnTo>
                      <a:pt x="903" y="118069"/>
                    </a:lnTo>
                    <a:cubicBezTo>
                      <a:pt x="-3437" y="97818"/>
                      <a:pt x="8135" y="76121"/>
                      <a:pt x="29833" y="71781"/>
                    </a:cubicBezTo>
                    <a:lnTo>
                      <a:pt x="326366" y="903"/>
                    </a:lnTo>
                    <a:cubicBezTo>
                      <a:pt x="346617" y="-3437"/>
                      <a:pt x="368314" y="8135"/>
                      <a:pt x="372653" y="29833"/>
                    </a:cubicBezTo>
                    <a:lnTo>
                      <a:pt x="462337" y="401584"/>
                    </a:lnTo>
                    <a:cubicBezTo>
                      <a:pt x="466676" y="421834"/>
                      <a:pt x="453658" y="442086"/>
                      <a:pt x="433407" y="447872"/>
                    </a:cubicBezTo>
                    <a:close/>
                  </a:path>
                </a:pathLst>
              </a:custGeom>
              <a:solidFill>
                <a:schemeClr val="accent1"/>
              </a:solidFill>
              <a:ln w="14465" cap="flat">
                <a:noFill/>
                <a:prstDash val="solid"/>
                <a:miter/>
              </a:ln>
            </p:spPr>
            <p:txBody>
              <a:bodyPr rtlCol="0" anchor="ctr"/>
              <a:lstStyle/>
              <a:p>
                <a:endParaRPr lang="en-US" dirty="0"/>
              </a:p>
            </p:txBody>
          </p:sp>
          <p:sp>
            <p:nvSpPr>
              <p:cNvPr id="393" name="Freeform: Shape 392">
                <a:extLst>
                  <a:ext uri="{FF2B5EF4-FFF2-40B4-BE49-F238E27FC236}">
                    <a16:creationId xmlns:a16="http://schemas.microsoft.com/office/drawing/2014/main" id="{18DDBAB0-D557-46FC-89C3-36F39849F0BA}"/>
                  </a:ext>
                </a:extLst>
              </p:cNvPr>
              <p:cNvSpPr/>
              <p:nvPr/>
            </p:nvSpPr>
            <p:spPr>
              <a:xfrm>
                <a:off x="1594245" y="2094993"/>
                <a:ext cx="462737" cy="518206"/>
              </a:xfrm>
              <a:custGeom>
                <a:avLst/>
                <a:gdLst>
                  <a:gd name="connsiteX0" fmla="*/ 431960 w 462737"/>
                  <a:gd name="connsiteY0" fmla="*/ 446425 h 518206"/>
                  <a:gd name="connsiteX1" fmla="*/ 135427 w 462737"/>
                  <a:gd name="connsiteY1" fmla="*/ 517304 h 518206"/>
                  <a:gd name="connsiteX2" fmla="*/ 89139 w 462737"/>
                  <a:gd name="connsiteY2" fmla="*/ 488374 h 518206"/>
                  <a:gd name="connsiteX3" fmla="*/ 903 w 462737"/>
                  <a:gd name="connsiteY3" fmla="*/ 118069 h 518206"/>
                  <a:gd name="connsiteX4" fmla="*/ 29833 w 462737"/>
                  <a:gd name="connsiteY4" fmla="*/ 71781 h 518206"/>
                  <a:gd name="connsiteX5" fmla="*/ 326366 w 462737"/>
                  <a:gd name="connsiteY5" fmla="*/ 903 h 518206"/>
                  <a:gd name="connsiteX6" fmla="*/ 372653 w 462737"/>
                  <a:gd name="connsiteY6" fmla="*/ 29833 h 518206"/>
                  <a:gd name="connsiteX7" fmla="*/ 462336 w 462737"/>
                  <a:gd name="connsiteY7" fmla="*/ 401584 h 518206"/>
                  <a:gd name="connsiteX8" fmla="*/ 431960 w 462737"/>
                  <a:gd name="connsiteY8" fmla="*/ 446425 h 51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737" h="518206">
                    <a:moveTo>
                      <a:pt x="431960" y="446425"/>
                    </a:moveTo>
                    <a:lnTo>
                      <a:pt x="135427" y="517304"/>
                    </a:lnTo>
                    <a:cubicBezTo>
                      <a:pt x="115176" y="521643"/>
                      <a:pt x="93479" y="510071"/>
                      <a:pt x="89139" y="488374"/>
                    </a:cubicBezTo>
                    <a:lnTo>
                      <a:pt x="903" y="118069"/>
                    </a:lnTo>
                    <a:cubicBezTo>
                      <a:pt x="-3437" y="97818"/>
                      <a:pt x="8135" y="76121"/>
                      <a:pt x="29833" y="71781"/>
                    </a:cubicBezTo>
                    <a:lnTo>
                      <a:pt x="326366" y="903"/>
                    </a:lnTo>
                    <a:cubicBezTo>
                      <a:pt x="346616" y="-3437"/>
                      <a:pt x="368314" y="8135"/>
                      <a:pt x="372653" y="29833"/>
                    </a:cubicBezTo>
                    <a:lnTo>
                      <a:pt x="462336" y="401584"/>
                    </a:lnTo>
                    <a:cubicBezTo>
                      <a:pt x="465230" y="421835"/>
                      <a:pt x="452211" y="442086"/>
                      <a:pt x="431960" y="446425"/>
                    </a:cubicBezTo>
                    <a:close/>
                  </a:path>
                </a:pathLst>
              </a:custGeom>
              <a:solidFill>
                <a:schemeClr val="accent1">
                  <a:lumMod val="20000"/>
                  <a:lumOff val="80000"/>
                </a:schemeClr>
              </a:solidFill>
              <a:ln w="14465" cap="flat">
                <a:noFill/>
                <a:prstDash val="solid"/>
                <a:miter/>
              </a:ln>
            </p:spPr>
            <p:txBody>
              <a:bodyPr rtlCol="0" anchor="ctr"/>
              <a:lstStyle/>
              <a:p>
                <a:endParaRPr lang="en-US"/>
              </a:p>
            </p:txBody>
          </p:sp>
          <p:sp>
            <p:nvSpPr>
              <p:cNvPr id="394" name="Freeform: Shape 393">
                <a:extLst>
                  <a:ext uri="{FF2B5EF4-FFF2-40B4-BE49-F238E27FC236}">
                    <a16:creationId xmlns:a16="http://schemas.microsoft.com/office/drawing/2014/main" id="{E5CD9295-5C05-41D5-AE36-9B0CFC17CDA0}"/>
                  </a:ext>
                </a:extLst>
              </p:cNvPr>
              <p:cNvSpPr/>
              <p:nvPr/>
            </p:nvSpPr>
            <p:spPr>
              <a:xfrm>
                <a:off x="1631996" y="2131297"/>
                <a:ext cx="313965" cy="150027"/>
              </a:xfrm>
              <a:custGeom>
                <a:avLst/>
                <a:gdLst>
                  <a:gd name="connsiteX0" fmla="*/ 31137 w 313965"/>
                  <a:gd name="connsiteY0" fmla="*/ 149750 h 150027"/>
                  <a:gd name="connsiteX1" fmla="*/ 303079 w 313965"/>
                  <a:gd name="connsiteY1" fmla="*/ 84658 h 150027"/>
                  <a:gd name="connsiteX2" fmla="*/ 313205 w 313965"/>
                  <a:gd name="connsiteY2" fmla="*/ 67300 h 150027"/>
                  <a:gd name="connsiteX3" fmla="*/ 300186 w 313965"/>
                  <a:gd name="connsiteY3" fmla="*/ 10886 h 150027"/>
                  <a:gd name="connsiteX4" fmla="*/ 282828 w 313965"/>
                  <a:gd name="connsiteY4" fmla="*/ 761 h 150027"/>
                  <a:gd name="connsiteX5" fmla="*/ 10886 w 313965"/>
                  <a:gd name="connsiteY5" fmla="*/ 65853 h 150027"/>
                  <a:gd name="connsiteX6" fmla="*/ 761 w 313965"/>
                  <a:gd name="connsiteY6" fmla="*/ 83211 h 150027"/>
                  <a:gd name="connsiteX7" fmla="*/ 13779 w 313965"/>
                  <a:gd name="connsiteY7" fmla="*/ 139625 h 150027"/>
                  <a:gd name="connsiteX8" fmla="*/ 31137 w 313965"/>
                  <a:gd name="connsiteY8" fmla="*/ 149750 h 15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965" h="150027">
                    <a:moveTo>
                      <a:pt x="31137" y="149750"/>
                    </a:moveTo>
                    <a:lnTo>
                      <a:pt x="303079" y="84658"/>
                    </a:lnTo>
                    <a:cubicBezTo>
                      <a:pt x="310312" y="83211"/>
                      <a:pt x="316098" y="74532"/>
                      <a:pt x="313205" y="67300"/>
                    </a:cubicBezTo>
                    <a:lnTo>
                      <a:pt x="300186" y="10886"/>
                    </a:lnTo>
                    <a:cubicBezTo>
                      <a:pt x="298740" y="3654"/>
                      <a:pt x="290061" y="-2132"/>
                      <a:pt x="282828" y="761"/>
                    </a:cubicBezTo>
                    <a:lnTo>
                      <a:pt x="10886" y="65853"/>
                    </a:lnTo>
                    <a:cubicBezTo>
                      <a:pt x="3654" y="67300"/>
                      <a:pt x="-2132" y="75979"/>
                      <a:pt x="761" y="83211"/>
                    </a:cubicBezTo>
                    <a:lnTo>
                      <a:pt x="13779" y="139625"/>
                    </a:lnTo>
                    <a:cubicBezTo>
                      <a:pt x="15226" y="146857"/>
                      <a:pt x="22458" y="151197"/>
                      <a:pt x="31137" y="149750"/>
                    </a:cubicBezTo>
                    <a:close/>
                  </a:path>
                </a:pathLst>
              </a:custGeom>
              <a:solidFill>
                <a:schemeClr val="accent1"/>
              </a:solidFill>
              <a:ln w="14465" cap="flat">
                <a:noFill/>
                <a:prstDash val="solid"/>
                <a:miter/>
              </a:ln>
            </p:spPr>
            <p:txBody>
              <a:bodyPr rtlCol="0" anchor="ctr"/>
              <a:lstStyle/>
              <a:p>
                <a:endParaRPr lang="en-US" dirty="0"/>
              </a:p>
            </p:txBody>
          </p:sp>
          <p:sp>
            <p:nvSpPr>
              <p:cNvPr id="395" name="Freeform: Shape 394">
                <a:extLst>
                  <a:ext uri="{FF2B5EF4-FFF2-40B4-BE49-F238E27FC236}">
                    <a16:creationId xmlns:a16="http://schemas.microsoft.com/office/drawing/2014/main" id="{BA0229C0-6D8E-4E4F-882F-473836534A48}"/>
                  </a:ext>
                </a:extLst>
              </p:cNvPr>
              <p:cNvSpPr/>
              <p:nvPr/>
            </p:nvSpPr>
            <p:spPr>
              <a:xfrm>
                <a:off x="1636816" y="2137564"/>
                <a:ext cx="304325" cy="139424"/>
              </a:xfrm>
              <a:custGeom>
                <a:avLst/>
                <a:gdLst>
                  <a:gd name="connsiteX0" fmla="*/ 26317 w 304325"/>
                  <a:gd name="connsiteY0" fmla="*/ 139144 h 139424"/>
                  <a:gd name="connsiteX1" fmla="*/ 295366 w 304325"/>
                  <a:gd name="connsiteY1" fmla="*/ 75498 h 139424"/>
                  <a:gd name="connsiteX2" fmla="*/ 304045 w 304325"/>
                  <a:gd name="connsiteY2" fmla="*/ 62480 h 139424"/>
                  <a:gd name="connsiteX3" fmla="*/ 291027 w 304325"/>
                  <a:gd name="connsiteY3" fmla="*/ 8959 h 139424"/>
                  <a:gd name="connsiteX4" fmla="*/ 278009 w 304325"/>
                  <a:gd name="connsiteY4" fmla="*/ 280 h 139424"/>
                  <a:gd name="connsiteX5" fmla="*/ 8959 w 304325"/>
                  <a:gd name="connsiteY5" fmla="*/ 63926 h 139424"/>
                  <a:gd name="connsiteX6" fmla="*/ 280 w 304325"/>
                  <a:gd name="connsiteY6" fmla="*/ 76945 h 139424"/>
                  <a:gd name="connsiteX7" fmla="*/ 13299 w 304325"/>
                  <a:gd name="connsiteY7" fmla="*/ 130465 h 139424"/>
                  <a:gd name="connsiteX8" fmla="*/ 26317 w 304325"/>
                  <a:gd name="connsiteY8" fmla="*/ 139144 h 139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325" h="139424">
                    <a:moveTo>
                      <a:pt x="26317" y="139144"/>
                    </a:moveTo>
                    <a:lnTo>
                      <a:pt x="295366" y="75498"/>
                    </a:lnTo>
                    <a:cubicBezTo>
                      <a:pt x="301153" y="74052"/>
                      <a:pt x="305492" y="68266"/>
                      <a:pt x="304045" y="62480"/>
                    </a:cubicBezTo>
                    <a:lnTo>
                      <a:pt x="291027" y="8959"/>
                    </a:lnTo>
                    <a:cubicBezTo>
                      <a:pt x="289580" y="3173"/>
                      <a:pt x="283795" y="-1166"/>
                      <a:pt x="278009" y="280"/>
                    </a:cubicBezTo>
                    <a:lnTo>
                      <a:pt x="8959" y="63926"/>
                    </a:lnTo>
                    <a:cubicBezTo>
                      <a:pt x="3173" y="65373"/>
                      <a:pt x="-1166" y="71159"/>
                      <a:pt x="280" y="76945"/>
                    </a:cubicBezTo>
                    <a:lnTo>
                      <a:pt x="13299" y="130465"/>
                    </a:lnTo>
                    <a:cubicBezTo>
                      <a:pt x="14745" y="136251"/>
                      <a:pt x="20531" y="140591"/>
                      <a:pt x="26317" y="139144"/>
                    </a:cubicBezTo>
                    <a:close/>
                  </a:path>
                </a:pathLst>
              </a:custGeom>
              <a:solidFill>
                <a:schemeClr val="accent1">
                  <a:lumMod val="40000"/>
                  <a:lumOff val="60000"/>
                </a:schemeClr>
              </a:solidFill>
              <a:ln w="14465" cap="flat">
                <a:noFill/>
                <a:prstDash val="solid"/>
                <a:miter/>
              </a:ln>
            </p:spPr>
            <p:txBody>
              <a:bodyPr rtlCol="0" anchor="ctr"/>
              <a:lstStyle/>
              <a:p>
                <a:endParaRPr lang="en-US"/>
              </a:p>
            </p:txBody>
          </p:sp>
          <p:grpSp>
            <p:nvGrpSpPr>
              <p:cNvPr id="396" name="Graphic 205">
                <a:extLst>
                  <a:ext uri="{FF2B5EF4-FFF2-40B4-BE49-F238E27FC236}">
                    <a16:creationId xmlns:a16="http://schemas.microsoft.com/office/drawing/2014/main" id="{EDD2BA35-87AD-417F-AA53-BB42664AA3EC}"/>
                  </a:ext>
                </a:extLst>
              </p:cNvPr>
              <p:cNvGrpSpPr/>
              <p:nvPr/>
            </p:nvGrpSpPr>
            <p:grpSpPr>
              <a:xfrm>
                <a:off x="1658517" y="2254733"/>
                <a:ext cx="315891" cy="140864"/>
                <a:chOff x="1658517" y="2254733"/>
                <a:chExt cx="315891" cy="140864"/>
              </a:xfrm>
            </p:grpSpPr>
            <p:grpSp>
              <p:nvGrpSpPr>
                <p:cNvPr id="397" name="Graphic 205">
                  <a:extLst>
                    <a:ext uri="{FF2B5EF4-FFF2-40B4-BE49-F238E27FC236}">
                      <a16:creationId xmlns:a16="http://schemas.microsoft.com/office/drawing/2014/main" id="{EDD2BA35-87AD-417F-AA53-BB42664AA3EC}"/>
                    </a:ext>
                  </a:extLst>
                </p:cNvPr>
                <p:cNvGrpSpPr/>
                <p:nvPr/>
              </p:nvGrpSpPr>
              <p:grpSpPr>
                <a:xfrm>
                  <a:off x="1901529" y="2254733"/>
                  <a:ext cx="72879" cy="82173"/>
                  <a:chOff x="1901529" y="2254733"/>
                  <a:chExt cx="72879" cy="82173"/>
                </a:xfrm>
              </p:grpSpPr>
              <p:sp>
                <p:nvSpPr>
                  <p:cNvPr id="398" name="Freeform: Shape 397">
                    <a:extLst>
                      <a:ext uri="{FF2B5EF4-FFF2-40B4-BE49-F238E27FC236}">
                        <a16:creationId xmlns:a16="http://schemas.microsoft.com/office/drawing/2014/main" id="{5B843C21-F9A4-41CD-BDB2-55F5013F1ECC}"/>
                      </a:ext>
                    </a:extLst>
                  </p:cNvPr>
                  <p:cNvSpPr/>
                  <p:nvPr/>
                </p:nvSpPr>
                <p:spPr>
                  <a:xfrm>
                    <a:off x="1901529" y="2254733"/>
                    <a:ext cx="72879" cy="82173"/>
                  </a:xfrm>
                  <a:custGeom>
                    <a:avLst/>
                    <a:gdLst>
                      <a:gd name="connsiteX0" fmla="*/ 27761 w 72879"/>
                      <a:gd name="connsiteY0" fmla="*/ 81281 h 82173"/>
                      <a:gd name="connsiteX1" fmla="*/ 62477 w 72879"/>
                      <a:gd name="connsiteY1" fmla="*/ 72602 h 82173"/>
                      <a:gd name="connsiteX2" fmla="*/ 72602 w 72879"/>
                      <a:gd name="connsiteY2" fmla="*/ 56691 h 82173"/>
                      <a:gd name="connsiteX3" fmla="*/ 61030 w 72879"/>
                      <a:gd name="connsiteY3" fmla="*/ 10403 h 82173"/>
                      <a:gd name="connsiteX4" fmla="*/ 45119 w 72879"/>
                      <a:gd name="connsiteY4" fmla="*/ 277 h 82173"/>
                      <a:gd name="connsiteX5" fmla="*/ 10403 w 72879"/>
                      <a:gd name="connsiteY5" fmla="*/ 8956 h 82173"/>
                      <a:gd name="connsiteX6" fmla="*/ 277 w 72879"/>
                      <a:gd name="connsiteY6" fmla="*/ 24868 h 82173"/>
                      <a:gd name="connsiteX7" fmla="*/ 11849 w 72879"/>
                      <a:gd name="connsiteY7" fmla="*/ 71156 h 82173"/>
                      <a:gd name="connsiteX8" fmla="*/ 27761 w 72879"/>
                      <a:gd name="connsiteY8" fmla="*/ 81281 h 82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79" h="82173">
                        <a:moveTo>
                          <a:pt x="27761" y="81281"/>
                        </a:moveTo>
                        <a:lnTo>
                          <a:pt x="62477" y="72602"/>
                        </a:lnTo>
                        <a:cubicBezTo>
                          <a:pt x="69709" y="71156"/>
                          <a:pt x="74049" y="63923"/>
                          <a:pt x="72602" y="56691"/>
                        </a:cubicBezTo>
                        <a:lnTo>
                          <a:pt x="61030" y="10403"/>
                        </a:lnTo>
                        <a:cubicBezTo>
                          <a:pt x="59584" y="3170"/>
                          <a:pt x="52351" y="-1169"/>
                          <a:pt x="45119" y="277"/>
                        </a:cubicBezTo>
                        <a:lnTo>
                          <a:pt x="10403" y="8956"/>
                        </a:lnTo>
                        <a:cubicBezTo>
                          <a:pt x="3170" y="10403"/>
                          <a:pt x="-1169" y="17635"/>
                          <a:pt x="277" y="24868"/>
                        </a:cubicBezTo>
                        <a:lnTo>
                          <a:pt x="11849" y="71156"/>
                        </a:lnTo>
                        <a:cubicBezTo>
                          <a:pt x="14742" y="79835"/>
                          <a:pt x="21975" y="84174"/>
                          <a:pt x="27761" y="81281"/>
                        </a:cubicBezTo>
                        <a:close/>
                      </a:path>
                    </a:pathLst>
                  </a:custGeom>
                  <a:solidFill>
                    <a:schemeClr val="accent1"/>
                  </a:solidFill>
                  <a:ln w="14465" cap="flat">
                    <a:noFill/>
                    <a:prstDash val="solid"/>
                    <a:miter/>
                  </a:ln>
                </p:spPr>
                <p:txBody>
                  <a:bodyPr rtlCol="0" anchor="ctr"/>
                  <a:lstStyle/>
                  <a:p>
                    <a:endParaRPr lang="en-US"/>
                  </a:p>
                </p:txBody>
              </p:sp>
              <p:sp>
                <p:nvSpPr>
                  <p:cNvPr id="399" name="Freeform: Shape 398">
                    <a:extLst>
                      <a:ext uri="{FF2B5EF4-FFF2-40B4-BE49-F238E27FC236}">
                        <a16:creationId xmlns:a16="http://schemas.microsoft.com/office/drawing/2014/main" id="{082E4215-C03F-424B-8D2F-3D57C45A3A3F}"/>
                      </a:ext>
                    </a:extLst>
                  </p:cNvPr>
                  <p:cNvSpPr/>
                  <p:nvPr/>
                </p:nvSpPr>
                <p:spPr>
                  <a:xfrm>
                    <a:off x="1908662" y="2261867"/>
                    <a:ext cx="60059" cy="70184"/>
                  </a:xfrm>
                  <a:custGeom>
                    <a:avLst/>
                    <a:gdLst>
                      <a:gd name="connsiteX0" fmla="*/ 20627 w 60059"/>
                      <a:gd name="connsiteY0" fmla="*/ 69808 h 70184"/>
                      <a:gd name="connsiteX1" fmla="*/ 53897 w 60059"/>
                      <a:gd name="connsiteY1" fmla="*/ 61129 h 70184"/>
                      <a:gd name="connsiteX2" fmla="*/ 59683 w 60059"/>
                      <a:gd name="connsiteY2" fmla="*/ 51004 h 70184"/>
                      <a:gd name="connsiteX3" fmla="*/ 49557 w 60059"/>
                      <a:gd name="connsiteY3" fmla="*/ 6162 h 70184"/>
                      <a:gd name="connsiteX4" fmla="*/ 39432 w 60059"/>
                      <a:gd name="connsiteY4" fmla="*/ 376 h 70184"/>
                      <a:gd name="connsiteX5" fmla="*/ 6162 w 60059"/>
                      <a:gd name="connsiteY5" fmla="*/ 9055 h 70184"/>
                      <a:gd name="connsiteX6" fmla="*/ 376 w 60059"/>
                      <a:gd name="connsiteY6" fmla="*/ 19181 h 70184"/>
                      <a:gd name="connsiteX7" fmla="*/ 10502 w 60059"/>
                      <a:gd name="connsiteY7" fmla="*/ 64022 h 70184"/>
                      <a:gd name="connsiteX8" fmla="*/ 20627 w 60059"/>
                      <a:gd name="connsiteY8" fmla="*/ 69808 h 7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59" h="70184">
                        <a:moveTo>
                          <a:pt x="20627" y="69808"/>
                        </a:moveTo>
                        <a:lnTo>
                          <a:pt x="53897" y="61129"/>
                        </a:lnTo>
                        <a:cubicBezTo>
                          <a:pt x="58236" y="59683"/>
                          <a:pt x="61129" y="55343"/>
                          <a:pt x="59683" y="51004"/>
                        </a:cubicBezTo>
                        <a:lnTo>
                          <a:pt x="49557" y="6162"/>
                        </a:lnTo>
                        <a:cubicBezTo>
                          <a:pt x="48111" y="1823"/>
                          <a:pt x="43771" y="-1070"/>
                          <a:pt x="39432" y="376"/>
                        </a:cubicBezTo>
                        <a:lnTo>
                          <a:pt x="6162" y="9055"/>
                        </a:lnTo>
                        <a:cubicBezTo>
                          <a:pt x="1823" y="10502"/>
                          <a:pt x="-1070" y="14841"/>
                          <a:pt x="376" y="19181"/>
                        </a:cubicBezTo>
                        <a:lnTo>
                          <a:pt x="10502" y="64022"/>
                        </a:lnTo>
                        <a:cubicBezTo>
                          <a:pt x="10502" y="68362"/>
                          <a:pt x="16288" y="71255"/>
                          <a:pt x="20627" y="69808"/>
                        </a:cubicBezTo>
                        <a:close/>
                      </a:path>
                    </a:pathLst>
                  </a:custGeom>
                  <a:solidFill>
                    <a:schemeClr val="accent1">
                      <a:lumMod val="60000"/>
                      <a:lumOff val="40000"/>
                    </a:schemeClr>
                  </a:solidFill>
                  <a:ln w="14465" cap="flat">
                    <a:noFill/>
                    <a:prstDash val="solid"/>
                    <a:miter/>
                  </a:ln>
                </p:spPr>
                <p:txBody>
                  <a:bodyPr rtlCol="0" anchor="ctr"/>
                  <a:lstStyle/>
                  <a:p>
                    <a:endParaRPr lang="en-US"/>
                  </a:p>
                </p:txBody>
              </p:sp>
            </p:grpSp>
            <p:grpSp>
              <p:nvGrpSpPr>
                <p:cNvPr id="400" name="Graphic 205">
                  <a:extLst>
                    <a:ext uri="{FF2B5EF4-FFF2-40B4-BE49-F238E27FC236}">
                      <a16:creationId xmlns:a16="http://schemas.microsoft.com/office/drawing/2014/main" id="{EDD2BA35-87AD-417F-AA53-BB42664AA3EC}"/>
                    </a:ext>
                  </a:extLst>
                </p:cNvPr>
                <p:cNvGrpSpPr/>
                <p:nvPr/>
              </p:nvGrpSpPr>
              <p:grpSpPr>
                <a:xfrm>
                  <a:off x="1820525" y="2274984"/>
                  <a:ext cx="72879" cy="81558"/>
                  <a:chOff x="1820525" y="2274984"/>
                  <a:chExt cx="72879" cy="81558"/>
                </a:xfrm>
              </p:grpSpPr>
              <p:sp>
                <p:nvSpPr>
                  <p:cNvPr id="401" name="Freeform: Shape 400">
                    <a:extLst>
                      <a:ext uri="{FF2B5EF4-FFF2-40B4-BE49-F238E27FC236}">
                        <a16:creationId xmlns:a16="http://schemas.microsoft.com/office/drawing/2014/main" id="{85112249-0B01-4B0F-B5F8-08C101AE5BD1}"/>
                      </a:ext>
                    </a:extLst>
                  </p:cNvPr>
                  <p:cNvSpPr/>
                  <p:nvPr/>
                </p:nvSpPr>
                <p:spPr>
                  <a:xfrm>
                    <a:off x="1820525" y="2274984"/>
                    <a:ext cx="72879" cy="81558"/>
                  </a:xfrm>
                  <a:custGeom>
                    <a:avLst/>
                    <a:gdLst>
                      <a:gd name="connsiteX0" fmla="*/ 27761 w 72879"/>
                      <a:gd name="connsiteY0" fmla="*/ 81281 h 81558"/>
                      <a:gd name="connsiteX1" fmla="*/ 62477 w 72879"/>
                      <a:gd name="connsiteY1" fmla="*/ 72602 h 81558"/>
                      <a:gd name="connsiteX2" fmla="*/ 72602 w 72879"/>
                      <a:gd name="connsiteY2" fmla="*/ 56691 h 81558"/>
                      <a:gd name="connsiteX3" fmla="*/ 61030 w 72879"/>
                      <a:gd name="connsiteY3" fmla="*/ 10403 h 81558"/>
                      <a:gd name="connsiteX4" fmla="*/ 45119 w 72879"/>
                      <a:gd name="connsiteY4" fmla="*/ 277 h 81558"/>
                      <a:gd name="connsiteX5" fmla="*/ 10403 w 72879"/>
                      <a:gd name="connsiteY5" fmla="*/ 8956 h 81558"/>
                      <a:gd name="connsiteX6" fmla="*/ 277 w 72879"/>
                      <a:gd name="connsiteY6" fmla="*/ 24868 h 81558"/>
                      <a:gd name="connsiteX7" fmla="*/ 11849 w 72879"/>
                      <a:gd name="connsiteY7" fmla="*/ 71156 h 81558"/>
                      <a:gd name="connsiteX8" fmla="*/ 27761 w 72879"/>
                      <a:gd name="connsiteY8" fmla="*/ 81281 h 81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79" h="81558">
                        <a:moveTo>
                          <a:pt x="27761" y="81281"/>
                        </a:moveTo>
                        <a:lnTo>
                          <a:pt x="62477" y="72602"/>
                        </a:lnTo>
                        <a:cubicBezTo>
                          <a:pt x="69709" y="71156"/>
                          <a:pt x="74049" y="63923"/>
                          <a:pt x="72602" y="56691"/>
                        </a:cubicBezTo>
                        <a:lnTo>
                          <a:pt x="61030" y="10403"/>
                        </a:lnTo>
                        <a:cubicBezTo>
                          <a:pt x="59584" y="3170"/>
                          <a:pt x="52351" y="-1169"/>
                          <a:pt x="45119" y="277"/>
                        </a:cubicBezTo>
                        <a:lnTo>
                          <a:pt x="10403" y="8956"/>
                        </a:lnTo>
                        <a:cubicBezTo>
                          <a:pt x="3170" y="10403"/>
                          <a:pt x="-1169" y="17635"/>
                          <a:pt x="277" y="24868"/>
                        </a:cubicBezTo>
                        <a:lnTo>
                          <a:pt x="11849" y="71156"/>
                        </a:lnTo>
                        <a:cubicBezTo>
                          <a:pt x="14742" y="78388"/>
                          <a:pt x="20528" y="82728"/>
                          <a:pt x="27761" y="81281"/>
                        </a:cubicBezTo>
                        <a:close/>
                      </a:path>
                    </a:pathLst>
                  </a:custGeom>
                  <a:solidFill>
                    <a:schemeClr val="accent1"/>
                  </a:solidFill>
                  <a:ln w="14465" cap="flat">
                    <a:noFill/>
                    <a:prstDash val="solid"/>
                    <a:miter/>
                  </a:ln>
                </p:spPr>
                <p:txBody>
                  <a:bodyPr rtlCol="0" anchor="ctr"/>
                  <a:lstStyle/>
                  <a:p>
                    <a:endParaRPr lang="en-US"/>
                  </a:p>
                </p:txBody>
              </p:sp>
              <p:sp>
                <p:nvSpPr>
                  <p:cNvPr id="402" name="Freeform: Shape 401">
                    <a:extLst>
                      <a:ext uri="{FF2B5EF4-FFF2-40B4-BE49-F238E27FC236}">
                        <a16:creationId xmlns:a16="http://schemas.microsoft.com/office/drawing/2014/main" id="{67A042B5-7940-4FF4-9095-AE31CA0285B4}"/>
                      </a:ext>
                    </a:extLst>
                  </p:cNvPr>
                  <p:cNvSpPr/>
                  <p:nvPr/>
                </p:nvSpPr>
                <p:spPr>
                  <a:xfrm>
                    <a:off x="1826212" y="2280671"/>
                    <a:ext cx="60059" cy="70184"/>
                  </a:xfrm>
                  <a:custGeom>
                    <a:avLst/>
                    <a:gdLst>
                      <a:gd name="connsiteX0" fmla="*/ 20627 w 60059"/>
                      <a:gd name="connsiteY0" fmla="*/ 69808 h 70184"/>
                      <a:gd name="connsiteX1" fmla="*/ 53897 w 60059"/>
                      <a:gd name="connsiteY1" fmla="*/ 61129 h 70184"/>
                      <a:gd name="connsiteX2" fmla="*/ 59683 w 60059"/>
                      <a:gd name="connsiteY2" fmla="*/ 51004 h 70184"/>
                      <a:gd name="connsiteX3" fmla="*/ 49557 w 60059"/>
                      <a:gd name="connsiteY3" fmla="*/ 6162 h 70184"/>
                      <a:gd name="connsiteX4" fmla="*/ 39432 w 60059"/>
                      <a:gd name="connsiteY4" fmla="*/ 376 h 70184"/>
                      <a:gd name="connsiteX5" fmla="*/ 6162 w 60059"/>
                      <a:gd name="connsiteY5" fmla="*/ 9055 h 70184"/>
                      <a:gd name="connsiteX6" fmla="*/ 376 w 60059"/>
                      <a:gd name="connsiteY6" fmla="*/ 19181 h 70184"/>
                      <a:gd name="connsiteX7" fmla="*/ 10502 w 60059"/>
                      <a:gd name="connsiteY7" fmla="*/ 64022 h 70184"/>
                      <a:gd name="connsiteX8" fmla="*/ 20627 w 60059"/>
                      <a:gd name="connsiteY8" fmla="*/ 69808 h 7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59" h="70184">
                        <a:moveTo>
                          <a:pt x="20627" y="69808"/>
                        </a:moveTo>
                        <a:lnTo>
                          <a:pt x="53897" y="61129"/>
                        </a:lnTo>
                        <a:cubicBezTo>
                          <a:pt x="58236" y="59683"/>
                          <a:pt x="61129" y="55343"/>
                          <a:pt x="59683" y="51004"/>
                        </a:cubicBezTo>
                        <a:lnTo>
                          <a:pt x="49557" y="6162"/>
                        </a:lnTo>
                        <a:cubicBezTo>
                          <a:pt x="48111" y="1823"/>
                          <a:pt x="43771" y="-1070"/>
                          <a:pt x="39432" y="376"/>
                        </a:cubicBezTo>
                        <a:lnTo>
                          <a:pt x="6162" y="9055"/>
                        </a:lnTo>
                        <a:cubicBezTo>
                          <a:pt x="1823" y="10502"/>
                          <a:pt x="-1070" y="14841"/>
                          <a:pt x="376" y="19181"/>
                        </a:cubicBezTo>
                        <a:lnTo>
                          <a:pt x="10502" y="64022"/>
                        </a:lnTo>
                        <a:cubicBezTo>
                          <a:pt x="11948" y="68362"/>
                          <a:pt x="16288" y="71255"/>
                          <a:pt x="20627" y="69808"/>
                        </a:cubicBezTo>
                        <a:close/>
                      </a:path>
                    </a:pathLst>
                  </a:custGeom>
                  <a:solidFill>
                    <a:schemeClr val="accent1">
                      <a:lumMod val="60000"/>
                      <a:lumOff val="40000"/>
                    </a:schemeClr>
                  </a:solidFill>
                  <a:ln w="14465" cap="flat">
                    <a:noFill/>
                    <a:prstDash val="solid"/>
                    <a:miter/>
                  </a:ln>
                </p:spPr>
                <p:txBody>
                  <a:bodyPr rtlCol="0" anchor="ctr"/>
                  <a:lstStyle/>
                  <a:p>
                    <a:endParaRPr lang="en-US"/>
                  </a:p>
                </p:txBody>
              </p:sp>
            </p:grpSp>
            <p:grpSp>
              <p:nvGrpSpPr>
                <p:cNvPr id="403" name="Graphic 205">
                  <a:extLst>
                    <a:ext uri="{FF2B5EF4-FFF2-40B4-BE49-F238E27FC236}">
                      <a16:creationId xmlns:a16="http://schemas.microsoft.com/office/drawing/2014/main" id="{EDD2BA35-87AD-417F-AA53-BB42664AA3EC}"/>
                    </a:ext>
                  </a:extLst>
                </p:cNvPr>
                <p:cNvGrpSpPr/>
                <p:nvPr/>
              </p:nvGrpSpPr>
              <p:grpSpPr>
                <a:xfrm>
                  <a:off x="1739521" y="2293789"/>
                  <a:ext cx="72879" cy="81636"/>
                  <a:chOff x="1739521" y="2293789"/>
                  <a:chExt cx="72879" cy="81636"/>
                </a:xfrm>
              </p:grpSpPr>
              <p:sp>
                <p:nvSpPr>
                  <p:cNvPr id="404" name="Freeform: Shape 403">
                    <a:extLst>
                      <a:ext uri="{FF2B5EF4-FFF2-40B4-BE49-F238E27FC236}">
                        <a16:creationId xmlns:a16="http://schemas.microsoft.com/office/drawing/2014/main" id="{10920D47-0E3E-45BC-ADFC-C72871712DD2}"/>
                      </a:ext>
                    </a:extLst>
                  </p:cNvPr>
                  <p:cNvSpPr/>
                  <p:nvPr/>
                </p:nvSpPr>
                <p:spPr>
                  <a:xfrm>
                    <a:off x="1739521" y="2293789"/>
                    <a:ext cx="72879" cy="81636"/>
                  </a:xfrm>
                  <a:custGeom>
                    <a:avLst/>
                    <a:gdLst>
                      <a:gd name="connsiteX0" fmla="*/ 27761 w 72879"/>
                      <a:gd name="connsiteY0" fmla="*/ 81281 h 81636"/>
                      <a:gd name="connsiteX1" fmla="*/ 62477 w 72879"/>
                      <a:gd name="connsiteY1" fmla="*/ 72602 h 81636"/>
                      <a:gd name="connsiteX2" fmla="*/ 72602 w 72879"/>
                      <a:gd name="connsiteY2" fmla="*/ 56691 h 81636"/>
                      <a:gd name="connsiteX3" fmla="*/ 61030 w 72879"/>
                      <a:gd name="connsiteY3" fmla="*/ 10403 h 81636"/>
                      <a:gd name="connsiteX4" fmla="*/ 45119 w 72879"/>
                      <a:gd name="connsiteY4" fmla="*/ 277 h 81636"/>
                      <a:gd name="connsiteX5" fmla="*/ 10403 w 72879"/>
                      <a:gd name="connsiteY5" fmla="*/ 8956 h 81636"/>
                      <a:gd name="connsiteX6" fmla="*/ 277 w 72879"/>
                      <a:gd name="connsiteY6" fmla="*/ 24868 h 81636"/>
                      <a:gd name="connsiteX7" fmla="*/ 11849 w 72879"/>
                      <a:gd name="connsiteY7" fmla="*/ 71156 h 81636"/>
                      <a:gd name="connsiteX8" fmla="*/ 27761 w 72879"/>
                      <a:gd name="connsiteY8" fmla="*/ 81281 h 81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79" h="81636">
                        <a:moveTo>
                          <a:pt x="27761" y="81281"/>
                        </a:moveTo>
                        <a:lnTo>
                          <a:pt x="62477" y="72602"/>
                        </a:lnTo>
                        <a:cubicBezTo>
                          <a:pt x="69709" y="71156"/>
                          <a:pt x="74049" y="63923"/>
                          <a:pt x="72602" y="56691"/>
                        </a:cubicBezTo>
                        <a:lnTo>
                          <a:pt x="61030" y="10403"/>
                        </a:lnTo>
                        <a:cubicBezTo>
                          <a:pt x="59584" y="3170"/>
                          <a:pt x="52351" y="-1169"/>
                          <a:pt x="45119" y="277"/>
                        </a:cubicBezTo>
                        <a:lnTo>
                          <a:pt x="10403" y="8956"/>
                        </a:lnTo>
                        <a:cubicBezTo>
                          <a:pt x="3170" y="10403"/>
                          <a:pt x="-1169" y="17635"/>
                          <a:pt x="277" y="24868"/>
                        </a:cubicBezTo>
                        <a:lnTo>
                          <a:pt x="11849" y="71156"/>
                        </a:lnTo>
                        <a:cubicBezTo>
                          <a:pt x="13296" y="79835"/>
                          <a:pt x="20528" y="82728"/>
                          <a:pt x="27761" y="81281"/>
                        </a:cubicBezTo>
                        <a:close/>
                      </a:path>
                    </a:pathLst>
                  </a:custGeom>
                  <a:solidFill>
                    <a:schemeClr val="accent1"/>
                  </a:solidFill>
                  <a:ln w="14465" cap="flat">
                    <a:noFill/>
                    <a:prstDash val="solid"/>
                    <a:miter/>
                  </a:ln>
                </p:spPr>
                <p:txBody>
                  <a:bodyPr rtlCol="0" anchor="ctr"/>
                  <a:lstStyle/>
                  <a:p>
                    <a:endParaRPr lang="en-US"/>
                  </a:p>
                </p:txBody>
              </p:sp>
              <p:sp>
                <p:nvSpPr>
                  <p:cNvPr id="405" name="Freeform: Shape 404">
                    <a:extLst>
                      <a:ext uri="{FF2B5EF4-FFF2-40B4-BE49-F238E27FC236}">
                        <a16:creationId xmlns:a16="http://schemas.microsoft.com/office/drawing/2014/main" id="{22A142A4-6BC3-4A86-97E4-424F62D6866E}"/>
                      </a:ext>
                    </a:extLst>
                  </p:cNvPr>
                  <p:cNvSpPr/>
                  <p:nvPr/>
                </p:nvSpPr>
                <p:spPr>
                  <a:xfrm>
                    <a:off x="1745208" y="2300922"/>
                    <a:ext cx="60059" cy="70184"/>
                  </a:xfrm>
                  <a:custGeom>
                    <a:avLst/>
                    <a:gdLst>
                      <a:gd name="connsiteX0" fmla="*/ 20627 w 60059"/>
                      <a:gd name="connsiteY0" fmla="*/ 69808 h 70184"/>
                      <a:gd name="connsiteX1" fmla="*/ 53897 w 60059"/>
                      <a:gd name="connsiteY1" fmla="*/ 61129 h 70184"/>
                      <a:gd name="connsiteX2" fmla="*/ 59683 w 60059"/>
                      <a:gd name="connsiteY2" fmla="*/ 51004 h 70184"/>
                      <a:gd name="connsiteX3" fmla="*/ 49557 w 60059"/>
                      <a:gd name="connsiteY3" fmla="*/ 6162 h 70184"/>
                      <a:gd name="connsiteX4" fmla="*/ 39432 w 60059"/>
                      <a:gd name="connsiteY4" fmla="*/ 376 h 70184"/>
                      <a:gd name="connsiteX5" fmla="*/ 6162 w 60059"/>
                      <a:gd name="connsiteY5" fmla="*/ 9055 h 70184"/>
                      <a:gd name="connsiteX6" fmla="*/ 376 w 60059"/>
                      <a:gd name="connsiteY6" fmla="*/ 19181 h 70184"/>
                      <a:gd name="connsiteX7" fmla="*/ 10502 w 60059"/>
                      <a:gd name="connsiteY7" fmla="*/ 64022 h 70184"/>
                      <a:gd name="connsiteX8" fmla="*/ 20627 w 60059"/>
                      <a:gd name="connsiteY8" fmla="*/ 69808 h 7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59" h="70184">
                        <a:moveTo>
                          <a:pt x="20627" y="69808"/>
                        </a:moveTo>
                        <a:lnTo>
                          <a:pt x="53897" y="61129"/>
                        </a:lnTo>
                        <a:cubicBezTo>
                          <a:pt x="58236" y="59683"/>
                          <a:pt x="61129" y="55343"/>
                          <a:pt x="59683" y="51004"/>
                        </a:cubicBezTo>
                        <a:lnTo>
                          <a:pt x="49557" y="6162"/>
                        </a:lnTo>
                        <a:cubicBezTo>
                          <a:pt x="48111" y="1823"/>
                          <a:pt x="43771" y="-1070"/>
                          <a:pt x="39432" y="376"/>
                        </a:cubicBezTo>
                        <a:lnTo>
                          <a:pt x="6162" y="9055"/>
                        </a:lnTo>
                        <a:cubicBezTo>
                          <a:pt x="1823" y="10502"/>
                          <a:pt x="-1070" y="14841"/>
                          <a:pt x="376" y="19181"/>
                        </a:cubicBezTo>
                        <a:lnTo>
                          <a:pt x="10502" y="64022"/>
                        </a:lnTo>
                        <a:cubicBezTo>
                          <a:pt x="11948" y="68362"/>
                          <a:pt x="16288" y="71255"/>
                          <a:pt x="20627" y="69808"/>
                        </a:cubicBezTo>
                        <a:close/>
                      </a:path>
                    </a:pathLst>
                  </a:custGeom>
                  <a:solidFill>
                    <a:schemeClr val="accent1">
                      <a:lumMod val="60000"/>
                      <a:lumOff val="40000"/>
                    </a:schemeClr>
                  </a:solidFill>
                  <a:ln w="14465" cap="flat">
                    <a:noFill/>
                    <a:prstDash val="solid"/>
                    <a:miter/>
                  </a:ln>
                </p:spPr>
                <p:txBody>
                  <a:bodyPr rtlCol="0" anchor="ctr"/>
                  <a:lstStyle/>
                  <a:p>
                    <a:endParaRPr lang="en-US"/>
                  </a:p>
                </p:txBody>
              </p:sp>
            </p:grpSp>
            <p:grpSp>
              <p:nvGrpSpPr>
                <p:cNvPr id="406" name="Graphic 205">
                  <a:extLst>
                    <a:ext uri="{FF2B5EF4-FFF2-40B4-BE49-F238E27FC236}">
                      <a16:creationId xmlns:a16="http://schemas.microsoft.com/office/drawing/2014/main" id="{EDD2BA35-87AD-417F-AA53-BB42664AA3EC}"/>
                    </a:ext>
                  </a:extLst>
                </p:cNvPr>
                <p:cNvGrpSpPr/>
                <p:nvPr/>
              </p:nvGrpSpPr>
              <p:grpSpPr>
                <a:xfrm>
                  <a:off x="1658517" y="2314040"/>
                  <a:ext cx="72879" cy="81558"/>
                  <a:chOff x="1658517" y="2314040"/>
                  <a:chExt cx="72879" cy="81558"/>
                </a:xfrm>
              </p:grpSpPr>
              <p:sp>
                <p:nvSpPr>
                  <p:cNvPr id="407" name="Freeform: Shape 406">
                    <a:extLst>
                      <a:ext uri="{FF2B5EF4-FFF2-40B4-BE49-F238E27FC236}">
                        <a16:creationId xmlns:a16="http://schemas.microsoft.com/office/drawing/2014/main" id="{CA6FE028-684A-403D-BFC9-318DE518C511}"/>
                      </a:ext>
                    </a:extLst>
                  </p:cNvPr>
                  <p:cNvSpPr/>
                  <p:nvPr/>
                </p:nvSpPr>
                <p:spPr>
                  <a:xfrm>
                    <a:off x="1658517" y="2314040"/>
                    <a:ext cx="72879" cy="81558"/>
                  </a:xfrm>
                  <a:custGeom>
                    <a:avLst/>
                    <a:gdLst>
                      <a:gd name="connsiteX0" fmla="*/ 27761 w 72879"/>
                      <a:gd name="connsiteY0" fmla="*/ 81281 h 81558"/>
                      <a:gd name="connsiteX1" fmla="*/ 62477 w 72879"/>
                      <a:gd name="connsiteY1" fmla="*/ 72602 h 81558"/>
                      <a:gd name="connsiteX2" fmla="*/ 72602 w 72879"/>
                      <a:gd name="connsiteY2" fmla="*/ 56691 h 81558"/>
                      <a:gd name="connsiteX3" fmla="*/ 61030 w 72879"/>
                      <a:gd name="connsiteY3" fmla="*/ 10403 h 81558"/>
                      <a:gd name="connsiteX4" fmla="*/ 45119 w 72879"/>
                      <a:gd name="connsiteY4" fmla="*/ 277 h 81558"/>
                      <a:gd name="connsiteX5" fmla="*/ 10403 w 72879"/>
                      <a:gd name="connsiteY5" fmla="*/ 8956 h 81558"/>
                      <a:gd name="connsiteX6" fmla="*/ 277 w 72879"/>
                      <a:gd name="connsiteY6" fmla="*/ 24868 h 81558"/>
                      <a:gd name="connsiteX7" fmla="*/ 11849 w 72879"/>
                      <a:gd name="connsiteY7" fmla="*/ 71156 h 81558"/>
                      <a:gd name="connsiteX8" fmla="*/ 27761 w 72879"/>
                      <a:gd name="connsiteY8" fmla="*/ 81281 h 81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79" h="81558">
                        <a:moveTo>
                          <a:pt x="27761" y="81281"/>
                        </a:moveTo>
                        <a:lnTo>
                          <a:pt x="62477" y="72602"/>
                        </a:lnTo>
                        <a:cubicBezTo>
                          <a:pt x="69709" y="71156"/>
                          <a:pt x="74049" y="63923"/>
                          <a:pt x="72602" y="56691"/>
                        </a:cubicBezTo>
                        <a:lnTo>
                          <a:pt x="61030" y="10403"/>
                        </a:lnTo>
                        <a:cubicBezTo>
                          <a:pt x="59584" y="3170"/>
                          <a:pt x="52351" y="-1169"/>
                          <a:pt x="45119" y="277"/>
                        </a:cubicBezTo>
                        <a:lnTo>
                          <a:pt x="10403" y="8956"/>
                        </a:lnTo>
                        <a:cubicBezTo>
                          <a:pt x="3170" y="10403"/>
                          <a:pt x="-1169" y="17635"/>
                          <a:pt x="277" y="24868"/>
                        </a:cubicBezTo>
                        <a:lnTo>
                          <a:pt x="11849" y="71156"/>
                        </a:lnTo>
                        <a:cubicBezTo>
                          <a:pt x="13296" y="78388"/>
                          <a:pt x="20528" y="82728"/>
                          <a:pt x="27761" y="81281"/>
                        </a:cubicBezTo>
                        <a:close/>
                      </a:path>
                    </a:pathLst>
                  </a:custGeom>
                  <a:solidFill>
                    <a:schemeClr val="accent1"/>
                  </a:solidFill>
                  <a:ln w="14465" cap="flat">
                    <a:noFill/>
                    <a:prstDash val="solid"/>
                    <a:miter/>
                  </a:ln>
                </p:spPr>
                <p:txBody>
                  <a:bodyPr rtlCol="0" anchor="ctr"/>
                  <a:lstStyle/>
                  <a:p>
                    <a:endParaRPr lang="en-US"/>
                  </a:p>
                </p:txBody>
              </p:sp>
              <p:sp>
                <p:nvSpPr>
                  <p:cNvPr id="408" name="Freeform: Shape 407">
                    <a:extLst>
                      <a:ext uri="{FF2B5EF4-FFF2-40B4-BE49-F238E27FC236}">
                        <a16:creationId xmlns:a16="http://schemas.microsoft.com/office/drawing/2014/main" id="{5D9A1407-CE8D-40CB-B7E9-0308FBB9C838}"/>
                      </a:ext>
                    </a:extLst>
                  </p:cNvPr>
                  <p:cNvSpPr/>
                  <p:nvPr/>
                </p:nvSpPr>
                <p:spPr>
                  <a:xfrm>
                    <a:off x="1664204" y="2319727"/>
                    <a:ext cx="60059" cy="70184"/>
                  </a:xfrm>
                  <a:custGeom>
                    <a:avLst/>
                    <a:gdLst>
                      <a:gd name="connsiteX0" fmla="*/ 20627 w 60059"/>
                      <a:gd name="connsiteY0" fmla="*/ 69808 h 70184"/>
                      <a:gd name="connsiteX1" fmla="*/ 53897 w 60059"/>
                      <a:gd name="connsiteY1" fmla="*/ 61129 h 70184"/>
                      <a:gd name="connsiteX2" fmla="*/ 59683 w 60059"/>
                      <a:gd name="connsiteY2" fmla="*/ 51004 h 70184"/>
                      <a:gd name="connsiteX3" fmla="*/ 49557 w 60059"/>
                      <a:gd name="connsiteY3" fmla="*/ 6162 h 70184"/>
                      <a:gd name="connsiteX4" fmla="*/ 39432 w 60059"/>
                      <a:gd name="connsiteY4" fmla="*/ 376 h 70184"/>
                      <a:gd name="connsiteX5" fmla="*/ 6162 w 60059"/>
                      <a:gd name="connsiteY5" fmla="*/ 9055 h 70184"/>
                      <a:gd name="connsiteX6" fmla="*/ 376 w 60059"/>
                      <a:gd name="connsiteY6" fmla="*/ 19181 h 70184"/>
                      <a:gd name="connsiteX7" fmla="*/ 10502 w 60059"/>
                      <a:gd name="connsiteY7" fmla="*/ 64022 h 70184"/>
                      <a:gd name="connsiteX8" fmla="*/ 20627 w 60059"/>
                      <a:gd name="connsiteY8" fmla="*/ 69808 h 7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59" h="70184">
                        <a:moveTo>
                          <a:pt x="20627" y="69808"/>
                        </a:moveTo>
                        <a:lnTo>
                          <a:pt x="53897" y="61129"/>
                        </a:lnTo>
                        <a:cubicBezTo>
                          <a:pt x="58236" y="59683"/>
                          <a:pt x="61129" y="55343"/>
                          <a:pt x="59683" y="51004"/>
                        </a:cubicBezTo>
                        <a:lnTo>
                          <a:pt x="49557" y="6162"/>
                        </a:lnTo>
                        <a:cubicBezTo>
                          <a:pt x="48111" y="1823"/>
                          <a:pt x="43771" y="-1070"/>
                          <a:pt x="39432" y="376"/>
                        </a:cubicBezTo>
                        <a:lnTo>
                          <a:pt x="6162" y="9055"/>
                        </a:lnTo>
                        <a:cubicBezTo>
                          <a:pt x="1823" y="10502"/>
                          <a:pt x="-1070" y="14841"/>
                          <a:pt x="376" y="19181"/>
                        </a:cubicBezTo>
                        <a:lnTo>
                          <a:pt x="10502" y="64022"/>
                        </a:lnTo>
                        <a:cubicBezTo>
                          <a:pt x="10502" y="68362"/>
                          <a:pt x="16288" y="71255"/>
                          <a:pt x="20627" y="69808"/>
                        </a:cubicBezTo>
                        <a:close/>
                      </a:path>
                    </a:pathLst>
                  </a:custGeom>
                  <a:solidFill>
                    <a:schemeClr val="accent1">
                      <a:lumMod val="60000"/>
                      <a:lumOff val="40000"/>
                    </a:schemeClr>
                  </a:solidFill>
                  <a:ln w="14465" cap="flat">
                    <a:noFill/>
                    <a:prstDash val="solid"/>
                    <a:miter/>
                  </a:ln>
                </p:spPr>
                <p:txBody>
                  <a:bodyPr rtlCol="0" anchor="ctr"/>
                  <a:lstStyle/>
                  <a:p>
                    <a:endParaRPr lang="en-US"/>
                  </a:p>
                </p:txBody>
              </p:sp>
            </p:grpSp>
          </p:grpSp>
          <p:grpSp>
            <p:nvGrpSpPr>
              <p:cNvPr id="409" name="Graphic 205">
                <a:extLst>
                  <a:ext uri="{FF2B5EF4-FFF2-40B4-BE49-F238E27FC236}">
                    <a16:creationId xmlns:a16="http://schemas.microsoft.com/office/drawing/2014/main" id="{EDD2BA35-87AD-417F-AA53-BB42664AA3EC}"/>
                  </a:ext>
                </a:extLst>
              </p:cNvPr>
              <p:cNvGrpSpPr/>
              <p:nvPr/>
            </p:nvGrpSpPr>
            <p:grpSpPr>
              <a:xfrm>
                <a:off x="1680214" y="2348756"/>
                <a:ext cx="317337" cy="140864"/>
                <a:chOff x="1680214" y="2348756"/>
                <a:chExt cx="317337" cy="140864"/>
              </a:xfrm>
            </p:grpSpPr>
            <p:grpSp>
              <p:nvGrpSpPr>
                <p:cNvPr id="410" name="Graphic 205">
                  <a:extLst>
                    <a:ext uri="{FF2B5EF4-FFF2-40B4-BE49-F238E27FC236}">
                      <a16:creationId xmlns:a16="http://schemas.microsoft.com/office/drawing/2014/main" id="{EDD2BA35-87AD-417F-AA53-BB42664AA3EC}"/>
                    </a:ext>
                  </a:extLst>
                </p:cNvPr>
                <p:cNvGrpSpPr/>
                <p:nvPr/>
              </p:nvGrpSpPr>
              <p:grpSpPr>
                <a:xfrm>
                  <a:off x="1924673" y="2348756"/>
                  <a:ext cx="72879" cy="82173"/>
                  <a:chOff x="1924673" y="2348756"/>
                  <a:chExt cx="72879" cy="82173"/>
                </a:xfrm>
              </p:grpSpPr>
              <p:sp>
                <p:nvSpPr>
                  <p:cNvPr id="411" name="Freeform: Shape 410">
                    <a:extLst>
                      <a:ext uri="{FF2B5EF4-FFF2-40B4-BE49-F238E27FC236}">
                        <a16:creationId xmlns:a16="http://schemas.microsoft.com/office/drawing/2014/main" id="{85C3FAD7-5982-43A6-B31A-316268EAD46A}"/>
                      </a:ext>
                    </a:extLst>
                  </p:cNvPr>
                  <p:cNvSpPr/>
                  <p:nvPr/>
                </p:nvSpPr>
                <p:spPr>
                  <a:xfrm>
                    <a:off x="1924673" y="2348756"/>
                    <a:ext cx="72879" cy="82173"/>
                  </a:xfrm>
                  <a:custGeom>
                    <a:avLst/>
                    <a:gdLst>
                      <a:gd name="connsiteX0" fmla="*/ 27761 w 72879"/>
                      <a:gd name="connsiteY0" fmla="*/ 81281 h 82173"/>
                      <a:gd name="connsiteX1" fmla="*/ 62477 w 72879"/>
                      <a:gd name="connsiteY1" fmla="*/ 72602 h 82173"/>
                      <a:gd name="connsiteX2" fmla="*/ 72602 w 72879"/>
                      <a:gd name="connsiteY2" fmla="*/ 56691 h 82173"/>
                      <a:gd name="connsiteX3" fmla="*/ 61030 w 72879"/>
                      <a:gd name="connsiteY3" fmla="*/ 10403 h 82173"/>
                      <a:gd name="connsiteX4" fmla="*/ 45119 w 72879"/>
                      <a:gd name="connsiteY4" fmla="*/ 277 h 82173"/>
                      <a:gd name="connsiteX5" fmla="*/ 10403 w 72879"/>
                      <a:gd name="connsiteY5" fmla="*/ 8956 h 82173"/>
                      <a:gd name="connsiteX6" fmla="*/ 277 w 72879"/>
                      <a:gd name="connsiteY6" fmla="*/ 24868 h 82173"/>
                      <a:gd name="connsiteX7" fmla="*/ 11849 w 72879"/>
                      <a:gd name="connsiteY7" fmla="*/ 71156 h 82173"/>
                      <a:gd name="connsiteX8" fmla="*/ 27761 w 72879"/>
                      <a:gd name="connsiteY8" fmla="*/ 81281 h 82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79" h="82173">
                        <a:moveTo>
                          <a:pt x="27761" y="81281"/>
                        </a:moveTo>
                        <a:lnTo>
                          <a:pt x="62477" y="72602"/>
                        </a:lnTo>
                        <a:cubicBezTo>
                          <a:pt x="69709" y="71156"/>
                          <a:pt x="74049" y="63923"/>
                          <a:pt x="72602" y="56691"/>
                        </a:cubicBezTo>
                        <a:lnTo>
                          <a:pt x="61030" y="10403"/>
                        </a:lnTo>
                        <a:cubicBezTo>
                          <a:pt x="59584" y="3170"/>
                          <a:pt x="52351" y="-1169"/>
                          <a:pt x="45119" y="277"/>
                        </a:cubicBezTo>
                        <a:lnTo>
                          <a:pt x="10403" y="8956"/>
                        </a:lnTo>
                        <a:cubicBezTo>
                          <a:pt x="3170" y="10403"/>
                          <a:pt x="-1169" y="17635"/>
                          <a:pt x="277" y="24868"/>
                        </a:cubicBezTo>
                        <a:lnTo>
                          <a:pt x="11849" y="71156"/>
                        </a:lnTo>
                        <a:cubicBezTo>
                          <a:pt x="14742" y="79835"/>
                          <a:pt x="20528" y="84174"/>
                          <a:pt x="27761" y="81281"/>
                        </a:cubicBezTo>
                        <a:close/>
                      </a:path>
                    </a:pathLst>
                  </a:custGeom>
                  <a:solidFill>
                    <a:schemeClr val="accent1"/>
                  </a:solidFill>
                  <a:ln w="14465" cap="flat">
                    <a:noFill/>
                    <a:prstDash val="solid"/>
                    <a:miter/>
                  </a:ln>
                </p:spPr>
                <p:txBody>
                  <a:bodyPr rtlCol="0" anchor="ctr"/>
                  <a:lstStyle/>
                  <a:p>
                    <a:endParaRPr lang="en-US"/>
                  </a:p>
                </p:txBody>
              </p:sp>
              <p:sp>
                <p:nvSpPr>
                  <p:cNvPr id="412" name="Freeform: Shape 411">
                    <a:extLst>
                      <a:ext uri="{FF2B5EF4-FFF2-40B4-BE49-F238E27FC236}">
                        <a16:creationId xmlns:a16="http://schemas.microsoft.com/office/drawing/2014/main" id="{D9048C4B-A5DD-48CD-A19A-6C29AE8FF62A}"/>
                      </a:ext>
                    </a:extLst>
                  </p:cNvPr>
                  <p:cNvSpPr/>
                  <p:nvPr/>
                </p:nvSpPr>
                <p:spPr>
                  <a:xfrm>
                    <a:off x="1930360" y="2355889"/>
                    <a:ext cx="60059" cy="70184"/>
                  </a:xfrm>
                  <a:custGeom>
                    <a:avLst/>
                    <a:gdLst>
                      <a:gd name="connsiteX0" fmla="*/ 20627 w 60059"/>
                      <a:gd name="connsiteY0" fmla="*/ 69808 h 70184"/>
                      <a:gd name="connsiteX1" fmla="*/ 53897 w 60059"/>
                      <a:gd name="connsiteY1" fmla="*/ 61129 h 70184"/>
                      <a:gd name="connsiteX2" fmla="*/ 59683 w 60059"/>
                      <a:gd name="connsiteY2" fmla="*/ 51004 h 70184"/>
                      <a:gd name="connsiteX3" fmla="*/ 49557 w 60059"/>
                      <a:gd name="connsiteY3" fmla="*/ 6162 h 70184"/>
                      <a:gd name="connsiteX4" fmla="*/ 39432 w 60059"/>
                      <a:gd name="connsiteY4" fmla="*/ 376 h 70184"/>
                      <a:gd name="connsiteX5" fmla="*/ 6162 w 60059"/>
                      <a:gd name="connsiteY5" fmla="*/ 9055 h 70184"/>
                      <a:gd name="connsiteX6" fmla="*/ 376 w 60059"/>
                      <a:gd name="connsiteY6" fmla="*/ 19181 h 70184"/>
                      <a:gd name="connsiteX7" fmla="*/ 10502 w 60059"/>
                      <a:gd name="connsiteY7" fmla="*/ 64022 h 70184"/>
                      <a:gd name="connsiteX8" fmla="*/ 20627 w 60059"/>
                      <a:gd name="connsiteY8" fmla="*/ 69808 h 7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59" h="70184">
                        <a:moveTo>
                          <a:pt x="20627" y="69808"/>
                        </a:moveTo>
                        <a:lnTo>
                          <a:pt x="53897" y="61129"/>
                        </a:lnTo>
                        <a:cubicBezTo>
                          <a:pt x="58236" y="59683"/>
                          <a:pt x="61129" y="55343"/>
                          <a:pt x="59683" y="51004"/>
                        </a:cubicBezTo>
                        <a:lnTo>
                          <a:pt x="49557" y="6162"/>
                        </a:lnTo>
                        <a:cubicBezTo>
                          <a:pt x="48111" y="1823"/>
                          <a:pt x="43771" y="-1070"/>
                          <a:pt x="39432" y="376"/>
                        </a:cubicBezTo>
                        <a:lnTo>
                          <a:pt x="6162" y="9055"/>
                        </a:lnTo>
                        <a:cubicBezTo>
                          <a:pt x="1823" y="10502"/>
                          <a:pt x="-1070" y="14841"/>
                          <a:pt x="376" y="19181"/>
                        </a:cubicBezTo>
                        <a:lnTo>
                          <a:pt x="10502" y="64022"/>
                        </a:lnTo>
                        <a:cubicBezTo>
                          <a:pt x="11948" y="68362"/>
                          <a:pt x="16288" y="71255"/>
                          <a:pt x="20627" y="69808"/>
                        </a:cubicBezTo>
                        <a:close/>
                      </a:path>
                    </a:pathLst>
                  </a:custGeom>
                  <a:solidFill>
                    <a:schemeClr val="accent1">
                      <a:lumMod val="60000"/>
                      <a:lumOff val="40000"/>
                    </a:schemeClr>
                  </a:solidFill>
                  <a:ln w="14465" cap="flat">
                    <a:noFill/>
                    <a:prstDash val="solid"/>
                    <a:miter/>
                  </a:ln>
                </p:spPr>
                <p:txBody>
                  <a:bodyPr rtlCol="0" anchor="ctr"/>
                  <a:lstStyle/>
                  <a:p>
                    <a:endParaRPr lang="en-US"/>
                  </a:p>
                </p:txBody>
              </p:sp>
            </p:grpSp>
            <p:grpSp>
              <p:nvGrpSpPr>
                <p:cNvPr id="413" name="Graphic 205">
                  <a:extLst>
                    <a:ext uri="{FF2B5EF4-FFF2-40B4-BE49-F238E27FC236}">
                      <a16:creationId xmlns:a16="http://schemas.microsoft.com/office/drawing/2014/main" id="{EDD2BA35-87AD-417F-AA53-BB42664AA3EC}"/>
                    </a:ext>
                  </a:extLst>
                </p:cNvPr>
                <p:cNvGrpSpPr/>
                <p:nvPr/>
              </p:nvGrpSpPr>
              <p:grpSpPr>
                <a:xfrm>
                  <a:off x="1843669" y="2369007"/>
                  <a:ext cx="72879" cy="81558"/>
                  <a:chOff x="1843669" y="2369007"/>
                  <a:chExt cx="72879" cy="81558"/>
                </a:xfrm>
              </p:grpSpPr>
              <p:sp>
                <p:nvSpPr>
                  <p:cNvPr id="414" name="Freeform: Shape 413">
                    <a:extLst>
                      <a:ext uri="{FF2B5EF4-FFF2-40B4-BE49-F238E27FC236}">
                        <a16:creationId xmlns:a16="http://schemas.microsoft.com/office/drawing/2014/main" id="{C05C967B-8D06-4268-8096-ABD16FD320CF}"/>
                      </a:ext>
                    </a:extLst>
                  </p:cNvPr>
                  <p:cNvSpPr/>
                  <p:nvPr/>
                </p:nvSpPr>
                <p:spPr>
                  <a:xfrm>
                    <a:off x="1843669" y="2369007"/>
                    <a:ext cx="72879" cy="81558"/>
                  </a:xfrm>
                  <a:custGeom>
                    <a:avLst/>
                    <a:gdLst>
                      <a:gd name="connsiteX0" fmla="*/ 27761 w 72879"/>
                      <a:gd name="connsiteY0" fmla="*/ 81281 h 81558"/>
                      <a:gd name="connsiteX1" fmla="*/ 62477 w 72879"/>
                      <a:gd name="connsiteY1" fmla="*/ 72602 h 81558"/>
                      <a:gd name="connsiteX2" fmla="*/ 72602 w 72879"/>
                      <a:gd name="connsiteY2" fmla="*/ 56691 h 81558"/>
                      <a:gd name="connsiteX3" fmla="*/ 61030 w 72879"/>
                      <a:gd name="connsiteY3" fmla="*/ 10403 h 81558"/>
                      <a:gd name="connsiteX4" fmla="*/ 45119 w 72879"/>
                      <a:gd name="connsiteY4" fmla="*/ 277 h 81558"/>
                      <a:gd name="connsiteX5" fmla="*/ 10403 w 72879"/>
                      <a:gd name="connsiteY5" fmla="*/ 8956 h 81558"/>
                      <a:gd name="connsiteX6" fmla="*/ 277 w 72879"/>
                      <a:gd name="connsiteY6" fmla="*/ 24868 h 81558"/>
                      <a:gd name="connsiteX7" fmla="*/ 11849 w 72879"/>
                      <a:gd name="connsiteY7" fmla="*/ 71156 h 81558"/>
                      <a:gd name="connsiteX8" fmla="*/ 27761 w 72879"/>
                      <a:gd name="connsiteY8" fmla="*/ 81281 h 81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79" h="81558">
                        <a:moveTo>
                          <a:pt x="27761" y="81281"/>
                        </a:moveTo>
                        <a:lnTo>
                          <a:pt x="62477" y="72602"/>
                        </a:lnTo>
                        <a:cubicBezTo>
                          <a:pt x="69709" y="71156"/>
                          <a:pt x="74049" y="63923"/>
                          <a:pt x="72602" y="56691"/>
                        </a:cubicBezTo>
                        <a:lnTo>
                          <a:pt x="61030" y="10403"/>
                        </a:lnTo>
                        <a:cubicBezTo>
                          <a:pt x="59584" y="3170"/>
                          <a:pt x="52351" y="-1169"/>
                          <a:pt x="45119" y="277"/>
                        </a:cubicBezTo>
                        <a:lnTo>
                          <a:pt x="10403" y="8956"/>
                        </a:lnTo>
                        <a:cubicBezTo>
                          <a:pt x="3170" y="10403"/>
                          <a:pt x="-1169" y="17635"/>
                          <a:pt x="277" y="24868"/>
                        </a:cubicBezTo>
                        <a:lnTo>
                          <a:pt x="11849" y="71156"/>
                        </a:lnTo>
                        <a:cubicBezTo>
                          <a:pt x="13296" y="78388"/>
                          <a:pt x="20528" y="82728"/>
                          <a:pt x="27761" y="81281"/>
                        </a:cubicBezTo>
                        <a:close/>
                      </a:path>
                    </a:pathLst>
                  </a:custGeom>
                  <a:solidFill>
                    <a:schemeClr val="accent1"/>
                  </a:solidFill>
                  <a:ln w="14465" cap="flat">
                    <a:noFill/>
                    <a:prstDash val="solid"/>
                    <a:miter/>
                  </a:ln>
                </p:spPr>
                <p:txBody>
                  <a:bodyPr rtlCol="0" anchor="ctr"/>
                  <a:lstStyle/>
                  <a:p>
                    <a:endParaRPr lang="en-US"/>
                  </a:p>
                </p:txBody>
              </p:sp>
              <p:sp>
                <p:nvSpPr>
                  <p:cNvPr id="415" name="Freeform: Shape 414">
                    <a:extLst>
                      <a:ext uri="{FF2B5EF4-FFF2-40B4-BE49-F238E27FC236}">
                        <a16:creationId xmlns:a16="http://schemas.microsoft.com/office/drawing/2014/main" id="{16348419-8802-415F-816D-DA77A25320AF}"/>
                      </a:ext>
                    </a:extLst>
                  </p:cNvPr>
                  <p:cNvSpPr/>
                  <p:nvPr/>
                </p:nvSpPr>
                <p:spPr>
                  <a:xfrm>
                    <a:off x="1849356" y="2374694"/>
                    <a:ext cx="60059" cy="70184"/>
                  </a:xfrm>
                  <a:custGeom>
                    <a:avLst/>
                    <a:gdLst>
                      <a:gd name="connsiteX0" fmla="*/ 20627 w 60059"/>
                      <a:gd name="connsiteY0" fmla="*/ 69808 h 70184"/>
                      <a:gd name="connsiteX1" fmla="*/ 53897 w 60059"/>
                      <a:gd name="connsiteY1" fmla="*/ 61129 h 70184"/>
                      <a:gd name="connsiteX2" fmla="*/ 59683 w 60059"/>
                      <a:gd name="connsiteY2" fmla="*/ 51004 h 70184"/>
                      <a:gd name="connsiteX3" fmla="*/ 49557 w 60059"/>
                      <a:gd name="connsiteY3" fmla="*/ 6162 h 70184"/>
                      <a:gd name="connsiteX4" fmla="*/ 39432 w 60059"/>
                      <a:gd name="connsiteY4" fmla="*/ 376 h 70184"/>
                      <a:gd name="connsiteX5" fmla="*/ 6162 w 60059"/>
                      <a:gd name="connsiteY5" fmla="*/ 9055 h 70184"/>
                      <a:gd name="connsiteX6" fmla="*/ 376 w 60059"/>
                      <a:gd name="connsiteY6" fmla="*/ 19181 h 70184"/>
                      <a:gd name="connsiteX7" fmla="*/ 10502 w 60059"/>
                      <a:gd name="connsiteY7" fmla="*/ 64022 h 70184"/>
                      <a:gd name="connsiteX8" fmla="*/ 20627 w 60059"/>
                      <a:gd name="connsiteY8" fmla="*/ 69808 h 7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59" h="70184">
                        <a:moveTo>
                          <a:pt x="20627" y="69808"/>
                        </a:moveTo>
                        <a:lnTo>
                          <a:pt x="53897" y="61129"/>
                        </a:lnTo>
                        <a:cubicBezTo>
                          <a:pt x="58236" y="59683"/>
                          <a:pt x="61129" y="55343"/>
                          <a:pt x="59683" y="51004"/>
                        </a:cubicBezTo>
                        <a:lnTo>
                          <a:pt x="49557" y="6162"/>
                        </a:lnTo>
                        <a:cubicBezTo>
                          <a:pt x="48111" y="1823"/>
                          <a:pt x="43771" y="-1070"/>
                          <a:pt x="39432" y="376"/>
                        </a:cubicBezTo>
                        <a:lnTo>
                          <a:pt x="6162" y="9055"/>
                        </a:lnTo>
                        <a:cubicBezTo>
                          <a:pt x="1823" y="10502"/>
                          <a:pt x="-1070" y="14841"/>
                          <a:pt x="376" y="19181"/>
                        </a:cubicBezTo>
                        <a:lnTo>
                          <a:pt x="10502" y="64022"/>
                        </a:lnTo>
                        <a:cubicBezTo>
                          <a:pt x="11948" y="68362"/>
                          <a:pt x="16288" y="71255"/>
                          <a:pt x="20627" y="69808"/>
                        </a:cubicBezTo>
                        <a:close/>
                      </a:path>
                    </a:pathLst>
                  </a:custGeom>
                  <a:solidFill>
                    <a:schemeClr val="accent1">
                      <a:lumMod val="60000"/>
                      <a:lumOff val="40000"/>
                    </a:schemeClr>
                  </a:solidFill>
                  <a:ln w="14465" cap="flat">
                    <a:noFill/>
                    <a:prstDash val="solid"/>
                    <a:miter/>
                  </a:ln>
                </p:spPr>
                <p:txBody>
                  <a:bodyPr rtlCol="0" anchor="ctr"/>
                  <a:lstStyle/>
                  <a:p>
                    <a:endParaRPr lang="en-US" dirty="0"/>
                  </a:p>
                </p:txBody>
              </p:sp>
            </p:grpSp>
            <p:grpSp>
              <p:nvGrpSpPr>
                <p:cNvPr id="416" name="Graphic 205">
                  <a:extLst>
                    <a:ext uri="{FF2B5EF4-FFF2-40B4-BE49-F238E27FC236}">
                      <a16:creationId xmlns:a16="http://schemas.microsoft.com/office/drawing/2014/main" id="{EDD2BA35-87AD-417F-AA53-BB42664AA3EC}"/>
                    </a:ext>
                  </a:extLst>
                </p:cNvPr>
                <p:cNvGrpSpPr/>
                <p:nvPr/>
              </p:nvGrpSpPr>
              <p:grpSpPr>
                <a:xfrm>
                  <a:off x="1761218" y="2387811"/>
                  <a:ext cx="72879" cy="82173"/>
                  <a:chOff x="1761218" y="2387811"/>
                  <a:chExt cx="72879" cy="82173"/>
                </a:xfrm>
              </p:grpSpPr>
              <p:sp>
                <p:nvSpPr>
                  <p:cNvPr id="417" name="Freeform: Shape 416">
                    <a:extLst>
                      <a:ext uri="{FF2B5EF4-FFF2-40B4-BE49-F238E27FC236}">
                        <a16:creationId xmlns:a16="http://schemas.microsoft.com/office/drawing/2014/main" id="{8AE2050D-99DF-4E30-B457-4E25F2F7531C}"/>
                      </a:ext>
                    </a:extLst>
                  </p:cNvPr>
                  <p:cNvSpPr/>
                  <p:nvPr/>
                </p:nvSpPr>
                <p:spPr>
                  <a:xfrm>
                    <a:off x="1761218" y="2387811"/>
                    <a:ext cx="72879" cy="82173"/>
                  </a:xfrm>
                  <a:custGeom>
                    <a:avLst/>
                    <a:gdLst>
                      <a:gd name="connsiteX0" fmla="*/ 27761 w 72879"/>
                      <a:gd name="connsiteY0" fmla="*/ 81281 h 82173"/>
                      <a:gd name="connsiteX1" fmla="*/ 62477 w 72879"/>
                      <a:gd name="connsiteY1" fmla="*/ 72602 h 82173"/>
                      <a:gd name="connsiteX2" fmla="*/ 72602 w 72879"/>
                      <a:gd name="connsiteY2" fmla="*/ 56691 h 82173"/>
                      <a:gd name="connsiteX3" fmla="*/ 61030 w 72879"/>
                      <a:gd name="connsiteY3" fmla="*/ 10403 h 82173"/>
                      <a:gd name="connsiteX4" fmla="*/ 45119 w 72879"/>
                      <a:gd name="connsiteY4" fmla="*/ 277 h 82173"/>
                      <a:gd name="connsiteX5" fmla="*/ 10403 w 72879"/>
                      <a:gd name="connsiteY5" fmla="*/ 8956 h 82173"/>
                      <a:gd name="connsiteX6" fmla="*/ 277 w 72879"/>
                      <a:gd name="connsiteY6" fmla="*/ 24868 h 82173"/>
                      <a:gd name="connsiteX7" fmla="*/ 11849 w 72879"/>
                      <a:gd name="connsiteY7" fmla="*/ 71156 h 82173"/>
                      <a:gd name="connsiteX8" fmla="*/ 27761 w 72879"/>
                      <a:gd name="connsiteY8" fmla="*/ 81281 h 82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79" h="82173">
                        <a:moveTo>
                          <a:pt x="27761" y="81281"/>
                        </a:moveTo>
                        <a:lnTo>
                          <a:pt x="62477" y="72602"/>
                        </a:lnTo>
                        <a:cubicBezTo>
                          <a:pt x="69709" y="71156"/>
                          <a:pt x="74049" y="63923"/>
                          <a:pt x="72602" y="56691"/>
                        </a:cubicBezTo>
                        <a:lnTo>
                          <a:pt x="61030" y="10403"/>
                        </a:lnTo>
                        <a:cubicBezTo>
                          <a:pt x="59584" y="3170"/>
                          <a:pt x="52351" y="-1169"/>
                          <a:pt x="45119" y="277"/>
                        </a:cubicBezTo>
                        <a:lnTo>
                          <a:pt x="10403" y="8956"/>
                        </a:lnTo>
                        <a:cubicBezTo>
                          <a:pt x="3170" y="10403"/>
                          <a:pt x="-1169" y="17635"/>
                          <a:pt x="277" y="24868"/>
                        </a:cubicBezTo>
                        <a:lnTo>
                          <a:pt x="11849" y="71156"/>
                        </a:lnTo>
                        <a:cubicBezTo>
                          <a:pt x="14742" y="79835"/>
                          <a:pt x="21975" y="84174"/>
                          <a:pt x="27761" y="81281"/>
                        </a:cubicBezTo>
                        <a:close/>
                      </a:path>
                    </a:pathLst>
                  </a:custGeom>
                  <a:solidFill>
                    <a:schemeClr val="accent1"/>
                  </a:solidFill>
                  <a:ln w="14465" cap="flat">
                    <a:noFill/>
                    <a:prstDash val="solid"/>
                    <a:miter/>
                  </a:ln>
                </p:spPr>
                <p:txBody>
                  <a:bodyPr rtlCol="0" anchor="ctr"/>
                  <a:lstStyle/>
                  <a:p>
                    <a:endParaRPr lang="en-US"/>
                  </a:p>
                </p:txBody>
              </p:sp>
              <p:sp>
                <p:nvSpPr>
                  <p:cNvPr id="418" name="Freeform: Shape 417">
                    <a:extLst>
                      <a:ext uri="{FF2B5EF4-FFF2-40B4-BE49-F238E27FC236}">
                        <a16:creationId xmlns:a16="http://schemas.microsoft.com/office/drawing/2014/main" id="{5C2EF6ED-503C-4DD0-BCEA-525AA532CB64}"/>
                      </a:ext>
                    </a:extLst>
                  </p:cNvPr>
                  <p:cNvSpPr/>
                  <p:nvPr/>
                </p:nvSpPr>
                <p:spPr>
                  <a:xfrm>
                    <a:off x="1768352" y="2394945"/>
                    <a:ext cx="60059" cy="70184"/>
                  </a:xfrm>
                  <a:custGeom>
                    <a:avLst/>
                    <a:gdLst>
                      <a:gd name="connsiteX0" fmla="*/ 20627 w 60059"/>
                      <a:gd name="connsiteY0" fmla="*/ 69808 h 70184"/>
                      <a:gd name="connsiteX1" fmla="*/ 53897 w 60059"/>
                      <a:gd name="connsiteY1" fmla="*/ 61129 h 70184"/>
                      <a:gd name="connsiteX2" fmla="*/ 59683 w 60059"/>
                      <a:gd name="connsiteY2" fmla="*/ 51004 h 70184"/>
                      <a:gd name="connsiteX3" fmla="*/ 49557 w 60059"/>
                      <a:gd name="connsiteY3" fmla="*/ 6162 h 70184"/>
                      <a:gd name="connsiteX4" fmla="*/ 39432 w 60059"/>
                      <a:gd name="connsiteY4" fmla="*/ 376 h 70184"/>
                      <a:gd name="connsiteX5" fmla="*/ 6162 w 60059"/>
                      <a:gd name="connsiteY5" fmla="*/ 9055 h 70184"/>
                      <a:gd name="connsiteX6" fmla="*/ 376 w 60059"/>
                      <a:gd name="connsiteY6" fmla="*/ 19181 h 70184"/>
                      <a:gd name="connsiteX7" fmla="*/ 10502 w 60059"/>
                      <a:gd name="connsiteY7" fmla="*/ 64022 h 70184"/>
                      <a:gd name="connsiteX8" fmla="*/ 20627 w 60059"/>
                      <a:gd name="connsiteY8" fmla="*/ 69808 h 7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59" h="70184">
                        <a:moveTo>
                          <a:pt x="20627" y="69808"/>
                        </a:moveTo>
                        <a:lnTo>
                          <a:pt x="53897" y="61129"/>
                        </a:lnTo>
                        <a:cubicBezTo>
                          <a:pt x="58236" y="59683"/>
                          <a:pt x="61129" y="55343"/>
                          <a:pt x="59683" y="51004"/>
                        </a:cubicBezTo>
                        <a:lnTo>
                          <a:pt x="49557" y="6162"/>
                        </a:lnTo>
                        <a:cubicBezTo>
                          <a:pt x="48111" y="1823"/>
                          <a:pt x="43771" y="-1070"/>
                          <a:pt x="39432" y="376"/>
                        </a:cubicBezTo>
                        <a:lnTo>
                          <a:pt x="6162" y="9055"/>
                        </a:lnTo>
                        <a:cubicBezTo>
                          <a:pt x="1823" y="10502"/>
                          <a:pt x="-1070" y="14841"/>
                          <a:pt x="376" y="19181"/>
                        </a:cubicBezTo>
                        <a:lnTo>
                          <a:pt x="10502" y="64022"/>
                        </a:lnTo>
                        <a:cubicBezTo>
                          <a:pt x="10502" y="68362"/>
                          <a:pt x="16288" y="71255"/>
                          <a:pt x="20627" y="69808"/>
                        </a:cubicBezTo>
                        <a:close/>
                      </a:path>
                    </a:pathLst>
                  </a:custGeom>
                  <a:solidFill>
                    <a:schemeClr val="accent1">
                      <a:lumMod val="60000"/>
                      <a:lumOff val="40000"/>
                    </a:schemeClr>
                  </a:solidFill>
                  <a:ln w="14465" cap="flat">
                    <a:noFill/>
                    <a:prstDash val="solid"/>
                    <a:miter/>
                  </a:ln>
                </p:spPr>
                <p:txBody>
                  <a:bodyPr rtlCol="0" anchor="ctr"/>
                  <a:lstStyle/>
                  <a:p>
                    <a:endParaRPr lang="en-US"/>
                  </a:p>
                </p:txBody>
              </p:sp>
            </p:grpSp>
            <p:grpSp>
              <p:nvGrpSpPr>
                <p:cNvPr id="419" name="Graphic 205">
                  <a:extLst>
                    <a:ext uri="{FF2B5EF4-FFF2-40B4-BE49-F238E27FC236}">
                      <a16:creationId xmlns:a16="http://schemas.microsoft.com/office/drawing/2014/main" id="{EDD2BA35-87AD-417F-AA53-BB42664AA3EC}"/>
                    </a:ext>
                  </a:extLst>
                </p:cNvPr>
                <p:cNvGrpSpPr/>
                <p:nvPr/>
              </p:nvGrpSpPr>
              <p:grpSpPr>
                <a:xfrm>
                  <a:off x="1680214" y="2408062"/>
                  <a:ext cx="72879" cy="81558"/>
                  <a:chOff x="1680214" y="2408062"/>
                  <a:chExt cx="72879" cy="81558"/>
                </a:xfrm>
              </p:grpSpPr>
              <p:sp>
                <p:nvSpPr>
                  <p:cNvPr id="420" name="Freeform: Shape 419">
                    <a:extLst>
                      <a:ext uri="{FF2B5EF4-FFF2-40B4-BE49-F238E27FC236}">
                        <a16:creationId xmlns:a16="http://schemas.microsoft.com/office/drawing/2014/main" id="{8820772C-87DE-47DD-806C-E3D3343217B1}"/>
                      </a:ext>
                    </a:extLst>
                  </p:cNvPr>
                  <p:cNvSpPr/>
                  <p:nvPr/>
                </p:nvSpPr>
                <p:spPr>
                  <a:xfrm>
                    <a:off x="1680214" y="2408062"/>
                    <a:ext cx="72879" cy="81558"/>
                  </a:xfrm>
                  <a:custGeom>
                    <a:avLst/>
                    <a:gdLst>
                      <a:gd name="connsiteX0" fmla="*/ 27761 w 72879"/>
                      <a:gd name="connsiteY0" fmla="*/ 81281 h 81558"/>
                      <a:gd name="connsiteX1" fmla="*/ 62477 w 72879"/>
                      <a:gd name="connsiteY1" fmla="*/ 72602 h 81558"/>
                      <a:gd name="connsiteX2" fmla="*/ 72602 w 72879"/>
                      <a:gd name="connsiteY2" fmla="*/ 56691 h 81558"/>
                      <a:gd name="connsiteX3" fmla="*/ 61030 w 72879"/>
                      <a:gd name="connsiteY3" fmla="*/ 10403 h 81558"/>
                      <a:gd name="connsiteX4" fmla="*/ 45119 w 72879"/>
                      <a:gd name="connsiteY4" fmla="*/ 277 h 81558"/>
                      <a:gd name="connsiteX5" fmla="*/ 10403 w 72879"/>
                      <a:gd name="connsiteY5" fmla="*/ 8956 h 81558"/>
                      <a:gd name="connsiteX6" fmla="*/ 277 w 72879"/>
                      <a:gd name="connsiteY6" fmla="*/ 24868 h 81558"/>
                      <a:gd name="connsiteX7" fmla="*/ 11849 w 72879"/>
                      <a:gd name="connsiteY7" fmla="*/ 71156 h 81558"/>
                      <a:gd name="connsiteX8" fmla="*/ 27761 w 72879"/>
                      <a:gd name="connsiteY8" fmla="*/ 81281 h 81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79" h="81558">
                        <a:moveTo>
                          <a:pt x="27761" y="81281"/>
                        </a:moveTo>
                        <a:lnTo>
                          <a:pt x="62477" y="72602"/>
                        </a:lnTo>
                        <a:cubicBezTo>
                          <a:pt x="69709" y="71156"/>
                          <a:pt x="74049" y="63923"/>
                          <a:pt x="72602" y="56691"/>
                        </a:cubicBezTo>
                        <a:lnTo>
                          <a:pt x="61030" y="10403"/>
                        </a:lnTo>
                        <a:cubicBezTo>
                          <a:pt x="59584" y="3170"/>
                          <a:pt x="52351" y="-1169"/>
                          <a:pt x="45119" y="277"/>
                        </a:cubicBezTo>
                        <a:lnTo>
                          <a:pt x="10403" y="8956"/>
                        </a:lnTo>
                        <a:cubicBezTo>
                          <a:pt x="3170" y="10403"/>
                          <a:pt x="-1169" y="17635"/>
                          <a:pt x="277" y="24868"/>
                        </a:cubicBezTo>
                        <a:lnTo>
                          <a:pt x="11849" y="71156"/>
                        </a:lnTo>
                        <a:cubicBezTo>
                          <a:pt x="14742" y="78388"/>
                          <a:pt x="20528" y="82728"/>
                          <a:pt x="27761" y="81281"/>
                        </a:cubicBezTo>
                        <a:close/>
                      </a:path>
                    </a:pathLst>
                  </a:custGeom>
                  <a:solidFill>
                    <a:schemeClr val="accent1"/>
                  </a:solidFill>
                  <a:ln w="14465" cap="flat">
                    <a:noFill/>
                    <a:prstDash val="solid"/>
                    <a:miter/>
                  </a:ln>
                </p:spPr>
                <p:txBody>
                  <a:bodyPr rtlCol="0" anchor="ctr"/>
                  <a:lstStyle/>
                  <a:p>
                    <a:endParaRPr lang="en-US"/>
                  </a:p>
                </p:txBody>
              </p:sp>
              <p:sp>
                <p:nvSpPr>
                  <p:cNvPr id="421" name="Freeform: Shape 420">
                    <a:extLst>
                      <a:ext uri="{FF2B5EF4-FFF2-40B4-BE49-F238E27FC236}">
                        <a16:creationId xmlns:a16="http://schemas.microsoft.com/office/drawing/2014/main" id="{1271887C-78F4-4AB3-AF8C-0C4DFC1371CA}"/>
                      </a:ext>
                    </a:extLst>
                  </p:cNvPr>
                  <p:cNvSpPr/>
                  <p:nvPr/>
                </p:nvSpPr>
                <p:spPr>
                  <a:xfrm>
                    <a:off x="1685901" y="2413749"/>
                    <a:ext cx="60059" cy="70184"/>
                  </a:xfrm>
                  <a:custGeom>
                    <a:avLst/>
                    <a:gdLst>
                      <a:gd name="connsiteX0" fmla="*/ 20627 w 60059"/>
                      <a:gd name="connsiteY0" fmla="*/ 69808 h 70184"/>
                      <a:gd name="connsiteX1" fmla="*/ 53897 w 60059"/>
                      <a:gd name="connsiteY1" fmla="*/ 61129 h 70184"/>
                      <a:gd name="connsiteX2" fmla="*/ 59683 w 60059"/>
                      <a:gd name="connsiteY2" fmla="*/ 51004 h 70184"/>
                      <a:gd name="connsiteX3" fmla="*/ 49557 w 60059"/>
                      <a:gd name="connsiteY3" fmla="*/ 6162 h 70184"/>
                      <a:gd name="connsiteX4" fmla="*/ 39432 w 60059"/>
                      <a:gd name="connsiteY4" fmla="*/ 376 h 70184"/>
                      <a:gd name="connsiteX5" fmla="*/ 6162 w 60059"/>
                      <a:gd name="connsiteY5" fmla="*/ 9055 h 70184"/>
                      <a:gd name="connsiteX6" fmla="*/ 376 w 60059"/>
                      <a:gd name="connsiteY6" fmla="*/ 19181 h 70184"/>
                      <a:gd name="connsiteX7" fmla="*/ 10502 w 60059"/>
                      <a:gd name="connsiteY7" fmla="*/ 64022 h 70184"/>
                      <a:gd name="connsiteX8" fmla="*/ 20627 w 60059"/>
                      <a:gd name="connsiteY8" fmla="*/ 69808 h 7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59" h="70184">
                        <a:moveTo>
                          <a:pt x="20627" y="69808"/>
                        </a:moveTo>
                        <a:lnTo>
                          <a:pt x="53897" y="61129"/>
                        </a:lnTo>
                        <a:cubicBezTo>
                          <a:pt x="58236" y="59683"/>
                          <a:pt x="61129" y="55343"/>
                          <a:pt x="59683" y="51004"/>
                        </a:cubicBezTo>
                        <a:lnTo>
                          <a:pt x="49557" y="6162"/>
                        </a:lnTo>
                        <a:cubicBezTo>
                          <a:pt x="48111" y="1823"/>
                          <a:pt x="43771" y="-1070"/>
                          <a:pt x="39432" y="376"/>
                        </a:cubicBezTo>
                        <a:lnTo>
                          <a:pt x="6162" y="9055"/>
                        </a:lnTo>
                        <a:cubicBezTo>
                          <a:pt x="1823" y="10502"/>
                          <a:pt x="-1070" y="14841"/>
                          <a:pt x="376" y="19181"/>
                        </a:cubicBezTo>
                        <a:lnTo>
                          <a:pt x="10502" y="64022"/>
                        </a:lnTo>
                        <a:cubicBezTo>
                          <a:pt x="11948" y="68362"/>
                          <a:pt x="16288" y="71255"/>
                          <a:pt x="20627" y="69808"/>
                        </a:cubicBezTo>
                        <a:close/>
                      </a:path>
                    </a:pathLst>
                  </a:custGeom>
                  <a:solidFill>
                    <a:schemeClr val="accent1">
                      <a:lumMod val="60000"/>
                      <a:lumOff val="40000"/>
                    </a:schemeClr>
                  </a:solidFill>
                  <a:ln w="14465" cap="flat">
                    <a:noFill/>
                    <a:prstDash val="solid"/>
                    <a:miter/>
                  </a:ln>
                </p:spPr>
                <p:txBody>
                  <a:bodyPr rtlCol="0" anchor="ctr"/>
                  <a:lstStyle/>
                  <a:p>
                    <a:endParaRPr lang="en-US"/>
                  </a:p>
                </p:txBody>
              </p:sp>
            </p:grpSp>
          </p:grpSp>
          <p:grpSp>
            <p:nvGrpSpPr>
              <p:cNvPr id="422" name="Graphic 205">
                <a:extLst>
                  <a:ext uri="{FF2B5EF4-FFF2-40B4-BE49-F238E27FC236}">
                    <a16:creationId xmlns:a16="http://schemas.microsoft.com/office/drawing/2014/main" id="{EDD2BA35-87AD-417F-AA53-BB42664AA3EC}"/>
                  </a:ext>
                </a:extLst>
              </p:cNvPr>
              <p:cNvGrpSpPr/>
              <p:nvPr/>
            </p:nvGrpSpPr>
            <p:grpSpPr>
              <a:xfrm>
                <a:off x="1703358" y="2442779"/>
                <a:ext cx="317338" cy="140864"/>
                <a:chOff x="1703358" y="2442779"/>
                <a:chExt cx="317338" cy="140864"/>
              </a:xfrm>
            </p:grpSpPr>
            <p:grpSp>
              <p:nvGrpSpPr>
                <p:cNvPr id="423" name="Graphic 205">
                  <a:extLst>
                    <a:ext uri="{FF2B5EF4-FFF2-40B4-BE49-F238E27FC236}">
                      <a16:creationId xmlns:a16="http://schemas.microsoft.com/office/drawing/2014/main" id="{EDD2BA35-87AD-417F-AA53-BB42664AA3EC}"/>
                    </a:ext>
                  </a:extLst>
                </p:cNvPr>
                <p:cNvGrpSpPr/>
                <p:nvPr/>
              </p:nvGrpSpPr>
              <p:grpSpPr>
                <a:xfrm>
                  <a:off x="1947817" y="2442779"/>
                  <a:ext cx="72879" cy="82173"/>
                  <a:chOff x="1947817" y="2442779"/>
                  <a:chExt cx="72879" cy="82173"/>
                </a:xfrm>
              </p:grpSpPr>
              <p:sp>
                <p:nvSpPr>
                  <p:cNvPr id="424" name="Freeform: Shape 423">
                    <a:extLst>
                      <a:ext uri="{FF2B5EF4-FFF2-40B4-BE49-F238E27FC236}">
                        <a16:creationId xmlns:a16="http://schemas.microsoft.com/office/drawing/2014/main" id="{3316B891-1E3F-4683-AB80-3AE08C84A1AE}"/>
                      </a:ext>
                    </a:extLst>
                  </p:cNvPr>
                  <p:cNvSpPr/>
                  <p:nvPr/>
                </p:nvSpPr>
                <p:spPr>
                  <a:xfrm>
                    <a:off x="1947817" y="2442779"/>
                    <a:ext cx="72879" cy="82173"/>
                  </a:xfrm>
                  <a:custGeom>
                    <a:avLst/>
                    <a:gdLst>
                      <a:gd name="connsiteX0" fmla="*/ 27761 w 72879"/>
                      <a:gd name="connsiteY0" fmla="*/ 81281 h 82173"/>
                      <a:gd name="connsiteX1" fmla="*/ 62477 w 72879"/>
                      <a:gd name="connsiteY1" fmla="*/ 72602 h 82173"/>
                      <a:gd name="connsiteX2" fmla="*/ 72602 w 72879"/>
                      <a:gd name="connsiteY2" fmla="*/ 56691 h 82173"/>
                      <a:gd name="connsiteX3" fmla="*/ 61030 w 72879"/>
                      <a:gd name="connsiteY3" fmla="*/ 10403 h 82173"/>
                      <a:gd name="connsiteX4" fmla="*/ 45119 w 72879"/>
                      <a:gd name="connsiteY4" fmla="*/ 277 h 82173"/>
                      <a:gd name="connsiteX5" fmla="*/ 10403 w 72879"/>
                      <a:gd name="connsiteY5" fmla="*/ 8956 h 82173"/>
                      <a:gd name="connsiteX6" fmla="*/ 277 w 72879"/>
                      <a:gd name="connsiteY6" fmla="*/ 24868 h 82173"/>
                      <a:gd name="connsiteX7" fmla="*/ 11849 w 72879"/>
                      <a:gd name="connsiteY7" fmla="*/ 71156 h 82173"/>
                      <a:gd name="connsiteX8" fmla="*/ 27761 w 72879"/>
                      <a:gd name="connsiteY8" fmla="*/ 81281 h 82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79" h="82173">
                        <a:moveTo>
                          <a:pt x="27761" y="81281"/>
                        </a:moveTo>
                        <a:lnTo>
                          <a:pt x="62477" y="72602"/>
                        </a:lnTo>
                        <a:cubicBezTo>
                          <a:pt x="69709" y="71156"/>
                          <a:pt x="74049" y="63923"/>
                          <a:pt x="72602" y="56691"/>
                        </a:cubicBezTo>
                        <a:lnTo>
                          <a:pt x="61030" y="10403"/>
                        </a:lnTo>
                        <a:cubicBezTo>
                          <a:pt x="59584" y="3170"/>
                          <a:pt x="52351" y="-1169"/>
                          <a:pt x="45119" y="277"/>
                        </a:cubicBezTo>
                        <a:lnTo>
                          <a:pt x="10403" y="8956"/>
                        </a:lnTo>
                        <a:cubicBezTo>
                          <a:pt x="3170" y="10403"/>
                          <a:pt x="-1169" y="17635"/>
                          <a:pt x="277" y="24868"/>
                        </a:cubicBezTo>
                        <a:lnTo>
                          <a:pt x="11849" y="71156"/>
                        </a:lnTo>
                        <a:cubicBezTo>
                          <a:pt x="13296" y="79835"/>
                          <a:pt x="20528" y="84174"/>
                          <a:pt x="27761" y="81281"/>
                        </a:cubicBezTo>
                        <a:close/>
                      </a:path>
                    </a:pathLst>
                  </a:custGeom>
                  <a:solidFill>
                    <a:schemeClr val="accent1"/>
                  </a:solidFill>
                  <a:ln w="14465" cap="flat">
                    <a:noFill/>
                    <a:prstDash val="solid"/>
                    <a:miter/>
                  </a:ln>
                </p:spPr>
                <p:txBody>
                  <a:bodyPr rtlCol="0" anchor="ctr"/>
                  <a:lstStyle/>
                  <a:p>
                    <a:endParaRPr lang="en-US"/>
                  </a:p>
                </p:txBody>
              </p:sp>
              <p:sp>
                <p:nvSpPr>
                  <p:cNvPr id="425" name="Freeform: Shape 424">
                    <a:extLst>
                      <a:ext uri="{FF2B5EF4-FFF2-40B4-BE49-F238E27FC236}">
                        <a16:creationId xmlns:a16="http://schemas.microsoft.com/office/drawing/2014/main" id="{885D57EF-CA0B-4679-ABBC-C191B538DAE7}"/>
                      </a:ext>
                    </a:extLst>
                  </p:cNvPr>
                  <p:cNvSpPr/>
                  <p:nvPr/>
                </p:nvSpPr>
                <p:spPr>
                  <a:xfrm>
                    <a:off x="1953504" y="2449912"/>
                    <a:ext cx="60059" cy="70184"/>
                  </a:xfrm>
                  <a:custGeom>
                    <a:avLst/>
                    <a:gdLst>
                      <a:gd name="connsiteX0" fmla="*/ 20627 w 60059"/>
                      <a:gd name="connsiteY0" fmla="*/ 69808 h 70184"/>
                      <a:gd name="connsiteX1" fmla="*/ 53897 w 60059"/>
                      <a:gd name="connsiteY1" fmla="*/ 61129 h 70184"/>
                      <a:gd name="connsiteX2" fmla="*/ 59683 w 60059"/>
                      <a:gd name="connsiteY2" fmla="*/ 51004 h 70184"/>
                      <a:gd name="connsiteX3" fmla="*/ 49557 w 60059"/>
                      <a:gd name="connsiteY3" fmla="*/ 6162 h 70184"/>
                      <a:gd name="connsiteX4" fmla="*/ 39432 w 60059"/>
                      <a:gd name="connsiteY4" fmla="*/ 376 h 70184"/>
                      <a:gd name="connsiteX5" fmla="*/ 6162 w 60059"/>
                      <a:gd name="connsiteY5" fmla="*/ 9055 h 70184"/>
                      <a:gd name="connsiteX6" fmla="*/ 376 w 60059"/>
                      <a:gd name="connsiteY6" fmla="*/ 19181 h 70184"/>
                      <a:gd name="connsiteX7" fmla="*/ 10502 w 60059"/>
                      <a:gd name="connsiteY7" fmla="*/ 64022 h 70184"/>
                      <a:gd name="connsiteX8" fmla="*/ 20627 w 60059"/>
                      <a:gd name="connsiteY8" fmla="*/ 69808 h 7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59" h="70184">
                        <a:moveTo>
                          <a:pt x="20627" y="69808"/>
                        </a:moveTo>
                        <a:lnTo>
                          <a:pt x="53897" y="61129"/>
                        </a:lnTo>
                        <a:cubicBezTo>
                          <a:pt x="58236" y="59683"/>
                          <a:pt x="61129" y="55343"/>
                          <a:pt x="59683" y="51004"/>
                        </a:cubicBezTo>
                        <a:lnTo>
                          <a:pt x="49557" y="6162"/>
                        </a:lnTo>
                        <a:cubicBezTo>
                          <a:pt x="48111" y="1823"/>
                          <a:pt x="43771" y="-1070"/>
                          <a:pt x="39432" y="376"/>
                        </a:cubicBezTo>
                        <a:lnTo>
                          <a:pt x="6162" y="9055"/>
                        </a:lnTo>
                        <a:cubicBezTo>
                          <a:pt x="1823" y="10502"/>
                          <a:pt x="-1070" y="14841"/>
                          <a:pt x="376" y="19181"/>
                        </a:cubicBezTo>
                        <a:lnTo>
                          <a:pt x="10502" y="64022"/>
                        </a:lnTo>
                        <a:cubicBezTo>
                          <a:pt x="10502" y="68362"/>
                          <a:pt x="16288" y="71255"/>
                          <a:pt x="20627" y="69808"/>
                        </a:cubicBezTo>
                        <a:close/>
                      </a:path>
                    </a:pathLst>
                  </a:custGeom>
                  <a:solidFill>
                    <a:schemeClr val="accent1">
                      <a:lumMod val="60000"/>
                      <a:lumOff val="40000"/>
                    </a:schemeClr>
                  </a:solidFill>
                  <a:ln w="14465" cap="flat">
                    <a:noFill/>
                    <a:prstDash val="solid"/>
                    <a:miter/>
                  </a:ln>
                </p:spPr>
                <p:txBody>
                  <a:bodyPr rtlCol="0" anchor="ctr"/>
                  <a:lstStyle/>
                  <a:p>
                    <a:endParaRPr lang="en-US"/>
                  </a:p>
                </p:txBody>
              </p:sp>
            </p:grpSp>
            <p:grpSp>
              <p:nvGrpSpPr>
                <p:cNvPr id="426" name="Graphic 205">
                  <a:extLst>
                    <a:ext uri="{FF2B5EF4-FFF2-40B4-BE49-F238E27FC236}">
                      <a16:creationId xmlns:a16="http://schemas.microsoft.com/office/drawing/2014/main" id="{EDD2BA35-87AD-417F-AA53-BB42664AA3EC}"/>
                    </a:ext>
                  </a:extLst>
                </p:cNvPr>
                <p:cNvGrpSpPr/>
                <p:nvPr/>
              </p:nvGrpSpPr>
              <p:grpSpPr>
                <a:xfrm>
                  <a:off x="1865366" y="2463030"/>
                  <a:ext cx="72879" cy="81558"/>
                  <a:chOff x="1865366" y="2463030"/>
                  <a:chExt cx="72879" cy="81558"/>
                </a:xfrm>
              </p:grpSpPr>
              <p:sp>
                <p:nvSpPr>
                  <p:cNvPr id="427" name="Freeform: Shape 426">
                    <a:extLst>
                      <a:ext uri="{FF2B5EF4-FFF2-40B4-BE49-F238E27FC236}">
                        <a16:creationId xmlns:a16="http://schemas.microsoft.com/office/drawing/2014/main" id="{71F32E9E-8D95-4B00-86DB-7CB26D8F9952}"/>
                      </a:ext>
                    </a:extLst>
                  </p:cNvPr>
                  <p:cNvSpPr/>
                  <p:nvPr/>
                </p:nvSpPr>
                <p:spPr>
                  <a:xfrm>
                    <a:off x="1865366" y="2463030"/>
                    <a:ext cx="72879" cy="81558"/>
                  </a:xfrm>
                  <a:custGeom>
                    <a:avLst/>
                    <a:gdLst>
                      <a:gd name="connsiteX0" fmla="*/ 27761 w 72879"/>
                      <a:gd name="connsiteY0" fmla="*/ 81281 h 81558"/>
                      <a:gd name="connsiteX1" fmla="*/ 62477 w 72879"/>
                      <a:gd name="connsiteY1" fmla="*/ 72602 h 81558"/>
                      <a:gd name="connsiteX2" fmla="*/ 72602 w 72879"/>
                      <a:gd name="connsiteY2" fmla="*/ 56691 h 81558"/>
                      <a:gd name="connsiteX3" fmla="*/ 61030 w 72879"/>
                      <a:gd name="connsiteY3" fmla="*/ 10403 h 81558"/>
                      <a:gd name="connsiteX4" fmla="*/ 45119 w 72879"/>
                      <a:gd name="connsiteY4" fmla="*/ 277 h 81558"/>
                      <a:gd name="connsiteX5" fmla="*/ 10403 w 72879"/>
                      <a:gd name="connsiteY5" fmla="*/ 8956 h 81558"/>
                      <a:gd name="connsiteX6" fmla="*/ 277 w 72879"/>
                      <a:gd name="connsiteY6" fmla="*/ 24868 h 81558"/>
                      <a:gd name="connsiteX7" fmla="*/ 11849 w 72879"/>
                      <a:gd name="connsiteY7" fmla="*/ 71156 h 81558"/>
                      <a:gd name="connsiteX8" fmla="*/ 27761 w 72879"/>
                      <a:gd name="connsiteY8" fmla="*/ 81281 h 81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79" h="81558">
                        <a:moveTo>
                          <a:pt x="27761" y="81281"/>
                        </a:moveTo>
                        <a:lnTo>
                          <a:pt x="62477" y="72602"/>
                        </a:lnTo>
                        <a:cubicBezTo>
                          <a:pt x="69709" y="71156"/>
                          <a:pt x="74049" y="63923"/>
                          <a:pt x="72602" y="56691"/>
                        </a:cubicBezTo>
                        <a:lnTo>
                          <a:pt x="61030" y="10403"/>
                        </a:lnTo>
                        <a:cubicBezTo>
                          <a:pt x="59584" y="3170"/>
                          <a:pt x="52351" y="-1169"/>
                          <a:pt x="45119" y="277"/>
                        </a:cubicBezTo>
                        <a:lnTo>
                          <a:pt x="10403" y="8956"/>
                        </a:lnTo>
                        <a:cubicBezTo>
                          <a:pt x="3170" y="10403"/>
                          <a:pt x="-1169" y="17635"/>
                          <a:pt x="277" y="24868"/>
                        </a:cubicBezTo>
                        <a:lnTo>
                          <a:pt x="11849" y="71156"/>
                        </a:lnTo>
                        <a:cubicBezTo>
                          <a:pt x="14742" y="78388"/>
                          <a:pt x="21975" y="82728"/>
                          <a:pt x="27761" y="81281"/>
                        </a:cubicBezTo>
                        <a:close/>
                      </a:path>
                    </a:pathLst>
                  </a:custGeom>
                  <a:solidFill>
                    <a:schemeClr val="accent1"/>
                  </a:solidFill>
                  <a:ln w="14465" cap="flat">
                    <a:noFill/>
                    <a:prstDash val="solid"/>
                    <a:miter/>
                  </a:ln>
                </p:spPr>
                <p:txBody>
                  <a:bodyPr rtlCol="0" anchor="ctr"/>
                  <a:lstStyle/>
                  <a:p>
                    <a:endParaRPr lang="en-US"/>
                  </a:p>
                </p:txBody>
              </p:sp>
              <p:sp>
                <p:nvSpPr>
                  <p:cNvPr id="428" name="Freeform: Shape 427">
                    <a:extLst>
                      <a:ext uri="{FF2B5EF4-FFF2-40B4-BE49-F238E27FC236}">
                        <a16:creationId xmlns:a16="http://schemas.microsoft.com/office/drawing/2014/main" id="{80946C48-E233-406D-8BEE-9C3FEE50616D}"/>
                      </a:ext>
                    </a:extLst>
                  </p:cNvPr>
                  <p:cNvSpPr/>
                  <p:nvPr/>
                </p:nvSpPr>
                <p:spPr>
                  <a:xfrm>
                    <a:off x="1872500" y="2468716"/>
                    <a:ext cx="60059" cy="70184"/>
                  </a:xfrm>
                  <a:custGeom>
                    <a:avLst/>
                    <a:gdLst>
                      <a:gd name="connsiteX0" fmla="*/ 20627 w 60059"/>
                      <a:gd name="connsiteY0" fmla="*/ 69808 h 70184"/>
                      <a:gd name="connsiteX1" fmla="*/ 53897 w 60059"/>
                      <a:gd name="connsiteY1" fmla="*/ 61129 h 70184"/>
                      <a:gd name="connsiteX2" fmla="*/ 59683 w 60059"/>
                      <a:gd name="connsiteY2" fmla="*/ 51004 h 70184"/>
                      <a:gd name="connsiteX3" fmla="*/ 49557 w 60059"/>
                      <a:gd name="connsiteY3" fmla="*/ 6162 h 70184"/>
                      <a:gd name="connsiteX4" fmla="*/ 39432 w 60059"/>
                      <a:gd name="connsiteY4" fmla="*/ 376 h 70184"/>
                      <a:gd name="connsiteX5" fmla="*/ 6162 w 60059"/>
                      <a:gd name="connsiteY5" fmla="*/ 9055 h 70184"/>
                      <a:gd name="connsiteX6" fmla="*/ 376 w 60059"/>
                      <a:gd name="connsiteY6" fmla="*/ 19181 h 70184"/>
                      <a:gd name="connsiteX7" fmla="*/ 10502 w 60059"/>
                      <a:gd name="connsiteY7" fmla="*/ 64022 h 70184"/>
                      <a:gd name="connsiteX8" fmla="*/ 20627 w 60059"/>
                      <a:gd name="connsiteY8" fmla="*/ 69808 h 7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59" h="70184">
                        <a:moveTo>
                          <a:pt x="20627" y="69808"/>
                        </a:moveTo>
                        <a:lnTo>
                          <a:pt x="53897" y="61129"/>
                        </a:lnTo>
                        <a:cubicBezTo>
                          <a:pt x="58236" y="59683"/>
                          <a:pt x="61129" y="55343"/>
                          <a:pt x="59683" y="51004"/>
                        </a:cubicBezTo>
                        <a:lnTo>
                          <a:pt x="49557" y="6162"/>
                        </a:lnTo>
                        <a:cubicBezTo>
                          <a:pt x="48111" y="1823"/>
                          <a:pt x="43771" y="-1070"/>
                          <a:pt x="39432" y="376"/>
                        </a:cubicBezTo>
                        <a:lnTo>
                          <a:pt x="6162" y="9055"/>
                        </a:lnTo>
                        <a:cubicBezTo>
                          <a:pt x="1823" y="10502"/>
                          <a:pt x="-1070" y="14841"/>
                          <a:pt x="376" y="19181"/>
                        </a:cubicBezTo>
                        <a:lnTo>
                          <a:pt x="10502" y="64022"/>
                        </a:lnTo>
                        <a:cubicBezTo>
                          <a:pt x="10502" y="68362"/>
                          <a:pt x="14841" y="71255"/>
                          <a:pt x="20627" y="69808"/>
                        </a:cubicBezTo>
                        <a:close/>
                      </a:path>
                    </a:pathLst>
                  </a:custGeom>
                  <a:solidFill>
                    <a:schemeClr val="accent1">
                      <a:lumMod val="60000"/>
                      <a:lumOff val="40000"/>
                    </a:schemeClr>
                  </a:solidFill>
                  <a:ln w="14465" cap="flat">
                    <a:noFill/>
                    <a:prstDash val="solid"/>
                    <a:miter/>
                  </a:ln>
                </p:spPr>
                <p:txBody>
                  <a:bodyPr rtlCol="0" anchor="ctr"/>
                  <a:lstStyle/>
                  <a:p>
                    <a:endParaRPr lang="en-US"/>
                  </a:p>
                </p:txBody>
              </p:sp>
            </p:grpSp>
            <p:grpSp>
              <p:nvGrpSpPr>
                <p:cNvPr id="429" name="Graphic 205">
                  <a:extLst>
                    <a:ext uri="{FF2B5EF4-FFF2-40B4-BE49-F238E27FC236}">
                      <a16:creationId xmlns:a16="http://schemas.microsoft.com/office/drawing/2014/main" id="{EDD2BA35-87AD-417F-AA53-BB42664AA3EC}"/>
                    </a:ext>
                  </a:extLst>
                </p:cNvPr>
                <p:cNvGrpSpPr/>
                <p:nvPr/>
              </p:nvGrpSpPr>
              <p:grpSpPr>
                <a:xfrm>
                  <a:off x="1784362" y="2481834"/>
                  <a:ext cx="72879" cy="82173"/>
                  <a:chOff x="1784362" y="2481834"/>
                  <a:chExt cx="72879" cy="82173"/>
                </a:xfrm>
              </p:grpSpPr>
              <p:sp>
                <p:nvSpPr>
                  <p:cNvPr id="430" name="Freeform: Shape 429">
                    <a:extLst>
                      <a:ext uri="{FF2B5EF4-FFF2-40B4-BE49-F238E27FC236}">
                        <a16:creationId xmlns:a16="http://schemas.microsoft.com/office/drawing/2014/main" id="{8A0988FF-A785-4584-B317-8C7AC3F60963}"/>
                      </a:ext>
                    </a:extLst>
                  </p:cNvPr>
                  <p:cNvSpPr/>
                  <p:nvPr/>
                </p:nvSpPr>
                <p:spPr>
                  <a:xfrm>
                    <a:off x="1784362" y="2481834"/>
                    <a:ext cx="72879" cy="82173"/>
                  </a:xfrm>
                  <a:custGeom>
                    <a:avLst/>
                    <a:gdLst>
                      <a:gd name="connsiteX0" fmla="*/ 27761 w 72879"/>
                      <a:gd name="connsiteY0" fmla="*/ 81281 h 82173"/>
                      <a:gd name="connsiteX1" fmla="*/ 62477 w 72879"/>
                      <a:gd name="connsiteY1" fmla="*/ 72602 h 82173"/>
                      <a:gd name="connsiteX2" fmla="*/ 72602 w 72879"/>
                      <a:gd name="connsiteY2" fmla="*/ 56691 h 82173"/>
                      <a:gd name="connsiteX3" fmla="*/ 61030 w 72879"/>
                      <a:gd name="connsiteY3" fmla="*/ 10403 h 82173"/>
                      <a:gd name="connsiteX4" fmla="*/ 45119 w 72879"/>
                      <a:gd name="connsiteY4" fmla="*/ 277 h 82173"/>
                      <a:gd name="connsiteX5" fmla="*/ 10403 w 72879"/>
                      <a:gd name="connsiteY5" fmla="*/ 8956 h 82173"/>
                      <a:gd name="connsiteX6" fmla="*/ 277 w 72879"/>
                      <a:gd name="connsiteY6" fmla="*/ 24868 h 82173"/>
                      <a:gd name="connsiteX7" fmla="*/ 11849 w 72879"/>
                      <a:gd name="connsiteY7" fmla="*/ 71156 h 82173"/>
                      <a:gd name="connsiteX8" fmla="*/ 27761 w 72879"/>
                      <a:gd name="connsiteY8" fmla="*/ 81281 h 82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79" h="82173">
                        <a:moveTo>
                          <a:pt x="27761" y="81281"/>
                        </a:moveTo>
                        <a:lnTo>
                          <a:pt x="62477" y="72602"/>
                        </a:lnTo>
                        <a:cubicBezTo>
                          <a:pt x="69709" y="71156"/>
                          <a:pt x="74049" y="63923"/>
                          <a:pt x="72602" y="56691"/>
                        </a:cubicBezTo>
                        <a:lnTo>
                          <a:pt x="61030" y="10403"/>
                        </a:lnTo>
                        <a:cubicBezTo>
                          <a:pt x="59584" y="3170"/>
                          <a:pt x="52351" y="-1169"/>
                          <a:pt x="45119" y="277"/>
                        </a:cubicBezTo>
                        <a:lnTo>
                          <a:pt x="10403" y="8956"/>
                        </a:lnTo>
                        <a:cubicBezTo>
                          <a:pt x="3170" y="10403"/>
                          <a:pt x="-1169" y="17635"/>
                          <a:pt x="277" y="24868"/>
                        </a:cubicBezTo>
                        <a:lnTo>
                          <a:pt x="11849" y="71156"/>
                        </a:lnTo>
                        <a:cubicBezTo>
                          <a:pt x="14742" y="79835"/>
                          <a:pt x="20528" y="84174"/>
                          <a:pt x="27761" y="81281"/>
                        </a:cubicBezTo>
                        <a:close/>
                      </a:path>
                    </a:pathLst>
                  </a:custGeom>
                  <a:solidFill>
                    <a:schemeClr val="accent1"/>
                  </a:solidFill>
                  <a:ln w="14465" cap="flat">
                    <a:noFill/>
                    <a:prstDash val="solid"/>
                    <a:miter/>
                  </a:ln>
                </p:spPr>
                <p:txBody>
                  <a:bodyPr rtlCol="0" anchor="ctr"/>
                  <a:lstStyle/>
                  <a:p>
                    <a:endParaRPr lang="en-US"/>
                  </a:p>
                </p:txBody>
              </p:sp>
              <p:sp>
                <p:nvSpPr>
                  <p:cNvPr id="431" name="Freeform: Shape 430">
                    <a:extLst>
                      <a:ext uri="{FF2B5EF4-FFF2-40B4-BE49-F238E27FC236}">
                        <a16:creationId xmlns:a16="http://schemas.microsoft.com/office/drawing/2014/main" id="{D5F7562B-8AFE-4FED-A973-A3D36B5E30F9}"/>
                      </a:ext>
                    </a:extLst>
                  </p:cNvPr>
                  <p:cNvSpPr/>
                  <p:nvPr/>
                </p:nvSpPr>
                <p:spPr>
                  <a:xfrm>
                    <a:off x="1790049" y="2488967"/>
                    <a:ext cx="60059" cy="70184"/>
                  </a:xfrm>
                  <a:custGeom>
                    <a:avLst/>
                    <a:gdLst>
                      <a:gd name="connsiteX0" fmla="*/ 20627 w 60059"/>
                      <a:gd name="connsiteY0" fmla="*/ 69808 h 70184"/>
                      <a:gd name="connsiteX1" fmla="*/ 53897 w 60059"/>
                      <a:gd name="connsiteY1" fmla="*/ 61129 h 70184"/>
                      <a:gd name="connsiteX2" fmla="*/ 59683 w 60059"/>
                      <a:gd name="connsiteY2" fmla="*/ 51004 h 70184"/>
                      <a:gd name="connsiteX3" fmla="*/ 49557 w 60059"/>
                      <a:gd name="connsiteY3" fmla="*/ 6162 h 70184"/>
                      <a:gd name="connsiteX4" fmla="*/ 39432 w 60059"/>
                      <a:gd name="connsiteY4" fmla="*/ 376 h 70184"/>
                      <a:gd name="connsiteX5" fmla="*/ 6162 w 60059"/>
                      <a:gd name="connsiteY5" fmla="*/ 9055 h 70184"/>
                      <a:gd name="connsiteX6" fmla="*/ 376 w 60059"/>
                      <a:gd name="connsiteY6" fmla="*/ 19181 h 70184"/>
                      <a:gd name="connsiteX7" fmla="*/ 10502 w 60059"/>
                      <a:gd name="connsiteY7" fmla="*/ 64022 h 70184"/>
                      <a:gd name="connsiteX8" fmla="*/ 20627 w 60059"/>
                      <a:gd name="connsiteY8" fmla="*/ 69808 h 7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59" h="70184">
                        <a:moveTo>
                          <a:pt x="20627" y="69808"/>
                        </a:moveTo>
                        <a:lnTo>
                          <a:pt x="53897" y="61129"/>
                        </a:lnTo>
                        <a:cubicBezTo>
                          <a:pt x="58236" y="59683"/>
                          <a:pt x="61129" y="55343"/>
                          <a:pt x="59683" y="51004"/>
                        </a:cubicBezTo>
                        <a:lnTo>
                          <a:pt x="49557" y="6162"/>
                        </a:lnTo>
                        <a:cubicBezTo>
                          <a:pt x="48111" y="1823"/>
                          <a:pt x="43771" y="-1070"/>
                          <a:pt x="39432" y="376"/>
                        </a:cubicBezTo>
                        <a:lnTo>
                          <a:pt x="6162" y="9055"/>
                        </a:lnTo>
                        <a:cubicBezTo>
                          <a:pt x="1823" y="10502"/>
                          <a:pt x="-1070" y="14841"/>
                          <a:pt x="376" y="19181"/>
                        </a:cubicBezTo>
                        <a:lnTo>
                          <a:pt x="10502" y="64022"/>
                        </a:lnTo>
                        <a:cubicBezTo>
                          <a:pt x="11948" y="68362"/>
                          <a:pt x="16288" y="71255"/>
                          <a:pt x="20627" y="69808"/>
                        </a:cubicBezTo>
                        <a:close/>
                      </a:path>
                    </a:pathLst>
                  </a:custGeom>
                  <a:solidFill>
                    <a:schemeClr val="accent1">
                      <a:lumMod val="60000"/>
                      <a:lumOff val="40000"/>
                    </a:schemeClr>
                  </a:solidFill>
                  <a:ln w="14465" cap="flat">
                    <a:noFill/>
                    <a:prstDash val="solid"/>
                    <a:miter/>
                  </a:ln>
                </p:spPr>
                <p:txBody>
                  <a:bodyPr rtlCol="0" anchor="ctr"/>
                  <a:lstStyle/>
                  <a:p>
                    <a:endParaRPr lang="en-US"/>
                  </a:p>
                </p:txBody>
              </p:sp>
            </p:grpSp>
            <p:grpSp>
              <p:nvGrpSpPr>
                <p:cNvPr id="432" name="Graphic 205">
                  <a:extLst>
                    <a:ext uri="{FF2B5EF4-FFF2-40B4-BE49-F238E27FC236}">
                      <a16:creationId xmlns:a16="http://schemas.microsoft.com/office/drawing/2014/main" id="{EDD2BA35-87AD-417F-AA53-BB42664AA3EC}"/>
                    </a:ext>
                  </a:extLst>
                </p:cNvPr>
                <p:cNvGrpSpPr/>
                <p:nvPr/>
              </p:nvGrpSpPr>
              <p:grpSpPr>
                <a:xfrm>
                  <a:off x="1703358" y="2502085"/>
                  <a:ext cx="72879" cy="81558"/>
                  <a:chOff x="1703358" y="2502085"/>
                  <a:chExt cx="72879" cy="81558"/>
                </a:xfrm>
              </p:grpSpPr>
              <p:sp>
                <p:nvSpPr>
                  <p:cNvPr id="433" name="Freeform: Shape 432">
                    <a:extLst>
                      <a:ext uri="{FF2B5EF4-FFF2-40B4-BE49-F238E27FC236}">
                        <a16:creationId xmlns:a16="http://schemas.microsoft.com/office/drawing/2014/main" id="{BEA17A0F-BF8A-42D1-B0A3-BFD014398DB5}"/>
                      </a:ext>
                    </a:extLst>
                  </p:cNvPr>
                  <p:cNvSpPr/>
                  <p:nvPr/>
                </p:nvSpPr>
                <p:spPr>
                  <a:xfrm>
                    <a:off x="1703358" y="2502085"/>
                    <a:ext cx="72879" cy="81558"/>
                  </a:xfrm>
                  <a:custGeom>
                    <a:avLst/>
                    <a:gdLst>
                      <a:gd name="connsiteX0" fmla="*/ 27761 w 72879"/>
                      <a:gd name="connsiteY0" fmla="*/ 81281 h 81558"/>
                      <a:gd name="connsiteX1" fmla="*/ 62477 w 72879"/>
                      <a:gd name="connsiteY1" fmla="*/ 72602 h 81558"/>
                      <a:gd name="connsiteX2" fmla="*/ 72602 w 72879"/>
                      <a:gd name="connsiteY2" fmla="*/ 56691 h 81558"/>
                      <a:gd name="connsiteX3" fmla="*/ 61030 w 72879"/>
                      <a:gd name="connsiteY3" fmla="*/ 10403 h 81558"/>
                      <a:gd name="connsiteX4" fmla="*/ 45119 w 72879"/>
                      <a:gd name="connsiteY4" fmla="*/ 277 h 81558"/>
                      <a:gd name="connsiteX5" fmla="*/ 10403 w 72879"/>
                      <a:gd name="connsiteY5" fmla="*/ 8956 h 81558"/>
                      <a:gd name="connsiteX6" fmla="*/ 277 w 72879"/>
                      <a:gd name="connsiteY6" fmla="*/ 24868 h 81558"/>
                      <a:gd name="connsiteX7" fmla="*/ 11849 w 72879"/>
                      <a:gd name="connsiteY7" fmla="*/ 71156 h 81558"/>
                      <a:gd name="connsiteX8" fmla="*/ 27761 w 72879"/>
                      <a:gd name="connsiteY8" fmla="*/ 81281 h 81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79" h="81558">
                        <a:moveTo>
                          <a:pt x="27761" y="81281"/>
                        </a:moveTo>
                        <a:lnTo>
                          <a:pt x="62477" y="72602"/>
                        </a:lnTo>
                        <a:cubicBezTo>
                          <a:pt x="69709" y="71156"/>
                          <a:pt x="74049" y="63923"/>
                          <a:pt x="72602" y="56691"/>
                        </a:cubicBezTo>
                        <a:lnTo>
                          <a:pt x="61030" y="10403"/>
                        </a:lnTo>
                        <a:cubicBezTo>
                          <a:pt x="59584" y="3170"/>
                          <a:pt x="52351" y="-1169"/>
                          <a:pt x="45119" y="277"/>
                        </a:cubicBezTo>
                        <a:lnTo>
                          <a:pt x="10403" y="8956"/>
                        </a:lnTo>
                        <a:cubicBezTo>
                          <a:pt x="3170" y="10403"/>
                          <a:pt x="-1169" y="17635"/>
                          <a:pt x="277" y="24868"/>
                        </a:cubicBezTo>
                        <a:lnTo>
                          <a:pt x="11849" y="71156"/>
                        </a:lnTo>
                        <a:cubicBezTo>
                          <a:pt x="13296" y="78388"/>
                          <a:pt x="20528" y="82728"/>
                          <a:pt x="27761" y="81281"/>
                        </a:cubicBezTo>
                        <a:close/>
                      </a:path>
                    </a:pathLst>
                  </a:custGeom>
                  <a:solidFill>
                    <a:schemeClr val="accent1"/>
                  </a:solidFill>
                  <a:ln w="14465" cap="flat">
                    <a:noFill/>
                    <a:prstDash val="solid"/>
                    <a:miter/>
                  </a:ln>
                </p:spPr>
                <p:txBody>
                  <a:bodyPr rtlCol="0" anchor="ctr"/>
                  <a:lstStyle/>
                  <a:p>
                    <a:endParaRPr lang="en-US"/>
                  </a:p>
                </p:txBody>
              </p:sp>
              <p:sp>
                <p:nvSpPr>
                  <p:cNvPr id="434" name="Freeform: Shape 433">
                    <a:extLst>
                      <a:ext uri="{FF2B5EF4-FFF2-40B4-BE49-F238E27FC236}">
                        <a16:creationId xmlns:a16="http://schemas.microsoft.com/office/drawing/2014/main" id="{41E25033-F3AF-4ED6-A145-F42557478C2E}"/>
                      </a:ext>
                    </a:extLst>
                  </p:cNvPr>
                  <p:cNvSpPr/>
                  <p:nvPr/>
                </p:nvSpPr>
                <p:spPr>
                  <a:xfrm>
                    <a:off x="1709045" y="2507772"/>
                    <a:ext cx="60059" cy="70184"/>
                  </a:xfrm>
                  <a:custGeom>
                    <a:avLst/>
                    <a:gdLst>
                      <a:gd name="connsiteX0" fmla="*/ 20627 w 60059"/>
                      <a:gd name="connsiteY0" fmla="*/ 69808 h 70184"/>
                      <a:gd name="connsiteX1" fmla="*/ 53897 w 60059"/>
                      <a:gd name="connsiteY1" fmla="*/ 61129 h 70184"/>
                      <a:gd name="connsiteX2" fmla="*/ 59683 w 60059"/>
                      <a:gd name="connsiteY2" fmla="*/ 51004 h 70184"/>
                      <a:gd name="connsiteX3" fmla="*/ 49557 w 60059"/>
                      <a:gd name="connsiteY3" fmla="*/ 6162 h 70184"/>
                      <a:gd name="connsiteX4" fmla="*/ 39432 w 60059"/>
                      <a:gd name="connsiteY4" fmla="*/ 376 h 70184"/>
                      <a:gd name="connsiteX5" fmla="*/ 6162 w 60059"/>
                      <a:gd name="connsiteY5" fmla="*/ 9055 h 70184"/>
                      <a:gd name="connsiteX6" fmla="*/ 376 w 60059"/>
                      <a:gd name="connsiteY6" fmla="*/ 19181 h 70184"/>
                      <a:gd name="connsiteX7" fmla="*/ 10502 w 60059"/>
                      <a:gd name="connsiteY7" fmla="*/ 64022 h 70184"/>
                      <a:gd name="connsiteX8" fmla="*/ 20627 w 60059"/>
                      <a:gd name="connsiteY8" fmla="*/ 69808 h 7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59" h="70184">
                        <a:moveTo>
                          <a:pt x="20627" y="69808"/>
                        </a:moveTo>
                        <a:lnTo>
                          <a:pt x="53897" y="61129"/>
                        </a:lnTo>
                        <a:cubicBezTo>
                          <a:pt x="58236" y="59683"/>
                          <a:pt x="61129" y="55343"/>
                          <a:pt x="59683" y="51004"/>
                        </a:cubicBezTo>
                        <a:lnTo>
                          <a:pt x="49557" y="6162"/>
                        </a:lnTo>
                        <a:cubicBezTo>
                          <a:pt x="48111" y="1823"/>
                          <a:pt x="43771" y="-1070"/>
                          <a:pt x="39432" y="376"/>
                        </a:cubicBezTo>
                        <a:lnTo>
                          <a:pt x="6162" y="9055"/>
                        </a:lnTo>
                        <a:cubicBezTo>
                          <a:pt x="1823" y="10502"/>
                          <a:pt x="-1070" y="14841"/>
                          <a:pt x="376" y="19181"/>
                        </a:cubicBezTo>
                        <a:lnTo>
                          <a:pt x="10502" y="64022"/>
                        </a:lnTo>
                        <a:cubicBezTo>
                          <a:pt x="11948" y="68362"/>
                          <a:pt x="16288" y="71255"/>
                          <a:pt x="20627" y="69808"/>
                        </a:cubicBezTo>
                        <a:close/>
                      </a:path>
                    </a:pathLst>
                  </a:custGeom>
                  <a:solidFill>
                    <a:schemeClr val="accent1">
                      <a:lumMod val="60000"/>
                      <a:lumOff val="40000"/>
                    </a:schemeClr>
                  </a:solidFill>
                  <a:ln w="14465" cap="flat">
                    <a:noFill/>
                    <a:prstDash val="solid"/>
                    <a:miter/>
                  </a:ln>
                </p:spPr>
                <p:txBody>
                  <a:bodyPr rtlCol="0" anchor="ctr"/>
                  <a:lstStyle/>
                  <a:p>
                    <a:endParaRPr lang="en-US"/>
                  </a:p>
                </p:txBody>
              </p:sp>
            </p:grpSp>
          </p:grpSp>
          <p:sp>
            <p:nvSpPr>
              <p:cNvPr id="435" name="Freeform: Shape 434">
                <a:extLst>
                  <a:ext uri="{FF2B5EF4-FFF2-40B4-BE49-F238E27FC236}">
                    <a16:creationId xmlns:a16="http://schemas.microsoft.com/office/drawing/2014/main" id="{A73B5C1C-C7F2-42DF-907B-52CD73CC5D1A}"/>
                  </a:ext>
                </a:extLst>
              </p:cNvPr>
              <p:cNvSpPr/>
              <p:nvPr/>
            </p:nvSpPr>
            <p:spPr>
              <a:xfrm>
                <a:off x="1630926" y="2198597"/>
                <a:ext cx="282452" cy="82826"/>
              </a:xfrm>
              <a:custGeom>
                <a:avLst/>
                <a:gdLst>
                  <a:gd name="connsiteX0" fmla="*/ 4724 w 282452"/>
                  <a:gd name="connsiteY0" fmla="*/ 0 h 82826"/>
                  <a:gd name="connsiteX1" fmla="*/ 282452 w 282452"/>
                  <a:gd name="connsiteY1" fmla="*/ 21698 h 82826"/>
                  <a:gd name="connsiteX2" fmla="*/ 26422 w 282452"/>
                  <a:gd name="connsiteY2" fmla="*/ 82450 h 82826"/>
                  <a:gd name="connsiteX3" fmla="*/ 16296 w 282452"/>
                  <a:gd name="connsiteY3" fmla="*/ 76665 h 82826"/>
                  <a:gd name="connsiteX4" fmla="*/ 385 w 282452"/>
                  <a:gd name="connsiteY4" fmla="*/ 8679 h 82826"/>
                  <a:gd name="connsiteX5" fmla="*/ 4724 w 282452"/>
                  <a:gd name="connsiteY5" fmla="*/ 0 h 82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2452" h="82826">
                    <a:moveTo>
                      <a:pt x="4724" y="0"/>
                    </a:moveTo>
                    <a:lnTo>
                      <a:pt x="282452" y="21698"/>
                    </a:lnTo>
                    <a:lnTo>
                      <a:pt x="26422" y="82450"/>
                    </a:lnTo>
                    <a:cubicBezTo>
                      <a:pt x="22082" y="83897"/>
                      <a:pt x="17743" y="81004"/>
                      <a:pt x="16296" y="76665"/>
                    </a:cubicBezTo>
                    <a:lnTo>
                      <a:pt x="385" y="8679"/>
                    </a:lnTo>
                    <a:cubicBezTo>
                      <a:pt x="-1062" y="5786"/>
                      <a:pt x="1831" y="1446"/>
                      <a:pt x="4724" y="0"/>
                    </a:cubicBezTo>
                    <a:close/>
                  </a:path>
                </a:pathLst>
              </a:custGeom>
              <a:solidFill>
                <a:schemeClr val="tx2">
                  <a:alpha val="5000"/>
                </a:schemeClr>
              </a:solidFill>
              <a:ln w="14465" cap="flat">
                <a:noFill/>
                <a:prstDash val="solid"/>
                <a:miter/>
              </a:ln>
            </p:spPr>
            <p:txBody>
              <a:bodyPr rtlCol="0" anchor="ctr"/>
              <a:lstStyle/>
              <a:p>
                <a:endParaRPr lang="en-US"/>
              </a:p>
            </p:txBody>
          </p:sp>
        </p:grpSp>
        <p:grpSp>
          <p:nvGrpSpPr>
            <p:cNvPr id="436" name="Graphic 205">
              <a:extLst>
                <a:ext uri="{FF2B5EF4-FFF2-40B4-BE49-F238E27FC236}">
                  <a16:creationId xmlns:a16="http://schemas.microsoft.com/office/drawing/2014/main" id="{EDD2BA35-87AD-417F-AA53-BB42664AA3EC}"/>
                </a:ext>
              </a:extLst>
            </p:cNvPr>
            <p:cNvGrpSpPr/>
            <p:nvPr/>
          </p:nvGrpSpPr>
          <p:grpSpPr>
            <a:xfrm>
              <a:off x="1163309" y="806364"/>
              <a:ext cx="919478" cy="1044408"/>
              <a:chOff x="1163309" y="806364"/>
              <a:chExt cx="919478" cy="1044408"/>
            </a:xfrm>
          </p:grpSpPr>
          <p:sp>
            <p:nvSpPr>
              <p:cNvPr id="437" name="Freeform: Shape 436">
                <a:extLst>
                  <a:ext uri="{FF2B5EF4-FFF2-40B4-BE49-F238E27FC236}">
                    <a16:creationId xmlns:a16="http://schemas.microsoft.com/office/drawing/2014/main" id="{C44B9DB4-41E7-42EA-ACAE-BDE5129A5ED8}"/>
                  </a:ext>
                </a:extLst>
              </p:cNvPr>
              <p:cNvSpPr/>
              <p:nvPr/>
            </p:nvSpPr>
            <p:spPr>
              <a:xfrm>
                <a:off x="1822996" y="806364"/>
                <a:ext cx="211141" cy="210503"/>
              </a:xfrm>
              <a:custGeom>
                <a:avLst/>
                <a:gdLst>
                  <a:gd name="connsiteX0" fmla="*/ 46987 w 211141"/>
                  <a:gd name="connsiteY0" fmla="*/ 193084 h 210503"/>
                  <a:gd name="connsiteX1" fmla="*/ 18057 w 211141"/>
                  <a:gd name="connsiteY1" fmla="*/ 46987 h 210503"/>
                  <a:gd name="connsiteX2" fmla="*/ 164154 w 211141"/>
                  <a:gd name="connsiteY2" fmla="*/ 18057 h 210503"/>
                  <a:gd name="connsiteX3" fmla="*/ 193084 w 211141"/>
                  <a:gd name="connsiteY3" fmla="*/ 164154 h 210503"/>
                  <a:gd name="connsiteX4" fmla="*/ 46987 w 211141"/>
                  <a:gd name="connsiteY4" fmla="*/ 193084 h 210503"/>
                  <a:gd name="connsiteX5" fmla="*/ 146796 w 211141"/>
                  <a:gd name="connsiteY5" fmla="*/ 42648 h 210503"/>
                  <a:gd name="connsiteX6" fmla="*/ 41201 w 211141"/>
                  <a:gd name="connsiteY6" fmla="*/ 64345 h 210503"/>
                  <a:gd name="connsiteX7" fmla="*/ 62899 w 211141"/>
                  <a:gd name="connsiteY7" fmla="*/ 169940 h 210503"/>
                  <a:gd name="connsiteX8" fmla="*/ 168493 w 211141"/>
                  <a:gd name="connsiteY8" fmla="*/ 148242 h 210503"/>
                  <a:gd name="connsiteX9" fmla="*/ 146796 w 211141"/>
                  <a:gd name="connsiteY9" fmla="*/ 42648 h 210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1141" h="210503">
                    <a:moveTo>
                      <a:pt x="46987" y="193084"/>
                    </a:moveTo>
                    <a:cubicBezTo>
                      <a:pt x="-747" y="161261"/>
                      <a:pt x="-15212" y="96168"/>
                      <a:pt x="18057" y="46987"/>
                    </a:cubicBezTo>
                    <a:cubicBezTo>
                      <a:pt x="49880" y="-747"/>
                      <a:pt x="114973" y="-15212"/>
                      <a:pt x="164154" y="18057"/>
                    </a:cubicBezTo>
                    <a:cubicBezTo>
                      <a:pt x="211888" y="49880"/>
                      <a:pt x="226353" y="114973"/>
                      <a:pt x="193084" y="164154"/>
                    </a:cubicBezTo>
                    <a:cubicBezTo>
                      <a:pt x="161261" y="211888"/>
                      <a:pt x="94722" y="224907"/>
                      <a:pt x="46987" y="193084"/>
                    </a:cubicBezTo>
                    <a:close/>
                    <a:moveTo>
                      <a:pt x="146796" y="42648"/>
                    </a:moveTo>
                    <a:cubicBezTo>
                      <a:pt x="112080" y="19504"/>
                      <a:pt x="64345" y="29629"/>
                      <a:pt x="41201" y="64345"/>
                    </a:cubicBezTo>
                    <a:cubicBezTo>
                      <a:pt x="18057" y="99061"/>
                      <a:pt x="28183" y="146796"/>
                      <a:pt x="62899" y="169940"/>
                    </a:cubicBezTo>
                    <a:cubicBezTo>
                      <a:pt x="97615" y="193084"/>
                      <a:pt x="145349" y="182958"/>
                      <a:pt x="168493" y="148242"/>
                    </a:cubicBezTo>
                    <a:cubicBezTo>
                      <a:pt x="191637" y="112080"/>
                      <a:pt x="182958" y="65792"/>
                      <a:pt x="146796" y="42648"/>
                    </a:cubicBezTo>
                    <a:close/>
                  </a:path>
                </a:pathLst>
              </a:custGeom>
              <a:solidFill>
                <a:schemeClr val="accent1"/>
              </a:solidFill>
              <a:ln w="14465" cap="flat">
                <a:noFill/>
                <a:prstDash val="solid"/>
                <a:miter/>
              </a:ln>
            </p:spPr>
            <p:txBody>
              <a:bodyPr rtlCol="0" anchor="ctr"/>
              <a:lstStyle/>
              <a:p>
                <a:endParaRPr lang="en-US"/>
              </a:p>
            </p:txBody>
          </p:sp>
          <p:sp>
            <p:nvSpPr>
              <p:cNvPr id="438" name="Freeform: Shape 437">
                <a:extLst>
                  <a:ext uri="{FF2B5EF4-FFF2-40B4-BE49-F238E27FC236}">
                    <a16:creationId xmlns:a16="http://schemas.microsoft.com/office/drawing/2014/main" id="{EB4A031D-A402-42E4-B33F-FAE7A2CE9628}"/>
                  </a:ext>
                </a:extLst>
              </p:cNvPr>
              <p:cNvSpPr/>
              <p:nvPr/>
            </p:nvSpPr>
            <p:spPr>
              <a:xfrm>
                <a:off x="1255220" y="843866"/>
                <a:ext cx="827567" cy="855688"/>
              </a:xfrm>
              <a:custGeom>
                <a:avLst/>
                <a:gdLst>
                  <a:gd name="connsiteX0" fmla="*/ 682748 w 827567"/>
                  <a:gd name="connsiteY0" fmla="*/ 54327 h 855688"/>
                  <a:gd name="connsiteX1" fmla="*/ 682748 w 827567"/>
                  <a:gd name="connsiteY1" fmla="*/ 54327 h 855688"/>
                  <a:gd name="connsiteX2" fmla="*/ 232887 w 827567"/>
                  <a:gd name="connsiteY2" fmla="*/ 145457 h 855688"/>
                  <a:gd name="connsiteX3" fmla="*/ 0 w 827567"/>
                  <a:gd name="connsiteY3" fmla="*/ 496956 h 855688"/>
                  <a:gd name="connsiteX4" fmla="*/ 540991 w 827567"/>
                  <a:gd name="connsiteY4" fmla="*/ 855688 h 855688"/>
                  <a:gd name="connsiteX5" fmla="*/ 773878 w 827567"/>
                  <a:gd name="connsiteY5" fmla="*/ 504189 h 855688"/>
                  <a:gd name="connsiteX6" fmla="*/ 682748 w 827567"/>
                  <a:gd name="connsiteY6" fmla="*/ 54327 h 855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7567" h="855688">
                    <a:moveTo>
                      <a:pt x="682748" y="54327"/>
                    </a:moveTo>
                    <a:lnTo>
                      <a:pt x="682748" y="54327"/>
                    </a:lnTo>
                    <a:cubicBezTo>
                      <a:pt x="533759" y="-45482"/>
                      <a:pt x="331249" y="-3533"/>
                      <a:pt x="232887" y="145457"/>
                    </a:cubicBezTo>
                    <a:lnTo>
                      <a:pt x="0" y="496956"/>
                    </a:lnTo>
                    <a:lnTo>
                      <a:pt x="540991" y="855688"/>
                    </a:lnTo>
                    <a:lnTo>
                      <a:pt x="773878" y="504189"/>
                    </a:lnTo>
                    <a:cubicBezTo>
                      <a:pt x="872240" y="355199"/>
                      <a:pt x="831738" y="154136"/>
                      <a:pt x="682748" y="54327"/>
                    </a:cubicBezTo>
                    <a:close/>
                  </a:path>
                </a:pathLst>
              </a:custGeom>
              <a:solidFill>
                <a:schemeClr val="accent1">
                  <a:lumMod val="20000"/>
                  <a:lumOff val="80000"/>
                </a:schemeClr>
              </a:solidFill>
              <a:ln w="14465" cap="flat">
                <a:noFill/>
                <a:prstDash val="solid"/>
                <a:miter/>
              </a:ln>
            </p:spPr>
            <p:txBody>
              <a:bodyPr rtlCol="0" anchor="ctr"/>
              <a:lstStyle/>
              <a:p>
                <a:endParaRPr lang="en-US"/>
              </a:p>
            </p:txBody>
          </p:sp>
          <p:sp>
            <p:nvSpPr>
              <p:cNvPr id="439" name="Freeform: Shape 438">
                <a:extLst>
                  <a:ext uri="{FF2B5EF4-FFF2-40B4-BE49-F238E27FC236}">
                    <a16:creationId xmlns:a16="http://schemas.microsoft.com/office/drawing/2014/main" id="{2DB18C83-2AF1-4D01-924B-553EF58D0923}"/>
                  </a:ext>
                </a:extLst>
              </p:cNvPr>
              <p:cNvSpPr/>
              <p:nvPr/>
            </p:nvSpPr>
            <p:spPr>
              <a:xfrm>
                <a:off x="1163309" y="1340822"/>
                <a:ext cx="632902" cy="509950"/>
              </a:xfrm>
              <a:custGeom>
                <a:avLst/>
                <a:gdLst>
                  <a:gd name="connsiteX0" fmla="*/ 91912 w 632902"/>
                  <a:gd name="connsiteY0" fmla="*/ 0 h 509950"/>
                  <a:gd name="connsiteX1" fmla="*/ 9461 w 632902"/>
                  <a:gd name="connsiteY1" fmla="*/ 124399 h 509950"/>
                  <a:gd name="connsiteX2" fmla="*/ 25373 w 632902"/>
                  <a:gd name="connsiteY2" fmla="*/ 205403 h 509950"/>
                  <a:gd name="connsiteX3" fmla="*/ 469448 w 632902"/>
                  <a:gd name="connsiteY3" fmla="*/ 500489 h 509950"/>
                  <a:gd name="connsiteX4" fmla="*/ 550452 w 632902"/>
                  <a:gd name="connsiteY4" fmla="*/ 484578 h 509950"/>
                  <a:gd name="connsiteX5" fmla="*/ 632903 w 632902"/>
                  <a:gd name="connsiteY5" fmla="*/ 360179 h 509950"/>
                  <a:gd name="connsiteX6" fmla="*/ 91912 w 632902"/>
                  <a:gd name="connsiteY6" fmla="*/ 0 h 509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902" h="509950">
                    <a:moveTo>
                      <a:pt x="91912" y="0"/>
                    </a:moveTo>
                    <a:lnTo>
                      <a:pt x="9461" y="124399"/>
                    </a:lnTo>
                    <a:cubicBezTo>
                      <a:pt x="-7897" y="151883"/>
                      <a:pt x="-664" y="188045"/>
                      <a:pt x="25373" y="205403"/>
                    </a:cubicBezTo>
                    <a:lnTo>
                      <a:pt x="469448" y="500489"/>
                    </a:lnTo>
                    <a:cubicBezTo>
                      <a:pt x="496932" y="517847"/>
                      <a:pt x="533094" y="510615"/>
                      <a:pt x="550452" y="484578"/>
                    </a:cubicBezTo>
                    <a:lnTo>
                      <a:pt x="632903" y="360179"/>
                    </a:lnTo>
                    <a:lnTo>
                      <a:pt x="91912" y="0"/>
                    </a:lnTo>
                    <a:close/>
                  </a:path>
                </a:pathLst>
              </a:custGeom>
              <a:solidFill>
                <a:schemeClr val="accent1"/>
              </a:solidFill>
              <a:ln w="14465" cap="flat">
                <a:noFill/>
                <a:prstDash val="solid"/>
                <a:miter/>
              </a:ln>
            </p:spPr>
            <p:txBody>
              <a:bodyPr rtlCol="0" anchor="ctr"/>
              <a:lstStyle/>
              <a:p>
                <a:endParaRPr lang="en-US"/>
              </a:p>
            </p:txBody>
          </p:sp>
          <p:sp>
            <p:nvSpPr>
              <p:cNvPr id="440" name="Freeform: Shape 439">
                <a:extLst>
                  <a:ext uri="{FF2B5EF4-FFF2-40B4-BE49-F238E27FC236}">
                    <a16:creationId xmlns:a16="http://schemas.microsoft.com/office/drawing/2014/main" id="{6C059407-1669-47B0-8AA3-037F6A1818BA}"/>
                  </a:ext>
                </a:extLst>
              </p:cNvPr>
              <p:cNvSpPr/>
              <p:nvPr/>
            </p:nvSpPr>
            <p:spPr>
              <a:xfrm>
                <a:off x="1300836" y="1322018"/>
                <a:ext cx="454873" cy="388334"/>
              </a:xfrm>
              <a:custGeom>
                <a:avLst/>
                <a:gdLst>
                  <a:gd name="connsiteX0" fmla="*/ 93249 w 454873"/>
                  <a:gd name="connsiteY0" fmla="*/ 0 h 388334"/>
                  <a:gd name="connsiteX1" fmla="*/ 6459 w 454873"/>
                  <a:gd name="connsiteY1" fmla="*/ 131632 h 388334"/>
                  <a:gd name="connsiteX2" fmla="*/ 16584 w 454873"/>
                  <a:gd name="connsiteY2" fmla="*/ 185152 h 388334"/>
                  <a:gd name="connsiteX3" fmla="*/ 314563 w 454873"/>
                  <a:gd name="connsiteY3" fmla="*/ 381876 h 388334"/>
                  <a:gd name="connsiteX4" fmla="*/ 368084 w 454873"/>
                  <a:gd name="connsiteY4" fmla="*/ 371751 h 388334"/>
                  <a:gd name="connsiteX5" fmla="*/ 454874 w 454873"/>
                  <a:gd name="connsiteY5" fmla="*/ 240119 h 388334"/>
                  <a:gd name="connsiteX6" fmla="*/ 93249 w 454873"/>
                  <a:gd name="connsiteY6" fmla="*/ 0 h 388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4873" h="388334">
                    <a:moveTo>
                      <a:pt x="93249" y="0"/>
                    </a:moveTo>
                    <a:lnTo>
                      <a:pt x="6459" y="131632"/>
                    </a:lnTo>
                    <a:cubicBezTo>
                      <a:pt x="-5114" y="148990"/>
                      <a:pt x="-774" y="173580"/>
                      <a:pt x="16584" y="185152"/>
                    </a:cubicBezTo>
                    <a:lnTo>
                      <a:pt x="314563" y="381876"/>
                    </a:lnTo>
                    <a:cubicBezTo>
                      <a:pt x="331921" y="393448"/>
                      <a:pt x="356512" y="389109"/>
                      <a:pt x="368084" y="371751"/>
                    </a:cubicBezTo>
                    <a:lnTo>
                      <a:pt x="454874" y="240119"/>
                    </a:lnTo>
                    <a:lnTo>
                      <a:pt x="93249" y="0"/>
                    </a:lnTo>
                    <a:close/>
                  </a:path>
                </a:pathLst>
              </a:custGeom>
              <a:solidFill>
                <a:srgbClr val="003C66">
                  <a:alpha val="23000"/>
                </a:srgbClr>
              </a:solidFill>
              <a:ln w="14465" cap="flat">
                <a:noFill/>
                <a:prstDash val="solid"/>
                <a:miter/>
              </a:ln>
            </p:spPr>
            <p:txBody>
              <a:bodyPr rtlCol="0" anchor="ctr"/>
              <a:lstStyle/>
              <a:p>
                <a:endParaRPr lang="en-US"/>
              </a:p>
            </p:txBody>
          </p:sp>
          <p:sp>
            <p:nvSpPr>
              <p:cNvPr id="441" name="Freeform: Shape 440">
                <a:extLst>
                  <a:ext uri="{FF2B5EF4-FFF2-40B4-BE49-F238E27FC236}">
                    <a16:creationId xmlns:a16="http://schemas.microsoft.com/office/drawing/2014/main" id="{27301492-ECD8-4B86-9E55-B8F087CB238F}"/>
                  </a:ext>
                </a:extLst>
              </p:cNvPr>
              <p:cNvSpPr/>
              <p:nvPr/>
            </p:nvSpPr>
            <p:spPr>
              <a:xfrm>
                <a:off x="1305175" y="1313339"/>
                <a:ext cx="454873" cy="388334"/>
              </a:xfrm>
              <a:custGeom>
                <a:avLst/>
                <a:gdLst>
                  <a:gd name="connsiteX0" fmla="*/ 93249 w 454873"/>
                  <a:gd name="connsiteY0" fmla="*/ 0 h 388334"/>
                  <a:gd name="connsiteX1" fmla="*/ 6458 w 454873"/>
                  <a:gd name="connsiteY1" fmla="*/ 131632 h 388334"/>
                  <a:gd name="connsiteX2" fmla="*/ 16584 w 454873"/>
                  <a:gd name="connsiteY2" fmla="*/ 185152 h 388334"/>
                  <a:gd name="connsiteX3" fmla="*/ 314563 w 454873"/>
                  <a:gd name="connsiteY3" fmla="*/ 381876 h 388334"/>
                  <a:gd name="connsiteX4" fmla="*/ 368084 w 454873"/>
                  <a:gd name="connsiteY4" fmla="*/ 371751 h 388334"/>
                  <a:gd name="connsiteX5" fmla="*/ 454874 w 454873"/>
                  <a:gd name="connsiteY5" fmla="*/ 240119 h 388334"/>
                  <a:gd name="connsiteX6" fmla="*/ 93249 w 454873"/>
                  <a:gd name="connsiteY6" fmla="*/ 0 h 388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4873" h="388334">
                    <a:moveTo>
                      <a:pt x="93249" y="0"/>
                    </a:moveTo>
                    <a:lnTo>
                      <a:pt x="6458" y="131632"/>
                    </a:lnTo>
                    <a:cubicBezTo>
                      <a:pt x="-5113" y="148990"/>
                      <a:pt x="-774" y="173580"/>
                      <a:pt x="16584" y="185152"/>
                    </a:cubicBezTo>
                    <a:lnTo>
                      <a:pt x="314563" y="381876"/>
                    </a:lnTo>
                    <a:cubicBezTo>
                      <a:pt x="331921" y="393448"/>
                      <a:pt x="356512" y="389109"/>
                      <a:pt x="368084" y="371751"/>
                    </a:cubicBezTo>
                    <a:lnTo>
                      <a:pt x="454874" y="240119"/>
                    </a:lnTo>
                    <a:lnTo>
                      <a:pt x="93249" y="0"/>
                    </a:lnTo>
                    <a:close/>
                  </a:path>
                </a:pathLst>
              </a:custGeom>
              <a:solidFill>
                <a:schemeClr val="accent1">
                  <a:lumMod val="20000"/>
                  <a:lumOff val="80000"/>
                </a:schemeClr>
              </a:solidFill>
              <a:ln w="14465" cap="flat">
                <a:noFill/>
                <a:prstDash val="solid"/>
                <a:miter/>
              </a:ln>
            </p:spPr>
            <p:txBody>
              <a:bodyPr rtlCol="0" anchor="ctr"/>
              <a:lstStyle/>
              <a:p>
                <a:endParaRPr lang="en-US"/>
              </a:p>
            </p:txBody>
          </p:sp>
          <p:sp>
            <p:nvSpPr>
              <p:cNvPr id="442" name="Freeform: Shape 441">
                <a:extLst>
                  <a:ext uri="{FF2B5EF4-FFF2-40B4-BE49-F238E27FC236}">
                    <a16:creationId xmlns:a16="http://schemas.microsoft.com/office/drawing/2014/main" id="{9FBFCB85-A2BD-43F9-BD57-3F7A456DEC0D}"/>
                  </a:ext>
                </a:extLst>
              </p:cNvPr>
              <p:cNvSpPr/>
              <p:nvPr/>
            </p:nvSpPr>
            <p:spPr>
              <a:xfrm>
                <a:off x="1398876" y="1327745"/>
                <a:ext cx="47341" cy="57548"/>
              </a:xfrm>
              <a:custGeom>
                <a:avLst/>
                <a:gdLst>
                  <a:gd name="connsiteX0" fmla="*/ 29924 w 47341"/>
                  <a:gd name="connsiteY0" fmla="*/ 47793 h 57548"/>
                  <a:gd name="connsiteX1" fmla="*/ 45836 w 47341"/>
                  <a:gd name="connsiteY1" fmla="*/ 14524 h 57548"/>
                  <a:gd name="connsiteX2" fmla="*/ 42943 w 47341"/>
                  <a:gd name="connsiteY2" fmla="*/ 1505 h 57548"/>
                  <a:gd name="connsiteX3" fmla="*/ 28478 w 47341"/>
                  <a:gd name="connsiteY3" fmla="*/ 4398 h 57548"/>
                  <a:gd name="connsiteX4" fmla="*/ 2441 w 47341"/>
                  <a:gd name="connsiteY4" fmla="*/ 33328 h 57548"/>
                  <a:gd name="connsiteX5" fmla="*/ 6780 w 47341"/>
                  <a:gd name="connsiteY5" fmla="*/ 55026 h 57548"/>
                  <a:gd name="connsiteX6" fmla="*/ 27031 w 47341"/>
                  <a:gd name="connsiteY6" fmla="*/ 52133 h 57548"/>
                  <a:gd name="connsiteX7" fmla="*/ 29924 w 47341"/>
                  <a:gd name="connsiteY7" fmla="*/ 47793 h 57548"/>
                  <a:gd name="connsiteX8" fmla="*/ 11120 w 47341"/>
                  <a:gd name="connsiteY8" fmla="*/ 47793 h 57548"/>
                  <a:gd name="connsiteX9" fmla="*/ 9673 w 47341"/>
                  <a:gd name="connsiteY9" fmla="*/ 37668 h 57548"/>
                  <a:gd name="connsiteX10" fmla="*/ 19799 w 47341"/>
                  <a:gd name="connsiteY10" fmla="*/ 36221 h 57548"/>
                  <a:gd name="connsiteX11" fmla="*/ 21245 w 47341"/>
                  <a:gd name="connsiteY11" fmla="*/ 46347 h 57548"/>
                  <a:gd name="connsiteX12" fmla="*/ 11120 w 47341"/>
                  <a:gd name="connsiteY12" fmla="*/ 47793 h 57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341" h="57548">
                    <a:moveTo>
                      <a:pt x="29924" y="47793"/>
                    </a:moveTo>
                    <a:cubicBezTo>
                      <a:pt x="35710" y="36221"/>
                      <a:pt x="44389" y="18863"/>
                      <a:pt x="45836" y="14524"/>
                    </a:cubicBezTo>
                    <a:cubicBezTo>
                      <a:pt x="48729" y="10184"/>
                      <a:pt x="47282" y="4398"/>
                      <a:pt x="42943" y="1505"/>
                    </a:cubicBezTo>
                    <a:cubicBezTo>
                      <a:pt x="38604" y="-1388"/>
                      <a:pt x="32817" y="59"/>
                      <a:pt x="28478" y="4398"/>
                    </a:cubicBezTo>
                    <a:cubicBezTo>
                      <a:pt x="22692" y="10184"/>
                      <a:pt x="5334" y="28989"/>
                      <a:pt x="2441" y="33328"/>
                    </a:cubicBezTo>
                    <a:cubicBezTo>
                      <a:pt x="-1899" y="40561"/>
                      <a:pt x="-452" y="50686"/>
                      <a:pt x="6780" y="55026"/>
                    </a:cubicBezTo>
                    <a:cubicBezTo>
                      <a:pt x="14013" y="59365"/>
                      <a:pt x="22692" y="57919"/>
                      <a:pt x="27031" y="52133"/>
                    </a:cubicBezTo>
                    <a:cubicBezTo>
                      <a:pt x="28478" y="50686"/>
                      <a:pt x="28478" y="47793"/>
                      <a:pt x="29924" y="47793"/>
                    </a:cubicBezTo>
                    <a:close/>
                    <a:moveTo>
                      <a:pt x="11120" y="47793"/>
                    </a:moveTo>
                    <a:cubicBezTo>
                      <a:pt x="8227" y="46347"/>
                      <a:pt x="6780" y="42007"/>
                      <a:pt x="9673" y="37668"/>
                    </a:cubicBezTo>
                    <a:cubicBezTo>
                      <a:pt x="11120" y="34775"/>
                      <a:pt x="15459" y="33328"/>
                      <a:pt x="19799" y="36221"/>
                    </a:cubicBezTo>
                    <a:cubicBezTo>
                      <a:pt x="22692" y="37668"/>
                      <a:pt x="24139" y="42007"/>
                      <a:pt x="21245" y="46347"/>
                    </a:cubicBezTo>
                    <a:cubicBezTo>
                      <a:pt x="18352" y="47793"/>
                      <a:pt x="14013" y="49240"/>
                      <a:pt x="11120" y="47793"/>
                    </a:cubicBezTo>
                    <a:close/>
                  </a:path>
                </a:pathLst>
              </a:custGeom>
              <a:solidFill>
                <a:schemeClr val="accent1"/>
              </a:solidFill>
              <a:ln w="14465" cap="flat">
                <a:noFill/>
                <a:prstDash val="solid"/>
                <a:miter/>
              </a:ln>
            </p:spPr>
            <p:txBody>
              <a:bodyPr rtlCol="0" anchor="ctr"/>
              <a:lstStyle/>
              <a:p>
                <a:endParaRPr lang="en-US"/>
              </a:p>
            </p:txBody>
          </p:sp>
          <p:sp>
            <p:nvSpPr>
              <p:cNvPr id="443" name="Freeform: Shape 442">
                <a:extLst>
                  <a:ext uri="{FF2B5EF4-FFF2-40B4-BE49-F238E27FC236}">
                    <a16:creationId xmlns:a16="http://schemas.microsoft.com/office/drawing/2014/main" id="{9C5D467C-952D-4981-86E2-3BF3C3FD2EDB}"/>
                  </a:ext>
                </a:extLst>
              </p:cNvPr>
              <p:cNvSpPr/>
              <p:nvPr/>
            </p:nvSpPr>
            <p:spPr>
              <a:xfrm>
                <a:off x="1752595" y="1019478"/>
                <a:ext cx="120502" cy="121025"/>
              </a:xfrm>
              <a:custGeom>
                <a:avLst/>
                <a:gdLst>
                  <a:gd name="connsiteX0" fmla="*/ 14687 w 120502"/>
                  <a:gd name="connsiteY0" fmla="*/ 107263 h 121025"/>
                  <a:gd name="connsiteX1" fmla="*/ 222 w 120502"/>
                  <a:gd name="connsiteY1" fmla="*/ 34938 h 121025"/>
                  <a:gd name="connsiteX2" fmla="*/ 13240 w 120502"/>
                  <a:gd name="connsiteY2" fmla="*/ 14687 h 121025"/>
                  <a:gd name="connsiteX3" fmla="*/ 85565 w 120502"/>
                  <a:gd name="connsiteY3" fmla="*/ 222 h 121025"/>
                  <a:gd name="connsiteX4" fmla="*/ 105816 w 120502"/>
                  <a:gd name="connsiteY4" fmla="*/ 13240 h 121025"/>
                  <a:gd name="connsiteX5" fmla="*/ 120281 w 120502"/>
                  <a:gd name="connsiteY5" fmla="*/ 85565 h 121025"/>
                  <a:gd name="connsiteX6" fmla="*/ 107263 w 120502"/>
                  <a:gd name="connsiteY6" fmla="*/ 105816 h 121025"/>
                  <a:gd name="connsiteX7" fmla="*/ 34938 w 120502"/>
                  <a:gd name="connsiteY7" fmla="*/ 120281 h 121025"/>
                  <a:gd name="connsiteX8" fmla="*/ 14687 w 120502"/>
                  <a:gd name="connsiteY8" fmla="*/ 107263 h 12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502" h="121025">
                    <a:moveTo>
                      <a:pt x="14687" y="107263"/>
                    </a:moveTo>
                    <a:lnTo>
                      <a:pt x="222" y="34938"/>
                    </a:lnTo>
                    <a:cubicBezTo>
                      <a:pt x="-1225" y="26259"/>
                      <a:pt x="4561" y="17580"/>
                      <a:pt x="13240" y="14687"/>
                    </a:cubicBezTo>
                    <a:lnTo>
                      <a:pt x="85565" y="222"/>
                    </a:lnTo>
                    <a:cubicBezTo>
                      <a:pt x="94244" y="-1225"/>
                      <a:pt x="102923" y="4561"/>
                      <a:pt x="105816" y="13240"/>
                    </a:cubicBezTo>
                    <a:lnTo>
                      <a:pt x="120281" y="85565"/>
                    </a:lnTo>
                    <a:cubicBezTo>
                      <a:pt x="121728" y="94244"/>
                      <a:pt x="115942" y="102923"/>
                      <a:pt x="107263" y="105816"/>
                    </a:cubicBezTo>
                    <a:lnTo>
                      <a:pt x="34938" y="120281"/>
                    </a:lnTo>
                    <a:cubicBezTo>
                      <a:pt x="24812" y="123174"/>
                      <a:pt x="16133" y="117388"/>
                      <a:pt x="14687" y="107263"/>
                    </a:cubicBezTo>
                    <a:close/>
                  </a:path>
                </a:pathLst>
              </a:custGeom>
              <a:solidFill>
                <a:schemeClr val="accent1"/>
              </a:solidFill>
              <a:ln w="14465" cap="flat">
                <a:noFill/>
                <a:prstDash val="solid"/>
                <a:miter/>
              </a:ln>
            </p:spPr>
            <p:txBody>
              <a:bodyPr rtlCol="0" anchor="ctr"/>
              <a:lstStyle/>
              <a:p>
                <a:endParaRPr lang="en-US"/>
              </a:p>
            </p:txBody>
          </p:sp>
          <p:sp>
            <p:nvSpPr>
              <p:cNvPr id="444" name="Freeform: Shape 443">
                <a:extLst>
                  <a:ext uri="{FF2B5EF4-FFF2-40B4-BE49-F238E27FC236}">
                    <a16:creationId xmlns:a16="http://schemas.microsoft.com/office/drawing/2014/main" id="{6AF739F3-F3AE-47C8-AEBD-FBA012DF7303}"/>
                  </a:ext>
                </a:extLst>
              </p:cNvPr>
              <p:cNvSpPr/>
              <p:nvPr/>
            </p:nvSpPr>
            <p:spPr>
              <a:xfrm>
                <a:off x="1745362" y="1013692"/>
                <a:ext cx="133521" cy="133521"/>
              </a:xfrm>
              <a:custGeom>
                <a:avLst/>
                <a:gdLst>
                  <a:gd name="connsiteX0" fmla="*/ 17580 w 133521"/>
                  <a:gd name="connsiteY0" fmla="*/ 120281 h 133521"/>
                  <a:gd name="connsiteX1" fmla="*/ 222 w 133521"/>
                  <a:gd name="connsiteY1" fmla="*/ 37831 h 133521"/>
                  <a:gd name="connsiteX2" fmla="*/ 13240 w 133521"/>
                  <a:gd name="connsiteY2" fmla="*/ 17580 h 133521"/>
                  <a:gd name="connsiteX3" fmla="*/ 95691 w 133521"/>
                  <a:gd name="connsiteY3" fmla="*/ 222 h 133521"/>
                  <a:gd name="connsiteX4" fmla="*/ 115942 w 133521"/>
                  <a:gd name="connsiteY4" fmla="*/ 13240 h 133521"/>
                  <a:gd name="connsiteX5" fmla="*/ 133300 w 133521"/>
                  <a:gd name="connsiteY5" fmla="*/ 95691 h 133521"/>
                  <a:gd name="connsiteX6" fmla="*/ 120281 w 133521"/>
                  <a:gd name="connsiteY6" fmla="*/ 115942 h 133521"/>
                  <a:gd name="connsiteX7" fmla="*/ 37831 w 133521"/>
                  <a:gd name="connsiteY7" fmla="*/ 133300 h 133521"/>
                  <a:gd name="connsiteX8" fmla="*/ 17580 w 133521"/>
                  <a:gd name="connsiteY8" fmla="*/ 120281 h 133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521" h="133521">
                    <a:moveTo>
                      <a:pt x="17580" y="120281"/>
                    </a:moveTo>
                    <a:lnTo>
                      <a:pt x="222" y="37831"/>
                    </a:lnTo>
                    <a:cubicBezTo>
                      <a:pt x="-1225" y="29152"/>
                      <a:pt x="4561" y="20473"/>
                      <a:pt x="13240" y="17580"/>
                    </a:cubicBezTo>
                    <a:lnTo>
                      <a:pt x="95691" y="222"/>
                    </a:lnTo>
                    <a:cubicBezTo>
                      <a:pt x="104370" y="-1225"/>
                      <a:pt x="113049" y="4561"/>
                      <a:pt x="115942" y="13240"/>
                    </a:cubicBezTo>
                    <a:lnTo>
                      <a:pt x="133300" y="95691"/>
                    </a:lnTo>
                    <a:cubicBezTo>
                      <a:pt x="134746" y="104370"/>
                      <a:pt x="128960" y="113049"/>
                      <a:pt x="120281" y="115942"/>
                    </a:cubicBezTo>
                    <a:lnTo>
                      <a:pt x="37831" y="133300"/>
                    </a:lnTo>
                    <a:cubicBezTo>
                      <a:pt x="27705" y="134746"/>
                      <a:pt x="19026" y="128960"/>
                      <a:pt x="17580" y="120281"/>
                    </a:cubicBezTo>
                    <a:close/>
                  </a:path>
                </a:pathLst>
              </a:custGeom>
              <a:noFill/>
              <a:ln w="2683" cap="flat">
                <a:solidFill>
                  <a:srgbClr val="003C66"/>
                </a:solidFill>
                <a:prstDash val="solid"/>
                <a:miter/>
              </a:ln>
            </p:spPr>
            <p:txBody>
              <a:bodyPr rtlCol="0" anchor="ctr"/>
              <a:lstStyle/>
              <a:p>
                <a:endParaRPr lang="en-US"/>
              </a:p>
            </p:txBody>
          </p:sp>
          <p:sp>
            <p:nvSpPr>
              <p:cNvPr id="445" name="Freeform: Shape 444">
                <a:extLst>
                  <a:ext uri="{FF2B5EF4-FFF2-40B4-BE49-F238E27FC236}">
                    <a16:creationId xmlns:a16="http://schemas.microsoft.com/office/drawing/2014/main" id="{B2246D64-4F15-40AC-BCC3-074C68BC0825}"/>
                  </a:ext>
                </a:extLst>
              </p:cNvPr>
              <p:cNvSpPr/>
              <p:nvPr/>
            </p:nvSpPr>
            <p:spPr>
              <a:xfrm>
                <a:off x="1776457" y="1044290"/>
                <a:ext cx="38559" cy="54385"/>
              </a:xfrm>
              <a:custGeom>
                <a:avLst/>
                <a:gdLst>
                  <a:gd name="connsiteX0" fmla="*/ 2397 w 38559"/>
                  <a:gd name="connsiteY0" fmla="*/ 53521 h 54385"/>
                  <a:gd name="connsiteX1" fmla="*/ 2397 w 38559"/>
                  <a:gd name="connsiteY1" fmla="*/ 53521 h 54385"/>
                  <a:gd name="connsiteX2" fmla="*/ 950 w 38559"/>
                  <a:gd name="connsiteY2" fmla="*/ 47735 h 54385"/>
                  <a:gd name="connsiteX3" fmla="*/ 31327 w 38559"/>
                  <a:gd name="connsiteY3" fmla="*/ 1446 h 54385"/>
                  <a:gd name="connsiteX4" fmla="*/ 35666 w 38559"/>
                  <a:gd name="connsiteY4" fmla="*/ 0 h 54385"/>
                  <a:gd name="connsiteX5" fmla="*/ 37113 w 38559"/>
                  <a:gd name="connsiteY5" fmla="*/ 0 h 54385"/>
                  <a:gd name="connsiteX6" fmla="*/ 38559 w 38559"/>
                  <a:gd name="connsiteY6" fmla="*/ 4339 h 54385"/>
                  <a:gd name="connsiteX7" fmla="*/ 8183 w 38559"/>
                  <a:gd name="connsiteY7" fmla="*/ 50628 h 54385"/>
                  <a:gd name="connsiteX8" fmla="*/ 2397 w 38559"/>
                  <a:gd name="connsiteY8" fmla="*/ 53521 h 5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559" h="54385">
                    <a:moveTo>
                      <a:pt x="2397" y="53521"/>
                    </a:moveTo>
                    <a:lnTo>
                      <a:pt x="2397" y="53521"/>
                    </a:lnTo>
                    <a:cubicBezTo>
                      <a:pt x="-496" y="52074"/>
                      <a:pt x="-496" y="49181"/>
                      <a:pt x="950" y="47735"/>
                    </a:cubicBezTo>
                    <a:lnTo>
                      <a:pt x="31327" y="1446"/>
                    </a:lnTo>
                    <a:cubicBezTo>
                      <a:pt x="32773" y="0"/>
                      <a:pt x="34220" y="0"/>
                      <a:pt x="35666" y="0"/>
                    </a:cubicBezTo>
                    <a:lnTo>
                      <a:pt x="37113" y="0"/>
                    </a:lnTo>
                    <a:cubicBezTo>
                      <a:pt x="38559" y="1446"/>
                      <a:pt x="38559" y="2893"/>
                      <a:pt x="38559" y="4339"/>
                    </a:cubicBezTo>
                    <a:lnTo>
                      <a:pt x="8183" y="50628"/>
                    </a:lnTo>
                    <a:cubicBezTo>
                      <a:pt x="6736" y="54967"/>
                      <a:pt x="5290" y="54967"/>
                      <a:pt x="2397" y="53521"/>
                    </a:cubicBezTo>
                    <a:close/>
                  </a:path>
                </a:pathLst>
              </a:custGeom>
              <a:solidFill>
                <a:schemeClr val="tx2"/>
              </a:solidFill>
              <a:ln w="14465" cap="flat">
                <a:noFill/>
                <a:prstDash val="solid"/>
                <a:miter/>
              </a:ln>
            </p:spPr>
            <p:txBody>
              <a:bodyPr rtlCol="0" anchor="ctr"/>
              <a:lstStyle/>
              <a:p>
                <a:endParaRPr lang="en-US"/>
              </a:p>
            </p:txBody>
          </p:sp>
          <p:sp>
            <p:nvSpPr>
              <p:cNvPr id="446" name="Freeform: Shape 445">
                <a:extLst>
                  <a:ext uri="{FF2B5EF4-FFF2-40B4-BE49-F238E27FC236}">
                    <a16:creationId xmlns:a16="http://schemas.microsoft.com/office/drawing/2014/main" id="{4AA55FF4-A118-4BF6-977A-F7D9E04BFC68}"/>
                  </a:ext>
                </a:extLst>
              </p:cNvPr>
              <p:cNvSpPr/>
              <p:nvPr/>
            </p:nvSpPr>
            <p:spPr>
              <a:xfrm>
                <a:off x="1803940" y="1061648"/>
                <a:ext cx="38559" cy="54385"/>
              </a:xfrm>
              <a:custGeom>
                <a:avLst/>
                <a:gdLst>
                  <a:gd name="connsiteX0" fmla="*/ 2397 w 38559"/>
                  <a:gd name="connsiteY0" fmla="*/ 53521 h 54385"/>
                  <a:gd name="connsiteX1" fmla="*/ 2397 w 38559"/>
                  <a:gd name="connsiteY1" fmla="*/ 53521 h 54385"/>
                  <a:gd name="connsiteX2" fmla="*/ 950 w 38559"/>
                  <a:gd name="connsiteY2" fmla="*/ 47735 h 54385"/>
                  <a:gd name="connsiteX3" fmla="*/ 31327 w 38559"/>
                  <a:gd name="connsiteY3" fmla="*/ 1447 h 54385"/>
                  <a:gd name="connsiteX4" fmla="*/ 35666 w 38559"/>
                  <a:gd name="connsiteY4" fmla="*/ 0 h 54385"/>
                  <a:gd name="connsiteX5" fmla="*/ 37113 w 38559"/>
                  <a:gd name="connsiteY5" fmla="*/ 0 h 54385"/>
                  <a:gd name="connsiteX6" fmla="*/ 38559 w 38559"/>
                  <a:gd name="connsiteY6" fmla="*/ 4340 h 54385"/>
                  <a:gd name="connsiteX7" fmla="*/ 8183 w 38559"/>
                  <a:gd name="connsiteY7" fmla="*/ 50628 h 54385"/>
                  <a:gd name="connsiteX8" fmla="*/ 2397 w 38559"/>
                  <a:gd name="connsiteY8" fmla="*/ 53521 h 5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559" h="54385">
                    <a:moveTo>
                      <a:pt x="2397" y="53521"/>
                    </a:moveTo>
                    <a:lnTo>
                      <a:pt x="2397" y="53521"/>
                    </a:lnTo>
                    <a:cubicBezTo>
                      <a:pt x="-496" y="52074"/>
                      <a:pt x="-496" y="49181"/>
                      <a:pt x="950" y="47735"/>
                    </a:cubicBezTo>
                    <a:lnTo>
                      <a:pt x="31327" y="1447"/>
                    </a:lnTo>
                    <a:cubicBezTo>
                      <a:pt x="32773" y="0"/>
                      <a:pt x="34220" y="0"/>
                      <a:pt x="35666" y="0"/>
                    </a:cubicBezTo>
                    <a:lnTo>
                      <a:pt x="37113" y="0"/>
                    </a:lnTo>
                    <a:cubicBezTo>
                      <a:pt x="38559" y="1447"/>
                      <a:pt x="38559" y="2893"/>
                      <a:pt x="38559" y="4340"/>
                    </a:cubicBezTo>
                    <a:lnTo>
                      <a:pt x="8183" y="50628"/>
                    </a:lnTo>
                    <a:cubicBezTo>
                      <a:pt x="5290" y="54967"/>
                      <a:pt x="3843" y="54967"/>
                      <a:pt x="2397" y="53521"/>
                    </a:cubicBezTo>
                    <a:close/>
                  </a:path>
                </a:pathLst>
              </a:custGeom>
              <a:solidFill>
                <a:schemeClr val="tx2"/>
              </a:solidFill>
              <a:ln w="14465" cap="flat">
                <a:noFill/>
                <a:prstDash val="solid"/>
                <a:miter/>
              </a:ln>
            </p:spPr>
            <p:txBody>
              <a:bodyPr rtlCol="0" anchor="ctr"/>
              <a:lstStyle/>
              <a:p>
                <a:endParaRPr lang="en-US" dirty="0"/>
              </a:p>
            </p:txBody>
          </p:sp>
          <p:sp>
            <p:nvSpPr>
              <p:cNvPr id="447" name="Freeform: Shape 446">
                <a:extLst>
                  <a:ext uri="{FF2B5EF4-FFF2-40B4-BE49-F238E27FC236}">
                    <a16:creationId xmlns:a16="http://schemas.microsoft.com/office/drawing/2014/main" id="{9B3FF75C-6FA9-4D87-9E30-B821F86324CC}"/>
                  </a:ext>
                </a:extLst>
              </p:cNvPr>
              <p:cNvSpPr/>
              <p:nvPr/>
            </p:nvSpPr>
            <p:spPr>
              <a:xfrm>
                <a:off x="1398424" y="1240341"/>
                <a:ext cx="405692" cy="313116"/>
              </a:xfrm>
              <a:custGeom>
                <a:avLst/>
                <a:gdLst>
                  <a:gd name="connsiteX0" fmla="*/ 399234 w 405692"/>
                  <a:gd name="connsiteY0" fmla="*/ 256703 h 313116"/>
                  <a:gd name="connsiteX1" fmla="*/ 389109 w 405692"/>
                  <a:gd name="connsiteY1" fmla="*/ 203183 h 313116"/>
                  <a:gd name="connsiteX2" fmla="*/ 91130 w 405692"/>
                  <a:gd name="connsiteY2" fmla="*/ 6458 h 313116"/>
                  <a:gd name="connsiteX3" fmla="*/ 37609 w 405692"/>
                  <a:gd name="connsiteY3" fmla="*/ 16584 h 313116"/>
                  <a:gd name="connsiteX4" fmla="*/ 0 w 405692"/>
                  <a:gd name="connsiteY4" fmla="*/ 72998 h 313116"/>
                  <a:gd name="connsiteX5" fmla="*/ 361625 w 405692"/>
                  <a:gd name="connsiteY5" fmla="*/ 313117 h 313116"/>
                  <a:gd name="connsiteX6" fmla="*/ 399234 w 405692"/>
                  <a:gd name="connsiteY6" fmla="*/ 256703 h 313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692" h="313116">
                    <a:moveTo>
                      <a:pt x="399234" y="256703"/>
                    </a:moveTo>
                    <a:cubicBezTo>
                      <a:pt x="410806" y="239345"/>
                      <a:pt x="406467" y="214755"/>
                      <a:pt x="389109" y="203183"/>
                    </a:cubicBezTo>
                    <a:lnTo>
                      <a:pt x="91130" y="6458"/>
                    </a:lnTo>
                    <a:cubicBezTo>
                      <a:pt x="73772" y="-5113"/>
                      <a:pt x="49181" y="-774"/>
                      <a:pt x="37609" y="16584"/>
                    </a:cubicBezTo>
                    <a:lnTo>
                      <a:pt x="0" y="72998"/>
                    </a:lnTo>
                    <a:lnTo>
                      <a:pt x="361625" y="313117"/>
                    </a:lnTo>
                    <a:lnTo>
                      <a:pt x="399234" y="256703"/>
                    </a:lnTo>
                    <a:close/>
                  </a:path>
                </a:pathLst>
              </a:custGeom>
              <a:solidFill>
                <a:schemeClr val="accent1"/>
              </a:solidFill>
              <a:ln w="14465" cap="flat">
                <a:noFill/>
                <a:prstDash val="solid"/>
                <a:miter/>
              </a:ln>
            </p:spPr>
            <p:txBody>
              <a:bodyPr rtlCol="0" anchor="ctr"/>
              <a:lstStyle/>
              <a:p>
                <a:endParaRPr lang="en-US"/>
              </a:p>
            </p:txBody>
          </p:sp>
          <p:sp>
            <p:nvSpPr>
              <p:cNvPr id="448" name="Freeform: Shape 447">
                <a:extLst>
                  <a:ext uri="{FF2B5EF4-FFF2-40B4-BE49-F238E27FC236}">
                    <a16:creationId xmlns:a16="http://schemas.microsoft.com/office/drawing/2014/main" id="{76AE872B-4A4E-47F9-8F8B-A9D6EBF35C29}"/>
                  </a:ext>
                </a:extLst>
              </p:cNvPr>
              <p:cNvSpPr/>
              <p:nvPr/>
            </p:nvSpPr>
            <p:spPr>
              <a:xfrm>
                <a:off x="1864197" y="918444"/>
                <a:ext cx="204559" cy="649478"/>
              </a:xfrm>
              <a:custGeom>
                <a:avLst/>
                <a:gdLst>
                  <a:gd name="connsiteX0" fmla="*/ 66539 w 204559"/>
                  <a:gd name="connsiteY0" fmla="*/ 0 h 649478"/>
                  <a:gd name="connsiteX1" fmla="*/ 150436 w 204559"/>
                  <a:gd name="connsiteY1" fmla="*/ 422378 h 649478"/>
                  <a:gd name="connsiteX2" fmla="*/ 0 w 204559"/>
                  <a:gd name="connsiteY2" fmla="*/ 649479 h 649478"/>
                  <a:gd name="connsiteX3" fmla="*/ 170687 w 204559"/>
                  <a:gd name="connsiteY3" fmla="*/ 313891 h 649478"/>
                  <a:gd name="connsiteX4" fmla="*/ 66539 w 204559"/>
                  <a:gd name="connsiteY4" fmla="*/ 0 h 649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559" h="649478">
                    <a:moveTo>
                      <a:pt x="66539" y="0"/>
                    </a:moveTo>
                    <a:cubicBezTo>
                      <a:pt x="173580" y="65093"/>
                      <a:pt x="267603" y="247352"/>
                      <a:pt x="150436" y="422378"/>
                    </a:cubicBezTo>
                    <a:cubicBezTo>
                      <a:pt x="41949" y="585833"/>
                      <a:pt x="0" y="649479"/>
                      <a:pt x="0" y="649479"/>
                    </a:cubicBezTo>
                    <a:cubicBezTo>
                      <a:pt x="0" y="649479"/>
                      <a:pt x="156222" y="399234"/>
                      <a:pt x="170687" y="313891"/>
                    </a:cubicBezTo>
                    <a:cubicBezTo>
                      <a:pt x="192385" y="176473"/>
                      <a:pt x="162008" y="79558"/>
                      <a:pt x="66539" y="0"/>
                    </a:cubicBezTo>
                    <a:close/>
                  </a:path>
                </a:pathLst>
              </a:custGeom>
              <a:solidFill>
                <a:schemeClr val="tx2">
                  <a:alpha val="10000"/>
                </a:schemeClr>
              </a:solidFill>
              <a:ln w="14465" cap="flat">
                <a:noFill/>
                <a:prstDash val="solid"/>
                <a:miter/>
              </a:ln>
            </p:spPr>
            <p:txBody>
              <a:bodyPr rtlCol="0" anchor="ctr"/>
              <a:lstStyle/>
              <a:p>
                <a:endParaRPr lang="en-US"/>
              </a:p>
            </p:txBody>
          </p:sp>
          <p:sp>
            <p:nvSpPr>
              <p:cNvPr id="449" name="Freeform: Shape 448">
                <a:extLst>
                  <a:ext uri="{FF2B5EF4-FFF2-40B4-BE49-F238E27FC236}">
                    <a16:creationId xmlns:a16="http://schemas.microsoft.com/office/drawing/2014/main" id="{8F4DE02E-1BD1-4071-9F94-3D73A8176640}"/>
                  </a:ext>
                </a:extLst>
              </p:cNvPr>
              <p:cNvSpPr/>
              <p:nvPr/>
            </p:nvSpPr>
            <p:spPr>
              <a:xfrm>
                <a:off x="1391191" y="1313339"/>
                <a:ext cx="368857" cy="251691"/>
              </a:xfrm>
              <a:custGeom>
                <a:avLst/>
                <a:gdLst>
                  <a:gd name="connsiteX0" fmla="*/ 7233 w 368857"/>
                  <a:gd name="connsiteY0" fmla="*/ 0 h 251691"/>
                  <a:gd name="connsiteX1" fmla="*/ 0 w 368857"/>
                  <a:gd name="connsiteY1" fmla="*/ 11572 h 251691"/>
                  <a:gd name="connsiteX2" fmla="*/ 361625 w 368857"/>
                  <a:gd name="connsiteY2" fmla="*/ 251691 h 251691"/>
                  <a:gd name="connsiteX3" fmla="*/ 361625 w 368857"/>
                  <a:gd name="connsiteY3" fmla="*/ 251691 h 251691"/>
                  <a:gd name="connsiteX4" fmla="*/ 368858 w 368857"/>
                  <a:gd name="connsiteY4" fmla="*/ 240119 h 251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857" h="251691">
                    <a:moveTo>
                      <a:pt x="7233" y="0"/>
                    </a:moveTo>
                    <a:lnTo>
                      <a:pt x="0" y="11572"/>
                    </a:lnTo>
                    <a:lnTo>
                      <a:pt x="361625" y="251691"/>
                    </a:lnTo>
                    <a:lnTo>
                      <a:pt x="361625" y="251691"/>
                    </a:lnTo>
                    <a:lnTo>
                      <a:pt x="368858" y="240119"/>
                    </a:lnTo>
                    <a:close/>
                  </a:path>
                </a:pathLst>
              </a:custGeom>
              <a:solidFill>
                <a:schemeClr val="tx2">
                  <a:alpha val="23000"/>
                </a:schemeClr>
              </a:solidFill>
              <a:ln w="14465" cap="flat">
                <a:noFill/>
                <a:prstDash val="solid"/>
                <a:miter/>
              </a:ln>
            </p:spPr>
            <p:txBody>
              <a:bodyPr rtlCol="0" anchor="ctr"/>
              <a:lstStyle/>
              <a:p>
                <a:endParaRPr lang="en-US"/>
              </a:p>
            </p:txBody>
          </p:sp>
          <p:sp>
            <p:nvSpPr>
              <p:cNvPr id="450" name="Freeform: Shape 449">
                <a:extLst>
                  <a:ext uri="{FF2B5EF4-FFF2-40B4-BE49-F238E27FC236}">
                    <a16:creationId xmlns:a16="http://schemas.microsoft.com/office/drawing/2014/main" id="{4EBED402-4969-4CC0-9070-C553ABAFE9F5}"/>
                  </a:ext>
                </a:extLst>
              </p:cNvPr>
              <p:cNvSpPr/>
              <p:nvPr/>
            </p:nvSpPr>
            <p:spPr>
              <a:xfrm rot="2013872">
                <a:off x="1302535" y="1583986"/>
                <a:ext cx="332709" cy="5786"/>
              </a:xfrm>
              <a:custGeom>
                <a:avLst/>
                <a:gdLst>
                  <a:gd name="connsiteX0" fmla="*/ 332710 w 332709"/>
                  <a:gd name="connsiteY0" fmla="*/ 2893 h 5786"/>
                  <a:gd name="connsiteX1" fmla="*/ 166355 w 332709"/>
                  <a:gd name="connsiteY1" fmla="*/ 5786 h 5786"/>
                  <a:gd name="connsiteX2" fmla="*/ 0 w 332709"/>
                  <a:gd name="connsiteY2" fmla="*/ 2893 h 5786"/>
                  <a:gd name="connsiteX3" fmla="*/ 166355 w 332709"/>
                  <a:gd name="connsiteY3" fmla="*/ 0 h 5786"/>
                  <a:gd name="connsiteX4" fmla="*/ 332710 w 332709"/>
                  <a:gd name="connsiteY4" fmla="*/ 2893 h 5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709" h="5786">
                    <a:moveTo>
                      <a:pt x="332710" y="2893"/>
                    </a:moveTo>
                    <a:cubicBezTo>
                      <a:pt x="332710" y="4491"/>
                      <a:pt x="258230" y="5786"/>
                      <a:pt x="166355" y="5786"/>
                    </a:cubicBezTo>
                    <a:cubicBezTo>
                      <a:pt x="74480" y="5786"/>
                      <a:pt x="0" y="4491"/>
                      <a:pt x="0" y="2893"/>
                    </a:cubicBezTo>
                    <a:cubicBezTo>
                      <a:pt x="0" y="1295"/>
                      <a:pt x="74480" y="0"/>
                      <a:pt x="166355" y="0"/>
                    </a:cubicBezTo>
                    <a:cubicBezTo>
                      <a:pt x="258230" y="0"/>
                      <a:pt x="332710" y="1295"/>
                      <a:pt x="332710" y="2893"/>
                    </a:cubicBezTo>
                    <a:close/>
                  </a:path>
                </a:pathLst>
              </a:custGeom>
              <a:solidFill>
                <a:schemeClr val="tx2">
                  <a:alpha val="77000"/>
                </a:schemeClr>
              </a:solidFill>
              <a:ln w="14466" cap="flat">
                <a:noFill/>
                <a:prstDash val="solid"/>
                <a:miter/>
              </a:ln>
            </p:spPr>
            <p:txBody>
              <a:bodyPr rtlCol="0" anchor="ctr"/>
              <a:lstStyle/>
              <a:p>
                <a:endParaRPr lang="en-US"/>
              </a:p>
            </p:txBody>
          </p:sp>
        </p:grpSp>
        <p:grpSp>
          <p:nvGrpSpPr>
            <p:cNvPr id="561" name="Graphic 205">
              <a:extLst>
                <a:ext uri="{FF2B5EF4-FFF2-40B4-BE49-F238E27FC236}">
                  <a16:creationId xmlns:a16="http://schemas.microsoft.com/office/drawing/2014/main" id="{D29BF49B-21D1-4D87-B67E-02CF5EE2BE2E}"/>
                </a:ext>
              </a:extLst>
            </p:cNvPr>
            <p:cNvGrpSpPr/>
            <p:nvPr/>
          </p:nvGrpSpPr>
          <p:grpSpPr>
            <a:xfrm rot="19237573">
              <a:off x="4500279" y="1825190"/>
              <a:ext cx="800968" cy="763734"/>
              <a:chOff x="567079" y="1972961"/>
              <a:chExt cx="800968" cy="763734"/>
            </a:xfrm>
          </p:grpSpPr>
          <p:grpSp>
            <p:nvGrpSpPr>
              <p:cNvPr id="562" name="Graphic 205">
                <a:extLst>
                  <a:ext uri="{FF2B5EF4-FFF2-40B4-BE49-F238E27FC236}">
                    <a16:creationId xmlns:a16="http://schemas.microsoft.com/office/drawing/2014/main" id="{B92A5AD5-AA72-44B7-BB90-5636113F162B}"/>
                  </a:ext>
                </a:extLst>
              </p:cNvPr>
              <p:cNvGrpSpPr/>
              <p:nvPr/>
            </p:nvGrpSpPr>
            <p:grpSpPr>
              <a:xfrm>
                <a:off x="857433" y="2249225"/>
                <a:ext cx="188045" cy="188045"/>
                <a:chOff x="857433" y="2249225"/>
                <a:chExt cx="188045" cy="188045"/>
              </a:xfrm>
            </p:grpSpPr>
            <p:sp>
              <p:nvSpPr>
                <p:cNvPr id="578" name="Freeform: Shape 577">
                  <a:extLst>
                    <a:ext uri="{FF2B5EF4-FFF2-40B4-BE49-F238E27FC236}">
                      <a16:creationId xmlns:a16="http://schemas.microsoft.com/office/drawing/2014/main" id="{4F45588A-EDC8-4506-9129-A703221FF37F}"/>
                    </a:ext>
                  </a:extLst>
                </p:cNvPr>
                <p:cNvSpPr/>
                <p:nvPr/>
              </p:nvSpPr>
              <p:spPr>
                <a:xfrm>
                  <a:off x="857433" y="2249225"/>
                  <a:ext cx="188045" cy="188045"/>
                </a:xfrm>
                <a:custGeom>
                  <a:avLst/>
                  <a:gdLst>
                    <a:gd name="connsiteX0" fmla="*/ 188045 w 188045"/>
                    <a:gd name="connsiteY0" fmla="*/ 94023 h 188045"/>
                    <a:gd name="connsiteX1" fmla="*/ 94023 w 188045"/>
                    <a:gd name="connsiteY1" fmla="*/ 188045 h 188045"/>
                    <a:gd name="connsiteX2" fmla="*/ 0 w 188045"/>
                    <a:gd name="connsiteY2" fmla="*/ 94023 h 188045"/>
                    <a:gd name="connsiteX3" fmla="*/ 94023 w 188045"/>
                    <a:gd name="connsiteY3" fmla="*/ 0 h 188045"/>
                    <a:gd name="connsiteX4" fmla="*/ 188045 w 188045"/>
                    <a:gd name="connsiteY4" fmla="*/ 94023 h 1880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045" h="188045">
                      <a:moveTo>
                        <a:pt x="188045" y="94023"/>
                      </a:moveTo>
                      <a:cubicBezTo>
                        <a:pt x="188045" y="145950"/>
                        <a:pt x="145950" y="188045"/>
                        <a:pt x="94023" y="188045"/>
                      </a:cubicBezTo>
                      <a:cubicBezTo>
                        <a:pt x="42095" y="188045"/>
                        <a:pt x="0" y="145950"/>
                        <a:pt x="0" y="94023"/>
                      </a:cubicBezTo>
                      <a:cubicBezTo>
                        <a:pt x="0" y="42095"/>
                        <a:pt x="42095" y="0"/>
                        <a:pt x="94023" y="0"/>
                      </a:cubicBezTo>
                      <a:cubicBezTo>
                        <a:pt x="145950" y="0"/>
                        <a:pt x="188045" y="42095"/>
                        <a:pt x="188045" y="94023"/>
                      </a:cubicBezTo>
                      <a:close/>
                    </a:path>
                  </a:pathLst>
                </a:custGeom>
                <a:solidFill>
                  <a:schemeClr val="accent3"/>
                </a:solidFill>
                <a:ln w="14465" cap="flat">
                  <a:noFill/>
                  <a:prstDash val="solid"/>
                  <a:miter/>
                </a:ln>
              </p:spPr>
              <p:txBody>
                <a:bodyPr rtlCol="0" anchor="ctr"/>
                <a:lstStyle/>
                <a:p>
                  <a:endParaRPr lang="en-US"/>
                </a:p>
              </p:txBody>
            </p:sp>
            <p:sp>
              <p:nvSpPr>
                <p:cNvPr id="579" name="Freeform: Shape 578">
                  <a:extLst>
                    <a:ext uri="{FF2B5EF4-FFF2-40B4-BE49-F238E27FC236}">
                      <a16:creationId xmlns:a16="http://schemas.microsoft.com/office/drawing/2014/main" id="{405EF7DC-BFB0-449B-B1BA-A14797D00EAA}"/>
                    </a:ext>
                  </a:extLst>
                </p:cNvPr>
                <p:cNvSpPr/>
                <p:nvPr/>
              </p:nvSpPr>
              <p:spPr>
                <a:xfrm>
                  <a:off x="870451" y="2253564"/>
                  <a:ext cx="144650" cy="144650"/>
                </a:xfrm>
                <a:custGeom>
                  <a:avLst/>
                  <a:gdLst>
                    <a:gd name="connsiteX0" fmla="*/ 144650 w 144650"/>
                    <a:gd name="connsiteY0" fmla="*/ 72325 h 144650"/>
                    <a:gd name="connsiteX1" fmla="*/ 72325 w 144650"/>
                    <a:gd name="connsiteY1" fmla="*/ 144650 h 144650"/>
                    <a:gd name="connsiteX2" fmla="*/ 0 w 144650"/>
                    <a:gd name="connsiteY2" fmla="*/ 72325 h 144650"/>
                    <a:gd name="connsiteX3" fmla="*/ 72325 w 144650"/>
                    <a:gd name="connsiteY3" fmla="*/ 0 h 144650"/>
                    <a:gd name="connsiteX4" fmla="*/ 144650 w 144650"/>
                    <a:gd name="connsiteY4" fmla="*/ 72325 h 14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650" h="144650">
                      <a:moveTo>
                        <a:pt x="144650" y="72325"/>
                      </a:moveTo>
                      <a:cubicBezTo>
                        <a:pt x="144650" y="112269"/>
                        <a:pt x="112269" y="144650"/>
                        <a:pt x="72325" y="144650"/>
                      </a:cubicBezTo>
                      <a:cubicBezTo>
                        <a:pt x="32381" y="144650"/>
                        <a:pt x="0" y="112269"/>
                        <a:pt x="0" y="72325"/>
                      </a:cubicBezTo>
                      <a:cubicBezTo>
                        <a:pt x="0" y="32381"/>
                        <a:pt x="32381" y="0"/>
                        <a:pt x="72325" y="0"/>
                      </a:cubicBezTo>
                      <a:cubicBezTo>
                        <a:pt x="112269" y="0"/>
                        <a:pt x="144650" y="32381"/>
                        <a:pt x="144650" y="72325"/>
                      </a:cubicBezTo>
                      <a:close/>
                    </a:path>
                  </a:pathLst>
                </a:custGeom>
                <a:solidFill>
                  <a:schemeClr val="accent4">
                    <a:lumMod val="60000"/>
                    <a:lumOff val="40000"/>
                  </a:schemeClr>
                </a:solidFill>
                <a:ln w="14465" cap="flat">
                  <a:noFill/>
                  <a:prstDash val="solid"/>
                  <a:miter/>
                </a:ln>
              </p:spPr>
              <p:txBody>
                <a:bodyPr rtlCol="0" anchor="ctr"/>
                <a:lstStyle/>
                <a:p>
                  <a:endParaRPr lang="en-US"/>
                </a:p>
              </p:txBody>
            </p:sp>
            <p:sp>
              <p:nvSpPr>
                <p:cNvPr id="580" name="Freeform: Shape 579">
                  <a:extLst>
                    <a:ext uri="{FF2B5EF4-FFF2-40B4-BE49-F238E27FC236}">
                      <a16:creationId xmlns:a16="http://schemas.microsoft.com/office/drawing/2014/main" id="{5E5980BF-9AD6-4503-8976-2EFDDEE98E46}"/>
                    </a:ext>
                  </a:extLst>
                </p:cNvPr>
                <p:cNvSpPr/>
                <p:nvPr/>
              </p:nvSpPr>
              <p:spPr>
                <a:xfrm rot="8351095">
                  <a:off x="873835" y="2270445"/>
                  <a:ext cx="63644" cy="26036"/>
                </a:xfrm>
                <a:custGeom>
                  <a:avLst/>
                  <a:gdLst>
                    <a:gd name="connsiteX0" fmla="*/ 63644 w 63644"/>
                    <a:gd name="connsiteY0" fmla="*/ 13018 h 26036"/>
                    <a:gd name="connsiteX1" fmla="*/ 31822 w 63644"/>
                    <a:gd name="connsiteY1" fmla="*/ 26036 h 26036"/>
                    <a:gd name="connsiteX2" fmla="*/ 0 w 63644"/>
                    <a:gd name="connsiteY2" fmla="*/ 13018 h 26036"/>
                    <a:gd name="connsiteX3" fmla="*/ 31822 w 63644"/>
                    <a:gd name="connsiteY3" fmla="*/ 0 h 26036"/>
                    <a:gd name="connsiteX4" fmla="*/ 63644 w 63644"/>
                    <a:gd name="connsiteY4" fmla="*/ 13018 h 26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644" h="26036">
                      <a:moveTo>
                        <a:pt x="63644" y="13018"/>
                      </a:moveTo>
                      <a:cubicBezTo>
                        <a:pt x="63644" y="20208"/>
                        <a:pt x="49397" y="26036"/>
                        <a:pt x="31822" y="26036"/>
                      </a:cubicBezTo>
                      <a:cubicBezTo>
                        <a:pt x="14247" y="26036"/>
                        <a:pt x="0" y="20208"/>
                        <a:pt x="0" y="13018"/>
                      </a:cubicBezTo>
                      <a:cubicBezTo>
                        <a:pt x="0" y="5828"/>
                        <a:pt x="14247" y="0"/>
                        <a:pt x="31822" y="0"/>
                      </a:cubicBezTo>
                      <a:cubicBezTo>
                        <a:pt x="49397" y="0"/>
                        <a:pt x="63644" y="5828"/>
                        <a:pt x="63644" y="13018"/>
                      </a:cubicBezTo>
                      <a:close/>
                    </a:path>
                  </a:pathLst>
                </a:custGeom>
                <a:solidFill>
                  <a:schemeClr val="accent3">
                    <a:lumMod val="20000"/>
                    <a:lumOff val="80000"/>
                  </a:schemeClr>
                </a:solidFill>
                <a:ln w="14465" cap="flat">
                  <a:noFill/>
                  <a:prstDash val="solid"/>
                  <a:miter/>
                </a:ln>
              </p:spPr>
              <p:txBody>
                <a:bodyPr rtlCol="0" anchor="ctr"/>
                <a:lstStyle/>
                <a:p>
                  <a:endParaRPr lang="en-US"/>
                </a:p>
              </p:txBody>
            </p:sp>
          </p:grpSp>
          <p:sp>
            <p:nvSpPr>
              <p:cNvPr id="563" name="Freeform: Shape 562">
                <a:extLst>
                  <a:ext uri="{FF2B5EF4-FFF2-40B4-BE49-F238E27FC236}">
                    <a16:creationId xmlns:a16="http://schemas.microsoft.com/office/drawing/2014/main" id="{F281FC10-08ED-4BC3-B671-FD12E211E462}"/>
                  </a:ext>
                </a:extLst>
              </p:cNvPr>
              <p:cNvSpPr/>
              <p:nvPr/>
            </p:nvSpPr>
            <p:spPr>
              <a:xfrm rot="-9627153">
                <a:off x="824951" y="1972961"/>
                <a:ext cx="292204" cy="757994"/>
              </a:xfrm>
              <a:custGeom>
                <a:avLst/>
                <a:gdLst>
                  <a:gd name="connsiteX0" fmla="*/ 292204 w 292204"/>
                  <a:gd name="connsiteY0" fmla="*/ 378997 h 757994"/>
                  <a:gd name="connsiteX1" fmla="*/ 146102 w 292204"/>
                  <a:gd name="connsiteY1" fmla="*/ 757995 h 757994"/>
                  <a:gd name="connsiteX2" fmla="*/ 0 w 292204"/>
                  <a:gd name="connsiteY2" fmla="*/ 378997 h 757994"/>
                  <a:gd name="connsiteX3" fmla="*/ 146102 w 292204"/>
                  <a:gd name="connsiteY3" fmla="*/ 0 h 757994"/>
                  <a:gd name="connsiteX4" fmla="*/ 292204 w 292204"/>
                  <a:gd name="connsiteY4" fmla="*/ 378997 h 7579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204" h="757994">
                    <a:moveTo>
                      <a:pt x="292204" y="378997"/>
                    </a:moveTo>
                    <a:cubicBezTo>
                      <a:pt x="292204" y="588312"/>
                      <a:pt x="226792" y="757995"/>
                      <a:pt x="146102" y="757995"/>
                    </a:cubicBezTo>
                    <a:cubicBezTo>
                      <a:pt x="65412" y="757995"/>
                      <a:pt x="0" y="588312"/>
                      <a:pt x="0" y="378997"/>
                    </a:cubicBezTo>
                    <a:cubicBezTo>
                      <a:pt x="0" y="169683"/>
                      <a:pt x="65412" y="0"/>
                      <a:pt x="146102" y="0"/>
                    </a:cubicBezTo>
                    <a:cubicBezTo>
                      <a:pt x="226792" y="0"/>
                      <a:pt x="292204" y="169683"/>
                      <a:pt x="292204" y="378997"/>
                    </a:cubicBezTo>
                    <a:close/>
                  </a:path>
                </a:pathLst>
              </a:custGeom>
              <a:noFill/>
              <a:ln w="21070" cap="flat">
                <a:solidFill>
                  <a:schemeClr val="accent3">
                    <a:lumMod val="60000"/>
                    <a:lumOff val="40000"/>
                  </a:schemeClr>
                </a:solidFill>
                <a:prstDash val="solid"/>
                <a:miter/>
              </a:ln>
            </p:spPr>
            <p:txBody>
              <a:bodyPr rtlCol="0" anchor="ctr"/>
              <a:lstStyle/>
              <a:p>
                <a:endParaRPr lang="en-US"/>
              </a:p>
            </p:txBody>
          </p:sp>
          <p:sp>
            <p:nvSpPr>
              <p:cNvPr id="564" name="Freeform: Shape 563">
                <a:extLst>
                  <a:ext uri="{FF2B5EF4-FFF2-40B4-BE49-F238E27FC236}">
                    <a16:creationId xmlns:a16="http://schemas.microsoft.com/office/drawing/2014/main" id="{827C0533-A044-49D8-B860-49869E5CC95F}"/>
                  </a:ext>
                </a:extLst>
              </p:cNvPr>
              <p:cNvSpPr/>
              <p:nvPr/>
            </p:nvSpPr>
            <p:spPr>
              <a:xfrm rot="8452117">
                <a:off x="799384" y="1973015"/>
                <a:ext cx="292192" cy="757965"/>
              </a:xfrm>
              <a:custGeom>
                <a:avLst/>
                <a:gdLst>
                  <a:gd name="connsiteX0" fmla="*/ 292193 w 292192"/>
                  <a:gd name="connsiteY0" fmla="*/ 378983 h 757965"/>
                  <a:gd name="connsiteX1" fmla="*/ 146096 w 292192"/>
                  <a:gd name="connsiteY1" fmla="*/ 757965 h 757965"/>
                  <a:gd name="connsiteX2" fmla="*/ 0 w 292192"/>
                  <a:gd name="connsiteY2" fmla="*/ 378983 h 757965"/>
                  <a:gd name="connsiteX3" fmla="*/ 146096 w 292192"/>
                  <a:gd name="connsiteY3" fmla="*/ 0 h 757965"/>
                  <a:gd name="connsiteX4" fmla="*/ 292193 w 292192"/>
                  <a:gd name="connsiteY4" fmla="*/ 378983 h 757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192" h="757965">
                    <a:moveTo>
                      <a:pt x="292193" y="378983"/>
                    </a:moveTo>
                    <a:cubicBezTo>
                      <a:pt x="292193" y="588289"/>
                      <a:pt x="226783" y="757965"/>
                      <a:pt x="146096" y="757965"/>
                    </a:cubicBezTo>
                    <a:cubicBezTo>
                      <a:pt x="65410" y="757965"/>
                      <a:pt x="0" y="588289"/>
                      <a:pt x="0" y="378983"/>
                    </a:cubicBezTo>
                    <a:cubicBezTo>
                      <a:pt x="0" y="169676"/>
                      <a:pt x="65410" y="0"/>
                      <a:pt x="146096" y="0"/>
                    </a:cubicBezTo>
                    <a:cubicBezTo>
                      <a:pt x="226783" y="0"/>
                      <a:pt x="292193" y="169677"/>
                      <a:pt x="292193" y="378983"/>
                    </a:cubicBezTo>
                    <a:close/>
                  </a:path>
                </a:pathLst>
              </a:custGeom>
              <a:noFill/>
              <a:ln w="21069" cap="flat">
                <a:solidFill>
                  <a:schemeClr val="accent3">
                    <a:lumMod val="60000"/>
                    <a:lumOff val="40000"/>
                  </a:schemeClr>
                </a:solidFill>
                <a:prstDash val="solid"/>
                <a:miter/>
              </a:ln>
            </p:spPr>
            <p:txBody>
              <a:bodyPr rtlCol="0" anchor="ctr"/>
              <a:lstStyle/>
              <a:p>
                <a:endParaRPr lang="en-US"/>
              </a:p>
            </p:txBody>
          </p:sp>
          <p:sp>
            <p:nvSpPr>
              <p:cNvPr id="565" name="Freeform: Shape 564">
                <a:extLst>
                  <a:ext uri="{FF2B5EF4-FFF2-40B4-BE49-F238E27FC236}">
                    <a16:creationId xmlns:a16="http://schemas.microsoft.com/office/drawing/2014/main" id="{496ACCBD-F994-42F5-9522-9DD3979384FA}"/>
                  </a:ext>
                </a:extLst>
              </p:cNvPr>
              <p:cNvSpPr/>
              <p:nvPr/>
            </p:nvSpPr>
            <p:spPr>
              <a:xfrm rot="5193754">
                <a:off x="799966" y="1972486"/>
                <a:ext cx="292192" cy="757965"/>
              </a:xfrm>
              <a:custGeom>
                <a:avLst/>
                <a:gdLst>
                  <a:gd name="connsiteX0" fmla="*/ 292193 w 292192"/>
                  <a:gd name="connsiteY0" fmla="*/ 378983 h 757965"/>
                  <a:gd name="connsiteX1" fmla="*/ 146096 w 292192"/>
                  <a:gd name="connsiteY1" fmla="*/ 757966 h 757965"/>
                  <a:gd name="connsiteX2" fmla="*/ 0 w 292192"/>
                  <a:gd name="connsiteY2" fmla="*/ 378983 h 757965"/>
                  <a:gd name="connsiteX3" fmla="*/ 146096 w 292192"/>
                  <a:gd name="connsiteY3" fmla="*/ 0 h 757965"/>
                  <a:gd name="connsiteX4" fmla="*/ 292193 w 292192"/>
                  <a:gd name="connsiteY4" fmla="*/ 378983 h 757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192" h="757965">
                    <a:moveTo>
                      <a:pt x="292193" y="378983"/>
                    </a:moveTo>
                    <a:cubicBezTo>
                      <a:pt x="292193" y="588289"/>
                      <a:pt x="226783" y="757966"/>
                      <a:pt x="146096" y="757966"/>
                    </a:cubicBezTo>
                    <a:cubicBezTo>
                      <a:pt x="65410" y="757966"/>
                      <a:pt x="0" y="588289"/>
                      <a:pt x="0" y="378983"/>
                    </a:cubicBezTo>
                    <a:cubicBezTo>
                      <a:pt x="0" y="169676"/>
                      <a:pt x="65410" y="0"/>
                      <a:pt x="146096" y="0"/>
                    </a:cubicBezTo>
                    <a:cubicBezTo>
                      <a:pt x="226783" y="0"/>
                      <a:pt x="292193" y="169677"/>
                      <a:pt x="292193" y="378983"/>
                    </a:cubicBezTo>
                    <a:close/>
                  </a:path>
                </a:pathLst>
              </a:custGeom>
              <a:noFill/>
              <a:ln w="21069" cap="flat">
                <a:solidFill>
                  <a:schemeClr val="accent3">
                    <a:lumMod val="60000"/>
                    <a:lumOff val="40000"/>
                  </a:schemeClr>
                </a:solidFill>
                <a:prstDash val="solid"/>
                <a:miter/>
              </a:ln>
            </p:spPr>
            <p:txBody>
              <a:bodyPr rtlCol="0" anchor="ctr"/>
              <a:lstStyle/>
              <a:p>
                <a:endParaRPr lang="en-US"/>
              </a:p>
            </p:txBody>
          </p:sp>
          <p:grpSp>
            <p:nvGrpSpPr>
              <p:cNvPr id="566" name="Graphic 205">
                <a:extLst>
                  <a:ext uri="{FF2B5EF4-FFF2-40B4-BE49-F238E27FC236}">
                    <a16:creationId xmlns:a16="http://schemas.microsoft.com/office/drawing/2014/main" id="{13DD6D35-A039-4872-AF12-7C3F5CE11B61}"/>
                  </a:ext>
                </a:extLst>
              </p:cNvPr>
              <p:cNvGrpSpPr/>
              <p:nvPr/>
            </p:nvGrpSpPr>
            <p:grpSpPr>
              <a:xfrm>
                <a:off x="644797" y="2024555"/>
                <a:ext cx="115720" cy="116182"/>
                <a:chOff x="644797" y="2024555"/>
                <a:chExt cx="115720" cy="116182"/>
              </a:xfrm>
            </p:grpSpPr>
            <p:sp>
              <p:nvSpPr>
                <p:cNvPr id="575" name="Freeform: Shape 574">
                  <a:extLst>
                    <a:ext uri="{FF2B5EF4-FFF2-40B4-BE49-F238E27FC236}">
                      <a16:creationId xmlns:a16="http://schemas.microsoft.com/office/drawing/2014/main" id="{8742244C-A6D7-442E-B2B3-6B52BB0576D6}"/>
                    </a:ext>
                  </a:extLst>
                </p:cNvPr>
                <p:cNvSpPr/>
                <p:nvPr/>
              </p:nvSpPr>
              <p:spPr>
                <a:xfrm>
                  <a:off x="644797" y="2025017"/>
                  <a:ext cx="115720" cy="115720"/>
                </a:xfrm>
                <a:custGeom>
                  <a:avLst/>
                  <a:gdLst>
                    <a:gd name="connsiteX0" fmla="*/ 115720 w 115720"/>
                    <a:gd name="connsiteY0" fmla="*/ 57860 h 115720"/>
                    <a:gd name="connsiteX1" fmla="*/ 57860 w 115720"/>
                    <a:gd name="connsiteY1" fmla="*/ 115720 h 115720"/>
                    <a:gd name="connsiteX2" fmla="*/ 0 w 115720"/>
                    <a:gd name="connsiteY2" fmla="*/ 57860 h 115720"/>
                    <a:gd name="connsiteX3" fmla="*/ 57860 w 115720"/>
                    <a:gd name="connsiteY3" fmla="*/ 0 h 115720"/>
                    <a:gd name="connsiteX4" fmla="*/ 115720 w 115720"/>
                    <a:gd name="connsiteY4" fmla="*/ 57860 h 11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720" h="115720">
                      <a:moveTo>
                        <a:pt x="115720" y="57860"/>
                      </a:moveTo>
                      <a:cubicBezTo>
                        <a:pt x="115720" y="89815"/>
                        <a:pt x="89815" y="115720"/>
                        <a:pt x="57860" y="115720"/>
                      </a:cubicBezTo>
                      <a:cubicBezTo>
                        <a:pt x="25905" y="115720"/>
                        <a:pt x="0" y="89815"/>
                        <a:pt x="0" y="57860"/>
                      </a:cubicBezTo>
                      <a:cubicBezTo>
                        <a:pt x="0" y="25905"/>
                        <a:pt x="25905" y="0"/>
                        <a:pt x="57860" y="0"/>
                      </a:cubicBezTo>
                      <a:cubicBezTo>
                        <a:pt x="89815" y="0"/>
                        <a:pt x="115720" y="25905"/>
                        <a:pt x="115720" y="57860"/>
                      </a:cubicBezTo>
                      <a:close/>
                    </a:path>
                  </a:pathLst>
                </a:custGeom>
                <a:solidFill>
                  <a:schemeClr val="accent3"/>
                </a:solidFill>
                <a:ln w="14465" cap="flat">
                  <a:noFill/>
                  <a:prstDash val="solid"/>
                  <a:miter/>
                </a:ln>
              </p:spPr>
              <p:txBody>
                <a:bodyPr rtlCol="0" anchor="ctr"/>
                <a:lstStyle/>
                <a:p>
                  <a:endParaRPr lang="en-US"/>
                </a:p>
              </p:txBody>
            </p:sp>
            <p:sp>
              <p:nvSpPr>
                <p:cNvPr id="576" name="Freeform: Shape 575">
                  <a:extLst>
                    <a:ext uri="{FF2B5EF4-FFF2-40B4-BE49-F238E27FC236}">
                      <a16:creationId xmlns:a16="http://schemas.microsoft.com/office/drawing/2014/main" id="{404886F5-0CF8-4A96-8D50-D9A886976AD9}"/>
                    </a:ext>
                  </a:extLst>
                </p:cNvPr>
                <p:cNvSpPr/>
                <p:nvPr/>
              </p:nvSpPr>
              <p:spPr>
                <a:xfrm>
                  <a:off x="665048" y="2026463"/>
                  <a:ext cx="89683" cy="89683"/>
                </a:xfrm>
                <a:custGeom>
                  <a:avLst/>
                  <a:gdLst>
                    <a:gd name="connsiteX0" fmla="*/ 89683 w 89683"/>
                    <a:gd name="connsiteY0" fmla="*/ 44841 h 89683"/>
                    <a:gd name="connsiteX1" fmla="*/ 44842 w 89683"/>
                    <a:gd name="connsiteY1" fmla="*/ 89683 h 89683"/>
                    <a:gd name="connsiteX2" fmla="*/ 0 w 89683"/>
                    <a:gd name="connsiteY2" fmla="*/ 44841 h 89683"/>
                    <a:gd name="connsiteX3" fmla="*/ 44842 w 89683"/>
                    <a:gd name="connsiteY3" fmla="*/ 0 h 89683"/>
                    <a:gd name="connsiteX4" fmla="*/ 89683 w 89683"/>
                    <a:gd name="connsiteY4" fmla="*/ 44841 h 896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683" h="89683">
                      <a:moveTo>
                        <a:pt x="89683" y="44841"/>
                      </a:moveTo>
                      <a:cubicBezTo>
                        <a:pt x="89683" y="69607"/>
                        <a:pt x="69607" y="89683"/>
                        <a:pt x="44842" y="89683"/>
                      </a:cubicBezTo>
                      <a:cubicBezTo>
                        <a:pt x="20076" y="89683"/>
                        <a:pt x="0" y="69607"/>
                        <a:pt x="0" y="44841"/>
                      </a:cubicBezTo>
                      <a:cubicBezTo>
                        <a:pt x="0" y="20076"/>
                        <a:pt x="20076" y="0"/>
                        <a:pt x="44842" y="0"/>
                      </a:cubicBezTo>
                      <a:cubicBezTo>
                        <a:pt x="69607" y="0"/>
                        <a:pt x="89683" y="20076"/>
                        <a:pt x="89683" y="44841"/>
                      </a:cubicBezTo>
                      <a:close/>
                    </a:path>
                  </a:pathLst>
                </a:custGeom>
                <a:solidFill>
                  <a:schemeClr val="accent3">
                    <a:lumMod val="20000"/>
                    <a:lumOff val="80000"/>
                  </a:schemeClr>
                </a:solidFill>
                <a:ln w="14465" cap="flat">
                  <a:noFill/>
                  <a:prstDash val="solid"/>
                  <a:miter/>
                </a:ln>
              </p:spPr>
              <p:txBody>
                <a:bodyPr rtlCol="0" anchor="ctr"/>
                <a:lstStyle/>
                <a:p>
                  <a:endParaRPr lang="en-US"/>
                </a:p>
              </p:txBody>
            </p:sp>
            <p:sp>
              <p:nvSpPr>
                <p:cNvPr id="577" name="Freeform: Shape 576">
                  <a:extLst>
                    <a:ext uri="{FF2B5EF4-FFF2-40B4-BE49-F238E27FC236}">
                      <a16:creationId xmlns:a16="http://schemas.microsoft.com/office/drawing/2014/main" id="{E9836247-AA56-42F4-949C-A9D0AE304065}"/>
                    </a:ext>
                  </a:extLst>
                </p:cNvPr>
                <p:cNvSpPr/>
                <p:nvPr/>
              </p:nvSpPr>
              <p:spPr>
                <a:xfrm rot="-9856924">
                  <a:off x="700655" y="2029324"/>
                  <a:ext cx="37608" cy="17357"/>
                </a:xfrm>
                <a:custGeom>
                  <a:avLst/>
                  <a:gdLst>
                    <a:gd name="connsiteX0" fmla="*/ 37609 w 37608"/>
                    <a:gd name="connsiteY0" fmla="*/ 8679 h 17357"/>
                    <a:gd name="connsiteX1" fmla="*/ 18804 w 37608"/>
                    <a:gd name="connsiteY1" fmla="*/ 17358 h 17357"/>
                    <a:gd name="connsiteX2" fmla="*/ 0 w 37608"/>
                    <a:gd name="connsiteY2" fmla="*/ 8679 h 17357"/>
                    <a:gd name="connsiteX3" fmla="*/ 18804 w 37608"/>
                    <a:gd name="connsiteY3" fmla="*/ 0 h 17357"/>
                    <a:gd name="connsiteX4" fmla="*/ 37609 w 37608"/>
                    <a:gd name="connsiteY4" fmla="*/ 8679 h 17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08" h="17357">
                      <a:moveTo>
                        <a:pt x="37609" y="8679"/>
                      </a:moveTo>
                      <a:cubicBezTo>
                        <a:pt x="37609" y="13472"/>
                        <a:pt x="29190" y="17358"/>
                        <a:pt x="18804" y="17358"/>
                      </a:cubicBezTo>
                      <a:cubicBezTo>
                        <a:pt x="8419" y="17358"/>
                        <a:pt x="0" y="13472"/>
                        <a:pt x="0" y="8679"/>
                      </a:cubicBezTo>
                      <a:cubicBezTo>
                        <a:pt x="0" y="3886"/>
                        <a:pt x="8419" y="0"/>
                        <a:pt x="18804" y="0"/>
                      </a:cubicBezTo>
                      <a:cubicBezTo>
                        <a:pt x="29190" y="0"/>
                        <a:pt x="37609" y="3886"/>
                        <a:pt x="37609" y="8679"/>
                      </a:cubicBezTo>
                      <a:close/>
                    </a:path>
                  </a:pathLst>
                </a:custGeom>
                <a:solidFill>
                  <a:schemeClr val="accent3"/>
                </a:solidFill>
                <a:ln w="14465" cap="flat">
                  <a:noFill/>
                  <a:prstDash val="solid"/>
                  <a:miter/>
                </a:ln>
              </p:spPr>
              <p:txBody>
                <a:bodyPr rtlCol="0" anchor="ctr"/>
                <a:lstStyle/>
                <a:p>
                  <a:endParaRPr lang="en-US"/>
                </a:p>
              </p:txBody>
            </p:sp>
          </p:grpSp>
          <p:grpSp>
            <p:nvGrpSpPr>
              <p:cNvPr id="567" name="Graphic 205">
                <a:extLst>
                  <a:ext uri="{FF2B5EF4-FFF2-40B4-BE49-F238E27FC236}">
                    <a16:creationId xmlns:a16="http://schemas.microsoft.com/office/drawing/2014/main" id="{52985433-4D21-4BA7-9B66-0EEA07882BA4}"/>
                  </a:ext>
                </a:extLst>
              </p:cNvPr>
              <p:cNvGrpSpPr/>
              <p:nvPr/>
            </p:nvGrpSpPr>
            <p:grpSpPr>
              <a:xfrm>
                <a:off x="1252327" y="2260797"/>
                <a:ext cx="115720" cy="115720"/>
                <a:chOff x="1252327" y="2260797"/>
                <a:chExt cx="115720" cy="115720"/>
              </a:xfrm>
            </p:grpSpPr>
            <p:sp>
              <p:nvSpPr>
                <p:cNvPr id="572" name="Freeform: Shape 571">
                  <a:extLst>
                    <a:ext uri="{FF2B5EF4-FFF2-40B4-BE49-F238E27FC236}">
                      <a16:creationId xmlns:a16="http://schemas.microsoft.com/office/drawing/2014/main" id="{AFC688F7-F66F-4479-A8F6-F5121ED28F94}"/>
                    </a:ext>
                  </a:extLst>
                </p:cNvPr>
                <p:cNvSpPr/>
                <p:nvPr/>
              </p:nvSpPr>
              <p:spPr>
                <a:xfrm>
                  <a:off x="1252327" y="2260797"/>
                  <a:ext cx="115720" cy="115720"/>
                </a:xfrm>
                <a:custGeom>
                  <a:avLst/>
                  <a:gdLst>
                    <a:gd name="connsiteX0" fmla="*/ 115720 w 115720"/>
                    <a:gd name="connsiteY0" fmla="*/ 57860 h 115720"/>
                    <a:gd name="connsiteX1" fmla="*/ 57860 w 115720"/>
                    <a:gd name="connsiteY1" fmla="*/ 115720 h 115720"/>
                    <a:gd name="connsiteX2" fmla="*/ 0 w 115720"/>
                    <a:gd name="connsiteY2" fmla="*/ 57860 h 115720"/>
                    <a:gd name="connsiteX3" fmla="*/ 57860 w 115720"/>
                    <a:gd name="connsiteY3" fmla="*/ 0 h 115720"/>
                    <a:gd name="connsiteX4" fmla="*/ 115720 w 115720"/>
                    <a:gd name="connsiteY4" fmla="*/ 57860 h 11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720" h="115720">
                      <a:moveTo>
                        <a:pt x="115720" y="57860"/>
                      </a:moveTo>
                      <a:cubicBezTo>
                        <a:pt x="115720" y="89815"/>
                        <a:pt x="89815" y="115720"/>
                        <a:pt x="57860" y="115720"/>
                      </a:cubicBezTo>
                      <a:cubicBezTo>
                        <a:pt x="25905" y="115720"/>
                        <a:pt x="0" y="89815"/>
                        <a:pt x="0" y="57860"/>
                      </a:cubicBezTo>
                      <a:cubicBezTo>
                        <a:pt x="0" y="25905"/>
                        <a:pt x="25905" y="0"/>
                        <a:pt x="57860" y="0"/>
                      </a:cubicBezTo>
                      <a:cubicBezTo>
                        <a:pt x="89815" y="0"/>
                        <a:pt x="115720" y="25905"/>
                        <a:pt x="115720" y="57860"/>
                      </a:cubicBezTo>
                      <a:close/>
                    </a:path>
                  </a:pathLst>
                </a:custGeom>
                <a:solidFill>
                  <a:schemeClr val="accent3"/>
                </a:solidFill>
                <a:ln w="14465" cap="flat">
                  <a:noFill/>
                  <a:prstDash val="solid"/>
                  <a:miter/>
                </a:ln>
              </p:spPr>
              <p:txBody>
                <a:bodyPr rtlCol="0" anchor="ctr"/>
                <a:lstStyle/>
                <a:p>
                  <a:endParaRPr lang="en-US"/>
                </a:p>
              </p:txBody>
            </p:sp>
            <p:sp>
              <p:nvSpPr>
                <p:cNvPr id="573" name="Freeform: Shape 572">
                  <a:extLst>
                    <a:ext uri="{FF2B5EF4-FFF2-40B4-BE49-F238E27FC236}">
                      <a16:creationId xmlns:a16="http://schemas.microsoft.com/office/drawing/2014/main" id="{826C2CB8-0FEF-4324-AD85-9FD72A30458B}"/>
                    </a:ext>
                  </a:extLst>
                </p:cNvPr>
                <p:cNvSpPr/>
                <p:nvPr/>
              </p:nvSpPr>
              <p:spPr>
                <a:xfrm>
                  <a:off x="1271132" y="2263690"/>
                  <a:ext cx="89683" cy="89683"/>
                </a:xfrm>
                <a:custGeom>
                  <a:avLst/>
                  <a:gdLst>
                    <a:gd name="connsiteX0" fmla="*/ 89683 w 89683"/>
                    <a:gd name="connsiteY0" fmla="*/ 44841 h 89683"/>
                    <a:gd name="connsiteX1" fmla="*/ 44842 w 89683"/>
                    <a:gd name="connsiteY1" fmla="*/ 89683 h 89683"/>
                    <a:gd name="connsiteX2" fmla="*/ 0 w 89683"/>
                    <a:gd name="connsiteY2" fmla="*/ 44841 h 89683"/>
                    <a:gd name="connsiteX3" fmla="*/ 44842 w 89683"/>
                    <a:gd name="connsiteY3" fmla="*/ 0 h 89683"/>
                    <a:gd name="connsiteX4" fmla="*/ 89683 w 89683"/>
                    <a:gd name="connsiteY4" fmla="*/ 44841 h 896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683" h="89683">
                      <a:moveTo>
                        <a:pt x="89683" y="44841"/>
                      </a:moveTo>
                      <a:cubicBezTo>
                        <a:pt x="89683" y="69607"/>
                        <a:pt x="69607" y="89683"/>
                        <a:pt x="44842" y="89683"/>
                      </a:cubicBezTo>
                      <a:cubicBezTo>
                        <a:pt x="20076" y="89683"/>
                        <a:pt x="0" y="69607"/>
                        <a:pt x="0" y="44841"/>
                      </a:cubicBezTo>
                      <a:cubicBezTo>
                        <a:pt x="0" y="20076"/>
                        <a:pt x="20076" y="0"/>
                        <a:pt x="44842" y="0"/>
                      </a:cubicBezTo>
                      <a:cubicBezTo>
                        <a:pt x="69607" y="0"/>
                        <a:pt x="89683" y="20076"/>
                        <a:pt x="89683" y="44841"/>
                      </a:cubicBezTo>
                      <a:close/>
                    </a:path>
                  </a:pathLst>
                </a:custGeom>
                <a:solidFill>
                  <a:schemeClr val="accent3">
                    <a:lumMod val="20000"/>
                    <a:lumOff val="80000"/>
                  </a:schemeClr>
                </a:solidFill>
                <a:ln w="14465" cap="flat">
                  <a:noFill/>
                  <a:prstDash val="solid"/>
                  <a:miter/>
                </a:ln>
              </p:spPr>
              <p:txBody>
                <a:bodyPr rtlCol="0" anchor="ctr"/>
                <a:lstStyle/>
                <a:p>
                  <a:endParaRPr lang="en-US"/>
                </a:p>
              </p:txBody>
            </p:sp>
            <p:sp>
              <p:nvSpPr>
                <p:cNvPr id="574" name="Freeform: Shape 573">
                  <a:extLst>
                    <a:ext uri="{FF2B5EF4-FFF2-40B4-BE49-F238E27FC236}">
                      <a16:creationId xmlns:a16="http://schemas.microsoft.com/office/drawing/2014/main" id="{6A3CCD63-1882-4EAB-BA6C-6B2AAAD943E8}"/>
                    </a:ext>
                  </a:extLst>
                </p:cNvPr>
                <p:cNvSpPr/>
                <p:nvPr/>
              </p:nvSpPr>
              <p:spPr>
                <a:xfrm rot="-9856924">
                  <a:off x="1306960" y="2265944"/>
                  <a:ext cx="37608" cy="17357"/>
                </a:xfrm>
                <a:custGeom>
                  <a:avLst/>
                  <a:gdLst>
                    <a:gd name="connsiteX0" fmla="*/ 37609 w 37608"/>
                    <a:gd name="connsiteY0" fmla="*/ 8679 h 17357"/>
                    <a:gd name="connsiteX1" fmla="*/ 18804 w 37608"/>
                    <a:gd name="connsiteY1" fmla="*/ 17358 h 17357"/>
                    <a:gd name="connsiteX2" fmla="*/ 0 w 37608"/>
                    <a:gd name="connsiteY2" fmla="*/ 8679 h 17357"/>
                    <a:gd name="connsiteX3" fmla="*/ 18804 w 37608"/>
                    <a:gd name="connsiteY3" fmla="*/ 0 h 17357"/>
                    <a:gd name="connsiteX4" fmla="*/ 37609 w 37608"/>
                    <a:gd name="connsiteY4" fmla="*/ 8679 h 17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08" h="17357">
                      <a:moveTo>
                        <a:pt x="37609" y="8679"/>
                      </a:moveTo>
                      <a:cubicBezTo>
                        <a:pt x="37609" y="13472"/>
                        <a:pt x="29190" y="17358"/>
                        <a:pt x="18804" y="17358"/>
                      </a:cubicBezTo>
                      <a:cubicBezTo>
                        <a:pt x="8419" y="17358"/>
                        <a:pt x="0" y="13472"/>
                        <a:pt x="0" y="8679"/>
                      </a:cubicBezTo>
                      <a:cubicBezTo>
                        <a:pt x="0" y="3886"/>
                        <a:pt x="8419" y="0"/>
                        <a:pt x="18804" y="0"/>
                      </a:cubicBezTo>
                      <a:cubicBezTo>
                        <a:pt x="29190" y="0"/>
                        <a:pt x="37609" y="3886"/>
                        <a:pt x="37609" y="8679"/>
                      </a:cubicBezTo>
                      <a:close/>
                    </a:path>
                  </a:pathLst>
                </a:custGeom>
                <a:solidFill>
                  <a:schemeClr val="accent3"/>
                </a:solidFill>
                <a:ln w="14465" cap="flat">
                  <a:noFill/>
                  <a:prstDash val="solid"/>
                  <a:miter/>
                </a:ln>
              </p:spPr>
              <p:txBody>
                <a:bodyPr rtlCol="0" anchor="ctr"/>
                <a:lstStyle/>
                <a:p>
                  <a:endParaRPr lang="en-US"/>
                </a:p>
              </p:txBody>
            </p:sp>
          </p:grpSp>
          <p:grpSp>
            <p:nvGrpSpPr>
              <p:cNvPr id="568" name="Graphic 205">
                <a:extLst>
                  <a:ext uri="{FF2B5EF4-FFF2-40B4-BE49-F238E27FC236}">
                    <a16:creationId xmlns:a16="http://schemas.microsoft.com/office/drawing/2014/main" id="{D4F4F76F-B850-43A7-9E20-738C64EB1FF8}"/>
                  </a:ext>
                </a:extLst>
              </p:cNvPr>
              <p:cNvGrpSpPr/>
              <p:nvPr/>
            </p:nvGrpSpPr>
            <p:grpSpPr>
              <a:xfrm>
                <a:off x="767750" y="2620566"/>
                <a:ext cx="115720" cy="116129"/>
                <a:chOff x="767750" y="2620566"/>
                <a:chExt cx="115720" cy="116129"/>
              </a:xfrm>
            </p:grpSpPr>
            <p:sp>
              <p:nvSpPr>
                <p:cNvPr id="569" name="Freeform: Shape 568">
                  <a:extLst>
                    <a:ext uri="{FF2B5EF4-FFF2-40B4-BE49-F238E27FC236}">
                      <a16:creationId xmlns:a16="http://schemas.microsoft.com/office/drawing/2014/main" id="{7DC61938-0DCC-42DD-ACEB-0EA729E1D191}"/>
                    </a:ext>
                  </a:extLst>
                </p:cNvPr>
                <p:cNvSpPr/>
                <p:nvPr/>
              </p:nvSpPr>
              <p:spPr>
                <a:xfrm>
                  <a:off x="767750" y="2620975"/>
                  <a:ext cx="115720" cy="115720"/>
                </a:xfrm>
                <a:custGeom>
                  <a:avLst/>
                  <a:gdLst>
                    <a:gd name="connsiteX0" fmla="*/ 115720 w 115720"/>
                    <a:gd name="connsiteY0" fmla="*/ 57860 h 115720"/>
                    <a:gd name="connsiteX1" fmla="*/ 57860 w 115720"/>
                    <a:gd name="connsiteY1" fmla="*/ 115720 h 115720"/>
                    <a:gd name="connsiteX2" fmla="*/ 0 w 115720"/>
                    <a:gd name="connsiteY2" fmla="*/ 57860 h 115720"/>
                    <a:gd name="connsiteX3" fmla="*/ 57860 w 115720"/>
                    <a:gd name="connsiteY3" fmla="*/ 0 h 115720"/>
                    <a:gd name="connsiteX4" fmla="*/ 115720 w 115720"/>
                    <a:gd name="connsiteY4" fmla="*/ 57860 h 11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720" h="115720">
                      <a:moveTo>
                        <a:pt x="115720" y="57860"/>
                      </a:moveTo>
                      <a:cubicBezTo>
                        <a:pt x="115720" y="89815"/>
                        <a:pt x="89815" y="115720"/>
                        <a:pt x="57860" y="115720"/>
                      </a:cubicBezTo>
                      <a:cubicBezTo>
                        <a:pt x="25905" y="115720"/>
                        <a:pt x="0" y="89815"/>
                        <a:pt x="0" y="57860"/>
                      </a:cubicBezTo>
                      <a:cubicBezTo>
                        <a:pt x="0" y="25905"/>
                        <a:pt x="25905" y="0"/>
                        <a:pt x="57860" y="0"/>
                      </a:cubicBezTo>
                      <a:cubicBezTo>
                        <a:pt x="89815" y="0"/>
                        <a:pt x="115720" y="25905"/>
                        <a:pt x="115720" y="57860"/>
                      </a:cubicBezTo>
                      <a:close/>
                    </a:path>
                  </a:pathLst>
                </a:custGeom>
                <a:solidFill>
                  <a:schemeClr val="accent3"/>
                </a:solidFill>
                <a:ln w="14465" cap="flat">
                  <a:noFill/>
                  <a:prstDash val="solid"/>
                  <a:miter/>
                </a:ln>
              </p:spPr>
              <p:txBody>
                <a:bodyPr rtlCol="0" anchor="ctr"/>
                <a:lstStyle/>
                <a:p>
                  <a:endParaRPr lang="en-US"/>
                </a:p>
              </p:txBody>
            </p:sp>
            <p:sp>
              <p:nvSpPr>
                <p:cNvPr id="570" name="Freeform: Shape 569">
                  <a:extLst>
                    <a:ext uri="{FF2B5EF4-FFF2-40B4-BE49-F238E27FC236}">
                      <a16:creationId xmlns:a16="http://schemas.microsoft.com/office/drawing/2014/main" id="{80DF04A9-D8A5-4063-80AF-F892DF7B3C0E}"/>
                    </a:ext>
                  </a:extLst>
                </p:cNvPr>
                <p:cNvSpPr/>
                <p:nvPr/>
              </p:nvSpPr>
              <p:spPr>
                <a:xfrm>
                  <a:off x="786554" y="2622422"/>
                  <a:ext cx="89683" cy="89683"/>
                </a:xfrm>
                <a:custGeom>
                  <a:avLst/>
                  <a:gdLst>
                    <a:gd name="connsiteX0" fmla="*/ 89683 w 89683"/>
                    <a:gd name="connsiteY0" fmla="*/ 44841 h 89683"/>
                    <a:gd name="connsiteX1" fmla="*/ 44842 w 89683"/>
                    <a:gd name="connsiteY1" fmla="*/ 89683 h 89683"/>
                    <a:gd name="connsiteX2" fmla="*/ 0 w 89683"/>
                    <a:gd name="connsiteY2" fmla="*/ 44841 h 89683"/>
                    <a:gd name="connsiteX3" fmla="*/ 44842 w 89683"/>
                    <a:gd name="connsiteY3" fmla="*/ 0 h 89683"/>
                    <a:gd name="connsiteX4" fmla="*/ 89683 w 89683"/>
                    <a:gd name="connsiteY4" fmla="*/ 44841 h 896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683" h="89683">
                      <a:moveTo>
                        <a:pt x="89683" y="44841"/>
                      </a:moveTo>
                      <a:cubicBezTo>
                        <a:pt x="89683" y="69607"/>
                        <a:pt x="69607" y="89683"/>
                        <a:pt x="44842" y="89683"/>
                      </a:cubicBezTo>
                      <a:cubicBezTo>
                        <a:pt x="20076" y="89683"/>
                        <a:pt x="0" y="69607"/>
                        <a:pt x="0" y="44841"/>
                      </a:cubicBezTo>
                      <a:cubicBezTo>
                        <a:pt x="0" y="20076"/>
                        <a:pt x="20076" y="0"/>
                        <a:pt x="44842" y="0"/>
                      </a:cubicBezTo>
                      <a:cubicBezTo>
                        <a:pt x="69607" y="0"/>
                        <a:pt x="89683" y="20076"/>
                        <a:pt x="89683" y="44841"/>
                      </a:cubicBezTo>
                      <a:close/>
                    </a:path>
                  </a:pathLst>
                </a:custGeom>
                <a:solidFill>
                  <a:schemeClr val="accent3">
                    <a:lumMod val="20000"/>
                    <a:lumOff val="80000"/>
                  </a:schemeClr>
                </a:solidFill>
                <a:ln w="14465" cap="flat">
                  <a:noFill/>
                  <a:prstDash val="solid"/>
                  <a:miter/>
                </a:ln>
              </p:spPr>
              <p:txBody>
                <a:bodyPr rtlCol="0" anchor="ctr"/>
                <a:lstStyle/>
                <a:p>
                  <a:endParaRPr lang="en-US"/>
                </a:p>
              </p:txBody>
            </p:sp>
            <p:sp>
              <p:nvSpPr>
                <p:cNvPr id="571" name="Freeform: Shape 570">
                  <a:extLst>
                    <a:ext uri="{FF2B5EF4-FFF2-40B4-BE49-F238E27FC236}">
                      <a16:creationId xmlns:a16="http://schemas.microsoft.com/office/drawing/2014/main" id="{C0459226-B9B0-436D-9302-C3261ED11333}"/>
                    </a:ext>
                  </a:extLst>
                </p:cNvPr>
                <p:cNvSpPr/>
                <p:nvPr/>
              </p:nvSpPr>
              <p:spPr>
                <a:xfrm rot="-9856924">
                  <a:off x="821876" y="2625335"/>
                  <a:ext cx="37608" cy="17357"/>
                </a:xfrm>
                <a:custGeom>
                  <a:avLst/>
                  <a:gdLst>
                    <a:gd name="connsiteX0" fmla="*/ 37609 w 37608"/>
                    <a:gd name="connsiteY0" fmla="*/ 8679 h 17357"/>
                    <a:gd name="connsiteX1" fmla="*/ 18804 w 37608"/>
                    <a:gd name="connsiteY1" fmla="*/ 17358 h 17357"/>
                    <a:gd name="connsiteX2" fmla="*/ 0 w 37608"/>
                    <a:gd name="connsiteY2" fmla="*/ 8679 h 17357"/>
                    <a:gd name="connsiteX3" fmla="*/ 18804 w 37608"/>
                    <a:gd name="connsiteY3" fmla="*/ 0 h 17357"/>
                    <a:gd name="connsiteX4" fmla="*/ 37609 w 37608"/>
                    <a:gd name="connsiteY4" fmla="*/ 8679 h 17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08" h="17357">
                      <a:moveTo>
                        <a:pt x="37609" y="8679"/>
                      </a:moveTo>
                      <a:cubicBezTo>
                        <a:pt x="37609" y="13472"/>
                        <a:pt x="29190" y="17358"/>
                        <a:pt x="18804" y="17358"/>
                      </a:cubicBezTo>
                      <a:cubicBezTo>
                        <a:pt x="8419" y="17358"/>
                        <a:pt x="0" y="13472"/>
                        <a:pt x="0" y="8679"/>
                      </a:cubicBezTo>
                      <a:cubicBezTo>
                        <a:pt x="0" y="3886"/>
                        <a:pt x="8419" y="0"/>
                        <a:pt x="18804" y="0"/>
                      </a:cubicBezTo>
                      <a:cubicBezTo>
                        <a:pt x="29190" y="0"/>
                        <a:pt x="37609" y="3886"/>
                        <a:pt x="37609" y="8679"/>
                      </a:cubicBezTo>
                      <a:close/>
                    </a:path>
                  </a:pathLst>
                </a:custGeom>
                <a:solidFill>
                  <a:schemeClr val="accent3"/>
                </a:solidFill>
                <a:ln w="14465" cap="flat">
                  <a:noFill/>
                  <a:prstDash val="solid"/>
                  <a:miter/>
                </a:ln>
              </p:spPr>
              <p:txBody>
                <a:bodyPr rtlCol="0" anchor="ctr"/>
                <a:lstStyle/>
                <a:p>
                  <a:endParaRPr lang="en-US"/>
                </a:p>
              </p:txBody>
            </p:sp>
          </p:grpSp>
        </p:grpSp>
        <p:grpSp>
          <p:nvGrpSpPr>
            <p:cNvPr id="596" name="Graphic 205">
              <a:extLst>
                <a:ext uri="{FF2B5EF4-FFF2-40B4-BE49-F238E27FC236}">
                  <a16:creationId xmlns:a16="http://schemas.microsoft.com/office/drawing/2014/main" id="{EB4699E9-8F99-453E-A0C4-0099800C5546}"/>
                </a:ext>
              </a:extLst>
            </p:cNvPr>
            <p:cNvGrpSpPr/>
            <p:nvPr/>
          </p:nvGrpSpPr>
          <p:grpSpPr>
            <a:xfrm>
              <a:off x="4773290" y="699340"/>
              <a:ext cx="713822" cy="862812"/>
              <a:chOff x="1429654" y="2793963"/>
              <a:chExt cx="713822" cy="862812"/>
            </a:xfrm>
          </p:grpSpPr>
          <p:sp>
            <p:nvSpPr>
              <p:cNvPr id="597" name="Freeform: Shape 596">
                <a:extLst>
                  <a:ext uri="{FF2B5EF4-FFF2-40B4-BE49-F238E27FC236}">
                    <a16:creationId xmlns:a16="http://schemas.microsoft.com/office/drawing/2014/main" id="{8987EA9D-50E6-4012-B8E0-8186A38E09A2}"/>
                  </a:ext>
                </a:extLst>
              </p:cNvPr>
              <p:cNvSpPr/>
              <p:nvPr/>
            </p:nvSpPr>
            <p:spPr>
              <a:xfrm>
                <a:off x="1465842" y="2802667"/>
                <a:ext cx="121194" cy="113453"/>
              </a:xfrm>
              <a:custGeom>
                <a:avLst/>
                <a:gdLst>
                  <a:gd name="connsiteX0" fmla="*/ 42516 w 121194"/>
                  <a:gd name="connsiteY0" fmla="*/ 111948 h 113453"/>
                  <a:gd name="connsiteX1" fmla="*/ 117734 w 121194"/>
                  <a:gd name="connsiteY1" fmla="*/ 65660 h 113453"/>
                  <a:gd name="connsiteX2" fmla="*/ 120627 w 121194"/>
                  <a:gd name="connsiteY2" fmla="*/ 55535 h 113453"/>
                  <a:gd name="connsiteX3" fmla="*/ 88804 w 121194"/>
                  <a:gd name="connsiteY3" fmla="*/ 3460 h 113453"/>
                  <a:gd name="connsiteX4" fmla="*/ 78679 w 121194"/>
                  <a:gd name="connsiteY4" fmla="*/ 568 h 113453"/>
                  <a:gd name="connsiteX5" fmla="*/ 3460 w 121194"/>
                  <a:gd name="connsiteY5" fmla="*/ 46855 h 113453"/>
                  <a:gd name="connsiteX6" fmla="*/ 567 w 121194"/>
                  <a:gd name="connsiteY6" fmla="*/ 56981 h 113453"/>
                  <a:gd name="connsiteX7" fmla="*/ 32390 w 121194"/>
                  <a:gd name="connsiteY7" fmla="*/ 109055 h 113453"/>
                  <a:gd name="connsiteX8" fmla="*/ 42516 w 121194"/>
                  <a:gd name="connsiteY8" fmla="*/ 111948 h 113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194" h="113453">
                    <a:moveTo>
                      <a:pt x="42516" y="111948"/>
                    </a:moveTo>
                    <a:lnTo>
                      <a:pt x="117734" y="65660"/>
                    </a:lnTo>
                    <a:cubicBezTo>
                      <a:pt x="120627" y="64213"/>
                      <a:pt x="122074" y="59874"/>
                      <a:pt x="120627" y="55535"/>
                    </a:cubicBezTo>
                    <a:lnTo>
                      <a:pt x="88804" y="3460"/>
                    </a:lnTo>
                    <a:cubicBezTo>
                      <a:pt x="87358" y="568"/>
                      <a:pt x="83018" y="-879"/>
                      <a:pt x="78679" y="568"/>
                    </a:cubicBezTo>
                    <a:lnTo>
                      <a:pt x="3460" y="46855"/>
                    </a:lnTo>
                    <a:cubicBezTo>
                      <a:pt x="567" y="48302"/>
                      <a:pt x="-879" y="52641"/>
                      <a:pt x="567" y="56981"/>
                    </a:cubicBezTo>
                    <a:lnTo>
                      <a:pt x="32390" y="109055"/>
                    </a:lnTo>
                    <a:cubicBezTo>
                      <a:pt x="35284" y="113395"/>
                      <a:pt x="39623" y="114841"/>
                      <a:pt x="42516" y="111948"/>
                    </a:cubicBezTo>
                    <a:close/>
                  </a:path>
                </a:pathLst>
              </a:custGeom>
              <a:solidFill>
                <a:schemeClr val="accent1"/>
              </a:solidFill>
              <a:ln w="14465" cap="flat">
                <a:noFill/>
                <a:prstDash val="solid"/>
                <a:miter/>
              </a:ln>
            </p:spPr>
            <p:txBody>
              <a:bodyPr rtlCol="0" anchor="ctr"/>
              <a:lstStyle/>
              <a:p>
                <a:endParaRPr lang="en-US"/>
              </a:p>
            </p:txBody>
          </p:sp>
          <p:sp>
            <p:nvSpPr>
              <p:cNvPr id="598" name="Freeform: Shape 597">
                <a:extLst>
                  <a:ext uri="{FF2B5EF4-FFF2-40B4-BE49-F238E27FC236}">
                    <a16:creationId xmlns:a16="http://schemas.microsoft.com/office/drawing/2014/main" id="{6087EC59-A878-4BFF-B9D7-7D086EEB2653}"/>
                  </a:ext>
                </a:extLst>
              </p:cNvPr>
              <p:cNvSpPr/>
              <p:nvPr/>
            </p:nvSpPr>
            <p:spPr>
              <a:xfrm>
                <a:off x="1472195" y="2830718"/>
                <a:ext cx="671282" cy="826057"/>
              </a:xfrm>
              <a:custGeom>
                <a:avLst/>
                <a:gdLst>
                  <a:gd name="connsiteX0" fmla="*/ 108488 w 671282"/>
                  <a:gd name="connsiteY0" fmla="*/ 245905 h 826057"/>
                  <a:gd name="connsiteX1" fmla="*/ 0 w 671282"/>
                  <a:gd name="connsiteY1" fmla="*/ 69432 h 826057"/>
                  <a:gd name="connsiteX2" fmla="*/ 114274 w 671282"/>
                  <a:gd name="connsiteY2" fmla="*/ 0 h 826057"/>
                  <a:gd name="connsiteX3" fmla="*/ 222761 w 671282"/>
                  <a:gd name="connsiteY3" fmla="*/ 176473 h 826057"/>
                  <a:gd name="connsiteX4" fmla="*/ 621995 w 671282"/>
                  <a:gd name="connsiteY4" fmla="*/ 316784 h 826057"/>
                  <a:gd name="connsiteX5" fmla="*/ 510615 w 671282"/>
                  <a:gd name="connsiteY5" fmla="*/ 776771 h 826057"/>
                  <a:gd name="connsiteX6" fmla="*/ 50628 w 671282"/>
                  <a:gd name="connsiteY6" fmla="*/ 665390 h 826057"/>
                  <a:gd name="connsiteX7" fmla="*/ 108488 w 671282"/>
                  <a:gd name="connsiteY7" fmla="*/ 245905 h 826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1282" h="826057">
                    <a:moveTo>
                      <a:pt x="108488" y="245905"/>
                    </a:moveTo>
                    <a:lnTo>
                      <a:pt x="0" y="69432"/>
                    </a:lnTo>
                    <a:lnTo>
                      <a:pt x="114274" y="0"/>
                    </a:lnTo>
                    <a:lnTo>
                      <a:pt x="222761" y="176473"/>
                    </a:lnTo>
                    <a:cubicBezTo>
                      <a:pt x="368858" y="122953"/>
                      <a:pt x="538098" y="177920"/>
                      <a:pt x="621995" y="316784"/>
                    </a:cubicBezTo>
                    <a:cubicBezTo>
                      <a:pt x="718911" y="474452"/>
                      <a:pt x="668283" y="679855"/>
                      <a:pt x="510615" y="776771"/>
                    </a:cubicBezTo>
                    <a:cubicBezTo>
                      <a:pt x="352946" y="873686"/>
                      <a:pt x="147543" y="823059"/>
                      <a:pt x="50628" y="665390"/>
                    </a:cubicBezTo>
                    <a:cubicBezTo>
                      <a:pt x="-33270" y="527973"/>
                      <a:pt x="-4339" y="351500"/>
                      <a:pt x="108488" y="245905"/>
                    </a:cubicBezTo>
                    <a:close/>
                  </a:path>
                </a:pathLst>
              </a:custGeom>
              <a:solidFill>
                <a:schemeClr val="accent1">
                  <a:lumMod val="20000"/>
                  <a:lumOff val="80000"/>
                </a:schemeClr>
              </a:solidFill>
              <a:ln w="14465" cap="flat">
                <a:noFill/>
                <a:prstDash val="solid"/>
                <a:miter/>
              </a:ln>
            </p:spPr>
            <p:txBody>
              <a:bodyPr rtlCol="0" anchor="ctr"/>
              <a:lstStyle/>
              <a:p>
                <a:endParaRPr lang="en-US"/>
              </a:p>
            </p:txBody>
          </p:sp>
          <p:sp>
            <p:nvSpPr>
              <p:cNvPr id="599" name="Freeform: Shape 598">
                <a:extLst>
                  <a:ext uri="{FF2B5EF4-FFF2-40B4-BE49-F238E27FC236}">
                    <a16:creationId xmlns:a16="http://schemas.microsoft.com/office/drawing/2014/main" id="{F0688285-4A05-4D82-B875-229C2B92A53B}"/>
                  </a:ext>
                </a:extLst>
              </p:cNvPr>
              <p:cNvSpPr/>
              <p:nvPr/>
            </p:nvSpPr>
            <p:spPr>
              <a:xfrm rot="-1885888">
                <a:off x="1474978" y="2861268"/>
                <a:ext cx="134530" cy="46289"/>
              </a:xfrm>
              <a:custGeom>
                <a:avLst/>
                <a:gdLst>
                  <a:gd name="connsiteX0" fmla="*/ 0 w 134530"/>
                  <a:gd name="connsiteY0" fmla="*/ 0 h 46289"/>
                  <a:gd name="connsiteX1" fmla="*/ 134530 w 134530"/>
                  <a:gd name="connsiteY1" fmla="*/ 0 h 46289"/>
                  <a:gd name="connsiteX2" fmla="*/ 134530 w 134530"/>
                  <a:gd name="connsiteY2" fmla="*/ 46290 h 46289"/>
                  <a:gd name="connsiteX3" fmla="*/ 0 w 134530"/>
                  <a:gd name="connsiteY3" fmla="*/ 46290 h 46289"/>
                </a:gdLst>
                <a:ahLst/>
                <a:cxnLst>
                  <a:cxn ang="0">
                    <a:pos x="connsiteX0" y="connsiteY0"/>
                  </a:cxn>
                  <a:cxn ang="0">
                    <a:pos x="connsiteX1" y="connsiteY1"/>
                  </a:cxn>
                  <a:cxn ang="0">
                    <a:pos x="connsiteX2" y="connsiteY2"/>
                  </a:cxn>
                  <a:cxn ang="0">
                    <a:pos x="connsiteX3" y="connsiteY3"/>
                  </a:cxn>
                </a:cxnLst>
                <a:rect l="l" t="t" r="r" b="b"/>
                <a:pathLst>
                  <a:path w="134530" h="46289">
                    <a:moveTo>
                      <a:pt x="0" y="0"/>
                    </a:moveTo>
                    <a:lnTo>
                      <a:pt x="134530" y="0"/>
                    </a:lnTo>
                    <a:lnTo>
                      <a:pt x="134530" y="46290"/>
                    </a:lnTo>
                    <a:lnTo>
                      <a:pt x="0" y="46290"/>
                    </a:lnTo>
                    <a:close/>
                  </a:path>
                </a:pathLst>
              </a:custGeom>
              <a:solidFill>
                <a:schemeClr val="accent1">
                  <a:lumMod val="60000"/>
                  <a:lumOff val="40000"/>
                </a:schemeClr>
              </a:solidFill>
              <a:ln w="14466" cap="flat">
                <a:noFill/>
                <a:prstDash val="solid"/>
                <a:miter/>
              </a:ln>
            </p:spPr>
            <p:txBody>
              <a:bodyPr rtlCol="0" anchor="ctr"/>
              <a:lstStyle/>
              <a:p>
                <a:endParaRPr lang="en-US"/>
              </a:p>
            </p:txBody>
          </p:sp>
          <p:sp>
            <p:nvSpPr>
              <p:cNvPr id="600" name="Freeform: Shape 599">
                <a:extLst>
                  <a:ext uri="{FF2B5EF4-FFF2-40B4-BE49-F238E27FC236}">
                    <a16:creationId xmlns:a16="http://schemas.microsoft.com/office/drawing/2014/main" id="{C17E5E02-9C65-4425-A9A8-A9E06B137DA1}"/>
                  </a:ext>
                </a:extLst>
              </p:cNvPr>
              <p:cNvSpPr/>
              <p:nvPr/>
            </p:nvSpPr>
            <p:spPr>
              <a:xfrm>
                <a:off x="1429654" y="2793963"/>
                <a:ext cx="200801" cy="138602"/>
              </a:xfrm>
              <a:custGeom>
                <a:avLst/>
                <a:gdLst>
                  <a:gd name="connsiteX0" fmla="*/ 28076 w 200801"/>
                  <a:gd name="connsiteY0" fmla="*/ 136564 h 138602"/>
                  <a:gd name="connsiteX1" fmla="*/ 192977 w 200801"/>
                  <a:gd name="connsiteY1" fmla="*/ 35308 h 138602"/>
                  <a:gd name="connsiteX2" fmla="*/ 198763 w 200801"/>
                  <a:gd name="connsiteY2" fmla="*/ 12164 h 138602"/>
                  <a:gd name="connsiteX3" fmla="*/ 195870 w 200801"/>
                  <a:gd name="connsiteY3" fmla="*/ 7825 h 138602"/>
                  <a:gd name="connsiteX4" fmla="*/ 172726 w 200801"/>
                  <a:gd name="connsiteY4" fmla="*/ 2039 h 138602"/>
                  <a:gd name="connsiteX5" fmla="*/ 7825 w 200801"/>
                  <a:gd name="connsiteY5" fmla="*/ 103294 h 138602"/>
                  <a:gd name="connsiteX6" fmla="*/ 2039 w 200801"/>
                  <a:gd name="connsiteY6" fmla="*/ 126438 h 138602"/>
                  <a:gd name="connsiteX7" fmla="*/ 4932 w 200801"/>
                  <a:gd name="connsiteY7" fmla="*/ 130777 h 138602"/>
                  <a:gd name="connsiteX8" fmla="*/ 28076 w 200801"/>
                  <a:gd name="connsiteY8" fmla="*/ 136564 h 138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801" h="138602">
                    <a:moveTo>
                      <a:pt x="28076" y="136564"/>
                    </a:moveTo>
                    <a:lnTo>
                      <a:pt x="192977" y="35308"/>
                    </a:lnTo>
                    <a:cubicBezTo>
                      <a:pt x="200209" y="30969"/>
                      <a:pt x="203102" y="20843"/>
                      <a:pt x="198763" y="12164"/>
                    </a:cubicBezTo>
                    <a:lnTo>
                      <a:pt x="195870" y="7825"/>
                    </a:lnTo>
                    <a:cubicBezTo>
                      <a:pt x="191530" y="592"/>
                      <a:pt x="181405" y="-2301"/>
                      <a:pt x="172726" y="2039"/>
                    </a:cubicBezTo>
                    <a:lnTo>
                      <a:pt x="7825" y="103294"/>
                    </a:lnTo>
                    <a:cubicBezTo>
                      <a:pt x="592" y="107634"/>
                      <a:pt x="-2301" y="117759"/>
                      <a:pt x="2039" y="126438"/>
                    </a:cubicBezTo>
                    <a:lnTo>
                      <a:pt x="4932" y="130777"/>
                    </a:lnTo>
                    <a:cubicBezTo>
                      <a:pt x="9271" y="138010"/>
                      <a:pt x="19397" y="140903"/>
                      <a:pt x="28076" y="136564"/>
                    </a:cubicBezTo>
                    <a:close/>
                  </a:path>
                </a:pathLst>
              </a:custGeom>
              <a:solidFill>
                <a:schemeClr val="accent1">
                  <a:lumMod val="40000"/>
                  <a:lumOff val="60000"/>
                </a:schemeClr>
              </a:solidFill>
              <a:ln w="14465" cap="flat">
                <a:noFill/>
                <a:prstDash val="solid"/>
                <a:miter/>
              </a:ln>
            </p:spPr>
            <p:txBody>
              <a:bodyPr rtlCol="0" anchor="ctr"/>
              <a:lstStyle/>
              <a:p>
                <a:endParaRPr lang="en-US"/>
              </a:p>
            </p:txBody>
          </p:sp>
          <p:sp>
            <p:nvSpPr>
              <p:cNvPr id="601" name="Freeform: Shape 600">
                <a:extLst>
                  <a:ext uri="{FF2B5EF4-FFF2-40B4-BE49-F238E27FC236}">
                    <a16:creationId xmlns:a16="http://schemas.microsoft.com/office/drawing/2014/main" id="{5353EB30-11F7-4F63-AFA6-DBA5AF21235F}"/>
                  </a:ext>
                </a:extLst>
              </p:cNvPr>
              <p:cNvSpPr/>
              <p:nvPr/>
            </p:nvSpPr>
            <p:spPr>
              <a:xfrm>
                <a:off x="1521376" y="3151841"/>
                <a:ext cx="589581" cy="472415"/>
              </a:xfrm>
              <a:custGeom>
                <a:avLst/>
                <a:gdLst>
                  <a:gd name="connsiteX0" fmla="*/ 326909 w 589581"/>
                  <a:gd name="connsiteY0" fmla="*/ 175027 h 472415"/>
                  <a:gd name="connsiteX1" fmla="*/ 428164 w 589581"/>
                  <a:gd name="connsiteY1" fmla="*/ 54967 h 472415"/>
                  <a:gd name="connsiteX2" fmla="*/ 536652 w 589581"/>
                  <a:gd name="connsiteY2" fmla="*/ 0 h 472415"/>
                  <a:gd name="connsiteX3" fmla="*/ 545331 w 589581"/>
                  <a:gd name="connsiteY3" fmla="*/ 13019 h 472415"/>
                  <a:gd name="connsiteX4" fmla="*/ 445522 w 589581"/>
                  <a:gd name="connsiteY4" fmla="*/ 428164 h 472415"/>
                  <a:gd name="connsiteX5" fmla="*/ 30377 w 589581"/>
                  <a:gd name="connsiteY5" fmla="*/ 328356 h 472415"/>
                  <a:gd name="connsiteX6" fmla="*/ 0 w 589581"/>
                  <a:gd name="connsiteY6" fmla="*/ 261817 h 472415"/>
                  <a:gd name="connsiteX7" fmla="*/ 127292 w 589581"/>
                  <a:gd name="connsiteY7" fmla="*/ 244459 h 472415"/>
                  <a:gd name="connsiteX8" fmla="*/ 326909 w 589581"/>
                  <a:gd name="connsiteY8" fmla="*/ 175027 h 47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581" h="472415">
                    <a:moveTo>
                      <a:pt x="326909" y="175027"/>
                    </a:moveTo>
                    <a:cubicBezTo>
                      <a:pt x="365965" y="140311"/>
                      <a:pt x="390555" y="91130"/>
                      <a:pt x="428164" y="54967"/>
                    </a:cubicBezTo>
                    <a:cubicBezTo>
                      <a:pt x="458541" y="26037"/>
                      <a:pt x="496150" y="7233"/>
                      <a:pt x="536652" y="0"/>
                    </a:cubicBezTo>
                    <a:cubicBezTo>
                      <a:pt x="539545" y="4340"/>
                      <a:pt x="542438" y="8679"/>
                      <a:pt x="545331" y="13019"/>
                    </a:cubicBezTo>
                    <a:cubicBezTo>
                      <a:pt x="632121" y="154776"/>
                      <a:pt x="587279" y="341374"/>
                      <a:pt x="445522" y="428164"/>
                    </a:cubicBezTo>
                    <a:cubicBezTo>
                      <a:pt x="303765" y="514954"/>
                      <a:pt x="117167" y="470113"/>
                      <a:pt x="30377" y="328356"/>
                    </a:cubicBezTo>
                    <a:cubicBezTo>
                      <a:pt x="17358" y="306658"/>
                      <a:pt x="7233" y="284961"/>
                      <a:pt x="0" y="261817"/>
                    </a:cubicBezTo>
                    <a:cubicBezTo>
                      <a:pt x="40502" y="248798"/>
                      <a:pt x="85344" y="248798"/>
                      <a:pt x="127292" y="244459"/>
                    </a:cubicBezTo>
                    <a:cubicBezTo>
                      <a:pt x="199617" y="238673"/>
                      <a:pt x="273389" y="222761"/>
                      <a:pt x="326909" y="175027"/>
                    </a:cubicBezTo>
                    <a:close/>
                  </a:path>
                </a:pathLst>
              </a:custGeom>
              <a:solidFill>
                <a:schemeClr val="accent1"/>
              </a:solidFill>
              <a:ln w="14465" cap="flat">
                <a:noFill/>
                <a:prstDash val="solid"/>
                <a:miter/>
              </a:ln>
            </p:spPr>
            <p:txBody>
              <a:bodyPr rtlCol="0" anchor="ctr"/>
              <a:lstStyle/>
              <a:p>
                <a:endParaRPr lang="en-US"/>
              </a:p>
            </p:txBody>
          </p:sp>
          <p:sp>
            <p:nvSpPr>
              <p:cNvPr id="602" name="Freeform: Shape 601">
                <a:extLst>
                  <a:ext uri="{FF2B5EF4-FFF2-40B4-BE49-F238E27FC236}">
                    <a16:creationId xmlns:a16="http://schemas.microsoft.com/office/drawing/2014/main" id="{901B963F-80C1-4305-9D3B-DF62AD5CBF9C}"/>
                  </a:ext>
                </a:extLst>
              </p:cNvPr>
              <p:cNvSpPr/>
              <p:nvPr/>
            </p:nvSpPr>
            <p:spPr>
              <a:xfrm>
                <a:off x="1496631" y="3127250"/>
                <a:ext cx="587433" cy="512111"/>
              </a:xfrm>
              <a:custGeom>
                <a:avLst/>
                <a:gdLst>
                  <a:gd name="connsiteX0" fmla="*/ 69587 w 587433"/>
                  <a:gd name="connsiteY0" fmla="*/ 0 h 512111"/>
                  <a:gd name="connsiteX1" fmla="*/ 73926 w 587433"/>
                  <a:gd name="connsiteY1" fmla="*/ 319677 h 512111"/>
                  <a:gd name="connsiteX2" fmla="*/ 506430 w 587433"/>
                  <a:gd name="connsiteY2" fmla="*/ 423825 h 512111"/>
                  <a:gd name="connsiteX3" fmla="*/ 587434 w 587433"/>
                  <a:gd name="connsiteY3" fmla="*/ 352946 h 512111"/>
                  <a:gd name="connsiteX4" fmla="*/ 477500 w 587433"/>
                  <a:gd name="connsiteY4" fmla="*/ 465773 h 512111"/>
                  <a:gd name="connsiteX5" fmla="*/ 44996 w 587433"/>
                  <a:gd name="connsiteY5" fmla="*/ 361625 h 512111"/>
                  <a:gd name="connsiteX6" fmla="*/ 69587 w 587433"/>
                  <a:gd name="connsiteY6" fmla="*/ 0 h 512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7433" h="512111">
                    <a:moveTo>
                      <a:pt x="69587" y="0"/>
                    </a:moveTo>
                    <a:cubicBezTo>
                      <a:pt x="14620" y="95469"/>
                      <a:pt x="13173" y="218422"/>
                      <a:pt x="73926" y="319677"/>
                    </a:cubicBezTo>
                    <a:cubicBezTo>
                      <a:pt x="165056" y="467220"/>
                      <a:pt x="357440" y="514954"/>
                      <a:pt x="506430" y="423825"/>
                    </a:cubicBezTo>
                    <a:cubicBezTo>
                      <a:pt x="538253" y="405020"/>
                      <a:pt x="564290" y="380430"/>
                      <a:pt x="587434" y="352946"/>
                    </a:cubicBezTo>
                    <a:cubicBezTo>
                      <a:pt x="561397" y="397788"/>
                      <a:pt x="525234" y="436843"/>
                      <a:pt x="477500" y="465773"/>
                    </a:cubicBezTo>
                    <a:cubicBezTo>
                      <a:pt x="329957" y="556903"/>
                      <a:pt x="136126" y="509168"/>
                      <a:pt x="44996" y="361625"/>
                    </a:cubicBezTo>
                    <a:cubicBezTo>
                      <a:pt x="-24436" y="245905"/>
                      <a:pt x="-11417" y="101255"/>
                      <a:pt x="69587" y="0"/>
                    </a:cubicBezTo>
                    <a:close/>
                  </a:path>
                </a:pathLst>
              </a:custGeom>
              <a:solidFill>
                <a:schemeClr val="accent1">
                  <a:lumMod val="60000"/>
                  <a:lumOff val="40000"/>
                </a:schemeClr>
              </a:solidFill>
              <a:ln w="14465" cap="flat">
                <a:noFill/>
                <a:prstDash val="solid"/>
                <a:miter/>
              </a:ln>
            </p:spPr>
            <p:txBody>
              <a:bodyPr rtlCol="0" anchor="ctr"/>
              <a:lstStyle/>
              <a:p>
                <a:endParaRPr lang="en-US"/>
              </a:p>
            </p:txBody>
          </p:sp>
          <p:grpSp>
            <p:nvGrpSpPr>
              <p:cNvPr id="603" name="Graphic 205">
                <a:extLst>
                  <a:ext uri="{FF2B5EF4-FFF2-40B4-BE49-F238E27FC236}">
                    <a16:creationId xmlns:a16="http://schemas.microsoft.com/office/drawing/2014/main" id="{33D6F18D-9B96-425B-AB42-EFE68DA5F88C}"/>
                  </a:ext>
                </a:extLst>
              </p:cNvPr>
              <p:cNvGrpSpPr/>
              <p:nvPr/>
            </p:nvGrpSpPr>
            <p:grpSpPr>
              <a:xfrm>
                <a:off x="1722440" y="3313849"/>
                <a:ext cx="352946" cy="212635"/>
                <a:chOff x="1722440" y="3313849"/>
                <a:chExt cx="352946" cy="212635"/>
              </a:xfrm>
              <a:solidFill>
                <a:srgbClr val="006E7C"/>
              </a:solidFill>
            </p:grpSpPr>
            <p:sp>
              <p:nvSpPr>
                <p:cNvPr id="604" name="Freeform: Shape 603">
                  <a:extLst>
                    <a:ext uri="{FF2B5EF4-FFF2-40B4-BE49-F238E27FC236}">
                      <a16:creationId xmlns:a16="http://schemas.microsoft.com/office/drawing/2014/main" id="{8FE809CD-2399-438F-8272-4496362D0F2D}"/>
                    </a:ext>
                  </a:extLst>
                </p:cNvPr>
                <p:cNvSpPr/>
                <p:nvPr/>
              </p:nvSpPr>
              <p:spPr>
                <a:xfrm>
                  <a:off x="1937969" y="3313849"/>
                  <a:ext cx="34716" cy="34716"/>
                </a:xfrm>
                <a:custGeom>
                  <a:avLst/>
                  <a:gdLst>
                    <a:gd name="connsiteX0" fmla="*/ 34716 w 34716"/>
                    <a:gd name="connsiteY0" fmla="*/ 17358 h 34716"/>
                    <a:gd name="connsiteX1" fmla="*/ 17358 w 34716"/>
                    <a:gd name="connsiteY1" fmla="*/ 34716 h 34716"/>
                    <a:gd name="connsiteX2" fmla="*/ 0 w 34716"/>
                    <a:gd name="connsiteY2" fmla="*/ 17358 h 34716"/>
                    <a:gd name="connsiteX3" fmla="*/ 17358 w 34716"/>
                    <a:gd name="connsiteY3" fmla="*/ 0 h 34716"/>
                    <a:gd name="connsiteX4" fmla="*/ 34716 w 34716"/>
                    <a:gd name="connsiteY4" fmla="*/ 17358 h 34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16" h="34716">
                      <a:moveTo>
                        <a:pt x="34716" y="17358"/>
                      </a:moveTo>
                      <a:cubicBezTo>
                        <a:pt x="34716" y="26945"/>
                        <a:pt x="26945" y="34716"/>
                        <a:pt x="17358" y="34716"/>
                      </a:cubicBezTo>
                      <a:cubicBezTo>
                        <a:pt x="7771" y="34716"/>
                        <a:pt x="0" y="26945"/>
                        <a:pt x="0" y="17358"/>
                      </a:cubicBezTo>
                      <a:cubicBezTo>
                        <a:pt x="0" y="7772"/>
                        <a:pt x="7772" y="0"/>
                        <a:pt x="17358" y="0"/>
                      </a:cubicBezTo>
                      <a:cubicBezTo>
                        <a:pt x="26945" y="0"/>
                        <a:pt x="34716" y="7772"/>
                        <a:pt x="34716" y="17358"/>
                      </a:cubicBezTo>
                      <a:close/>
                    </a:path>
                  </a:pathLst>
                </a:custGeom>
                <a:solidFill>
                  <a:schemeClr val="accent1">
                    <a:lumMod val="75000"/>
                  </a:schemeClr>
                </a:solidFill>
                <a:ln w="14465" cap="flat">
                  <a:noFill/>
                  <a:prstDash val="solid"/>
                  <a:miter/>
                </a:ln>
              </p:spPr>
              <p:txBody>
                <a:bodyPr rtlCol="0" anchor="ctr"/>
                <a:lstStyle/>
                <a:p>
                  <a:endParaRPr lang="en-US"/>
                </a:p>
              </p:txBody>
            </p:sp>
            <p:sp>
              <p:nvSpPr>
                <p:cNvPr id="605" name="Freeform: Shape 604">
                  <a:extLst>
                    <a:ext uri="{FF2B5EF4-FFF2-40B4-BE49-F238E27FC236}">
                      <a16:creationId xmlns:a16="http://schemas.microsoft.com/office/drawing/2014/main" id="{9AF0098B-79E1-44B6-BC8C-E0427E8F97BF}"/>
                    </a:ext>
                  </a:extLst>
                </p:cNvPr>
                <p:cNvSpPr/>
                <p:nvPr/>
              </p:nvSpPr>
              <p:spPr>
                <a:xfrm>
                  <a:off x="1911931" y="3399192"/>
                  <a:ext cx="8679" cy="8679"/>
                </a:xfrm>
                <a:custGeom>
                  <a:avLst/>
                  <a:gdLst>
                    <a:gd name="connsiteX0" fmla="*/ 8679 w 8679"/>
                    <a:gd name="connsiteY0" fmla="*/ 4340 h 8679"/>
                    <a:gd name="connsiteX1" fmla="*/ 4340 w 8679"/>
                    <a:gd name="connsiteY1" fmla="*/ 8679 h 8679"/>
                    <a:gd name="connsiteX2" fmla="*/ 0 w 8679"/>
                    <a:gd name="connsiteY2" fmla="*/ 4340 h 8679"/>
                    <a:gd name="connsiteX3" fmla="*/ 4340 w 8679"/>
                    <a:gd name="connsiteY3" fmla="*/ 0 h 8679"/>
                    <a:gd name="connsiteX4" fmla="*/ 8679 w 8679"/>
                    <a:gd name="connsiteY4" fmla="*/ 4340 h 8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9" h="8679">
                      <a:moveTo>
                        <a:pt x="8679" y="4340"/>
                      </a:moveTo>
                      <a:cubicBezTo>
                        <a:pt x="8679" y="6736"/>
                        <a:pt x="6736" y="8679"/>
                        <a:pt x="4340" y="8679"/>
                      </a:cubicBezTo>
                      <a:cubicBezTo>
                        <a:pt x="1943" y="8679"/>
                        <a:pt x="0" y="6736"/>
                        <a:pt x="0" y="4340"/>
                      </a:cubicBezTo>
                      <a:cubicBezTo>
                        <a:pt x="0" y="1943"/>
                        <a:pt x="1943" y="0"/>
                        <a:pt x="4340" y="0"/>
                      </a:cubicBezTo>
                      <a:cubicBezTo>
                        <a:pt x="6736" y="0"/>
                        <a:pt x="8679" y="1943"/>
                        <a:pt x="8679" y="4340"/>
                      </a:cubicBezTo>
                      <a:close/>
                    </a:path>
                  </a:pathLst>
                </a:custGeom>
                <a:solidFill>
                  <a:schemeClr val="accent1">
                    <a:lumMod val="75000"/>
                  </a:schemeClr>
                </a:solidFill>
                <a:ln w="14465" cap="flat">
                  <a:noFill/>
                  <a:prstDash val="solid"/>
                  <a:miter/>
                </a:ln>
              </p:spPr>
              <p:txBody>
                <a:bodyPr rtlCol="0" anchor="ctr"/>
                <a:lstStyle/>
                <a:p>
                  <a:endParaRPr lang="en-US"/>
                </a:p>
              </p:txBody>
            </p:sp>
            <p:sp>
              <p:nvSpPr>
                <p:cNvPr id="606" name="Freeform: Shape 605">
                  <a:extLst>
                    <a:ext uri="{FF2B5EF4-FFF2-40B4-BE49-F238E27FC236}">
                      <a16:creationId xmlns:a16="http://schemas.microsoft.com/office/drawing/2014/main" id="{E5599738-3BCF-4314-8302-1C2DD35086A9}"/>
                    </a:ext>
                  </a:extLst>
                </p:cNvPr>
                <p:cNvSpPr/>
                <p:nvPr/>
              </p:nvSpPr>
              <p:spPr>
                <a:xfrm>
                  <a:off x="1823695" y="3386174"/>
                  <a:ext cx="14465" cy="14465"/>
                </a:xfrm>
                <a:custGeom>
                  <a:avLst/>
                  <a:gdLst>
                    <a:gd name="connsiteX0" fmla="*/ 14465 w 14465"/>
                    <a:gd name="connsiteY0" fmla="*/ 7233 h 14465"/>
                    <a:gd name="connsiteX1" fmla="*/ 7232 w 14465"/>
                    <a:gd name="connsiteY1" fmla="*/ 14465 h 14465"/>
                    <a:gd name="connsiteX2" fmla="*/ 0 w 14465"/>
                    <a:gd name="connsiteY2" fmla="*/ 7233 h 14465"/>
                    <a:gd name="connsiteX3" fmla="*/ 7232 w 14465"/>
                    <a:gd name="connsiteY3" fmla="*/ 0 h 14465"/>
                    <a:gd name="connsiteX4" fmla="*/ 14465 w 14465"/>
                    <a:gd name="connsiteY4" fmla="*/ 7233 h 14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65" h="14465">
                      <a:moveTo>
                        <a:pt x="14465" y="7233"/>
                      </a:moveTo>
                      <a:cubicBezTo>
                        <a:pt x="14465" y="11227"/>
                        <a:pt x="11227" y="14465"/>
                        <a:pt x="7232" y="14465"/>
                      </a:cubicBezTo>
                      <a:cubicBezTo>
                        <a:pt x="3238" y="14465"/>
                        <a:pt x="0" y="11227"/>
                        <a:pt x="0" y="7233"/>
                      </a:cubicBezTo>
                      <a:cubicBezTo>
                        <a:pt x="0" y="3238"/>
                        <a:pt x="3238" y="0"/>
                        <a:pt x="7232" y="0"/>
                      </a:cubicBezTo>
                      <a:cubicBezTo>
                        <a:pt x="11227" y="0"/>
                        <a:pt x="14465" y="3238"/>
                        <a:pt x="14465" y="7233"/>
                      </a:cubicBezTo>
                      <a:close/>
                    </a:path>
                  </a:pathLst>
                </a:custGeom>
                <a:solidFill>
                  <a:schemeClr val="accent1">
                    <a:lumMod val="75000"/>
                  </a:schemeClr>
                </a:solidFill>
                <a:ln w="14465" cap="flat">
                  <a:noFill/>
                  <a:prstDash val="solid"/>
                  <a:miter/>
                </a:ln>
              </p:spPr>
              <p:txBody>
                <a:bodyPr rtlCol="0" anchor="ctr"/>
                <a:lstStyle/>
                <a:p>
                  <a:endParaRPr lang="en-US"/>
                </a:p>
              </p:txBody>
            </p:sp>
            <p:sp>
              <p:nvSpPr>
                <p:cNvPr id="607" name="Freeform: Shape 606">
                  <a:extLst>
                    <a:ext uri="{FF2B5EF4-FFF2-40B4-BE49-F238E27FC236}">
                      <a16:creationId xmlns:a16="http://schemas.microsoft.com/office/drawing/2014/main" id="{D37E9DED-E9ED-4DB5-A1CC-2060AFC65C57}"/>
                    </a:ext>
                  </a:extLst>
                </p:cNvPr>
                <p:cNvSpPr/>
                <p:nvPr/>
              </p:nvSpPr>
              <p:spPr>
                <a:xfrm>
                  <a:off x="1923504" y="3493215"/>
                  <a:ext cx="23144" cy="23144"/>
                </a:xfrm>
                <a:custGeom>
                  <a:avLst/>
                  <a:gdLst>
                    <a:gd name="connsiteX0" fmla="*/ 23144 w 23144"/>
                    <a:gd name="connsiteY0" fmla="*/ 11572 h 23144"/>
                    <a:gd name="connsiteX1" fmla="*/ 11572 w 23144"/>
                    <a:gd name="connsiteY1" fmla="*/ 23144 h 23144"/>
                    <a:gd name="connsiteX2" fmla="*/ 0 w 23144"/>
                    <a:gd name="connsiteY2" fmla="*/ 11572 h 23144"/>
                    <a:gd name="connsiteX3" fmla="*/ 11572 w 23144"/>
                    <a:gd name="connsiteY3" fmla="*/ 0 h 23144"/>
                    <a:gd name="connsiteX4" fmla="*/ 23144 w 23144"/>
                    <a:gd name="connsiteY4" fmla="*/ 11572 h 23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4" h="23144">
                      <a:moveTo>
                        <a:pt x="23144" y="11572"/>
                      </a:moveTo>
                      <a:cubicBezTo>
                        <a:pt x="23144" y="17963"/>
                        <a:pt x="17963" y="23144"/>
                        <a:pt x="11572" y="23144"/>
                      </a:cubicBezTo>
                      <a:cubicBezTo>
                        <a:pt x="5181" y="23144"/>
                        <a:pt x="0" y="17963"/>
                        <a:pt x="0" y="11572"/>
                      </a:cubicBezTo>
                      <a:cubicBezTo>
                        <a:pt x="0" y="5181"/>
                        <a:pt x="5181" y="0"/>
                        <a:pt x="11572" y="0"/>
                      </a:cubicBezTo>
                      <a:cubicBezTo>
                        <a:pt x="17963" y="0"/>
                        <a:pt x="23144" y="5181"/>
                        <a:pt x="23144" y="11572"/>
                      </a:cubicBezTo>
                      <a:close/>
                    </a:path>
                  </a:pathLst>
                </a:custGeom>
                <a:solidFill>
                  <a:schemeClr val="accent1">
                    <a:lumMod val="75000"/>
                  </a:schemeClr>
                </a:solidFill>
                <a:ln w="14465" cap="flat">
                  <a:noFill/>
                  <a:prstDash val="solid"/>
                  <a:miter/>
                </a:ln>
              </p:spPr>
              <p:txBody>
                <a:bodyPr rtlCol="0" anchor="ctr"/>
                <a:lstStyle/>
                <a:p>
                  <a:endParaRPr lang="en-US" dirty="0"/>
                </a:p>
              </p:txBody>
            </p:sp>
            <p:sp>
              <p:nvSpPr>
                <p:cNvPr id="608" name="Freeform: Shape 607">
                  <a:extLst>
                    <a:ext uri="{FF2B5EF4-FFF2-40B4-BE49-F238E27FC236}">
                      <a16:creationId xmlns:a16="http://schemas.microsoft.com/office/drawing/2014/main" id="{A43FB441-AE10-488E-90A2-A0EC1B42E090}"/>
                    </a:ext>
                  </a:extLst>
                </p:cNvPr>
                <p:cNvSpPr/>
                <p:nvPr/>
              </p:nvSpPr>
              <p:spPr>
                <a:xfrm>
                  <a:off x="1722440" y="3477304"/>
                  <a:ext cx="49181" cy="49181"/>
                </a:xfrm>
                <a:custGeom>
                  <a:avLst/>
                  <a:gdLst>
                    <a:gd name="connsiteX0" fmla="*/ 49181 w 49181"/>
                    <a:gd name="connsiteY0" fmla="*/ 24591 h 49181"/>
                    <a:gd name="connsiteX1" fmla="*/ 24591 w 49181"/>
                    <a:gd name="connsiteY1" fmla="*/ 49181 h 49181"/>
                    <a:gd name="connsiteX2" fmla="*/ 0 w 49181"/>
                    <a:gd name="connsiteY2" fmla="*/ 24591 h 49181"/>
                    <a:gd name="connsiteX3" fmla="*/ 24591 w 49181"/>
                    <a:gd name="connsiteY3" fmla="*/ 0 h 49181"/>
                    <a:gd name="connsiteX4" fmla="*/ 49181 w 49181"/>
                    <a:gd name="connsiteY4" fmla="*/ 24591 h 49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81" h="49181">
                      <a:moveTo>
                        <a:pt x="49181" y="24591"/>
                      </a:moveTo>
                      <a:cubicBezTo>
                        <a:pt x="49181" y="38172"/>
                        <a:pt x="38171" y="49181"/>
                        <a:pt x="24591" y="49181"/>
                      </a:cubicBezTo>
                      <a:cubicBezTo>
                        <a:pt x="11010" y="49181"/>
                        <a:pt x="0" y="38172"/>
                        <a:pt x="0" y="24591"/>
                      </a:cubicBezTo>
                      <a:cubicBezTo>
                        <a:pt x="0" y="11010"/>
                        <a:pt x="11010" y="0"/>
                        <a:pt x="24591" y="0"/>
                      </a:cubicBezTo>
                      <a:cubicBezTo>
                        <a:pt x="38171" y="0"/>
                        <a:pt x="49181" y="11010"/>
                        <a:pt x="49181" y="24591"/>
                      </a:cubicBezTo>
                      <a:close/>
                    </a:path>
                  </a:pathLst>
                </a:custGeom>
                <a:solidFill>
                  <a:schemeClr val="accent1">
                    <a:lumMod val="75000"/>
                  </a:schemeClr>
                </a:solidFill>
                <a:ln w="14465" cap="flat">
                  <a:noFill/>
                  <a:prstDash val="solid"/>
                  <a:miter/>
                </a:ln>
              </p:spPr>
              <p:txBody>
                <a:bodyPr rtlCol="0" anchor="ctr"/>
                <a:lstStyle/>
                <a:p>
                  <a:endParaRPr lang="en-US"/>
                </a:p>
              </p:txBody>
            </p:sp>
            <p:sp>
              <p:nvSpPr>
                <p:cNvPr id="609" name="Freeform: Shape 608">
                  <a:extLst>
                    <a:ext uri="{FF2B5EF4-FFF2-40B4-BE49-F238E27FC236}">
                      <a16:creationId xmlns:a16="http://schemas.microsoft.com/office/drawing/2014/main" id="{F01614B1-6DBF-4A63-9ED2-F6E193A3F02A}"/>
                    </a:ext>
                  </a:extLst>
                </p:cNvPr>
                <p:cNvSpPr/>
                <p:nvPr/>
              </p:nvSpPr>
              <p:spPr>
                <a:xfrm>
                  <a:off x="1839606" y="3472964"/>
                  <a:ext cx="43395" cy="43395"/>
                </a:xfrm>
                <a:custGeom>
                  <a:avLst/>
                  <a:gdLst>
                    <a:gd name="connsiteX0" fmla="*/ 43395 w 43395"/>
                    <a:gd name="connsiteY0" fmla="*/ 21698 h 43395"/>
                    <a:gd name="connsiteX1" fmla="*/ 21697 w 43395"/>
                    <a:gd name="connsiteY1" fmla="*/ 43395 h 43395"/>
                    <a:gd name="connsiteX2" fmla="*/ 0 w 43395"/>
                    <a:gd name="connsiteY2" fmla="*/ 21698 h 43395"/>
                    <a:gd name="connsiteX3" fmla="*/ 21697 w 43395"/>
                    <a:gd name="connsiteY3" fmla="*/ 0 h 43395"/>
                    <a:gd name="connsiteX4" fmla="*/ 43395 w 43395"/>
                    <a:gd name="connsiteY4" fmla="*/ 21698 h 433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95" h="43395">
                      <a:moveTo>
                        <a:pt x="43395" y="21698"/>
                      </a:moveTo>
                      <a:cubicBezTo>
                        <a:pt x="43395" y="33681"/>
                        <a:pt x="33681" y="43395"/>
                        <a:pt x="21697" y="43395"/>
                      </a:cubicBezTo>
                      <a:cubicBezTo>
                        <a:pt x="9714" y="43395"/>
                        <a:pt x="0" y="33681"/>
                        <a:pt x="0" y="21698"/>
                      </a:cubicBezTo>
                      <a:cubicBezTo>
                        <a:pt x="0" y="9714"/>
                        <a:pt x="9714" y="0"/>
                        <a:pt x="21697" y="0"/>
                      </a:cubicBezTo>
                      <a:cubicBezTo>
                        <a:pt x="33681" y="0"/>
                        <a:pt x="43395" y="9714"/>
                        <a:pt x="43395" y="21698"/>
                      </a:cubicBezTo>
                      <a:close/>
                    </a:path>
                  </a:pathLst>
                </a:custGeom>
                <a:solidFill>
                  <a:schemeClr val="accent1">
                    <a:lumMod val="75000"/>
                  </a:schemeClr>
                </a:solidFill>
                <a:ln w="14465" cap="flat">
                  <a:noFill/>
                  <a:prstDash val="solid"/>
                  <a:miter/>
                </a:ln>
              </p:spPr>
              <p:txBody>
                <a:bodyPr rtlCol="0" anchor="ctr"/>
                <a:lstStyle/>
                <a:p>
                  <a:endParaRPr lang="en-US"/>
                </a:p>
              </p:txBody>
            </p:sp>
            <p:sp>
              <p:nvSpPr>
                <p:cNvPr id="610" name="Freeform: Shape 609">
                  <a:extLst>
                    <a:ext uri="{FF2B5EF4-FFF2-40B4-BE49-F238E27FC236}">
                      <a16:creationId xmlns:a16="http://schemas.microsoft.com/office/drawing/2014/main" id="{6E62B155-09D9-4FBA-9996-0DF05228B86C}"/>
                    </a:ext>
                  </a:extLst>
                </p:cNvPr>
                <p:cNvSpPr/>
                <p:nvPr/>
              </p:nvSpPr>
              <p:spPr>
                <a:xfrm>
                  <a:off x="1968345" y="3350011"/>
                  <a:ext cx="107041" cy="107041"/>
                </a:xfrm>
                <a:custGeom>
                  <a:avLst/>
                  <a:gdLst>
                    <a:gd name="connsiteX0" fmla="*/ 107041 w 107041"/>
                    <a:gd name="connsiteY0" fmla="*/ 53521 h 107041"/>
                    <a:gd name="connsiteX1" fmla="*/ 53521 w 107041"/>
                    <a:gd name="connsiteY1" fmla="*/ 107041 h 107041"/>
                    <a:gd name="connsiteX2" fmla="*/ 0 w 107041"/>
                    <a:gd name="connsiteY2" fmla="*/ 53521 h 107041"/>
                    <a:gd name="connsiteX3" fmla="*/ 53521 w 107041"/>
                    <a:gd name="connsiteY3" fmla="*/ 0 h 107041"/>
                    <a:gd name="connsiteX4" fmla="*/ 107041 w 107041"/>
                    <a:gd name="connsiteY4" fmla="*/ 53521 h 107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041" h="107041">
                      <a:moveTo>
                        <a:pt x="107041" y="53521"/>
                      </a:moveTo>
                      <a:cubicBezTo>
                        <a:pt x="107041" y="83079"/>
                        <a:pt x="83079" y="107041"/>
                        <a:pt x="53521" y="107041"/>
                      </a:cubicBezTo>
                      <a:cubicBezTo>
                        <a:pt x="23962" y="107041"/>
                        <a:pt x="0" y="83079"/>
                        <a:pt x="0" y="53521"/>
                      </a:cubicBezTo>
                      <a:cubicBezTo>
                        <a:pt x="0" y="23962"/>
                        <a:pt x="23962" y="0"/>
                        <a:pt x="53521" y="0"/>
                      </a:cubicBezTo>
                      <a:cubicBezTo>
                        <a:pt x="83079" y="0"/>
                        <a:pt x="107041" y="23962"/>
                        <a:pt x="107041" y="53521"/>
                      </a:cubicBezTo>
                      <a:close/>
                    </a:path>
                  </a:pathLst>
                </a:custGeom>
                <a:solidFill>
                  <a:schemeClr val="accent1">
                    <a:lumMod val="75000"/>
                  </a:schemeClr>
                </a:solidFill>
                <a:ln w="14465" cap="flat">
                  <a:noFill/>
                  <a:prstDash val="solid"/>
                  <a:miter/>
                </a:ln>
              </p:spPr>
              <p:txBody>
                <a:bodyPr rtlCol="0" anchor="ctr"/>
                <a:lstStyle/>
                <a:p>
                  <a:endParaRPr lang="en-US"/>
                </a:p>
              </p:txBody>
            </p:sp>
          </p:grpSp>
        </p:grpSp>
      </p:grpSp>
    </p:spTree>
    <p:extLst>
      <p:ext uri="{BB962C8B-B14F-4D97-AF65-F5344CB8AC3E}">
        <p14:creationId xmlns:p14="http://schemas.microsoft.com/office/powerpoint/2010/main" val="21920392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aphic 3">
            <a:extLst>
              <a:ext uri="{FF2B5EF4-FFF2-40B4-BE49-F238E27FC236}">
                <a16:creationId xmlns:a16="http://schemas.microsoft.com/office/drawing/2014/main" id="{85FB30D8-0F6F-4314-A3BD-A2090A2B8719}"/>
              </a:ext>
            </a:extLst>
          </p:cNvPr>
          <p:cNvGrpSpPr/>
          <p:nvPr/>
        </p:nvGrpSpPr>
        <p:grpSpPr>
          <a:xfrm>
            <a:off x="6248961" y="1564640"/>
            <a:ext cx="5570881" cy="4750177"/>
            <a:chOff x="6248961" y="1564640"/>
            <a:chExt cx="5570881" cy="4750177"/>
          </a:xfrm>
        </p:grpSpPr>
        <p:sp>
          <p:nvSpPr>
            <p:cNvPr id="7" name="Freeform: Shape 6">
              <a:extLst>
                <a:ext uri="{FF2B5EF4-FFF2-40B4-BE49-F238E27FC236}">
                  <a16:creationId xmlns:a16="http://schemas.microsoft.com/office/drawing/2014/main" id="{10F4CF96-30D8-464D-A139-54D046AA32E3}"/>
                </a:ext>
              </a:extLst>
            </p:cNvPr>
            <p:cNvSpPr/>
            <p:nvPr/>
          </p:nvSpPr>
          <p:spPr>
            <a:xfrm>
              <a:off x="6297888" y="3909125"/>
              <a:ext cx="5521954" cy="2405692"/>
            </a:xfrm>
            <a:custGeom>
              <a:avLst/>
              <a:gdLst>
                <a:gd name="connsiteX0" fmla="*/ 3253075 w 5521954"/>
                <a:gd name="connsiteY0" fmla="*/ 2405693 h 2405692"/>
                <a:gd name="connsiteX1" fmla="*/ 3079981 w 5521954"/>
                <a:gd name="connsiteY1" fmla="*/ 2241848 h 2405692"/>
                <a:gd name="connsiteX2" fmla="*/ 2854033 w 5521954"/>
                <a:gd name="connsiteY2" fmla="*/ 2100465 h 2405692"/>
                <a:gd name="connsiteX3" fmla="*/ 2404781 w 5521954"/>
                <a:gd name="connsiteY3" fmla="*/ 2103108 h 2405692"/>
                <a:gd name="connsiteX4" fmla="*/ 1975349 w 5521954"/>
                <a:gd name="connsiteY4" fmla="*/ 2105751 h 2405692"/>
                <a:gd name="connsiteX5" fmla="*/ 1684657 w 5521954"/>
                <a:gd name="connsiteY5" fmla="*/ 2095180 h 2405692"/>
                <a:gd name="connsiteX6" fmla="*/ 1158768 w 5521954"/>
                <a:gd name="connsiteY6" fmla="*/ 2070075 h 2405692"/>
                <a:gd name="connsiteX7" fmla="*/ 1041170 w 5521954"/>
                <a:gd name="connsiteY7" fmla="*/ 2063468 h 2405692"/>
                <a:gd name="connsiteX8" fmla="*/ 638164 w 5521954"/>
                <a:gd name="connsiteY8" fmla="*/ 2005330 h 2405692"/>
                <a:gd name="connsiteX9" fmla="*/ 351436 w 5521954"/>
                <a:gd name="connsiteY9" fmla="*/ 1663105 h 2405692"/>
                <a:gd name="connsiteX10" fmla="*/ 413538 w 5521954"/>
                <a:gd name="connsiteY10" fmla="*/ 1427909 h 2405692"/>
                <a:gd name="connsiteX11" fmla="*/ 467713 w 5521954"/>
                <a:gd name="connsiteY11" fmla="*/ 1252172 h 2405692"/>
                <a:gd name="connsiteX12" fmla="*/ 262907 w 5521954"/>
                <a:gd name="connsiteY12" fmla="*/ 862380 h 2405692"/>
                <a:gd name="connsiteX13" fmla="*/ 23746 w 5521954"/>
                <a:gd name="connsiteY13" fmla="*/ 390665 h 2405692"/>
                <a:gd name="connsiteX14" fmla="*/ 553599 w 5521954"/>
                <a:gd name="connsiteY14" fmla="*/ 113186 h 2405692"/>
                <a:gd name="connsiteX15" fmla="*/ 2632050 w 5521954"/>
                <a:gd name="connsiteY15" fmla="*/ 18051 h 2405692"/>
                <a:gd name="connsiteX16" fmla="*/ 3541125 w 5521954"/>
                <a:gd name="connsiteY16" fmla="*/ 94688 h 2405692"/>
                <a:gd name="connsiteX17" fmla="*/ 3648152 w 5521954"/>
                <a:gd name="connsiteY17" fmla="*/ 103937 h 2405692"/>
                <a:gd name="connsiteX18" fmla="*/ 4830742 w 5521954"/>
                <a:gd name="connsiteY18" fmla="*/ 195109 h 2405692"/>
                <a:gd name="connsiteX19" fmla="*/ 4857168 w 5521954"/>
                <a:gd name="connsiteY19" fmla="*/ 196430 h 2405692"/>
                <a:gd name="connsiteX20" fmla="*/ 5369844 w 5521954"/>
                <a:gd name="connsiteY20" fmla="*/ 312707 h 2405692"/>
                <a:gd name="connsiteX21" fmla="*/ 5393628 w 5521954"/>
                <a:gd name="connsiteY21" fmla="*/ 713070 h 2405692"/>
                <a:gd name="connsiteX22" fmla="*/ 5326240 w 5521954"/>
                <a:gd name="connsiteY22" fmla="*/ 878236 h 2405692"/>
                <a:gd name="connsiteX23" fmla="*/ 5416091 w 5521954"/>
                <a:gd name="connsiteY23" fmla="*/ 1093613 h 2405692"/>
                <a:gd name="connsiteX24" fmla="*/ 5519154 w 5521954"/>
                <a:gd name="connsiteY24" fmla="*/ 1256136 h 2405692"/>
                <a:gd name="connsiteX25" fmla="*/ 5252246 w 5521954"/>
                <a:gd name="connsiteY25" fmla="*/ 1607610 h 2405692"/>
                <a:gd name="connsiteX26" fmla="*/ 5244318 w 5521954"/>
                <a:gd name="connsiteY26" fmla="*/ 1612895 h 2405692"/>
                <a:gd name="connsiteX27" fmla="*/ 4126473 w 5521954"/>
                <a:gd name="connsiteY27" fmla="*/ 2192958 h 2405692"/>
                <a:gd name="connsiteX28" fmla="*/ 3344246 w 5521954"/>
                <a:gd name="connsiteY28" fmla="*/ 2400407 h 2405692"/>
                <a:gd name="connsiteX29" fmla="*/ 3253075 w 5521954"/>
                <a:gd name="connsiteY29" fmla="*/ 2405693 h 2405692"/>
                <a:gd name="connsiteX30" fmla="*/ 2683582 w 5521954"/>
                <a:gd name="connsiteY30" fmla="*/ 2083288 h 2405692"/>
                <a:gd name="connsiteX31" fmla="*/ 2854033 w 5521954"/>
                <a:gd name="connsiteY31" fmla="*/ 2087252 h 2405692"/>
                <a:gd name="connsiteX32" fmla="*/ 3091872 w 5521954"/>
                <a:gd name="connsiteY32" fmla="*/ 2239205 h 2405692"/>
                <a:gd name="connsiteX33" fmla="*/ 3341604 w 5521954"/>
                <a:gd name="connsiteY33" fmla="*/ 2387194 h 2405692"/>
                <a:gd name="connsiteX34" fmla="*/ 4119867 w 5521954"/>
                <a:gd name="connsiteY34" fmla="*/ 2179745 h 2405692"/>
                <a:gd name="connsiteX35" fmla="*/ 5235068 w 5521954"/>
                <a:gd name="connsiteY35" fmla="*/ 1601003 h 2405692"/>
                <a:gd name="connsiteX36" fmla="*/ 5242996 w 5521954"/>
                <a:gd name="connsiteY36" fmla="*/ 1595718 h 2405692"/>
                <a:gd name="connsiteX37" fmla="*/ 5504619 w 5521954"/>
                <a:gd name="connsiteY37" fmla="*/ 1257457 h 2405692"/>
                <a:gd name="connsiteX38" fmla="*/ 5405520 w 5521954"/>
                <a:gd name="connsiteY38" fmla="*/ 1102862 h 2405692"/>
                <a:gd name="connsiteX39" fmla="*/ 5313027 w 5521954"/>
                <a:gd name="connsiteY39" fmla="*/ 875593 h 2405692"/>
                <a:gd name="connsiteX40" fmla="*/ 5381736 w 5521954"/>
                <a:gd name="connsiteY40" fmla="*/ 707784 h 2405692"/>
                <a:gd name="connsiteX41" fmla="*/ 5361916 w 5521954"/>
                <a:gd name="connsiteY41" fmla="*/ 324599 h 2405692"/>
                <a:gd name="connsiteX42" fmla="*/ 4855847 w 5521954"/>
                <a:gd name="connsiteY42" fmla="*/ 209643 h 2405692"/>
                <a:gd name="connsiteX43" fmla="*/ 4829421 w 5521954"/>
                <a:gd name="connsiteY43" fmla="*/ 208322 h 2405692"/>
                <a:gd name="connsiteX44" fmla="*/ 3645509 w 5521954"/>
                <a:gd name="connsiteY44" fmla="*/ 117150 h 2405692"/>
                <a:gd name="connsiteX45" fmla="*/ 3538482 w 5521954"/>
                <a:gd name="connsiteY45" fmla="*/ 107901 h 2405692"/>
                <a:gd name="connsiteX46" fmla="*/ 2629407 w 5521954"/>
                <a:gd name="connsiteY46" fmla="*/ 31264 h 2405692"/>
                <a:gd name="connsiteX47" fmla="*/ 553599 w 5521954"/>
                <a:gd name="connsiteY47" fmla="*/ 126400 h 2405692"/>
                <a:gd name="connsiteX48" fmla="*/ 34317 w 5521954"/>
                <a:gd name="connsiteY48" fmla="*/ 395951 h 2405692"/>
                <a:gd name="connsiteX49" fmla="*/ 268192 w 5521954"/>
                <a:gd name="connsiteY49" fmla="*/ 850488 h 2405692"/>
                <a:gd name="connsiteX50" fmla="*/ 478283 w 5521954"/>
                <a:gd name="connsiteY50" fmla="*/ 1253493 h 2405692"/>
                <a:gd name="connsiteX51" fmla="*/ 424109 w 5521954"/>
                <a:gd name="connsiteY51" fmla="*/ 1431873 h 2405692"/>
                <a:gd name="connsiteX52" fmla="*/ 363328 w 5521954"/>
                <a:gd name="connsiteY52" fmla="*/ 1664427 h 2405692"/>
                <a:gd name="connsiteX53" fmla="*/ 640807 w 5521954"/>
                <a:gd name="connsiteY53" fmla="*/ 1993438 h 2405692"/>
                <a:gd name="connsiteX54" fmla="*/ 1039848 w 5521954"/>
                <a:gd name="connsiteY54" fmla="*/ 2050255 h 2405692"/>
                <a:gd name="connsiteX55" fmla="*/ 1157447 w 5521954"/>
                <a:gd name="connsiteY55" fmla="*/ 2056862 h 2405692"/>
                <a:gd name="connsiteX56" fmla="*/ 1682014 w 5521954"/>
                <a:gd name="connsiteY56" fmla="*/ 2081967 h 2405692"/>
                <a:gd name="connsiteX57" fmla="*/ 1972707 w 5521954"/>
                <a:gd name="connsiteY57" fmla="*/ 2092537 h 2405692"/>
                <a:gd name="connsiteX58" fmla="*/ 2400817 w 5521954"/>
                <a:gd name="connsiteY58" fmla="*/ 2089895 h 2405692"/>
                <a:gd name="connsiteX59" fmla="*/ 2683582 w 5521954"/>
                <a:gd name="connsiteY59" fmla="*/ 2083288 h 2405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521954" h="2405692">
                  <a:moveTo>
                    <a:pt x="3253075" y="2405693"/>
                  </a:moveTo>
                  <a:cubicBezTo>
                    <a:pt x="3147368" y="2405693"/>
                    <a:pt x="3102443" y="2373981"/>
                    <a:pt x="3079981" y="2241848"/>
                  </a:cubicBezTo>
                  <a:cubicBezTo>
                    <a:pt x="3058839" y="2117643"/>
                    <a:pt x="2991452" y="2108393"/>
                    <a:pt x="2854033" y="2100465"/>
                  </a:cubicBezTo>
                  <a:cubicBezTo>
                    <a:pt x="2704723" y="2092537"/>
                    <a:pt x="2551449" y="2097823"/>
                    <a:pt x="2404781" y="2103108"/>
                  </a:cubicBezTo>
                  <a:cubicBezTo>
                    <a:pt x="2264720" y="2108393"/>
                    <a:pt x="2119374" y="2112357"/>
                    <a:pt x="1975349" y="2105751"/>
                  </a:cubicBezTo>
                  <a:cubicBezTo>
                    <a:pt x="1877571" y="2101787"/>
                    <a:pt x="1779792" y="2097823"/>
                    <a:pt x="1684657" y="2095180"/>
                  </a:cubicBezTo>
                  <a:cubicBezTo>
                    <a:pt x="1512884" y="2089895"/>
                    <a:pt x="1334505" y="2084610"/>
                    <a:pt x="1158768" y="2070075"/>
                  </a:cubicBezTo>
                  <a:cubicBezTo>
                    <a:pt x="1120449" y="2067432"/>
                    <a:pt x="1080809" y="2064790"/>
                    <a:pt x="1041170" y="2063468"/>
                  </a:cubicBezTo>
                  <a:cubicBezTo>
                    <a:pt x="906394" y="2056862"/>
                    <a:pt x="766333" y="2048934"/>
                    <a:pt x="638164" y="2005330"/>
                  </a:cubicBezTo>
                  <a:cubicBezTo>
                    <a:pt x="450535" y="1941906"/>
                    <a:pt x="336901" y="1862626"/>
                    <a:pt x="351436" y="1663105"/>
                  </a:cubicBezTo>
                  <a:cubicBezTo>
                    <a:pt x="358042" y="1578540"/>
                    <a:pt x="385790" y="1501903"/>
                    <a:pt x="413538" y="1427909"/>
                  </a:cubicBezTo>
                  <a:cubicBezTo>
                    <a:pt x="434679" y="1371092"/>
                    <a:pt x="455821" y="1312953"/>
                    <a:pt x="467713" y="1252172"/>
                  </a:cubicBezTo>
                  <a:cubicBezTo>
                    <a:pt x="502067" y="1071150"/>
                    <a:pt x="410895" y="965444"/>
                    <a:pt x="262907" y="862380"/>
                  </a:cubicBezTo>
                  <a:cubicBezTo>
                    <a:pt x="35638" y="703820"/>
                    <a:pt x="-44963" y="545261"/>
                    <a:pt x="23746" y="390665"/>
                  </a:cubicBezTo>
                  <a:cubicBezTo>
                    <a:pt x="99062" y="224178"/>
                    <a:pt x="356721" y="136970"/>
                    <a:pt x="553599" y="113186"/>
                  </a:cubicBezTo>
                  <a:cubicBezTo>
                    <a:pt x="1321291" y="22015"/>
                    <a:pt x="1968743" y="-29517"/>
                    <a:pt x="2632050" y="18051"/>
                  </a:cubicBezTo>
                  <a:cubicBezTo>
                    <a:pt x="2935956" y="39192"/>
                    <a:pt x="3243825" y="68261"/>
                    <a:pt x="3541125" y="94688"/>
                  </a:cubicBezTo>
                  <a:lnTo>
                    <a:pt x="3648152" y="103937"/>
                  </a:lnTo>
                  <a:cubicBezTo>
                    <a:pt x="4047193" y="140934"/>
                    <a:pt x="4438307" y="175289"/>
                    <a:pt x="4830742" y="195109"/>
                  </a:cubicBezTo>
                  <a:lnTo>
                    <a:pt x="4857168" y="196430"/>
                  </a:lnTo>
                  <a:cubicBezTo>
                    <a:pt x="5028941" y="204358"/>
                    <a:pt x="5223176" y="214929"/>
                    <a:pt x="5369844" y="312707"/>
                  </a:cubicBezTo>
                  <a:cubicBezTo>
                    <a:pt x="5540295" y="425020"/>
                    <a:pt x="5462337" y="578294"/>
                    <a:pt x="5393628" y="713070"/>
                  </a:cubicBezTo>
                  <a:cubicBezTo>
                    <a:pt x="5364559" y="771208"/>
                    <a:pt x="5335489" y="826704"/>
                    <a:pt x="5326240" y="878236"/>
                  </a:cubicBezTo>
                  <a:cubicBezTo>
                    <a:pt x="5305099" y="983942"/>
                    <a:pt x="5359273" y="1036795"/>
                    <a:pt x="5416091" y="1093613"/>
                  </a:cubicBezTo>
                  <a:cubicBezTo>
                    <a:pt x="5459694" y="1137216"/>
                    <a:pt x="5505941" y="1183463"/>
                    <a:pt x="5519154" y="1256136"/>
                  </a:cubicBezTo>
                  <a:cubicBezTo>
                    <a:pt x="5546902" y="1408089"/>
                    <a:pt x="5361916" y="1532294"/>
                    <a:pt x="5252246" y="1607610"/>
                  </a:cubicBezTo>
                  <a:lnTo>
                    <a:pt x="5244318" y="1612895"/>
                  </a:lnTo>
                  <a:cubicBezTo>
                    <a:pt x="4902094" y="1844128"/>
                    <a:pt x="4536085" y="2033077"/>
                    <a:pt x="4126473" y="2192958"/>
                  </a:cubicBezTo>
                  <a:cubicBezTo>
                    <a:pt x="3908454" y="2277523"/>
                    <a:pt x="3623047" y="2376623"/>
                    <a:pt x="3344246" y="2400407"/>
                  </a:cubicBezTo>
                  <a:cubicBezTo>
                    <a:pt x="3309892" y="2404371"/>
                    <a:pt x="3279501" y="2405693"/>
                    <a:pt x="3253075" y="2405693"/>
                  </a:cubicBezTo>
                  <a:close/>
                  <a:moveTo>
                    <a:pt x="2683582" y="2083288"/>
                  </a:moveTo>
                  <a:cubicBezTo>
                    <a:pt x="2740399" y="2083288"/>
                    <a:pt x="2797216" y="2084610"/>
                    <a:pt x="2854033" y="2087252"/>
                  </a:cubicBezTo>
                  <a:cubicBezTo>
                    <a:pt x="2991452" y="2095180"/>
                    <a:pt x="3069410" y="2105751"/>
                    <a:pt x="3091872" y="2239205"/>
                  </a:cubicBezTo>
                  <a:cubicBezTo>
                    <a:pt x="3116978" y="2389836"/>
                    <a:pt x="3164546" y="2401729"/>
                    <a:pt x="3341604" y="2387194"/>
                  </a:cubicBezTo>
                  <a:cubicBezTo>
                    <a:pt x="3619083" y="2363410"/>
                    <a:pt x="3903169" y="2264310"/>
                    <a:pt x="4119867" y="2179745"/>
                  </a:cubicBezTo>
                  <a:cubicBezTo>
                    <a:pt x="4529479" y="2021186"/>
                    <a:pt x="4894166" y="1832236"/>
                    <a:pt x="5235068" y="1601003"/>
                  </a:cubicBezTo>
                  <a:lnTo>
                    <a:pt x="5242996" y="1595718"/>
                  </a:lnTo>
                  <a:cubicBezTo>
                    <a:pt x="5351346" y="1523045"/>
                    <a:pt x="5531046" y="1401482"/>
                    <a:pt x="5504619" y="1257457"/>
                  </a:cubicBezTo>
                  <a:cubicBezTo>
                    <a:pt x="5492728" y="1190070"/>
                    <a:pt x="5447802" y="1145145"/>
                    <a:pt x="5405520" y="1102862"/>
                  </a:cubicBezTo>
                  <a:cubicBezTo>
                    <a:pt x="5348703" y="1046045"/>
                    <a:pt x="5290564" y="987906"/>
                    <a:pt x="5313027" y="875593"/>
                  </a:cubicBezTo>
                  <a:cubicBezTo>
                    <a:pt x="5323598" y="822740"/>
                    <a:pt x="5352667" y="765923"/>
                    <a:pt x="5381736" y="707784"/>
                  </a:cubicBezTo>
                  <a:cubicBezTo>
                    <a:pt x="5450445" y="571688"/>
                    <a:pt x="5521797" y="431627"/>
                    <a:pt x="5361916" y="324599"/>
                  </a:cubicBezTo>
                  <a:cubicBezTo>
                    <a:pt x="5219213" y="228142"/>
                    <a:pt x="5026299" y="218893"/>
                    <a:pt x="4855847" y="209643"/>
                  </a:cubicBezTo>
                  <a:lnTo>
                    <a:pt x="4829421" y="208322"/>
                  </a:lnTo>
                  <a:cubicBezTo>
                    <a:pt x="4435664" y="188502"/>
                    <a:pt x="4044551" y="154148"/>
                    <a:pt x="3645509" y="117150"/>
                  </a:cubicBezTo>
                  <a:lnTo>
                    <a:pt x="3538482" y="107901"/>
                  </a:lnTo>
                  <a:cubicBezTo>
                    <a:pt x="3241183" y="80153"/>
                    <a:pt x="2933313" y="52405"/>
                    <a:pt x="2629407" y="31264"/>
                  </a:cubicBezTo>
                  <a:cubicBezTo>
                    <a:pt x="1967421" y="-16304"/>
                    <a:pt x="1321291" y="35228"/>
                    <a:pt x="553599" y="126400"/>
                  </a:cubicBezTo>
                  <a:cubicBezTo>
                    <a:pt x="359364" y="150184"/>
                    <a:pt x="105668" y="234749"/>
                    <a:pt x="34317" y="395951"/>
                  </a:cubicBezTo>
                  <a:cubicBezTo>
                    <a:pt x="-31750" y="542618"/>
                    <a:pt x="47530" y="695893"/>
                    <a:pt x="268192" y="850488"/>
                  </a:cubicBezTo>
                  <a:cubicBezTo>
                    <a:pt x="399004" y="941660"/>
                    <a:pt x="515281" y="1053973"/>
                    <a:pt x="478283" y="1253493"/>
                  </a:cubicBezTo>
                  <a:cubicBezTo>
                    <a:pt x="466391" y="1315596"/>
                    <a:pt x="445250" y="1375056"/>
                    <a:pt x="424109" y="1431873"/>
                  </a:cubicBezTo>
                  <a:cubicBezTo>
                    <a:pt x="397682" y="1505867"/>
                    <a:pt x="368613" y="1581183"/>
                    <a:pt x="363328" y="1664427"/>
                  </a:cubicBezTo>
                  <a:cubicBezTo>
                    <a:pt x="348793" y="1856019"/>
                    <a:pt x="454499" y="1930014"/>
                    <a:pt x="640807" y="1993438"/>
                  </a:cubicBezTo>
                  <a:cubicBezTo>
                    <a:pt x="767654" y="2035720"/>
                    <a:pt x="906394" y="2043648"/>
                    <a:pt x="1039848" y="2050255"/>
                  </a:cubicBezTo>
                  <a:cubicBezTo>
                    <a:pt x="1078167" y="2052897"/>
                    <a:pt x="1119128" y="2054219"/>
                    <a:pt x="1157447" y="2056862"/>
                  </a:cubicBezTo>
                  <a:cubicBezTo>
                    <a:pt x="1333183" y="2070075"/>
                    <a:pt x="1510241" y="2075360"/>
                    <a:pt x="1682014" y="2081967"/>
                  </a:cubicBezTo>
                  <a:cubicBezTo>
                    <a:pt x="1777150" y="2084610"/>
                    <a:pt x="1876250" y="2088573"/>
                    <a:pt x="1972707" y="2092537"/>
                  </a:cubicBezTo>
                  <a:cubicBezTo>
                    <a:pt x="2115410" y="2099144"/>
                    <a:pt x="2260756" y="2093859"/>
                    <a:pt x="2400817" y="2089895"/>
                  </a:cubicBezTo>
                  <a:cubicBezTo>
                    <a:pt x="2495953" y="2087252"/>
                    <a:pt x="2589767" y="2083288"/>
                    <a:pt x="2683582" y="2083288"/>
                  </a:cubicBezTo>
                  <a:close/>
                </a:path>
              </a:pathLst>
            </a:custGeom>
            <a:solidFill>
              <a:srgbClr val="FFFFFF"/>
            </a:solidFill>
            <a:ln w="13204"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8FE9E645-FA00-4902-B134-295855C04194}"/>
                </a:ext>
              </a:extLst>
            </p:cNvPr>
            <p:cNvSpPr/>
            <p:nvPr/>
          </p:nvSpPr>
          <p:spPr>
            <a:xfrm>
              <a:off x="6529065" y="3962257"/>
              <a:ext cx="5169123" cy="2253461"/>
            </a:xfrm>
            <a:custGeom>
              <a:avLst/>
              <a:gdLst>
                <a:gd name="connsiteX0" fmla="*/ 3045681 w 5169123"/>
                <a:gd name="connsiteY0" fmla="*/ 2253461 h 2253461"/>
                <a:gd name="connsiteX1" fmla="*/ 2883157 w 5169123"/>
                <a:gd name="connsiteY1" fmla="*/ 2100187 h 2253461"/>
                <a:gd name="connsiteX2" fmla="*/ 2671745 w 5169123"/>
                <a:gd name="connsiteY2" fmla="*/ 1968054 h 2253461"/>
                <a:gd name="connsiteX3" fmla="*/ 2250241 w 5169123"/>
                <a:gd name="connsiteY3" fmla="*/ 1969375 h 2253461"/>
                <a:gd name="connsiteX4" fmla="*/ 1848557 w 5169123"/>
                <a:gd name="connsiteY4" fmla="*/ 1972018 h 2253461"/>
                <a:gd name="connsiteX5" fmla="*/ 1576363 w 5169123"/>
                <a:gd name="connsiteY5" fmla="*/ 1962769 h 2253461"/>
                <a:gd name="connsiteX6" fmla="*/ 1083507 w 5169123"/>
                <a:gd name="connsiteY6" fmla="*/ 1940306 h 2253461"/>
                <a:gd name="connsiteX7" fmla="*/ 973837 w 5169123"/>
                <a:gd name="connsiteY7" fmla="*/ 1933699 h 2253461"/>
                <a:gd name="connsiteX8" fmla="*/ 597258 w 5169123"/>
                <a:gd name="connsiteY8" fmla="*/ 1879525 h 2253461"/>
                <a:gd name="connsiteX9" fmla="*/ 329028 w 5169123"/>
                <a:gd name="connsiteY9" fmla="*/ 1558442 h 2253461"/>
                <a:gd name="connsiteX10" fmla="*/ 387167 w 5169123"/>
                <a:gd name="connsiteY10" fmla="*/ 1337780 h 2253461"/>
                <a:gd name="connsiteX11" fmla="*/ 437377 w 5169123"/>
                <a:gd name="connsiteY11" fmla="*/ 1172614 h 2253461"/>
                <a:gd name="connsiteX12" fmla="*/ 245784 w 5169123"/>
                <a:gd name="connsiteY12" fmla="*/ 807927 h 2253461"/>
                <a:gd name="connsiteX13" fmla="*/ 22480 w 5169123"/>
                <a:gd name="connsiteY13" fmla="*/ 366603 h 2253461"/>
                <a:gd name="connsiteX14" fmla="*/ 519300 w 5169123"/>
                <a:gd name="connsiteY14" fmla="*/ 106301 h 2253461"/>
                <a:gd name="connsiteX15" fmla="*/ 2465618 w 5169123"/>
                <a:gd name="connsiteY15" fmla="*/ 16451 h 2253461"/>
                <a:gd name="connsiteX16" fmla="*/ 3315232 w 5169123"/>
                <a:gd name="connsiteY16" fmla="*/ 89124 h 2253461"/>
                <a:gd name="connsiteX17" fmla="*/ 3416974 w 5169123"/>
                <a:gd name="connsiteY17" fmla="*/ 98373 h 2253461"/>
                <a:gd name="connsiteX18" fmla="*/ 4524248 w 5169123"/>
                <a:gd name="connsiteY18" fmla="*/ 182938 h 2253461"/>
                <a:gd name="connsiteX19" fmla="*/ 4548032 w 5169123"/>
                <a:gd name="connsiteY19" fmla="*/ 184260 h 2253461"/>
                <a:gd name="connsiteX20" fmla="*/ 5027675 w 5169123"/>
                <a:gd name="connsiteY20" fmla="*/ 293930 h 2253461"/>
                <a:gd name="connsiteX21" fmla="*/ 5050137 w 5169123"/>
                <a:gd name="connsiteY21" fmla="*/ 669188 h 2253461"/>
                <a:gd name="connsiteX22" fmla="*/ 4986714 w 5169123"/>
                <a:gd name="connsiteY22" fmla="*/ 823783 h 2253461"/>
                <a:gd name="connsiteX23" fmla="*/ 5069957 w 5169123"/>
                <a:gd name="connsiteY23" fmla="*/ 1025947 h 2253461"/>
                <a:gd name="connsiteX24" fmla="*/ 5166415 w 5169123"/>
                <a:gd name="connsiteY24" fmla="*/ 1177899 h 2253461"/>
                <a:gd name="connsiteX25" fmla="*/ 4915362 w 5169123"/>
                <a:gd name="connsiteY25" fmla="*/ 1506910 h 2253461"/>
                <a:gd name="connsiteX26" fmla="*/ 4907434 w 5169123"/>
                <a:gd name="connsiteY26" fmla="*/ 1512196 h 2253461"/>
                <a:gd name="connsiteX27" fmla="*/ 3860941 w 5169123"/>
                <a:gd name="connsiteY27" fmla="*/ 2055262 h 2253461"/>
                <a:gd name="connsiteX28" fmla="*/ 3128925 w 5169123"/>
                <a:gd name="connsiteY28" fmla="*/ 2249497 h 2253461"/>
                <a:gd name="connsiteX29" fmla="*/ 3045681 w 5169123"/>
                <a:gd name="connsiteY29" fmla="*/ 2253461 h 2253461"/>
                <a:gd name="connsiteX30" fmla="*/ 2511864 w 5169123"/>
                <a:gd name="connsiteY30" fmla="*/ 1950877 h 2253461"/>
                <a:gd name="connsiteX31" fmla="*/ 2671745 w 5169123"/>
                <a:gd name="connsiteY31" fmla="*/ 1954841 h 2253461"/>
                <a:gd name="connsiteX32" fmla="*/ 2895049 w 5169123"/>
                <a:gd name="connsiteY32" fmla="*/ 2097545 h 2253461"/>
                <a:gd name="connsiteX33" fmla="*/ 3127603 w 5169123"/>
                <a:gd name="connsiteY33" fmla="*/ 2234963 h 2253461"/>
                <a:gd name="connsiteX34" fmla="*/ 3855656 w 5169123"/>
                <a:gd name="connsiteY34" fmla="*/ 2040727 h 2253461"/>
                <a:gd name="connsiteX35" fmla="*/ 4899506 w 5169123"/>
                <a:gd name="connsiteY35" fmla="*/ 1498982 h 2253461"/>
                <a:gd name="connsiteX36" fmla="*/ 4907434 w 5169123"/>
                <a:gd name="connsiteY36" fmla="*/ 1493697 h 2253461"/>
                <a:gd name="connsiteX37" fmla="*/ 5151880 w 5169123"/>
                <a:gd name="connsiteY37" fmla="*/ 1177899 h 2253461"/>
                <a:gd name="connsiteX38" fmla="*/ 5059387 w 5169123"/>
                <a:gd name="connsiteY38" fmla="*/ 1032553 h 2253461"/>
                <a:gd name="connsiteX39" fmla="*/ 4972179 w 5169123"/>
                <a:gd name="connsiteY39" fmla="*/ 818498 h 2253461"/>
                <a:gd name="connsiteX40" fmla="*/ 5036924 w 5169123"/>
                <a:gd name="connsiteY40" fmla="*/ 661260 h 2253461"/>
                <a:gd name="connsiteX41" fmla="*/ 5018426 w 5169123"/>
                <a:gd name="connsiteY41" fmla="*/ 303179 h 2253461"/>
                <a:gd name="connsiteX42" fmla="*/ 4545390 w 5169123"/>
                <a:gd name="connsiteY42" fmla="*/ 196152 h 2253461"/>
                <a:gd name="connsiteX43" fmla="*/ 4521606 w 5169123"/>
                <a:gd name="connsiteY43" fmla="*/ 194830 h 2253461"/>
                <a:gd name="connsiteX44" fmla="*/ 3413010 w 5169123"/>
                <a:gd name="connsiteY44" fmla="*/ 110265 h 2253461"/>
                <a:gd name="connsiteX45" fmla="*/ 3309947 w 5169123"/>
                <a:gd name="connsiteY45" fmla="*/ 101016 h 2253461"/>
                <a:gd name="connsiteX46" fmla="*/ 2460332 w 5169123"/>
                <a:gd name="connsiteY46" fmla="*/ 29664 h 2253461"/>
                <a:gd name="connsiteX47" fmla="*/ 516657 w 5169123"/>
                <a:gd name="connsiteY47" fmla="*/ 119515 h 2253461"/>
                <a:gd name="connsiteX48" fmla="*/ 30408 w 5169123"/>
                <a:gd name="connsiteY48" fmla="*/ 371889 h 2253461"/>
                <a:gd name="connsiteX49" fmla="*/ 249748 w 5169123"/>
                <a:gd name="connsiteY49" fmla="*/ 797357 h 2253461"/>
                <a:gd name="connsiteX50" fmla="*/ 446626 w 5169123"/>
                <a:gd name="connsiteY50" fmla="*/ 1175257 h 2253461"/>
                <a:gd name="connsiteX51" fmla="*/ 396416 w 5169123"/>
                <a:gd name="connsiteY51" fmla="*/ 1341744 h 2253461"/>
                <a:gd name="connsiteX52" fmla="*/ 339599 w 5169123"/>
                <a:gd name="connsiteY52" fmla="*/ 1559763 h 2253461"/>
                <a:gd name="connsiteX53" fmla="*/ 599901 w 5169123"/>
                <a:gd name="connsiteY53" fmla="*/ 1867633 h 2253461"/>
                <a:gd name="connsiteX54" fmla="*/ 973837 w 5169123"/>
                <a:gd name="connsiteY54" fmla="*/ 1920486 h 2253461"/>
                <a:gd name="connsiteX55" fmla="*/ 1083507 w 5169123"/>
                <a:gd name="connsiteY55" fmla="*/ 1927093 h 2253461"/>
                <a:gd name="connsiteX56" fmla="*/ 1575041 w 5169123"/>
                <a:gd name="connsiteY56" fmla="*/ 1949556 h 2253461"/>
                <a:gd name="connsiteX57" fmla="*/ 1847235 w 5169123"/>
                <a:gd name="connsiteY57" fmla="*/ 1958805 h 2253461"/>
                <a:gd name="connsiteX58" fmla="*/ 2247598 w 5169123"/>
                <a:gd name="connsiteY58" fmla="*/ 1956162 h 2253461"/>
                <a:gd name="connsiteX59" fmla="*/ 2511864 w 5169123"/>
                <a:gd name="connsiteY59" fmla="*/ 1950877 h 2253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169123" h="2253461">
                  <a:moveTo>
                    <a:pt x="3045681" y="2253461"/>
                  </a:moveTo>
                  <a:cubicBezTo>
                    <a:pt x="2946581" y="2253461"/>
                    <a:pt x="2904299" y="2223071"/>
                    <a:pt x="2883157" y="2100187"/>
                  </a:cubicBezTo>
                  <a:cubicBezTo>
                    <a:pt x="2863337" y="1983910"/>
                    <a:pt x="2799914" y="1975982"/>
                    <a:pt x="2671745" y="1968054"/>
                  </a:cubicBezTo>
                  <a:cubicBezTo>
                    <a:pt x="2531684" y="1960126"/>
                    <a:pt x="2388980" y="1965412"/>
                    <a:pt x="2250241" y="1969375"/>
                  </a:cubicBezTo>
                  <a:cubicBezTo>
                    <a:pt x="2118108" y="1973339"/>
                    <a:pt x="1982011" y="1978625"/>
                    <a:pt x="1848557" y="1972018"/>
                  </a:cubicBezTo>
                  <a:cubicBezTo>
                    <a:pt x="1757385" y="1968054"/>
                    <a:pt x="1664892" y="1965412"/>
                    <a:pt x="1576363" y="1962769"/>
                  </a:cubicBezTo>
                  <a:cubicBezTo>
                    <a:pt x="1415161" y="1957484"/>
                    <a:pt x="1248673" y="1952198"/>
                    <a:pt x="1083507" y="1940306"/>
                  </a:cubicBezTo>
                  <a:cubicBezTo>
                    <a:pt x="1047831" y="1937664"/>
                    <a:pt x="1009513" y="1935021"/>
                    <a:pt x="973837" y="1933699"/>
                  </a:cubicBezTo>
                  <a:cubicBezTo>
                    <a:pt x="846989" y="1927093"/>
                    <a:pt x="716178" y="1920486"/>
                    <a:pt x="597258" y="1879525"/>
                  </a:cubicBezTo>
                  <a:cubicBezTo>
                    <a:pt x="421521" y="1820065"/>
                    <a:pt x="314494" y="1746071"/>
                    <a:pt x="329028" y="1558442"/>
                  </a:cubicBezTo>
                  <a:cubicBezTo>
                    <a:pt x="334313" y="1479162"/>
                    <a:pt x="360740" y="1406489"/>
                    <a:pt x="387167" y="1337780"/>
                  </a:cubicBezTo>
                  <a:cubicBezTo>
                    <a:pt x="406987" y="1284927"/>
                    <a:pt x="426806" y="1230753"/>
                    <a:pt x="437377" y="1172614"/>
                  </a:cubicBezTo>
                  <a:cubicBezTo>
                    <a:pt x="469089" y="1003484"/>
                    <a:pt x="383203" y="904384"/>
                    <a:pt x="245784" y="807927"/>
                  </a:cubicBezTo>
                  <a:cubicBezTo>
                    <a:pt x="33050" y="658617"/>
                    <a:pt x="-42265" y="510628"/>
                    <a:pt x="22480" y="366603"/>
                  </a:cubicBezTo>
                  <a:cubicBezTo>
                    <a:pt x="92510" y="209365"/>
                    <a:pt x="334313" y="128764"/>
                    <a:pt x="519300" y="106301"/>
                  </a:cubicBezTo>
                  <a:cubicBezTo>
                    <a:pt x="1238103" y="20415"/>
                    <a:pt x="1844593" y="-27153"/>
                    <a:pt x="2465618" y="16451"/>
                  </a:cubicBezTo>
                  <a:cubicBezTo>
                    <a:pt x="2749703" y="36271"/>
                    <a:pt x="3037753" y="62697"/>
                    <a:pt x="3315232" y="89124"/>
                  </a:cubicBezTo>
                  <a:lnTo>
                    <a:pt x="3416974" y="98373"/>
                  </a:lnTo>
                  <a:cubicBezTo>
                    <a:pt x="3790911" y="132728"/>
                    <a:pt x="4156919" y="164440"/>
                    <a:pt x="4524248" y="182938"/>
                  </a:cubicBezTo>
                  <a:lnTo>
                    <a:pt x="4548032" y="184260"/>
                  </a:lnTo>
                  <a:cubicBezTo>
                    <a:pt x="4709235" y="192188"/>
                    <a:pt x="4891578" y="201437"/>
                    <a:pt x="5027675" y="293930"/>
                  </a:cubicBezTo>
                  <a:cubicBezTo>
                    <a:pt x="5187555" y="399636"/>
                    <a:pt x="5114882" y="542340"/>
                    <a:pt x="5050137" y="669188"/>
                  </a:cubicBezTo>
                  <a:cubicBezTo>
                    <a:pt x="5022389" y="723362"/>
                    <a:pt x="4995963" y="774894"/>
                    <a:pt x="4986714" y="823783"/>
                  </a:cubicBezTo>
                  <a:cubicBezTo>
                    <a:pt x="4966894" y="921561"/>
                    <a:pt x="5017104" y="971772"/>
                    <a:pt x="5069957" y="1025947"/>
                  </a:cubicBezTo>
                  <a:cubicBezTo>
                    <a:pt x="5110919" y="1066908"/>
                    <a:pt x="5154522" y="1110512"/>
                    <a:pt x="5166415" y="1177899"/>
                  </a:cubicBezTo>
                  <a:cubicBezTo>
                    <a:pt x="5192841" y="1320603"/>
                    <a:pt x="5019747" y="1436880"/>
                    <a:pt x="4915362" y="1506910"/>
                  </a:cubicBezTo>
                  <a:lnTo>
                    <a:pt x="4907434" y="1512196"/>
                  </a:lnTo>
                  <a:cubicBezTo>
                    <a:pt x="4587672" y="1728893"/>
                    <a:pt x="4245448" y="1905952"/>
                    <a:pt x="3860941" y="2055262"/>
                  </a:cubicBezTo>
                  <a:cubicBezTo>
                    <a:pt x="3657456" y="2134542"/>
                    <a:pt x="3389227" y="2227035"/>
                    <a:pt x="3128925" y="2249497"/>
                  </a:cubicBezTo>
                  <a:cubicBezTo>
                    <a:pt x="3097213" y="2250818"/>
                    <a:pt x="3069465" y="2253461"/>
                    <a:pt x="3045681" y="2253461"/>
                  </a:cubicBezTo>
                  <a:close/>
                  <a:moveTo>
                    <a:pt x="2511864" y="1950877"/>
                  </a:moveTo>
                  <a:cubicBezTo>
                    <a:pt x="2564717" y="1950877"/>
                    <a:pt x="2618892" y="1952198"/>
                    <a:pt x="2671745" y="1954841"/>
                  </a:cubicBezTo>
                  <a:cubicBezTo>
                    <a:pt x="2799914" y="1961447"/>
                    <a:pt x="2873908" y="1972018"/>
                    <a:pt x="2895049" y="2097545"/>
                  </a:cubicBezTo>
                  <a:cubicBezTo>
                    <a:pt x="2918833" y="2237605"/>
                    <a:pt x="2963759" y="2249497"/>
                    <a:pt x="3127603" y="2234963"/>
                  </a:cubicBezTo>
                  <a:cubicBezTo>
                    <a:pt x="3386584" y="2212500"/>
                    <a:pt x="3653493" y="2120007"/>
                    <a:pt x="3855656" y="2040727"/>
                  </a:cubicBezTo>
                  <a:cubicBezTo>
                    <a:pt x="4238841" y="1892739"/>
                    <a:pt x="4581065" y="1715680"/>
                    <a:pt x="4899506" y="1498982"/>
                  </a:cubicBezTo>
                  <a:lnTo>
                    <a:pt x="4907434" y="1493697"/>
                  </a:lnTo>
                  <a:cubicBezTo>
                    <a:pt x="5007855" y="1424988"/>
                    <a:pt x="5176985" y="1311354"/>
                    <a:pt x="5151880" y="1177899"/>
                  </a:cubicBezTo>
                  <a:cubicBezTo>
                    <a:pt x="5139988" y="1114475"/>
                    <a:pt x="5099027" y="1073514"/>
                    <a:pt x="5059387" y="1032553"/>
                  </a:cubicBezTo>
                  <a:cubicBezTo>
                    <a:pt x="5006534" y="979700"/>
                    <a:pt x="4951038" y="924204"/>
                    <a:pt x="4972179" y="818498"/>
                  </a:cubicBezTo>
                  <a:cubicBezTo>
                    <a:pt x="4982749" y="768287"/>
                    <a:pt x="5009176" y="716755"/>
                    <a:pt x="5036924" y="661260"/>
                  </a:cubicBezTo>
                  <a:cubicBezTo>
                    <a:pt x="5101669" y="534412"/>
                    <a:pt x="5169057" y="402279"/>
                    <a:pt x="5018426" y="303179"/>
                  </a:cubicBezTo>
                  <a:cubicBezTo>
                    <a:pt x="4884971" y="213329"/>
                    <a:pt x="4703949" y="204080"/>
                    <a:pt x="4545390" y="196152"/>
                  </a:cubicBezTo>
                  <a:lnTo>
                    <a:pt x="4521606" y="194830"/>
                  </a:lnTo>
                  <a:cubicBezTo>
                    <a:pt x="4152955" y="176332"/>
                    <a:pt x="3786946" y="143299"/>
                    <a:pt x="3413010" y="110265"/>
                  </a:cubicBezTo>
                  <a:lnTo>
                    <a:pt x="3309947" y="101016"/>
                  </a:lnTo>
                  <a:cubicBezTo>
                    <a:pt x="3031146" y="75911"/>
                    <a:pt x="2744418" y="49484"/>
                    <a:pt x="2460332" y="29664"/>
                  </a:cubicBezTo>
                  <a:cubicBezTo>
                    <a:pt x="1840629" y="-15261"/>
                    <a:pt x="1235460" y="33628"/>
                    <a:pt x="516657" y="119515"/>
                  </a:cubicBezTo>
                  <a:cubicBezTo>
                    <a:pt x="334313" y="140656"/>
                    <a:pt x="97796" y="219936"/>
                    <a:pt x="30408" y="371889"/>
                  </a:cubicBezTo>
                  <a:cubicBezTo>
                    <a:pt x="-31695" y="509307"/>
                    <a:pt x="42300" y="653332"/>
                    <a:pt x="249748" y="797357"/>
                  </a:cubicBezTo>
                  <a:cubicBezTo>
                    <a:pt x="372632" y="883243"/>
                    <a:pt x="482302" y="988949"/>
                    <a:pt x="446626" y="1175257"/>
                  </a:cubicBezTo>
                  <a:cubicBezTo>
                    <a:pt x="436056" y="1233395"/>
                    <a:pt x="414915" y="1288891"/>
                    <a:pt x="396416" y="1341744"/>
                  </a:cubicBezTo>
                  <a:cubicBezTo>
                    <a:pt x="371311" y="1410453"/>
                    <a:pt x="344884" y="1481805"/>
                    <a:pt x="339599" y="1559763"/>
                  </a:cubicBezTo>
                  <a:cubicBezTo>
                    <a:pt x="326385" y="1739464"/>
                    <a:pt x="424164" y="1808173"/>
                    <a:pt x="599901" y="1867633"/>
                  </a:cubicBezTo>
                  <a:cubicBezTo>
                    <a:pt x="718820" y="1907273"/>
                    <a:pt x="848311" y="1913879"/>
                    <a:pt x="973837" y="1920486"/>
                  </a:cubicBezTo>
                  <a:cubicBezTo>
                    <a:pt x="1009513" y="1921808"/>
                    <a:pt x="1047831" y="1924450"/>
                    <a:pt x="1083507" y="1927093"/>
                  </a:cubicBezTo>
                  <a:cubicBezTo>
                    <a:pt x="1248673" y="1940306"/>
                    <a:pt x="1413839" y="1945592"/>
                    <a:pt x="1575041" y="1949556"/>
                  </a:cubicBezTo>
                  <a:cubicBezTo>
                    <a:pt x="1663571" y="1952198"/>
                    <a:pt x="1756064" y="1954841"/>
                    <a:pt x="1847235" y="1958805"/>
                  </a:cubicBezTo>
                  <a:cubicBezTo>
                    <a:pt x="1980690" y="1965412"/>
                    <a:pt x="2116786" y="1960126"/>
                    <a:pt x="2247598" y="1956162"/>
                  </a:cubicBezTo>
                  <a:cubicBezTo>
                    <a:pt x="2336127" y="1953519"/>
                    <a:pt x="2423335" y="1950877"/>
                    <a:pt x="2511864" y="1950877"/>
                  </a:cubicBezTo>
                  <a:close/>
                </a:path>
              </a:pathLst>
            </a:custGeom>
            <a:solidFill>
              <a:srgbClr val="FFFFFF"/>
            </a:solidFill>
            <a:ln w="13204" cap="flat">
              <a:noFill/>
              <a:prstDash val="solid"/>
              <a:miter/>
            </a:ln>
          </p:spPr>
          <p:txBody>
            <a:bodyPr rtlCol="0" anchor="ctr"/>
            <a:lstStyle/>
            <a:p>
              <a:endParaRPr lang="en-US"/>
            </a:p>
          </p:txBody>
        </p:sp>
        <p:grpSp>
          <p:nvGrpSpPr>
            <p:cNvPr id="9" name="Graphic 3">
              <a:extLst>
                <a:ext uri="{FF2B5EF4-FFF2-40B4-BE49-F238E27FC236}">
                  <a16:creationId xmlns:a16="http://schemas.microsoft.com/office/drawing/2014/main" id="{85FB30D8-0F6F-4314-A3BD-A2090A2B8719}"/>
                </a:ext>
              </a:extLst>
            </p:cNvPr>
            <p:cNvGrpSpPr/>
            <p:nvPr/>
          </p:nvGrpSpPr>
          <p:grpSpPr>
            <a:xfrm>
              <a:off x="10527471" y="1980569"/>
              <a:ext cx="1286926" cy="2039100"/>
              <a:chOff x="10527471" y="1980569"/>
              <a:chExt cx="1286926" cy="2039100"/>
            </a:xfrm>
          </p:grpSpPr>
          <p:sp>
            <p:nvSpPr>
              <p:cNvPr id="10" name="Freeform: Shape 9">
                <a:extLst>
                  <a:ext uri="{FF2B5EF4-FFF2-40B4-BE49-F238E27FC236}">
                    <a16:creationId xmlns:a16="http://schemas.microsoft.com/office/drawing/2014/main" id="{6F7CE41A-BAD5-424A-9F25-0EA46D1ED395}"/>
                  </a:ext>
                </a:extLst>
              </p:cNvPr>
              <p:cNvSpPr/>
              <p:nvPr/>
            </p:nvSpPr>
            <p:spPr>
              <a:xfrm>
                <a:off x="10527471" y="1980569"/>
                <a:ext cx="869387" cy="1710089"/>
              </a:xfrm>
              <a:custGeom>
                <a:avLst/>
                <a:gdLst>
                  <a:gd name="connsiteX0" fmla="*/ 478274 w 869387"/>
                  <a:gd name="connsiteY0" fmla="*/ 1710089 h 1710089"/>
                  <a:gd name="connsiteX1" fmla="*/ 26380 w 869387"/>
                  <a:gd name="connsiteY1" fmla="*/ 1315012 h 1710089"/>
                  <a:gd name="connsiteX2" fmla="*/ 344820 w 869387"/>
                  <a:gd name="connsiteY2" fmla="*/ 1159095 h 1710089"/>
                  <a:gd name="connsiteX3" fmla="*/ 149264 w 869387"/>
                  <a:gd name="connsiteY3" fmla="*/ 623957 h 1710089"/>
                  <a:gd name="connsiteX4" fmla="*/ 470346 w 869387"/>
                  <a:gd name="connsiteY4" fmla="*/ 737591 h 1710089"/>
                  <a:gd name="connsiteX5" fmla="*/ 377853 w 869387"/>
                  <a:gd name="connsiteY5" fmla="*/ 195846 h 1710089"/>
                  <a:gd name="connsiteX6" fmla="*/ 618335 w 869387"/>
                  <a:gd name="connsiteY6" fmla="*/ 408580 h 1710089"/>
                  <a:gd name="connsiteX7" fmla="*/ 869388 w 869387"/>
                  <a:gd name="connsiteY7" fmla="*/ 4253 h 1710089"/>
                  <a:gd name="connsiteX8" fmla="*/ 478274 w 869387"/>
                  <a:gd name="connsiteY8" fmla="*/ 1710089 h 1710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9387" h="1710089">
                    <a:moveTo>
                      <a:pt x="478274" y="1710089"/>
                    </a:moveTo>
                    <a:cubicBezTo>
                      <a:pt x="478274" y="1710089"/>
                      <a:pt x="147942" y="1604383"/>
                      <a:pt x="26380" y="1315012"/>
                    </a:cubicBezTo>
                    <a:cubicBezTo>
                      <a:pt x="-64792" y="1096993"/>
                      <a:pt x="89804" y="951646"/>
                      <a:pt x="344820" y="1159095"/>
                    </a:cubicBezTo>
                    <a:cubicBezTo>
                      <a:pt x="344820" y="1159095"/>
                      <a:pt x="-34401" y="840655"/>
                      <a:pt x="149264" y="623957"/>
                    </a:cubicBezTo>
                    <a:cubicBezTo>
                      <a:pt x="284039" y="464076"/>
                      <a:pt x="470346" y="737591"/>
                      <a:pt x="470346" y="737591"/>
                    </a:cubicBezTo>
                    <a:cubicBezTo>
                      <a:pt x="470346" y="737591"/>
                      <a:pt x="134729" y="290982"/>
                      <a:pt x="377853" y="195846"/>
                    </a:cubicBezTo>
                    <a:cubicBezTo>
                      <a:pt x="550948" y="128458"/>
                      <a:pt x="618335" y="408580"/>
                      <a:pt x="618335" y="408580"/>
                    </a:cubicBezTo>
                    <a:cubicBezTo>
                      <a:pt x="618335" y="408580"/>
                      <a:pt x="644762" y="-48600"/>
                      <a:pt x="869388" y="4253"/>
                    </a:cubicBezTo>
                    <a:lnTo>
                      <a:pt x="478274" y="1710089"/>
                    </a:lnTo>
                    <a:close/>
                  </a:path>
                </a:pathLst>
              </a:custGeom>
              <a:solidFill>
                <a:schemeClr val="accent1"/>
              </a:solidFill>
              <a:ln w="1320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809FCFCB-81E1-4231-B4BB-8E4730544106}"/>
                  </a:ext>
                </a:extLst>
              </p:cNvPr>
              <p:cNvSpPr/>
              <p:nvPr/>
            </p:nvSpPr>
            <p:spPr>
              <a:xfrm>
                <a:off x="11007067" y="1983501"/>
                <a:ext cx="807330" cy="1714783"/>
              </a:xfrm>
              <a:custGeom>
                <a:avLst/>
                <a:gdLst>
                  <a:gd name="connsiteX0" fmla="*/ 391114 w 807330"/>
                  <a:gd name="connsiteY0" fmla="*/ 0 h 1714783"/>
                  <a:gd name="connsiteX1" fmla="*/ 450573 w 807330"/>
                  <a:gd name="connsiteY1" fmla="*/ 471715 h 1714783"/>
                  <a:gd name="connsiteX2" fmla="*/ 780906 w 807330"/>
                  <a:gd name="connsiteY2" fmla="*/ 356759 h 1714783"/>
                  <a:gd name="connsiteX3" fmla="*/ 437360 w 807330"/>
                  <a:gd name="connsiteY3" fmla="*/ 827152 h 1714783"/>
                  <a:gd name="connsiteX4" fmla="*/ 796761 w 807330"/>
                  <a:gd name="connsiteY4" fmla="*/ 844329 h 1714783"/>
                  <a:gd name="connsiteX5" fmla="*/ 329011 w 807330"/>
                  <a:gd name="connsiteY5" fmla="*/ 1271119 h 1714783"/>
                  <a:gd name="connsiteX6" fmla="*/ 635559 w 807330"/>
                  <a:gd name="connsiteY6" fmla="*/ 1326615 h 1714783"/>
                  <a:gd name="connsiteX7" fmla="*/ 0 w 807330"/>
                  <a:gd name="connsiteY7" fmla="*/ 1708479 h 1714783"/>
                  <a:gd name="connsiteX8" fmla="*/ 391114 w 807330"/>
                  <a:gd name="connsiteY8" fmla="*/ 0 h 1714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7330" h="1714783">
                    <a:moveTo>
                      <a:pt x="391114" y="0"/>
                    </a:moveTo>
                    <a:cubicBezTo>
                      <a:pt x="391114" y="0"/>
                      <a:pt x="661986" y="11892"/>
                      <a:pt x="450573" y="471715"/>
                    </a:cubicBezTo>
                    <a:cubicBezTo>
                      <a:pt x="450573" y="471715"/>
                      <a:pt x="642166" y="233875"/>
                      <a:pt x="780906" y="356759"/>
                    </a:cubicBezTo>
                    <a:cubicBezTo>
                      <a:pt x="919645" y="478321"/>
                      <a:pt x="437360" y="827152"/>
                      <a:pt x="437360" y="827152"/>
                    </a:cubicBezTo>
                    <a:cubicBezTo>
                      <a:pt x="437360" y="827152"/>
                      <a:pt x="702947" y="659343"/>
                      <a:pt x="796761" y="844329"/>
                    </a:cubicBezTo>
                    <a:cubicBezTo>
                      <a:pt x="890576" y="1029315"/>
                      <a:pt x="329011" y="1271119"/>
                      <a:pt x="329011" y="1271119"/>
                    </a:cubicBezTo>
                    <a:cubicBezTo>
                      <a:pt x="329011" y="1271119"/>
                      <a:pt x="562886" y="1199767"/>
                      <a:pt x="635559" y="1326615"/>
                    </a:cubicBezTo>
                    <a:cubicBezTo>
                      <a:pt x="708233" y="1453462"/>
                      <a:pt x="237839" y="1762653"/>
                      <a:pt x="0" y="1708479"/>
                    </a:cubicBezTo>
                    <a:lnTo>
                      <a:pt x="391114" y="0"/>
                    </a:lnTo>
                    <a:close/>
                  </a:path>
                </a:pathLst>
              </a:custGeom>
              <a:solidFill>
                <a:schemeClr val="accent1"/>
              </a:solidFill>
              <a:ln w="1320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F5DD0CC-97A7-4D2F-B7AC-3E345611F1A0}"/>
                  </a:ext>
                </a:extLst>
              </p:cNvPr>
              <p:cNvSpPr/>
              <p:nvPr/>
            </p:nvSpPr>
            <p:spPr>
              <a:xfrm>
                <a:off x="10634452" y="2086565"/>
                <a:ext cx="1064991" cy="1933104"/>
              </a:xfrm>
              <a:custGeom>
                <a:avLst/>
                <a:gdLst>
                  <a:gd name="connsiteX0" fmla="*/ 656701 w 1064991"/>
                  <a:gd name="connsiteY0" fmla="*/ 1366254 h 1933104"/>
                  <a:gd name="connsiteX1" fmla="*/ 533817 w 1064991"/>
                  <a:gd name="connsiteY1" fmla="*/ 1404573 h 1933104"/>
                  <a:gd name="connsiteX2" fmla="*/ 437360 w 1064991"/>
                  <a:gd name="connsiteY2" fmla="*/ 1421750 h 1933104"/>
                  <a:gd name="connsiteX3" fmla="*/ 525889 w 1064991"/>
                  <a:gd name="connsiteY3" fmla="*/ 1002889 h 1933104"/>
                  <a:gd name="connsiteX4" fmla="*/ 658022 w 1064991"/>
                  <a:gd name="connsiteY4" fmla="*/ 975141 h 1933104"/>
                  <a:gd name="connsiteX5" fmla="*/ 798083 w 1064991"/>
                  <a:gd name="connsiteY5" fmla="*/ 924930 h 1933104"/>
                  <a:gd name="connsiteX6" fmla="*/ 930216 w 1064991"/>
                  <a:gd name="connsiteY6" fmla="*/ 856221 h 1933104"/>
                  <a:gd name="connsiteX7" fmla="*/ 1050457 w 1064991"/>
                  <a:gd name="connsiteY7" fmla="*/ 769014 h 1933104"/>
                  <a:gd name="connsiteX8" fmla="*/ 927573 w 1064991"/>
                  <a:gd name="connsiteY8" fmla="*/ 850936 h 1933104"/>
                  <a:gd name="connsiteX9" fmla="*/ 794119 w 1064991"/>
                  <a:gd name="connsiteY9" fmla="*/ 914360 h 1933104"/>
                  <a:gd name="connsiteX10" fmla="*/ 654058 w 1064991"/>
                  <a:gd name="connsiteY10" fmla="*/ 959285 h 1933104"/>
                  <a:gd name="connsiteX11" fmla="*/ 531175 w 1064991"/>
                  <a:gd name="connsiteY11" fmla="*/ 981748 h 1933104"/>
                  <a:gd name="connsiteX12" fmla="*/ 601205 w 1064991"/>
                  <a:gd name="connsiteY12" fmla="*/ 655379 h 1933104"/>
                  <a:gd name="connsiteX13" fmla="*/ 730695 w 1064991"/>
                  <a:gd name="connsiteY13" fmla="*/ 594598 h 1933104"/>
                  <a:gd name="connsiteX14" fmla="*/ 794119 w 1064991"/>
                  <a:gd name="connsiteY14" fmla="*/ 556280 h 1933104"/>
                  <a:gd name="connsiteX15" fmla="*/ 854900 w 1064991"/>
                  <a:gd name="connsiteY15" fmla="*/ 512676 h 1933104"/>
                  <a:gd name="connsiteX16" fmla="*/ 967213 w 1064991"/>
                  <a:gd name="connsiteY16" fmla="*/ 414897 h 1933104"/>
                  <a:gd name="connsiteX17" fmla="*/ 1064991 w 1064991"/>
                  <a:gd name="connsiteY17" fmla="*/ 303906 h 1933104"/>
                  <a:gd name="connsiteX18" fmla="*/ 963249 w 1064991"/>
                  <a:gd name="connsiteY18" fmla="*/ 410933 h 1933104"/>
                  <a:gd name="connsiteX19" fmla="*/ 848294 w 1064991"/>
                  <a:gd name="connsiteY19" fmla="*/ 503426 h 1933104"/>
                  <a:gd name="connsiteX20" fmla="*/ 787512 w 1064991"/>
                  <a:gd name="connsiteY20" fmla="*/ 544388 h 1933104"/>
                  <a:gd name="connsiteX21" fmla="*/ 722767 w 1064991"/>
                  <a:gd name="connsiteY21" fmla="*/ 580064 h 1933104"/>
                  <a:gd name="connsiteX22" fmla="*/ 606490 w 1064991"/>
                  <a:gd name="connsiteY22" fmla="*/ 630274 h 1933104"/>
                  <a:gd name="connsiteX23" fmla="*/ 741266 w 1064991"/>
                  <a:gd name="connsiteY23" fmla="*/ 0 h 1933104"/>
                  <a:gd name="connsiteX24" fmla="*/ 586670 w 1064991"/>
                  <a:gd name="connsiteY24" fmla="*/ 626310 h 1933104"/>
                  <a:gd name="connsiteX25" fmla="*/ 503427 w 1064991"/>
                  <a:gd name="connsiteY25" fmla="*/ 535138 h 1933104"/>
                  <a:gd name="connsiteX26" fmla="*/ 420183 w 1064991"/>
                  <a:gd name="connsiteY26" fmla="*/ 418861 h 1933104"/>
                  <a:gd name="connsiteX27" fmla="*/ 348831 w 1064991"/>
                  <a:gd name="connsiteY27" fmla="*/ 294656 h 1933104"/>
                  <a:gd name="connsiteX28" fmla="*/ 289371 w 1064991"/>
                  <a:gd name="connsiteY28" fmla="*/ 163845 h 1933104"/>
                  <a:gd name="connsiteX29" fmla="*/ 344867 w 1064991"/>
                  <a:gd name="connsiteY29" fmla="*/ 297299 h 1933104"/>
                  <a:gd name="connsiteX30" fmla="*/ 412255 w 1064991"/>
                  <a:gd name="connsiteY30" fmla="*/ 425468 h 1933104"/>
                  <a:gd name="connsiteX31" fmla="*/ 492856 w 1064991"/>
                  <a:gd name="connsiteY31" fmla="*/ 547030 h 1933104"/>
                  <a:gd name="connsiteX32" fmla="*/ 584028 w 1064991"/>
                  <a:gd name="connsiteY32" fmla="*/ 652737 h 1933104"/>
                  <a:gd name="connsiteX33" fmla="*/ 503427 w 1064991"/>
                  <a:gd name="connsiteY33" fmla="*/ 979105 h 1933104"/>
                  <a:gd name="connsiteX34" fmla="*/ 399042 w 1064991"/>
                  <a:gd name="connsiteY34" fmla="*/ 915681 h 1933104"/>
                  <a:gd name="connsiteX35" fmla="*/ 293335 w 1064991"/>
                  <a:gd name="connsiteY35" fmla="*/ 819224 h 1933104"/>
                  <a:gd name="connsiteX36" fmla="*/ 202164 w 1064991"/>
                  <a:gd name="connsiteY36" fmla="*/ 708232 h 1933104"/>
                  <a:gd name="connsiteX37" fmla="*/ 124205 w 1064991"/>
                  <a:gd name="connsiteY37" fmla="*/ 586670 h 1933104"/>
                  <a:gd name="connsiteX38" fmla="*/ 198199 w 1064991"/>
                  <a:gd name="connsiteY38" fmla="*/ 710875 h 1933104"/>
                  <a:gd name="connsiteX39" fmla="*/ 286729 w 1064991"/>
                  <a:gd name="connsiteY39" fmla="*/ 825831 h 1933104"/>
                  <a:gd name="connsiteX40" fmla="*/ 391114 w 1064991"/>
                  <a:gd name="connsiteY40" fmla="*/ 927573 h 1933104"/>
                  <a:gd name="connsiteX41" fmla="*/ 500784 w 1064991"/>
                  <a:gd name="connsiteY41" fmla="*/ 1000246 h 1933104"/>
                  <a:gd name="connsiteX42" fmla="*/ 397720 w 1064991"/>
                  <a:gd name="connsiteY42" fmla="*/ 1413822 h 1933104"/>
                  <a:gd name="connsiteX43" fmla="*/ 303906 w 1064991"/>
                  <a:gd name="connsiteY43" fmla="*/ 1350398 h 1933104"/>
                  <a:gd name="connsiteX44" fmla="*/ 194236 w 1064991"/>
                  <a:gd name="connsiteY44" fmla="*/ 1259227 h 1933104"/>
                  <a:gd name="connsiteX45" fmla="*/ 92493 w 1064991"/>
                  <a:gd name="connsiteY45" fmla="*/ 1158806 h 1933104"/>
                  <a:gd name="connsiteX46" fmla="*/ 0 w 1064991"/>
                  <a:gd name="connsiteY46" fmla="*/ 1050457 h 1933104"/>
                  <a:gd name="connsiteX47" fmla="*/ 88529 w 1064991"/>
                  <a:gd name="connsiteY47" fmla="*/ 1162770 h 1933104"/>
                  <a:gd name="connsiteX48" fmla="*/ 186307 w 1064991"/>
                  <a:gd name="connsiteY48" fmla="*/ 1267155 h 1933104"/>
                  <a:gd name="connsiteX49" fmla="*/ 293335 w 1064991"/>
                  <a:gd name="connsiteY49" fmla="*/ 1363612 h 1933104"/>
                  <a:gd name="connsiteX50" fmla="*/ 392435 w 1064991"/>
                  <a:gd name="connsiteY50" fmla="*/ 1434964 h 1933104"/>
                  <a:gd name="connsiteX51" fmla="*/ 273515 w 1064991"/>
                  <a:gd name="connsiteY51" fmla="*/ 1918570 h 1933104"/>
                  <a:gd name="connsiteX52" fmla="*/ 336939 w 1064991"/>
                  <a:gd name="connsiteY52" fmla="*/ 1933105 h 1933104"/>
                  <a:gd name="connsiteX53" fmla="*/ 440003 w 1064991"/>
                  <a:gd name="connsiteY53" fmla="*/ 1445534 h 1933104"/>
                  <a:gd name="connsiteX54" fmla="*/ 545709 w 1064991"/>
                  <a:gd name="connsiteY54" fmla="*/ 1423072 h 1933104"/>
                  <a:gd name="connsiteX55" fmla="*/ 668593 w 1064991"/>
                  <a:gd name="connsiteY55" fmla="*/ 1379468 h 1933104"/>
                  <a:gd name="connsiteX56" fmla="*/ 784869 w 1064991"/>
                  <a:gd name="connsiteY56" fmla="*/ 1323972 h 1933104"/>
                  <a:gd name="connsiteX57" fmla="*/ 895861 w 1064991"/>
                  <a:gd name="connsiteY57" fmla="*/ 1257905 h 1933104"/>
                  <a:gd name="connsiteX58" fmla="*/ 782227 w 1064991"/>
                  <a:gd name="connsiteY58" fmla="*/ 1318687 h 1933104"/>
                  <a:gd name="connsiteX59" fmla="*/ 656701 w 1064991"/>
                  <a:gd name="connsiteY59" fmla="*/ 1366254 h 1933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064991" h="1933104">
                    <a:moveTo>
                      <a:pt x="656701" y="1366254"/>
                    </a:moveTo>
                    <a:cubicBezTo>
                      <a:pt x="617061" y="1382110"/>
                      <a:pt x="576100" y="1394002"/>
                      <a:pt x="533817" y="1404573"/>
                    </a:cubicBezTo>
                    <a:cubicBezTo>
                      <a:pt x="502105" y="1412501"/>
                      <a:pt x="469072" y="1417786"/>
                      <a:pt x="437360" y="1421750"/>
                    </a:cubicBezTo>
                    <a:lnTo>
                      <a:pt x="525889" y="1002889"/>
                    </a:lnTo>
                    <a:cubicBezTo>
                      <a:pt x="570814" y="996282"/>
                      <a:pt x="614418" y="988354"/>
                      <a:pt x="658022" y="975141"/>
                    </a:cubicBezTo>
                    <a:cubicBezTo>
                      <a:pt x="705590" y="961928"/>
                      <a:pt x="753158" y="944750"/>
                      <a:pt x="798083" y="924930"/>
                    </a:cubicBezTo>
                    <a:cubicBezTo>
                      <a:pt x="843008" y="905111"/>
                      <a:pt x="887933" y="881327"/>
                      <a:pt x="930216" y="856221"/>
                    </a:cubicBezTo>
                    <a:cubicBezTo>
                      <a:pt x="972498" y="829795"/>
                      <a:pt x="1013460" y="802047"/>
                      <a:pt x="1050457" y="769014"/>
                    </a:cubicBezTo>
                    <a:cubicBezTo>
                      <a:pt x="1012138" y="799404"/>
                      <a:pt x="969856" y="827152"/>
                      <a:pt x="927573" y="850936"/>
                    </a:cubicBezTo>
                    <a:cubicBezTo>
                      <a:pt x="885291" y="874720"/>
                      <a:pt x="840365" y="897183"/>
                      <a:pt x="794119" y="914360"/>
                    </a:cubicBezTo>
                    <a:cubicBezTo>
                      <a:pt x="747872" y="932858"/>
                      <a:pt x="701626" y="947393"/>
                      <a:pt x="654058" y="959285"/>
                    </a:cubicBezTo>
                    <a:cubicBezTo>
                      <a:pt x="613097" y="969856"/>
                      <a:pt x="572136" y="976462"/>
                      <a:pt x="531175" y="981748"/>
                    </a:cubicBezTo>
                    <a:lnTo>
                      <a:pt x="601205" y="655379"/>
                    </a:lnTo>
                    <a:cubicBezTo>
                      <a:pt x="646130" y="638202"/>
                      <a:pt x="689734" y="618382"/>
                      <a:pt x="730695" y="594598"/>
                    </a:cubicBezTo>
                    <a:cubicBezTo>
                      <a:pt x="753158" y="582706"/>
                      <a:pt x="772978" y="569493"/>
                      <a:pt x="794119" y="556280"/>
                    </a:cubicBezTo>
                    <a:cubicBezTo>
                      <a:pt x="813939" y="541745"/>
                      <a:pt x="835080" y="528532"/>
                      <a:pt x="854900" y="512676"/>
                    </a:cubicBezTo>
                    <a:cubicBezTo>
                      <a:pt x="894540" y="482285"/>
                      <a:pt x="931537" y="450573"/>
                      <a:pt x="967213" y="414897"/>
                    </a:cubicBezTo>
                    <a:cubicBezTo>
                      <a:pt x="1002889" y="380543"/>
                      <a:pt x="1035922" y="343546"/>
                      <a:pt x="1064991" y="303906"/>
                    </a:cubicBezTo>
                    <a:cubicBezTo>
                      <a:pt x="1034601" y="342224"/>
                      <a:pt x="998925" y="377900"/>
                      <a:pt x="963249" y="410933"/>
                    </a:cubicBezTo>
                    <a:cubicBezTo>
                      <a:pt x="927573" y="443967"/>
                      <a:pt x="887933" y="475679"/>
                      <a:pt x="848294" y="503426"/>
                    </a:cubicBezTo>
                    <a:cubicBezTo>
                      <a:pt x="828474" y="517961"/>
                      <a:pt x="807332" y="531174"/>
                      <a:pt x="787512" y="544388"/>
                    </a:cubicBezTo>
                    <a:cubicBezTo>
                      <a:pt x="766371" y="556280"/>
                      <a:pt x="745230" y="569493"/>
                      <a:pt x="722767" y="580064"/>
                    </a:cubicBezTo>
                    <a:cubicBezTo>
                      <a:pt x="685770" y="599883"/>
                      <a:pt x="646130" y="615739"/>
                      <a:pt x="606490" y="630274"/>
                    </a:cubicBezTo>
                    <a:lnTo>
                      <a:pt x="741266" y="0"/>
                    </a:lnTo>
                    <a:lnTo>
                      <a:pt x="586670" y="626310"/>
                    </a:lnTo>
                    <a:cubicBezTo>
                      <a:pt x="557601" y="597241"/>
                      <a:pt x="528532" y="568172"/>
                      <a:pt x="503427" y="535138"/>
                    </a:cubicBezTo>
                    <a:cubicBezTo>
                      <a:pt x="474357" y="498141"/>
                      <a:pt x="445288" y="458501"/>
                      <a:pt x="420183" y="418861"/>
                    </a:cubicBezTo>
                    <a:cubicBezTo>
                      <a:pt x="395077" y="377900"/>
                      <a:pt x="369972" y="336939"/>
                      <a:pt x="348831" y="294656"/>
                    </a:cubicBezTo>
                    <a:cubicBezTo>
                      <a:pt x="326368" y="252374"/>
                      <a:pt x="306549" y="208770"/>
                      <a:pt x="289371" y="163845"/>
                    </a:cubicBezTo>
                    <a:cubicBezTo>
                      <a:pt x="305227" y="208770"/>
                      <a:pt x="323726" y="253695"/>
                      <a:pt x="344867" y="297299"/>
                    </a:cubicBezTo>
                    <a:cubicBezTo>
                      <a:pt x="364687" y="340903"/>
                      <a:pt x="387150" y="383185"/>
                      <a:pt x="412255" y="425468"/>
                    </a:cubicBezTo>
                    <a:cubicBezTo>
                      <a:pt x="436039" y="467751"/>
                      <a:pt x="463787" y="507390"/>
                      <a:pt x="492856" y="547030"/>
                    </a:cubicBezTo>
                    <a:cubicBezTo>
                      <a:pt x="520604" y="584027"/>
                      <a:pt x="550994" y="618382"/>
                      <a:pt x="584028" y="652737"/>
                    </a:cubicBezTo>
                    <a:lnTo>
                      <a:pt x="503427" y="979105"/>
                    </a:lnTo>
                    <a:cubicBezTo>
                      <a:pt x="466429" y="961928"/>
                      <a:pt x="432075" y="939465"/>
                      <a:pt x="399042" y="915681"/>
                    </a:cubicBezTo>
                    <a:cubicBezTo>
                      <a:pt x="362044" y="886612"/>
                      <a:pt x="326368" y="853579"/>
                      <a:pt x="293335" y="819224"/>
                    </a:cubicBezTo>
                    <a:cubicBezTo>
                      <a:pt x="260302" y="783548"/>
                      <a:pt x="229911" y="746551"/>
                      <a:pt x="202164" y="708232"/>
                    </a:cubicBezTo>
                    <a:cubicBezTo>
                      <a:pt x="174416" y="669914"/>
                      <a:pt x="146668" y="628953"/>
                      <a:pt x="124205" y="586670"/>
                    </a:cubicBezTo>
                    <a:cubicBezTo>
                      <a:pt x="146668" y="630274"/>
                      <a:pt x="171773" y="671235"/>
                      <a:pt x="198199" y="710875"/>
                    </a:cubicBezTo>
                    <a:cubicBezTo>
                      <a:pt x="224626" y="750515"/>
                      <a:pt x="255017" y="788834"/>
                      <a:pt x="286729" y="825831"/>
                    </a:cubicBezTo>
                    <a:cubicBezTo>
                      <a:pt x="318440" y="862828"/>
                      <a:pt x="352795" y="895861"/>
                      <a:pt x="391114" y="927573"/>
                    </a:cubicBezTo>
                    <a:cubicBezTo>
                      <a:pt x="425468" y="955321"/>
                      <a:pt x="462465" y="979105"/>
                      <a:pt x="500784" y="1000246"/>
                    </a:cubicBezTo>
                    <a:lnTo>
                      <a:pt x="397720" y="1413822"/>
                    </a:lnTo>
                    <a:cubicBezTo>
                      <a:pt x="366008" y="1394002"/>
                      <a:pt x="334297" y="1372861"/>
                      <a:pt x="303906" y="1350398"/>
                    </a:cubicBezTo>
                    <a:cubicBezTo>
                      <a:pt x="265587" y="1321329"/>
                      <a:pt x="229911" y="1292260"/>
                      <a:pt x="194236" y="1259227"/>
                    </a:cubicBezTo>
                    <a:cubicBezTo>
                      <a:pt x="158560" y="1227515"/>
                      <a:pt x="125526" y="1193160"/>
                      <a:pt x="92493" y="1158806"/>
                    </a:cubicBezTo>
                    <a:cubicBezTo>
                      <a:pt x="59460" y="1124451"/>
                      <a:pt x="29069" y="1087454"/>
                      <a:pt x="0" y="1050457"/>
                    </a:cubicBezTo>
                    <a:cubicBezTo>
                      <a:pt x="27748" y="1088775"/>
                      <a:pt x="58138" y="1125772"/>
                      <a:pt x="88529" y="1162770"/>
                    </a:cubicBezTo>
                    <a:cubicBezTo>
                      <a:pt x="120241" y="1198446"/>
                      <a:pt x="151953" y="1234121"/>
                      <a:pt x="186307" y="1267155"/>
                    </a:cubicBezTo>
                    <a:cubicBezTo>
                      <a:pt x="220662" y="1301509"/>
                      <a:pt x="256338" y="1333221"/>
                      <a:pt x="293335" y="1363612"/>
                    </a:cubicBezTo>
                    <a:cubicBezTo>
                      <a:pt x="325047" y="1390038"/>
                      <a:pt x="358080" y="1412501"/>
                      <a:pt x="392435" y="1434964"/>
                    </a:cubicBezTo>
                    <a:lnTo>
                      <a:pt x="273515" y="1918570"/>
                    </a:lnTo>
                    <a:lnTo>
                      <a:pt x="336939" y="1933105"/>
                    </a:lnTo>
                    <a:lnTo>
                      <a:pt x="440003" y="1445534"/>
                    </a:lnTo>
                    <a:cubicBezTo>
                      <a:pt x="475679" y="1440249"/>
                      <a:pt x="511355" y="1432321"/>
                      <a:pt x="545709" y="1423072"/>
                    </a:cubicBezTo>
                    <a:cubicBezTo>
                      <a:pt x="586670" y="1411180"/>
                      <a:pt x="627631" y="1396645"/>
                      <a:pt x="668593" y="1379468"/>
                    </a:cubicBezTo>
                    <a:cubicBezTo>
                      <a:pt x="708233" y="1362291"/>
                      <a:pt x="747872" y="1343792"/>
                      <a:pt x="784869" y="1323972"/>
                    </a:cubicBezTo>
                    <a:cubicBezTo>
                      <a:pt x="823188" y="1304152"/>
                      <a:pt x="860185" y="1281689"/>
                      <a:pt x="895861" y="1257905"/>
                    </a:cubicBezTo>
                    <a:cubicBezTo>
                      <a:pt x="858864" y="1280368"/>
                      <a:pt x="820546" y="1300188"/>
                      <a:pt x="782227" y="1318687"/>
                    </a:cubicBezTo>
                    <a:cubicBezTo>
                      <a:pt x="735981" y="1334543"/>
                      <a:pt x="696341" y="1351720"/>
                      <a:pt x="656701" y="1366254"/>
                    </a:cubicBezTo>
                    <a:close/>
                  </a:path>
                </a:pathLst>
              </a:custGeom>
              <a:solidFill>
                <a:schemeClr val="accent1">
                  <a:lumMod val="75000"/>
                </a:schemeClr>
              </a:solidFill>
              <a:ln w="13204" cap="flat">
                <a:noFill/>
                <a:prstDash val="solid"/>
                <a:miter/>
              </a:ln>
            </p:spPr>
            <p:txBody>
              <a:bodyPr rtlCol="0" anchor="ctr"/>
              <a:lstStyle/>
              <a:p>
                <a:endParaRPr lang="en-US"/>
              </a:p>
            </p:txBody>
          </p:sp>
        </p:grpSp>
        <p:grpSp>
          <p:nvGrpSpPr>
            <p:cNvPr id="13" name="Graphic 3">
              <a:extLst>
                <a:ext uri="{FF2B5EF4-FFF2-40B4-BE49-F238E27FC236}">
                  <a16:creationId xmlns:a16="http://schemas.microsoft.com/office/drawing/2014/main" id="{85FB30D8-0F6F-4314-A3BD-A2090A2B8719}"/>
                </a:ext>
              </a:extLst>
            </p:cNvPr>
            <p:cNvGrpSpPr/>
            <p:nvPr/>
          </p:nvGrpSpPr>
          <p:grpSpPr>
            <a:xfrm>
              <a:off x="7756481" y="2029429"/>
              <a:ext cx="976523" cy="1543631"/>
              <a:chOff x="7756481" y="2029429"/>
              <a:chExt cx="976523" cy="1543631"/>
            </a:xfrm>
          </p:grpSpPr>
          <p:sp>
            <p:nvSpPr>
              <p:cNvPr id="14" name="Freeform: Shape 13">
                <a:extLst>
                  <a:ext uri="{FF2B5EF4-FFF2-40B4-BE49-F238E27FC236}">
                    <a16:creationId xmlns:a16="http://schemas.microsoft.com/office/drawing/2014/main" id="{2020731C-78F7-4E1B-8703-F4734D6F4A2D}"/>
                  </a:ext>
                </a:extLst>
              </p:cNvPr>
              <p:cNvSpPr/>
              <p:nvPr/>
            </p:nvSpPr>
            <p:spPr>
              <a:xfrm>
                <a:off x="8072395" y="2029429"/>
                <a:ext cx="660609" cy="1297864"/>
              </a:xfrm>
              <a:custGeom>
                <a:avLst/>
                <a:gdLst>
                  <a:gd name="connsiteX0" fmla="*/ 298620 w 660609"/>
                  <a:gd name="connsiteY0" fmla="*/ 1297864 h 1297864"/>
                  <a:gd name="connsiteX1" fmla="*/ 640845 w 660609"/>
                  <a:gd name="connsiteY1" fmla="*/ 997922 h 1297864"/>
                  <a:gd name="connsiteX2" fmla="*/ 399041 w 660609"/>
                  <a:gd name="connsiteY2" fmla="*/ 880324 h 1297864"/>
                  <a:gd name="connsiteX3" fmla="*/ 548352 w 660609"/>
                  <a:gd name="connsiteY3" fmla="*/ 474676 h 1297864"/>
                  <a:gd name="connsiteX4" fmla="*/ 303906 w 660609"/>
                  <a:gd name="connsiteY4" fmla="*/ 560562 h 1297864"/>
                  <a:gd name="connsiteX5" fmla="*/ 373936 w 660609"/>
                  <a:gd name="connsiteY5" fmla="*/ 149629 h 1297864"/>
                  <a:gd name="connsiteX6" fmla="*/ 191593 w 660609"/>
                  <a:gd name="connsiteY6" fmla="*/ 310831 h 1297864"/>
                  <a:gd name="connsiteX7" fmla="*/ 0 w 660609"/>
                  <a:gd name="connsiteY7" fmla="*/ 2962 h 1297864"/>
                  <a:gd name="connsiteX8" fmla="*/ 298620 w 660609"/>
                  <a:gd name="connsiteY8" fmla="*/ 1297864 h 129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0609" h="1297864">
                    <a:moveTo>
                      <a:pt x="298620" y="1297864"/>
                    </a:moveTo>
                    <a:cubicBezTo>
                      <a:pt x="298620" y="1297864"/>
                      <a:pt x="549673" y="1218584"/>
                      <a:pt x="640845" y="997922"/>
                    </a:cubicBezTo>
                    <a:cubicBezTo>
                      <a:pt x="709554" y="832756"/>
                      <a:pt x="591956" y="723086"/>
                      <a:pt x="399041" y="880324"/>
                    </a:cubicBezTo>
                    <a:cubicBezTo>
                      <a:pt x="399041" y="880324"/>
                      <a:pt x="687091" y="638521"/>
                      <a:pt x="548352" y="474676"/>
                    </a:cubicBezTo>
                    <a:cubicBezTo>
                      <a:pt x="446609" y="353114"/>
                      <a:pt x="303906" y="560562"/>
                      <a:pt x="303906" y="560562"/>
                    </a:cubicBezTo>
                    <a:cubicBezTo>
                      <a:pt x="303906" y="560562"/>
                      <a:pt x="557601" y="222302"/>
                      <a:pt x="373936" y="149629"/>
                    </a:cubicBezTo>
                    <a:cubicBezTo>
                      <a:pt x="243124" y="98097"/>
                      <a:pt x="191593" y="310831"/>
                      <a:pt x="191593" y="310831"/>
                    </a:cubicBezTo>
                    <a:cubicBezTo>
                      <a:pt x="191593" y="310831"/>
                      <a:pt x="171773" y="-35357"/>
                      <a:pt x="0" y="2962"/>
                    </a:cubicBezTo>
                    <a:lnTo>
                      <a:pt x="298620" y="1297864"/>
                    </a:lnTo>
                    <a:close/>
                  </a:path>
                </a:pathLst>
              </a:custGeom>
              <a:solidFill>
                <a:schemeClr val="accent1"/>
              </a:solidFill>
              <a:ln w="1320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1E602D0-C0A8-4D50-8D60-22C4E34F8710}"/>
                  </a:ext>
                </a:extLst>
              </p:cNvPr>
              <p:cNvSpPr/>
              <p:nvPr/>
            </p:nvSpPr>
            <p:spPr>
              <a:xfrm>
                <a:off x="7756481" y="2032390"/>
                <a:ext cx="613212" cy="1299667"/>
              </a:xfrm>
              <a:custGeom>
                <a:avLst/>
                <a:gdLst>
                  <a:gd name="connsiteX0" fmla="*/ 315914 w 613212"/>
                  <a:gd name="connsiteY0" fmla="*/ 0 h 1299667"/>
                  <a:gd name="connsiteX1" fmla="*/ 270989 w 613212"/>
                  <a:gd name="connsiteY1" fmla="*/ 356759 h 1299667"/>
                  <a:gd name="connsiteX2" fmla="*/ 19936 w 613212"/>
                  <a:gd name="connsiteY2" fmla="*/ 269551 h 1299667"/>
                  <a:gd name="connsiteX3" fmla="*/ 280238 w 613212"/>
                  <a:gd name="connsiteY3" fmla="*/ 626310 h 1299667"/>
                  <a:gd name="connsiteX4" fmla="*/ 8044 w 613212"/>
                  <a:gd name="connsiteY4" fmla="*/ 639523 h 1299667"/>
                  <a:gd name="connsiteX5" fmla="*/ 363482 w 613212"/>
                  <a:gd name="connsiteY5" fmla="*/ 963249 h 1299667"/>
                  <a:gd name="connsiteX6" fmla="*/ 130928 w 613212"/>
                  <a:gd name="connsiteY6" fmla="*/ 1005532 h 1299667"/>
                  <a:gd name="connsiteX7" fmla="*/ 613213 w 613212"/>
                  <a:gd name="connsiteY7" fmla="*/ 1294903 h 1299667"/>
                  <a:gd name="connsiteX8" fmla="*/ 315914 w 613212"/>
                  <a:gd name="connsiteY8" fmla="*/ 0 h 129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3212" h="1299667">
                    <a:moveTo>
                      <a:pt x="315914" y="0"/>
                    </a:moveTo>
                    <a:cubicBezTo>
                      <a:pt x="315914" y="0"/>
                      <a:pt x="111108" y="9249"/>
                      <a:pt x="270989" y="356759"/>
                    </a:cubicBezTo>
                    <a:cubicBezTo>
                      <a:pt x="270989" y="356759"/>
                      <a:pt x="125642" y="177058"/>
                      <a:pt x="19936" y="269551"/>
                    </a:cubicBezTo>
                    <a:cubicBezTo>
                      <a:pt x="-85770" y="362044"/>
                      <a:pt x="280238" y="626310"/>
                      <a:pt x="280238" y="626310"/>
                    </a:cubicBezTo>
                    <a:cubicBezTo>
                      <a:pt x="280238" y="626310"/>
                      <a:pt x="79396" y="499462"/>
                      <a:pt x="8044" y="639523"/>
                    </a:cubicBezTo>
                    <a:cubicBezTo>
                      <a:pt x="-63308" y="779584"/>
                      <a:pt x="363482" y="963249"/>
                      <a:pt x="363482" y="963249"/>
                    </a:cubicBezTo>
                    <a:cubicBezTo>
                      <a:pt x="363482" y="963249"/>
                      <a:pt x="186424" y="909074"/>
                      <a:pt x="130928" y="1005532"/>
                    </a:cubicBezTo>
                    <a:cubicBezTo>
                      <a:pt x="76753" y="1101989"/>
                      <a:pt x="433512" y="1335864"/>
                      <a:pt x="613213" y="1294903"/>
                    </a:cubicBezTo>
                    <a:lnTo>
                      <a:pt x="315914" y="0"/>
                    </a:lnTo>
                    <a:close/>
                  </a:path>
                </a:pathLst>
              </a:custGeom>
              <a:solidFill>
                <a:schemeClr val="accent1"/>
              </a:solidFill>
              <a:ln w="1320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1260687-3D52-4C16-8C23-AD12FF331B91}"/>
                  </a:ext>
                </a:extLst>
              </p:cNvPr>
              <p:cNvSpPr/>
              <p:nvPr/>
            </p:nvSpPr>
            <p:spPr>
              <a:xfrm>
                <a:off x="7845126" y="2110348"/>
                <a:ext cx="811296" cy="1462711"/>
              </a:xfrm>
              <a:custGeom>
                <a:avLst/>
                <a:gdLst>
                  <a:gd name="connsiteX0" fmla="*/ 309191 w 811296"/>
                  <a:gd name="connsiteY0" fmla="*/ 1037243 h 1462711"/>
                  <a:gd name="connsiteX1" fmla="*/ 401684 w 811296"/>
                  <a:gd name="connsiteY1" fmla="*/ 1066313 h 1462711"/>
                  <a:gd name="connsiteX2" fmla="*/ 475679 w 811296"/>
                  <a:gd name="connsiteY2" fmla="*/ 1079526 h 1462711"/>
                  <a:gd name="connsiteX3" fmla="*/ 408291 w 811296"/>
                  <a:gd name="connsiteY3" fmla="*/ 762407 h 1462711"/>
                  <a:gd name="connsiteX4" fmla="*/ 307870 w 811296"/>
                  <a:gd name="connsiteY4" fmla="*/ 741266 h 1462711"/>
                  <a:gd name="connsiteX5" fmla="*/ 202163 w 811296"/>
                  <a:gd name="connsiteY5" fmla="*/ 702947 h 1462711"/>
                  <a:gd name="connsiteX6" fmla="*/ 101742 w 811296"/>
                  <a:gd name="connsiteY6" fmla="*/ 650094 h 1462711"/>
                  <a:gd name="connsiteX7" fmla="*/ 10571 w 811296"/>
                  <a:gd name="connsiteY7" fmla="*/ 584028 h 1462711"/>
                  <a:gd name="connsiteX8" fmla="*/ 104385 w 811296"/>
                  <a:gd name="connsiteY8" fmla="*/ 646130 h 1462711"/>
                  <a:gd name="connsiteX9" fmla="*/ 204806 w 811296"/>
                  <a:gd name="connsiteY9" fmla="*/ 695019 h 1462711"/>
                  <a:gd name="connsiteX10" fmla="*/ 310512 w 811296"/>
                  <a:gd name="connsiteY10" fmla="*/ 729374 h 1462711"/>
                  <a:gd name="connsiteX11" fmla="*/ 404327 w 811296"/>
                  <a:gd name="connsiteY11" fmla="*/ 746551 h 1462711"/>
                  <a:gd name="connsiteX12" fmla="*/ 351473 w 811296"/>
                  <a:gd name="connsiteY12" fmla="*/ 498141 h 1462711"/>
                  <a:gd name="connsiteX13" fmla="*/ 253695 w 811296"/>
                  <a:gd name="connsiteY13" fmla="*/ 451895 h 1462711"/>
                  <a:gd name="connsiteX14" fmla="*/ 204806 w 811296"/>
                  <a:gd name="connsiteY14" fmla="*/ 422825 h 1462711"/>
                  <a:gd name="connsiteX15" fmla="*/ 158560 w 811296"/>
                  <a:gd name="connsiteY15" fmla="*/ 389792 h 1462711"/>
                  <a:gd name="connsiteX16" fmla="*/ 73994 w 811296"/>
                  <a:gd name="connsiteY16" fmla="*/ 315798 h 1462711"/>
                  <a:gd name="connsiteX17" fmla="*/ 0 w 811296"/>
                  <a:gd name="connsiteY17" fmla="*/ 231233 h 1462711"/>
                  <a:gd name="connsiteX18" fmla="*/ 76637 w 811296"/>
                  <a:gd name="connsiteY18" fmla="*/ 313155 h 1462711"/>
                  <a:gd name="connsiteX19" fmla="*/ 163845 w 811296"/>
                  <a:gd name="connsiteY19" fmla="*/ 383186 h 1462711"/>
                  <a:gd name="connsiteX20" fmla="*/ 210091 w 811296"/>
                  <a:gd name="connsiteY20" fmla="*/ 413576 h 1462711"/>
                  <a:gd name="connsiteX21" fmla="*/ 258980 w 811296"/>
                  <a:gd name="connsiteY21" fmla="*/ 440003 h 1462711"/>
                  <a:gd name="connsiteX22" fmla="*/ 347510 w 811296"/>
                  <a:gd name="connsiteY22" fmla="*/ 478321 h 1462711"/>
                  <a:gd name="connsiteX23" fmla="*/ 245767 w 811296"/>
                  <a:gd name="connsiteY23" fmla="*/ 0 h 1462711"/>
                  <a:gd name="connsiteX24" fmla="*/ 363366 w 811296"/>
                  <a:gd name="connsiteY24" fmla="*/ 474357 h 1462711"/>
                  <a:gd name="connsiteX25" fmla="*/ 426789 w 811296"/>
                  <a:gd name="connsiteY25" fmla="*/ 405648 h 1462711"/>
                  <a:gd name="connsiteX26" fmla="*/ 490213 w 811296"/>
                  <a:gd name="connsiteY26" fmla="*/ 317119 h 1462711"/>
                  <a:gd name="connsiteX27" fmla="*/ 544388 w 811296"/>
                  <a:gd name="connsiteY27" fmla="*/ 221983 h 1462711"/>
                  <a:gd name="connsiteX28" fmla="*/ 589313 w 811296"/>
                  <a:gd name="connsiteY28" fmla="*/ 122884 h 1462711"/>
                  <a:gd name="connsiteX29" fmla="*/ 547030 w 811296"/>
                  <a:gd name="connsiteY29" fmla="*/ 224626 h 1462711"/>
                  <a:gd name="connsiteX30" fmla="*/ 495498 w 811296"/>
                  <a:gd name="connsiteY30" fmla="*/ 322404 h 1462711"/>
                  <a:gd name="connsiteX31" fmla="*/ 434717 w 811296"/>
                  <a:gd name="connsiteY31" fmla="*/ 413576 h 1462711"/>
                  <a:gd name="connsiteX32" fmla="*/ 366008 w 811296"/>
                  <a:gd name="connsiteY32" fmla="*/ 492856 h 1462711"/>
                  <a:gd name="connsiteX33" fmla="*/ 426789 w 811296"/>
                  <a:gd name="connsiteY33" fmla="*/ 741266 h 1462711"/>
                  <a:gd name="connsiteX34" fmla="*/ 506069 w 811296"/>
                  <a:gd name="connsiteY34" fmla="*/ 692376 h 1462711"/>
                  <a:gd name="connsiteX35" fmla="*/ 586670 w 811296"/>
                  <a:gd name="connsiteY35" fmla="*/ 619703 h 1462711"/>
                  <a:gd name="connsiteX36" fmla="*/ 656701 w 811296"/>
                  <a:gd name="connsiteY36" fmla="*/ 535138 h 1462711"/>
                  <a:gd name="connsiteX37" fmla="*/ 716160 w 811296"/>
                  <a:gd name="connsiteY37" fmla="*/ 442645 h 1462711"/>
                  <a:gd name="connsiteX38" fmla="*/ 660665 w 811296"/>
                  <a:gd name="connsiteY38" fmla="*/ 536460 h 1462711"/>
                  <a:gd name="connsiteX39" fmla="*/ 594598 w 811296"/>
                  <a:gd name="connsiteY39" fmla="*/ 623667 h 1462711"/>
                  <a:gd name="connsiteX40" fmla="*/ 515318 w 811296"/>
                  <a:gd name="connsiteY40" fmla="*/ 701626 h 1462711"/>
                  <a:gd name="connsiteX41" fmla="*/ 432075 w 811296"/>
                  <a:gd name="connsiteY41" fmla="*/ 755800 h 1462711"/>
                  <a:gd name="connsiteX42" fmla="*/ 510033 w 811296"/>
                  <a:gd name="connsiteY42" fmla="*/ 1070277 h 1462711"/>
                  <a:gd name="connsiteX43" fmla="*/ 581385 w 811296"/>
                  <a:gd name="connsiteY43" fmla="*/ 1022709 h 1462711"/>
                  <a:gd name="connsiteX44" fmla="*/ 664629 w 811296"/>
                  <a:gd name="connsiteY44" fmla="*/ 954000 h 1462711"/>
                  <a:gd name="connsiteX45" fmla="*/ 741266 w 811296"/>
                  <a:gd name="connsiteY45" fmla="*/ 877363 h 1462711"/>
                  <a:gd name="connsiteX46" fmla="*/ 811296 w 811296"/>
                  <a:gd name="connsiteY46" fmla="*/ 795440 h 1462711"/>
                  <a:gd name="connsiteX47" fmla="*/ 743908 w 811296"/>
                  <a:gd name="connsiteY47" fmla="*/ 880005 h 1462711"/>
                  <a:gd name="connsiteX48" fmla="*/ 669914 w 811296"/>
                  <a:gd name="connsiteY48" fmla="*/ 959285 h 1462711"/>
                  <a:gd name="connsiteX49" fmla="*/ 589313 w 811296"/>
                  <a:gd name="connsiteY49" fmla="*/ 1031958 h 1462711"/>
                  <a:gd name="connsiteX50" fmla="*/ 513997 w 811296"/>
                  <a:gd name="connsiteY50" fmla="*/ 1086133 h 1462711"/>
                  <a:gd name="connsiteX51" fmla="*/ 605169 w 811296"/>
                  <a:gd name="connsiteY51" fmla="*/ 1452141 h 1462711"/>
                  <a:gd name="connsiteX52" fmla="*/ 557601 w 811296"/>
                  <a:gd name="connsiteY52" fmla="*/ 1462711 h 1462711"/>
                  <a:gd name="connsiteX53" fmla="*/ 478321 w 811296"/>
                  <a:gd name="connsiteY53" fmla="*/ 1092739 h 1462711"/>
                  <a:gd name="connsiteX54" fmla="*/ 397720 w 811296"/>
                  <a:gd name="connsiteY54" fmla="*/ 1075562 h 1462711"/>
                  <a:gd name="connsiteX55" fmla="*/ 305227 w 811296"/>
                  <a:gd name="connsiteY55" fmla="*/ 1042529 h 1462711"/>
                  <a:gd name="connsiteX56" fmla="*/ 216698 w 811296"/>
                  <a:gd name="connsiteY56" fmla="*/ 1000246 h 1462711"/>
                  <a:gd name="connsiteX57" fmla="*/ 132133 w 811296"/>
                  <a:gd name="connsiteY57" fmla="*/ 950036 h 1462711"/>
                  <a:gd name="connsiteX58" fmla="*/ 218019 w 811296"/>
                  <a:gd name="connsiteY58" fmla="*/ 996282 h 1462711"/>
                  <a:gd name="connsiteX59" fmla="*/ 309191 w 811296"/>
                  <a:gd name="connsiteY59" fmla="*/ 1037243 h 1462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811296" h="1462711">
                    <a:moveTo>
                      <a:pt x="309191" y="1037243"/>
                    </a:moveTo>
                    <a:cubicBezTo>
                      <a:pt x="339582" y="1049135"/>
                      <a:pt x="371293" y="1058385"/>
                      <a:pt x="401684" y="1066313"/>
                    </a:cubicBezTo>
                    <a:cubicBezTo>
                      <a:pt x="425468" y="1072919"/>
                      <a:pt x="450573" y="1076883"/>
                      <a:pt x="475679" y="1079526"/>
                    </a:cubicBezTo>
                    <a:lnTo>
                      <a:pt x="408291" y="762407"/>
                    </a:lnTo>
                    <a:cubicBezTo>
                      <a:pt x="373936" y="757122"/>
                      <a:pt x="340903" y="750515"/>
                      <a:pt x="307870" y="741266"/>
                    </a:cubicBezTo>
                    <a:cubicBezTo>
                      <a:pt x="270872" y="730695"/>
                      <a:pt x="236518" y="717482"/>
                      <a:pt x="202163" y="702947"/>
                    </a:cubicBezTo>
                    <a:cubicBezTo>
                      <a:pt x="167809" y="688413"/>
                      <a:pt x="134776" y="669914"/>
                      <a:pt x="101742" y="650094"/>
                    </a:cubicBezTo>
                    <a:cubicBezTo>
                      <a:pt x="70030" y="630274"/>
                      <a:pt x="38318" y="609133"/>
                      <a:pt x="10571" y="584028"/>
                    </a:cubicBezTo>
                    <a:cubicBezTo>
                      <a:pt x="39640" y="607811"/>
                      <a:pt x="71352" y="627631"/>
                      <a:pt x="104385" y="646130"/>
                    </a:cubicBezTo>
                    <a:cubicBezTo>
                      <a:pt x="137418" y="664629"/>
                      <a:pt x="170451" y="680485"/>
                      <a:pt x="204806" y="695019"/>
                    </a:cubicBezTo>
                    <a:cubicBezTo>
                      <a:pt x="239160" y="708232"/>
                      <a:pt x="274837" y="720124"/>
                      <a:pt x="310512" y="729374"/>
                    </a:cubicBezTo>
                    <a:cubicBezTo>
                      <a:pt x="340903" y="737302"/>
                      <a:pt x="372615" y="742587"/>
                      <a:pt x="404327" y="746551"/>
                    </a:cubicBezTo>
                    <a:lnTo>
                      <a:pt x="351473" y="498141"/>
                    </a:lnTo>
                    <a:cubicBezTo>
                      <a:pt x="317119" y="484928"/>
                      <a:pt x="284086" y="470393"/>
                      <a:pt x="253695" y="451895"/>
                    </a:cubicBezTo>
                    <a:cubicBezTo>
                      <a:pt x="236518" y="442645"/>
                      <a:pt x="221983" y="432075"/>
                      <a:pt x="204806" y="422825"/>
                    </a:cubicBezTo>
                    <a:cubicBezTo>
                      <a:pt x="188950" y="412255"/>
                      <a:pt x="173094" y="401684"/>
                      <a:pt x="158560" y="389792"/>
                    </a:cubicBezTo>
                    <a:cubicBezTo>
                      <a:pt x="128169" y="367330"/>
                      <a:pt x="100421" y="342224"/>
                      <a:pt x="73994" y="315798"/>
                    </a:cubicBezTo>
                    <a:cubicBezTo>
                      <a:pt x="47568" y="289371"/>
                      <a:pt x="22463" y="261623"/>
                      <a:pt x="0" y="231233"/>
                    </a:cubicBezTo>
                    <a:cubicBezTo>
                      <a:pt x="23784" y="260302"/>
                      <a:pt x="50210" y="286728"/>
                      <a:pt x="76637" y="313155"/>
                    </a:cubicBezTo>
                    <a:cubicBezTo>
                      <a:pt x="104385" y="338260"/>
                      <a:pt x="133454" y="362044"/>
                      <a:pt x="163845" y="383186"/>
                    </a:cubicBezTo>
                    <a:cubicBezTo>
                      <a:pt x="178379" y="393756"/>
                      <a:pt x="194235" y="404327"/>
                      <a:pt x="210091" y="413576"/>
                    </a:cubicBezTo>
                    <a:cubicBezTo>
                      <a:pt x="225947" y="422825"/>
                      <a:pt x="241803" y="432075"/>
                      <a:pt x="258980" y="440003"/>
                    </a:cubicBezTo>
                    <a:cubicBezTo>
                      <a:pt x="288050" y="455859"/>
                      <a:pt x="317119" y="467751"/>
                      <a:pt x="347510" y="478321"/>
                    </a:cubicBezTo>
                    <a:lnTo>
                      <a:pt x="245767" y="0"/>
                    </a:lnTo>
                    <a:lnTo>
                      <a:pt x="363366" y="474357"/>
                    </a:lnTo>
                    <a:cubicBezTo>
                      <a:pt x="385828" y="453216"/>
                      <a:pt x="406969" y="429432"/>
                      <a:pt x="426789" y="405648"/>
                    </a:cubicBezTo>
                    <a:cubicBezTo>
                      <a:pt x="449252" y="377900"/>
                      <a:pt x="470393" y="347510"/>
                      <a:pt x="490213" y="317119"/>
                    </a:cubicBezTo>
                    <a:cubicBezTo>
                      <a:pt x="510033" y="286728"/>
                      <a:pt x="527210" y="255017"/>
                      <a:pt x="544388" y="221983"/>
                    </a:cubicBezTo>
                    <a:cubicBezTo>
                      <a:pt x="561565" y="188950"/>
                      <a:pt x="576099" y="155917"/>
                      <a:pt x="589313" y="122884"/>
                    </a:cubicBezTo>
                    <a:cubicBezTo>
                      <a:pt x="577421" y="157238"/>
                      <a:pt x="562886" y="191593"/>
                      <a:pt x="547030" y="224626"/>
                    </a:cubicBezTo>
                    <a:cubicBezTo>
                      <a:pt x="531174" y="257659"/>
                      <a:pt x="513997" y="290692"/>
                      <a:pt x="495498" y="322404"/>
                    </a:cubicBezTo>
                    <a:cubicBezTo>
                      <a:pt x="477000" y="354116"/>
                      <a:pt x="457180" y="384507"/>
                      <a:pt x="434717" y="413576"/>
                    </a:cubicBezTo>
                    <a:cubicBezTo>
                      <a:pt x="413576" y="441324"/>
                      <a:pt x="391113" y="467751"/>
                      <a:pt x="366008" y="492856"/>
                    </a:cubicBezTo>
                    <a:lnTo>
                      <a:pt x="426789" y="741266"/>
                    </a:lnTo>
                    <a:cubicBezTo>
                      <a:pt x="454537" y="728052"/>
                      <a:pt x="480964" y="710875"/>
                      <a:pt x="506069" y="692376"/>
                    </a:cubicBezTo>
                    <a:cubicBezTo>
                      <a:pt x="535138" y="669914"/>
                      <a:pt x="561565" y="646130"/>
                      <a:pt x="586670" y="619703"/>
                    </a:cubicBezTo>
                    <a:cubicBezTo>
                      <a:pt x="611775" y="593277"/>
                      <a:pt x="634238" y="564208"/>
                      <a:pt x="656701" y="535138"/>
                    </a:cubicBezTo>
                    <a:cubicBezTo>
                      <a:pt x="677842" y="506069"/>
                      <a:pt x="698983" y="475679"/>
                      <a:pt x="716160" y="442645"/>
                    </a:cubicBezTo>
                    <a:cubicBezTo>
                      <a:pt x="698983" y="475679"/>
                      <a:pt x="680485" y="506069"/>
                      <a:pt x="660665" y="536460"/>
                    </a:cubicBezTo>
                    <a:cubicBezTo>
                      <a:pt x="639523" y="566850"/>
                      <a:pt x="618382" y="595920"/>
                      <a:pt x="594598" y="623667"/>
                    </a:cubicBezTo>
                    <a:cubicBezTo>
                      <a:pt x="570814" y="651415"/>
                      <a:pt x="544388" y="677842"/>
                      <a:pt x="515318" y="701626"/>
                    </a:cubicBezTo>
                    <a:cubicBezTo>
                      <a:pt x="490213" y="722767"/>
                      <a:pt x="461144" y="741266"/>
                      <a:pt x="432075" y="755800"/>
                    </a:cubicBezTo>
                    <a:lnTo>
                      <a:pt x="510033" y="1070277"/>
                    </a:lnTo>
                    <a:cubicBezTo>
                      <a:pt x="533817" y="1055742"/>
                      <a:pt x="558922" y="1039886"/>
                      <a:pt x="581385" y="1022709"/>
                    </a:cubicBezTo>
                    <a:cubicBezTo>
                      <a:pt x="610454" y="1001568"/>
                      <a:pt x="638202" y="977784"/>
                      <a:pt x="664629" y="954000"/>
                    </a:cubicBezTo>
                    <a:cubicBezTo>
                      <a:pt x="691055" y="930216"/>
                      <a:pt x="717482" y="903789"/>
                      <a:pt x="741266" y="877363"/>
                    </a:cubicBezTo>
                    <a:cubicBezTo>
                      <a:pt x="766371" y="850936"/>
                      <a:pt x="790155" y="823188"/>
                      <a:pt x="811296" y="795440"/>
                    </a:cubicBezTo>
                    <a:cubicBezTo>
                      <a:pt x="790155" y="824509"/>
                      <a:pt x="767692" y="853579"/>
                      <a:pt x="743908" y="880005"/>
                    </a:cubicBezTo>
                    <a:cubicBezTo>
                      <a:pt x="720124" y="907753"/>
                      <a:pt x="695019" y="934180"/>
                      <a:pt x="669914" y="959285"/>
                    </a:cubicBezTo>
                    <a:cubicBezTo>
                      <a:pt x="644809" y="984390"/>
                      <a:pt x="617061" y="1009495"/>
                      <a:pt x="589313" y="1031958"/>
                    </a:cubicBezTo>
                    <a:cubicBezTo>
                      <a:pt x="565529" y="1051778"/>
                      <a:pt x="540424" y="1068955"/>
                      <a:pt x="513997" y="1086133"/>
                    </a:cubicBezTo>
                    <a:lnTo>
                      <a:pt x="605169" y="1452141"/>
                    </a:lnTo>
                    <a:lnTo>
                      <a:pt x="557601" y="1462711"/>
                    </a:lnTo>
                    <a:lnTo>
                      <a:pt x="478321" y="1092739"/>
                    </a:lnTo>
                    <a:cubicBezTo>
                      <a:pt x="450573" y="1088775"/>
                      <a:pt x="424147" y="1083490"/>
                      <a:pt x="397720" y="1075562"/>
                    </a:cubicBezTo>
                    <a:cubicBezTo>
                      <a:pt x="366008" y="1066313"/>
                      <a:pt x="335618" y="1055742"/>
                      <a:pt x="305227" y="1042529"/>
                    </a:cubicBezTo>
                    <a:cubicBezTo>
                      <a:pt x="274837" y="1029315"/>
                      <a:pt x="245767" y="1016102"/>
                      <a:pt x="216698" y="1000246"/>
                    </a:cubicBezTo>
                    <a:cubicBezTo>
                      <a:pt x="187629" y="984390"/>
                      <a:pt x="159881" y="968534"/>
                      <a:pt x="132133" y="950036"/>
                    </a:cubicBezTo>
                    <a:cubicBezTo>
                      <a:pt x="159881" y="967213"/>
                      <a:pt x="188950" y="981748"/>
                      <a:pt x="218019" y="996282"/>
                    </a:cubicBezTo>
                    <a:cubicBezTo>
                      <a:pt x="248410" y="1012138"/>
                      <a:pt x="278800" y="1025351"/>
                      <a:pt x="309191" y="1037243"/>
                    </a:cubicBezTo>
                    <a:close/>
                  </a:path>
                </a:pathLst>
              </a:custGeom>
              <a:solidFill>
                <a:schemeClr val="accent1">
                  <a:lumMod val="75000"/>
                </a:schemeClr>
              </a:solidFill>
              <a:ln w="13204" cap="flat">
                <a:noFill/>
                <a:prstDash val="solid"/>
                <a:miter/>
              </a:ln>
            </p:spPr>
            <p:txBody>
              <a:bodyPr rtlCol="0" anchor="ctr"/>
              <a:lstStyle/>
              <a:p>
                <a:endParaRPr lang="en-US"/>
              </a:p>
            </p:txBody>
          </p:sp>
        </p:grpSp>
        <p:grpSp>
          <p:nvGrpSpPr>
            <p:cNvPr id="17" name="Graphic 3">
              <a:extLst>
                <a:ext uri="{FF2B5EF4-FFF2-40B4-BE49-F238E27FC236}">
                  <a16:creationId xmlns:a16="http://schemas.microsoft.com/office/drawing/2014/main" id="{85FB30D8-0F6F-4314-A3BD-A2090A2B8719}"/>
                </a:ext>
              </a:extLst>
            </p:cNvPr>
            <p:cNvGrpSpPr/>
            <p:nvPr/>
          </p:nvGrpSpPr>
          <p:grpSpPr>
            <a:xfrm>
              <a:off x="6566079" y="2358758"/>
              <a:ext cx="1446783" cy="1610700"/>
              <a:chOff x="6566079" y="2358758"/>
              <a:chExt cx="1446783" cy="1610700"/>
            </a:xfrm>
          </p:grpSpPr>
          <p:sp>
            <p:nvSpPr>
              <p:cNvPr id="18" name="Freeform: Shape 17">
                <a:extLst>
                  <a:ext uri="{FF2B5EF4-FFF2-40B4-BE49-F238E27FC236}">
                    <a16:creationId xmlns:a16="http://schemas.microsoft.com/office/drawing/2014/main" id="{449F005A-FA4F-4449-A8C2-48B2CE58F2A8}"/>
                  </a:ext>
                </a:extLst>
              </p:cNvPr>
              <p:cNvSpPr/>
              <p:nvPr/>
            </p:nvSpPr>
            <p:spPr>
              <a:xfrm>
                <a:off x="6566079" y="2374614"/>
                <a:ext cx="1022708" cy="1462217"/>
              </a:xfrm>
              <a:custGeom>
                <a:avLst/>
                <a:gdLst>
                  <a:gd name="connsiteX0" fmla="*/ 1022709 w 1022708"/>
                  <a:gd name="connsiteY0" fmla="*/ 1313401 h 1462217"/>
                  <a:gd name="connsiteX1" fmla="*/ 746551 w 1022708"/>
                  <a:gd name="connsiteY1" fmla="*/ 1460069 h 1462217"/>
                  <a:gd name="connsiteX2" fmla="*/ 393756 w 1022708"/>
                  <a:gd name="connsiteY2" fmla="*/ 1366254 h 1462217"/>
                  <a:gd name="connsiteX3" fmla="*/ 384507 w 1022708"/>
                  <a:gd name="connsiteY3" fmla="*/ 1359648 h 1462217"/>
                  <a:gd name="connsiteX4" fmla="*/ 451895 w 1022708"/>
                  <a:gd name="connsiteY4" fmla="*/ 1346434 h 1462217"/>
                  <a:gd name="connsiteX5" fmla="*/ 745230 w 1022708"/>
                  <a:gd name="connsiteY5" fmla="*/ 1238086 h 1462217"/>
                  <a:gd name="connsiteX6" fmla="*/ 261623 w 1022708"/>
                  <a:gd name="connsiteY6" fmla="*/ 1260548 h 1462217"/>
                  <a:gd name="connsiteX7" fmla="*/ 99100 w 1022708"/>
                  <a:gd name="connsiteY7" fmla="*/ 1041208 h 1462217"/>
                  <a:gd name="connsiteX8" fmla="*/ 162523 w 1022708"/>
                  <a:gd name="connsiteY8" fmla="*/ 1064991 h 1462217"/>
                  <a:gd name="connsiteX9" fmla="*/ 610454 w 1022708"/>
                  <a:gd name="connsiteY9" fmla="*/ 1047814 h 1462217"/>
                  <a:gd name="connsiteX10" fmla="*/ 38319 w 1022708"/>
                  <a:gd name="connsiteY10" fmla="*/ 898504 h 1462217"/>
                  <a:gd name="connsiteX11" fmla="*/ 0 w 1022708"/>
                  <a:gd name="connsiteY11" fmla="*/ 687091 h 1462217"/>
                  <a:gd name="connsiteX12" fmla="*/ 60781 w 1022708"/>
                  <a:gd name="connsiteY12" fmla="*/ 741266 h 1462217"/>
                  <a:gd name="connsiteX13" fmla="*/ 171773 w 1022708"/>
                  <a:gd name="connsiteY13" fmla="*/ 852257 h 1462217"/>
                  <a:gd name="connsiteX14" fmla="*/ 379221 w 1022708"/>
                  <a:gd name="connsiteY14" fmla="*/ 878684 h 1462217"/>
                  <a:gd name="connsiteX15" fmla="*/ 487570 w 1022708"/>
                  <a:gd name="connsiteY15" fmla="*/ 865471 h 1462217"/>
                  <a:gd name="connsiteX16" fmla="*/ 354116 w 1022708"/>
                  <a:gd name="connsiteY16" fmla="*/ 833759 h 1462217"/>
                  <a:gd name="connsiteX17" fmla="*/ 237839 w 1022708"/>
                  <a:gd name="connsiteY17" fmla="*/ 795440 h 1462217"/>
                  <a:gd name="connsiteX18" fmla="*/ 0 w 1022708"/>
                  <a:gd name="connsiteY18" fmla="*/ 607811 h 1462217"/>
                  <a:gd name="connsiteX19" fmla="*/ 18499 w 1022708"/>
                  <a:gd name="connsiteY19" fmla="*/ 473036 h 1462217"/>
                  <a:gd name="connsiteX20" fmla="*/ 363366 w 1022708"/>
                  <a:gd name="connsiteY20" fmla="*/ 638202 h 1462217"/>
                  <a:gd name="connsiteX21" fmla="*/ 38319 w 1022708"/>
                  <a:gd name="connsiteY21" fmla="*/ 400363 h 1462217"/>
                  <a:gd name="connsiteX22" fmla="*/ 85886 w 1022708"/>
                  <a:gd name="connsiteY22" fmla="*/ 286728 h 1462217"/>
                  <a:gd name="connsiteX23" fmla="*/ 410933 w 1022708"/>
                  <a:gd name="connsiteY23" fmla="*/ 469072 h 1462217"/>
                  <a:gd name="connsiteX24" fmla="*/ 132133 w 1022708"/>
                  <a:gd name="connsiteY24" fmla="*/ 207449 h 1462217"/>
                  <a:gd name="connsiteX25" fmla="*/ 187629 w 1022708"/>
                  <a:gd name="connsiteY25" fmla="*/ 130812 h 1462217"/>
                  <a:gd name="connsiteX26" fmla="*/ 258981 w 1022708"/>
                  <a:gd name="connsiteY26" fmla="*/ 186307 h 1462217"/>
                  <a:gd name="connsiteX27" fmla="*/ 327690 w 1022708"/>
                  <a:gd name="connsiteY27" fmla="*/ 220662 h 1462217"/>
                  <a:gd name="connsiteX28" fmla="*/ 224626 w 1022708"/>
                  <a:gd name="connsiteY28" fmla="*/ 85886 h 1462217"/>
                  <a:gd name="connsiteX29" fmla="*/ 309191 w 1022708"/>
                  <a:gd name="connsiteY29" fmla="*/ 0 h 1462217"/>
                  <a:gd name="connsiteX30" fmla="*/ 1022709 w 1022708"/>
                  <a:gd name="connsiteY30" fmla="*/ 1313401 h 1462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22708" h="1462217">
                    <a:moveTo>
                      <a:pt x="1022709" y="1313401"/>
                    </a:moveTo>
                    <a:cubicBezTo>
                      <a:pt x="956642" y="1396645"/>
                      <a:pt x="853579" y="1449498"/>
                      <a:pt x="746551" y="1460069"/>
                    </a:cubicBezTo>
                    <a:cubicBezTo>
                      <a:pt x="623667" y="1471961"/>
                      <a:pt x="498141" y="1433642"/>
                      <a:pt x="393756" y="1366254"/>
                    </a:cubicBezTo>
                    <a:cubicBezTo>
                      <a:pt x="391113" y="1364933"/>
                      <a:pt x="387149" y="1362290"/>
                      <a:pt x="384507" y="1359648"/>
                    </a:cubicBezTo>
                    <a:cubicBezTo>
                      <a:pt x="406969" y="1355684"/>
                      <a:pt x="429432" y="1350398"/>
                      <a:pt x="451895" y="1346434"/>
                    </a:cubicBezTo>
                    <a:cubicBezTo>
                      <a:pt x="553637" y="1323972"/>
                      <a:pt x="661986" y="1297545"/>
                      <a:pt x="745230" y="1238086"/>
                    </a:cubicBezTo>
                    <a:cubicBezTo>
                      <a:pt x="589313" y="1284332"/>
                      <a:pt x="421504" y="1292260"/>
                      <a:pt x="261623" y="1260548"/>
                    </a:cubicBezTo>
                    <a:cubicBezTo>
                      <a:pt x="196878" y="1197124"/>
                      <a:pt x="141382" y="1121808"/>
                      <a:pt x="99100" y="1041208"/>
                    </a:cubicBezTo>
                    <a:cubicBezTo>
                      <a:pt x="120241" y="1050457"/>
                      <a:pt x="141382" y="1058385"/>
                      <a:pt x="162523" y="1064991"/>
                    </a:cubicBezTo>
                    <a:cubicBezTo>
                      <a:pt x="307870" y="1109917"/>
                      <a:pt x="463787" y="1091418"/>
                      <a:pt x="610454" y="1047814"/>
                    </a:cubicBezTo>
                    <a:cubicBezTo>
                      <a:pt x="413576" y="1026673"/>
                      <a:pt x="220662" y="976462"/>
                      <a:pt x="38319" y="898504"/>
                    </a:cubicBezTo>
                    <a:cubicBezTo>
                      <a:pt x="17177" y="829795"/>
                      <a:pt x="3964" y="758443"/>
                      <a:pt x="0" y="687091"/>
                    </a:cubicBezTo>
                    <a:cubicBezTo>
                      <a:pt x="21141" y="704268"/>
                      <a:pt x="42283" y="721446"/>
                      <a:pt x="60781" y="741266"/>
                    </a:cubicBezTo>
                    <a:cubicBezTo>
                      <a:pt x="96457" y="779584"/>
                      <a:pt x="126848" y="824509"/>
                      <a:pt x="171773" y="852257"/>
                    </a:cubicBezTo>
                    <a:cubicBezTo>
                      <a:pt x="232554" y="889255"/>
                      <a:pt x="309191" y="885291"/>
                      <a:pt x="379221" y="878684"/>
                    </a:cubicBezTo>
                    <a:cubicBezTo>
                      <a:pt x="414897" y="874720"/>
                      <a:pt x="451895" y="870756"/>
                      <a:pt x="487570" y="865471"/>
                    </a:cubicBezTo>
                    <a:cubicBezTo>
                      <a:pt x="442645" y="856221"/>
                      <a:pt x="399041" y="845651"/>
                      <a:pt x="354116" y="833759"/>
                    </a:cubicBezTo>
                    <a:cubicBezTo>
                      <a:pt x="314476" y="823188"/>
                      <a:pt x="276158" y="812618"/>
                      <a:pt x="237839" y="795440"/>
                    </a:cubicBezTo>
                    <a:cubicBezTo>
                      <a:pt x="144025" y="754479"/>
                      <a:pt x="68709" y="684449"/>
                      <a:pt x="0" y="607811"/>
                    </a:cubicBezTo>
                    <a:cubicBezTo>
                      <a:pt x="2643" y="562886"/>
                      <a:pt x="7928" y="517961"/>
                      <a:pt x="18499" y="473036"/>
                    </a:cubicBezTo>
                    <a:cubicBezTo>
                      <a:pt x="121562" y="548352"/>
                      <a:pt x="239161" y="605169"/>
                      <a:pt x="363366" y="638202"/>
                    </a:cubicBezTo>
                    <a:cubicBezTo>
                      <a:pt x="245767" y="572136"/>
                      <a:pt x="136097" y="492856"/>
                      <a:pt x="38319" y="400363"/>
                    </a:cubicBezTo>
                    <a:cubicBezTo>
                      <a:pt x="51532" y="360723"/>
                      <a:pt x="66066" y="323726"/>
                      <a:pt x="85886" y="286728"/>
                    </a:cubicBezTo>
                    <a:cubicBezTo>
                      <a:pt x="177058" y="372615"/>
                      <a:pt x="289371" y="436039"/>
                      <a:pt x="410933" y="469072"/>
                    </a:cubicBezTo>
                    <a:cubicBezTo>
                      <a:pt x="302584" y="400363"/>
                      <a:pt x="207449" y="310512"/>
                      <a:pt x="132133" y="207449"/>
                    </a:cubicBezTo>
                    <a:cubicBezTo>
                      <a:pt x="149310" y="181022"/>
                      <a:pt x="167809" y="154596"/>
                      <a:pt x="187629" y="130812"/>
                    </a:cubicBezTo>
                    <a:cubicBezTo>
                      <a:pt x="210091" y="150632"/>
                      <a:pt x="233875" y="170451"/>
                      <a:pt x="258981" y="186307"/>
                    </a:cubicBezTo>
                    <a:cubicBezTo>
                      <a:pt x="281443" y="199521"/>
                      <a:pt x="303906" y="211413"/>
                      <a:pt x="327690" y="220662"/>
                    </a:cubicBezTo>
                    <a:cubicBezTo>
                      <a:pt x="288050" y="179701"/>
                      <a:pt x="253695" y="134776"/>
                      <a:pt x="224626" y="85886"/>
                    </a:cubicBezTo>
                    <a:cubicBezTo>
                      <a:pt x="251053" y="55496"/>
                      <a:pt x="278800" y="26427"/>
                      <a:pt x="309191" y="0"/>
                    </a:cubicBezTo>
                    <a:lnTo>
                      <a:pt x="1022709" y="1313401"/>
                    </a:lnTo>
                    <a:close/>
                  </a:path>
                </a:pathLst>
              </a:custGeom>
              <a:solidFill>
                <a:schemeClr val="accent1"/>
              </a:solidFill>
              <a:ln w="1320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A10FEEC3-E24A-4E40-BF5A-AA1DF41B3A8B}"/>
                  </a:ext>
                </a:extLst>
              </p:cNvPr>
              <p:cNvSpPr/>
              <p:nvPr/>
            </p:nvSpPr>
            <p:spPr>
              <a:xfrm>
                <a:off x="6876592" y="2358758"/>
                <a:ext cx="1136270" cy="1330679"/>
              </a:xfrm>
              <a:custGeom>
                <a:avLst/>
                <a:gdLst>
                  <a:gd name="connsiteX0" fmla="*/ 712196 w 1136270"/>
                  <a:gd name="connsiteY0" fmla="*/ 1329257 h 1330679"/>
                  <a:gd name="connsiteX1" fmla="*/ 914360 w 1136270"/>
                  <a:gd name="connsiteY1" fmla="*/ 1280368 h 1330679"/>
                  <a:gd name="connsiteX2" fmla="*/ 1053099 w 1136270"/>
                  <a:gd name="connsiteY2" fmla="*/ 1149557 h 1330679"/>
                  <a:gd name="connsiteX3" fmla="*/ 1135022 w 1136270"/>
                  <a:gd name="connsiteY3" fmla="*/ 790155 h 1330679"/>
                  <a:gd name="connsiteX4" fmla="*/ 1001568 w 1136270"/>
                  <a:gd name="connsiteY4" fmla="*/ 913038 h 1330679"/>
                  <a:gd name="connsiteX5" fmla="*/ 836401 w 1136270"/>
                  <a:gd name="connsiteY5" fmla="*/ 1004210 h 1330679"/>
                  <a:gd name="connsiteX6" fmla="*/ 990997 w 1136270"/>
                  <a:gd name="connsiteY6" fmla="*/ 804690 h 1330679"/>
                  <a:gd name="connsiteX7" fmla="*/ 1053099 w 1136270"/>
                  <a:gd name="connsiteY7" fmla="*/ 741266 h 1330679"/>
                  <a:gd name="connsiteX8" fmla="*/ 1116523 w 1136270"/>
                  <a:gd name="connsiteY8" fmla="*/ 639523 h 1330679"/>
                  <a:gd name="connsiteX9" fmla="*/ 1012138 w 1136270"/>
                  <a:gd name="connsiteY9" fmla="*/ 364687 h 1330679"/>
                  <a:gd name="connsiteX10" fmla="*/ 973820 w 1136270"/>
                  <a:gd name="connsiteY10" fmla="*/ 500784 h 1330679"/>
                  <a:gd name="connsiteX11" fmla="*/ 905110 w 1136270"/>
                  <a:gd name="connsiteY11" fmla="*/ 642166 h 1330679"/>
                  <a:gd name="connsiteX12" fmla="*/ 815260 w 1136270"/>
                  <a:gd name="connsiteY12" fmla="*/ 720124 h 1330679"/>
                  <a:gd name="connsiteX13" fmla="*/ 861507 w 1136270"/>
                  <a:gd name="connsiteY13" fmla="*/ 643487 h 1330679"/>
                  <a:gd name="connsiteX14" fmla="*/ 923609 w 1136270"/>
                  <a:gd name="connsiteY14" fmla="*/ 251053 h 1330679"/>
                  <a:gd name="connsiteX15" fmla="*/ 809975 w 1136270"/>
                  <a:gd name="connsiteY15" fmla="*/ 155917 h 1330679"/>
                  <a:gd name="connsiteX16" fmla="*/ 770335 w 1136270"/>
                  <a:gd name="connsiteY16" fmla="*/ 410933 h 1330679"/>
                  <a:gd name="connsiteX17" fmla="*/ 655379 w 1136270"/>
                  <a:gd name="connsiteY17" fmla="*/ 618382 h 1330679"/>
                  <a:gd name="connsiteX18" fmla="*/ 676521 w 1136270"/>
                  <a:gd name="connsiteY18" fmla="*/ 550994 h 1330679"/>
                  <a:gd name="connsiteX19" fmla="*/ 728052 w 1136270"/>
                  <a:gd name="connsiteY19" fmla="*/ 335618 h 1330679"/>
                  <a:gd name="connsiteX20" fmla="*/ 735980 w 1136270"/>
                  <a:gd name="connsiteY20" fmla="*/ 199521 h 1330679"/>
                  <a:gd name="connsiteX21" fmla="*/ 733338 w 1136270"/>
                  <a:gd name="connsiteY21" fmla="*/ 132133 h 1330679"/>
                  <a:gd name="connsiteX22" fmla="*/ 728052 w 1136270"/>
                  <a:gd name="connsiteY22" fmla="*/ 107028 h 1330679"/>
                  <a:gd name="connsiteX23" fmla="*/ 591956 w 1136270"/>
                  <a:gd name="connsiteY23" fmla="*/ 48889 h 1330679"/>
                  <a:gd name="connsiteX24" fmla="*/ 614418 w 1136270"/>
                  <a:gd name="connsiteY24" fmla="*/ 223305 h 1330679"/>
                  <a:gd name="connsiteX25" fmla="*/ 593277 w 1136270"/>
                  <a:gd name="connsiteY25" fmla="*/ 330332 h 1330679"/>
                  <a:gd name="connsiteX26" fmla="*/ 508712 w 1136270"/>
                  <a:gd name="connsiteY26" fmla="*/ 535138 h 1330679"/>
                  <a:gd name="connsiteX27" fmla="*/ 484928 w 1136270"/>
                  <a:gd name="connsiteY27" fmla="*/ 18499 h 1330679"/>
                  <a:gd name="connsiteX28" fmla="*/ 380543 w 1136270"/>
                  <a:gd name="connsiteY28" fmla="*/ 2643 h 1330679"/>
                  <a:gd name="connsiteX29" fmla="*/ 405648 w 1136270"/>
                  <a:gd name="connsiteY29" fmla="*/ 210091 h 1330679"/>
                  <a:gd name="connsiteX30" fmla="*/ 314476 w 1136270"/>
                  <a:gd name="connsiteY30" fmla="*/ 0 h 1330679"/>
                  <a:gd name="connsiteX31" fmla="*/ 196878 w 1136270"/>
                  <a:gd name="connsiteY31" fmla="*/ 3964 h 1330679"/>
                  <a:gd name="connsiteX32" fmla="*/ 218019 w 1136270"/>
                  <a:gd name="connsiteY32" fmla="*/ 134776 h 1330679"/>
                  <a:gd name="connsiteX33" fmla="*/ 150632 w 1136270"/>
                  <a:gd name="connsiteY33" fmla="*/ 6607 h 1330679"/>
                  <a:gd name="connsiteX34" fmla="*/ 0 w 1136270"/>
                  <a:gd name="connsiteY34" fmla="*/ 14535 h 1330679"/>
                  <a:gd name="connsiteX35" fmla="*/ 712196 w 1136270"/>
                  <a:gd name="connsiteY35" fmla="*/ 1329257 h 1330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36270" h="1330679">
                    <a:moveTo>
                      <a:pt x="712196" y="1329257"/>
                    </a:moveTo>
                    <a:cubicBezTo>
                      <a:pt x="769014" y="1337185"/>
                      <a:pt x="865471" y="1310759"/>
                      <a:pt x="914360" y="1280368"/>
                    </a:cubicBezTo>
                    <a:cubicBezTo>
                      <a:pt x="968534" y="1246013"/>
                      <a:pt x="1017423" y="1202410"/>
                      <a:pt x="1053099" y="1149557"/>
                    </a:cubicBezTo>
                    <a:cubicBezTo>
                      <a:pt x="1123130" y="1046493"/>
                      <a:pt x="1141628" y="915681"/>
                      <a:pt x="1135022" y="790155"/>
                    </a:cubicBezTo>
                    <a:cubicBezTo>
                      <a:pt x="1096703" y="836401"/>
                      <a:pt x="1051778" y="878684"/>
                      <a:pt x="1001568" y="913038"/>
                    </a:cubicBezTo>
                    <a:cubicBezTo>
                      <a:pt x="950036" y="948714"/>
                      <a:pt x="893219" y="976462"/>
                      <a:pt x="836401" y="1004210"/>
                    </a:cubicBezTo>
                    <a:cubicBezTo>
                      <a:pt x="887933" y="938144"/>
                      <a:pt x="931537" y="865471"/>
                      <a:pt x="990997" y="804690"/>
                    </a:cubicBezTo>
                    <a:cubicBezTo>
                      <a:pt x="1012138" y="783548"/>
                      <a:pt x="1033279" y="763728"/>
                      <a:pt x="1053099" y="741266"/>
                    </a:cubicBezTo>
                    <a:cubicBezTo>
                      <a:pt x="1079526" y="710875"/>
                      <a:pt x="1100667" y="676521"/>
                      <a:pt x="1116523" y="639523"/>
                    </a:cubicBezTo>
                    <a:cubicBezTo>
                      <a:pt x="1098025" y="541745"/>
                      <a:pt x="1063670" y="447931"/>
                      <a:pt x="1012138" y="364687"/>
                    </a:cubicBezTo>
                    <a:cubicBezTo>
                      <a:pt x="1004210" y="410933"/>
                      <a:pt x="989676" y="455859"/>
                      <a:pt x="973820" y="500784"/>
                    </a:cubicBezTo>
                    <a:cubicBezTo>
                      <a:pt x="956642" y="550994"/>
                      <a:pt x="936822" y="601205"/>
                      <a:pt x="905110" y="642166"/>
                    </a:cubicBezTo>
                    <a:cubicBezTo>
                      <a:pt x="880005" y="673878"/>
                      <a:pt x="849615" y="698983"/>
                      <a:pt x="815260" y="720124"/>
                    </a:cubicBezTo>
                    <a:cubicBezTo>
                      <a:pt x="832437" y="696341"/>
                      <a:pt x="848293" y="669914"/>
                      <a:pt x="861507" y="643487"/>
                    </a:cubicBezTo>
                    <a:cubicBezTo>
                      <a:pt x="920966" y="523246"/>
                      <a:pt x="923609" y="385828"/>
                      <a:pt x="923609" y="251053"/>
                    </a:cubicBezTo>
                    <a:cubicBezTo>
                      <a:pt x="889255" y="215377"/>
                      <a:pt x="850936" y="183665"/>
                      <a:pt x="809975" y="155917"/>
                    </a:cubicBezTo>
                    <a:cubicBezTo>
                      <a:pt x="812617" y="241803"/>
                      <a:pt x="799404" y="329011"/>
                      <a:pt x="770335" y="410933"/>
                    </a:cubicBezTo>
                    <a:cubicBezTo>
                      <a:pt x="743908" y="486249"/>
                      <a:pt x="705590" y="556280"/>
                      <a:pt x="655379" y="618382"/>
                    </a:cubicBezTo>
                    <a:cubicBezTo>
                      <a:pt x="663307" y="595919"/>
                      <a:pt x="669914" y="573457"/>
                      <a:pt x="676521" y="550994"/>
                    </a:cubicBezTo>
                    <a:cubicBezTo>
                      <a:pt x="697662" y="479643"/>
                      <a:pt x="718803" y="408291"/>
                      <a:pt x="728052" y="335618"/>
                    </a:cubicBezTo>
                    <a:cubicBezTo>
                      <a:pt x="733338" y="290692"/>
                      <a:pt x="735980" y="245767"/>
                      <a:pt x="735980" y="199521"/>
                    </a:cubicBezTo>
                    <a:cubicBezTo>
                      <a:pt x="735980" y="177058"/>
                      <a:pt x="735980" y="154596"/>
                      <a:pt x="733338" y="132133"/>
                    </a:cubicBezTo>
                    <a:cubicBezTo>
                      <a:pt x="732016" y="124205"/>
                      <a:pt x="730695" y="114956"/>
                      <a:pt x="728052" y="107028"/>
                    </a:cubicBezTo>
                    <a:cubicBezTo>
                      <a:pt x="684449" y="84565"/>
                      <a:pt x="638202" y="64745"/>
                      <a:pt x="591956" y="48889"/>
                    </a:cubicBezTo>
                    <a:cubicBezTo>
                      <a:pt x="609133" y="105706"/>
                      <a:pt x="618382" y="163845"/>
                      <a:pt x="614418" y="223305"/>
                    </a:cubicBezTo>
                    <a:cubicBezTo>
                      <a:pt x="611775" y="258981"/>
                      <a:pt x="603847" y="294656"/>
                      <a:pt x="593277" y="330332"/>
                    </a:cubicBezTo>
                    <a:cubicBezTo>
                      <a:pt x="573457" y="401684"/>
                      <a:pt x="545709" y="471715"/>
                      <a:pt x="508712" y="535138"/>
                    </a:cubicBezTo>
                    <a:cubicBezTo>
                      <a:pt x="564208" y="367330"/>
                      <a:pt x="560244" y="178379"/>
                      <a:pt x="484928" y="18499"/>
                    </a:cubicBezTo>
                    <a:cubicBezTo>
                      <a:pt x="449252" y="10571"/>
                      <a:pt x="414897" y="6607"/>
                      <a:pt x="380543" y="2643"/>
                    </a:cubicBezTo>
                    <a:cubicBezTo>
                      <a:pt x="401684" y="68709"/>
                      <a:pt x="410933" y="140061"/>
                      <a:pt x="405648" y="210091"/>
                    </a:cubicBezTo>
                    <a:cubicBezTo>
                      <a:pt x="391113" y="134776"/>
                      <a:pt x="359402" y="62103"/>
                      <a:pt x="314476" y="0"/>
                    </a:cubicBezTo>
                    <a:cubicBezTo>
                      <a:pt x="274837" y="0"/>
                      <a:pt x="236518" y="1321"/>
                      <a:pt x="196878" y="3964"/>
                    </a:cubicBezTo>
                    <a:cubicBezTo>
                      <a:pt x="210091" y="46247"/>
                      <a:pt x="218019" y="91172"/>
                      <a:pt x="218019" y="134776"/>
                    </a:cubicBezTo>
                    <a:cubicBezTo>
                      <a:pt x="202163" y="88529"/>
                      <a:pt x="179701" y="44925"/>
                      <a:pt x="150632" y="6607"/>
                    </a:cubicBezTo>
                    <a:cubicBezTo>
                      <a:pt x="101742" y="10571"/>
                      <a:pt x="51532" y="13213"/>
                      <a:pt x="0" y="14535"/>
                    </a:cubicBezTo>
                    <a:lnTo>
                      <a:pt x="712196" y="1329257"/>
                    </a:lnTo>
                    <a:close/>
                  </a:path>
                </a:pathLst>
              </a:custGeom>
              <a:solidFill>
                <a:schemeClr val="accent1"/>
              </a:solidFill>
              <a:ln w="1320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DEFCC9A-D29F-49F4-9291-956FF5EC05F0}"/>
                  </a:ext>
                </a:extLst>
              </p:cNvPr>
              <p:cNvSpPr/>
              <p:nvPr/>
            </p:nvSpPr>
            <p:spPr>
              <a:xfrm>
                <a:off x="6692927" y="2449930"/>
                <a:ext cx="1271118" cy="1519528"/>
              </a:xfrm>
              <a:custGeom>
                <a:avLst/>
                <a:gdLst>
                  <a:gd name="connsiteX0" fmla="*/ 697662 w 1271118"/>
                  <a:gd name="connsiteY0" fmla="*/ 1046493 h 1519528"/>
                  <a:gd name="connsiteX1" fmla="*/ 615739 w 1271118"/>
                  <a:gd name="connsiteY1" fmla="*/ 1062349 h 1519528"/>
                  <a:gd name="connsiteX2" fmla="*/ 450573 w 1271118"/>
                  <a:gd name="connsiteY2" fmla="*/ 1086133 h 1519528"/>
                  <a:gd name="connsiteX3" fmla="*/ 284086 w 1271118"/>
                  <a:gd name="connsiteY3" fmla="*/ 1098025 h 1519528"/>
                  <a:gd name="connsiteX4" fmla="*/ 117598 w 1271118"/>
                  <a:gd name="connsiteY4" fmla="*/ 1092739 h 1519528"/>
                  <a:gd name="connsiteX5" fmla="*/ 284086 w 1271118"/>
                  <a:gd name="connsiteY5" fmla="*/ 1094061 h 1519528"/>
                  <a:gd name="connsiteX6" fmla="*/ 449252 w 1271118"/>
                  <a:gd name="connsiteY6" fmla="*/ 1078205 h 1519528"/>
                  <a:gd name="connsiteX7" fmla="*/ 613097 w 1271118"/>
                  <a:gd name="connsiteY7" fmla="*/ 1049135 h 1519528"/>
                  <a:gd name="connsiteX8" fmla="*/ 693698 w 1271118"/>
                  <a:gd name="connsiteY8" fmla="*/ 1030637 h 1519528"/>
                  <a:gd name="connsiteX9" fmla="*/ 754479 w 1271118"/>
                  <a:gd name="connsiteY9" fmla="*/ 1014781 h 1519528"/>
                  <a:gd name="connsiteX10" fmla="*/ 673878 w 1271118"/>
                  <a:gd name="connsiteY10" fmla="*/ 860185 h 1519528"/>
                  <a:gd name="connsiteX11" fmla="*/ 565529 w 1271118"/>
                  <a:gd name="connsiteY11" fmla="*/ 877363 h 1519528"/>
                  <a:gd name="connsiteX12" fmla="*/ 443967 w 1271118"/>
                  <a:gd name="connsiteY12" fmla="*/ 883969 h 1519528"/>
                  <a:gd name="connsiteX13" fmla="*/ 202163 w 1271118"/>
                  <a:gd name="connsiteY13" fmla="*/ 864149 h 1519528"/>
                  <a:gd name="connsiteX14" fmla="*/ 443967 w 1271118"/>
                  <a:gd name="connsiteY14" fmla="*/ 874720 h 1519528"/>
                  <a:gd name="connsiteX15" fmla="*/ 564208 w 1271118"/>
                  <a:gd name="connsiteY15" fmla="*/ 864149 h 1519528"/>
                  <a:gd name="connsiteX16" fmla="*/ 665950 w 1271118"/>
                  <a:gd name="connsiteY16" fmla="*/ 844329 h 1519528"/>
                  <a:gd name="connsiteX17" fmla="*/ 589313 w 1271118"/>
                  <a:gd name="connsiteY17" fmla="*/ 697662 h 1519528"/>
                  <a:gd name="connsiteX18" fmla="*/ 442645 w 1271118"/>
                  <a:gd name="connsiteY18" fmla="*/ 701626 h 1519528"/>
                  <a:gd name="connsiteX19" fmla="*/ 288050 w 1271118"/>
                  <a:gd name="connsiteY19" fmla="*/ 676521 h 1519528"/>
                  <a:gd name="connsiteX20" fmla="*/ 140061 w 1271118"/>
                  <a:gd name="connsiteY20" fmla="*/ 627631 h 1519528"/>
                  <a:gd name="connsiteX21" fmla="*/ 0 w 1271118"/>
                  <a:gd name="connsiteY21" fmla="*/ 558922 h 1519528"/>
                  <a:gd name="connsiteX22" fmla="*/ 141382 w 1271118"/>
                  <a:gd name="connsiteY22" fmla="*/ 623667 h 1519528"/>
                  <a:gd name="connsiteX23" fmla="*/ 290692 w 1271118"/>
                  <a:gd name="connsiteY23" fmla="*/ 668593 h 1519528"/>
                  <a:gd name="connsiteX24" fmla="*/ 443967 w 1271118"/>
                  <a:gd name="connsiteY24" fmla="*/ 689734 h 1519528"/>
                  <a:gd name="connsiteX25" fmla="*/ 584028 w 1271118"/>
                  <a:gd name="connsiteY25" fmla="*/ 684449 h 1519528"/>
                  <a:gd name="connsiteX26" fmla="*/ 503426 w 1271118"/>
                  <a:gd name="connsiteY26" fmla="*/ 529853 h 1519528"/>
                  <a:gd name="connsiteX27" fmla="*/ 379221 w 1271118"/>
                  <a:gd name="connsiteY27" fmla="*/ 511354 h 1519528"/>
                  <a:gd name="connsiteX28" fmla="*/ 253695 w 1271118"/>
                  <a:gd name="connsiteY28" fmla="*/ 471714 h 1519528"/>
                  <a:gd name="connsiteX29" fmla="*/ 134776 w 1271118"/>
                  <a:gd name="connsiteY29" fmla="*/ 414897 h 1519528"/>
                  <a:gd name="connsiteX30" fmla="*/ 23784 w 1271118"/>
                  <a:gd name="connsiteY30" fmla="*/ 343546 h 1519528"/>
                  <a:gd name="connsiteX31" fmla="*/ 134776 w 1271118"/>
                  <a:gd name="connsiteY31" fmla="*/ 412255 h 1519528"/>
                  <a:gd name="connsiteX32" fmla="*/ 255017 w 1271118"/>
                  <a:gd name="connsiteY32" fmla="*/ 466429 h 1519528"/>
                  <a:gd name="connsiteX33" fmla="*/ 380543 w 1271118"/>
                  <a:gd name="connsiteY33" fmla="*/ 503426 h 1519528"/>
                  <a:gd name="connsiteX34" fmla="*/ 495498 w 1271118"/>
                  <a:gd name="connsiteY34" fmla="*/ 517961 h 1519528"/>
                  <a:gd name="connsiteX35" fmla="*/ 410933 w 1271118"/>
                  <a:gd name="connsiteY35" fmla="*/ 356759 h 1519528"/>
                  <a:gd name="connsiteX36" fmla="*/ 257659 w 1271118"/>
                  <a:gd name="connsiteY36" fmla="*/ 282764 h 1519528"/>
                  <a:gd name="connsiteX37" fmla="*/ 118920 w 1271118"/>
                  <a:gd name="connsiteY37" fmla="*/ 179701 h 1519528"/>
                  <a:gd name="connsiteX38" fmla="*/ 260302 w 1271118"/>
                  <a:gd name="connsiteY38" fmla="*/ 278800 h 1519528"/>
                  <a:gd name="connsiteX39" fmla="*/ 405648 w 1271118"/>
                  <a:gd name="connsiteY39" fmla="*/ 344867 h 1519528"/>
                  <a:gd name="connsiteX40" fmla="*/ 258981 w 1271118"/>
                  <a:gd name="connsiteY40" fmla="*/ 62102 h 1519528"/>
                  <a:gd name="connsiteX41" fmla="*/ 466429 w 1271118"/>
                  <a:gd name="connsiteY41" fmla="*/ 432075 h 1519528"/>
                  <a:gd name="connsiteX42" fmla="*/ 494177 w 1271118"/>
                  <a:gd name="connsiteY42" fmla="*/ 338260 h 1519528"/>
                  <a:gd name="connsiteX43" fmla="*/ 503426 w 1271118"/>
                  <a:gd name="connsiteY43" fmla="*/ 284086 h 1519528"/>
                  <a:gd name="connsiteX44" fmla="*/ 507390 w 1271118"/>
                  <a:gd name="connsiteY44" fmla="*/ 228590 h 1519528"/>
                  <a:gd name="connsiteX45" fmla="*/ 502105 w 1271118"/>
                  <a:gd name="connsiteY45" fmla="*/ 117598 h 1519528"/>
                  <a:gd name="connsiteX46" fmla="*/ 478321 w 1271118"/>
                  <a:gd name="connsiteY46" fmla="*/ 9249 h 1519528"/>
                  <a:gd name="connsiteX47" fmla="*/ 503426 w 1271118"/>
                  <a:gd name="connsiteY47" fmla="*/ 117598 h 1519528"/>
                  <a:gd name="connsiteX48" fmla="*/ 511354 w 1271118"/>
                  <a:gd name="connsiteY48" fmla="*/ 228590 h 1519528"/>
                  <a:gd name="connsiteX49" fmla="*/ 508712 w 1271118"/>
                  <a:gd name="connsiteY49" fmla="*/ 284086 h 1519528"/>
                  <a:gd name="connsiteX50" fmla="*/ 500784 w 1271118"/>
                  <a:gd name="connsiteY50" fmla="*/ 339582 h 1519528"/>
                  <a:gd name="connsiteX51" fmla="*/ 473036 w 1271118"/>
                  <a:gd name="connsiteY51" fmla="*/ 441324 h 1519528"/>
                  <a:gd name="connsiteX52" fmla="*/ 554958 w 1271118"/>
                  <a:gd name="connsiteY52" fmla="*/ 587992 h 1519528"/>
                  <a:gd name="connsiteX53" fmla="*/ 614418 w 1271118"/>
                  <a:gd name="connsiteY53" fmla="*/ 461144 h 1519528"/>
                  <a:gd name="connsiteX54" fmla="*/ 652737 w 1271118"/>
                  <a:gd name="connsiteY54" fmla="*/ 310512 h 1519528"/>
                  <a:gd name="connsiteX55" fmla="*/ 660665 w 1271118"/>
                  <a:gd name="connsiteY55" fmla="*/ 154595 h 1519528"/>
                  <a:gd name="connsiteX56" fmla="*/ 636881 w 1271118"/>
                  <a:gd name="connsiteY56" fmla="*/ 0 h 1519528"/>
                  <a:gd name="connsiteX57" fmla="*/ 663307 w 1271118"/>
                  <a:gd name="connsiteY57" fmla="*/ 154595 h 1519528"/>
                  <a:gd name="connsiteX58" fmla="*/ 658022 w 1271118"/>
                  <a:gd name="connsiteY58" fmla="*/ 311834 h 1519528"/>
                  <a:gd name="connsiteX59" fmla="*/ 622346 w 1271118"/>
                  <a:gd name="connsiteY59" fmla="*/ 465108 h 1519528"/>
                  <a:gd name="connsiteX60" fmla="*/ 561565 w 1271118"/>
                  <a:gd name="connsiteY60" fmla="*/ 602526 h 1519528"/>
                  <a:gd name="connsiteX61" fmla="*/ 636881 w 1271118"/>
                  <a:gd name="connsiteY61" fmla="*/ 735980 h 1519528"/>
                  <a:gd name="connsiteX62" fmla="*/ 652737 w 1271118"/>
                  <a:gd name="connsiteY62" fmla="*/ 714839 h 1519528"/>
                  <a:gd name="connsiteX63" fmla="*/ 665950 w 1271118"/>
                  <a:gd name="connsiteY63" fmla="*/ 697662 h 1519528"/>
                  <a:gd name="connsiteX64" fmla="*/ 677842 w 1271118"/>
                  <a:gd name="connsiteY64" fmla="*/ 679163 h 1519528"/>
                  <a:gd name="connsiteX65" fmla="*/ 701626 w 1271118"/>
                  <a:gd name="connsiteY65" fmla="*/ 642166 h 1519528"/>
                  <a:gd name="connsiteX66" fmla="*/ 722767 w 1271118"/>
                  <a:gd name="connsiteY66" fmla="*/ 603847 h 1519528"/>
                  <a:gd name="connsiteX67" fmla="*/ 792798 w 1271118"/>
                  <a:gd name="connsiteY67" fmla="*/ 442645 h 1519528"/>
                  <a:gd name="connsiteX68" fmla="*/ 837723 w 1271118"/>
                  <a:gd name="connsiteY68" fmla="*/ 272194 h 1519528"/>
                  <a:gd name="connsiteX69" fmla="*/ 857543 w 1271118"/>
                  <a:gd name="connsiteY69" fmla="*/ 96457 h 1519528"/>
                  <a:gd name="connsiteX70" fmla="*/ 841687 w 1271118"/>
                  <a:gd name="connsiteY70" fmla="*/ 273515 h 1519528"/>
                  <a:gd name="connsiteX71" fmla="*/ 800725 w 1271118"/>
                  <a:gd name="connsiteY71" fmla="*/ 446609 h 1519528"/>
                  <a:gd name="connsiteX72" fmla="*/ 734659 w 1271118"/>
                  <a:gd name="connsiteY72" fmla="*/ 611775 h 1519528"/>
                  <a:gd name="connsiteX73" fmla="*/ 713518 w 1271118"/>
                  <a:gd name="connsiteY73" fmla="*/ 651415 h 1519528"/>
                  <a:gd name="connsiteX74" fmla="*/ 692377 w 1271118"/>
                  <a:gd name="connsiteY74" fmla="*/ 687091 h 1519528"/>
                  <a:gd name="connsiteX75" fmla="*/ 680485 w 1271118"/>
                  <a:gd name="connsiteY75" fmla="*/ 705590 h 1519528"/>
                  <a:gd name="connsiteX76" fmla="*/ 667271 w 1271118"/>
                  <a:gd name="connsiteY76" fmla="*/ 724088 h 1519528"/>
                  <a:gd name="connsiteX77" fmla="*/ 647451 w 1271118"/>
                  <a:gd name="connsiteY77" fmla="*/ 751836 h 1519528"/>
                  <a:gd name="connsiteX78" fmla="*/ 692377 w 1271118"/>
                  <a:gd name="connsiteY78" fmla="*/ 832437 h 1519528"/>
                  <a:gd name="connsiteX79" fmla="*/ 796762 w 1271118"/>
                  <a:gd name="connsiteY79" fmla="*/ 733338 h 1519528"/>
                  <a:gd name="connsiteX80" fmla="*/ 894540 w 1271118"/>
                  <a:gd name="connsiteY80" fmla="*/ 606490 h 1519528"/>
                  <a:gd name="connsiteX81" fmla="*/ 973820 w 1271118"/>
                  <a:gd name="connsiteY81" fmla="*/ 466429 h 1519528"/>
                  <a:gd name="connsiteX82" fmla="*/ 1034601 w 1271118"/>
                  <a:gd name="connsiteY82" fmla="*/ 317119 h 1519528"/>
                  <a:gd name="connsiteX83" fmla="*/ 977784 w 1271118"/>
                  <a:gd name="connsiteY83" fmla="*/ 467751 h 1519528"/>
                  <a:gd name="connsiteX84" fmla="*/ 901147 w 1271118"/>
                  <a:gd name="connsiteY84" fmla="*/ 610454 h 1519528"/>
                  <a:gd name="connsiteX85" fmla="*/ 806011 w 1271118"/>
                  <a:gd name="connsiteY85" fmla="*/ 741266 h 1519528"/>
                  <a:gd name="connsiteX86" fmla="*/ 700304 w 1271118"/>
                  <a:gd name="connsiteY86" fmla="*/ 846972 h 1519528"/>
                  <a:gd name="connsiteX87" fmla="*/ 753158 w 1271118"/>
                  <a:gd name="connsiteY87" fmla="*/ 939465 h 1519528"/>
                  <a:gd name="connsiteX88" fmla="*/ 804690 w 1271118"/>
                  <a:gd name="connsiteY88" fmla="*/ 907753 h 1519528"/>
                  <a:gd name="connsiteX89" fmla="*/ 869435 w 1271118"/>
                  <a:gd name="connsiteY89" fmla="*/ 864149 h 1519528"/>
                  <a:gd name="connsiteX90" fmla="*/ 992318 w 1271118"/>
                  <a:gd name="connsiteY90" fmla="*/ 767692 h 1519528"/>
                  <a:gd name="connsiteX91" fmla="*/ 1104631 w 1271118"/>
                  <a:gd name="connsiteY91" fmla="*/ 659343 h 1519528"/>
                  <a:gd name="connsiteX92" fmla="*/ 1202410 w 1271118"/>
                  <a:gd name="connsiteY92" fmla="*/ 537781 h 1519528"/>
                  <a:gd name="connsiteX93" fmla="*/ 1107274 w 1271118"/>
                  <a:gd name="connsiteY93" fmla="*/ 661986 h 1519528"/>
                  <a:gd name="connsiteX94" fmla="*/ 997604 w 1271118"/>
                  <a:gd name="connsiteY94" fmla="*/ 774299 h 1519528"/>
                  <a:gd name="connsiteX95" fmla="*/ 877363 w 1271118"/>
                  <a:gd name="connsiteY95" fmla="*/ 874720 h 1519528"/>
                  <a:gd name="connsiteX96" fmla="*/ 813939 w 1271118"/>
                  <a:gd name="connsiteY96" fmla="*/ 920966 h 1519528"/>
                  <a:gd name="connsiteX97" fmla="*/ 762407 w 1271118"/>
                  <a:gd name="connsiteY97" fmla="*/ 955321 h 1519528"/>
                  <a:gd name="connsiteX98" fmla="*/ 869435 w 1271118"/>
                  <a:gd name="connsiteY98" fmla="*/ 1145592 h 1519528"/>
                  <a:gd name="connsiteX99" fmla="*/ 980426 w 1271118"/>
                  <a:gd name="connsiteY99" fmla="*/ 1103310 h 1519528"/>
                  <a:gd name="connsiteX100" fmla="*/ 1092739 w 1271118"/>
                  <a:gd name="connsiteY100" fmla="*/ 1024030 h 1519528"/>
                  <a:gd name="connsiteX101" fmla="*/ 1189196 w 1271118"/>
                  <a:gd name="connsiteY101" fmla="*/ 924930 h 1519528"/>
                  <a:gd name="connsiteX102" fmla="*/ 1271119 w 1271118"/>
                  <a:gd name="connsiteY102" fmla="*/ 812617 h 1519528"/>
                  <a:gd name="connsiteX103" fmla="*/ 1193160 w 1271118"/>
                  <a:gd name="connsiteY103" fmla="*/ 927573 h 1519528"/>
                  <a:gd name="connsiteX104" fmla="*/ 1099346 w 1271118"/>
                  <a:gd name="connsiteY104" fmla="*/ 1030637 h 1519528"/>
                  <a:gd name="connsiteX105" fmla="*/ 987033 w 1271118"/>
                  <a:gd name="connsiteY105" fmla="*/ 1115202 h 1519528"/>
                  <a:gd name="connsiteX106" fmla="*/ 878684 w 1271118"/>
                  <a:gd name="connsiteY106" fmla="*/ 1161448 h 1519528"/>
                  <a:gd name="connsiteX107" fmla="*/ 1066313 w 1271118"/>
                  <a:gd name="connsiteY107" fmla="*/ 1494423 h 1519528"/>
                  <a:gd name="connsiteX108" fmla="*/ 1020066 w 1271118"/>
                  <a:gd name="connsiteY108" fmla="*/ 1519529 h 1519528"/>
                  <a:gd name="connsiteX109" fmla="*/ 843008 w 1271118"/>
                  <a:gd name="connsiteY109" fmla="*/ 1178626 h 1519528"/>
                  <a:gd name="connsiteX110" fmla="*/ 762407 w 1271118"/>
                  <a:gd name="connsiteY110" fmla="*/ 1226194 h 1519528"/>
                  <a:gd name="connsiteX111" fmla="*/ 656701 w 1271118"/>
                  <a:gd name="connsiteY111" fmla="*/ 1269797 h 1519528"/>
                  <a:gd name="connsiteX112" fmla="*/ 545709 w 1271118"/>
                  <a:gd name="connsiteY112" fmla="*/ 1297545 h 1519528"/>
                  <a:gd name="connsiteX113" fmla="*/ 432075 w 1271118"/>
                  <a:gd name="connsiteY113" fmla="*/ 1308116 h 1519528"/>
                  <a:gd name="connsiteX114" fmla="*/ 544388 w 1271118"/>
                  <a:gd name="connsiteY114" fmla="*/ 1292260 h 1519528"/>
                  <a:gd name="connsiteX115" fmla="*/ 652737 w 1271118"/>
                  <a:gd name="connsiteY115" fmla="*/ 1260548 h 1519528"/>
                  <a:gd name="connsiteX116" fmla="*/ 754479 w 1271118"/>
                  <a:gd name="connsiteY116" fmla="*/ 1212980 h 1519528"/>
                  <a:gd name="connsiteX117" fmla="*/ 832437 w 1271118"/>
                  <a:gd name="connsiteY117" fmla="*/ 1162770 h 1519528"/>
                  <a:gd name="connsiteX118" fmla="*/ 763728 w 1271118"/>
                  <a:gd name="connsiteY118" fmla="*/ 1030637 h 1519528"/>
                  <a:gd name="connsiteX119" fmla="*/ 697662 w 1271118"/>
                  <a:gd name="connsiteY119" fmla="*/ 1046493 h 151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1271118" h="1519528">
                    <a:moveTo>
                      <a:pt x="697662" y="1046493"/>
                    </a:moveTo>
                    <a:cubicBezTo>
                      <a:pt x="669914" y="1051778"/>
                      <a:pt x="643487" y="1058385"/>
                      <a:pt x="615739" y="1062349"/>
                    </a:cubicBezTo>
                    <a:cubicBezTo>
                      <a:pt x="561565" y="1072919"/>
                      <a:pt x="506069" y="1080847"/>
                      <a:pt x="450573" y="1086133"/>
                    </a:cubicBezTo>
                    <a:cubicBezTo>
                      <a:pt x="395077" y="1091418"/>
                      <a:pt x="339582" y="1096703"/>
                      <a:pt x="284086" y="1098025"/>
                    </a:cubicBezTo>
                    <a:cubicBezTo>
                      <a:pt x="228590" y="1099346"/>
                      <a:pt x="173094" y="1098025"/>
                      <a:pt x="117598" y="1092739"/>
                    </a:cubicBezTo>
                    <a:cubicBezTo>
                      <a:pt x="173094" y="1098025"/>
                      <a:pt x="228590" y="1096703"/>
                      <a:pt x="284086" y="1094061"/>
                    </a:cubicBezTo>
                    <a:cubicBezTo>
                      <a:pt x="339582" y="1091418"/>
                      <a:pt x="393756" y="1086133"/>
                      <a:pt x="449252" y="1078205"/>
                    </a:cubicBezTo>
                    <a:cubicBezTo>
                      <a:pt x="503426" y="1070277"/>
                      <a:pt x="558922" y="1061027"/>
                      <a:pt x="613097" y="1049135"/>
                    </a:cubicBezTo>
                    <a:cubicBezTo>
                      <a:pt x="640845" y="1043850"/>
                      <a:pt x="667271" y="1037243"/>
                      <a:pt x="693698" y="1030637"/>
                    </a:cubicBezTo>
                    <a:lnTo>
                      <a:pt x="754479" y="1014781"/>
                    </a:lnTo>
                    <a:lnTo>
                      <a:pt x="673878" y="860185"/>
                    </a:lnTo>
                    <a:cubicBezTo>
                      <a:pt x="638202" y="868113"/>
                      <a:pt x="602526" y="873399"/>
                      <a:pt x="565529" y="877363"/>
                    </a:cubicBezTo>
                    <a:cubicBezTo>
                      <a:pt x="524568" y="881327"/>
                      <a:pt x="484928" y="883969"/>
                      <a:pt x="443967" y="883969"/>
                    </a:cubicBezTo>
                    <a:cubicBezTo>
                      <a:pt x="363366" y="883969"/>
                      <a:pt x="281443" y="877363"/>
                      <a:pt x="202163" y="864149"/>
                    </a:cubicBezTo>
                    <a:cubicBezTo>
                      <a:pt x="282764" y="874720"/>
                      <a:pt x="363366" y="877363"/>
                      <a:pt x="443967" y="874720"/>
                    </a:cubicBezTo>
                    <a:cubicBezTo>
                      <a:pt x="484928" y="873399"/>
                      <a:pt x="524568" y="869435"/>
                      <a:pt x="564208" y="864149"/>
                    </a:cubicBezTo>
                    <a:cubicBezTo>
                      <a:pt x="598562" y="860185"/>
                      <a:pt x="632917" y="852257"/>
                      <a:pt x="665950" y="844329"/>
                    </a:cubicBezTo>
                    <a:lnTo>
                      <a:pt x="589313" y="697662"/>
                    </a:lnTo>
                    <a:cubicBezTo>
                      <a:pt x="540424" y="702947"/>
                      <a:pt x="491535" y="705590"/>
                      <a:pt x="442645" y="701626"/>
                    </a:cubicBezTo>
                    <a:cubicBezTo>
                      <a:pt x="391113" y="697662"/>
                      <a:pt x="338260" y="689734"/>
                      <a:pt x="288050" y="676521"/>
                    </a:cubicBezTo>
                    <a:cubicBezTo>
                      <a:pt x="237839" y="663307"/>
                      <a:pt x="187629" y="647451"/>
                      <a:pt x="140061" y="627631"/>
                    </a:cubicBezTo>
                    <a:cubicBezTo>
                      <a:pt x="92493" y="607811"/>
                      <a:pt x="44925" y="585349"/>
                      <a:pt x="0" y="558922"/>
                    </a:cubicBezTo>
                    <a:cubicBezTo>
                      <a:pt x="44925" y="584027"/>
                      <a:pt x="92493" y="605169"/>
                      <a:pt x="141382" y="623667"/>
                    </a:cubicBezTo>
                    <a:cubicBezTo>
                      <a:pt x="190271" y="642166"/>
                      <a:pt x="239161" y="656701"/>
                      <a:pt x="290692" y="668593"/>
                    </a:cubicBezTo>
                    <a:cubicBezTo>
                      <a:pt x="340903" y="680485"/>
                      <a:pt x="392435" y="687091"/>
                      <a:pt x="443967" y="689734"/>
                    </a:cubicBezTo>
                    <a:cubicBezTo>
                      <a:pt x="490213" y="692377"/>
                      <a:pt x="537781" y="689734"/>
                      <a:pt x="584028" y="684449"/>
                    </a:cubicBezTo>
                    <a:lnTo>
                      <a:pt x="503426" y="529853"/>
                    </a:lnTo>
                    <a:cubicBezTo>
                      <a:pt x="461144" y="525889"/>
                      <a:pt x="418861" y="521925"/>
                      <a:pt x="379221" y="511354"/>
                    </a:cubicBezTo>
                    <a:cubicBezTo>
                      <a:pt x="336939" y="500784"/>
                      <a:pt x="294656" y="487570"/>
                      <a:pt x="253695" y="471714"/>
                    </a:cubicBezTo>
                    <a:cubicBezTo>
                      <a:pt x="212734" y="455859"/>
                      <a:pt x="173094" y="436039"/>
                      <a:pt x="134776" y="414897"/>
                    </a:cubicBezTo>
                    <a:cubicBezTo>
                      <a:pt x="95136" y="393756"/>
                      <a:pt x="58139" y="369972"/>
                      <a:pt x="23784" y="343546"/>
                    </a:cubicBezTo>
                    <a:cubicBezTo>
                      <a:pt x="59460" y="369972"/>
                      <a:pt x="96457" y="392435"/>
                      <a:pt x="134776" y="412255"/>
                    </a:cubicBezTo>
                    <a:cubicBezTo>
                      <a:pt x="173094" y="433396"/>
                      <a:pt x="214055" y="450573"/>
                      <a:pt x="255017" y="466429"/>
                    </a:cubicBezTo>
                    <a:cubicBezTo>
                      <a:pt x="295978" y="482285"/>
                      <a:pt x="338260" y="494177"/>
                      <a:pt x="380543" y="503426"/>
                    </a:cubicBezTo>
                    <a:cubicBezTo>
                      <a:pt x="418861" y="512676"/>
                      <a:pt x="457180" y="515318"/>
                      <a:pt x="495498" y="517961"/>
                    </a:cubicBezTo>
                    <a:lnTo>
                      <a:pt x="410933" y="356759"/>
                    </a:lnTo>
                    <a:cubicBezTo>
                      <a:pt x="358080" y="336939"/>
                      <a:pt x="306548" y="311834"/>
                      <a:pt x="257659" y="282764"/>
                    </a:cubicBezTo>
                    <a:cubicBezTo>
                      <a:pt x="208770" y="252374"/>
                      <a:pt x="161202" y="219341"/>
                      <a:pt x="118920" y="179701"/>
                    </a:cubicBezTo>
                    <a:cubicBezTo>
                      <a:pt x="162524" y="218019"/>
                      <a:pt x="210091" y="251053"/>
                      <a:pt x="260302" y="278800"/>
                    </a:cubicBezTo>
                    <a:cubicBezTo>
                      <a:pt x="306548" y="305227"/>
                      <a:pt x="355438" y="327690"/>
                      <a:pt x="405648" y="344867"/>
                    </a:cubicBezTo>
                    <a:lnTo>
                      <a:pt x="258981" y="62102"/>
                    </a:lnTo>
                    <a:lnTo>
                      <a:pt x="466429" y="432075"/>
                    </a:lnTo>
                    <a:cubicBezTo>
                      <a:pt x="477000" y="401684"/>
                      <a:pt x="487570" y="371293"/>
                      <a:pt x="494177" y="338260"/>
                    </a:cubicBezTo>
                    <a:cubicBezTo>
                      <a:pt x="498141" y="319762"/>
                      <a:pt x="500784" y="302584"/>
                      <a:pt x="503426" y="284086"/>
                    </a:cubicBezTo>
                    <a:cubicBezTo>
                      <a:pt x="504748" y="265587"/>
                      <a:pt x="507390" y="247089"/>
                      <a:pt x="507390" y="228590"/>
                    </a:cubicBezTo>
                    <a:cubicBezTo>
                      <a:pt x="508712" y="191593"/>
                      <a:pt x="507390" y="154595"/>
                      <a:pt x="502105" y="117598"/>
                    </a:cubicBezTo>
                    <a:cubicBezTo>
                      <a:pt x="496820" y="80601"/>
                      <a:pt x="490213" y="44925"/>
                      <a:pt x="478321" y="9249"/>
                    </a:cubicBezTo>
                    <a:cubicBezTo>
                      <a:pt x="490213" y="43604"/>
                      <a:pt x="498141" y="80601"/>
                      <a:pt x="503426" y="117598"/>
                    </a:cubicBezTo>
                    <a:cubicBezTo>
                      <a:pt x="508712" y="154595"/>
                      <a:pt x="511354" y="191593"/>
                      <a:pt x="511354" y="228590"/>
                    </a:cubicBezTo>
                    <a:cubicBezTo>
                      <a:pt x="511354" y="247089"/>
                      <a:pt x="510033" y="265587"/>
                      <a:pt x="508712" y="284086"/>
                    </a:cubicBezTo>
                    <a:cubicBezTo>
                      <a:pt x="506069" y="302584"/>
                      <a:pt x="504748" y="321083"/>
                      <a:pt x="500784" y="339582"/>
                    </a:cubicBezTo>
                    <a:cubicBezTo>
                      <a:pt x="495498" y="373936"/>
                      <a:pt x="484928" y="408291"/>
                      <a:pt x="473036" y="441324"/>
                    </a:cubicBezTo>
                    <a:lnTo>
                      <a:pt x="554958" y="587992"/>
                    </a:lnTo>
                    <a:cubicBezTo>
                      <a:pt x="577421" y="547030"/>
                      <a:pt x="598562" y="506069"/>
                      <a:pt x="614418" y="461144"/>
                    </a:cubicBezTo>
                    <a:cubicBezTo>
                      <a:pt x="632917" y="412255"/>
                      <a:pt x="644809" y="362044"/>
                      <a:pt x="652737" y="310512"/>
                    </a:cubicBezTo>
                    <a:cubicBezTo>
                      <a:pt x="660665" y="258981"/>
                      <a:pt x="663307" y="206127"/>
                      <a:pt x="660665" y="154595"/>
                    </a:cubicBezTo>
                    <a:cubicBezTo>
                      <a:pt x="658022" y="103064"/>
                      <a:pt x="651415" y="50211"/>
                      <a:pt x="636881" y="0"/>
                    </a:cubicBezTo>
                    <a:cubicBezTo>
                      <a:pt x="652737" y="50211"/>
                      <a:pt x="660665" y="101742"/>
                      <a:pt x="663307" y="154595"/>
                    </a:cubicBezTo>
                    <a:cubicBezTo>
                      <a:pt x="667271" y="207449"/>
                      <a:pt x="665950" y="260302"/>
                      <a:pt x="658022" y="311834"/>
                    </a:cubicBezTo>
                    <a:cubicBezTo>
                      <a:pt x="651415" y="363366"/>
                      <a:pt x="640845" y="416219"/>
                      <a:pt x="622346" y="465108"/>
                    </a:cubicBezTo>
                    <a:cubicBezTo>
                      <a:pt x="607811" y="512676"/>
                      <a:pt x="585349" y="557601"/>
                      <a:pt x="561565" y="602526"/>
                    </a:cubicBezTo>
                    <a:lnTo>
                      <a:pt x="636881" y="735980"/>
                    </a:lnTo>
                    <a:lnTo>
                      <a:pt x="652737" y="714839"/>
                    </a:lnTo>
                    <a:lnTo>
                      <a:pt x="665950" y="697662"/>
                    </a:lnTo>
                    <a:lnTo>
                      <a:pt x="677842" y="679163"/>
                    </a:lnTo>
                    <a:lnTo>
                      <a:pt x="701626" y="642166"/>
                    </a:lnTo>
                    <a:lnTo>
                      <a:pt x="722767" y="603847"/>
                    </a:lnTo>
                    <a:cubicBezTo>
                      <a:pt x="750515" y="552316"/>
                      <a:pt x="774299" y="498141"/>
                      <a:pt x="792798" y="442645"/>
                    </a:cubicBezTo>
                    <a:cubicBezTo>
                      <a:pt x="811296" y="387150"/>
                      <a:pt x="827152" y="330332"/>
                      <a:pt x="837723" y="272194"/>
                    </a:cubicBezTo>
                    <a:cubicBezTo>
                      <a:pt x="848293" y="214055"/>
                      <a:pt x="856221" y="155917"/>
                      <a:pt x="857543" y="96457"/>
                    </a:cubicBezTo>
                    <a:cubicBezTo>
                      <a:pt x="857543" y="155917"/>
                      <a:pt x="850936" y="214055"/>
                      <a:pt x="841687" y="273515"/>
                    </a:cubicBezTo>
                    <a:cubicBezTo>
                      <a:pt x="832437" y="331654"/>
                      <a:pt x="817903" y="389792"/>
                      <a:pt x="800725" y="446609"/>
                    </a:cubicBezTo>
                    <a:cubicBezTo>
                      <a:pt x="783548" y="503426"/>
                      <a:pt x="761086" y="558922"/>
                      <a:pt x="734659" y="611775"/>
                    </a:cubicBezTo>
                    <a:lnTo>
                      <a:pt x="713518" y="651415"/>
                    </a:lnTo>
                    <a:lnTo>
                      <a:pt x="692377" y="687091"/>
                    </a:lnTo>
                    <a:lnTo>
                      <a:pt x="680485" y="705590"/>
                    </a:lnTo>
                    <a:lnTo>
                      <a:pt x="667271" y="724088"/>
                    </a:lnTo>
                    <a:lnTo>
                      <a:pt x="647451" y="751836"/>
                    </a:lnTo>
                    <a:lnTo>
                      <a:pt x="692377" y="832437"/>
                    </a:lnTo>
                    <a:cubicBezTo>
                      <a:pt x="729374" y="802047"/>
                      <a:pt x="765050" y="770335"/>
                      <a:pt x="796762" y="733338"/>
                    </a:cubicBezTo>
                    <a:cubicBezTo>
                      <a:pt x="832437" y="693698"/>
                      <a:pt x="865471" y="651415"/>
                      <a:pt x="894540" y="606490"/>
                    </a:cubicBezTo>
                    <a:cubicBezTo>
                      <a:pt x="923609" y="561565"/>
                      <a:pt x="950036" y="515318"/>
                      <a:pt x="973820" y="466429"/>
                    </a:cubicBezTo>
                    <a:cubicBezTo>
                      <a:pt x="997604" y="417540"/>
                      <a:pt x="1018745" y="368651"/>
                      <a:pt x="1034601" y="317119"/>
                    </a:cubicBezTo>
                    <a:cubicBezTo>
                      <a:pt x="1018745" y="368651"/>
                      <a:pt x="998925" y="418861"/>
                      <a:pt x="977784" y="467751"/>
                    </a:cubicBezTo>
                    <a:cubicBezTo>
                      <a:pt x="955321" y="516640"/>
                      <a:pt x="930216" y="564208"/>
                      <a:pt x="901147" y="610454"/>
                    </a:cubicBezTo>
                    <a:cubicBezTo>
                      <a:pt x="873399" y="656701"/>
                      <a:pt x="841687" y="700304"/>
                      <a:pt x="806011" y="741266"/>
                    </a:cubicBezTo>
                    <a:cubicBezTo>
                      <a:pt x="774299" y="779584"/>
                      <a:pt x="738623" y="813939"/>
                      <a:pt x="700304" y="846972"/>
                    </a:cubicBezTo>
                    <a:lnTo>
                      <a:pt x="753158" y="939465"/>
                    </a:lnTo>
                    <a:cubicBezTo>
                      <a:pt x="770335" y="928894"/>
                      <a:pt x="787512" y="918324"/>
                      <a:pt x="804690" y="907753"/>
                    </a:cubicBezTo>
                    <a:cubicBezTo>
                      <a:pt x="825831" y="893219"/>
                      <a:pt x="848293" y="880005"/>
                      <a:pt x="869435" y="864149"/>
                    </a:cubicBezTo>
                    <a:cubicBezTo>
                      <a:pt x="911717" y="835080"/>
                      <a:pt x="952678" y="802047"/>
                      <a:pt x="992318" y="767692"/>
                    </a:cubicBezTo>
                    <a:cubicBezTo>
                      <a:pt x="1031958" y="733338"/>
                      <a:pt x="1068955" y="697662"/>
                      <a:pt x="1104631" y="659343"/>
                    </a:cubicBezTo>
                    <a:cubicBezTo>
                      <a:pt x="1140307" y="621025"/>
                      <a:pt x="1173340" y="581385"/>
                      <a:pt x="1202410" y="537781"/>
                    </a:cubicBezTo>
                    <a:cubicBezTo>
                      <a:pt x="1174662" y="581385"/>
                      <a:pt x="1141628" y="622346"/>
                      <a:pt x="1107274" y="661986"/>
                    </a:cubicBezTo>
                    <a:cubicBezTo>
                      <a:pt x="1072919" y="701626"/>
                      <a:pt x="1035922" y="738623"/>
                      <a:pt x="997604" y="774299"/>
                    </a:cubicBezTo>
                    <a:cubicBezTo>
                      <a:pt x="959285" y="808653"/>
                      <a:pt x="919645" y="843008"/>
                      <a:pt x="877363" y="874720"/>
                    </a:cubicBezTo>
                    <a:cubicBezTo>
                      <a:pt x="856221" y="890576"/>
                      <a:pt x="835080" y="905111"/>
                      <a:pt x="813939" y="920966"/>
                    </a:cubicBezTo>
                    <a:cubicBezTo>
                      <a:pt x="796762" y="932859"/>
                      <a:pt x="779584" y="943429"/>
                      <a:pt x="762407" y="955321"/>
                    </a:cubicBezTo>
                    <a:lnTo>
                      <a:pt x="869435" y="1145592"/>
                    </a:lnTo>
                    <a:cubicBezTo>
                      <a:pt x="907753" y="1136343"/>
                      <a:pt x="944750" y="1121808"/>
                      <a:pt x="980426" y="1103310"/>
                    </a:cubicBezTo>
                    <a:cubicBezTo>
                      <a:pt x="1020066" y="1080847"/>
                      <a:pt x="1058385" y="1054421"/>
                      <a:pt x="1092739" y="1024030"/>
                    </a:cubicBezTo>
                    <a:cubicBezTo>
                      <a:pt x="1127094" y="993640"/>
                      <a:pt x="1160127" y="960606"/>
                      <a:pt x="1189196" y="924930"/>
                    </a:cubicBezTo>
                    <a:cubicBezTo>
                      <a:pt x="1218266" y="889255"/>
                      <a:pt x="1246013" y="852257"/>
                      <a:pt x="1271119" y="812617"/>
                    </a:cubicBezTo>
                    <a:cubicBezTo>
                      <a:pt x="1248656" y="853579"/>
                      <a:pt x="1222230" y="891897"/>
                      <a:pt x="1193160" y="927573"/>
                    </a:cubicBezTo>
                    <a:cubicBezTo>
                      <a:pt x="1164091" y="964570"/>
                      <a:pt x="1133701" y="998925"/>
                      <a:pt x="1099346" y="1030637"/>
                    </a:cubicBezTo>
                    <a:cubicBezTo>
                      <a:pt x="1064991" y="1062349"/>
                      <a:pt x="1027994" y="1090097"/>
                      <a:pt x="987033" y="1115202"/>
                    </a:cubicBezTo>
                    <a:cubicBezTo>
                      <a:pt x="952678" y="1135022"/>
                      <a:pt x="917002" y="1149556"/>
                      <a:pt x="878684" y="1161448"/>
                    </a:cubicBezTo>
                    <a:lnTo>
                      <a:pt x="1066313" y="1494423"/>
                    </a:lnTo>
                    <a:lnTo>
                      <a:pt x="1020066" y="1519529"/>
                    </a:lnTo>
                    <a:lnTo>
                      <a:pt x="843008" y="1178626"/>
                    </a:lnTo>
                    <a:cubicBezTo>
                      <a:pt x="816581" y="1195803"/>
                      <a:pt x="790155" y="1211659"/>
                      <a:pt x="762407" y="1226194"/>
                    </a:cubicBezTo>
                    <a:cubicBezTo>
                      <a:pt x="728052" y="1243371"/>
                      <a:pt x="692377" y="1257905"/>
                      <a:pt x="656701" y="1269797"/>
                    </a:cubicBezTo>
                    <a:cubicBezTo>
                      <a:pt x="621025" y="1281689"/>
                      <a:pt x="584028" y="1290939"/>
                      <a:pt x="545709" y="1297545"/>
                    </a:cubicBezTo>
                    <a:cubicBezTo>
                      <a:pt x="508712" y="1304152"/>
                      <a:pt x="470393" y="1308116"/>
                      <a:pt x="432075" y="1308116"/>
                    </a:cubicBezTo>
                    <a:cubicBezTo>
                      <a:pt x="470393" y="1306795"/>
                      <a:pt x="507390" y="1300188"/>
                      <a:pt x="544388" y="1292260"/>
                    </a:cubicBezTo>
                    <a:cubicBezTo>
                      <a:pt x="581385" y="1284332"/>
                      <a:pt x="617061" y="1273761"/>
                      <a:pt x="652737" y="1260548"/>
                    </a:cubicBezTo>
                    <a:cubicBezTo>
                      <a:pt x="688412" y="1247335"/>
                      <a:pt x="722767" y="1231479"/>
                      <a:pt x="754479" y="1212980"/>
                    </a:cubicBezTo>
                    <a:cubicBezTo>
                      <a:pt x="782227" y="1198446"/>
                      <a:pt x="807332" y="1181268"/>
                      <a:pt x="832437" y="1162770"/>
                    </a:cubicBezTo>
                    <a:lnTo>
                      <a:pt x="763728" y="1030637"/>
                    </a:lnTo>
                    <a:lnTo>
                      <a:pt x="697662" y="1046493"/>
                    </a:lnTo>
                    <a:close/>
                  </a:path>
                </a:pathLst>
              </a:custGeom>
              <a:solidFill>
                <a:schemeClr val="accent1">
                  <a:lumMod val="75000"/>
                </a:schemeClr>
              </a:solidFill>
              <a:ln w="13204" cap="flat">
                <a:noFill/>
                <a:prstDash val="solid"/>
                <a:miter/>
              </a:ln>
            </p:spPr>
            <p:txBody>
              <a:bodyPr rtlCol="0" anchor="ctr"/>
              <a:lstStyle/>
              <a:p>
                <a:endParaRPr lang="en-US"/>
              </a:p>
            </p:txBody>
          </p:sp>
        </p:grpSp>
        <p:grpSp>
          <p:nvGrpSpPr>
            <p:cNvPr id="21" name="Graphic 3">
              <a:extLst>
                <a:ext uri="{FF2B5EF4-FFF2-40B4-BE49-F238E27FC236}">
                  <a16:creationId xmlns:a16="http://schemas.microsoft.com/office/drawing/2014/main" id="{85FB30D8-0F6F-4314-A3BD-A2090A2B8719}"/>
                </a:ext>
              </a:extLst>
            </p:cNvPr>
            <p:cNvGrpSpPr/>
            <p:nvPr/>
          </p:nvGrpSpPr>
          <p:grpSpPr>
            <a:xfrm>
              <a:off x="8520325" y="4953849"/>
              <a:ext cx="1285653" cy="797074"/>
              <a:chOff x="8520325" y="4953849"/>
              <a:chExt cx="1285653" cy="797074"/>
            </a:xfrm>
          </p:grpSpPr>
          <p:grpSp>
            <p:nvGrpSpPr>
              <p:cNvPr id="22" name="Graphic 3">
                <a:extLst>
                  <a:ext uri="{FF2B5EF4-FFF2-40B4-BE49-F238E27FC236}">
                    <a16:creationId xmlns:a16="http://schemas.microsoft.com/office/drawing/2014/main" id="{85FB30D8-0F6F-4314-A3BD-A2090A2B8719}"/>
                  </a:ext>
                </a:extLst>
              </p:cNvPr>
              <p:cNvGrpSpPr/>
              <p:nvPr/>
            </p:nvGrpSpPr>
            <p:grpSpPr>
              <a:xfrm>
                <a:off x="8520325" y="4953849"/>
                <a:ext cx="305227" cy="233875"/>
                <a:chOff x="8520325" y="4953849"/>
                <a:chExt cx="305227" cy="233875"/>
              </a:xfrm>
            </p:grpSpPr>
            <p:sp>
              <p:nvSpPr>
                <p:cNvPr id="23" name="Freeform: Shape 22">
                  <a:extLst>
                    <a:ext uri="{FF2B5EF4-FFF2-40B4-BE49-F238E27FC236}">
                      <a16:creationId xmlns:a16="http://schemas.microsoft.com/office/drawing/2014/main" id="{9531CD36-5DED-4C08-8CBE-0B1B89F70063}"/>
                    </a:ext>
                  </a:extLst>
                </p:cNvPr>
                <p:cNvSpPr/>
                <p:nvPr/>
              </p:nvSpPr>
              <p:spPr>
                <a:xfrm>
                  <a:off x="8520325" y="4953849"/>
                  <a:ext cx="305227" cy="233875"/>
                </a:xfrm>
                <a:custGeom>
                  <a:avLst/>
                  <a:gdLst>
                    <a:gd name="connsiteX0" fmla="*/ 0 w 305227"/>
                    <a:gd name="connsiteY0" fmla="*/ 0 h 233875"/>
                    <a:gd name="connsiteX1" fmla="*/ 203485 w 305227"/>
                    <a:gd name="connsiteY1" fmla="*/ 233875 h 233875"/>
                    <a:gd name="connsiteX2" fmla="*/ 305227 w 305227"/>
                    <a:gd name="connsiteY2" fmla="*/ 59460 h 233875"/>
                  </a:gdLst>
                  <a:ahLst/>
                  <a:cxnLst>
                    <a:cxn ang="0">
                      <a:pos x="connsiteX0" y="connsiteY0"/>
                    </a:cxn>
                    <a:cxn ang="0">
                      <a:pos x="connsiteX1" y="connsiteY1"/>
                    </a:cxn>
                    <a:cxn ang="0">
                      <a:pos x="connsiteX2" y="connsiteY2"/>
                    </a:cxn>
                  </a:cxnLst>
                  <a:rect l="l" t="t" r="r" b="b"/>
                  <a:pathLst>
                    <a:path w="305227" h="233875">
                      <a:moveTo>
                        <a:pt x="0" y="0"/>
                      </a:moveTo>
                      <a:lnTo>
                        <a:pt x="203485" y="233875"/>
                      </a:lnTo>
                      <a:lnTo>
                        <a:pt x="305227" y="59460"/>
                      </a:lnTo>
                      <a:close/>
                    </a:path>
                  </a:pathLst>
                </a:custGeom>
                <a:solidFill>
                  <a:srgbClr val="D8E1E5"/>
                </a:solidFill>
                <a:ln w="1320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75D4C3E-2FD9-4DA8-97DF-D955D68E5664}"/>
                    </a:ext>
                  </a:extLst>
                </p:cNvPr>
                <p:cNvSpPr/>
                <p:nvPr/>
              </p:nvSpPr>
              <p:spPr>
                <a:xfrm>
                  <a:off x="8520325" y="4953849"/>
                  <a:ext cx="83243" cy="64745"/>
                </a:xfrm>
                <a:custGeom>
                  <a:avLst/>
                  <a:gdLst>
                    <a:gd name="connsiteX0" fmla="*/ 0 w 83243"/>
                    <a:gd name="connsiteY0" fmla="*/ 0 h 64745"/>
                    <a:gd name="connsiteX1" fmla="*/ 56817 w 83243"/>
                    <a:gd name="connsiteY1" fmla="*/ 64745 h 64745"/>
                    <a:gd name="connsiteX2" fmla="*/ 83244 w 83243"/>
                    <a:gd name="connsiteY2" fmla="*/ 17177 h 64745"/>
                  </a:gdLst>
                  <a:ahLst/>
                  <a:cxnLst>
                    <a:cxn ang="0">
                      <a:pos x="connsiteX0" y="connsiteY0"/>
                    </a:cxn>
                    <a:cxn ang="0">
                      <a:pos x="connsiteX1" y="connsiteY1"/>
                    </a:cxn>
                    <a:cxn ang="0">
                      <a:pos x="connsiteX2" y="connsiteY2"/>
                    </a:cxn>
                  </a:cxnLst>
                  <a:rect l="l" t="t" r="r" b="b"/>
                  <a:pathLst>
                    <a:path w="83243" h="64745">
                      <a:moveTo>
                        <a:pt x="0" y="0"/>
                      </a:moveTo>
                      <a:lnTo>
                        <a:pt x="56817" y="64745"/>
                      </a:lnTo>
                      <a:lnTo>
                        <a:pt x="83244" y="17177"/>
                      </a:lnTo>
                      <a:close/>
                    </a:path>
                  </a:pathLst>
                </a:custGeom>
                <a:solidFill>
                  <a:srgbClr val="2A3B42"/>
                </a:solidFill>
                <a:ln w="13204" cap="flat">
                  <a:noFill/>
                  <a:prstDash val="solid"/>
                  <a:miter/>
                </a:ln>
              </p:spPr>
              <p:txBody>
                <a:bodyPr rtlCol="0" anchor="ctr"/>
                <a:lstStyle/>
                <a:p>
                  <a:endParaRPr lang="en-US"/>
                </a:p>
              </p:txBody>
            </p:sp>
          </p:grpSp>
          <p:sp>
            <p:nvSpPr>
              <p:cNvPr id="25" name="Freeform: Shape 24">
                <a:extLst>
                  <a:ext uri="{FF2B5EF4-FFF2-40B4-BE49-F238E27FC236}">
                    <a16:creationId xmlns:a16="http://schemas.microsoft.com/office/drawing/2014/main" id="{C3C3F373-9A62-479C-8181-8C422C7123F0}"/>
                  </a:ext>
                </a:extLst>
              </p:cNvPr>
              <p:cNvSpPr/>
              <p:nvPr/>
            </p:nvSpPr>
            <p:spPr>
              <a:xfrm>
                <a:off x="8703990" y="5008312"/>
                <a:ext cx="1082168" cy="738334"/>
              </a:xfrm>
              <a:custGeom>
                <a:avLst/>
                <a:gdLst>
                  <a:gd name="connsiteX0" fmla="*/ 121562 w 1082168"/>
                  <a:gd name="connsiteY0" fmla="*/ 4997 h 738334"/>
                  <a:gd name="connsiteX1" fmla="*/ 71352 w 1082168"/>
                  <a:gd name="connsiteY1" fmla="*/ 10282 h 738334"/>
                  <a:gd name="connsiteX2" fmla="*/ 0 w 1082168"/>
                  <a:gd name="connsiteY2" fmla="*/ 133166 h 738334"/>
                  <a:gd name="connsiteX3" fmla="*/ 21141 w 1082168"/>
                  <a:gd name="connsiteY3" fmla="*/ 179413 h 738334"/>
                  <a:gd name="connsiteX4" fmla="*/ 981748 w 1082168"/>
                  <a:gd name="connsiteY4" fmla="*/ 738335 h 738334"/>
                  <a:gd name="connsiteX5" fmla="*/ 960606 w 1082168"/>
                  <a:gd name="connsiteY5" fmla="*/ 692088 h 738334"/>
                  <a:gd name="connsiteX6" fmla="*/ 1031958 w 1082168"/>
                  <a:gd name="connsiteY6" fmla="*/ 569205 h 738334"/>
                  <a:gd name="connsiteX7" fmla="*/ 1082169 w 1082168"/>
                  <a:gd name="connsiteY7" fmla="*/ 563919 h 738334"/>
                  <a:gd name="connsiteX8" fmla="*/ 121562 w 1082168"/>
                  <a:gd name="connsiteY8" fmla="*/ 4997 h 738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2168" h="738334">
                    <a:moveTo>
                      <a:pt x="121562" y="4997"/>
                    </a:moveTo>
                    <a:cubicBezTo>
                      <a:pt x="108349" y="-2931"/>
                      <a:pt x="91172" y="-1610"/>
                      <a:pt x="71352" y="10282"/>
                    </a:cubicBezTo>
                    <a:cubicBezTo>
                      <a:pt x="31712" y="32745"/>
                      <a:pt x="0" y="88241"/>
                      <a:pt x="0" y="133166"/>
                    </a:cubicBezTo>
                    <a:cubicBezTo>
                      <a:pt x="0" y="155629"/>
                      <a:pt x="7928" y="171485"/>
                      <a:pt x="21141" y="179413"/>
                    </a:cubicBezTo>
                    <a:lnTo>
                      <a:pt x="981748" y="738335"/>
                    </a:lnTo>
                    <a:cubicBezTo>
                      <a:pt x="968534" y="730407"/>
                      <a:pt x="960606" y="714551"/>
                      <a:pt x="960606" y="692088"/>
                    </a:cubicBezTo>
                    <a:cubicBezTo>
                      <a:pt x="960606" y="647163"/>
                      <a:pt x="992318" y="591667"/>
                      <a:pt x="1031958" y="569205"/>
                    </a:cubicBezTo>
                    <a:cubicBezTo>
                      <a:pt x="1051778" y="557313"/>
                      <a:pt x="1070276" y="557313"/>
                      <a:pt x="1082169" y="563919"/>
                    </a:cubicBezTo>
                    <a:lnTo>
                      <a:pt x="121562" y="4997"/>
                    </a:lnTo>
                    <a:close/>
                  </a:path>
                </a:pathLst>
              </a:custGeom>
              <a:solidFill>
                <a:schemeClr val="accent1"/>
              </a:solidFill>
              <a:ln w="1320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FA8AC7DD-5569-4AEF-9EF4-7E5DD659056C}"/>
                  </a:ext>
                </a:extLst>
              </p:cNvPr>
              <p:cNvSpPr/>
              <p:nvPr/>
            </p:nvSpPr>
            <p:spPr>
              <a:xfrm>
                <a:off x="9663275" y="5567954"/>
                <a:ext cx="142703" cy="182969"/>
              </a:xfrm>
              <a:custGeom>
                <a:avLst/>
                <a:gdLst>
                  <a:gd name="connsiteX0" fmla="*/ 71352 w 142703"/>
                  <a:gd name="connsiteY0" fmla="*/ 9563 h 182969"/>
                  <a:gd name="connsiteX1" fmla="*/ 142704 w 142703"/>
                  <a:gd name="connsiteY1" fmla="*/ 50524 h 182969"/>
                  <a:gd name="connsiteX2" fmla="*/ 71352 w 142703"/>
                  <a:gd name="connsiteY2" fmla="*/ 173407 h 182969"/>
                  <a:gd name="connsiteX3" fmla="*/ 0 w 142703"/>
                  <a:gd name="connsiteY3" fmla="*/ 132446 h 182969"/>
                  <a:gd name="connsiteX4" fmla="*/ 71352 w 142703"/>
                  <a:gd name="connsiteY4" fmla="*/ 9563 h 1829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703" h="182969">
                    <a:moveTo>
                      <a:pt x="71352" y="9563"/>
                    </a:moveTo>
                    <a:cubicBezTo>
                      <a:pt x="110992" y="-12900"/>
                      <a:pt x="142704" y="5598"/>
                      <a:pt x="142704" y="50524"/>
                    </a:cubicBezTo>
                    <a:cubicBezTo>
                      <a:pt x="142704" y="95449"/>
                      <a:pt x="110992" y="150945"/>
                      <a:pt x="71352" y="173407"/>
                    </a:cubicBezTo>
                    <a:cubicBezTo>
                      <a:pt x="31712" y="195870"/>
                      <a:pt x="0" y="177371"/>
                      <a:pt x="0" y="132446"/>
                    </a:cubicBezTo>
                    <a:cubicBezTo>
                      <a:pt x="1321" y="87521"/>
                      <a:pt x="33033" y="32025"/>
                      <a:pt x="71352" y="9563"/>
                    </a:cubicBezTo>
                    <a:close/>
                  </a:path>
                </a:pathLst>
              </a:custGeom>
              <a:solidFill>
                <a:schemeClr val="accent1">
                  <a:lumMod val="75000"/>
                </a:schemeClr>
              </a:solidFill>
              <a:ln w="13204" cap="flat">
                <a:noFill/>
                <a:prstDash val="solid"/>
                <a:miter/>
              </a:ln>
            </p:spPr>
            <p:txBody>
              <a:bodyPr rtlCol="0" anchor="ctr"/>
              <a:lstStyle/>
              <a:p>
                <a:endParaRPr lang="en-US"/>
              </a:p>
            </p:txBody>
          </p:sp>
        </p:grpSp>
        <p:grpSp>
          <p:nvGrpSpPr>
            <p:cNvPr id="27" name="Graphic 3">
              <a:extLst>
                <a:ext uri="{FF2B5EF4-FFF2-40B4-BE49-F238E27FC236}">
                  <a16:creationId xmlns:a16="http://schemas.microsoft.com/office/drawing/2014/main" id="{85FB30D8-0F6F-4314-A3BD-A2090A2B8719}"/>
                </a:ext>
              </a:extLst>
            </p:cNvPr>
            <p:cNvGrpSpPr/>
            <p:nvPr/>
          </p:nvGrpSpPr>
          <p:grpSpPr>
            <a:xfrm>
              <a:off x="9186275" y="1564640"/>
              <a:ext cx="1799650" cy="2994131"/>
              <a:chOff x="9186275" y="1564640"/>
              <a:chExt cx="1799650" cy="2994131"/>
            </a:xfrm>
          </p:grpSpPr>
          <p:grpSp>
            <p:nvGrpSpPr>
              <p:cNvPr id="28" name="Graphic 3">
                <a:extLst>
                  <a:ext uri="{FF2B5EF4-FFF2-40B4-BE49-F238E27FC236}">
                    <a16:creationId xmlns:a16="http://schemas.microsoft.com/office/drawing/2014/main" id="{85FB30D8-0F6F-4314-A3BD-A2090A2B8719}"/>
                  </a:ext>
                </a:extLst>
              </p:cNvPr>
              <p:cNvGrpSpPr/>
              <p:nvPr/>
            </p:nvGrpSpPr>
            <p:grpSpPr>
              <a:xfrm>
                <a:off x="9546998" y="1564640"/>
                <a:ext cx="1438927" cy="2785361"/>
                <a:chOff x="9546998" y="1564640"/>
                <a:chExt cx="1438927" cy="2785361"/>
              </a:xfrm>
            </p:grpSpPr>
            <p:sp>
              <p:nvSpPr>
                <p:cNvPr id="29" name="Freeform: Shape 28">
                  <a:extLst>
                    <a:ext uri="{FF2B5EF4-FFF2-40B4-BE49-F238E27FC236}">
                      <a16:creationId xmlns:a16="http://schemas.microsoft.com/office/drawing/2014/main" id="{381A3A53-3892-44AB-B968-1BBF2B12AFAB}"/>
                    </a:ext>
                  </a:extLst>
                </p:cNvPr>
                <p:cNvSpPr/>
                <p:nvPr/>
              </p:nvSpPr>
              <p:spPr>
                <a:xfrm>
                  <a:off x="9546998" y="1773410"/>
                  <a:ext cx="1076883" cy="2576591"/>
                </a:xfrm>
                <a:custGeom>
                  <a:avLst/>
                  <a:gdLst>
                    <a:gd name="connsiteX0" fmla="*/ 1076883 w 1076883"/>
                    <a:gd name="connsiteY0" fmla="*/ 2576592 h 2576591"/>
                    <a:gd name="connsiteX1" fmla="*/ 0 w 1076883"/>
                    <a:gd name="connsiteY1" fmla="*/ 1955567 h 2576591"/>
                    <a:gd name="connsiteX2" fmla="*/ 0 w 1076883"/>
                    <a:gd name="connsiteY2" fmla="*/ 0 h 2576591"/>
                    <a:gd name="connsiteX3" fmla="*/ 1076883 w 1076883"/>
                    <a:gd name="connsiteY3" fmla="*/ 621025 h 2576591"/>
                  </a:gdLst>
                  <a:ahLst/>
                  <a:cxnLst>
                    <a:cxn ang="0">
                      <a:pos x="connsiteX0" y="connsiteY0"/>
                    </a:cxn>
                    <a:cxn ang="0">
                      <a:pos x="connsiteX1" y="connsiteY1"/>
                    </a:cxn>
                    <a:cxn ang="0">
                      <a:pos x="connsiteX2" y="connsiteY2"/>
                    </a:cxn>
                    <a:cxn ang="0">
                      <a:pos x="connsiteX3" y="connsiteY3"/>
                    </a:cxn>
                  </a:cxnLst>
                  <a:rect l="l" t="t" r="r" b="b"/>
                  <a:pathLst>
                    <a:path w="1076883" h="2576591">
                      <a:moveTo>
                        <a:pt x="1076883" y="2576592"/>
                      </a:moveTo>
                      <a:lnTo>
                        <a:pt x="0" y="1955567"/>
                      </a:lnTo>
                      <a:lnTo>
                        <a:pt x="0" y="0"/>
                      </a:lnTo>
                      <a:lnTo>
                        <a:pt x="1076883" y="621025"/>
                      </a:lnTo>
                      <a:close/>
                    </a:path>
                  </a:pathLst>
                </a:custGeom>
                <a:solidFill>
                  <a:srgbClr val="FF7419"/>
                </a:solidFill>
                <a:ln w="1320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D4CF7F40-35E5-489B-942B-C3B88CB34554}"/>
                    </a:ext>
                  </a:extLst>
                </p:cNvPr>
                <p:cNvSpPr/>
                <p:nvPr/>
              </p:nvSpPr>
              <p:spPr>
                <a:xfrm>
                  <a:off x="10623881" y="2185664"/>
                  <a:ext cx="362044" cy="2164337"/>
                </a:xfrm>
                <a:custGeom>
                  <a:avLst/>
                  <a:gdLst>
                    <a:gd name="connsiteX0" fmla="*/ 362044 w 362044"/>
                    <a:gd name="connsiteY0" fmla="*/ 1955567 h 2164337"/>
                    <a:gd name="connsiteX1" fmla="*/ 0 w 362044"/>
                    <a:gd name="connsiteY1" fmla="*/ 2164337 h 2164337"/>
                    <a:gd name="connsiteX2" fmla="*/ 0 w 362044"/>
                    <a:gd name="connsiteY2" fmla="*/ 208770 h 2164337"/>
                    <a:gd name="connsiteX3" fmla="*/ 362044 w 362044"/>
                    <a:gd name="connsiteY3" fmla="*/ 0 h 2164337"/>
                  </a:gdLst>
                  <a:ahLst/>
                  <a:cxnLst>
                    <a:cxn ang="0">
                      <a:pos x="connsiteX0" y="connsiteY0"/>
                    </a:cxn>
                    <a:cxn ang="0">
                      <a:pos x="connsiteX1" y="connsiteY1"/>
                    </a:cxn>
                    <a:cxn ang="0">
                      <a:pos x="connsiteX2" y="connsiteY2"/>
                    </a:cxn>
                    <a:cxn ang="0">
                      <a:pos x="connsiteX3" y="connsiteY3"/>
                    </a:cxn>
                  </a:cxnLst>
                  <a:rect l="l" t="t" r="r" b="b"/>
                  <a:pathLst>
                    <a:path w="362044" h="2164337">
                      <a:moveTo>
                        <a:pt x="362044" y="1955567"/>
                      </a:moveTo>
                      <a:lnTo>
                        <a:pt x="0" y="2164337"/>
                      </a:lnTo>
                      <a:lnTo>
                        <a:pt x="0" y="208770"/>
                      </a:lnTo>
                      <a:lnTo>
                        <a:pt x="362044" y="0"/>
                      </a:lnTo>
                      <a:close/>
                    </a:path>
                  </a:pathLst>
                </a:custGeom>
                <a:solidFill>
                  <a:schemeClr val="accent2"/>
                </a:solidFill>
                <a:ln w="1320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24A5F702-CAB9-4D1B-BA24-068C392F64A7}"/>
                    </a:ext>
                  </a:extLst>
                </p:cNvPr>
                <p:cNvSpPr/>
                <p:nvPr/>
              </p:nvSpPr>
              <p:spPr>
                <a:xfrm>
                  <a:off x="10691269" y="2661343"/>
                  <a:ext cx="228589" cy="989675"/>
                </a:xfrm>
                <a:custGeom>
                  <a:avLst/>
                  <a:gdLst>
                    <a:gd name="connsiteX0" fmla="*/ 228590 w 228589"/>
                    <a:gd name="connsiteY0" fmla="*/ 857543 h 989675"/>
                    <a:gd name="connsiteX1" fmla="*/ 0 w 228589"/>
                    <a:gd name="connsiteY1" fmla="*/ 989675 h 989675"/>
                    <a:gd name="connsiteX2" fmla="*/ 0 w 228589"/>
                    <a:gd name="connsiteY2" fmla="*/ 132133 h 989675"/>
                    <a:gd name="connsiteX3" fmla="*/ 228590 w 228589"/>
                    <a:gd name="connsiteY3" fmla="*/ 0 h 989675"/>
                  </a:gdLst>
                  <a:ahLst/>
                  <a:cxnLst>
                    <a:cxn ang="0">
                      <a:pos x="connsiteX0" y="connsiteY0"/>
                    </a:cxn>
                    <a:cxn ang="0">
                      <a:pos x="connsiteX1" y="connsiteY1"/>
                    </a:cxn>
                    <a:cxn ang="0">
                      <a:pos x="connsiteX2" y="connsiteY2"/>
                    </a:cxn>
                    <a:cxn ang="0">
                      <a:pos x="connsiteX3" y="connsiteY3"/>
                    </a:cxn>
                  </a:cxnLst>
                  <a:rect l="l" t="t" r="r" b="b"/>
                  <a:pathLst>
                    <a:path w="228589" h="989675">
                      <a:moveTo>
                        <a:pt x="228590" y="857543"/>
                      </a:moveTo>
                      <a:lnTo>
                        <a:pt x="0" y="989675"/>
                      </a:lnTo>
                      <a:lnTo>
                        <a:pt x="0" y="132133"/>
                      </a:lnTo>
                      <a:lnTo>
                        <a:pt x="228590" y="0"/>
                      </a:lnTo>
                      <a:close/>
                    </a:path>
                  </a:pathLst>
                </a:custGeom>
                <a:solidFill>
                  <a:schemeClr val="accent2">
                    <a:lumMod val="60000"/>
                    <a:lumOff val="40000"/>
                  </a:schemeClr>
                </a:solidFill>
                <a:ln w="1320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FF6DC0EF-393C-4199-BF17-77398422D81D}"/>
                    </a:ext>
                  </a:extLst>
                </p:cNvPr>
                <p:cNvSpPr/>
                <p:nvPr/>
              </p:nvSpPr>
              <p:spPr>
                <a:xfrm>
                  <a:off x="9546998" y="1564640"/>
                  <a:ext cx="1438927" cy="829794"/>
                </a:xfrm>
                <a:custGeom>
                  <a:avLst/>
                  <a:gdLst>
                    <a:gd name="connsiteX0" fmla="*/ 1367576 w 1438927"/>
                    <a:gd name="connsiteY0" fmla="*/ 663307 h 829794"/>
                    <a:gd name="connsiteX1" fmla="*/ 1438927 w 1438927"/>
                    <a:gd name="connsiteY1" fmla="*/ 621025 h 829794"/>
                    <a:gd name="connsiteX2" fmla="*/ 362044 w 1438927"/>
                    <a:gd name="connsiteY2" fmla="*/ 0 h 829794"/>
                    <a:gd name="connsiteX3" fmla="*/ 290692 w 1438927"/>
                    <a:gd name="connsiteY3" fmla="*/ 40961 h 829794"/>
                    <a:gd name="connsiteX4" fmla="*/ 1296224 w 1438927"/>
                    <a:gd name="connsiteY4" fmla="*/ 621025 h 829794"/>
                    <a:gd name="connsiteX5" fmla="*/ 1076883 w 1438927"/>
                    <a:gd name="connsiteY5" fmla="*/ 747872 h 829794"/>
                    <a:gd name="connsiteX6" fmla="*/ 72673 w 1438927"/>
                    <a:gd name="connsiteY6" fmla="*/ 167809 h 829794"/>
                    <a:gd name="connsiteX7" fmla="*/ 0 w 1438927"/>
                    <a:gd name="connsiteY7" fmla="*/ 208770 h 829794"/>
                    <a:gd name="connsiteX8" fmla="*/ 1076883 w 1438927"/>
                    <a:gd name="connsiteY8" fmla="*/ 829795 h 829794"/>
                    <a:gd name="connsiteX9" fmla="*/ 1148235 w 1438927"/>
                    <a:gd name="connsiteY9" fmla="*/ 788834 h 829794"/>
                    <a:gd name="connsiteX10" fmla="*/ 1148235 w 1438927"/>
                    <a:gd name="connsiteY10" fmla="*/ 788834 h 829794"/>
                    <a:gd name="connsiteX11" fmla="*/ 1367576 w 1438927"/>
                    <a:gd name="connsiteY11" fmla="*/ 663307 h 829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927" h="829794">
                      <a:moveTo>
                        <a:pt x="1367576" y="663307"/>
                      </a:moveTo>
                      <a:lnTo>
                        <a:pt x="1438927" y="621025"/>
                      </a:lnTo>
                      <a:lnTo>
                        <a:pt x="362044" y="0"/>
                      </a:lnTo>
                      <a:lnTo>
                        <a:pt x="290692" y="40961"/>
                      </a:lnTo>
                      <a:lnTo>
                        <a:pt x="1296224" y="621025"/>
                      </a:lnTo>
                      <a:lnTo>
                        <a:pt x="1076883" y="747872"/>
                      </a:lnTo>
                      <a:lnTo>
                        <a:pt x="72673" y="167809"/>
                      </a:lnTo>
                      <a:lnTo>
                        <a:pt x="0" y="208770"/>
                      </a:lnTo>
                      <a:lnTo>
                        <a:pt x="1076883" y="829795"/>
                      </a:lnTo>
                      <a:lnTo>
                        <a:pt x="1148235" y="788834"/>
                      </a:lnTo>
                      <a:lnTo>
                        <a:pt x="1148235" y="788834"/>
                      </a:lnTo>
                      <a:lnTo>
                        <a:pt x="1367576" y="663307"/>
                      </a:lnTo>
                      <a:close/>
                    </a:path>
                  </a:pathLst>
                </a:custGeom>
                <a:solidFill>
                  <a:schemeClr val="accent2">
                    <a:lumMod val="60000"/>
                    <a:lumOff val="40000"/>
                  </a:schemeClr>
                </a:solidFill>
                <a:ln w="1320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8AD92450-2B61-4E4C-8CBE-8FF2386436E7}"/>
                    </a:ext>
                  </a:extLst>
                </p:cNvPr>
                <p:cNvSpPr/>
                <p:nvPr/>
              </p:nvSpPr>
              <p:spPr>
                <a:xfrm>
                  <a:off x="10705804" y="3783979"/>
                  <a:ext cx="198199" cy="254682"/>
                </a:xfrm>
                <a:custGeom>
                  <a:avLst/>
                  <a:gdLst>
                    <a:gd name="connsiteX0" fmla="*/ 198199 w 198199"/>
                    <a:gd name="connsiteY0" fmla="*/ 70524 h 254682"/>
                    <a:gd name="connsiteX1" fmla="*/ 99100 w 198199"/>
                    <a:gd name="connsiteY1" fmla="*/ 240976 h 254682"/>
                    <a:gd name="connsiteX2" fmla="*/ 0 w 198199"/>
                    <a:gd name="connsiteY2" fmla="*/ 184158 h 254682"/>
                    <a:gd name="connsiteX3" fmla="*/ 99100 w 198199"/>
                    <a:gd name="connsiteY3" fmla="*/ 13707 h 254682"/>
                    <a:gd name="connsiteX4" fmla="*/ 198199 w 198199"/>
                    <a:gd name="connsiteY4" fmla="*/ 70524 h 2546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199" h="254682">
                      <a:moveTo>
                        <a:pt x="198199" y="70524"/>
                      </a:moveTo>
                      <a:cubicBezTo>
                        <a:pt x="198199" y="133948"/>
                        <a:pt x="154596" y="210585"/>
                        <a:pt x="99100" y="240976"/>
                      </a:cubicBezTo>
                      <a:cubicBezTo>
                        <a:pt x="44926" y="272688"/>
                        <a:pt x="0" y="247582"/>
                        <a:pt x="0" y="184158"/>
                      </a:cubicBezTo>
                      <a:cubicBezTo>
                        <a:pt x="0" y="120735"/>
                        <a:pt x="43604" y="44098"/>
                        <a:pt x="99100" y="13707"/>
                      </a:cubicBezTo>
                      <a:cubicBezTo>
                        <a:pt x="153274" y="-18005"/>
                        <a:pt x="198199" y="7100"/>
                        <a:pt x="198199" y="70524"/>
                      </a:cubicBezTo>
                      <a:close/>
                    </a:path>
                  </a:pathLst>
                </a:custGeom>
                <a:solidFill>
                  <a:schemeClr val="accent2">
                    <a:lumMod val="60000"/>
                    <a:lumOff val="40000"/>
                  </a:schemeClr>
                </a:solidFill>
                <a:ln w="1320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4EFAAB00-3B4B-4BC4-93F7-7413526B9178}"/>
                    </a:ext>
                  </a:extLst>
                </p:cNvPr>
                <p:cNvSpPr/>
                <p:nvPr/>
              </p:nvSpPr>
              <p:spPr>
                <a:xfrm>
                  <a:off x="9837691" y="1605601"/>
                  <a:ext cx="1005531" cy="706911"/>
                </a:xfrm>
                <a:custGeom>
                  <a:avLst/>
                  <a:gdLst>
                    <a:gd name="connsiteX0" fmla="*/ 0 w 1005531"/>
                    <a:gd name="connsiteY0" fmla="*/ 0 h 706911"/>
                    <a:gd name="connsiteX1" fmla="*/ 0 w 1005531"/>
                    <a:gd name="connsiteY1" fmla="*/ 252374 h 706911"/>
                    <a:gd name="connsiteX2" fmla="*/ 786191 w 1005531"/>
                    <a:gd name="connsiteY2" fmla="*/ 706911 h 706911"/>
                    <a:gd name="connsiteX3" fmla="*/ 1005532 w 1005531"/>
                    <a:gd name="connsiteY3" fmla="*/ 580064 h 706911"/>
                  </a:gdLst>
                  <a:ahLst/>
                  <a:cxnLst>
                    <a:cxn ang="0">
                      <a:pos x="connsiteX0" y="connsiteY0"/>
                    </a:cxn>
                    <a:cxn ang="0">
                      <a:pos x="connsiteX1" y="connsiteY1"/>
                    </a:cxn>
                    <a:cxn ang="0">
                      <a:pos x="connsiteX2" y="connsiteY2"/>
                    </a:cxn>
                    <a:cxn ang="0">
                      <a:pos x="connsiteX3" y="connsiteY3"/>
                    </a:cxn>
                  </a:cxnLst>
                  <a:rect l="l" t="t" r="r" b="b"/>
                  <a:pathLst>
                    <a:path w="1005531" h="706911">
                      <a:moveTo>
                        <a:pt x="0" y="0"/>
                      </a:moveTo>
                      <a:lnTo>
                        <a:pt x="0" y="252374"/>
                      </a:lnTo>
                      <a:lnTo>
                        <a:pt x="786191" y="706911"/>
                      </a:lnTo>
                      <a:lnTo>
                        <a:pt x="1005532" y="580064"/>
                      </a:lnTo>
                      <a:close/>
                    </a:path>
                  </a:pathLst>
                </a:custGeom>
                <a:solidFill>
                  <a:schemeClr val="accent2"/>
                </a:solidFill>
                <a:ln w="13204"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8D104658-E802-42B5-AA4E-B5A81030868C}"/>
                    </a:ext>
                  </a:extLst>
                </p:cNvPr>
                <p:cNvSpPr/>
                <p:nvPr/>
              </p:nvSpPr>
              <p:spPr>
                <a:xfrm>
                  <a:off x="9704236" y="1654490"/>
                  <a:ext cx="1138985" cy="658021"/>
                </a:xfrm>
                <a:custGeom>
                  <a:avLst/>
                  <a:gdLst>
                    <a:gd name="connsiteX0" fmla="*/ 0 w 1138985"/>
                    <a:gd name="connsiteY0" fmla="*/ 126848 h 658021"/>
                    <a:gd name="connsiteX1" fmla="*/ 218019 w 1138985"/>
                    <a:gd name="connsiteY1" fmla="*/ 0 h 658021"/>
                    <a:gd name="connsiteX2" fmla="*/ 1138986 w 1138985"/>
                    <a:gd name="connsiteY2" fmla="*/ 531174 h 658021"/>
                    <a:gd name="connsiteX3" fmla="*/ 919645 w 1138985"/>
                    <a:gd name="connsiteY3" fmla="*/ 658022 h 658021"/>
                  </a:gdLst>
                  <a:ahLst/>
                  <a:cxnLst>
                    <a:cxn ang="0">
                      <a:pos x="connsiteX0" y="connsiteY0"/>
                    </a:cxn>
                    <a:cxn ang="0">
                      <a:pos x="connsiteX1" y="connsiteY1"/>
                    </a:cxn>
                    <a:cxn ang="0">
                      <a:pos x="connsiteX2" y="connsiteY2"/>
                    </a:cxn>
                    <a:cxn ang="0">
                      <a:pos x="connsiteX3" y="connsiteY3"/>
                    </a:cxn>
                  </a:cxnLst>
                  <a:rect l="l" t="t" r="r" b="b"/>
                  <a:pathLst>
                    <a:path w="1138985" h="658021">
                      <a:moveTo>
                        <a:pt x="0" y="126848"/>
                      </a:moveTo>
                      <a:lnTo>
                        <a:pt x="218019" y="0"/>
                      </a:lnTo>
                      <a:lnTo>
                        <a:pt x="1138986" y="531174"/>
                      </a:lnTo>
                      <a:lnTo>
                        <a:pt x="919645" y="658022"/>
                      </a:lnTo>
                      <a:close/>
                    </a:path>
                  </a:pathLst>
                </a:custGeom>
                <a:solidFill>
                  <a:srgbClr val="F9FBFC"/>
                </a:solidFill>
                <a:ln w="13204" cap="flat">
                  <a:noFill/>
                  <a:prstDash val="solid"/>
                  <a:miter/>
                </a:ln>
              </p:spPr>
              <p:txBody>
                <a:bodyPr rtlCol="0" anchor="ctr"/>
                <a:lstStyle/>
                <a:p>
                  <a:endParaRPr lang="en-US"/>
                </a:p>
              </p:txBody>
            </p:sp>
          </p:grpSp>
          <p:grpSp>
            <p:nvGrpSpPr>
              <p:cNvPr id="36" name="Graphic 3">
                <a:extLst>
                  <a:ext uri="{FF2B5EF4-FFF2-40B4-BE49-F238E27FC236}">
                    <a16:creationId xmlns:a16="http://schemas.microsoft.com/office/drawing/2014/main" id="{85FB30D8-0F6F-4314-A3BD-A2090A2B8719}"/>
                  </a:ext>
                </a:extLst>
              </p:cNvPr>
              <p:cNvGrpSpPr/>
              <p:nvPr/>
            </p:nvGrpSpPr>
            <p:grpSpPr>
              <a:xfrm>
                <a:off x="9186275" y="1773410"/>
                <a:ext cx="1437606" cy="2785361"/>
                <a:chOff x="9186275" y="1773410"/>
                <a:chExt cx="1437606" cy="2785361"/>
              </a:xfrm>
            </p:grpSpPr>
            <p:sp>
              <p:nvSpPr>
                <p:cNvPr id="37" name="Freeform: Shape 36">
                  <a:extLst>
                    <a:ext uri="{FF2B5EF4-FFF2-40B4-BE49-F238E27FC236}">
                      <a16:creationId xmlns:a16="http://schemas.microsoft.com/office/drawing/2014/main" id="{5A8C421D-22B9-42D9-ABD5-A77485326A7F}"/>
                    </a:ext>
                  </a:extLst>
                </p:cNvPr>
                <p:cNvSpPr/>
                <p:nvPr/>
              </p:nvSpPr>
              <p:spPr>
                <a:xfrm>
                  <a:off x="9186275" y="1982180"/>
                  <a:ext cx="1076883" cy="2576591"/>
                </a:xfrm>
                <a:custGeom>
                  <a:avLst/>
                  <a:gdLst>
                    <a:gd name="connsiteX0" fmla="*/ 1076883 w 1076883"/>
                    <a:gd name="connsiteY0" fmla="*/ 2576592 h 2576591"/>
                    <a:gd name="connsiteX1" fmla="*/ 0 w 1076883"/>
                    <a:gd name="connsiteY1" fmla="*/ 1955567 h 2576591"/>
                    <a:gd name="connsiteX2" fmla="*/ 0 w 1076883"/>
                    <a:gd name="connsiteY2" fmla="*/ 0 h 2576591"/>
                    <a:gd name="connsiteX3" fmla="*/ 1076883 w 1076883"/>
                    <a:gd name="connsiteY3" fmla="*/ 621025 h 2576591"/>
                  </a:gdLst>
                  <a:ahLst/>
                  <a:cxnLst>
                    <a:cxn ang="0">
                      <a:pos x="connsiteX0" y="connsiteY0"/>
                    </a:cxn>
                    <a:cxn ang="0">
                      <a:pos x="connsiteX1" y="connsiteY1"/>
                    </a:cxn>
                    <a:cxn ang="0">
                      <a:pos x="connsiteX2" y="connsiteY2"/>
                    </a:cxn>
                    <a:cxn ang="0">
                      <a:pos x="connsiteX3" y="connsiteY3"/>
                    </a:cxn>
                  </a:cxnLst>
                  <a:rect l="l" t="t" r="r" b="b"/>
                  <a:pathLst>
                    <a:path w="1076883" h="2576591">
                      <a:moveTo>
                        <a:pt x="1076883" y="2576592"/>
                      </a:moveTo>
                      <a:lnTo>
                        <a:pt x="0" y="1955567"/>
                      </a:lnTo>
                      <a:lnTo>
                        <a:pt x="0" y="0"/>
                      </a:lnTo>
                      <a:lnTo>
                        <a:pt x="1076883" y="621025"/>
                      </a:lnTo>
                      <a:close/>
                    </a:path>
                  </a:pathLst>
                </a:custGeom>
                <a:solidFill>
                  <a:schemeClr val="accent1"/>
                </a:solidFill>
                <a:ln w="13204"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0CCE75FA-6669-4AA6-9338-C238FAEFA3C6}"/>
                    </a:ext>
                  </a:extLst>
                </p:cNvPr>
                <p:cNvSpPr/>
                <p:nvPr/>
              </p:nvSpPr>
              <p:spPr>
                <a:xfrm>
                  <a:off x="10263158" y="2394434"/>
                  <a:ext cx="360723" cy="2164337"/>
                </a:xfrm>
                <a:custGeom>
                  <a:avLst/>
                  <a:gdLst>
                    <a:gd name="connsiteX0" fmla="*/ 360723 w 360723"/>
                    <a:gd name="connsiteY0" fmla="*/ 1955567 h 2164337"/>
                    <a:gd name="connsiteX1" fmla="*/ 0 w 360723"/>
                    <a:gd name="connsiteY1" fmla="*/ 2164337 h 2164337"/>
                    <a:gd name="connsiteX2" fmla="*/ 0 w 360723"/>
                    <a:gd name="connsiteY2" fmla="*/ 208770 h 2164337"/>
                    <a:gd name="connsiteX3" fmla="*/ 360723 w 360723"/>
                    <a:gd name="connsiteY3" fmla="*/ 0 h 2164337"/>
                  </a:gdLst>
                  <a:ahLst/>
                  <a:cxnLst>
                    <a:cxn ang="0">
                      <a:pos x="connsiteX0" y="connsiteY0"/>
                    </a:cxn>
                    <a:cxn ang="0">
                      <a:pos x="connsiteX1" y="connsiteY1"/>
                    </a:cxn>
                    <a:cxn ang="0">
                      <a:pos x="connsiteX2" y="connsiteY2"/>
                    </a:cxn>
                    <a:cxn ang="0">
                      <a:pos x="connsiteX3" y="connsiteY3"/>
                    </a:cxn>
                  </a:cxnLst>
                  <a:rect l="l" t="t" r="r" b="b"/>
                  <a:pathLst>
                    <a:path w="360723" h="2164337">
                      <a:moveTo>
                        <a:pt x="360723" y="1955567"/>
                      </a:moveTo>
                      <a:lnTo>
                        <a:pt x="0" y="2164337"/>
                      </a:lnTo>
                      <a:lnTo>
                        <a:pt x="0" y="208770"/>
                      </a:lnTo>
                      <a:lnTo>
                        <a:pt x="360723" y="0"/>
                      </a:lnTo>
                      <a:close/>
                    </a:path>
                  </a:pathLst>
                </a:custGeom>
                <a:solidFill>
                  <a:schemeClr val="accent1">
                    <a:lumMod val="75000"/>
                  </a:schemeClr>
                </a:solidFill>
                <a:ln w="13204"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A43343EA-F983-4C64-8D82-8D1C51958C9C}"/>
                    </a:ext>
                  </a:extLst>
                </p:cNvPr>
                <p:cNvSpPr/>
                <p:nvPr/>
              </p:nvSpPr>
              <p:spPr>
                <a:xfrm>
                  <a:off x="10329225" y="2870113"/>
                  <a:ext cx="228590" cy="989675"/>
                </a:xfrm>
                <a:custGeom>
                  <a:avLst/>
                  <a:gdLst>
                    <a:gd name="connsiteX0" fmla="*/ 228590 w 228590"/>
                    <a:gd name="connsiteY0" fmla="*/ 857543 h 989675"/>
                    <a:gd name="connsiteX1" fmla="*/ 0 w 228590"/>
                    <a:gd name="connsiteY1" fmla="*/ 989675 h 989675"/>
                    <a:gd name="connsiteX2" fmla="*/ 0 w 228590"/>
                    <a:gd name="connsiteY2" fmla="*/ 132133 h 989675"/>
                    <a:gd name="connsiteX3" fmla="*/ 228590 w 228590"/>
                    <a:gd name="connsiteY3" fmla="*/ 0 h 989675"/>
                  </a:gdLst>
                  <a:ahLst/>
                  <a:cxnLst>
                    <a:cxn ang="0">
                      <a:pos x="connsiteX0" y="connsiteY0"/>
                    </a:cxn>
                    <a:cxn ang="0">
                      <a:pos x="connsiteX1" y="connsiteY1"/>
                    </a:cxn>
                    <a:cxn ang="0">
                      <a:pos x="connsiteX2" y="connsiteY2"/>
                    </a:cxn>
                    <a:cxn ang="0">
                      <a:pos x="connsiteX3" y="connsiteY3"/>
                    </a:cxn>
                  </a:cxnLst>
                  <a:rect l="l" t="t" r="r" b="b"/>
                  <a:pathLst>
                    <a:path w="228590" h="989675">
                      <a:moveTo>
                        <a:pt x="228590" y="857543"/>
                      </a:moveTo>
                      <a:lnTo>
                        <a:pt x="0" y="989675"/>
                      </a:lnTo>
                      <a:lnTo>
                        <a:pt x="0" y="132133"/>
                      </a:lnTo>
                      <a:lnTo>
                        <a:pt x="228590" y="0"/>
                      </a:lnTo>
                      <a:close/>
                    </a:path>
                  </a:pathLst>
                </a:custGeom>
                <a:solidFill>
                  <a:schemeClr val="accent1"/>
                </a:solidFill>
                <a:ln w="13204"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F934DFAB-4BF0-4502-B872-16C16FD12D48}"/>
                    </a:ext>
                  </a:extLst>
                </p:cNvPr>
                <p:cNvSpPr/>
                <p:nvPr/>
              </p:nvSpPr>
              <p:spPr>
                <a:xfrm>
                  <a:off x="9186275" y="1773410"/>
                  <a:ext cx="1437606" cy="829794"/>
                </a:xfrm>
                <a:custGeom>
                  <a:avLst/>
                  <a:gdLst>
                    <a:gd name="connsiteX0" fmla="*/ 1366255 w 1437606"/>
                    <a:gd name="connsiteY0" fmla="*/ 580064 h 829794"/>
                    <a:gd name="connsiteX1" fmla="*/ 1366255 w 1437606"/>
                    <a:gd name="connsiteY1" fmla="*/ 580064 h 829794"/>
                    <a:gd name="connsiteX2" fmla="*/ 360723 w 1437606"/>
                    <a:gd name="connsiteY2" fmla="*/ 0 h 829794"/>
                    <a:gd name="connsiteX3" fmla="*/ 289371 w 1437606"/>
                    <a:gd name="connsiteY3" fmla="*/ 40961 h 829794"/>
                    <a:gd name="connsiteX4" fmla="*/ 1294902 w 1437606"/>
                    <a:gd name="connsiteY4" fmla="*/ 621025 h 829794"/>
                    <a:gd name="connsiteX5" fmla="*/ 1076883 w 1437606"/>
                    <a:gd name="connsiteY5" fmla="*/ 747872 h 829794"/>
                    <a:gd name="connsiteX6" fmla="*/ 71352 w 1437606"/>
                    <a:gd name="connsiteY6" fmla="*/ 167809 h 829794"/>
                    <a:gd name="connsiteX7" fmla="*/ 0 w 1437606"/>
                    <a:gd name="connsiteY7" fmla="*/ 208770 h 829794"/>
                    <a:gd name="connsiteX8" fmla="*/ 1004210 w 1437606"/>
                    <a:gd name="connsiteY8" fmla="*/ 788834 h 829794"/>
                    <a:gd name="connsiteX9" fmla="*/ 1004210 w 1437606"/>
                    <a:gd name="connsiteY9" fmla="*/ 788834 h 829794"/>
                    <a:gd name="connsiteX10" fmla="*/ 1076883 w 1437606"/>
                    <a:gd name="connsiteY10" fmla="*/ 829795 h 829794"/>
                    <a:gd name="connsiteX11" fmla="*/ 1437606 w 1437606"/>
                    <a:gd name="connsiteY11" fmla="*/ 621025 h 829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7606" h="829794">
                      <a:moveTo>
                        <a:pt x="1366255" y="580064"/>
                      </a:moveTo>
                      <a:lnTo>
                        <a:pt x="1366255" y="580064"/>
                      </a:lnTo>
                      <a:lnTo>
                        <a:pt x="360723" y="0"/>
                      </a:lnTo>
                      <a:lnTo>
                        <a:pt x="289371" y="40961"/>
                      </a:lnTo>
                      <a:lnTo>
                        <a:pt x="1294902" y="621025"/>
                      </a:lnTo>
                      <a:lnTo>
                        <a:pt x="1076883" y="747872"/>
                      </a:lnTo>
                      <a:lnTo>
                        <a:pt x="71352" y="167809"/>
                      </a:lnTo>
                      <a:lnTo>
                        <a:pt x="0" y="208770"/>
                      </a:lnTo>
                      <a:lnTo>
                        <a:pt x="1004210" y="788834"/>
                      </a:lnTo>
                      <a:lnTo>
                        <a:pt x="1004210" y="788834"/>
                      </a:lnTo>
                      <a:lnTo>
                        <a:pt x="1076883" y="829795"/>
                      </a:lnTo>
                      <a:lnTo>
                        <a:pt x="1437606" y="621025"/>
                      </a:lnTo>
                      <a:close/>
                    </a:path>
                  </a:pathLst>
                </a:custGeom>
                <a:solidFill>
                  <a:schemeClr val="accent1">
                    <a:lumMod val="75000"/>
                  </a:schemeClr>
                </a:solidFill>
                <a:ln w="13204"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795ECDA3-2B1D-4717-BC94-F9467D7037BB}"/>
                    </a:ext>
                  </a:extLst>
                </p:cNvPr>
                <p:cNvSpPr/>
                <p:nvPr/>
              </p:nvSpPr>
              <p:spPr>
                <a:xfrm>
                  <a:off x="10343759" y="3992749"/>
                  <a:ext cx="198199" cy="254682"/>
                </a:xfrm>
                <a:custGeom>
                  <a:avLst/>
                  <a:gdLst>
                    <a:gd name="connsiteX0" fmla="*/ 198199 w 198199"/>
                    <a:gd name="connsiteY0" fmla="*/ 70524 h 254682"/>
                    <a:gd name="connsiteX1" fmla="*/ 99100 w 198199"/>
                    <a:gd name="connsiteY1" fmla="*/ 240976 h 254682"/>
                    <a:gd name="connsiteX2" fmla="*/ 0 w 198199"/>
                    <a:gd name="connsiteY2" fmla="*/ 184158 h 254682"/>
                    <a:gd name="connsiteX3" fmla="*/ 99100 w 198199"/>
                    <a:gd name="connsiteY3" fmla="*/ 13707 h 254682"/>
                    <a:gd name="connsiteX4" fmla="*/ 198199 w 198199"/>
                    <a:gd name="connsiteY4" fmla="*/ 70524 h 2546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199" h="254682">
                      <a:moveTo>
                        <a:pt x="198199" y="70524"/>
                      </a:moveTo>
                      <a:cubicBezTo>
                        <a:pt x="198199" y="133948"/>
                        <a:pt x="154596" y="210585"/>
                        <a:pt x="99100" y="240976"/>
                      </a:cubicBezTo>
                      <a:cubicBezTo>
                        <a:pt x="44925" y="272687"/>
                        <a:pt x="0" y="247582"/>
                        <a:pt x="0" y="184158"/>
                      </a:cubicBezTo>
                      <a:cubicBezTo>
                        <a:pt x="0" y="120735"/>
                        <a:pt x="43604" y="44098"/>
                        <a:pt x="99100" y="13707"/>
                      </a:cubicBezTo>
                      <a:cubicBezTo>
                        <a:pt x="154596" y="-18005"/>
                        <a:pt x="198199" y="7100"/>
                        <a:pt x="198199" y="70524"/>
                      </a:cubicBezTo>
                      <a:close/>
                    </a:path>
                  </a:pathLst>
                </a:custGeom>
                <a:solidFill>
                  <a:schemeClr val="accent1"/>
                </a:solidFill>
                <a:ln w="13204"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50964DD3-F9E8-454F-91E8-BDAD3194891F}"/>
                    </a:ext>
                  </a:extLst>
                </p:cNvPr>
                <p:cNvSpPr/>
                <p:nvPr/>
              </p:nvSpPr>
              <p:spPr>
                <a:xfrm>
                  <a:off x="9475646" y="1814371"/>
                  <a:ext cx="1005531" cy="706911"/>
                </a:xfrm>
                <a:custGeom>
                  <a:avLst/>
                  <a:gdLst>
                    <a:gd name="connsiteX0" fmla="*/ 0 w 1005531"/>
                    <a:gd name="connsiteY0" fmla="*/ 0 h 706911"/>
                    <a:gd name="connsiteX1" fmla="*/ 0 w 1005531"/>
                    <a:gd name="connsiteY1" fmla="*/ 252374 h 706911"/>
                    <a:gd name="connsiteX2" fmla="*/ 787512 w 1005531"/>
                    <a:gd name="connsiteY2" fmla="*/ 706911 h 706911"/>
                    <a:gd name="connsiteX3" fmla="*/ 1005531 w 1005531"/>
                    <a:gd name="connsiteY3" fmla="*/ 580064 h 706911"/>
                  </a:gdLst>
                  <a:ahLst/>
                  <a:cxnLst>
                    <a:cxn ang="0">
                      <a:pos x="connsiteX0" y="connsiteY0"/>
                    </a:cxn>
                    <a:cxn ang="0">
                      <a:pos x="connsiteX1" y="connsiteY1"/>
                    </a:cxn>
                    <a:cxn ang="0">
                      <a:pos x="connsiteX2" y="connsiteY2"/>
                    </a:cxn>
                    <a:cxn ang="0">
                      <a:pos x="connsiteX3" y="connsiteY3"/>
                    </a:cxn>
                  </a:cxnLst>
                  <a:rect l="l" t="t" r="r" b="b"/>
                  <a:pathLst>
                    <a:path w="1005531" h="706911">
                      <a:moveTo>
                        <a:pt x="0" y="0"/>
                      </a:moveTo>
                      <a:lnTo>
                        <a:pt x="0" y="252374"/>
                      </a:lnTo>
                      <a:lnTo>
                        <a:pt x="787512" y="706911"/>
                      </a:lnTo>
                      <a:lnTo>
                        <a:pt x="1005531" y="580064"/>
                      </a:lnTo>
                      <a:close/>
                    </a:path>
                  </a:pathLst>
                </a:custGeom>
                <a:solidFill>
                  <a:schemeClr val="accent1"/>
                </a:solidFill>
                <a:ln w="13204"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F378B451-D52E-44CA-A0C2-9AE61A6239F6}"/>
                    </a:ext>
                  </a:extLst>
                </p:cNvPr>
                <p:cNvSpPr/>
                <p:nvPr/>
              </p:nvSpPr>
              <p:spPr>
                <a:xfrm>
                  <a:off x="9342192" y="1863260"/>
                  <a:ext cx="1138985" cy="658021"/>
                </a:xfrm>
                <a:custGeom>
                  <a:avLst/>
                  <a:gdLst>
                    <a:gd name="connsiteX0" fmla="*/ 0 w 1138985"/>
                    <a:gd name="connsiteY0" fmla="*/ 126848 h 658021"/>
                    <a:gd name="connsiteX1" fmla="*/ 218019 w 1138985"/>
                    <a:gd name="connsiteY1" fmla="*/ 0 h 658021"/>
                    <a:gd name="connsiteX2" fmla="*/ 1138986 w 1138985"/>
                    <a:gd name="connsiteY2" fmla="*/ 531174 h 658021"/>
                    <a:gd name="connsiteX3" fmla="*/ 920966 w 1138985"/>
                    <a:gd name="connsiteY3" fmla="*/ 658022 h 658021"/>
                  </a:gdLst>
                  <a:ahLst/>
                  <a:cxnLst>
                    <a:cxn ang="0">
                      <a:pos x="connsiteX0" y="connsiteY0"/>
                    </a:cxn>
                    <a:cxn ang="0">
                      <a:pos x="connsiteX1" y="connsiteY1"/>
                    </a:cxn>
                    <a:cxn ang="0">
                      <a:pos x="connsiteX2" y="connsiteY2"/>
                    </a:cxn>
                    <a:cxn ang="0">
                      <a:pos x="connsiteX3" y="connsiteY3"/>
                    </a:cxn>
                  </a:cxnLst>
                  <a:rect l="l" t="t" r="r" b="b"/>
                  <a:pathLst>
                    <a:path w="1138985" h="658021">
                      <a:moveTo>
                        <a:pt x="0" y="126848"/>
                      </a:moveTo>
                      <a:lnTo>
                        <a:pt x="218019" y="0"/>
                      </a:lnTo>
                      <a:lnTo>
                        <a:pt x="1138986" y="531174"/>
                      </a:lnTo>
                      <a:lnTo>
                        <a:pt x="920966" y="658022"/>
                      </a:lnTo>
                      <a:close/>
                    </a:path>
                  </a:pathLst>
                </a:custGeom>
                <a:solidFill>
                  <a:srgbClr val="F9FBFC"/>
                </a:solidFill>
                <a:ln w="13204" cap="flat">
                  <a:noFill/>
                  <a:prstDash val="solid"/>
                  <a:miter/>
                </a:ln>
              </p:spPr>
              <p:txBody>
                <a:bodyPr rtlCol="0" anchor="ctr"/>
                <a:lstStyle/>
                <a:p>
                  <a:endParaRPr lang="en-US"/>
                </a:p>
              </p:txBody>
            </p:sp>
          </p:grpSp>
        </p:grpSp>
        <p:grpSp>
          <p:nvGrpSpPr>
            <p:cNvPr id="44" name="Graphic 3">
              <a:extLst>
                <a:ext uri="{FF2B5EF4-FFF2-40B4-BE49-F238E27FC236}">
                  <a16:creationId xmlns:a16="http://schemas.microsoft.com/office/drawing/2014/main" id="{85FB30D8-0F6F-4314-A3BD-A2090A2B8719}"/>
                </a:ext>
              </a:extLst>
            </p:cNvPr>
            <p:cNvGrpSpPr/>
            <p:nvPr/>
          </p:nvGrpSpPr>
          <p:grpSpPr>
            <a:xfrm>
              <a:off x="8419904" y="2082601"/>
              <a:ext cx="2049381" cy="2962419"/>
              <a:chOff x="8419904" y="2082601"/>
              <a:chExt cx="2049381" cy="2962419"/>
            </a:xfrm>
          </p:grpSpPr>
          <p:grpSp>
            <p:nvGrpSpPr>
              <p:cNvPr id="45" name="Graphic 3">
                <a:extLst>
                  <a:ext uri="{FF2B5EF4-FFF2-40B4-BE49-F238E27FC236}">
                    <a16:creationId xmlns:a16="http://schemas.microsoft.com/office/drawing/2014/main" id="{85FB30D8-0F6F-4314-A3BD-A2090A2B8719}"/>
                  </a:ext>
                </a:extLst>
              </p:cNvPr>
              <p:cNvGrpSpPr/>
              <p:nvPr/>
            </p:nvGrpSpPr>
            <p:grpSpPr>
              <a:xfrm>
                <a:off x="8521647" y="2082601"/>
                <a:ext cx="1947639" cy="2934671"/>
                <a:chOff x="8521647" y="2082601"/>
                <a:chExt cx="1947639" cy="2934671"/>
              </a:xfrm>
            </p:grpSpPr>
            <p:grpSp>
              <p:nvGrpSpPr>
                <p:cNvPr id="46" name="Graphic 3">
                  <a:extLst>
                    <a:ext uri="{FF2B5EF4-FFF2-40B4-BE49-F238E27FC236}">
                      <a16:creationId xmlns:a16="http://schemas.microsoft.com/office/drawing/2014/main" id="{85FB30D8-0F6F-4314-A3BD-A2090A2B8719}"/>
                    </a:ext>
                  </a:extLst>
                </p:cNvPr>
                <p:cNvGrpSpPr/>
                <p:nvPr/>
              </p:nvGrpSpPr>
              <p:grpSpPr>
                <a:xfrm>
                  <a:off x="8521647" y="2082601"/>
                  <a:ext cx="997603" cy="2386320"/>
                  <a:chOff x="8521647" y="2082601"/>
                  <a:chExt cx="997603" cy="2386320"/>
                </a:xfrm>
              </p:grpSpPr>
              <p:sp>
                <p:nvSpPr>
                  <p:cNvPr id="47" name="Freeform: Shape 46">
                    <a:extLst>
                      <a:ext uri="{FF2B5EF4-FFF2-40B4-BE49-F238E27FC236}">
                        <a16:creationId xmlns:a16="http://schemas.microsoft.com/office/drawing/2014/main" id="{2F3BE110-B181-4114-9DA9-051BA6CDBC8F}"/>
                      </a:ext>
                    </a:extLst>
                  </p:cNvPr>
                  <p:cNvSpPr/>
                  <p:nvPr/>
                </p:nvSpPr>
                <p:spPr>
                  <a:xfrm>
                    <a:off x="9473004" y="2630952"/>
                    <a:ext cx="46246" cy="1837968"/>
                  </a:xfrm>
                  <a:custGeom>
                    <a:avLst/>
                    <a:gdLst>
                      <a:gd name="connsiteX0" fmla="*/ 46247 w 46246"/>
                      <a:gd name="connsiteY0" fmla="*/ 0 h 1837968"/>
                      <a:gd name="connsiteX1" fmla="*/ 40961 w 46246"/>
                      <a:gd name="connsiteY1" fmla="*/ 1814185 h 1837968"/>
                      <a:gd name="connsiteX2" fmla="*/ 0 w 46246"/>
                      <a:gd name="connsiteY2" fmla="*/ 1837969 h 1837968"/>
                      <a:gd name="connsiteX3" fmla="*/ 5285 w 46246"/>
                      <a:gd name="connsiteY3" fmla="*/ 23784 h 1837968"/>
                    </a:gdLst>
                    <a:ahLst/>
                    <a:cxnLst>
                      <a:cxn ang="0">
                        <a:pos x="connsiteX0" y="connsiteY0"/>
                      </a:cxn>
                      <a:cxn ang="0">
                        <a:pos x="connsiteX1" y="connsiteY1"/>
                      </a:cxn>
                      <a:cxn ang="0">
                        <a:pos x="connsiteX2" y="connsiteY2"/>
                      </a:cxn>
                      <a:cxn ang="0">
                        <a:pos x="connsiteX3" y="connsiteY3"/>
                      </a:cxn>
                    </a:cxnLst>
                    <a:rect l="l" t="t" r="r" b="b"/>
                    <a:pathLst>
                      <a:path w="46246" h="1837968">
                        <a:moveTo>
                          <a:pt x="46247" y="0"/>
                        </a:moveTo>
                        <a:lnTo>
                          <a:pt x="40961" y="1814185"/>
                        </a:lnTo>
                        <a:lnTo>
                          <a:pt x="0" y="1837969"/>
                        </a:lnTo>
                        <a:lnTo>
                          <a:pt x="5285" y="23784"/>
                        </a:lnTo>
                        <a:close/>
                      </a:path>
                    </a:pathLst>
                  </a:custGeom>
                  <a:solidFill>
                    <a:srgbClr val="33CC99"/>
                  </a:solidFill>
                  <a:ln w="13204"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ADAE02A5-B2D2-4035-B9DC-3241A930F7CB}"/>
                      </a:ext>
                    </a:extLst>
                  </p:cNvPr>
                  <p:cNvSpPr/>
                  <p:nvPr/>
                </p:nvSpPr>
                <p:spPr>
                  <a:xfrm>
                    <a:off x="8521647" y="2105063"/>
                    <a:ext cx="956642" cy="2363857"/>
                  </a:xfrm>
                  <a:custGeom>
                    <a:avLst/>
                    <a:gdLst>
                      <a:gd name="connsiteX0" fmla="*/ 956642 w 956642"/>
                      <a:gd name="connsiteY0" fmla="*/ 549673 h 2363857"/>
                      <a:gd name="connsiteX1" fmla="*/ 951357 w 956642"/>
                      <a:gd name="connsiteY1" fmla="*/ 2363858 h 2363857"/>
                      <a:gd name="connsiteX2" fmla="*/ 0 w 956642"/>
                      <a:gd name="connsiteY2" fmla="*/ 1814185 h 2363857"/>
                      <a:gd name="connsiteX3" fmla="*/ 5285 w 956642"/>
                      <a:gd name="connsiteY3" fmla="*/ 0 h 2363857"/>
                    </a:gdLst>
                    <a:ahLst/>
                    <a:cxnLst>
                      <a:cxn ang="0">
                        <a:pos x="connsiteX0" y="connsiteY0"/>
                      </a:cxn>
                      <a:cxn ang="0">
                        <a:pos x="connsiteX1" y="connsiteY1"/>
                      </a:cxn>
                      <a:cxn ang="0">
                        <a:pos x="connsiteX2" y="connsiteY2"/>
                      </a:cxn>
                      <a:cxn ang="0">
                        <a:pos x="connsiteX3" y="connsiteY3"/>
                      </a:cxn>
                    </a:cxnLst>
                    <a:rect l="l" t="t" r="r" b="b"/>
                    <a:pathLst>
                      <a:path w="956642" h="2363857">
                        <a:moveTo>
                          <a:pt x="956642" y="549673"/>
                        </a:moveTo>
                        <a:lnTo>
                          <a:pt x="951357" y="2363858"/>
                        </a:lnTo>
                        <a:lnTo>
                          <a:pt x="0" y="1814185"/>
                        </a:lnTo>
                        <a:lnTo>
                          <a:pt x="5285" y="0"/>
                        </a:lnTo>
                        <a:close/>
                      </a:path>
                    </a:pathLst>
                  </a:custGeom>
                  <a:solidFill>
                    <a:srgbClr val="576A7A"/>
                  </a:solidFill>
                  <a:ln w="13204"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F5225A0A-37F9-4EEC-B6B0-A1D173432A9F}"/>
                      </a:ext>
                    </a:extLst>
                  </p:cNvPr>
                  <p:cNvSpPr/>
                  <p:nvPr/>
                </p:nvSpPr>
                <p:spPr>
                  <a:xfrm>
                    <a:off x="8526932" y="2082601"/>
                    <a:ext cx="992318" cy="572135"/>
                  </a:xfrm>
                  <a:custGeom>
                    <a:avLst/>
                    <a:gdLst>
                      <a:gd name="connsiteX0" fmla="*/ 992318 w 992318"/>
                      <a:gd name="connsiteY0" fmla="*/ 548352 h 572135"/>
                      <a:gd name="connsiteX1" fmla="*/ 951357 w 992318"/>
                      <a:gd name="connsiteY1" fmla="*/ 572136 h 572135"/>
                      <a:gd name="connsiteX2" fmla="*/ 0 w 992318"/>
                      <a:gd name="connsiteY2" fmla="*/ 22463 h 572135"/>
                      <a:gd name="connsiteX3" fmla="*/ 40961 w 992318"/>
                      <a:gd name="connsiteY3" fmla="*/ 0 h 572135"/>
                    </a:gdLst>
                    <a:ahLst/>
                    <a:cxnLst>
                      <a:cxn ang="0">
                        <a:pos x="connsiteX0" y="connsiteY0"/>
                      </a:cxn>
                      <a:cxn ang="0">
                        <a:pos x="connsiteX1" y="connsiteY1"/>
                      </a:cxn>
                      <a:cxn ang="0">
                        <a:pos x="connsiteX2" y="connsiteY2"/>
                      </a:cxn>
                      <a:cxn ang="0">
                        <a:pos x="connsiteX3" y="connsiteY3"/>
                      </a:cxn>
                    </a:cxnLst>
                    <a:rect l="l" t="t" r="r" b="b"/>
                    <a:pathLst>
                      <a:path w="992318" h="572135">
                        <a:moveTo>
                          <a:pt x="992318" y="548352"/>
                        </a:moveTo>
                        <a:lnTo>
                          <a:pt x="951357" y="572136"/>
                        </a:lnTo>
                        <a:lnTo>
                          <a:pt x="0" y="22463"/>
                        </a:lnTo>
                        <a:lnTo>
                          <a:pt x="40961" y="0"/>
                        </a:lnTo>
                        <a:close/>
                      </a:path>
                    </a:pathLst>
                  </a:custGeom>
                  <a:solidFill>
                    <a:srgbClr val="425460"/>
                  </a:solidFill>
                  <a:ln w="13204" cap="flat">
                    <a:noFill/>
                    <a:prstDash val="solid"/>
                    <a:miter/>
                  </a:ln>
                </p:spPr>
                <p:txBody>
                  <a:bodyPr rtlCol="0" anchor="ctr"/>
                  <a:lstStyle/>
                  <a:p>
                    <a:endParaRPr lang="en-US"/>
                  </a:p>
                </p:txBody>
              </p:sp>
            </p:grpSp>
            <p:grpSp>
              <p:nvGrpSpPr>
                <p:cNvPr id="50" name="Graphic 3">
                  <a:extLst>
                    <a:ext uri="{FF2B5EF4-FFF2-40B4-BE49-F238E27FC236}">
                      <a16:creationId xmlns:a16="http://schemas.microsoft.com/office/drawing/2014/main" id="{85FB30D8-0F6F-4314-A3BD-A2090A2B8719}"/>
                    </a:ext>
                  </a:extLst>
                </p:cNvPr>
                <p:cNvGrpSpPr/>
                <p:nvPr/>
              </p:nvGrpSpPr>
              <p:grpSpPr>
                <a:xfrm>
                  <a:off x="9473004" y="2630952"/>
                  <a:ext cx="996282" cy="2386320"/>
                  <a:chOff x="9473004" y="2630952"/>
                  <a:chExt cx="996282" cy="2386320"/>
                </a:xfrm>
              </p:grpSpPr>
              <p:sp>
                <p:nvSpPr>
                  <p:cNvPr id="51" name="Freeform: Shape 50">
                    <a:extLst>
                      <a:ext uri="{FF2B5EF4-FFF2-40B4-BE49-F238E27FC236}">
                        <a16:creationId xmlns:a16="http://schemas.microsoft.com/office/drawing/2014/main" id="{6FF4CB4B-04A4-42A4-8593-44226ED68EAC}"/>
                      </a:ext>
                    </a:extLst>
                  </p:cNvPr>
                  <p:cNvSpPr/>
                  <p:nvPr/>
                </p:nvSpPr>
                <p:spPr>
                  <a:xfrm>
                    <a:off x="10424361" y="3180625"/>
                    <a:ext cx="44925" cy="1836647"/>
                  </a:xfrm>
                  <a:custGeom>
                    <a:avLst/>
                    <a:gdLst>
                      <a:gd name="connsiteX0" fmla="*/ 44925 w 44925"/>
                      <a:gd name="connsiteY0" fmla="*/ 0 h 1836647"/>
                      <a:gd name="connsiteX1" fmla="*/ 40961 w 44925"/>
                      <a:gd name="connsiteY1" fmla="*/ 1814185 h 1836647"/>
                      <a:gd name="connsiteX2" fmla="*/ 0 w 44925"/>
                      <a:gd name="connsiteY2" fmla="*/ 1836647 h 1836647"/>
                      <a:gd name="connsiteX3" fmla="*/ 5285 w 44925"/>
                      <a:gd name="connsiteY3" fmla="*/ 23784 h 1836647"/>
                    </a:gdLst>
                    <a:ahLst/>
                    <a:cxnLst>
                      <a:cxn ang="0">
                        <a:pos x="connsiteX0" y="connsiteY0"/>
                      </a:cxn>
                      <a:cxn ang="0">
                        <a:pos x="connsiteX1" y="connsiteY1"/>
                      </a:cxn>
                      <a:cxn ang="0">
                        <a:pos x="connsiteX2" y="connsiteY2"/>
                      </a:cxn>
                      <a:cxn ang="0">
                        <a:pos x="connsiteX3" y="connsiteY3"/>
                      </a:cxn>
                    </a:cxnLst>
                    <a:rect l="l" t="t" r="r" b="b"/>
                    <a:pathLst>
                      <a:path w="44925" h="1836647">
                        <a:moveTo>
                          <a:pt x="44925" y="0"/>
                        </a:moveTo>
                        <a:lnTo>
                          <a:pt x="40961" y="1814185"/>
                        </a:lnTo>
                        <a:lnTo>
                          <a:pt x="0" y="1836647"/>
                        </a:lnTo>
                        <a:lnTo>
                          <a:pt x="5285" y="23784"/>
                        </a:lnTo>
                        <a:close/>
                      </a:path>
                    </a:pathLst>
                  </a:custGeom>
                  <a:solidFill>
                    <a:srgbClr val="425460"/>
                  </a:solidFill>
                  <a:ln w="13204"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5309462D-B8E5-44B7-A82A-0F71333A7EF5}"/>
                      </a:ext>
                    </a:extLst>
                  </p:cNvPr>
                  <p:cNvSpPr/>
                  <p:nvPr/>
                </p:nvSpPr>
                <p:spPr>
                  <a:xfrm>
                    <a:off x="9473004" y="2654736"/>
                    <a:ext cx="956642" cy="2362536"/>
                  </a:xfrm>
                  <a:custGeom>
                    <a:avLst/>
                    <a:gdLst>
                      <a:gd name="connsiteX0" fmla="*/ 956642 w 956642"/>
                      <a:gd name="connsiteY0" fmla="*/ 549673 h 2362536"/>
                      <a:gd name="connsiteX1" fmla="*/ 951357 w 956642"/>
                      <a:gd name="connsiteY1" fmla="*/ 2362537 h 2362536"/>
                      <a:gd name="connsiteX2" fmla="*/ 0 w 956642"/>
                      <a:gd name="connsiteY2" fmla="*/ 1814185 h 2362536"/>
                      <a:gd name="connsiteX3" fmla="*/ 5285 w 956642"/>
                      <a:gd name="connsiteY3" fmla="*/ 0 h 2362536"/>
                    </a:gdLst>
                    <a:ahLst/>
                    <a:cxnLst>
                      <a:cxn ang="0">
                        <a:pos x="connsiteX0" y="connsiteY0"/>
                      </a:cxn>
                      <a:cxn ang="0">
                        <a:pos x="connsiteX1" y="connsiteY1"/>
                      </a:cxn>
                      <a:cxn ang="0">
                        <a:pos x="connsiteX2" y="connsiteY2"/>
                      </a:cxn>
                      <a:cxn ang="0">
                        <a:pos x="connsiteX3" y="connsiteY3"/>
                      </a:cxn>
                    </a:cxnLst>
                    <a:rect l="l" t="t" r="r" b="b"/>
                    <a:pathLst>
                      <a:path w="956642" h="2362536">
                        <a:moveTo>
                          <a:pt x="956642" y="549673"/>
                        </a:moveTo>
                        <a:lnTo>
                          <a:pt x="951357" y="2362537"/>
                        </a:lnTo>
                        <a:lnTo>
                          <a:pt x="0" y="1814185"/>
                        </a:lnTo>
                        <a:lnTo>
                          <a:pt x="5285" y="0"/>
                        </a:lnTo>
                        <a:close/>
                      </a:path>
                    </a:pathLst>
                  </a:custGeom>
                  <a:solidFill>
                    <a:srgbClr val="576A7A"/>
                  </a:solidFill>
                  <a:ln w="13204"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DA80C57F-7086-446C-857F-347B34DD30DE}"/>
                      </a:ext>
                    </a:extLst>
                  </p:cNvPr>
                  <p:cNvSpPr/>
                  <p:nvPr/>
                </p:nvSpPr>
                <p:spPr>
                  <a:xfrm>
                    <a:off x="9478289" y="2630952"/>
                    <a:ext cx="990996" cy="573456"/>
                  </a:xfrm>
                  <a:custGeom>
                    <a:avLst/>
                    <a:gdLst>
                      <a:gd name="connsiteX0" fmla="*/ 990997 w 990996"/>
                      <a:gd name="connsiteY0" fmla="*/ 549673 h 573456"/>
                      <a:gd name="connsiteX1" fmla="*/ 951357 w 990996"/>
                      <a:gd name="connsiteY1" fmla="*/ 573457 h 573456"/>
                      <a:gd name="connsiteX2" fmla="*/ 0 w 990996"/>
                      <a:gd name="connsiteY2" fmla="*/ 23784 h 573456"/>
                      <a:gd name="connsiteX3" fmla="*/ 40961 w 990996"/>
                      <a:gd name="connsiteY3" fmla="*/ 0 h 573456"/>
                    </a:gdLst>
                    <a:ahLst/>
                    <a:cxnLst>
                      <a:cxn ang="0">
                        <a:pos x="connsiteX0" y="connsiteY0"/>
                      </a:cxn>
                      <a:cxn ang="0">
                        <a:pos x="connsiteX1" y="connsiteY1"/>
                      </a:cxn>
                      <a:cxn ang="0">
                        <a:pos x="connsiteX2" y="connsiteY2"/>
                      </a:cxn>
                      <a:cxn ang="0">
                        <a:pos x="connsiteX3" y="connsiteY3"/>
                      </a:cxn>
                    </a:cxnLst>
                    <a:rect l="l" t="t" r="r" b="b"/>
                    <a:pathLst>
                      <a:path w="990996" h="573456">
                        <a:moveTo>
                          <a:pt x="990997" y="549673"/>
                        </a:moveTo>
                        <a:lnTo>
                          <a:pt x="951357" y="573457"/>
                        </a:lnTo>
                        <a:lnTo>
                          <a:pt x="0" y="23784"/>
                        </a:lnTo>
                        <a:lnTo>
                          <a:pt x="40961" y="0"/>
                        </a:lnTo>
                        <a:close/>
                      </a:path>
                    </a:pathLst>
                  </a:custGeom>
                  <a:solidFill>
                    <a:srgbClr val="425460"/>
                  </a:solidFill>
                  <a:ln w="13204" cap="flat">
                    <a:noFill/>
                    <a:prstDash val="solid"/>
                    <a:miter/>
                  </a:ln>
                </p:spPr>
                <p:txBody>
                  <a:bodyPr rtlCol="0" anchor="ctr"/>
                  <a:lstStyle/>
                  <a:p>
                    <a:endParaRPr lang="en-US"/>
                  </a:p>
                </p:txBody>
              </p:sp>
            </p:grpSp>
          </p:grpSp>
          <p:sp>
            <p:nvSpPr>
              <p:cNvPr id="54" name="Freeform: Shape 53">
                <a:extLst>
                  <a:ext uri="{FF2B5EF4-FFF2-40B4-BE49-F238E27FC236}">
                    <a16:creationId xmlns:a16="http://schemas.microsoft.com/office/drawing/2014/main" id="{E0751CDC-FBBE-4A19-A487-4F2DA23297D7}"/>
                  </a:ext>
                </a:extLst>
              </p:cNvPr>
              <p:cNvSpPr/>
              <p:nvPr/>
            </p:nvSpPr>
            <p:spPr>
              <a:xfrm>
                <a:off x="10227483" y="3253298"/>
                <a:ext cx="153274" cy="1791722"/>
              </a:xfrm>
              <a:custGeom>
                <a:avLst/>
                <a:gdLst>
                  <a:gd name="connsiteX0" fmla="*/ 153274 w 153274"/>
                  <a:gd name="connsiteY0" fmla="*/ 0 h 1791722"/>
                  <a:gd name="connsiteX1" fmla="*/ 149310 w 153274"/>
                  <a:gd name="connsiteY1" fmla="*/ 1705836 h 1791722"/>
                  <a:gd name="connsiteX2" fmla="*/ 0 w 153274"/>
                  <a:gd name="connsiteY2" fmla="*/ 1791722 h 1791722"/>
                  <a:gd name="connsiteX3" fmla="*/ 5285 w 153274"/>
                  <a:gd name="connsiteY3" fmla="*/ 87208 h 1791722"/>
                </a:gdLst>
                <a:ahLst/>
                <a:cxnLst>
                  <a:cxn ang="0">
                    <a:pos x="connsiteX0" y="connsiteY0"/>
                  </a:cxn>
                  <a:cxn ang="0">
                    <a:pos x="connsiteX1" y="connsiteY1"/>
                  </a:cxn>
                  <a:cxn ang="0">
                    <a:pos x="connsiteX2" y="connsiteY2"/>
                  </a:cxn>
                  <a:cxn ang="0">
                    <a:pos x="connsiteX3" y="connsiteY3"/>
                  </a:cxn>
                </a:cxnLst>
                <a:rect l="l" t="t" r="r" b="b"/>
                <a:pathLst>
                  <a:path w="153274" h="1791722">
                    <a:moveTo>
                      <a:pt x="153274" y="0"/>
                    </a:moveTo>
                    <a:lnTo>
                      <a:pt x="149310" y="1705836"/>
                    </a:lnTo>
                    <a:lnTo>
                      <a:pt x="0" y="1791722"/>
                    </a:lnTo>
                    <a:lnTo>
                      <a:pt x="5285" y="87208"/>
                    </a:lnTo>
                    <a:close/>
                  </a:path>
                </a:pathLst>
              </a:custGeom>
              <a:solidFill>
                <a:srgbClr val="94A6B2"/>
              </a:solidFill>
              <a:ln w="13204"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25F388F0-8F52-4020-872F-3F9B2471AE4A}"/>
                  </a:ext>
                </a:extLst>
              </p:cNvPr>
              <p:cNvSpPr/>
              <p:nvPr/>
            </p:nvSpPr>
            <p:spPr>
              <a:xfrm>
                <a:off x="8426511" y="2210769"/>
                <a:ext cx="1051777" cy="557600"/>
              </a:xfrm>
              <a:custGeom>
                <a:avLst/>
                <a:gdLst>
                  <a:gd name="connsiteX0" fmla="*/ 1051778 w 1051777"/>
                  <a:gd name="connsiteY0" fmla="*/ 521925 h 557600"/>
                  <a:gd name="connsiteX1" fmla="*/ 753158 w 1051777"/>
                  <a:gd name="connsiteY1" fmla="*/ 521925 h 557600"/>
                  <a:gd name="connsiteX2" fmla="*/ 0 w 1051777"/>
                  <a:gd name="connsiteY2" fmla="*/ 87208 h 557600"/>
                  <a:gd name="connsiteX3" fmla="*/ 149310 w 1051777"/>
                  <a:gd name="connsiteY3" fmla="*/ 0 h 557600"/>
                  <a:gd name="connsiteX4" fmla="*/ 1051778 w 1051777"/>
                  <a:gd name="connsiteY4" fmla="*/ 521925 h 55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777" h="557600">
                    <a:moveTo>
                      <a:pt x="1051778" y="521925"/>
                    </a:moveTo>
                    <a:cubicBezTo>
                      <a:pt x="969856" y="569493"/>
                      <a:pt x="835080" y="569493"/>
                      <a:pt x="753158" y="521925"/>
                    </a:cubicBezTo>
                    <a:lnTo>
                      <a:pt x="0" y="87208"/>
                    </a:lnTo>
                    <a:lnTo>
                      <a:pt x="149310" y="0"/>
                    </a:lnTo>
                    <a:lnTo>
                      <a:pt x="1051778" y="521925"/>
                    </a:lnTo>
                    <a:close/>
                  </a:path>
                </a:pathLst>
              </a:custGeom>
              <a:solidFill>
                <a:srgbClr val="B2C3CE"/>
              </a:solidFill>
              <a:ln w="13204"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127DCE41-DDE2-4D9D-A0FD-598D308F9F33}"/>
                  </a:ext>
                </a:extLst>
              </p:cNvPr>
              <p:cNvSpPr/>
              <p:nvPr/>
            </p:nvSpPr>
            <p:spPr>
              <a:xfrm>
                <a:off x="8419904" y="2297977"/>
                <a:ext cx="1057063" cy="2174907"/>
              </a:xfrm>
              <a:custGeom>
                <a:avLst/>
                <a:gdLst>
                  <a:gd name="connsiteX0" fmla="*/ 758443 w 1057063"/>
                  <a:gd name="connsiteY0" fmla="*/ 434717 h 2174907"/>
                  <a:gd name="connsiteX1" fmla="*/ 5285 w 1057063"/>
                  <a:gd name="connsiteY1" fmla="*/ 0 h 2174907"/>
                  <a:gd name="connsiteX2" fmla="*/ 0 w 1057063"/>
                  <a:gd name="connsiteY2" fmla="*/ 1704515 h 2174907"/>
                  <a:gd name="connsiteX3" fmla="*/ 753158 w 1057063"/>
                  <a:gd name="connsiteY3" fmla="*/ 2139232 h 2174907"/>
                  <a:gd name="connsiteX4" fmla="*/ 1051778 w 1057063"/>
                  <a:gd name="connsiteY4" fmla="*/ 2139232 h 2174907"/>
                  <a:gd name="connsiteX5" fmla="*/ 1057063 w 1057063"/>
                  <a:gd name="connsiteY5" fmla="*/ 434717 h 2174907"/>
                  <a:gd name="connsiteX6" fmla="*/ 758443 w 1057063"/>
                  <a:gd name="connsiteY6" fmla="*/ 434717 h 2174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7063" h="2174907">
                    <a:moveTo>
                      <a:pt x="758443" y="434717"/>
                    </a:moveTo>
                    <a:lnTo>
                      <a:pt x="5285" y="0"/>
                    </a:lnTo>
                    <a:lnTo>
                      <a:pt x="0" y="1704515"/>
                    </a:lnTo>
                    <a:lnTo>
                      <a:pt x="753158" y="2139232"/>
                    </a:lnTo>
                    <a:cubicBezTo>
                      <a:pt x="836401" y="2186800"/>
                      <a:pt x="969856" y="2186800"/>
                      <a:pt x="1051778" y="2139232"/>
                    </a:cubicBezTo>
                    <a:lnTo>
                      <a:pt x="1057063" y="434717"/>
                    </a:lnTo>
                    <a:cubicBezTo>
                      <a:pt x="976462" y="482285"/>
                      <a:pt x="841687" y="482285"/>
                      <a:pt x="758443" y="434717"/>
                    </a:cubicBezTo>
                    <a:close/>
                  </a:path>
                </a:pathLst>
              </a:custGeom>
              <a:solidFill>
                <a:srgbClr val="E6ECEF"/>
              </a:solidFill>
              <a:ln w="13204"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F7B7C45F-B2B6-4C5C-88B5-12770A5601D2}"/>
                  </a:ext>
                </a:extLst>
              </p:cNvPr>
              <p:cNvSpPr/>
              <p:nvPr/>
            </p:nvSpPr>
            <p:spPr>
              <a:xfrm>
                <a:off x="9412222" y="2818581"/>
                <a:ext cx="820545" cy="2226439"/>
              </a:xfrm>
              <a:custGeom>
                <a:avLst/>
                <a:gdLst>
                  <a:gd name="connsiteX0" fmla="*/ 67388 w 820545"/>
                  <a:gd name="connsiteY0" fmla="*/ 87208 h 2226439"/>
                  <a:gd name="connsiteX1" fmla="*/ 5285 w 820545"/>
                  <a:gd name="connsiteY1" fmla="*/ 0 h 2226439"/>
                  <a:gd name="connsiteX2" fmla="*/ 0 w 820545"/>
                  <a:gd name="connsiteY2" fmla="*/ 1704515 h 2226439"/>
                  <a:gd name="connsiteX3" fmla="*/ 62103 w 820545"/>
                  <a:gd name="connsiteY3" fmla="*/ 1791722 h 2226439"/>
                  <a:gd name="connsiteX4" fmla="*/ 815260 w 820545"/>
                  <a:gd name="connsiteY4" fmla="*/ 2226440 h 2226439"/>
                  <a:gd name="connsiteX5" fmla="*/ 820546 w 820545"/>
                  <a:gd name="connsiteY5" fmla="*/ 521925 h 2226439"/>
                  <a:gd name="connsiteX6" fmla="*/ 67388 w 820545"/>
                  <a:gd name="connsiteY6" fmla="*/ 87208 h 222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0545" h="2226439">
                    <a:moveTo>
                      <a:pt x="67388" y="87208"/>
                    </a:moveTo>
                    <a:cubicBezTo>
                      <a:pt x="25105" y="63424"/>
                      <a:pt x="5285" y="31712"/>
                      <a:pt x="5285" y="0"/>
                    </a:cubicBezTo>
                    <a:lnTo>
                      <a:pt x="0" y="1704515"/>
                    </a:lnTo>
                    <a:cubicBezTo>
                      <a:pt x="0" y="1736227"/>
                      <a:pt x="21141" y="1767938"/>
                      <a:pt x="62103" y="1791722"/>
                    </a:cubicBezTo>
                    <a:lnTo>
                      <a:pt x="815260" y="2226440"/>
                    </a:lnTo>
                    <a:lnTo>
                      <a:pt x="820546" y="521925"/>
                    </a:lnTo>
                    <a:lnTo>
                      <a:pt x="67388" y="87208"/>
                    </a:lnTo>
                    <a:close/>
                  </a:path>
                </a:pathLst>
              </a:custGeom>
              <a:solidFill>
                <a:srgbClr val="D8E1E5"/>
              </a:solidFill>
              <a:ln w="13204"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B2EFEDDD-04EA-4C98-A4EE-37301FF864FF}"/>
                  </a:ext>
                </a:extLst>
              </p:cNvPr>
              <p:cNvSpPr/>
              <p:nvPr/>
            </p:nvSpPr>
            <p:spPr>
              <a:xfrm>
                <a:off x="9415690" y="2732695"/>
                <a:ext cx="965066" cy="607811"/>
              </a:xfrm>
              <a:custGeom>
                <a:avLst/>
                <a:gdLst>
                  <a:gd name="connsiteX0" fmla="*/ 965067 w 965066"/>
                  <a:gd name="connsiteY0" fmla="*/ 520604 h 607811"/>
                  <a:gd name="connsiteX1" fmla="*/ 815756 w 965066"/>
                  <a:gd name="connsiteY1" fmla="*/ 607811 h 607811"/>
                  <a:gd name="connsiteX2" fmla="*/ 62599 w 965066"/>
                  <a:gd name="connsiteY2" fmla="*/ 173094 h 607811"/>
                  <a:gd name="connsiteX3" fmla="*/ 61278 w 965066"/>
                  <a:gd name="connsiteY3" fmla="*/ 0 h 607811"/>
                  <a:gd name="connsiteX4" fmla="*/ 965067 w 965066"/>
                  <a:gd name="connsiteY4" fmla="*/ 520604 h 607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066" h="607811">
                    <a:moveTo>
                      <a:pt x="965067" y="520604"/>
                    </a:moveTo>
                    <a:lnTo>
                      <a:pt x="815756" y="607811"/>
                    </a:lnTo>
                    <a:lnTo>
                      <a:pt x="62599" y="173094"/>
                    </a:lnTo>
                    <a:cubicBezTo>
                      <a:pt x="-20645" y="125526"/>
                      <a:pt x="-20645" y="47568"/>
                      <a:pt x="61278" y="0"/>
                    </a:cubicBezTo>
                    <a:lnTo>
                      <a:pt x="965067" y="520604"/>
                    </a:lnTo>
                    <a:close/>
                  </a:path>
                </a:pathLst>
              </a:custGeom>
              <a:solidFill>
                <a:srgbClr val="B2C3CE"/>
              </a:solidFill>
              <a:ln w="13204"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D87C1F6-8080-4FEE-97B9-028BFA141B11}"/>
                  </a:ext>
                </a:extLst>
              </p:cNvPr>
              <p:cNvSpPr/>
              <p:nvPr/>
            </p:nvSpPr>
            <p:spPr>
              <a:xfrm>
                <a:off x="9508679" y="3164769"/>
                <a:ext cx="626310" cy="1534063"/>
              </a:xfrm>
              <a:custGeom>
                <a:avLst/>
                <a:gdLst>
                  <a:gd name="connsiteX0" fmla="*/ 1321 w 626310"/>
                  <a:gd name="connsiteY0" fmla="*/ 742587 h 1534063"/>
                  <a:gd name="connsiteX1" fmla="*/ 623667 w 626310"/>
                  <a:gd name="connsiteY1" fmla="*/ 1101989 h 1534063"/>
                  <a:gd name="connsiteX2" fmla="*/ 623667 w 626310"/>
                  <a:gd name="connsiteY2" fmla="*/ 1080847 h 1534063"/>
                  <a:gd name="connsiteX3" fmla="*/ 1321 w 626310"/>
                  <a:gd name="connsiteY3" fmla="*/ 721446 h 1534063"/>
                  <a:gd name="connsiteX4" fmla="*/ 1321 w 626310"/>
                  <a:gd name="connsiteY4" fmla="*/ 742587 h 1534063"/>
                  <a:gd name="connsiteX5" fmla="*/ 1321 w 626310"/>
                  <a:gd name="connsiteY5" fmla="*/ 886612 h 1534063"/>
                  <a:gd name="connsiteX6" fmla="*/ 623667 w 626310"/>
                  <a:gd name="connsiteY6" fmla="*/ 1246013 h 1534063"/>
                  <a:gd name="connsiteX7" fmla="*/ 623667 w 626310"/>
                  <a:gd name="connsiteY7" fmla="*/ 1224872 h 1534063"/>
                  <a:gd name="connsiteX8" fmla="*/ 1321 w 626310"/>
                  <a:gd name="connsiteY8" fmla="*/ 865471 h 1534063"/>
                  <a:gd name="connsiteX9" fmla="*/ 1321 w 626310"/>
                  <a:gd name="connsiteY9" fmla="*/ 886612 h 1534063"/>
                  <a:gd name="connsiteX10" fmla="*/ 1321 w 626310"/>
                  <a:gd name="connsiteY10" fmla="*/ 1030637 h 1534063"/>
                  <a:gd name="connsiteX11" fmla="*/ 623667 w 626310"/>
                  <a:gd name="connsiteY11" fmla="*/ 1390038 h 1534063"/>
                  <a:gd name="connsiteX12" fmla="*/ 623667 w 626310"/>
                  <a:gd name="connsiteY12" fmla="*/ 1368897 h 1534063"/>
                  <a:gd name="connsiteX13" fmla="*/ 1321 w 626310"/>
                  <a:gd name="connsiteY13" fmla="*/ 1009496 h 1534063"/>
                  <a:gd name="connsiteX14" fmla="*/ 1321 w 626310"/>
                  <a:gd name="connsiteY14" fmla="*/ 1030637 h 1534063"/>
                  <a:gd name="connsiteX15" fmla="*/ 0 w 626310"/>
                  <a:gd name="connsiteY15" fmla="*/ 1174662 h 1534063"/>
                  <a:gd name="connsiteX16" fmla="*/ 622346 w 626310"/>
                  <a:gd name="connsiteY16" fmla="*/ 1534063 h 1534063"/>
                  <a:gd name="connsiteX17" fmla="*/ 622346 w 626310"/>
                  <a:gd name="connsiteY17" fmla="*/ 1512922 h 1534063"/>
                  <a:gd name="connsiteX18" fmla="*/ 0 w 626310"/>
                  <a:gd name="connsiteY18" fmla="*/ 1153520 h 1534063"/>
                  <a:gd name="connsiteX19" fmla="*/ 0 w 626310"/>
                  <a:gd name="connsiteY19" fmla="*/ 1174662 h 1534063"/>
                  <a:gd name="connsiteX20" fmla="*/ 3964 w 626310"/>
                  <a:gd name="connsiteY20" fmla="*/ 165166 h 1534063"/>
                  <a:gd name="connsiteX21" fmla="*/ 626310 w 626310"/>
                  <a:gd name="connsiteY21" fmla="*/ 524568 h 1534063"/>
                  <a:gd name="connsiteX22" fmla="*/ 626310 w 626310"/>
                  <a:gd name="connsiteY22" fmla="*/ 503426 h 1534063"/>
                  <a:gd name="connsiteX23" fmla="*/ 3964 w 626310"/>
                  <a:gd name="connsiteY23" fmla="*/ 144025 h 1534063"/>
                  <a:gd name="connsiteX24" fmla="*/ 3964 w 626310"/>
                  <a:gd name="connsiteY24" fmla="*/ 165166 h 1534063"/>
                  <a:gd name="connsiteX25" fmla="*/ 2643 w 626310"/>
                  <a:gd name="connsiteY25" fmla="*/ 309191 h 1534063"/>
                  <a:gd name="connsiteX26" fmla="*/ 624989 w 626310"/>
                  <a:gd name="connsiteY26" fmla="*/ 668593 h 1534063"/>
                  <a:gd name="connsiteX27" fmla="*/ 624989 w 626310"/>
                  <a:gd name="connsiteY27" fmla="*/ 647451 h 1534063"/>
                  <a:gd name="connsiteX28" fmla="*/ 2643 w 626310"/>
                  <a:gd name="connsiteY28" fmla="*/ 288050 h 1534063"/>
                  <a:gd name="connsiteX29" fmla="*/ 2643 w 626310"/>
                  <a:gd name="connsiteY29" fmla="*/ 309191 h 1534063"/>
                  <a:gd name="connsiteX30" fmla="*/ 3964 w 626310"/>
                  <a:gd name="connsiteY30" fmla="*/ 0 h 1534063"/>
                  <a:gd name="connsiteX31" fmla="*/ 3964 w 626310"/>
                  <a:gd name="connsiteY31" fmla="*/ 21141 h 1534063"/>
                  <a:gd name="connsiteX32" fmla="*/ 626310 w 626310"/>
                  <a:gd name="connsiteY32" fmla="*/ 380543 h 1534063"/>
                  <a:gd name="connsiteX33" fmla="*/ 626310 w 626310"/>
                  <a:gd name="connsiteY33" fmla="*/ 359402 h 1534063"/>
                  <a:gd name="connsiteX34" fmla="*/ 3964 w 626310"/>
                  <a:gd name="connsiteY34" fmla="*/ 0 h 1534063"/>
                  <a:gd name="connsiteX35" fmla="*/ 2643 w 626310"/>
                  <a:gd name="connsiteY35" fmla="*/ 453216 h 1534063"/>
                  <a:gd name="connsiteX36" fmla="*/ 624989 w 626310"/>
                  <a:gd name="connsiteY36" fmla="*/ 812618 h 1534063"/>
                  <a:gd name="connsiteX37" fmla="*/ 624989 w 626310"/>
                  <a:gd name="connsiteY37" fmla="*/ 791476 h 1534063"/>
                  <a:gd name="connsiteX38" fmla="*/ 2643 w 626310"/>
                  <a:gd name="connsiteY38" fmla="*/ 432075 h 1534063"/>
                  <a:gd name="connsiteX39" fmla="*/ 2643 w 626310"/>
                  <a:gd name="connsiteY39" fmla="*/ 453216 h 1534063"/>
                  <a:gd name="connsiteX40" fmla="*/ 2643 w 626310"/>
                  <a:gd name="connsiteY40" fmla="*/ 597241 h 1534063"/>
                  <a:gd name="connsiteX41" fmla="*/ 624989 w 626310"/>
                  <a:gd name="connsiteY41" fmla="*/ 956642 h 1534063"/>
                  <a:gd name="connsiteX42" fmla="*/ 624989 w 626310"/>
                  <a:gd name="connsiteY42" fmla="*/ 935501 h 1534063"/>
                  <a:gd name="connsiteX43" fmla="*/ 2643 w 626310"/>
                  <a:gd name="connsiteY43" fmla="*/ 576100 h 1534063"/>
                  <a:gd name="connsiteX44" fmla="*/ 2643 w 626310"/>
                  <a:gd name="connsiteY44" fmla="*/ 597241 h 1534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26310" h="1534063">
                    <a:moveTo>
                      <a:pt x="1321" y="742587"/>
                    </a:moveTo>
                    <a:lnTo>
                      <a:pt x="623667" y="1101989"/>
                    </a:lnTo>
                    <a:lnTo>
                      <a:pt x="623667" y="1080847"/>
                    </a:lnTo>
                    <a:lnTo>
                      <a:pt x="1321" y="721446"/>
                    </a:lnTo>
                    <a:lnTo>
                      <a:pt x="1321" y="742587"/>
                    </a:lnTo>
                    <a:close/>
                    <a:moveTo>
                      <a:pt x="1321" y="886612"/>
                    </a:moveTo>
                    <a:lnTo>
                      <a:pt x="623667" y="1246013"/>
                    </a:lnTo>
                    <a:lnTo>
                      <a:pt x="623667" y="1224872"/>
                    </a:lnTo>
                    <a:lnTo>
                      <a:pt x="1321" y="865471"/>
                    </a:lnTo>
                    <a:lnTo>
                      <a:pt x="1321" y="886612"/>
                    </a:lnTo>
                    <a:close/>
                    <a:moveTo>
                      <a:pt x="1321" y="1030637"/>
                    </a:moveTo>
                    <a:lnTo>
                      <a:pt x="623667" y="1390038"/>
                    </a:lnTo>
                    <a:lnTo>
                      <a:pt x="623667" y="1368897"/>
                    </a:lnTo>
                    <a:lnTo>
                      <a:pt x="1321" y="1009496"/>
                    </a:lnTo>
                    <a:lnTo>
                      <a:pt x="1321" y="1030637"/>
                    </a:lnTo>
                    <a:close/>
                    <a:moveTo>
                      <a:pt x="0" y="1174662"/>
                    </a:moveTo>
                    <a:lnTo>
                      <a:pt x="622346" y="1534063"/>
                    </a:lnTo>
                    <a:lnTo>
                      <a:pt x="622346" y="1512922"/>
                    </a:lnTo>
                    <a:lnTo>
                      <a:pt x="0" y="1153520"/>
                    </a:lnTo>
                    <a:lnTo>
                      <a:pt x="0" y="1174662"/>
                    </a:lnTo>
                    <a:close/>
                    <a:moveTo>
                      <a:pt x="3964" y="165166"/>
                    </a:moveTo>
                    <a:lnTo>
                      <a:pt x="626310" y="524568"/>
                    </a:lnTo>
                    <a:lnTo>
                      <a:pt x="626310" y="503426"/>
                    </a:lnTo>
                    <a:lnTo>
                      <a:pt x="3964" y="144025"/>
                    </a:lnTo>
                    <a:lnTo>
                      <a:pt x="3964" y="165166"/>
                    </a:lnTo>
                    <a:close/>
                    <a:moveTo>
                      <a:pt x="2643" y="309191"/>
                    </a:moveTo>
                    <a:lnTo>
                      <a:pt x="624989" y="668593"/>
                    </a:lnTo>
                    <a:lnTo>
                      <a:pt x="624989" y="647451"/>
                    </a:lnTo>
                    <a:lnTo>
                      <a:pt x="2643" y="288050"/>
                    </a:lnTo>
                    <a:lnTo>
                      <a:pt x="2643" y="309191"/>
                    </a:lnTo>
                    <a:close/>
                    <a:moveTo>
                      <a:pt x="3964" y="0"/>
                    </a:moveTo>
                    <a:lnTo>
                      <a:pt x="3964" y="21141"/>
                    </a:lnTo>
                    <a:lnTo>
                      <a:pt x="626310" y="380543"/>
                    </a:lnTo>
                    <a:lnTo>
                      <a:pt x="626310" y="359402"/>
                    </a:lnTo>
                    <a:lnTo>
                      <a:pt x="3964" y="0"/>
                    </a:lnTo>
                    <a:close/>
                    <a:moveTo>
                      <a:pt x="2643" y="453216"/>
                    </a:moveTo>
                    <a:lnTo>
                      <a:pt x="624989" y="812618"/>
                    </a:lnTo>
                    <a:lnTo>
                      <a:pt x="624989" y="791476"/>
                    </a:lnTo>
                    <a:lnTo>
                      <a:pt x="2643" y="432075"/>
                    </a:lnTo>
                    <a:lnTo>
                      <a:pt x="2643" y="453216"/>
                    </a:lnTo>
                    <a:close/>
                    <a:moveTo>
                      <a:pt x="2643" y="597241"/>
                    </a:moveTo>
                    <a:lnTo>
                      <a:pt x="624989" y="956642"/>
                    </a:lnTo>
                    <a:lnTo>
                      <a:pt x="624989" y="935501"/>
                    </a:lnTo>
                    <a:lnTo>
                      <a:pt x="2643" y="576100"/>
                    </a:lnTo>
                    <a:lnTo>
                      <a:pt x="2643" y="597241"/>
                    </a:lnTo>
                    <a:close/>
                  </a:path>
                </a:pathLst>
              </a:custGeom>
              <a:solidFill>
                <a:srgbClr val="94A6B2"/>
              </a:solidFill>
              <a:ln w="13204"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6BC8725F-63F5-4A25-B2E9-2ED93E364559}"/>
                  </a:ext>
                </a:extLst>
              </p:cNvPr>
              <p:cNvSpPr/>
              <p:nvPr/>
            </p:nvSpPr>
            <p:spPr>
              <a:xfrm>
                <a:off x="8545431" y="2617739"/>
                <a:ext cx="626309" cy="1534063"/>
              </a:xfrm>
              <a:custGeom>
                <a:avLst/>
                <a:gdLst>
                  <a:gd name="connsiteX0" fmla="*/ 1321 w 626309"/>
                  <a:gd name="connsiteY0" fmla="*/ 742587 h 1534063"/>
                  <a:gd name="connsiteX1" fmla="*/ 623667 w 626309"/>
                  <a:gd name="connsiteY1" fmla="*/ 1101989 h 1534063"/>
                  <a:gd name="connsiteX2" fmla="*/ 623667 w 626309"/>
                  <a:gd name="connsiteY2" fmla="*/ 1080847 h 1534063"/>
                  <a:gd name="connsiteX3" fmla="*/ 1321 w 626309"/>
                  <a:gd name="connsiteY3" fmla="*/ 721446 h 1534063"/>
                  <a:gd name="connsiteX4" fmla="*/ 1321 w 626309"/>
                  <a:gd name="connsiteY4" fmla="*/ 742587 h 1534063"/>
                  <a:gd name="connsiteX5" fmla="*/ 1321 w 626309"/>
                  <a:gd name="connsiteY5" fmla="*/ 886612 h 1534063"/>
                  <a:gd name="connsiteX6" fmla="*/ 623667 w 626309"/>
                  <a:gd name="connsiteY6" fmla="*/ 1246014 h 1534063"/>
                  <a:gd name="connsiteX7" fmla="*/ 623667 w 626309"/>
                  <a:gd name="connsiteY7" fmla="*/ 1224872 h 1534063"/>
                  <a:gd name="connsiteX8" fmla="*/ 1321 w 626309"/>
                  <a:gd name="connsiteY8" fmla="*/ 865471 h 1534063"/>
                  <a:gd name="connsiteX9" fmla="*/ 1321 w 626309"/>
                  <a:gd name="connsiteY9" fmla="*/ 886612 h 1534063"/>
                  <a:gd name="connsiteX10" fmla="*/ 1321 w 626309"/>
                  <a:gd name="connsiteY10" fmla="*/ 1030637 h 1534063"/>
                  <a:gd name="connsiteX11" fmla="*/ 623667 w 626309"/>
                  <a:gd name="connsiteY11" fmla="*/ 1390038 h 1534063"/>
                  <a:gd name="connsiteX12" fmla="*/ 623667 w 626309"/>
                  <a:gd name="connsiteY12" fmla="*/ 1368897 h 1534063"/>
                  <a:gd name="connsiteX13" fmla="*/ 1321 w 626309"/>
                  <a:gd name="connsiteY13" fmla="*/ 1009496 h 1534063"/>
                  <a:gd name="connsiteX14" fmla="*/ 1321 w 626309"/>
                  <a:gd name="connsiteY14" fmla="*/ 1030637 h 1534063"/>
                  <a:gd name="connsiteX15" fmla="*/ 0 w 626309"/>
                  <a:gd name="connsiteY15" fmla="*/ 1174662 h 1534063"/>
                  <a:gd name="connsiteX16" fmla="*/ 622346 w 626309"/>
                  <a:gd name="connsiteY16" fmla="*/ 1534063 h 1534063"/>
                  <a:gd name="connsiteX17" fmla="*/ 622346 w 626309"/>
                  <a:gd name="connsiteY17" fmla="*/ 1512922 h 1534063"/>
                  <a:gd name="connsiteX18" fmla="*/ 0 w 626309"/>
                  <a:gd name="connsiteY18" fmla="*/ 1153520 h 1534063"/>
                  <a:gd name="connsiteX19" fmla="*/ 0 w 626309"/>
                  <a:gd name="connsiteY19" fmla="*/ 1174662 h 1534063"/>
                  <a:gd name="connsiteX20" fmla="*/ 2643 w 626309"/>
                  <a:gd name="connsiteY20" fmla="*/ 165166 h 1534063"/>
                  <a:gd name="connsiteX21" fmla="*/ 624989 w 626309"/>
                  <a:gd name="connsiteY21" fmla="*/ 524568 h 1534063"/>
                  <a:gd name="connsiteX22" fmla="*/ 624989 w 626309"/>
                  <a:gd name="connsiteY22" fmla="*/ 503427 h 1534063"/>
                  <a:gd name="connsiteX23" fmla="*/ 2643 w 626309"/>
                  <a:gd name="connsiteY23" fmla="*/ 144025 h 1534063"/>
                  <a:gd name="connsiteX24" fmla="*/ 2643 w 626309"/>
                  <a:gd name="connsiteY24" fmla="*/ 165166 h 1534063"/>
                  <a:gd name="connsiteX25" fmla="*/ 2643 w 626309"/>
                  <a:gd name="connsiteY25" fmla="*/ 309191 h 1534063"/>
                  <a:gd name="connsiteX26" fmla="*/ 624989 w 626309"/>
                  <a:gd name="connsiteY26" fmla="*/ 668593 h 1534063"/>
                  <a:gd name="connsiteX27" fmla="*/ 624989 w 626309"/>
                  <a:gd name="connsiteY27" fmla="*/ 647451 h 1534063"/>
                  <a:gd name="connsiteX28" fmla="*/ 2643 w 626309"/>
                  <a:gd name="connsiteY28" fmla="*/ 289371 h 1534063"/>
                  <a:gd name="connsiteX29" fmla="*/ 2643 w 626309"/>
                  <a:gd name="connsiteY29" fmla="*/ 309191 h 1534063"/>
                  <a:gd name="connsiteX30" fmla="*/ 3964 w 626309"/>
                  <a:gd name="connsiteY30" fmla="*/ 0 h 1534063"/>
                  <a:gd name="connsiteX31" fmla="*/ 3964 w 626309"/>
                  <a:gd name="connsiteY31" fmla="*/ 21141 h 1534063"/>
                  <a:gd name="connsiteX32" fmla="*/ 626310 w 626309"/>
                  <a:gd name="connsiteY32" fmla="*/ 380543 h 1534063"/>
                  <a:gd name="connsiteX33" fmla="*/ 626310 w 626309"/>
                  <a:gd name="connsiteY33" fmla="*/ 359402 h 1534063"/>
                  <a:gd name="connsiteX34" fmla="*/ 3964 w 626309"/>
                  <a:gd name="connsiteY34" fmla="*/ 0 h 1534063"/>
                  <a:gd name="connsiteX35" fmla="*/ 2643 w 626309"/>
                  <a:gd name="connsiteY35" fmla="*/ 453216 h 1534063"/>
                  <a:gd name="connsiteX36" fmla="*/ 624989 w 626309"/>
                  <a:gd name="connsiteY36" fmla="*/ 812617 h 1534063"/>
                  <a:gd name="connsiteX37" fmla="*/ 624989 w 626309"/>
                  <a:gd name="connsiteY37" fmla="*/ 791476 h 1534063"/>
                  <a:gd name="connsiteX38" fmla="*/ 2643 w 626309"/>
                  <a:gd name="connsiteY38" fmla="*/ 433396 h 1534063"/>
                  <a:gd name="connsiteX39" fmla="*/ 2643 w 626309"/>
                  <a:gd name="connsiteY39" fmla="*/ 453216 h 1534063"/>
                  <a:gd name="connsiteX40" fmla="*/ 2643 w 626309"/>
                  <a:gd name="connsiteY40" fmla="*/ 598562 h 1534063"/>
                  <a:gd name="connsiteX41" fmla="*/ 624989 w 626309"/>
                  <a:gd name="connsiteY41" fmla="*/ 957964 h 1534063"/>
                  <a:gd name="connsiteX42" fmla="*/ 624989 w 626309"/>
                  <a:gd name="connsiteY42" fmla="*/ 936823 h 1534063"/>
                  <a:gd name="connsiteX43" fmla="*/ 2643 w 626309"/>
                  <a:gd name="connsiteY43" fmla="*/ 577421 h 1534063"/>
                  <a:gd name="connsiteX44" fmla="*/ 2643 w 626309"/>
                  <a:gd name="connsiteY44" fmla="*/ 598562 h 1534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26309" h="1534063">
                    <a:moveTo>
                      <a:pt x="1321" y="742587"/>
                    </a:moveTo>
                    <a:lnTo>
                      <a:pt x="623667" y="1101989"/>
                    </a:lnTo>
                    <a:lnTo>
                      <a:pt x="623667" y="1080847"/>
                    </a:lnTo>
                    <a:lnTo>
                      <a:pt x="1321" y="721446"/>
                    </a:lnTo>
                    <a:lnTo>
                      <a:pt x="1321" y="742587"/>
                    </a:lnTo>
                    <a:close/>
                    <a:moveTo>
                      <a:pt x="1321" y="886612"/>
                    </a:moveTo>
                    <a:lnTo>
                      <a:pt x="623667" y="1246014"/>
                    </a:lnTo>
                    <a:lnTo>
                      <a:pt x="623667" y="1224872"/>
                    </a:lnTo>
                    <a:lnTo>
                      <a:pt x="1321" y="865471"/>
                    </a:lnTo>
                    <a:lnTo>
                      <a:pt x="1321" y="886612"/>
                    </a:lnTo>
                    <a:close/>
                    <a:moveTo>
                      <a:pt x="1321" y="1030637"/>
                    </a:moveTo>
                    <a:lnTo>
                      <a:pt x="623667" y="1390038"/>
                    </a:lnTo>
                    <a:lnTo>
                      <a:pt x="623667" y="1368897"/>
                    </a:lnTo>
                    <a:lnTo>
                      <a:pt x="1321" y="1009496"/>
                    </a:lnTo>
                    <a:lnTo>
                      <a:pt x="1321" y="1030637"/>
                    </a:lnTo>
                    <a:close/>
                    <a:moveTo>
                      <a:pt x="0" y="1174662"/>
                    </a:moveTo>
                    <a:lnTo>
                      <a:pt x="622346" y="1534063"/>
                    </a:lnTo>
                    <a:lnTo>
                      <a:pt x="622346" y="1512922"/>
                    </a:lnTo>
                    <a:lnTo>
                      <a:pt x="0" y="1153520"/>
                    </a:lnTo>
                    <a:lnTo>
                      <a:pt x="0" y="1174662"/>
                    </a:lnTo>
                    <a:close/>
                    <a:moveTo>
                      <a:pt x="2643" y="165166"/>
                    </a:moveTo>
                    <a:lnTo>
                      <a:pt x="624989" y="524568"/>
                    </a:lnTo>
                    <a:lnTo>
                      <a:pt x="624989" y="503427"/>
                    </a:lnTo>
                    <a:lnTo>
                      <a:pt x="2643" y="144025"/>
                    </a:lnTo>
                    <a:lnTo>
                      <a:pt x="2643" y="165166"/>
                    </a:lnTo>
                    <a:close/>
                    <a:moveTo>
                      <a:pt x="2643" y="309191"/>
                    </a:moveTo>
                    <a:lnTo>
                      <a:pt x="624989" y="668593"/>
                    </a:lnTo>
                    <a:lnTo>
                      <a:pt x="624989" y="647451"/>
                    </a:lnTo>
                    <a:lnTo>
                      <a:pt x="2643" y="289371"/>
                    </a:lnTo>
                    <a:lnTo>
                      <a:pt x="2643" y="309191"/>
                    </a:lnTo>
                    <a:close/>
                    <a:moveTo>
                      <a:pt x="3964" y="0"/>
                    </a:moveTo>
                    <a:lnTo>
                      <a:pt x="3964" y="21141"/>
                    </a:lnTo>
                    <a:lnTo>
                      <a:pt x="626310" y="380543"/>
                    </a:lnTo>
                    <a:lnTo>
                      <a:pt x="626310" y="359402"/>
                    </a:lnTo>
                    <a:lnTo>
                      <a:pt x="3964" y="0"/>
                    </a:lnTo>
                    <a:close/>
                    <a:moveTo>
                      <a:pt x="2643" y="453216"/>
                    </a:moveTo>
                    <a:lnTo>
                      <a:pt x="624989" y="812617"/>
                    </a:lnTo>
                    <a:lnTo>
                      <a:pt x="624989" y="791476"/>
                    </a:lnTo>
                    <a:lnTo>
                      <a:pt x="2643" y="433396"/>
                    </a:lnTo>
                    <a:lnTo>
                      <a:pt x="2643" y="453216"/>
                    </a:lnTo>
                    <a:close/>
                    <a:moveTo>
                      <a:pt x="2643" y="598562"/>
                    </a:moveTo>
                    <a:lnTo>
                      <a:pt x="624989" y="957964"/>
                    </a:lnTo>
                    <a:lnTo>
                      <a:pt x="624989" y="936823"/>
                    </a:lnTo>
                    <a:lnTo>
                      <a:pt x="2643" y="577421"/>
                    </a:lnTo>
                    <a:lnTo>
                      <a:pt x="2643" y="598562"/>
                    </a:lnTo>
                    <a:close/>
                  </a:path>
                </a:pathLst>
              </a:custGeom>
              <a:solidFill>
                <a:srgbClr val="94A6B2"/>
              </a:solidFill>
              <a:ln w="13204" cap="flat">
                <a:noFill/>
                <a:prstDash val="solid"/>
                <a:miter/>
              </a:ln>
            </p:spPr>
            <p:txBody>
              <a:bodyPr rtlCol="0" anchor="ctr"/>
              <a:lstStyle/>
              <a:p>
                <a:endParaRPr lang="en-US"/>
              </a:p>
            </p:txBody>
          </p:sp>
        </p:grpSp>
        <p:grpSp>
          <p:nvGrpSpPr>
            <p:cNvPr id="61" name="Graphic 3">
              <a:extLst>
                <a:ext uri="{FF2B5EF4-FFF2-40B4-BE49-F238E27FC236}">
                  <a16:creationId xmlns:a16="http://schemas.microsoft.com/office/drawing/2014/main" id="{85FB30D8-0F6F-4314-A3BD-A2090A2B8719}"/>
                </a:ext>
              </a:extLst>
            </p:cNvPr>
            <p:cNvGrpSpPr/>
            <p:nvPr/>
          </p:nvGrpSpPr>
          <p:grpSpPr>
            <a:xfrm>
              <a:off x="10054388" y="4985230"/>
              <a:ext cx="1549589" cy="1003549"/>
              <a:chOff x="10054388" y="4985230"/>
              <a:chExt cx="1549589" cy="1003549"/>
            </a:xfrm>
          </p:grpSpPr>
          <p:grpSp>
            <p:nvGrpSpPr>
              <p:cNvPr id="62" name="Graphic 3">
                <a:extLst>
                  <a:ext uri="{FF2B5EF4-FFF2-40B4-BE49-F238E27FC236}">
                    <a16:creationId xmlns:a16="http://schemas.microsoft.com/office/drawing/2014/main" id="{85FB30D8-0F6F-4314-A3BD-A2090A2B8719}"/>
                  </a:ext>
                </a:extLst>
              </p:cNvPr>
              <p:cNvGrpSpPr/>
              <p:nvPr/>
            </p:nvGrpSpPr>
            <p:grpSpPr>
              <a:xfrm>
                <a:off x="10054388" y="4985230"/>
                <a:ext cx="1549589" cy="1003549"/>
                <a:chOff x="10054388" y="4985230"/>
                <a:chExt cx="1549589" cy="1003549"/>
              </a:xfrm>
            </p:grpSpPr>
            <p:sp>
              <p:nvSpPr>
                <p:cNvPr id="63" name="Freeform: Shape 62">
                  <a:extLst>
                    <a:ext uri="{FF2B5EF4-FFF2-40B4-BE49-F238E27FC236}">
                      <a16:creationId xmlns:a16="http://schemas.microsoft.com/office/drawing/2014/main" id="{D6F4A662-480B-4D77-B915-3EC851620172}"/>
                    </a:ext>
                  </a:extLst>
                </p:cNvPr>
                <p:cNvSpPr/>
                <p:nvPr/>
              </p:nvSpPr>
              <p:spPr>
                <a:xfrm>
                  <a:off x="10054388" y="5348926"/>
                  <a:ext cx="1548845" cy="639853"/>
                </a:xfrm>
                <a:custGeom>
                  <a:avLst/>
                  <a:gdLst>
                    <a:gd name="connsiteX0" fmla="*/ 1536706 w 1548845"/>
                    <a:gd name="connsiteY0" fmla="*/ 18499 h 639853"/>
                    <a:gd name="connsiteX1" fmla="*/ 660665 w 1548845"/>
                    <a:gd name="connsiteY1" fmla="*/ 527210 h 639853"/>
                    <a:gd name="connsiteX2" fmla="*/ 599883 w 1548845"/>
                    <a:gd name="connsiteY2" fmla="*/ 527210 h 639853"/>
                    <a:gd name="connsiteX3" fmla="*/ 13213 w 1548845"/>
                    <a:gd name="connsiteY3" fmla="*/ 188950 h 639853"/>
                    <a:gd name="connsiteX4" fmla="*/ 0 w 1548845"/>
                    <a:gd name="connsiteY4" fmla="*/ 171773 h 639853"/>
                    <a:gd name="connsiteX5" fmla="*/ 0 w 1548845"/>
                    <a:gd name="connsiteY5" fmla="*/ 277479 h 639853"/>
                    <a:gd name="connsiteX6" fmla="*/ 13213 w 1548845"/>
                    <a:gd name="connsiteY6" fmla="*/ 294657 h 639853"/>
                    <a:gd name="connsiteX7" fmla="*/ 598562 w 1548845"/>
                    <a:gd name="connsiteY7" fmla="*/ 632917 h 639853"/>
                    <a:gd name="connsiteX8" fmla="*/ 659343 w 1548845"/>
                    <a:gd name="connsiteY8" fmla="*/ 632917 h 639853"/>
                    <a:gd name="connsiteX9" fmla="*/ 1536706 w 1548845"/>
                    <a:gd name="connsiteY9" fmla="*/ 122884 h 639853"/>
                    <a:gd name="connsiteX10" fmla="*/ 1548598 w 1548845"/>
                    <a:gd name="connsiteY10" fmla="*/ 105706 h 639853"/>
                    <a:gd name="connsiteX11" fmla="*/ 1548598 w 1548845"/>
                    <a:gd name="connsiteY11" fmla="*/ 0 h 639853"/>
                    <a:gd name="connsiteX12" fmla="*/ 1536706 w 1548845"/>
                    <a:gd name="connsiteY12" fmla="*/ 18499 h 639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48845" h="639853">
                      <a:moveTo>
                        <a:pt x="1536706" y="18499"/>
                      </a:moveTo>
                      <a:lnTo>
                        <a:pt x="660665" y="527210"/>
                      </a:lnTo>
                      <a:cubicBezTo>
                        <a:pt x="643487" y="536460"/>
                        <a:pt x="617061" y="536460"/>
                        <a:pt x="599883" y="527210"/>
                      </a:cubicBezTo>
                      <a:lnTo>
                        <a:pt x="13213" y="188950"/>
                      </a:lnTo>
                      <a:cubicBezTo>
                        <a:pt x="5285" y="183665"/>
                        <a:pt x="0" y="177058"/>
                        <a:pt x="0" y="171773"/>
                      </a:cubicBezTo>
                      <a:lnTo>
                        <a:pt x="0" y="277479"/>
                      </a:lnTo>
                      <a:cubicBezTo>
                        <a:pt x="0" y="284086"/>
                        <a:pt x="3964" y="290692"/>
                        <a:pt x="13213" y="294657"/>
                      </a:cubicBezTo>
                      <a:lnTo>
                        <a:pt x="598562" y="632917"/>
                      </a:lnTo>
                      <a:cubicBezTo>
                        <a:pt x="615739" y="642166"/>
                        <a:pt x="642166" y="642166"/>
                        <a:pt x="659343" y="632917"/>
                      </a:cubicBezTo>
                      <a:lnTo>
                        <a:pt x="1536706" y="122884"/>
                      </a:lnTo>
                      <a:cubicBezTo>
                        <a:pt x="1544634" y="117598"/>
                        <a:pt x="1548598" y="112313"/>
                        <a:pt x="1548598" y="105706"/>
                      </a:cubicBezTo>
                      <a:lnTo>
                        <a:pt x="1548598" y="0"/>
                      </a:lnTo>
                      <a:cubicBezTo>
                        <a:pt x="1549919" y="6607"/>
                        <a:pt x="1545955" y="13213"/>
                        <a:pt x="1536706" y="18499"/>
                      </a:cubicBezTo>
                      <a:close/>
                    </a:path>
                  </a:pathLst>
                </a:custGeom>
                <a:solidFill>
                  <a:schemeClr val="tx2"/>
                </a:solidFill>
                <a:ln w="13204"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E39E429C-183D-4D77-8812-282C094C4159}"/>
                    </a:ext>
                  </a:extLst>
                </p:cNvPr>
                <p:cNvSpPr/>
                <p:nvPr/>
              </p:nvSpPr>
              <p:spPr>
                <a:xfrm>
                  <a:off x="10054719" y="4985230"/>
                  <a:ext cx="1549258" cy="897843"/>
                </a:xfrm>
                <a:custGeom>
                  <a:avLst/>
                  <a:gdLst>
                    <a:gd name="connsiteX0" fmla="*/ 1536375 w 1549258"/>
                    <a:gd name="connsiteY0" fmla="*/ 346519 h 897843"/>
                    <a:gd name="connsiteX1" fmla="*/ 1536375 w 1549258"/>
                    <a:gd name="connsiteY1" fmla="*/ 382194 h 897843"/>
                    <a:gd name="connsiteX2" fmla="*/ 660334 w 1549258"/>
                    <a:gd name="connsiteY2" fmla="*/ 890906 h 897843"/>
                    <a:gd name="connsiteX3" fmla="*/ 599553 w 1549258"/>
                    <a:gd name="connsiteY3" fmla="*/ 890906 h 897843"/>
                    <a:gd name="connsiteX4" fmla="*/ 12883 w 1549258"/>
                    <a:gd name="connsiteY4" fmla="*/ 552646 h 897843"/>
                    <a:gd name="connsiteX5" fmla="*/ 12883 w 1549258"/>
                    <a:gd name="connsiteY5" fmla="*/ 516970 h 897843"/>
                    <a:gd name="connsiteX6" fmla="*/ 890245 w 1549258"/>
                    <a:gd name="connsiteY6" fmla="*/ 6937 h 897843"/>
                    <a:gd name="connsiteX7" fmla="*/ 951027 w 1549258"/>
                    <a:gd name="connsiteY7" fmla="*/ 6937 h 897843"/>
                    <a:gd name="connsiteX8" fmla="*/ 1536375 w 1549258"/>
                    <a:gd name="connsiteY8" fmla="*/ 346519 h 897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9258" h="897843">
                      <a:moveTo>
                        <a:pt x="1536375" y="346519"/>
                      </a:moveTo>
                      <a:cubicBezTo>
                        <a:pt x="1553553" y="355768"/>
                        <a:pt x="1553553" y="371624"/>
                        <a:pt x="1536375" y="382194"/>
                      </a:cubicBezTo>
                      <a:lnTo>
                        <a:pt x="660334" y="890906"/>
                      </a:lnTo>
                      <a:cubicBezTo>
                        <a:pt x="643157" y="900155"/>
                        <a:pt x="616730" y="900155"/>
                        <a:pt x="599553" y="890906"/>
                      </a:cubicBezTo>
                      <a:lnTo>
                        <a:pt x="12883" y="552646"/>
                      </a:lnTo>
                      <a:cubicBezTo>
                        <a:pt x="-4294" y="543397"/>
                        <a:pt x="-4294" y="527540"/>
                        <a:pt x="12883" y="516970"/>
                      </a:cubicBezTo>
                      <a:lnTo>
                        <a:pt x="890245" y="6937"/>
                      </a:lnTo>
                      <a:cubicBezTo>
                        <a:pt x="907423" y="-2312"/>
                        <a:pt x="933849" y="-2312"/>
                        <a:pt x="951027" y="6937"/>
                      </a:cubicBezTo>
                      <a:lnTo>
                        <a:pt x="1536375" y="346519"/>
                      </a:lnTo>
                      <a:close/>
                    </a:path>
                  </a:pathLst>
                </a:custGeom>
                <a:solidFill>
                  <a:schemeClr val="tx2">
                    <a:lumMod val="75000"/>
                    <a:lumOff val="25000"/>
                  </a:schemeClr>
                </a:solidFill>
                <a:ln w="13204" cap="flat">
                  <a:noFill/>
                  <a:prstDash val="solid"/>
                  <a:miter/>
                </a:ln>
              </p:spPr>
              <p:txBody>
                <a:bodyPr rtlCol="0" anchor="ctr"/>
                <a:lstStyle/>
                <a:p>
                  <a:endParaRPr lang="en-US"/>
                </a:p>
              </p:txBody>
            </p:sp>
          </p:grpSp>
          <p:grpSp>
            <p:nvGrpSpPr>
              <p:cNvPr id="65" name="Graphic 3">
                <a:extLst>
                  <a:ext uri="{FF2B5EF4-FFF2-40B4-BE49-F238E27FC236}">
                    <a16:creationId xmlns:a16="http://schemas.microsoft.com/office/drawing/2014/main" id="{85FB30D8-0F6F-4314-A3BD-A2090A2B8719}"/>
                  </a:ext>
                </a:extLst>
              </p:cNvPr>
              <p:cNvGrpSpPr/>
              <p:nvPr/>
            </p:nvGrpSpPr>
            <p:grpSpPr>
              <a:xfrm>
                <a:off x="10238053" y="5090025"/>
                <a:ext cx="1191260" cy="686020"/>
                <a:chOff x="10238053" y="5090025"/>
                <a:chExt cx="1191260" cy="686020"/>
              </a:xfrm>
            </p:grpSpPr>
            <p:sp>
              <p:nvSpPr>
                <p:cNvPr id="66" name="Freeform: Shape 65">
                  <a:extLst>
                    <a:ext uri="{FF2B5EF4-FFF2-40B4-BE49-F238E27FC236}">
                      <a16:creationId xmlns:a16="http://schemas.microsoft.com/office/drawing/2014/main" id="{BEACFDCF-95BF-40E1-BB35-81D3042E10B9}"/>
                    </a:ext>
                  </a:extLst>
                </p:cNvPr>
                <p:cNvSpPr/>
                <p:nvPr/>
              </p:nvSpPr>
              <p:spPr>
                <a:xfrm>
                  <a:off x="10784340" y="5090025"/>
                  <a:ext cx="644973" cy="370918"/>
                </a:xfrm>
                <a:custGeom>
                  <a:avLst/>
                  <a:gdLst>
                    <a:gd name="connsiteX0" fmla="*/ 440746 w 644973"/>
                    <a:gd name="connsiteY0" fmla="*/ 364607 h 370918"/>
                    <a:gd name="connsiteX1" fmla="*/ 9993 w 644973"/>
                    <a:gd name="connsiteY1" fmla="*/ 116197 h 370918"/>
                    <a:gd name="connsiteX2" fmla="*/ 13956 w 644973"/>
                    <a:gd name="connsiteY2" fmla="*/ 83164 h 370918"/>
                    <a:gd name="connsiteX3" fmla="*/ 144768 w 644973"/>
                    <a:gd name="connsiteY3" fmla="*/ 7848 h 370918"/>
                    <a:gd name="connsiteX4" fmla="*/ 202907 w 644973"/>
                    <a:gd name="connsiteY4" fmla="*/ 5206 h 370918"/>
                    <a:gd name="connsiteX5" fmla="*/ 634981 w 644973"/>
                    <a:gd name="connsiteY5" fmla="*/ 254937 h 370918"/>
                    <a:gd name="connsiteX6" fmla="*/ 631017 w 644973"/>
                    <a:gd name="connsiteY6" fmla="*/ 287970 h 370918"/>
                    <a:gd name="connsiteX7" fmla="*/ 500206 w 644973"/>
                    <a:gd name="connsiteY7" fmla="*/ 363286 h 370918"/>
                    <a:gd name="connsiteX8" fmla="*/ 440746 w 644973"/>
                    <a:gd name="connsiteY8" fmla="*/ 364607 h 370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973" h="370918">
                      <a:moveTo>
                        <a:pt x="440746" y="364607"/>
                      </a:moveTo>
                      <a:lnTo>
                        <a:pt x="9993" y="116197"/>
                      </a:lnTo>
                      <a:cubicBezTo>
                        <a:pt x="-4542" y="108269"/>
                        <a:pt x="-3221" y="92413"/>
                        <a:pt x="13956" y="83164"/>
                      </a:cubicBezTo>
                      <a:lnTo>
                        <a:pt x="144768" y="7848"/>
                      </a:lnTo>
                      <a:cubicBezTo>
                        <a:pt x="161945" y="-1401"/>
                        <a:pt x="188372" y="-2722"/>
                        <a:pt x="202907" y="5206"/>
                      </a:cubicBezTo>
                      <a:lnTo>
                        <a:pt x="634981" y="254937"/>
                      </a:lnTo>
                      <a:cubicBezTo>
                        <a:pt x="649516" y="262865"/>
                        <a:pt x="648194" y="278721"/>
                        <a:pt x="631017" y="287970"/>
                      </a:cubicBezTo>
                      <a:lnTo>
                        <a:pt x="500206" y="363286"/>
                      </a:lnTo>
                      <a:cubicBezTo>
                        <a:pt x="481707" y="372535"/>
                        <a:pt x="456602" y="373856"/>
                        <a:pt x="440746" y="364607"/>
                      </a:cubicBezTo>
                      <a:close/>
                    </a:path>
                  </a:pathLst>
                </a:custGeom>
                <a:solidFill>
                  <a:schemeClr val="accent1">
                    <a:lumMod val="20000"/>
                    <a:lumOff val="80000"/>
                  </a:schemeClr>
                </a:solidFill>
                <a:ln w="13204" cap="flat">
                  <a:noFill/>
                  <a:prstDash val="solid"/>
                  <a:miter/>
                </a:ln>
              </p:spPr>
              <p:txBody>
                <a:bodyPr rtlCol="0" anchor="ctr"/>
                <a:lstStyle/>
                <a:p>
                  <a:endParaRPr lang="en-US"/>
                </a:p>
              </p:txBody>
            </p:sp>
            <p:grpSp>
              <p:nvGrpSpPr>
                <p:cNvPr id="67" name="Graphic 3">
                  <a:extLst>
                    <a:ext uri="{FF2B5EF4-FFF2-40B4-BE49-F238E27FC236}">
                      <a16:creationId xmlns:a16="http://schemas.microsoft.com/office/drawing/2014/main" id="{85FB30D8-0F6F-4314-A3BD-A2090A2B8719}"/>
                    </a:ext>
                  </a:extLst>
                </p:cNvPr>
                <p:cNvGrpSpPr/>
                <p:nvPr/>
              </p:nvGrpSpPr>
              <p:grpSpPr>
                <a:xfrm>
                  <a:off x="10238053" y="5236283"/>
                  <a:ext cx="936822" cy="539762"/>
                  <a:chOff x="10238053" y="5236283"/>
                  <a:chExt cx="936822" cy="539762"/>
                </a:xfrm>
              </p:grpSpPr>
              <p:sp>
                <p:nvSpPr>
                  <p:cNvPr id="68" name="Freeform: Shape 67">
                    <a:extLst>
                      <a:ext uri="{FF2B5EF4-FFF2-40B4-BE49-F238E27FC236}">
                        <a16:creationId xmlns:a16="http://schemas.microsoft.com/office/drawing/2014/main" id="{737388FA-12F6-40ED-8815-C2BD0A8FE0DA}"/>
                      </a:ext>
                    </a:extLst>
                  </p:cNvPr>
                  <p:cNvSpPr/>
                  <p:nvPr/>
                </p:nvSpPr>
                <p:spPr>
                  <a:xfrm>
                    <a:off x="10580277" y="5434482"/>
                    <a:ext cx="251052" cy="144685"/>
                  </a:xfrm>
                  <a:custGeom>
                    <a:avLst/>
                    <a:gdLst>
                      <a:gd name="connsiteX0" fmla="*/ 11892 w 251052"/>
                      <a:gd name="connsiteY0" fmla="*/ 88859 h 144685"/>
                      <a:gd name="connsiteX1" fmla="*/ 96457 w 251052"/>
                      <a:gd name="connsiteY1" fmla="*/ 137748 h 144685"/>
                      <a:gd name="connsiteX2" fmla="*/ 154595 w 251052"/>
                      <a:gd name="connsiteY2" fmla="*/ 137748 h 144685"/>
                      <a:gd name="connsiteX3" fmla="*/ 239160 w 251052"/>
                      <a:gd name="connsiteY3" fmla="*/ 88859 h 144685"/>
                      <a:gd name="connsiteX4" fmla="*/ 239160 w 251052"/>
                      <a:gd name="connsiteY4" fmla="*/ 55826 h 144685"/>
                      <a:gd name="connsiteX5" fmla="*/ 154595 w 251052"/>
                      <a:gd name="connsiteY5" fmla="*/ 6937 h 144685"/>
                      <a:gd name="connsiteX6" fmla="*/ 96457 w 251052"/>
                      <a:gd name="connsiteY6" fmla="*/ 6937 h 144685"/>
                      <a:gd name="connsiteX7" fmla="*/ 11892 w 251052"/>
                      <a:gd name="connsiteY7" fmla="*/ 55826 h 144685"/>
                      <a:gd name="connsiteX8" fmla="*/ 11892 w 251052"/>
                      <a:gd name="connsiteY8" fmla="*/ 88859 h 14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1052" h="144685">
                        <a:moveTo>
                          <a:pt x="11892" y="88859"/>
                        </a:moveTo>
                        <a:lnTo>
                          <a:pt x="96457" y="137748"/>
                        </a:lnTo>
                        <a:cubicBezTo>
                          <a:pt x="112313" y="146998"/>
                          <a:pt x="138739" y="146998"/>
                          <a:pt x="154595" y="137748"/>
                        </a:cubicBezTo>
                        <a:lnTo>
                          <a:pt x="239160" y="88859"/>
                        </a:lnTo>
                        <a:cubicBezTo>
                          <a:pt x="255017" y="79610"/>
                          <a:pt x="255017" y="65075"/>
                          <a:pt x="239160" y="55826"/>
                        </a:cubicBezTo>
                        <a:lnTo>
                          <a:pt x="154595" y="6937"/>
                        </a:lnTo>
                        <a:cubicBezTo>
                          <a:pt x="138739" y="-2312"/>
                          <a:pt x="112313" y="-2312"/>
                          <a:pt x="96457" y="6937"/>
                        </a:cubicBezTo>
                        <a:lnTo>
                          <a:pt x="11892" y="55826"/>
                        </a:lnTo>
                        <a:cubicBezTo>
                          <a:pt x="-3964" y="63754"/>
                          <a:pt x="-3964" y="79610"/>
                          <a:pt x="11892" y="88859"/>
                        </a:cubicBezTo>
                        <a:close/>
                      </a:path>
                    </a:pathLst>
                  </a:custGeom>
                  <a:solidFill>
                    <a:schemeClr val="accent1"/>
                  </a:solidFill>
                  <a:ln w="13204"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E511173A-0C09-41B6-9875-78E346EFCA34}"/>
                      </a:ext>
                    </a:extLst>
                  </p:cNvPr>
                  <p:cNvSpPr/>
                  <p:nvPr/>
                </p:nvSpPr>
                <p:spPr>
                  <a:xfrm>
                    <a:off x="10580277" y="5236283"/>
                    <a:ext cx="251052" cy="144685"/>
                  </a:xfrm>
                  <a:custGeom>
                    <a:avLst/>
                    <a:gdLst>
                      <a:gd name="connsiteX0" fmla="*/ 11892 w 251052"/>
                      <a:gd name="connsiteY0" fmla="*/ 88859 h 144685"/>
                      <a:gd name="connsiteX1" fmla="*/ 96457 w 251052"/>
                      <a:gd name="connsiteY1" fmla="*/ 137748 h 144685"/>
                      <a:gd name="connsiteX2" fmla="*/ 154595 w 251052"/>
                      <a:gd name="connsiteY2" fmla="*/ 137748 h 144685"/>
                      <a:gd name="connsiteX3" fmla="*/ 239160 w 251052"/>
                      <a:gd name="connsiteY3" fmla="*/ 88859 h 144685"/>
                      <a:gd name="connsiteX4" fmla="*/ 239160 w 251052"/>
                      <a:gd name="connsiteY4" fmla="*/ 55826 h 144685"/>
                      <a:gd name="connsiteX5" fmla="*/ 154595 w 251052"/>
                      <a:gd name="connsiteY5" fmla="*/ 6937 h 144685"/>
                      <a:gd name="connsiteX6" fmla="*/ 96457 w 251052"/>
                      <a:gd name="connsiteY6" fmla="*/ 6937 h 144685"/>
                      <a:gd name="connsiteX7" fmla="*/ 11892 w 251052"/>
                      <a:gd name="connsiteY7" fmla="*/ 55826 h 144685"/>
                      <a:gd name="connsiteX8" fmla="*/ 11892 w 251052"/>
                      <a:gd name="connsiteY8" fmla="*/ 88859 h 14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1052" h="144685">
                        <a:moveTo>
                          <a:pt x="11892" y="88859"/>
                        </a:moveTo>
                        <a:lnTo>
                          <a:pt x="96457" y="137748"/>
                        </a:lnTo>
                        <a:cubicBezTo>
                          <a:pt x="112313" y="146998"/>
                          <a:pt x="138739" y="146998"/>
                          <a:pt x="154595" y="137748"/>
                        </a:cubicBezTo>
                        <a:lnTo>
                          <a:pt x="239160" y="88859"/>
                        </a:lnTo>
                        <a:cubicBezTo>
                          <a:pt x="255017" y="79610"/>
                          <a:pt x="255017" y="65075"/>
                          <a:pt x="239160" y="55826"/>
                        </a:cubicBezTo>
                        <a:lnTo>
                          <a:pt x="154595" y="6937"/>
                        </a:lnTo>
                        <a:cubicBezTo>
                          <a:pt x="138739" y="-2312"/>
                          <a:pt x="112313" y="-2312"/>
                          <a:pt x="96457" y="6937"/>
                        </a:cubicBezTo>
                        <a:lnTo>
                          <a:pt x="11892" y="55826"/>
                        </a:lnTo>
                        <a:cubicBezTo>
                          <a:pt x="-3964" y="65075"/>
                          <a:pt x="-3964" y="79610"/>
                          <a:pt x="11892" y="88859"/>
                        </a:cubicBezTo>
                        <a:close/>
                      </a:path>
                    </a:pathLst>
                  </a:custGeom>
                  <a:solidFill>
                    <a:schemeClr val="accent1"/>
                  </a:solidFill>
                  <a:ln w="13204"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3A35FD1B-F4D9-4258-A34D-40D19C638694}"/>
                      </a:ext>
                    </a:extLst>
                  </p:cNvPr>
                  <p:cNvSpPr/>
                  <p:nvPr/>
                </p:nvSpPr>
                <p:spPr>
                  <a:xfrm>
                    <a:off x="10238053" y="5434482"/>
                    <a:ext cx="251052" cy="144685"/>
                  </a:xfrm>
                  <a:custGeom>
                    <a:avLst/>
                    <a:gdLst>
                      <a:gd name="connsiteX0" fmla="*/ 11892 w 251052"/>
                      <a:gd name="connsiteY0" fmla="*/ 88859 h 144685"/>
                      <a:gd name="connsiteX1" fmla="*/ 96457 w 251052"/>
                      <a:gd name="connsiteY1" fmla="*/ 137748 h 144685"/>
                      <a:gd name="connsiteX2" fmla="*/ 154596 w 251052"/>
                      <a:gd name="connsiteY2" fmla="*/ 137748 h 144685"/>
                      <a:gd name="connsiteX3" fmla="*/ 239161 w 251052"/>
                      <a:gd name="connsiteY3" fmla="*/ 88859 h 144685"/>
                      <a:gd name="connsiteX4" fmla="*/ 239161 w 251052"/>
                      <a:gd name="connsiteY4" fmla="*/ 55826 h 144685"/>
                      <a:gd name="connsiteX5" fmla="*/ 154596 w 251052"/>
                      <a:gd name="connsiteY5" fmla="*/ 6937 h 144685"/>
                      <a:gd name="connsiteX6" fmla="*/ 96457 w 251052"/>
                      <a:gd name="connsiteY6" fmla="*/ 6937 h 144685"/>
                      <a:gd name="connsiteX7" fmla="*/ 11892 w 251052"/>
                      <a:gd name="connsiteY7" fmla="*/ 55826 h 144685"/>
                      <a:gd name="connsiteX8" fmla="*/ 11892 w 251052"/>
                      <a:gd name="connsiteY8" fmla="*/ 88859 h 14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1052" h="144685">
                        <a:moveTo>
                          <a:pt x="11892" y="88859"/>
                        </a:moveTo>
                        <a:lnTo>
                          <a:pt x="96457" y="137748"/>
                        </a:lnTo>
                        <a:cubicBezTo>
                          <a:pt x="112313" y="146998"/>
                          <a:pt x="138739" y="146998"/>
                          <a:pt x="154596" y="137748"/>
                        </a:cubicBezTo>
                        <a:lnTo>
                          <a:pt x="239161" y="88859"/>
                        </a:lnTo>
                        <a:cubicBezTo>
                          <a:pt x="255017" y="79610"/>
                          <a:pt x="255017" y="65075"/>
                          <a:pt x="239161" y="55826"/>
                        </a:cubicBezTo>
                        <a:lnTo>
                          <a:pt x="154596" y="6937"/>
                        </a:lnTo>
                        <a:cubicBezTo>
                          <a:pt x="138739" y="-2312"/>
                          <a:pt x="112313" y="-2312"/>
                          <a:pt x="96457" y="6937"/>
                        </a:cubicBezTo>
                        <a:lnTo>
                          <a:pt x="11892" y="55826"/>
                        </a:lnTo>
                        <a:cubicBezTo>
                          <a:pt x="-3964" y="63754"/>
                          <a:pt x="-3964" y="79610"/>
                          <a:pt x="11892" y="88859"/>
                        </a:cubicBezTo>
                        <a:close/>
                      </a:path>
                    </a:pathLst>
                  </a:custGeom>
                  <a:solidFill>
                    <a:schemeClr val="accent1"/>
                  </a:solidFill>
                  <a:ln w="13204"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09F6ED49-B4EF-4E69-88F9-D30BD63270E2}"/>
                      </a:ext>
                    </a:extLst>
                  </p:cNvPr>
                  <p:cNvSpPr/>
                  <p:nvPr/>
                </p:nvSpPr>
                <p:spPr>
                  <a:xfrm>
                    <a:off x="10408505" y="5335383"/>
                    <a:ext cx="251052" cy="144685"/>
                  </a:xfrm>
                  <a:custGeom>
                    <a:avLst/>
                    <a:gdLst>
                      <a:gd name="connsiteX0" fmla="*/ 11892 w 251052"/>
                      <a:gd name="connsiteY0" fmla="*/ 88859 h 144685"/>
                      <a:gd name="connsiteX1" fmla="*/ 96457 w 251052"/>
                      <a:gd name="connsiteY1" fmla="*/ 137748 h 144685"/>
                      <a:gd name="connsiteX2" fmla="*/ 154595 w 251052"/>
                      <a:gd name="connsiteY2" fmla="*/ 137748 h 144685"/>
                      <a:gd name="connsiteX3" fmla="*/ 239160 w 251052"/>
                      <a:gd name="connsiteY3" fmla="*/ 88859 h 144685"/>
                      <a:gd name="connsiteX4" fmla="*/ 239160 w 251052"/>
                      <a:gd name="connsiteY4" fmla="*/ 55826 h 144685"/>
                      <a:gd name="connsiteX5" fmla="*/ 154595 w 251052"/>
                      <a:gd name="connsiteY5" fmla="*/ 6937 h 144685"/>
                      <a:gd name="connsiteX6" fmla="*/ 96457 w 251052"/>
                      <a:gd name="connsiteY6" fmla="*/ 6937 h 144685"/>
                      <a:gd name="connsiteX7" fmla="*/ 11892 w 251052"/>
                      <a:gd name="connsiteY7" fmla="*/ 55826 h 144685"/>
                      <a:gd name="connsiteX8" fmla="*/ 11892 w 251052"/>
                      <a:gd name="connsiteY8" fmla="*/ 88859 h 14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1052" h="144685">
                        <a:moveTo>
                          <a:pt x="11892" y="88859"/>
                        </a:moveTo>
                        <a:lnTo>
                          <a:pt x="96457" y="137748"/>
                        </a:lnTo>
                        <a:cubicBezTo>
                          <a:pt x="112313" y="146998"/>
                          <a:pt x="138739" y="146998"/>
                          <a:pt x="154595" y="137748"/>
                        </a:cubicBezTo>
                        <a:lnTo>
                          <a:pt x="239160" y="88859"/>
                        </a:lnTo>
                        <a:cubicBezTo>
                          <a:pt x="255017" y="79610"/>
                          <a:pt x="255017" y="65075"/>
                          <a:pt x="239160" y="55826"/>
                        </a:cubicBezTo>
                        <a:lnTo>
                          <a:pt x="154595" y="6937"/>
                        </a:lnTo>
                        <a:cubicBezTo>
                          <a:pt x="138739" y="-2312"/>
                          <a:pt x="112313" y="-2312"/>
                          <a:pt x="96457" y="6937"/>
                        </a:cubicBezTo>
                        <a:lnTo>
                          <a:pt x="11892" y="55826"/>
                        </a:lnTo>
                        <a:cubicBezTo>
                          <a:pt x="-3964" y="65075"/>
                          <a:pt x="-3964" y="79610"/>
                          <a:pt x="11892" y="88859"/>
                        </a:cubicBezTo>
                        <a:close/>
                      </a:path>
                    </a:pathLst>
                  </a:custGeom>
                  <a:solidFill>
                    <a:schemeClr val="accent1"/>
                  </a:solidFill>
                  <a:ln w="13204"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9E746E12-6C3F-401E-BB99-C6C16602D84F}"/>
                      </a:ext>
                    </a:extLst>
                  </p:cNvPr>
                  <p:cNvSpPr/>
                  <p:nvPr/>
                </p:nvSpPr>
                <p:spPr>
                  <a:xfrm>
                    <a:off x="10408505" y="5533582"/>
                    <a:ext cx="251052" cy="144685"/>
                  </a:xfrm>
                  <a:custGeom>
                    <a:avLst/>
                    <a:gdLst>
                      <a:gd name="connsiteX0" fmla="*/ 11892 w 251052"/>
                      <a:gd name="connsiteY0" fmla="*/ 88859 h 144685"/>
                      <a:gd name="connsiteX1" fmla="*/ 96457 w 251052"/>
                      <a:gd name="connsiteY1" fmla="*/ 137748 h 144685"/>
                      <a:gd name="connsiteX2" fmla="*/ 154595 w 251052"/>
                      <a:gd name="connsiteY2" fmla="*/ 137748 h 144685"/>
                      <a:gd name="connsiteX3" fmla="*/ 239160 w 251052"/>
                      <a:gd name="connsiteY3" fmla="*/ 88859 h 144685"/>
                      <a:gd name="connsiteX4" fmla="*/ 239160 w 251052"/>
                      <a:gd name="connsiteY4" fmla="*/ 55826 h 144685"/>
                      <a:gd name="connsiteX5" fmla="*/ 154595 w 251052"/>
                      <a:gd name="connsiteY5" fmla="*/ 6937 h 144685"/>
                      <a:gd name="connsiteX6" fmla="*/ 96457 w 251052"/>
                      <a:gd name="connsiteY6" fmla="*/ 6937 h 144685"/>
                      <a:gd name="connsiteX7" fmla="*/ 11892 w 251052"/>
                      <a:gd name="connsiteY7" fmla="*/ 55826 h 144685"/>
                      <a:gd name="connsiteX8" fmla="*/ 11892 w 251052"/>
                      <a:gd name="connsiteY8" fmla="*/ 88859 h 14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1052" h="144685">
                        <a:moveTo>
                          <a:pt x="11892" y="88859"/>
                        </a:moveTo>
                        <a:lnTo>
                          <a:pt x="96457" y="137748"/>
                        </a:lnTo>
                        <a:cubicBezTo>
                          <a:pt x="112313" y="146998"/>
                          <a:pt x="138739" y="146998"/>
                          <a:pt x="154595" y="137748"/>
                        </a:cubicBezTo>
                        <a:lnTo>
                          <a:pt x="239160" y="88859"/>
                        </a:lnTo>
                        <a:cubicBezTo>
                          <a:pt x="255017" y="79610"/>
                          <a:pt x="255017" y="65075"/>
                          <a:pt x="239160" y="55826"/>
                        </a:cubicBezTo>
                        <a:lnTo>
                          <a:pt x="154595" y="6937"/>
                        </a:lnTo>
                        <a:cubicBezTo>
                          <a:pt x="138739" y="-2312"/>
                          <a:pt x="112313" y="-2312"/>
                          <a:pt x="96457" y="6937"/>
                        </a:cubicBezTo>
                        <a:lnTo>
                          <a:pt x="11892" y="55826"/>
                        </a:lnTo>
                        <a:cubicBezTo>
                          <a:pt x="-3964" y="63754"/>
                          <a:pt x="-3964" y="79610"/>
                          <a:pt x="11892" y="88859"/>
                        </a:cubicBezTo>
                        <a:close/>
                      </a:path>
                    </a:pathLst>
                  </a:custGeom>
                  <a:solidFill>
                    <a:schemeClr val="accent1"/>
                  </a:solidFill>
                  <a:ln w="13204"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45498F74-8A93-4E0A-8E54-FCEEC8F9AA47}"/>
                      </a:ext>
                    </a:extLst>
                  </p:cNvPr>
                  <p:cNvSpPr/>
                  <p:nvPr/>
                </p:nvSpPr>
                <p:spPr>
                  <a:xfrm>
                    <a:off x="10923823" y="5433161"/>
                    <a:ext cx="251052" cy="144685"/>
                  </a:xfrm>
                  <a:custGeom>
                    <a:avLst/>
                    <a:gdLst>
                      <a:gd name="connsiteX0" fmla="*/ 96457 w 251052"/>
                      <a:gd name="connsiteY0" fmla="*/ 6937 h 144685"/>
                      <a:gd name="connsiteX1" fmla="*/ 11892 w 251052"/>
                      <a:gd name="connsiteY1" fmla="*/ 55826 h 144685"/>
                      <a:gd name="connsiteX2" fmla="*/ 11892 w 251052"/>
                      <a:gd name="connsiteY2" fmla="*/ 88859 h 144685"/>
                      <a:gd name="connsiteX3" fmla="*/ 96457 w 251052"/>
                      <a:gd name="connsiteY3" fmla="*/ 137749 h 144685"/>
                      <a:gd name="connsiteX4" fmla="*/ 154595 w 251052"/>
                      <a:gd name="connsiteY4" fmla="*/ 137749 h 144685"/>
                      <a:gd name="connsiteX5" fmla="*/ 239160 w 251052"/>
                      <a:gd name="connsiteY5" fmla="*/ 88859 h 144685"/>
                      <a:gd name="connsiteX6" fmla="*/ 239160 w 251052"/>
                      <a:gd name="connsiteY6" fmla="*/ 55826 h 144685"/>
                      <a:gd name="connsiteX7" fmla="*/ 154595 w 251052"/>
                      <a:gd name="connsiteY7" fmla="*/ 6937 h 144685"/>
                      <a:gd name="connsiteX8" fmla="*/ 96457 w 251052"/>
                      <a:gd name="connsiteY8" fmla="*/ 6937 h 14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1052" h="144685">
                        <a:moveTo>
                          <a:pt x="96457" y="6937"/>
                        </a:moveTo>
                        <a:lnTo>
                          <a:pt x="11892" y="55826"/>
                        </a:lnTo>
                        <a:cubicBezTo>
                          <a:pt x="-3964" y="65076"/>
                          <a:pt x="-3964" y="79610"/>
                          <a:pt x="11892" y="88859"/>
                        </a:cubicBezTo>
                        <a:lnTo>
                          <a:pt x="96457" y="137749"/>
                        </a:lnTo>
                        <a:cubicBezTo>
                          <a:pt x="112313" y="146998"/>
                          <a:pt x="138739" y="146998"/>
                          <a:pt x="154595" y="137749"/>
                        </a:cubicBezTo>
                        <a:lnTo>
                          <a:pt x="239160" y="88859"/>
                        </a:lnTo>
                        <a:cubicBezTo>
                          <a:pt x="255017" y="79610"/>
                          <a:pt x="255017" y="65076"/>
                          <a:pt x="239160" y="55826"/>
                        </a:cubicBezTo>
                        <a:lnTo>
                          <a:pt x="154595" y="6937"/>
                        </a:lnTo>
                        <a:cubicBezTo>
                          <a:pt x="137418" y="-2312"/>
                          <a:pt x="112313" y="-2312"/>
                          <a:pt x="96457" y="6937"/>
                        </a:cubicBezTo>
                        <a:close/>
                      </a:path>
                    </a:pathLst>
                  </a:custGeom>
                  <a:solidFill>
                    <a:schemeClr val="accent1"/>
                  </a:solidFill>
                  <a:ln w="13204"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BA7A4909-F181-4647-92D8-742BDACB0A9E}"/>
                      </a:ext>
                    </a:extLst>
                  </p:cNvPr>
                  <p:cNvSpPr/>
                  <p:nvPr/>
                </p:nvSpPr>
                <p:spPr>
                  <a:xfrm>
                    <a:off x="10752050" y="5533582"/>
                    <a:ext cx="251052" cy="144685"/>
                  </a:xfrm>
                  <a:custGeom>
                    <a:avLst/>
                    <a:gdLst>
                      <a:gd name="connsiteX0" fmla="*/ 11892 w 251052"/>
                      <a:gd name="connsiteY0" fmla="*/ 88859 h 144685"/>
                      <a:gd name="connsiteX1" fmla="*/ 96457 w 251052"/>
                      <a:gd name="connsiteY1" fmla="*/ 137748 h 144685"/>
                      <a:gd name="connsiteX2" fmla="*/ 154595 w 251052"/>
                      <a:gd name="connsiteY2" fmla="*/ 137748 h 144685"/>
                      <a:gd name="connsiteX3" fmla="*/ 239160 w 251052"/>
                      <a:gd name="connsiteY3" fmla="*/ 88859 h 144685"/>
                      <a:gd name="connsiteX4" fmla="*/ 239160 w 251052"/>
                      <a:gd name="connsiteY4" fmla="*/ 55826 h 144685"/>
                      <a:gd name="connsiteX5" fmla="*/ 154595 w 251052"/>
                      <a:gd name="connsiteY5" fmla="*/ 6937 h 144685"/>
                      <a:gd name="connsiteX6" fmla="*/ 96457 w 251052"/>
                      <a:gd name="connsiteY6" fmla="*/ 6937 h 144685"/>
                      <a:gd name="connsiteX7" fmla="*/ 11892 w 251052"/>
                      <a:gd name="connsiteY7" fmla="*/ 55826 h 144685"/>
                      <a:gd name="connsiteX8" fmla="*/ 11892 w 251052"/>
                      <a:gd name="connsiteY8" fmla="*/ 88859 h 14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1052" h="144685">
                        <a:moveTo>
                          <a:pt x="11892" y="88859"/>
                        </a:moveTo>
                        <a:lnTo>
                          <a:pt x="96457" y="137748"/>
                        </a:lnTo>
                        <a:cubicBezTo>
                          <a:pt x="112313" y="146998"/>
                          <a:pt x="138739" y="146998"/>
                          <a:pt x="154595" y="137748"/>
                        </a:cubicBezTo>
                        <a:lnTo>
                          <a:pt x="239160" y="88859"/>
                        </a:lnTo>
                        <a:cubicBezTo>
                          <a:pt x="255017" y="79610"/>
                          <a:pt x="255017" y="65075"/>
                          <a:pt x="239160" y="55826"/>
                        </a:cubicBezTo>
                        <a:lnTo>
                          <a:pt x="154595" y="6937"/>
                        </a:lnTo>
                        <a:cubicBezTo>
                          <a:pt x="138739" y="-2312"/>
                          <a:pt x="112313" y="-2312"/>
                          <a:pt x="96457" y="6937"/>
                        </a:cubicBezTo>
                        <a:lnTo>
                          <a:pt x="11892" y="55826"/>
                        </a:lnTo>
                        <a:cubicBezTo>
                          <a:pt x="-3964" y="63754"/>
                          <a:pt x="-3964" y="79610"/>
                          <a:pt x="11892" y="88859"/>
                        </a:cubicBezTo>
                        <a:close/>
                      </a:path>
                    </a:pathLst>
                  </a:custGeom>
                  <a:solidFill>
                    <a:schemeClr val="accent2"/>
                  </a:solidFill>
                  <a:ln w="13204"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6D5EC81D-4BA8-47CC-A3FF-09554B256063}"/>
                      </a:ext>
                    </a:extLst>
                  </p:cNvPr>
                  <p:cNvSpPr/>
                  <p:nvPr/>
                </p:nvSpPr>
                <p:spPr>
                  <a:xfrm>
                    <a:off x="10752050" y="5335383"/>
                    <a:ext cx="251052" cy="144685"/>
                  </a:xfrm>
                  <a:custGeom>
                    <a:avLst/>
                    <a:gdLst>
                      <a:gd name="connsiteX0" fmla="*/ 11892 w 251052"/>
                      <a:gd name="connsiteY0" fmla="*/ 88859 h 144685"/>
                      <a:gd name="connsiteX1" fmla="*/ 96457 w 251052"/>
                      <a:gd name="connsiteY1" fmla="*/ 137748 h 144685"/>
                      <a:gd name="connsiteX2" fmla="*/ 154595 w 251052"/>
                      <a:gd name="connsiteY2" fmla="*/ 137748 h 144685"/>
                      <a:gd name="connsiteX3" fmla="*/ 239160 w 251052"/>
                      <a:gd name="connsiteY3" fmla="*/ 88859 h 144685"/>
                      <a:gd name="connsiteX4" fmla="*/ 239160 w 251052"/>
                      <a:gd name="connsiteY4" fmla="*/ 55826 h 144685"/>
                      <a:gd name="connsiteX5" fmla="*/ 154595 w 251052"/>
                      <a:gd name="connsiteY5" fmla="*/ 6937 h 144685"/>
                      <a:gd name="connsiteX6" fmla="*/ 96457 w 251052"/>
                      <a:gd name="connsiteY6" fmla="*/ 6937 h 144685"/>
                      <a:gd name="connsiteX7" fmla="*/ 11892 w 251052"/>
                      <a:gd name="connsiteY7" fmla="*/ 55826 h 144685"/>
                      <a:gd name="connsiteX8" fmla="*/ 11892 w 251052"/>
                      <a:gd name="connsiteY8" fmla="*/ 88859 h 14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1052" h="144685">
                        <a:moveTo>
                          <a:pt x="11892" y="88859"/>
                        </a:moveTo>
                        <a:lnTo>
                          <a:pt x="96457" y="137748"/>
                        </a:lnTo>
                        <a:cubicBezTo>
                          <a:pt x="112313" y="146998"/>
                          <a:pt x="138739" y="146998"/>
                          <a:pt x="154595" y="137748"/>
                        </a:cubicBezTo>
                        <a:lnTo>
                          <a:pt x="239160" y="88859"/>
                        </a:lnTo>
                        <a:cubicBezTo>
                          <a:pt x="255017" y="79610"/>
                          <a:pt x="255017" y="65075"/>
                          <a:pt x="239160" y="55826"/>
                        </a:cubicBezTo>
                        <a:lnTo>
                          <a:pt x="154595" y="6937"/>
                        </a:lnTo>
                        <a:cubicBezTo>
                          <a:pt x="138739" y="-2312"/>
                          <a:pt x="112313" y="-2312"/>
                          <a:pt x="96457" y="6937"/>
                        </a:cubicBezTo>
                        <a:lnTo>
                          <a:pt x="11892" y="55826"/>
                        </a:lnTo>
                        <a:cubicBezTo>
                          <a:pt x="-3964" y="65075"/>
                          <a:pt x="-3964" y="79610"/>
                          <a:pt x="11892" y="88859"/>
                        </a:cubicBezTo>
                        <a:close/>
                      </a:path>
                    </a:pathLst>
                  </a:custGeom>
                  <a:solidFill>
                    <a:schemeClr val="accent1"/>
                  </a:solidFill>
                  <a:ln w="13204"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849EA59-6824-4EE5-A037-63E3F8398841}"/>
                      </a:ext>
                    </a:extLst>
                  </p:cNvPr>
                  <p:cNvSpPr/>
                  <p:nvPr/>
                </p:nvSpPr>
                <p:spPr>
                  <a:xfrm>
                    <a:off x="10580277" y="5631360"/>
                    <a:ext cx="251052" cy="144685"/>
                  </a:xfrm>
                  <a:custGeom>
                    <a:avLst/>
                    <a:gdLst>
                      <a:gd name="connsiteX0" fmla="*/ 11892 w 251052"/>
                      <a:gd name="connsiteY0" fmla="*/ 88859 h 144685"/>
                      <a:gd name="connsiteX1" fmla="*/ 96457 w 251052"/>
                      <a:gd name="connsiteY1" fmla="*/ 137749 h 144685"/>
                      <a:gd name="connsiteX2" fmla="*/ 154595 w 251052"/>
                      <a:gd name="connsiteY2" fmla="*/ 137749 h 144685"/>
                      <a:gd name="connsiteX3" fmla="*/ 239160 w 251052"/>
                      <a:gd name="connsiteY3" fmla="*/ 88859 h 144685"/>
                      <a:gd name="connsiteX4" fmla="*/ 239160 w 251052"/>
                      <a:gd name="connsiteY4" fmla="*/ 55826 h 144685"/>
                      <a:gd name="connsiteX5" fmla="*/ 154595 w 251052"/>
                      <a:gd name="connsiteY5" fmla="*/ 6937 h 144685"/>
                      <a:gd name="connsiteX6" fmla="*/ 96457 w 251052"/>
                      <a:gd name="connsiteY6" fmla="*/ 6937 h 144685"/>
                      <a:gd name="connsiteX7" fmla="*/ 11892 w 251052"/>
                      <a:gd name="connsiteY7" fmla="*/ 55826 h 144685"/>
                      <a:gd name="connsiteX8" fmla="*/ 11892 w 251052"/>
                      <a:gd name="connsiteY8" fmla="*/ 88859 h 14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1052" h="144685">
                        <a:moveTo>
                          <a:pt x="11892" y="88859"/>
                        </a:moveTo>
                        <a:lnTo>
                          <a:pt x="96457" y="137749"/>
                        </a:lnTo>
                        <a:cubicBezTo>
                          <a:pt x="112313" y="146998"/>
                          <a:pt x="138739" y="146998"/>
                          <a:pt x="154595" y="137749"/>
                        </a:cubicBezTo>
                        <a:lnTo>
                          <a:pt x="239160" y="88859"/>
                        </a:lnTo>
                        <a:cubicBezTo>
                          <a:pt x="255017" y="79610"/>
                          <a:pt x="255017" y="65076"/>
                          <a:pt x="239160" y="55826"/>
                        </a:cubicBezTo>
                        <a:lnTo>
                          <a:pt x="154595" y="6937"/>
                        </a:lnTo>
                        <a:cubicBezTo>
                          <a:pt x="138739" y="-2312"/>
                          <a:pt x="112313" y="-2312"/>
                          <a:pt x="96457" y="6937"/>
                        </a:cubicBezTo>
                        <a:lnTo>
                          <a:pt x="11892" y="55826"/>
                        </a:lnTo>
                        <a:cubicBezTo>
                          <a:pt x="-3964" y="65076"/>
                          <a:pt x="-3964" y="80931"/>
                          <a:pt x="11892" y="88859"/>
                        </a:cubicBezTo>
                        <a:close/>
                      </a:path>
                    </a:pathLst>
                  </a:custGeom>
                  <a:solidFill>
                    <a:schemeClr val="accent2"/>
                  </a:solidFill>
                  <a:ln w="13204" cap="flat">
                    <a:noFill/>
                    <a:prstDash val="solid"/>
                    <a:miter/>
                  </a:ln>
                </p:spPr>
                <p:txBody>
                  <a:bodyPr rtlCol="0" anchor="ctr"/>
                  <a:lstStyle/>
                  <a:p>
                    <a:endParaRPr lang="en-US"/>
                  </a:p>
                </p:txBody>
              </p:sp>
            </p:grpSp>
          </p:grpSp>
        </p:grpSp>
        <p:grpSp>
          <p:nvGrpSpPr>
            <p:cNvPr id="77" name="Graphic 3">
              <a:extLst>
                <a:ext uri="{FF2B5EF4-FFF2-40B4-BE49-F238E27FC236}">
                  <a16:creationId xmlns:a16="http://schemas.microsoft.com/office/drawing/2014/main" id="{85FB30D8-0F6F-4314-A3BD-A2090A2B8719}"/>
                </a:ext>
              </a:extLst>
            </p:cNvPr>
            <p:cNvGrpSpPr/>
            <p:nvPr/>
          </p:nvGrpSpPr>
          <p:grpSpPr>
            <a:xfrm>
              <a:off x="8484649" y="4305076"/>
              <a:ext cx="1874966" cy="1138985"/>
              <a:chOff x="8484649" y="4305076"/>
              <a:chExt cx="1874966" cy="1138985"/>
            </a:xfrm>
          </p:grpSpPr>
          <p:grpSp>
            <p:nvGrpSpPr>
              <p:cNvPr id="78" name="Graphic 3">
                <a:extLst>
                  <a:ext uri="{FF2B5EF4-FFF2-40B4-BE49-F238E27FC236}">
                    <a16:creationId xmlns:a16="http://schemas.microsoft.com/office/drawing/2014/main" id="{85FB30D8-0F6F-4314-A3BD-A2090A2B8719}"/>
                  </a:ext>
                </a:extLst>
              </p:cNvPr>
              <p:cNvGrpSpPr/>
              <p:nvPr/>
            </p:nvGrpSpPr>
            <p:grpSpPr>
              <a:xfrm>
                <a:off x="8484649" y="4305076"/>
                <a:ext cx="1874966" cy="1083489"/>
                <a:chOff x="8484649" y="4305076"/>
                <a:chExt cx="1874966" cy="1083489"/>
              </a:xfrm>
            </p:grpSpPr>
            <p:sp>
              <p:nvSpPr>
                <p:cNvPr id="79" name="Freeform: Shape 78">
                  <a:extLst>
                    <a:ext uri="{FF2B5EF4-FFF2-40B4-BE49-F238E27FC236}">
                      <a16:creationId xmlns:a16="http://schemas.microsoft.com/office/drawing/2014/main" id="{FF1166C2-29CE-422E-AC3B-1CE7FC4672E6}"/>
                    </a:ext>
                  </a:extLst>
                </p:cNvPr>
                <p:cNvSpPr/>
                <p:nvPr/>
              </p:nvSpPr>
              <p:spPr>
                <a:xfrm>
                  <a:off x="8484649" y="4363215"/>
                  <a:ext cx="1774545" cy="1025351"/>
                </a:xfrm>
                <a:custGeom>
                  <a:avLst/>
                  <a:gdLst>
                    <a:gd name="connsiteX0" fmla="*/ 1774545 w 1774545"/>
                    <a:gd name="connsiteY0" fmla="*/ 895861 h 1025351"/>
                    <a:gd name="connsiteX1" fmla="*/ 1551241 w 1774545"/>
                    <a:gd name="connsiteY1" fmla="*/ 1025351 h 1025351"/>
                    <a:gd name="connsiteX2" fmla="*/ 0 w 1774545"/>
                    <a:gd name="connsiteY2" fmla="*/ 129490 h 1025351"/>
                    <a:gd name="connsiteX3" fmla="*/ 224626 w 1774545"/>
                    <a:gd name="connsiteY3" fmla="*/ 0 h 1025351"/>
                  </a:gdLst>
                  <a:ahLst/>
                  <a:cxnLst>
                    <a:cxn ang="0">
                      <a:pos x="connsiteX0" y="connsiteY0"/>
                    </a:cxn>
                    <a:cxn ang="0">
                      <a:pos x="connsiteX1" y="connsiteY1"/>
                    </a:cxn>
                    <a:cxn ang="0">
                      <a:pos x="connsiteX2" y="connsiteY2"/>
                    </a:cxn>
                    <a:cxn ang="0">
                      <a:pos x="connsiteX3" y="connsiteY3"/>
                    </a:cxn>
                  </a:cxnLst>
                  <a:rect l="l" t="t" r="r" b="b"/>
                  <a:pathLst>
                    <a:path w="1774545" h="1025351">
                      <a:moveTo>
                        <a:pt x="1774545" y="895861"/>
                      </a:moveTo>
                      <a:lnTo>
                        <a:pt x="1551241" y="1025351"/>
                      </a:lnTo>
                      <a:lnTo>
                        <a:pt x="0" y="129490"/>
                      </a:lnTo>
                      <a:lnTo>
                        <a:pt x="224626" y="0"/>
                      </a:lnTo>
                      <a:close/>
                    </a:path>
                  </a:pathLst>
                </a:custGeom>
                <a:solidFill>
                  <a:srgbClr val="D8E1E5"/>
                </a:solidFill>
                <a:ln w="13204"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A8A8E9F7-3BFB-4FAF-8EE5-F57B3613CF4E}"/>
                    </a:ext>
                  </a:extLst>
                </p:cNvPr>
                <p:cNvSpPr/>
                <p:nvPr/>
              </p:nvSpPr>
              <p:spPr>
                <a:xfrm>
                  <a:off x="8709275" y="4305076"/>
                  <a:ext cx="1650340" cy="953999"/>
                </a:xfrm>
                <a:custGeom>
                  <a:avLst/>
                  <a:gdLst>
                    <a:gd name="connsiteX0" fmla="*/ 100421 w 1650340"/>
                    <a:gd name="connsiteY0" fmla="*/ 0 h 953999"/>
                    <a:gd name="connsiteX1" fmla="*/ 1650340 w 1650340"/>
                    <a:gd name="connsiteY1" fmla="*/ 895861 h 953999"/>
                    <a:gd name="connsiteX2" fmla="*/ 1549919 w 1650340"/>
                    <a:gd name="connsiteY2" fmla="*/ 954000 h 953999"/>
                    <a:gd name="connsiteX3" fmla="*/ 0 w 1650340"/>
                    <a:gd name="connsiteY3" fmla="*/ 58139 h 953999"/>
                  </a:gdLst>
                  <a:ahLst/>
                  <a:cxnLst>
                    <a:cxn ang="0">
                      <a:pos x="connsiteX0" y="connsiteY0"/>
                    </a:cxn>
                    <a:cxn ang="0">
                      <a:pos x="connsiteX1" y="connsiteY1"/>
                    </a:cxn>
                    <a:cxn ang="0">
                      <a:pos x="connsiteX2" y="connsiteY2"/>
                    </a:cxn>
                    <a:cxn ang="0">
                      <a:pos x="connsiteX3" y="connsiteY3"/>
                    </a:cxn>
                  </a:cxnLst>
                  <a:rect l="l" t="t" r="r" b="b"/>
                  <a:pathLst>
                    <a:path w="1650340" h="953999">
                      <a:moveTo>
                        <a:pt x="100421" y="0"/>
                      </a:moveTo>
                      <a:lnTo>
                        <a:pt x="1650340" y="895861"/>
                      </a:lnTo>
                      <a:lnTo>
                        <a:pt x="1549919" y="954000"/>
                      </a:lnTo>
                      <a:lnTo>
                        <a:pt x="0" y="58139"/>
                      </a:lnTo>
                      <a:close/>
                    </a:path>
                  </a:pathLst>
                </a:custGeom>
                <a:solidFill>
                  <a:srgbClr val="94A6B2"/>
                </a:solidFill>
                <a:ln w="13204" cap="flat">
                  <a:noFill/>
                  <a:prstDash val="solid"/>
                  <a:miter/>
                </a:ln>
              </p:spPr>
              <p:txBody>
                <a:bodyPr rtlCol="0" anchor="ctr"/>
                <a:lstStyle/>
                <a:p>
                  <a:endParaRPr lang="en-US"/>
                </a:p>
              </p:txBody>
            </p:sp>
          </p:grpSp>
          <p:sp>
            <p:nvSpPr>
              <p:cNvPr id="81" name="Freeform: Shape 80">
                <a:extLst>
                  <a:ext uri="{FF2B5EF4-FFF2-40B4-BE49-F238E27FC236}">
                    <a16:creationId xmlns:a16="http://schemas.microsoft.com/office/drawing/2014/main" id="{4FC0038B-7953-45DC-B072-10A6E2BB3B81}"/>
                  </a:ext>
                </a:extLst>
              </p:cNvPr>
              <p:cNvSpPr/>
              <p:nvPr/>
            </p:nvSpPr>
            <p:spPr>
              <a:xfrm>
                <a:off x="8484649" y="4492705"/>
                <a:ext cx="1551240" cy="951357"/>
              </a:xfrm>
              <a:custGeom>
                <a:avLst/>
                <a:gdLst>
                  <a:gd name="connsiteX0" fmla="*/ 0 w 1551240"/>
                  <a:gd name="connsiteY0" fmla="*/ 55496 h 951357"/>
                  <a:gd name="connsiteX1" fmla="*/ 1551241 w 1551240"/>
                  <a:gd name="connsiteY1" fmla="*/ 951357 h 951357"/>
                  <a:gd name="connsiteX2" fmla="*/ 1551241 w 1551240"/>
                  <a:gd name="connsiteY2" fmla="*/ 895861 h 951357"/>
                  <a:gd name="connsiteX3" fmla="*/ 0 w 1551240"/>
                  <a:gd name="connsiteY3" fmla="*/ 0 h 951357"/>
                </a:gdLst>
                <a:ahLst/>
                <a:cxnLst>
                  <a:cxn ang="0">
                    <a:pos x="connsiteX0" y="connsiteY0"/>
                  </a:cxn>
                  <a:cxn ang="0">
                    <a:pos x="connsiteX1" y="connsiteY1"/>
                  </a:cxn>
                  <a:cxn ang="0">
                    <a:pos x="connsiteX2" y="connsiteY2"/>
                  </a:cxn>
                  <a:cxn ang="0">
                    <a:pos x="connsiteX3" y="connsiteY3"/>
                  </a:cxn>
                </a:cxnLst>
                <a:rect l="l" t="t" r="r" b="b"/>
                <a:pathLst>
                  <a:path w="1551240" h="951357">
                    <a:moveTo>
                      <a:pt x="0" y="55496"/>
                    </a:moveTo>
                    <a:lnTo>
                      <a:pt x="1551241" y="951357"/>
                    </a:lnTo>
                    <a:lnTo>
                      <a:pt x="1551241" y="895861"/>
                    </a:lnTo>
                    <a:lnTo>
                      <a:pt x="0" y="0"/>
                    </a:lnTo>
                    <a:close/>
                  </a:path>
                </a:pathLst>
              </a:custGeom>
              <a:solidFill>
                <a:srgbClr val="E6ECEF"/>
              </a:solidFill>
              <a:ln w="13204"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2DA98B35-A6F7-47A7-9510-5E4E5CD9C379}"/>
                  </a:ext>
                </a:extLst>
              </p:cNvPr>
              <p:cNvSpPr/>
              <p:nvPr/>
            </p:nvSpPr>
            <p:spPr>
              <a:xfrm>
                <a:off x="10035890" y="5200938"/>
                <a:ext cx="323725" cy="243124"/>
              </a:xfrm>
              <a:custGeom>
                <a:avLst/>
                <a:gdLst>
                  <a:gd name="connsiteX0" fmla="*/ 323726 w 323725"/>
                  <a:gd name="connsiteY0" fmla="*/ 0 h 243124"/>
                  <a:gd name="connsiteX1" fmla="*/ 0 w 323725"/>
                  <a:gd name="connsiteY1" fmla="*/ 187629 h 243124"/>
                  <a:gd name="connsiteX2" fmla="*/ 0 w 323725"/>
                  <a:gd name="connsiteY2" fmla="*/ 243124 h 243124"/>
                  <a:gd name="connsiteX3" fmla="*/ 323726 w 323725"/>
                  <a:gd name="connsiteY3" fmla="*/ 55496 h 243124"/>
                </a:gdLst>
                <a:ahLst/>
                <a:cxnLst>
                  <a:cxn ang="0">
                    <a:pos x="connsiteX0" y="connsiteY0"/>
                  </a:cxn>
                  <a:cxn ang="0">
                    <a:pos x="connsiteX1" y="connsiteY1"/>
                  </a:cxn>
                  <a:cxn ang="0">
                    <a:pos x="connsiteX2" y="connsiteY2"/>
                  </a:cxn>
                  <a:cxn ang="0">
                    <a:pos x="connsiteX3" y="connsiteY3"/>
                  </a:cxn>
                </a:cxnLst>
                <a:rect l="l" t="t" r="r" b="b"/>
                <a:pathLst>
                  <a:path w="323725" h="243124">
                    <a:moveTo>
                      <a:pt x="323726" y="0"/>
                    </a:moveTo>
                    <a:lnTo>
                      <a:pt x="0" y="187629"/>
                    </a:lnTo>
                    <a:lnTo>
                      <a:pt x="0" y="243124"/>
                    </a:lnTo>
                    <a:lnTo>
                      <a:pt x="323726" y="55496"/>
                    </a:lnTo>
                    <a:close/>
                  </a:path>
                </a:pathLst>
              </a:custGeom>
              <a:solidFill>
                <a:srgbClr val="94A6B2"/>
              </a:solidFill>
              <a:ln w="13204" cap="flat">
                <a:noFill/>
                <a:prstDash val="solid"/>
                <a:miter/>
              </a:ln>
            </p:spPr>
            <p:txBody>
              <a:bodyPr rtlCol="0" anchor="ctr"/>
              <a:lstStyle/>
              <a:p>
                <a:endParaRPr lang="en-US"/>
              </a:p>
            </p:txBody>
          </p:sp>
          <p:grpSp>
            <p:nvGrpSpPr>
              <p:cNvPr id="83" name="Graphic 3">
                <a:extLst>
                  <a:ext uri="{FF2B5EF4-FFF2-40B4-BE49-F238E27FC236}">
                    <a16:creationId xmlns:a16="http://schemas.microsoft.com/office/drawing/2014/main" id="{85FB30D8-0F6F-4314-A3BD-A2090A2B8719}"/>
                  </a:ext>
                </a:extLst>
              </p:cNvPr>
              <p:cNvGrpSpPr/>
              <p:nvPr/>
            </p:nvGrpSpPr>
            <p:grpSpPr>
              <a:xfrm>
                <a:off x="8598284" y="4497990"/>
                <a:ext cx="1482531" cy="856221"/>
                <a:chOff x="8598284" y="4497990"/>
                <a:chExt cx="1482531" cy="856221"/>
              </a:xfrm>
              <a:solidFill>
                <a:srgbClr val="94A6B2"/>
              </a:solidFill>
            </p:grpSpPr>
            <p:sp>
              <p:nvSpPr>
                <p:cNvPr id="84" name="Freeform: Shape 83">
                  <a:extLst>
                    <a:ext uri="{FF2B5EF4-FFF2-40B4-BE49-F238E27FC236}">
                      <a16:creationId xmlns:a16="http://schemas.microsoft.com/office/drawing/2014/main" id="{84782916-8C3D-44D3-9EB4-940671E096CD}"/>
                    </a:ext>
                  </a:extLst>
                </p:cNvPr>
                <p:cNvSpPr/>
                <p:nvPr/>
              </p:nvSpPr>
              <p:spPr>
                <a:xfrm>
                  <a:off x="9617028" y="5109765"/>
                  <a:ext cx="83243" cy="48889"/>
                </a:xfrm>
                <a:custGeom>
                  <a:avLst/>
                  <a:gdLst>
                    <a:gd name="connsiteX0" fmla="*/ 83244 w 83243"/>
                    <a:gd name="connsiteY0" fmla="*/ 11892 h 48889"/>
                    <a:gd name="connsiteX1" fmla="*/ 19820 w 83243"/>
                    <a:gd name="connsiteY1" fmla="*/ 48889 h 48889"/>
                    <a:gd name="connsiteX2" fmla="*/ 0 w 83243"/>
                    <a:gd name="connsiteY2" fmla="*/ 36997 h 48889"/>
                    <a:gd name="connsiteX3" fmla="*/ 63424 w 83243"/>
                    <a:gd name="connsiteY3" fmla="*/ 0 h 48889"/>
                  </a:gdLst>
                  <a:ahLst/>
                  <a:cxnLst>
                    <a:cxn ang="0">
                      <a:pos x="connsiteX0" y="connsiteY0"/>
                    </a:cxn>
                    <a:cxn ang="0">
                      <a:pos x="connsiteX1" y="connsiteY1"/>
                    </a:cxn>
                    <a:cxn ang="0">
                      <a:pos x="connsiteX2" y="connsiteY2"/>
                    </a:cxn>
                    <a:cxn ang="0">
                      <a:pos x="connsiteX3" y="connsiteY3"/>
                    </a:cxn>
                  </a:cxnLst>
                  <a:rect l="l" t="t" r="r" b="b"/>
                  <a:pathLst>
                    <a:path w="83243" h="48889">
                      <a:moveTo>
                        <a:pt x="83244" y="11892"/>
                      </a:moveTo>
                      <a:lnTo>
                        <a:pt x="19820" y="48889"/>
                      </a:lnTo>
                      <a:lnTo>
                        <a:pt x="0" y="36997"/>
                      </a:lnTo>
                      <a:lnTo>
                        <a:pt x="63424" y="0"/>
                      </a:lnTo>
                      <a:close/>
                    </a:path>
                  </a:pathLst>
                </a:custGeom>
                <a:solidFill>
                  <a:srgbClr val="94A6B2"/>
                </a:solidFill>
                <a:ln w="13204"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97A0FC73-D155-483C-A529-28701331DDB5}"/>
                    </a:ext>
                  </a:extLst>
                </p:cNvPr>
                <p:cNvSpPr/>
                <p:nvPr/>
              </p:nvSpPr>
              <p:spPr>
                <a:xfrm>
                  <a:off x="9503394" y="5019915"/>
                  <a:ext cx="125526" cy="72673"/>
                </a:xfrm>
                <a:custGeom>
                  <a:avLst/>
                  <a:gdLst>
                    <a:gd name="connsiteX0" fmla="*/ 125526 w 125526"/>
                    <a:gd name="connsiteY0" fmla="*/ 11892 h 72673"/>
                    <a:gd name="connsiteX1" fmla="*/ 21141 w 125526"/>
                    <a:gd name="connsiteY1" fmla="*/ 72673 h 72673"/>
                    <a:gd name="connsiteX2" fmla="*/ 0 w 125526"/>
                    <a:gd name="connsiteY2" fmla="*/ 60781 h 72673"/>
                    <a:gd name="connsiteX3" fmla="*/ 104385 w 125526"/>
                    <a:gd name="connsiteY3" fmla="*/ 0 h 72673"/>
                  </a:gdLst>
                  <a:ahLst/>
                  <a:cxnLst>
                    <a:cxn ang="0">
                      <a:pos x="connsiteX0" y="connsiteY0"/>
                    </a:cxn>
                    <a:cxn ang="0">
                      <a:pos x="connsiteX1" y="connsiteY1"/>
                    </a:cxn>
                    <a:cxn ang="0">
                      <a:pos x="connsiteX2" y="connsiteY2"/>
                    </a:cxn>
                    <a:cxn ang="0">
                      <a:pos x="connsiteX3" y="connsiteY3"/>
                    </a:cxn>
                  </a:cxnLst>
                  <a:rect l="l" t="t" r="r" b="b"/>
                  <a:pathLst>
                    <a:path w="125526" h="72673">
                      <a:moveTo>
                        <a:pt x="125526" y="11892"/>
                      </a:moveTo>
                      <a:lnTo>
                        <a:pt x="21141" y="72673"/>
                      </a:lnTo>
                      <a:lnTo>
                        <a:pt x="0" y="60781"/>
                      </a:lnTo>
                      <a:lnTo>
                        <a:pt x="104385" y="0"/>
                      </a:lnTo>
                      <a:close/>
                    </a:path>
                  </a:pathLst>
                </a:custGeom>
                <a:solidFill>
                  <a:srgbClr val="94A6B2"/>
                </a:solidFill>
                <a:ln w="13204"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E09B107D-68D6-4F1B-A5EB-ACE5586334A5}"/>
                    </a:ext>
                  </a:extLst>
                </p:cNvPr>
                <p:cNvSpPr/>
                <p:nvPr/>
              </p:nvSpPr>
              <p:spPr>
                <a:xfrm>
                  <a:off x="9391081" y="4978954"/>
                  <a:ext cx="83243" cy="48889"/>
                </a:xfrm>
                <a:custGeom>
                  <a:avLst/>
                  <a:gdLst>
                    <a:gd name="connsiteX0" fmla="*/ 83244 w 83243"/>
                    <a:gd name="connsiteY0" fmla="*/ 11892 h 48889"/>
                    <a:gd name="connsiteX1" fmla="*/ 19820 w 83243"/>
                    <a:gd name="connsiteY1" fmla="*/ 48889 h 48889"/>
                    <a:gd name="connsiteX2" fmla="*/ 0 w 83243"/>
                    <a:gd name="connsiteY2" fmla="*/ 36997 h 48889"/>
                    <a:gd name="connsiteX3" fmla="*/ 63424 w 83243"/>
                    <a:gd name="connsiteY3" fmla="*/ 0 h 48889"/>
                  </a:gdLst>
                  <a:ahLst/>
                  <a:cxnLst>
                    <a:cxn ang="0">
                      <a:pos x="connsiteX0" y="connsiteY0"/>
                    </a:cxn>
                    <a:cxn ang="0">
                      <a:pos x="connsiteX1" y="connsiteY1"/>
                    </a:cxn>
                    <a:cxn ang="0">
                      <a:pos x="connsiteX2" y="connsiteY2"/>
                    </a:cxn>
                    <a:cxn ang="0">
                      <a:pos x="connsiteX3" y="connsiteY3"/>
                    </a:cxn>
                  </a:cxnLst>
                  <a:rect l="l" t="t" r="r" b="b"/>
                  <a:pathLst>
                    <a:path w="83243" h="48889">
                      <a:moveTo>
                        <a:pt x="83244" y="11892"/>
                      </a:moveTo>
                      <a:lnTo>
                        <a:pt x="19820" y="48889"/>
                      </a:lnTo>
                      <a:lnTo>
                        <a:pt x="0" y="36997"/>
                      </a:lnTo>
                      <a:lnTo>
                        <a:pt x="63424" y="0"/>
                      </a:lnTo>
                      <a:close/>
                    </a:path>
                  </a:pathLst>
                </a:custGeom>
                <a:solidFill>
                  <a:srgbClr val="94A6B2"/>
                </a:solidFill>
                <a:ln w="13204"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3E54A79B-9169-49EF-A75E-165ED74690FB}"/>
                    </a:ext>
                  </a:extLst>
                </p:cNvPr>
                <p:cNvSpPr/>
                <p:nvPr/>
              </p:nvSpPr>
              <p:spPr>
                <a:xfrm>
                  <a:off x="9729341" y="5150727"/>
                  <a:ext cx="125526" cy="72673"/>
                </a:xfrm>
                <a:custGeom>
                  <a:avLst/>
                  <a:gdLst>
                    <a:gd name="connsiteX0" fmla="*/ 125526 w 125526"/>
                    <a:gd name="connsiteY0" fmla="*/ 11892 h 72673"/>
                    <a:gd name="connsiteX1" fmla="*/ 21141 w 125526"/>
                    <a:gd name="connsiteY1" fmla="*/ 72673 h 72673"/>
                    <a:gd name="connsiteX2" fmla="*/ 0 w 125526"/>
                    <a:gd name="connsiteY2" fmla="*/ 60781 h 72673"/>
                    <a:gd name="connsiteX3" fmla="*/ 105706 w 125526"/>
                    <a:gd name="connsiteY3" fmla="*/ 0 h 72673"/>
                  </a:gdLst>
                  <a:ahLst/>
                  <a:cxnLst>
                    <a:cxn ang="0">
                      <a:pos x="connsiteX0" y="connsiteY0"/>
                    </a:cxn>
                    <a:cxn ang="0">
                      <a:pos x="connsiteX1" y="connsiteY1"/>
                    </a:cxn>
                    <a:cxn ang="0">
                      <a:pos x="connsiteX2" y="connsiteY2"/>
                    </a:cxn>
                    <a:cxn ang="0">
                      <a:pos x="connsiteX3" y="connsiteY3"/>
                    </a:cxn>
                  </a:cxnLst>
                  <a:rect l="l" t="t" r="r" b="b"/>
                  <a:pathLst>
                    <a:path w="125526" h="72673">
                      <a:moveTo>
                        <a:pt x="125526" y="11892"/>
                      </a:moveTo>
                      <a:lnTo>
                        <a:pt x="21141" y="72673"/>
                      </a:lnTo>
                      <a:lnTo>
                        <a:pt x="0" y="60781"/>
                      </a:lnTo>
                      <a:lnTo>
                        <a:pt x="105706" y="0"/>
                      </a:lnTo>
                      <a:close/>
                    </a:path>
                  </a:pathLst>
                </a:custGeom>
                <a:solidFill>
                  <a:srgbClr val="94A6B2"/>
                </a:solidFill>
                <a:ln w="13204"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B26CBC01-AD98-4934-AFD5-B1178EB14B94}"/>
                    </a:ext>
                  </a:extLst>
                </p:cNvPr>
                <p:cNvSpPr/>
                <p:nvPr/>
              </p:nvSpPr>
              <p:spPr>
                <a:xfrm>
                  <a:off x="9956610" y="5281538"/>
                  <a:ext cx="124204" cy="72673"/>
                </a:xfrm>
                <a:custGeom>
                  <a:avLst/>
                  <a:gdLst>
                    <a:gd name="connsiteX0" fmla="*/ 124205 w 124204"/>
                    <a:gd name="connsiteY0" fmla="*/ 11892 h 72673"/>
                    <a:gd name="connsiteX1" fmla="*/ 19820 w 124204"/>
                    <a:gd name="connsiteY1" fmla="*/ 72673 h 72673"/>
                    <a:gd name="connsiteX2" fmla="*/ 0 w 124204"/>
                    <a:gd name="connsiteY2" fmla="*/ 60781 h 72673"/>
                    <a:gd name="connsiteX3" fmla="*/ 104385 w 124204"/>
                    <a:gd name="connsiteY3" fmla="*/ 0 h 72673"/>
                  </a:gdLst>
                  <a:ahLst/>
                  <a:cxnLst>
                    <a:cxn ang="0">
                      <a:pos x="connsiteX0" y="connsiteY0"/>
                    </a:cxn>
                    <a:cxn ang="0">
                      <a:pos x="connsiteX1" y="connsiteY1"/>
                    </a:cxn>
                    <a:cxn ang="0">
                      <a:pos x="connsiteX2" y="connsiteY2"/>
                    </a:cxn>
                    <a:cxn ang="0">
                      <a:pos x="connsiteX3" y="connsiteY3"/>
                    </a:cxn>
                  </a:cxnLst>
                  <a:rect l="l" t="t" r="r" b="b"/>
                  <a:pathLst>
                    <a:path w="124204" h="72673">
                      <a:moveTo>
                        <a:pt x="124205" y="11892"/>
                      </a:moveTo>
                      <a:lnTo>
                        <a:pt x="19820" y="72673"/>
                      </a:lnTo>
                      <a:lnTo>
                        <a:pt x="0" y="60781"/>
                      </a:lnTo>
                      <a:lnTo>
                        <a:pt x="104385" y="0"/>
                      </a:lnTo>
                      <a:close/>
                    </a:path>
                  </a:pathLst>
                </a:custGeom>
                <a:solidFill>
                  <a:srgbClr val="94A6B2"/>
                </a:solidFill>
                <a:ln w="13204"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3F0B294E-9CFD-427A-96BC-2E24DCCF2CDB}"/>
                    </a:ext>
                  </a:extLst>
                </p:cNvPr>
                <p:cNvSpPr/>
                <p:nvPr/>
              </p:nvSpPr>
              <p:spPr>
                <a:xfrm>
                  <a:off x="9842976" y="5240577"/>
                  <a:ext cx="84564" cy="47567"/>
                </a:xfrm>
                <a:custGeom>
                  <a:avLst/>
                  <a:gdLst>
                    <a:gd name="connsiteX0" fmla="*/ 84565 w 84564"/>
                    <a:gd name="connsiteY0" fmla="*/ 11892 h 47567"/>
                    <a:gd name="connsiteX1" fmla="*/ 21141 w 84564"/>
                    <a:gd name="connsiteY1" fmla="*/ 47568 h 47567"/>
                    <a:gd name="connsiteX2" fmla="*/ 0 w 84564"/>
                    <a:gd name="connsiteY2" fmla="*/ 35676 h 47567"/>
                    <a:gd name="connsiteX3" fmla="*/ 63424 w 84564"/>
                    <a:gd name="connsiteY3" fmla="*/ 0 h 47567"/>
                  </a:gdLst>
                  <a:ahLst/>
                  <a:cxnLst>
                    <a:cxn ang="0">
                      <a:pos x="connsiteX0" y="connsiteY0"/>
                    </a:cxn>
                    <a:cxn ang="0">
                      <a:pos x="connsiteX1" y="connsiteY1"/>
                    </a:cxn>
                    <a:cxn ang="0">
                      <a:pos x="connsiteX2" y="connsiteY2"/>
                    </a:cxn>
                    <a:cxn ang="0">
                      <a:pos x="connsiteX3" y="connsiteY3"/>
                    </a:cxn>
                  </a:cxnLst>
                  <a:rect l="l" t="t" r="r" b="b"/>
                  <a:pathLst>
                    <a:path w="84564" h="47567">
                      <a:moveTo>
                        <a:pt x="84565" y="11892"/>
                      </a:moveTo>
                      <a:lnTo>
                        <a:pt x="21141" y="47568"/>
                      </a:lnTo>
                      <a:lnTo>
                        <a:pt x="0" y="35676"/>
                      </a:lnTo>
                      <a:lnTo>
                        <a:pt x="63424" y="0"/>
                      </a:lnTo>
                      <a:close/>
                    </a:path>
                  </a:pathLst>
                </a:custGeom>
                <a:solidFill>
                  <a:srgbClr val="94A6B2"/>
                </a:solidFill>
                <a:ln w="13204"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57F92C46-0BB9-40A5-B962-19C76D309763}"/>
                    </a:ext>
                  </a:extLst>
                </p:cNvPr>
                <p:cNvSpPr/>
                <p:nvPr/>
              </p:nvSpPr>
              <p:spPr>
                <a:xfrm>
                  <a:off x="9277447" y="4890425"/>
                  <a:ext cx="124205" cy="71351"/>
                </a:xfrm>
                <a:custGeom>
                  <a:avLst/>
                  <a:gdLst>
                    <a:gd name="connsiteX0" fmla="*/ 124205 w 124205"/>
                    <a:gd name="connsiteY0" fmla="*/ 10571 h 71351"/>
                    <a:gd name="connsiteX1" fmla="*/ 19820 w 124205"/>
                    <a:gd name="connsiteY1" fmla="*/ 71352 h 71351"/>
                    <a:gd name="connsiteX2" fmla="*/ 0 w 124205"/>
                    <a:gd name="connsiteY2" fmla="*/ 59460 h 71351"/>
                    <a:gd name="connsiteX3" fmla="*/ 104385 w 124205"/>
                    <a:gd name="connsiteY3" fmla="*/ 0 h 71351"/>
                  </a:gdLst>
                  <a:ahLst/>
                  <a:cxnLst>
                    <a:cxn ang="0">
                      <a:pos x="connsiteX0" y="connsiteY0"/>
                    </a:cxn>
                    <a:cxn ang="0">
                      <a:pos x="connsiteX1" y="connsiteY1"/>
                    </a:cxn>
                    <a:cxn ang="0">
                      <a:pos x="connsiteX2" y="connsiteY2"/>
                    </a:cxn>
                    <a:cxn ang="0">
                      <a:pos x="connsiteX3" y="connsiteY3"/>
                    </a:cxn>
                  </a:cxnLst>
                  <a:rect l="l" t="t" r="r" b="b"/>
                  <a:pathLst>
                    <a:path w="124205" h="71351">
                      <a:moveTo>
                        <a:pt x="124205" y="10571"/>
                      </a:moveTo>
                      <a:lnTo>
                        <a:pt x="19820" y="71352"/>
                      </a:lnTo>
                      <a:lnTo>
                        <a:pt x="0" y="59460"/>
                      </a:lnTo>
                      <a:lnTo>
                        <a:pt x="104385" y="0"/>
                      </a:lnTo>
                      <a:close/>
                    </a:path>
                  </a:pathLst>
                </a:custGeom>
                <a:solidFill>
                  <a:srgbClr val="94A6B2"/>
                </a:solidFill>
                <a:ln w="13204"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3A0AC85-8055-4124-BD58-A202AE9A7460}"/>
                    </a:ext>
                  </a:extLst>
                </p:cNvPr>
                <p:cNvSpPr/>
                <p:nvPr/>
              </p:nvSpPr>
              <p:spPr>
                <a:xfrm>
                  <a:off x="8711918" y="4586519"/>
                  <a:ext cx="83243" cy="48889"/>
                </a:xfrm>
                <a:custGeom>
                  <a:avLst/>
                  <a:gdLst>
                    <a:gd name="connsiteX0" fmla="*/ 83244 w 83243"/>
                    <a:gd name="connsiteY0" fmla="*/ 11892 h 48889"/>
                    <a:gd name="connsiteX1" fmla="*/ 19820 w 83243"/>
                    <a:gd name="connsiteY1" fmla="*/ 48889 h 48889"/>
                    <a:gd name="connsiteX2" fmla="*/ 0 w 83243"/>
                    <a:gd name="connsiteY2" fmla="*/ 36997 h 48889"/>
                    <a:gd name="connsiteX3" fmla="*/ 63424 w 83243"/>
                    <a:gd name="connsiteY3" fmla="*/ 0 h 48889"/>
                  </a:gdLst>
                  <a:ahLst/>
                  <a:cxnLst>
                    <a:cxn ang="0">
                      <a:pos x="connsiteX0" y="connsiteY0"/>
                    </a:cxn>
                    <a:cxn ang="0">
                      <a:pos x="connsiteX1" y="connsiteY1"/>
                    </a:cxn>
                    <a:cxn ang="0">
                      <a:pos x="connsiteX2" y="connsiteY2"/>
                    </a:cxn>
                    <a:cxn ang="0">
                      <a:pos x="connsiteX3" y="connsiteY3"/>
                    </a:cxn>
                  </a:cxnLst>
                  <a:rect l="l" t="t" r="r" b="b"/>
                  <a:pathLst>
                    <a:path w="83243" h="48889">
                      <a:moveTo>
                        <a:pt x="83244" y="11892"/>
                      </a:moveTo>
                      <a:lnTo>
                        <a:pt x="19820" y="48889"/>
                      </a:lnTo>
                      <a:lnTo>
                        <a:pt x="0" y="36997"/>
                      </a:lnTo>
                      <a:lnTo>
                        <a:pt x="63424" y="0"/>
                      </a:lnTo>
                      <a:close/>
                    </a:path>
                  </a:pathLst>
                </a:custGeom>
                <a:solidFill>
                  <a:srgbClr val="94A6B2"/>
                </a:solidFill>
                <a:ln w="13204"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66CCB904-E6B7-4BF5-A33C-1EC9E50FB832}"/>
                    </a:ext>
                  </a:extLst>
                </p:cNvPr>
                <p:cNvSpPr/>
                <p:nvPr/>
              </p:nvSpPr>
              <p:spPr>
                <a:xfrm>
                  <a:off x="8598284" y="4497990"/>
                  <a:ext cx="124204" cy="71351"/>
                </a:xfrm>
                <a:custGeom>
                  <a:avLst/>
                  <a:gdLst>
                    <a:gd name="connsiteX0" fmla="*/ 124205 w 124204"/>
                    <a:gd name="connsiteY0" fmla="*/ 11892 h 71351"/>
                    <a:gd name="connsiteX1" fmla="*/ 19820 w 124204"/>
                    <a:gd name="connsiteY1" fmla="*/ 71352 h 71351"/>
                    <a:gd name="connsiteX2" fmla="*/ 0 w 124204"/>
                    <a:gd name="connsiteY2" fmla="*/ 59460 h 71351"/>
                    <a:gd name="connsiteX3" fmla="*/ 104385 w 124204"/>
                    <a:gd name="connsiteY3" fmla="*/ 0 h 71351"/>
                  </a:gdLst>
                  <a:ahLst/>
                  <a:cxnLst>
                    <a:cxn ang="0">
                      <a:pos x="connsiteX0" y="connsiteY0"/>
                    </a:cxn>
                    <a:cxn ang="0">
                      <a:pos x="connsiteX1" y="connsiteY1"/>
                    </a:cxn>
                    <a:cxn ang="0">
                      <a:pos x="connsiteX2" y="connsiteY2"/>
                    </a:cxn>
                    <a:cxn ang="0">
                      <a:pos x="connsiteX3" y="connsiteY3"/>
                    </a:cxn>
                  </a:cxnLst>
                  <a:rect l="l" t="t" r="r" b="b"/>
                  <a:pathLst>
                    <a:path w="124204" h="71351">
                      <a:moveTo>
                        <a:pt x="124205" y="11892"/>
                      </a:moveTo>
                      <a:lnTo>
                        <a:pt x="19820" y="71352"/>
                      </a:lnTo>
                      <a:lnTo>
                        <a:pt x="0" y="59460"/>
                      </a:lnTo>
                      <a:lnTo>
                        <a:pt x="104385" y="0"/>
                      </a:lnTo>
                      <a:close/>
                    </a:path>
                  </a:pathLst>
                </a:custGeom>
                <a:solidFill>
                  <a:srgbClr val="94A6B2"/>
                </a:solidFill>
                <a:ln w="13204"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2076E74C-871A-4765-8459-A152C49BED01}"/>
                    </a:ext>
                  </a:extLst>
                </p:cNvPr>
                <p:cNvSpPr/>
                <p:nvPr/>
              </p:nvSpPr>
              <p:spPr>
                <a:xfrm>
                  <a:off x="9163813" y="4848142"/>
                  <a:ext cx="84564" cy="48889"/>
                </a:xfrm>
                <a:custGeom>
                  <a:avLst/>
                  <a:gdLst>
                    <a:gd name="connsiteX0" fmla="*/ 84565 w 84564"/>
                    <a:gd name="connsiteY0" fmla="*/ 11892 h 48889"/>
                    <a:gd name="connsiteX1" fmla="*/ 21141 w 84564"/>
                    <a:gd name="connsiteY1" fmla="*/ 48889 h 48889"/>
                    <a:gd name="connsiteX2" fmla="*/ 0 w 84564"/>
                    <a:gd name="connsiteY2" fmla="*/ 36997 h 48889"/>
                    <a:gd name="connsiteX3" fmla="*/ 63424 w 84564"/>
                    <a:gd name="connsiteY3" fmla="*/ 0 h 48889"/>
                  </a:gdLst>
                  <a:ahLst/>
                  <a:cxnLst>
                    <a:cxn ang="0">
                      <a:pos x="connsiteX0" y="connsiteY0"/>
                    </a:cxn>
                    <a:cxn ang="0">
                      <a:pos x="connsiteX1" y="connsiteY1"/>
                    </a:cxn>
                    <a:cxn ang="0">
                      <a:pos x="connsiteX2" y="connsiteY2"/>
                    </a:cxn>
                    <a:cxn ang="0">
                      <a:pos x="connsiteX3" y="connsiteY3"/>
                    </a:cxn>
                  </a:cxnLst>
                  <a:rect l="l" t="t" r="r" b="b"/>
                  <a:pathLst>
                    <a:path w="84564" h="48889">
                      <a:moveTo>
                        <a:pt x="84565" y="11892"/>
                      </a:moveTo>
                      <a:lnTo>
                        <a:pt x="21141" y="48889"/>
                      </a:lnTo>
                      <a:lnTo>
                        <a:pt x="0" y="36997"/>
                      </a:lnTo>
                      <a:lnTo>
                        <a:pt x="63424" y="0"/>
                      </a:lnTo>
                      <a:close/>
                    </a:path>
                  </a:pathLst>
                </a:custGeom>
                <a:solidFill>
                  <a:srgbClr val="94A6B2"/>
                </a:solidFill>
                <a:ln w="13204"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164A7500-6355-4D88-BE75-6AC0ABC12810}"/>
                    </a:ext>
                  </a:extLst>
                </p:cNvPr>
                <p:cNvSpPr/>
                <p:nvPr/>
              </p:nvSpPr>
              <p:spPr>
                <a:xfrm>
                  <a:off x="8824231" y="4628802"/>
                  <a:ext cx="125526" cy="71351"/>
                </a:xfrm>
                <a:custGeom>
                  <a:avLst/>
                  <a:gdLst>
                    <a:gd name="connsiteX0" fmla="*/ 125526 w 125526"/>
                    <a:gd name="connsiteY0" fmla="*/ 11892 h 71351"/>
                    <a:gd name="connsiteX1" fmla="*/ 21141 w 125526"/>
                    <a:gd name="connsiteY1" fmla="*/ 71352 h 71351"/>
                    <a:gd name="connsiteX2" fmla="*/ 0 w 125526"/>
                    <a:gd name="connsiteY2" fmla="*/ 59460 h 71351"/>
                    <a:gd name="connsiteX3" fmla="*/ 104385 w 125526"/>
                    <a:gd name="connsiteY3" fmla="*/ 0 h 71351"/>
                  </a:gdLst>
                  <a:ahLst/>
                  <a:cxnLst>
                    <a:cxn ang="0">
                      <a:pos x="connsiteX0" y="connsiteY0"/>
                    </a:cxn>
                    <a:cxn ang="0">
                      <a:pos x="connsiteX1" y="connsiteY1"/>
                    </a:cxn>
                    <a:cxn ang="0">
                      <a:pos x="connsiteX2" y="connsiteY2"/>
                    </a:cxn>
                    <a:cxn ang="0">
                      <a:pos x="connsiteX3" y="connsiteY3"/>
                    </a:cxn>
                  </a:cxnLst>
                  <a:rect l="l" t="t" r="r" b="b"/>
                  <a:pathLst>
                    <a:path w="125526" h="71351">
                      <a:moveTo>
                        <a:pt x="125526" y="11892"/>
                      </a:moveTo>
                      <a:lnTo>
                        <a:pt x="21141" y="71352"/>
                      </a:lnTo>
                      <a:lnTo>
                        <a:pt x="0" y="59460"/>
                      </a:lnTo>
                      <a:lnTo>
                        <a:pt x="104385" y="0"/>
                      </a:lnTo>
                      <a:close/>
                    </a:path>
                  </a:pathLst>
                </a:custGeom>
                <a:solidFill>
                  <a:srgbClr val="94A6B2"/>
                </a:solidFill>
                <a:ln w="13204"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805EEE03-6B07-4535-8364-E10E1AE74A2B}"/>
                    </a:ext>
                  </a:extLst>
                </p:cNvPr>
                <p:cNvSpPr/>
                <p:nvPr/>
              </p:nvSpPr>
              <p:spPr>
                <a:xfrm>
                  <a:off x="9051500" y="4759613"/>
                  <a:ext cx="124204" cy="71351"/>
                </a:xfrm>
                <a:custGeom>
                  <a:avLst/>
                  <a:gdLst>
                    <a:gd name="connsiteX0" fmla="*/ 124205 w 124204"/>
                    <a:gd name="connsiteY0" fmla="*/ 11892 h 71351"/>
                    <a:gd name="connsiteX1" fmla="*/ 19820 w 124204"/>
                    <a:gd name="connsiteY1" fmla="*/ 71352 h 71351"/>
                    <a:gd name="connsiteX2" fmla="*/ 0 w 124204"/>
                    <a:gd name="connsiteY2" fmla="*/ 59460 h 71351"/>
                    <a:gd name="connsiteX3" fmla="*/ 104385 w 124204"/>
                    <a:gd name="connsiteY3" fmla="*/ 0 h 71351"/>
                  </a:gdLst>
                  <a:ahLst/>
                  <a:cxnLst>
                    <a:cxn ang="0">
                      <a:pos x="connsiteX0" y="connsiteY0"/>
                    </a:cxn>
                    <a:cxn ang="0">
                      <a:pos x="connsiteX1" y="connsiteY1"/>
                    </a:cxn>
                    <a:cxn ang="0">
                      <a:pos x="connsiteX2" y="connsiteY2"/>
                    </a:cxn>
                    <a:cxn ang="0">
                      <a:pos x="connsiteX3" y="connsiteY3"/>
                    </a:cxn>
                  </a:cxnLst>
                  <a:rect l="l" t="t" r="r" b="b"/>
                  <a:pathLst>
                    <a:path w="124204" h="71351">
                      <a:moveTo>
                        <a:pt x="124205" y="11892"/>
                      </a:moveTo>
                      <a:lnTo>
                        <a:pt x="19820" y="71352"/>
                      </a:lnTo>
                      <a:lnTo>
                        <a:pt x="0" y="59460"/>
                      </a:lnTo>
                      <a:lnTo>
                        <a:pt x="104385" y="0"/>
                      </a:lnTo>
                      <a:close/>
                    </a:path>
                  </a:pathLst>
                </a:custGeom>
                <a:solidFill>
                  <a:srgbClr val="94A6B2"/>
                </a:solidFill>
                <a:ln w="13204"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C004E3B8-4A59-4E80-A381-D00526A727F0}"/>
                    </a:ext>
                  </a:extLst>
                </p:cNvPr>
                <p:cNvSpPr/>
                <p:nvPr/>
              </p:nvSpPr>
              <p:spPr>
                <a:xfrm>
                  <a:off x="8937865" y="4717331"/>
                  <a:ext cx="84564" cy="48889"/>
                </a:xfrm>
                <a:custGeom>
                  <a:avLst/>
                  <a:gdLst>
                    <a:gd name="connsiteX0" fmla="*/ 84565 w 84564"/>
                    <a:gd name="connsiteY0" fmla="*/ 11892 h 48889"/>
                    <a:gd name="connsiteX1" fmla="*/ 19820 w 84564"/>
                    <a:gd name="connsiteY1" fmla="*/ 48889 h 48889"/>
                    <a:gd name="connsiteX2" fmla="*/ 0 w 84564"/>
                    <a:gd name="connsiteY2" fmla="*/ 36997 h 48889"/>
                    <a:gd name="connsiteX3" fmla="*/ 63424 w 84564"/>
                    <a:gd name="connsiteY3" fmla="*/ 0 h 48889"/>
                  </a:gdLst>
                  <a:ahLst/>
                  <a:cxnLst>
                    <a:cxn ang="0">
                      <a:pos x="connsiteX0" y="connsiteY0"/>
                    </a:cxn>
                    <a:cxn ang="0">
                      <a:pos x="connsiteX1" y="connsiteY1"/>
                    </a:cxn>
                    <a:cxn ang="0">
                      <a:pos x="connsiteX2" y="connsiteY2"/>
                    </a:cxn>
                    <a:cxn ang="0">
                      <a:pos x="connsiteX3" y="connsiteY3"/>
                    </a:cxn>
                  </a:cxnLst>
                  <a:rect l="l" t="t" r="r" b="b"/>
                  <a:pathLst>
                    <a:path w="84564" h="48889">
                      <a:moveTo>
                        <a:pt x="84565" y="11892"/>
                      </a:moveTo>
                      <a:lnTo>
                        <a:pt x="19820" y="48889"/>
                      </a:lnTo>
                      <a:lnTo>
                        <a:pt x="0" y="36997"/>
                      </a:lnTo>
                      <a:lnTo>
                        <a:pt x="63424" y="0"/>
                      </a:lnTo>
                      <a:close/>
                    </a:path>
                  </a:pathLst>
                </a:custGeom>
                <a:solidFill>
                  <a:srgbClr val="94A6B2"/>
                </a:solidFill>
                <a:ln w="13204" cap="flat">
                  <a:noFill/>
                  <a:prstDash val="solid"/>
                  <a:miter/>
                </a:ln>
              </p:spPr>
              <p:txBody>
                <a:bodyPr rtlCol="0" anchor="ctr"/>
                <a:lstStyle/>
                <a:p>
                  <a:endParaRPr lang="en-US"/>
                </a:p>
              </p:txBody>
            </p:sp>
          </p:grpSp>
        </p:grpSp>
        <p:grpSp>
          <p:nvGrpSpPr>
            <p:cNvPr id="97" name="Graphic 3">
              <a:extLst>
                <a:ext uri="{FF2B5EF4-FFF2-40B4-BE49-F238E27FC236}">
                  <a16:creationId xmlns:a16="http://schemas.microsoft.com/office/drawing/2014/main" id="{85FB30D8-0F6F-4314-A3BD-A2090A2B8719}"/>
                </a:ext>
              </a:extLst>
            </p:cNvPr>
            <p:cNvGrpSpPr/>
            <p:nvPr/>
          </p:nvGrpSpPr>
          <p:grpSpPr>
            <a:xfrm>
              <a:off x="10746104" y="3597504"/>
              <a:ext cx="799404" cy="1339167"/>
              <a:chOff x="10746104" y="3597504"/>
              <a:chExt cx="799404" cy="1339167"/>
            </a:xfrm>
          </p:grpSpPr>
          <p:grpSp>
            <p:nvGrpSpPr>
              <p:cNvPr id="98" name="Graphic 3">
                <a:extLst>
                  <a:ext uri="{FF2B5EF4-FFF2-40B4-BE49-F238E27FC236}">
                    <a16:creationId xmlns:a16="http://schemas.microsoft.com/office/drawing/2014/main" id="{85FB30D8-0F6F-4314-A3BD-A2090A2B8719}"/>
                  </a:ext>
                </a:extLst>
              </p:cNvPr>
              <p:cNvGrpSpPr/>
              <p:nvPr/>
            </p:nvGrpSpPr>
            <p:grpSpPr>
              <a:xfrm>
                <a:off x="10746104" y="4092342"/>
                <a:ext cx="799404" cy="844329"/>
                <a:chOff x="10746104" y="4092342"/>
                <a:chExt cx="799404" cy="844329"/>
              </a:xfrm>
            </p:grpSpPr>
            <p:sp>
              <p:nvSpPr>
                <p:cNvPr id="99" name="Freeform: Shape 98">
                  <a:extLst>
                    <a:ext uri="{FF2B5EF4-FFF2-40B4-BE49-F238E27FC236}">
                      <a16:creationId xmlns:a16="http://schemas.microsoft.com/office/drawing/2014/main" id="{215816D5-0F8A-4028-8D70-3448EB8DB143}"/>
                    </a:ext>
                  </a:extLst>
                </p:cNvPr>
                <p:cNvSpPr/>
                <p:nvPr/>
              </p:nvSpPr>
              <p:spPr>
                <a:xfrm>
                  <a:off x="10749408" y="4351323"/>
                  <a:ext cx="792797" cy="432074"/>
                </a:xfrm>
                <a:custGeom>
                  <a:avLst/>
                  <a:gdLst>
                    <a:gd name="connsiteX0" fmla="*/ 696340 w 792797"/>
                    <a:gd name="connsiteY0" fmla="*/ 432075 h 432074"/>
                    <a:gd name="connsiteX1" fmla="*/ 792798 w 792797"/>
                    <a:gd name="connsiteY1" fmla="*/ 0 h 432074"/>
                    <a:gd name="connsiteX2" fmla="*/ 0 w 792797"/>
                    <a:gd name="connsiteY2" fmla="*/ 0 h 432074"/>
                    <a:gd name="connsiteX3" fmla="*/ 95135 w 792797"/>
                    <a:gd name="connsiteY3" fmla="*/ 432075 h 432074"/>
                  </a:gdLst>
                  <a:ahLst/>
                  <a:cxnLst>
                    <a:cxn ang="0">
                      <a:pos x="connsiteX0" y="connsiteY0"/>
                    </a:cxn>
                    <a:cxn ang="0">
                      <a:pos x="connsiteX1" y="connsiteY1"/>
                    </a:cxn>
                    <a:cxn ang="0">
                      <a:pos x="connsiteX2" y="connsiteY2"/>
                    </a:cxn>
                    <a:cxn ang="0">
                      <a:pos x="connsiteX3" y="connsiteY3"/>
                    </a:cxn>
                  </a:cxnLst>
                  <a:rect l="l" t="t" r="r" b="b"/>
                  <a:pathLst>
                    <a:path w="792797" h="432074">
                      <a:moveTo>
                        <a:pt x="696340" y="432075"/>
                      </a:moveTo>
                      <a:lnTo>
                        <a:pt x="792798" y="0"/>
                      </a:lnTo>
                      <a:lnTo>
                        <a:pt x="0" y="0"/>
                      </a:lnTo>
                      <a:lnTo>
                        <a:pt x="95135" y="432075"/>
                      </a:lnTo>
                      <a:close/>
                    </a:path>
                  </a:pathLst>
                </a:custGeom>
                <a:solidFill>
                  <a:srgbClr val="B2C3CE"/>
                </a:solidFill>
                <a:ln w="13204"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5012F000-EF7B-4AA3-8CD1-8BEE03DB829F}"/>
                    </a:ext>
                  </a:extLst>
                </p:cNvPr>
                <p:cNvSpPr/>
                <p:nvPr/>
              </p:nvSpPr>
              <p:spPr>
                <a:xfrm>
                  <a:off x="10746104" y="4092342"/>
                  <a:ext cx="799404" cy="461143"/>
                </a:xfrm>
                <a:custGeom>
                  <a:avLst/>
                  <a:gdLst>
                    <a:gd name="connsiteX0" fmla="*/ 682467 w 799404"/>
                    <a:gd name="connsiteY0" fmla="*/ 393756 h 461143"/>
                    <a:gd name="connsiteX1" fmla="*/ 116938 w 799404"/>
                    <a:gd name="connsiteY1" fmla="*/ 393756 h 461143"/>
                    <a:gd name="connsiteX2" fmla="*/ 116938 w 799404"/>
                    <a:gd name="connsiteY2" fmla="*/ 67388 h 461143"/>
                    <a:gd name="connsiteX3" fmla="*/ 682467 w 799404"/>
                    <a:gd name="connsiteY3" fmla="*/ 67388 h 461143"/>
                    <a:gd name="connsiteX4" fmla="*/ 682467 w 799404"/>
                    <a:gd name="connsiteY4" fmla="*/ 393756 h 461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404" h="461143">
                      <a:moveTo>
                        <a:pt x="682467" y="393756"/>
                      </a:moveTo>
                      <a:cubicBezTo>
                        <a:pt x="526550" y="483606"/>
                        <a:pt x="272855" y="483606"/>
                        <a:pt x="116938" y="393756"/>
                      </a:cubicBezTo>
                      <a:cubicBezTo>
                        <a:pt x="-38979" y="303906"/>
                        <a:pt x="-38979" y="157238"/>
                        <a:pt x="116938" y="67388"/>
                      </a:cubicBezTo>
                      <a:cubicBezTo>
                        <a:pt x="272855" y="-22463"/>
                        <a:pt x="526550" y="-22463"/>
                        <a:pt x="682467" y="67388"/>
                      </a:cubicBezTo>
                      <a:cubicBezTo>
                        <a:pt x="838383" y="157238"/>
                        <a:pt x="838383" y="302584"/>
                        <a:pt x="682467" y="393756"/>
                      </a:cubicBezTo>
                      <a:close/>
                    </a:path>
                  </a:pathLst>
                </a:custGeom>
                <a:solidFill>
                  <a:srgbClr val="E6ECEF"/>
                </a:solidFill>
                <a:ln w="13204"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674CA587-BBF3-4FA8-AB75-83F67A056F91}"/>
                    </a:ext>
                  </a:extLst>
                </p:cNvPr>
                <p:cNvSpPr/>
                <p:nvPr/>
              </p:nvSpPr>
              <p:spPr>
                <a:xfrm>
                  <a:off x="10786405" y="4133303"/>
                  <a:ext cx="718802" cy="380542"/>
                </a:xfrm>
                <a:custGeom>
                  <a:avLst/>
                  <a:gdLst>
                    <a:gd name="connsiteX0" fmla="*/ 359402 w 718802"/>
                    <a:gd name="connsiteY0" fmla="*/ 380543 h 380542"/>
                    <a:gd name="connsiteX1" fmla="*/ 96457 w 718802"/>
                    <a:gd name="connsiteY1" fmla="*/ 318440 h 380542"/>
                    <a:gd name="connsiteX2" fmla="*/ 0 w 718802"/>
                    <a:gd name="connsiteY2" fmla="*/ 190272 h 380542"/>
                    <a:gd name="connsiteX3" fmla="*/ 96457 w 718802"/>
                    <a:gd name="connsiteY3" fmla="*/ 62103 h 380542"/>
                    <a:gd name="connsiteX4" fmla="*/ 359402 w 718802"/>
                    <a:gd name="connsiteY4" fmla="*/ 0 h 380542"/>
                    <a:gd name="connsiteX5" fmla="*/ 622346 w 718802"/>
                    <a:gd name="connsiteY5" fmla="*/ 62103 h 380542"/>
                    <a:gd name="connsiteX6" fmla="*/ 718803 w 718802"/>
                    <a:gd name="connsiteY6" fmla="*/ 190272 h 380542"/>
                    <a:gd name="connsiteX7" fmla="*/ 622346 w 718802"/>
                    <a:gd name="connsiteY7" fmla="*/ 318440 h 380542"/>
                    <a:gd name="connsiteX8" fmla="*/ 359402 w 718802"/>
                    <a:gd name="connsiteY8" fmla="*/ 380543 h 38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02" h="380542">
                      <a:moveTo>
                        <a:pt x="359402" y="380543"/>
                      </a:moveTo>
                      <a:cubicBezTo>
                        <a:pt x="258981" y="380543"/>
                        <a:pt x="166488" y="358080"/>
                        <a:pt x="96457" y="318440"/>
                      </a:cubicBezTo>
                      <a:cubicBezTo>
                        <a:pt x="34355" y="282765"/>
                        <a:pt x="0" y="236518"/>
                        <a:pt x="0" y="190272"/>
                      </a:cubicBezTo>
                      <a:cubicBezTo>
                        <a:pt x="0" y="144025"/>
                        <a:pt x="34355" y="97778"/>
                        <a:pt x="96457" y="62103"/>
                      </a:cubicBezTo>
                      <a:cubicBezTo>
                        <a:pt x="166488" y="22463"/>
                        <a:pt x="258981" y="0"/>
                        <a:pt x="359402" y="0"/>
                      </a:cubicBezTo>
                      <a:cubicBezTo>
                        <a:pt x="459823" y="0"/>
                        <a:pt x="552316" y="22463"/>
                        <a:pt x="622346" y="62103"/>
                      </a:cubicBezTo>
                      <a:cubicBezTo>
                        <a:pt x="684449" y="97778"/>
                        <a:pt x="718803" y="144025"/>
                        <a:pt x="718803" y="190272"/>
                      </a:cubicBezTo>
                      <a:cubicBezTo>
                        <a:pt x="718803" y="236518"/>
                        <a:pt x="684449" y="282765"/>
                        <a:pt x="622346" y="318440"/>
                      </a:cubicBezTo>
                      <a:cubicBezTo>
                        <a:pt x="552316" y="358080"/>
                        <a:pt x="458501" y="380543"/>
                        <a:pt x="359402" y="380543"/>
                      </a:cubicBezTo>
                      <a:close/>
                    </a:path>
                  </a:pathLst>
                </a:custGeom>
                <a:solidFill>
                  <a:srgbClr val="B2C3CE"/>
                </a:solidFill>
                <a:ln w="13204"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CF8D7396-609F-471B-B145-1BD93421B256}"/>
                    </a:ext>
                  </a:extLst>
                </p:cNvPr>
                <p:cNvSpPr/>
                <p:nvPr/>
              </p:nvSpPr>
              <p:spPr>
                <a:xfrm>
                  <a:off x="10799618" y="4236367"/>
                  <a:ext cx="689733" cy="277479"/>
                </a:xfrm>
                <a:custGeom>
                  <a:avLst/>
                  <a:gdLst>
                    <a:gd name="connsiteX0" fmla="*/ 607811 w 689733"/>
                    <a:gd name="connsiteY0" fmla="*/ 62102 h 277479"/>
                    <a:gd name="connsiteX1" fmla="*/ 344867 w 689733"/>
                    <a:gd name="connsiteY1" fmla="*/ 0 h 277479"/>
                    <a:gd name="connsiteX2" fmla="*/ 81923 w 689733"/>
                    <a:gd name="connsiteY2" fmla="*/ 62102 h 277479"/>
                    <a:gd name="connsiteX3" fmla="*/ 0 w 689733"/>
                    <a:gd name="connsiteY3" fmla="*/ 138740 h 277479"/>
                    <a:gd name="connsiteX4" fmla="*/ 81923 w 689733"/>
                    <a:gd name="connsiteY4" fmla="*/ 215377 h 277479"/>
                    <a:gd name="connsiteX5" fmla="*/ 344867 w 689733"/>
                    <a:gd name="connsiteY5" fmla="*/ 277479 h 277479"/>
                    <a:gd name="connsiteX6" fmla="*/ 607811 w 689733"/>
                    <a:gd name="connsiteY6" fmla="*/ 215377 h 277479"/>
                    <a:gd name="connsiteX7" fmla="*/ 689734 w 689733"/>
                    <a:gd name="connsiteY7" fmla="*/ 138740 h 277479"/>
                    <a:gd name="connsiteX8" fmla="*/ 607811 w 689733"/>
                    <a:gd name="connsiteY8" fmla="*/ 62102 h 277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9733" h="277479">
                      <a:moveTo>
                        <a:pt x="607811" y="62102"/>
                      </a:moveTo>
                      <a:cubicBezTo>
                        <a:pt x="537781" y="22463"/>
                        <a:pt x="445288" y="0"/>
                        <a:pt x="344867" y="0"/>
                      </a:cubicBezTo>
                      <a:cubicBezTo>
                        <a:pt x="244446" y="0"/>
                        <a:pt x="151953" y="22463"/>
                        <a:pt x="81923" y="62102"/>
                      </a:cubicBezTo>
                      <a:cubicBezTo>
                        <a:pt x="43604" y="84565"/>
                        <a:pt x="15856" y="110992"/>
                        <a:pt x="0" y="138740"/>
                      </a:cubicBezTo>
                      <a:cubicBezTo>
                        <a:pt x="15856" y="166488"/>
                        <a:pt x="43604" y="192914"/>
                        <a:pt x="81923" y="215377"/>
                      </a:cubicBezTo>
                      <a:cubicBezTo>
                        <a:pt x="151953" y="255017"/>
                        <a:pt x="244446" y="277479"/>
                        <a:pt x="344867" y="277479"/>
                      </a:cubicBezTo>
                      <a:cubicBezTo>
                        <a:pt x="445288" y="277479"/>
                        <a:pt x="537781" y="255017"/>
                        <a:pt x="607811" y="215377"/>
                      </a:cubicBezTo>
                      <a:cubicBezTo>
                        <a:pt x="646130" y="192914"/>
                        <a:pt x="673878" y="166488"/>
                        <a:pt x="689734" y="138740"/>
                      </a:cubicBezTo>
                      <a:cubicBezTo>
                        <a:pt x="675199" y="110992"/>
                        <a:pt x="647451" y="84565"/>
                        <a:pt x="607811" y="62102"/>
                      </a:cubicBezTo>
                      <a:close/>
                    </a:path>
                  </a:pathLst>
                </a:custGeom>
                <a:solidFill>
                  <a:srgbClr val="576A7A"/>
                </a:solidFill>
                <a:ln w="13204"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D64E64D3-6F67-45AB-BD87-2824755AD162}"/>
                    </a:ext>
                  </a:extLst>
                </p:cNvPr>
                <p:cNvSpPr/>
                <p:nvPr/>
              </p:nvSpPr>
              <p:spPr>
                <a:xfrm>
                  <a:off x="10842561" y="4586519"/>
                  <a:ext cx="605499" cy="350152"/>
                </a:xfrm>
                <a:custGeom>
                  <a:avLst/>
                  <a:gdLst>
                    <a:gd name="connsiteX0" fmla="*/ 517300 w 605499"/>
                    <a:gd name="connsiteY0" fmla="*/ 298620 h 350152"/>
                    <a:gd name="connsiteX1" fmla="*/ 89190 w 605499"/>
                    <a:gd name="connsiteY1" fmla="*/ 298620 h 350152"/>
                    <a:gd name="connsiteX2" fmla="*/ 89190 w 605499"/>
                    <a:gd name="connsiteY2" fmla="*/ 51532 h 350152"/>
                    <a:gd name="connsiteX3" fmla="*/ 517300 w 605499"/>
                    <a:gd name="connsiteY3" fmla="*/ 51532 h 350152"/>
                    <a:gd name="connsiteX4" fmla="*/ 517300 w 605499"/>
                    <a:gd name="connsiteY4" fmla="*/ 298620 h 350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5499" h="350152">
                      <a:moveTo>
                        <a:pt x="517300" y="298620"/>
                      </a:moveTo>
                      <a:cubicBezTo>
                        <a:pt x="398381" y="367330"/>
                        <a:pt x="206788" y="367330"/>
                        <a:pt x="89190" y="298620"/>
                      </a:cubicBezTo>
                      <a:cubicBezTo>
                        <a:pt x="-29730" y="229911"/>
                        <a:pt x="-29730" y="118920"/>
                        <a:pt x="89190" y="51532"/>
                      </a:cubicBezTo>
                      <a:cubicBezTo>
                        <a:pt x="208109" y="-17177"/>
                        <a:pt x="399702" y="-17177"/>
                        <a:pt x="517300" y="51532"/>
                      </a:cubicBezTo>
                      <a:cubicBezTo>
                        <a:pt x="634899" y="118920"/>
                        <a:pt x="634899" y="229911"/>
                        <a:pt x="517300" y="298620"/>
                      </a:cubicBezTo>
                      <a:close/>
                    </a:path>
                  </a:pathLst>
                </a:custGeom>
                <a:solidFill>
                  <a:srgbClr val="B2C3CE"/>
                </a:solidFill>
                <a:ln w="13204" cap="flat">
                  <a:noFill/>
                  <a:prstDash val="solid"/>
                  <a:miter/>
                </a:ln>
              </p:spPr>
              <p:txBody>
                <a:bodyPr rtlCol="0" anchor="ctr"/>
                <a:lstStyle/>
                <a:p>
                  <a:endParaRPr lang="en-US"/>
                </a:p>
              </p:txBody>
            </p:sp>
          </p:grpSp>
          <p:sp>
            <p:nvSpPr>
              <p:cNvPr id="104" name="Freeform: Shape 103">
                <a:extLst>
                  <a:ext uri="{FF2B5EF4-FFF2-40B4-BE49-F238E27FC236}">
                    <a16:creationId xmlns:a16="http://schemas.microsoft.com/office/drawing/2014/main" id="{8F87E5D7-D0CE-4783-88EF-3CE0CD4CAD92}"/>
                  </a:ext>
                </a:extLst>
              </p:cNvPr>
              <p:cNvSpPr/>
              <p:nvPr/>
            </p:nvSpPr>
            <p:spPr>
              <a:xfrm>
                <a:off x="11119380" y="4101592"/>
                <a:ext cx="52853" cy="282764"/>
              </a:xfrm>
              <a:custGeom>
                <a:avLst/>
                <a:gdLst>
                  <a:gd name="connsiteX0" fmla="*/ 0 w 52853"/>
                  <a:gd name="connsiteY0" fmla="*/ 0 h 282764"/>
                  <a:gd name="connsiteX1" fmla="*/ 0 w 52853"/>
                  <a:gd name="connsiteY1" fmla="*/ 268230 h 282764"/>
                  <a:gd name="connsiteX2" fmla="*/ 7928 w 52853"/>
                  <a:gd name="connsiteY2" fmla="*/ 278801 h 282764"/>
                  <a:gd name="connsiteX3" fmla="*/ 44925 w 52853"/>
                  <a:gd name="connsiteY3" fmla="*/ 278801 h 282764"/>
                  <a:gd name="connsiteX4" fmla="*/ 52853 w 52853"/>
                  <a:gd name="connsiteY4" fmla="*/ 268230 h 282764"/>
                  <a:gd name="connsiteX5" fmla="*/ 52853 w 52853"/>
                  <a:gd name="connsiteY5" fmla="*/ 0 h 282764"/>
                  <a:gd name="connsiteX6" fmla="*/ 0 w 52853"/>
                  <a:gd name="connsiteY6" fmla="*/ 0 h 282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853" h="282764">
                    <a:moveTo>
                      <a:pt x="0" y="0"/>
                    </a:moveTo>
                    <a:lnTo>
                      <a:pt x="0" y="268230"/>
                    </a:lnTo>
                    <a:cubicBezTo>
                      <a:pt x="0" y="272194"/>
                      <a:pt x="2642" y="276158"/>
                      <a:pt x="7928" y="278801"/>
                    </a:cubicBezTo>
                    <a:cubicBezTo>
                      <a:pt x="18499" y="284086"/>
                      <a:pt x="34355" y="284086"/>
                      <a:pt x="44925" y="278801"/>
                    </a:cubicBezTo>
                    <a:cubicBezTo>
                      <a:pt x="50210" y="276158"/>
                      <a:pt x="52853" y="272194"/>
                      <a:pt x="52853" y="268230"/>
                    </a:cubicBezTo>
                    <a:lnTo>
                      <a:pt x="52853" y="0"/>
                    </a:lnTo>
                    <a:lnTo>
                      <a:pt x="0" y="0"/>
                    </a:lnTo>
                    <a:close/>
                  </a:path>
                </a:pathLst>
              </a:custGeom>
              <a:solidFill>
                <a:srgbClr val="94A6B2"/>
              </a:solidFill>
              <a:ln w="13204"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305626C8-2127-480E-B115-69D150AA4D4F}"/>
                  </a:ext>
                </a:extLst>
              </p:cNvPr>
              <p:cNvSpPr/>
              <p:nvPr/>
            </p:nvSpPr>
            <p:spPr>
              <a:xfrm>
                <a:off x="10794333" y="3597504"/>
                <a:ext cx="702947" cy="677181"/>
              </a:xfrm>
              <a:custGeom>
                <a:avLst/>
                <a:gdLst>
                  <a:gd name="connsiteX0" fmla="*/ 702947 w 702947"/>
                  <a:gd name="connsiteY0" fmla="*/ 325708 h 677181"/>
                  <a:gd name="connsiteX1" fmla="*/ 351474 w 702947"/>
                  <a:gd name="connsiteY1" fmla="*/ 677181 h 677181"/>
                  <a:gd name="connsiteX2" fmla="*/ 0 w 702947"/>
                  <a:gd name="connsiteY2" fmla="*/ 325708 h 677181"/>
                  <a:gd name="connsiteX3" fmla="*/ 5285 w 702947"/>
                  <a:gd name="connsiteY3" fmla="*/ 279461 h 677181"/>
                  <a:gd name="connsiteX4" fmla="*/ 697662 w 702947"/>
                  <a:gd name="connsiteY4" fmla="*/ 279461 h 677181"/>
                  <a:gd name="connsiteX5" fmla="*/ 702947 w 702947"/>
                  <a:gd name="connsiteY5" fmla="*/ 325708 h 677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2947" h="677181">
                    <a:moveTo>
                      <a:pt x="702947" y="325708"/>
                    </a:moveTo>
                    <a:cubicBezTo>
                      <a:pt x="702947" y="519943"/>
                      <a:pt x="545709" y="677181"/>
                      <a:pt x="351474" y="677181"/>
                    </a:cubicBezTo>
                    <a:cubicBezTo>
                      <a:pt x="157238" y="677181"/>
                      <a:pt x="0" y="519943"/>
                      <a:pt x="0" y="325708"/>
                    </a:cubicBezTo>
                    <a:cubicBezTo>
                      <a:pt x="0" y="312494"/>
                      <a:pt x="1321" y="296638"/>
                      <a:pt x="5285" y="279461"/>
                    </a:cubicBezTo>
                    <a:cubicBezTo>
                      <a:pt x="80601" y="-93154"/>
                      <a:pt x="623668" y="-93154"/>
                      <a:pt x="697662" y="279461"/>
                    </a:cubicBezTo>
                    <a:cubicBezTo>
                      <a:pt x="700304" y="296638"/>
                      <a:pt x="702947" y="312494"/>
                      <a:pt x="702947" y="325708"/>
                    </a:cubicBezTo>
                    <a:close/>
                  </a:path>
                </a:pathLst>
              </a:custGeom>
              <a:solidFill>
                <a:schemeClr val="accent3"/>
              </a:solidFill>
              <a:ln w="13204" cap="flat">
                <a:noFill/>
                <a:prstDash val="solid"/>
                <a:miter/>
              </a:ln>
            </p:spPr>
            <p:txBody>
              <a:bodyPr rtlCol="0" anchor="ctr"/>
              <a:lstStyle/>
              <a:p>
                <a:endParaRPr lang="en-US"/>
              </a:p>
            </p:txBody>
          </p:sp>
        </p:grpSp>
        <p:grpSp>
          <p:nvGrpSpPr>
            <p:cNvPr id="106" name="Graphic 3">
              <a:extLst>
                <a:ext uri="{FF2B5EF4-FFF2-40B4-BE49-F238E27FC236}">
                  <a16:creationId xmlns:a16="http://schemas.microsoft.com/office/drawing/2014/main" id="{85FB30D8-0F6F-4314-A3BD-A2090A2B8719}"/>
                </a:ext>
              </a:extLst>
            </p:cNvPr>
            <p:cNvGrpSpPr/>
            <p:nvPr/>
          </p:nvGrpSpPr>
          <p:grpSpPr>
            <a:xfrm>
              <a:off x="8655095" y="5303010"/>
              <a:ext cx="565534" cy="445948"/>
              <a:chOff x="8655095" y="5303010"/>
              <a:chExt cx="565534" cy="445948"/>
            </a:xfrm>
          </p:grpSpPr>
          <p:sp>
            <p:nvSpPr>
              <p:cNvPr id="107" name="Freeform: Shape 106">
                <a:extLst>
                  <a:ext uri="{FF2B5EF4-FFF2-40B4-BE49-F238E27FC236}">
                    <a16:creationId xmlns:a16="http://schemas.microsoft.com/office/drawing/2014/main" id="{3828C9A0-B29E-42DC-A2E5-54213A7AA808}"/>
                  </a:ext>
                </a:extLst>
              </p:cNvPr>
              <p:cNvSpPr/>
              <p:nvPr/>
            </p:nvSpPr>
            <p:spPr>
              <a:xfrm>
                <a:off x="8655101" y="5385924"/>
                <a:ext cx="110991" cy="218019"/>
              </a:xfrm>
              <a:custGeom>
                <a:avLst/>
                <a:gdLst>
                  <a:gd name="connsiteX0" fmla="*/ 42282 w 110991"/>
                  <a:gd name="connsiteY0" fmla="*/ 59460 h 218019"/>
                  <a:gd name="connsiteX1" fmla="*/ 0 w 110991"/>
                  <a:gd name="connsiteY1" fmla="*/ 0 h 218019"/>
                  <a:gd name="connsiteX2" fmla="*/ 0 w 110991"/>
                  <a:gd name="connsiteY2" fmla="*/ 118920 h 218019"/>
                  <a:gd name="connsiteX3" fmla="*/ 42282 w 110991"/>
                  <a:gd name="connsiteY3" fmla="*/ 178379 h 218019"/>
                  <a:gd name="connsiteX4" fmla="*/ 110992 w 110991"/>
                  <a:gd name="connsiteY4" fmla="*/ 218019 h 218019"/>
                  <a:gd name="connsiteX5" fmla="*/ 110992 w 110991"/>
                  <a:gd name="connsiteY5" fmla="*/ 99100 h 218019"/>
                  <a:gd name="connsiteX6" fmla="*/ 42282 w 110991"/>
                  <a:gd name="connsiteY6" fmla="*/ 59460 h 218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991" h="218019">
                    <a:moveTo>
                      <a:pt x="42282" y="59460"/>
                    </a:moveTo>
                    <a:cubicBezTo>
                      <a:pt x="14535" y="43604"/>
                      <a:pt x="0" y="21141"/>
                      <a:pt x="0" y="0"/>
                    </a:cubicBezTo>
                    <a:lnTo>
                      <a:pt x="0" y="118920"/>
                    </a:lnTo>
                    <a:cubicBezTo>
                      <a:pt x="0" y="140061"/>
                      <a:pt x="14535" y="161202"/>
                      <a:pt x="42282" y="178379"/>
                    </a:cubicBezTo>
                    <a:lnTo>
                      <a:pt x="110992" y="218019"/>
                    </a:lnTo>
                    <a:lnTo>
                      <a:pt x="110992" y="99100"/>
                    </a:lnTo>
                    <a:lnTo>
                      <a:pt x="42282" y="59460"/>
                    </a:lnTo>
                    <a:close/>
                  </a:path>
                </a:pathLst>
              </a:custGeom>
              <a:solidFill>
                <a:srgbClr val="D8E1E5"/>
              </a:solidFill>
              <a:ln w="13204"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52128C89-12A7-4DF0-A85D-1264C258A54F}"/>
                  </a:ext>
                </a:extLst>
              </p:cNvPr>
              <p:cNvSpPr/>
              <p:nvPr/>
            </p:nvSpPr>
            <p:spPr>
              <a:xfrm>
                <a:off x="8766093" y="5367425"/>
                <a:ext cx="202163" cy="236518"/>
              </a:xfrm>
              <a:custGeom>
                <a:avLst/>
                <a:gdLst>
                  <a:gd name="connsiteX0" fmla="*/ 202163 w 202163"/>
                  <a:gd name="connsiteY0" fmla="*/ 0 h 236518"/>
                  <a:gd name="connsiteX1" fmla="*/ 202163 w 202163"/>
                  <a:gd name="connsiteY1" fmla="*/ 118920 h 236518"/>
                  <a:gd name="connsiteX2" fmla="*/ 0 w 202163"/>
                  <a:gd name="connsiteY2" fmla="*/ 236518 h 236518"/>
                  <a:gd name="connsiteX3" fmla="*/ 0 w 202163"/>
                  <a:gd name="connsiteY3" fmla="*/ 117599 h 236518"/>
                </a:gdLst>
                <a:ahLst/>
                <a:cxnLst>
                  <a:cxn ang="0">
                    <a:pos x="connsiteX0" y="connsiteY0"/>
                  </a:cxn>
                  <a:cxn ang="0">
                    <a:pos x="connsiteX1" y="connsiteY1"/>
                  </a:cxn>
                  <a:cxn ang="0">
                    <a:pos x="connsiteX2" y="connsiteY2"/>
                  </a:cxn>
                  <a:cxn ang="0">
                    <a:pos x="connsiteX3" y="connsiteY3"/>
                  </a:cxn>
                </a:cxnLst>
                <a:rect l="l" t="t" r="r" b="b"/>
                <a:pathLst>
                  <a:path w="202163" h="236518">
                    <a:moveTo>
                      <a:pt x="202163" y="0"/>
                    </a:moveTo>
                    <a:lnTo>
                      <a:pt x="202163" y="118920"/>
                    </a:lnTo>
                    <a:lnTo>
                      <a:pt x="0" y="236518"/>
                    </a:lnTo>
                    <a:lnTo>
                      <a:pt x="0" y="117599"/>
                    </a:lnTo>
                    <a:close/>
                  </a:path>
                </a:pathLst>
              </a:custGeom>
              <a:solidFill>
                <a:srgbClr val="EEEEEE"/>
              </a:solidFill>
              <a:ln w="13204"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7EDA2FAB-01C4-482E-9DBD-9B06F0C7036B}"/>
                  </a:ext>
                </a:extLst>
              </p:cNvPr>
              <p:cNvSpPr/>
              <p:nvPr/>
            </p:nvSpPr>
            <p:spPr>
              <a:xfrm>
                <a:off x="8655095" y="5303010"/>
                <a:ext cx="313160" cy="182013"/>
              </a:xfrm>
              <a:custGeom>
                <a:avLst/>
                <a:gdLst>
                  <a:gd name="connsiteX0" fmla="*/ 313161 w 313160"/>
                  <a:gd name="connsiteY0" fmla="*/ 64415 h 182013"/>
                  <a:gd name="connsiteX1" fmla="*/ 110998 w 313160"/>
                  <a:gd name="connsiteY1" fmla="*/ 182013 h 182013"/>
                  <a:gd name="connsiteX2" fmla="*/ 42288 w 313160"/>
                  <a:gd name="connsiteY2" fmla="*/ 142374 h 182013"/>
                  <a:gd name="connsiteX3" fmla="*/ 40967 w 313160"/>
                  <a:gd name="connsiteY3" fmla="*/ 24775 h 182013"/>
                  <a:gd name="connsiteX4" fmla="*/ 243130 w 313160"/>
                  <a:gd name="connsiteY4" fmla="*/ 24775 h 182013"/>
                  <a:gd name="connsiteX5" fmla="*/ 313161 w 313160"/>
                  <a:gd name="connsiteY5" fmla="*/ 64415 h 18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160" h="182013">
                    <a:moveTo>
                      <a:pt x="313161" y="64415"/>
                    </a:moveTo>
                    <a:lnTo>
                      <a:pt x="110998" y="182013"/>
                    </a:lnTo>
                    <a:lnTo>
                      <a:pt x="42288" y="142374"/>
                    </a:lnTo>
                    <a:cubicBezTo>
                      <a:pt x="-13207" y="109340"/>
                      <a:pt x="-14529" y="57808"/>
                      <a:pt x="40967" y="24775"/>
                    </a:cubicBezTo>
                    <a:cubicBezTo>
                      <a:pt x="96463" y="-8258"/>
                      <a:pt x="187635" y="-8258"/>
                      <a:pt x="243130" y="24775"/>
                    </a:cubicBezTo>
                    <a:lnTo>
                      <a:pt x="313161" y="64415"/>
                    </a:lnTo>
                    <a:close/>
                  </a:path>
                </a:pathLst>
              </a:custGeom>
              <a:solidFill>
                <a:srgbClr val="E6ECEF"/>
              </a:solidFill>
              <a:ln w="13204"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EEA0477-06AB-4EAE-8D21-445B95E2C860}"/>
                  </a:ext>
                </a:extLst>
              </p:cNvPr>
              <p:cNvSpPr/>
              <p:nvPr/>
            </p:nvSpPr>
            <p:spPr>
              <a:xfrm>
                <a:off x="8906153" y="5448026"/>
                <a:ext cx="203484" cy="236517"/>
              </a:xfrm>
              <a:custGeom>
                <a:avLst/>
                <a:gdLst>
                  <a:gd name="connsiteX0" fmla="*/ 203485 w 203484"/>
                  <a:gd name="connsiteY0" fmla="*/ 0 h 236517"/>
                  <a:gd name="connsiteX1" fmla="*/ 202163 w 203484"/>
                  <a:gd name="connsiteY1" fmla="*/ 118920 h 236517"/>
                  <a:gd name="connsiteX2" fmla="*/ 0 w 203484"/>
                  <a:gd name="connsiteY2" fmla="*/ 236518 h 236517"/>
                  <a:gd name="connsiteX3" fmla="*/ 1321 w 203484"/>
                  <a:gd name="connsiteY3" fmla="*/ 117598 h 236517"/>
                </a:gdLst>
                <a:ahLst/>
                <a:cxnLst>
                  <a:cxn ang="0">
                    <a:pos x="connsiteX0" y="connsiteY0"/>
                  </a:cxn>
                  <a:cxn ang="0">
                    <a:pos x="connsiteX1" y="connsiteY1"/>
                  </a:cxn>
                  <a:cxn ang="0">
                    <a:pos x="connsiteX2" y="connsiteY2"/>
                  </a:cxn>
                  <a:cxn ang="0">
                    <a:pos x="connsiteX3" y="connsiteY3"/>
                  </a:cxn>
                </a:cxnLst>
                <a:rect l="l" t="t" r="r" b="b"/>
                <a:pathLst>
                  <a:path w="203484" h="236517">
                    <a:moveTo>
                      <a:pt x="203485" y="0"/>
                    </a:moveTo>
                    <a:lnTo>
                      <a:pt x="202163" y="118920"/>
                    </a:lnTo>
                    <a:lnTo>
                      <a:pt x="0" y="236518"/>
                    </a:lnTo>
                    <a:lnTo>
                      <a:pt x="1321" y="117598"/>
                    </a:lnTo>
                    <a:close/>
                  </a:path>
                </a:pathLst>
              </a:custGeom>
              <a:solidFill>
                <a:srgbClr val="00C3B6"/>
              </a:solidFill>
              <a:ln w="13204"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C5A09179-60B7-4030-A974-9C7D312EB156}"/>
                  </a:ext>
                </a:extLst>
              </p:cNvPr>
              <p:cNvSpPr/>
              <p:nvPr/>
            </p:nvSpPr>
            <p:spPr>
              <a:xfrm>
                <a:off x="8766093" y="5485023"/>
                <a:ext cx="141382" cy="199520"/>
              </a:xfrm>
              <a:custGeom>
                <a:avLst/>
                <a:gdLst>
                  <a:gd name="connsiteX0" fmla="*/ 141382 w 141382"/>
                  <a:gd name="connsiteY0" fmla="*/ 80601 h 199520"/>
                  <a:gd name="connsiteX1" fmla="*/ 140061 w 141382"/>
                  <a:gd name="connsiteY1" fmla="*/ 199520 h 199520"/>
                  <a:gd name="connsiteX2" fmla="*/ 0 w 141382"/>
                  <a:gd name="connsiteY2" fmla="*/ 118920 h 199520"/>
                  <a:gd name="connsiteX3" fmla="*/ 0 w 141382"/>
                  <a:gd name="connsiteY3" fmla="*/ 0 h 199520"/>
                </a:gdLst>
                <a:ahLst/>
                <a:cxnLst>
                  <a:cxn ang="0">
                    <a:pos x="connsiteX0" y="connsiteY0"/>
                  </a:cxn>
                  <a:cxn ang="0">
                    <a:pos x="connsiteX1" y="connsiteY1"/>
                  </a:cxn>
                  <a:cxn ang="0">
                    <a:pos x="connsiteX2" y="connsiteY2"/>
                  </a:cxn>
                  <a:cxn ang="0">
                    <a:pos x="connsiteX3" y="connsiteY3"/>
                  </a:cxn>
                </a:cxnLst>
                <a:rect l="l" t="t" r="r" b="b"/>
                <a:pathLst>
                  <a:path w="141382" h="199520">
                    <a:moveTo>
                      <a:pt x="141382" y="80601"/>
                    </a:moveTo>
                    <a:lnTo>
                      <a:pt x="140061" y="199520"/>
                    </a:lnTo>
                    <a:lnTo>
                      <a:pt x="0" y="118920"/>
                    </a:lnTo>
                    <a:lnTo>
                      <a:pt x="0" y="0"/>
                    </a:lnTo>
                    <a:close/>
                  </a:path>
                </a:pathLst>
              </a:custGeom>
              <a:solidFill>
                <a:schemeClr val="accent2">
                  <a:lumMod val="75000"/>
                </a:schemeClr>
              </a:solidFill>
              <a:ln w="13204"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84ECF2AA-421B-4539-8FB1-4AEBECFD2B4A}"/>
                  </a:ext>
                </a:extLst>
              </p:cNvPr>
              <p:cNvSpPr/>
              <p:nvPr/>
            </p:nvSpPr>
            <p:spPr>
              <a:xfrm>
                <a:off x="8766093" y="5367425"/>
                <a:ext cx="343545" cy="198199"/>
              </a:xfrm>
              <a:custGeom>
                <a:avLst/>
                <a:gdLst>
                  <a:gd name="connsiteX0" fmla="*/ 343546 w 343545"/>
                  <a:gd name="connsiteY0" fmla="*/ 80601 h 198199"/>
                  <a:gd name="connsiteX1" fmla="*/ 141382 w 343545"/>
                  <a:gd name="connsiteY1" fmla="*/ 198199 h 198199"/>
                  <a:gd name="connsiteX2" fmla="*/ 0 w 343545"/>
                  <a:gd name="connsiteY2" fmla="*/ 117599 h 198199"/>
                  <a:gd name="connsiteX3" fmla="*/ 202163 w 343545"/>
                  <a:gd name="connsiteY3" fmla="*/ 0 h 198199"/>
                </a:gdLst>
                <a:ahLst/>
                <a:cxnLst>
                  <a:cxn ang="0">
                    <a:pos x="connsiteX0" y="connsiteY0"/>
                  </a:cxn>
                  <a:cxn ang="0">
                    <a:pos x="connsiteX1" y="connsiteY1"/>
                  </a:cxn>
                  <a:cxn ang="0">
                    <a:pos x="connsiteX2" y="connsiteY2"/>
                  </a:cxn>
                  <a:cxn ang="0">
                    <a:pos x="connsiteX3" y="connsiteY3"/>
                  </a:cxn>
                </a:cxnLst>
                <a:rect l="l" t="t" r="r" b="b"/>
                <a:pathLst>
                  <a:path w="343545" h="198199">
                    <a:moveTo>
                      <a:pt x="343546" y="80601"/>
                    </a:moveTo>
                    <a:lnTo>
                      <a:pt x="141382" y="198199"/>
                    </a:lnTo>
                    <a:lnTo>
                      <a:pt x="0" y="117599"/>
                    </a:lnTo>
                    <a:lnTo>
                      <a:pt x="202163" y="0"/>
                    </a:lnTo>
                    <a:close/>
                  </a:path>
                </a:pathLst>
              </a:custGeom>
              <a:solidFill>
                <a:schemeClr val="accent2"/>
              </a:solidFill>
              <a:ln w="13204"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A6B64604-403F-49A9-9F2F-8FC7B32034E3}"/>
                  </a:ext>
                </a:extLst>
              </p:cNvPr>
              <p:cNvSpPr/>
              <p:nvPr/>
            </p:nvSpPr>
            <p:spPr>
              <a:xfrm>
                <a:off x="8907475" y="5547126"/>
                <a:ext cx="313154" cy="201832"/>
              </a:xfrm>
              <a:custGeom>
                <a:avLst/>
                <a:gdLst>
                  <a:gd name="connsiteX0" fmla="*/ 270872 w 313154"/>
                  <a:gd name="connsiteY0" fmla="*/ 58138 h 201832"/>
                  <a:gd name="connsiteX1" fmla="*/ 68709 w 313154"/>
                  <a:gd name="connsiteY1" fmla="*/ 58138 h 201832"/>
                  <a:gd name="connsiteX2" fmla="*/ 0 w 313154"/>
                  <a:gd name="connsiteY2" fmla="*/ 18499 h 201832"/>
                  <a:gd name="connsiteX3" fmla="*/ 0 w 313154"/>
                  <a:gd name="connsiteY3" fmla="*/ 137418 h 201832"/>
                  <a:gd name="connsiteX4" fmla="*/ 68709 w 313154"/>
                  <a:gd name="connsiteY4" fmla="*/ 177058 h 201832"/>
                  <a:gd name="connsiteX5" fmla="*/ 270872 w 313154"/>
                  <a:gd name="connsiteY5" fmla="*/ 177058 h 201832"/>
                  <a:gd name="connsiteX6" fmla="*/ 313155 w 313154"/>
                  <a:gd name="connsiteY6" fmla="*/ 118920 h 201832"/>
                  <a:gd name="connsiteX7" fmla="*/ 313155 w 313154"/>
                  <a:gd name="connsiteY7" fmla="*/ 0 h 201832"/>
                  <a:gd name="connsiteX8" fmla="*/ 270872 w 313154"/>
                  <a:gd name="connsiteY8" fmla="*/ 58138 h 201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154" h="201832">
                    <a:moveTo>
                      <a:pt x="270872" y="58138"/>
                    </a:moveTo>
                    <a:cubicBezTo>
                      <a:pt x="215377" y="91172"/>
                      <a:pt x="124205" y="91172"/>
                      <a:pt x="68709" y="58138"/>
                    </a:cubicBezTo>
                    <a:lnTo>
                      <a:pt x="0" y="18499"/>
                    </a:lnTo>
                    <a:lnTo>
                      <a:pt x="0" y="137418"/>
                    </a:lnTo>
                    <a:lnTo>
                      <a:pt x="68709" y="177058"/>
                    </a:lnTo>
                    <a:cubicBezTo>
                      <a:pt x="124205" y="210091"/>
                      <a:pt x="215377" y="210091"/>
                      <a:pt x="270872" y="177058"/>
                    </a:cubicBezTo>
                    <a:cubicBezTo>
                      <a:pt x="298620" y="161202"/>
                      <a:pt x="311834" y="140061"/>
                      <a:pt x="313155" y="118920"/>
                    </a:cubicBezTo>
                    <a:lnTo>
                      <a:pt x="313155" y="0"/>
                    </a:lnTo>
                    <a:cubicBezTo>
                      <a:pt x="311834" y="21141"/>
                      <a:pt x="298620" y="42283"/>
                      <a:pt x="270872" y="58138"/>
                    </a:cubicBezTo>
                    <a:close/>
                  </a:path>
                </a:pathLst>
              </a:custGeom>
              <a:solidFill>
                <a:srgbClr val="94A6B2"/>
              </a:solidFill>
              <a:ln w="13204"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9AC3ECBC-414B-4E9A-BCDE-E57598EE2C0C}"/>
                  </a:ext>
                </a:extLst>
              </p:cNvPr>
              <p:cNvSpPr/>
              <p:nvPr/>
            </p:nvSpPr>
            <p:spPr>
              <a:xfrm>
                <a:off x="8906153" y="5448026"/>
                <a:ext cx="312991" cy="182013"/>
              </a:xfrm>
              <a:custGeom>
                <a:avLst/>
                <a:gdLst>
                  <a:gd name="connsiteX0" fmla="*/ 270872 w 312991"/>
                  <a:gd name="connsiteY0" fmla="*/ 39640 h 182013"/>
                  <a:gd name="connsiteX1" fmla="*/ 270872 w 312991"/>
                  <a:gd name="connsiteY1" fmla="*/ 157238 h 182013"/>
                  <a:gd name="connsiteX2" fmla="*/ 68709 w 312991"/>
                  <a:gd name="connsiteY2" fmla="*/ 157238 h 182013"/>
                  <a:gd name="connsiteX3" fmla="*/ 0 w 312991"/>
                  <a:gd name="connsiteY3" fmla="*/ 117598 h 182013"/>
                  <a:gd name="connsiteX4" fmla="*/ 202163 w 312991"/>
                  <a:gd name="connsiteY4" fmla="*/ 0 h 182013"/>
                  <a:gd name="connsiteX5" fmla="*/ 270872 w 312991"/>
                  <a:gd name="connsiteY5" fmla="*/ 39640 h 18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2991" h="182013">
                    <a:moveTo>
                      <a:pt x="270872" y="39640"/>
                    </a:moveTo>
                    <a:cubicBezTo>
                      <a:pt x="326368" y="72673"/>
                      <a:pt x="327689" y="124205"/>
                      <a:pt x="270872" y="157238"/>
                    </a:cubicBezTo>
                    <a:cubicBezTo>
                      <a:pt x="215376" y="190271"/>
                      <a:pt x="124205" y="190271"/>
                      <a:pt x="68709" y="157238"/>
                    </a:cubicBezTo>
                    <a:lnTo>
                      <a:pt x="0" y="117598"/>
                    </a:lnTo>
                    <a:lnTo>
                      <a:pt x="202163" y="0"/>
                    </a:lnTo>
                    <a:lnTo>
                      <a:pt x="270872" y="39640"/>
                    </a:lnTo>
                    <a:close/>
                  </a:path>
                </a:pathLst>
              </a:custGeom>
              <a:solidFill>
                <a:srgbClr val="B2C3CE"/>
              </a:solidFill>
              <a:ln w="13204" cap="flat">
                <a:noFill/>
                <a:prstDash val="solid"/>
                <a:miter/>
              </a:ln>
            </p:spPr>
            <p:txBody>
              <a:bodyPr rtlCol="0" anchor="ctr"/>
              <a:lstStyle/>
              <a:p>
                <a:endParaRPr lang="en-US"/>
              </a:p>
            </p:txBody>
          </p:sp>
        </p:grpSp>
        <p:grpSp>
          <p:nvGrpSpPr>
            <p:cNvPr id="115" name="Graphic 3">
              <a:extLst>
                <a:ext uri="{FF2B5EF4-FFF2-40B4-BE49-F238E27FC236}">
                  <a16:creationId xmlns:a16="http://schemas.microsoft.com/office/drawing/2014/main" id="{85FB30D8-0F6F-4314-A3BD-A2090A2B8719}"/>
                </a:ext>
              </a:extLst>
            </p:cNvPr>
            <p:cNvGrpSpPr/>
            <p:nvPr/>
          </p:nvGrpSpPr>
          <p:grpSpPr>
            <a:xfrm>
              <a:off x="7503063" y="5073099"/>
              <a:ext cx="1496904" cy="966459"/>
              <a:chOff x="7503063" y="5073099"/>
              <a:chExt cx="1496904" cy="966459"/>
            </a:xfrm>
          </p:grpSpPr>
          <p:grpSp>
            <p:nvGrpSpPr>
              <p:cNvPr id="116" name="Graphic 3">
                <a:extLst>
                  <a:ext uri="{FF2B5EF4-FFF2-40B4-BE49-F238E27FC236}">
                    <a16:creationId xmlns:a16="http://schemas.microsoft.com/office/drawing/2014/main" id="{85FB30D8-0F6F-4314-A3BD-A2090A2B8719}"/>
                  </a:ext>
                </a:extLst>
              </p:cNvPr>
              <p:cNvGrpSpPr/>
              <p:nvPr/>
            </p:nvGrpSpPr>
            <p:grpSpPr>
              <a:xfrm>
                <a:off x="7503063" y="5073099"/>
                <a:ext cx="953838" cy="619614"/>
                <a:chOff x="7503063" y="5073099"/>
                <a:chExt cx="953838" cy="619614"/>
              </a:xfrm>
            </p:grpSpPr>
            <p:sp>
              <p:nvSpPr>
                <p:cNvPr id="123" name="Freeform: Shape 122">
                  <a:extLst>
                    <a:ext uri="{FF2B5EF4-FFF2-40B4-BE49-F238E27FC236}">
                      <a16:creationId xmlns:a16="http://schemas.microsoft.com/office/drawing/2014/main" id="{0C82F919-A68F-4D56-A063-A4A660E7898A}"/>
                    </a:ext>
                  </a:extLst>
                </p:cNvPr>
                <p:cNvSpPr/>
                <p:nvPr/>
              </p:nvSpPr>
              <p:spPr>
                <a:xfrm>
                  <a:off x="7565608" y="5110998"/>
                  <a:ext cx="809978" cy="468411"/>
                </a:xfrm>
                <a:custGeom>
                  <a:avLst/>
                  <a:gdLst>
                    <a:gd name="connsiteX0" fmla="*/ 690397 w 809978"/>
                    <a:gd name="connsiteY0" fmla="*/ 68379 h 468411"/>
                    <a:gd name="connsiteX1" fmla="*/ 691718 w 809978"/>
                    <a:gd name="connsiteY1" fmla="*/ 400032 h 468411"/>
                    <a:gd name="connsiteX2" fmla="*/ 119582 w 809978"/>
                    <a:gd name="connsiteY2" fmla="*/ 400032 h 468411"/>
                    <a:gd name="connsiteX3" fmla="*/ 118261 w 809978"/>
                    <a:gd name="connsiteY3" fmla="*/ 68379 h 468411"/>
                    <a:gd name="connsiteX4" fmla="*/ 690397 w 809978"/>
                    <a:gd name="connsiteY4" fmla="*/ 68379 h 4684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9978" h="468411">
                      <a:moveTo>
                        <a:pt x="690397" y="68379"/>
                      </a:moveTo>
                      <a:cubicBezTo>
                        <a:pt x="848956" y="159550"/>
                        <a:pt x="850277" y="308860"/>
                        <a:pt x="691718" y="400032"/>
                      </a:cubicBezTo>
                      <a:cubicBezTo>
                        <a:pt x="534480" y="491204"/>
                        <a:pt x="278142" y="491204"/>
                        <a:pt x="119582" y="400032"/>
                      </a:cubicBezTo>
                      <a:cubicBezTo>
                        <a:pt x="-38977" y="308860"/>
                        <a:pt x="-40298" y="159550"/>
                        <a:pt x="118261" y="68379"/>
                      </a:cubicBezTo>
                      <a:cubicBezTo>
                        <a:pt x="275499" y="-22793"/>
                        <a:pt x="531837" y="-22793"/>
                        <a:pt x="690397" y="68379"/>
                      </a:cubicBezTo>
                      <a:close/>
                    </a:path>
                  </a:pathLst>
                </a:custGeom>
                <a:solidFill>
                  <a:schemeClr val="accent3"/>
                </a:solidFill>
                <a:ln w="13204" cap="flat">
                  <a:noFill/>
                  <a:prstDash val="solid"/>
                  <a:miter/>
                </a:ln>
              </p:spPr>
              <p:txBody>
                <a:bodyPr rtlCol="0" anchor="ctr"/>
                <a:lstStyle/>
                <a:p>
                  <a:endParaRPr lang="en-US" dirty="0"/>
                </a:p>
              </p:txBody>
            </p:sp>
            <p:grpSp>
              <p:nvGrpSpPr>
                <p:cNvPr id="124" name="Graphic 3">
                  <a:extLst>
                    <a:ext uri="{FF2B5EF4-FFF2-40B4-BE49-F238E27FC236}">
                      <a16:creationId xmlns:a16="http://schemas.microsoft.com/office/drawing/2014/main" id="{85FB30D8-0F6F-4314-A3BD-A2090A2B8719}"/>
                    </a:ext>
                  </a:extLst>
                </p:cNvPr>
                <p:cNvGrpSpPr/>
                <p:nvPr/>
              </p:nvGrpSpPr>
              <p:grpSpPr>
                <a:xfrm>
                  <a:off x="7568937" y="5344962"/>
                  <a:ext cx="808684" cy="311833"/>
                  <a:chOff x="7568937" y="5344962"/>
                  <a:chExt cx="808684" cy="311833"/>
                </a:xfrm>
              </p:grpSpPr>
              <p:sp>
                <p:nvSpPr>
                  <p:cNvPr id="125" name="Freeform: Shape 124">
                    <a:extLst>
                      <a:ext uri="{FF2B5EF4-FFF2-40B4-BE49-F238E27FC236}">
                        <a16:creationId xmlns:a16="http://schemas.microsoft.com/office/drawing/2014/main" id="{6C86C5AF-A67C-4521-B06D-DC172D14CE42}"/>
                      </a:ext>
                    </a:extLst>
                  </p:cNvPr>
                  <p:cNvSpPr/>
                  <p:nvPr/>
                </p:nvSpPr>
                <p:spPr>
                  <a:xfrm>
                    <a:off x="8377622" y="5346284"/>
                    <a:ext cx="13213" cy="80600"/>
                  </a:xfrm>
                  <a:custGeom>
                    <a:avLst/>
                    <a:gdLst>
                      <a:gd name="connsiteX0" fmla="*/ 0 w 13213"/>
                      <a:gd name="connsiteY0" fmla="*/ 0 h 80600"/>
                      <a:gd name="connsiteX1" fmla="*/ 0 w 13213"/>
                      <a:gd name="connsiteY1" fmla="*/ 76637 h 80600"/>
                      <a:gd name="connsiteX2" fmla="*/ 0 w 13213"/>
                      <a:gd name="connsiteY2" fmla="*/ 80601 h 80600"/>
                      <a:gd name="connsiteX3" fmla="*/ 0 w 13213"/>
                      <a:gd name="connsiteY3" fmla="*/ 3964 h 80600"/>
                      <a:gd name="connsiteX4" fmla="*/ 0 w 13213"/>
                      <a:gd name="connsiteY4" fmla="*/ 0 h 80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13" h="80600">
                        <a:moveTo>
                          <a:pt x="0" y="0"/>
                        </a:moveTo>
                        <a:lnTo>
                          <a:pt x="0" y="76637"/>
                        </a:lnTo>
                        <a:cubicBezTo>
                          <a:pt x="0" y="77958"/>
                          <a:pt x="0" y="79280"/>
                          <a:pt x="0" y="80601"/>
                        </a:cubicBezTo>
                        <a:lnTo>
                          <a:pt x="0" y="3964"/>
                        </a:lnTo>
                        <a:cubicBezTo>
                          <a:pt x="0" y="2642"/>
                          <a:pt x="0" y="1321"/>
                          <a:pt x="0" y="0"/>
                        </a:cubicBezTo>
                      </a:path>
                    </a:pathLst>
                  </a:custGeom>
                  <a:solidFill>
                    <a:srgbClr val="949494"/>
                  </a:solidFill>
                  <a:ln w="13204"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B39B0D5B-8029-42D8-AFF9-0610136AFFB2}"/>
                      </a:ext>
                    </a:extLst>
                  </p:cNvPr>
                  <p:cNvSpPr/>
                  <p:nvPr/>
                </p:nvSpPr>
                <p:spPr>
                  <a:xfrm>
                    <a:off x="8374979" y="5350248"/>
                    <a:ext cx="2642" cy="100421"/>
                  </a:xfrm>
                  <a:custGeom>
                    <a:avLst/>
                    <a:gdLst>
                      <a:gd name="connsiteX0" fmla="*/ 2643 w 2642"/>
                      <a:gd name="connsiteY0" fmla="*/ 0 h 100421"/>
                      <a:gd name="connsiteX1" fmla="*/ 2643 w 2642"/>
                      <a:gd name="connsiteY1" fmla="*/ 76637 h 100421"/>
                      <a:gd name="connsiteX2" fmla="*/ 0 w 2642"/>
                      <a:gd name="connsiteY2" fmla="*/ 100421 h 100421"/>
                      <a:gd name="connsiteX3" fmla="*/ 0 w 2642"/>
                      <a:gd name="connsiteY3" fmla="*/ 23784 h 100421"/>
                      <a:gd name="connsiteX4" fmla="*/ 2643 w 2642"/>
                      <a:gd name="connsiteY4" fmla="*/ 0 h 100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2" h="100421">
                        <a:moveTo>
                          <a:pt x="2643" y="0"/>
                        </a:moveTo>
                        <a:lnTo>
                          <a:pt x="2643" y="76637"/>
                        </a:lnTo>
                        <a:cubicBezTo>
                          <a:pt x="2643" y="84565"/>
                          <a:pt x="1321" y="92493"/>
                          <a:pt x="0" y="100421"/>
                        </a:cubicBezTo>
                        <a:lnTo>
                          <a:pt x="0" y="23784"/>
                        </a:lnTo>
                        <a:cubicBezTo>
                          <a:pt x="1321" y="15856"/>
                          <a:pt x="2643" y="7928"/>
                          <a:pt x="2643" y="0"/>
                        </a:cubicBezTo>
                      </a:path>
                    </a:pathLst>
                  </a:custGeom>
                  <a:solidFill>
                    <a:srgbClr val="999999"/>
                  </a:solidFill>
                  <a:ln w="13204"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0A1C8506-3F67-4B77-928A-B85ED3FE0B0D}"/>
                      </a:ext>
                    </a:extLst>
                  </p:cNvPr>
                  <p:cNvSpPr/>
                  <p:nvPr/>
                </p:nvSpPr>
                <p:spPr>
                  <a:xfrm>
                    <a:off x="8368372" y="5374031"/>
                    <a:ext cx="6606" cy="99099"/>
                  </a:xfrm>
                  <a:custGeom>
                    <a:avLst/>
                    <a:gdLst>
                      <a:gd name="connsiteX0" fmla="*/ 6607 w 6606"/>
                      <a:gd name="connsiteY0" fmla="*/ 0 h 99099"/>
                      <a:gd name="connsiteX1" fmla="*/ 6607 w 6606"/>
                      <a:gd name="connsiteY1" fmla="*/ 76637 h 99099"/>
                      <a:gd name="connsiteX2" fmla="*/ 0 w 6606"/>
                      <a:gd name="connsiteY2" fmla="*/ 99100 h 99099"/>
                      <a:gd name="connsiteX3" fmla="*/ 0 w 6606"/>
                      <a:gd name="connsiteY3" fmla="*/ 22463 h 99099"/>
                      <a:gd name="connsiteX4" fmla="*/ 6607 w 6606"/>
                      <a:gd name="connsiteY4" fmla="*/ 0 h 99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6" h="99099">
                        <a:moveTo>
                          <a:pt x="6607" y="0"/>
                        </a:moveTo>
                        <a:lnTo>
                          <a:pt x="6607" y="76637"/>
                        </a:lnTo>
                        <a:cubicBezTo>
                          <a:pt x="5285" y="84565"/>
                          <a:pt x="2643" y="92493"/>
                          <a:pt x="0" y="99100"/>
                        </a:cubicBezTo>
                        <a:lnTo>
                          <a:pt x="0" y="22463"/>
                        </a:lnTo>
                        <a:cubicBezTo>
                          <a:pt x="2643" y="14535"/>
                          <a:pt x="5285" y="6607"/>
                          <a:pt x="6607" y="0"/>
                        </a:cubicBezTo>
                      </a:path>
                    </a:pathLst>
                  </a:custGeom>
                  <a:solidFill>
                    <a:srgbClr val="9E9E9E"/>
                  </a:solidFill>
                  <a:ln w="13204"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13032E64-B78E-4E9E-B732-9D467F1B4E77}"/>
                      </a:ext>
                    </a:extLst>
                  </p:cNvPr>
                  <p:cNvSpPr/>
                  <p:nvPr/>
                </p:nvSpPr>
                <p:spPr>
                  <a:xfrm>
                    <a:off x="8357802" y="5396494"/>
                    <a:ext cx="10570" cy="99099"/>
                  </a:xfrm>
                  <a:custGeom>
                    <a:avLst/>
                    <a:gdLst>
                      <a:gd name="connsiteX0" fmla="*/ 10570 w 10570"/>
                      <a:gd name="connsiteY0" fmla="*/ 0 h 99099"/>
                      <a:gd name="connsiteX1" fmla="*/ 10570 w 10570"/>
                      <a:gd name="connsiteY1" fmla="*/ 76637 h 99099"/>
                      <a:gd name="connsiteX2" fmla="*/ 0 w 10570"/>
                      <a:gd name="connsiteY2" fmla="*/ 99100 h 99099"/>
                      <a:gd name="connsiteX3" fmla="*/ 0 w 10570"/>
                      <a:gd name="connsiteY3" fmla="*/ 22463 h 99099"/>
                      <a:gd name="connsiteX4" fmla="*/ 10570 w 10570"/>
                      <a:gd name="connsiteY4" fmla="*/ 0 h 99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70" h="99099">
                        <a:moveTo>
                          <a:pt x="10570" y="0"/>
                        </a:moveTo>
                        <a:lnTo>
                          <a:pt x="10570" y="76637"/>
                        </a:lnTo>
                        <a:cubicBezTo>
                          <a:pt x="7928" y="84565"/>
                          <a:pt x="3964" y="92493"/>
                          <a:pt x="0" y="99100"/>
                        </a:cubicBezTo>
                        <a:lnTo>
                          <a:pt x="0" y="22463"/>
                        </a:lnTo>
                        <a:cubicBezTo>
                          <a:pt x="3964" y="14535"/>
                          <a:pt x="7928" y="7928"/>
                          <a:pt x="10570" y="0"/>
                        </a:cubicBezTo>
                      </a:path>
                    </a:pathLst>
                  </a:custGeom>
                  <a:solidFill>
                    <a:srgbClr val="A3A3A3"/>
                  </a:solidFill>
                  <a:ln w="13204"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4860431B-F375-446B-A366-719324C16EEC}"/>
                      </a:ext>
                    </a:extLst>
                  </p:cNvPr>
                  <p:cNvSpPr/>
                  <p:nvPr/>
                </p:nvSpPr>
                <p:spPr>
                  <a:xfrm>
                    <a:off x="8341946" y="5418957"/>
                    <a:ext cx="15856" cy="100420"/>
                  </a:xfrm>
                  <a:custGeom>
                    <a:avLst/>
                    <a:gdLst>
                      <a:gd name="connsiteX0" fmla="*/ 15856 w 15856"/>
                      <a:gd name="connsiteY0" fmla="*/ 0 h 100420"/>
                      <a:gd name="connsiteX1" fmla="*/ 15856 w 15856"/>
                      <a:gd name="connsiteY1" fmla="*/ 76637 h 100420"/>
                      <a:gd name="connsiteX2" fmla="*/ 0 w 15856"/>
                      <a:gd name="connsiteY2" fmla="*/ 100421 h 100420"/>
                      <a:gd name="connsiteX3" fmla="*/ 0 w 15856"/>
                      <a:gd name="connsiteY3" fmla="*/ 23784 h 100420"/>
                      <a:gd name="connsiteX4" fmla="*/ 15856 w 15856"/>
                      <a:gd name="connsiteY4" fmla="*/ 0 h 100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56" h="100420">
                        <a:moveTo>
                          <a:pt x="15856" y="0"/>
                        </a:moveTo>
                        <a:lnTo>
                          <a:pt x="15856" y="76637"/>
                        </a:lnTo>
                        <a:cubicBezTo>
                          <a:pt x="10571" y="84565"/>
                          <a:pt x="5285" y="92493"/>
                          <a:pt x="0" y="100421"/>
                        </a:cubicBezTo>
                        <a:lnTo>
                          <a:pt x="0" y="23784"/>
                        </a:lnTo>
                        <a:cubicBezTo>
                          <a:pt x="5285" y="17177"/>
                          <a:pt x="11892" y="7928"/>
                          <a:pt x="15856" y="0"/>
                        </a:cubicBezTo>
                      </a:path>
                    </a:pathLst>
                  </a:custGeom>
                  <a:solidFill>
                    <a:srgbClr val="A8A8A8"/>
                  </a:solidFill>
                  <a:ln w="13204"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CBE7EE68-FD53-49B6-9A4D-03AE02574551}"/>
                      </a:ext>
                    </a:extLst>
                  </p:cNvPr>
                  <p:cNvSpPr/>
                  <p:nvPr/>
                </p:nvSpPr>
                <p:spPr>
                  <a:xfrm>
                    <a:off x="8316841" y="5442741"/>
                    <a:ext cx="25105" cy="103063"/>
                  </a:xfrm>
                  <a:custGeom>
                    <a:avLst/>
                    <a:gdLst>
                      <a:gd name="connsiteX0" fmla="*/ 25105 w 25105"/>
                      <a:gd name="connsiteY0" fmla="*/ 0 h 103063"/>
                      <a:gd name="connsiteX1" fmla="*/ 25105 w 25105"/>
                      <a:gd name="connsiteY1" fmla="*/ 76637 h 103063"/>
                      <a:gd name="connsiteX2" fmla="*/ 0 w 25105"/>
                      <a:gd name="connsiteY2" fmla="*/ 103064 h 103063"/>
                      <a:gd name="connsiteX3" fmla="*/ 0 w 25105"/>
                      <a:gd name="connsiteY3" fmla="*/ 26427 h 103063"/>
                      <a:gd name="connsiteX4" fmla="*/ 25105 w 25105"/>
                      <a:gd name="connsiteY4" fmla="*/ 0 h 103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05" h="103063">
                        <a:moveTo>
                          <a:pt x="25105" y="0"/>
                        </a:moveTo>
                        <a:lnTo>
                          <a:pt x="25105" y="76637"/>
                        </a:lnTo>
                        <a:cubicBezTo>
                          <a:pt x="17177" y="85886"/>
                          <a:pt x="9249" y="95136"/>
                          <a:pt x="0" y="103064"/>
                        </a:cubicBezTo>
                        <a:lnTo>
                          <a:pt x="0" y="26427"/>
                        </a:lnTo>
                        <a:cubicBezTo>
                          <a:pt x="9249" y="18499"/>
                          <a:pt x="17177" y="9249"/>
                          <a:pt x="25105" y="0"/>
                        </a:cubicBezTo>
                      </a:path>
                    </a:pathLst>
                  </a:custGeom>
                  <a:solidFill>
                    <a:srgbClr val="ADADAD"/>
                  </a:solidFill>
                  <a:ln w="13204"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2AC5101A-0E9F-4DBA-A668-420C89F5C6A0}"/>
                      </a:ext>
                    </a:extLst>
                  </p:cNvPr>
                  <p:cNvSpPr/>
                  <p:nvPr/>
                </p:nvSpPr>
                <p:spPr>
                  <a:xfrm>
                    <a:off x="8265309" y="5470489"/>
                    <a:ext cx="51531" cy="114955"/>
                  </a:xfrm>
                  <a:custGeom>
                    <a:avLst/>
                    <a:gdLst>
                      <a:gd name="connsiteX0" fmla="*/ 51532 w 51531"/>
                      <a:gd name="connsiteY0" fmla="*/ 0 h 114955"/>
                      <a:gd name="connsiteX1" fmla="*/ 51532 w 51531"/>
                      <a:gd name="connsiteY1" fmla="*/ 76637 h 114955"/>
                      <a:gd name="connsiteX2" fmla="*/ 0 w 51531"/>
                      <a:gd name="connsiteY2" fmla="*/ 114955 h 114955"/>
                      <a:gd name="connsiteX3" fmla="*/ 0 w 51531"/>
                      <a:gd name="connsiteY3" fmla="*/ 38318 h 114955"/>
                      <a:gd name="connsiteX4" fmla="*/ 51532 w 51531"/>
                      <a:gd name="connsiteY4" fmla="*/ 0 h 114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31" h="114955">
                        <a:moveTo>
                          <a:pt x="51532" y="0"/>
                        </a:moveTo>
                        <a:lnTo>
                          <a:pt x="51532" y="76637"/>
                        </a:lnTo>
                        <a:cubicBezTo>
                          <a:pt x="36997" y="89850"/>
                          <a:pt x="19820" y="103064"/>
                          <a:pt x="0" y="114955"/>
                        </a:cubicBezTo>
                        <a:lnTo>
                          <a:pt x="0" y="38318"/>
                        </a:lnTo>
                        <a:cubicBezTo>
                          <a:pt x="19820" y="26427"/>
                          <a:pt x="36997" y="13213"/>
                          <a:pt x="51532" y="0"/>
                        </a:cubicBezTo>
                      </a:path>
                    </a:pathLst>
                  </a:custGeom>
                  <a:solidFill>
                    <a:srgbClr val="B3B3B3"/>
                  </a:solidFill>
                  <a:ln w="13204"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1DDDA516-287A-4C5F-822A-783DEB28FA63}"/>
                      </a:ext>
                    </a:extLst>
                  </p:cNvPr>
                  <p:cNvSpPr/>
                  <p:nvPr/>
                </p:nvSpPr>
                <p:spPr>
                  <a:xfrm>
                    <a:off x="8171494" y="5508807"/>
                    <a:ext cx="93814" cy="118919"/>
                  </a:xfrm>
                  <a:custGeom>
                    <a:avLst/>
                    <a:gdLst>
                      <a:gd name="connsiteX0" fmla="*/ 93814 w 93814"/>
                      <a:gd name="connsiteY0" fmla="*/ 0 h 118919"/>
                      <a:gd name="connsiteX1" fmla="*/ 93814 w 93814"/>
                      <a:gd name="connsiteY1" fmla="*/ 76637 h 118919"/>
                      <a:gd name="connsiteX2" fmla="*/ 88529 w 93814"/>
                      <a:gd name="connsiteY2" fmla="*/ 79280 h 118919"/>
                      <a:gd name="connsiteX3" fmla="*/ 0 w 93814"/>
                      <a:gd name="connsiteY3" fmla="*/ 118920 h 118919"/>
                      <a:gd name="connsiteX4" fmla="*/ 0 w 93814"/>
                      <a:gd name="connsiteY4" fmla="*/ 42283 h 118919"/>
                      <a:gd name="connsiteX5" fmla="*/ 88529 w 93814"/>
                      <a:gd name="connsiteY5" fmla="*/ 2643 h 118919"/>
                      <a:gd name="connsiteX6" fmla="*/ 93814 w 93814"/>
                      <a:gd name="connsiteY6" fmla="*/ 0 h 118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814" h="118919">
                        <a:moveTo>
                          <a:pt x="93814" y="0"/>
                        </a:moveTo>
                        <a:lnTo>
                          <a:pt x="93814" y="76637"/>
                        </a:lnTo>
                        <a:cubicBezTo>
                          <a:pt x="92493" y="77958"/>
                          <a:pt x="91172" y="77958"/>
                          <a:pt x="88529" y="79280"/>
                        </a:cubicBezTo>
                        <a:cubicBezTo>
                          <a:pt x="62102" y="95136"/>
                          <a:pt x="31712" y="108349"/>
                          <a:pt x="0" y="118920"/>
                        </a:cubicBezTo>
                        <a:lnTo>
                          <a:pt x="0" y="42283"/>
                        </a:lnTo>
                        <a:cubicBezTo>
                          <a:pt x="31712" y="31712"/>
                          <a:pt x="62102" y="18499"/>
                          <a:pt x="88529" y="2643"/>
                        </a:cubicBezTo>
                        <a:cubicBezTo>
                          <a:pt x="89850" y="1321"/>
                          <a:pt x="92493" y="0"/>
                          <a:pt x="93814" y="0"/>
                        </a:cubicBezTo>
                      </a:path>
                    </a:pathLst>
                  </a:custGeom>
                  <a:solidFill>
                    <a:srgbClr val="B8B8B8"/>
                  </a:solidFill>
                  <a:ln w="13204"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62F6189C-8ACA-4B77-A600-EEA9CB917F91}"/>
                      </a:ext>
                    </a:extLst>
                  </p:cNvPr>
                  <p:cNvSpPr/>
                  <p:nvPr/>
                </p:nvSpPr>
                <p:spPr>
                  <a:xfrm>
                    <a:off x="8094857" y="5549768"/>
                    <a:ext cx="76637" cy="95135"/>
                  </a:xfrm>
                  <a:custGeom>
                    <a:avLst/>
                    <a:gdLst>
                      <a:gd name="connsiteX0" fmla="*/ 76637 w 76637"/>
                      <a:gd name="connsiteY0" fmla="*/ 0 h 95135"/>
                      <a:gd name="connsiteX1" fmla="*/ 76637 w 76637"/>
                      <a:gd name="connsiteY1" fmla="*/ 76637 h 95135"/>
                      <a:gd name="connsiteX2" fmla="*/ 0 w 76637"/>
                      <a:gd name="connsiteY2" fmla="*/ 95135 h 95135"/>
                      <a:gd name="connsiteX3" fmla="*/ 0 w 76637"/>
                      <a:gd name="connsiteY3" fmla="*/ 18499 h 95135"/>
                      <a:gd name="connsiteX4" fmla="*/ 76637 w 76637"/>
                      <a:gd name="connsiteY4" fmla="*/ 0 h 951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637" h="95135">
                        <a:moveTo>
                          <a:pt x="76637" y="0"/>
                        </a:moveTo>
                        <a:lnTo>
                          <a:pt x="76637" y="76637"/>
                        </a:lnTo>
                        <a:cubicBezTo>
                          <a:pt x="51532" y="84565"/>
                          <a:pt x="26427" y="91172"/>
                          <a:pt x="0" y="95135"/>
                        </a:cubicBezTo>
                        <a:lnTo>
                          <a:pt x="0" y="18499"/>
                        </a:lnTo>
                        <a:cubicBezTo>
                          <a:pt x="26427" y="14535"/>
                          <a:pt x="51532" y="7928"/>
                          <a:pt x="76637" y="0"/>
                        </a:cubicBezTo>
                      </a:path>
                    </a:pathLst>
                  </a:custGeom>
                  <a:solidFill>
                    <a:srgbClr val="B3B3B3"/>
                  </a:solidFill>
                  <a:ln w="13204"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15DC580D-B35D-44A9-BB57-ECC4E9382C84}"/>
                      </a:ext>
                    </a:extLst>
                  </p:cNvPr>
                  <p:cNvSpPr/>
                  <p:nvPr/>
                </p:nvSpPr>
                <p:spPr>
                  <a:xfrm>
                    <a:off x="8043326" y="5569588"/>
                    <a:ext cx="51531" cy="83243"/>
                  </a:xfrm>
                  <a:custGeom>
                    <a:avLst/>
                    <a:gdLst>
                      <a:gd name="connsiteX0" fmla="*/ 51532 w 51531"/>
                      <a:gd name="connsiteY0" fmla="*/ 0 h 83243"/>
                      <a:gd name="connsiteX1" fmla="*/ 51532 w 51531"/>
                      <a:gd name="connsiteY1" fmla="*/ 76637 h 83243"/>
                      <a:gd name="connsiteX2" fmla="*/ 0 w 51531"/>
                      <a:gd name="connsiteY2" fmla="*/ 83244 h 83243"/>
                      <a:gd name="connsiteX3" fmla="*/ 0 w 51531"/>
                      <a:gd name="connsiteY3" fmla="*/ 6607 h 83243"/>
                      <a:gd name="connsiteX4" fmla="*/ 51532 w 51531"/>
                      <a:gd name="connsiteY4" fmla="*/ 0 h 83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31" h="83243">
                        <a:moveTo>
                          <a:pt x="51532" y="0"/>
                        </a:moveTo>
                        <a:lnTo>
                          <a:pt x="51532" y="76637"/>
                        </a:lnTo>
                        <a:cubicBezTo>
                          <a:pt x="34354" y="79280"/>
                          <a:pt x="17177" y="81922"/>
                          <a:pt x="0" y="83244"/>
                        </a:cubicBezTo>
                        <a:lnTo>
                          <a:pt x="0" y="6607"/>
                        </a:lnTo>
                        <a:cubicBezTo>
                          <a:pt x="17177" y="5285"/>
                          <a:pt x="34354" y="2642"/>
                          <a:pt x="51532" y="0"/>
                        </a:cubicBezTo>
                      </a:path>
                    </a:pathLst>
                  </a:custGeom>
                  <a:solidFill>
                    <a:srgbClr val="ADADAD"/>
                  </a:solidFill>
                  <a:ln w="13204"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87ACA9D3-6E17-433F-A12E-C16019BF41A1}"/>
                      </a:ext>
                    </a:extLst>
                  </p:cNvPr>
                  <p:cNvSpPr/>
                  <p:nvPr/>
                </p:nvSpPr>
                <p:spPr>
                  <a:xfrm>
                    <a:off x="7998400" y="5576195"/>
                    <a:ext cx="44925" cy="79279"/>
                  </a:xfrm>
                  <a:custGeom>
                    <a:avLst/>
                    <a:gdLst>
                      <a:gd name="connsiteX0" fmla="*/ 44925 w 44925"/>
                      <a:gd name="connsiteY0" fmla="*/ 0 h 79279"/>
                      <a:gd name="connsiteX1" fmla="*/ 44925 w 44925"/>
                      <a:gd name="connsiteY1" fmla="*/ 76637 h 79279"/>
                      <a:gd name="connsiteX2" fmla="*/ 0 w 44925"/>
                      <a:gd name="connsiteY2" fmla="*/ 79280 h 79279"/>
                      <a:gd name="connsiteX3" fmla="*/ 0 w 44925"/>
                      <a:gd name="connsiteY3" fmla="*/ 2642 h 79279"/>
                      <a:gd name="connsiteX4" fmla="*/ 44925 w 44925"/>
                      <a:gd name="connsiteY4" fmla="*/ 0 h 792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25" h="79279">
                        <a:moveTo>
                          <a:pt x="44925" y="0"/>
                        </a:moveTo>
                        <a:lnTo>
                          <a:pt x="44925" y="76637"/>
                        </a:lnTo>
                        <a:cubicBezTo>
                          <a:pt x="30391" y="77958"/>
                          <a:pt x="14535" y="79280"/>
                          <a:pt x="0" y="79280"/>
                        </a:cubicBezTo>
                        <a:lnTo>
                          <a:pt x="0" y="2642"/>
                        </a:lnTo>
                        <a:cubicBezTo>
                          <a:pt x="14535" y="2642"/>
                          <a:pt x="30391" y="1321"/>
                          <a:pt x="44925" y="0"/>
                        </a:cubicBezTo>
                      </a:path>
                    </a:pathLst>
                  </a:custGeom>
                  <a:solidFill>
                    <a:srgbClr val="A8A8A8"/>
                  </a:solidFill>
                  <a:ln w="13204"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33CE69FD-A5E7-4875-8FCF-B6972B80FC10}"/>
                      </a:ext>
                    </a:extLst>
                  </p:cNvPr>
                  <p:cNvSpPr/>
                  <p:nvPr/>
                </p:nvSpPr>
                <p:spPr>
                  <a:xfrm>
                    <a:off x="7957439" y="5580159"/>
                    <a:ext cx="40961" cy="76637"/>
                  </a:xfrm>
                  <a:custGeom>
                    <a:avLst/>
                    <a:gdLst>
                      <a:gd name="connsiteX0" fmla="*/ 40961 w 40961"/>
                      <a:gd name="connsiteY0" fmla="*/ 0 h 76637"/>
                      <a:gd name="connsiteX1" fmla="*/ 40961 w 40961"/>
                      <a:gd name="connsiteY1" fmla="*/ 76637 h 76637"/>
                      <a:gd name="connsiteX2" fmla="*/ 0 w 40961"/>
                      <a:gd name="connsiteY2" fmla="*/ 76637 h 76637"/>
                      <a:gd name="connsiteX3" fmla="*/ 0 w 40961"/>
                      <a:gd name="connsiteY3" fmla="*/ 0 h 76637"/>
                      <a:gd name="connsiteX4" fmla="*/ 40961 w 40961"/>
                      <a:gd name="connsiteY4" fmla="*/ 0 h 7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961" h="76637">
                        <a:moveTo>
                          <a:pt x="40961" y="0"/>
                        </a:moveTo>
                        <a:lnTo>
                          <a:pt x="40961" y="76637"/>
                        </a:lnTo>
                        <a:cubicBezTo>
                          <a:pt x="27748" y="76637"/>
                          <a:pt x="13213" y="76637"/>
                          <a:pt x="0" y="76637"/>
                        </a:cubicBezTo>
                        <a:lnTo>
                          <a:pt x="0" y="0"/>
                        </a:lnTo>
                        <a:cubicBezTo>
                          <a:pt x="13213" y="0"/>
                          <a:pt x="27748" y="0"/>
                          <a:pt x="40961" y="0"/>
                        </a:cubicBezTo>
                      </a:path>
                    </a:pathLst>
                  </a:custGeom>
                  <a:solidFill>
                    <a:srgbClr val="A3A3A3"/>
                  </a:solidFill>
                  <a:ln w="13204"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5C6DE447-5511-40CE-BCE9-76D9F2D93675}"/>
                      </a:ext>
                    </a:extLst>
                  </p:cNvPr>
                  <p:cNvSpPr/>
                  <p:nvPr/>
                </p:nvSpPr>
                <p:spPr>
                  <a:xfrm>
                    <a:off x="7917799" y="5577516"/>
                    <a:ext cx="39639" cy="79279"/>
                  </a:xfrm>
                  <a:custGeom>
                    <a:avLst/>
                    <a:gdLst>
                      <a:gd name="connsiteX0" fmla="*/ 39640 w 39639"/>
                      <a:gd name="connsiteY0" fmla="*/ 2642 h 79279"/>
                      <a:gd name="connsiteX1" fmla="*/ 39640 w 39639"/>
                      <a:gd name="connsiteY1" fmla="*/ 79280 h 79279"/>
                      <a:gd name="connsiteX2" fmla="*/ 0 w 39639"/>
                      <a:gd name="connsiteY2" fmla="*/ 76637 h 79279"/>
                      <a:gd name="connsiteX3" fmla="*/ 0 w 39639"/>
                      <a:gd name="connsiteY3" fmla="*/ 0 h 79279"/>
                      <a:gd name="connsiteX4" fmla="*/ 39640 w 39639"/>
                      <a:gd name="connsiteY4" fmla="*/ 2642 h 792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39" h="79279">
                        <a:moveTo>
                          <a:pt x="39640" y="2642"/>
                        </a:moveTo>
                        <a:lnTo>
                          <a:pt x="39640" y="79280"/>
                        </a:lnTo>
                        <a:cubicBezTo>
                          <a:pt x="26427" y="79280"/>
                          <a:pt x="13213" y="77958"/>
                          <a:pt x="0" y="76637"/>
                        </a:cubicBezTo>
                        <a:lnTo>
                          <a:pt x="0" y="0"/>
                        </a:lnTo>
                        <a:cubicBezTo>
                          <a:pt x="13213" y="1321"/>
                          <a:pt x="26427" y="1321"/>
                          <a:pt x="39640" y="2642"/>
                        </a:cubicBezTo>
                      </a:path>
                    </a:pathLst>
                  </a:custGeom>
                  <a:solidFill>
                    <a:srgbClr val="9E9E9E"/>
                  </a:solidFill>
                  <a:ln w="13204"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821C8A2F-F16D-4694-9F7B-6F20F11E335D}"/>
                      </a:ext>
                    </a:extLst>
                  </p:cNvPr>
                  <p:cNvSpPr/>
                  <p:nvPr/>
                </p:nvSpPr>
                <p:spPr>
                  <a:xfrm>
                    <a:off x="7878159" y="5573552"/>
                    <a:ext cx="39639" cy="80601"/>
                  </a:xfrm>
                  <a:custGeom>
                    <a:avLst/>
                    <a:gdLst>
                      <a:gd name="connsiteX0" fmla="*/ 39640 w 39639"/>
                      <a:gd name="connsiteY0" fmla="*/ 3964 h 80601"/>
                      <a:gd name="connsiteX1" fmla="*/ 39640 w 39639"/>
                      <a:gd name="connsiteY1" fmla="*/ 80601 h 80601"/>
                      <a:gd name="connsiteX2" fmla="*/ 0 w 39639"/>
                      <a:gd name="connsiteY2" fmla="*/ 76637 h 80601"/>
                      <a:gd name="connsiteX3" fmla="*/ 0 w 39639"/>
                      <a:gd name="connsiteY3" fmla="*/ 0 h 80601"/>
                      <a:gd name="connsiteX4" fmla="*/ 39640 w 39639"/>
                      <a:gd name="connsiteY4" fmla="*/ 3964 h 80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39" h="80601">
                        <a:moveTo>
                          <a:pt x="39640" y="3964"/>
                        </a:moveTo>
                        <a:lnTo>
                          <a:pt x="39640" y="80601"/>
                        </a:lnTo>
                        <a:cubicBezTo>
                          <a:pt x="26427" y="79280"/>
                          <a:pt x="13213" y="77958"/>
                          <a:pt x="0" y="76637"/>
                        </a:cubicBezTo>
                        <a:lnTo>
                          <a:pt x="0" y="0"/>
                        </a:lnTo>
                        <a:cubicBezTo>
                          <a:pt x="13213" y="1321"/>
                          <a:pt x="26427" y="2643"/>
                          <a:pt x="39640" y="3964"/>
                        </a:cubicBezTo>
                      </a:path>
                    </a:pathLst>
                  </a:custGeom>
                  <a:solidFill>
                    <a:srgbClr val="999999"/>
                  </a:solidFill>
                  <a:ln w="13204"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DE7DB278-A2A6-4CAD-956E-2B6445433F72}"/>
                      </a:ext>
                    </a:extLst>
                  </p:cNvPr>
                  <p:cNvSpPr/>
                  <p:nvPr/>
                </p:nvSpPr>
                <p:spPr>
                  <a:xfrm>
                    <a:off x="7838520" y="5566945"/>
                    <a:ext cx="39639" cy="83243"/>
                  </a:xfrm>
                  <a:custGeom>
                    <a:avLst/>
                    <a:gdLst>
                      <a:gd name="connsiteX0" fmla="*/ 39640 w 39639"/>
                      <a:gd name="connsiteY0" fmla="*/ 6607 h 83243"/>
                      <a:gd name="connsiteX1" fmla="*/ 39640 w 39639"/>
                      <a:gd name="connsiteY1" fmla="*/ 83244 h 83243"/>
                      <a:gd name="connsiteX2" fmla="*/ 0 w 39639"/>
                      <a:gd name="connsiteY2" fmla="*/ 76637 h 83243"/>
                      <a:gd name="connsiteX3" fmla="*/ 0 w 39639"/>
                      <a:gd name="connsiteY3" fmla="*/ 0 h 83243"/>
                      <a:gd name="connsiteX4" fmla="*/ 39640 w 39639"/>
                      <a:gd name="connsiteY4" fmla="*/ 6607 h 83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39" h="83243">
                        <a:moveTo>
                          <a:pt x="39640" y="6607"/>
                        </a:moveTo>
                        <a:lnTo>
                          <a:pt x="39640" y="83244"/>
                        </a:lnTo>
                        <a:cubicBezTo>
                          <a:pt x="26427" y="81923"/>
                          <a:pt x="13213" y="79280"/>
                          <a:pt x="0" y="76637"/>
                        </a:cubicBezTo>
                        <a:lnTo>
                          <a:pt x="0" y="0"/>
                        </a:lnTo>
                        <a:cubicBezTo>
                          <a:pt x="11892" y="2643"/>
                          <a:pt x="26427" y="3964"/>
                          <a:pt x="39640" y="6607"/>
                        </a:cubicBezTo>
                      </a:path>
                    </a:pathLst>
                  </a:custGeom>
                  <a:solidFill>
                    <a:srgbClr val="949494"/>
                  </a:solidFill>
                  <a:ln w="13204"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3025F7E8-A691-4026-951A-226F9F41CD50}"/>
                      </a:ext>
                    </a:extLst>
                  </p:cNvPr>
                  <p:cNvSpPr/>
                  <p:nvPr/>
                </p:nvSpPr>
                <p:spPr>
                  <a:xfrm>
                    <a:off x="7794916" y="5555054"/>
                    <a:ext cx="42282" cy="87207"/>
                  </a:xfrm>
                  <a:custGeom>
                    <a:avLst/>
                    <a:gdLst>
                      <a:gd name="connsiteX0" fmla="*/ 42282 w 42282"/>
                      <a:gd name="connsiteY0" fmla="*/ 10570 h 87207"/>
                      <a:gd name="connsiteX1" fmla="*/ 42282 w 42282"/>
                      <a:gd name="connsiteY1" fmla="*/ 87208 h 87207"/>
                      <a:gd name="connsiteX2" fmla="*/ 0 w 42282"/>
                      <a:gd name="connsiteY2" fmla="*/ 76637 h 87207"/>
                      <a:gd name="connsiteX3" fmla="*/ 0 w 42282"/>
                      <a:gd name="connsiteY3" fmla="*/ 0 h 87207"/>
                      <a:gd name="connsiteX4" fmla="*/ 42282 w 42282"/>
                      <a:gd name="connsiteY4" fmla="*/ 10570 h 872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82" h="87207">
                        <a:moveTo>
                          <a:pt x="42282" y="10570"/>
                        </a:moveTo>
                        <a:lnTo>
                          <a:pt x="42282" y="87208"/>
                        </a:lnTo>
                        <a:cubicBezTo>
                          <a:pt x="27748" y="84565"/>
                          <a:pt x="13213" y="80601"/>
                          <a:pt x="0" y="76637"/>
                        </a:cubicBezTo>
                        <a:lnTo>
                          <a:pt x="0" y="0"/>
                        </a:lnTo>
                        <a:cubicBezTo>
                          <a:pt x="14535" y="5285"/>
                          <a:pt x="29069" y="7928"/>
                          <a:pt x="42282" y="10570"/>
                        </a:cubicBezTo>
                      </a:path>
                    </a:pathLst>
                  </a:custGeom>
                  <a:solidFill>
                    <a:srgbClr val="8F8F8F"/>
                  </a:solidFill>
                  <a:ln w="13204"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41CF725B-CB98-4D69-A4B0-43FD3EE85696}"/>
                      </a:ext>
                    </a:extLst>
                  </p:cNvPr>
                  <p:cNvSpPr/>
                  <p:nvPr/>
                </p:nvSpPr>
                <p:spPr>
                  <a:xfrm>
                    <a:off x="7746026" y="5539197"/>
                    <a:ext cx="48889" cy="93814"/>
                  </a:xfrm>
                  <a:custGeom>
                    <a:avLst/>
                    <a:gdLst>
                      <a:gd name="connsiteX0" fmla="*/ 48889 w 48889"/>
                      <a:gd name="connsiteY0" fmla="*/ 17178 h 93814"/>
                      <a:gd name="connsiteX1" fmla="*/ 48889 w 48889"/>
                      <a:gd name="connsiteY1" fmla="*/ 93814 h 93814"/>
                      <a:gd name="connsiteX2" fmla="*/ 0 w 48889"/>
                      <a:gd name="connsiteY2" fmla="*/ 76637 h 93814"/>
                      <a:gd name="connsiteX3" fmla="*/ 0 w 48889"/>
                      <a:gd name="connsiteY3" fmla="*/ 0 h 93814"/>
                      <a:gd name="connsiteX4" fmla="*/ 48889 w 48889"/>
                      <a:gd name="connsiteY4" fmla="*/ 17178 h 93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89" h="93814">
                        <a:moveTo>
                          <a:pt x="48889" y="17178"/>
                        </a:moveTo>
                        <a:lnTo>
                          <a:pt x="48889" y="93814"/>
                        </a:lnTo>
                        <a:cubicBezTo>
                          <a:pt x="31712" y="88529"/>
                          <a:pt x="15856" y="83244"/>
                          <a:pt x="0" y="76637"/>
                        </a:cubicBezTo>
                        <a:lnTo>
                          <a:pt x="0" y="0"/>
                        </a:lnTo>
                        <a:cubicBezTo>
                          <a:pt x="15856" y="6607"/>
                          <a:pt x="33033" y="11892"/>
                          <a:pt x="48889" y="17178"/>
                        </a:cubicBezTo>
                      </a:path>
                    </a:pathLst>
                  </a:custGeom>
                  <a:solidFill>
                    <a:srgbClr val="8A8A8A"/>
                  </a:solidFill>
                  <a:ln w="13204"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C98A7118-EBBE-4288-8FBC-55077AE4420A}"/>
                      </a:ext>
                    </a:extLst>
                  </p:cNvPr>
                  <p:cNvSpPr/>
                  <p:nvPr/>
                </p:nvSpPr>
                <p:spPr>
                  <a:xfrm>
                    <a:off x="7568937" y="5344962"/>
                    <a:ext cx="177089" cy="270872"/>
                  </a:xfrm>
                  <a:custGeom>
                    <a:avLst/>
                    <a:gdLst>
                      <a:gd name="connsiteX0" fmla="*/ 177089 w 177089"/>
                      <a:gd name="connsiteY0" fmla="*/ 194235 h 270872"/>
                      <a:gd name="connsiteX1" fmla="*/ 177089 w 177089"/>
                      <a:gd name="connsiteY1" fmla="*/ 270872 h 270872"/>
                      <a:gd name="connsiteX2" fmla="*/ 118951 w 177089"/>
                      <a:gd name="connsiteY2" fmla="*/ 243124 h 270872"/>
                      <a:gd name="connsiteX3" fmla="*/ 31 w 177089"/>
                      <a:gd name="connsiteY3" fmla="*/ 76637 h 270872"/>
                      <a:gd name="connsiteX4" fmla="*/ 31 w 177089"/>
                      <a:gd name="connsiteY4" fmla="*/ 0 h 270872"/>
                      <a:gd name="connsiteX5" fmla="*/ 118951 w 177089"/>
                      <a:gd name="connsiteY5" fmla="*/ 166488 h 270872"/>
                      <a:gd name="connsiteX6" fmla="*/ 177089 w 177089"/>
                      <a:gd name="connsiteY6" fmla="*/ 194235 h 270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7089" h="270872">
                        <a:moveTo>
                          <a:pt x="177089" y="194235"/>
                        </a:moveTo>
                        <a:lnTo>
                          <a:pt x="177089" y="270872"/>
                        </a:lnTo>
                        <a:cubicBezTo>
                          <a:pt x="155948" y="262944"/>
                          <a:pt x="137449" y="253695"/>
                          <a:pt x="118951" y="243124"/>
                        </a:cubicBezTo>
                        <a:cubicBezTo>
                          <a:pt x="39671" y="196878"/>
                          <a:pt x="-1290" y="136097"/>
                          <a:pt x="31" y="76637"/>
                        </a:cubicBezTo>
                        <a:lnTo>
                          <a:pt x="31" y="0"/>
                        </a:lnTo>
                        <a:cubicBezTo>
                          <a:pt x="31" y="60781"/>
                          <a:pt x="39671" y="120241"/>
                          <a:pt x="118951" y="166488"/>
                        </a:cubicBezTo>
                        <a:cubicBezTo>
                          <a:pt x="137449" y="177058"/>
                          <a:pt x="157269" y="186308"/>
                          <a:pt x="177089" y="194235"/>
                        </a:cubicBezTo>
                      </a:path>
                    </a:pathLst>
                  </a:custGeom>
                  <a:solidFill>
                    <a:srgbClr val="858585"/>
                  </a:solidFill>
                  <a:ln w="13204" cap="flat">
                    <a:noFill/>
                    <a:prstDash val="solid"/>
                    <a:miter/>
                  </a:ln>
                </p:spPr>
                <p:txBody>
                  <a:bodyPr rtlCol="0" anchor="ctr"/>
                  <a:lstStyle/>
                  <a:p>
                    <a:endParaRPr lang="en-US"/>
                  </a:p>
                </p:txBody>
              </p:sp>
            </p:grpSp>
            <p:grpSp>
              <p:nvGrpSpPr>
                <p:cNvPr id="143" name="Graphic 3">
                  <a:extLst>
                    <a:ext uri="{FF2B5EF4-FFF2-40B4-BE49-F238E27FC236}">
                      <a16:creationId xmlns:a16="http://schemas.microsoft.com/office/drawing/2014/main" id="{85FB30D8-0F6F-4314-A3BD-A2090A2B8719}"/>
                    </a:ext>
                  </a:extLst>
                </p:cNvPr>
                <p:cNvGrpSpPr/>
                <p:nvPr/>
              </p:nvGrpSpPr>
              <p:grpSpPr>
                <a:xfrm>
                  <a:off x="7506600" y="5345204"/>
                  <a:ext cx="950301" cy="347509"/>
                  <a:chOff x="7506600" y="5345204"/>
                  <a:chExt cx="950301" cy="347509"/>
                </a:xfrm>
              </p:grpSpPr>
              <p:sp>
                <p:nvSpPr>
                  <p:cNvPr id="144" name="Freeform: Shape 143">
                    <a:extLst>
                      <a:ext uri="{FF2B5EF4-FFF2-40B4-BE49-F238E27FC236}">
                        <a16:creationId xmlns:a16="http://schemas.microsoft.com/office/drawing/2014/main" id="{60C4D1E7-8F38-40B0-890B-D29D43A905C0}"/>
                      </a:ext>
                    </a:extLst>
                  </p:cNvPr>
                  <p:cNvSpPr/>
                  <p:nvPr/>
                </p:nvSpPr>
                <p:spPr>
                  <a:xfrm>
                    <a:off x="8443688" y="5346284"/>
                    <a:ext cx="13213" cy="80600"/>
                  </a:xfrm>
                  <a:custGeom>
                    <a:avLst/>
                    <a:gdLst>
                      <a:gd name="connsiteX0" fmla="*/ 0 w 13213"/>
                      <a:gd name="connsiteY0" fmla="*/ 0 h 80600"/>
                      <a:gd name="connsiteX1" fmla="*/ 0 w 13213"/>
                      <a:gd name="connsiteY1" fmla="*/ 76637 h 80600"/>
                      <a:gd name="connsiteX2" fmla="*/ 0 w 13213"/>
                      <a:gd name="connsiteY2" fmla="*/ 80601 h 80600"/>
                      <a:gd name="connsiteX3" fmla="*/ 0 w 13213"/>
                      <a:gd name="connsiteY3" fmla="*/ 3964 h 80600"/>
                      <a:gd name="connsiteX4" fmla="*/ 0 w 13213"/>
                      <a:gd name="connsiteY4" fmla="*/ 0 h 80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13" h="80600">
                        <a:moveTo>
                          <a:pt x="0" y="0"/>
                        </a:moveTo>
                        <a:lnTo>
                          <a:pt x="0" y="76637"/>
                        </a:lnTo>
                        <a:cubicBezTo>
                          <a:pt x="0" y="77958"/>
                          <a:pt x="0" y="79280"/>
                          <a:pt x="0" y="80601"/>
                        </a:cubicBezTo>
                        <a:lnTo>
                          <a:pt x="0" y="3964"/>
                        </a:lnTo>
                        <a:cubicBezTo>
                          <a:pt x="0" y="2642"/>
                          <a:pt x="0" y="1321"/>
                          <a:pt x="0" y="0"/>
                        </a:cubicBezTo>
                      </a:path>
                    </a:pathLst>
                  </a:custGeom>
                  <a:solidFill>
                    <a:srgbClr val="141213"/>
                  </a:solidFill>
                  <a:ln w="13204"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46C24106-FDFD-4142-B455-D7DE07CD558E}"/>
                      </a:ext>
                    </a:extLst>
                  </p:cNvPr>
                  <p:cNvSpPr/>
                  <p:nvPr/>
                </p:nvSpPr>
                <p:spPr>
                  <a:xfrm>
                    <a:off x="7506600" y="5345204"/>
                    <a:ext cx="938143" cy="347509"/>
                  </a:xfrm>
                  <a:custGeom>
                    <a:avLst/>
                    <a:gdLst>
                      <a:gd name="connsiteX0" fmla="*/ 0 w 938143"/>
                      <a:gd name="connsiteY0" fmla="*/ 76637 h 347509"/>
                      <a:gd name="connsiteX1" fmla="*/ 0 w 938143"/>
                      <a:gd name="connsiteY1" fmla="*/ 38318 h 347509"/>
                      <a:gd name="connsiteX2" fmla="*/ 0 w 938143"/>
                      <a:gd name="connsiteY2" fmla="*/ 0 h 347509"/>
                      <a:gd name="connsiteX3" fmla="*/ 0 w 938143"/>
                      <a:gd name="connsiteY3" fmla="*/ 0 h 347509"/>
                      <a:gd name="connsiteX4" fmla="*/ 0 w 938143"/>
                      <a:gd name="connsiteY4" fmla="*/ 0 h 347509"/>
                      <a:gd name="connsiteX5" fmla="*/ 19820 w 938143"/>
                      <a:gd name="connsiteY5" fmla="*/ 77958 h 347509"/>
                      <a:gd name="connsiteX6" fmla="*/ 138740 w 938143"/>
                      <a:gd name="connsiteY6" fmla="*/ 194236 h 347509"/>
                      <a:gd name="connsiteX7" fmla="*/ 173094 w 938143"/>
                      <a:gd name="connsiteY7" fmla="*/ 212734 h 347509"/>
                      <a:gd name="connsiteX8" fmla="*/ 175737 w 938143"/>
                      <a:gd name="connsiteY8" fmla="*/ 214055 h 347509"/>
                      <a:gd name="connsiteX9" fmla="*/ 210091 w 938143"/>
                      <a:gd name="connsiteY9" fmla="*/ 228590 h 347509"/>
                      <a:gd name="connsiteX10" fmla="*/ 218019 w 938143"/>
                      <a:gd name="connsiteY10" fmla="*/ 231233 h 347509"/>
                      <a:gd name="connsiteX11" fmla="*/ 247089 w 938143"/>
                      <a:gd name="connsiteY11" fmla="*/ 240482 h 347509"/>
                      <a:gd name="connsiteX12" fmla="*/ 257659 w 938143"/>
                      <a:gd name="connsiteY12" fmla="*/ 243124 h 347509"/>
                      <a:gd name="connsiteX13" fmla="*/ 276158 w 938143"/>
                      <a:gd name="connsiteY13" fmla="*/ 248410 h 347509"/>
                      <a:gd name="connsiteX14" fmla="*/ 305227 w 938143"/>
                      <a:gd name="connsiteY14" fmla="*/ 255016 h 347509"/>
                      <a:gd name="connsiteX15" fmla="*/ 325047 w 938143"/>
                      <a:gd name="connsiteY15" fmla="*/ 258981 h 347509"/>
                      <a:gd name="connsiteX16" fmla="*/ 350152 w 938143"/>
                      <a:gd name="connsiteY16" fmla="*/ 262944 h 347509"/>
                      <a:gd name="connsiteX17" fmla="*/ 371293 w 938143"/>
                      <a:gd name="connsiteY17" fmla="*/ 265587 h 347509"/>
                      <a:gd name="connsiteX18" fmla="*/ 395077 w 938143"/>
                      <a:gd name="connsiteY18" fmla="*/ 268230 h 347509"/>
                      <a:gd name="connsiteX19" fmla="*/ 416219 w 938143"/>
                      <a:gd name="connsiteY19" fmla="*/ 269551 h 347509"/>
                      <a:gd name="connsiteX20" fmla="*/ 440003 w 938143"/>
                      <a:gd name="connsiteY20" fmla="*/ 270872 h 347509"/>
                      <a:gd name="connsiteX21" fmla="*/ 461144 w 938143"/>
                      <a:gd name="connsiteY21" fmla="*/ 270872 h 347509"/>
                      <a:gd name="connsiteX22" fmla="*/ 486249 w 938143"/>
                      <a:gd name="connsiteY22" fmla="*/ 270872 h 347509"/>
                      <a:gd name="connsiteX23" fmla="*/ 506069 w 938143"/>
                      <a:gd name="connsiteY23" fmla="*/ 270872 h 347509"/>
                      <a:gd name="connsiteX24" fmla="*/ 537781 w 938143"/>
                      <a:gd name="connsiteY24" fmla="*/ 268230 h 347509"/>
                      <a:gd name="connsiteX25" fmla="*/ 556280 w 938143"/>
                      <a:gd name="connsiteY25" fmla="*/ 266909 h 347509"/>
                      <a:gd name="connsiteX26" fmla="*/ 565529 w 938143"/>
                      <a:gd name="connsiteY26" fmla="*/ 265587 h 347509"/>
                      <a:gd name="connsiteX27" fmla="*/ 598562 w 938143"/>
                      <a:gd name="connsiteY27" fmla="*/ 261623 h 347509"/>
                      <a:gd name="connsiteX28" fmla="*/ 606490 w 938143"/>
                      <a:gd name="connsiteY28" fmla="*/ 260302 h 347509"/>
                      <a:gd name="connsiteX29" fmla="*/ 624989 w 938143"/>
                      <a:gd name="connsiteY29" fmla="*/ 256338 h 347509"/>
                      <a:gd name="connsiteX30" fmla="*/ 651415 w 938143"/>
                      <a:gd name="connsiteY30" fmla="*/ 251053 h 347509"/>
                      <a:gd name="connsiteX31" fmla="*/ 669914 w 938143"/>
                      <a:gd name="connsiteY31" fmla="*/ 245767 h 347509"/>
                      <a:gd name="connsiteX32" fmla="*/ 693698 w 938143"/>
                      <a:gd name="connsiteY32" fmla="*/ 239161 h 347509"/>
                      <a:gd name="connsiteX33" fmla="*/ 802047 w 938143"/>
                      <a:gd name="connsiteY33" fmla="*/ 192914 h 347509"/>
                      <a:gd name="connsiteX34" fmla="*/ 938144 w 938143"/>
                      <a:gd name="connsiteY34" fmla="*/ 1321 h 347509"/>
                      <a:gd name="connsiteX35" fmla="*/ 938144 w 938143"/>
                      <a:gd name="connsiteY35" fmla="*/ 77958 h 347509"/>
                      <a:gd name="connsiteX36" fmla="*/ 802047 w 938143"/>
                      <a:gd name="connsiteY36" fmla="*/ 269551 h 347509"/>
                      <a:gd name="connsiteX37" fmla="*/ 698983 w 938143"/>
                      <a:gd name="connsiteY37" fmla="*/ 314476 h 347509"/>
                      <a:gd name="connsiteX38" fmla="*/ 698983 w 938143"/>
                      <a:gd name="connsiteY38" fmla="*/ 314476 h 347509"/>
                      <a:gd name="connsiteX39" fmla="*/ 693698 w 938143"/>
                      <a:gd name="connsiteY39" fmla="*/ 315798 h 347509"/>
                      <a:gd name="connsiteX40" fmla="*/ 669914 w 938143"/>
                      <a:gd name="connsiteY40" fmla="*/ 322404 h 347509"/>
                      <a:gd name="connsiteX41" fmla="*/ 651415 w 938143"/>
                      <a:gd name="connsiteY41" fmla="*/ 327689 h 347509"/>
                      <a:gd name="connsiteX42" fmla="*/ 624989 w 938143"/>
                      <a:gd name="connsiteY42" fmla="*/ 332975 h 347509"/>
                      <a:gd name="connsiteX43" fmla="*/ 610454 w 938143"/>
                      <a:gd name="connsiteY43" fmla="*/ 335618 h 347509"/>
                      <a:gd name="connsiteX44" fmla="*/ 606490 w 938143"/>
                      <a:gd name="connsiteY44" fmla="*/ 335618 h 347509"/>
                      <a:gd name="connsiteX45" fmla="*/ 598562 w 938143"/>
                      <a:gd name="connsiteY45" fmla="*/ 336939 h 347509"/>
                      <a:gd name="connsiteX46" fmla="*/ 565529 w 938143"/>
                      <a:gd name="connsiteY46" fmla="*/ 340903 h 347509"/>
                      <a:gd name="connsiteX47" fmla="*/ 556280 w 938143"/>
                      <a:gd name="connsiteY47" fmla="*/ 342224 h 347509"/>
                      <a:gd name="connsiteX48" fmla="*/ 549673 w 938143"/>
                      <a:gd name="connsiteY48" fmla="*/ 343546 h 347509"/>
                      <a:gd name="connsiteX49" fmla="*/ 536460 w 938143"/>
                      <a:gd name="connsiteY49" fmla="*/ 344867 h 347509"/>
                      <a:gd name="connsiteX50" fmla="*/ 504748 w 938143"/>
                      <a:gd name="connsiteY50" fmla="*/ 347509 h 347509"/>
                      <a:gd name="connsiteX51" fmla="*/ 496820 w 938143"/>
                      <a:gd name="connsiteY51" fmla="*/ 347509 h 347509"/>
                      <a:gd name="connsiteX52" fmla="*/ 483606 w 938143"/>
                      <a:gd name="connsiteY52" fmla="*/ 347509 h 347509"/>
                      <a:gd name="connsiteX53" fmla="*/ 458501 w 938143"/>
                      <a:gd name="connsiteY53" fmla="*/ 347509 h 347509"/>
                      <a:gd name="connsiteX54" fmla="*/ 449252 w 938143"/>
                      <a:gd name="connsiteY54" fmla="*/ 347509 h 347509"/>
                      <a:gd name="connsiteX55" fmla="*/ 437360 w 938143"/>
                      <a:gd name="connsiteY55" fmla="*/ 347509 h 347509"/>
                      <a:gd name="connsiteX56" fmla="*/ 413576 w 938143"/>
                      <a:gd name="connsiteY56" fmla="*/ 346188 h 347509"/>
                      <a:gd name="connsiteX57" fmla="*/ 403005 w 938143"/>
                      <a:gd name="connsiteY57" fmla="*/ 346188 h 347509"/>
                      <a:gd name="connsiteX58" fmla="*/ 392435 w 938143"/>
                      <a:gd name="connsiteY58" fmla="*/ 344867 h 347509"/>
                      <a:gd name="connsiteX59" fmla="*/ 368651 w 938143"/>
                      <a:gd name="connsiteY59" fmla="*/ 342224 h 347509"/>
                      <a:gd name="connsiteX60" fmla="*/ 358080 w 938143"/>
                      <a:gd name="connsiteY60" fmla="*/ 340903 h 347509"/>
                      <a:gd name="connsiteX61" fmla="*/ 347510 w 938143"/>
                      <a:gd name="connsiteY61" fmla="*/ 339582 h 347509"/>
                      <a:gd name="connsiteX62" fmla="*/ 322404 w 938143"/>
                      <a:gd name="connsiteY62" fmla="*/ 335618 h 347509"/>
                      <a:gd name="connsiteX63" fmla="*/ 310512 w 938143"/>
                      <a:gd name="connsiteY63" fmla="*/ 332975 h 347509"/>
                      <a:gd name="connsiteX64" fmla="*/ 302584 w 938143"/>
                      <a:gd name="connsiteY64" fmla="*/ 331654 h 347509"/>
                      <a:gd name="connsiteX65" fmla="*/ 273515 w 938143"/>
                      <a:gd name="connsiteY65" fmla="*/ 325047 h 347509"/>
                      <a:gd name="connsiteX66" fmla="*/ 261623 w 938143"/>
                      <a:gd name="connsiteY66" fmla="*/ 322404 h 347509"/>
                      <a:gd name="connsiteX67" fmla="*/ 255016 w 938143"/>
                      <a:gd name="connsiteY67" fmla="*/ 319762 h 347509"/>
                      <a:gd name="connsiteX68" fmla="*/ 244446 w 938143"/>
                      <a:gd name="connsiteY68" fmla="*/ 317119 h 347509"/>
                      <a:gd name="connsiteX69" fmla="*/ 215377 w 938143"/>
                      <a:gd name="connsiteY69" fmla="*/ 307870 h 347509"/>
                      <a:gd name="connsiteX70" fmla="*/ 207449 w 938143"/>
                      <a:gd name="connsiteY70" fmla="*/ 305227 h 347509"/>
                      <a:gd name="connsiteX71" fmla="*/ 203485 w 938143"/>
                      <a:gd name="connsiteY71" fmla="*/ 303906 h 347509"/>
                      <a:gd name="connsiteX72" fmla="*/ 203485 w 938143"/>
                      <a:gd name="connsiteY72" fmla="*/ 303906 h 347509"/>
                      <a:gd name="connsiteX73" fmla="*/ 203485 w 938143"/>
                      <a:gd name="connsiteY73" fmla="*/ 303906 h 347509"/>
                      <a:gd name="connsiteX74" fmla="*/ 203485 w 938143"/>
                      <a:gd name="connsiteY74" fmla="*/ 303906 h 347509"/>
                      <a:gd name="connsiteX75" fmla="*/ 136097 w 938143"/>
                      <a:gd name="connsiteY75" fmla="*/ 270872 h 347509"/>
                      <a:gd name="connsiteX76" fmla="*/ 31712 w 938143"/>
                      <a:gd name="connsiteY76" fmla="*/ 179701 h 347509"/>
                      <a:gd name="connsiteX77" fmla="*/ 3964 w 938143"/>
                      <a:gd name="connsiteY77" fmla="*/ 124205 h 347509"/>
                      <a:gd name="connsiteX78" fmla="*/ 0 w 938143"/>
                      <a:gd name="connsiteY78" fmla="*/ 76637 h 347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938143" h="347509">
                        <a:moveTo>
                          <a:pt x="0" y="76637"/>
                        </a:moveTo>
                        <a:lnTo>
                          <a:pt x="0" y="38318"/>
                        </a:lnTo>
                        <a:lnTo>
                          <a:pt x="0" y="0"/>
                        </a:lnTo>
                        <a:cubicBezTo>
                          <a:pt x="0" y="0"/>
                          <a:pt x="0" y="0"/>
                          <a:pt x="0" y="0"/>
                        </a:cubicBezTo>
                        <a:lnTo>
                          <a:pt x="0" y="0"/>
                        </a:lnTo>
                        <a:cubicBezTo>
                          <a:pt x="0" y="26427"/>
                          <a:pt x="6607" y="52853"/>
                          <a:pt x="19820" y="77958"/>
                        </a:cubicBezTo>
                        <a:cubicBezTo>
                          <a:pt x="40961" y="120241"/>
                          <a:pt x="81922" y="159881"/>
                          <a:pt x="138740" y="194236"/>
                        </a:cubicBezTo>
                        <a:cubicBezTo>
                          <a:pt x="149310" y="200842"/>
                          <a:pt x="161202" y="206127"/>
                          <a:pt x="173094" y="212734"/>
                        </a:cubicBezTo>
                        <a:cubicBezTo>
                          <a:pt x="174415" y="212734"/>
                          <a:pt x="175737" y="214055"/>
                          <a:pt x="175737" y="214055"/>
                        </a:cubicBezTo>
                        <a:cubicBezTo>
                          <a:pt x="186307" y="219341"/>
                          <a:pt x="198199" y="224626"/>
                          <a:pt x="210091" y="228590"/>
                        </a:cubicBezTo>
                        <a:cubicBezTo>
                          <a:pt x="212734" y="229911"/>
                          <a:pt x="215377" y="231233"/>
                          <a:pt x="218019" y="231233"/>
                        </a:cubicBezTo>
                        <a:cubicBezTo>
                          <a:pt x="227269" y="235196"/>
                          <a:pt x="236518" y="237839"/>
                          <a:pt x="247089" y="240482"/>
                        </a:cubicBezTo>
                        <a:cubicBezTo>
                          <a:pt x="251053" y="241803"/>
                          <a:pt x="253695" y="243124"/>
                          <a:pt x="257659" y="243124"/>
                        </a:cubicBezTo>
                        <a:cubicBezTo>
                          <a:pt x="264266" y="244446"/>
                          <a:pt x="269551" y="247089"/>
                          <a:pt x="276158" y="248410"/>
                        </a:cubicBezTo>
                        <a:cubicBezTo>
                          <a:pt x="285407" y="251053"/>
                          <a:pt x="295978" y="253695"/>
                          <a:pt x="305227" y="255016"/>
                        </a:cubicBezTo>
                        <a:cubicBezTo>
                          <a:pt x="311834" y="256338"/>
                          <a:pt x="318440" y="257659"/>
                          <a:pt x="325047" y="258981"/>
                        </a:cubicBezTo>
                        <a:cubicBezTo>
                          <a:pt x="332975" y="260302"/>
                          <a:pt x="342224" y="261623"/>
                          <a:pt x="350152" y="262944"/>
                        </a:cubicBezTo>
                        <a:cubicBezTo>
                          <a:pt x="356759" y="264266"/>
                          <a:pt x="364687" y="265587"/>
                          <a:pt x="371293" y="265587"/>
                        </a:cubicBezTo>
                        <a:cubicBezTo>
                          <a:pt x="379221" y="266909"/>
                          <a:pt x="387149" y="266909"/>
                          <a:pt x="395077" y="268230"/>
                        </a:cubicBezTo>
                        <a:cubicBezTo>
                          <a:pt x="401684" y="269551"/>
                          <a:pt x="409612" y="269551"/>
                          <a:pt x="416219" y="269551"/>
                        </a:cubicBezTo>
                        <a:cubicBezTo>
                          <a:pt x="424147" y="269551"/>
                          <a:pt x="432075" y="270872"/>
                          <a:pt x="440003" y="270872"/>
                        </a:cubicBezTo>
                        <a:cubicBezTo>
                          <a:pt x="446609" y="270872"/>
                          <a:pt x="454537" y="270872"/>
                          <a:pt x="461144" y="270872"/>
                        </a:cubicBezTo>
                        <a:cubicBezTo>
                          <a:pt x="469072" y="270872"/>
                          <a:pt x="478321" y="270872"/>
                          <a:pt x="486249" y="270872"/>
                        </a:cubicBezTo>
                        <a:cubicBezTo>
                          <a:pt x="492856" y="270872"/>
                          <a:pt x="499462" y="270872"/>
                          <a:pt x="506069" y="270872"/>
                        </a:cubicBezTo>
                        <a:cubicBezTo>
                          <a:pt x="516640" y="270872"/>
                          <a:pt x="527210" y="269551"/>
                          <a:pt x="537781" y="268230"/>
                        </a:cubicBezTo>
                        <a:cubicBezTo>
                          <a:pt x="544388" y="268230"/>
                          <a:pt x="550994" y="266909"/>
                          <a:pt x="556280" y="266909"/>
                        </a:cubicBezTo>
                        <a:cubicBezTo>
                          <a:pt x="558922" y="266909"/>
                          <a:pt x="562886" y="265587"/>
                          <a:pt x="565529" y="265587"/>
                        </a:cubicBezTo>
                        <a:cubicBezTo>
                          <a:pt x="576100" y="264266"/>
                          <a:pt x="586670" y="262944"/>
                          <a:pt x="598562" y="261623"/>
                        </a:cubicBezTo>
                        <a:cubicBezTo>
                          <a:pt x="601205" y="261623"/>
                          <a:pt x="603848" y="260302"/>
                          <a:pt x="606490" y="260302"/>
                        </a:cubicBezTo>
                        <a:cubicBezTo>
                          <a:pt x="613097" y="258981"/>
                          <a:pt x="619703" y="257659"/>
                          <a:pt x="624989" y="256338"/>
                        </a:cubicBezTo>
                        <a:cubicBezTo>
                          <a:pt x="634238" y="255016"/>
                          <a:pt x="642166" y="252374"/>
                          <a:pt x="651415" y="251053"/>
                        </a:cubicBezTo>
                        <a:cubicBezTo>
                          <a:pt x="658022" y="249731"/>
                          <a:pt x="663307" y="248410"/>
                          <a:pt x="669914" y="245767"/>
                        </a:cubicBezTo>
                        <a:cubicBezTo>
                          <a:pt x="677842" y="243124"/>
                          <a:pt x="685770" y="241803"/>
                          <a:pt x="693698" y="239161"/>
                        </a:cubicBezTo>
                        <a:cubicBezTo>
                          <a:pt x="732016" y="227269"/>
                          <a:pt x="769014" y="211413"/>
                          <a:pt x="802047" y="192914"/>
                        </a:cubicBezTo>
                        <a:cubicBezTo>
                          <a:pt x="893219" y="140061"/>
                          <a:pt x="938144" y="71352"/>
                          <a:pt x="938144" y="1321"/>
                        </a:cubicBezTo>
                        <a:lnTo>
                          <a:pt x="938144" y="77958"/>
                        </a:lnTo>
                        <a:cubicBezTo>
                          <a:pt x="938144" y="146668"/>
                          <a:pt x="891897" y="216698"/>
                          <a:pt x="802047" y="269551"/>
                        </a:cubicBezTo>
                        <a:cubicBezTo>
                          <a:pt x="770335" y="288050"/>
                          <a:pt x="735980" y="302584"/>
                          <a:pt x="698983" y="314476"/>
                        </a:cubicBezTo>
                        <a:lnTo>
                          <a:pt x="698983" y="314476"/>
                        </a:lnTo>
                        <a:cubicBezTo>
                          <a:pt x="697662" y="314476"/>
                          <a:pt x="695019" y="315798"/>
                          <a:pt x="693698" y="315798"/>
                        </a:cubicBezTo>
                        <a:cubicBezTo>
                          <a:pt x="685770" y="318440"/>
                          <a:pt x="677842" y="321083"/>
                          <a:pt x="669914" y="322404"/>
                        </a:cubicBezTo>
                        <a:cubicBezTo>
                          <a:pt x="663307" y="323726"/>
                          <a:pt x="658022" y="326368"/>
                          <a:pt x="651415" y="327689"/>
                        </a:cubicBezTo>
                        <a:cubicBezTo>
                          <a:pt x="643487" y="330332"/>
                          <a:pt x="634238" y="331654"/>
                          <a:pt x="624989" y="332975"/>
                        </a:cubicBezTo>
                        <a:cubicBezTo>
                          <a:pt x="619703" y="334296"/>
                          <a:pt x="614418" y="335618"/>
                          <a:pt x="610454" y="335618"/>
                        </a:cubicBezTo>
                        <a:cubicBezTo>
                          <a:pt x="609133" y="335618"/>
                          <a:pt x="607811" y="335618"/>
                          <a:pt x="606490" y="335618"/>
                        </a:cubicBezTo>
                        <a:cubicBezTo>
                          <a:pt x="603848" y="335618"/>
                          <a:pt x="601205" y="336939"/>
                          <a:pt x="598562" y="336939"/>
                        </a:cubicBezTo>
                        <a:cubicBezTo>
                          <a:pt x="587991" y="338260"/>
                          <a:pt x="577421" y="339582"/>
                          <a:pt x="565529" y="340903"/>
                        </a:cubicBezTo>
                        <a:cubicBezTo>
                          <a:pt x="562886" y="340903"/>
                          <a:pt x="558922" y="342224"/>
                          <a:pt x="556280" y="342224"/>
                        </a:cubicBezTo>
                        <a:cubicBezTo>
                          <a:pt x="553637" y="342224"/>
                          <a:pt x="552316" y="342224"/>
                          <a:pt x="549673" y="343546"/>
                        </a:cubicBezTo>
                        <a:cubicBezTo>
                          <a:pt x="545709" y="343546"/>
                          <a:pt x="541745" y="343546"/>
                          <a:pt x="536460" y="344867"/>
                        </a:cubicBezTo>
                        <a:cubicBezTo>
                          <a:pt x="525889" y="346188"/>
                          <a:pt x="515318" y="346188"/>
                          <a:pt x="504748" y="347509"/>
                        </a:cubicBezTo>
                        <a:cubicBezTo>
                          <a:pt x="502105" y="347509"/>
                          <a:pt x="499462" y="347509"/>
                          <a:pt x="496820" y="347509"/>
                        </a:cubicBezTo>
                        <a:cubicBezTo>
                          <a:pt x="492856" y="347509"/>
                          <a:pt x="488892" y="347509"/>
                          <a:pt x="483606" y="347509"/>
                        </a:cubicBezTo>
                        <a:cubicBezTo>
                          <a:pt x="475678" y="347509"/>
                          <a:pt x="466429" y="347509"/>
                          <a:pt x="458501" y="347509"/>
                        </a:cubicBezTo>
                        <a:cubicBezTo>
                          <a:pt x="455858" y="347509"/>
                          <a:pt x="451895" y="347509"/>
                          <a:pt x="449252" y="347509"/>
                        </a:cubicBezTo>
                        <a:cubicBezTo>
                          <a:pt x="445288" y="347509"/>
                          <a:pt x="441324" y="347509"/>
                          <a:pt x="437360" y="347509"/>
                        </a:cubicBezTo>
                        <a:cubicBezTo>
                          <a:pt x="429432" y="347509"/>
                          <a:pt x="421504" y="346188"/>
                          <a:pt x="413576" y="346188"/>
                        </a:cubicBezTo>
                        <a:cubicBezTo>
                          <a:pt x="409612" y="346188"/>
                          <a:pt x="406969" y="346188"/>
                          <a:pt x="403005" y="346188"/>
                        </a:cubicBezTo>
                        <a:cubicBezTo>
                          <a:pt x="399041" y="346188"/>
                          <a:pt x="395077" y="344867"/>
                          <a:pt x="392435" y="344867"/>
                        </a:cubicBezTo>
                        <a:cubicBezTo>
                          <a:pt x="384507" y="343546"/>
                          <a:pt x="376579" y="343546"/>
                          <a:pt x="368651" y="342224"/>
                        </a:cubicBezTo>
                        <a:cubicBezTo>
                          <a:pt x="364687" y="342224"/>
                          <a:pt x="360723" y="340903"/>
                          <a:pt x="358080" y="340903"/>
                        </a:cubicBezTo>
                        <a:cubicBezTo>
                          <a:pt x="354116" y="340903"/>
                          <a:pt x="351474" y="339582"/>
                          <a:pt x="347510" y="339582"/>
                        </a:cubicBezTo>
                        <a:cubicBezTo>
                          <a:pt x="339582" y="338260"/>
                          <a:pt x="330332" y="336939"/>
                          <a:pt x="322404" y="335618"/>
                        </a:cubicBezTo>
                        <a:cubicBezTo>
                          <a:pt x="318440" y="334296"/>
                          <a:pt x="314476" y="334296"/>
                          <a:pt x="310512" y="332975"/>
                        </a:cubicBezTo>
                        <a:cubicBezTo>
                          <a:pt x="307870" y="332975"/>
                          <a:pt x="305227" y="331654"/>
                          <a:pt x="302584" y="331654"/>
                        </a:cubicBezTo>
                        <a:cubicBezTo>
                          <a:pt x="293335" y="329011"/>
                          <a:pt x="282764" y="327689"/>
                          <a:pt x="273515" y="325047"/>
                        </a:cubicBezTo>
                        <a:cubicBezTo>
                          <a:pt x="269551" y="323726"/>
                          <a:pt x="265587" y="323726"/>
                          <a:pt x="261623" y="322404"/>
                        </a:cubicBezTo>
                        <a:cubicBezTo>
                          <a:pt x="258981" y="322404"/>
                          <a:pt x="257659" y="321083"/>
                          <a:pt x="255016" y="319762"/>
                        </a:cubicBezTo>
                        <a:cubicBezTo>
                          <a:pt x="251053" y="318440"/>
                          <a:pt x="248410" y="317119"/>
                          <a:pt x="244446" y="317119"/>
                        </a:cubicBezTo>
                        <a:cubicBezTo>
                          <a:pt x="235197" y="314476"/>
                          <a:pt x="224626" y="310512"/>
                          <a:pt x="215377" y="307870"/>
                        </a:cubicBezTo>
                        <a:cubicBezTo>
                          <a:pt x="212734" y="306549"/>
                          <a:pt x="210091" y="306549"/>
                          <a:pt x="207449" y="305227"/>
                        </a:cubicBezTo>
                        <a:cubicBezTo>
                          <a:pt x="206127" y="305227"/>
                          <a:pt x="204806" y="303906"/>
                          <a:pt x="203485" y="303906"/>
                        </a:cubicBezTo>
                        <a:lnTo>
                          <a:pt x="203485" y="303906"/>
                        </a:lnTo>
                        <a:cubicBezTo>
                          <a:pt x="203485" y="303906"/>
                          <a:pt x="203485" y="303906"/>
                          <a:pt x="203485" y="303906"/>
                        </a:cubicBezTo>
                        <a:lnTo>
                          <a:pt x="203485" y="303906"/>
                        </a:lnTo>
                        <a:cubicBezTo>
                          <a:pt x="179701" y="294656"/>
                          <a:pt x="157238" y="284086"/>
                          <a:pt x="136097" y="270872"/>
                        </a:cubicBezTo>
                        <a:cubicBezTo>
                          <a:pt x="89850" y="244446"/>
                          <a:pt x="55496" y="212734"/>
                          <a:pt x="31712" y="179701"/>
                        </a:cubicBezTo>
                        <a:cubicBezTo>
                          <a:pt x="18499" y="161202"/>
                          <a:pt x="10571" y="142703"/>
                          <a:pt x="3964" y="124205"/>
                        </a:cubicBezTo>
                        <a:cubicBezTo>
                          <a:pt x="2643" y="108349"/>
                          <a:pt x="0" y="92493"/>
                          <a:pt x="0" y="76637"/>
                        </a:cubicBezTo>
                        <a:close/>
                      </a:path>
                    </a:pathLst>
                  </a:custGeom>
                  <a:solidFill>
                    <a:schemeClr val="bg2">
                      <a:lumMod val="75000"/>
                    </a:schemeClr>
                  </a:solidFill>
                  <a:ln w="13204" cap="flat">
                    <a:noFill/>
                    <a:prstDash val="solid"/>
                    <a:miter/>
                  </a:ln>
                </p:spPr>
                <p:txBody>
                  <a:bodyPr rtlCol="0" anchor="ctr"/>
                  <a:lstStyle/>
                  <a:p>
                    <a:endParaRPr lang="en-US"/>
                  </a:p>
                </p:txBody>
              </p:sp>
            </p:grpSp>
            <p:sp>
              <p:nvSpPr>
                <p:cNvPr id="153" name="Freeform: Shape 152">
                  <a:extLst>
                    <a:ext uri="{FF2B5EF4-FFF2-40B4-BE49-F238E27FC236}">
                      <a16:creationId xmlns:a16="http://schemas.microsoft.com/office/drawing/2014/main" id="{2585D5AB-583F-4C5E-A52D-267408BB5301}"/>
                    </a:ext>
                  </a:extLst>
                </p:cNvPr>
                <p:cNvSpPr/>
                <p:nvPr/>
              </p:nvSpPr>
              <p:spPr>
                <a:xfrm>
                  <a:off x="7503063" y="5073099"/>
                  <a:ext cx="940464" cy="546369"/>
                </a:xfrm>
                <a:custGeom>
                  <a:avLst/>
                  <a:gdLst>
                    <a:gd name="connsiteX0" fmla="*/ 801886 w 940464"/>
                    <a:gd name="connsiteY0" fmla="*/ 80271 h 546369"/>
                    <a:gd name="connsiteX1" fmla="*/ 804528 w 940464"/>
                    <a:gd name="connsiteY1" fmla="*/ 466099 h 546369"/>
                    <a:gd name="connsiteX2" fmla="*/ 138578 w 940464"/>
                    <a:gd name="connsiteY2" fmla="*/ 466099 h 546369"/>
                    <a:gd name="connsiteX3" fmla="*/ 135936 w 940464"/>
                    <a:gd name="connsiteY3" fmla="*/ 80271 h 546369"/>
                    <a:gd name="connsiteX4" fmla="*/ 801886 w 940464"/>
                    <a:gd name="connsiteY4" fmla="*/ 80271 h 546369"/>
                    <a:gd name="connsiteX5" fmla="*/ 184825 w 940464"/>
                    <a:gd name="connsiteY5" fmla="*/ 438351 h 546369"/>
                    <a:gd name="connsiteX6" fmla="*/ 756960 w 940464"/>
                    <a:gd name="connsiteY6" fmla="*/ 438351 h 546369"/>
                    <a:gd name="connsiteX7" fmla="*/ 755639 w 940464"/>
                    <a:gd name="connsiteY7" fmla="*/ 106697 h 546369"/>
                    <a:gd name="connsiteX8" fmla="*/ 183504 w 940464"/>
                    <a:gd name="connsiteY8" fmla="*/ 106697 h 546369"/>
                    <a:gd name="connsiteX9" fmla="*/ 184825 w 940464"/>
                    <a:gd name="connsiteY9" fmla="*/ 438351 h 54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40464" h="546369">
                      <a:moveTo>
                        <a:pt x="801886" y="80271"/>
                      </a:moveTo>
                      <a:cubicBezTo>
                        <a:pt x="985550" y="187299"/>
                        <a:pt x="986872" y="359071"/>
                        <a:pt x="804528" y="466099"/>
                      </a:cubicBezTo>
                      <a:cubicBezTo>
                        <a:pt x="620864" y="573126"/>
                        <a:pt x="323565" y="573126"/>
                        <a:pt x="138578" y="466099"/>
                      </a:cubicBezTo>
                      <a:cubicBezTo>
                        <a:pt x="-45086" y="359071"/>
                        <a:pt x="-46408" y="187299"/>
                        <a:pt x="135936" y="80271"/>
                      </a:cubicBezTo>
                      <a:cubicBezTo>
                        <a:pt x="319601" y="-26757"/>
                        <a:pt x="616900" y="-26757"/>
                        <a:pt x="801886" y="80271"/>
                      </a:cubicBezTo>
                      <a:close/>
                      <a:moveTo>
                        <a:pt x="184825" y="438351"/>
                      </a:moveTo>
                      <a:cubicBezTo>
                        <a:pt x="343384" y="529523"/>
                        <a:pt x="599722" y="529523"/>
                        <a:pt x="756960" y="438351"/>
                      </a:cubicBezTo>
                      <a:cubicBezTo>
                        <a:pt x="914199" y="347179"/>
                        <a:pt x="914199" y="197869"/>
                        <a:pt x="755639" y="106697"/>
                      </a:cubicBezTo>
                      <a:cubicBezTo>
                        <a:pt x="597080" y="15526"/>
                        <a:pt x="340742" y="15526"/>
                        <a:pt x="183504" y="106697"/>
                      </a:cubicBezTo>
                      <a:cubicBezTo>
                        <a:pt x="24944" y="197869"/>
                        <a:pt x="26265" y="347179"/>
                        <a:pt x="184825" y="438351"/>
                      </a:cubicBezTo>
                    </a:path>
                  </a:pathLst>
                </a:custGeom>
                <a:solidFill>
                  <a:schemeClr val="bg2">
                    <a:lumMod val="85000"/>
                  </a:schemeClr>
                </a:solidFill>
                <a:ln w="13204" cap="flat">
                  <a:noFill/>
                  <a:prstDash val="solid"/>
                  <a:miter/>
                </a:ln>
              </p:spPr>
              <p:txBody>
                <a:bodyPr rtlCol="0" anchor="ctr"/>
                <a:lstStyle/>
                <a:p>
                  <a:endParaRPr lang="en-US"/>
                </a:p>
              </p:txBody>
            </p:sp>
          </p:grpSp>
          <p:sp>
            <p:nvSpPr>
              <p:cNvPr id="154" name="Freeform: Shape 153">
                <a:extLst>
                  <a:ext uri="{FF2B5EF4-FFF2-40B4-BE49-F238E27FC236}">
                    <a16:creationId xmlns:a16="http://schemas.microsoft.com/office/drawing/2014/main" id="{4D2E0F4A-B79F-4D2F-B8D5-26E400EC4194}"/>
                  </a:ext>
                </a:extLst>
              </p:cNvPr>
              <p:cNvSpPr/>
              <p:nvPr/>
            </p:nvSpPr>
            <p:spPr>
              <a:xfrm>
                <a:off x="7660801" y="5235622"/>
                <a:ext cx="203484" cy="117928"/>
              </a:xfrm>
              <a:custGeom>
                <a:avLst/>
                <a:gdLst>
                  <a:gd name="connsiteX0" fmla="*/ 173755 w 203484"/>
                  <a:gd name="connsiteY0" fmla="*/ 16847 h 117928"/>
                  <a:gd name="connsiteX1" fmla="*/ 173755 w 203484"/>
                  <a:gd name="connsiteY1" fmla="*/ 100091 h 117928"/>
                  <a:gd name="connsiteX2" fmla="*/ 29730 w 203484"/>
                  <a:gd name="connsiteY2" fmla="*/ 100091 h 117928"/>
                  <a:gd name="connsiteX3" fmla="*/ 29730 w 203484"/>
                  <a:gd name="connsiteY3" fmla="*/ 16847 h 117928"/>
                  <a:gd name="connsiteX4" fmla="*/ 173755 w 203484"/>
                  <a:gd name="connsiteY4" fmla="*/ 16847 h 117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484" h="117928">
                    <a:moveTo>
                      <a:pt x="173755" y="16847"/>
                    </a:moveTo>
                    <a:cubicBezTo>
                      <a:pt x="213395" y="40631"/>
                      <a:pt x="213395" y="77628"/>
                      <a:pt x="173755" y="100091"/>
                    </a:cubicBezTo>
                    <a:cubicBezTo>
                      <a:pt x="134115" y="123875"/>
                      <a:pt x="69370" y="123875"/>
                      <a:pt x="29730" y="100091"/>
                    </a:cubicBezTo>
                    <a:cubicBezTo>
                      <a:pt x="-9910" y="77628"/>
                      <a:pt x="-9910" y="39309"/>
                      <a:pt x="29730" y="16847"/>
                    </a:cubicBezTo>
                    <a:cubicBezTo>
                      <a:pt x="69370" y="-5616"/>
                      <a:pt x="134115" y="-5616"/>
                      <a:pt x="173755" y="16847"/>
                    </a:cubicBezTo>
                    <a:close/>
                  </a:path>
                </a:pathLst>
              </a:custGeom>
              <a:solidFill>
                <a:schemeClr val="bg2">
                  <a:lumMod val="85000"/>
                </a:schemeClr>
              </a:solidFill>
              <a:ln w="13204" cap="flat">
                <a:noFill/>
                <a:prstDash val="solid"/>
                <a:miter/>
              </a:ln>
            </p:spPr>
            <p:txBody>
              <a:bodyPr rtlCol="0" anchor="ctr"/>
              <a:lstStyle/>
              <a:p>
                <a:endParaRPr lang="en-US"/>
              </a:p>
            </p:txBody>
          </p:sp>
          <p:grpSp>
            <p:nvGrpSpPr>
              <p:cNvPr id="155" name="Graphic 3">
                <a:extLst>
                  <a:ext uri="{FF2B5EF4-FFF2-40B4-BE49-F238E27FC236}">
                    <a16:creationId xmlns:a16="http://schemas.microsoft.com/office/drawing/2014/main" id="{85FB30D8-0F6F-4314-A3BD-A2090A2B8719}"/>
                  </a:ext>
                </a:extLst>
              </p:cNvPr>
              <p:cNvGrpSpPr/>
              <p:nvPr/>
            </p:nvGrpSpPr>
            <p:grpSpPr>
              <a:xfrm>
                <a:off x="8262666" y="5549768"/>
                <a:ext cx="737301" cy="489790"/>
                <a:chOff x="8262666" y="5549768"/>
                <a:chExt cx="737301" cy="489790"/>
              </a:xfrm>
            </p:grpSpPr>
            <p:grpSp>
              <p:nvGrpSpPr>
                <p:cNvPr id="156" name="Graphic 3">
                  <a:extLst>
                    <a:ext uri="{FF2B5EF4-FFF2-40B4-BE49-F238E27FC236}">
                      <a16:creationId xmlns:a16="http://schemas.microsoft.com/office/drawing/2014/main" id="{85FB30D8-0F6F-4314-A3BD-A2090A2B8719}"/>
                    </a:ext>
                  </a:extLst>
                </p:cNvPr>
                <p:cNvGrpSpPr/>
                <p:nvPr/>
              </p:nvGrpSpPr>
              <p:grpSpPr>
                <a:xfrm>
                  <a:off x="8262666" y="5549768"/>
                  <a:ext cx="397720" cy="286617"/>
                  <a:chOff x="8262666" y="5549768"/>
                  <a:chExt cx="397720" cy="286617"/>
                </a:xfrm>
              </p:grpSpPr>
              <p:sp>
                <p:nvSpPr>
                  <p:cNvPr id="157" name="Freeform: Shape 156">
                    <a:extLst>
                      <a:ext uri="{FF2B5EF4-FFF2-40B4-BE49-F238E27FC236}">
                        <a16:creationId xmlns:a16="http://schemas.microsoft.com/office/drawing/2014/main" id="{CF370DD0-332E-4185-A565-D4FD83B91B63}"/>
                      </a:ext>
                    </a:extLst>
                  </p:cNvPr>
                  <p:cNvSpPr/>
                  <p:nvPr/>
                </p:nvSpPr>
                <p:spPr>
                  <a:xfrm>
                    <a:off x="8262666" y="5549768"/>
                    <a:ext cx="388470" cy="281442"/>
                  </a:xfrm>
                  <a:custGeom>
                    <a:avLst/>
                    <a:gdLst>
                      <a:gd name="connsiteX0" fmla="*/ 376579 w 388470"/>
                      <a:gd name="connsiteY0" fmla="*/ 194235 h 281442"/>
                      <a:gd name="connsiteX1" fmla="*/ 376579 w 388470"/>
                      <a:gd name="connsiteY1" fmla="*/ 194235 h 281442"/>
                      <a:gd name="connsiteX2" fmla="*/ 383185 w 388470"/>
                      <a:gd name="connsiteY2" fmla="*/ 194235 h 281442"/>
                      <a:gd name="connsiteX3" fmla="*/ 383185 w 388470"/>
                      <a:gd name="connsiteY3" fmla="*/ 194235 h 281442"/>
                      <a:gd name="connsiteX4" fmla="*/ 388471 w 388470"/>
                      <a:gd name="connsiteY4" fmla="*/ 195557 h 281442"/>
                      <a:gd name="connsiteX5" fmla="*/ 388471 w 388470"/>
                      <a:gd name="connsiteY5" fmla="*/ 195557 h 281442"/>
                      <a:gd name="connsiteX6" fmla="*/ 388471 w 388470"/>
                      <a:gd name="connsiteY6" fmla="*/ 195557 h 281442"/>
                      <a:gd name="connsiteX7" fmla="*/ 56817 w 388470"/>
                      <a:gd name="connsiteY7" fmla="*/ 2642 h 281442"/>
                      <a:gd name="connsiteX8" fmla="*/ 56817 w 388470"/>
                      <a:gd name="connsiteY8" fmla="*/ 2642 h 281442"/>
                      <a:gd name="connsiteX9" fmla="*/ 55496 w 388470"/>
                      <a:gd name="connsiteY9" fmla="*/ 1321 h 281442"/>
                      <a:gd name="connsiteX10" fmla="*/ 54175 w 388470"/>
                      <a:gd name="connsiteY10" fmla="*/ 0 h 281442"/>
                      <a:gd name="connsiteX11" fmla="*/ 52853 w 388470"/>
                      <a:gd name="connsiteY11" fmla="*/ 0 h 281442"/>
                      <a:gd name="connsiteX12" fmla="*/ 52853 w 388470"/>
                      <a:gd name="connsiteY12" fmla="*/ 0 h 281442"/>
                      <a:gd name="connsiteX13" fmla="*/ 52853 w 388470"/>
                      <a:gd name="connsiteY13" fmla="*/ 0 h 281442"/>
                      <a:gd name="connsiteX14" fmla="*/ 50211 w 388470"/>
                      <a:gd name="connsiteY14" fmla="*/ 0 h 281442"/>
                      <a:gd name="connsiteX15" fmla="*/ 47568 w 388470"/>
                      <a:gd name="connsiteY15" fmla="*/ 0 h 281442"/>
                      <a:gd name="connsiteX16" fmla="*/ 46247 w 388470"/>
                      <a:gd name="connsiteY16" fmla="*/ 0 h 281442"/>
                      <a:gd name="connsiteX17" fmla="*/ 46247 w 388470"/>
                      <a:gd name="connsiteY17" fmla="*/ 0 h 281442"/>
                      <a:gd name="connsiteX18" fmla="*/ 44925 w 388470"/>
                      <a:gd name="connsiteY18" fmla="*/ 0 h 281442"/>
                      <a:gd name="connsiteX19" fmla="*/ 42283 w 388470"/>
                      <a:gd name="connsiteY19" fmla="*/ 1321 h 281442"/>
                      <a:gd name="connsiteX20" fmla="*/ 40961 w 388470"/>
                      <a:gd name="connsiteY20" fmla="*/ 1321 h 281442"/>
                      <a:gd name="connsiteX21" fmla="*/ 39640 w 388470"/>
                      <a:gd name="connsiteY21" fmla="*/ 1321 h 281442"/>
                      <a:gd name="connsiteX22" fmla="*/ 38319 w 388470"/>
                      <a:gd name="connsiteY22" fmla="*/ 1321 h 281442"/>
                      <a:gd name="connsiteX23" fmla="*/ 33033 w 388470"/>
                      <a:gd name="connsiteY23" fmla="*/ 3964 h 281442"/>
                      <a:gd name="connsiteX24" fmla="*/ 22463 w 388470"/>
                      <a:gd name="connsiteY24" fmla="*/ 11892 h 281442"/>
                      <a:gd name="connsiteX25" fmla="*/ 21141 w 388470"/>
                      <a:gd name="connsiteY25" fmla="*/ 13213 h 281442"/>
                      <a:gd name="connsiteX26" fmla="*/ 19820 w 388470"/>
                      <a:gd name="connsiteY26" fmla="*/ 14535 h 281442"/>
                      <a:gd name="connsiteX27" fmla="*/ 18499 w 388470"/>
                      <a:gd name="connsiteY27" fmla="*/ 15856 h 281442"/>
                      <a:gd name="connsiteX28" fmla="*/ 17177 w 388470"/>
                      <a:gd name="connsiteY28" fmla="*/ 17177 h 281442"/>
                      <a:gd name="connsiteX29" fmla="*/ 14535 w 388470"/>
                      <a:gd name="connsiteY29" fmla="*/ 21141 h 281442"/>
                      <a:gd name="connsiteX30" fmla="*/ 13213 w 388470"/>
                      <a:gd name="connsiteY30" fmla="*/ 22462 h 281442"/>
                      <a:gd name="connsiteX31" fmla="*/ 13213 w 388470"/>
                      <a:gd name="connsiteY31" fmla="*/ 23784 h 281442"/>
                      <a:gd name="connsiteX32" fmla="*/ 11892 w 388470"/>
                      <a:gd name="connsiteY32" fmla="*/ 25105 h 281442"/>
                      <a:gd name="connsiteX33" fmla="*/ 9249 w 388470"/>
                      <a:gd name="connsiteY33" fmla="*/ 27748 h 281442"/>
                      <a:gd name="connsiteX34" fmla="*/ 7928 w 388470"/>
                      <a:gd name="connsiteY34" fmla="*/ 30390 h 281442"/>
                      <a:gd name="connsiteX35" fmla="*/ 7928 w 388470"/>
                      <a:gd name="connsiteY35" fmla="*/ 30390 h 281442"/>
                      <a:gd name="connsiteX36" fmla="*/ 7928 w 388470"/>
                      <a:gd name="connsiteY36" fmla="*/ 30390 h 281442"/>
                      <a:gd name="connsiteX37" fmla="*/ 6607 w 388470"/>
                      <a:gd name="connsiteY37" fmla="*/ 33033 h 281442"/>
                      <a:gd name="connsiteX38" fmla="*/ 5285 w 388470"/>
                      <a:gd name="connsiteY38" fmla="*/ 35676 h 281442"/>
                      <a:gd name="connsiteX39" fmla="*/ 3964 w 388470"/>
                      <a:gd name="connsiteY39" fmla="*/ 38318 h 281442"/>
                      <a:gd name="connsiteX40" fmla="*/ 3964 w 388470"/>
                      <a:gd name="connsiteY40" fmla="*/ 38318 h 281442"/>
                      <a:gd name="connsiteX41" fmla="*/ 3964 w 388470"/>
                      <a:gd name="connsiteY41" fmla="*/ 38318 h 281442"/>
                      <a:gd name="connsiteX42" fmla="*/ 2643 w 388470"/>
                      <a:gd name="connsiteY42" fmla="*/ 40961 h 281442"/>
                      <a:gd name="connsiteX43" fmla="*/ 1321 w 388470"/>
                      <a:gd name="connsiteY43" fmla="*/ 44925 h 281442"/>
                      <a:gd name="connsiteX44" fmla="*/ 1321 w 388470"/>
                      <a:gd name="connsiteY44" fmla="*/ 46247 h 281442"/>
                      <a:gd name="connsiteX45" fmla="*/ 1321 w 388470"/>
                      <a:gd name="connsiteY45" fmla="*/ 47568 h 281442"/>
                      <a:gd name="connsiteX46" fmla="*/ 1321 w 388470"/>
                      <a:gd name="connsiteY46" fmla="*/ 48889 h 281442"/>
                      <a:gd name="connsiteX47" fmla="*/ 0 w 388470"/>
                      <a:gd name="connsiteY47" fmla="*/ 52853 h 281442"/>
                      <a:gd name="connsiteX48" fmla="*/ 0 w 388470"/>
                      <a:gd name="connsiteY48" fmla="*/ 55496 h 281442"/>
                      <a:gd name="connsiteX49" fmla="*/ 0 w 388470"/>
                      <a:gd name="connsiteY49" fmla="*/ 56817 h 281442"/>
                      <a:gd name="connsiteX50" fmla="*/ 0 w 388470"/>
                      <a:gd name="connsiteY50" fmla="*/ 58138 h 281442"/>
                      <a:gd name="connsiteX51" fmla="*/ 0 w 388470"/>
                      <a:gd name="connsiteY51" fmla="*/ 64745 h 281442"/>
                      <a:gd name="connsiteX52" fmla="*/ 10571 w 388470"/>
                      <a:gd name="connsiteY52" fmla="*/ 88529 h 281442"/>
                      <a:gd name="connsiteX53" fmla="*/ 342224 w 388470"/>
                      <a:gd name="connsiteY53" fmla="*/ 281443 h 281442"/>
                      <a:gd name="connsiteX54" fmla="*/ 331654 w 388470"/>
                      <a:gd name="connsiteY54" fmla="*/ 257659 h 281442"/>
                      <a:gd name="connsiteX55" fmla="*/ 332975 w 388470"/>
                      <a:gd name="connsiteY55" fmla="*/ 249731 h 281442"/>
                      <a:gd name="connsiteX56" fmla="*/ 332975 w 388470"/>
                      <a:gd name="connsiteY56" fmla="*/ 248410 h 281442"/>
                      <a:gd name="connsiteX57" fmla="*/ 334296 w 388470"/>
                      <a:gd name="connsiteY57" fmla="*/ 240482 h 281442"/>
                      <a:gd name="connsiteX58" fmla="*/ 334296 w 388470"/>
                      <a:gd name="connsiteY58" fmla="*/ 239161 h 281442"/>
                      <a:gd name="connsiteX59" fmla="*/ 336939 w 388470"/>
                      <a:gd name="connsiteY59" fmla="*/ 231233 h 281442"/>
                      <a:gd name="connsiteX60" fmla="*/ 336939 w 388470"/>
                      <a:gd name="connsiteY60" fmla="*/ 231233 h 281442"/>
                      <a:gd name="connsiteX61" fmla="*/ 340903 w 388470"/>
                      <a:gd name="connsiteY61" fmla="*/ 223305 h 281442"/>
                      <a:gd name="connsiteX62" fmla="*/ 340903 w 388470"/>
                      <a:gd name="connsiteY62" fmla="*/ 223305 h 281442"/>
                      <a:gd name="connsiteX63" fmla="*/ 346188 w 388470"/>
                      <a:gd name="connsiteY63" fmla="*/ 215377 h 281442"/>
                      <a:gd name="connsiteX64" fmla="*/ 346188 w 388470"/>
                      <a:gd name="connsiteY64" fmla="*/ 215377 h 281442"/>
                      <a:gd name="connsiteX65" fmla="*/ 351474 w 388470"/>
                      <a:gd name="connsiteY65" fmla="*/ 208770 h 281442"/>
                      <a:gd name="connsiteX66" fmla="*/ 352795 w 388470"/>
                      <a:gd name="connsiteY66" fmla="*/ 207448 h 281442"/>
                      <a:gd name="connsiteX67" fmla="*/ 355438 w 388470"/>
                      <a:gd name="connsiteY67" fmla="*/ 204806 h 281442"/>
                      <a:gd name="connsiteX68" fmla="*/ 366008 w 388470"/>
                      <a:gd name="connsiteY68" fmla="*/ 196878 h 281442"/>
                      <a:gd name="connsiteX69" fmla="*/ 372615 w 388470"/>
                      <a:gd name="connsiteY69" fmla="*/ 194235 h 281442"/>
                      <a:gd name="connsiteX70" fmla="*/ 373936 w 388470"/>
                      <a:gd name="connsiteY70" fmla="*/ 194235 h 281442"/>
                      <a:gd name="connsiteX71" fmla="*/ 376579 w 388470"/>
                      <a:gd name="connsiteY71" fmla="*/ 194235 h 281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388470" h="281442">
                        <a:moveTo>
                          <a:pt x="376579" y="194235"/>
                        </a:moveTo>
                        <a:cubicBezTo>
                          <a:pt x="376579" y="194235"/>
                          <a:pt x="376579" y="194235"/>
                          <a:pt x="376579" y="194235"/>
                        </a:cubicBezTo>
                        <a:cubicBezTo>
                          <a:pt x="379222" y="194235"/>
                          <a:pt x="380543" y="194235"/>
                          <a:pt x="383185" y="194235"/>
                        </a:cubicBezTo>
                        <a:cubicBezTo>
                          <a:pt x="383185" y="194235"/>
                          <a:pt x="383185" y="194235"/>
                          <a:pt x="383185" y="194235"/>
                        </a:cubicBezTo>
                        <a:cubicBezTo>
                          <a:pt x="384507" y="194235"/>
                          <a:pt x="387149" y="195557"/>
                          <a:pt x="388471" y="195557"/>
                        </a:cubicBezTo>
                        <a:lnTo>
                          <a:pt x="388471" y="195557"/>
                        </a:lnTo>
                        <a:cubicBezTo>
                          <a:pt x="388471" y="195557"/>
                          <a:pt x="388471" y="195557"/>
                          <a:pt x="388471" y="195557"/>
                        </a:cubicBezTo>
                        <a:lnTo>
                          <a:pt x="56817" y="2642"/>
                        </a:lnTo>
                        <a:cubicBezTo>
                          <a:pt x="56817" y="2642"/>
                          <a:pt x="56817" y="2642"/>
                          <a:pt x="56817" y="2642"/>
                        </a:cubicBezTo>
                        <a:cubicBezTo>
                          <a:pt x="56817" y="2642"/>
                          <a:pt x="55496" y="2642"/>
                          <a:pt x="55496" y="1321"/>
                        </a:cubicBezTo>
                        <a:cubicBezTo>
                          <a:pt x="55496" y="1321"/>
                          <a:pt x="54175" y="1321"/>
                          <a:pt x="54175" y="0"/>
                        </a:cubicBezTo>
                        <a:cubicBezTo>
                          <a:pt x="54175" y="0"/>
                          <a:pt x="52853" y="0"/>
                          <a:pt x="52853" y="0"/>
                        </a:cubicBezTo>
                        <a:cubicBezTo>
                          <a:pt x="52853" y="0"/>
                          <a:pt x="52853" y="0"/>
                          <a:pt x="52853" y="0"/>
                        </a:cubicBezTo>
                        <a:cubicBezTo>
                          <a:pt x="52853" y="0"/>
                          <a:pt x="52853" y="0"/>
                          <a:pt x="52853" y="0"/>
                        </a:cubicBezTo>
                        <a:cubicBezTo>
                          <a:pt x="51532" y="0"/>
                          <a:pt x="51532" y="0"/>
                          <a:pt x="50211" y="0"/>
                        </a:cubicBezTo>
                        <a:cubicBezTo>
                          <a:pt x="48889" y="0"/>
                          <a:pt x="48889" y="0"/>
                          <a:pt x="47568" y="0"/>
                        </a:cubicBezTo>
                        <a:cubicBezTo>
                          <a:pt x="47568" y="0"/>
                          <a:pt x="47568" y="0"/>
                          <a:pt x="46247" y="0"/>
                        </a:cubicBezTo>
                        <a:cubicBezTo>
                          <a:pt x="46247" y="0"/>
                          <a:pt x="46247" y="0"/>
                          <a:pt x="46247" y="0"/>
                        </a:cubicBezTo>
                        <a:cubicBezTo>
                          <a:pt x="46247" y="0"/>
                          <a:pt x="44925" y="0"/>
                          <a:pt x="44925" y="0"/>
                        </a:cubicBezTo>
                        <a:cubicBezTo>
                          <a:pt x="43604" y="0"/>
                          <a:pt x="42283" y="0"/>
                          <a:pt x="42283" y="1321"/>
                        </a:cubicBezTo>
                        <a:cubicBezTo>
                          <a:pt x="42283" y="1321"/>
                          <a:pt x="40961" y="1321"/>
                          <a:pt x="40961" y="1321"/>
                        </a:cubicBezTo>
                        <a:cubicBezTo>
                          <a:pt x="40961" y="1321"/>
                          <a:pt x="39640" y="1321"/>
                          <a:pt x="39640" y="1321"/>
                        </a:cubicBezTo>
                        <a:cubicBezTo>
                          <a:pt x="39640" y="1321"/>
                          <a:pt x="38319" y="1321"/>
                          <a:pt x="38319" y="1321"/>
                        </a:cubicBezTo>
                        <a:cubicBezTo>
                          <a:pt x="36997" y="2642"/>
                          <a:pt x="34355" y="2642"/>
                          <a:pt x="33033" y="3964"/>
                        </a:cubicBezTo>
                        <a:cubicBezTo>
                          <a:pt x="29069" y="6607"/>
                          <a:pt x="25105" y="9249"/>
                          <a:pt x="22463" y="11892"/>
                        </a:cubicBezTo>
                        <a:cubicBezTo>
                          <a:pt x="22463" y="11892"/>
                          <a:pt x="21141" y="11892"/>
                          <a:pt x="21141" y="13213"/>
                        </a:cubicBezTo>
                        <a:cubicBezTo>
                          <a:pt x="21141" y="13213"/>
                          <a:pt x="19820" y="14535"/>
                          <a:pt x="19820" y="14535"/>
                        </a:cubicBezTo>
                        <a:cubicBezTo>
                          <a:pt x="19820" y="14535"/>
                          <a:pt x="18499" y="15856"/>
                          <a:pt x="18499" y="15856"/>
                        </a:cubicBezTo>
                        <a:cubicBezTo>
                          <a:pt x="18499" y="15856"/>
                          <a:pt x="17177" y="17177"/>
                          <a:pt x="17177" y="17177"/>
                        </a:cubicBezTo>
                        <a:cubicBezTo>
                          <a:pt x="15856" y="18499"/>
                          <a:pt x="15856" y="19820"/>
                          <a:pt x="14535" y="21141"/>
                        </a:cubicBezTo>
                        <a:cubicBezTo>
                          <a:pt x="14535" y="21141"/>
                          <a:pt x="13213" y="22462"/>
                          <a:pt x="13213" y="22462"/>
                        </a:cubicBezTo>
                        <a:cubicBezTo>
                          <a:pt x="13213" y="22462"/>
                          <a:pt x="13213" y="22462"/>
                          <a:pt x="13213" y="23784"/>
                        </a:cubicBezTo>
                        <a:cubicBezTo>
                          <a:pt x="13213" y="23784"/>
                          <a:pt x="13213" y="25105"/>
                          <a:pt x="11892" y="25105"/>
                        </a:cubicBezTo>
                        <a:cubicBezTo>
                          <a:pt x="10571" y="26427"/>
                          <a:pt x="10571" y="27748"/>
                          <a:pt x="9249" y="27748"/>
                        </a:cubicBezTo>
                        <a:cubicBezTo>
                          <a:pt x="9249" y="29069"/>
                          <a:pt x="7928" y="30390"/>
                          <a:pt x="7928" y="30390"/>
                        </a:cubicBezTo>
                        <a:cubicBezTo>
                          <a:pt x="7928" y="30390"/>
                          <a:pt x="7928" y="30390"/>
                          <a:pt x="7928" y="30390"/>
                        </a:cubicBezTo>
                        <a:cubicBezTo>
                          <a:pt x="7928" y="30390"/>
                          <a:pt x="7928" y="30390"/>
                          <a:pt x="7928" y="30390"/>
                        </a:cubicBezTo>
                        <a:cubicBezTo>
                          <a:pt x="7928" y="31712"/>
                          <a:pt x="6607" y="31712"/>
                          <a:pt x="6607" y="33033"/>
                        </a:cubicBezTo>
                        <a:cubicBezTo>
                          <a:pt x="6607" y="34355"/>
                          <a:pt x="5285" y="35676"/>
                          <a:pt x="5285" y="35676"/>
                        </a:cubicBezTo>
                        <a:cubicBezTo>
                          <a:pt x="5285" y="36997"/>
                          <a:pt x="3964" y="38318"/>
                          <a:pt x="3964" y="38318"/>
                        </a:cubicBezTo>
                        <a:cubicBezTo>
                          <a:pt x="3964" y="38318"/>
                          <a:pt x="3964" y="38318"/>
                          <a:pt x="3964" y="38318"/>
                        </a:cubicBezTo>
                        <a:cubicBezTo>
                          <a:pt x="3964" y="38318"/>
                          <a:pt x="3964" y="38318"/>
                          <a:pt x="3964" y="38318"/>
                        </a:cubicBezTo>
                        <a:cubicBezTo>
                          <a:pt x="3964" y="39640"/>
                          <a:pt x="2643" y="40961"/>
                          <a:pt x="2643" y="40961"/>
                        </a:cubicBezTo>
                        <a:cubicBezTo>
                          <a:pt x="2643" y="42282"/>
                          <a:pt x="1321" y="43604"/>
                          <a:pt x="1321" y="44925"/>
                        </a:cubicBezTo>
                        <a:cubicBezTo>
                          <a:pt x="1321" y="44925"/>
                          <a:pt x="1321" y="46247"/>
                          <a:pt x="1321" y="46247"/>
                        </a:cubicBezTo>
                        <a:cubicBezTo>
                          <a:pt x="1321" y="46247"/>
                          <a:pt x="1321" y="46247"/>
                          <a:pt x="1321" y="47568"/>
                        </a:cubicBezTo>
                        <a:cubicBezTo>
                          <a:pt x="1321" y="47568"/>
                          <a:pt x="1321" y="48889"/>
                          <a:pt x="1321" y="48889"/>
                        </a:cubicBezTo>
                        <a:cubicBezTo>
                          <a:pt x="1321" y="50210"/>
                          <a:pt x="0" y="51532"/>
                          <a:pt x="0" y="52853"/>
                        </a:cubicBezTo>
                        <a:cubicBezTo>
                          <a:pt x="0" y="54175"/>
                          <a:pt x="0" y="54175"/>
                          <a:pt x="0" y="55496"/>
                        </a:cubicBezTo>
                        <a:cubicBezTo>
                          <a:pt x="0" y="55496"/>
                          <a:pt x="0" y="56817"/>
                          <a:pt x="0" y="56817"/>
                        </a:cubicBezTo>
                        <a:cubicBezTo>
                          <a:pt x="0" y="56817"/>
                          <a:pt x="0" y="58138"/>
                          <a:pt x="0" y="58138"/>
                        </a:cubicBezTo>
                        <a:cubicBezTo>
                          <a:pt x="0" y="60781"/>
                          <a:pt x="0" y="63424"/>
                          <a:pt x="0" y="64745"/>
                        </a:cubicBezTo>
                        <a:cubicBezTo>
                          <a:pt x="0" y="76637"/>
                          <a:pt x="3964" y="84565"/>
                          <a:pt x="10571" y="88529"/>
                        </a:cubicBezTo>
                        <a:lnTo>
                          <a:pt x="342224" y="281443"/>
                        </a:lnTo>
                        <a:cubicBezTo>
                          <a:pt x="335618" y="277479"/>
                          <a:pt x="331654" y="269551"/>
                          <a:pt x="331654" y="257659"/>
                        </a:cubicBezTo>
                        <a:cubicBezTo>
                          <a:pt x="331654" y="255016"/>
                          <a:pt x="331654" y="252374"/>
                          <a:pt x="332975" y="249731"/>
                        </a:cubicBezTo>
                        <a:cubicBezTo>
                          <a:pt x="332975" y="249731"/>
                          <a:pt x="332975" y="248410"/>
                          <a:pt x="332975" y="248410"/>
                        </a:cubicBezTo>
                        <a:cubicBezTo>
                          <a:pt x="332975" y="245767"/>
                          <a:pt x="334296" y="243124"/>
                          <a:pt x="334296" y="240482"/>
                        </a:cubicBezTo>
                        <a:cubicBezTo>
                          <a:pt x="334296" y="240482"/>
                          <a:pt x="334296" y="240482"/>
                          <a:pt x="334296" y="239161"/>
                        </a:cubicBezTo>
                        <a:cubicBezTo>
                          <a:pt x="335618" y="236518"/>
                          <a:pt x="335618" y="233875"/>
                          <a:pt x="336939" y="231233"/>
                        </a:cubicBezTo>
                        <a:cubicBezTo>
                          <a:pt x="336939" y="231233"/>
                          <a:pt x="336939" y="231233"/>
                          <a:pt x="336939" y="231233"/>
                        </a:cubicBezTo>
                        <a:cubicBezTo>
                          <a:pt x="338260" y="228590"/>
                          <a:pt x="339582" y="225947"/>
                          <a:pt x="340903" y="223305"/>
                        </a:cubicBezTo>
                        <a:cubicBezTo>
                          <a:pt x="340903" y="223305"/>
                          <a:pt x="340903" y="223305"/>
                          <a:pt x="340903" y="223305"/>
                        </a:cubicBezTo>
                        <a:cubicBezTo>
                          <a:pt x="342224" y="220662"/>
                          <a:pt x="343546" y="218019"/>
                          <a:pt x="346188" y="215377"/>
                        </a:cubicBezTo>
                        <a:cubicBezTo>
                          <a:pt x="346188" y="215377"/>
                          <a:pt x="346188" y="215377"/>
                          <a:pt x="346188" y="215377"/>
                        </a:cubicBezTo>
                        <a:cubicBezTo>
                          <a:pt x="347510" y="212734"/>
                          <a:pt x="350152" y="211413"/>
                          <a:pt x="351474" y="208770"/>
                        </a:cubicBezTo>
                        <a:cubicBezTo>
                          <a:pt x="351474" y="208770"/>
                          <a:pt x="352795" y="207448"/>
                          <a:pt x="352795" y="207448"/>
                        </a:cubicBezTo>
                        <a:cubicBezTo>
                          <a:pt x="354116" y="206127"/>
                          <a:pt x="354116" y="206127"/>
                          <a:pt x="355438" y="204806"/>
                        </a:cubicBezTo>
                        <a:cubicBezTo>
                          <a:pt x="359402" y="202163"/>
                          <a:pt x="362044" y="198199"/>
                          <a:pt x="366008" y="196878"/>
                        </a:cubicBezTo>
                        <a:cubicBezTo>
                          <a:pt x="368651" y="195557"/>
                          <a:pt x="369972" y="194235"/>
                          <a:pt x="372615" y="194235"/>
                        </a:cubicBezTo>
                        <a:cubicBezTo>
                          <a:pt x="372615" y="194235"/>
                          <a:pt x="373936" y="194235"/>
                          <a:pt x="373936" y="194235"/>
                        </a:cubicBezTo>
                        <a:cubicBezTo>
                          <a:pt x="372615" y="194235"/>
                          <a:pt x="373936" y="194235"/>
                          <a:pt x="376579" y="194235"/>
                        </a:cubicBezTo>
                        <a:close/>
                      </a:path>
                    </a:pathLst>
                  </a:custGeom>
                  <a:solidFill>
                    <a:schemeClr val="bg2">
                      <a:lumMod val="65000"/>
                    </a:schemeClr>
                  </a:solidFill>
                  <a:ln w="13204"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1222E7A1-60F5-4111-A5AA-93E11ED7EDE0}"/>
                      </a:ext>
                    </a:extLst>
                  </p:cNvPr>
                  <p:cNvSpPr/>
                  <p:nvPr/>
                </p:nvSpPr>
                <p:spPr>
                  <a:xfrm>
                    <a:off x="8589034" y="5742793"/>
                    <a:ext cx="71351" cy="93592"/>
                  </a:xfrm>
                  <a:custGeom>
                    <a:avLst/>
                    <a:gdLst>
                      <a:gd name="connsiteX0" fmla="*/ 35676 w 71351"/>
                      <a:gd name="connsiteY0" fmla="*/ 5175 h 93592"/>
                      <a:gd name="connsiteX1" fmla="*/ 71352 w 71351"/>
                      <a:gd name="connsiteY1" fmla="*/ 26316 h 93592"/>
                      <a:gd name="connsiteX2" fmla="*/ 35676 w 71351"/>
                      <a:gd name="connsiteY2" fmla="*/ 88418 h 93592"/>
                      <a:gd name="connsiteX3" fmla="*/ 0 w 71351"/>
                      <a:gd name="connsiteY3" fmla="*/ 67277 h 93592"/>
                      <a:gd name="connsiteX4" fmla="*/ 35676 w 71351"/>
                      <a:gd name="connsiteY4" fmla="*/ 5175 h 93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351" h="93592">
                        <a:moveTo>
                          <a:pt x="35676" y="5175"/>
                        </a:moveTo>
                        <a:cubicBezTo>
                          <a:pt x="55496" y="-6717"/>
                          <a:pt x="71352" y="2532"/>
                          <a:pt x="71352" y="26316"/>
                        </a:cubicBezTo>
                        <a:cubicBezTo>
                          <a:pt x="71352" y="48778"/>
                          <a:pt x="55496" y="77848"/>
                          <a:pt x="35676" y="88418"/>
                        </a:cubicBezTo>
                        <a:cubicBezTo>
                          <a:pt x="15856" y="100310"/>
                          <a:pt x="0" y="91061"/>
                          <a:pt x="0" y="67277"/>
                        </a:cubicBezTo>
                        <a:cubicBezTo>
                          <a:pt x="0" y="44814"/>
                          <a:pt x="15856" y="17066"/>
                          <a:pt x="35676" y="5175"/>
                        </a:cubicBezTo>
                        <a:close/>
                      </a:path>
                    </a:pathLst>
                  </a:custGeom>
                  <a:solidFill>
                    <a:srgbClr val="171516"/>
                  </a:solidFill>
                  <a:ln w="13204" cap="flat">
                    <a:noFill/>
                    <a:prstDash val="solid"/>
                    <a:miter/>
                  </a:ln>
                </p:spPr>
                <p:txBody>
                  <a:bodyPr rtlCol="0" anchor="ctr"/>
                  <a:lstStyle/>
                  <a:p>
                    <a:endParaRPr lang="en-US"/>
                  </a:p>
                </p:txBody>
              </p:sp>
            </p:grpSp>
            <p:grpSp>
              <p:nvGrpSpPr>
                <p:cNvPr id="159" name="Graphic 3">
                  <a:extLst>
                    <a:ext uri="{FF2B5EF4-FFF2-40B4-BE49-F238E27FC236}">
                      <a16:creationId xmlns:a16="http://schemas.microsoft.com/office/drawing/2014/main" id="{85FB30D8-0F6F-4314-A3BD-A2090A2B8719}"/>
                    </a:ext>
                  </a:extLst>
                </p:cNvPr>
                <p:cNvGrpSpPr/>
                <p:nvPr/>
              </p:nvGrpSpPr>
              <p:grpSpPr>
                <a:xfrm>
                  <a:off x="8479364" y="5660760"/>
                  <a:ext cx="520603" cy="378798"/>
                  <a:chOff x="8479364" y="5660760"/>
                  <a:chExt cx="520603" cy="378798"/>
                </a:xfrm>
              </p:grpSpPr>
              <p:sp>
                <p:nvSpPr>
                  <p:cNvPr id="160" name="Freeform: Shape 159">
                    <a:extLst>
                      <a:ext uri="{FF2B5EF4-FFF2-40B4-BE49-F238E27FC236}">
                        <a16:creationId xmlns:a16="http://schemas.microsoft.com/office/drawing/2014/main" id="{9396CC34-5229-469B-A432-72591BFF6D75}"/>
                      </a:ext>
                    </a:extLst>
                  </p:cNvPr>
                  <p:cNvSpPr/>
                  <p:nvPr/>
                </p:nvSpPr>
                <p:spPr>
                  <a:xfrm>
                    <a:off x="8479364" y="5660760"/>
                    <a:ext cx="506069" cy="373935"/>
                  </a:xfrm>
                  <a:custGeom>
                    <a:avLst/>
                    <a:gdLst>
                      <a:gd name="connsiteX0" fmla="*/ 478321 w 506069"/>
                      <a:gd name="connsiteY0" fmla="*/ 241803 h 373935"/>
                      <a:gd name="connsiteX1" fmla="*/ 487570 w 506069"/>
                      <a:gd name="connsiteY1" fmla="*/ 240482 h 373935"/>
                      <a:gd name="connsiteX2" fmla="*/ 488892 w 506069"/>
                      <a:gd name="connsiteY2" fmla="*/ 240482 h 373935"/>
                      <a:gd name="connsiteX3" fmla="*/ 498141 w 506069"/>
                      <a:gd name="connsiteY3" fmla="*/ 240482 h 373935"/>
                      <a:gd name="connsiteX4" fmla="*/ 498141 w 506069"/>
                      <a:gd name="connsiteY4" fmla="*/ 240482 h 373935"/>
                      <a:gd name="connsiteX5" fmla="*/ 506069 w 506069"/>
                      <a:gd name="connsiteY5" fmla="*/ 243124 h 373935"/>
                      <a:gd name="connsiteX6" fmla="*/ 92493 w 506069"/>
                      <a:gd name="connsiteY6" fmla="*/ 2643 h 373935"/>
                      <a:gd name="connsiteX7" fmla="*/ 92493 w 506069"/>
                      <a:gd name="connsiteY7" fmla="*/ 2643 h 373935"/>
                      <a:gd name="connsiteX8" fmla="*/ 89850 w 506069"/>
                      <a:gd name="connsiteY8" fmla="*/ 1321 h 373935"/>
                      <a:gd name="connsiteX9" fmla="*/ 87208 w 506069"/>
                      <a:gd name="connsiteY9" fmla="*/ 0 h 373935"/>
                      <a:gd name="connsiteX10" fmla="*/ 85886 w 506069"/>
                      <a:gd name="connsiteY10" fmla="*/ 0 h 373935"/>
                      <a:gd name="connsiteX11" fmla="*/ 85886 w 506069"/>
                      <a:gd name="connsiteY11" fmla="*/ 0 h 373935"/>
                      <a:gd name="connsiteX12" fmla="*/ 84565 w 506069"/>
                      <a:gd name="connsiteY12" fmla="*/ 0 h 373935"/>
                      <a:gd name="connsiteX13" fmla="*/ 81922 w 506069"/>
                      <a:gd name="connsiteY13" fmla="*/ 0 h 373935"/>
                      <a:gd name="connsiteX14" fmla="*/ 77958 w 506069"/>
                      <a:gd name="connsiteY14" fmla="*/ 0 h 373935"/>
                      <a:gd name="connsiteX15" fmla="*/ 76637 w 506069"/>
                      <a:gd name="connsiteY15" fmla="*/ 0 h 373935"/>
                      <a:gd name="connsiteX16" fmla="*/ 75316 w 506069"/>
                      <a:gd name="connsiteY16" fmla="*/ 0 h 373935"/>
                      <a:gd name="connsiteX17" fmla="*/ 72673 w 506069"/>
                      <a:gd name="connsiteY17" fmla="*/ 0 h 373935"/>
                      <a:gd name="connsiteX18" fmla="*/ 67388 w 506069"/>
                      <a:gd name="connsiteY18" fmla="*/ 1321 h 373935"/>
                      <a:gd name="connsiteX19" fmla="*/ 64745 w 506069"/>
                      <a:gd name="connsiteY19" fmla="*/ 2643 h 373935"/>
                      <a:gd name="connsiteX20" fmla="*/ 63424 w 506069"/>
                      <a:gd name="connsiteY20" fmla="*/ 2643 h 373935"/>
                      <a:gd name="connsiteX21" fmla="*/ 60781 w 506069"/>
                      <a:gd name="connsiteY21" fmla="*/ 3964 h 373935"/>
                      <a:gd name="connsiteX22" fmla="*/ 52853 w 506069"/>
                      <a:gd name="connsiteY22" fmla="*/ 7928 h 373935"/>
                      <a:gd name="connsiteX23" fmla="*/ 42282 w 506069"/>
                      <a:gd name="connsiteY23" fmla="*/ 14535 h 373935"/>
                      <a:gd name="connsiteX24" fmla="*/ 39640 w 506069"/>
                      <a:gd name="connsiteY24" fmla="*/ 17177 h 373935"/>
                      <a:gd name="connsiteX25" fmla="*/ 34354 w 506069"/>
                      <a:gd name="connsiteY25" fmla="*/ 21141 h 373935"/>
                      <a:gd name="connsiteX26" fmla="*/ 31712 w 506069"/>
                      <a:gd name="connsiteY26" fmla="*/ 23784 h 373935"/>
                      <a:gd name="connsiteX27" fmla="*/ 30391 w 506069"/>
                      <a:gd name="connsiteY27" fmla="*/ 25105 h 373935"/>
                      <a:gd name="connsiteX28" fmla="*/ 27748 w 506069"/>
                      <a:gd name="connsiteY28" fmla="*/ 27748 h 373935"/>
                      <a:gd name="connsiteX29" fmla="*/ 23784 w 506069"/>
                      <a:gd name="connsiteY29" fmla="*/ 33033 h 373935"/>
                      <a:gd name="connsiteX30" fmla="*/ 22463 w 506069"/>
                      <a:gd name="connsiteY30" fmla="*/ 35676 h 373935"/>
                      <a:gd name="connsiteX31" fmla="*/ 21141 w 506069"/>
                      <a:gd name="connsiteY31" fmla="*/ 36997 h 373935"/>
                      <a:gd name="connsiteX32" fmla="*/ 19820 w 506069"/>
                      <a:gd name="connsiteY32" fmla="*/ 38318 h 373935"/>
                      <a:gd name="connsiteX33" fmla="*/ 17177 w 506069"/>
                      <a:gd name="connsiteY33" fmla="*/ 43604 h 373935"/>
                      <a:gd name="connsiteX34" fmla="*/ 14535 w 506069"/>
                      <a:gd name="connsiteY34" fmla="*/ 47568 h 373935"/>
                      <a:gd name="connsiteX35" fmla="*/ 14535 w 506069"/>
                      <a:gd name="connsiteY35" fmla="*/ 47568 h 373935"/>
                      <a:gd name="connsiteX36" fmla="*/ 14535 w 506069"/>
                      <a:gd name="connsiteY36" fmla="*/ 47568 h 373935"/>
                      <a:gd name="connsiteX37" fmla="*/ 11892 w 506069"/>
                      <a:gd name="connsiteY37" fmla="*/ 51532 h 373935"/>
                      <a:gd name="connsiteX38" fmla="*/ 9249 w 506069"/>
                      <a:gd name="connsiteY38" fmla="*/ 55496 h 373935"/>
                      <a:gd name="connsiteX39" fmla="*/ 7928 w 506069"/>
                      <a:gd name="connsiteY39" fmla="*/ 59460 h 373935"/>
                      <a:gd name="connsiteX40" fmla="*/ 7928 w 506069"/>
                      <a:gd name="connsiteY40" fmla="*/ 59460 h 373935"/>
                      <a:gd name="connsiteX41" fmla="*/ 7928 w 506069"/>
                      <a:gd name="connsiteY41" fmla="*/ 59460 h 373935"/>
                      <a:gd name="connsiteX42" fmla="*/ 5285 w 506069"/>
                      <a:gd name="connsiteY42" fmla="*/ 64745 h 373935"/>
                      <a:gd name="connsiteX43" fmla="*/ 3964 w 506069"/>
                      <a:gd name="connsiteY43" fmla="*/ 70030 h 373935"/>
                      <a:gd name="connsiteX44" fmla="*/ 2643 w 506069"/>
                      <a:gd name="connsiteY44" fmla="*/ 72673 h 373935"/>
                      <a:gd name="connsiteX45" fmla="*/ 2643 w 506069"/>
                      <a:gd name="connsiteY45" fmla="*/ 73995 h 373935"/>
                      <a:gd name="connsiteX46" fmla="*/ 2643 w 506069"/>
                      <a:gd name="connsiteY46" fmla="*/ 75316 h 373935"/>
                      <a:gd name="connsiteX47" fmla="*/ 1321 w 506069"/>
                      <a:gd name="connsiteY47" fmla="*/ 81923 h 373935"/>
                      <a:gd name="connsiteX48" fmla="*/ 1321 w 506069"/>
                      <a:gd name="connsiteY48" fmla="*/ 85886 h 373935"/>
                      <a:gd name="connsiteX49" fmla="*/ 1321 w 506069"/>
                      <a:gd name="connsiteY49" fmla="*/ 87208 h 373935"/>
                      <a:gd name="connsiteX50" fmla="*/ 1321 w 506069"/>
                      <a:gd name="connsiteY50" fmla="*/ 88529 h 373935"/>
                      <a:gd name="connsiteX51" fmla="*/ 0 w 506069"/>
                      <a:gd name="connsiteY51" fmla="*/ 99100 h 373935"/>
                      <a:gd name="connsiteX52" fmla="*/ 15856 w 506069"/>
                      <a:gd name="connsiteY52" fmla="*/ 133454 h 373935"/>
                      <a:gd name="connsiteX53" fmla="*/ 429432 w 506069"/>
                      <a:gd name="connsiteY53" fmla="*/ 373936 h 373935"/>
                      <a:gd name="connsiteX54" fmla="*/ 413576 w 506069"/>
                      <a:gd name="connsiteY54" fmla="*/ 339582 h 373935"/>
                      <a:gd name="connsiteX55" fmla="*/ 414897 w 506069"/>
                      <a:gd name="connsiteY55" fmla="*/ 327689 h 373935"/>
                      <a:gd name="connsiteX56" fmla="*/ 414897 w 506069"/>
                      <a:gd name="connsiteY56" fmla="*/ 326368 h 373935"/>
                      <a:gd name="connsiteX57" fmla="*/ 417540 w 506069"/>
                      <a:gd name="connsiteY57" fmla="*/ 314476 h 373935"/>
                      <a:gd name="connsiteX58" fmla="*/ 417540 w 506069"/>
                      <a:gd name="connsiteY58" fmla="*/ 313155 h 373935"/>
                      <a:gd name="connsiteX59" fmla="*/ 422825 w 506069"/>
                      <a:gd name="connsiteY59" fmla="*/ 299942 h 373935"/>
                      <a:gd name="connsiteX60" fmla="*/ 422825 w 506069"/>
                      <a:gd name="connsiteY60" fmla="*/ 299942 h 373935"/>
                      <a:gd name="connsiteX61" fmla="*/ 429432 w 506069"/>
                      <a:gd name="connsiteY61" fmla="*/ 286729 h 373935"/>
                      <a:gd name="connsiteX62" fmla="*/ 429432 w 506069"/>
                      <a:gd name="connsiteY62" fmla="*/ 286729 h 373935"/>
                      <a:gd name="connsiteX63" fmla="*/ 437360 w 506069"/>
                      <a:gd name="connsiteY63" fmla="*/ 274836 h 373935"/>
                      <a:gd name="connsiteX64" fmla="*/ 438681 w 506069"/>
                      <a:gd name="connsiteY64" fmla="*/ 273515 h 373935"/>
                      <a:gd name="connsiteX65" fmla="*/ 446609 w 506069"/>
                      <a:gd name="connsiteY65" fmla="*/ 264266 h 373935"/>
                      <a:gd name="connsiteX66" fmla="*/ 447931 w 506069"/>
                      <a:gd name="connsiteY66" fmla="*/ 262944 h 373935"/>
                      <a:gd name="connsiteX67" fmla="*/ 454537 w 506069"/>
                      <a:gd name="connsiteY67" fmla="*/ 256338 h 373935"/>
                      <a:gd name="connsiteX68" fmla="*/ 457180 w 506069"/>
                      <a:gd name="connsiteY68" fmla="*/ 253695 h 373935"/>
                      <a:gd name="connsiteX69" fmla="*/ 467750 w 506069"/>
                      <a:gd name="connsiteY69" fmla="*/ 247089 h 373935"/>
                      <a:gd name="connsiteX70" fmla="*/ 478321 w 506069"/>
                      <a:gd name="connsiteY70" fmla="*/ 243124 h 373935"/>
                      <a:gd name="connsiteX71" fmla="*/ 478321 w 506069"/>
                      <a:gd name="connsiteY71" fmla="*/ 241803 h 37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06069" h="373935">
                        <a:moveTo>
                          <a:pt x="478321" y="241803"/>
                        </a:moveTo>
                        <a:cubicBezTo>
                          <a:pt x="480964" y="240482"/>
                          <a:pt x="484928" y="240482"/>
                          <a:pt x="487570" y="240482"/>
                        </a:cubicBezTo>
                        <a:cubicBezTo>
                          <a:pt x="487570" y="240482"/>
                          <a:pt x="487570" y="240482"/>
                          <a:pt x="488892" y="240482"/>
                        </a:cubicBezTo>
                        <a:cubicBezTo>
                          <a:pt x="491534" y="240482"/>
                          <a:pt x="495498" y="240482"/>
                          <a:pt x="498141" y="240482"/>
                        </a:cubicBezTo>
                        <a:cubicBezTo>
                          <a:pt x="498141" y="240482"/>
                          <a:pt x="498141" y="240482"/>
                          <a:pt x="498141" y="240482"/>
                        </a:cubicBezTo>
                        <a:cubicBezTo>
                          <a:pt x="500784" y="240482"/>
                          <a:pt x="503426" y="241803"/>
                          <a:pt x="506069" y="243124"/>
                        </a:cubicBezTo>
                        <a:lnTo>
                          <a:pt x="92493" y="2643"/>
                        </a:lnTo>
                        <a:cubicBezTo>
                          <a:pt x="92493" y="2643"/>
                          <a:pt x="92493" y="2643"/>
                          <a:pt x="92493" y="2643"/>
                        </a:cubicBezTo>
                        <a:cubicBezTo>
                          <a:pt x="91172" y="2643"/>
                          <a:pt x="91172" y="1321"/>
                          <a:pt x="89850" y="1321"/>
                        </a:cubicBezTo>
                        <a:cubicBezTo>
                          <a:pt x="88529" y="1321"/>
                          <a:pt x="88529" y="0"/>
                          <a:pt x="87208" y="0"/>
                        </a:cubicBezTo>
                        <a:cubicBezTo>
                          <a:pt x="87208" y="0"/>
                          <a:pt x="85886" y="0"/>
                          <a:pt x="85886" y="0"/>
                        </a:cubicBezTo>
                        <a:cubicBezTo>
                          <a:pt x="85886" y="0"/>
                          <a:pt x="85886" y="0"/>
                          <a:pt x="85886" y="0"/>
                        </a:cubicBezTo>
                        <a:cubicBezTo>
                          <a:pt x="85886" y="0"/>
                          <a:pt x="85886" y="0"/>
                          <a:pt x="84565" y="0"/>
                        </a:cubicBezTo>
                        <a:cubicBezTo>
                          <a:pt x="83244" y="0"/>
                          <a:pt x="81922" y="0"/>
                          <a:pt x="81922" y="0"/>
                        </a:cubicBezTo>
                        <a:cubicBezTo>
                          <a:pt x="80601" y="0"/>
                          <a:pt x="79280" y="0"/>
                          <a:pt x="77958" y="0"/>
                        </a:cubicBezTo>
                        <a:cubicBezTo>
                          <a:pt x="77958" y="0"/>
                          <a:pt x="76637" y="0"/>
                          <a:pt x="76637" y="0"/>
                        </a:cubicBezTo>
                        <a:cubicBezTo>
                          <a:pt x="76637" y="0"/>
                          <a:pt x="76637" y="0"/>
                          <a:pt x="75316" y="0"/>
                        </a:cubicBezTo>
                        <a:cubicBezTo>
                          <a:pt x="73994" y="0"/>
                          <a:pt x="73994" y="0"/>
                          <a:pt x="72673" y="0"/>
                        </a:cubicBezTo>
                        <a:cubicBezTo>
                          <a:pt x="71352" y="0"/>
                          <a:pt x="70030" y="0"/>
                          <a:pt x="67388" y="1321"/>
                        </a:cubicBezTo>
                        <a:cubicBezTo>
                          <a:pt x="66066" y="1321"/>
                          <a:pt x="66066" y="1321"/>
                          <a:pt x="64745" y="2643"/>
                        </a:cubicBezTo>
                        <a:cubicBezTo>
                          <a:pt x="64745" y="2643"/>
                          <a:pt x="63424" y="2643"/>
                          <a:pt x="63424" y="2643"/>
                        </a:cubicBezTo>
                        <a:cubicBezTo>
                          <a:pt x="62102" y="2643"/>
                          <a:pt x="62102" y="2643"/>
                          <a:pt x="60781" y="3964"/>
                        </a:cubicBezTo>
                        <a:cubicBezTo>
                          <a:pt x="58138" y="5285"/>
                          <a:pt x="55496" y="6607"/>
                          <a:pt x="52853" y="7928"/>
                        </a:cubicBezTo>
                        <a:cubicBezTo>
                          <a:pt x="48889" y="10570"/>
                          <a:pt x="46247" y="11892"/>
                          <a:pt x="42282" y="14535"/>
                        </a:cubicBezTo>
                        <a:cubicBezTo>
                          <a:pt x="40961" y="15856"/>
                          <a:pt x="39640" y="15856"/>
                          <a:pt x="39640" y="17177"/>
                        </a:cubicBezTo>
                        <a:cubicBezTo>
                          <a:pt x="38318" y="18499"/>
                          <a:pt x="36997" y="19820"/>
                          <a:pt x="34354" y="21141"/>
                        </a:cubicBezTo>
                        <a:cubicBezTo>
                          <a:pt x="33033" y="22463"/>
                          <a:pt x="33033" y="22463"/>
                          <a:pt x="31712" y="23784"/>
                        </a:cubicBezTo>
                        <a:cubicBezTo>
                          <a:pt x="31712" y="23784"/>
                          <a:pt x="30391" y="25105"/>
                          <a:pt x="30391" y="25105"/>
                        </a:cubicBezTo>
                        <a:cubicBezTo>
                          <a:pt x="29069" y="26427"/>
                          <a:pt x="29069" y="26427"/>
                          <a:pt x="27748" y="27748"/>
                        </a:cubicBezTo>
                        <a:cubicBezTo>
                          <a:pt x="26427" y="29069"/>
                          <a:pt x="25105" y="31712"/>
                          <a:pt x="23784" y="33033"/>
                        </a:cubicBezTo>
                        <a:cubicBezTo>
                          <a:pt x="23784" y="33033"/>
                          <a:pt x="22463" y="34355"/>
                          <a:pt x="22463" y="35676"/>
                        </a:cubicBezTo>
                        <a:cubicBezTo>
                          <a:pt x="22463" y="35676"/>
                          <a:pt x="22463" y="36997"/>
                          <a:pt x="21141" y="36997"/>
                        </a:cubicBezTo>
                        <a:cubicBezTo>
                          <a:pt x="21141" y="36997"/>
                          <a:pt x="19820" y="38318"/>
                          <a:pt x="19820" y="38318"/>
                        </a:cubicBezTo>
                        <a:cubicBezTo>
                          <a:pt x="18499" y="39640"/>
                          <a:pt x="17177" y="40961"/>
                          <a:pt x="17177" y="43604"/>
                        </a:cubicBezTo>
                        <a:cubicBezTo>
                          <a:pt x="15856" y="44925"/>
                          <a:pt x="15856" y="46247"/>
                          <a:pt x="14535" y="47568"/>
                        </a:cubicBezTo>
                        <a:cubicBezTo>
                          <a:pt x="14535" y="47568"/>
                          <a:pt x="14535" y="47568"/>
                          <a:pt x="14535" y="47568"/>
                        </a:cubicBezTo>
                        <a:cubicBezTo>
                          <a:pt x="14535" y="47568"/>
                          <a:pt x="14535" y="47568"/>
                          <a:pt x="14535" y="47568"/>
                        </a:cubicBezTo>
                        <a:cubicBezTo>
                          <a:pt x="13213" y="48889"/>
                          <a:pt x="13213" y="50210"/>
                          <a:pt x="11892" y="51532"/>
                        </a:cubicBezTo>
                        <a:cubicBezTo>
                          <a:pt x="10571" y="52853"/>
                          <a:pt x="10571" y="54175"/>
                          <a:pt x="9249" y="55496"/>
                        </a:cubicBezTo>
                        <a:cubicBezTo>
                          <a:pt x="7928" y="56817"/>
                          <a:pt x="7928" y="58138"/>
                          <a:pt x="7928" y="59460"/>
                        </a:cubicBezTo>
                        <a:cubicBezTo>
                          <a:pt x="7928" y="59460"/>
                          <a:pt x="7928" y="59460"/>
                          <a:pt x="7928" y="59460"/>
                        </a:cubicBezTo>
                        <a:cubicBezTo>
                          <a:pt x="7928" y="59460"/>
                          <a:pt x="7928" y="59460"/>
                          <a:pt x="7928" y="59460"/>
                        </a:cubicBezTo>
                        <a:cubicBezTo>
                          <a:pt x="6607" y="60781"/>
                          <a:pt x="6607" y="62103"/>
                          <a:pt x="5285" y="64745"/>
                        </a:cubicBezTo>
                        <a:cubicBezTo>
                          <a:pt x="5285" y="66066"/>
                          <a:pt x="3964" y="68709"/>
                          <a:pt x="3964" y="70030"/>
                        </a:cubicBezTo>
                        <a:cubicBezTo>
                          <a:pt x="3964" y="71352"/>
                          <a:pt x="3964" y="71352"/>
                          <a:pt x="2643" y="72673"/>
                        </a:cubicBezTo>
                        <a:cubicBezTo>
                          <a:pt x="2643" y="72673"/>
                          <a:pt x="2643" y="73995"/>
                          <a:pt x="2643" y="73995"/>
                        </a:cubicBezTo>
                        <a:cubicBezTo>
                          <a:pt x="2643" y="73995"/>
                          <a:pt x="2643" y="75316"/>
                          <a:pt x="2643" y="75316"/>
                        </a:cubicBezTo>
                        <a:cubicBezTo>
                          <a:pt x="2643" y="77958"/>
                          <a:pt x="1321" y="79280"/>
                          <a:pt x="1321" y="81923"/>
                        </a:cubicBezTo>
                        <a:cubicBezTo>
                          <a:pt x="1321" y="83244"/>
                          <a:pt x="1321" y="84565"/>
                          <a:pt x="1321" y="85886"/>
                        </a:cubicBezTo>
                        <a:cubicBezTo>
                          <a:pt x="1321" y="85886"/>
                          <a:pt x="1321" y="87208"/>
                          <a:pt x="1321" y="87208"/>
                        </a:cubicBezTo>
                        <a:cubicBezTo>
                          <a:pt x="1321" y="87208"/>
                          <a:pt x="1321" y="88529"/>
                          <a:pt x="1321" y="88529"/>
                        </a:cubicBezTo>
                        <a:cubicBezTo>
                          <a:pt x="1321" y="92493"/>
                          <a:pt x="0" y="95136"/>
                          <a:pt x="0" y="99100"/>
                        </a:cubicBezTo>
                        <a:cubicBezTo>
                          <a:pt x="0" y="116277"/>
                          <a:pt x="6607" y="128169"/>
                          <a:pt x="15856" y="133454"/>
                        </a:cubicBezTo>
                        <a:lnTo>
                          <a:pt x="429432" y="373936"/>
                        </a:lnTo>
                        <a:cubicBezTo>
                          <a:pt x="420183" y="368651"/>
                          <a:pt x="413576" y="356759"/>
                          <a:pt x="413576" y="339582"/>
                        </a:cubicBezTo>
                        <a:cubicBezTo>
                          <a:pt x="413576" y="335618"/>
                          <a:pt x="413576" y="331654"/>
                          <a:pt x="414897" y="327689"/>
                        </a:cubicBezTo>
                        <a:cubicBezTo>
                          <a:pt x="414897" y="327689"/>
                          <a:pt x="414897" y="326368"/>
                          <a:pt x="414897" y="326368"/>
                        </a:cubicBezTo>
                        <a:cubicBezTo>
                          <a:pt x="416219" y="322404"/>
                          <a:pt x="416219" y="318440"/>
                          <a:pt x="417540" y="314476"/>
                        </a:cubicBezTo>
                        <a:cubicBezTo>
                          <a:pt x="417540" y="314476"/>
                          <a:pt x="417540" y="313155"/>
                          <a:pt x="417540" y="313155"/>
                        </a:cubicBezTo>
                        <a:cubicBezTo>
                          <a:pt x="418861" y="309191"/>
                          <a:pt x="420183" y="305227"/>
                          <a:pt x="422825" y="299942"/>
                        </a:cubicBezTo>
                        <a:cubicBezTo>
                          <a:pt x="422825" y="299942"/>
                          <a:pt x="422825" y="299942"/>
                          <a:pt x="422825" y="299942"/>
                        </a:cubicBezTo>
                        <a:cubicBezTo>
                          <a:pt x="424147" y="295978"/>
                          <a:pt x="426789" y="292014"/>
                          <a:pt x="429432" y="286729"/>
                        </a:cubicBezTo>
                        <a:cubicBezTo>
                          <a:pt x="429432" y="286729"/>
                          <a:pt x="429432" y="286729"/>
                          <a:pt x="429432" y="286729"/>
                        </a:cubicBezTo>
                        <a:cubicBezTo>
                          <a:pt x="432075" y="282764"/>
                          <a:pt x="434717" y="278801"/>
                          <a:pt x="437360" y="274836"/>
                        </a:cubicBezTo>
                        <a:cubicBezTo>
                          <a:pt x="437360" y="274836"/>
                          <a:pt x="437360" y="273515"/>
                          <a:pt x="438681" y="273515"/>
                        </a:cubicBezTo>
                        <a:cubicBezTo>
                          <a:pt x="441324" y="269551"/>
                          <a:pt x="443966" y="266909"/>
                          <a:pt x="446609" y="264266"/>
                        </a:cubicBezTo>
                        <a:cubicBezTo>
                          <a:pt x="446609" y="264266"/>
                          <a:pt x="447931" y="262944"/>
                          <a:pt x="447931" y="262944"/>
                        </a:cubicBezTo>
                        <a:cubicBezTo>
                          <a:pt x="450573" y="260302"/>
                          <a:pt x="451895" y="258981"/>
                          <a:pt x="454537" y="256338"/>
                        </a:cubicBezTo>
                        <a:cubicBezTo>
                          <a:pt x="455859" y="255016"/>
                          <a:pt x="457180" y="255016"/>
                          <a:pt x="457180" y="253695"/>
                        </a:cubicBezTo>
                        <a:cubicBezTo>
                          <a:pt x="461144" y="251053"/>
                          <a:pt x="463786" y="248410"/>
                          <a:pt x="467750" y="247089"/>
                        </a:cubicBezTo>
                        <a:cubicBezTo>
                          <a:pt x="471714" y="245767"/>
                          <a:pt x="474357" y="243124"/>
                          <a:pt x="478321" y="243124"/>
                        </a:cubicBezTo>
                        <a:cubicBezTo>
                          <a:pt x="477000" y="243124"/>
                          <a:pt x="477000" y="243124"/>
                          <a:pt x="478321" y="241803"/>
                        </a:cubicBezTo>
                        <a:close/>
                      </a:path>
                    </a:pathLst>
                  </a:custGeom>
                  <a:solidFill>
                    <a:schemeClr val="bg2">
                      <a:lumMod val="75000"/>
                    </a:schemeClr>
                  </a:solidFill>
                  <a:ln w="13204"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3BBB1E8B-0AAB-4CCB-ABFE-F106F5275AA6}"/>
                      </a:ext>
                    </a:extLst>
                  </p:cNvPr>
                  <p:cNvSpPr/>
                  <p:nvPr/>
                </p:nvSpPr>
                <p:spPr>
                  <a:xfrm>
                    <a:off x="8891619" y="5900343"/>
                    <a:ext cx="108348" cy="139215"/>
                  </a:xfrm>
                  <a:custGeom>
                    <a:avLst/>
                    <a:gdLst>
                      <a:gd name="connsiteX0" fmla="*/ 54175 w 108348"/>
                      <a:gd name="connsiteY0" fmla="*/ 7505 h 139215"/>
                      <a:gd name="connsiteX1" fmla="*/ 108349 w 108348"/>
                      <a:gd name="connsiteY1" fmla="*/ 37896 h 139215"/>
                      <a:gd name="connsiteX2" fmla="*/ 54175 w 108348"/>
                      <a:gd name="connsiteY2" fmla="*/ 131710 h 139215"/>
                      <a:gd name="connsiteX3" fmla="*/ 0 w 108348"/>
                      <a:gd name="connsiteY3" fmla="*/ 101319 h 139215"/>
                      <a:gd name="connsiteX4" fmla="*/ 54175 w 108348"/>
                      <a:gd name="connsiteY4" fmla="*/ 7505 h 1392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348" h="139215">
                        <a:moveTo>
                          <a:pt x="54175" y="7505"/>
                        </a:moveTo>
                        <a:cubicBezTo>
                          <a:pt x="84565" y="-9672"/>
                          <a:pt x="108349" y="3541"/>
                          <a:pt x="108349" y="37896"/>
                        </a:cubicBezTo>
                        <a:cubicBezTo>
                          <a:pt x="108349" y="72250"/>
                          <a:pt x="84565" y="114533"/>
                          <a:pt x="54175" y="131710"/>
                        </a:cubicBezTo>
                        <a:cubicBezTo>
                          <a:pt x="23784" y="148887"/>
                          <a:pt x="0" y="135674"/>
                          <a:pt x="0" y="101319"/>
                        </a:cubicBezTo>
                        <a:cubicBezTo>
                          <a:pt x="0" y="66965"/>
                          <a:pt x="23784" y="24682"/>
                          <a:pt x="54175" y="7505"/>
                        </a:cubicBezTo>
                        <a:close/>
                      </a:path>
                    </a:pathLst>
                  </a:custGeom>
                  <a:solidFill>
                    <a:schemeClr val="bg2">
                      <a:lumMod val="65000"/>
                    </a:schemeClr>
                  </a:solidFill>
                  <a:ln w="13204" cap="flat">
                    <a:noFill/>
                    <a:prstDash val="solid"/>
                    <a:miter/>
                  </a:ln>
                </p:spPr>
                <p:txBody>
                  <a:bodyPr rtlCol="0" anchor="ctr"/>
                  <a:lstStyle/>
                  <a:p>
                    <a:endParaRPr lang="en-US"/>
                  </a:p>
                </p:txBody>
              </p:sp>
            </p:grpSp>
          </p:grpSp>
        </p:grpSp>
        <p:grpSp>
          <p:nvGrpSpPr>
            <p:cNvPr id="162" name="Graphic 3">
              <a:extLst>
                <a:ext uri="{FF2B5EF4-FFF2-40B4-BE49-F238E27FC236}">
                  <a16:creationId xmlns:a16="http://schemas.microsoft.com/office/drawing/2014/main" id="{85FB30D8-0F6F-4314-A3BD-A2090A2B8719}"/>
                </a:ext>
              </a:extLst>
            </p:cNvPr>
            <p:cNvGrpSpPr/>
            <p:nvPr/>
          </p:nvGrpSpPr>
          <p:grpSpPr>
            <a:xfrm>
              <a:off x="6248961" y="3063027"/>
              <a:ext cx="2814431" cy="2072835"/>
              <a:chOff x="6248961" y="3063027"/>
              <a:chExt cx="2814431" cy="2072835"/>
            </a:xfrm>
          </p:grpSpPr>
          <p:grpSp>
            <p:nvGrpSpPr>
              <p:cNvPr id="163" name="Graphic 3">
                <a:extLst>
                  <a:ext uri="{FF2B5EF4-FFF2-40B4-BE49-F238E27FC236}">
                    <a16:creationId xmlns:a16="http://schemas.microsoft.com/office/drawing/2014/main" id="{85FB30D8-0F6F-4314-A3BD-A2090A2B8719}"/>
                  </a:ext>
                </a:extLst>
              </p:cNvPr>
              <p:cNvGrpSpPr/>
              <p:nvPr/>
            </p:nvGrpSpPr>
            <p:grpSpPr>
              <a:xfrm>
                <a:off x="6909625" y="3379815"/>
                <a:ext cx="1493101" cy="1622922"/>
                <a:chOff x="6909625" y="3379815"/>
                <a:chExt cx="1493101" cy="1622922"/>
              </a:xfrm>
              <a:solidFill>
                <a:srgbClr val="3A4D57"/>
              </a:solidFill>
            </p:grpSpPr>
            <p:sp>
              <p:nvSpPr>
                <p:cNvPr id="164" name="Freeform: Shape 163">
                  <a:extLst>
                    <a:ext uri="{FF2B5EF4-FFF2-40B4-BE49-F238E27FC236}">
                      <a16:creationId xmlns:a16="http://schemas.microsoft.com/office/drawing/2014/main" id="{BE4A5BDB-20DA-4C33-B186-4871EA840291}"/>
                    </a:ext>
                  </a:extLst>
                </p:cNvPr>
                <p:cNvSpPr/>
                <p:nvPr/>
              </p:nvSpPr>
              <p:spPr>
                <a:xfrm>
                  <a:off x="6909625" y="3809578"/>
                  <a:ext cx="1493101" cy="1193160"/>
                </a:xfrm>
                <a:custGeom>
                  <a:avLst/>
                  <a:gdLst>
                    <a:gd name="connsiteX0" fmla="*/ 1493102 w 1493101"/>
                    <a:gd name="connsiteY0" fmla="*/ 3964 h 1193160"/>
                    <a:gd name="connsiteX1" fmla="*/ 1490459 w 1493101"/>
                    <a:gd name="connsiteY1" fmla="*/ 763728 h 1193160"/>
                    <a:gd name="connsiteX2" fmla="*/ 1273761 w 1493101"/>
                    <a:gd name="connsiteY2" fmla="*/ 1066313 h 1193160"/>
                    <a:gd name="connsiteX3" fmla="*/ 219341 w 1493101"/>
                    <a:gd name="connsiteY3" fmla="*/ 1066313 h 1193160"/>
                    <a:gd name="connsiteX4" fmla="*/ 0 w 1493101"/>
                    <a:gd name="connsiteY4" fmla="*/ 759764 h 1193160"/>
                    <a:gd name="connsiteX5" fmla="*/ 2643 w 1493101"/>
                    <a:gd name="connsiteY5" fmla="*/ 0 h 1193160"/>
                    <a:gd name="connsiteX6" fmla="*/ 221983 w 1493101"/>
                    <a:gd name="connsiteY6" fmla="*/ 307870 h 1193160"/>
                    <a:gd name="connsiteX7" fmla="*/ 1276404 w 1493101"/>
                    <a:gd name="connsiteY7" fmla="*/ 307870 h 1193160"/>
                    <a:gd name="connsiteX8" fmla="*/ 1493102 w 1493101"/>
                    <a:gd name="connsiteY8" fmla="*/ 3964 h 1193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3101" h="1193160">
                      <a:moveTo>
                        <a:pt x="1493102" y="3964"/>
                      </a:moveTo>
                      <a:lnTo>
                        <a:pt x="1490459" y="763728"/>
                      </a:lnTo>
                      <a:cubicBezTo>
                        <a:pt x="1490459" y="873399"/>
                        <a:pt x="1417786" y="983069"/>
                        <a:pt x="1273761" y="1066313"/>
                      </a:cubicBezTo>
                      <a:cubicBezTo>
                        <a:pt x="983069" y="1235443"/>
                        <a:pt x="511354" y="1235443"/>
                        <a:pt x="219341" y="1066313"/>
                      </a:cubicBezTo>
                      <a:cubicBezTo>
                        <a:pt x="73994" y="983069"/>
                        <a:pt x="0" y="870756"/>
                        <a:pt x="0" y="759764"/>
                      </a:cubicBezTo>
                      <a:lnTo>
                        <a:pt x="2643" y="0"/>
                      </a:lnTo>
                      <a:cubicBezTo>
                        <a:pt x="2643" y="110992"/>
                        <a:pt x="75316" y="221983"/>
                        <a:pt x="221983" y="307870"/>
                      </a:cubicBezTo>
                      <a:cubicBezTo>
                        <a:pt x="513997" y="477000"/>
                        <a:pt x="985712" y="477000"/>
                        <a:pt x="1276404" y="307870"/>
                      </a:cubicBezTo>
                      <a:cubicBezTo>
                        <a:pt x="1420429" y="223305"/>
                        <a:pt x="1491781" y="113634"/>
                        <a:pt x="1493102" y="3964"/>
                      </a:cubicBezTo>
                      <a:close/>
                    </a:path>
                  </a:pathLst>
                </a:custGeom>
                <a:solidFill>
                  <a:schemeClr val="accent1"/>
                </a:solidFill>
                <a:ln w="13204"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0CEE6699-5ABA-4274-A5C2-18F272744EB8}"/>
                    </a:ext>
                  </a:extLst>
                </p:cNvPr>
                <p:cNvSpPr/>
                <p:nvPr/>
              </p:nvSpPr>
              <p:spPr>
                <a:xfrm>
                  <a:off x="6911603" y="3379815"/>
                  <a:ext cx="1490468" cy="863158"/>
                </a:xfrm>
                <a:custGeom>
                  <a:avLst/>
                  <a:gdLst>
                    <a:gd name="connsiteX0" fmla="*/ 1270463 w 1490468"/>
                    <a:gd name="connsiteY0" fmla="*/ 125857 h 863158"/>
                    <a:gd name="connsiteX1" fmla="*/ 1274427 w 1490468"/>
                    <a:gd name="connsiteY1" fmla="*/ 736311 h 863158"/>
                    <a:gd name="connsiteX2" fmla="*/ 220006 w 1490468"/>
                    <a:gd name="connsiteY2" fmla="*/ 736311 h 863158"/>
                    <a:gd name="connsiteX3" fmla="*/ 216042 w 1490468"/>
                    <a:gd name="connsiteY3" fmla="*/ 125857 h 863158"/>
                    <a:gd name="connsiteX4" fmla="*/ 1270463 w 1490468"/>
                    <a:gd name="connsiteY4" fmla="*/ 125857 h 863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0468" h="863158">
                      <a:moveTo>
                        <a:pt x="1270463" y="125857"/>
                      </a:moveTo>
                      <a:cubicBezTo>
                        <a:pt x="1562476" y="294987"/>
                        <a:pt x="1563798" y="567181"/>
                        <a:pt x="1274427" y="736311"/>
                      </a:cubicBezTo>
                      <a:cubicBezTo>
                        <a:pt x="983734" y="905441"/>
                        <a:pt x="512020" y="905441"/>
                        <a:pt x="220006" y="736311"/>
                      </a:cubicBezTo>
                      <a:cubicBezTo>
                        <a:pt x="-72008" y="567181"/>
                        <a:pt x="-73329" y="294987"/>
                        <a:pt x="216042" y="125857"/>
                      </a:cubicBezTo>
                      <a:cubicBezTo>
                        <a:pt x="506734" y="-41952"/>
                        <a:pt x="978449" y="-41952"/>
                        <a:pt x="1270463" y="125857"/>
                      </a:cubicBezTo>
                      <a:close/>
                    </a:path>
                  </a:pathLst>
                </a:custGeom>
                <a:solidFill>
                  <a:srgbClr val="3A4D57"/>
                </a:solidFill>
                <a:ln w="13204" cap="flat">
                  <a:noFill/>
                  <a:prstDash val="solid"/>
                  <a:miter/>
                </a:ln>
              </p:spPr>
              <p:txBody>
                <a:bodyPr rtlCol="0" anchor="ctr"/>
                <a:lstStyle/>
                <a:p>
                  <a:endParaRPr lang="en-US"/>
                </a:p>
              </p:txBody>
            </p:sp>
          </p:grpSp>
          <p:sp>
            <p:nvSpPr>
              <p:cNvPr id="166" name="Freeform: Shape 165">
                <a:extLst>
                  <a:ext uri="{FF2B5EF4-FFF2-40B4-BE49-F238E27FC236}">
                    <a16:creationId xmlns:a16="http://schemas.microsoft.com/office/drawing/2014/main" id="{62AA28CB-BFA2-4EDC-85EA-7A64A6F0C07C}"/>
                  </a:ext>
                </a:extLst>
              </p:cNvPr>
              <p:cNvSpPr/>
              <p:nvPr/>
            </p:nvSpPr>
            <p:spPr>
              <a:xfrm>
                <a:off x="7661461" y="3813542"/>
                <a:ext cx="742587" cy="1189196"/>
              </a:xfrm>
              <a:custGeom>
                <a:avLst/>
                <a:gdLst>
                  <a:gd name="connsiteX0" fmla="*/ 524568 w 742587"/>
                  <a:gd name="connsiteY0" fmla="*/ 302585 h 1189196"/>
                  <a:gd name="connsiteX1" fmla="*/ 0 w 742587"/>
                  <a:gd name="connsiteY1" fmla="*/ 429432 h 1189196"/>
                  <a:gd name="connsiteX2" fmla="*/ 0 w 742587"/>
                  <a:gd name="connsiteY2" fmla="*/ 1189197 h 1189196"/>
                  <a:gd name="connsiteX3" fmla="*/ 523246 w 742587"/>
                  <a:gd name="connsiteY3" fmla="*/ 1062349 h 1189196"/>
                  <a:gd name="connsiteX4" fmla="*/ 739944 w 742587"/>
                  <a:gd name="connsiteY4" fmla="*/ 759764 h 1189196"/>
                  <a:gd name="connsiteX5" fmla="*/ 742587 w 742587"/>
                  <a:gd name="connsiteY5" fmla="*/ 0 h 1189196"/>
                  <a:gd name="connsiteX6" fmla="*/ 524568 w 742587"/>
                  <a:gd name="connsiteY6" fmla="*/ 302585 h 1189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2587" h="1189196">
                    <a:moveTo>
                      <a:pt x="524568" y="302585"/>
                    </a:moveTo>
                    <a:cubicBezTo>
                      <a:pt x="379222" y="387150"/>
                      <a:pt x="190271" y="429432"/>
                      <a:pt x="0" y="429432"/>
                    </a:cubicBezTo>
                    <a:lnTo>
                      <a:pt x="0" y="1189197"/>
                    </a:lnTo>
                    <a:cubicBezTo>
                      <a:pt x="190271" y="1189197"/>
                      <a:pt x="379222" y="1146914"/>
                      <a:pt x="523246" y="1062349"/>
                    </a:cubicBezTo>
                    <a:cubicBezTo>
                      <a:pt x="667271" y="979105"/>
                      <a:pt x="739944" y="869435"/>
                      <a:pt x="739944" y="759764"/>
                    </a:cubicBezTo>
                    <a:lnTo>
                      <a:pt x="742587" y="0"/>
                    </a:lnTo>
                    <a:cubicBezTo>
                      <a:pt x="739944" y="109670"/>
                      <a:pt x="668593" y="219341"/>
                      <a:pt x="524568" y="302585"/>
                    </a:cubicBezTo>
                    <a:close/>
                  </a:path>
                </a:pathLst>
              </a:custGeom>
              <a:solidFill>
                <a:schemeClr val="accent1">
                  <a:lumMod val="75000"/>
                </a:schemeClr>
              </a:solidFill>
              <a:ln w="13204" cap="flat">
                <a:noFill/>
                <a:prstDash val="solid"/>
                <a:miter/>
              </a:ln>
            </p:spPr>
            <p:txBody>
              <a:bodyPr rtlCol="0" anchor="ctr"/>
              <a:lstStyle/>
              <a:p>
                <a:endParaRPr lang="en-US"/>
              </a:p>
            </p:txBody>
          </p:sp>
          <p:grpSp>
            <p:nvGrpSpPr>
              <p:cNvPr id="167" name="Graphic 3">
                <a:extLst>
                  <a:ext uri="{FF2B5EF4-FFF2-40B4-BE49-F238E27FC236}">
                    <a16:creationId xmlns:a16="http://schemas.microsoft.com/office/drawing/2014/main" id="{85FB30D8-0F6F-4314-A3BD-A2090A2B8719}"/>
                  </a:ext>
                </a:extLst>
              </p:cNvPr>
              <p:cNvGrpSpPr/>
              <p:nvPr/>
            </p:nvGrpSpPr>
            <p:grpSpPr>
              <a:xfrm>
                <a:off x="6248961" y="3063027"/>
                <a:ext cx="2814431" cy="1692622"/>
                <a:chOff x="6248961" y="3063027"/>
                <a:chExt cx="2814431" cy="1692622"/>
              </a:xfrm>
            </p:grpSpPr>
            <p:sp>
              <p:nvSpPr>
                <p:cNvPr id="168" name="Freeform: Shape 167">
                  <a:extLst>
                    <a:ext uri="{FF2B5EF4-FFF2-40B4-BE49-F238E27FC236}">
                      <a16:creationId xmlns:a16="http://schemas.microsoft.com/office/drawing/2014/main" id="{3A95EB6F-7F7D-4B8D-B152-275955157583}"/>
                    </a:ext>
                  </a:extLst>
                </p:cNvPr>
                <p:cNvSpPr/>
                <p:nvPr/>
              </p:nvSpPr>
              <p:spPr>
                <a:xfrm>
                  <a:off x="6248961" y="3063027"/>
                  <a:ext cx="2814431" cy="1629198"/>
                </a:xfrm>
                <a:custGeom>
                  <a:avLst/>
                  <a:gdLst>
                    <a:gd name="connsiteX0" fmla="*/ 2814431 w 2814431"/>
                    <a:gd name="connsiteY0" fmla="*/ 815260 h 1629198"/>
                    <a:gd name="connsiteX1" fmla="*/ 1412501 w 2814431"/>
                    <a:gd name="connsiteY1" fmla="*/ 1629199 h 1629198"/>
                    <a:gd name="connsiteX2" fmla="*/ 0 w 2814431"/>
                    <a:gd name="connsiteY2" fmla="*/ 815260 h 1629198"/>
                    <a:gd name="connsiteX3" fmla="*/ 1403252 w 2814431"/>
                    <a:gd name="connsiteY3" fmla="*/ 0 h 1629198"/>
                  </a:gdLst>
                  <a:ahLst/>
                  <a:cxnLst>
                    <a:cxn ang="0">
                      <a:pos x="connsiteX0" y="connsiteY0"/>
                    </a:cxn>
                    <a:cxn ang="0">
                      <a:pos x="connsiteX1" y="connsiteY1"/>
                    </a:cxn>
                    <a:cxn ang="0">
                      <a:pos x="connsiteX2" y="connsiteY2"/>
                    </a:cxn>
                    <a:cxn ang="0">
                      <a:pos x="connsiteX3" y="connsiteY3"/>
                    </a:cxn>
                  </a:cxnLst>
                  <a:rect l="l" t="t" r="r" b="b"/>
                  <a:pathLst>
                    <a:path w="2814431" h="1629198">
                      <a:moveTo>
                        <a:pt x="2814431" y="815260"/>
                      </a:moveTo>
                      <a:lnTo>
                        <a:pt x="1412501" y="1629199"/>
                      </a:lnTo>
                      <a:lnTo>
                        <a:pt x="0" y="815260"/>
                      </a:lnTo>
                      <a:lnTo>
                        <a:pt x="1403252" y="0"/>
                      </a:lnTo>
                      <a:close/>
                    </a:path>
                  </a:pathLst>
                </a:custGeom>
                <a:solidFill>
                  <a:schemeClr val="accent1"/>
                </a:solidFill>
                <a:ln w="13204"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D163DF65-5866-45C3-BFB6-24A123AA280E}"/>
                    </a:ext>
                  </a:extLst>
                </p:cNvPr>
                <p:cNvSpPr/>
                <p:nvPr/>
              </p:nvSpPr>
              <p:spPr>
                <a:xfrm>
                  <a:off x="7660140" y="3878287"/>
                  <a:ext cx="1403251" cy="877362"/>
                </a:xfrm>
                <a:custGeom>
                  <a:avLst/>
                  <a:gdLst>
                    <a:gd name="connsiteX0" fmla="*/ 1403252 w 1403251"/>
                    <a:gd name="connsiteY0" fmla="*/ 0 h 877362"/>
                    <a:gd name="connsiteX1" fmla="*/ 1403252 w 1403251"/>
                    <a:gd name="connsiteY1" fmla="*/ 62102 h 877362"/>
                    <a:gd name="connsiteX2" fmla="*/ 0 w 1403251"/>
                    <a:gd name="connsiteY2" fmla="*/ 877363 h 877362"/>
                    <a:gd name="connsiteX3" fmla="*/ 1321 w 1403251"/>
                    <a:gd name="connsiteY3" fmla="*/ 813939 h 877362"/>
                  </a:gdLst>
                  <a:ahLst/>
                  <a:cxnLst>
                    <a:cxn ang="0">
                      <a:pos x="connsiteX0" y="connsiteY0"/>
                    </a:cxn>
                    <a:cxn ang="0">
                      <a:pos x="connsiteX1" y="connsiteY1"/>
                    </a:cxn>
                    <a:cxn ang="0">
                      <a:pos x="connsiteX2" y="connsiteY2"/>
                    </a:cxn>
                    <a:cxn ang="0">
                      <a:pos x="connsiteX3" y="connsiteY3"/>
                    </a:cxn>
                  </a:cxnLst>
                  <a:rect l="l" t="t" r="r" b="b"/>
                  <a:pathLst>
                    <a:path w="1403251" h="877362">
                      <a:moveTo>
                        <a:pt x="1403252" y="0"/>
                      </a:moveTo>
                      <a:lnTo>
                        <a:pt x="1403252" y="62102"/>
                      </a:lnTo>
                      <a:lnTo>
                        <a:pt x="0" y="877363"/>
                      </a:lnTo>
                      <a:lnTo>
                        <a:pt x="1321" y="813939"/>
                      </a:lnTo>
                      <a:close/>
                    </a:path>
                  </a:pathLst>
                </a:custGeom>
                <a:solidFill>
                  <a:schemeClr val="accent1">
                    <a:lumMod val="50000"/>
                  </a:schemeClr>
                </a:solidFill>
                <a:ln w="13204"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0E2685A0-C59F-4D9F-A6A7-B9E13DF21AB0}"/>
                    </a:ext>
                  </a:extLst>
                </p:cNvPr>
                <p:cNvSpPr/>
                <p:nvPr/>
              </p:nvSpPr>
              <p:spPr>
                <a:xfrm>
                  <a:off x="6248961" y="3878287"/>
                  <a:ext cx="1412500" cy="877362"/>
                </a:xfrm>
                <a:custGeom>
                  <a:avLst/>
                  <a:gdLst>
                    <a:gd name="connsiteX0" fmla="*/ 1412501 w 1412500"/>
                    <a:gd name="connsiteY0" fmla="*/ 813939 h 877362"/>
                    <a:gd name="connsiteX1" fmla="*/ 1411180 w 1412500"/>
                    <a:gd name="connsiteY1" fmla="*/ 877363 h 877362"/>
                    <a:gd name="connsiteX2" fmla="*/ 0 w 1412500"/>
                    <a:gd name="connsiteY2" fmla="*/ 62102 h 877362"/>
                    <a:gd name="connsiteX3" fmla="*/ 0 w 1412500"/>
                    <a:gd name="connsiteY3" fmla="*/ 0 h 877362"/>
                  </a:gdLst>
                  <a:ahLst/>
                  <a:cxnLst>
                    <a:cxn ang="0">
                      <a:pos x="connsiteX0" y="connsiteY0"/>
                    </a:cxn>
                    <a:cxn ang="0">
                      <a:pos x="connsiteX1" y="connsiteY1"/>
                    </a:cxn>
                    <a:cxn ang="0">
                      <a:pos x="connsiteX2" y="connsiteY2"/>
                    </a:cxn>
                    <a:cxn ang="0">
                      <a:pos x="connsiteX3" y="connsiteY3"/>
                    </a:cxn>
                  </a:cxnLst>
                  <a:rect l="l" t="t" r="r" b="b"/>
                  <a:pathLst>
                    <a:path w="1412500" h="877362">
                      <a:moveTo>
                        <a:pt x="1412501" y="813939"/>
                      </a:moveTo>
                      <a:lnTo>
                        <a:pt x="1411180" y="877363"/>
                      </a:lnTo>
                      <a:lnTo>
                        <a:pt x="0" y="62102"/>
                      </a:lnTo>
                      <a:lnTo>
                        <a:pt x="0" y="0"/>
                      </a:lnTo>
                      <a:close/>
                    </a:path>
                  </a:pathLst>
                </a:custGeom>
                <a:solidFill>
                  <a:schemeClr val="accent1">
                    <a:lumMod val="75000"/>
                  </a:schemeClr>
                </a:solidFill>
                <a:ln w="13204" cap="flat">
                  <a:noFill/>
                  <a:prstDash val="solid"/>
                  <a:miter/>
                </a:ln>
              </p:spPr>
              <p:txBody>
                <a:bodyPr rtlCol="0" anchor="ctr"/>
                <a:lstStyle/>
                <a:p>
                  <a:endParaRPr lang="en-US"/>
                </a:p>
              </p:txBody>
            </p:sp>
          </p:grpSp>
          <p:sp>
            <p:nvSpPr>
              <p:cNvPr id="171" name="Freeform: Shape 170">
                <a:extLst>
                  <a:ext uri="{FF2B5EF4-FFF2-40B4-BE49-F238E27FC236}">
                    <a16:creationId xmlns:a16="http://schemas.microsoft.com/office/drawing/2014/main" id="{00E3C2D2-B64B-4041-8E37-2DCC2CE50294}"/>
                  </a:ext>
                </a:extLst>
              </p:cNvPr>
              <p:cNvSpPr/>
              <p:nvPr/>
            </p:nvSpPr>
            <p:spPr>
              <a:xfrm>
                <a:off x="8322787" y="4899674"/>
                <a:ext cx="92492" cy="54174"/>
              </a:xfrm>
              <a:custGeom>
                <a:avLst/>
                <a:gdLst>
                  <a:gd name="connsiteX0" fmla="*/ 78619 w 92492"/>
                  <a:gd name="connsiteY0" fmla="*/ 7928 h 54174"/>
                  <a:gd name="connsiteX1" fmla="*/ 78619 w 92492"/>
                  <a:gd name="connsiteY1" fmla="*/ 46246 h 54174"/>
                  <a:gd name="connsiteX2" fmla="*/ 13874 w 92492"/>
                  <a:gd name="connsiteY2" fmla="*/ 46246 h 54174"/>
                  <a:gd name="connsiteX3" fmla="*/ 13874 w 92492"/>
                  <a:gd name="connsiteY3" fmla="*/ 7928 h 54174"/>
                  <a:gd name="connsiteX4" fmla="*/ 78619 w 92492"/>
                  <a:gd name="connsiteY4" fmla="*/ 7928 h 54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2" h="54174">
                    <a:moveTo>
                      <a:pt x="78619" y="7928"/>
                    </a:moveTo>
                    <a:cubicBezTo>
                      <a:pt x="97118" y="18499"/>
                      <a:pt x="97118" y="35676"/>
                      <a:pt x="78619" y="46246"/>
                    </a:cubicBezTo>
                    <a:cubicBezTo>
                      <a:pt x="60120" y="56817"/>
                      <a:pt x="31051" y="56817"/>
                      <a:pt x="13874" y="46246"/>
                    </a:cubicBezTo>
                    <a:cubicBezTo>
                      <a:pt x="-4625" y="35676"/>
                      <a:pt x="-4625" y="18499"/>
                      <a:pt x="13874" y="7928"/>
                    </a:cubicBezTo>
                    <a:cubicBezTo>
                      <a:pt x="31051" y="-2643"/>
                      <a:pt x="60120" y="-2643"/>
                      <a:pt x="78619" y="7928"/>
                    </a:cubicBezTo>
                    <a:close/>
                  </a:path>
                </a:pathLst>
              </a:custGeom>
              <a:solidFill>
                <a:srgbClr val="FA9887"/>
              </a:solidFill>
              <a:ln w="13204" cap="flat">
                <a:noFill/>
                <a:prstDash val="solid"/>
                <a:miter/>
              </a:ln>
            </p:spPr>
            <p:txBody>
              <a:bodyPr rtlCol="0" anchor="ctr"/>
              <a:lstStyle/>
              <a:p>
                <a:endParaRPr lang="en-US"/>
              </a:p>
            </p:txBody>
          </p:sp>
          <p:grpSp>
            <p:nvGrpSpPr>
              <p:cNvPr id="172" name="Graphic 3">
                <a:extLst>
                  <a:ext uri="{FF2B5EF4-FFF2-40B4-BE49-F238E27FC236}">
                    <a16:creationId xmlns:a16="http://schemas.microsoft.com/office/drawing/2014/main" id="{85FB30D8-0F6F-4314-A3BD-A2090A2B8719}"/>
                  </a:ext>
                </a:extLst>
              </p:cNvPr>
              <p:cNvGrpSpPr/>
              <p:nvPr/>
            </p:nvGrpSpPr>
            <p:grpSpPr>
              <a:xfrm>
                <a:off x="8290084" y="4828323"/>
                <a:ext cx="157568" cy="307539"/>
                <a:chOff x="8290084" y="4828323"/>
                <a:chExt cx="157568" cy="307539"/>
              </a:xfrm>
              <a:solidFill>
                <a:srgbClr val="FA9887"/>
              </a:solidFill>
            </p:grpSpPr>
            <p:sp>
              <p:nvSpPr>
                <p:cNvPr id="173" name="Freeform: Shape 172">
                  <a:extLst>
                    <a:ext uri="{FF2B5EF4-FFF2-40B4-BE49-F238E27FC236}">
                      <a16:creationId xmlns:a16="http://schemas.microsoft.com/office/drawing/2014/main" id="{6D81C26F-DF7B-4062-9D2B-2619CF2E5C38}"/>
                    </a:ext>
                  </a:extLst>
                </p:cNvPr>
                <p:cNvSpPr/>
                <p:nvPr/>
              </p:nvSpPr>
              <p:spPr>
                <a:xfrm>
                  <a:off x="8290084" y="5044360"/>
                  <a:ext cx="157075" cy="91502"/>
                </a:xfrm>
                <a:custGeom>
                  <a:avLst/>
                  <a:gdLst>
                    <a:gd name="connsiteX0" fmla="*/ 133785 w 157075"/>
                    <a:gd name="connsiteY0" fmla="*/ 13874 h 91502"/>
                    <a:gd name="connsiteX1" fmla="*/ 133785 w 157075"/>
                    <a:gd name="connsiteY1" fmla="*/ 78619 h 91502"/>
                    <a:gd name="connsiteX2" fmla="*/ 22793 w 157075"/>
                    <a:gd name="connsiteY2" fmla="*/ 78619 h 91502"/>
                    <a:gd name="connsiteX3" fmla="*/ 22793 w 157075"/>
                    <a:gd name="connsiteY3" fmla="*/ 13874 h 91502"/>
                    <a:gd name="connsiteX4" fmla="*/ 133785 w 157075"/>
                    <a:gd name="connsiteY4" fmla="*/ 13874 h 915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075" h="91502">
                      <a:moveTo>
                        <a:pt x="133785" y="13874"/>
                      </a:moveTo>
                      <a:cubicBezTo>
                        <a:pt x="164175" y="31051"/>
                        <a:pt x="165497" y="60120"/>
                        <a:pt x="133785" y="78619"/>
                      </a:cubicBezTo>
                      <a:cubicBezTo>
                        <a:pt x="103394" y="95796"/>
                        <a:pt x="53184" y="95796"/>
                        <a:pt x="22793" y="78619"/>
                      </a:cubicBezTo>
                      <a:cubicBezTo>
                        <a:pt x="-7598" y="61442"/>
                        <a:pt x="-7598" y="32372"/>
                        <a:pt x="22793" y="13874"/>
                      </a:cubicBezTo>
                      <a:cubicBezTo>
                        <a:pt x="53184" y="-4625"/>
                        <a:pt x="103394" y="-4625"/>
                        <a:pt x="133785" y="13874"/>
                      </a:cubicBezTo>
                      <a:close/>
                    </a:path>
                  </a:pathLst>
                </a:custGeom>
                <a:solidFill>
                  <a:schemeClr val="bg2">
                    <a:lumMod val="75000"/>
                  </a:schemeClr>
                </a:solidFill>
                <a:ln w="13204"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E8509286-01AF-40FF-BE54-32037CDBFCFA}"/>
                    </a:ext>
                  </a:extLst>
                </p:cNvPr>
                <p:cNvSpPr/>
                <p:nvPr/>
              </p:nvSpPr>
              <p:spPr>
                <a:xfrm>
                  <a:off x="8290414" y="4928744"/>
                  <a:ext cx="157238" cy="161201"/>
                </a:xfrm>
                <a:custGeom>
                  <a:avLst/>
                  <a:gdLst>
                    <a:gd name="connsiteX0" fmla="*/ 0 w 157238"/>
                    <a:gd name="connsiteY0" fmla="*/ 161202 h 161201"/>
                    <a:gd name="connsiteX1" fmla="*/ 31712 w 157238"/>
                    <a:gd name="connsiteY1" fmla="*/ 1321 h 161201"/>
                    <a:gd name="connsiteX2" fmla="*/ 124205 w 157238"/>
                    <a:gd name="connsiteY2" fmla="*/ 0 h 161201"/>
                    <a:gd name="connsiteX3" fmla="*/ 157238 w 157238"/>
                    <a:gd name="connsiteY3" fmla="*/ 161202 h 161201"/>
                  </a:gdLst>
                  <a:ahLst/>
                  <a:cxnLst>
                    <a:cxn ang="0">
                      <a:pos x="connsiteX0" y="connsiteY0"/>
                    </a:cxn>
                    <a:cxn ang="0">
                      <a:pos x="connsiteX1" y="connsiteY1"/>
                    </a:cxn>
                    <a:cxn ang="0">
                      <a:pos x="connsiteX2" y="connsiteY2"/>
                    </a:cxn>
                    <a:cxn ang="0">
                      <a:pos x="connsiteX3" y="connsiteY3"/>
                    </a:cxn>
                  </a:cxnLst>
                  <a:rect l="l" t="t" r="r" b="b"/>
                  <a:pathLst>
                    <a:path w="157238" h="161201">
                      <a:moveTo>
                        <a:pt x="0" y="161202"/>
                      </a:moveTo>
                      <a:lnTo>
                        <a:pt x="31712" y="1321"/>
                      </a:lnTo>
                      <a:lnTo>
                        <a:pt x="124205" y="0"/>
                      </a:lnTo>
                      <a:lnTo>
                        <a:pt x="157238" y="161202"/>
                      </a:lnTo>
                      <a:close/>
                    </a:path>
                  </a:pathLst>
                </a:custGeom>
                <a:solidFill>
                  <a:schemeClr val="bg2">
                    <a:lumMod val="75000"/>
                  </a:schemeClr>
                </a:solidFill>
                <a:ln w="13204" cap="flat">
                  <a:noFill/>
                  <a:prstDash val="solid"/>
                  <a:miter/>
                </a:ln>
              </p:spPr>
              <p:txBody>
                <a:bodyPr rtlCol="0" anchor="ctr"/>
                <a:lstStyle/>
                <a:p>
                  <a:endParaRPr lang="en-US"/>
                </a:p>
              </p:txBody>
            </p:sp>
            <p:grpSp>
              <p:nvGrpSpPr>
                <p:cNvPr id="175" name="Graphic 3">
                  <a:extLst>
                    <a:ext uri="{FF2B5EF4-FFF2-40B4-BE49-F238E27FC236}">
                      <a16:creationId xmlns:a16="http://schemas.microsoft.com/office/drawing/2014/main" id="{85FB30D8-0F6F-4314-A3BD-A2090A2B8719}"/>
                    </a:ext>
                  </a:extLst>
                </p:cNvPr>
                <p:cNvGrpSpPr/>
                <p:nvPr/>
              </p:nvGrpSpPr>
              <p:grpSpPr>
                <a:xfrm>
                  <a:off x="8322787" y="4828323"/>
                  <a:ext cx="92492" cy="126847"/>
                  <a:chOff x="8322787" y="4828323"/>
                  <a:chExt cx="92492" cy="126847"/>
                </a:xfrm>
                <a:solidFill>
                  <a:srgbClr val="FA9887"/>
                </a:solidFill>
              </p:grpSpPr>
              <p:sp>
                <p:nvSpPr>
                  <p:cNvPr id="176" name="Freeform: Shape 175">
                    <a:extLst>
                      <a:ext uri="{FF2B5EF4-FFF2-40B4-BE49-F238E27FC236}">
                        <a16:creationId xmlns:a16="http://schemas.microsoft.com/office/drawing/2014/main" id="{839D15A5-9333-4C50-A64D-5EFEE3870C45}"/>
                      </a:ext>
                    </a:extLst>
                  </p:cNvPr>
                  <p:cNvSpPr/>
                  <p:nvPr/>
                </p:nvSpPr>
                <p:spPr>
                  <a:xfrm>
                    <a:off x="8323447" y="4856071"/>
                    <a:ext cx="91171" cy="99099"/>
                  </a:xfrm>
                  <a:custGeom>
                    <a:avLst/>
                    <a:gdLst>
                      <a:gd name="connsiteX0" fmla="*/ 91172 w 91171"/>
                      <a:gd name="connsiteY0" fmla="*/ 0 h 99099"/>
                      <a:gd name="connsiteX1" fmla="*/ 91172 w 91171"/>
                      <a:gd name="connsiteY1" fmla="*/ 72673 h 99099"/>
                      <a:gd name="connsiteX2" fmla="*/ 77958 w 91171"/>
                      <a:gd name="connsiteY2" fmla="*/ 91172 h 99099"/>
                      <a:gd name="connsiteX3" fmla="*/ 13213 w 91171"/>
                      <a:gd name="connsiteY3" fmla="*/ 91172 h 99099"/>
                      <a:gd name="connsiteX4" fmla="*/ 0 w 91171"/>
                      <a:gd name="connsiteY4" fmla="*/ 72673 h 99099"/>
                      <a:gd name="connsiteX5" fmla="*/ 0 w 91171"/>
                      <a:gd name="connsiteY5" fmla="*/ 0 h 99099"/>
                      <a:gd name="connsiteX6" fmla="*/ 13213 w 91171"/>
                      <a:gd name="connsiteY6" fmla="*/ 18499 h 99099"/>
                      <a:gd name="connsiteX7" fmla="*/ 77958 w 91171"/>
                      <a:gd name="connsiteY7" fmla="*/ 18499 h 99099"/>
                      <a:gd name="connsiteX8" fmla="*/ 91172 w 91171"/>
                      <a:gd name="connsiteY8" fmla="*/ 0 h 99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171" h="99099">
                        <a:moveTo>
                          <a:pt x="91172" y="0"/>
                        </a:moveTo>
                        <a:lnTo>
                          <a:pt x="91172" y="72673"/>
                        </a:lnTo>
                        <a:cubicBezTo>
                          <a:pt x="91172" y="79280"/>
                          <a:pt x="87208" y="85886"/>
                          <a:pt x="77958" y="91172"/>
                        </a:cubicBezTo>
                        <a:cubicBezTo>
                          <a:pt x="59460" y="101742"/>
                          <a:pt x="30391" y="101742"/>
                          <a:pt x="13213" y="91172"/>
                        </a:cubicBezTo>
                        <a:cubicBezTo>
                          <a:pt x="3964" y="85886"/>
                          <a:pt x="0" y="79280"/>
                          <a:pt x="0" y="72673"/>
                        </a:cubicBezTo>
                        <a:lnTo>
                          <a:pt x="0" y="0"/>
                        </a:lnTo>
                        <a:cubicBezTo>
                          <a:pt x="0" y="6607"/>
                          <a:pt x="3964" y="13213"/>
                          <a:pt x="13213" y="18499"/>
                        </a:cubicBezTo>
                        <a:cubicBezTo>
                          <a:pt x="31712" y="29069"/>
                          <a:pt x="60781" y="29069"/>
                          <a:pt x="77958" y="18499"/>
                        </a:cubicBezTo>
                        <a:cubicBezTo>
                          <a:pt x="87208" y="13213"/>
                          <a:pt x="91172" y="6607"/>
                          <a:pt x="91172" y="0"/>
                        </a:cubicBezTo>
                        <a:close/>
                      </a:path>
                    </a:pathLst>
                  </a:custGeom>
                  <a:solidFill>
                    <a:schemeClr val="bg2">
                      <a:lumMod val="75000"/>
                    </a:schemeClr>
                  </a:solidFill>
                  <a:ln w="13204"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E0B0C5B6-271B-4B76-BB36-18EDE49D032E}"/>
                      </a:ext>
                    </a:extLst>
                  </p:cNvPr>
                  <p:cNvSpPr/>
                  <p:nvPr/>
                </p:nvSpPr>
                <p:spPr>
                  <a:xfrm>
                    <a:off x="8322787" y="4828323"/>
                    <a:ext cx="92492" cy="54174"/>
                  </a:xfrm>
                  <a:custGeom>
                    <a:avLst/>
                    <a:gdLst>
                      <a:gd name="connsiteX0" fmla="*/ 78619 w 92492"/>
                      <a:gd name="connsiteY0" fmla="*/ 7928 h 54174"/>
                      <a:gd name="connsiteX1" fmla="*/ 78619 w 92492"/>
                      <a:gd name="connsiteY1" fmla="*/ 46246 h 54174"/>
                      <a:gd name="connsiteX2" fmla="*/ 13874 w 92492"/>
                      <a:gd name="connsiteY2" fmla="*/ 46246 h 54174"/>
                      <a:gd name="connsiteX3" fmla="*/ 13874 w 92492"/>
                      <a:gd name="connsiteY3" fmla="*/ 7928 h 54174"/>
                      <a:gd name="connsiteX4" fmla="*/ 78619 w 92492"/>
                      <a:gd name="connsiteY4" fmla="*/ 7928 h 54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2" h="54174">
                        <a:moveTo>
                          <a:pt x="78619" y="7928"/>
                        </a:moveTo>
                        <a:cubicBezTo>
                          <a:pt x="97118" y="18498"/>
                          <a:pt x="97118" y="35676"/>
                          <a:pt x="78619" y="46246"/>
                        </a:cubicBezTo>
                        <a:cubicBezTo>
                          <a:pt x="60120" y="56817"/>
                          <a:pt x="31051" y="56817"/>
                          <a:pt x="13874" y="46246"/>
                        </a:cubicBezTo>
                        <a:cubicBezTo>
                          <a:pt x="-4625" y="35676"/>
                          <a:pt x="-4625" y="18498"/>
                          <a:pt x="13874" y="7928"/>
                        </a:cubicBezTo>
                        <a:cubicBezTo>
                          <a:pt x="31051" y="-2643"/>
                          <a:pt x="60120" y="-2643"/>
                          <a:pt x="78619" y="7928"/>
                        </a:cubicBezTo>
                        <a:close/>
                      </a:path>
                    </a:pathLst>
                  </a:custGeom>
                  <a:solidFill>
                    <a:schemeClr val="bg2">
                      <a:lumMod val="65000"/>
                    </a:schemeClr>
                  </a:solidFill>
                  <a:ln w="13204" cap="flat">
                    <a:noFill/>
                    <a:prstDash val="solid"/>
                    <a:miter/>
                  </a:ln>
                </p:spPr>
                <p:txBody>
                  <a:bodyPr rtlCol="0" anchor="ctr"/>
                  <a:lstStyle/>
                  <a:p>
                    <a:endParaRPr lang="en-US"/>
                  </a:p>
                </p:txBody>
              </p:sp>
            </p:grpSp>
          </p:grpSp>
          <p:grpSp>
            <p:nvGrpSpPr>
              <p:cNvPr id="178" name="Graphic 3">
                <a:extLst>
                  <a:ext uri="{FF2B5EF4-FFF2-40B4-BE49-F238E27FC236}">
                    <a16:creationId xmlns:a16="http://schemas.microsoft.com/office/drawing/2014/main" id="{85FB30D8-0F6F-4314-A3BD-A2090A2B8719}"/>
                  </a:ext>
                </a:extLst>
              </p:cNvPr>
              <p:cNvGrpSpPr/>
              <p:nvPr/>
            </p:nvGrpSpPr>
            <p:grpSpPr>
              <a:xfrm>
                <a:off x="8332697" y="4191895"/>
                <a:ext cx="72673" cy="679053"/>
                <a:chOff x="8332697" y="4191895"/>
                <a:chExt cx="72673" cy="679053"/>
              </a:xfrm>
              <a:solidFill>
                <a:srgbClr val="FA9887"/>
              </a:solidFill>
            </p:grpSpPr>
            <p:sp>
              <p:nvSpPr>
                <p:cNvPr id="179" name="Freeform: Shape 178">
                  <a:extLst>
                    <a:ext uri="{FF2B5EF4-FFF2-40B4-BE49-F238E27FC236}">
                      <a16:creationId xmlns:a16="http://schemas.microsoft.com/office/drawing/2014/main" id="{B30FB2DC-B6D1-4FAF-8DB5-3034F74206CC}"/>
                    </a:ext>
                  </a:extLst>
                </p:cNvPr>
                <p:cNvSpPr/>
                <p:nvPr/>
              </p:nvSpPr>
              <p:spPr>
                <a:xfrm>
                  <a:off x="8351195" y="4191895"/>
                  <a:ext cx="44925" cy="20687"/>
                </a:xfrm>
                <a:custGeom>
                  <a:avLst/>
                  <a:gdLst>
                    <a:gd name="connsiteX0" fmla="*/ 13213 w 44925"/>
                    <a:gd name="connsiteY0" fmla="*/ 868 h 20687"/>
                    <a:gd name="connsiteX1" fmla="*/ 44925 w 44925"/>
                    <a:gd name="connsiteY1" fmla="*/ 19367 h 20687"/>
                    <a:gd name="connsiteX2" fmla="*/ 31712 w 44925"/>
                    <a:gd name="connsiteY2" fmla="*/ 20688 h 20687"/>
                    <a:gd name="connsiteX3" fmla="*/ 0 w 44925"/>
                    <a:gd name="connsiteY3" fmla="*/ 2189 h 20687"/>
                    <a:gd name="connsiteX4" fmla="*/ 13213 w 44925"/>
                    <a:gd name="connsiteY4" fmla="*/ 868 h 206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25" h="20687">
                      <a:moveTo>
                        <a:pt x="13213" y="868"/>
                      </a:moveTo>
                      <a:lnTo>
                        <a:pt x="44925" y="19367"/>
                      </a:lnTo>
                      <a:cubicBezTo>
                        <a:pt x="40961" y="16724"/>
                        <a:pt x="36997" y="18045"/>
                        <a:pt x="31712" y="20688"/>
                      </a:cubicBezTo>
                      <a:lnTo>
                        <a:pt x="0" y="2189"/>
                      </a:lnTo>
                      <a:cubicBezTo>
                        <a:pt x="5285" y="-453"/>
                        <a:pt x="10570" y="-453"/>
                        <a:pt x="13213" y="868"/>
                      </a:cubicBezTo>
                      <a:close/>
                    </a:path>
                  </a:pathLst>
                </a:custGeom>
                <a:solidFill>
                  <a:srgbClr val="FA9887"/>
                </a:solidFill>
                <a:ln w="13204"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FAEE7321-073F-48B2-9B2C-2442301E215F}"/>
                    </a:ext>
                  </a:extLst>
                </p:cNvPr>
                <p:cNvSpPr/>
                <p:nvPr/>
              </p:nvSpPr>
              <p:spPr>
                <a:xfrm>
                  <a:off x="8364409" y="4209940"/>
                  <a:ext cx="40961" cy="661008"/>
                </a:xfrm>
                <a:custGeom>
                  <a:avLst/>
                  <a:gdLst>
                    <a:gd name="connsiteX0" fmla="*/ 40961 w 40961"/>
                    <a:gd name="connsiteY0" fmla="*/ 640845 h 661008"/>
                    <a:gd name="connsiteX1" fmla="*/ 40961 w 40961"/>
                    <a:gd name="connsiteY1" fmla="*/ 642166 h 661008"/>
                    <a:gd name="connsiteX2" fmla="*/ 30390 w 40961"/>
                    <a:gd name="connsiteY2" fmla="*/ 655379 h 661008"/>
                    <a:gd name="connsiteX3" fmla="*/ 2643 w 40961"/>
                    <a:gd name="connsiteY3" fmla="*/ 660665 h 661008"/>
                    <a:gd name="connsiteX4" fmla="*/ 0 w 40961"/>
                    <a:gd name="connsiteY4" fmla="*/ 35676 h 661008"/>
                    <a:gd name="connsiteX5" fmla="*/ 18499 w 40961"/>
                    <a:gd name="connsiteY5" fmla="*/ 2643 h 661008"/>
                    <a:gd name="connsiteX6" fmla="*/ 27748 w 40961"/>
                    <a:gd name="connsiteY6" fmla="*/ 0 h 661008"/>
                    <a:gd name="connsiteX7" fmla="*/ 30390 w 40961"/>
                    <a:gd name="connsiteY7" fmla="*/ 0 h 661008"/>
                    <a:gd name="connsiteX8" fmla="*/ 30390 w 40961"/>
                    <a:gd name="connsiteY8" fmla="*/ 0 h 661008"/>
                    <a:gd name="connsiteX9" fmla="*/ 31712 w 40961"/>
                    <a:gd name="connsiteY9" fmla="*/ 0 h 661008"/>
                    <a:gd name="connsiteX10" fmla="*/ 31712 w 40961"/>
                    <a:gd name="connsiteY10" fmla="*/ 0 h 661008"/>
                    <a:gd name="connsiteX11" fmla="*/ 31712 w 40961"/>
                    <a:gd name="connsiteY11" fmla="*/ 0 h 661008"/>
                    <a:gd name="connsiteX12" fmla="*/ 36997 w 40961"/>
                    <a:gd name="connsiteY12" fmla="*/ 11892 h 661008"/>
                    <a:gd name="connsiteX13" fmla="*/ 40961 w 40961"/>
                    <a:gd name="connsiteY13" fmla="*/ 640845 h 661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961" h="661008">
                      <a:moveTo>
                        <a:pt x="40961" y="640845"/>
                      </a:moveTo>
                      <a:lnTo>
                        <a:pt x="40961" y="642166"/>
                      </a:lnTo>
                      <a:cubicBezTo>
                        <a:pt x="40961" y="647451"/>
                        <a:pt x="36997" y="651415"/>
                        <a:pt x="30390" y="655379"/>
                      </a:cubicBezTo>
                      <a:cubicBezTo>
                        <a:pt x="22463" y="659343"/>
                        <a:pt x="11892" y="661986"/>
                        <a:pt x="2643" y="660665"/>
                      </a:cubicBezTo>
                      <a:lnTo>
                        <a:pt x="0" y="35676"/>
                      </a:lnTo>
                      <a:cubicBezTo>
                        <a:pt x="0" y="23784"/>
                        <a:pt x="7928" y="9249"/>
                        <a:pt x="18499" y="2643"/>
                      </a:cubicBezTo>
                      <a:cubicBezTo>
                        <a:pt x="21141" y="1321"/>
                        <a:pt x="25105" y="0"/>
                        <a:pt x="27748" y="0"/>
                      </a:cubicBezTo>
                      <a:cubicBezTo>
                        <a:pt x="29069" y="0"/>
                        <a:pt x="29069" y="0"/>
                        <a:pt x="30390" y="0"/>
                      </a:cubicBezTo>
                      <a:lnTo>
                        <a:pt x="30390" y="0"/>
                      </a:lnTo>
                      <a:cubicBezTo>
                        <a:pt x="30390" y="0"/>
                        <a:pt x="31712" y="0"/>
                        <a:pt x="31712" y="0"/>
                      </a:cubicBezTo>
                      <a:cubicBezTo>
                        <a:pt x="31712" y="0"/>
                        <a:pt x="31712" y="0"/>
                        <a:pt x="31712" y="0"/>
                      </a:cubicBezTo>
                      <a:cubicBezTo>
                        <a:pt x="31712" y="0"/>
                        <a:pt x="31712" y="0"/>
                        <a:pt x="31712" y="0"/>
                      </a:cubicBezTo>
                      <a:cubicBezTo>
                        <a:pt x="35676" y="1321"/>
                        <a:pt x="36997" y="6607"/>
                        <a:pt x="36997" y="11892"/>
                      </a:cubicBezTo>
                      <a:lnTo>
                        <a:pt x="40961" y="640845"/>
                      </a:lnTo>
                      <a:close/>
                    </a:path>
                  </a:pathLst>
                </a:custGeom>
                <a:solidFill>
                  <a:schemeClr val="bg2">
                    <a:lumMod val="75000"/>
                  </a:schemeClr>
                </a:solidFill>
                <a:ln w="13204"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49EFDECB-C78B-4A38-BA7B-453E77358174}"/>
                    </a:ext>
                  </a:extLst>
                </p:cNvPr>
                <p:cNvSpPr/>
                <p:nvPr/>
              </p:nvSpPr>
              <p:spPr>
                <a:xfrm>
                  <a:off x="8332697" y="4194085"/>
                  <a:ext cx="50210" cy="51531"/>
                </a:xfrm>
                <a:custGeom>
                  <a:avLst/>
                  <a:gdLst>
                    <a:gd name="connsiteX0" fmla="*/ 31712 w 50210"/>
                    <a:gd name="connsiteY0" fmla="*/ 51532 h 51531"/>
                    <a:gd name="connsiteX1" fmla="*/ 0 w 50210"/>
                    <a:gd name="connsiteY1" fmla="*/ 33033 h 51531"/>
                    <a:gd name="connsiteX2" fmla="*/ 18499 w 50210"/>
                    <a:gd name="connsiteY2" fmla="*/ 0 h 51531"/>
                    <a:gd name="connsiteX3" fmla="*/ 50211 w 50210"/>
                    <a:gd name="connsiteY3" fmla="*/ 18499 h 51531"/>
                    <a:gd name="connsiteX4" fmla="*/ 31712 w 50210"/>
                    <a:gd name="connsiteY4" fmla="*/ 51532 h 51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10" h="51531">
                      <a:moveTo>
                        <a:pt x="31712" y="51532"/>
                      </a:moveTo>
                      <a:lnTo>
                        <a:pt x="0" y="33033"/>
                      </a:lnTo>
                      <a:cubicBezTo>
                        <a:pt x="0" y="21141"/>
                        <a:pt x="7928" y="6607"/>
                        <a:pt x="18499" y="0"/>
                      </a:cubicBezTo>
                      <a:lnTo>
                        <a:pt x="50211" y="18499"/>
                      </a:lnTo>
                      <a:cubicBezTo>
                        <a:pt x="40961" y="25105"/>
                        <a:pt x="31712" y="39640"/>
                        <a:pt x="31712" y="51532"/>
                      </a:cubicBezTo>
                      <a:close/>
                    </a:path>
                  </a:pathLst>
                </a:custGeom>
                <a:solidFill>
                  <a:srgbClr val="FA9887"/>
                </a:solidFill>
                <a:ln w="13204" cap="flat">
                  <a:noFill/>
                  <a:prstDash val="solid"/>
                  <a:miter/>
                </a:ln>
              </p:spPr>
              <p:txBody>
                <a:bodyPr rtlCol="0" anchor="ctr"/>
                <a:lstStyle/>
                <a:p>
                  <a:endParaRPr lang="en-US"/>
                </a:p>
              </p:txBody>
            </p:sp>
          </p:grpSp>
          <p:grpSp>
            <p:nvGrpSpPr>
              <p:cNvPr id="182" name="Graphic 3">
                <a:extLst>
                  <a:ext uri="{FF2B5EF4-FFF2-40B4-BE49-F238E27FC236}">
                    <a16:creationId xmlns:a16="http://schemas.microsoft.com/office/drawing/2014/main" id="{85FB30D8-0F6F-4314-A3BD-A2090A2B8719}"/>
                  </a:ext>
                </a:extLst>
              </p:cNvPr>
              <p:cNvGrpSpPr/>
              <p:nvPr/>
            </p:nvGrpSpPr>
            <p:grpSpPr>
              <a:xfrm>
                <a:off x="7646927" y="3796695"/>
                <a:ext cx="755800" cy="1073910"/>
                <a:chOff x="7646927" y="3796695"/>
                <a:chExt cx="755800" cy="1073910"/>
              </a:xfrm>
              <a:solidFill>
                <a:srgbClr val="FA9887"/>
              </a:solidFill>
            </p:grpSpPr>
            <p:sp>
              <p:nvSpPr>
                <p:cNvPr id="183" name="Freeform: Shape 182">
                  <a:extLst>
                    <a:ext uri="{FF2B5EF4-FFF2-40B4-BE49-F238E27FC236}">
                      <a16:creationId xmlns:a16="http://schemas.microsoft.com/office/drawing/2014/main" id="{3EF8B5F1-ABAA-4F62-B5D4-EC5B1061E079}"/>
                    </a:ext>
                  </a:extLst>
                </p:cNvPr>
                <p:cNvSpPr/>
                <p:nvPr/>
              </p:nvSpPr>
              <p:spPr>
                <a:xfrm>
                  <a:off x="7646927" y="3812220"/>
                  <a:ext cx="7927" cy="47567"/>
                </a:xfrm>
                <a:custGeom>
                  <a:avLst/>
                  <a:gdLst>
                    <a:gd name="connsiteX0" fmla="*/ 0 w 7927"/>
                    <a:gd name="connsiteY0" fmla="*/ 0 h 47567"/>
                    <a:gd name="connsiteX1" fmla="*/ 0 w 7927"/>
                    <a:gd name="connsiteY1" fmla="*/ 36997 h 47567"/>
                    <a:gd name="connsiteX2" fmla="*/ 7928 w 7927"/>
                    <a:gd name="connsiteY2" fmla="*/ 47568 h 47567"/>
                    <a:gd name="connsiteX3" fmla="*/ 7928 w 7927"/>
                    <a:gd name="connsiteY3" fmla="*/ 10570 h 47567"/>
                    <a:gd name="connsiteX4" fmla="*/ 0 w 7927"/>
                    <a:gd name="connsiteY4" fmla="*/ 0 h 475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27" h="47567">
                      <a:moveTo>
                        <a:pt x="0" y="0"/>
                      </a:moveTo>
                      <a:lnTo>
                        <a:pt x="0" y="36997"/>
                      </a:lnTo>
                      <a:cubicBezTo>
                        <a:pt x="0" y="40961"/>
                        <a:pt x="2643" y="44925"/>
                        <a:pt x="7928" y="47568"/>
                      </a:cubicBezTo>
                      <a:lnTo>
                        <a:pt x="7928" y="10570"/>
                      </a:lnTo>
                      <a:cubicBezTo>
                        <a:pt x="2643" y="7928"/>
                        <a:pt x="0" y="3964"/>
                        <a:pt x="0" y="0"/>
                      </a:cubicBezTo>
                      <a:close/>
                    </a:path>
                  </a:pathLst>
                </a:custGeom>
                <a:solidFill>
                  <a:srgbClr val="FA9887"/>
                </a:solidFill>
                <a:ln w="13204"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5E651045-26E1-42DE-8F1C-689CC52B9579}"/>
                    </a:ext>
                  </a:extLst>
                </p:cNvPr>
                <p:cNvSpPr/>
                <p:nvPr/>
              </p:nvSpPr>
              <p:spPr>
                <a:xfrm>
                  <a:off x="7646927" y="3796695"/>
                  <a:ext cx="755800" cy="439341"/>
                </a:xfrm>
                <a:custGeom>
                  <a:avLst/>
                  <a:gdLst>
                    <a:gd name="connsiteX0" fmla="*/ 7928 w 755800"/>
                    <a:gd name="connsiteY0" fmla="*/ 4955 h 439341"/>
                    <a:gd name="connsiteX1" fmla="*/ 7928 w 755800"/>
                    <a:gd name="connsiteY1" fmla="*/ 27418 h 439341"/>
                    <a:gd name="connsiteX2" fmla="*/ 709554 w 755800"/>
                    <a:gd name="connsiteY2" fmla="*/ 434387 h 439341"/>
                    <a:gd name="connsiteX3" fmla="*/ 747872 w 755800"/>
                    <a:gd name="connsiteY3" fmla="*/ 434387 h 439341"/>
                    <a:gd name="connsiteX4" fmla="*/ 747872 w 755800"/>
                    <a:gd name="connsiteY4" fmla="*/ 411924 h 439341"/>
                    <a:gd name="connsiteX5" fmla="*/ 46247 w 755800"/>
                    <a:gd name="connsiteY5" fmla="*/ 4955 h 439341"/>
                    <a:gd name="connsiteX6" fmla="*/ 7928 w 755800"/>
                    <a:gd name="connsiteY6" fmla="*/ 4955 h 439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5800" h="439341">
                      <a:moveTo>
                        <a:pt x="7928" y="4955"/>
                      </a:moveTo>
                      <a:cubicBezTo>
                        <a:pt x="-2643" y="11562"/>
                        <a:pt x="-2643" y="20811"/>
                        <a:pt x="7928" y="27418"/>
                      </a:cubicBezTo>
                      <a:lnTo>
                        <a:pt x="709554" y="434387"/>
                      </a:lnTo>
                      <a:cubicBezTo>
                        <a:pt x="720124" y="440994"/>
                        <a:pt x="737302" y="440994"/>
                        <a:pt x="747872" y="434387"/>
                      </a:cubicBezTo>
                      <a:cubicBezTo>
                        <a:pt x="758443" y="427780"/>
                        <a:pt x="758443" y="418531"/>
                        <a:pt x="747872" y="411924"/>
                      </a:cubicBezTo>
                      <a:lnTo>
                        <a:pt x="46247" y="4955"/>
                      </a:lnTo>
                      <a:cubicBezTo>
                        <a:pt x="35676" y="-1652"/>
                        <a:pt x="18499" y="-1652"/>
                        <a:pt x="7928" y="4955"/>
                      </a:cubicBezTo>
                      <a:close/>
                    </a:path>
                  </a:pathLst>
                </a:custGeom>
                <a:solidFill>
                  <a:schemeClr val="bg2">
                    <a:lumMod val="75000"/>
                  </a:schemeClr>
                </a:solidFill>
                <a:ln w="13204"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A9A8EAE4-1E09-4409-8F60-CADA88FDAB52}"/>
                    </a:ext>
                  </a:extLst>
                </p:cNvPr>
                <p:cNvSpPr/>
                <p:nvPr/>
              </p:nvSpPr>
              <p:spPr>
                <a:xfrm>
                  <a:off x="7654855" y="3824112"/>
                  <a:ext cx="712196" cy="1046492"/>
                </a:xfrm>
                <a:custGeom>
                  <a:avLst/>
                  <a:gdLst>
                    <a:gd name="connsiteX0" fmla="*/ 709554 w 712196"/>
                    <a:gd name="connsiteY0" fmla="*/ 443967 h 1046492"/>
                    <a:gd name="connsiteX1" fmla="*/ 709554 w 712196"/>
                    <a:gd name="connsiteY1" fmla="*/ 409612 h 1046492"/>
                    <a:gd name="connsiteX2" fmla="*/ 701626 w 712196"/>
                    <a:gd name="connsiteY2" fmla="*/ 406969 h 1046492"/>
                    <a:gd name="connsiteX3" fmla="*/ 0 w 712196"/>
                    <a:gd name="connsiteY3" fmla="*/ 0 h 1046492"/>
                    <a:gd name="connsiteX4" fmla="*/ 0 w 712196"/>
                    <a:gd name="connsiteY4" fmla="*/ 36997 h 1046492"/>
                    <a:gd name="connsiteX5" fmla="*/ 676521 w 712196"/>
                    <a:gd name="connsiteY5" fmla="*/ 430753 h 1046492"/>
                    <a:gd name="connsiteX6" fmla="*/ 679163 w 712196"/>
                    <a:gd name="connsiteY6" fmla="*/ 1025352 h 1046492"/>
                    <a:gd name="connsiteX7" fmla="*/ 679163 w 712196"/>
                    <a:gd name="connsiteY7" fmla="*/ 1027994 h 1046492"/>
                    <a:gd name="connsiteX8" fmla="*/ 689734 w 712196"/>
                    <a:gd name="connsiteY8" fmla="*/ 1041207 h 1046492"/>
                    <a:gd name="connsiteX9" fmla="*/ 712196 w 712196"/>
                    <a:gd name="connsiteY9" fmla="*/ 1046493 h 1046492"/>
                    <a:gd name="connsiteX10" fmla="*/ 709554 w 712196"/>
                    <a:gd name="connsiteY10" fmla="*/ 443967 h 1046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2196" h="1046492">
                      <a:moveTo>
                        <a:pt x="709554" y="443967"/>
                      </a:moveTo>
                      <a:lnTo>
                        <a:pt x="709554" y="409612"/>
                      </a:lnTo>
                      <a:lnTo>
                        <a:pt x="701626" y="406969"/>
                      </a:lnTo>
                      <a:lnTo>
                        <a:pt x="0" y="0"/>
                      </a:lnTo>
                      <a:lnTo>
                        <a:pt x="0" y="36997"/>
                      </a:lnTo>
                      <a:lnTo>
                        <a:pt x="676521" y="430753"/>
                      </a:lnTo>
                      <a:lnTo>
                        <a:pt x="679163" y="1025352"/>
                      </a:lnTo>
                      <a:lnTo>
                        <a:pt x="679163" y="1027994"/>
                      </a:lnTo>
                      <a:cubicBezTo>
                        <a:pt x="679163" y="1033279"/>
                        <a:pt x="683127" y="1037243"/>
                        <a:pt x="689734" y="1041207"/>
                      </a:cubicBezTo>
                      <a:cubicBezTo>
                        <a:pt x="696341" y="1045171"/>
                        <a:pt x="704268" y="1046493"/>
                        <a:pt x="712196" y="1046493"/>
                      </a:cubicBezTo>
                      <a:lnTo>
                        <a:pt x="709554" y="443967"/>
                      </a:lnTo>
                      <a:close/>
                    </a:path>
                  </a:pathLst>
                </a:custGeom>
                <a:solidFill>
                  <a:schemeClr val="bg2">
                    <a:lumMod val="75000"/>
                  </a:schemeClr>
                </a:solidFill>
                <a:ln w="13204" cap="flat">
                  <a:noFill/>
                  <a:prstDash val="solid"/>
                  <a:miter/>
                </a:ln>
              </p:spPr>
              <p:txBody>
                <a:bodyPr rtlCol="0" anchor="ctr"/>
                <a:lstStyle/>
                <a:p>
                  <a:endParaRPr lang="en-US"/>
                </a:p>
              </p:txBody>
            </p:sp>
          </p:grpSp>
        </p:grpSp>
      </p:grpSp>
      <p:grpSp>
        <p:nvGrpSpPr>
          <p:cNvPr id="209" name="Group 208">
            <a:extLst>
              <a:ext uri="{FF2B5EF4-FFF2-40B4-BE49-F238E27FC236}">
                <a16:creationId xmlns:a16="http://schemas.microsoft.com/office/drawing/2014/main" id="{7FB50BB9-763A-4509-87B0-05C5EDFBB776}"/>
              </a:ext>
            </a:extLst>
          </p:cNvPr>
          <p:cNvGrpSpPr/>
          <p:nvPr/>
        </p:nvGrpSpPr>
        <p:grpSpPr>
          <a:xfrm>
            <a:off x="1001977" y="575310"/>
            <a:ext cx="5094023" cy="1226922"/>
            <a:chOff x="1001977" y="575310"/>
            <a:chExt cx="5094023" cy="1226922"/>
          </a:xfrm>
        </p:grpSpPr>
        <p:sp>
          <p:nvSpPr>
            <p:cNvPr id="204" name="Rectangle 203">
              <a:extLst>
                <a:ext uri="{FF2B5EF4-FFF2-40B4-BE49-F238E27FC236}">
                  <a16:creationId xmlns:a16="http://schemas.microsoft.com/office/drawing/2014/main" id="{84D18996-2FD1-4A39-B601-026EDD5AA1E3}"/>
                </a:ext>
              </a:extLst>
            </p:cNvPr>
            <p:cNvSpPr/>
            <p:nvPr/>
          </p:nvSpPr>
          <p:spPr>
            <a:xfrm>
              <a:off x="1001977" y="575310"/>
              <a:ext cx="209751" cy="690880"/>
            </a:xfrm>
            <a:prstGeom prst="rect">
              <a:avLst/>
            </a:prstGeom>
            <a:gradFill flip="none" rotWithShape="1">
              <a:gsLst>
                <a:gs pos="0">
                  <a:schemeClr val="accent1">
                    <a:alpha val="50000"/>
                  </a:schemeClr>
                </a:gs>
                <a:gs pos="100000">
                  <a:schemeClr val="accent2">
                    <a:alpha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1DC16336-824B-40BD-8CC5-95E518F7069B}"/>
                </a:ext>
              </a:extLst>
            </p:cNvPr>
            <p:cNvSpPr txBox="1"/>
            <p:nvPr/>
          </p:nvSpPr>
          <p:spPr>
            <a:xfrm>
              <a:off x="1013226" y="694236"/>
              <a:ext cx="4402053" cy="646331"/>
            </a:xfrm>
            <a:prstGeom prst="rect">
              <a:avLst/>
            </a:prstGeom>
            <a:noFill/>
          </p:spPr>
          <p:txBody>
            <a:bodyPr wrap="square" rtlCol="0">
              <a:spAutoFit/>
            </a:bodyPr>
            <a:lstStyle/>
            <a:p>
              <a:r>
                <a:rPr lang="en-US" sz="3600" b="1" dirty="0">
                  <a:latin typeface="Roboto" panose="02000000000000000000" pitchFamily="2" charset="0"/>
                  <a:ea typeface="Roboto" panose="02000000000000000000" pitchFamily="2" charset="0"/>
                </a:rPr>
                <a:t>Summary of Lesson</a:t>
              </a:r>
            </a:p>
          </p:txBody>
        </p:sp>
        <p:sp>
          <p:nvSpPr>
            <p:cNvPr id="186" name="TextBox 185">
              <a:extLst>
                <a:ext uri="{FF2B5EF4-FFF2-40B4-BE49-F238E27FC236}">
                  <a16:creationId xmlns:a16="http://schemas.microsoft.com/office/drawing/2014/main" id="{404DA727-06C9-4C70-A716-FBBE9FAD11F7}"/>
                </a:ext>
              </a:extLst>
            </p:cNvPr>
            <p:cNvSpPr txBox="1"/>
            <p:nvPr/>
          </p:nvSpPr>
          <p:spPr>
            <a:xfrm>
              <a:off x="1013227" y="1340567"/>
              <a:ext cx="5082773" cy="461665"/>
            </a:xfrm>
            <a:prstGeom prst="rect">
              <a:avLst/>
            </a:prstGeom>
            <a:noFill/>
          </p:spPr>
          <p:txBody>
            <a:bodyPr wrap="square" rtlCol="0">
              <a:spAutoFit/>
            </a:bodyPr>
            <a:lstStyle/>
            <a:p>
              <a:r>
                <a:rPr lang="en-US" sz="1200" dirty="0">
                  <a:solidFill>
                    <a:schemeClr val="tx1">
                      <a:alpha val="35000"/>
                    </a:schemeClr>
                  </a:solidFill>
                  <a:latin typeface="Roboto" panose="02000000000000000000" pitchFamily="2" charset="0"/>
                  <a:ea typeface="Roboto" panose="02000000000000000000" pitchFamily="2" charset="0"/>
                </a:rPr>
                <a:t>Lorem ipsum dolor sit amet, consectetur adipiscing elit, sed do eiusmod tempor incididunt ut labore et dolore magna aliqua..</a:t>
              </a:r>
            </a:p>
          </p:txBody>
        </p:sp>
      </p:grpSp>
      <p:grpSp>
        <p:nvGrpSpPr>
          <p:cNvPr id="208" name="Group 207">
            <a:extLst>
              <a:ext uri="{FF2B5EF4-FFF2-40B4-BE49-F238E27FC236}">
                <a16:creationId xmlns:a16="http://schemas.microsoft.com/office/drawing/2014/main" id="{31DA4180-D516-4567-9869-C87315C0D047}"/>
              </a:ext>
            </a:extLst>
          </p:cNvPr>
          <p:cNvGrpSpPr/>
          <p:nvPr/>
        </p:nvGrpSpPr>
        <p:grpSpPr>
          <a:xfrm>
            <a:off x="1069661" y="2365368"/>
            <a:ext cx="1884642" cy="1379454"/>
            <a:chOff x="1069661" y="2365368"/>
            <a:chExt cx="1884642" cy="1379454"/>
          </a:xfrm>
        </p:grpSpPr>
        <p:grpSp>
          <p:nvGrpSpPr>
            <p:cNvPr id="190" name="Group 189">
              <a:extLst>
                <a:ext uri="{FF2B5EF4-FFF2-40B4-BE49-F238E27FC236}">
                  <a16:creationId xmlns:a16="http://schemas.microsoft.com/office/drawing/2014/main" id="{0D802028-224B-43B8-A40A-AF9B96AEBD31}"/>
                </a:ext>
              </a:extLst>
            </p:cNvPr>
            <p:cNvGrpSpPr/>
            <p:nvPr/>
          </p:nvGrpSpPr>
          <p:grpSpPr>
            <a:xfrm>
              <a:off x="1069661" y="2365368"/>
              <a:ext cx="1884642" cy="1379454"/>
              <a:chOff x="1060241" y="2358758"/>
              <a:chExt cx="1884642" cy="1379454"/>
            </a:xfrm>
          </p:grpSpPr>
          <p:sp>
            <p:nvSpPr>
              <p:cNvPr id="187" name="Rectangle: Rounded Corners 186">
                <a:extLst>
                  <a:ext uri="{FF2B5EF4-FFF2-40B4-BE49-F238E27FC236}">
                    <a16:creationId xmlns:a16="http://schemas.microsoft.com/office/drawing/2014/main" id="{675AFDF3-CB30-4C16-A68A-0554E0FA5262}"/>
                  </a:ext>
                </a:extLst>
              </p:cNvPr>
              <p:cNvSpPr/>
              <p:nvPr/>
            </p:nvSpPr>
            <p:spPr>
              <a:xfrm>
                <a:off x="1678614" y="2358758"/>
                <a:ext cx="647897" cy="647897"/>
              </a:xfrm>
              <a:prstGeom prst="roundRect">
                <a:avLst/>
              </a:prstGeom>
              <a:gradFill>
                <a:gsLst>
                  <a:gs pos="0">
                    <a:schemeClr val="accent1"/>
                  </a:gs>
                  <a:gs pos="100000">
                    <a:schemeClr val="accent2"/>
                  </a:gs>
                </a:gsLst>
                <a:lin ang="8100000" scaled="1"/>
              </a:gradFill>
              <a:ln>
                <a:noFill/>
              </a:ln>
              <a:effectLst>
                <a:outerShdw blurRad="355600" dist="1397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TextBox 187">
                <a:extLst>
                  <a:ext uri="{FF2B5EF4-FFF2-40B4-BE49-F238E27FC236}">
                    <a16:creationId xmlns:a16="http://schemas.microsoft.com/office/drawing/2014/main" id="{34A05B2A-FE87-4E54-8301-F37F0DE4D657}"/>
                  </a:ext>
                </a:extLst>
              </p:cNvPr>
              <p:cNvSpPr txBox="1"/>
              <p:nvPr/>
            </p:nvSpPr>
            <p:spPr>
              <a:xfrm>
                <a:off x="1060241" y="3214992"/>
                <a:ext cx="1884642" cy="523220"/>
              </a:xfrm>
              <a:prstGeom prst="rect">
                <a:avLst/>
              </a:prstGeom>
              <a:noFill/>
            </p:spPr>
            <p:txBody>
              <a:bodyPr wrap="square" rtlCol="0">
                <a:spAutoFit/>
              </a:bodyPr>
              <a:lstStyle/>
              <a:p>
                <a:pPr algn="ctr">
                  <a:buClr>
                    <a:schemeClr val="accent3"/>
                  </a:buClr>
                </a:pPr>
                <a:r>
                  <a:rPr lang="en-US" sz="1400" dirty="0">
                    <a:solidFill>
                      <a:schemeClr val="tx2"/>
                    </a:solidFill>
                    <a:latin typeface="Roboto" panose="02000000000000000000" pitchFamily="2" charset="0"/>
                    <a:ea typeface="Roboto" panose="02000000000000000000" pitchFamily="2" charset="0"/>
                  </a:rPr>
                  <a:t>List important points from each section.</a:t>
                </a:r>
              </a:p>
            </p:txBody>
          </p:sp>
        </p:grpSp>
        <p:sp>
          <p:nvSpPr>
            <p:cNvPr id="200" name="TextBox 199">
              <a:extLst>
                <a:ext uri="{FF2B5EF4-FFF2-40B4-BE49-F238E27FC236}">
                  <a16:creationId xmlns:a16="http://schemas.microsoft.com/office/drawing/2014/main" id="{AECBD17E-44CF-4CD6-8B68-7DF54B283839}"/>
                </a:ext>
              </a:extLst>
            </p:cNvPr>
            <p:cNvSpPr txBox="1"/>
            <p:nvPr/>
          </p:nvSpPr>
          <p:spPr>
            <a:xfrm>
              <a:off x="1694639" y="2489415"/>
              <a:ext cx="634685" cy="400110"/>
            </a:xfrm>
            <a:prstGeom prst="rect">
              <a:avLst/>
            </a:prstGeom>
            <a:noFill/>
          </p:spPr>
          <p:txBody>
            <a:bodyPr wrap="square" rtlCol="0">
              <a:spAutoFit/>
            </a:bodyPr>
            <a:lstStyle/>
            <a:p>
              <a:pPr algn="ctr">
                <a:buClr>
                  <a:schemeClr val="accent3"/>
                </a:buClr>
              </a:pPr>
              <a:r>
                <a:rPr lang="en-US" sz="2000" b="1" dirty="0">
                  <a:solidFill>
                    <a:schemeClr val="bg2"/>
                  </a:solidFill>
                  <a:latin typeface="Roboto Black" panose="02000000000000000000" pitchFamily="2" charset="0"/>
                  <a:ea typeface="Roboto Black" panose="02000000000000000000" pitchFamily="2" charset="0"/>
                </a:rPr>
                <a:t>01</a:t>
              </a:r>
            </a:p>
          </p:txBody>
        </p:sp>
      </p:grpSp>
      <p:grpSp>
        <p:nvGrpSpPr>
          <p:cNvPr id="207" name="Group 206">
            <a:extLst>
              <a:ext uri="{FF2B5EF4-FFF2-40B4-BE49-F238E27FC236}">
                <a16:creationId xmlns:a16="http://schemas.microsoft.com/office/drawing/2014/main" id="{24E0B34E-0CED-4790-98E9-4814F98DB628}"/>
              </a:ext>
            </a:extLst>
          </p:cNvPr>
          <p:cNvGrpSpPr/>
          <p:nvPr/>
        </p:nvGrpSpPr>
        <p:grpSpPr>
          <a:xfrm>
            <a:off x="3447457" y="2365368"/>
            <a:ext cx="1884642" cy="1594898"/>
            <a:chOff x="3447457" y="2365368"/>
            <a:chExt cx="1884642" cy="1594898"/>
          </a:xfrm>
        </p:grpSpPr>
        <p:grpSp>
          <p:nvGrpSpPr>
            <p:cNvPr id="191" name="Group 190">
              <a:extLst>
                <a:ext uri="{FF2B5EF4-FFF2-40B4-BE49-F238E27FC236}">
                  <a16:creationId xmlns:a16="http://schemas.microsoft.com/office/drawing/2014/main" id="{28F5981E-FF1D-4C87-B23B-A8DB58DA6324}"/>
                </a:ext>
              </a:extLst>
            </p:cNvPr>
            <p:cNvGrpSpPr/>
            <p:nvPr/>
          </p:nvGrpSpPr>
          <p:grpSpPr>
            <a:xfrm>
              <a:off x="3447457" y="2365368"/>
              <a:ext cx="1884642" cy="1594898"/>
              <a:chOff x="1060241" y="2358758"/>
              <a:chExt cx="1884642" cy="1594898"/>
            </a:xfrm>
          </p:grpSpPr>
          <p:sp>
            <p:nvSpPr>
              <p:cNvPr id="192" name="Rectangle: Rounded Corners 191">
                <a:extLst>
                  <a:ext uri="{FF2B5EF4-FFF2-40B4-BE49-F238E27FC236}">
                    <a16:creationId xmlns:a16="http://schemas.microsoft.com/office/drawing/2014/main" id="{0304C05A-1F2B-46B3-A2A9-3530F7E565E1}"/>
                  </a:ext>
                </a:extLst>
              </p:cNvPr>
              <p:cNvSpPr/>
              <p:nvPr/>
            </p:nvSpPr>
            <p:spPr>
              <a:xfrm>
                <a:off x="1678614" y="2358758"/>
                <a:ext cx="647897" cy="647897"/>
              </a:xfrm>
              <a:prstGeom prst="roundRect">
                <a:avLst/>
              </a:prstGeom>
              <a:gradFill>
                <a:gsLst>
                  <a:gs pos="0">
                    <a:schemeClr val="accent1"/>
                  </a:gs>
                  <a:gs pos="100000">
                    <a:schemeClr val="accent2"/>
                  </a:gs>
                </a:gsLst>
                <a:lin ang="8100000" scaled="1"/>
              </a:gradFill>
              <a:ln>
                <a:noFill/>
              </a:ln>
              <a:effectLst>
                <a:outerShdw blurRad="355600" dist="1397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TextBox 192">
                <a:extLst>
                  <a:ext uri="{FF2B5EF4-FFF2-40B4-BE49-F238E27FC236}">
                    <a16:creationId xmlns:a16="http://schemas.microsoft.com/office/drawing/2014/main" id="{BA6387A0-A825-4A08-9B5C-5320379EF230}"/>
                  </a:ext>
                </a:extLst>
              </p:cNvPr>
              <p:cNvSpPr txBox="1"/>
              <p:nvPr/>
            </p:nvSpPr>
            <p:spPr>
              <a:xfrm>
                <a:off x="1060241" y="3214992"/>
                <a:ext cx="1884642" cy="738664"/>
              </a:xfrm>
              <a:prstGeom prst="rect">
                <a:avLst/>
              </a:prstGeom>
              <a:noFill/>
            </p:spPr>
            <p:txBody>
              <a:bodyPr wrap="square" rtlCol="0">
                <a:spAutoFit/>
              </a:bodyPr>
              <a:lstStyle/>
              <a:p>
                <a:pPr algn="ctr">
                  <a:buClr>
                    <a:schemeClr val="accent3"/>
                  </a:buClr>
                </a:pPr>
                <a:r>
                  <a:rPr lang="en-US" sz="1400" dirty="0">
                    <a:solidFill>
                      <a:schemeClr val="tx2"/>
                    </a:solidFill>
                    <a:latin typeface="Roboto" panose="02000000000000000000" pitchFamily="2" charset="0"/>
                    <a:ea typeface="Roboto" panose="02000000000000000000" pitchFamily="2" charset="0"/>
                  </a:rPr>
                  <a:t>Provide resources for more information on subject.</a:t>
                </a:r>
              </a:p>
            </p:txBody>
          </p:sp>
        </p:grpSp>
        <p:sp>
          <p:nvSpPr>
            <p:cNvPr id="201" name="TextBox 200">
              <a:extLst>
                <a:ext uri="{FF2B5EF4-FFF2-40B4-BE49-F238E27FC236}">
                  <a16:creationId xmlns:a16="http://schemas.microsoft.com/office/drawing/2014/main" id="{CA76E22C-B459-4ABC-AC65-BA632D789D50}"/>
                </a:ext>
              </a:extLst>
            </p:cNvPr>
            <p:cNvSpPr txBox="1"/>
            <p:nvPr/>
          </p:nvSpPr>
          <p:spPr>
            <a:xfrm>
              <a:off x="4084843" y="2489415"/>
              <a:ext cx="634685" cy="400110"/>
            </a:xfrm>
            <a:prstGeom prst="rect">
              <a:avLst/>
            </a:prstGeom>
            <a:noFill/>
          </p:spPr>
          <p:txBody>
            <a:bodyPr wrap="square" rtlCol="0">
              <a:spAutoFit/>
            </a:bodyPr>
            <a:lstStyle/>
            <a:p>
              <a:pPr algn="ctr">
                <a:buClr>
                  <a:schemeClr val="accent3"/>
                </a:buClr>
              </a:pPr>
              <a:r>
                <a:rPr lang="en-US" sz="2000" b="1" dirty="0">
                  <a:solidFill>
                    <a:schemeClr val="bg2"/>
                  </a:solidFill>
                  <a:latin typeface="Roboto Black" panose="02000000000000000000" pitchFamily="2" charset="0"/>
                  <a:ea typeface="Roboto Black" panose="02000000000000000000" pitchFamily="2" charset="0"/>
                </a:rPr>
                <a:t>02</a:t>
              </a:r>
            </a:p>
          </p:txBody>
        </p:sp>
      </p:grpSp>
      <p:grpSp>
        <p:nvGrpSpPr>
          <p:cNvPr id="205" name="Group 204">
            <a:extLst>
              <a:ext uri="{FF2B5EF4-FFF2-40B4-BE49-F238E27FC236}">
                <a16:creationId xmlns:a16="http://schemas.microsoft.com/office/drawing/2014/main" id="{05C814F8-7CB9-43FA-8F0F-D4169844B305}"/>
              </a:ext>
            </a:extLst>
          </p:cNvPr>
          <p:cNvGrpSpPr/>
          <p:nvPr/>
        </p:nvGrpSpPr>
        <p:grpSpPr>
          <a:xfrm>
            <a:off x="1069661" y="4350001"/>
            <a:ext cx="1884642" cy="1379454"/>
            <a:chOff x="1069661" y="4350001"/>
            <a:chExt cx="1884642" cy="1379454"/>
          </a:xfrm>
        </p:grpSpPr>
        <p:grpSp>
          <p:nvGrpSpPr>
            <p:cNvPr id="194" name="Group 193">
              <a:extLst>
                <a:ext uri="{FF2B5EF4-FFF2-40B4-BE49-F238E27FC236}">
                  <a16:creationId xmlns:a16="http://schemas.microsoft.com/office/drawing/2014/main" id="{E1E5619B-070B-423C-9D4C-08BAD595AF9E}"/>
                </a:ext>
              </a:extLst>
            </p:cNvPr>
            <p:cNvGrpSpPr/>
            <p:nvPr/>
          </p:nvGrpSpPr>
          <p:grpSpPr>
            <a:xfrm>
              <a:off x="1069661" y="4350001"/>
              <a:ext cx="1884642" cy="1379454"/>
              <a:chOff x="1060241" y="2358758"/>
              <a:chExt cx="1884642" cy="1379454"/>
            </a:xfrm>
          </p:grpSpPr>
          <p:sp>
            <p:nvSpPr>
              <p:cNvPr id="195" name="Rectangle: Rounded Corners 194">
                <a:extLst>
                  <a:ext uri="{FF2B5EF4-FFF2-40B4-BE49-F238E27FC236}">
                    <a16:creationId xmlns:a16="http://schemas.microsoft.com/office/drawing/2014/main" id="{25B04C21-E6C7-4943-9E86-B7628009053F}"/>
                  </a:ext>
                </a:extLst>
              </p:cNvPr>
              <p:cNvSpPr/>
              <p:nvPr/>
            </p:nvSpPr>
            <p:spPr>
              <a:xfrm>
                <a:off x="1678614" y="2358758"/>
                <a:ext cx="647897" cy="647897"/>
              </a:xfrm>
              <a:prstGeom prst="roundRect">
                <a:avLst/>
              </a:prstGeom>
              <a:gradFill>
                <a:gsLst>
                  <a:gs pos="0">
                    <a:schemeClr val="accent1"/>
                  </a:gs>
                  <a:gs pos="100000">
                    <a:schemeClr val="accent2"/>
                  </a:gs>
                </a:gsLst>
                <a:lin ang="8100000" scaled="1"/>
              </a:gradFill>
              <a:ln>
                <a:noFill/>
              </a:ln>
              <a:effectLst>
                <a:outerShdw blurRad="355600" dist="1397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TextBox 195">
                <a:extLst>
                  <a:ext uri="{FF2B5EF4-FFF2-40B4-BE49-F238E27FC236}">
                    <a16:creationId xmlns:a16="http://schemas.microsoft.com/office/drawing/2014/main" id="{288E3D24-3EAF-4AEA-9C30-4392C84E261F}"/>
                  </a:ext>
                </a:extLst>
              </p:cNvPr>
              <p:cNvSpPr txBox="1"/>
              <p:nvPr/>
            </p:nvSpPr>
            <p:spPr>
              <a:xfrm>
                <a:off x="1060241" y="3214992"/>
                <a:ext cx="1884642" cy="523220"/>
              </a:xfrm>
              <a:prstGeom prst="rect">
                <a:avLst/>
              </a:prstGeom>
              <a:noFill/>
            </p:spPr>
            <p:txBody>
              <a:bodyPr wrap="square" rtlCol="0">
                <a:spAutoFit/>
              </a:bodyPr>
              <a:lstStyle/>
              <a:p>
                <a:pPr algn="ctr">
                  <a:buClr>
                    <a:schemeClr val="accent3"/>
                  </a:buClr>
                </a:pPr>
                <a:r>
                  <a:rPr lang="en-US" sz="1400" dirty="0">
                    <a:solidFill>
                      <a:schemeClr val="tx2"/>
                    </a:solidFill>
                    <a:latin typeface="Roboto" panose="02000000000000000000" pitchFamily="2" charset="0"/>
                    <a:ea typeface="Roboto" panose="02000000000000000000" pitchFamily="2" charset="0"/>
                  </a:rPr>
                  <a:t>List resources on this slide.</a:t>
                </a:r>
              </a:p>
            </p:txBody>
          </p:sp>
        </p:grpSp>
        <p:sp>
          <p:nvSpPr>
            <p:cNvPr id="202" name="TextBox 201">
              <a:extLst>
                <a:ext uri="{FF2B5EF4-FFF2-40B4-BE49-F238E27FC236}">
                  <a16:creationId xmlns:a16="http://schemas.microsoft.com/office/drawing/2014/main" id="{6168406B-48A5-4ED9-BFFB-1E41BCDE0D21}"/>
                </a:ext>
              </a:extLst>
            </p:cNvPr>
            <p:cNvSpPr txBox="1"/>
            <p:nvPr/>
          </p:nvSpPr>
          <p:spPr>
            <a:xfrm>
              <a:off x="1688034" y="4480539"/>
              <a:ext cx="634685" cy="400110"/>
            </a:xfrm>
            <a:prstGeom prst="rect">
              <a:avLst/>
            </a:prstGeom>
            <a:noFill/>
          </p:spPr>
          <p:txBody>
            <a:bodyPr wrap="square" rtlCol="0">
              <a:spAutoFit/>
            </a:bodyPr>
            <a:lstStyle/>
            <a:p>
              <a:pPr algn="ctr">
                <a:buClr>
                  <a:schemeClr val="accent3"/>
                </a:buClr>
              </a:pPr>
              <a:r>
                <a:rPr lang="en-US" sz="2000" b="1" dirty="0">
                  <a:solidFill>
                    <a:schemeClr val="bg2"/>
                  </a:solidFill>
                  <a:latin typeface="Roboto Black" panose="02000000000000000000" pitchFamily="2" charset="0"/>
                  <a:ea typeface="Roboto Black" panose="02000000000000000000" pitchFamily="2" charset="0"/>
                </a:rPr>
                <a:t>03</a:t>
              </a:r>
            </a:p>
          </p:txBody>
        </p:sp>
      </p:grpSp>
      <p:grpSp>
        <p:nvGrpSpPr>
          <p:cNvPr id="206" name="Group 205">
            <a:extLst>
              <a:ext uri="{FF2B5EF4-FFF2-40B4-BE49-F238E27FC236}">
                <a16:creationId xmlns:a16="http://schemas.microsoft.com/office/drawing/2014/main" id="{0C6407BD-B637-4AF8-B32B-CE27CD749E4A}"/>
              </a:ext>
            </a:extLst>
          </p:cNvPr>
          <p:cNvGrpSpPr/>
          <p:nvPr/>
        </p:nvGrpSpPr>
        <p:grpSpPr>
          <a:xfrm>
            <a:off x="3392171" y="4350001"/>
            <a:ext cx="1995214" cy="1594898"/>
            <a:chOff x="3392171" y="4350001"/>
            <a:chExt cx="1995214" cy="1594898"/>
          </a:xfrm>
        </p:grpSpPr>
        <p:grpSp>
          <p:nvGrpSpPr>
            <p:cNvPr id="197" name="Group 196">
              <a:extLst>
                <a:ext uri="{FF2B5EF4-FFF2-40B4-BE49-F238E27FC236}">
                  <a16:creationId xmlns:a16="http://schemas.microsoft.com/office/drawing/2014/main" id="{816FB8CF-4BB5-4DFB-80F7-7704F5039872}"/>
                </a:ext>
              </a:extLst>
            </p:cNvPr>
            <p:cNvGrpSpPr/>
            <p:nvPr/>
          </p:nvGrpSpPr>
          <p:grpSpPr>
            <a:xfrm>
              <a:off x="3392171" y="4350001"/>
              <a:ext cx="1995214" cy="1594898"/>
              <a:chOff x="1004955" y="2358758"/>
              <a:chExt cx="1995214" cy="1594898"/>
            </a:xfrm>
          </p:grpSpPr>
          <p:sp>
            <p:nvSpPr>
              <p:cNvPr id="198" name="Rectangle: Rounded Corners 197">
                <a:extLst>
                  <a:ext uri="{FF2B5EF4-FFF2-40B4-BE49-F238E27FC236}">
                    <a16:creationId xmlns:a16="http://schemas.microsoft.com/office/drawing/2014/main" id="{C85A2C53-BF58-47E4-A83A-CC7595E3158C}"/>
                  </a:ext>
                </a:extLst>
              </p:cNvPr>
              <p:cNvSpPr/>
              <p:nvPr/>
            </p:nvSpPr>
            <p:spPr>
              <a:xfrm>
                <a:off x="1678614" y="2358758"/>
                <a:ext cx="647897" cy="647897"/>
              </a:xfrm>
              <a:prstGeom prst="roundRect">
                <a:avLst/>
              </a:prstGeom>
              <a:gradFill>
                <a:gsLst>
                  <a:gs pos="0">
                    <a:schemeClr val="accent1"/>
                  </a:gs>
                  <a:gs pos="100000">
                    <a:schemeClr val="accent2"/>
                  </a:gs>
                </a:gsLst>
                <a:lin ang="8100000" scaled="1"/>
              </a:gradFill>
              <a:ln>
                <a:noFill/>
              </a:ln>
              <a:effectLst>
                <a:outerShdw blurRad="355600" dist="1397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TextBox 198">
                <a:extLst>
                  <a:ext uri="{FF2B5EF4-FFF2-40B4-BE49-F238E27FC236}">
                    <a16:creationId xmlns:a16="http://schemas.microsoft.com/office/drawing/2014/main" id="{091A867C-4DD4-4856-B261-8CF50D2A35E9}"/>
                  </a:ext>
                </a:extLst>
              </p:cNvPr>
              <p:cNvSpPr txBox="1"/>
              <p:nvPr/>
            </p:nvSpPr>
            <p:spPr>
              <a:xfrm>
                <a:off x="1004955" y="3214992"/>
                <a:ext cx="1995214" cy="738664"/>
              </a:xfrm>
              <a:prstGeom prst="rect">
                <a:avLst/>
              </a:prstGeom>
              <a:noFill/>
            </p:spPr>
            <p:txBody>
              <a:bodyPr wrap="square" rtlCol="0">
                <a:spAutoFit/>
              </a:bodyPr>
              <a:lstStyle/>
              <a:p>
                <a:pPr algn="ctr">
                  <a:buClr>
                    <a:schemeClr val="accent3"/>
                  </a:buClr>
                </a:pPr>
                <a:r>
                  <a:rPr lang="en-US" sz="1400" dirty="0">
                    <a:solidFill>
                      <a:schemeClr val="tx2"/>
                    </a:solidFill>
                    <a:latin typeface="Roboto" panose="02000000000000000000" pitchFamily="2" charset="0"/>
                    <a:ea typeface="Roboto" panose="02000000000000000000" pitchFamily="2" charset="0"/>
                  </a:rPr>
                  <a:t>Provide handouts with additional resource material.</a:t>
                </a:r>
              </a:p>
            </p:txBody>
          </p:sp>
        </p:grpSp>
        <p:sp>
          <p:nvSpPr>
            <p:cNvPr id="203" name="TextBox 202">
              <a:extLst>
                <a:ext uri="{FF2B5EF4-FFF2-40B4-BE49-F238E27FC236}">
                  <a16:creationId xmlns:a16="http://schemas.microsoft.com/office/drawing/2014/main" id="{12FAD35E-7ACE-4411-AAD9-94F98C3829C8}"/>
                </a:ext>
              </a:extLst>
            </p:cNvPr>
            <p:cNvSpPr txBox="1"/>
            <p:nvPr/>
          </p:nvSpPr>
          <p:spPr>
            <a:xfrm>
              <a:off x="4078238" y="4480539"/>
              <a:ext cx="634685" cy="400110"/>
            </a:xfrm>
            <a:prstGeom prst="rect">
              <a:avLst/>
            </a:prstGeom>
            <a:noFill/>
          </p:spPr>
          <p:txBody>
            <a:bodyPr wrap="square" rtlCol="0">
              <a:spAutoFit/>
            </a:bodyPr>
            <a:lstStyle/>
            <a:p>
              <a:pPr algn="ctr">
                <a:buClr>
                  <a:schemeClr val="accent3"/>
                </a:buClr>
              </a:pPr>
              <a:r>
                <a:rPr lang="en-US" sz="2000" b="1" dirty="0">
                  <a:solidFill>
                    <a:schemeClr val="bg2"/>
                  </a:solidFill>
                  <a:latin typeface="Roboto Black" panose="02000000000000000000" pitchFamily="2" charset="0"/>
                  <a:ea typeface="Roboto Black" panose="02000000000000000000" pitchFamily="2" charset="0"/>
                </a:rPr>
                <a:t>04</a:t>
              </a:r>
            </a:p>
          </p:txBody>
        </p:sp>
      </p:grpSp>
    </p:spTree>
    <p:extLst>
      <p:ext uri="{BB962C8B-B14F-4D97-AF65-F5344CB8AC3E}">
        <p14:creationId xmlns:p14="http://schemas.microsoft.com/office/powerpoint/2010/main" val="27926197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9" name="Group 208">
            <a:extLst>
              <a:ext uri="{FF2B5EF4-FFF2-40B4-BE49-F238E27FC236}">
                <a16:creationId xmlns:a16="http://schemas.microsoft.com/office/drawing/2014/main" id="{7FB50BB9-763A-4509-87B0-05C5EDFBB776}"/>
              </a:ext>
            </a:extLst>
          </p:cNvPr>
          <p:cNvGrpSpPr/>
          <p:nvPr/>
        </p:nvGrpSpPr>
        <p:grpSpPr>
          <a:xfrm>
            <a:off x="6326336" y="621610"/>
            <a:ext cx="5094023" cy="1226922"/>
            <a:chOff x="1001977" y="575310"/>
            <a:chExt cx="5094023" cy="1226922"/>
          </a:xfrm>
        </p:grpSpPr>
        <p:sp>
          <p:nvSpPr>
            <p:cNvPr id="204" name="Rectangle 203">
              <a:extLst>
                <a:ext uri="{FF2B5EF4-FFF2-40B4-BE49-F238E27FC236}">
                  <a16:creationId xmlns:a16="http://schemas.microsoft.com/office/drawing/2014/main" id="{84D18996-2FD1-4A39-B601-026EDD5AA1E3}"/>
                </a:ext>
              </a:extLst>
            </p:cNvPr>
            <p:cNvSpPr/>
            <p:nvPr/>
          </p:nvSpPr>
          <p:spPr>
            <a:xfrm>
              <a:off x="1001977" y="575310"/>
              <a:ext cx="209751" cy="690880"/>
            </a:xfrm>
            <a:prstGeom prst="rect">
              <a:avLst/>
            </a:prstGeom>
            <a:gradFill flip="none" rotWithShape="1">
              <a:gsLst>
                <a:gs pos="0">
                  <a:schemeClr val="accent1">
                    <a:alpha val="50000"/>
                  </a:schemeClr>
                </a:gs>
                <a:gs pos="100000">
                  <a:schemeClr val="accent2">
                    <a:alpha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1DC16336-824B-40BD-8CC5-95E518F7069B}"/>
                </a:ext>
              </a:extLst>
            </p:cNvPr>
            <p:cNvSpPr txBox="1"/>
            <p:nvPr/>
          </p:nvSpPr>
          <p:spPr>
            <a:xfrm>
              <a:off x="1013226" y="694236"/>
              <a:ext cx="4402053" cy="646331"/>
            </a:xfrm>
            <a:prstGeom prst="rect">
              <a:avLst/>
            </a:prstGeom>
            <a:noFill/>
          </p:spPr>
          <p:txBody>
            <a:bodyPr wrap="square" rtlCol="0">
              <a:spAutoFit/>
            </a:bodyPr>
            <a:lstStyle/>
            <a:p>
              <a:r>
                <a:rPr lang="en-US" sz="3600" b="1" dirty="0">
                  <a:latin typeface="Roboto" panose="02000000000000000000" pitchFamily="2" charset="0"/>
                  <a:ea typeface="Roboto" panose="02000000000000000000" pitchFamily="2" charset="0"/>
                </a:rPr>
                <a:t>Summary of Lesson</a:t>
              </a:r>
            </a:p>
          </p:txBody>
        </p:sp>
        <p:sp>
          <p:nvSpPr>
            <p:cNvPr id="186" name="TextBox 185">
              <a:extLst>
                <a:ext uri="{FF2B5EF4-FFF2-40B4-BE49-F238E27FC236}">
                  <a16:creationId xmlns:a16="http://schemas.microsoft.com/office/drawing/2014/main" id="{404DA727-06C9-4C70-A716-FBBE9FAD11F7}"/>
                </a:ext>
              </a:extLst>
            </p:cNvPr>
            <p:cNvSpPr txBox="1"/>
            <p:nvPr/>
          </p:nvSpPr>
          <p:spPr>
            <a:xfrm>
              <a:off x="1013227" y="1340567"/>
              <a:ext cx="5082773" cy="461665"/>
            </a:xfrm>
            <a:prstGeom prst="rect">
              <a:avLst/>
            </a:prstGeom>
            <a:noFill/>
          </p:spPr>
          <p:txBody>
            <a:bodyPr wrap="square" rtlCol="0">
              <a:spAutoFit/>
            </a:bodyPr>
            <a:lstStyle/>
            <a:p>
              <a:r>
                <a:rPr lang="en-US" sz="1200" dirty="0">
                  <a:solidFill>
                    <a:schemeClr val="tx1">
                      <a:alpha val="35000"/>
                    </a:schemeClr>
                  </a:solidFill>
                  <a:latin typeface="Roboto" panose="02000000000000000000" pitchFamily="2" charset="0"/>
                  <a:ea typeface="Roboto" panose="02000000000000000000" pitchFamily="2" charset="0"/>
                </a:rPr>
                <a:t>Lorem ipsum dolor sit amet, consectetur adipiscing elit, sed do eiusmod tempor incididunt ut labore et dolore magna aliqua..</a:t>
              </a:r>
            </a:p>
          </p:txBody>
        </p:sp>
      </p:grpSp>
      <p:grpSp>
        <p:nvGrpSpPr>
          <p:cNvPr id="208" name="Group 207">
            <a:extLst>
              <a:ext uri="{FF2B5EF4-FFF2-40B4-BE49-F238E27FC236}">
                <a16:creationId xmlns:a16="http://schemas.microsoft.com/office/drawing/2014/main" id="{31DA4180-D516-4567-9869-C87315C0D047}"/>
              </a:ext>
            </a:extLst>
          </p:cNvPr>
          <p:cNvGrpSpPr/>
          <p:nvPr/>
        </p:nvGrpSpPr>
        <p:grpSpPr>
          <a:xfrm>
            <a:off x="6394020" y="2550564"/>
            <a:ext cx="1884642" cy="1379454"/>
            <a:chOff x="1069661" y="2365368"/>
            <a:chExt cx="1884642" cy="1379454"/>
          </a:xfrm>
        </p:grpSpPr>
        <p:grpSp>
          <p:nvGrpSpPr>
            <p:cNvPr id="190" name="Group 189">
              <a:extLst>
                <a:ext uri="{FF2B5EF4-FFF2-40B4-BE49-F238E27FC236}">
                  <a16:creationId xmlns:a16="http://schemas.microsoft.com/office/drawing/2014/main" id="{0D802028-224B-43B8-A40A-AF9B96AEBD31}"/>
                </a:ext>
              </a:extLst>
            </p:cNvPr>
            <p:cNvGrpSpPr/>
            <p:nvPr/>
          </p:nvGrpSpPr>
          <p:grpSpPr>
            <a:xfrm>
              <a:off x="1069661" y="2365368"/>
              <a:ext cx="1884642" cy="1379454"/>
              <a:chOff x="1060241" y="2358758"/>
              <a:chExt cx="1884642" cy="1379454"/>
            </a:xfrm>
          </p:grpSpPr>
          <p:sp>
            <p:nvSpPr>
              <p:cNvPr id="187" name="Rectangle: Rounded Corners 186">
                <a:extLst>
                  <a:ext uri="{FF2B5EF4-FFF2-40B4-BE49-F238E27FC236}">
                    <a16:creationId xmlns:a16="http://schemas.microsoft.com/office/drawing/2014/main" id="{675AFDF3-CB30-4C16-A68A-0554E0FA5262}"/>
                  </a:ext>
                </a:extLst>
              </p:cNvPr>
              <p:cNvSpPr/>
              <p:nvPr/>
            </p:nvSpPr>
            <p:spPr>
              <a:xfrm>
                <a:off x="1678614" y="2358758"/>
                <a:ext cx="647897" cy="647897"/>
              </a:xfrm>
              <a:prstGeom prst="roundRect">
                <a:avLst/>
              </a:prstGeom>
              <a:gradFill>
                <a:gsLst>
                  <a:gs pos="0">
                    <a:schemeClr val="accent1"/>
                  </a:gs>
                  <a:gs pos="100000">
                    <a:schemeClr val="accent2"/>
                  </a:gs>
                </a:gsLst>
                <a:lin ang="8100000" scaled="1"/>
              </a:gradFill>
              <a:ln>
                <a:noFill/>
              </a:ln>
              <a:effectLst>
                <a:outerShdw blurRad="355600" dist="1397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TextBox 187">
                <a:extLst>
                  <a:ext uri="{FF2B5EF4-FFF2-40B4-BE49-F238E27FC236}">
                    <a16:creationId xmlns:a16="http://schemas.microsoft.com/office/drawing/2014/main" id="{34A05B2A-FE87-4E54-8301-F37F0DE4D657}"/>
                  </a:ext>
                </a:extLst>
              </p:cNvPr>
              <p:cNvSpPr txBox="1"/>
              <p:nvPr/>
            </p:nvSpPr>
            <p:spPr>
              <a:xfrm>
                <a:off x="1060241" y="3214992"/>
                <a:ext cx="1884642" cy="523220"/>
              </a:xfrm>
              <a:prstGeom prst="rect">
                <a:avLst/>
              </a:prstGeom>
              <a:noFill/>
            </p:spPr>
            <p:txBody>
              <a:bodyPr wrap="square" rtlCol="0">
                <a:spAutoFit/>
              </a:bodyPr>
              <a:lstStyle/>
              <a:p>
                <a:pPr algn="ctr">
                  <a:buClr>
                    <a:schemeClr val="accent3"/>
                  </a:buClr>
                </a:pPr>
                <a:r>
                  <a:rPr lang="en-US" sz="1400" dirty="0">
                    <a:solidFill>
                      <a:schemeClr val="tx2"/>
                    </a:solidFill>
                    <a:latin typeface="Roboto" panose="02000000000000000000" pitchFamily="2" charset="0"/>
                    <a:ea typeface="Roboto" panose="02000000000000000000" pitchFamily="2" charset="0"/>
                  </a:rPr>
                  <a:t>List important points from each section.</a:t>
                </a:r>
              </a:p>
            </p:txBody>
          </p:sp>
        </p:grpSp>
        <p:sp>
          <p:nvSpPr>
            <p:cNvPr id="200" name="TextBox 199">
              <a:extLst>
                <a:ext uri="{FF2B5EF4-FFF2-40B4-BE49-F238E27FC236}">
                  <a16:creationId xmlns:a16="http://schemas.microsoft.com/office/drawing/2014/main" id="{AECBD17E-44CF-4CD6-8B68-7DF54B283839}"/>
                </a:ext>
              </a:extLst>
            </p:cNvPr>
            <p:cNvSpPr txBox="1"/>
            <p:nvPr/>
          </p:nvSpPr>
          <p:spPr>
            <a:xfrm>
              <a:off x="1694639" y="2489415"/>
              <a:ext cx="634685" cy="400110"/>
            </a:xfrm>
            <a:prstGeom prst="rect">
              <a:avLst/>
            </a:prstGeom>
            <a:noFill/>
          </p:spPr>
          <p:txBody>
            <a:bodyPr wrap="square" rtlCol="0">
              <a:spAutoFit/>
            </a:bodyPr>
            <a:lstStyle/>
            <a:p>
              <a:pPr algn="ctr">
                <a:buClr>
                  <a:schemeClr val="accent3"/>
                </a:buClr>
              </a:pPr>
              <a:r>
                <a:rPr lang="en-US" sz="2000" b="1" dirty="0">
                  <a:solidFill>
                    <a:schemeClr val="bg2"/>
                  </a:solidFill>
                  <a:latin typeface="Roboto Black" panose="02000000000000000000" pitchFamily="2" charset="0"/>
                  <a:ea typeface="Roboto Black" panose="02000000000000000000" pitchFamily="2" charset="0"/>
                </a:rPr>
                <a:t>01</a:t>
              </a:r>
            </a:p>
          </p:txBody>
        </p:sp>
      </p:grpSp>
      <p:grpSp>
        <p:nvGrpSpPr>
          <p:cNvPr id="207" name="Group 206">
            <a:extLst>
              <a:ext uri="{FF2B5EF4-FFF2-40B4-BE49-F238E27FC236}">
                <a16:creationId xmlns:a16="http://schemas.microsoft.com/office/drawing/2014/main" id="{24E0B34E-0CED-4790-98E9-4814F98DB628}"/>
              </a:ext>
            </a:extLst>
          </p:cNvPr>
          <p:cNvGrpSpPr/>
          <p:nvPr/>
        </p:nvGrpSpPr>
        <p:grpSpPr>
          <a:xfrm>
            <a:off x="8771816" y="2550564"/>
            <a:ext cx="1884642" cy="1594898"/>
            <a:chOff x="3447457" y="2365368"/>
            <a:chExt cx="1884642" cy="1594898"/>
          </a:xfrm>
        </p:grpSpPr>
        <p:grpSp>
          <p:nvGrpSpPr>
            <p:cNvPr id="191" name="Group 190">
              <a:extLst>
                <a:ext uri="{FF2B5EF4-FFF2-40B4-BE49-F238E27FC236}">
                  <a16:creationId xmlns:a16="http://schemas.microsoft.com/office/drawing/2014/main" id="{28F5981E-FF1D-4C87-B23B-A8DB58DA6324}"/>
                </a:ext>
              </a:extLst>
            </p:cNvPr>
            <p:cNvGrpSpPr/>
            <p:nvPr/>
          </p:nvGrpSpPr>
          <p:grpSpPr>
            <a:xfrm>
              <a:off x="3447457" y="2365368"/>
              <a:ext cx="1884642" cy="1594898"/>
              <a:chOff x="1060241" y="2358758"/>
              <a:chExt cx="1884642" cy="1594898"/>
            </a:xfrm>
          </p:grpSpPr>
          <p:sp>
            <p:nvSpPr>
              <p:cNvPr id="192" name="Rectangle: Rounded Corners 191">
                <a:extLst>
                  <a:ext uri="{FF2B5EF4-FFF2-40B4-BE49-F238E27FC236}">
                    <a16:creationId xmlns:a16="http://schemas.microsoft.com/office/drawing/2014/main" id="{0304C05A-1F2B-46B3-A2A9-3530F7E565E1}"/>
                  </a:ext>
                </a:extLst>
              </p:cNvPr>
              <p:cNvSpPr/>
              <p:nvPr/>
            </p:nvSpPr>
            <p:spPr>
              <a:xfrm>
                <a:off x="1678614" y="2358758"/>
                <a:ext cx="647897" cy="647897"/>
              </a:xfrm>
              <a:prstGeom prst="roundRect">
                <a:avLst/>
              </a:prstGeom>
              <a:gradFill>
                <a:gsLst>
                  <a:gs pos="0">
                    <a:schemeClr val="accent1"/>
                  </a:gs>
                  <a:gs pos="100000">
                    <a:schemeClr val="accent2"/>
                  </a:gs>
                </a:gsLst>
                <a:lin ang="8100000" scaled="1"/>
              </a:gradFill>
              <a:ln>
                <a:noFill/>
              </a:ln>
              <a:effectLst>
                <a:outerShdw blurRad="355600" dist="1397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TextBox 192">
                <a:extLst>
                  <a:ext uri="{FF2B5EF4-FFF2-40B4-BE49-F238E27FC236}">
                    <a16:creationId xmlns:a16="http://schemas.microsoft.com/office/drawing/2014/main" id="{BA6387A0-A825-4A08-9B5C-5320379EF230}"/>
                  </a:ext>
                </a:extLst>
              </p:cNvPr>
              <p:cNvSpPr txBox="1"/>
              <p:nvPr/>
            </p:nvSpPr>
            <p:spPr>
              <a:xfrm>
                <a:off x="1060241" y="3214992"/>
                <a:ext cx="1884642" cy="738664"/>
              </a:xfrm>
              <a:prstGeom prst="rect">
                <a:avLst/>
              </a:prstGeom>
              <a:noFill/>
            </p:spPr>
            <p:txBody>
              <a:bodyPr wrap="square" rtlCol="0">
                <a:spAutoFit/>
              </a:bodyPr>
              <a:lstStyle/>
              <a:p>
                <a:pPr algn="ctr">
                  <a:buClr>
                    <a:schemeClr val="accent3"/>
                  </a:buClr>
                </a:pPr>
                <a:r>
                  <a:rPr lang="en-US" sz="1400" dirty="0">
                    <a:solidFill>
                      <a:schemeClr val="tx2"/>
                    </a:solidFill>
                    <a:latin typeface="Roboto" panose="02000000000000000000" pitchFamily="2" charset="0"/>
                    <a:ea typeface="Roboto" panose="02000000000000000000" pitchFamily="2" charset="0"/>
                  </a:rPr>
                  <a:t>Provide resources for more information on subject.</a:t>
                </a:r>
              </a:p>
            </p:txBody>
          </p:sp>
        </p:grpSp>
        <p:sp>
          <p:nvSpPr>
            <p:cNvPr id="201" name="TextBox 200">
              <a:extLst>
                <a:ext uri="{FF2B5EF4-FFF2-40B4-BE49-F238E27FC236}">
                  <a16:creationId xmlns:a16="http://schemas.microsoft.com/office/drawing/2014/main" id="{CA76E22C-B459-4ABC-AC65-BA632D789D50}"/>
                </a:ext>
              </a:extLst>
            </p:cNvPr>
            <p:cNvSpPr txBox="1"/>
            <p:nvPr/>
          </p:nvSpPr>
          <p:spPr>
            <a:xfrm>
              <a:off x="4084843" y="2489415"/>
              <a:ext cx="634685" cy="400110"/>
            </a:xfrm>
            <a:prstGeom prst="rect">
              <a:avLst/>
            </a:prstGeom>
            <a:noFill/>
          </p:spPr>
          <p:txBody>
            <a:bodyPr wrap="square" rtlCol="0">
              <a:spAutoFit/>
            </a:bodyPr>
            <a:lstStyle/>
            <a:p>
              <a:pPr algn="ctr">
                <a:buClr>
                  <a:schemeClr val="accent3"/>
                </a:buClr>
              </a:pPr>
              <a:r>
                <a:rPr lang="en-US" sz="2000" b="1" dirty="0">
                  <a:solidFill>
                    <a:schemeClr val="bg2"/>
                  </a:solidFill>
                  <a:latin typeface="Roboto Black" panose="02000000000000000000" pitchFamily="2" charset="0"/>
                  <a:ea typeface="Roboto Black" panose="02000000000000000000" pitchFamily="2" charset="0"/>
                </a:rPr>
                <a:t>02</a:t>
              </a:r>
            </a:p>
          </p:txBody>
        </p:sp>
      </p:grpSp>
      <p:grpSp>
        <p:nvGrpSpPr>
          <p:cNvPr id="205" name="Group 204">
            <a:extLst>
              <a:ext uri="{FF2B5EF4-FFF2-40B4-BE49-F238E27FC236}">
                <a16:creationId xmlns:a16="http://schemas.microsoft.com/office/drawing/2014/main" id="{05C814F8-7CB9-43FA-8F0F-D4169844B305}"/>
              </a:ext>
            </a:extLst>
          </p:cNvPr>
          <p:cNvGrpSpPr/>
          <p:nvPr/>
        </p:nvGrpSpPr>
        <p:grpSpPr>
          <a:xfrm>
            <a:off x="6394020" y="4535197"/>
            <a:ext cx="1884642" cy="1379454"/>
            <a:chOff x="1069661" y="4350001"/>
            <a:chExt cx="1884642" cy="1379454"/>
          </a:xfrm>
        </p:grpSpPr>
        <p:grpSp>
          <p:nvGrpSpPr>
            <p:cNvPr id="194" name="Group 193">
              <a:extLst>
                <a:ext uri="{FF2B5EF4-FFF2-40B4-BE49-F238E27FC236}">
                  <a16:creationId xmlns:a16="http://schemas.microsoft.com/office/drawing/2014/main" id="{E1E5619B-070B-423C-9D4C-08BAD595AF9E}"/>
                </a:ext>
              </a:extLst>
            </p:cNvPr>
            <p:cNvGrpSpPr/>
            <p:nvPr/>
          </p:nvGrpSpPr>
          <p:grpSpPr>
            <a:xfrm>
              <a:off x="1069661" y="4350001"/>
              <a:ext cx="1884642" cy="1379454"/>
              <a:chOff x="1060241" y="2358758"/>
              <a:chExt cx="1884642" cy="1379454"/>
            </a:xfrm>
          </p:grpSpPr>
          <p:sp>
            <p:nvSpPr>
              <p:cNvPr id="195" name="Rectangle: Rounded Corners 194">
                <a:extLst>
                  <a:ext uri="{FF2B5EF4-FFF2-40B4-BE49-F238E27FC236}">
                    <a16:creationId xmlns:a16="http://schemas.microsoft.com/office/drawing/2014/main" id="{25B04C21-E6C7-4943-9E86-B7628009053F}"/>
                  </a:ext>
                </a:extLst>
              </p:cNvPr>
              <p:cNvSpPr/>
              <p:nvPr/>
            </p:nvSpPr>
            <p:spPr>
              <a:xfrm>
                <a:off x="1678614" y="2358758"/>
                <a:ext cx="647897" cy="647897"/>
              </a:xfrm>
              <a:prstGeom prst="roundRect">
                <a:avLst/>
              </a:prstGeom>
              <a:gradFill>
                <a:gsLst>
                  <a:gs pos="0">
                    <a:schemeClr val="accent1"/>
                  </a:gs>
                  <a:gs pos="100000">
                    <a:schemeClr val="accent2"/>
                  </a:gs>
                </a:gsLst>
                <a:lin ang="8100000" scaled="1"/>
              </a:gradFill>
              <a:ln>
                <a:noFill/>
              </a:ln>
              <a:effectLst>
                <a:outerShdw blurRad="355600" dist="1397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TextBox 195">
                <a:extLst>
                  <a:ext uri="{FF2B5EF4-FFF2-40B4-BE49-F238E27FC236}">
                    <a16:creationId xmlns:a16="http://schemas.microsoft.com/office/drawing/2014/main" id="{288E3D24-3EAF-4AEA-9C30-4392C84E261F}"/>
                  </a:ext>
                </a:extLst>
              </p:cNvPr>
              <p:cNvSpPr txBox="1"/>
              <p:nvPr/>
            </p:nvSpPr>
            <p:spPr>
              <a:xfrm>
                <a:off x="1060241" y="3214992"/>
                <a:ext cx="1884642" cy="523220"/>
              </a:xfrm>
              <a:prstGeom prst="rect">
                <a:avLst/>
              </a:prstGeom>
              <a:noFill/>
            </p:spPr>
            <p:txBody>
              <a:bodyPr wrap="square" rtlCol="0">
                <a:spAutoFit/>
              </a:bodyPr>
              <a:lstStyle/>
              <a:p>
                <a:pPr algn="ctr">
                  <a:buClr>
                    <a:schemeClr val="accent3"/>
                  </a:buClr>
                </a:pPr>
                <a:r>
                  <a:rPr lang="en-US" sz="1400" dirty="0">
                    <a:solidFill>
                      <a:schemeClr val="tx2"/>
                    </a:solidFill>
                    <a:latin typeface="Roboto" panose="02000000000000000000" pitchFamily="2" charset="0"/>
                    <a:ea typeface="Roboto" panose="02000000000000000000" pitchFamily="2" charset="0"/>
                  </a:rPr>
                  <a:t>List resources on this slide.</a:t>
                </a:r>
              </a:p>
            </p:txBody>
          </p:sp>
        </p:grpSp>
        <p:sp>
          <p:nvSpPr>
            <p:cNvPr id="202" name="TextBox 201">
              <a:extLst>
                <a:ext uri="{FF2B5EF4-FFF2-40B4-BE49-F238E27FC236}">
                  <a16:creationId xmlns:a16="http://schemas.microsoft.com/office/drawing/2014/main" id="{6168406B-48A5-4ED9-BFFB-1E41BCDE0D21}"/>
                </a:ext>
              </a:extLst>
            </p:cNvPr>
            <p:cNvSpPr txBox="1"/>
            <p:nvPr/>
          </p:nvSpPr>
          <p:spPr>
            <a:xfrm>
              <a:off x="1688034" y="4480539"/>
              <a:ext cx="634685" cy="400110"/>
            </a:xfrm>
            <a:prstGeom prst="rect">
              <a:avLst/>
            </a:prstGeom>
            <a:noFill/>
          </p:spPr>
          <p:txBody>
            <a:bodyPr wrap="square" rtlCol="0">
              <a:spAutoFit/>
            </a:bodyPr>
            <a:lstStyle/>
            <a:p>
              <a:pPr algn="ctr">
                <a:buClr>
                  <a:schemeClr val="accent3"/>
                </a:buClr>
              </a:pPr>
              <a:r>
                <a:rPr lang="en-US" sz="2000" b="1" dirty="0">
                  <a:solidFill>
                    <a:schemeClr val="bg2"/>
                  </a:solidFill>
                  <a:latin typeface="Roboto Black" panose="02000000000000000000" pitchFamily="2" charset="0"/>
                  <a:ea typeface="Roboto Black" panose="02000000000000000000" pitchFamily="2" charset="0"/>
                </a:rPr>
                <a:t>03</a:t>
              </a:r>
            </a:p>
          </p:txBody>
        </p:sp>
      </p:grpSp>
      <p:grpSp>
        <p:nvGrpSpPr>
          <p:cNvPr id="206" name="Group 205">
            <a:extLst>
              <a:ext uri="{FF2B5EF4-FFF2-40B4-BE49-F238E27FC236}">
                <a16:creationId xmlns:a16="http://schemas.microsoft.com/office/drawing/2014/main" id="{0C6407BD-B637-4AF8-B32B-CE27CD749E4A}"/>
              </a:ext>
            </a:extLst>
          </p:cNvPr>
          <p:cNvGrpSpPr/>
          <p:nvPr/>
        </p:nvGrpSpPr>
        <p:grpSpPr>
          <a:xfrm>
            <a:off x="8716530" y="4535197"/>
            <a:ext cx="1995214" cy="1594898"/>
            <a:chOff x="3392171" y="4350001"/>
            <a:chExt cx="1995214" cy="1594898"/>
          </a:xfrm>
        </p:grpSpPr>
        <p:grpSp>
          <p:nvGrpSpPr>
            <p:cNvPr id="197" name="Group 196">
              <a:extLst>
                <a:ext uri="{FF2B5EF4-FFF2-40B4-BE49-F238E27FC236}">
                  <a16:creationId xmlns:a16="http://schemas.microsoft.com/office/drawing/2014/main" id="{816FB8CF-4BB5-4DFB-80F7-7704F5039872}"/>
                </a:ext>
              </a:extLst>
            </p:cNvPr>
            <p:cNvGrpSpPr/>
            <p:nvPr/>
          </p:nvGrpSpPr>
          <p:grpSpPr>
            <a:xfrm>
              <a:off x="3392171" y="4350001"/>
              <a:ext cx="1995214" cy="1594898"/>
              <a:chOff x="1004955" y="2358758"/>
              <a:chExt cx="1995214" cy="1594898"/>
            </a:xfrm>
          </p:grpSpPr>
          <p:sp>
            <p:nvSpPr>
              <p:cNvPr id="198" name="Rectangle: Rounded Corners 197">
                <a:extLst>
                  <a:ext uri="{FF2B5EF4-FFF2-40B4-BE49-F238E27FC236}">
                    <a16:creationId xmlns:a16="http://schemas.microsoft.com/office/drawing/2014/main" id="{C85A2C53-BF58-47E4-A83A-CC7595E3158C}"/>
                  </a:ext>
                </a:extLst>
              </p:cNvPr>
              <p:cNvSpPr/>
              <p:nvPr/>
            </p:nvSpPr>
            <p:spPr>
              <a:xfrm>
                <a:off x="1678614" y="2358758"/>
                <a:ext cx="647897" cy="647897"/>
              </a:xfrm>
              <a:prstGeom prst="roundRect">
                <a:avLst/>
              </a:prstGeom>
              <a:gradFill>
                <a:gsLst>
                  <a:gs pos="0">
                    <a:schemeClr val="accent1"/>
                  </a:gs>
                  <a:gs pos="100000">
                    <a:schemeClr val="accent2"/>
                  </a:gs>
                </a:gsLst>
                <a:lin ang="8100000" scaled="1"/>
              </a:gradFill>
              <a:ln>
                <a:noFill/>
              </a:ln>
              <a:effectLst>
                <a:outerShdw blurRad="355600" dist="1397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TextBox 198">
                <a:extLst>
                  <a:ext uri="{FF2B5EF4-FFF2-40B4-BE49-F238E27FC236}">
                    <a16:creationId xmlns:a16="http://schemas.microsoft.com/office/drawing/2014/main" id="{091A867C-4DD4-4856-B261-8CF50D2A35E9}"/>
                  </a:ext>
                </a:extLst>
              </p:cNvPr>
              <p:cNvSpPr txBox="1"/>
              <p:nvPr/>
            </p:nvSpPr>
            <p:spPr>
              <a:xfrm>
                <a:off x="1004955" y="3214992"/>
                <a:ext cx="1995214" cy="738664"/>
              </a:xfrm>
              <a:prstGeom prst="rect">
                <a:avLst/>
              </a:prstGeom>
              <a:noFill/>
            </p:spPr>
            <p:txBody>
              <a:bodyPr wrap="square" rtlCol="0">
                <a:spAutoFit/>
              </a:bodyPr>
              <a:lstStyle/>
              <a:p>
                <a:pPr algn="ctr">
                  <a:buClr>
                    <a:schemeClr val="accent3"/>
                  </a:buClr>
                </a:pPr>
                <a:r>
                  <a:rPr lang="en-US" sz="1400" dirty="0">
                    <a:solidFill>
                      <a:schemeClr val="tx2"/>
                    </a:solidFill>
                    <a:latin typeface="Roboto" panose="02000000000000000000" pitchFamily="2" charset="0"/>
                    <a:ea typeface="Roboto" panose="02000000000000000000" pitchFamily="2" charset="0"/>
                  </a:rPr>
                  <a:t>Provide handouts with additional resource material.</a:t>
                </a:r>
              </a:p>
            </p:txBody>
          </p:sp>
        </p:grpSp>
        <p:sp>
          <p:nvSpPr>
            <p:cNvPr id="203" name="TextBox 202">
              <a:extLst>
                <a:ext uri="{FF2B5EF4-FFF2-40B4-BE49-F238E27FC236}">
                  <a16:creationId xmlns:a16="http://schemas.microsoft.com/office/drawing/2014/main" id="{12FAD35E-7ACE-4411-AAD9-94F98C3829C8}"/>
                </a:ext>
              </a:extLst>
            </p:cNvPr>
            <p:cNvSpPr txBox="1"/>
            <p:nvPr/>
          </p:nvSpPr>
          <p:spPr>
            <a:xfrm>
              <a:off x="4078238" y="4480539"/>
              <a:ext cx="634685" cy="400110"/>
            </a:xfrm>
            <a:prstGeom prst="rect">
              <a:avLst/>
            </a:prstGeom>
            <a:noFill/>
          </p:spPr>
          <p:txBody>
            <a:bodyPr wrap="square" rtlCol="0">
              <a:spAutoFit/>
            </a:bodyPr>
            <a:lstStyle/>
            <a:p>
              <a:pPr algn="ctr">
                <a:buClr>
                  <a:schemeClr val="accent3"/>
                </a:buClr>
              </a:pPr>
              <a:r>
                <a:rPr lang="en-US" sz="2000" b="1" dirty="0">
                  <a:solidFill>
                    <a:schemeClr val="bg2"/>
                  </a:solidFill>
                  <a:latin typeface="Roboto Black" panose="02000000000000000000" pitchFamily="2" charset="0"/>
                  <a:ea typeface="Roboto Black" panose="02000000000000000000" pitchFamily="2" charset="0"/>
                </a:rPr>
                <a:t>04</a:t>
              </a:r>
            </a:p>
          </p:txBody>
        </p:sp>
      </p:grpSp>
      <p:grpSp>
        <p:nvGrpSpPr>
          <p:cNvPr id="315" name="Group 314">
            <a:extLst>
              <a:ext uri="{FF2B5EF4-FFF2-40B4-BE49-F238E27FC236}">
                <a16:creationId xmlns:a16="http://schemas.microsoft.com/office/drawing/2014/main" id="{1C1CB3EB-DA8F-4AD8-BAA9-47B907DEFB55}"/>
              </a:ext>
            </a:extLst>
          </p:cNvPr>
          <p:cNvGrpSpPr/>
          <p:nvPr/>
        </p:nvGrpSpPr>
        <p:grpSpPr>
          <a:xfrm>
            <a:off x="27554" y="215789"/>
            <a:ext cx="6508533" cy="6649504"/>
            <a:chOff x="27554" y="215789"/>
            <a:chExt cx="6508533" cy="6649504"/>
          </a:xfrm>
        </p:grpSpPr>
        <p:sp>
          <p:nvSpPr>
            <p:cNvPr id="310" name="Freeform: Shape 309">
              <a:extLst>
                <a:ext uri="{FF2B5EF4-FFF2-40B4-BE49-F238E27FC236}">
                  <a16:creationId xmlns:a16="http://schemas.microsoft.com/office/drawing/2014/main" id="{3FFF14F9-425F-4453-8CE4-8C4D445EA006}"/>
                </a:ext>
              </a:extLst>
            </p:cNvPr>
            <p:cNvSpPr/>
            <p:nvPr/>
          </p:nvSpPr>
          <p:spPr>
            <a:xfrm flipH="1">
              <a:off x="27554" y="215789"/>
              <a:ext cx="6508533" cy="6642212"/>
            </a:xfrm>
            <a:custGeom>
              <a:avLst/>
              <a:gdLst>
                <a:gd name="connsiteX0" fmla="*/ 6508533 w 6508533"/>
                <a:gd name="connsiteY0" fmla="*/ 0 h 6642212"/>
                <a:gd name="connsiteX1" fmla="*/ 6506154 w 6508533"/>
                <a:gd name="connsiteY1" fmla="*/ 207 h 6642212"/>
                <a:gd name="connsiteX2" fmla="*/ 5066761 w 6508533"/>
                <a:gd name="connsiteY2" fmla="*/ 884920 h 6642212"/>
                <a:gd name="connsiteX3" fmla="*/ 3974263 w 6508533"/>
                <a:gd name="connsiteY3" fmla="*/ 3267904 h 6642212"/>
                <a:gd name="connsiteX4" fmla="*/ 1232441 w 6508533"/>
                <a:gd name="connsiteY4" fmla="*/ 4167374 h 6642212"/>
                <a:gd name="connsiteX5" fmla="*/ 28577 w 6508533"/>
                <a:gd name="connsiteY5" fmla="*/ 6642212 h 6642212"/>
                <a:gd name="connsiteX6" fmla="*/ 6508533 w 6508533"/>
                <a:gd name="connsiteY6" fmla="*/ 6642212 h 6642212"/>
                <a:gd name="connsiteX7" fmla="*/ 6508533 w 6508533"/>
                <a:gd name="connsiteY7" fmla="*/ 0 h 6642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8533" h="6642212">
                  <a:moveTo>
                    <a:pt x="6508533" y="0"/>
                  </a:moveTo>
                  <a:lnTo>
                    <a:pt x="6506154" y="207"/>
                  </a:lnTo>
                  <a:cubicBezTo>
                    <a:pt x="5954579" y="64444"/>
                    <a:pt x="5408652" y="340679"/>
                    <a:pt x="5066761" y="884920"/>
                  </a:cubicBezTo>
                  <a:cubicBezTo>
                    <a:pt x="4357695" y="2013155"/>
                    <a:pt x="4579013" y="2208993"/>
                    <a:pt x="3974263" y="3267904"/>
                  </a:cubicBezTo>
                  <a:cubicBezTo>
                    <a:pt x="3413211" y="4250562"/>
                    <a:pt x="2229083" y="3716773"/>
                    <a:pt x="1232441" y="4167374"/>
                  </a:cubicBezTo>
                  <a:cubicBezTo>
                    <a:pt x="543109" y="4481060"/>
                    <a:pt x="-150453" y="5754875"/>
                    <a:pt x="28577" y="6642212"/>
                  </a:cubicBezTo>
                  <a:lnTo>
                    <a:pt x="6508533" y="6642212"/>
                  </a:lnTo>
                  <a:lnTo>
                    <a:pt x="6508533" y="0"/>
                  </a:lnTo>
                  <a:close/>
                </a:path>
              </a:pathLst>
            </a:custGeom>
            <a:solidFill>
              <a:schemeClr val="accent1">
                <a:alpha val="10000"/>
              </a:schemeClr>
            </a:solidFill>
            <a:ln w="9525" cap="flat">
              <a:noFill/>
              <a:prstDash val="solid"/>
              <a:miter/>
            </a:ln>
          </p:spPr>
          <p:txBody>
            <a:bodyPr rtlCol="0" anchor="ctr"/>
            <a:lstStyle/>
            <a:p>
              <a:endParaRPr lang="en-US"/>
            </a:p>
          </p:txBody>
        </p:sp>
        <p:grpSp>
          <p:nvGrpSpPr>
            <p:cNvPr id="314" name="Group 313">
              <a:extLst>
                <a:ext uri="{FF2B5EF4-FFF2-40B4-BE49-F238E27FC236}">
                  <a16:creationId xmlns:a16="http://schemas.microsoft.com/office/drawing/2014/main" id="{3C18332A-4396-4774-BF5E-75871BA3383A}"/>
                </a:ext>
              </a:extLst>
            </p:cNvPr>
            <p:cNvGrpSpPr/>
            <p:nvPr/>
          </p:nvGrpSpPr>
          <p:grpSpPr>
            <a:xfrm>
              <a:off x="379803" y="2205100"/>
              <a:ext cx="4849432" cy="4660193"/>
              <a:chOff x="379803" y="2205100"/>
              <a:chExt cx="4849432" cy="4660193"/>
            </a:xfrm>
          </p:grpSpPr>
          <p:grpSp>
            <p:nvGrpSpPr>
              <p:cNvPr id="119" name="Graphic 3">
                <a:extLst>
                  <a:ext uri="{FF2B5EF4-FFF2-40B4-BE49-F238E27FC236}">
                    <a16:creationId xmlns:a16="http://schemas.microsoft.com/office/drawing/2014/main" id="{17691905-6792-487B-9965-7957746DB144}"/>
                  </a:ext>
                </a:extLst>
              </p:cNvPr>
              <p:cNvGrpSpPr/>
              <p:nvPr/>
            </p:nvGrpSpPr>
            <p:grpSpPr>
              <a:xfrm>
                <a:off x="540452" y="2493726"/>
                <a:ext cx="4573061" cy="3862879"/>
                <a:chOff x="2388898" y="2928299"/>
                <a:chExt cx="3199448" cy="2702584"/>
              </a:xfrm>
            </p:grpSpPr>
            <p:grpSp>
              <p:nvGrpSpPr>
                <p:cNvPr id="120" name="Graphic 3">
                  <a:extLst>
                    <a:ext uri="{FF2B5EF4-FFF2-40B4-BE49-F238E27FC236}">
                      <a16:creationId xmlns:a16="http://schemas.microsoft.com/office/drawing/2014/main" id="{17691905-6792-487B-9965-7957746DB144}"/>
                    </a:ext>
                  </a:extLst>
                </p:cNvPr>
                <p:cNvGrpSpPr/>
                <p:nvPr/>
              </p:nvGrpSpPr>
              <p:grpSpPr>
                <a:xfrm>
                  <a:off x="2711795" y="3722683"/>
                  <a:ext cx="1078471" cy="1461864"/>
                  <a:chOff x="2711795" y="3722683"/>
                  <a:chExt cx="1078471" cy="1461864"/>
                </a:xfrm>
              </p:grpSpPr>
              <p:sp>
                <p:nvSpPr>
                  <p:cNvPr id="121" name="Freeform: Shape 120">
                    <a:extLst>
                      <a:ext uri="{FF2B5EF4-FFF2-40B4-BE49-F238E27FC236}">
                        <a16:creationId xmlns:a16="http://schemas.microsoft.com/office/drawing/2014/main" id="{3FCC7E28-94CA-4DC1-A70E-C690A607A700}"/>
                      </a:ext>
                    </a:extLst>
                  </p:cNvPr>
                  <p:cNvSpPr/>
                  <p:nvPr/>
                </p:nvSpPr>
                <p:spPr>
                  <a:xfrm>
                    <a:off x="2711795" y="3722683"/>
                    <a:ext cx="1078471" cy="1461864"/>
                  </a:xfrm>
                  <a:custGeom>
                    <a:avLst/>
                    <a:gdLst>
                      <a:gd name="connsiteX0" fmla="*/ 933450 w 1078471"/>
                      <a:gd name="connsiteY0" fmla="*/ 1451610 h 1461864"/>
                      <a:gd name="connsiteX1" fmla="*/ 0 w 1078471"/>
                      <a:gd name="connsiteY1" fmla="*/ 0 h 1461864"/>
                      <a:gd name="connsiteX2" fmla="*/ 933450 w 1078471"/>
                      <a:gd name="connsiteY2" fmla="*/ 1451610 h 1461864"/>
                    </a:gdLst>
                    <a:ahLst/>
                    <a:cxnLst>
                      <a:cxn ang="0">
                        <a:pos x="connsiteX0" y="connsiteY0"/>
                      </a:cxn>
                      <a:cxn ang="0">
                        <a:pos x="connsiteX1" y="connsiteY1"/>
                      </a:cxn>
                      <a:cxn ang="0">
                        <a:pos x="connsiteX2" y="connsiteY2"/>
                      </a:cxn>
                    </a:cxnLst>
                    <a:rect l="l" t="t" r="r" b="b"/>
                    <a:pathLst>
                      <a:path w="1078471" h="1461864">
                        <a:moveTo>
                          <a:pt x="933450" y="1451610"/>
                        </a:moveTo>
                        <a:cubicBezTo>
                          <a:pt x="933450" y="1451610"/>
                          <a:pt x="48578" y="1678305"/>
                          <a:pt x="0" y="0"/>
                        </a:cubicBezTo>
                        <a:cubicBezTo>
                          <a:pt x="733425" y="268605"/>
                          <a:pt x="1375410" y="1005840"/>
                          <a:pt x="933450" y="1451610"/>
                        </a:cubicBezTo>
                        <a:close/>
                      </a:path>
                    </a:pathLst>
                  </a:custGeom>
                  <a:solidFill>
                    <a:schemeClr val="accent1"/>
                  </a:solid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D25E7223-51DE-4319-ACE6-23C2E0D7892F}"/>
                      </a:ext>
                    </a:extLst>
                  </p:cNvPr>
                  <p:cNvSpPr/>
                  <p:nvPr/>
                </p:nvSpPr>
                <p:spPr>
                  <a:xfrm>
                    <a:off x="2730845" y="3730303"/>
                    <a:ext cx="905827" cy="1449704"/>
                  </a:xfrm>
                  <a:custGeom>
                    <a:avLst/>
                    <a:gdLst>
                      <a:gd name="connsiteX0" fmla="*/ 435293 w 905827"/>
                      <a:gd name="connsiteY0" fmla="*/ 1160145 h 1449704"/>
                      <a:gd name="connsiteX1" fmla="*/ 842963 w 905827"/>
                      <a:gd name="connsiteY1" fmla="*/ 1357313 h 1449704"/>
                      <a:gd name="connsiteX2" fmla="*/ 685800 w 905827"/>
                      <a:gd name="connsiteY2" fmla="*/ 1082993 h 1449704"/>
                      <a:gd name="connsiteX3" fmla="*/ 60008 w 905827"/>
                      <a:gd name="connsiteY3" fmla="*/ 657225 h 1449704"/>
                      <a:gd name="connsiteX4" fmla="*/ 54293 w 905827"/>
                      <a:gd name="connsiteY4" fmla="*/ 632460 h 1449704"/>
                      <a:gd name="connsiteX5" fmla="*/ 672465 w 905827"/>
                      <a:gd name="connsiteY5" fmla="*/ 1061085 h 1449704"/>
                      <a:gd name="connsiteX6" fmla="*/ 433388 w 905827"/>
                      <a:gd name="connsiteY6" fmla="*/ 670560 h 1449704"/>
                      <a:gd name="connsiteX7" fmla="*/ 4763 w 905827"/>
                      <a:gd name="connsiteY7" fmla="*/ 341948 h 1449704"/>
                      <a:gd name="connsiteX8" fmla="*/ 2858 w 905827"/>
                      <a:gd name="connsiteY8" fmla="*/ 320040 h 1449704"/>
                      <a:gd name="connsiteX9" fmla="*/ 418147 w 905827"/>
                      <a:gd name="connsiteY9" fmla="*/ 643890 h 1449704"/>
                      <a:gd name="connsiteX10" fmla="*/ 0 w 905827"/>
                      <a:gd name="connsiteY10" fmla="*/ 0 h 1449704"/>
                      <a:gd name="connsiteX11" fmla="*/ 21908 w 905827"/>
                      <a:gd name="connsiteY11" fmla="*/ 8573 h 1449704"/>
                      <a:gd name="connsiteX12" fmla="*/ 426720 w 905827"/>
                      <a:gd name="connsiteY12" fmla="*/ 631508 h 1449704"/>
                      <a:gd name="connsiteX13" fmla="*/ 335280 w 905827"/>
                      <a:gd name="connsiteY13" fmla="*/ 161925 h 1449704"/>
                      <a:gd name="connsiteX14" fmla="*/ 352425 w 905827"/>
                      <a:gd name="connsiteY14" fmla="*/ 172403 h 1449704"/>
                      <a:gd name="connsiteX15" fmla="*/ 446722 w 905827"/>
                      <a:gd name="connsiteY15" fmla="*/ 661988 h 1449704"/>
                      <a:gd name="connsiteX16" fmla="*/ 682943 w 905827"/>
                      <a:gd name="connsiteY16" fmla="*/ 1048702 h 1449704"/>
                      <a:gd name="connsiteX17" fmla="*/ 579120 w 905827"/>
                      <a:gd name="connsiteY17" fmla="*/ 331470 h 1449704"/>
                      <a:gd name="connsiteX18" fmla="*/ 598170 w 905827"/>
                      <a:gd name="connsiteY18" fmla="*/ 347663 h 1449704"/>
                      <a:gd name="connsiteX19" fmla="*/ 698183 w 905827"/>
                      <a:gd name="connsiteY19" fmla="*/ 1076325 h 1449704"/>
                      <a:gd name="connsiteX20" fmla="*/ 854393 w 905827"/>
                      <a:gd name="connsiteY20" fmla="*/ 1350645 h 1449704"/>
                      <a:gd name="connsiteX21" fmla="*/ 888683 w 905827"/>
                      <a:gd name="connsiteY21" fmla="*/ 971550 h 1449704"/>
                      <a:gd name="connsiteX22" fmla="*/ 879158 w 905827"/>
                      <a:gd name="connsiteY22" fmla="*/ 641985 h 1449704"/>
                      <a:gd name="connsiteX23" fmla="*/ 895350 w 905827"/>
                      <a:gd name="connsiteY23" fmla="*/ 664845 h 1449704"/>
                      <a:gd name="connsiteX24" fmla="*/ 902018 w 905827"/>
                      <a:gd name="connsiteY24" fmla="*/ 970598 h 1449704"/>
                      <a:gd name="connsiteX25" fmla="*/ 863918 w 905827"/>
                      <a:gd name="connsiteY25" fmla="*/ 1369695 h 1449704"/>
                      <a:gd name="connsiteX26" fmla="*/ 905828 w 905827"/>
                      <a:gd name="connsiteY26" fmla="*/ 1446848 h 1449704"/>
                      <a:gd name="connsiteX27" fmla="*/ 891540 w 905827"/>
                      <a:gd name="connsiteY27" fmla="*/ 1449705 h 1449704"/>
                      <a:gd name="connsiteX28" fmla="*/ 851535 w 905827"/>
                      <a:gd name="connsiteY28" fmla="*/ 1376363 h 1449704"/>
                      <a:gd name="connsiteX29" fmla="*/ 441960 w 905827"/>
                      <a:gd name="connsiteY29" fmla="*/ 1183005 h 1449704"/>
                      <a:gd name="connsiteX30" fmla="*/ 169545 w 905827"/>
                      <a:gd name="connsiteY30" fmla="*/ 981075 h 1449704"/>
                      <a:gd name="connsiteX31" fmla="*/ 156210 w 905827"/>
                      <a:gd name="connsiteY31" fmla="*/ 952500 h 1449704"/>
                      <a:gd name="connsiteX32" fmla="*/ 435293 w 905827"/>
                      <a:gd name="connsiteY32" fmla="*/ 1160145 h 1449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5827" h="1449704">
                        <a:moveTo>
                          <a:pt x="435293" y="1160145"/>
                        </a:moveTo>
                        <a:cubicBezTo>
                          <a:pt x="561975" y="1243013"/>
                          <a:pt x="700088" y="1307783"/>
                          <a:pt x="842963" y="1357313"/>
                        </a:cubicBezTo>
                        <a:cubicBezTo>
                          <a:pt x="791528" y="1264920"/>
                          <a:pt x="739140" y="1173480"/>
                          <a:pt x="685800" y="1082993"/>
                        </a:cubicBezTo>
                        <a:cubicBezTo>
                          <a:pt x="460058" y="971550"/>
                          <a:pt x="243840" y="830580"/>
                          <a:pt x="60008" y="657225"/>
                        </a:cubicBezTo>
                        <a:cubicBezTo>
                          <a:pt x="58103" y="649605"/>
                          <a:pt x="56198" y="641033"/>
                          <a:pt x="54293" y="632460"/>
                        </a:cubicBezTo>
                        <a:cubicBezTo>
                          <a:pt x="234315" y="807720"/>
                          <a:pt x="448628" y="948690"/>
                          <a:pt x="672465" y="1061085"/>
                        </a:cubicBezTo>
                        <a:cubicBezTo>
                          <a:pt x="595313" y="929640"/>
                          <a:pt x="515303" y="800100"/>
                          <a:pt x="433388" y="670560"/>
                        </a:cubicBezTo>
                        <a:cubicBezTo>
                          <a:pt x="278130" y="581978"/>
                          <a:pt x="133350" y="467678"/>
                          <a:pt x="4763" y="341948"/>
                        </a:cubicBezTo>
                        <a:cubicBezTo>
                          <a:pt x="3810" y="335280"/>
                          <a:pt x="2858" y="327660"/>
                          <a:pt x="2858" y="320040"/>
                        </a:cubicBezTo>
                        <a:cubicBezTo>
                          <a:pt x="127635" y="442913"/>
                          <a:pt x="267653" y="555308"/>
                          <a:pt x="418147" y="643890"/>
                        </a:cubicBezTo>
                        <a:cubicBezTo>
                          <a:pt x="281940" y="427673"/>
                          <a:pt x="140970" y="213360"/>
                          <a:pt x="0" y="0"/>
                        </a:cubicBezTo>
                        <a:cubicBezTo>
                          <a:pt x="7620" y="2858"/>
                          <a:pt x="15240" y="5715"/>
                          <a:pt x="21908" y="8573"/>
                        </a:cubicBezTo>
                        <a:cubicBezTo>
                          <a:pt x="158115" y="215265"/>
                          <a:pt x="294322" y="422910"/>
                          <a:pt x="426720" y="631508"/>
                        </a:cubicBezTo>
                        <a:cubicBezTo>
                          <a:pt x="399097" y="474345"/>
                          <a:pt x="378143" y="315278"/>
                          <a:pt x="335280" y="161925"/>
                        </a:cubicBezTo>
                        <a:cubicBezTo>
                          <a:pt x="340995" y="165735"/>
                          <a:pt x="346710" y="168592"/>
                          <a:pt x="352425" y="172403"/>
                        </a:cubicBezTo>
                        <a:cubicBezTo>
                          <a:pt x="396240" y="332423"/>
                          <a:pt x="416243" y="499110"/>
                          <a:pt x="446722" y="661988"/>
                        </a:cubicBezTo>
                        <a:cubicBezTo>
                          <a:pt x="526733" y="789623"/>
                          <a:pt x="605790" y="918210"/>
                          <a:pt x="682943" y="1048702"/>
                        </a:cubicBezTo>
                        <a:cubicBezTo>
                          <a:pt x="667703" y="804863"/>
                          <a:pt x="653415" y="564833"/>
                          <a:pt x="579120" y="331470"/>
                        </a:cubicBezTo>
                        <a:cubicBezTo>
                          <a:pt x="585788" y="336233"/>
                          <a:pt x="592455" y="341948"/>
                          <a:pt x="598170" y="347663"/>
                        </a:cubicBezTo>
                        <a:cubicBezTo>
                          <a:pt x="670560" y="584835"/>
                          <a:pt x="682943" y="828675"/>
                          <a:pt x="698183" y="1076325"/>
                        </a:cubicBezTo>
                        <a:cubicBezTo>
                          <a:pt x="751522" y="1166813"/>
                          <a:pt x="803910" y="1258252"/>
                          <a:pt x="854393" y="1350645"/>
                        </a:cubicBezTo>
                        <a:cubicBezTo>
                          <a:pt x="881063" y="1226820"/>
                          <a:pt x="885825" y="1097280"/>
                          <a:pt x="888683" y="971550"/>
                        </a:cubicBezTo>
                        <a:cubicBezTo>
                          <a:pt x="891540" y="862965"/>
                          <a:pt x="891540" y="751523"/>
                          <a:pt x="879158" y="641985"/>
                        </a:cubicBezTo>
                        <a:cubicBezTo>
                          <a:pt x="884872" y="649605"/>
                          <a:pt x="890588" y="657225"/>
                          <a:pt x="895350" y="664845"/>
                        </a:cubicBezTo>
                        <a:cubicBezTo>
                          <a:pt x="904875" y="765810"/>
                          <a:pt x="903922" y="869633"/>
                          <a:pt x="902018" y="970598"/>
                        </a:cubicBezTo>
                        <a:cubicBezTo>
                          <a:pt x="899160" y="1102995"/>
                          <a:pt x="893445" y="1240155"/>
                          <a:pt x="863918" y="1369695"/>
                        </a:cubicBezTo>
                        <a:cubicBezTo>
                          <a:pt x="878205" y="1395413"/>
                          <a:pt x="892493" y="1421130"/>
                          <a:pt x="905828" y="1446848"/>
                        </a:cubicBezTo>
                        <a:cubicBezTo>
                          <a:pt x="902018" y="1447800"/>
                          <a:pt x="897255" y="1448752"/>
                          <a:pt x="891540" y="1449705"/>
                        </a:cubicBezTo>
                        <a:cubicBezTo>
                          <a:pt x="878205" y="1424940"/>
                          <a:pt x="864870" y="1400175"/>
                          <a:pt x="851535" y="1376363"/>
                        </a:cubicBezTo>
                        <a:cubicBezTo>
                          <a:pt x="706755" y="1328738"/>
                          <a:pt x="570547" y="1264920"/>
                          <a:pt x="441960" y="1183005"/>
                        </a:cubicBezTo>
                        <a:cubicBezTo>
                          <a:pt x="346710" y="1122045"/>
                          <a:pt x="257175" y="1053465"/>
                          <a:pt x="169545" y="981075"/>
                        </a:cubicBezTo>
                        <a:cubicBezTo>
                          <a:pt x="164783" y="971550"/>
                          <a:pt x="160973" y="962025"/>
                          <a:pt x="156210" y="952500"/>
                        </a:cubicBezTo>
                        <a:cubicBezTo>
                          <a:pt x="246697" y="1024890"/>
                          <a:pt x="338138" y="1096327"/>
                          <a:pt x="435293" y="1160145"/>
                        </a:cubicBezTo>
                        <a:close/>
                      </a:path>
                    </a:pathLst>
                  </a:custGeom>
                  <a:solidFill>
                    <a:schemeClr val="bg2"/>
                  </a:solidFill>
                  <a:ln w="9525" cap="flat">
                    <a:noFill/>
                    <a:prstDash val="solid"/>
                    <a:miter/>
                  </a:ln>
                </p:spPr>
                <p:txBody>
                  <a:bodyPr rtlCol="0" anchor="ctr"/>
                  <a:lstStyle/>
                  <a:p>
                    <a:endParaRPr lang="en-US" dirty="0"/>
                  </a:p>
                </p:txBody>
              </p:sp>
            </p:grpSp>
            <p:grpSp>
              <p:nvGrpSpPr>
                <p:cNvPr id="145" name="Graphic 3">
                  <a:extLst>
                    <a:ext uri="{FF2B5EF4-FFF2-40B4-BE49-F238E27FC236}">
                      <a16:creationId xmlns:a16="http://schemas.microsoft.com/office/drawing/2014/main" id="{17691905-6792-487B-9965-7957746DB144}"/>
                    </a:ext>
                  </a:extLst>
                </p:cNvPr>
                <p:cNvGrpSpPr/>
                <p:nvPr/>
              </p:nvGrpSpPr>
              <p:grpSpPr>
                <a:xfrm>
                  <a:off x="2388898" y="4714236"/>
                  <a:ext cx="1103595" cy="836419"/>
                  <a:chOff x="2388898" y="4714236"/>
                  <a:chExt cx="1103595" cy="836419"/>
                </a:xfrm>
              </p:grpSpPr>
              <p:sp>
                <p:nvSpPr>
                  <p:cNvPr id="146" name="Freeform: Shape 145">
                    <a:extLst>
                      <a:ext uri="{FF2B5EF4-FFF2-40B4-BE49-F238E27FC236}">
                        <a16:creationId xmlns:a16="http://schemas.microsoft.com/office/drawing/2014/main" id="{7292936F-7D12-4EDC-9EF2-AD4848EA3579}"/>
                      </a:ext>
                    </a:extLst>
                  </p:cNvPr>
                  <p:cNvSpPr/>
                  <p:nvPr/>
                </p:nvSpPr>
                <p:spPr>
                  <a:xfrm>
                    <a:off x="2388898" y="4714236"/>
                    <a:ext cx="1103595" cy="836419"/>
                  </a:xfrm>
                  <a:custGeom>
                    <a:avLst/>
                    <a:gdLst>
                      <a:gd name="connsiteX0" fmla="*/ 1094423 w 1103595"/>
                      <a:gd name="connsiteY0" fmla="*/ 730568 h 836419"/>
                      <a:gd name="connsiteX1" fmla="*/ 0 w 1103595"/>
                      <a:gd name="connsiteY1" fmla="*/ 0 h 836419"/>
                      <a:gd name="connsiteX2" fmla="*/ 1094423 w 1103595"/>
                      <a:gd name="connsiteY2" fmla="*/ 730568 h 836419"/>
                    </a:gdLst>
                    <a:ahLst/>
                    <a:cxnLst>
                      <a:cxn ang="0">
                        <a:pos x="connsiteX0" y="connsiteY0"/>
                      </a:cxn>
                      <a:cxn ang="0">
                        <a:pos x="connsiteX1" y="connsiteY1"/>
                      </a:cxn>
                      <a:cxn ang="0">
                        <a:pos x="connsiteX2" y="connsiteY2"/>
                      </a:cxn>
                    </a:cxnLst>
                    <a:rect l="l" t="t" r="r" b="b"/>
                    <a:pathLst>
                      <a:path w="1103595" h="836419">
                        <a:moveTo>
                          <a:pt x="1094423" y="730568"/>
                        </a:moveTo>
                        <a:cubicBezTo>
                          <a:pt x="1094423" y="730568"/>
                          <a:pt x="1278255" y="59055"/>
                          <a:pt x="0" y="0"/>
                        </a:cubicBezTo>
                        <a:cubicBezTo>
                          <a:pt x="195263" y="561975"/>
                          <a:pt x="748665" y="1061085"/>
                          <a:pt x="1094423" y="730568"/>
                        </a:cubicBezTo>
                        <a:close/>
                      </a:path>
                    </a:pathLst>
                  </a:custGeom>
                  <a:solidFill>
                    <a:schemeClr val="accent4"/>
                  </a:solid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8BFC50F7-5AC1-42D6-B336-37568B825278}"/>
                      </a:ext>
                    </a:extLst>
                  </p:cNvPr>
                  <p:cNvSpPr/>
                  <p:nvPr/>
                </p:nvSpPr>
                <p:spPr>
                  <a:xfrm>
                    <a:off x="2394613" y="4728524"/>
                    <a:ext cx="1091565" cy="709612"/>
                  </a:xfrm>
                  <a:custGeom>
                    <a:avLst/>
                    <a:gdLst>
                      <a:gd name="connsiteX0" fmla="*/ 878205 w 1091565"/>
                      <a:gd name="connsiteY0" fmla="*/ 346710 h 709612"/>
                      <a:gd name="connsiteX1" fmla="*/ 1022985 w 1091565"/>
                      <a:gd name="connsiteY1" fmla="*/ 660082 h 709612"/>
                      <a:gd name="connsiteX2" fmla="*/ 815340 w 1091565"/>
                      <a:gd name="connsiteY2" fmla="*/ 537210 h 709612"/>
                      <a:gd name="connsiteX3" fmla="*/ 498157 w 1091565"/>
                      <a:gd name="connsiteY3" fmla="*/ 54293 h 709612"/>
                      <a:gd name="connsiteX4" fmla="*/ 480060 w 1091565"/>
                      <a:gd name="connsiteY4" fmla="*/ 49530 h 709612"/>
                      <a:gd name="connsiteX5" fmla="*/ 799147 w 1091565"/>
                      <a:gd name="connsiteY5" fmla="*/ 526732 h 709612"/>
                      <a:gd name="connsiteX6" fmla="*/ 504825 w 1091565"/>
                      <a:gd name="connsiteY6" fmla="*/ 340043 h 709612"/>
                      <a:gd name="connsiteX7" fmla="*/ 260032 w 1091565"/>
                      <a:gd name="connsiteY7" fmla="*/ 8572 h 709612"/>
                      <a:gd name="connsiteX8" fmla="*/ 243840 w 1091565"/>
                      <a:gd name="connsiteY8" fmla="*/ 6667 h 709612"/>
                      <a:gd name="connsiteX9" fmla="*/ 485775 w 1091565"/>
                      <a:gd name="connsiteY9" fmla="*/ 327660 h 709612"/>
                      <a:gd name="connsiteX10" fmla="*/ 0 w 1091565"/>
                      <a:gd name="connsiteY10" fmla="*/ 0 h 709612"/>
                      <a:gd name="connsiteX11" fmla="*/ 6667 w 1091565"/>
                      <a:gd name="connsiteY11" fmla="*/ 17145 h 709612"/>
                      <a:gd name="connsiteX12" fmla="*/ 475297 w 1091565"/>
                      <a:gd name="connsiteY12" fmla="*/ 333375 h 709612"/>
                      <a:gd name="connsiteX13" fmla="*/ 119063 w 1091565"/>
                      <a:gd name="connsiteY13" fmla="*/ 257175 h 709612"/>
                      <a:gd name="connsiteX14" fmla="*/ 126682 w 1091565"/>
                      <a:gd name="connsiteY14" fmla="*/ 270510 h 709612"/>
                      <a:gd name="connsiteX15" fmla="*/ 499110 w 1091565"/>
                      <a:gd name="connsiteY15" fmla="*/ 348615 h 709612"/>
                      <a:gd name="connsiteX16" fmla="*/ 790575 w 1091565"/>
                      <a:gd name="connsiteY16" fmla="*/ 533400 h 709612"/>
                      <a:gd name="connsiteX17" fmla="*/ 244792 w 1091565"/>
                      <a:gd name="connsiteY17" fmla="*/ 444818 h 709612"/>
                      <a:gd name="connsiteX18" fmla="*/ 256222 w 1091565"/>
                      <a:gd name="connsiteY18" fmla="*/ 460057 h 709612"/>
                      <a:gd name="connsiteX19" fmla="*/ 810578 w 1091565"/>
                      <a:gd name="connsiteY19" fmla="*/ 546735 h 709612"/>
                      <a:gd name="connsiteX20" fmla="*/ 1017270 w 1091565"/>
                      <a:gd name="connsiteY20" fmla="*/ 669607 h 709612"/>
                      <a:gd name="connsiteX21" fmla="*/ 727710 w 1091565"/>
                      <a:gd name="connsiteY21" fmla="*/ 690563 h 709612"/>
                      <a:gd name="connsiteX22" fmla="*/ 476250 w 1091565"/>
                      <a:gd name="connsiteY22" fmla="*/ 679132 h 709612"/>
                      <a:gd name="connsiteX23" fmla="*/ 493395 w 1091565"/>
                      <a:gd name="connsiteY23" fmla="*/ 691515 h 709612"/>
                      <a:gd name="connsiteX24" fmla="*/ 726757 w 1091565"/>
                      <a:gd name="connsiteY24" fmla="*/ 700088 h 709612"/>
                      <a:gd name="connsiteX25" fmla="*/ 1031557 w 1091565"/>
                      <a:gd name="connsiteY25" fmla="*/ 676275 h 709612"/>
                      <a:gd name="connsiteX26" fmla="*/ 1089660 w 1091565"/>
                      <a:gd name="connsiteY26" fmla="*/ 709613 h 709612"/>
                      <a:gd name="connsiteX27" fmla="*/ 1091565 w 1091565"/>
                      <a:gd name="connsiteY27" fmla="*/ 699135 h 709612"/>
                      <a:gd name="connsiteX28" fmla="*/ 1036320 w 1091565"/>
                      <a:gd name="connsiteY28" fmla="*/ 667703 h 709612"/>
                      <a:gd name="connsiteX29" fmla="*/ 894397 w 1091565"/>
                      <a:gd name="connsiteY29" fmla="*/ 352425 h 709612"/>
                      <a:gd name="connsiteX30" fmla="*/ 743903 w 1091565"/>
                      <a:gd name="connsiteY30" fmla="*/ 141922 h 709612"/>
                      <a:gd name="connsiteX31" fmla="*/ 721995 w 1091565"/>
                      <a:gd name="connsiteY31" fmla="*/ 131445 h 709612"/>
                      <a:gd name="connsiteX32" fmla="*/ 878205 w 1091565"/>
                      <a:gd name="connsiteY32" fmla="*/ 346710 h 709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091565" h="709612">
                        <a:moveTo>
                          <a:pt x="878205" y="346710"/>
                        </a:moveTo>
                        <a:cubicBezTo>
                          <a:pt x="940117" y="444818"/>
                          <a:pt x="987742" y="550545"/>
                          <a:pt x="1022985" y="660082"/>
                        </a:cubicBezTo>
                        <a:cubicBezTo>
                          <a:pt x="953453" y="620078"/>
                          <a:pt x="883920" y="579120"/>
                          <a:pt x="815340" y="537210"/>
                        </a:cubicBezTo>
                        <a:cubicBezTo>
                          <a:pt x="733425" y="363855"/>
                          <a:pt x="628650" y="197168"/>
                          <a:pt x="498157" y="54293"/>
                        </a:cubicBezTo>
                        <a:cubicBezTo>
                          <a:pt x="492442" y="52388"/>
                          <a:pt x="485775" y="51435"/>
                          <a:pt x="480060" y="49530"/>
                        </a:cubicBezTo>
                        <a:cubicBezTo>
                          <a:pt x="610553" y="189547"/>
                          <a:pt x="715328" y="354330"/>
                          <a:pt x="799147" y="526732"/>
                        </a:cubicBezTo>
                        <a:cubicBezTo>
                          <a:pt x="700088" y="465772"/>
                          <a:pt x="601980" y="402907"/>
                          <a:pt x="504825" y="340043"/>
                        </a:cubicBezTo>
                        <a:cubicBezTo>
                          <a:pt x="439102" y="220028"/>
                          <a:pt x="353377" y="108585"/>
                          <a:pt x="260032" y="8572"/>
                        </a:cubicBezTo>
                        <a:cubicBezTo>
                          <a:pt x="254317" y="7620"/>
                          <a:pt x="249555" y="7620"/>
                          <a:pt x="243840" y="6667"/>
                        </a:cubicBezTo>
                        <a:cubicBezTo>
                          <a:pt x="336232" y="103822"/>
                          <a:pt x="420052" y="211455"/>
                          <a:pt x="485775" y="327660"/>
                        </a:cubicBezTo>
                        <a:cubicBezTo>
                          <a:pt x="322897" y="220980"/>
                          <a:pt x="160972" y="110490"/>
                          <a:pt x="0" y="0"/>
                        </a:cubicBezTo>
                        <a:cubicBezTo>
                          <a:pt x="1905" y="5715"/>
                          <a:pt x="3810" y="11430"/>
                          <a:pt x="6667" y="17145"/>
                        </a:cubicBezTo>
                        <a:cubicBezTo>
                          <a:pt x="160972" y="123825"/>
                          <a:pt x="317182" y="229553"/>
                          <a:pt x="475297" y="333375"/>
                        </a:cubicBezTo>
                        <a:cubicBezTo>
                          <a:pt x="356235" y="310515"/>
                          <a:pt x="235267" y="292418"/>
                          <a:pt x="119063" y="257175"/>
                        </a:cubicBezTo>
                        <a:cubicBezTo>
                          <a:pt x="121920" y="261938"/>
                          <a:pt x="123825" y="265747"/>
                          <a:pt x="126682" y="270510"/>
                        </a:cubicBezTo>
                        <a:cubicBezTo>
                          <a:pt x="248602" y="305753"/>
                          <a:pt x="375285" y="323850"/>
                          <a:pt x="499110" y="348615"/>
                        </a:cubicBezTo>
                        <a:cubicBezTo>
                          <a:pt x="595313" y="411480"/>
                          <a:pt x="692467" y="473393"/>
                          <a:pt x="790575" y="533400"/>
                        </a:cubicBezTo>
                        <a:cubicBezTo>
                          <a:pt x="604838" y="518160"/>
                          <a:pt x="421957" y="503872"/>
                          <a:pt x="244792" y="444818"/>
                        </a:cubicBezTo>
                        <a:cubicBezTo>
                          <a:pt x="248602" y="449580"/>
                          <a:pt x="252413" y="454343"/>
                          <a:pt x="256222" y="460057"/>
                        </a:cubicBezTo>
                        <a:cubicBezTo>
                          <a:pt x="436245" y="518160"/>
                          <a:pt x="621982" y="530543"/>
                          <a:pt x="810578" y="546735"/>
                        </a:cubicBezTo>
                        <a:cubicBezTo>
                          <a:pt x="879157" y="588645"/>
                          <a:pt x="947738" y="629603"/>
                          <a:pt x="1017270" y="669607"/>
                        </a:cubicBezTo>
                        <a:cubicBezTo>
                          <a:pt x="922972" y="688657"/>
                          <a:pt x="823913" y="690563"/>
                          <a:pt x="727710" y="690563"/>
                        </a:cubicBezTo>
                        <a:cubicBezTo>
                          <a:pt x="644842" y="691515"/>
                          <a:pt x="560070" y="690563"/>
                          <a:pt x="476250" y="679132"/>
                        </a:cubicBezTo>
                        <a:cubicBezTo>
                          <a:pt x="481965" y="683895"/>
                          <a:pt x="487680" y="687705"/>
                          <a:pt x="493395" y="691515"/>
                        </a:cubicBezTo>
                        <a:cubicBezTo>
                          <a:pt x="570547" y="700088"/>
                          <a:pt x="649605" y="701040"/>
                          <a:pt x="726757" y="700088"/>
                        </a:cubicBezTo>
                        <a:cubicBezTo>
                          <a:pt x="827722" y="700088"/>
                          <a:pt x="932497" y="697230"/>
                          <a:pt x="1031557" y="676275"/>
                        </a:cubicBezTo>
                        <a:cubicBezTo>
                          <a:pt x="1050607" y="687705"/>
                          <a:pt x="1070610" y="698182"/>
                          <a:pt x="1089660" y="709613"/>
                        </a:cubicBezTo>
                        <a:cubicBezTo>
                          <a:pt x="1090613" y="706755"/>
                          <a:pt x="1090613" y="702945"/>
                          <a:pt x="1091565" y="699135"/>
                        </a:cubicBezTo>
                        <a:cubicBezTo>
                          <a:pt x="1072515" y="688657"/>
                          <a:pt x="1054417" y="678180"/>
                          <a:pt x="1036320" y="667703"/>
                        </a:cubicBezTo>
                        <a:cubicBezTo>
                          <a:pt x="1002030" y="557213"/>
                          <a:pt x="954405" y="451485"/>
                          <a:pt x="894397" y="352425"/>
                        </a:cubicBezTo>
                        <a:cubicBezTo>
                          <a:pt x="849630" y="279082"/>
                          <a:pt x="797242" y="209550"/>
                          <a:pt x="743903" y="141922"/>
                        </a:cubicBezTo>
                        <a:cubicBezTo>
                          <a:pt x="737235" y="138113"/>
                          <a:pt x="729615" y="135255"/>
                          <a:pt x="721995" y="131445"/>
                        </a:cubicBezTo>
                        <a:cubicBezTo>
                          <a:pt x="777240" y="200978"/>
                          <a:pt x="830580" y="271463"/>
                          <a:pt x="878205" y="346710"/>
                        </a:cubicBezTo>
                        <a:close/>
                      </a:path>
                    </a:pathLst>
                  </a:custGeom>
                  <a:solidFill>
                    <a:schemeClr val="bg2"/>
                  </a:solidFill>
                  <a:ln w="9525" cap="flat">
                    <a:noFill/>
                    <a:prstDash val="solid"/>
                    <a:miter/>
                  </a:ln>
                </p:spPr>
                <p:txBody>
                  <a:bodyPr rtlCol="0" anchor="ctr"/>
                  <a:lstStyle/>
                  <a:p>
                    <a:endParaRPr lang="en-US"/>
                  </a:p>
                </p:txBody>
              </p:sp>
            </p:grpSp>
            <p:grpSp>
              <p:nvGrpSpPr>
                <p:cNvPr id="148" name="Graphic 3">
                  <a:extLst>
                    <a:ext uri="{FF2B5EF4-FFF2-40B4-BE49-F238E27FC236}">
                      <a16:creationId xmlns:a16="http://schemas.microsoft.com/office/drawing/2014/main" id="{17691905-6792-487B-9965-7957746DB144}"/>
                    </a:ext>
                  </a:extLst>
                </p:cNvPr>
                <p:cNvGrpSpPr/>
                <p:nvPr/>
              </p:nvGrpSpPr>
              <p:grpSpPr>
                <a:xfrm>
                  <a:off x="4261750" y="3920803"/>
                  <a:ext cx="1326596" cy="1238094"/>
                  <a:chOff x="4261750" y="3920803"/>
                  <a:chExt cx="1326596" cy="1238094"/>
                </a:xfrm>
              </p:grpSpPr>
              <p:sp>
                <p:nvSpPr>
                  <p:cNvPr id="149" name="Freeform: Shape 148">
                    <a:extLst>
                      <a:ext uri="{FF2B5EF4-FFF2-40B4-BE49-F238E27FC236}">
                        <a16:creationId xmlns:a16="http://schemas.microsoft.com/office/drawing/2014/main" id="{35C39CB8-B5E8-4721-85FF-54F5D9B3B426}"/>
                      </a:ext>
                    </a:extLst>
                  </p:cNvPr>
                  <p:cNvSpPr/>
                  <p:nvPr/>
                </p:nvSpPr>
                <p:spPr>
                  <a:xfrm>
                    <a:off x="4261750" y="3920803"/>
                    <a:ext cx="1326596" cy="1238094"/>
                  </a:xfrm>
                  <a:custGeom>
                    <a:avLst/>
                    <a:gdLst>
                      <a:gd name="connsiteX0" fmla="*/ 73106 w 1326596"/>
                      <a:gd name="connsiteY0" fmla="*/ 1185863 h 1238094"/>
                      <a:gd name="connsiteX1" fmla="*/ 1326596 w 1326596"/>
                      <a:gd name="connsiteY1" fmla="*/ 0 h 1238094"/>
                      <a:gd name="connsiteX2" fmla="*/ 73106 w 1326596"/>
                      <a:gd name="connsiteY2" fmla="*/ 1185863 h 1238094"/>
                    </a:gdLst>
                    <a:ahLst/>
                    <a:cxnLst>
                      <a:cxn ang="0">
                        <a:pos x="connsiteX0" y="connsiteY0"/>
                      </a:cxn>
                      <a:cxn ang="0">
                        <a:pos x="connsiteX1" y="connsiteY1"/>
                      </a:cxn>
                      <a:cxn ang="0">
                        <a:pos x="connsiteX2" y="connsiteY2"/>
                      </a:cxn>
                    </a:cxnLst>
                    <a:rect l="l" t="t" r="r" b="b"/>
                    <a:pathLst>
                      <a:path w="1326596" h="1238094">
                        <a:moveTo>
                          <a:pt x="73106" y="1185863"/>
                        </a:moveTo>
                        <a:cubicBezTo>
                          <a:pt x="73106" y="1185863"/>
                          <a:pt x="877968" y="1617345"/>
                          <a:pt x="1326596" y="0"/>
                        </a:cubicBezTo>
                        <a:cubicBezTo>
                          <a:pt x="551261" y="85725"/>
                          <a:pt x="-248839" y="647700"/>
                          <a:pt x="73106" y="1185863"/>
                        </a:cubicBezTo>
                        <a:close/>
                      </a:path>
                    </a:pathLst>
                  </a:custGeom>
                  <a:solidFill>
                    <a:schemeClr val="accent1"/>
                  </a:solid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AFFB3175-8A5A-45BD-B6A3-8EE0CE2E3B0B}"/>
                      </a:ext>
                    </a:extLst>
                  </p:cNvPr>
                  <p:cNvSpPr/>
                  <p:nvPr/>
                </p:nvSpPr>
                <p:spPr>
                  <a:xfrm>
                    <a:off x="4343428" y="3923661"/>
                    <a:ext cx="1225867" cy="1193482"/>
                  </a:xfrm>
                  <a:custGeom>
                    <a:avLst/>
                    <a:gdLst>
                      <a:gd name="connsiteX0" fmla="*/ 524827 w 1225867"/>
                      <a:gd name="connsiteY0" fmla="*/ 1022032 h 1193482"/>
                      <a:gd name="connsiteX1" fmla="*/ 81915 w 1225867"/>
                      <a:gd name="connsiteY1" fmla="*/ 1115378 h 1193482"/>
                      <a:gd name="connsiteX2" fmla="*/ 300038 w 1225867"/>
                      <a:gd name="connsiteY2" fmla="*/ 886778 h 1193482"/>
                      <a:gd name="connsiteX3" fmla="*/ 1009650 w 1225867"/>
                      <a:gd name="connsiteY3" fmla="*/ 622935 h 1193482"/>
                      <a:gd name="connsiteX4" fmla="*/ 1021080 w 1225867"/>
                      <a:gd name="connsiteY4" fmla="*/ 600075 h 1193482"/>
                      <a:gd name="connsiteX5" fmla="*/ 318135 w 1225867"/>
                      <a:gd name="connsiteY5" fmla="*/ 868680 h 1193482"/>
                      <a:gd name="connsiteX6" fmla="*/ 642938 w 1225867"/>
                      <a:gd name="connsiteY6" fmla="*/ 546735 h 1193482"/>
                      <a:gd name="connsiteX7" fmla="*/ 1138238 w 1225867"/>
                      <a:gd name="connsiteY7" fmla="*/ 330517 h 1193482"/>
                      <a:gd name="connsiteX8" fmla="*/ 1145857 w 1225867"/>
                      <a:gd name="connsiteY8" fmla="*/ 310515 h 1193482"/>
                      <a:gd name="connsiteX9" fmla="*/ 665797 w 1225867"/>
                      <a:gd name="connsiteY9" fmla="*/ 525780 h 1193482"/>
                      <a:gd name="connsiteX10" fmla="*/ 1225868 w 1225867"/>
                      <a:gd name="connsiteY10" fmla="*/ 0 h 1193482"/>
                      <a:gd name="connsiteX11" fmla="*/ 1202055 w 1225867"/>
                      <a:gd name="connsiteY11" fmla="*/ 2858 h 1193482"/>
                      <a:gd name="connsiteX12" fmla="*/ 660082 w 1225867"/>
                      <a:gd name="connsiteY12" fmla="*/ 511492 h 1193482"/>
                      <a:gd name="connsiteX13" fmla="*/ 862013 w 1225867"/>
                      <a:gd name="connsiteY13" fmla="*/ 78105 h 1193482"/>
                      <a:gd name="connsiteX14" fmla="*/ 842963 w 1225867"/>
                      <a:gd name="connsiteY14" fmla="*/ 83820 h 1193482"/>
                      <a:gd name="connsiteX15" fmla="*/ 634365 w 1225867"/>
                      <a:gd name="connsiteY15" fmla="*/ 537210 h 1193482"/>
                      <a:gd name="connsiteX16" fmla="*/ 312420 w 1225867"/>
                      <a:gd name="connsiteY16" fmla="*/ 856297 h 1193482"/>
                      <a:gd name="connsiteX17" fmla="*/ 584835 w 1225867"/>
                      <a:gd name="connsiteY17" fmla="*/ 184785 h 1193482"/>
                      <a:gd name="connsiteX18" fmla="*/ 561975 w 1225867"/>
                      <a:gd name="connsiteY18" fmla="*/ 195263 h 1193482"/>
                      <a:gd name="connsiteX19" fmla="*/ 290513 w 1225867"/>
                      <a:gd name="connsiteY19" fmla="*/ 878205 h 1193482"/>
                      <a:gd name="connsiteX20" fmla="*/ 72390 w 1225867"/>
                      <a:gd name="connsiteY20" fmla="*/ 1106805 h 1193482"/>
                      <a:gd name="connsiteX21" fmla="*/ 129540 w 1225867"/>
                      <a:gd name="connsiteY21" fmla="*/ 730568 h 1193482"/>
                      <a:gd name="connsiteX22" fmla="*/ 217170 w 1225867"/>
                      <a:gd name="connsiteY22" fmla="*/ 413385 h 1193482"/>
                      <a:gd name="connsiteX23" fmla="*/ 196215 w 1225867"/>
                      <a:gd name="connsiteY23" fmla="*/ 431483 h 1193482"/>
                      <a:gd name="connsiteX24" fmla="*/ 117157 w 1225867"/>
                      <a:gd name="connsiteY24" fmla="*/ 726758 h 1193482"/>
                      <a:gd name="connsiteX25" fmla="*/ 59055 w 1225867"/>
                      <a:gd name="connsiteY25" fmla="*/ 1122998 h 1193482"/>
                      <a:gd name="connsiteX26" fmla="*/ 0 w 1225867"/>
                      <a:gd name="connsiteY26" fmla="*/ 1187768 h 1193482"/>
                      <a:gd name="connsiteX27" fmla="*/ 13335 w 1225867"/>
                      <a:gd name="connsiteY27" fmla="*/ 1193482 h 1193482"/>
                      <a:gd name="connsiteX28" fmla="*/ 69532 w 1225867"/>
                      <a:gd name="connsiteY28" fmla="*/ 1131570 h 1193482"/>
                      <a:gd name="connsiteX29" fmla="*/ 513397 w 1225867"/>
                      <a:gd name="connsiteY29" fmla="*/ 1042035 h 1193482"/>
                      <a:gd name="connsiteX30" fmla="*/ 826770 w 1225867"/>
                      <a:gd name="connsiteY30" fmla="*/ 910590 h 1193482"/>
                      <a:gd name="connsiteX31" fmla="*/ 846772 w 1225867"/>
                      <a:gd name="connsiteY31" fmla="*/ 885825 h 1193482"/>
                      <a:gd name="connsiteX32" fmla="*/ 524827 w 1225867"/>
                      <a:gd name="connsiteY32" fmla="*/ 1022032 h 1193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25867" h="1193482">
                        <a:moveTo>
                          <a:pt x="524827" y="1022032"/>
                        </a:moveTo>
                        <a:cubicBezTo>
                          <a:pt x="381952" y="1072515"/>
                          <a:pt x="232410" y="1102995"/>
                          <a:pt x="81915" y="1115378"/>
                        </a:cubicBezTo>
                        <a:cubicBezTo>
                          <a:pt x="153352" y="1038225"/>
                          <a:pt x="226695" y="962025"/>
                          <a:pt x="300038" y="886778"/>
                        </a:cubicBezTo>
                        <a:cubicBezTo>
                          <a:pt x="545782" y="832485"/>
                          <a:pt x="789622" y="747713"/>
                          <a:pt x="1009650" y="622935"/>
                        </a:cubicBezTo>
                        <a:cubicBezTo>
                          <a:pt x="1013460" y="615315"/>
                          <a:pt x="1017270" y="607695"/>
                          <a:pt x="1021080" y="600075"/>
                        </a:cubicBezTo>
                        <a:cubicBezTo>
                          <a:pt x="803910" y="726758"/>
                          <a:pt x="562927" y="812483"/>
                          <a:pt x="318135" y="868680"/>
                        </a:cubicBezTo>
                        <a:cubicBezTo>
                          <a:pt x="424815" y="760095"/>
                          <a:pt x="533400" y="652463"/>
                          <a:pt x="642938" y="546735"/>
                        </a:cubicBezTo>
                        <a:cubicBezTo>
                          <a:pt x="815340" y="497205"/>
                          <a:pt x="982027" y="421005"/>
                          <a:pt x="1138238" y="330517"/>
                        </a:cubicBezTo>
                        <a:cubicBezTo>
                          <a:pt x="1141095" y="323850"/>
                          <a:pt x="1143000" y="317183"/>
                          <a:pt x="1145857" y="310515"/>
                        </a:cubicBezTo>
                        <a:cubicBezTo>
                          <a:pt x="995363" y="400050"/>
                          <a:pt x="832485" y="476250"/>
                          <a:pt x="665797" y="525780"/>
                        </a:cubicBezTo>
                        <a:cubicBezTo>
                          <a:pt x="850582" y="348615"/>
                          <a:pt x="1038225" y="174308"/>
                          <a:pt x="1225868" y="0"/>
                        </a:cubicBezTo>
                        <a:cubicBezTo>
                          <a:pt x="1218247" y="953"/>
                          <a:pt x="1209675" y="1905"/>
                          <a:pt x="1202055" y="2858"/>
                        </a:cubicBezTo>
                        <a:cubicBezTo>
                          <a:pt x="1020127" y="170497"/>
                          <a:pt x="839152" y="340042"/>
                          <a:pt x="660082" y="511492"/>
                        </a:cubicBezTo>
                        <a:cubicBezTo>
                          <a:pt x="724852" y="365760"/>
                          <a:pt x="782955" y="216217"/>
                          <a:pt x="862013" y="78105"/>
                        </a:cubicBezTo>
                        <a:cubicBezTo>
                          <a:pt x="855345" y="80010"/>
                          <a:pt x="848677" y="81915"/>
                          <a:pt x="842963" y="83820"/>
                        </a:cubicBezTo>
                        <a:cubicBezTo>
                          <a:pt x="762000" y="228600"/>
                          <a:pt x="702945" y="385763"/>
                          <a:pt x="634365" y="537210"/>
                        </a:cubicBezTo>
                        <a:cubicBezTo>
                          <a:pt x="525780" y="641985"/>
                          <a:pt x="418147" y="747713"/>
                          <a:pt x="312420" y="856297"/>
                        </a:cubicBezTo>
                        <a:cubicBezTo>
                          <a:pt x="385763" y="623888"/>
                          <a:pt x="457200" y="393383"/>
                          <a:pt x="584835" y="184785"/>
                        </a:cubicBezTo>
                        <a:cubicBezTo>
                          <a:pt x="577215" y="188595"/>
                          <a:pt x="569595" y="191453"/>
                          <a:pt x="561975" y="195263"/>
                        </a:cubicBezTo>
                        <a:cubicBezTo>
                          <a:pt x="435292" y="407670"/>
                          <a:pt x="364807" y="641985"/>
                          <a:pt x="290513" y="878205"/>
                        </a:cubicBezTo>
                        <a:cubicBezTo>
                          <a:pt x="217170" y="953453"/>
                          <a:pt x="144780" y="1029653"/>
                          <a:pt x="72390" y="1106805"/>
                        </a:cubicBezTo>
                        <a:cubicBezTo>
                          <a:pt x="76200" y="980122"/>
                          <a:pt x="102870" y="853440"/>
                          <a:pt x="129540" y="730568"/>
                        </a:cubicBezTo>
                        <a:cubicBezTo>
                          <a:pt x="153352" y="623888"/>
                          <a:pt x="179070" y="516255"/>
                          <a:pt x="217170" y="413385"/>
                        </a:cubicBezTo>
                        <a:cubicBezTo>
                          <a:pt x="209550" y="419100"/>
                          <a:pt x="202882" y="425767"/>
                          <a:pt x="196215" y="431483"/>
                        </a:cubicBezTo>
                        <a:cubicBezTo>
                          <a:pt x="162877" y="527685"/>
                          <a:pt x="139065" y="627697"/>
                          <a:pt x="117157" y="726758"/>
                        </a:cubicBezTo>
                        <a:cubicBezTo>
                          <a:pt x="88582" y="856297"/>
                          <a:pt x="60960" y="990600"/>
                          <a:pt x="59055" y="1122998"/>
                        </a:cubicBezTo>
                        <a:cubicBezTo>
                          <a:pt x="39052" y="1144905"/>
                          <a:pt x="19050" y="1165860"/>
                          <a:pt x="0" y="1187768"/>
                        </a:cubicBezTo>
                        <a:cubicBezTo>
                          <a:pt x="2857" y="1189673"/>
                          <a:pt x="7620" y="1191578"/>
                          <a:pt x="13335" y="1193482"/>
                        </a:cubicBezTo>
                        <a:cubicBezTo>
                          <a:pt x="32385" y="1172528"/>
                          <a:pt x="50482" y="1152525"/>
                          <a:pt x="69532" y="1131570"/>
                        </a:cubicBezTo>
                        <a:cubicBezTo>
                          <a:pt x="220980" y="1120140"/>
                          <a:pt x="369570" y="1090613"/>
                          <a:pt x="513397" y="1042035"/>
                        </a:cubicBezTo>
                        <a:cubicBezTo>
                          <a:pt x="621030" y="1005840"/>
                          <a:pt x="723900" y="960120"/>
                          <a:pt x="826770" y="910590"/>
                        </a:cubicBezTo>
                        <a:cubicBezTo>
                          <a:pt x="833438" y="902018"/>
                          <a:pt x="840105" y="894397"/>
                          <a:pt x="846772" y="885825"/>
                        </a:cubicBezTo>
                        <a:cubicBezTo>
                          <a:pt x="740092" y="935355"/>
                          <a:pt x="634365" y="982980"/>
                          <a:pt x="524827" y="1022032"/>
                        </a:cubicBezTo>
                        <a:close/>
                      </a:path>
                    </a:pathLst>
                  </a:custGeom>
                  <a:solidFill>
                    <a:schemeClr val="bg2"/>
                  </a:solidFill>
                  <a:ln w="9525" cap="flat">
                    <a:noFill/>
                    <a:prstDash val="solid"/>
                    <a:miter/>
                  </a:ln>
                </p:spPr>
                <p:txBody>
                  <a:bodyPr rtlCol="0" anchor="ctr"/>
                  <a:lstStyle/>
                  <a:p>
                    <a:endParaRPr lang="en-US"/>
                  </a:p>
                </p:txBody>
              </p:sp>
            </p:grpSp>
            <p:grpSp>
              <p:nvGrpSpPr>
                <p:cNvPr id="151" name="Graphic 3">
                  <a:extLst>
                    <a:ext uri="{FF2B5EF4-FFF2-40B4-BE49-F238E27FC236}">
                      <a16:creationId xmlns:a16="http://schemas.microsoft.com/office/drawing/2014/main" id="{17691905-6792-487B-9965-7957746DB144}"/>
                    </a:ext>
                  </a:extLst>
                </p:cNvPr>
                <p:cNvGrpSpPr/>
                <p:nvPr/>
              </p:nvGrpSpPr>
              <p:grpSpPr>
                <a:xfrm>
                  <a:off x="4489382" y="4739001"/>
                  <a:ext cx="1059910" cy="891882"/>
                  <a:chOff x="4489382" y="4739001"/>
                  <a:chExt cx="1059910" cy="891882"/>
                </a:xfrm>
              </p:grpSpPr>
              <p:sp>
                <p:nvSpPr>
                  <p:cNvPr id="189" name="Freeform: Shape 188">
                    <a:extLst>
                      <a:ext uri="{FF2B5EF4-FFF2-40B4-BE49-F238E27FC236}">
                        <a16:creationId xmlns:a16="http://schemas.microsoft.com/office/drawing/2014/main" id="{85023981-6BEE-416F-AB07-8B93C175ABC0}"/>
                      </a:ext>
                    </a:extLst>
                  </p:cNvPr>
                  <p:cNvSpPr/>
                  <p:nvPr/>
                </p:nvSpPr>
                <p:spPr>
                  <a:xfrm>
                    <a:off x="4489382" y="4739001"/>
                    <a:ext cx="1059910" cy="891882"/>
                  </a:xfrm>
                  <a:custGeom>
                    <a:avLst/>
                    <a:gdLst>
                      <a:gd name="connsiteX0" fmla="*/ 15971 w 1059910"/>
                      <a:gd name="connsiteY0" fmla="*/ 802005 h 891882"/>
                      <a:gd name="connsiteX1" fmla="*/ 1059911 w 1059910"/>
                      <a:gd name="connsiteY1" fmla="*/ 0 h 891882"/>
                      <a:gd name="connsiteX2" fmla="*/ 15971 w 1059910"/>
                      <a:gd name="connsiteY2" fmla="*/ 802005 h 891882"/>
                    </a:gdLst>
                    <a:ahLst/>
                    <a:cxnLst>
                      <a:cxn ang="0">
                        <a:pos x="connsiteX0" y="connsiteY0"/>
                      </a:cxn>
                      <a:cxn ang="0">
                        <a:pos x="connsiteX1" y="connsiteY1"/>
                      </a:cxn>
                      <a:cxn ang="0">
                        <a:pos x="connsiteX2" y="connsiteY2"/>
                      </a:cxn>
                    </a:cxnLst>
                    <a:rect l="l" t="t" r="r" b="b"/>
                    <a:pathLst>
                      <a:path w="1059910" h="891882">
                        <a:moveTo>
                          <a:pt x="15971" y="802005"/>
                        </a:moveTo>
                        <a:cubicBezTo>
                          <a:pt x="15971" y="802005"/>
                          <a:pt x="-212629" y="143828"/>
                          <a:pt x="1059911" y="0"/>
                        </a:cubicBezTo>
                        <a:cubicBezTo>
                          <a:pt x="902748" y="574357"/>
                          <a:pt x="382683" y="1109663"/>
                          <a:pt x="15971" y="802005"/>
                        </a:cubicBezTo>
                        <a:close/>
                      </a:path>
                    </a:pathLst>
                  </a:custGeom>
                  <a:solidFill>
                    <a:srgbClr val="FFFFFF"/>
                  </a:solid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59DFA878-ACC7-4740-AB4D-90506204D2C0}"/>
                      </a:ext>
                    </a:extLst>
                  </p:cNvPr>
                  <p:cNvSpPr/>
                  <p:nvPr/>
                </p:nvSpPr>
                <p:spPr>
                  <a:xfrm>
                    <a:off x="4502495" y="4754241"/>
                    <a:ext cx="1042987" cy="781050"/>
                  </a:xfrm>
                  <a:custGeom>
                    <a:avLst/>
                    <a:gdLst>
                      <a:gd name="connsiteX0" fmla="*/ 188595 w 1042987"/>
                      <a:gd name="connsiteY0" fmla="*/ 404813 h 781050"/>
                      <a:gd name="connsiteX1" fmla="*/ 64770 w 1042987"/>
                      <a:gd name="connsiteY1" fmla="*/ 727710 h 781050"/>
                      <a:gd name="connsiteX2" fmla="*/ 263843 w 1042987"/>
                      <a:gd name="connsiteY2" fmla="*/ 590550 h 781050"/>
                      <a:gd name="connsiteX3" fmla="*/ 547688 w 1042987"/>
                      <a:gd name="connsiteY3" fmla="*/ 87630 h 781050"/>
                      <a:gd name="connsiteX4" fmla="*/ 565785 w 1042987"/>
                      <a:gd name="connsiteY4" fmla="*/ 81915 h 781050"/>
                      <a:gd name="connsiteX5" fmla="*/ 279083 w 1042987"/>
                      <a:gd name="connsiteY5" fmla="*/ 579120 h 781050"/>
                      <a:gd name="connsiteX6" fmla="*/ 561022 w 1042987"/>
                      <a:gd name="connsiteY6" fmla="*/ 372427 h 781050"/>
                      <a:gd name="connsiteX7" fmla="*/ 783908 w 1042987"/>
                      <a:gd name="connsiteY7" fmla="*/ 25717 h 781050"/>
                      <a:gd name="connsiteX8" fmla="*/ 800100 w 1042987"/>
                      <a:gd name="connsiteY8" fmla="*/ 22860 h 781050"/>
                      <a:gd name="connsiteX9" fmla="*/ 580072 w 1042987"/>
                      <a:gd name="connsiteY9" fmla="*/ 359092 h 781050"/>
                      <a:gd name="connsiteX10" fmla="*/ 1042988 w 1042987"/>
                      <a:gd name="connsiteY10" fmla="*/ 0 h 781050"/>
                      <a:gd name="connsiteX11" fmla="*/ 1038225 w 1042987"/>
                      <a:gd name="connsiteY11" fmla="*/ 17145 h 781050"/>
                      <a:gd name="connsiteX12" fmla="*/ 590550 w 1042987"/>
                      <a:gd name="connsiteY12" fmla="*/ 363855 h 781050"/>
                      <a:gd name="connsiteX13" fmla="*/ 941070 w 1042987"/>
                      <a:gd name="connsiteY13" fmla="*/ 263842 h 781050"/>
                      <a:gd name="connsiteX14" fmla="*/ 934403 w 1042987"/>
                      <a:gd name="connsiteY14" fmla="*/ 278130 h 781050"/>
                      <a:gd name="connsiteX15" fmla="*/ 567690 w 1042987"/>
                      <a:gd name="connsiteY15" fmla="*/ 381000 h 781050"/>
                      <a:gd name="connsiteX16" fmla="*/ 288608 w 1042987"/>
                      <a:gd name="connsiteY16" fmla="*/ 584835 h 781050"/>
                      <a:gd name="connsiteX17" fmla="*/ 827722 w 1042987"/>
                      <a:gd name="connsiteY17" fmla="*/ 460058 h 781050"/>
                      <a:gd name="connsiteX18" fmla="*/ 817245 w 1042987"/>
                      <a:gd name="connsiteY18" fmla="*/ 475298 h 781050"/>
                      <a:gd name="connsiteX19" fmla="*/ 270510 w 1042987"/>
                      <a:gd name="connsiteY19" fmla="*/ 598170 h 781050"/>
                      <a:gd name="connsiteX20" fmla="*/ 72390 w 1042987"/>
                      <a:gd name="connsiteY20" fmla="*/ 734377 h 781050"/>
                      <a:gd name="connsiteX21" fmla="*/ 362903 w 1042987"/>
                      <a:gd name="connsiteY21" fmla="*/ 736283 h 781050"/>
                      <a:gd name="connsiteX22" fmla="*/ 612458 w 1042987"/>
                      <a:gd name="connsiteY22" fmla="*/ 708660 h 781050"/>
                      <a:gd name="connsiteX23" fmla="*/ 596265 w 1042987"/>
                      <a:gd name="connsiteY23" fmla="*/ 722948 h 781050"/>
                      <a:gd name="connsiteX24" fmla="*/ 364808 w 1042987"/>
                      <a:gd name="connsiteY24" fmla="*/ 747713 h 781050"/>
                      <a:gd name="connsiteX25" fmla="*/ 59055 w 1042987"/>
                      <a:gd name="connsiteY25" fmla="*/ 743902 h 781050"/>
                      <a:gd name="connsiteX26" fmla="*/ 2858 w 1042987"/>
                      <a:gd name="connsiteY26" fmla="*/ 781050 h 781050"/>
                      <a:gd name="connsiteX27" fmla="*/ 0 w 1042987"/>
                      <a:gd name="connsiteY27" fmla="*/ 770573 h 781050"/>
                      <a:gd name="connsiteX28" fmla="*/ 53340 w 1042987"/>
                      <a:gd name="connsiteY28" fmla="*/ 735330 h 781050"/>
                      <a:gd name="connsiteX29" fmla="*/ 174308 w 1042987"/>
                      <a:gd name="connsiteY29" fmla="*/ 411480 h 781050"/>
                      <a:gd name="connsiteX30" fmla="*/ 310515 w 1042987"/>
                      <a:gd name="connsiteY30" fmla="*/ 191452 h 781050"/>
                      <a:gd name="connsiteX31" fmla="*/ 331470 w 1042987"/>
                      <a:gd name="connsiteY31" fmla="*/ 180023 h 781050"/>
                      <a:gd name="connsiteX32" fmla="*/ 188595 w 1042987"/>
                      <a:gd name="connsiteY32" fmla="*/ 404813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042987" h="781050">
                        <a:moveTo>
                          <a:pt x="188595" y="404813"/>
                        </a:moveTo>
                        <a:cubicBezTo>
                          <a:pt x="133350" y="506730"/>
                          <a:pt x="93345" y="615315"/>
                          <a:pt x="64770" y="727710"/>
                        </a:cubicBezTo>
                        <a:cubicBezTo>
                          <a:pt x="131445" y="682943"/>
                          <a:pt x="198120" y="637223"/>
                          <a:pt x="263843" y="590550"/>
                        </a:cubicBezTo>
                        <a:cubicBezTo>
                          <a:pt x="334328" y="411480"/>
                          <a:pt x="427672" y="238125"/>
                          <a:pt x="547688" y="87630"/>
                        </a:cubicBezTo>
                        <a:cubicBezTo>
                          <a:pt x="553403" y="85725"/>
                          <a:pt x="560070" y="83820"/>
                          <a:pt x="565785" y="81915"/>
                        </a:cubicBezTo>
                        <a:cubicBezTo>
                          <a:pt x="444818" y="230505"/>
                          <a:pt x="350520" y="401955"/>
                          <a:pt x="279083" y="579120"/>
                        </a:cubicBezTo>
                        <a:cubicBezTo>
                          <a:pt x="374333" y="511492"/>
                          <a:pt x="467678" y="442913"/>
                          <a:pt x="561022" y="372427"/>
                        </a:cubicBezTo>
                        <a:cubicBezTo>
                          <a:pt x="619125" y="248602"/>
                          <a:pt x="696278" y="131445"/>
                          <a:pt x="783908" y="25717"/>
                        </a:cubicBezTo>
                        <a:cubicBezTo>
                          <a:pt x="789622" y="24765"/>
                          <a:pt x="794385" y="23813"/>
                          <a:pt x="800100" y="22860"/>
                        </a:cubicBezTo>
                        <a:cubicBezTo>
                          <a:pt x="714375" y="125730"/>
                          <a:pt x="638175" y="239077"/>
                          <a:pt x="580072" y="359092"/>
                        </a:cubicBezTo>
                        <a:cubicBezTo>
                          <a:pt x="736283" y="240983"/>
                          <a:pt x="889635" y="120967"/>
                          <a:pt x="1042988" y="0"/>
                        </a:cubicBezTo>
                        <a:cubicBezTo>
                          <a:pt x="1041083" y="5715"/>
                          <a:pt x="1040130" y="11430"/>
                          <a:pt x="1038225" y="17145"/>
                        </a:cubicBezTo>
                        <a:cubicBezTo>
                          <a:pt x="889635" y="134302"/>
                          <a:pt x="741045" y="250508"/>
                          <a:pt x="590550" y="363855"/>
                        </a:cubicBezTo>
                        <a:cubicBezTo>
                          <a:pt x="707708" y="332423"/>
                          <a:pt x="827722" y="306705"/>
                          <a:pt x="941070" y="263842"/>
                        </a:cubicBezTo>
                        <a:cubicBezTo>
                          <a:pt x="939165" y="268605"/>
                          <a:pt x="936308" y="273367"/>
                          <a:pt x="934403" y="278130"/>
                        </a:cubicBezTo>
                        <a:cubicBezTo>
                          <a:pt x="815340" y="321945"/>
                          <a:pt x="690563" y="347663"/>
                          <a:pt x="567690" y="381000"/>
                        </a:cubicBezTo>
                        <a:cubicBezTo>
                          <a:pt x="475297" y="450533"/>
                          <a:pt x="382905" y="518160"/>
                          <a:pt x="288608" y="584835"/>
                        </a:cubicBezTo>
                        <a:cubicBezTo>
                          <a:pt x="472440" y="557213"/>
                          <a:pt x="654368" y="531495"/>
                          <a:pt x="827722" y="460058"/>
                        </a:cubicBezTo>
                        <a:cubicBezTo>
                          <a:pt x="823913" y="464820"/>
                          <a:pt x="821055" y="470535"/>
                          <a:pt x="817245" y="475298"/>
                        </a:cubicBezTo>
                        <a:cubicBezTo>
                          <a:pt x="641985" y="544830"/>
                          <a:pt x="457200" y="570548"/>
                          <a:pt x="270510" y="598170"/>
                        </a:cubicBezTo>
                        <a:cubicBezTo>
                          <a:pt x="204788" y="644843"/>
                          <a:pt x="139065" y="690563"/>
                          <a:pt x="72390" y="734377"/>
                        </a:cubicBezTo>
                        <a:cubicBezTo>
                          <a:pt x="167640" y="746760"/>
                          <a:pt x="266700" y="741998"/>
                          <a:pt x="362903" y="736283"/>
                        </a:cubicBezTo>
                        <a:cubicBezTo>
                          <a:pt x="445770" y="731520"/>
                          <a:pt x="530543" y="724852"/>
                          <a:pt x="612458" y="708660"/>
                        </a:cubicBezTo>
                        <a:cubicBezTo>
                          <a:pt x="606743" y="713423"/>
                          <a:pt x="601980" y="718185"/>
                          <a:pt x="596265" y="722948"/>
                        </a:cubicBezTo>
                        <a:cubicBezTo>
                          <a:pt x="520065" y="736283"/>
                          <a:pt x="441008" y="742950"/>
                          <a:pt x="364808" y="747713"/>
                        </a:cubicBezTo>
                        <a:cubicBezTo>
                          <a:pt x="263843" y="754380"/>
                          <a:pt x="159068" y="759143"/>
                          <a:pt x="59055" y="743902"/>
                        </a:cubicBezTo>
                        <a:cubicBezTo>
                          <a:pt x="40005" y="756285"/>
                          <a:pt x="21908" y="768668"/>
                          <a:pt x="2858" y="781050"/>
                        </a:cubicBezTo>
                        <a:cubicBezTo>
                          <a:pt x="1905" y="778193"/>
                          <a:pt x="953" y="775335"/>
                          <a:pt x="0" y="770573"/>
                        </a:cubicBezTo>
                        <a:cubicBezTo>
                          <a:pt x="18097" y="759143"/>
                          <a:pt x="35243" y="747713"/>
                          <a:pt x="53340" y="735330"/>
                        </a:cubicBezTo>
                        <a:cubicBezTo>
                          <a:pt x="80010" y="622935"/>
                          <a:pt x="120015" y="514350"/>
                          <a:pt x="174308" y="411480"/>
                        </a:cubicBezTo>
                        <a:cubicBezTo>
                          <a:pt x="214313" y="335280"/>
                          <a:pt x="260985" y="261938"/>
                          <a:pt x="310515" y="191452"/>
                        </a:cubicBezTo>
                        <a:cubicBezTo>
                          <a:pt x="317183" y="187642"/>
                          <a:pt x="324803" y="183833"/>
                          <a:pt x="331470" y="180023"/>
                        </a:cubicBezTo>
                        <a:cubicBezTo>
                          <a:pt x="279083" y="253365"/>
                          <a:pt x="230505" y="326708"/>
                          <a:pt x="188595" y="404813"/>
                        </a:cubicBezTo>
                        <a:close/>
                      </a:path>
                    </a:pathLst>
                  </a:custGeom>
                  <a:solidFill>
                    <a:srgbClr val="CFF7F6"/>
                  </a:solidFill>
                  <a:ln w="9525" cap="flat">
                    <a:noFill/>
                    <a:prstDash val="solid"/>
                    <a:miter/>
                  </a:ln>
                </p:spPr>
                <p:txBody>
                  <a:bodyPr rtlCol="0" anchor="ctr"/>
                  <a:lstStyle/>
                  <a:p>
                    <a:endParaRPr lang="en-US"/>
                  </a:p>
                </p:txBody>
              </p:sp>
            </p:grpSp>
            <p:grpSp>
              <p:nvGrpSpPr>
                <p:cNvPr id="211" name="Graphic 3">
                  <a:extLst>
                    <a:ext uri="{FF2B5EF4-FFF2-40B4-BE49-F238E27FC236}">
                      <a16:creationId xmlns:a16="http://schemas.microsoft.com/office/drawing/2014/main" id="{17691905-6792-487B-9965-7957746DB144}"/>
                    </a:ext>
                  </a:extLst>
                </p:cNvPr>
                <p:cNvGrpSpPr/>
                <p:nvPr/>
              </p:nvGrpSpPr>
              <p:grpSpPr>
                <a:xfrm>
                  <a:off x="3694770" y="2928299"/>
                  <a:ext cx="1041622" cy="2047875"/>
                  <a:chOff x="3694770" y="2928299"/>
                  <a:chExt cx="1041622" cy="2047875"/>
                </a:xfrm>
              </p:grpSpPr>
              <p:sp>
                <p:nvSpPr>
                  <p:cNvPr id="212" name="Freeform: Shape 211">
                    <a:extLst>
                      <a:ext uri="{FF2B5EF4-FFF2-40B4-BE49-F238E27FC236}">
                        <a16:creationId xmlns:a16="http://schemas.microsoft.com/office/drawing/2014/main" id="{9439EB61-A4BA-4161-B5BF-8A0252EF9AA5}"/>
                      </a:ext>
                    </a:extLst>
                  </p:cNvPr>
                  <p:cNvSpPr/>
                  <p:nvPr/>
                </p:nvSpPr>
                <p:spPr>
                  <a:xfrm>
                    <a:off x="3694770" y="2929251"/>
                    <a:ext cx="1041622" cy="2046922"/>
                  </a:xfrm>
                  <a:custGeom>
                    <a:avLst/>
                    <a:gdLst>
                      <a:gd name="connsiteX0" fmla="*/ 328618 w 1041622"/>
                      <a:gd name="connsiteY0" fmla="*/ 2046923 h 2046922"/>
                      <a:gd name="connsiteX1" fmla="*/ 881068 w 1041622"/>
                      <a:gd name="connsiteY1" fmla="*/ 0 h 2046922"/>
                      <a:gd name="connsiteX2" fmla="*/ 328618 w 1041622"/>
                      <a:gd name="connsiteY2" fmla="*/ 2046923 h 2046922"/>
                    </a:gdLst>
                    <a:ahLst/>
                    <a:cxnLst>
                      <a:cxn ang="0">
                        <a:pos x="connsiteX0" y="connsiteY0"/>
                      </a:cxn>
                      <a:cxn ang="0">
                        <a:pos x="connsiteX1" y="connsiteY1"/>
                      </a:cxn>
                      <a:cxn ang="0">
                        <a:pos x="connsiteX2" y="connsiteY2"/>
                      </a:cxn>
                    </a:cxnLst>
                    <a:rect l="l" t="t" r="r" b="b"/>
                    <a:pathLst>
                      <a:path w="1041622" h="2046922">
                        <a:moveTo>
                          <a:pt x="328618" y="2046923"/>
                        </a:moveTo>
                        <a:cubicBezTo>
                          <a:pt x="328618" y="2046923"/>
                          <a:pt x="1448758" y="1983105"/>
                          <a:pt x="881068" y="0"/>
                        </a:cubicBezTo>
                        <a:cubicBezTo>
                          <a:pt x="123831" y="587693"/>
                          <a:pt x="-354324" y="1689735"/>
                          <a:pt x="328618" y="2046923"/>
                        </a:cubicBezTo>
                        <a:close/>
                      </a:path>
                    </a:pathLst>
                  </a:custGeom>
                  <a:solidFill>
                    <a:schemeClr val="accent4"/>
                  </a:solid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1F982314-C8D7-4A37-ACB5-D01721FEF539}"/>
                      </a:ext>
                    </a:extLst>
                  </p:cNvPr>
                  <p:cNvSpPr/>
                  <p:nvPr/>
                </p:nvSpPr>
                <p:spPr>
                  <a:xfrm>
                    <a:off x="3752878" y="2928299"/>
                    <a:ext cx="976312" cy="2047875"/>
                  </a:xfrm>
                  <a:custGeom>
                    <a:avLst/>
                    <a:gdLst>
                      <a:gd name="connsiteX0" fmla="*/ 725805 w 976312"/>
                      <a:gd name="connsiteY0" fmla="*/ 1536383 h 2047875"/>
                      <a:gd name="connsiteX1" fmla="*/ 317182 w 976312"/>
                      <a:gd name="connsiteY1" fmla="*/ 1925955 h 2047875"/>
                      <a:gd name="connsiteX2" fmla="*/ 402907 w 976312"/>
                      <a:gd name="connsiteY2" fmla="*/ 1533525 h 2047875"/>
                      <a:gd name="connsiteX3" fmla="*/ 976313 w 976312"/>
                      <a:gd name="connsiteY3" fmla="*/ 806768 h 2047875"/>
                      <a:gd name="connsiteX4" fmla="*/ 974407 w 976312"/>
                      <a:gd name="connsiteY4" fmla="*/ 785813 h 2047875"/>
                      <a:gd name="connsiteX5" fmla="*/ 403860 w 976312"/>
                      <a:gd name="connsiteY5" fmla="*/ 1518285 h 2047875"/>
                      <a:gd name="connsiteX6" fmla="*/ 542925 w 976312"/>
                      <a:gd name="connsiteY6" fmla="*/ 956310 h 2047875"/>
                      <a:gd name="connsiteX7" fmla="*/ 922972 w 976312"/>
                      <a:gd name="connsiteY7" fmla="*/ 417195 h 2047875"/>
                      <a:gd name="connsiteX8" fmla="*/ 919163 w 976312"/>
                      <a:gd name="connsiteY8" fmla="*/ 400050 h 2047875"/>
                      <a:gd name="connsiteX9" fmla="*/ 546735 w 976312"/>
                      <a:gd name="connsiteY9" fmla="*/ 935355 h 2047875"/>
                      <a:gd name="connsiteX10" fmla="*/ 822007 w 976312"/>
                      <a:gd name="connsiteY10" fmla="*/ 0 h 2047875"/>
                      <a:gd name="connsiteX11" fmla="*/ 807720 w 976312"/>
                      <a:gd name="connsiteY11" fmla="*/ 11430 h 2047875"/>
                      <a:gd name="connsiteX12" fmla="*/ 538163 w 976312"/>
                      <a:gd name="connsiteY12" fmla="*/ 924878 h 2047875"/>
                      <a:gd name="connsiteX13" fmla="*/ 465772 w 976312"/>
                      <a:gd name="connsiteY13" fmla="*/ 337185 h 2047875"/>
                      <a:gd name="connsiteX14" fmla="*/ 454342 w 976312"/>
                      <a:gd name="connsiteY14" fmla="*/ 349567 h 2047875"/>
                      <a:gd name="connsiteX15" fmla="*/ 529590 w 976312"/>
                      <a:gd name="connsiteY15" fmla="*/ 954405 h 2047875"/>
                      <a:gd name="connsiteX16" fmla="*/ 394335 w 976312"/>
                      <a:gd name="connsiteY16" fmla="*/ 1512570 h 2047875"/>
                      <a:gd name="connsiteX17" fmla="*/ 242888 w 976312"/>
                      <a:gd name="connsiteY17" fmla="*/ 628650 h 2047875"/>
                      <a:gd name="connsiteX18" fmla="*/ 231457 w 976312"/>
                      <a:gd name="connsiteY18" fmla="*/ 645795 h 2047875"/>
                      <a:gd name="connsiteX19" fmla="*/ 387667 w 976312"/>
                      <a:gd name="connsiteY19" fmla="*/ 1533525 h 2047875"/>
                      <a:gd name="connsiteX20" fmla="*/ 303847 w 976312"/>
                      <a:gd name="connsiteY20" fmla="*/ 1921193 h 2047875"/>
                      <a:gd name="connsiteX21" fmla="*/ 122872 w 976312"/>
                      <a:gd name="connsiteY21" fmla="*/ 1484948 h 2047875"/>
                      <a:gd name="connsiteX22" fmla="*/ 6667 w 976312"/>
                      <a:gd name="connsiteY22" fmla="*/ 1107758 h 2047875"/>
                      <a:gd name="connsiteX23" fmla="*/ 0 w 976312"/>
                      <a:gd name="connsiteY23" fmla="*/ 1128713 h 2047875"/>
                      <a:gd name="connsiteX24" fmla="*/ 105727 w 976312"/>
                      <a:gd name="connsiteY24" fmla="*/ 1488758 h 2047875"/>
                      <a:gd name="connsiteX25" fmla="*/ 301942 w 976312"/>
                      <a:gd name="connsiteY25" fmla="*/ 1943100 h 2047875"/>
                      <a:gd name="connsiteX26" fmla="*/ 279082 w 976312"/>
                      <a:gd name="connsiteY26" fmla="*/ 2047875 h 2047875"/>
                      <a:gd name="connsiteX27" fmla="*/ 297180 w 976312"/>
                      <a:gd name="connsiteY27" fmla="*/ 2045970 h 2047875"/>
                      <a:gd name="connsiteX28" fmla="*/ 314325 w 976312"/>
                      <a:gd name="connsiteY28" fmla="*/ 1945957 h 2047875"/>
                      <a:gd name="connsiteX29" fmla="*/ 724852 w 976312"/>
                      <a:gd name="connsiteY29" fmla="*/ 1566863 h 2047875"/>
                      <a:gd name="connsiteX30" fmla="*/ 968692 w 976312"/>
                      <a:gd name="connsiteY30" fmla="*/ 1228725 h 2047875"/>
                      <a:gd name="connsiteX31" fmla="*/ 971550 w 976312"/>
                      <a:gd name="connsiteY31" fmla="*/ 1203008 h 2047875"/>
                      <a:gd name="connsiteX32" fmla="*/ 725805 w 976312"/>
                      <a:gd name="connsiteY32" fmla="*/ 1536383 h 204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76312" h="2047875">
                        <a:moveTo>
                          <a:pt x="725805" y="1536383"/>
                        </a:moveTo>
                        <a:cubicBezTo>
                          <a:pt x="607695" y="1681163"/>
                          <a:pt x="466725" y="1815465"/>
                          <a:pt x="317182" y="1925955"/>
                        </a:cubicBezTo>
                        <a:cubicBezTo>
                          <a:pt x="342900" y="1799273"/>
                          <a:pt x="374332" y="1660208"/>
                          <a:pt x="402907" y="1533525"/>
                        </a:cubicBezTo>
                        <a:cubicBezTo>
                          <a:pt x="625792" y="1318260"/>
                          <a:pt x="826770" y="1079183"/>
                          <a:pt x="976313" y="806768"/>
                        </a:cubicBezTo>
                        <a:cubicBezTo>
                          <a:pt x="975360" y="796290"/>
                          <a:pt x="975360" y="796290"/>
                          <a:pt x="974407" y="785813"/>
                        </a:cubicBezTo>
                        <a:cubicBezTo>
                          <a:pt x="827722" y="1057275"/>
                          <a:pt x="623888" y="1303020"/>
                          <a:pt x="403860" y="1518285"/>
                        </a:cubicBezTo>
                        <a:cubicBezTo>
                          <a:pt x="445770" y="1335405"/>
                          <a:pt x="496252" y="1137285"/>
                          <a:pt x="542925" y="956310"/>
                        </a:cubicBezTo>
                        <a:cubicBezTo>
                          <a:pt x="692467" y="794385"/>
                          <a:pt x="819150" y="612458"/>
                          <a:pt x="922972" y="417195"/>
                        </a:cubicBezTo>
                        <a:cubicBezTo>
                          <a:pt x="921067" y="408623"/>
                          <a:pt x="921067" y="408623"/>
                          <a:pt x="919163" y="400050"/>
                        </a:cubicBezTo>
                        <a:cubicBezTo>
                          <a:pt x="818197" y="590550"/>
                          <a:pt x="689610" y="775335"/>
                          <a:pt x="546735" y="935355"/>
                        </a:cubicBezTo>
                        <a:cubicBezTo>
                          <a:pt x="625792" y="630555"/>
                          <a:pt x="736282" y="302895"/>
                          <a:pt x="822007" y="0"/>
                        </a:cubicBezTo>
                        <a:cubicBezTo>
                          <a:pt x="814388" y="5715"/>
                          <a:pt x="815340" y="4763"/>
                          <a:pt x="807720" y="11430"/>
                        </a:cubicBezTo>
                        <a:cubicBezTo>
                          <a:pt x="724852" y="303848"/>
                          <a:pt x="615315" y="630555"/>
                          <a:pt x="538163" y="924878"/>
                        </a:cubicBezTo>
                        <a:cubicBezTo>
                          <a:pt x="512445" y="730568"/>
                          <a:pt x="471488" y="532448"/>
                          <a:pt x="465772" y="337185"/>
                        </a:cubicBezTo>
                        <a:cubicBezTo>
                          <a:pt x="460057" y="343853"/>
                          <a:pt x="460057" y="342900"/>
                          <a:pt x="454342" y="349567"/>
                        </a:cubicBezTo>
                        <a:cubicBezTo>
                          <a:pt x="462915" y="553403"/>
                          <a:pt x="503872" y="752475"/>
                          <a:pt x="529590" y="954405"/>
                        </a:cubicBezTo>
                        <a:cubicBezTo>
                          <a:pt x="482917" y="1134428"/>
                          <a:pt x="436245" y="1331595"/>
                          <a:pt x="394335" y="1512570"/>
                        </a:cubicBezTo>
                        <a:cubicBezTo>
                          <a:pt x="321945" y="1222058"/>
                          <a:pt x="242888" y="929640"/>
                          <a:pt x="242888" y="628650"/>
                        </a:cubicBezTo>
                        <a:cubicBezTo>
                          <a:pt x="237172" y="637222"/>
                          <a:pt x="237172" y="637222"/>
                          <a:pt x="231457" y="645795"/>
                        </a:cubicBezTo>
                        <a:cubicBezTo>
                          <a:pt x="235267" y="949643"/>
                          <a:pt x="314325" y="1238250"/>
                          <a:pt x="387667" y="1533525"/>
                        </a:cubicBezTo>
                        <a:cubicBezTo>
                          <a:pt x="359092" y="1659255"/>
                          <a:pt x="328613" y="1794510"/>
                          <a:pt x="303847" y="1921193"/>
                        </a:cubicBezTo>
                        <a:cubicBezTo>
                          <a:pt x="226695" y="1785938"/>
                          <a:pt x="173355" y="1630680"/>
                          <a:pt x="122872" y="1484948"/>
                        </a:cubicBezTo>
                        <a:cubicBezTo>
                          <a:pt x="79057" y="1358265"/>
                          <a:pt x="33338" y="1240155"/>
                          <a:pt x="6667" y="1107758"/>
                        </a:cubicBezTo>
                        <a:cubicBezTo>
                          <a:pt x="2857" y="1118235"/>
                          <a:pt x="3810" y="1117283"/>
                          <a:pt x="0" y="1128713"/>
                        </a:cubicBezTo>
                        <a:cubicBezTo>
                          <a:pt x="26670" y="1250633"/>
                          <a:pt x="65722" y="1371600"/>
                          <a:pt x="105727" y="1488758"/>
                        </a:cubicBezTo>
                        <a:cubicBezTo>
                          <a:pt x="158115" y="1643063"/>
                          <a:pt x="218122" y="1803083"/>
                          <a:pt x="301942" y="1943100"/>
                        </a:cubicBezTo>
                        <a:cubicBezTo>
                          <a:pt x="295275" y="1978343"/>
                          <a:pt x="285750" y="2012632"/>
                          <a:pt x="279082" y="2047875"/>
                        </a:cubicBezTo>
                        <a:cubicBezTo>
                          <a:pt x="283845" y="2046923"/>
                          <a:pt x="289560" y="2046923"/>
                          <a:pt x="297180" y="2045970"/>
                        </a:cubicBezTo>
                        <a:cubicBezTo>
                          <a:pt x="303847" y="2012632"/>
                          <a:pt x="306705" y="1979295"/>
                          <a:pt x="314325" y="1945957"/>
                        </a:cubicBezTo>
                        <a:cubicBezTo>
                          <a:pt x="465772" y="1836420"/>
                          <a:pt x="604838" y="1709738"/>
                          <a:pt x="724852" y="1566863"/>
                        </a:cubicBezTo>
                        <a:cubicBezTo>
                          <a:pt x="814388" y="1460183"/>
                          <a:pt x="893445" y="1345883"/>
                          <a:pt x="968692" y="1228725"/>
                        </a:cubicBezTo>
                        <a:cubicBezTo>
                          <a:pt x="970597" y="1216343"/>
                          <a:pt x="970597" y="1216343"/>
                          <a:pt x="971550" y="1203008"/>
                        </a:cubicBezTo>
                        <a:cubicBezTo>
                          <a:pt x="894397" y="1321118"/>
                          <a:pt x="816292" y="1425893"/>
                          <a:pt x="725805" y="1536383"/>
                        </a:cubicBezTo>
                        <a:close/>
                      </a:path>
                    </a:pathLst>
                  </a:custGeom>
                  <a:solidFill>
                    <a:schemeClr val="bg2"/>
                  </a:solidFill>
                  <a:ln w="9525" cap="flat">
                    <a:noFill/>
                    <a:prstDash val="solid"/>
                    <a:miter/>
                  </a:ln>
                </p:spPr>
                <p:txBody>
                  <a:bodyPr rtlCol="0" anchor="ctr"/>
                  <a:lstStyle/>
                  <a:p>
                    <a:endParaRPr lang="en-US"/>
                  </a:p>
                </p:txBody>
              </p:sp>
            </p:grpSp>
          </p:grpSp>
          <p:grpSp>
            <p:nvGrpSpPr>
              <p:cNvPr id="216" name="Graphic 3">
                <a:extLst>
                  <a:ext uri="{FF2B5EF4-FFF2-40B4-BE49-F238E27FC236}">
                    <a16:creationId xmlns:a16="http://schemas.microsoft.com/office/drawing/2014/main" id="{17691905-6792-487B-9965-7957746DB144}"/>
                  </a:ext>
                </a:extLst>
              </p:cNvPr>
              <p:cNvGrpSpPr/>
              <p:nvPr/>
            </p:nvGrpSpPr>
            <p:grpSpPr>
              <a:xfrm>
                <a:off x="1328723" y="2205100"/>
                <a:ext cx="2951591" cy="3724885"/>
                <a:chOff x="2940395" y="2726368"/>
                <a:chExt cx="2065020" cy="2606039"/>
              </a:xfrm>
            </p:grpSpPr>
            <p:grpSp>
              <p:nvGrpSpPr>
                <p:cNvPr id="217" name="Graphic 3">
                  <a:extLst>
                    <a:ext uri="{FF2B5EF4-FFF2-40B4-BE49-F238E27FC236}">
                      <a16:creationId xmlns:a16="http://schemas.microsoft.com/office/drawing/2014/main" id="{17691905-6792-487B-9965-7957746DB144}"/>
                    </a:ext>
                  </a:extLst>
                </p:cNvPr>
                <p:cNvGrpSpPr/>
                <p:nvPr/>
              </p:nvGrpSpPr>
              <p:grpSpPr>
                <a:xfrm>
                  <a:off x="2940395" y="4337999"/>
                  <a:ext cx="2065020" cy="994409"/>
                  <a:chOff x="2940395" y="4337999"/>
                  <a:chExt cx="2065020" cy="994409"/>
                </a:xfrm>
              </p:grpSpPr>
              <p:grpSp>
                <p:nvGrpSpPr>
                  <p:cNvPr id="218" name="Graphic 3">
                    <a:extLst>
                      <a:ext uri="{FF2B5EF4-FFF2-40B4-BE49-F238E27FC236}">
                        <a16:creationId xmlns:a16="http://schemas.microsoft.com/office/drawing/2014/main" id="{17691905-6792-487B-9965-7957746DB144}"/>
                      </a:ext>
                    </a:extLst>
                  </p:cNvPr>
                  <p:cNvGrpSpPr/>
                  <p:nvPr/>
                </p:nvGrpSpPr>
                <p:grpSpPr>
                  <a:xfrm>
                    <a:off x="3072793" y="5000939"/>
                    <a:ext cx="1932622" cy="331469"/>
                    <a:chOff x="3072793" y="5000939"/>
                    <a:chExt cx="1932622" cy="331469"/>
                  </a:xfrm>
                </p:grpSpPr>
                <p:sp>
                  <p:nvSpPr>
                    <p:cNvPr id="219" name="Freeform: Shape 218">
                      <a:extLst>
                        <a:ext uri="{FF2B5EF4-FFF2-40B4-BE49-F238E27FC236}">
                          <a16:creationId xmlns:a16="http://schemas.microsoft.com/office/drawing/2014/main" id="{A1CF46A9-B4C7-4279-901F-BDCED76E7B4F}"/>
                        </a:ext>
                      </a:extLst>
                    </p:cNvPr>
                    <p:cNvSpPr/>
                    <p:nvPr/>
                  </p:nvSpPr>
                  <p:spPr>
                    <a:xfrm>
                      <a:off x="3072793" y="5000939"/>
                      <a:ext cx="1932622" cy="330517"/>
                    </a:xfrm>
                    <a:custGeom>
                      <a:avLst/>
                      <a:gdLst>
                        <a:gd name="connsiteX0" fmla="*/ 1844040 w 1932622"/>
                        <a:gd name="connsiteY0" fmla="*/ 0 h 330517"/>
                        <a:gd name="connsiteX1" fmla="*/ 37148 w 1932622"/>
                        <a:gd name="connsiteY1" fmla="*/ 0 h 330517"/>
                        <a:gd name="connsiteX2" fmla="*/ 14288 w 1932622"/>
                        <a:gd name="connsiteY2" fmla="*/ 0 h 330517"/>
                        <a:gd name="connsiteX3" fmla="*/ 0 w 1932622"/>
                        <a:gd name="connsiteY3" fmla="*/ 34290 h 330517"/>
                        <a:gd name="connsiteX4" fmla="*/ 14288 w 1932622"/>
                        <a:gd name="connsiteY4" fmla="*/ 69532 h 330517"/>
                        <a:gd name="connsiteX5" fmla="*/ 37148 w 1932622"/>
                        <a:gd name="connsiteY5" fmla="*/ 69532 h 330517"/>
                        <a:gd name="connsiteX6" fmla="*/ 808673 w 1932622"/>
                        <a:gd name="connsiteY6" fmla="*/ 69532 h 330517"/>
                        <a:gd name="connsiteX7" fmla="*/ 808673 w 1932622"/>
                        <a:gd name="connsiteY7" fmla="*/ 260985 h 330517"/>
                        <a:gd name="connsiteX8" fmla="*/ 37148 w 1932622"/>
                        <a:gd name="connsiteY8" fmla="*/ 260985 h 330517"/>
                        <a:gd name="connsiteX9" fmla="*/ 14288 w 1932622"/>
                        <a:gd name="connsiteY9" fmla="*/ 260985 h 330517"/>
                        <a:gd name="connsiteX10" fmla="*/ 0 w 1932622"/>
                        <a:gd name="connsiteY10" fmla="*/ 295275 h 330517"/>
                        <a:gd name="connsiteX11" fmla="*/ 14288 w 1932622"/>
                        <a:gd name="connsiteY11" fmla="*/ 330517 h 330517"/>
                        <a:gd name="connsiteX12" fmla="*/ 37148 w 1932622"/>
                        <a:gd name="connsiteY12" fmla="*/ 330517 h 330517"/>
                        <a:gd name="connsiteX13" fmla="*/ 1844040 w 1932622"/>
                        <a:gd name="connsiteY13" fmla="*/ 330517 h 330517"/>
                        <a:gd name="connsiteX14" fmla="*/ 1932623 w 1932622"/>
                        <a:gd name="connsiteY14" fmla="*/ 164782 h 330517"/>
                        <a:gd name="connsiteX15" fmla="*/ 1844040 w 1932622"/>
                        <a:gd name="connsiteY15" fmla="*/ 0 h 330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32622" h="330517">
                          <a:moveTo>
                            <a:pt x="1844040" y="0"/>
                          </a:moveTo>
                          <a:lnTo>
                            <a:pt x="37148" y="0"/>
                          </a:lnTo>
                          <a:lnTo>
                            <a:pt x="14288" y="0"/>
                          </a:lnTo>
                          <a:cubicBezTo>
                            <a:pt x="14288" y="0"/>
                            <a:pt x="0" y="5715"/>
                            <a:pt x="0" y="34290"/>
                          </a:cubicBezTo>
                          <a:cubicBezTo>
                            <a:pt x="0" y="65722"/>
                            <a:pt x="14288" y="69532"/>
                            <a:pt x="14288" y="69532"/>
                          </a:cubicBezTo>
                          <a:lnTo>
                            <a:pt x="37148" y="69532"/>
                          </a:lnTo>
                          <a:lnTo>
                            <a:pt x="808673" y="69532"/>
                          </a:lnTo>
                          <a:lnTo>
                            <a:pt x="808673" y="260985"/>
                          </a:lnTo>
                          <a:lnTo>
                            <a:pt x="37148" y="260985"/>
                          </a:lnTo>
                          <a:lnTo>
                            <a:pt x="14288" y="260985"/>
                          </a:lnTo>
                          <a:cubicBezTo>
                            <a:pt x="14288" y="260985"/>
                            <a:pt x="0" y="266700"/>
                            <a:pt x="0" y="295275"/>
                          </a:cubicBezTo>
                          <a:cubicBezTo>
                            <a:pt x="0" y="326707"/>
                            <a:pt x="14288" y="330517"/>
                            <a:pt x="14288" y="330517"/>
                          </a:cubicBezTo>
                          <a:lnTo>
                            <a:pt x="37148" y="330517"/>
                          </a:lnTo>
                          <a:lnTo>
                            <a:pt x="1844040" y="330517"/>
                          </a:lnTo>
                          <a:cubicBezTo>
                            <a:pt x="1844040" y="330517"/>
                            <a:pt x="1932623" y="302895"/>
                            <a:pt x="1932623" y="164782"/>
                          </a:cubicBezTo>
                          <a:cubicBezTo>
                            <a:pt x="1932623" y="34290"/>
                            <a:pt x="1844040" y="0"/>
                            <a:pt x="1844040" y="0"/>
                          </a:cubicBezTo>
                          <a:close/>
                        </a:path>
                      </a:pathLst>
                    </a:custGeom>
                    <a:solidFill>
                      <a:schemeClr val="accent6">
                        <a:lumMod val="75000"/>
                      </a:schemeClr>
                    </a:solid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888D357F-50DC-44A3-B64F-A414DA09E521}"/>
                        </a:ext>
                      </a:extLst>
                    </p:cNvPr>
                    <p:cNvSpPr/>
                    <p:nvPr/>
                  </p:nvSpPr>
                  <p:spPr>
                    <a:xfrm>
                      <a:off x="3138516" y="5070471"/>
                      <a:ext cx="1291589" cy="191452"/>
                    </a:xfrm>
                    <a:custGeom>
                      <a:avLst/>
                      <a:gdLst>
                        <a:gd name="connsiteX0" fmla="*/ 1235392 w 1291589"/>
                        <a:gd name="connsiteY0" fmla="*/ 191453 h 191452"/>
                        <a:gd name="connsiteX1" fmla="*/ 0 w 1291589"/>
                        <a:gd name="connsiteY1" fmla="*/ 191453 h 191452"/>
                        <a:gd name="connsiteX2" fmla="*/ 0 w 1291589"/>
                        <a:gd name="connsiteY2" fmla="*/ 0 h 191452"/>
                        <a:gd name="connsiteX3" fmla="*/ 1235392 w 1291589"/>
                        <a:gd name="connsiteY3" fmla="*/ 0 h 191452"/>
                        <a:gd name="connsiteX4" fmla="*/ 1291590 w 1291589"/>
                        <a:gd name="connsiteY4" fmla="*/ 96203 h 191452"/>
                        <a:gd name="connsiteX5" fmla="*/ 1235392 w 1291589"/>
                        <a:gd name="connsiteY5" fmla="*/ 191453 h 191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1589" h="191452">
                          <a:moveTo>
                            <a:pt x="1235392" y="191453"/>
                          </a:moveTo>
                          <a:lnTo>
                            <a:pt x="0" y="191453"/>
                          </a:lnTo>
                          <a:lnTo>
                            <a:pt x="0" y="0"/>
                          </a:lnTo>
                          <a:lnTo>
                            <a:pt x="1235392" y="0"/>
                          </a:lnTo>
                          <a:cubicBezTo>
                            <a:pt x="1235392" y="0"/>
                            <a:pt x="1291590" y="14288"/>
                            <a:pt x="1291590" y="96203"/>
                          </a:cubicBezTo>
                          <a:cubicBezTo>
                            <a:pt x="1291590" y="179070"/>
                            <a:pt x="1235392" y="191453"/>
                            <a:pt x="1235392" y="191453"/>
                          </a:cubicBezTo>
                          <a:close/>
                        </a:path>
                      </a:pathLst>
                    </a:custGeom>
                    <a:solidFill>
                      <a:schemeClr val="bg2"/>
                    </a:solid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186E85CE-E723-411B-9939-056DC75F30E0}"/>
                        </a:ext>
                      </a:extLst>
                    </p:cNvPr>
                    <p:cNvSpPr/>
                    <p:nvPr/>
                  </p:nvSpPr>
                  <p:spPr>
                    <a:xfrm>
                      <a:off x="3138516" y="5113334"/>
                      <a:ext cx="936307" cy="19050"/>
                    </a:xfrm>
                    <a:custGeom>
                      <a:avLst/>
                      <a:gdLst>
                        <a:gd name="connsiteX0" fmla="*/ 0 w 936307"/>
                        <a:gd name="connsiteY0" fmla="*/ 0 h 19050"/>
                        <a:gd name="connsiteX1" fmla="*/ 936308 w 936307"/>
                        <a:gd name="connsiteY1" fmla="*/ 0 h 19050"/>
                        <a:gd name="connsiteX2" fmla="*/ 936308 w 936307"/>
                        <a:gd name="connsiteY2" fmla="*/ 19050 h 19050"/>
                        <a:gd name="connsiteX3" fmla="*/ 0 w 936307"/>
                        <a:gd name="connsiteY3" fmla="*/ 19050 h 19050"/>
                      </a:gdLst>
                      <a:ahLst/>
                      <a:cxnLst>
                        <a:cxn ang="0">
                          <a:pos x="connsiteX0" y="connsiteY0"/>
                        </a:cxn>
                        <a:cxn ang="0">
                          <a:pos x="connsiteX1" y="connsiteY1"/>
                        </a:cxn>
                        <a:cxn ang="0">
                          <a:pos x="connsiteX2" y="connsiteY2"/>
                        </a:cxn>
                        <a:cxn ang="0">
                          <a:pos x="connsiteX3" y="connsiteY3"/>
                        </a:cxn>
                      </a:cxnLst>
                      <a:rect l="l" t="t" r="r" b="b"/>
                      <a:pathLst>
                        <a:path w="936307" h="19050">
                          <a:moveTo>
                            <a:pt x="0" y="0"/>
                          </a:moveTo>
                          <a:lnTo>
                            <a:pt x="936308" y="0"/>
                          </a:lnTo>
                          <a:lnTo>
                            <a:pt x="936308" y="19050"/>
                          </a:lnTo>
                          <a:lnTo>
                            <a:pt x="0" y="19050"/>
                          </a:lnTo>
                          <a:close/>
                        </a:path>
                      </a:pathLst>
                    </a:custGeom>
                    <a:solidFill>
                      <a:srgbClr val="D0D0D0"/>
                    </a:solid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7EF8C152-0434-4364-AFEC-08BAFED7C1A3}"/>
                        </a:ext>
                      </a:extLst>
                    </p:cNvPr>
                    <p:cNvSpPr/>
                    <p:nvPr/>
                  </p:nvSpPr>
                  <p:spPr>
                    <a:xfrm>
                      <a:off x="3138516" y="5204774"/>
                      <a:ext cx="890587" cy="21907"/>
                    </a:xfrm>
                    <a:custGeom>
                      <a:avLst/>
                      <a:gdLst>
                        <a:gd name="connsiteX0" fmla="*/ 0 w 890587"/>
                        <a:gd name="connsiteY0" fmla="*/ 0 h 21907"/>
                        <a:gd name="connsiteX1" fmla="*/ 890588 w 890587"/>
                        <a:gd name="connsiteY1" fmla="*/ 0 h 21907"/>
                        <a:gd name="connsiteX2" fmla="*/ 890588 w 890587"/>
                        <a:gd name="connsiteY2" fmla="*/ 21907 h 21907"/>
                        <a:gd name="connsiteX3" fmla="*/ 0 w 890587"/>
                        <a:gd name="connsiteY3" fmla="*/ 21907 h 21907"/>
                      </a:gdLst>
                      <a:ahLst/>
                      <a:cxnLst>
                        <a:cxn ang="0">
                          <a:pos x="connsiteX0" y="connsiteY0"/>
                        </a:cxn>
                        <a:cxn ang="0">
                          <a:pos x="connsiteX1" y="connsiteY1"/>
                        </a:cxn>
                        <a:cxn ang="0">
                          <a:pos x="connsiteX2" y="connsiteY2"/>
                        </a:cxn>
                        <a:cxn ang="0">
                          <a:pos x="connsiteX3" y="connsiteY3"/>
                        </a:cxn>
                      </a:cxnLst>
                      <a:rect l="l" t="t" r="r" b="b"/>
                      <a:pathLst>
                        <a:path w="890587" h="21907">
                          <a:moveTo>
                            <a:pt x="0" y="0"/>
                          </a:moveTo>
                          <a:lnTo>
                            <a:pt x="890588" y="0"/>
                          </a:lnTo>
                          <a:lnTo>
                            <a:pt x="890588" y="21907"/>
                          </a:lnTo>
                          <a:lnTo>
                            <a:pt x="0" y="21907"/>
                          </a:lnTo>
                          <a:close/>
                        </a:path>
                      </a:pathLst>
                    </a:custGeom>
                    <a:solidFill>
                      <a:srgbClr val="D0D0D0"/>
                    </a:solid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F3500FB1-B79B-442B-ACCF-24BEB320BD0C}"/>
                        </a:ext>
                      </a:extLst>
                    </p:cNvPr>
                    <p:cNvSpPr/>
                    <p:nvPr/>
                  </p:nvSpPr>
                  <p:spPr>
                    <a:xfrm>
                      <a:off x="4423438" y="5000939"/>
                      <a:ext cx="581977" cy="331469"/>
                    </a:xfrm>
                    <a:custGeom>
                      <a:avLst/>
                      <a:gdLst>
                        <a:gd name="connsiteX0" fmla="*/ 581978 w 581977"/>
                        <a:gd name="connsiteY0" fmla="*/ 165735 h 331469"/>
                        <a:gd name="connsiteX1" fmla="*/ 493395 w 581977"/>
                        <a:gd name="connsiteY1" fmla="*/ 0 h 331469"/>
                        <a:gd name="connsiteX2" fmla="*/ 0 w 581977"/>
                        <a:gd name="connsiteY2" fmla="*/ 0 h 331469"/>
                        <a:gd name="connsiteX3" fmla="*/ 88582 w 581977"/>
                        <a:gd name="connsiteY3" fmla="*/ 165735 h 331469"/>
                        <a:gd name="connsiteX4" fmla="*/ 0 w 581977"/>
                        <a:gd name="connsiteY4" fmla="*/ 331470 h 331469"/>
                        <a:gd name="connsiteX5" fmla="*/ 493395 w 581977"/>
                        <a:gd name="connsiteY5" fmla="*/ 331470 h 331469"/>
                        <a:gd name="connsiteX6" fmla="*/ 581978 w 581977"/>
                        <a:gd name="connsiteY6" fmla="*/ 165735 h 33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977" h="331469">
                          <a:moveTo>
                            <a:pt x="581978" y="165735"/>
                          </a:moveTo>
                          <a:cubicBezTo>
                            <a:pt x="581978" y="34290"/>
                            <a:pt x="493395" y="0"/>
                            <a:pt x="493395" y="0"/>
                          </a:cubicBezTo>
                          <a:lnTo>
                            <a:pt x="0" y="0"/>
                          </a:lnTo>
                          <a:cubicBezTo>
                            <a:pt x="0" y="0"/>
                            <a:pt x="88582" y="34290"/>
                            <a:pt x="88582" y="165735"/>
                          </a:cubicBezTo>
                          <a:cubicBezTo>
                            <a:pt x="88582" y="303847"/>
                            <a:pt x="0" y="331470"/>
                            <a:pt x="0" y="331470"/>
                          </a:cubicBezTo>
                          <a:lnTo>
                            <a:pt x="493395" y="331470"/>
                          </a:lnTo>
                          <a:cubicBezTo>
                            <a:pt x="493395" y="331470"/>
                            <a:pt x="581978" y="303847"/>
                            <a:pt x="581978" y="165735"/>
                          </a:cubicBezTo>
                          <a:close/>
                        </a:path>
                      </a:pathLst>
                    </a:custGeom>
                    <a:solidFill>
                      <a:schemeClr val="accent6"/>
                    </a:solidFill>
                    <a:ln w="9525" cap="flat">
                      <a:noFill/>
                      <a:prstDash val="solid"/>
                      <a:miter/>
                    </a:ln>
                  </p:spPr>
                  <p:txBody>
                    <a:bodyPr rtlCol="0" anchor="ctr"/>
                    <a:lstStyle/>
                    <a:p>
                      <a:endParaRPr lang="en-US"/>
                    </a:p>
                  </p:txBody>
                </p:sp>
              </p:grpSp>
              <p:grpSp>
                <p:nvGrpSpPr>
                  <p:cNvPr id="224" name="Graphic 3">
                    <a:extLst>
                      <a:ext uri="{FF2B5EF4-FFF2-40B4-BE49-F238E27FC236}">
                        <a16:creationId xmlns:a16="http://schemas.microsoft.com/office/drawing/2014/main" id="{17691905-6792-487B-9965-7957746DB144}"/>
                      </a:ext>
                    </a:extLst>
                  </p:cNvPr>
                  <p:cNvGrpSpPr/>
                  <p:nvPr/>
                </p:nvGrpSpPr>
                <p:grpSpPr>
                  <a:xfrm>
                    <a:off x="2940395" y="4669469"/>
                    <a:ext cx="1932622" cy="331470"/>
                    <a:chOff x="2940395" y="4669469"/>
                    <a:chExt cx="1932622" cy="331470"/>
                  </a:xfrm>
                </p:grpSpPr>
                <p:sp>
                  <p:nvSpPr>
                    <p:cNvPr id="225" name="Freeform: Shape 224">
                      <a:extLst>
                        <a:ext uri="{FF2B5EF4-FFF2-40B4-BE49-F238E27FC236}">
                          <a16:creationId xmlns:a16="http://schemas.microsoft.com/office/drawing/2014/main" id="{607B34C4-D168-475E-A87F-469F78ECB609}"/>
                        </a:ext>
                      </a:extLst>
                    </p:cNvPr>
                    <p:cNvSpPr/>
                    <p:nvPr/>
                  </p:nvSpPr>
                  <p:spPr>
                    <a:xfrm>
                      <a:off x="2940395" y="4669469"/>
                      <a:ext cx="1932622" cy="330517"/>
                    </a:xfrm>
                    <a:custGeom>
                      <a:avLst/>
                      <a:gdLst>
                        <a:gd name="connsiteX0" fmla="*/ 88583 w 1932622"/>
                        <a:gd name="connsiteY0" fmla="*/ 0 h 330517"/>
                        <a:gd name="connsiteX1" fmla="*/ 1895475 w 1932622"/>
                        <a:gd name="connsiteY1" fmla="*/ 0 h 330517"/>
                        <a:gd name="connsiteX2" fmla="*/ 1918335 w 1932622"/>
                        <a:gd name="connsiteY2" fmla="*/ 0 h 330517"/>
                        <a:gd name="connsiteX3" fmla="*/ 1932623 w 1932622"/>
                        <a:gd name="connsiteY3" fmla="*/ 34290 h 330517"/>
                        <a:gd name="connsiteX4" fmla="*/ 1918335 w 1932622"/>
                        <a:gd name="connsiteY4" fmla="*/ 69533 h 330517"/>
                        <a:gd name="connsiteX5" fmla="*/ 1895475 w 1932622"/>
                        <a:gd name="connsiteY5" fmla="*/ 69533 h 330517"/>
                        <a:gd name="connsiteX6" fmla="*/ 1123950 w 1932622"/>
                        <a:gd name="connsiteY6" fmla="*/ 69533 h 330517"/>
                        <a:gd name="connsiteX7" fmla="*/ 1123950 w 1932622"/>
                        <a:gd name="connsiteY7" fmla="*/ 260985 h 330517"/>
                        <a:gd name="connsiteX8" fmla="*/ 1895475 w 1932622"/>
                        <a:gd name="connsiteY8" fmla="*/ 260985 h 330517"/>
                        <a:gd name="connsiteX9" fmla="*/ 1918335 w 1932622"/>
                        <a:gd name="connsiteY9" fmla="*/ 260985 h 330517"/>
                        <a:gd name="connsiteX10" fmla="*/ 1932623 w 1932622"/>
                        <a:gd name="connsiteY10" fmla="*/ 295275 h 330517"/>
                        <a:gd name="connsiteX11" fmla="*/ 1918335 w 1932622"/>
                        <a:gd name="connsiteY11" fmla="*/ 330517 h 330517"/>
                        <a:gd name="connsiteX12" fmla="*/ 1895475 w 1932622"/>
                        <a:gd name="connsiteY12" fmla="*/ 330517 h 330517"/>
                        <a:gd name="connsiteX13" fmla="*/ 88583 w 1932622"/>
                        <a:gd name="connsiteY13" fmla="*/ 330517 h 330517"/>
                        <a:gd name="connsiteX14" fmla="*/ 0 w 1932622"/>
                        <a:gd name="connsiteY14" fmla="*/ 164783 h 330517"/>
                        <a:gd name="connsiteX15" fmla="*/ 88583 w 1932622"/>
                        <a:gd name="connsiteY15" fmla="*/ 0 h 330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32622" h="330517">
                          <a:moveTo>
                            <a:pt x="88583" y="0"/>
                          </a:moveTo>
                          <a:lnTo>
                            <a:pt x="1895475" y="0"/>
                          </a:lnTo>
                          <a:lnTo>
                            <a:pt x="1918335" y="0"/>
                          </a:lnTo>
                          <a:cubicBezTo>
                            <a:pt x="1918335" y="0"/>
                            <a:pt x="1932623" y="5715"/>
                            <a:pt x="1932623" y="34290"/>
                          </a:cubicBezTo>
                          <a:cubicBezTo>
                            <a:pt x="1932623" y="65722"/>
                            <a:pt x="1918335" y="69533"/>
                            <a:pt x="1918335" y="69533"/>
                          </a:cubicBezTo>
                          <a:lnTo>
                            <a:pt x="1895475" y="69533"/>
                          </a:lnTo>
                          <a:lnTo>
                            <a:pt x="1123950" y="69533"/>
                          </a:lnTo>
                          <a:lnTo>
                            <a:pt x="1123950" y="260985"/>
                          </a:lnTo>
                          <a:lnTo>
                            <a:pt x="1895475" y="260985"/>
                          </a:lnTo>
                          <a:lnTo>
                            <a:pt x="1918335" y="260985"/>
                          </a:lnTo>
                          <a:cubicBezTo>
                            <a:pt x="1918335" y="260985"/>
                            <a:pt x="1932623" y="266700"/>
                            <a:pt x="1932623" y="295275"/>
                          </a:cubicBezTo>
                          <a:cubicBezTo>
                            <a:pt x="1932623" y="326708"/>
                            <a:pt x="1918335" y="330517"/>
                            <a:pt x="1918335" y="330517"/>
                          </a:cubicBezTo>
                          <a:lnTo>
                            <a:pt x="1895475" y="330517"/>
                          </a:lnTo>
                          <a:lnTo>
                            <a:pt x="88583" y="330517"/>
                          </a:lnTo>
                          <a:cubicBezTo>
                            <a:pt x="88583" y="330517"/>
                            <a:pt x="0" y="302895"/>
                            <a:pt x="0" y="164783"/>
                          </a:cubicBezTo>
                          <a:cubicBezTo>
                            <a:pt x="0" y="34290"/>
                            <a:pt x="88583" y="0"/>
                            <a:pt x="88583" y="0"/>
                          </a:cubicBezTo>
                          <a:close/>
                        </a:path>
                      </a:pathLst>
                    </a:custGeom>
                    <a:solidFill>
                      <a:schemeClr val="accent4">
                        <a:lumMod val="75000"/>
                      </a:schemeClr>
                    </a:solid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B24F7303-9D70-42E5-A74A-E8018B54D3C3}"/>
                        </a:ext>
                      </a:extLst>
                    </p:cNvPr>
                    <p:cNvSpPr/>
                    <p:nvPr/>
                  </p:nvSpPr>
                  <p:spPr>
                    <a:xfrm>
                      <a:off x="3515705" y="4739953"/>
                      <a:ext cx="1291590" cy="191452"/>
                    </a:xfrm>
                    <a:custGeom>
                      <a:avLst/>
                      <a:gdLst>
                        <a:gd name="connsiteX0" fmla="*/ 56198 w 1291590"/>
                        <a:gd name="connsiteY0" fmla="*/ 191452 h 191452"/>
                        <a:gd name="connsiteX1" fmla="*/ 1291590 w 1291590"/>
                        <a:gd name="connsiteY1" fmla="*/ 191452 h 191452"/>
                        <a:gd name="connsiteX2" fmla="*/ 1291590 w 1291590"/>
                        <a:gd name="connsiteY2" fmla="*/ 0 h 191452"/>
                        <a:gd name="connsiteX3" fmla="*/ 56198 w 1291590"/>
                        <a:gd name="connsiteY3" fmla="*/ 0 h 191452"/>
                        <a:gd name="connsiteX4" fmla="*/ 0 w 1291590"/>
                        <a:gd name="connsiteY4" fmla="*/ 96202 h 191452"/>
                        <a:gd name="connsiteX5" fmla="*/ 56198 w 1291590"/>
                        <a:gd name="connsiteY5" fmla="*/ 191452 h 191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1590" h="191452">
                          <a:moveTo>
                            <a:pt x="56198" y="191452"/>
                          </a:moveTo>
                          <a:lnTo>
                            <a:pt x="1291590" y="191452"/>
                          </a:lnTo>
                          <a:lnTo>
                            <a:pt x="1291590" y="0"/>
                          </a:lnTo>
                          <a:lnTo>
                            <a:pt x="56198" y="0"/>
                          </a:lnTo>
                          <a:cubicBezTo>
                            <a:pt x="56198" y="0"/>
                            <a:pt x="0" y="14288"/>
                            <a:pt x="0" y="96202"/>
                          </a:cubicBezTo>
                          <a:cubicBezTo>
                            <a:pt x="0" y="178117"/>
                            <a:pt x="56198" y="191452"/>
                            <a:pt x="56198" y="191452"/>
                          </a:cubicBezTo>
                          <a:close/>
                        </a:path>
                      </a:pathLst>
                    </a:custGeom>
                    <a:solidFill>
                      <a:schemeClr val="bg2"/>
                    </a:solid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84CD9F2F-068A-49B9-A583-B372A4127BAD}"/>
                        </a:ext>
                      </a:extLst>
                    </p:cNvPr>
                    <p:cNvSpPr/>
                    <p:nvPr/>
                  </p:nvSpPr>
                  <p:spPr>
                    <a:xfrm>
                      <a:off x="3870988" y="4781864"/>
                      <a:ext cx="936307" cy="19050"/>
                    </a:xfrm>
                    <a:custGeom>
                      <a:avLst/>
                      <a:gdLst>
                        <a:gd name="connsiteX0" fmla="*/ 0 w 936307"/>
                        <a:gd name="connsiteY0" fmla="*/ 0 h 19050"/>
                        <a:gd name="connsiteX1" fmla="*/ 936307 w 936307"/>
                        <a:gd name="connsiteY1" fmla="*/ 0 h 19050"/>
                        <a:gd name="connsiteX2" fmla="*/ 936307 w 936307"/>
                        <a:gd name="connsiteY2" fmla="*/ 19050 h 19050"/>
                        <a:gd name="connsiteX3" fmla="*/ 0 w 936307"/>
                        <a:gd name="connsiteY3" fmla="*/ 19050 h 19050"/>
                      </a:gdLst>
                      <a:ahLst/>
                      <a:cxnLst>
                        <a:cxn ang="0">
                          <a:pos x="connsiteX0" y="connsiteY0"/>
                        </a:cxn>
                        <a:cxn ang="0">
                          <a:pos x="connsiteX1" y="connsiteY1"/>
                        </a:cxn>
                        <a:cxn ang="0">
                          <a:pos x="connsiteX2" y="connsiteY2"/>
                        </a:cxn>
                        <a:cxn ang="0">
                          <a:pos x="connsiteX3" y="connsiteY3"/>
                        </a:cxn>
                      </a:cxnLst>
                      <a:rect l="l" t="t" r="r" b="b"/>
                      <a:pathLst>
                        <a:path w="936307" h="19050">
                          <a:moveTo>
                            <a:pt x="0" y="0"/>
                          </a:moveTo>
                          <a:lnTo>
                            <a:pt x="936307" y="0"/>
                          </a:lnTo>
                          <a:lnTo>
                            <a:pt x="936307" y="19050"/>
                          </a:lnTo>
                          <a:lnTo>
                            <a:pt x="0" y="19050"/>
                          </a:lnTo>
                          <a:close/>
                        </a:path>
                      </a:pathLst>
                    </a:custGeom>
                    <a:solidFill>
                      <a:srgbClr val="D0D0D0"/>
                    </a:solid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A7ACDA22-AB24-4839-A909-A8AD39A252C3}"/>
                        </a:ext>
                      </a:extLst>
                    </p:cNvPr>
                    <p:cNvSpPr/>
                    <p:nvPr/>
                  </p:nvSpPr>
                  <p:spPr>
                    <a:xfrm>
                      <a:off x="3916708" y="4873304"/>
                      <a:ext cx="890587" cy="21907"/>
                    </a:xfrm>
                    <a:custGeom>
                      <a:avLst/>
                      <a:gdLst>
                        <a:gd name="connsiteX0" fmla="*/ 0 w 890587"/>
                        <a:gd name="connsiteY0" fmla="*/ 0 h 21907"/>
                        <a:gd name="connsiteX1" fmla="*/ 890587 w 890587"/>
                        <a:gd name="connsiteY1" fmla="*/ 0 h 21907"/>
                        <a:gd name="connsiteX2" fmla="*/ 890587 w 890587"/>
                        <a:gd name="connsiteY2" fmla="*/ 21908 h 21907"/>
                        <a:gd name="connsiteX3" fmla="*/ 0 w 890587"/>
                        <a:gd name="connsiteY3" fmla="*/ 21908 h 21907"/>
                      </a:gdLst>
                      <a:ahLst/>
                      <a:cxnLst>
                        <a:cxn ang="0">
                          <a:pos x="connsiteX0" y="connsiteY0"/>
                        </a:cxn>
                        <a:cxn ang="0">
                          <a:pos x="connsiteX1" y="connsiteY1"/>
                        </a:cxn>
                        <a:cxn ang="0">
                          <a:pos x="connsiteX2" y="connsiteY2"/>
                        </a:cxn>
                        <a:cxn ang="0">
                          <a:pos x="connsiteX3" y="connsiteY3"/>
                        </a:cxn>
                      </a:cxnLst>
                      <a:rect l="l" t="t" r="r" b="b"/>
                      <a:pathLst>
                        <a:path w="890587" h="21907">
                          <a:moveTo>
                            <a:pt x="0" y="0"/>
                          </a:moveTo>
                          <a:lnTo>
                            <a:pt x="890587" y="0"/>
                          </a:lnTo>
                          <a:lnTo>
                            <a:pt x="890587" y="21908"/>
                          </a:lnTo>
                          <a:lnTo>
                            <a:pt x="0" y="21908"/>
                          </a:lnTo>
                          <a:close/>
                        </a:path>
                      </a:pathLst>
                    </a:custGeom>
                    <a:solidFill>
                      <a:srgbClr val="D0D0D0"/>
                    </a:solid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C81BEBDA-E172-4788-907D-FA5335766572}"/>
                        </a:ext>
                      </a:extLst>
                    </p:cNvPr>
                    <p:cNvSpPr/>
                    <p:nvPr/>
                  </p:nvSpPr>
                  <p:spPr>
                    <a:xfrm>
                      <a:off x="2940395" y="4669469"/>
                      <a:ext cx="581977" cy="331470"/>
                    </a:xfrm>
                    <a:custGeom>
                      <a:avLst/>
                      <a:gdLst>
                        <a:gd name="connsiteX0" fmla="*/ 0 w 581977"/>
                        <a:gd name="connsiteY0" fmla="*/ 165735 h 331470"/>
                        <a:gd name="connsiteX1" fmla="*/ 88583 w 581977"/>
                        <a:gd name="connsiteY1" fmla="*/ 0 h 331470"/>
                        <a:gd name="connsiteX2" fmla="*/ 581978 w 581977"/>
                        <a:gd name="connsiteY2" fmla="*/ 0 h 331470"/>
                        <a:gd name="connsiteX3" fmla="*/ 493395 w 581977"/>
                        <a:gd name="connsiteY3" fmla="*/ 165735 h 331470"/>
                        <a:gd name="connsiteX4" fmla="*/ 581978 w 581977"/>
                        <a:gd name="connsiteY4" fmla="*/ 331470 h 331470"/>
                        <a:gd name="connsiteX5" fmla="*/ 88583 w 581977"/>
                        <a:gd name="connsiteY5" fmla="*/ 331470 h 331470"/>
                        <a:gd name="connsiteX6" fmla="*/ 0 w 581977"/>
                        <a:gd name="connsiteY6" fmla="*/ 165735 h 33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977" h="331470">
                          <a:moveTo>
                            <a:pt x="0" y="165735"/>
                          </a:moveTo>
                          <a:cubicBezTo>
                            <a:pt x="0" y="34290"/>
                            <a:pt x="88583" y="0"/>
                            <a:pt x="88583" y="0"/>
                          </a:cubicBezTo>
                          <a:lnTo>
                            <a:pt x="581978" y="0"/>
                          </a:lnTo>
                          <a:cubicBezTo>
                            <a:pt x="581978" y="0"/>
                            <a:pt x="493395" y="34290"/>
                            <a:pt x="493395" y="165735"/>
                          </a:cubicBezTo>
                          <a:cubicBezTo>
                            <a:pt x="493395" y="303848"/>
                            <a:pt x="581978" y="331470"/>
                            <a:pt x="581978" y="331470"/>
                          </a:cubicBezTo>
                          <a:lnTo>
                            <a:pt x="88583" y="331470"/>
                          </a:lnTo>
                          <a:cubicBezTo>
                            <a:pt x="88583" y="331470"/>
                            <a:pt x="0" y="303848"/>
                            <a:pt x="0" y="165735"/>
                          </a:cubicBezTo>
                          <a:close/>
                        </a:path>
                      </a:pathLst>
                    </a:custGeom>
                    <a:solidFill>
                      <a:schemeClr val="accent4"/>
                    </a:solidFill>
                    <a:ln w="9525" cap="flat">
                      <a:noFill/>
                      <a:prstDash val="solid"/>
                      <a:miter/>
                    </a:ln>
                  </p:spPr>
                  <p:txBody>
                    <a:bodyPr rtlCol="0" anchor="ctr"/>
                    <a:lstStyle/>
                    <a:p>
                      <a:endParaRPr lang="en-US"/>
                    </a:p>
                  </p:txBody>
                </p:sp>
              </p:grpSp>
              <p:grpSp>
                <p:nvGrpSpPr>
                  <p:cNvPr id="230" name="Graphic 3">
                    <a:extLst>
                      <a:ext uri="{FF2B5EF4-FFF2-40B4-BE49-F238E27FC236}">
                        <a16:creationId xmlns:a16="http://schemas.microsoft.com/office/drawing/2014/main" id="{17691905-6792-487B-9965-7957746DB144}"/>
                      </a:ext>
                    </a:extLst>
                  </p:cNvPr>
                  <p:cNvGrpSpPr/>
                  <p:nvPr/>
                </p:nvGrpSpPr>
                <p:grpSpPr>
                  <a:xfrm>
                    <a:off x="3072793" y="4337999"/>
                    <a:ext cx="1932622" cy="331470"/>
                    <a:chOff x="3072793" y="4337999"/>
                    <a:chExt cx="1932622" cy="331470"/>
                  </a:xfrm>
                </p:grpSpPr>
                <p:sp>
                  <p:nvSpPr>
                    <p:cNvPr id="231" name="Freeform: Shape 230">
                      <a:extLst>
                        <a:ext uri="{FF2B5EF4-FFF2-40B4-BE49-F238E27FC236}">
                          <a16:creationId xmlns:a16="http://schemas.microsoft.com/office/drawing/2014/main" id="{8CAD3528-1E74-488D-B9BD-9CFBB28B6184}"/>
                        </a:ext>
                      </a:extLst>
                    </p:cNvPr>
                    <p:cNvSpPr/>
                    <p:nvPr/>
                  </p:nvSpPr>
                  <p:spPr>
                    <a:xfrm>
                      <a:off x="3072793" y="4337999"/>
                      <a:ext cx="1932622" cy="330517"/>
                    </a:xfrm>
                    <a:custGeom>
                      <a:avLst/>
                      <a:gdLst>
                        <a:gd name="connsiteX0" fmla="*/ 1844040 w 1932622"/>
                        <a:gd name="connsiteY0" fmla="*/ 0 h 330517"/>
                        <a:gd name="connsiteX1" fmla="*/ 37148 w 1932622"/>
                        <a:gd name="connsiteY1" fmla="*/ 0 h 330517"/>
                        <a:gd name="connsiteX2" fmla="*/ 14288 w 1932622"/>
                        <a:gd name="connsiteY2" fmla="*/ 0 h 330517"/>
                        <a:gd name="connsiteX3" fmla="*/ 0 w 1932622"/>
                        <a:gd name="connsiteY3" fmla="*/ 34290 h 330517"/>
                        <a:gd name="connsiteX4" fmla="*/ 14288 w 1932622"/>
                        <a:gd name="connsiteY4" fmla="*/ 69533 h 330517"/>
                        <a:gd name="connsiteX5" fmla="*/ 37148 w 1932622"/>
                        <a:gd name="connsiteY5" fmla="*/ 69533 h 330517"/>
                        <a:gd name="connsiteX6" fmla="*/ 808673 w 1932622"/>
                        <a:gd name="connsiteY6" fmla="*/ 69533 h 330517"/>
                        <a:gd name="connsiteX7" fmla="*/ 808673 w 1932622"/>
                        <a:gd name="connsiteY7" fmla="*/ 260985 h 330517"/>
                        <a:gd name="connsiteX8" fmla="*/ 37148 w 1932622"/>
                        <a:gd name="connsiteY8" fmla="*/ 260985 h 330517"/>
                        <a:gd name="connsiteX9" fmla="*/ 14288 w 1932622"/>
                        <a:gd name="connsiteY9" fmla="*/ 260985 h 330517"/>
                        <a:gd name="connsiteX10" fmla="*/ 0 w 1932622"/>
                        <a:gd name="connsiteY10" fmla="*/ 295275 h 330517"/>
                        <a:gd name="connsiteX11" fmla="*/ 14288 w 1932622"/>
                        <a:gd name="connsiteY11" fmla="*/ 330517 h 330517"/>
                        <a:gd name="connsiteX12" fmla="*/ 37148 w 1932622"/>
                        <a:gd name="connsiteY12" fmla="*/ 330517 h 330517"/>
                        <a:gd name="connsiteX13" fmla="*/ 1844040 w 1932622"/>
                        <a:gd name="connsiteY13" fmla="*/ 330517 h 330517"/>
                        <a:gd name="connsiteX14" fmla="*/ 1932623 w 1932622"/>
                        <a:gd name="connsiteY14" fmla="*/ 164783 h 330517"/>
                        <a:gd name="connsiteX15" fmla="*/ 1844040 w 1932622"/>
                        <a:gd name="connsiteY15" fmla="*/ 0 h 330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32622" h="330517">
                          <a:moveTo>
                            <a:pt x="1844040" y="0"/>
                          </a:moveTo>
                          <a:lnTo>
                            <a:pt x="37148" y="0"/>
                          </a:lnTo>
                          <a:lnTo>
                            <a:pt x="14288" y="0"/>
                          </a:lnTo>
                          <a:cubicBezTo>
                            <a:pt x="14288" y="0"/>
                            <a:pt x="0" y="5715"/>
                            <a:pt x="0" y="34290"/>
                          </a:cubicBezTo>
                          <a:cubicBezTo>
                            <a:pt x="0" y="65722"/>
                            <a:pt x="14288" y="69533"/>
                            <a:pt x="14288" y="69533"/>
                          </a:cubicBezTo>
                          <a:lnTo>
                            <a:pt x="37148" y="69533"/>
                          </a:lnTo>
                          <a:lnTo>
                            <a:pt x="808673" y="69533"/>
                          </a:lnTo>
                          <a:lnTo>
                            <a:pt x="808673" y="260985"/>
                          </a:lnTo>
                          <a:lnTo>
                            <a:pt x="37148" y="260985"/>
                          </a:lnTo>
                          <a:lnTo>
                            <a:pt x="14288" y="260985"/>
                          </a:lnTo>
                          <a:cubicBezTo>
                            <a:pt x="14288" y="260985"/>
                            <a:pt x="0" y="266700"/>
                            <a:pt x="0" y="295275"/>
                          </a:cubicBezTo>
                          <a:cubicBezTo>
                            <a:pt x="0" y="326708"/>
                            <a:pt x="14288" y="330517"/>
                            <a:pt x="14288" y="330517"/>
                          </a:cubicBezTo>
                          <a:lnTo>
                            <a:pt x="37148" y="330517"/>
                          </a:lnTo>
                          <a:lnTo>
                            <a:pt x="1844040" y="330517"/>
                          </a:lnTo>
                          <a:cubicBezTo>
                            <a:pt x="1844040" y="330517"/>
                            <a:pt x="1932623" y="302895"/>
                            <a:pt x="1932623" y="164783"/>
                          </a:cubicBezTo>
                          <a:cubicBezTo>
                            <a:pt x="1932623" y="34290"/>
                            <a:pt x="1844040" y="0"/>
                            <a:pt x="1844040" y="0"/>
                          </a:cubicBezTo>
                          <a:close/>
                        </a:path>
                      </a:pathLst>
                    </a:custGeom>
                    <a:solidFill>
                      <a:schemeClr val="accent6">
                        <a:lumMod val="75000"/>
                      </a:schemeClr>
                    </a:solid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388ABE66-30B5-40D7-8CA4-8D4FB3BBF302}"/>
                        </a:ext>
                      </a:extLst>
                    </p:cNvPr>
                    <p:cNvSpPr/>
                    <p:nvPr/>
                  </p:nvSpPr>
                  <p:spPr>
                    <a:xfrm>
                      <a:off x="3138516" y="4408483"/>
                      <a:ext cx="1291589" cy="191452"/>
                    </a:xfrm>
                    <a:custGeom>
                      <a:avLst/>
                      <a:gdLst>
                        <a:gd name="connsiteX0" fmla="*/ 1235392 w 1291589"/>
                        <a:gd name="connsiteY0" fmla="*/ 191453 h 191452"/>
                        <a:gd name="connsiteX1" fmla="*/ 0 w 1291589"/>
                        <a:gd name="connsiteY1" fmla="*/ 191453 h 191452"/>
                        <a:gd name="connsiteX2" fmla="*/ 0 w 1291589"/>
                        <a:gd name="connsiteY2" fmla="*/ 0 h 191452"/>
                        <a:gd name="connsiteX3" fmla="*/ 1235392 w 1291589"/>
                        <a:gd name="connsiteY3" fmla="*/ 0 h 191452"/>
                        <a:gd name="connsiteX4" fmla="*/ 1291590 w 1291589"/>
                        <a:gd name="connsiteY4" fmla="*/ 96203 h 191452"/>
                        <a:gd name="connsiteX5" fmla="*/ 1235392 w 1291589"/>
                        <a:gd name="connsiteY5" fmla="*/ 191453 h 191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1589" h="191452">
                          <a:moveTo>
                            <a:pt x="1235392" y="191453"/>
                          </a:moveTo>
                          <a:lnTo>
                            <a:pt x="0" y="191453"/>
                          </a:lnTo>
                          <a:lnTo>
                            <a:pt x="0" y="0"/>
                          </a:lnTo>
                          <a:lnTo>
                            <a:pt x="1235392" y="0"/>
                          </a:lnTo>
                          <a:cubicBezTo>
                            <a:pt x="1235392" y="0"/>
                            <a:pt x="1291590" y="14288"/>
                            <a:pt x="1291590" y="96203"/>
                          </a:cubicBezTo>
                          <a:cubicBezTo>
                            <a:pt x="1291590" y="178118"/>
                            <a:pt x="1235392" y="191453"/>
                            <a:pt x="1235392" y="191453"/>
                          </a:cubicBezTo>
                          <a:close/>
                        </a:path>
                      </a:pathLst>
                    </a:custGeom>
                    <a:solidFill>
                      <a:schemeClr val="bg2"/>
                    </a:solid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FE461D3F-69B2-40FB-96E0-51A7E854AADE}"/>
                        </a:ext>
                      </a:extLst>
                    </p:cNvPr>
                    <p:cNvSpPr/>
                    <p:nvPr/>
                  </p:nvSpPr>
                  <p:spPr>
                    <a:xfrm>
                      <a:off x="3138516" y="4450394"/>
                      <a:ext cx="936307" cy="19050"/>
                    </a:xfrm>
                    <a:custGeom>
                      <a:avLst/>
                      <a:gdLst>
                        <a:gd name="connsiteX0" fmla="*/ 0 w 936307"/>
                        <a:gd name="connsiteY0" fmla="*/ 0 h 19050"/>
                        <a:gd name="connsiteX1" fmla="*/ 936308 w 936307"/>
                        <a:gd name="connsiteY1" fmla="*/ 0 h 19050"/>
                        <a:gd name="connsiteX2" fmla="*/ 936308 w 936307"/>
                        <a:gd name="connsiteY2" fmla="*/ 19050 h 19050"/>
                        <a:gd name="connsiteX3" fmla="*/ 0 w 936307"/>
                        <a:gd name="connsiteY3" fmla="*/ 19050 h 19050"/>
                      </a:gdLst>
                      <a:ahLst/>
                      <a:cxnLst>
                        <a:cxn ang="0">
                          <a:pos x="connsiteX0" y="connsiteY0"/>
                        </a:cxn>
                        <a:cxn ang="0">
                          <a:pos x="connsiteX1" y="connsiteY1"/>
                        </a:cxn>
                        <a:cxn ang="0">
                          <a:pos x="connsiteX2" y="connsiteY2"/>
                        </a:cxn>
                        <a:cxn ang="0">
                          <a:pos x="connsiteX3" y="connsiteY3"/>
                        </a:cxn>
                      </a:cxnLst>
                      <a:rect l="l" t="t" r="r" b="b"/>
                      <a:pathLst>
                        <a:path w="936307" h="19050">
                          <a:moveTo>
                            <a:pt x="0" y="0"/>
                          </a:moveTo>
                          <a:lnTo>
                            <a:pt x="936308" y="0"/>
                          </a:lnTo>
                          <a:lnTo>
                            <a:pt x="936308" y="19050"/>
                          </a:lnTo>
                          <a:lnTo>
                            <a:pt x="0" y="19050"/>
                          </a:lnTo>
                          <a:close/>
                        </a:path>
                      </a:pathLst>
                    </a:custGeom>
                    <a:solidFill>
                      <a:srgbClr val="D0D0D0"/>
                    </a:solid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26947E2A-DC44-44F3-BEB2-9129BAC19612}"/>
                        </a:ext>
                      </a:extLst>
                    </p:cNvPr>
                    <p:cNvSpPr/>
                    <p:nvPr/>
                  </p:nvSpPr>
                  <p:spPr>
                    <a:xfrm>
                      <a:off x="3138516" y="4541834"/>
                      <a:ext cx="890587" cy="21907"/>
                    </a:xfrm>
                    <a:custGeom>
                      <a:avLst/>
                      <a:gdLst>
                        <a:gd name="connsiteX0" fmla="*/ 0 w 890587"/>
                        <a:gd name="connsiteY0" fmla="*/ 0 h 21907"/>
                        <a:gd name="connsiteX1" fmla="*/ 890588 w 890587"/>
                        <a:gd name="connsiteY1" fmla="*/ 0 h 21907"/>
                        <a:gd name="connsiteX2" fmla="*/ 890588 w 890587"/>
                        <a:gd name="connsiteY2" fmla="*/ 21907 h 21907"/>
                        <a:gd name="connsiteX3" fmla="*/ 0 w 890587"/>
                        <a:gd name="connsiteY3" fmla="*/ 21907 h 21907"/>
                      </a:gdLst>
                      <a:ahLst/>
                      <a:cxnLst>
                        <a:cxn ang="0">
                          <a:pos x="connsiteX0" y="connsiteY0"/>
                        </a:cxn>
                        <a:cxn ang="0">
                          <a:pos x="connsiteX1" y="connsiteY1"/>
                        </a:cxn>
                        <a:cxn ang="0">
                          <a:pos x="connsiteX2" y="connsiteY2"/>
                        </a:cxn>
                        <a:cxn ang="0">
                          <a:pos x="connsiteX3" y="connsiteY3"/>
                        </a:cxn>
                      </a:cxnLst>
                      <a:rect l="l" t="t" r="r" b="b"/>
                      <a:pathLst>
                        <a:path w="890587" h="21907">
                          <a:moveTo>
                            <a:pt x="0" y="0"/>
                          </a:moveTo>
                          <a:lnTo>
                            <a:pt x="890588" y="0"/>
                          </a:lnTo>
                          <a:lnTo>
                            <a:pt x="890588" y="21907"/>
                          </a:lnTo>
                          <a:lnTo>
                            <a:pt x="0" y="21907"/>
                          </a:lnTo>
                          <a:close/>
                        </a:path>
                      </a:pathLst>
                    </a:custGeom>
                    <a:solidFill>
                      <a:srgbClr val="D0D0D0"/>
                    </a:solid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1A912958-83FA-4E3F-86EB-7068DE28C84F}"/>
                        </a:ext>
                      </a:extLst>
                    </p:cNvPr>
                    <p:cNvSpPr/>
                    <p:nvPr/>
                  </p:nvSpPr>
                  <p:spPr>
                    <a:xfrm>
                      <a:off x="4423438" y="4337999"/>
                      <a:ext cx="581977" cy="331470"/>
                    </a:xfrm>
                    <a:custGeom>
                      <a:avLst/>
                      <a:gdLst>
                        <a:gd name="connsiteX0" fmla="*/ 581978 w 581977"/>
                        <a:gd name="connsiteY0" fmla="*/ 165735 h 331470"/>
                        <a:gd name="connsiteX1" fmla="*/ 493395 w 581977"/>
                        <a:gd name="connsiteY1" fmla="*/ 0 h 331470"/>
                        <a:gd name="connsiteX2" fmla="*/ 0 w 581977"/>
                        <a:gd name="connsiteY2" fmla="*/ 0 h 331470"/>
                        <a:gd name="connsiteX3" fmla="*/ 88582 w 581977"/>
                        <a:gd name="connsiteY3" fmla="*/ 165735 h 331470"/>
                        <a:gd name="connsiteX4" fmla="*/ 0 w 581977"/>
                        <a:gd name="connsiteY4" fmla="*/ 331470 h 331470"/>
                        <a:gd name="connsiteX5" fmla="*/ 493395 w 581977"/>
                        <a:gd name="connsiteY5" fmla="*/ 331470 h 331470"/>
                        <a:gd name="connsiteX6" fmla="*/ 581978 w 581977"/>
                        <a:gd name="connsiteY6" fmla="*/ 165735 h 33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977" h="331470">
                          <a:moveTo>
                            <a:pt x="581978" y="165735"/>
                          </a:moveTo>
                          <a:cubicBezTo>
                            <a:pt x="581978" y="34290"/>
                            <a:pt x="493395" y="0"/>
                            <a:pt x="493395" y="0"/>
                          </a:cubicBezTo>
                          <a:lnTo>
                            <a:pt x="0" y="0"/>
                          </a:lnTo>
                          <a:cubicBezTo>
                            <a:pt x="0" y="0"/>
                            <a:pt x="88582" y="34290"/>
                            <a:pt x="88582" y="165735"/>
                          </a:cubicBezTo>
                          <a:cubicBezTo>
                            <a:pt x="88582" y="303847"/>
                            <a:pt x="0" y="331470"/>
                            <a:pt x="0" y="331470"/>
                          </a:cubicBezTo>
                          <a:lnTo>
                            <a:pt x="493395" y="331470"/>
                          </a:lnTo>
                          <a:cubicBezTo>
                            <a:pt x="493395" y="331470"/>
                            <a:pt x="581978" y="303847"/>
                            <a:pt x="581978" y="165735"/>
                          </a:cubicBezTo>
                          <a:close/>
                        </a:path>
                      </a:pathLst>
                    </a:custGeom>
                    <a:solidFill>
                      <a:schemeClr val="accent6"/>
                    </a:solidFill>
                    <a:ln w="9525" cap="flat">
                      <a:noFill/>
                      <a:prstDash val="solid"/>
                      <a:miter/>
                    </a:ln>
                  </p:spPr>
                  <p:txBody>
                    <a:bodyPr rtlCol="0" anchor="ctr"/>
                    <a:lstStyle/>
                    <a:p>
                      <a:endParaRPr lang="en-US"/>
                    </a:p>
                  </p:txBody>
                </p:sp>
              </p:grpSp>
            </p:grpSp>
            <p:grpSp>
              <p:nvGrpSpPr>
                <p:cNvPr id="236" name="Graphic 3">
                  <a:extLst>
                    <a:ext uri="{FF2B5EF4-FFF2-40B4-BE49-F238E27FC236}">
                      <a16:creationId xmlns:a16="http://schemas.microsoft.com/office/drawing/2014/main" id="{17691905-6792-487B-9965-7957746DB144}"/>
                    </a:ext>
                  </a:extLst>
                </p:cNvPr>
                <p:cNvGrpSpPr/>
                <p:nvPr/>
              </p:nvGrpSpPr>
              <p:grpSpPr>
                <a:xfrm>
                  <a:off x="3330421" y="2726368"/>
                  <a:ext cx="847272" cy="1611630"/>
                  <a:chOff x="3330421" y="2726368"/>
                  <a:chExt cx="847272" cy="1611630"/>
                </a:xfrm>
              </p:grpSpPr>
              <p:grpSp>
                <p:nvGrpSpPr>
                  <p:cNvPr id="237" name="Graphic 3">
                    <a:extLst>
                      <a:ext uri="{FF2B5EF4-FFF2-40B4-BE49-F238E27FC236}">
                        <a16:creationId xmlns:a16="http://schemas.microsoft.com/office/drawing/2014/main" id="{17691905-6792-487B-9965-7957746DB144}"/>
                      </a:ext>
                    </a:extLst>
                  </p:cNvPr>
                  <p:cNvGrpSpPr/>
                  <p:nvPr/>
                </p:nvGrpSpPr>
                <p:grpSpPr>
                  <a:xfrm>
                    <a:off x="3330421" y="2926413"/>
                    <a:ext cx="577429" cy="1372537"/>
                    <a:chOff x="3330421" y="2926413"/>
                    <a:chExt cx="577429" cy="1372537"/>
                  </a:xfrm>
                </p:grpSpPr>
                <p:sp>
                  <p:nvSpPr>
                    <p:cNvPr id="238" name="Freeform: Shape 237">
                      <a:extLst>
                        <a:ext uri="{FF2B5EF4-FFF2-40B4-BE49-F238E27FC236}">
                          <a16:creationId xmlns:a16="http://schemas.microsoft.com/office/drawing/2014/main" id="{D865A440-A6A4-426A-9F48-744FFD72D3E7}"/>
                        </a:ext>
                      </a:extLst>
                    </p:cNvPr>
                    <p:cNvSpPr/>
                    <p:nvPr/>
                  </p:nvSpPr>
                  <p:spPr>
                    <a:xfrm rot="-1066200">
                      <a:off x="3538649" y="2917825"/>
                      <a:ext cx="160974" cy="1389713"/>
                    </a:xfrm>
                    <a:custGeom>
                      <a:avLst/>
                      <a:gdLst>
                        <a:gd name="connsiteX0" fmla="*/ 0 w 160974"/>
                        <a:gd name="connsiteY0" fmla="*/ 0 h 1389713"/>
                        <a:gd name="connsiteX1" fmla="*/ 160974 w 160974"/>
                        <a:gd name="connsiteY1" fmla="*/ 0 h 1389713"/>
                        <a:gd name="connsiteX2" fmla="*/ 160974 w 160974"/>
                        <a:gd name="connsiteY2" fmla="*/ 1389713 h 1389713"/>
                        <a:gd name="connsiteX3" fmla="*/ 0 w 160974"/>
                        <a:gd name="connsiteY3" fmla="*/ 1389713 h 1389713"/>
                      </a:gdLst>
                      <a:ahLst/>
                      <a:cxnLst>
                        <a:cxn ang="0">
                          <a:pos x="connsiteX0" y="connsiteY0"/>
                        </a:cxn>
                        <a:cxn ang="0">
                          <a:pos x="connsiteX1" y="connsiteY1"/>
                        </a:cxn>
                        <a:cxn ang="0">
                          <a:pos x="connsiteX2" y="connsiteY2"/>
                        </a:cxn>
                        <a:cxn ang="0">
                          <a:pos x="connsiteX3" y="connsiteY3"/>
                        </a:cxn>
                      </a:cxnLst>
                      <a:rect l="l" t="t" r="r" b="b"/>
                      <a:pathLst>
                        <a:path w="160974" h="1389713">
                          <a:moveTo>
                            <a:pt x="0" y="0"/>
                          </a:moveTo>
                          <a:lnTo>
                            <a:pt x="160974" y="0"/>
                          </a:lnTo>
                          <a:lnTo>
                            <a:pt x="160974" y="1389713"/>
                          </a:lnTo>
                          <a:lnTo>
                            <a:pt x="0" y="1389713"/>
                          </a:lnTo>
                          <a:close/>
                        </a:path>
                      </a:pathLst>
                    </a:custGeom>
                    <a:solidFill>
                      <a:schemeClr val="accent6"/>
                    </a:solid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6D65BACB-4C05-4210-A71E-FC51FB6FEF67}"/>
                        </a:ext>
                      </a:extLst>
                    </p:cNvPr>
                    <p:cNvSpPr/>
                    <p:nvPr/>
                  </p:nvSpPr>
                  <p:spPr>
                    <a:xfrm rot="-1065872">
                      <a:off x="3345869" y="3014733"/>
                      <a:ext cx="50481" cy="7619"/>
                    </a:xfrm>
                    <a:custGeom>
                      <a:avLst/>
                      <a:gdLst>
                        <a:gd name="connsiteX0" fmla="*/ 0 w 50481"/>
                        <a:gd name="connsiteY0" fmla="*/ 0 h 7619"/>
                        <a:gd name="connsiteX1" fmla="*/ 50481 w 50481"/>
                        <a:gd name="connsiteY1" fmla="*/ 0 h 7619"/>
                        <a:gd name="connsiteX2" fmla="*/ 50481 w 50481"/>
                        <a:gd name="connsiteY2" fmla="*/ 7620 h 7619"/>
                        <a:gd name="connsiteX3" fmla="*/ 0 w 50481"/>
                        <a:gd name="connsiteY3" fmla="*/ 7620 h 7619"/>
                      </a:gdLst>
                      <a:ahLst/>
                      <a:cxnLst>
                        <a:cxn ang="0">
                          <a:pos x="connsiteX0" y="connsiteY0"/>
                        </a:cxn>
                        <a:cxn ang="0">
                          <a:pos x="connsiteX1" y="connsiteY1"/>
                        </a:cxn>
                        <a:cxn ang="0">
                          <a:pos x="connsiteX2" y="connsiteY2"/>
                        </a:cxn>
                        <a:cxn ang="0">
                          <a:pos x="connsiteX3" y="connsiteY3"/>
                        </a:cxn>
                      </a:cxnLst>
                      <a:rect l="l" t="t" r="r" b="b"/>
                      <a:pathLst>
                        <a:path w="50481" h="7619">
                          <a:moveTo>
                            <a:pt x="0" y="0"/>
                          </a:moveTo>
                          <a:lnTo>
                            <a:pt x="50481" y="0"/>
                          </a:lnTo>
                          <a:lnTo>
                            <a:pt x="50481" y="7620"/>
                          </a:lnTo>
                          <a:lnTo>
                            <a:pt x="0" y="7620"/>
                          </a:lnTo>
                          <a:close/>
                        </a:path>
                      </a:pathLst>
                    </a:custGeom>
                    <a:solidFill>
                      <a:srgbClr val="2C285B"/>
                    </a:solid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CA91C99F-E610-474C-84DB-B0E171C9C42A}"/>
                        </a:ext>
                      </a:extLst>
                    </p:cNvPr>
                    <p:cNvSpPr/>
                    <p:nvPr/>
                  </p:nvSpPr>
                  <p:spPr>
                    <a:xfrm rot="-1066200">
                      <a:off x="3336733" y="2987375"/>
                      <a:ext cx="50483" cy="7620"/>
                    </a:xfrm>
                    <a:custGeom>
                      <a:avLst/>
                      <a:gdLst>
                        <a:gd name="connsiteX0" fmla="*/ 0 w 50483"/>
                        <a:gd name="connsiteY0" fmla="*/ 0 h 7620"/>
                        <a:gd name="connsiteX1" fmla="*/ 50483 w 50483"/>
                        <a:gd name="connsiteY1" fmla="*/ 0 h 7620"/>
                        <a:gd name="connsiteX2" fmla="*/ 50483 w 50483"/>
                        <a:gd name="connsiteY2" fmla="*/ 7620 h 7620"/>
                        <a:gd name="connsiteX3" fmla="*/ 0 w 50483"/>
                        <a:gd name="connsiteY3" fmla="*/ 7620 h 7620"/>
                      </a:gdLst>
                      <a:ahLst/>
                      <a:cxnLst>
                        <a:cxn ang="0">
                          <a:pos x="connsiteX0" y="connsiteY0"/>
                        </a:cxn>
                        <a:cxn ang="0">
                          <a:pos x="connsiteX1" y="connsiteY1"/>
                        </a:cxn>
                        <a:cxn ang="0">
                          <a:pos x="connsiteX2" y="connsiteY2"/>
                        </a:cxn>
                        <a:cxn ang="0">
                          <a:pos x="connsiteX3" y="connsiteY3"/>
                        </a:cxn>
                      </a:cxnLst>
                      <a:rect l="l" t="t" r="r" b="b"/>
                      <a:pathLst>
                        <a:path w="50483" h="7620">
                          <a:moveTo>
                            <a:pt x="0" y="0"/>
                          </a:moveTo>
                          <a:lnTo>
                            <a:pt x="50483" y="0"/>
                          </a:lnTo>
                          <a:lnTo>
                            <a:pt x="50483" y="7620"/>
                          </a:lnTo>
                          <a:lnTo>
                            <a:pt x="0" y="7620"/>
                          </a:lnTo>
                          <a:close/>
                        </a:path>
                      </a:pathLst>
                    </a:custGeom>
                    <a:solidFill>
                      <a:srgbClr val="2C285B"/>
                    </a:solid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8511F930-B4C2-456C-B196-1FA2AB691663}"/>
                        </a:ext>
                      </a:extLst>
                    </p:cNvPr>
                    <p:cNvSpPr/>
                    <p:nvPr/>
                  </p:nvSpPr>
                  <p:spPr>
                    <a:xfrm rot="-1067287">
                      <a:off x="3355718" y="3045303"/>
                      <a:ext cx="50482" cy="7620"/>
                    </a:xfrm>
                    <a:custGeom>
                      <a:avLst/>
                      <a:gdLst>
                        <a:gd name="connsiteX0" fmla="*/ 0 w 50482"/>
                        <a:gd name="connsiteY0" fmla="*/ 0 h 7620"/>
                        <a:gd name="connsiteX1" fmla="*/ 50483 w 50482"/>
                        <a:gd name="connsiteY1" fmla="*/ 0 h 7620"/>
                        <a:gd name="connsiteX2" fmla="*/ 50483 w 50482"/>
                        <a:gd name="connsiteY2" fmla="*/ 7620 h 7620"/>
                        <a:gd name="connsiteX3" fmla="*/ 0 w 50482"/>
                        <a:gd name="connsiteY3" fmla="*/ 7620 h 7620"/>
                      </a:gdLst>
                      <a:ahLst/>
                      <a:cxnLst>
                        <a:cxn ang="0">
                          <a:pos x="connsiteX0" y="connsiteY0"/>
                        </a:cxn>
                        <a:cxn ang="0">
                          <a:pos x="connsiteX1" y="connsiteY1"/>
                        </a:cxn>
                        <a:cxn ang="0">
                          <a:pos x="connsiteX2" y="connsiteY2"/>
                        </a:cxn>
                        <a:cxn ang="0">
                          <a:pos x="connsiteX3" y="connsiteY3"/>
                        </a:cxn>
                      </a:cxnLst>
                      <a:rect l="l" t="t" r="r" b="b"/>
                      <a:pathLst>
                        <a:path w="50482" h="7620">
                          <a:moveTo>
                            <a:pt x="0" y="0"/>
                          </a:moveTo>
                          <a:lnTo>
                            <a:pt x="50483" y="0"/>
                          </a:lnTo>
                          <a:lnTo>
                            <a:pt x="50483" y="7620"/>
                          </a:lnTo>
                          <a:lnTo>
                            <a:pt x="0" y="7620"/>
                          </a:lnTo>
                          <a:close/>
                        </a:path>
                      </a:pathLst>
                    </a:custGeom>
                    <a:solidFill>
                      <a:srgbClr val="2C285B"/>
                    </a:solid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2D783945-3440-4C33-973A-B2C0BBE04830}"/>
                        </a:ext>
                      </a:extLst>
                    </p:cNvPr>
                    <p:cNvSpPr/>
                    <p:nvPr/>
                  </p:nvSpPr>
                  <p:spPr>
                    <a:xfrm rot="-1066959">
                      <a:off x="3364089" y="3074092"/>
                      <a:ext cx="50481" cy="7619"/>
                    </a:xfrm>
                    <a:custGeom>
                      <a:avLst/>
                      <a:gdLst>
                        <a:gd name="connsiteX0" fmla="*/ 0 w 50481"/>
                        <a:gd name="connsiteY0" fmla="*/ 0 h 7619"/>
                        <a:gd name="connsiteX1" fmla="*/ 50481 w 50481"/>
                        <a:gd name="connsiteY1" fmla="*/ 0 h 7619"/>
                        <a:gd name="connsiteX2" fmla="*/ 50481 w 50481"/>
                        <a:gd name="connsiteY2" fmla="*/ 7620 h 7619"/>
                        <a:gd name="connsiteX3" fmla="*/ 0 w 50481"/>
                        <a:gd name="connsiteY3" fmla="*/ 7620 h 7619"/>
                      </a:gdLst>
                      <a:ahLst/>
                      <a:cxnLst>
                        <a:cxn ang="0">
                          <a:pos x="connsiteX0" y="connsiteY0"/>
                        </a:cxn>
                        <a:cxn ang="0">
                          <a:pos x="connsiteX1" y="connsiteY1"/>
                        </a:cxn>
                        <a:cxn ang="0">
                          <a:pos x="connsiteX2" y="connsiteY2"/>
                        </a:cxn>
                        <a:cxn ang="0">
                          <a:pos x="connsiteX3" y="connsiteY3"/>
                        </a:cxn>
                      </a:cxnLst>
                      <a:rect l="l" t="t" r="r" b="b"/>
                      <a:pathLst>
                        <a:path w="50481" h="7619">
                          <a:moveTo>
                            <a:pt x="0" y="0"/>
                          </a:moveTo>
                          <a:lnTo>
                            <a:pt x="50481" y="0"/>
                          </a:lnTo>
                          <a:lnTo>
                            <a:pt x="50481" y="7620"/>
                          </a:lnTo>
                          <a:lnTo>
                            <a:pt x="0" y="7620"/>
                          </a:lnTo>
                          <a:close/>
                        </a:path>
                      </a:pathLst>
                    </a:custGeom>
                    <a:solidFill>
                      <a:srgbClr val="2C285B"/>
                    </a:solid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9EF828E9-4D4F-42A5-89C6-DF3149DD470F}"/>
                        </a:ext>
                      </a:extLst>
                    </p:cNvPr>
                    <p:cNvSpPr/>
                    <p:nvPr/>
                  </p:nvSpPr>
                  <p:spPr>
                    <a:xfrm rot="-1066200">
                      <a:off x="3373611" y="3099570"/>
                      <a:ext cx="73343" cy="7620"/>
                    </a:xfrm>
                    <a:custGeom>
                      <a:avLst/>
                      <a:gdLst>
                        <a:gd name="connsiteX0" fmla="*/ 0 w 73343"/>
                        <a:gd name="connsiteY0" fmla="*/ 0 h 7620"/>
                        <a:gd name="connsiteX1" fmla="*/ 73343 w 73343"/>
                        <a:gd name="connsiteY1" fmla="*/ 0 h 7620"/>
                        <a:gd name="connsiteX2" fmla="*/ 73343 w 73343"/>
                        <a:gd name="connsiteY2" fmla="*/ 7620 h 7620"/>
                        <a:gd name="connsiteX3" fmla="*/ 0 w 73343"/>
                        <a:gd name="connsiteY3" fmla="*/ 7620 h 7620"/>
                      </a:gdLst>
                      <a:ahLst/>
                      <a:cxnLst>
                        <a:cxn ang="0">
                          <a:pos x="connsiteX0" y="connsiteY0"/>
                        </a:cxn>
                        <a:cxn ang="0">
                          <a:pos x="connsiteX1" y="connsiteY1"/>
                        </a:cxn>
                        <a:cxn ang="0">
                          <a:pos x="connsiteX2" y="connsiteY2"/>
                        </a:cxn>
                        <a:cxn ang="0">
                          <a:pos x="connsiteX3" y="connsiteY3"/>
                        </a:cxn>
                      </a:cxnLst>
                      <a:rect l="l" t="t" r="r" b="b"/>
                      <a:pathLst>
                        <a:path w="73343" h="7620">
                          <a:moveTo>
                            <a:pt x="0" y="0"/>
                          </a:moveTo>
                          <a:lnTo>
                            <a:pt x="73343" y="0"/>
                          </a:lnTo>
                          <a:lnTo>
                            <a:pt x="73343" y="7620"/>
                          </a:lnTo>
                          <a:lnTo>
                            <a:pt x="0" y="7620"/>
                          </a:lnTo>
                          <a:close/>
                        </a:path>
                      </a:pathLst>
                    </a:custGeom>
                    <a:solidFill>
                      <a:srgbClr val="2C285B"/>
                    </a:solid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2DD14F3D-5787-405F-8C1F-22FEFE13C089}"/>
                        </a:ext>
                      </a:extLst>
                    </p:cNvPr>
                    <p:cNvSpPr/>
                    <p:nvPr/>
                  </p:nvSpPr>
                  <p:spPr>
                    <a:xfrm rot="-1066632">
                      <a:off x="3392590" y="3163776"/>
                      <a:ext cx="50479" cy="7619"/>
                    </a:xfrm>
                    <a:custGeom>
                      <a:avLst/>
                      <a:gdLst>
                        <a:gd name="connsiteX0" fmla="*/ 0 w 50479"/>
                        <a:gd name="connsiteY0" fmla="*/ 0 h 7619"/>
                        <a:gd name="connsiteX1" fmla="*/ 50480 w 50479"/>
                        <a:gd name="connsiteY1" fmla="*/ 0 h 7619"/>
                        <a:gd name="connsiteX2" fmla="*/ 50480 w 50479"/>
                        <a:gd name="connsiteY2" fmla="*/ 7620 h 7619"/>
                        <a:gd name="connsiteX3" fmla="*/ 0 w 50479"/>
                        <a:gd name="connsiteY3" fmla="*/ 7620 h 7619"/>
                      </a:gdLst>
                      <a:ahLst/>
                      <a:cxnLst>
                        <a:cxn ang="0">
                          <a:pos x="connsiteX0" y="connsiteY0"/>
                        </a:cxn>
                        <a:cxn ang="0">
                          <a:pos x="connsiteX1" y="connsiteY1"/>
                        </a:cxn>
                        <a:cxn ang="0">
                          <a:pos x="connsiteX2" y="connsiteY2"/>
                        </a:cxn>
                        <a:cxn ang="0">
                          <a:pos x="connsiteX3" y="connsiteY3"/>
                        </a:cxn>
                      </a:cxnLst>
                      <a:rect l="l" t="t" r="r" b="b"/>
                      <a:pathLst>
                        <a:path w="50479" h="7619">
                          <a:moveTo>
                            <a:pt x="0" y="0"/>
                          </a:moveTo>
                          <a:lnTo>
                            <a:pt x="50480" y="0"/>
                          </a:lnTo>
                          <a:lnTo>
                            <a:pt x="50480" y="7620"/>
                          </a:lnTo>
                          <a:lnTo>
                            <a:pt x="0" y="7620"/>
                          </a:lnTo>
                          <a:close/>
                        </a:path>
                      </a:pathLst>
                    </a:custGeom>
                    <a:solidFill>
                      <a:srgbClr val="2C285B"/>
                    </a:solidFill>
                    <a:ln w="9524"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5DBFB6D8-083C-4705-B885-1CD29E856034}"/>
                        </a:ext>
                      </a:extLst>
                    </p:cNvPr>
                    <p:cNvSpPr/>
                    <p:nvPr/>
                  </p:nvSpPr>
                  <p:spPr>
                    <a:xfrm rot="-1066959">
                      <a:off x="3384057" y="3134918"/>
                      <a:ext cx="50481" cy="7619"/>
                    </a:xfrm>
                    <a:custGeom>
                      <a:avLst/>
                      <a:gdLst>
                        <a:gd name="connsiteX0" fmla="*/ 0 w 50481"/>
                        <a:gd name="connsiteY0" fmla="*/ 0 h 7619"/>
                        <a:gd name="connsiteX1" fmla="*/ 50481 w 50481"/>
                        <a:gd name="connsiteY1" fmla="*/ 0 h 7619"/>
                        <a:gd name="connsiteX2" fmla="*/ 50481 w 50481"/>
                        <a:gd name="connsiteY2" fmla="*/ 7620 h 7619"/>
                        <a:gd name="connsiteX3" fmla="*/ 0 w 50481"/>
                        <a:gd name="connsiteY3" fmla="*/ 7620 h 7619"/>
                      </a:gdLst>
                      <a:ahLst/>
                      <a:cxnLst>
                        <a:cxn ang="0">
                          <a:pos x="connsiteX0" y="connsiteY0"/>
                        </a:cxn>
                        <a:cxn ang="0">
                          <a:pos x="connsiteX1" y="connsiteY1"/>
                        </a:cxn>
                        <a:cxn ang="0">
                          <a:pos x="connsiteX2" y="connsiteY2"/>
                        </a:cxn>
                        <a:cxn ang="0">
                          <a:pos x="connsiteX3" y="connsiteY3"/>
                        </a:cxn>
                      </a:cxnLst>
                      <a:rect l="l" t="t" r="r" b="b"/>
                      <a:pathLst>
                        <a:path w="50481" h="7619">
                          <a:moveTo>
                            <a:pt x="0" y="0"/>
                          </a:moveTo>
                          <a:lnTo>
                            <a:pt x="50481" y="0"/>
                          </a:lnTo>
                          <a:lnTo>
                            <a:pt x="50481" y="7620"/>
                          </a:lnTo>
                          <a:lnTo>
                            <a:pt x="0" y="7620"/>
                          </a:lnTo>
                          <a:close/>
                        </a:path>
                      </a:pathLst>
                    </a:custGeom>
                    <a:solidFill>
                      <a:srgbClr val="2C285B"/>
                    </a:solid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11C97C82-60A8-4778-98AC-15FC15766ABA}"/>
                        </a:ext>
                      </a:extLst>
                    </p:cNvPr>
                    <p:cNvSpPr/>
                    <p:nvPr/>
                  </p:nvSpPr>
                  <p:spPr>
                    <a:xfrm rot="-1066632">
                      <a:off x="3402059" y="3193269"/>
                      <a:ext cx="50479" cy="7619"/>
                    </a:xfrm>
                    <a:custGeom>
                      <a:avLst/>
                      <a:gdLst>
                        <a:gd name="connsiteX0" fmla="*/ 0 w 50479"/>
                        <a:gd name="connsiteY0" fmla="*/ 0 h 7619"/>
                        <a:gd name="connsiteX1" fmla="*/ 50480 w 50479"/>
                        <a:gd name="connsiteY1" fmla="*/ 0 h 7619"/>
                        <a:gd name="connsiteX2" fmla="*/ 50480 w 50479"/>
                        <a:gd name="connsiteY2" fmla="*/ 7620 h 7619"/>
                        <a:gd name="connsiteX3" fmla="*/ 0 w 50479"/>
                        <a:gd name="connsiteY3" fmla="*/ 7620 h 7619"/>
                      </a:gdLst>
                      <a:ahLst/>
                      <a:cxnLst>
                        <a:cxn ang="0">
                          <a:pos x="connsiteX0" y="connsiteY0"/>
                        </a:cxn>
                        <a:cxn ang="0">
                          <a:pos x="connsiteX1" y="connsiteY1"/>
                        </a:cxn>
                        <a:cxn ang="0">
                          <a:pos x="connsiteX2" y="connsiteY2"/>
                        </a:cxn>
                        <a:cxn ang="0">
                          <a:pos x="connsiteX3" y="connsiteY3"/>
                        </a:cxn>
                      </a:cxnLst>
                      <a:rect l="l" t="t" r="r" b="b"/>
                      <a:pathLst>
                        <a:path w="50479" h="7619">
                          <a:moveTo>
                            <a:pt x="0" y="0"/>
                          </a:moveTo>
                          <a:lnTo>
                            <a:pt x="50480" y="0"/>
                          </a:lnTo>
                          <a:lnTo>
                            <a:pt x="50480" y="7620"/>
                          </a:lnTo>
                          <a:lnTo>
                            <a:pt x="0" y="7620"/>
                          </a:lnTo>
                          <a:close/>
                        </a:path>
                      </a:pathLst>
                    </a:custGeom>
                    <a:solidFill>
                      <a:srgbClr val="2C285B"/>
                    </a:solidFill>
                    <a:ln w="9524"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3E9D3EEE-C8C6-4866-9E30-6CEAC81ACA9E}"/>
                        </a:ext>
                      </a:extLst>
                    </p:cNvPr>
                    <p:cNvSpPr/>
                    <p:nvPr/>
                  </p:nvSpPr>
                  <p:spPr>
                    <a:xfrm rot="-1066200">
                      <a:off x="3411909" y="3222538"/>
                      <a:ext cx="50483" cy="7620"/>
                    </a:xfrm>
                    <a:custGeom>
                      <a:avLst/>
                      <a:gdLst>
                        <a:gd name="connsiteX0" fmla="*/ 0 w 50483"/>
                        <a:gd name="connsiteY0" fmla="*/ 0 h 7620"/>
                        <a:gd name="connsiteX1" fmla="*/ 50483 w 50483"/>
                        <a:gd name="connsiteY1" fmla="*/ 0 h 7620"/>
                        <a:gd name="connsiteX2" fmla="*/ 50483 w 50483"/>
                        <a:gd name="connsiteY2" fmla="*/ 7620 h 7620"/>
                        <a:gd name="connsiteX3" fmla="*/ 0 w 50483"/>
                        <a:gd name="connsiteY3" fmla="*/ 7620 h 7620"/>
                      </a:gdLst>
                      <a:ahLst/>
                      <a:cxnLst>
                        <a:cxn ang="0">
                          <a:pos x="connsiteX0" y="connsiteY0"/>
                        </a:cxn>
                        <a:cxn ang="0">
                          <a:pos x="connsiteX1" y="connsiteY1"/>
                        </a:cxn>
                        <a:cxn ang="0">
                          <a:pos x="connsiteX2" y="connsiteY2"/>
                        </a:cxn>
                        <a:cxn ang="0">
                          <a:pos x="connsiteX3" y="connsiteY3"/>
                        </a:cxn>
                      </a:cxnLst>
                      <a:rect l="l" t="t" r="r" b="b"/>
                      <a:pathLst>
                        <a:path w="50483" h="7620">
                          <a:moveTo>
                            <a:pt x="0" y="0"/>
                          </a:moveTo>
                          <a:lnTo>
                            <a:pt x="50483" y="0"/>
                          </a:lnTo>
                          <a:lnTo>
                            <a:pt x="50483" y="7620"/>
                          </a:lnTo>
                          <a:lnTo>
                            <a:pt x="0" y="7620"/>
                          </a:lnTo>
                          <a:close/>
                        </a:path>
                      </a:pathLst>
                    </a:custGeom>
                    <a:solidFill>
                      <a:srgbClr val="2C285B"/>
                    </a:solid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DF9EBC3C-5011-4115-A0A9-E4B45053E4B9}"/>
                        </a:ext>
                      </a:extLst>
                    </p:cNvPr>
                    <p:cNvSpPr/>
                    <p:nvPr/>
                  </p:nvSpPr>
                  <p:spPr>
                    <a:xfrm rot="-1066200">
                      <a:off x="3421334" y="3248234"/>
                      <a:ext cx="73343" cy="7620"/>
                    </a:xfrm>
                    <a:custGeom>
                      <a:avLst/>
                      <a:gdLst>
                        <a:gd name="connsiteX0" fmla="*/ 0 w 73343"/>
                        <a:gd name="connsiteY0" fmla="*/ 0 h 7620"/>
                        <a:gd name="connsiteX1" fmla="*/ 73343 w 73343"/>
                        <a:gd name="connsiteY1" fmla="*/ 0 h 7620"/>
                        <a:gd name="connsiteX2" fmla="*/ 73343 w 73343"/>
                        <a:gd name="connsiteY2" fmla="*/ 7620 h 7620"/>
                        <a:gd name="connsiteX3" fmla="*/ 0 w 73343"/>
                        <a:gd name="connsiteY3" fmla="*/ 7620 h 7620"/>
                      </a:gdLst>
                      <a:ahLst/>
                      <a:cxnLst>
                        <a:cxn ang="0">
                          <a:pos x="connsiteX0" y="connsiteY0"/>
                        </a:cxn>
                        <a:cxn ang="0">
                          <a:pos x="connsiteX1" y="connsiteY1"/>
                        </a:cxn>
                        <a:cxn ang="0">
                          <a:pos x="connsiteX2" y="connsiteY2"/>
                        </a:cxn>
                        <a:cxn ang="0">
                          <a:pos x="connsiteX3" y="connsiteY3"/>
                        </a:cxn>
                      </a:cxnLst>
                      <a:rect l="l" t="t" r="r" b="b"/>
                      <a:pathLst>
                        <a:path w="73343" h="7620">
                          <a:moveTo>
                            <a:pt x="0" y="0"/>
                          </a:moveTo>
                          <a:lnTo>
                            <a:pt x="73343" y="0"/>
                          </a:lnTo>
                          <a:lnTo>
                            <a:pt x="73343" y="7620"/>
                          </a:lnTo>
                          <a:lnTo>
                            <a:pt x="0" y="7620"/>
                          </a:lnTo>
                          <a:close/>
                        </a:path>
                      </a:pathLst>
                    </a:custGeom>
                    <a:solidFill>
                      <a:srgbClr val="2C285B"/>
                    </a:solid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39FD20DD-DF5F-4149-8FB7-3436231A2497}"/>
                        </a:ext>
                      </a:extLst>
                    </p:cNvPr>
                    <p:cNvSpPr/>
                    <p:nvPr/>
                  </p:nvSpPr>
                  <p:spPr>
                    <a:xfrm rot="-1066632">
                      <a:off x="3440113" y="3310262"/>
                      <a:ext cx="50479" cy="7619"/>
                    </a:xfrm>
                    <a:custGeom>
                      <a:avLst/>
                      <a:gdLst>
                        <a:gd name="connsiteX0" fmla="*/ 0 w 50479"/>
                        <a:gd name="connsiteY0" fmla="*/ 0 h 7619"/>
                        <a:gd name="connsiteX1" fmla="*/ 50480 w 50479"/>
                        <a:gd name="connsiteY1" fmla="*/ 0 h 7619"/>
                        <a:gd name="connsiteX2" fmla="*/ 50480 w 50479"/>
                        <a:gd name="connsiteY2" fmla="*/ 7620 h 7619"/>
                        <a:gd name="connsiteX3" fmla="*/ 0 w 50479"/>
                        <a:gd name="connsiteY3" fmla="*/ 7620 h 7619"/>
                      </a:gdLst>
                      <a:ahLst/>
                      <a:cxnLst>
                        <a:cxn ang="0">
                          <a:pos x="connsiteX0" y="connsiteY0"/>
                        </a:cxn>
                        <a:cxn ang="0">
                          <a:pos x="connsiteX1" y="connsiteY1"/>
                        </a:cxn>
                        <a:cxn ang="0">
                          <a:pos x="connsiteX2" y="connsiteY2"/>
                        </a:cxn>
                        <a:cxn ang="0">
                          <a:pos x="connsiteX3" y="connsiteY3"/>
                        </a:cxn>
                      </a:cxnLst>
                      <a:rect l="l" t="t" r="r" b="b"/>
                      <a:pathLst>
                        <a:path w="50479" h="7619">
                          <a:moveTo>
                            <a:pt x="0" y="0"/>
                          </a:moveTo>
                          <a:lnTo>
                            <a:pt x="50480" y="0"/>
                          </a:lnTo>
                          <a:lnTo>
                            <a:pt x="50480" y="7620"/>
                          </a:lnTo>
                          <a:lnTo>
                            <a:pt x="0" y="7620"/>
                          </a:lnTo>
                          <a:close/>
                        </a:path>
                      </a:pathLst>
                    </a:custGeom>
                    <a:solidFill>
                      <a:srgbClr val="2C285B"/>
                    </a:solidFill>
                    <a:ln w="9524"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381A409D-DAEE-4177-9906-93736727245D}"/>
                        </a:ext>
                      </a:extLst>
                    </p:cNvPr>
                    <p:cNvSpPr/>
                    <p:nvPr/>
                  </p:nvSpPr>
                  <p:spPr>
                    <a:xfrm rot="-1066632">
                      <a:off x="3430585" y="3281808"/>
                      <a:ext cx="50479" cy="7619"/>
                    </a:xfrm>
                    <a:custGeom>
                      <a:avLst/>
                      <a:gdLst>
                        <a:gd name="connsiteX0" fmla="*/ 0 w 50479"/>
                        <a:gd name="connsiteY0" fmla="*/ 0 h 7619"/>
                        <a:gd name="connsiteX1" fmla="*/ 50480 w 50479"/>
                        <a:gd name="connsiteY1" fmla="*/ 0 h 7619"/>
                        <a:gd name="connsiteX2" fmla="*/ 50480 w 50479"/>
                        <a:gd name="connsiteY2" fmla="*/ 7620 h 7619"/>
                        <a:gd name="connsiteX3" fmla="*/ 0 w 50479"/>
                        <a:gd name="connsiteY3" fmla="*/ 7620 h 7619"/>
                      </a:gdLst>
                      <a:ahLst/>
                      <a:cxnLst>
                        <a:cxn ang="0">
                          <a:pos x="connsiteX0" y="connsiteY0"/>
                        </a:cxn>
                        <a:cxn ang="0">
                          <a:pos x="connsiteX1" y="connsiteY1"/>
                        </a:cxn>
                        <a:cxn ang="0">
                          <a:pos x="connsiteX2" y="connsiteY2"/>
                        </a:cxn>
                        <a:cxn ang="0">
                          <a:pos x="connsiteX3" y="connsiteY3"/>
                        </a:cxn>
                      </a:cxnLst>
                      <a:rect l="l" t="t" r="r" b="b"/>
                      <a:pathLst>
                        <a:path w="50479" h="7619">
                          <a:moveTo>
                            <a:pt x="0" y="0"/>
                          </a:moveTo>
                          <a:lnTo>
                            <a:pt x="50480" y="0"/>
                          </a:lnTo>
                          <a:lnTo>
                            <a:pt x="50480" y="7620"/>
                          </a:lnTo>
                          <a:lnTo>
                            <a:pt x="0" y="7620"/>
                          </a:lnTo>
                          <a:close/>
                        </a:path>
                      </a:pathLst>
                    </a:custGeom>
                    <a:solidFill>
                      <a:srgbClr val="2C285B"/>
                    </a:solidFill>
                    <a:ln w="9524"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F62A2914-AC1E-4087-8995-E110997B16E8}"/>
                        </a:ext>
                      </a:extLst>
                    </p:cNvPr>
                    <p:cNvSpPr/>
                    <p:nvPr/>
                  </p:nvSpPr>
                  <p:spPr>
                    <a:xfrm rot="-1066200">
                      <a:off x="3450073" y="3340736"/>
                      <a:ext cx="50483" cy="7620"/>
                    </a:xfrm>
                    <a:custGeom>
                      <a:avLst/>
                      <a:gdLst>
                        <a:gd name="connsiteX0" fmla="*/ 0 w 50483"/>
                        <a:gd name="connsiteY0" fmla="*/ 0 h 7620"/>
                        <a:gd name="connsiteX1" fmla="*/ 50483 w 50483"/>
                        <a:gd name="connsiteY1" fmla="*/ 0 h 7620"/>
                        <a:gd name="connsiteX2" fmla="*/ 50483 w 50483"/>
                        <a:gd name="connsiteY2" fmla="*/ 7620 h 7620"/>
                        <a:gd name="connsiteX3" fmla="*/ 0 w 50483"/>
                        <a:gd name="connsiteY3" fmla="*/ 7620 h 7620"/>
                      </a:gdLst>
                      <a:ahLst/>
                      <a:cxnLst>
                        <a:cxn ang="0">
                          <a:pos x="connsiteX0" y="connsiteY0"/>
                        </a:cxn>
                        <a:cxn ang="0">
                          <a:pos x="connsiteX1" y="connsiteY1"/>
                        </a:cxn>
                        <a:cxn ang="0">
                          <a:pos x="connsiteX2" y="connsiteY2"/>
                        </a:cxn>
                        <a:cxn ang="0">
                          <a:pos x="connsiteX3" y="connsiteY3"/>
                        </a:cxn>
                      </a:cxnLst>
                      <a:rect l="l" t="t" r="r" b="b"/>
                      <a:pathLst>
                        <a:path w="50483" h="7620">
                          <a:moveTo>
                            <a:pt x="0" y="0"/>
                          </a:moveTo>
                          <a:lnTo>
                            <a:pt x="50483" y="0"/>
                          </a:lnTo>
                          <a:lnTo>
                            <a:pt x="50483" y="7620"/>
                          </a:lnTo>
                          <a:lnTo>
                            <a:pt x="0" y="7620"/>
                          </a:lnTo>
                          <a:close/>
                        </a:path>
                      </a:pathLst>
                    </a:custGeom>
                    <a:solidFill>
                      <a:srgbClr val="2C285B"/>
                    </a:solid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F53EBE7D-2895-4189-AD60-3F1A8565055D}"/>
                        </a:ext>
                      </a:extLst>
                    </p:cNvPr>
                    <p:cNvSpPr/>
                    <p:nvPr/>
                  </p:nvSpPr>
                  <p:spPr>
                    <a:xfrm rot="-1066527">
                      <a:off x="3459537" y="3369176"/>
                      <a:ext cx="50484" cy="7620"/>
                    </a:xfrm>
                    <a:custGeom>
                      <a:avLst/>
                      <a:gdLst>
                        <a:gd name="connsiteX0" fmla="*/ 0 w 50484"/>
                        <a:gd name="connsiteY0" fmla="*/ 0 h 7620"/>
                        <a:gd name="connsiteX1" fmla="*/ 50484 w 50484"/>
                        <a:gd name="connsiteY1" fmla="*/ 0 h 7620"/>
                        <a:gd name="connsiteX2" fmla="*/ 50484 w 50484"/>
                        <a:gd name="connsiteY2" fmla="*/ 7620 h 7620"/>
                        <a:gd name="connsiteX3" fmla="*/ 0 w 50484"/>
                        <a:gd name="connsiteY3" fmla="*/ 7620 h 7620"/>
                      </a:gdLst>
                      <a:ahLst/>
                      <a:cxnLst>
                        <a:cxn ang="0">
                          <a:pos x="connsiteX0" y="connsiteY0"/>
                        </a:cxn>
                        <a:cxn ang="0">
                          <a:pos x="connsiteX1" y="connsiteY1"/>
                        </a:cxn>
                        <a:cxn ang="0">
                          <a:pos x="connsiteX2" y="connsiteY2"/>
                        </a:cxn>
                        <a:cxn ang="0">
                          <a:pos x="connsiteX3" y="connsiteY3"/>
                        </a:cxn>
                      </a:cxnLst>
                      <a:rect l="l" t="t" r="r" b="b"/>
                      <a:pathLst>
                        <a:path w="50484" h="7620">
                          <a:moveTo>
                            <a:pt x="0" y="0"/>
                          </a:moveTo>
                          <a:lnTo>
                            <a:pt x="50484" y="0"/>
                          </a:lnTo>
                          <a:lnTo>
                            <a:pt x="50484" y="7620"/>
                          </a:lnTo>
                          <a:lnTo>
                            <a:pt x="0" y="7620"/>
                          </a:lnTo>
                          <a:close/>
                        </a:path>
                      </a:pathLst>
                    </a:custGeom>
                    <a:solidFill>
                      <a:srgbClr val="2C285B"/>
                    </a:solid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12D148A7-FDB7-4F93-96BE-6C751F7C0F06}"/>
                        </a:ext>
                      </a:extLst>
                    </p:cNvPr>
                    <p:cNvSpPr/>
                    <p:nvPr/>
                  </p:nvSpPr>
                  <p:spPr>
                    <a:xfrm rot="-1066200">
                      <a:off x="3467965" y="3394851"/>
                      <a:ext cx="73343" cy="7620"/>
                    </a:xfrm>
                    <a:custGeom>
                      <a:avLst/>
                      <a:gdLst>
                        <a:gd name="connsiteX0" fmla="*/ 0 w 73343"/>
                        <a:gd name="connsiteY0" fmla="*/ 0 h 7620"/>
                        <a:gd name="connsiteX1" fmla="*/ 73343 w 73343"/>
                        <a:gd name="connsiteY1" fmla="*/ 0 h 7620"/>
                        <a:gd name="connsiteX2" fmla="*/ 73343 w 73343"/>
                        <a:gd name="connsiteY2" fmla="*/ 7620 h 7620"/>
                        <a:gd name="connsiteX3" fmla="*/ 0 w 73343"/>
                        <a:gd name="connsiteY3" fmla="*/ 7620 h 7620"/>
                      </a:gdLst>
                      <a:ahLst/>
                      <a:cxnLst>
                        <a:cxn ang="0">
                          <a:pos x="connsiteX0" y="connsiteY0"/>
                        </a:cxn>
                        <a:cxn ang="0">
                          <a:pos x="connsiteX1" y="connsiteY1"/>
                        </a:cxn>
                        <a:cxn ang="0">
                          <a:pos x="connsiteX2" y="connsiteY2"/>
                        </a:cxn>
                        <a:cxn ang="0">
                          <a:pos x="connsiteX3" y="connsiteY3"/>
                        </a:cxn>
                      </a:cxnLst>
                      <a:rect l="l" t="t" r="r" b="b"/>
                      <a:pathLst>
                        <a:path w="73343" h="7620">
                          <a:moveTo>
                            <a:pt x="0" y="0"/>
                          </a:moveTo>
                          <a:lnTo>
                            <a:pt x="73343" y="0"/>
                          </a:lnTo>
                          <a:lnTo>
                            <a:pt x="73343" y="7620"/>
                          </a:lnTo>
                          <a:lnTo>
                            <a:pt x="0" y="7620"/>
                          </a:lnTo>
                          <a:close/>
                        </a:path>
                      </a:pathLst>
                    </a:custGeom>
                    <a:solidFill>
                      <a:srgbClr val="2C285B"/>
                    </a:solid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2742E63E-E8E0-4244-A248-5A942BA20EFB}"/>
                        </a:ext>
                      </a:extLst>
                    </p:cNvPr>
                    <p:cNvSpPr/>
                    <p:nvPr/>
                  </p:nvSpPr>
                  <p:spPr>
                    <a:xfrm rot="-1066632">
                      <a:off x="3487828" y="3458781"/>
                      <a:ext cx="50479" cy="7619"/>
                    </a:xfrm>
                    <a:custGeom>
                      <a:avLst/>
                      <a:gdLst>
                        <a:gd name="connsiteX0" fmla="*/ 0 w 50479"/>
                        <a:gd name="connsiteY0" fmla="*/ 0 h 7619"/>
                        <a:gd name="connsiteX1" fmla="*/ 50480 w 50479"/>
                        <a:gd name="connsiteY1" fmla="*/ 0 h 7619"/>
                        <a:gd name="connsiteX2" fmla="*/ 50480 w 50479"/>
                        <a:gd name="connsiteY2" fmla="*/ 7620 h 7619"/>
                        <a:gd name="connsiteX3" fmla="*/ 0 w 50479"/>
                        <a:gd name="connsiteY3" fmla="*/ 7620 h 7619"/>
                      </a:gdLst>
                      <a:ahLst/>
                      <a:cxnLst>
                        <a:cxn ang="0">
                          <a:pos x="connsiteX0" y="connsiteY0"/>
                        </a:cxn>
                        <a:cxn ang="0">
                          <a:pos x="connsiteX1" y="connsiteY1"/>
                        </a:cxn>
                        <a:cxn ang="0">
                          <a:pos x="connsiteX2" y="connsiteY2"/>
                        </a:cxn>
                        <a:cxn ang="0">
                          <a:pos x="connsiteX3" y="connsiteY3"/>
                        </a:cxn>
                      </a:cxnLst>
                      <a:rect l="l" t="t" r="r" b="b"/>
                      <a:pathLst>
                        <a:path w="50479" h="7619">
                          <a:moveTo>
                            <a:pt x="0" y="0"/>
                          </a:moveTo>
                          <a:lnTo>
                            <a:pt x="50480" y="0"/>
                          </a:lnTo>
                          <a:lnTo>
                            <a:pt x="50480" y="7620"/>
                          </a:lnTo>
                          <a:lnTo>
                            <a:pt x="0" y="7620"/>
                          </a:lnTo>
                          <a:close/>
                        </a:path>
                      </a:pathLst>
                    </a:custGeom>
                    <a:solidFill>
                      <a:srgbClr val="2C285B"/>
                    </a:solidFill>
                    <a:ln w="9524"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BAD0A8A0-00AD-493B-B346-2E2E9CDB1710}"/>
                        </a:ext>
                      </a:extLst>
                    </p:cNvPr>
                    <p:cNvSpPr/>
                    <p:nvPr/>
                  </p:nvSpPr>
                  <p:spPr>
                    <a:xfrm rot="-1066632">
                      <a:off x="3478300" y="3430345"/>
                      <a:ext cx="50479" cy="7619"/>
                    </a:xfrm>
                    <a:custGeom>
                      <a:avLst/>
                      <a:gdLst>
                        <a:gd name="connsiteX0" fmla="*/ 0 w 50479"/>
                        <a:gd name="connsiteY0" fmla="*/ 0 h 7619"/>
                        <a:gd name="connsiteX1" fmla="*/ 50480 w 50479"/>
                        <a:gd name="connsiteY1" fmla="*/ 0 h 7619"/>
                        <a:gd name="connsiteX2" fmla="*/ 50480 w 50479"/>
                        <a:gd name="connsiteY2" fmla="*/ 7620 h 7619"/>
                        <a:gd name="connsiteX3" fmla="*/ 0 w 50479"/>
                        <a:gd name="connsiteY3" fmla="*/ 7620 h 7619"/>
                      </a:gdLst>
                      <a:ahLst/>
                      <a:cxnLst>
                        <a:cxn ang="0">
                          <a:pos x="connsiteX0" y="connsiteY0"/>
                        </a:cxn>
                        <a:cxn ang="0">
                          <a:pos x="connsiteX1" y="connsiteY1"/>
                        </a:cxn>
                        <a:cxn ang="0">
                          <a:pos x="connsiteX2" y="connsiteY2"/>
                        </a:cxn>
                        <a:cxn ang="0">
                          <a:pos x="connsiteX3" y="connsiteY3"/>
                        </a:cxn>
                      </a:cxnLst>
                      <a:rect l="l" t="t" r="r" b="b"/>
                      <a:pathLst>
                        <a:path w="50479" h="7619">
                          <a:moveTo>
                            <a:pt x="0" y="0"/>
                          </a:moveTo>
                          <a:lnTo>
                            <a:pt x="50480" y="0"/>
                          </a:lnTo>
                          <a:lnTo>
                            <a:pt x="50480" y="7620"/>
                          </a:lnTo>
                          <a:lnTo>
                            <a:pt x="0" y="7620"/>
                          </a:lnTo>
                          <a:close/>
                        </a:path>
                      </a:pathLst>
                    </a:custGeom>
                    <a:solidFill>
                      <a:srgbClr val="2C285B"/>
                    </a:solidFill>
                    <a:ln w="9524"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9CD9307B-E4D0-47CD-A7B0-D521E3D309F9}"/>
                        </a:ext>
                      </a:extLst>
                    </p:cNvPr>
                    <p:cNvSpPr/>
                    <p:nvPr/>
                  </p:nvSpPr>
                  <p:spPr>
                    <a:xfrm rot="-1066200">
                      <a:off x="3497502" y="3488376"/>
                      <a:ext cx="50483" cy="7620"/>
                    </a:xfrm>
                    <a:custGeom>
                      <a:avLst/>
                      <a:gdLst>
                        <a:gd name="connsiteX0" fmla="*/ 0 w 50483"/>
                        <a:gd name="connsiteY0" fmla="*/ 0 h 7620"/>
                        <a:gd name="connsiteX1" fmla="*/ 50483 w 50483"/>
                        <a:gd name="connsiteY1" fmla="*/ 0 h 7620"/>
                        <a:gd name="connsiteX2" fmla="*/ 50483 w 50483"/>
                        <a:gd name="connsiteY2" fmla="*/ 7620 h 7620"/>
                        <a:gd name="connsiteX3" fmla="*/ 0 w 50483"/>
                        <a:gd name="connsiteY3" fmla="*/ 7620 h 7620"/>
                      </a:gdLst>
                      <a:ahLst/>
                      <a:cxnLst>
                        <a:cxn ang="0">
                          <a:pos x="connsiteX0" y="connsiteY0"/>
                        </a:cxn>
                        <a:cxn ang="0">
                          <a:pos x="connsiteX1" y="connsiteY1"/>
                        </a:cxn>
                        <a:cxn ang="0">
                          <a:pos x="connsiteX2" y="connsiteY2"/>
                        </a:cxn>
                        <a:cxn ang="0">
                          <a:pos x="connsiteX3" y="connsiteY3"/>
                        </a:cxn>
                      </a:cxnLst>
                      <a:rect l="l" t="t" r="r" b="b"/>
                      <a:pathLst>
                        <a:path w="50483" h="7620">
                          <a:moveTo>
                            <a:pt x="0" y="0"/>
                          </a:moveTo>
                          <a:lnTo>
                            <a:pt x="50483" y="0"/>
                          </a:lnTo>
                          <a:lnTo>
                            <a:pt x="50483" y="7620"/>
                          </a:lnTo>
                          <a:lnTo>
                            <a:pt x="0" y="7620"/>
                          </a:lnTo>
                          <a:close/>
                        </a:path>
                      </a:pathLst>
                    </a:custGeom>
                    <a:solidFill>
                      <a:srgbClr val="2C285B"/>
                    </a:solid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19358EEE-A3B3-4C0B-8284-28D2A78703D8}"/>
                        </a:ext>
                      </a:extLst>
                    </p:cNvPr>
                    <p:cNvSpPr/>
                    <p:nvPr/>
                  </p:nvSpPr>
                  <p:spPr>
                    <a:xfrm rot="-1065872">
                      <a:off x="3507069" y="3517725"/>
                      <a:ext cx="50481" cy="7619"/>
                    </a:xfrm>
                    <a:custGeom>
                      <a:avLst/>
                      <a:gdLst>
                        <a:gd name="connsiteX0" fmla="*/ 0 w 50481"/>
                        <a:gd name="connsiteY0" fmla="*/ 0 h 7619"/>
                        <a:gd name="connsiteX1" fmla="*/ 50481 w 50481"/>
                        <a:gd name="connsiteY1" fmla="*/ 0 h 7619"/>
                        <a:gd name="connsiteX2" fmla="*/ 50481 w 50481"/>
                        <a:gd name="connsiteY2" fmla="*/ 7620 h 7619"/>
                        <a:gd name="connsiteX3" fmla="*/ 0 w 50481"/>
                        <a:gd name="connsiteY3" fmla="*/ 7620 h 7619"/>
                      </a:gdLst>
                      <a:ahLst/>
                      <a:cxnLst>
                        <a:cxn ang="0">
                          <a:pos x="connsiteX0" y="connsiteY0"/>
                        </a:cxn>
                        <a:cxn ang="0">
                          <a:pos x="connsiteX1" y="connsiteY1"/>
                        </a:cxn>
                        <a:cxn ang="0">
                          <a:pos x="connsiteX2" y="connsiteY2"/>
                        </a:cxn>
                        <a:cxn ang="0">
                          <a:pos x="connsiteX3" y="connsiteY3"/>
                        </a:cxn>
                      </a:cxnLst>
                      <a:rect l="l" t="t" r="r" b="b"/>
                      <a:pathLst>
                        <a:path w="50481" h="7619">
                          <a:moveTo>
                            <a:pt x="0" y="0"/>
                          </a:moveTo>
                          <a:lnTo>
                            <a:pt x="50481" y="0"/>
                          </a:lnTo>
                          <a:lnTo>
                            <a:pt x="50481" y="7620"/>
                          </a:lnTo>
                          <a:lnTo>
                            <a:pt x="0" y="7620"/>
                          </a:lnTo>
                          <a:close/>
                        </a:path>
                      </a:pathLst>
                    </a:custGeom>
                    <a:solidFill>
                      <a:srgbClr val="2C285B"/>
                    </a:solid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636679C2-73AC-4CE3-91DC-44DB8AFCF608}"/>
                        </a:ext>
                      </a:extLst>
                    </p:cNvPr>
                    <p:cNvSpPr/>
                    <p:nvPr/>
                  </p:nvSpPr>
                  <p:spPr>
                    <a:xfrm rot="-1066200">
                      <a:off x="3515673" y="3543639"/>
                      <a:ext cx="73343" cy="7620"/>
                    </a:xfrm>
                    <a:custGeom>
                      <a:avLst/>
                      <a:gdLst>
                        <a:gd name="connsiteX0" fmla="*/ 0 w 73343"/>
                        <a:gd name="connsiteY0" fmla="*/ 0 h 7620"/>
                        <a:gd name="connsiteX1" fmla="*/ 73343 w 73343"/>
                        <a:gd name="connsiteY1" fmla="*/ 0 h 7620"/>
                        <a:gd name="connsiteX2" fmla="*/ 73343 w 73343"/>
                        <a:gd name="connsiteY2" fmla="*/ 7620 h 7620"/>
                        <a:gd name="connsiteX3" fmla="*/ 0 w 73343"/>
                        <a:gd name="connsiteY3" fmla="*/ 7620 h 7620"/>
                      </a:gdLst>
                      <a:ahLst/>
                      <a:cxnLst>
                        <a:cxn ang="0">
                          <a:pos x="connsiteX0" y="connsiteY0"/>
                        </a:cxn>
                        <a:cxn ang="0">
                          <a:pos x="connsiteX1" y="connsiteY1"/>
                        </a:cxn>
                        <a:cxn ang="0">
                          <a:pos x="connsiteX2" y="connsiteY2"/>
                        </a:cxn>
                        <a:cxn ang="0">
                          <a:pos x="connsiteX3" y="connsiteY3"/>
                        </a:cxn>
                      </a:cxnLst>
                      <a:rect l="l" t="t" r="r" b="b"/>
                      <a:pathLst>
                        <a:path w="73343" h="7620">
                          <a:moveTo>
                            <a:pt x="0" y="0"/>
                          </a:moveTo>
                          <a:lnTo>
                            <a:pt x="73343" y="0"/>
                          </a:lnTo>
                          <a:lnTo>
                            <a:pt x="73343" y="7620"/>
                          </a:lnTo>
                          <a:lnTo>
                            <a:pt x="0" y="7620"/>
                          </a:lnTo>
                          <a:close/>
                        </a:path>
                      </a:pathLst>
                    </a:custGeom>
                    <a:solidFill>
                      <a:srgbClr val="2C285B"/>
                    </a:solid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E37E2FD0-1461-4F94-A5B2-48ADBE4D850B}"/>
                        </a:ext>
                      </a:extLst>
                    </p:cNvPr>
                    <p:cNvSpPr/>
                    <p:nvPr/>
                  </p:nvSpPr>
                  <p:spPr>
                    <a:xfrm rot="-1066200">
                      <a:off x="3534723" y="3604376"/>
                      <a:ext cx="50483" cy="7620"/>
                    </a:xfrm>
                    <a:custGeom>
                      <a:avLst/>
                      <a:gdLst>
                        <a:gd name="connsiteX0" fmla="*/ 0 w 50483"/>
                        <a:gd name="connsiteY0" fmla="*/ 0 h 7620"/>
                        <a:gd name="connsiteX1" fmla="*/ 50483 w 50483"/>
                        <a:gd name="connsiteY1" fmla="*/ 0 h 7620"/>
                        <a:gd name="connsiteX2" fmla="*/ 50483 w 50483"/>
                        <a:gd name="connsiteY2" fmla="*/ 7620 h 7620"/>
                        <a:gd name="connsiteX3" fmla="*/ 0 w 50483"/>
                        <a:gd name="connsiteY3" fmla="*/ 7620 h 7620"/>
                      </a:gdLst>
                      <a:ahLst/>
                      <a:cxnLst>
                        <a:cxn ang="0">
                          <a:pos x="connsiteX0" y="connsiteY0"/>
                        </a:cxn>
                        <a:cxn ang="0">
                          <a:pos x="connsiteX1" y="connsiteY1"/>
                        </a:cxn>
                        <a:cxn ang="0">
                          <a:pos x="connsiteX2" y="connsiteY2"/>
                        </a:cxn>
                        <a:cxn ang="0">
                          <a:pos x="connsiteX3" y="connsiteY3"/>
                        </a:cxn>
                      </a:cxnLst>
                      <a:rect l="l" t="t" r="r" b="b"/>
                      <a:pathLst>
                        <a:path w="50483" h="7620">
                          <a:moveTo>
                            <a:pt x="0" y="0"/>
                          </a:moveTo>
                          <a:lnTo>
                            <a:pt x="50483" y="0"/>
                          </a:lnTo>
                          <a:lnTo>
                            <a:pt x="50483" y="7620"/>
                          </a:lnTo>
                          <a:lnTo>
                            <a:pt x="0" y="7620"/>
                          </a:lnTo>
                          <a:close/>
                        </a:path>
                      </a:pathLst>
                    </a:custGeom>
                    <a:solidFill>
                      <a:srgbClr val="2C285B"/>
                    </a:solid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F6A0516F-EBEA-40A6-B01B-F138B846EEBF}"/>
                        </a:ext>
                      </a:extLst>
                    </p:cNvPr>
                    <p:cNvSpPr/>
                    <p:nvPr/>
                  </p:nvSpPr>
                  <p:spPr>
                    <a:xfrm rot="-1066632">
                      <a:off x="3524971" y="3576084"/>
                      <a:ext cx="50479" cy="7619"/>
                    </a:xfrm>
                    <a:custGeom>
                      <a:avLst/>
                      <a:gdLst>
                        <a:gd name="connsiteX0" fmla="*/ 0 w 50479"/>
                        <a:gd name="connsiteY0" fmla="*/ 0 h 7619"/>
                        <a:gd name="connsiteX1" fmla="*/ 50480 w 50479"/>
                        <a:gd name="connsiteY1" fmla="*/ 0 h 7619"/>
                        <a:gd name="connsiteX2" fmla="*/ 50480 w 50479"/>
                        <a:gd name="connsiteY2" fmla="*/ 7620 h 7619"/>
                        <a:gd name="connsiteX3" fmla="*/ 0 w 50479"/>
                        <a:gd name="connsiteY3" fmla="*/ 7620 h 7619"/>
                      </a:gdLst>
                      <a:ahLst/>
                      <a:cxnLst>
                        <a:cxn ang="0">
                          <a:pos x="connsiteX0" y="connsiteY0"/>
                        </a:cxn>
                        <a:cxn ang="0">
                          <a:pos x="connsiteX1" y="connsiteY1"/>
                        </a:cxn>
                        <a:cxn ang="0">
                          <a:pos x="connsiteX2" y="connsiteY2"/>
                        </a:cxn>
                        <a:cxn ang="0">
                          <a:pos x="connsiteX3" y="connsiteY3"/>
                        </a:cxn>
                      </a:cxnLst>
                      <a:rect l="l" t="t" r="r" b="b"/>
                      <a:pathLst>
                        <a:path w="50479" h="7619">
                          <a:moveTo>
                            <a:pt x="0" y="0"/>
                          </a:moveTo>
                          <a:lnTo>
                            <a:pt x="50480" y="0"/>
                          </a:lnTo>
                          <a:lnTo>
                            <a:pt x="50480" y="7620"/>
                          </a:lnTo>
                          <a:lnTo>
                            <a:pt x="0" y="7620"/>
                          </a:lnTo>
                          <a:close/>
                        </a:path>
                      </a:pathLst>
                    </a:custGeom>
                    <a:solidFill>
                      <a:srgbClr val="2C285B"/>
                    </a:solidFill>
                    <a:ln w="9524"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E1FBEABE-2750-4CC2-A0AD-55D1C4DFC9E5}"/>
                        </a:ext>
                      </a:extLst>
                    </p:cNvPr>
                    <p:cNvSpPr/>
                    <p:nvPr/>
                  </p:nvSpPr>
                  <p:spPr>
                    <a:xfrm rot="-1067287">
                      <a:off x="3544176" y="3633995"/>
                      <a:ext cx="50482" cy="7620"/>
                    </a:xfrm>
                    <a:custGeom>
                      <a:avLst/>
                      <a:gdLst>
                        <a:gd name="connsiteX0" fmla="*/ 0 w 50482"/>
                        <a:gd name="connsiteY0" fmla="*/ 0 h 7620"/>
                        <a:gd name="connsiteX1" fmla="*/ 50483 w 50482"/>
                        <a:gd name="connsiteY1" fmla="*/ 0 h 7620"/>
                        <a:gd name="connsiteX2" fmla="*/ 50483 w 50482"/>
                        <a:gd name="connsiteY2" fmla="*/ 7620 h 7620"/>
                        <a:gd name="connsiteX3" fmla="*/ 0 w 50482"/>
                        <a:gd name="connsiteY3" fmla="*/ 7620 h 7620"/>
                      </a:gdLst>
                      <a:ahLst/>
                      <a:cxnLst>
                        <a:cxn ang="0">
                          <a:pos x="connsiteX0" y="connsiteY0"/>
                        </a:cxn>
                        <a:cxn ang="0">
                          <a:pos x="connsiteX1" y="connsiteY1"/>
                        </a:cxn>
                        <a:cxn ang="0">
                          <a:pos x="connsiteX2" y="connsiteY2"/>
                        </a:cxn>
                        <a:cxn ang="0">
                          <a:pos x="connsiteX3" y="connsiteY3"/>
                        </a:cxn>
                      </a:cxnLst>
                      <a:rect l="l" t="t" r="r" b="b"/>
                      <a:pathLst>
                        <a:path w="50482" h="7620">
                          <a:moveTo>
                            <a:pt x="0" y="0"/>
                          </a:moveTo>
                          <a:lnTo>
                            <a:pt x="50483" y="0"/>
                          </a:lnTo>
                          <a:lnTo>
                            <a:pt x="50483" y="7620"/>
                          </a:lnTo>
                          <a:lnTo>
                            <a:pt x="0" y="7620"/>
                          </a:lnTo>
                          <a:close/>
                        </a:path>
                      </a:pathLst>
                    </a:custGeom>
                    <a:solidFill>
                      <a:srgbClr val="2C285B"/>
                    </a:solid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945B5F73-5E79-49BE-8877-4239C0C2D5BA}"/>
                        </a:ext>
                      </a:extLst>
                    </p:cNvPr>
                    <p:cNvSpPr/>
                    <p:nvPr/>
                  </p:nvSpPr>
                  <p:spPr>
                    <a:xfrm rot="-1066959">
                      <a:off x="3553715" y="3663608"/>
                      <a:ext cx="50481" cy="7619"/>
                    </a:xfrm>
                    <a:custGeom>
                      <a:avLst/>
                      <a:gdLst>
                        <a:gd name="connsiteX0" fmla="*/ 0 w 50481"/>
                        <a:gd name="connsiteY0" fmla="*/ 0 h 7619"/>
                        <a:gd name="connsiteX1" fmla="*/ 50481 w 50481"/>
                        <a:gd name="connsiteY1" fmla="*/ 0 h 7619"/>
                        <a:gd name="connsiteX2" fmla="*/ 50481 w 50481"/>
                        <a:gd name="connsiteY2" fmla="*/ 7620 h 7619"/>
                        <a:gd name="connsiteX3" fmla="*/ 0 w 50481"/>
                        <a:gd name="connsiteY3" fmla="*/ 7620 h 7619"/>
                      </a:gdLst>
                      <a:ahLst/>
                      <a:cxnLst>
                        <a:cxn ang="0">
                          <a:pos x="connsiteX0" y="connsiteY0"/>
                        </a:cxn>
                        <a:cxn ang="0">
                          <a:pos x="connsiteX1" y="connsiteY1"/>
                        </a:cxn>
                        <a:cxn ang="0">
                          <a:pos x="connsiteX2" y="connsiteY2"/>
                        </a:cxn>
                        <a:cxn ang="0">
                          <a:pos x="connsiteX3" y="connsiteY3"/>
                        </a:cxn>
                      </a:cxnLst>
                      <a:rect l="l" t="t" r="r" b="b"/>
                      <a:pathLst>
                        <a:path w="50481" h="7619">
                          <a:moveTo>
                            <a:pt x="0" y="0"/>
                          </a:moveTo>
                          <a:lnTo>
                            <a:pt x="50481" y="0"/>
                          </a:lnTo>
                          <a:lnTo>
                            <a:pt x="50481" y="7620"/>
                          </a:lnTo>
                          <a:lnTo>
                            <a:pt x="0" y="7620"/>
                          </a:lnTo>
                          <a:close/>
                        </a:path>
                      </a:pathLst>
                    </a:custGeom>
                    <a:solidFill>
                      <a:srgbClr val="2C285B"/>
                    </a:solid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24541A62-0432-43F1-8F55-0266B7788E9D}"/>
                        </a:ext>
                      </a:extLst>
                    </p:cNvPr>
                    <p:cNvSpPr/>
                    <p:nvPr/>
                  </p:nvSpPr>
                  <p:spPr>
                    <a:xfrm rot="-1066200">
                      <a:off x="3562350" y="3689372"/>
                      <a:ext cx="73343" cy="7620"/>
                    </a:xfrm>
                    <a:custGeom>
                      <a:avLst/>
                      <a:gdLst>
                        <a:gd name="connsiteX0" fmla="*/ 0 w 73343"/>
                        <a:gd name="connsiteY0" fmla="*/ 0 h 7620"/>
                        <a:gd name="connsiteX1" fmla="*/ 73344 w 73343"/>
                        <a:gd name="connsiteY1" fmla="*/ 0 h 7620"/>
                        <a:gd name="connsiteX2" fmla="*/ 73344 w 73343"/>
                        <a:gd name="connsiteY2" fmla="*/ 7620 h 7620"/>
                        <a:gd name="connsiteX3" fmla="*/ 0 w 73343"/>
                        <a:gd name="connsiteY3" fmla="*/ 7620 h 7620"/>
                      </a:gdLst>
                      <a:ahLst/>
                      <a:cxnLst>
                        <a:cxn ang="0">
                          <a:pos x="connsiteX0" y="connsiteY0"/>
                        </a:cxn>
                        <a:cxn ang="0">
                          <a:pos x="connsiteX1" y="connsiteY1"/>
                        </a:cxn>
                        <a:cxn ang="0">
                          <a:pos x="connsiteX2" y="connsiteY2"/>
                        </a:cxn>
                        <a:cxn ang="0">
                          <a:pos x="connsiteX3" y="connsiteY3"/>
                        </a:cxn>
                      </a:cxnLst>
                      <a:rect l="l" t="t" r="r" b="b"/>
                      <a:pathLst>
                        <a:path w="73343" h="7620">
                          <a:moveTo>
                            <a:pt x="0" y="0"/>
                          </a:moveTo>
                          <a:lnTo>
                            <a:pt x="73344" y="0"/>
                          </a:lnTo>
                          <a:lnTo>
                            <a:pt x="73344" y="7620"/>
                          </a:lnTo>
                          <a:lnTo>
                            <a:pt x="0" y="7620"/>
                          </a:lnTo>
                          <a:close/>
                        </a:path>
                      </a:pathLst>
                    </a:custGeom>
                    <a:solidFill>
                      <a:srgbClr val="2C285B"/>
                    </a:solid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65B69730-E50B-4ED1-B2C7-E2477AFAC091}"/>
                        </a:ext>
                      </a:extLst>
                    </p:cNvPr>
                    <p:cNvSpPr/>
                    <p:nvPr/>
                  </p:nvSpPr>
                  <p:spPr>
                    <a:xfrm rot="-1066632">
                      <a:off x="3582208" y="3753100"/>
                      <a:ext cx="50479" cy="7619"/>
                    </a:xfrm>
                    <a:custGeom>
                      <a:avLst/>
                      <a:gdLst>
                        <a:gd name="connsiteX0" fmla="*/ 0 w 50479"/>
                        <a:gd name="connsiteY0" fmla="*/ 0 h 7619"/>
                        <a:gd name="connsiteX1" fmla="*/ 50480 w 50479"/>
                        <a:gd name="connsiteY1" fmla="*/ 0 h 7619"/>
                        <a:gd name="connsiteX2" fmla="*/ 50480 w 50479"/>
                        <a:gd name="connsiteY2" fmla="*/ 7620 h 7619"/>
                        <a:gd name="connsiteX3" fmla="*/ 0 w 50479"/>
                        <a:gd name="connsiteY3" fmla="*/ 7620 h 7619"/>
                      </a:gdLst>
                      <a:ahLst/>
                      <a:cxnLst>
                        <a:cxn ang="0">
                          <a:pos x="connsiteX0" y="connsiteY0"/>
                        </a:cxn>
                        <a:cxn ang="0">
                          <a:pos x="connsiteX1" y="connsiteY1"/>
                        </a:cxn>
                        <a:cxn ang="0">
                          <a:pos x="connsiteX2" y="connsiteY2"/>
                        </a:cxn>
                        <a:cxn ang="0">
                          <a:pos x="connsiteX3" y="connsiteY3"/>
                        </a:cxn>
                      </a:cxnLst>
                      <a:rect l="l" t="t" r="r" b="b"/>
                      <a:pathLst>
                        <a:path w="50479" h="7619">
                          <a:moveTo>
                            <a:pt x="0" y="0"/>
                          </a:moveTo>
                          <a:lnTo>
                            <a:pt x="50480" y="0"/>
                          </a:lnTo>
                          <a:lnTo>
                            <a:pt x="50480" y="7620"/>
                          </a:lnTo>
                          <a:lnTo>
                            <a:pt x="0" y="7620"/>
                          </a:lnTo>
                          <a:close/>
                        </a:path>
                      </a:pathLst>
                    </a:custGeom>
                    <a:solidFill>
                      <a:srgbClr val="2C285B"/>
                    </a:solidFill>
                    <a:ln w="9524"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ED8E0D40-DF2B-4729-BA53-88B80045A512}"/>
                        </a:ext>
                      </a:extLst>
                    </p:cNvPr>
                    <p:cNvSpPr/>
                    <p:nvPr/>
                  </p:nvSpPr>
                  <p:spPr>
                    <a:xfrm rot="-1066959">
                      <a:off x="3572774" y="3724725"/>
                      <a:ext cx="50481" cy="7619"/>
                    </a:xfrm>
                    <a:custGeom>
                      <a:avLst/>
                      <a:gdLst>
                        <a:gd name="connsiteX0" fmla="*/ 0 w 50481"/>
                        <a:gd name="connsiteY0" fmla="*/ 0 h 7619"/>
                        <a:gd name="connsiteX1" fmla="*/ 50481 w 50481"/>
                        <a:gd name="connsiteY1" fmla="*/ 0 h 7619"/>
                        <a:gd name="connsiteX2" fmla="*/ 50481 w 50481"/>
                        <a:gd name="connsiteY2" fmla="*/ 7620 h 7619"/>
                        <a:gd name="connsiteX3" fmla="*/ 0 w 50481"/>
                        <a:gd name="connsiteY3" fmla="*/ 7620 h 7619"/>
                      </a:gdLst>
                      <a:ahLst/>
                      <a:cxnLst>
                        <a:cxn ang="0">
                          <a:pos x="connsiteX0" y="connsiteY0"/>
                        </a:cxn>
                        <a:cxn ang="0">
                          <a:pos x="connsiteX1" y="connsiteY1"/>
                        </a:cxn>
                        <a:cxn ang="0">
                          <a:pos x="connsiteX2" y="connsiteY2"/>
                        </a:cxn>
                        <a:cxn ang="0">
                          <a:pos x="connsiteX3" y="connsiteY3"/>
                        </a:cxn>
                      </a:cxnLst>
                      <a:rect l="l" t="t" r="r" b="b"/>
                      <a:pathLst>
                        <a:path w="50481" h="7619">
                          <a:moveTo>
                            <a:pt x="0" y="0"/>
                          </a:moveTo>
                          <a:lnTo>
                            <a:pt x="50481" y="0"/>
                          </a:lnTo>
                          <a:lnTo>
                            <a:pt x="50481" y="7620"/>
                          </a:lnTo>
                          <a:lnTo>
                            <a:pt x="0" y="7620"/>
                          </a:lnTo>
                          <a:close/>
                        </a:path>
                      </a:pathLst>
                    </a:custGeom>
                    <a:solidFill>
                      <a:srgbClr val="2C285B"/>
                    </a:solid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D12BA726-72BA-4C10-821B-57DE5D23239F}"/>
                        </a:ext>
                      </a:extLst>
                    </p:cNvPr>
                    <p:cNvSpPr/>
                    <p:nvPr/>
                  </p:nvSpPr>
                  <p:spPr>
                    <a:xfrm rot="-1066200">
                      <a:off x="3591923" y="3782453"/>
                      <a:ext cx="50483" cy="7620"/>
                    </a:xfrm>
                    <a:custGeom>
                      <a:avLst/>
                      <a:gdLst>
                        <a:gd name="connsiteX0" fmla="*/ 0 w 50483"/>
                        <a:gd name="connsiteY0" fmla="*/ 0 h 7620"/>
                        <a:gd name="connsiteX1" fmla="*/ 50483 w 50483"/>
                        <a:gd name="connsiteY1" fmla="*/ 0 h 7620"/>
                        <a:gd name="connsiteX2" fmla="*/ 50483 w 50483"/>
                        <a:gd name="connsiteY2" fmla="*/ 7620 h 7620"/>
                        <a:gd name="connsiteX3" fmla="*/ 0 w 50483"/>
                        <a:gd name="connsiteY3" fmla="*/ 7620 h 7620"/>
                      </a:gdLst>
                      <a:ahLst/>
                      <a:cxnLst>
                        <a:cxn ang="0">
                          <a:pos x="connsiteX0" y="connsiteY0"/>
                        </a:cxn>
                        <a:cxn ang="0">
                          <a:pos x="connsiteX1" y="connsiteY1"/>
                        </a:cxn>
                        <a:cxn ang="0">
                          <a:pos x="connsiteX2" y="connsiteY2"/>
                        </a:cxn>
                        <a:cxn ang="0">
                          <a:pos x="connsiteX3" y="connsiteY3"/>
                        </a:cxn>
                      </a:cxnLst>
                      <a:rect l="l" t="t" r="r" b="b"/>
                      <a:pathLst>
                        <a:path w="50483" h="7620">
                          <a:moveTo>
                            <a:pt x="0" y="0"/>
                          </a:moveTo>
                          <a:lnTo>
                            <a:pt x="50483" y="0"/>
                          </a:lnTo>
                          <a:lnTo>
                            <a:pt x="50483" y="7620"/>
                          </a:lnTo>
                          <a:lnTo>
                            <a:pt x="0" y="7620"/>
                          </a:lnTo>
                          <a:close/>
                        </a:path>
                      </a:pathLst>
                    </a:custGeom>
                    <a:solidFill>
                      <a:srgbClr val="2C285B"/>
                    </a:solid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BCF02AE9-7260-45E9-9F85-070C1F1694F4}"/>
                        </a:ext>
                      </a:extLst>
                    </p:cNvPr>
                    <p:cNvSpPr/>
                    <p:nvPr/>
                  </p:nvSpPr>
                  <p:spPr>
                    <a:xfrm rot="-1065872">
                      <a:off x="3600282" y="3811252"/>
                      <a:ext cx="50481" cy="7619"/>
                    </a:xfrm>
                    <a:custGeom>
                      <a:avLst/>
                      <a:gdLst>
                        <a:gd name="connsiteX0" fmla="*/ 0 w 50481"/>
                        <a:gd name="connsiteY0" fmla="*/ 0 h 7619"/>
                        <a:gd name="connsiteX1" fmla="*/ 50482 w 50481"/>
                        <a:gd name="connsiteY1" fmla="*/ 0 h 7619"/>
                        <a:gd name="connsiteX2" fmla="*/ 50482 w 50481"/>
                        <a:gd name="connsiteY2" fmla="*/ 7620 h 7619"/>
                        <a:gd name="connsiteX3" fmla="*/ 0 w 50481"/>
                        <a:gd name="connsiteY3" fmla="*/ 7620 h 7619"/>
                      </a:gdLst>
                      <a:ahLst/>
                      <a:cxnLst>
                        <a:cxn ang="0">
                          <a:pos x="connsiteX0" y="connsiteY0"/>
                        </a:cxn>
                        <a:cxn ang="0">
                          <a:pos x="connsiteX1" y="connsiteY1"/>
                        </a:cxn>
                        <a:cxn ang="0">
                          <a:pos x="connsiteX2" y="connsiteY2"/>
                        </a:cxn>
                        <a:cxn ang="0">
                          <a:pos x="connsiteX3" y="connsiteY3"/>
                        </a:cxn>
                      </a:cxnLst>
                      <a:rect l="l" t="t" r="r" b="b"/>
                      <a:pathLst>
                        <a:path w="50481" h="7619">
                          <a:moveTo>
                            <a:pt x="0" y="0"/>
                          </a:moveTo>
                          <a:lnTo>
                            <a:pt x="50482" y="0"/>
                          </a:lnTo>
                          <a:lnTo>
                            <a:pt x="50482" y="7620"/>
                          </a:lnTo>
                          <a:lnTo>
                            <a:pt x="0" y="7620"/>
                          </a:lnTo>
                          <a:close/>
                        </a:path>
                      </a:pathLst>
                    </a:custGeom>
                    <a:solidFill>
                      <a:srgbClr val="2C285B"/>
                    </a:solid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CF9D3948-393A-4CE2-9A44-3764D3A51D75}"/>
                        </a:ext>
                      </a:extLst>
                    </p:cNvPr>
                    <p:cNvSpPr/>
                    <p:nvPr/>
                  </p:nvSpPr>
                  <p:spPr>
                    <a:xfrm rot="-1066527">
                      <a:off x="3610192" y="3837758"/>
                      <a:ext cx="73345" cy="7620"/>
                    </a:xfrm>
                    <a:custGeom>
                      <a:avLst/>
                      <a:gdLst>
                        <a:gd name="connsiteX0" fmla="*/ 0 w 73345"/>
                        <a:gd name="connsiteY0" fmla="*/ 0 h 7620"/>
                        <a:gd name="connsiteX1" fmla="*/ 73346 w 73345"/>
                        <a:gd name="connsiteY1" fmla="*/ 0 h 7620"/>
                        <a:gd name="connsiteX2" fmla="*/ 73346 w 73345"/>
                        <a:gd name="connsiteY2" fmla="*/ 7620 h 7620"/>
                        <a:gd name="connsiteX3" fmla="*/ 0 w 73345"/>
                        <a:gd name="connsiteY3" fmla="*/ 7620 h 7620"/>
                      </a:gdLst>
                      <a:ahLst/>
                      <a:cxnLst>
                        <a:cxn ang="0">
                          <a:pos x="connsiteX0" y="connsiteY0"/>
                        </a:cxn>
                        <a:cxn ang="0">
                          <a:pos x="connsiteX1" y="connsiteY1"/>
                        </a:cxn>
                        <a:cxn ang="0">
                          <a:pos x="connsiteX2" y="connsiteY2"/>
                        </a:cxn>
                        <a:cxn ang="0">
                          <a:pos x="connsiteX3" y="connsiteY3"/>
                        </a:cxn>
                      </a:cxnLst>
                      <a:rect l="l" t="t" r="r" b="b"/>
                      <a:pathLst>
                        <a:path w="73345" h="7620">
                          <a:moveTo>
                            <a:pt x="0" y="0"/>
                          </a:moveTo>
                          <a:lnTo>
                            <a:pt x="73346" y="0"/>
                          </a:lnTo>
                          <a:lnTo>
                            <a:pt x="73346" y="7620"/>
                          </a:lnTo>
                          <a:lnTo>
                            <a:pt x="0" y="7620"/>
                          </a:lnTo>
                          <a:close/>
                        </a:path>
                      </a:pathLst>
                    </a:custGeom>
                    <a:solidFill>
                      <a:srgbClr val="2C285B"/>
                    </a:solid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0F7BA95E-8698-4411-B430-05777938BE87}"/>
                        </a:ext>
                      </a:extLst>
                    </p:cNvPr>
                    <p:cNvSpPr/>
                    <p:nvPr/>
                  </p:nvSpPr>
                  <p:spPr>
                    <a:xfrm rot="-1066200">
                      <a:off x="3629078" y="3899737"/>
                      <a:ext cx="50483" cy="7620"/>
                    </a:xfrm>
                    <a:custGeom>
                      <a:avLst/>
                      <a:gdLst>
                        <a:gd name="connsiteX0" fmla="*/ 0 w 50483"/>
                        <a:gd name="connsiteY0" fmla="*/ 0 h 7620"/>
                        <a:gd name="connsiteX1" fmla="*/ 50483 w 50483"/>
                        <a:gd name="connsiteY1" fmla="*/ 0 h 7620"/>
                        <a:gd name="connsiteX2" fmla="*/ 50483 w 50483"/>
                        <a:gd name="connsiteY2" fmla="*/ 7620 h 7620"/>
                        <a:gd name="connsiteX3" fmla="*/ 0 w 50483"/>
                        <a:gd name="connsiteY3" fmla="*/ 7620 h 7620"/>
                      </a:gdLst>
                      <a:ahLst/>
                      <a:cxnLst>
                        <a:cxn ang="0">
                          <a:pos x="connsiteX0" y="connsiteY0"/>
                        </a:cxn>
                        <a:cxn ang="0">
                          <a:pos x="connsiteX1" y="connsiteY1"/>
                        </a:cxn>
                        <a:cxn ang="0">
                          <a:pos x="connsiteX2" y="connsiteY2"/>
                        </a:cxn>
                        <a:cxn ang="0">
                          <a:pos x="connsiteX3" y="connsiteY3"/>
                        </a:cxn>
                      </a:cxnLst>
                      <a:rect l="l" t="t" r="r" b="b"/>
                      <a:pathLst>
                        <a:path w="50483" h="7620">
                          <a:moveTo>
                            <a:pt x="0" y="0"/>
                          </a:moveTo>
                          <a:lnTo>
                            <a:pt x="50483" y="0"/>
                          </a:lnTo>
                          <a:lnTo>
                            <a:pt x="50483" y="7620"/>
                          </a:lnTo>
                          <a:lnTo>
                            <a:pt x="0" y="7620"/>
                          </a:lnTo>
                          <a:close/>
                        </a:path>
                      </a:pathLst>
                    </a:custGeom>
                    <a:solidFill>
                      <a:srgbClr val="2C285B"/>
                    </a:solid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A510C1E8-5087-4057-A90D-8EBF176E3D63}"/>
                        </a:ext>
                      </a:extLst>
                    </p:cNvPr>
                    <p:cNvSpPr/>
                    <p:nvPr/>
                  </p:nvSpPr>
                  <p:spPr>
                    <a:xfrm rot="-1065872">
                      <a:off x="3620362" y="3870909"/>
                      <a:ext cx="50481" cy="7619"/>
                    </a:xfrm>
                    <a:custGeom>
                      <a:avLst/>
                      <a:gdLst>
                        <a:gd name="connsiteX0" fmla="*/ 0 w 50481"/>
                        <a:gd name="connsiteY0" fmla="*/ 0 h 7619"/>
                        <a:gd name="connsiteX1" fmla="*/ 50481 w 50481"/>
                        <a:gd name="connsiteY1" fmla="*/ 0 h 7619"/>
                        <a:gd name="connsiteX2" fmla="*/ 50481 w 50481"/>
                        <a:gd name="connsiteY2" fmla="*/ 7620 h 7619"/>
                        <a:gd name="connsiteX3" fmla="*/ 0 w 50481"/>
                        <a:gd name="connsiteY3" fmla="*/ 7620 h 7619"/>
                      </a:gdLst>
                      <a:ahLst/>
                      <a:cxnLst>
                        <a:cxn ang="0">
                          <a:pos x="connsiteX0" y="connsiteY0"/>
                        </a:cxn>
                        <a:cxn ang="0">
                          <a:pos x="connsiteX1" y="connsiteY1"/>
                        </a:cxn>
                        <a:cxn ang="0">
                          <a:pos x="connsiteX2" y="connsiteY2"/>
                        </a:cxn>
                        <a:cxn ang="0">
                          <a:pos x="connsiteX3" y="connsiteY3"/>
                        </a:cxn>
                      </a:cxnLst>
                      <a:rect l="l" t="t" r="r" b="b"/>
                      <a:pathLst>
                        <a:path w="50481" h="7619">
                          <a:moveTo>
                            <a:pt x="0" y="0"/>
                          </a:moveTo>
                          <a:lnTo>
                            <a:pt x="50481" y="0"/>
                          </a:lnTo>
                          <a:lnTo>
                            <a:pt x="50481" y="7620"/>
                          </a:lnTo>
                          <a:lnTo>
                            <a:pt x="0" y="7620"/>
                          </a:lnTo>
                          <a:close/>
                        </a:path>
                      </a:pathLst>
                    </a:custGeom>
                    <a:solidFill>
                      <a:srgbClr val="2C285B"/>
                    </a:solid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0CDD5058-FE9A-4456-B248-C29D43DCE802}"/>
                        </a:ext>
                      </a:extLst>
                    </p:cNvPr>
                    <p:cNvSpPr/>
                    <p:nvPr/>
                  </p:nvSpPr>
                  <p:spPr>
                    <a:xfrm rot="-1066959">
                      <a:off x="3638387" y="3929536"/>
                      <a:ext cx="50481" cy="7619"/>
                    </a:xfrm>
                    <a:custGeom>
                      <a:avLst/>
                      <a:gdLst>
                        <a:gd name="connsiteX0" fmla="*/ 0 w 50481"/>
                        <a:gd name="connsiteY0" fmla="*/ 0 h 7619"/>
                        <a:gd name="connsiteX1" fmla="*/ 50481 w 50481"/>
                        <a:gd name="connsiteY1" fmla="*/ 0 h 7619"/>
                        <a:gd name="connsiteX2" fmla="*/ 50481 w 50481"/>
                        <a:gd name="connsiteY2" fmla="*/ 7620 h 7619"/>
                        <a:gd name="connsiteX3" fmla="*/ 0 w 50481"/>
                        <a:gd name="connsiteY3" fmla="*/ 7620 h 7619"/>
                      </a:gdLst>
                      <a:ahLst/>
                      <a:cxnLst>
                        <a:cxn ang="0">
                          <a:pos x="connsiteX0" y="connsiteY0"/>
                        </a:cxn>
                        <a:cxn ang="0">
                          <a:pos x="connsiteX1" y="connsiteY1"/>
                        </a:cxn>
                        <a:cxn ang="0">
                          <a:pos x="connsiteX2" y="connsiteY2"/>
                        </a:cxn>
                        <a:cxn ang="0">
                          <a:pos x="connsiteX3" y="connsiteY3"/>
                        </a:cxn>
                      </a:cxnLst>
                      <a:rect l="l" t="t" r="r" b="b"/>
                      <a:pathLst>
                        <a:path w="50481" h="7619">
                          <a:moveTo>
                            <a:pt x="0" y="0"/>
                          </a:moveTo>
                          <a:lnTo>
                            <a:pt x="50481" y="0"/>
                          </a:lnTo>
                          <a:lnTo>
                            <a:pt x="50481" y="7620"/>
                          </a:lnTo>
                          <a:lnTo>
                            <a:pt x="0" y="7620"/>
                          </a:lnTo>
                          <a:close/>
                        </a:path>
                      </a:pathLst>
                    </a:custGeom>
                    <a:solidFill>
                      <a:srgbClr val="2C285B"/>
                    </a:solid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627C3E78-6FA4-4D2A-8DFF-3BB8620E6A91}"/>
                        </a:ext>
                      </a:extLst>
                    </p:cNvPr>
                    <p:cNvSpPr/>
                    <p:nvPr/>
                  </p:nvSpPr>
                  <p:spPr>
                    <a:xfrm rot="-1065872">
                      <a:off x="3648082" y="3958826"/>
                      <a:ext cx="50481" cy="7619"/>
                    </a:xfrm>
                    <a:custGeom>
                      <a:avLst/>
                      <a:gdLst>
                        <a:gd name="connsiteX0" fmla="*/ 0 w 50481"/>
                        <a:gd name="connsiteY0" fmla="*/ 0 h 7619"/>
                        <a:gd name="connsiteX1" fmla="*/ 50482 w 50481"/>
                        <a:gd name="connsiteY1" fmla="*/ 0 h 7619"/>
                        <a:gd name="connsiteX2" fmla="*/ 50482 w 50481"/>
                        <a:gd name="connsiteY2" fmla="*/ 7620 h 7619"/>
                        <a:gd name="connsiteX3" fmla="*/ 0 w 50481"/>
                        <a:gd name="connsiteY3" fmla="*/ 7620 h 7619"/>
                      </a:gdLst>
                      <a:ahLst/>
                      <a:cxnLst>
                        <a:cxn ang="0">
                          <a:pos x="connsiteX0" y="connsiteY0"/>
                        </a:cxn>
                        <a:cxn ang="0">
                          <a:pos x="connsiteX1" y="connsiteY1"/>
                        </a:cxn>
                        <a:cxn ang="0">
                          <a:pos x="connsiteX2" y="connsiteY2"/>
                        </a:cxn>
                        <a:cxn ang="0">
                          <a:pos x="connsiteX3" y="connsiteY3"/>
                        </a:cxn>
                      </a:cxnLst>
                      <a:rect l="l" t="t" r="r" b="b"/>
                      <a:pathLst>
                        <a:path w="50481" h="7619">
                          <a:moveTo>
                            <a:pt x="0" y="0"/>
                          </a:moveTo>
                          <a:lnTo>
                            <a:pt x="50482" y="0"/>
                          </a:lnTo>
                          <a:lnTo>
                            <a:pt x="50482" y="7620"/>
                          </a:lnTo>
                          <a:lnTo>
                            <a:pt x="0" y="7620"/>
                          </a:lnTo>
                          <a:close/>
                        </a:path>
                      </a:pathLst>
                    </a:custGeom>
                    <a:solidFill>
                      <a:srgbClr val="2C285B"/>
                    </a:solid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FE4E6F5E-9A95-4CDB-B911-3C96D7DCC181}"/>
                        </a:ext>
                      </a:extLst>
                    </p:cNvPr>
                    <p:cNvSpPr/>
                    <p:nvPr/>
                  </p:nvSpPr>
                  <p:spPr>
                    <a:xfrm rot="-1066527">
                      <a:off x="3656832" y="3984529"/>
                      <a:ext cx="73345" cy="7620"/>
                    </a:xfrm>
                    <a:custGeom>
                      <a:avLst/>
                      <a:gdLst>
                        <a:gd name="connsiteX0" fmla="*/ 0 w 73345"/>
                        <a:gd name="connsiteY0" fmla="*/ 0 h 7620"/>
                        <a:gd name="connsiteX1" fmla="*/ 73346 w 73345"/>
                        <a:gd name="connsiteY1" fmla="*/ 0 h 7620"/>
                        <a:gd name="connsiteX2" fmla="*/ 73346 w 73345"/>
                        <a:gd name="connsiteY2" fmla="*/ 7620 h 7620"/>
                        <a:gd name="connsiteX3" fmla="*/ 0 w 73345"/>
                        <a:gd name="connsiteY3" fmla="*/ 7620 h 7620"/>
                      </a:gdLst>
                      <a:ahLst/>
                      <a:cxnLst>
                        <a:cxn ang="0">
                          <a:pos x="connsiteX0" y="connsiteY0"/>
                        </a:cxn>
                        <a:cxn ang="0">
                          <a:pos x="connsiteX1" y="connsiteY1"/>
                        </a:cxn>
                        <a:cxn ang="0">
                          <a:pos x="connsiteX2" y="connsiteY2"/>
                        </a:cxn>
                        <a:cxn ang="0">
                          <a:pos x="connsiteX3" y="connsiteY3"/>
                        </a:cxn>
                      </a:cxnLst>
                      <a:rect l="l" t="t" r="r" b="b"/>
                      <a:pathLst>
                        <a:path w="73345" h="7620">
                          <a:moveTo>
                            <a:pt x="0" y="0"/>
                          </a:moveTo>
                          <a:lnTo>
                            <a:pt x="73346" y="0"/>
                          </a:lnTo>
                          <a:lnTo>
                            <a:pt x="73346" y="7620"/>
                          </a:lnTo>
                          <a:lnTo>
                            <a:pt x="0" y="7620"/>
                          </a:lnTo>
                          <a:close/>
                        </a:path>
                      </a:pathLst>
                    </a:custGeom>
                    <a:solidFill>
                      <a:srgbClr val="2C285B"/>
                    </a:solid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FD8433A3-85FB-4C73-88A1-5B0D7A7BEB24}"/>
                        </a:ext>
                      </a:extLst>
                    </p:cNvPr>
                    <p:cNvSpPr/>
                    <p:nvPr/>
                  </p:nvSpPr>
                  <p:spPr>
                    <a:xfrm rot="-1065872">
                      <a:off x="3676670" y="4048392"/>
                      <a:ext cx="50481" cy="7619"/>
                    </a:xfrm>
                    <a:custGeom>
                      <a:avLst/>
                      <a:gdLst>
                        <a:gd name="connsiteX0" fmla="*/ 0 w 50481"/>
                        <a:gd name="connsiteY0" fmla="*/ 0 h 7619"/>
                        <a:gd name="connsiteX1" fmla="*/ 50482 w 50481"/>
                        <a:gd name="connsiteY1" fmla="*/ 0 h 7619"/>
                        <a:gd name="connsiteX2" fmla="*/ 50482 w 50481"/>
                        <a:gd name="connsiteY2" fmla="*/ 7620 h 7619"/>
                        <a:gd name="connsiteX3" fmla="*/ 0 w 50481"/>
                        <a:gd name="connsiteY3" fmla="*/ 7620 h 7619"/>
                      </a:gdLst>
                      <a:ahLst/>
                      <a:cxnLst>
                        <a:cxn ang="0">
                          <a:pos x="connsiteX0" y="connsiteY0"/>
                        </a:cxn>
                        <a:cxn ang="0">
                          <a:pos x="connsiteX1" y="connsiteY1"/>
                        </a:cxn>
                        <a:cxn ang="0">
                          <a:pos x="connsiteX2" y="connsiteY2"/>
                        </a:cxn>
                        <a:cxn ang="0">
                          <a:pos x="connsiteX3" y="connsiteY3"/>
                        </a:cxn>
                      </a:cxnLst>
                      <a:rect l="l" t="t" r="r" b="b"/>
                      <a:pathLst>
                        <a:path w="50481" h="7619">
                          <a:moveTo>
                            <a:pt x="0" y="0"/>
                          </a:moveTo>
                          <a:lnTo>
                            <a:pt x="50482" y="0"/>
                          </a:lnTo>
                          <a:lnTo>
                            <a:pt x="50482" y="7620"/>
                          </a:lnTo>
                          <a:lnTo>
                            <a:pt x="0" y="7620"/>
                          </a:lnTo>
                          <a:close/>
                        </a:path>
                      </a:pathLst>
                    </a:custGeom>
                    <a:solidFill>
                      <a:srgbClr val="2C285B"/>
                    </a:solid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676A9E3B-9CAB-40A5-A6FE-58887B095A6F}"/>
                        </a:ext>
                      </a:extLst>
                    </p:cNvPr>
                    <p:cNvSpPr/>
                    <p:nvPr/>
                  </p:nvSpPr>
                  <p:spPr>
                    <a:xfrm rot="-1066200">
                      <a:off x="3667276" y="4019807"/>
                      <a:ext cx="50483" cy="7620"/>
                    </a:xfrm>
                    <a:custGeom>
                      <a:avLst/>
                      <a:gdLst>
                        <a:gd name="connsiteX0" fmla="*/ 0 w 50483"/>
                        <a:gd name="connsiteY0" fmla="*/ 0 h 7620"/>
                        <a:gd name="connsiteX1" fmla="*/ 50483 w 50483"/>
                        <a:gd name="connsiteY1" fmla="*/ 0 h 7620"/>
                        <a:gd name="connsiteX2" fmla="*/ 50483 w 50483"/>
                        <a:gd name="connsiteY2" fmla="*/ 7620 h 7620"/>
                        <a:gd name="connsiteX3" fmla="*/ 0 w 50483"/>
                        <a:gd name="connsiteY3" fmla="*/ 7620 h 7620"/>
                      </a:gdLst>
                      <a:ahLst/>
                      <a:cxnLst>
                        <a:cxn ang="0">
                          <a:pos x="connsiteX0" y="connsiteY0"/>
                        </a:cxn>
                        <a:cxn ang="0">
                          <a:pos x="connsiteX1" y="connsiteY1"/>
                        </a:cxn>
                        <a:cxn ang="0">
                          <a:pos x="connsiteX2" y="connsiteY2"/>
                        </a:cxn>
                        <a:cxn ang="0">
                          <a:pos x="connsiteX3" y="connsiteY3"/>
                        </a:cxn>
                      </a:cxnLst>
                      <a:rect l="l" t="t" r="r" b="b"/>
                      <a:pathLst>
                        <a:path w="50483" h="7620">
                          <a:moveTo>
                            <a:pt x="0" y="0"/>
                          </a:moveTo>
                          <a:lnTo>
                            <a:pt x="50483" y="0"/>
                          </a:lnTo>
                          <a:lnTo>
                            <a:pt x="50483" y="7620"/>
                          </a:lnTo>
                          <a:lnTo>
                            <a:pt x="0" y="7620"/>
                          </a:lnTo>
                          <a:close/>
                        </a:path>
                      </a:pathLst>
                    </a:custGeom>
                    <a:solidFill>
                      <a:srgbClr val="2C285B"/>
                    </a:solid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617F78F2-0D6E-40E4-9767-F52649819AE3}"/>
                        </a:ext>
                      </a:extLst>
                    </p:cNvPr>
                    <p:cNvSpPr/>
                    <p:nvPr/>
                  </p:nvSpPr>
                  <p:spPr>
                    <a:xfrm rot="-1068046">
                      <a:off x="3686093" y="4078049"/>
                      <a:ext cx="50481" cy="7619"/>
                    </a:xfrm>
                    <a:custGeom>
                      <a:avLst/>
                      <a:gdLst>
                        <a:gd name="connsiteX0" fmla="*/ 0 w 50481"/>
                        <a:gd name="connsiteY0" fmla="*/ 0 h 7619"/>
                        <a:gd name="connsiteX1" fmla="*/ 50481 w 50481"/>
                        <a:gd name="connsiteY1" fmla="*/ 0 h 7619"/>
                        <a:gd name="connsiteX2" fmla="*/ 50481 w 50481"/>
                        <a:gd name="connsiteY2" fmla="*/ 7620 h 7619"/>
                        <a:gd name="connsiteX3" fmla="*/ 0 w 50481"/>
                        <a:gd name="connsiteY3" fmla="*/ 7620 h 7619"/>
                      </a:gdLst>
                      <a:ahLst/>
                      <a:cxnLst>
                        <a:cxn ang="0">
                          <a:pos x="connsiteX0" y="connsiteY0"/>
                        </a:cxn>
                        <a:cxn ang="0">
                          <a:pos x="connsiteX1" y="connsiteY1"/>
                        </a:cxn>
                        <a:cxn ang="0">
                          <a:pos x="connsiteX2" y="connsiteY2"/>
                        </a:cxn>
                        <a:cxn ang="0">
                          <a:pos x="connsiteX3" y="connsiteY3"/>
                        </a:cxn>
                      </a:cxnLst>
                      <a:rect l="l" t="t" r="r" b="b"/>
                      <a:pathLst>
                        <a:path w="50481" h="7619">
                          <a:moveTo>
                            <a:pt x="0" y="0"/>
                          </a:moveTo>
                          <a:lnTo>
                            <a:pt x="50481" y="0"/>
                          </a:lnTo>
                          <a:lnTo>
                            <a:pt x="50481" y="7620"/>
                          </a:lnTo>
                          <a:lnTo>
                            <a:pt x="0" y="7620"/>
                          </a:lnTo>
                          <a:close/>
                        </a:path>
                      </a:pathLst>
                    </a:custGeom>
                    <a:solidFill>
                      <a:srgbClr val="2C285B"/>
                    </a:solid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12EC8D1B-4CE9-4154-8B83-77690DEFB232}"/>
                        </a:ext>
                      </a:extLst>
                    </p:cNvPr>
                    <p:cNvSpPr/>
                    <p:nvPr/>
                  </p:nvSpPr>
                  <p:spPr>
                    <a:xfrm rot="-1064785">
                      <a:off x="3695550" y="4106365"/>
                      <a:ext cx="50481" cy="7619"/>
                    </a:xfrm>
                    <a:custGeom>
                      <a:avLst/>
                      <a:gdLst>
                        <a:gd name="connsiteX0" fmla="*/ 0 w 50481"/>
                        <a:gd name="connsiteY0" fmla="*/ 0 h 7619"/>
                        <a:gd name="connsiteX1" fmla="*/ 50482 w 50481"/>
                        <a:gd name="connsiteY1" fmla="*/ 0 h 7619"/>
                        <a:gd name="connsiteX2" fmla="*/ 50482 w 50481"/>
                        <a:gd name="connsiteY2" fmla="*/ 7620 h 7619"/>
                        <a:gd name="connsiteX3" fmla="*/ 0 w 50481"/>
                        <a:gd name="connsiteY3" fmla="*/ 7620 h 7619"/>
                      </a:gdLst>
                      <a:ahLst/>
                      <a:cxnLst>
                        <a:cxn ang="0">
                          <a:pos x="connsiteX0" y="connsiteY0"/>
                        </a:cxn>
                        <a:cxn ang="0">
                          <a:pos x="connsiteX1" y="connsiteY1"/>
                        </a:cxn>
                        <a:cxn ang="0">
                          <a:pos x="connsiteX2" y="connsiteY2"/>
                        </a:cxn>
                        <a:cxn ang="0">
                          <a:pos x="connsiteX3" y="connsiteY3"/>
                        </a:cxn>
                      </a:cxnLst>
                      <a:rect l="l" t="t" r="r" b="b"/>
                      <a:pathLst>
                        <a:path w="50481" h="7619">
                          <a:moveTo>
                            <a:pt x="0" y="0"/>
                          </a:moveTo>
                          <a:lnTo>
                            <a:pt x="50482" y="0"/>
                          </a:lnTo>
                          <a:lnTo>
                            <a:pt x="50482" y="7620"/>
                          </a:lnTo>
                          <a:lnTo>
                            <a:pt x="0" y="7620"/>
                          </a:lnTo>
                          <a:close/>
                        </a:path>
                      </a:pathLst>
                    </a:custGeom>
                    <a:solidFill>
                      <a:srgbClr val="2C285B"/>
                    </a:solid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5D890187-82DD-4CE8-B14E-756F5C925DC7}"/>
                        </a:ext>
                      </a:extLst>
                    </p:cNvPr>
                    <p:cNvSpPr/>
                    <p:nvPr/>
                  </p:nvSpPr>
                  <p:spPr>
                    <a:xfrm rot="-1066200">
                      <a:off x="3704109" y="4132403"/>
                      <a:ext cx="73343" cy="7620"/>
                    </a:xfrm>
                    <a:custGeom>
                      <a:avLst/>
                      <a:gdLst>
                        <a:gd name="connsiteX0" fmla="*/ 0 w 73343"/>
                        <a:gd name="connsiteY0" fmla="*/ 0 h 7620"/>
                        <a:gd name="connsiteX1" fmla="*/ 73343 w 73343"/>
                        <a:gd name="connsiteY1" fmla="*/ 0 h 7620"/>
                        <a:gd name="connsiteX2" fmla="*/ 73343 w 73343"/>
                        <a:gd name="connsiteY2" fmla="*/ 7620 h 7620"/>
                        <a:gd name="connsiteX3" fmla="*/ 0 w 73343"/>
                        <a:gd name="connsiteY3" fmla="*/ 7620 h 7620"/>
                      </a:gdLst>
                      <a:ahLst/>
                      <a:cxnLst>
                        <a:cxn ang="0">
                          <a:pos x="connsiteX0" y="connsiteY0"/>
                        </a:cxn>
                        <a:cxn ang="0">
                          <a:pos x="connsiteX1" y="connsiteY1"/>
                        </a:cxn>
                        <a:cxn ang="0">
                          <a:pos x="connsiteX2" y="connsiteY2"/>
                        </a:cxn>
                        <a:cxn ang="0">
                          <a:pos x="connsiteX3" y="connsiteY3"/>
                        </a:cxn>
                      </a:cxnLst>
                      <a:rect l="l" t="t" r="r" b="b"/>
                      <a:pathLst>
                        <a:path w="73343" h="7620">
                          <a:moveTo>
                            <a:pt x="0" y="0"/>
                          </a:moveTo>
                          <a:lnTo>
                            <a:pt x="73343" y="0"/>
                          </a:lnTo>
                          <a:lnTo>
                            <a:pt x="73343" y="7620"/>
                          </a:lnTo>
                          <a:lnTo>
                            <a:pt x="0" y="7620"/>
                          </a:lnTo>
                          <a:close/>
                        </a:path>
                      </a:pathLst>
                    </a:custGeom>
                    <a:solidFill>
                      <a:srgbClr val="2C285B"/>
                    </a:solid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DB2D7A06-7B3C-4398-BFA2-5810C9C41353}"/>
                        </a:ext>
                      </a:extLst>
                    </p:cNvPr>
                    <p:cNvSpPr/>
                    <p:nvPr/>
                  </p:nvSpPr>
                  <p:spPr>
                    <a:xfrm rot="9733041">
                      <a:off x="3672477" y="2919947"/>
                      <a:ext cx="7619" cy="1350613"/>
                    </a:xfrm>
                    <a:custGeom>
                      <a:avLst/>
                      <a:gdLst>
                        <a:gd name="connsiteX0" fmla="*/ 0 w 7619"/>
                        <a:gd name="connsiteY0" fmla="*/ 0 h 1350613"/>
                        <a:gd name="connsiteX1" fmla="*/ 7620 w 7619"/>
                        <a:gd name="connsiteY1" fmla="*/ 0 h 1350613"/>
                        <a:gd name="connsiteX2" fmla="*/ 7620 w 7619"/>
                        <a:gd name="connsiteY2" fmla="*/ 1350614 h 1350613"/>
                        <a:gd name="connsiteX3" fmla="*/ 0 w 7619"/>
                        <a:gd name="connsiteY3" fmla="*/ 1350614 h 1350613"/>
                      </a:gdLst>
                      <a:ahLst/>
                      <a:cxnLst>
                        <a:cxn ang="0">
                          <a:pos x="connsiteX0" y="connsiteY0"/>
                        </a:cxn>
                        <a:cxn ang="0">
                          <a:pos x="connsiteX1" y="connsiteY1"/>
                        </a:cxn>
                        <a:cxn ang="0">
                          <a:pos x="connsiteX2" y="connsiteY2"/>
                        </a:cxn>
                        <a:cxn ang="0">
                          <a:pos x="connsiteX3" y="connsiteY3"/>
                        </a:cxn>
                      </a:cxnLst>
                      <a:rect l="l" t="t" r="r" b="b"/>
                      <a:pathLst>
                        <a:path w="7619" h="1350613">
                          <a:moveTo>
                            <a:pt x="0" y="0"/>
                          </a:moveTo>
                          <a:lnTo>
                            <a:pt x="7620" y="0"/>
                          </a:lnTo>
                          <a:lnTo>
                            <a:pt x="7620" y="1350614"/>
                          </a:lnTo>
                          <a:lnTo>
                            <a:pt x="0" y="1350614"/>
                          </a:lnTo>
                          <a:close/>
                        </a:path>
                      </a:pathLst>
                    </a:custGeom>
                    <a:solidFill>
                      <a:schemeClr val="tx2"/>
                    </a:solidFill>
                    <a:ln w="9525" cap="flat">
                      <a:noFill/>
                      <a:prstDash val="solid"/>
                      <a:miter/>
                    </a:ln>
                  </p:spPr>
                  <p:txBody>
                    <a:bodyPr rtlCol="0" anchor="ctr"/>
                    <a:lstStyle/>
                    <a:p>
                      <a:endParaRPr lang="en-US"/>
                    </a:p>
                  </p:txBody>
                </p:sp>
              </p:grpSp>
              <p:grpSp>
                <p:nvGrpSpPr>
                  <p:cNvPr id="280" name="Graphic 3">
                    <a:extLst>
                      <a:ext uri="{FF2B5EF4-FFF2-40B4-BE49-F238E27FC236}">
                        <a16:creationId xmlns:a16="http://schemas.microsoft.com/office/drawing/2014/main" id="{17691905-6792-487B-9965-7957746DB144}"/>
                      </a:ext>
                    </a:extLst>
                  </p:cNvPr>
                  <p:cNvGrpSpPr/>
                  <p:nvPr/>
                </p:nvGrpSpPr>
                <p:grpSpPr>
                  <a:xfrm>
                    <a:off x="3776691" y="2726368"/>
                    <a:ext cx="131445" cy="1100137"/>
                    <a:chOff x="3776691" y="2726368"/>
                    <a:chExt cx="131445" cy="1100137"/>
                  </a:xfrm>
                </p:grpSpPr>
                <p:sp>
                  <p:nvSpPr>
                    <p:cNvPr id="281" name="Freeform: Shape 280">
                      <a:extLst>
                        <a:ext uri="{FF2B5EF4-FFF2-40B4-BE49-F238E27FC236}">
                          <a16:creationId xmlns:a16="http://schemas.microsoft.com/office/drawing/2014/main" id="{4BBFCDD5-B3C2-46D3-945F-161D1CCF46A5}"/>
                        </a:ext>
                      </a:extLst>
                    </p:cNvPr>
                    <p:cNvSpPr/>
                    <p:nvPr/>
                  </p:nvSpPr>
                  <p:spPr>
                    <a:xfrm>
                      <a:off x="3776691" y="2893056"/>
                      <a:ext cx="131445" cy="933450"/>
                    </a:xfrm>
                    <a:custGeom>
                      <a:avLst/>
                      <a:gdLst>
                        <a:gd name="connsiteX0" fmla="*/ 0 w 131445"/>
                        <a:gd name="connsiteY0" fmla="*/ 0 h 933450"/>
                        <a:gd name="connsiteX1" fmla="*/ 131445 w 131445"/>
                        <a:gd name="connsiteY1" fmla="*/ 0 h 933450"/>
                        <a:gd name="connsiteX2" fmla="*/ 131445 w 131445"/>
                        <a:gd name="connsiteY2" fmla="*/ 933450 h 933450"/>
                        <a:gd name="connsiteX3" fmla="*/ 0 w 131445"/>
                        <a:gd name="connsiteY3" fmla="*/ 933450 h 933450"/>
                      </a:gdLst>
                      <a:ahLst/>
                      <a:cxnLst>
                        <a:cxn ang="0">
                          <a:pos x="connsiteX0" y="connsiteY0"/>
                        </a:cxn>
                        <a:cxn ang="0">
                          <a:pos x="connsiteX1" y="connsiteY1"/>
                        </a:cxn>
                        <a:cxn ang="0">
                          <a:pos x="connsiteX2" y="connsiteY2"/>
                        </a:cxn>
                        <a:cxn ang="0">
                          <a:pos x="connsiteX3" y="connsiteY3"/>
                        </a:cxn>
                      </a:cxnLst>
                      <a:rect l="l" t="t" r="r" b="b"/>
                      <a:pathLst>
                        <a:path w="131445" h="933450">
                          <a:moveTo>
                            <a:pt x="0" y="0"/>
                          </a:moveTo>
                          <a:lnTo>
                            <a:pt x="131445" y="0"/>
                          </a:lnTo>
                          <a:lnTo>
                            <a:pt x="131445" y="933450"/>
                          </a:lnTo>
                          <a:lnTo>
                            <a:pt x="0" y="933450"/>
                          </a:lnTo>
                          <a:close/>
                        </a:path>
                      </a:pathLst>
                    </a:custGeom>
                    <a:solidFill>
                      <a:schemeClr val="accent6"/>
                    </a:solid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5924B9FA-A59D-4B70-A3D7-A7F8D2232B1A}"/>
                        </a:ext>
                      </a:extLst>
                    </p:cNvPr>
                    <p:cNvSpPr/>
                    <p:nvPr/>
                  </p:nvSpPr>
                  <p:spPr>
                    <a:xfrm>
                      <a:off x="3776691" y="2726368"/>
                      <a:ext cx="131444" cy="166687"/>
                    </a:xfrm>
                    <a:custGeom>
                      <a:avLst/>
                      <a:gdLst>
                        <a:gd name="connsiteX0" fmla="*/ 131445 w 131444"/>
                        <a:gd name="connsiteY0" fmla="*/ 166688 h 166687"/>
                        <a:gd name="connsiteX1" fmla="*/ 65722 w 131444"/>
                        <a:gd name="connsiteY1" fmla="*/ 0 h 166687"/>
                        <a:gd name="connsiteX2" fmla="*/ 0 w 131444"/>
                        <a:gd name="connsiteY2" fmla="*/ 166688 h 166687"/>
                      </a:gdLst>
                      <a:ahLst/>
                      <a:cxnLst>
                        <a:cxn ang="0">
                          <a:pos x="connsiteX0" y="connsiteY0"/>
                        </a:cxn>
                        <a:cxn ang="0">
                          <a:pos x="connsiteX1" y="connsiteY1"/>
                        </a:cxn>
                        <a:cxn ang="0">
                          <a:pos x="connsiteX2" y="connsiteY2"/>
                        </a:cxn>
                      </a:cxnLst>
                      <a:rect l="l" t="t" r="r" b="b"/>
                      <a:pathLst>
                        <a:path w="131444" h="166687">
                          <a:moveTo>
                            <a:pt x="131445" y="166688"/>
                          </a:moveTo>
                          <a:lnTo>
                            <a:pt x="65722" y="0"/>
                          </a:lnTo>
                          <a:lnTo>
                            <a:pt x="0" y="166688"/>
                          </a:lnTo>
                          <a:close/>
                        </a:path>
                      </a:pathLst>
                    </a:custGeom>
                    <a:solidFill>
                      <a:srgbClr val="FFFFFF"/>
                    </a:solid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8EF4C658-337D-4D6C-ABAC-7647BB4AD093}"/>
                        </a:ext>
                      </a:extLst>
                    </p:cNvPr>
                    <p:cNvSpPr/>
                    <p:nvPr/>
                  </p:nvSpPr>
                  <p:spPr>
                    <a:xfrm>
                      <a:off x="3827173" y="2726368"/>
                      <a:ext cx="30480" cy="45508"/>
                    </a:xfrm>
                    <a:custGeom>
                      <a:avLst/>
                      <a:gdLst>
                        <a:gd name="connsiteX0" fmla="*/ 0 w 30480"/>
                        <a:gd name="connsiteY0" fmla="*/ 40005 h 45508"/>
                        <a:gd name="connsiteX1" fmla="*/ 15240 w 30480"/>
                        <a:gd name="connsiteY1" fmla="*/ 0 h 45508"/>
                        <a:gd name="connsiteX2" fmla="*/ 30480 w 30480"/>
                        <a:gd name="connsiteY2" fmla="*/ 40005 h 45508"/>
                        <a:gd name="connsiteX3" fmla="*/ 0 w 30480"/>
                        <a:gd name="connsiteY3" fmla="*/ 40005 h 45508"/>
                      </a:gdLst>
                      <a:ahLst/>
                      <a:cxnLst>
                        <a:cxn ang="0">
                          <a:pos x="connsiteX0" y="connsiteY0"/>
                        </a:cxn>
                        <a:cxn ang="0">
                          <a:pos x="connsiteX1" y="connsiteY1"/>
                        </a:cxn>
                        <a:cxn ang="0">
                          <a:pos x="connsiteX2" y="connsiteY2"/>
                        </a:cxn>
                        <a:cxn ang="0">
                          <a:pos x="connsiteX3" y="connsiteY3"/>
                        </a:cxn>
                      </a:cxnLst>
                      <a:rect l="l" t="t" r="r" b="b"/>
                      <a:pathLst>
                        <a:path w="30480" h="45508">
                          <a:moveTo>
                            <a:pt x="0" y="40005"/>
                          </a:moveTo>
                          <a:lnTo>
                            <a:pt x="15240" y="0"/>
                          </a:lnTo>
                          <a:lnTo>
                            <a:pt x="30480" y="40005"/>
                          </a:lnTo>
                          <a:cubicBezTo>
                            <a:pt x="30480" y="40005"/>
                            <a:pt x="19050" y="52388"/>
                            <a:pt x="0" y="40005"/>
                          </a:cubicBezTo>
                          <a:close/>
                        </a:path>
                      </a:pathLst>
                    </a:custGeom>
                    <a:solidFill>
                      <a:srgbClr val="2C285B"/>
                    </a:solid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C9DE85C9-174E-49A0-915F-7C20E2DDF7C0}"/>
                        </a:ext>
                      </a:extLst>
                    </p:cNvPr>
                    <p:cNvSpPr/>
                    <p:nvPr/>
                  </p:nvSpPr>
                  <p:spPr>
                    <a:xfrm>
                      <a:off x="3827173" y="2893056"/>
                      <a:ext cx="31432" cy="933450"/>
                    </a:xfrm>
                    <a:custGeom>
                      <a:avLst/>
                      <a:gdLst>
                        <a:gd name="connsiteX0" fmla="*/ 0 w 31432"/>
                        <a:gd name="connsiteY0" fmla="*/ 0 h 933450"/>
                        <a:gd name="connsiteX1" fmla="*/ 31432 w 31432"/>
                        <a:gd name="connsiteY1" fmla="*/ 0 h 933450"/>
                        <a:gd name="connsiteX2" fmla="*/ 31432 w 31432"/>
                        <a:gd name="connsiteY2" fmla="*/ 933450 h 933450"/>
                        <a:gd name="connsiteX3" fmla="*/ 0 w 31432"/>
                        <a:gd name="connsiteY3" fmla="*/ 933450 h 933450"/>
                      </a:gdLst>
                      <a:ahLst/>
                      <a:cxnLst>
                        <a:cxn ang="0">
                          <a:pos x="connsiteX0" y="connsiteY0"/>
                        </a:cxn>
                        <a:cxn ang="0">
                          <a:pos x="connsiteX1" y="connsiteY1"/>
                        </a:cxn>
                        <a:cxn ang="0">
                          <a:pos x="connsiteX2" y="connsiteY2"/>
                        </a:cxn>
                        <a:cxn ang="0">
                          <a:pos x="connsiteX3" y="connsiteY3"/>
                        </a:cxn>
                      </a:cxnLst>
                      <a:rect l="l" t="t" r="r" b="b"/>
                      <a:pathLst>
                        <a:path w="31432" h="933450">
                          <a:moveTo>
                            <a:pt x="0" y="0"/>
                          </a:moveTo>
                          <a:lnTo>
                            <a:pt x="31432" y="0"/>
                          </a:lnTo>
                          <a:lnTo>
                            <a:pt x="31432" y="933450"/>
                          </a:lnTo>
                          <a:lnTo>
                            <a:pt x="0" y="933450"/>
                          </a:lnTo>
                          <a:close/>
                        </a:path>
                      </a:pathLst>
                    </a:custGeom>
                    <a:solidFill>
                      <a:schemeClr val="tx2"/>
                    </a:solidFill>
                    <a:ln w="9525" cap="flat">
                      <a:noFill/>
                      <a:prstDash val="solid"/>
                      <a:miter/>
                    </a:ln>
                  </p:spPr>
                  <p:txBody>
                    <a:bodyPr rtlCol="0" anchor="ctr"/>
                    <a:lstStyle/>
                    <a:p>
                      <a:endParaRPr lang="en-US"/>
                    </a:p>
                  </p:txBody>
                </p:sp>
              </p:grpSp>
              <p:grpSp>
                <p:nvGrpSpPr>
                  <p:cNvPr id="285" name="Graphic 3">
                    <a:extLst>
                      <a:ext uri="{FF2B5EF4-FFF2-40B4-BE49-F238E27FC236}">
                        <a16:creationId xmlns:a16="http://schemas.microsoft.com/office/drawing/2014/main" id="{17691905-6792-487B-9965-7957746DB144}"/>
                      </a:ext>
                    </a:extLst>
                  </p:cNvPr>
                  <p:cNvGrpSpPr/>
                  <p:nvPr/>
                </p:nvGrpSpPr>
                <p:grpSpPr>
                  <a:xfrm>
                    <a:off x="3638703" y="3184521"/>
                    <a:ext cx="538989" cy="1018207"/>
                    <a:chOff x="3638703" y="3184521"/>
                    <a:chExt cx="538989" cy="1018207"/>
                  </a:xfrm>
                </p:grpSpPr>
                <p:sp>
                  <p:nvSpPr>
                    <p:cNvPr id="286" name="Freeform: Shape 285">
                      <a:extLst>
                        <a:ext uri="{FF2B5EF4-FFF2-40B4-BE49-F238E27FC236}">
                          <a16:creationId xmlns:a16="http://schemas.microsoft.com/office/drawing/2014/main" id="{6365EA0D-F48D-4B55-A1EA-EF4ABE2AE931}"/>
                        </a:ext>
                      </a:extLst>
                    </p:cNvPr>
                    <p:cNvSpPr/>
                    <p:nvPr/>
                  </p:nvSpPr>
                  <p:spPr>
                    <a:xfrm rot="1552394">
                      <a:off x="3835842" y="3287551"/>
                      <a:ext cx="130498" cy="933489"/>
                    </a:xfrm>
                    <a:custGeom>
                      <a:avLst/>
                      <a:gdLst>
                        <a:gd name="connsiteX0" fmla="*/ 0 w 130498"/>
                        <a:gd name="connsiteY0" fmla="*/ 0 h 933489"/>
                        <a:gd name="connsiteX1" fmla="*/ 130498 w 130498"/>
                        <a:gd name="connsiteY1" fmla="*/ 0 h 933489"/>
                        <a:gd name="connsiteX2" fmla="*/ 130498 w 130498"/>
                        <a:gd name="connsiteY2" fmla="*/ 933490 h 933489"/>
                        <a:gd name="connsiteX3" fmla="*/ 0 w 130498"/>
                        <a:gd name="connsiteY3" fmla="*/ 933490 h 933489"/>
                      </a:gdLst>
                      <a:ahLst/>
                      <a:cxnLst>
                        <a:cxn ang="0">
                          <a:pos x="connsiteX0" y="connsiteY0"/>
                        </a:cxn>
                        <a:cxn ang="0">
                          <a:pos x="connsiteX1" y="connsiteY1"/>
                        </a:cxn>
                        <a:cxn ang="0">
                          <a:pos x="connsiteX2" y="connsiteY2"/>
                        </a:cxn>
                        <a:cxn ang="0">
                          <a:pos x="connsiteX3" y="connsiteY3"/>
                        </a:cxn>
                      </a:cxnLst>
                      <a:rect l="l" t="t" r="r" b="b"/>
                      <a:pathLst>
                        <a:path w="130498" h="933489">
                          <a:moveTo>
                            <a:pt x="0" y="0"/>
                          </a:moveTo>
                          <a:lnTo>
                            <a:pt x="130498" y="0"/>
                          </a:lnTo>
                          <a:lnTo>
                            <a:pt x="130498" y="933490"/>
                          </a:lnTo>
                          <a:lnTo>
                            <a:pt x="0" y="933490"/>
                          </a:lnTo>
                          <a:close/>
                        </a:path>
                      </a:pathLst>
                    </a:custGeom>
                    <a:solidFill>
                      <a:schemeClr val="accent6"/>
                    </a:solid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AE112CE3-18F8-4AEA-9012-F2B748376ED6}"/>
                        </a:ext>
                      </a:extLst>
                    </p:cNvPr>
                    <p:cNvSpPr/>
                    <p:nvPr/>
                  </p:nvSpPr>
                  <p:spPr>
                    <a:xfrm>
                      <a:off x="4045295" y="3184521"/>
                      <a:ext cx="132397" cy="178117"/>
                    </a:xfrm>
                    <a:custGeom>
                      <a:avLst/>
                      <a:gdLst>
                        <a:gd name="connsiteX0" fmla="*/ 118110 w 132397"/>
                        <a:gd name="connsiteY0" fmla="*/ 178117 h 178117"/>
                        <a:gd name="connsiteX1" fmla="*/ 132397 w 132397"/>
                        <a:gd name="connsiteY1" fmla="*/ 0 h 178117"/>
                        <a:gd name="connsiteX2" fmla="*/ 0 w 132397"/>
                        <a:gd name="connsiteY2" fmla="*/ 120967 h 178117"/>
                      </a:gdLst>
                      <a:ahLst/>
                      <a:cxnLst>
                        <a:cxn ang="0">
                          <a:pos x="connsiteX0" y="connsiteY0"/>
                        </a:cxn>
                        <a:cxn ang="0">
                          <a:pos x="connsiteX1" y="connsiteY1"/>
                        </a:cxn>
                        <a:cxn ang="0">
                          <a:pos x="connsiteX2" y="connsiteY2"/>
                        </a:cxn>
                      </a:cxnLst>
                      <a:rect l="l" t="t" r="r" b="b"/>
                      <a:pathLst>
                        <a:path w="132397" h="178117">
                          <a:moveTo>
                            <a:pt x="118110" y="178117"/>
                          </a:moveTo>
                          <a:lnTo>
                            <a:pt x="132397" y="0"/>
                          </a:lnTo>
                          <a:lnTo>
                            <a:pt x="0" y="120967"/>
                          </a:lnTo>
                          <a:close/>
                        </a:path>
                      </a:pathLst>
                    </a:custGeom>
                    <a:solidFill>
                      <a:srgbClr val="D0D0D0"/>
                    </a:solid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E640D43E-7598-4FC3-95CB-8ABF0A8A6600}"/>
                        </a:ext>
                      </a:extLst>
                    </p:cNvPr>
                    <p:cNvSpPr/>
                    <p:nvPr/>
                  </p:nvSpPr>
                  <p:spPr>
                    <a:xfrm>
                      <a:off x="4146261" y="3184521"/>
                      <a:ext cx="31432" cy="43197"/>
                    </a:xfrm>
                    <a:custGeom>
                      <a:avLst/>
                      <a:gdLst>
                        <a:gd name="connsiteX0" fmla="*/ 0 w 31432"/>
                        <a:gd name="connsiteY0" fmla="*/ 28575 h 43197"/>
                        <a:gd name="connsiteX1" fmla="*/ 31432 w 31432"/>
                        <a:gd name="connsiteY1" fmla="*/ 0 h 43197"/>
                        <a:gd name="connsiteX2" fmla="*/ 28575 w 31432"/>
                        <a:gd name="connsiteY2" fmla="*/ 42863 h 43197"/>
                        <a:gd name="connsiteX3" fmla="*/ 0 w 31432"/>
                        <a:gd name="connsiteY3" fmla="*/ 28575 h 43197"/>
                      </a:gdLst>
                      <a:ahLst/>
                      <a:cxnLst>
                        <a:cxn ang="0">
                          <a:pos x="connsiteX0" y="connsiteY0"/>
                        </a:cxn>
                        <a:cxn ang="0">
                          <a:pos x="connsiteX1" y="connsiteY1"/>
                        </a:cxn>
                        <a:cxn ang="0">
                          <a:pos x="connsiteX2" y="connsiteY2"/>
                        </a:cxn>
                        <a:cxn ang="0">
                          <a:pos x="connsiteX3" y="connsiteY3"/>
                        </a:cxn>
                      </a:cxnLst>
                      <a:rect l="l" t="t" r="r" b="b"/>
                      <a:pathLst>
                        <a:path w="31432" h="43197">
                          <a:moveTo>
                            <a:pt x="0" y="28575"/>
                          </a:moveTo>
                          <a:lnTo>
                            <a:pt x="31432" y="0"/>
                          </a:lnTo>
                          <a:lnTo>
                            <a:pt x="28575" y="42863"/>
                          </a:lnTo>
                          <a:cubicBezTo>
                            <a:pt x="27622" y="41910"/>
                            <a:pt x="12382" y="48577"/>
                            <a:pt x="0" y="28575"/>
                          </a:cubicBezTo>
                          <a:close/>
                        </a:path>
                      </a:pathLst>
                    </a:custGeom>
                    <a:solidFill>
                      <a:srgbClr val="2C285B"/>
                    </a:solid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243B2085-4643-4D39-B0F1-6F5C8DD6D20A}"/>
                        </a:ext>
                      </a:extLst>
                    </p:cNvPr>
                    <p:cNvSpPr/>
                    <p:nvPr/>
                  </p:nvSpPr>
                  <p:spPr>
                    <a:xfrm rot="1553622">
                      <a:off x="3885118" y="3287560"/>
                      <a:ext cx="31432" cy="933443"/>
                    </a:xfrm>
                    <a:custGeom>
                      <a:avLst/>
                      <a:gdLst>
                        <a:gd name="connsiteX0" fmla="*/ 0 w 31432"/>
                        <a:gd name="connsiteY0" fmla="*/ 0 h 933443"/>
                        <a:gd name="connsiteX1" fmla="*/ 31432 w 31432"/>
                        <a:gd name="connsiteY1" fmla="*/ 0 h 933443"/>
                        <a:gd name="connsiteX2" fmla="*/ 31432 w 31432"/>
                        <a:gd name="connsiteY2" fmla="*/ 933444 h 933443"/>
                        <a:gd name="connsiteX3" fmla="*/ 0 w 31432"/>
                        <a:gd name="connsiteY3" fmla="*/ 933444 h 933443"/>
                      </a:gdLst>
                      <a:ahLst/>
                      <a:cxnLst>
                        <a:cxn ang="0">
                          <a:pos x="connsiteX0" y="connsiteY0"/>
                        </a:cxn>
                        <a:cxn ang="0">
                          <a:pos x="connsiteX1" y="connsiteY1"/>
                        </a:cxn>
                        <a:cxn ang="0">
                          <a:pos x="connsiteX2" y="connsiteY2"/>
                        </a:cxn>
                        <a:cxn ang="0">
                          <a:pos x="connsiteX3" y="connsiteY3"/>
                        </a:cxn>
                      </a:cxnLst>
                      <a:rect l="l" t="t" r="r" b="b"/>
                      <a:pathLst>
                        <a:path w="31432" h="933443">
                          <a:moveTo>
                            <a:pt x="0" y="0"/>
                          </a:moveTo>
                          <a:lnTo>
                            <a:pt x="31432" y="0"/>
                          </a:lnTo>
                          <a:lnTo>
                            <a:pt x="31432" y="933444"/>
                          </a:lnTo>
                          <a:lnTo>
                            <a:pt x="0" y="933444"/>
                          </a:lnTo>
                          <a:close/>
                        </a:path>
                      </a:pathLst>
                    </a:custGeom>
                    <a:solidFill>
                      <a:schemeClr val="tx2"/>
                    </a:solidFill>
                    <a:ln w="9525" cap="flat">
                      <a:noFill/>
                      <a:prstDash val="solid"/>
                      <a:miter/>
                    </a:ln>
                  </p:spPr>
                  <p:txBody>
                    <a:bodyPr rtlCol="0" anchor="ctr"/>
                    <a:lstStyle/>
                    <a:p>
                      <a:endParaRPr lang="en-US"/>
                    </a:p>
                  </p:txBody>
                </p:sp>
              </p:grpSp>
              <p:sp>
                <p:nvSpPr>
                  <p:cNvPr id="290" name="Freeform: Shape 289">
                    <a:extLst>
                      <a:ext uri="{FF2B5EF4-FFF2-40B4-BE49-F238E27FC236}">
                        <a16:creationId xmlns:a16="http://schemas.microsoft.com/office/drawing/2014/main" id="{9DC10F73-4A5D-4E00-A5B9-642F34D29ECA}"/>
                      </a:ext>
                    </a:extLst>
                  </p:cNvPr>
                  <p:cNvSpPr/>
                  <p:nvPr/>
                </p:nvSpPr>
                <p:spPr>
                  <a:xfrm>
                    <a:off x="3495703" y="3556949"/>
                    <a:ext cx="591502" cy="750570"/>
                  </a:xfrm>
                  <a:custGeom>
                    <a:avLst/>
                    <a:gdLst>
                      <a:gd name="connsiteX0" fmla="*/ 523875 w 591502"/>
                      <a:gd name="connsiteY0" fmla="*/ 750570 h 750570"/>
                      <a:gd name="connsiteX1" fmla="*/ 71438 w 591502"/>
                      <a:gd name="connsiteY1" fmla="*/ 750570 h 750570"/>
                      <a:gd name="connsiteX2" fmla="*/ 0 w 591502"/>
                      <a:gd name="connsiteY2" fmla="*/ 0 h 750570"/>
                      <a:gd name="connsiteX3" fmla="*/ 591502 w 591502"/>
                      <a:gd name="connsiteY3" fmla="*/ 0 h 750570"/>
                    </a:gdLst>
                    <a:ahLst/>
                    <a:cxnLst>
                      <a:cxn ang="0">
                        <a:pos x="connsiteX0" y="connsiteY0"/>
                      </a:cxn>
                      <a:cxn ang="0">
                        <a:pos x="connsiteX1" y="connsiteY1"/>
                      </a:cxn>
                      <a:cxn ang="0">
                        <a:pos x="connsiteX2" y="connsiteY2"/>
                      </a:cxn>
                      <a:cxn ang="0">
                        <a:pos x="connsiteX3" y="connsiteY3"/>
                      </a:cxn>
                    </a:cxnLst>
                    <a:rect l="l" t="t" r="r" b="b"/>
                    <a:pathLst>
                      <a:path w="591502" h="750570">
                        <a:moveTo>
                          <a:pt x="523875" y="750570"/>
                        </a:moveTo>
                        <a:lnTo>
                          <a:pt x="71438" y="750570"/>
                        </a:lnTo>
                        <a:lnTo>
                          <a:pt x="0" y="0"/>
                        </a:lnTo>
                        <a:lnTo>
                          <a:pt x="591502" y="0"/>
                        </a:lnTo>
                        <a:close/>
                      </a:path>
                    </a:pathLst>
                  </a:custGeom>
                  <a:solidFill>
                    <a:schemeClr val="accent3"/>
                  </a:solid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2BF8D2E9-A3D4-4BC9-BE5C-6DCE8ECA5CE1}"/>
                      </a:ext>
                    </a:extLst>
                  </p:cNvPr>
                  <p:cNvSpPr/>
                  <p:nvPr/>
                </p:nvSpPr>
                <p:spPr>
                  <a:xfrm>
                    <a:off x="3588096" y="4307519"/>
                    <a:ext cx="413384" cy="30479"/>
                  </a:xfrm>
                  <a:custGeom>
                    <a:avLst/>
                    <a:gdLst>
                      <a:gd name="connsiteX0" fmla="*/ 0 w 413384"/>
                      <a:gd name="connsiteY0" fmla="*/ 0 h 30479"/>
                      <a:gd name="connsiteX1" fmla="*/ 413385 w 413384"/>
                      <a:gd name="connsiteY1" fmla="*/ 0 h 30479"/>
                      <a:gd name="connsiteX2" fmla="*/ 413385 w 413384"/>
                      <a:gd name="connsiteY2" fmla="*/ 30480 h 30479"/>
                      <a:gd name="connsiteX3" fmla="*/ 0 w 413384"/>
                      <a:gd name="connsiteY3" fmla="*/ 30480 h 30479"/>
                    </a:gdLst>
                    <a:ahLst/>
                    <a:cxnLst>
                      <a:cxn ang="0">
                        <a:pos x="connsiteX0" y="connsiteY0"/>
                      </a:cxn>
                      <a:cxn ang="0">
                        <a:pos x="connsiteX1" y="connsiteY1"/>
                      </a:cxn>
                      <a:cxn ang="0">
                        <a:pos x="connsiteX2" y="connsiteY2"/>
                      </a:cxn>
                      <a:cxn ang="0">
                        <a:pos x="connsiteX3" y="connsiteY3"/>
                      </a:cxn>
                    </a:cxnLst>
                    <a:rect l="l" t="t" r="r" b="b"/>
                    <a:pathLst>
                      <a:path w="413384" h="30479">
                        <a:moveTo>
                          <a:pt x="0" y="0"/>
                        </a:moveTo>
                        <a:lnTo>
                          <a:pt x="413385" y="0"/>
                        </a:lnTo>
                        <a:lnTo>
                          <a:pt x="413385" y="30480"/>
                        </a:lnTo>
                        <a:lnTo>
                          <a:pt x="0" y="30480"/>
                        </a:lnTo>
                        <a:close/>
                      </a:path>
                    </a:pathLst>
                  </a:custGeom>
                  <a:solidFill>
                    <a:schemeClr val="tx2"/>
                  </a:solidFill>
                  <a:ln w="9525" cap="flat">
                    <a:noFill/>
                    <a:prstDash val="solid"/>
                    <a:miter/>
                  </a:ln>
                </p:spPr>
                <p:txBody>
                  <a:bodyPr rtlCol="0" anchor="ctr"/>
                  <a:lstStyle/>
                  <a:p>
                    <a:endParaRPr lang="en-US"/>
                  </a:p>
                </p:txBody>
              </p:sp>
            </p:grpSp>
            <p:grpSp>
              <p:nvGrpSpPr>
                <p:cNvPr id="292" name="Graphic 3">
                  <a:extLst>
                    <a:ext uri="{FF2B5EF4-FFF2-40B4-BE49-F238E27FC236}">
                      <a16:creationId xmlns:a16="http://schemas.microsoft.com/office/drawing/2014/main" id="{17691905-6792-487B-9965-7957746DB144}"/>
                    </a:ext>
                  </a:extLst>
                </p:cNvPr>
                <p:cNvGrpSpPr/>
                <p:nvPr/>
              </p:nvGrpSpPr>
              <p:grpSpPr>
                <a:xfrm>
                  <a:off x="4232938" y="4180836"/>
                  <a:ext cx="338137" cy="157162"/>
                  <a:chOff x="4232938" y="4180836"/>
                  <a:chExt cx="338137" cy="157162"/>
                </a:xfrm>
              </p:grpSpPr>
              <p:sp>
                <p:nvSpPr>
                  <p:cNvPr id="293" name="Freeform: Shape 292">
                    <a:extLst>
                      <a:ext uri="{FF2B5EF4-FFF2-40B4-BE49-F238E27FC236}">
                        <a16:creationId xmlns:a16="http://schemas.microsoft.com/office/drawing/2014/main" id="{BA666094-21AB-4027-B442-1A66EA05388F}"/>
                      </a:ext>
                    </a:extLst>
                  </p:cNvPr>
                  <p:cNvSpPr/>
                  <p:nvPr/>
                </p:nvSpPr>
                <p:spPr>
                  <a:xfrm>
                    <a:off x="4232938" y="4180836"/>
                    <a:ext cx="338137" cy="157162"/>
                  </a:xfrm>
                  <a:custGeom>
                    <a:avLst/>
                    <a:gdLst>
                      <a:gd name="connsiteX0" fmla="*/ 0 w 338137"/>
                      <a:gd name="connsiteY0" fmla="*/ 0 h 157162"/>
                      <a:gd name="connsiteX1" fmla="*/ 338138 w 338137"/>
                      <a:gd name="connsiteY1" fmla="*/ 0 h 157162"/>
                      <a:gd name="connsiteX2" fmla="*/ 338138 w 338137"/>
                      <a:gd name="connsiteY2" fmla="*/ 157163 h 157162"/>
                      <a:gd name="connsiteX3" fmla="*/ 0 w 338137"/>
                      <a:gd name="connsiteY3" fmla="*/ 157163 h 157162"/>
                    </a:gdLst>
                    <a:ahLst/>
                    <a:cxnLst>
                      <a:cxn ang="0">
                        <a:pos x="connsiteX0" y="connsiteY0"/>
                      </a:cxn>
                      <a:cxn ang="0">
                        <a:pos x="connsiteX1" y="connsiteY1"/>
                      </a:cxn>
                      <a:cxn ang="0">
                        <a:pos x="connsiteX2" y="connsiteY2"/>
                      </a:cxn>
                      <a:cxn ang="0">
                        <a:pos x="connsiteX3" y="connsiteY3"/>
                      </a:cxn>
                    </a:cxnLst>
                    <a:rect l="l" t="t" r="r" b="b"/>
                    <a:pathLst>
                      <a:path w="338137" h="157162">
                        <a:moveTo>
                          <a:pt x="0" y="0"/>
                        </a:moveTo>
                        <a:lnTo>
                          <a:pt x="338138" y="0"/>
                        </a:lnTo>
                        <a:lnTo>
                          <a:pt x="338138" y="157163"/>
                        </a:lnTo>
                        <a:lnTo>
                          <a:pt x="0" y="157163"/>
                        </a:lnTo>
                        <a:close/>
                      </a:path>
                    </a:pathLst>
                  </a:custGeom>
                  <a:solidFill>
                    <a:srgbClr val="D0D0D0"/>
                  </a:solid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A2ECF9E8-3943-4C57-A20A-B3E1CA17E968}"/>
                      </a:ext>
                    </a:extLst>
                  </p:cNvPr>
                  <p:cNvSpPr/>
                  <p:nvPr/>
                </p:nvSpPr>
                <p:spPr>
                  <a:xfrm>
                    <a:off x="4381528" y="4180836"/>
                    <a:ext cx="189547" cy="157162"/>
                  </a:xfrm>
                  <a:custGeom>
                    <a:avLst/>
                    <a:gdLst>
                      <a:gd name="connsiteX0" fmla="*/ 0 w 189547"/>
                      <a:gd name="connsiteY0" fmla="*/ 0 h 157162"/>
                      <a:gd name="connsiteX1" fmla="*/ 189548 w 189547"/>
                      <a:gd name="connsiteY1" fmla="*/ 0 h 157162"/>
                      <a:gd name="connsiteX2" fmla="*/ 189548 w 189547"/>
                      <a:gd name="connsiteY2" fmla="*/ 157163 h 157162"/>
                      <a:gd name="connsiteX3" fmla="*/ 0 w 189547"/>
                      <a:gd name="connsiteY3" fmla="*/ 157163 h 157162"/>
                    </a:gdLst>
                    <a:ahLst/>
                    <a:cxnLst>
                      <a:cxn ang="0">
                        <a:pos x="connsiteX0" y="connsiteY0"/>
                      </a:cxn>
                      <a:cxn ang="0">
                        <a:pos x="connsiteX1" y="connsiteY1"/>
                      </a:cxn>
                      <a:cxn ang="0">
                        <a:pos x="connsiteX2" y="connsiteY2"/>
                      </a:cxn>
                      <a:cxn ang="0">
                        <a:pos x="connsiteX3" y="connsiteY3"/>
                      </a:cxn>
                    </a:cxnLst>
                    <a:rect l="l" t="t" r="r" b="b"/>
                    <a:pathLst>
                      <a:path w="189547" h="157162">
                        <a:moveTo>
                          <a:pt x="0" y="0"/>
                        </a:moveTo>
                        <a:lnTo>
                          <a:pt x="189548" y="0"/>
                        </a:lnTo>
                        <a:lnTo>
                          <a:pt x="189548" y="157163"/>
                        </a:lnTo>
                        <a:lnTo>
                          <a:pt x="0" y="157163"/>
                        </a:lnTo>
                        <a:close/>
                      </a:path>
                    </a:pathLst>
                  </a:custGeom>
                  <a:solidFill>
                    <a:schemeClr val="accent1"/>
                  </a:solid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BB788DC2-44F2-4648-8689-DEEE23A14B3A}"/>
                      </a:ext>
                    </a:extLst>
                  </p:cNvPr>
                  <p:cNvSpPr/>
                  <p:nvPr/>
                </p:nvSpPr>
                <p:spPr>
                  <a:xfrm>
                    <a:off x="4420581" y="4180836"/>
                    <a:ext cx="30479" cy="157162"/>
                  </a:xfrm>
                  <a:custGeom>
                    <a:avLst/>
                    <a:gdLst>
                      <a:gd name="connsiteX0" fmla="*/ 0 w 30479"/>
                      <a:gd name="connsiteY0" fmla="*/ 0 h 157162"/>
                      <a:gd name="connsiteX1" fmla="*/ 30480 w 30479"/>
                      <a:gd name="connsiteY1" fmla="*/ 0 h 157162"/>
                      <a:gd name="connsiteX2" fmla="*/ 30480 w 30479"/>
                      <a:gd name="connsiteY2" fmla="*/ 157163 h 157162"/>
                      <a:gd name="connsiteX3" fmla="*/ 0 w 30479"/>
                      <a:gd name="connsiteY3" fmla="*/ 157163 h 157162"/>
                    </a:gdLst>
                    <a:ahLst/>
                    <a:cxnLst>
                      <a:cxn ang="0">
                        <a:pos x="connsiteX0" y="connsiteY0"/>
                      </a:cxn>
                      <a:cxn ang="0">
                        <a:pos x="connsiteX1" y="connsiteY1"/>
                      </a:cxn>
                      <a:cxn ang="0">
                        <a:pos x="connsiteX2" y="connsiteY2"/>
                      </a:cxn>
                      <a:cxn ang="0">
                        <a:pos x="connsiteX3" y="connsiteY3"/>
                      </a:cxn>
                    </a:cxnLst>
                    <a:rect l="l" t="t" r="r" b="b"/>
                    <a:pathLst>
                      <a:path w="30479" h="157162">
                        <a:moveTo>
                          <a:pt x="0" y="0"/>
                        </a:moveTo>
                        <a:lnTo>
                          <a:pt x="30480" y="0"/>
                        </a:lnTo>
                        <a:lnTo>
                          <a:pt x="30480" y="157163"/>
                        </a:lnTo>
                        <a:lnTo>
                          <a:pt x="0" y="157163"/>
                        </a:lnTo>
                        <a:close/>
                      </a:path>
                    </a:pathLst>
                  </a:custGeom>
                  <a:solidFill>
                    <a:schemeClr val="tx2"/>
                  </a:solidFill>
                  <a:ln w="9525" cap="flat">
                    <a:noFill/>
                    <a:prstDash val="solid"/>
                    <a:miter/>
                  </a:ln>
                </p:spPr>
                <p:txBody>
                  <a:bodyPr rtlCol="0" anchor="ctr"/>
                  <a:lstStyle/>
                  <a:p>
                    <a:endParaRPr lang="en-US"/>
                  </a:p>
                </p:txBody>
              </p:sp>
            </p:grpSp>
          </p:grpSp>
          <p:grpSp>
            <p:nvGrpSpPr>
              <p:cNvPr id="296" name="Graphic 3">
                <a:extLst>
                  <a:ext uri="{FF2B5EF4-FFF2-40B4-BE49-F238E27FC236}">
                    <a16:creationId xmlns:a16="http://schemas.microsoft.com/office/drawing/2014/main" id="{17691905-6792-487B-9965-7957746DB144}"/>
                  </a:ext>
                </a:extLst>
              </p:cNvPr>
              <p:cNvGrpSpPr/>
              <p:nvPr/>
            </p:nvGrpSpPr>
            <p:grpSpPr>
              <a:xfrm>
                <a:off x="379803" y="5929988"/>
                <a:ext cx="4849432" cy="935305"/>
                <a:chOff x="2276503" y="5332409"/>
                <a:chExt cx="3392805" cy="654367"/>
              </a:xfrm>
            </p:grpSpPr>
            <p:sp>
              <p:nvSpPr>
                <p:cNvPr id="297" name="Freeform: Shape 296">
                  <a:extLst>
                    <a:ext uri="{FF2B5EF4-FFF2-40B4-BE49-F238E27FC236}">
                      <a16:creationId xmlns:a16="http://schemas.microsoft.com/office/drawing/2014/main" id="{4D8D5721-89A4-462D-96BE-2DFF2A3A3012}"/>
                    </a:ext>
                  </a:extLst>
                </p:cNvPr>
                <p:cNvSpPr/>
                <p:nvPr/>
              </p:nvSpPr>
              <p:spPr>
                <a:xfrm>
                  <a:off x="2276503" y="5332409"/>
                  <a:ext cx="3392805" cy="229552"/>
                </a:xfrm>
                <a:custGeom>
                  <a:avLst/>
                  <a:gdLst>
                    <a:gd name="connsiteX0" fmla="*/ 0 w 3392805"/>
                    <a:gd name="connsiteY0" fmla="*/ 0 h 229552"/>
                    <a:gd name="connsiteX1" fmla="*/ 3392805 w 3392805"/>
                    <a:gd name="connsiteY1" fmla="*/ 0 h 229552"/>
                    <a:gd name="connsiteX2" fmla="*/ 3392805 w 3392805"/>
                    <a:gd name="connsiteY2" fmla="*/ 229553 h 229552"/>
                    <a:gd name="connsiteX3" fmla="*/ 0 w 3392805"/>
                    <a:gd name="connsiteY3" fmla="*/ 229553 h 229552"/>
                  </a:gdLst>
                  <a:ahLst/>
                  <a:cxnLst>
                    <a:cxn ang="0">
                      <a:pos x="connsiteX0" y="connsiteY0"/>
                    </a:cxn>
                    <a:cxn ang="0">
                      <a:pos x="connsiteX1" y="connsiteY1"/>
                    </a:cxn>
                    <a:cxn ang="0">
                      <a:pos x="connsiteX2" y="connsiteY2"/>
                    </a:cxn>
                    <a:cxn ang="0">
                      <a:pos x="connsiteX3" y="connsiteY3"/>
                    </a:cxn>
                  </a:cxnLst>
                  <a:rect l="l" t="t" r="r" b="b"/>
                  <a:pathLst>
                    <a:path w="3392805" h="229552">
                      <a:moveTo>
                        <a:pt x="0" y="0"/>
                      </a:moveTo>
                      <a:lnTo>
                        <a:pt x="3392805" y="0"/>
                      </a:lnTo>
                      <a:lnTo>
                        <a:pt x="3392805" y="229553"/>
                      </a:lnTo>
                      <a:lnTo>
                        <a:pt x="0" y="229553"/>
                      </a:lnTo>
                      <a:close/>
                    </a:path>
                  </a:pathLst>
                </a:custGeom>
                <a:solidFill>
                  <a:schemeClr val="accent3"/>
                </a:solid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0FD84588-9CBE-4B5A-9088-9E9BF4BC5D4E}"/>
                    </a:ext>
                  </a:extLst>
                </p:cNvPr>
                <p:cNvSpPr/>
                <p:nvPr/>
              </p:nvSpPr>
              <p:spPr>
                <a:xfrm>
                  <a:off x="2414616" y="5561961"/>
                  <a:ext cx="3112770" cy="211454"/>
                </a:xfrm>
                <a:custGeom>
                  <a:avLst/>
                  <a:gdLst>
                    <a:gd name="connsiteX0" fmla="*/ 0 w 3112770"/>
                    <a:gd name="connsiteY0" fmla="*/ 0 h 211454"/>
                    <a:gd name="connsiteX1" fmla="*/ 3112770 w 3112770"/>
                    <a:gd name="connsiteY1" fmla="*/ 0 h 211454"/>
                    <a:gd name="connsiteX2" fmla="*/ 3112770 w 3112770"/>
                    <a:gd name="connsiteY2" fmla="*/ 211455 h 211454"/>
                    <a:gd name="connsiteX3" fmla="*/ 0 w 3112770"/>
                    <a:gd name="connsiteY3" fmla="*/ 211455 h 211454"/>
                  </a:gdLst>
                  <a:ahLst/>
                  <a:cxnLst>
                    <a:cxn ang="0">
                      <a:pos x="connsiteX0" y="connsiteY0"/>
                    </a:cxn>
                    <a:cxn ang="0">
                      <a:pos x="connsiteX1" y="connsiteY1"/>
                    </a:cxn>
                    <a:cxn ang="0">
                      <a:pos x="connsiteX2" y="connsiteY2"/>
                    </a:cxn>
                    <a:cxn ang="0">
                      <a:pos x="connsiteX3" y="connsiteY3"/>
                    </a:cxn>
                  </a:cxnLst>
                  <a:rect l="l" t="t" r="r" b="b"/>
                  <a:pathLst>
                    <a:path w="3112770" h="211454">
                      <a:moveTo>
                        <a:pt x="0" y="0"/>
                      </a:moveTo>
                      <a:lnTo>
                        <a:pt x="3112770" y="0"/>
                      </a:lnTo>
                      <a:lnTo>
                        <a:pt x="3112770" y="211455"/>
                      </a:lnTo>
                      <a:lnTo>
                        <a:pt x="0" y="211455"/>
                      </a:lnTo>
                      <a:close/>
                    </a:path>
                  </a:pathLst>
                </a:custGeom>
                <a:solidFill>
                  <a:schemeClr val="accent3"/>
                </a:solid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F6400292-4537-46E4-8241-3AB07E937DE6}"/>
                    </a:ext>
                  </a:extLst>
                </p:cNvPr>
                <p:cNvSpPr/>
                <p:nvPr/>
              </p:nvSpPr>
              <p:spPr>
                <a:xfrm>
                  <a:off x="2414616" y="5561961"/>
                  <a:ext cx="3114675" cy="60959"/>
                </a:xfrm>
                <a:custGeom>
                  <a:avLst/>
                  <a:gdLst>
                    <a:gd name="connsiteX0" fmla="*/ 0 w 3114675"/>
                    <a:gd name="connsiteY0" fmla="*/ 0 h 60959"/>
                    <a:gd name="connsiteX1" fmla="*/ 3114675 w 3114675"/>
                    <a:gd name="connsiteY1" fmla="*/ 0 h 60959"/>
                    <a:gd name="connsiteX2" fmla="*/ 3114675 w 3114675"/>
                    <a:gd name="connsiteY2" fmla="*/ 60960 h 60959"/>
                    <a:gd name="connsiteX3" fmla="*/ 0 w 3114675"/>
                    <a:gd name="connsiteY3" fmla="*/ 60960 h 60959"/>
                  </a:gdLst>
                  <a:ahLst/>
                  <a:cxnLst>
                    <a:cxn ang="0">
                      <a:pos x="connsiteX0" y="connsiteY0"/>
                    </a:cxn>
                    <a:cxn ang="0">
                      <a:pos x="connsiteX1" y="connsiteY1"/>
                    </a:cxn>
                    <a:cxn ang="0">
                      <a:pos x="connsiteX2" y="connsiteY2"/>
                    </a:cxn>
                    <a:cxn ang="0">
                      <a:pos x="connsiteX3" y="connsiteY3"/>
                    </a:cxn>
                  </a:cxnLst>
                  <a:rect l="l" t="t" r="r" b="b"/>
                  <a:pathLst>
                    <a:path w="3114675" h="60959">
                      <a:moveTo>
                        <a:pt x="0" y="0"/>
                      </a:moveTo>
                      <a:lnTo>
                        <a:pt x="3114675" y="0"/>
                      </a:lnTo>
                      <a:lnTo>
                        <a:pt x="3114675" y="60960"/>
                      </a:lnTo>
                      <a:lnTo>
                        <a:pt x="0" y="60960"/>
                      </a:lnTo>
                      <a:close/>
                    </a:path>
                  </a:pathLst>
                </a:custGeom>
                <a:solidFill>
                  <a:schemeClr val="accent1">
                    <a:lumMod val="75000"/>
                  </a:schemeClr>
                </a:solid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8EB121BC-3E07-42A2-8836-A29043CD5AB7}"/>
                    </a:ext>
                  </a:extLst>
                </p:cNvPr>
                <p:cNvSpPr/>
                <p:nvPr/>
              </p:nvSpPr>
              <p:spPr>
                <a:xfrm>
                  <a:off x="2467956" y="5773416"/>
                  <a:ext cx="203835" cy="213359"/>
                </a:xfrm>
                <a:custGeom>
                  <a:avLst/>
                  <a:gdLst>
                    <a:gd name="connsiteX0" fmla="*/ 0 w 203835"/>
                    <a:gd name="connsiteY0" fmla="*/ 0 h 213359"/>
                    <a:gd name="connsiteX1" fmla="*/ 203835 w 203835"/>
                    <a:gd name="connsiteY1" fmla="*/ 0 h 213359"/>
                    <a:gd name="connsiteX2" fmla="*/ 203835 w 203835"/>
                    <a:gd name="connsiteY2" fmla="*/ 213360 h 213359"/>
                    <a:gd name="connsiteX3" fmla="*/ 0 w 203835"/>
                    <a:gd name="connsiteY3" fmla="*/ 213360 h 213359"/>
                  </a:gdLst>
                  <a:ahLst/>
                  <a:cxnLst>
                    <a:cxn ang="0">
                      <a:pos x="connsiteX0" y="connsiteY0"/>
                    </a:cxn>
                    <a:cxn ang="0">
                      <a:pos x="connsiteX1" y="connsiteY1"/>
                    </a:cxn>
                    <a:cxn ang="0">
                      <a:pos x="connsiteX2" y="connsiteY2"/>
                    </a:cxn>
                    <a:cxn ang="0">
                      <a:pos x="connsiteX3" y="connsiteY3"/>
                    </a:cxn>
                  </a:cxnLst>
                  <a:rect l="l" t="t" r="r" b="b"/>
                  <a:pathLst>
                    <a:path w="203835" h="213359">
                      <a:moveTo>
                        <a:pt x="0" y="0"/>
                      </a:moveTo>
                      <a:lnTo>
                        <a:pt x="203835" y="0"/>
                      </a:lnTo>
                      <a:lnTo>
                        <a:pt x="203835" y="213360"/>
                      </a:lnTo>
                      <a:lnTo>
                        <a:pt x="0" y="213360"/>
                      </a:lnTo>
                      <a:close/>
                    </a:path>
                  </a:pathLst>
                </a:custGeom>
                <a:solidFill>
                  <a:schemeClr val="accent3"/>
                </a:solid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B0883198-EF69-4C3F-9463-955C16AD779A}"/>
                    </a:ext>
                  </a:extLst>
                </p:cNvPr>
                <p:cNvSpPr/>
                <p:nvPr/>
              </p:nvSpPr>
              <p:spPr>
                <a:xfrm>
                  <a:off x="2467956" y="5773416"/>
                  <a:ext cx="203835" cy="48577"/>
                </a:xfrm>
                <a:custGeom>
                  <a:avLst/>
                  <a:gdLst>
                    <a:gd name="connsiteX0" fmla="*/ 0 w 203835"/>
                    <a:gd name="connsiteY0" fmla="*/ 0 h 48577"/>
                    <a:gd name="connsiteX1" fmla="*/ 203835 w 203835"/>
                    <a:gd name="connsiteY1" fmla="*/ 0 h 48577"/>
                    <a:gd name="connsiteX2" fmla="*/ 203835 w 203835"/>
                    <a:gd name="connsiteY2" fmla="*/ 48578 h 48577"/>
                    <a:gd name="connsiteX3" fmla="*/ 0 w 203835"/>
                    <a:gd name="connsiteY3" fmla="*/ 48578 h 48577"/>
                  </a:gdLst>
                  <a:ahLst/>
                  <a:cxnLst>
                    <a:cxn ang="0">
                      <a:pos x="connsiteX0" y="connsiteY0"/>
                    </a:cxn>
                    <a:cxn ang="0">
                      <a:pos x="connsiteX1" y="connsiteY1"/>
                    </a:cxn>
                    <a:cxn ang="0">
                      <a:pos x="connsiteX2" y="connsiteY2"/>
                    </a:cxn>
                    <a:cxn ang="0">
                      <a:pos x="connsiteX3" y="connsiteY3"/>
                    </a:cxn>
                  </a:cxnLst>
                  <a:rect l="l" t="t" r="r" b="b"/>
                  <a:pathLst>
                    <a:path w="203835" h="48577">
                      <a:moveTo>
                        <a:pt x="0" y="0"/>
                      </a:moveTo>
                      <a:lnTo>
                        <a:pt x="203835" y="0"/>
                      </a:lnTo>
                      <a:lnTo>
                        <a:pt x="203835" y="48578"/>
                      </a:lnTo>
                      <a:lnTo>
                        <a:pt x="0" y="48578"/>
                      </a:lnTo>
                      <a:close/>
                    </a:path>
                  </a:pathLst>
                </a:custGeom>
                <a:solidFill>
                  <a:schemeClr val="accent1">
                    <a:lumMod val="75000"/>
                  </a:schemeClr>
                </a:solid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64626244-6DC9-477B-A550-5B0EF50C7E94}"/>
                    </a:ext>
                  </a:extLst>
                </p:cNvPr>
                <p:cNvSpPr/>
                <p:nvPr/>
              </p:nvSpPr>
              <p:spPr>
                <a:xfrm>
                  <a:off x="5268306" y="5773416"/>
                  <a:ext cx="203835" cy="213359"/>
                </a:xfrm>
                <a:custGeom>
                  <a:avLst/>
                  <a:gdLst>
                    <a:gd name="connsiteX0" fmla="*/ 0 w 203835"/>
                    <a:gd name="connsiteY0" fmla="*/ 0 h 213359"/>
                    <a:gd name="connsiteX1" fmla="*/ 203835 w 203835"/>
                    <a:gd name="connsiteY1" fmla="*/ 0 h 213359"/>
                    <a:gd name="connsiteX2" fmla="*/ 203835 w 203835"/>
                    <a:gd name="connsiteY2" fmla="*/ 213360 h 213359"/>
                    <a:gd name="connsiteX3" fmla="*/ 0 w 203835"/>
                    <a:gd name="connsiteY3" fmla="*/ 213360 h 213359"/>
                  </a:gdLst>
                  <a:ahLst/>
                  <a:cxnLst>
                    <a:cxn ang="0">
                      <a:pos x="connsiteX0" y="connsiteY0"/>
                    </a:cxn>
                    <a:cxn ang="0">
                      <a:pos x="connsiteX1" y="connsiteY1"/>
                    </a:cxn>
                    <a:cxn ang="0">
                      <a:pos x="connsiteX2" y="connsiteY2"/>
                    </a:cxn>
                    <a:cxn ang="0">
                      <a:pos x="connsiteX3" y="connsiteY3"/>
                    </a:cxn>
                  </a:cxnLst>
                  <a:rect l="l" t="t" r="r" b="b"/>
                  <a:pathLst>
                    <a:path w="203835" h="213359">
                      <a:moveTo>
                        <a:pt x="0" y="0"/>
                      </a:moveTo>
                      <a:lnTo>
                        <a:pt x="203835" y="0"/>
                      </a:lnTo>
                      <a:lnTo>
                        <a:pt x="203835" y="213360"/>
                      </a:lnTo>
                      <a:lnTo>
                        <a:pt x="0" y="213360"/>
                      </a:lnTo>
                      <a:close/>
                    </a:path>
                  </a:pathLst>
                </a:custGeom>
                <a:solidFill>
                  <a:schemeClr val="accent3"/>
                </a:solid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DE94E8DF-D580-48A6-9F4B-35768FEBCC03}"/>
                    </a:ext>
                  </a:extLst>
                </p:cNvPr>
                <p:cNvSpPr/>
                <p:nvPr/>
              </p:nvSpPr>
              <p:spPr>
                <a:xfrm>
                  <a:off x="5268306" y="5773416"/>
                  <a:ext cx="203835" cy="48577"/>
                </a:xfrm>
                <a:custGeom>
                  <a:avLst/>
                  <a:gdLst>
                    <a:gd name="connsiteX0" fmla="*/ 0 w 203835"/>
                    <a:gd name="connsiteY0" fmla="*/ 0 h 48577"/>
                    <a:gd name="connsiteX1" fmla="*/ 203835 w 203835"/>
                    <a:gd name="connsiteY1" fmla="*/ 0 h 48577"/>
                    <a:gd name="connsiteX2" fmla="*/ 203835 w 203835"/>
                    <a:gd name="connsiteY2" fmla="*/ 48578 h 48577"/>
                    <a:gd name="connsiteX3" fmla="*/ 0 w 203835"/>
                    <a:gd name="connsiteY3" fmla="*/ 48578 h 48577"/>
                  </a:gdLst>
                  <a:ahLst/>
                  <a:cxnLst>
                    <a:cxn ang="0">
                      <a:pos x="connsiteX0" y="connsiteY0"/>
                    </a:cxn>
                    <a:cxn ang="0">
                      <a:pos x="connsiteX1" y="connsiteY1"/>
                    </a:cxn>
                    <a:cxn ang="0">
                      <a:pos x="connsiteX2" y="connsiteY2"/>
                    </a:cxn>
                    <a:cxn ang="0">
                      <a:pos x="connsiteX3" y="connsiteY3"/>
                    </a:cxn>
                  </a:cxnLst>
                  <a:rect l="l" t="t" r="r" b="b"/>
                  <a:pathLst>
                    <a:path w="203835" h="48577">
                      <a:moveTo>
                        <a:pt x="0" y="0"/>
                      </a:moveTo>
                      <a:lnTo>
                        <a:pt x="203835" y="0"/>
                      </a:lnTo>
                      <a:lnTo>
                        <a:pt x="203835" y="48578"/>
                      </a:lnTo>
                      <a:lnTo>
                        <a:pt x="0" y="48578"/>
                      </a:lnTo>
                      <a:close/>
                    </a:path>
                  </a:pathLst>
                </a:custGeom>
                <a:solidFill>
                  <a:schemeClr val="accent2">
                    <a:lumMod val="75000"/>
                  </a:schemeClr>
                </a:solidFill>
                <a:ln w="9525" cap="flat">
                  <a:noFill/>
                  <a:prstDash val="solid"/>
                  <a:miter/>
                </a:ln>
              </p:spPr>
              <p:txBody>
                <a:bodyPr rtlCol="0" anchor="ctr"/>
                <a:lstStyle/>
                <a:p>
                  <a:endParaRPr lang="en-US"/>
                </a:p>
              </p:txBody>
            </p:sp>
          </p:grpSp>
          <p:grpSp>
            <p:nvGrpSpPr>
              <p:cNvPr id="304" name="Graphic 3">
                <a:extLst>
                  <a:ext uri="{FF2B5EF4-FFF2-40B4-BE49-F238E27FC236}">
                    <a16:creationId xmlns:a16="http://schemas.microsoft.com/office/drawing/2014/main" id="{17691905-6792-487B-9965-7957746DB144}"/>
                  </a:ext>
                </a:extLst>
              </p:cNvPr>
              <p:cNvGrpSpPr/>
              <p:nvPr/>
            </p:nvGrpSpPr>
            <p:grpSpPr>
              <a:xfrm flipH="1">
                <a:off x="3655416" y="3168996"/>
                <a:ext cx="562272" cy="815499"/>
                <a:chOff x="4568218" y="3400738"/>
                <a:chExt cx="393382" cy="570547"/>
              </a:xfrm>
            </p:grpSpPr>
            <p:grpSp>
              <p:nvGrpSpPr>
                <p:cNvPr id="305" name="Graphic 3">
                  <a:extLst>
                    <a:ext uri="{FF2B5EF4-FFF2-40B4-BE49-F238E27FC236}">
                      <a16:creationId xmlns:a16="http://schemas.microsoft.com/office/drawing/2014/main" id="{17691905-6792-487B-9965-7957746DB144}"/>
                    </a:ext>
                  </a:extLst>
                </p:cNvPr>
                <p:cNvGrpSpPr/>
                <p:nvPr/>
              </p:nvGrpSpPr>
              <p:grpSpPr>
                <a:xfrm>
                  <a:off x="4568218" y="3577904"/>
                  <a:ext cx="393382" cy="393382"/>
                  <a:chOff x="4568218" y="3577904"/>
                  <a:chExt cx="393382" cy="393382"/>
                </a:xfrm>
              </p:grpSpPr>
              <p:sp>
                <p:nvSpPr>
                  <p:cNvPr id="306" name="Freeform: Shape 305">
                    <a:extLst>
                      <a:ext uri="{FF2B5EF4-FFF2-40B4-BE49-F238E27FC236}">
                        <a16:creationId xmlns:a16="http://schemas.microsoft.com/office/drawing/2014/main" id="{B9AB2D57-8AE3-4D1F-95CB-915C22DB7432}"/>
                      </a:ext>
                    </a:extLst>
                  </p:cNvPr>
                  <p:cNvSpPr/>
                  <p:nvPr/>
                </p:nvSpPr>
                <p:spPr>
                  <a:xfrm>
                    <a:off x="4632988" y="3642674"/>
                    <a:ext cx="328612" cy="328612"/>
                  </a:xfrm>
                  <a:custGeom>
                    <a:avLst/>
                    <a:gdLst>
                      <a:gd name="connsiteX0" fmla="*/ 0 w 328612"/>
                      <a:gd name="connsiteY0" fmla="*/ 0 h 328612"/>
                      <a:gd name="connsiteX1" fmla="*/ 328613 w 328612"/>
                      <a:gd name="connsiteY1" fmla="*/ 0 h 328612"/>
                      <a:gd name="connsiteX2" fmla="*/ 328613 w 328612"/>
                      <a:gd name="connsiteY2" fmla="*/ 328613 h 328612"/>
                      <a:gd name="connsiteX3" fmla="*/ 0 w 328612"/>
                      <a:gd name="connsiteY3" fmla="*/ 328613 h 328612"/>
                    </a:gdLst>
                    <a:ahLst/>
                    <a:cxnLst>
                      <a:cxn ang="0">
                        <a:pos x="connsiteX0" y="connsiteY0"/>
                      </a:cxn>
                      <a:cxn ang="0">
                        <a:pos x="connsiteX1" y="connsiteY1"/>
                      </a:cxn>
                      <a:cxn ang="0">
                        <a:pos x="connsiteX2" y="connsiteY2"/>
                      </a:cxn>
                      <a:cxn ang="0">
                        <a:pos x="connsiteX3" y="connsiteY3"/>
                      </a:cxn>
                    </a:cxnLst>
                    <a:rect l="l" t="t" r="r" b="b"/>
                    <a:pathLst>
                      <a:path w="328612" h="328612">
                        <a:moveTo>
                          <a:pt x="0" y="0"/>
                        </a:moveTo>
                        <a:lnTo>
                          <a:pt x="328613" y="0"/>
                        </a:lnTo>
                        <a:lnTo>
                          <a:pt x="328613" y="328613"/>
                        </a:lnTo>
                        <a:lnTo>
                          <a:pt x="0" y="328613"/>
                        </a:lnTo>
                        <a:close/>
                      </a:path>
                    </a:pathLst>
                  </a:custGeom>
                  <a:solidFill>
                    <a:schemeClr val="tx2"/>
                  </a:solid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54546F13-6956-4823-805C-AC27080C1BA8}"/>
                      </a:ext>
                    </a:extLst>
                  </p:cNvPr>
                  <p:cNvSpPr/>
                  <p:nvPr/>
                </p:nvSpPr>
                <p:spPr>
                  <a:xfrm>
                    <a:off x="4568218" y="3577904"/>
                    <a:ext cx="328612" cy="328612"/>
                  </a:xfrm>
                  <a:custGeom>
                    <a:avLst/>
                    <a:gdLst>
                      <a:gd name="connsiteX0" fmla="*/ 0 w 328612"/>
                      <a:gd name="connsiteY0" fmla="*/ 0 h 328612"/>
                      <a:gd name="connsiteX1" fmla="*/ 328612 w 328612"/>
                      <a:gd name="connsiteY1" fmla="*/ 0 h 328612"/>
                      <a:gd name="connsiteX2" fmla="*/ 328612 w 328612"/>
                      <a:gd name="connsiteY2" fmla="*/ 328612 h 328612"/>
                      <a:gd name="connsiteX3" fmla="*/ 0 w 328612"/>
                      <a:gd name="connsiteY3" fmla="*/ 328612 h 328612"/>
                    </a:gdLst>
                    <a:ahLst/>
                    <a:cxnLst>
                      <a:cxn ang="0">
                        <a:pos x="connsiteX0" y="connsiteY0"/>
                      </a:cxn>
                      <a:cxn ang="0">
                        <a:pos x="connsiteX1" y="connsiteY1"/>
                      </a:cxn>
                      <a:cxn ang="0">
                        <a:pos x="connsiteX2" y="connsiteY2"/>
                      </a:cxn>
                      <a:cxn ang="0">
                        <a:pos x="connsiteX3" y="connsiteY3"/>
                      </a:cxn>
                    </a:cxnLst>
                    <a:rect l="l" t="t" r="r" b="b"/>
                    <a:pathLst>
                      <a:path w="328612" h="328612">
                        <a:moveTo>
                          <a:pt x="0" y="0"/>
                        </a:moveTo>
                        <a:lnTo>
                          <a:pt x="328612" y="0"/>
                        </a:lnTo>
                        <a:lnTo>
                          <a:pt x="328612" y="328612"/>
                        </a:lnTo>
                        <a:lnTo>
                          <a:pt x="0" y="328612"/>
                        </a:lnTo>
                        <a:close/>
                      </a:path>
                    </a:pathLst>
                  </a:custGeom>
                  <a:solidFill>
                    <a:schemeClr val="accent6"/>
                  </a:solidFill>
                  <a:ln w="9525" cap="flat">
                    <a:noFill/>
                    <a:prstDash val="solid"/>
                    <a:miter/>
                  </a:ln>
                </p:spPr>
                <p:txBody>
                  <a:bodyPr rtlCol="0" anchor="ctr"/>
                  <a:lstStyle/>
                  <a:p>
                    <a:endParaRPr lang="en-US"/>
                  </a:p>
                </p:txBody>
              </p:sp>
            </p:grpSp>
            <p:sp>
              <p:nvSpPr>
                <p:cNvPr id="308" name="Freeform: Shape 307">
                  <a:extLst>
                    <a:ext uri="{FF2B5EF4-FFF2-40B4-BE49-F238E27FC236}">
                      <a16:creationId xmlns:a16="http://schemas.microsoft.com/office/drawing/2014/main" id="{BB50A8F1-1250-4655-B508-BD1A6BC16DE7}"/>
                    </a:ext>
                  </a:extLst>
                </p:cNvPr>
                <p:cNvSpPr/>
                <p:nvPr/>
              </p:nvSpPr>
              <p:spPr>
                <a:xfrm>
                  <a:off x="4639655" y="3400738"/>
                  <a:ext cx="306705" cy="453389"/>
                </a:xfrm>
                <a:custGeom>
                  <a:avLst/>
                  <a:gdLst>
                    <a:gd name="connsiteX0" fmla="*/ 104775 w 306705"/>
                    <a:gd name="connsiteY0" fmla="*/ 453390 h 453389"/>
                    <a:gd name="connsiteX1" fmla="*/ 0 w 306705"/>
                    <a:gd name="connsiteY1" fmla="*/ 293370 h 453389"/>
                    <a:gd name="connsiteX2" fmla="*/ 33338 w 306705"/>
                    <a:gd name="connsiteY2" fmla="*/ 271463 h 453389"/>
                    <a:gd name="connsiteX3" fmla="*/ 98108 w 306705"/>
                    <a:gd name="connsiteY3" fmla="*/ 370523 h 453389"/>
                    <a:gd name="connsiteX4" fmla="*/ 269558 w 306705"/>
                    <a:gd name="connsiteY4" fmla="*/ 0 h 453389"/>
                    <a:gd name="connsiteX5" fmla="*/ 306705 w 306705"/>
                    <a:gd name="connsiteY5" fmla="*/ 17145 h 453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6705" h="453389">
                      <a:moveTo>
                        <a:pt x="104775" y="453390"/>
                      </a:moveTo>
                      <a:lnTo>
                        <a:pt x="0" y="293370"/>
                      </a:lnTo>
                      <a:lnTo>
                        <a:pt x="33338" y="271463"/>
                      </a:lnTo>
                      <a:lnTo>
                        <a:pt x="98108" y="370523"/>
                      </a:lnTo>
                      <a:lnTo>
                        <a:pt x="269558" y="0"/>
                      </a:lnTo>
                      <a:lnTo>
                        <a:pt x="306705" y="17145"/>
                      </a:lnTo>
                      <a:close/>
                    </a:path>
                  </a:pathLst>
                </a:custGeom>
                <a:solidFill>
                  <a:schemeClr val="tx2"/>
                </a:solidFill>
                <a:ln w="9525" cap="flat">
                  <a:noFill/>
                  <a:prstDash val="solid"/>
                  <a:miter/>
                </a:ln>
              </p:spPr>
              <p:txBody>
                <a:bodyPr rtlCol="0" anchor="ctr"/>
                <a:lstStyle/>
                <a:p>
                  <a:endParaRPr lang="en-US"/>
                </a:p>
              </p:txBody>
            </p:sp>
          </p:grpSp>
        </p:grpSp>
      </p:grpSp>
    </p:spTree>
    <p:extLst>
      <p:ext uri="{BB962C8B-B14F-4D97-AF65-F5344CB8AC3E}">
        <p14:creationId xmlns:p14="http://schemas.microsoft.com/office/powerpoint/2010/main" val="26928233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9" name="Group 188">
            <a:extLst>
              <a:ext uri="{FF2B5EF4-FFF2-40B4-BE49-F238E27FC236}">
                <a16:creationId xmlns:a16="http://schemas.microsoft.com/office/drawing/2014/main" id="{4909B847-9464-4721-9849-644C1AEEB1FB}"/>
              </a:ext>
            </a:extLst>
          </p:cNvPr>
          <p:cNvGrpSpPr/>
          <p:nvPr/>
        </p:nvGrpSpPr>
        <p:grpSpPr>
          <a:xfrm>
            <a:off x="1001977" y="575310"/>
            <a:ext cx="4229780" cy="2071988"/>
            <a:chOff x="1001977" y="575310"/>
            <a:chExt cx="4229780" cy="2071988"/>
          </a:xfrm>
        </p:grpSpPr>
        <p:sp>
          <p:nvSpPr>
            <p:cNvPr id="190" name="Rectangle 189">
              <a:extLst>
                <a:ext uri="{FF2B5EF4-FFF2-40B4-BE49-F238E27FC236}">
                  <a16:creationId xmlns:a16="http://schemas.microsoft.com/office/drawing/2014/main" id="{0F84FCF7-1B47-4212-8D4E-6EAEC7C5A0BA}"/>
                </a:ext>
              </a:extLst>
            </p:cNvPr>
            <p:cNvSpPr/>
            <p:nvPr/>
          </p:nvSpPr>
          <p:spPr>
            <a:xfrm>
              <a:off x="1001977" y="575310"/>
              <a:ext cx="209751" cy="690880"/>
            </a:xfrm>
            <a:prstGeom prst="rect">
              <a:avLst/>
            </a:prstGeom>
            <a:gradFill flip="none" rotWithShape="1">
              <a:gsLst>
                <a:gs pos="0">
                  <a:schemeClr val="accent1">
                    <a:alpha val="50000"/>
                  </a:schemeClr>
                </a:gs>
                <a:gs pos="100000">
                  <a:schemeClr val="accent2">
                    <a:alpha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1" name="TextBox 190">
              <a:extLst>
                <a:ext uri="{FF2B5EF4-FFF2-40B4-BE49-F238E27FC236}">
                  <a16:creationId xmlns:a16="http://schemas.microsoft.com/office/drawing/2014/main" id="{7F3CB653-D206-4FF9-95FD-609A8D070007}"/>
                </a:ext>
              </a:extLst>
            </p:cNvPr>
            <p:cNvSpPr txBox="1"/>
            <p:nvPr/>
          </p:nvSpPr>
          <p:spPr>
            <a:xfrm>
              <a:off x="1013227" y="694236"/>
              <a:ext cx="4218530" cy="1200329"/>
            </a:xfrm>
            <a:prstGeom prst="rect">
              <a:avLst/>
            </a:prstGeom>
            <a:noFill/>
          </p:spPr>
          <p:txBody>
            <a:bodyPr wrap="square" rtlCol="0">
              <a:spAutoFit/>
            </a:bodyPr>
            <a:lstStyle/>
            <a:p>
              <a:r>
                <a:rPr lang="en-US" sz="3600" b="1" dirty="0">
                  <a:latin typeface="Roboto" panose="02000000000000000000" pitchFamily="2" charset="0"/>
                  <a:ea typeface="Roboto" panose="02000000000000000000" pitchFamily="2" charset="0"/>
                </a:rPr>
                <a:t>ASSESSMENT AND EVALUATION</a:t>
              </a:r>
            </a:p>
          </p:txBody>
        </p:sp>
        <p:sp>
          <p:nvSpPr>
            <p:cNvPr id="192" name="TextBox 191">
              <a:extLst>
                <a:ext uri="{FF2B5EF4-FFF2-40B4-BE49-F238E27FC236}">
                  <a16:creationId xmlns:a16="http://schemas.microsoft.com/office/drawing/2014/main" id="{B1C8D187-7318-4D97-816E-4607521C9F3F}"/>
                </a:ext>
              </a:extLst>
            </p:cNvPr>
            <p:cNvSpPr txBox="1"/>
            <p:nvPr/>
          </p:nvSpPr>
          <p:spPr>
            <a:xfrm>
              <a:off x="1013227" y="2000967"/>
              <a:ext cx="4218530" cy="646331"/>
            </a:xfrm>
            <a:prstGeom prst="rect">
              <a:avLst/>
            </a:prstGeom>
            <a:noFill/>
          </p:spPr>
          <p:txBody>
            <a:bodyPr wrap="square" rtlCol="0">
              <a:spAutoFit/>
            </a:bodyPr>
            <a:lstStyle/>
            <a:p>
              <a:r>
                <a:rPr lang="en-US" sz="1200" dirty="0">
                  <a:solidFill>
                    <a:schemeClr val="tx1">
                      <a:alpha val="35000"/>
                    </a:schemeClr>
                  </a:solidFill>
                  <a:latin typeface="Roboto" panose="02000000000000000000" pitchFamily="2" charset="0"/>
                  <a:ea typeface="Roboto" panose="02000000000000000000" pitchFamily="2" charset="0"/>
                </a:rPr>
                <a:t>Lorem ipsum dolor sit amet, consectetur adipiscing elit, sed do eiusmod tempor incididunt ut labore et dolore magna aliqua..</a:t>
              </a:r>
            </a:p>
          </p:txBody>
        </p:sp>
      </p:grpSp>
      <p:grpSp>
        <p:nvGrpSpPr>
          <p:cNvPr id="395" name="Group 394">
            <a:extLst>
              <a:ext uri="{FF2B5EF4-FFF2-40B4-BE49-F238E27FC236}">
                <a16:creationId xmlns:a16="http://schemas.microsoft.com/office/drawing/2014/main" id="{38B4F818-B513-4B8E-9847-8D3F56989527}"/>
              </a:ext>
            </a:extLst>
          </p:cNvPr>
          <p:cNvGrpSpPr/>
          <p:nvPr/>
        </p:nvGrpSpPr>
        <p:grpSpPr>
          <a:xfrm>
            <a:off x="6760595" y="1154527"/>
            <a:ext cx="4955338" cy="5280997"/>
            <a:chOff x="6644848" y="957757"/>
            <a:chExt cx="5174038" cy="5514070"/>
          </a:xfrm>
        </p:grpSpPr>
        <p:sp>
          <p:nvSpPr>
            <p:cNvPr id="293" name="Oval 292">
              <a:extLst>
                <a:ext uri="{FF2B5EF4-FFF2-40B4-BE49-F238E27FC236}">
                  <a16:creationId xmlns:a16="http://schemas.microsoft.com/office/drawing/2014/main" id="{C349B86A-1CD2-48B1-81A0-1DFE70593DA0}"/>
                </a:ext>
              </a:extLst>
            </p:cNvPr>
            <p:cNvSpPr/>
            <p:nvPr/>
          </p:nvSpPr>
          <p:spPr>
            <a:xfrm>
              <a:off x="6644848" y="5390047"/>
              <a:ext cx="5174038" cy="1081780"/>
            </a:xfrm>
            <a:prstGeom prst="ellipse">
              <a:avLst/>
            </a:prstGeom>
            <a:solidFill>
              <a:schemeClr val="tx2">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aphic 1">
              <a:extLst>
                <a:ext uri="{FF2B5EF4-FFF2-40B4-BE49-F238E27FC236}">
                  <a16:creationId xmlns:a16="http://schemas.microsoft.com/office/drawing/2014/main" id="{BCB32647-4B2A-4755-B755-B5A6C0919ACD}"/>
                </a:ext>
              </a:extLst>
            </p:cNvPr>
            <p:cNvGrpSpPr/>
            <p:nvPr/>
          </p:nvGrpSpPr>
          <p:grpSpPr>
            <a:xfrm flipH="1">
              <a:off x="7277333" y="957757"/>
              <a:ext cx="3901440" cy="5182768"/>
              <a:chOff x="8691191" y="2997723"/>
              <a:chExt cx="2734045" cy="3631972"/>
            </a:xfrm>
          </p:grpSpPr>
          <p:grpSp>
            <p:nvGrpSpPr>
              <p:cNvPr id="193" name="Graphic 1">
                <a:extLst>
                  <a:ext uri="{FF2B5EF4-FFF2-40B4-BE49-F238E27FC236}">
                    <a16:creationId xmlns:a16="http://schemas.microsoft.com/office/drawing/2014/main" id="{BCB32647-4B2A-4755-B755-B5A6C0919ACD}"/>
                  </a:ext>
                </a:extLst>
              </p:cNvPr>
              <p:cNvGrpSpPr/>
              <p:nvPr/>
            </p:nvGrpSpPr>
            <p:grpSpPr>
              <a:xfrm>
                <a:off x="8753474" y="5415255"/>
                <a:ext cx="1302067" cy="1214437"/>
                <a:chOff x="8753474" y="5415255"/>
                <a:chExt cx="1302067" cy="1214437"/>
              </a:xfrm>
            </p:grpSpPr>
            <p:sp>
              <p:nvSpPr>
                <p:cNvPr id="194" name="Freeform: Shape 193">
                  <a:extLst>
                    <a:ext uri="{FF2B5EF4-FFF2-40B4-BE49-F238E27FC236}">
                      <a16:creationId xmlns:a16="http://schemas.microsoft.com/office/drawing/2014/main" id="{B3FE07A7-2135-4CFB-803D-E8B5E5779C14}"/>
                    </a:ext>
                  </a:extLst>
                </p:cNvPr>
                <p:cNvSpPr/>
                <p:nvPr/>
              </p:nvSpPr>
              <p:spPr>
                <a:xfrm>
                  <a:off x="8753474" y="5415255"/>
                  <a:ext cx="1298257" cy="241935"/>
                </a:xfrm>
                <a:custGeom>
                  <a:avLst/>
                  <a:gdLst>
                    <a:gd name="connsiteX0" fmla="*/ 1298258 w 1298257"/>
                    <a:gd name="connsiteY0" fmla="*/ 241935 h 241935"/>
                    <a:gd name="connsiteX1" fmla="*/ 0 w 1298257"/>
                    <a:gd name="connsiteY1" fmla="*/ 241935 h 241935"/>
                    <a:gd name="connsiteX2" fmla="*/ 0 w 1298257"/>
                    <a:gd name="connsiteY2" fmla="*/ 241935 h 241935"/>
                    <a:gd name="connsiteX3" fmla="*/ 241935 w 1298257"/>
                    <a:gd name="connsiteY3" fmla="*/ 0 h 241935"/>
                    <a:gd name="connsiteX4" fmla="*/ 1056323 w 1298257"/>
                    <a:gd name="connsiteY4" fmla="*/ 0 h 241935"/>
                    <a:gd name="connsiteX5" fmla="*/ 1298258 w 1298257"/>
                    <a:gd name="connsiteY5" fmla="*/ 241935 h 241935"/>
                    <a:gd name="connsiteX6" fmla="*/ 1298258 w 1298257"/>
                    <a:gd name="connsiteY6" fmla="*/ 241935 h 24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8257" h="241935">
                      <a:moveTo>
                        <a:pt x="1298258" y="241935"/>
                      </a:moveTo>
                      <a:lnTo>
                        <a:pt x="0" y="241935"/>
                      </a:lnTo>
                      <a:lnTo>
                        <a:pt x="0" y="241935"/>
                      </a:lnTo>
                      <a:cubicBezTo>
                        <a:pt x="0" y="108585"/>
                        <a:pt x="108585" y="0"/>
                        <a:pt x="241935" y="0"/>
                      </a:cubicBezTo>
                      <a:lnTo>
                        <a:pt x="1056323" y="0"/>
                      </a:lnTo>
                      <a:cubicBezTo>
                        <a:pt x="1189673" y="0"/>
                        <a:pt x="1298258" y="108585"/>
                        <a:pt x="1298258" y="241935"/>
                      </a:cubicBezTo>
                      <a:lnTo>
                        <a:pt x="1298258" y="241935"/>
                      </a:lnTo>
                      <a:close/>
                    </a:path>
                  </a:pathLst>
                </a:custGeom>
                <a:solidFill>
                  <a:srgbClr val="252D52"/>
                </a:solidFill>
                <a:ln w="9525" cap="flat">
                  <a:noFill/>
                  <a:prstDash val="solid"/>
                  <a:miter/>
                </a:ln>
              </p:spPr>
              <p:txBody>
                <a:bodyPr rtlCol="0" anchor="ctr"/>
                <a:lstStyle/>
                <a:p>
                  <a:endParaRPr lang="en-US"/>
                </a:p>
              </p:txBody>
            </p:sp>
            <p:grpSp>
              <p:nvGrpSpPr>
                <p:cNvPr id="195" name="Graphic 1">
                  <a:extLst>
                    <a:ext uri="{FF2B5EF4-FFF2-40B4-BE49-F238E27FC236}">
                      <a16:creationId xmlns:a16="http://schemas.microsoft.com/office/drawing/2014/main" id="{BCB32647-4B2A-4755-B755-B5A6C0919ACD}"/>
                    </a:ext>
                  </a:extLst>
                </p:cNvPr>
                <p:cNvGrpSpPr/>
                <p:nvPr/>
              </p:nvGrpSpPr>
              <p:grpSpPr>
                <a:xfrm>
                  <a:off x="8753474" y="5657190"/>
                  <a:ext cx="116205" cy="972502"/>
                  <a:chOff x="8753474" y="5657190"/>
                  <a:chExt cx="116205" cy="972502"/>
                </a:xfrm>
              </p:grpSpPr>
              <p:sp>
                <p:nvSpPr>
                  <p:cNvPr id="196" name="Freeform: Shape 195">
                    <a:extLst>
                      <a:ext uri="{FF2B5EF4-FFF2-40B4-BE49-F238E27FC236}">
                        <a16:creationId xmlns:a16="http://schemas.microsoft.com/office/drawing/2014/main" id="{5BD4E9F5-166D-466E-B83E-542EC538134B}"/>
                      </a:ext>
                    </a:extLst>
                  </p:cNvPr>
                  <p:cNvSpPr/>
                  <p:nvPr/>
                </p:nvSpPr>
                <p:spPr>
                  <a:xfrm>
                    <a:off x="8753474" y="5657190"/>
                    <a:ext cx="116205" cy="972502"/>
                  </a:xfrm>
                  <a:custGeom>
                    <a:avLst/>
                    <a:gdLst>
                      <a:gd name="connsiteX0" fmla="*/ 47625 w 116205"/>
                      <a:gd name="connsiteY0" fmla="*/ 972502 h 972502"/>
                      <a:gd name="connsiteX1" fmla="*/ 0 w 116205"/>
                      <a:gd name="connsiteY1" fmla="*/ 972502 h 972502"/>
                      <a:gd name="connsiteX2" fmla="*/ 0 w 116205"/>
                      <a:gd name="connsiteY2" fmla="*/ 0 h 972502"/>
                      <a:gd name="connsiteX3" fmla="*/ 116205 w 116205"/>
                      <a:gd name="connsiteY3" fmla="*/ 0 h 972502"/>
                    </a:gdLst>
                    <a:ahLst/>
                    <a:cxnLst>
                      <a:cxn ang="0">
                        <a:pos x="connsiteX0" y="connsiteY0"/>
                      </a:cxn>
                      <a:cxn ang="0">
                        <a:pos x="connsiteX1" y="connsiteY1"/>
                      </a:cxn>
                      <a:cxn ang="0">
                        <a:pos x="connsiteX2" y="connsiteY2"/>
                      </a:cxn>
                      <a:cxn ang="0">
                        <a:pos x="connsiteX3" y="connsiteY3"/>
                      </a:cxn>
                    </a:cxnLst>
                    <a:rect l="l" t="t" r="r" b="b"/>
                    <a:pathLst>
                      <a:path w="116205" h="972502">
                        <a:moveTo>
                          <a:pt x="47625" y="972502"/>
                        </a:moveTo>
                        <a:lnTo>
                          <a:pt x="0" y="972502"/>
                        </a:lnTo>
                        <a:lnTo>
                          <a:pt x="0" y="0"/>
                        </a:lnTo>
                        <a:lnTo>
                          <a:pt x="116205" y="0"/>
                        </a:lnTo>
                        <a:close/>
                      </a:path>
                    </a:pathLst>
                  </a:custGeom>
                  <a:solidFill>
                    <a:srgbClr val="3F2403"/>
                  </a:solid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5AFB20CF-8172-46AB-88CF-7D4834CFDEEF}"/>
                      </a:ext>
                    </a:extLst>
                  </p:cNvPr>
                  <p:cNvSpPr/>
                  <p:nvPr/>
                </p:nvSpPr>
                <p:spPr>
                  <a:xfrm>
                    <a:off x="8753474" y="5657190"/>
                    <a:ext cx="116205" cy="122342"/>
                  </a:xfrm>
                  <a:custGeom>
                    <a:avLst/>
                    <a:gdLst>
                      <a:gd name="connsiteX0" fmla="*/ 116205 w 116205"/>
                      <a:gd name="connsiteY0" fmla="*/ 0 h 122342"/>
                      <a:gd name="connsiteX1" fmla="*/ 0 w 116205"/>
                      <a:gd name="connsiteY1" fmla="*/ 0 h 122342"/>
                      <a:gd name="connsiteX2" fmla="*/ 0 w 116205"/>
                      <a:gd name="connsiteY2" fmla="*/ 120967 h 122342"/>
                      <a:gd name="connsiteX3" fmla="*/ 107632 w 116205"/>
                      <a:gd name="connsiteY3" fmla="*/ 120967 h 122342"/>
                      <a:gd name="connsiteX4" fmla="*/ 116205 w 116205"/>
                      <a:gd name="connsiteY4" fmla="*/ 0 h 122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5" h="122342">
                        <a:moveTo>
                          <a:pt x="116205" y="0"/>
                        </a:moveTo>
                        <a:lnTo>
                          <a:pt x="0" y="0"/>
                        </a:lnTo>
                        <a:lnTo>
                          <a:pt x="0" y="120967"/>
                        </a:lnTo>
                        <a:cubicBezTo>
                          <a:pt x="36195" y="125730"/>
                          <a:pt x="72390" y="116205"/>
                          <a:pt x="107632" y="120967"/>
                        </a:cubicBezTo>
                        <a:lnTo>
                          <a:pt x="116205" y="0"/>
                        </a:lnTo>
                        <a:close/>
                      </a:path>
                    </a:pathLst>
                  </a:custGeom>
                  <a:solidFill>
                    <a:srgbClr val="190E02"/>
                  </a:solidFill>
                  <a:ln w="9525" cap="flat">
                    <a:noFill/>
                    <a:prstDash val="solid"/>
                    <a:miter/>
                  </a:ln>
                </p:spPr>
                <p:txBody>
                  <a:bodyPr rtlCol="0" anchor="ctr"/>
                  <a:lstStyle/>
                  <a:p>
                    <a:endParaRPr lang="en-US"/>
                  </a:p>
                </p:txBody>
              </p:sp>
            </p:grpSp>
            <p:grpSp>
              <p:nvGrpSpPr>
                <p:cNvPr id="198" name="Graphic 1">
                  <a:extLst>
                    <a:ext uri="{FF2B5EF4-FFF2-40B4-BE49-F238E27FC236}">
                      <a16:creationId xmlns:a16="http://schemas.microsoft.com/office/drawing/2014/main" id="{BCB32647-4B2A-4755-B755-B5A6C0919ACD}"/>
                    </a:ext>
                  </a:extLst>
                </p:cNvPr>
                <p:cNvGrpSpPr/>
                <p:nvPr/>
              </p:nvGrpSpPr>
              <p:grpSpPr>
                <a:xfrm>
                  <a:off x="9939337" y="5657190"/>
                  <a:ext cx="116204" cy="972502"/>
                  <a:chOff x="9939337" y="5657190"/>
                  <a:chExt cx="116204" cy="972502"/>
                </a:xfrm>
              </p:grpSpPr>
              <p:sp>
                <p:nvSpPr>
                  <p:cNvPr id="199" name="Freeform: Shape 198">
                    <a:extLst>
                      <a:ext uri="{FF2B5EF4-FFF2-40B4-BE49-F238E27FC236}">
                        <a16:creationId xmlns:a16="http://schemas.microsoft.com/office/drawing/2014/main" id="{F2D85EDB-3E64-4DF0-AB92-A634D9E22220}"/>
                      </a:ext>
                    </a:extLst>
                  </p:cNvPr>
                  <p:cNvSpPr/>
                  <p:nvPr/>
                </p:nvSpPr>
                <p:spPr>
                  <a:xfrm>
                    <a:off x="9939337" y="5657190"/>
                    <a:ext cx="116204" cy="972502"/>
                  </a:xfrm>
                  <a:custGeom>
                    <a:avLst/>
                    <a:gdLst>
                      <a:gd name="connsiteX0" fmla="*/ 67628 w 116204"/>
                      <a:gd name="connsiteY0" fmla="*/ 972502 h 972502"/>
                      <a:gd name="connsiteX1" fmla="*/ 116205 w 116204"/>
                      <a:gd name="connsiteY1" fmla="*/ 972502 h 972502"/>
                      <a:gd name="connsiteX2" fmla="*/ 116205 w 116204"/>
                      <a:gd name="connsiteY2" fmla="*/ 0 h 972502"/>
                      <a:gd name="connsiteX3" fmla="*/ 0 w 116204"/>
                      <a:gd name="connsiteY3" fmla="*/ 0 h 972502"/>
                    </a:gdLst>
                    <a:ahLst/>
                    <a:cxnLst>
                      <a:cxn ang="0">
                        <a:pos x="connsiteX0" y="connsiteY0"/>
                      </a:cxn>
                      <a:cxn ang="0">
                        <a:pos x="connsiteX1" y="connsiteY1"/>
                      </a:cxn>
                      <a:cxn ang="0">
                        <a:pos x="connsiteX2" y="connsiteY2"/>
                      </a:cxn>
                      <a:cxn ang="0">
                        <a:pos x="connsiteX3" y="connsiteY3"/>
                      </a:cxn>
                    </a:cxnLst>
                    <a:rect l="l" t="t" r="r" b="b"/>
                    <a:pathLst>
                      <a:path w="116204" h="972502">
                        <a:moveTo>
                          <a:pt x="67628" y="972502"/>
                        </a:moveTo>
                        <a:lnTo>
                          <a:pt x="116205" y="972502"/>
                        </a:lnTo>
                        <a:lnTo>
                          <a:pt x="116205" y="0"/>
                        </a:lnTo>
                        <a:lnTo>
                          <a:pt x="0" y="0"/>
                        </a:lnTo>
                        <a:close/>
                      </a:path>
                    </a:pathLst>
                  </a:custGeom>
                  <a:solidFill>
                    <a:srgbClr val="3F2403"/>
                  </a:solid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E4A78D90-0813-40B0-998E-66962ADF88FE}"/>
                      </a:ext>
                    </a:extLst>
                  </p:cNvPr>
                  <p:cNvSpPr/>
                  <p:nvPr/>
                </p:nvSpPr>
                <p:spPr>
                  <a:xfrm>
                    <a:off x="9939337" y="5657190"/>
                    <a:ext cx="116204" cy="122342"/>
                  </a:xfrm>
                  <a:custGeom>
                    <a:avLst/>
                    <a:gdLst>
                      <a:gd name="connsiteX0" fmla="*/ 0 w 116204"/>
                      <a:gd name="connsiteY0" fmla="*/ 0 h 122342"/>
                      <a:gd name="connsiteX1" fmla="*/ 116205 w 116204"/>
                      <a:gd name="connsiteY1" fmla="*/ 0 h 122342"/>
                      <a:gd name="connsiteX2" fmla="*/ 116205 w 116204"/>
                      <a:gd name="connsiteY2" fmla="*/ 120967 h 122342"/>
                      <a:gd name="connsiteX3" fmla="*/ 8572 w 116204"/>
                      <a:gd name="connsiteY3" fmla="*/ 120967 h 122342"/>
                      <a:gd name="connsiteX4" fmla="*/ 0 w 116204"/>
                      <a:gd name="connsiteY4" fmla="*/ 0 h 122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4" h="122342">
                        <a:moveTo>
                          <a:pt x="0" y="0"/>
                        </a:moveTo>
                        <a:lnTo>
                          <a:pt x="116205" y="0"/>
                        </a:lnTo>
                        <a:lnTo>
                          <a:pt x="116205" y="120967"/>
                        </a:lnTo>
                        <a:cubicBezTo>
                          <a:pt x="80010" y="125730"/>
                          <a:pt x="43815" y="116205"/>
                          <a:pt x="8572" y="120967"/>
                        </a:cubicBezTo>
                        <a:lnTo>
                          <a:pt x="0" y="0"/>
                        </a:lnTo>
                        <a:close/>
                      </a:path>
                    </a:pathLst>
                  </a:custGeom>
                  <a:solidFill>
                    <a:srgbClr val="190E02"/>
                  </a:solidFill>
                  <a:ln w="9525" cap="flat">
                    <a:noFill/>
                    <a:prstDash val="solid"/>
                    <a:miter/>
                  </a:ln>
                </p:spPr>
                <p:txBody>
                  <a:bodyPr rtlCol="0" anchor="ctr"/>
                  <a:lstStyle/>
                  <a:p>
                    <a:endParaRPr lang="en-US"/>
                  </a:p>
                </p:txBody>
              </p:sp>
            </p:grpSp>
            <p:sp>
              <p:nvSpPr>
                <p:cNvPr id="201" name="Freeform: Shape 200">
                  <a:extLst>
                    <a:ext uri="{FF2B5EF4-FFF2-40B4-BE49-F238E27FC236}">
                      <a16:creationId xmlns:a16="http://schemas.microsoft.com/office/drawing/2014/main" id="{02A2939E-3328-4598-9D87-099D86705D2B}"/>
                    </a:ext>
                  </a:extLst>
                </p:cNvPr>
                <p:cNvSpPr/>
                <p:nvPr/>
              </p:nvSpPr>
              <p:spPr>
                <a:xfrm>
                  <a:off x="8923019" y="5416207"/>
                  <a:ext cx="1092517" cy="212920"/>
                </a:xfrm>
                <a:custGeom>
                  <a:avLst/>
                  <a:gdLst>
                    <a:gd name="connsiteX0" fmla="*/ 1028700 w 1092517"/>
                    <a:gd name="connsiteY0" fmla="*/ 148590 h 212920"/>
                    <a:gd name="connsiteX1" fmla="*/ 1092518 w 1092517"/>
                    <a:gd name="connsiteY1" fmla="*/ 116205 h 212920"/>
                    <a:gd name="connsiteX2" fmla="*/ 885825 w 1092517"/>
                    <a:gd name="connsiteY2" fmla="*/ 0 h 212920"/>
                    <a:gd name="connsiteX3" fmla="*/ 72390 w 1092517"/>
                    <a:gd name="connsiteY3" fmla="*/ 0 h 212920"/>
                    <a:gd name="connsiteX4" fmla="*/ 0 w 1092517"/>
                    <a:gd name="connsiteY4" fmla="*/ 11430 h 212920"/>
                    <a:gd name="connsiteX5" fmla="*/ 1028700 w 1092517"/>
                    <a:gd name="connsiteY5" fmla="*/ 148590 h 212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2517" h="212920">
                      <a:moveTo>
                        <a:pt x="1028700" y="148590"/>
                      </a:moveTo>
                      <a:cubicBezTo>
                        <a:pt x="1052513" y="141922"/>
                        <a:pt x="1073468" y="130493"/>
                        <a:pt x="1092518" y="116205"/>
                      </a:cubicBezTo>
                      <a:cubicBezTo>
                        <a:pt x="1049655" y="46672"/>
                        <a:pt x="973455" y="0"/>
                        <a:pt x="885825" y="0"/>
                      </a:cubicBezTo>
                      <a:lnTo>
                        <a:pt x="72390" y="0"/>
                      </a:lnTo>
                      <a:cubicBezTo>
                        <a:pt x="46673" y="0"/>
                        <a:pt x="22860" y="3810"/>
                        <a:pt x="0" y="11430"/>
                      </a:cubicBezTo>
                      <a:cubicBezTo>
                        <a:pt x="284798" y="252413"/>
                        <a:pt x="701040" y="248603"/>
                        <a:pt x="1028700" y="148590"/>
                      </a:cubicBezTo>
                      <a:close/>
                    </a:path>
                  </a:pathLst>
                </a:custGeom>
                <a:solidFill>
                  <a:srgbClr val="0B132D"/>
                </a:solidFill>
                <a:ln w="9525" cap="flat">
                  <a:noFill/>
                  <a:prstDash val="solid"/>
                  <a:miter/>
                </a:ln>
              </p:spPr>
              <p:txBody>
                <a:bodyPr rtlCol="0" anchor="ctr"/>
                <a:lstStyle/>
                <a:p>
                  <a:endParaRPr lang="en-US"/>
                </a:p>
              </p:txBody>
            </p:sp>
          </p:grpSp>
          <p:sp>
            <p:nvSpPr>
              <p:cNvPr id="202" name="Freeform: Shape 201">
                <a:extLst>
                  <a:ext uri="{FF2B5EF4-FFF2-40B4-BE49-F238E27FC236}">
                    <a16:creationId xmlns:a16="http://schemas.microsoft.com/office/drawing/2014/main" id="{F14ECAD9-2DE3-41C7-96F2-E2860CE26BC4}"/>
                  </a:ext>
                </a:extLst>
              </p:cNvPr>
              <p:cNvSpPr/>
              <p:nvPr/>
            </p:nvSpPr>
            <p:spPr>
              <a:xfrm>
                <a:off x="9695011" y="4323316"/>
                <a:ext cx="1227305" cy="750044"/>
              </a:xfrm>
              <a:custGeom>
                <a:avLst/>
                <a:gdLst>
                  <a:gd name="connsiteX0" fmla="*/ 207178 w 1227305"/>
                  <a:gd name="connsiteY0" fmla="*/ 61333 h 750044"/>
                  <a:gd name="connsiteX1" fmla="*/ 365293 w 1227305"/>
                  <a:gd name="connsiteY1" fmla="*/ 529963 h 750044"/>
                  <a:gd name="connsiteX2" fmla="*/ 1199683 w 1227305"/>
                  <a:gd name="connsiteY2" fmla="*/ 619498 h 750044"/>
                  <a:gd name="connsiteX3" fmla="*/ 1227306 w 1227305"/>
                  <a:gd name="connsiteY3" fmla="*/ 691888 h 750044"/>
                  <a:gd name="connsiteX4" fmla="*/ 307191 w 1227305"/>
                  <a:gd name="connsiteY4" fmla="*/ 737608 h 750044"/>
                  <a:gd name="connsiteX5" fmla="*/ 65256 w 1227305"/>
                  <a:gd name="connsiteY5" fmla="*/ 456621 h 750044"/>
                  <a:gd name="connsiteX6" fmla="*/ 1438 w 1227305"/>
                  <a:gd name="connsiteY6" fmla="*/ 178490 h 750044"/>
                  <a:gd name="connsiteX7" fmla="*/ 71923 w 1227305"/>
                  <a:gd name="connsiteY7" fmla="*/ 16565 h 750044"/>
                  <a:gd name="connsiteX8" fmla="*/ 207178 w 1227305"/>
                  <a:gd name="connsiteY8" fmla="*/ 61333 h 750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7305" h="750044">
                    <a:moveTo>
                      <a:pt x="207178" y="61333"/>
                    </a:moveTo>
                    <a:lnTo>
                      <a:pt x="365293" y="529963"/>
                    </a:lnTo>
                    <a:lnTo>
                      <a:pt x="1199683" y="619498"/>
                    </a:lnTo>
                    <a:lnTo>
                      <a:pt x="1227306" y="691888"/>
                    </a:lnTo>
                    <a:cubicBezTo>
                      <a:pt x="1227306" y="691888"/>
                      <a:pt x="438636" y="782376"/>
                      <a:pt x="307191" y="737608"/>
                    </a:cubicBezTo>
                    <a:cubicBezTo>
                      <a:pt x="221466" y="709033"/>
                      <a:pt x="123358" y="557586"/>
                      <a:pt x="65256" y="456621"/>
                    </a:cubicBezTo>
                    <a:cubicBezTo>
                      <a:pt x="16678" y="372801"/>
                      <a:pt x="-6182" y="275646"/>
                      <a:pt x="1438" y="178490"/>
                    </a:cubicBezTo>
                    <a:cubicBezTo>
                      <a:pt x="6201" y="114673"/>
                      <a:pt x="24298" y="50856"/>
                      <a:pt x="71923" y="16565"/>
                    </a:cubicBezTo>
                    <a:cubicBezTo>
                      <a:pt x="119548" y="-18677"/>
                      <a:pt x="188128" y="5136"/>
                      <a:pt x="207178" y="61333"/>
                    </a:cubicBezTo>
                    <a:close/>
                  </a:path>
                </a:pathLst>
              </a:custGeom>
              <a:solidFill>
                <a:srgbClr val="D6854D"/>
              </a:solid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C0009B2B-1FBE-4A0C-B25B-B446698107F4}"/>
                  </a:ext>
                </a:extLst>
              </p:cNvPr>
              <p:cNvSpPr/>
              <p:nvPr/>
            </p:nvSpPr>
            <p:spPr>
              <a:xfrm>
                <a:off x="10657521" y="4856881"/>
                <a:ext cx="393382" cy="159276"/>
              </a:xfrm>
              <a:custGeom>
                <a:avLst/>
                <a:gdLst>
                  <a:gd name="connsiteX0" fmla="*/ 0 w 393382"/>
                  <a:gd name="connsiteY0" fmla="*/ 125939 h 159276"/>
                  <a:gd name="connsiteX1" fmla="*/ 186690 w 393382"/>
                  <a:gd name="connsiteY1" fmla="*/ 209 h 159276"/>
                  <a:gd name="connsiteX2" fmla="*/ 393383 w 393382"/>
                  <a:gd name="connsiteY2" fmla="*/ 148799 h 159276"/>
                  <a:gd name="connsiteX3" fmla="*/ 74295 w 393382"/>
                  <a:gd name="connsiteY3" fmla="*/ 159276 h 159276"/>
                  <a:gd name="connsiteX4" fmla="*/ 0 w 393382"/>
                  <a:gd name="connsiteY4" fmla="*/ 125939 h 1592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382" h="159276">
                    <a:moveTo>
                      <a:pt x="0" y="125939"/>
                    </a:moveTo>
                    <a:cubicBezTo>
                      <a:pt x="0" y="125939"/>
                      <a:pt x="113348" y="5924"/>
                      <a:pt x="186690" y="209"/>
                    </a:cubicBezTo>
                    <a:cubicBezTo>
                      <a:pt x="260033" y="-6459"/>
                      <a:pt x="393383" y="148799"/>
                      <a:pt x="393383" y="148799"/>
                    </a:cubicBezTo>
                    <a:lnTo>
                      <a:pt x="74295" y="159276"/>
                    </a:lnTo>
                    <a:lnTo>
                      <a:pt x="0" y="125939"/>
                    </a:lnTo>
                    <a:close/>
                  </a:path>
                </a:pathLst>
              </a:custGeom>
              <a:solidFill>
                <a:srgbClr val="D6854D"/>
              </a:solidFill>
              <a:ln w="9525" cap="flat">
                <a:noFill/>
                <a:prstDash val="solid"/>
                <a:miter/>
              </a:ln>
            </p:spPr>
            <p:txBody>
              <a:bodyPr rtlCol="0" anchor="ctr"/>
              <a:lstStyle/>
              <a:p>
                <a:endParaRPr lang="en-US"/>
              </a:p>
            </p:txBody>
          </p:sp>
          <p:grpSp>
            <p:nvGrpSpPr>
              <p:cNvPr id="204" name="Graphic 1">
                <a:extLst>
                  <a:ext uri="{FF2B5EF4-FFF2-40B4-BE49-F238E27FC236}">
                    <a16:creationId xmlns:a16="http://schemas.microsoft.com/office/drawing/2014/main" id="{BCB32647-4B2A-4755-B755-B5A6C0919ACD}"/>
                  </a:ext>
                </a:extLst>
              </p:cNvPr>
              <p:cNvGrpSpPr/>
              <p:nvPr/>
            </p:nvGrpSpPr>
            <p:grpSpPr>
              <a:xfrm>
                <a:off x="8691191" y="2997723"/>
                <a:ext cx="1660002" cy="3631972"/>
                <a:chOff x="8691191" y="2997723"/>
                <a:chExt cx="1660002" cy="3631972"/>
              </a:xfrm>
            </p:grpSpPr>
            <p:sp>
              <p:nvSpPr>
                <p:cNvPr id="205" name="Freeform: Shape 204">
                  <a:extLst>
                    <a:ext uri="{FF2B5EF4-FFF2-40B4-BE49-F238E27FC236}">
                      <a16:creationId xmlns:a16="http://schemas.microsoft.com/office/drawing/2014/main" id="{72A140A8-01A6-4D80-9B11-7E866CC9900F}"/>
                    </a:ext>
                  </a:extLst>
                </p:cNvPr>
                <p:cNvSpPr/>
                <p:nvPr/>
              </p:nvSpPr>
              <p:spPr>
                <a:xfrm>
                  <a:off x="8786812" y="5061877"/>
                  <a:ext cx="1415415" cy="381198"/>
                </a:xfrm>
                <a:custGeom>
                  <a:avLst/>
                  <a:gdLst>
                    <a:gd name="connsiteX0" fmla="*/ 0 w 1415415"/>
                    <a:gd name="connsiteY0" fmla="*/ 167640 h 381198"/>
                    <a:gd name="connsiteX1" fmla="*/ 268605 w 1415415"/>
                    <a:gd name="connsiteY1" fmla="*/ 348615 h 381198"/>
                    <a:gd name="connsiteX2" fmla="*/ 1415415 w 1415415"/>
                    <a:gd name="connsiteY2" fmla="*/ 154305 h 381198"/>
                    <a:gd name="connsiteX3" fmla="*/ 670560 w 1415415"/>
                    <a:gd name="connsiteY3" fmla="*/ 0 h 381198"/>
                    <a:gd name="connsiteX4" fmla="*/ 0 w 1415415"/>
                    <a:gd name="connsiteY4" fmla="*/ 167640 h 381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415" h="381198">
                      <a:moveTo>
                        <a:pt x="0" y="167640"/>
                      </a:moveTo>
                      <a:cubicBezTo>
                        <a:pt x="0" y="167640"/>
                        <a:pt x="40005" y="300038"/>
                        <a:pt x="268605" y="348615"/>
                      </a:cubicBezTo>
                      <a:cubicBezTo>
                        <a:pt x="901065" y="483870"/>
                        <a:pt x="1415415" y="154305"/>
                        <a:pt x="1415415" y="154305"/>
                      </a:cubicBezTo>
                      <a:lnTo>
                        <a:pt x="670560" y="0"/>
                      </a:lnTo>
                      <a:cubicBezTo>
                        <a:pt x="670560" y="0"/>
                        <a:pt x="141923" y="199073"/>
                        <a:pt x="0" y="167640"/>
                      </a:cubicBezTo>
                      <a:close/>
                    </a:path>
                  </a:pathLst>
                </a:custGeom>
                <a:solidFill>
                  <a:schemeClr val="accent4">
                    <a:lumMod val="50000"/>
                  </a:schemeClr>
                </a:solidFill>
                <a:ln w="9525" cap="flat">
                  <a:noFill/>
                  <a:prstDash val="solid"/>
                  <a:miter/>
                </a:ln>
              </p:spPr>
              <p:txBody>
                <a:bodyPr rtlCol="0" anchor="ctr"/>
                <a:lstStyle/>
                <a:p>
                  <a:endParaRPr lang="en-US"/>
                </a:p>
              </p:txBody>
            </p:sp>
            <p:grpSp>
              <p:nvGrpSpPr>
                <p:cNvPr id="206" name="Graphic 1">
                  <a:extLst>
                    <a:ext uri="{FF2B5EF4-FFF2-40B4-BE49-F238E27FC236}">
                      <a16:creationId xmlns:a16="http://schemas.microsoft.com/office/drawing/2014/main" id="{BCB32647-4B2A-4755-B755-B5A6C0919ACD}"/>
                    </a:ext>
                  </a:extLst>
                </p:cNvPr>
                <p:cNvGrpSpPr/>
                <p:nvPr/>
              </p:nvGrpSpPr>
              <p:grpSpPr>
                <a:xfrm>
                  <a:off x="9838110" y="5266527"/>
                  <a:ext cx="513084" cy="1363168"/>
                  <a:chOff x="9838110" y="5266527"/>
                  <a:chExt cx="513084" cy="1363168"/>
                </a:xfrm>
              </p:grpSpPr>
              <p:sp>
                <p:nvSpPr>
                  <p:cNvPr id="207" name="Freeform: Shape 206">
                    <a:extLst>
                      <a:ext uri="{FF2B5EF4-FFF2-40B4-BE49-F238E27FC236}">
                        <a16:creationId xmlns:a16="http://schemas.microsoft.com/office/drawing/2014/main" id="{D6CF1F77-A317-4FB7-AD17-E37DC3905770}"/>
                      </a:ext>
                    </a:extLst>
                  </p:cNvPr>
                  <p:cNvSpPr/>
                  <p:nvPr/>
                </p:nvSpPr>
                <p:spPr>
                  <a:xfrm>
                    <a:off x="9838110" y="5266527"/>
                    <a:ext cx="513084" cy="1363165"/>
                  </a:xfrm>
                  <a:custGeom>
                    <a:avLst/>
                    <a:gdLst>
                      <a:gd name="connsiteX0" fmla="*/ 374594 w 513084"/>
                      <a:gd name="connsiteY0" fmla="*/ 8710 h 1363165"/>
                      <a:gd name="connsiteX1" fmla="*/ 511754 w 513084"/>
                      <a:gd name="connsiteY1" fmla="*/ 230643 h 1363165"/>
                      <a:gd name="connsiteX2" fmla="*/ 265057 w 513084"/>
                      <a:gd name="connsiteY2" fmla="*/ 1066938 h 1363165"/>
                      <a:gd name="connsiteX3" fmla="*/ 353639 w 513084"/>
                      <a:gd name="connsiteY3" fmla="*/ 1246008 h 1363165"/>
                      <a:gd name="connsiteX4" fmla="*/ 402217 w 513084"/>
                      <a:gd name="connsiteY4" fmla="*/ 1276488 h 1363165"/>
                      <a:gd name="connsiteX5" fmla="*/ 336494 w 513084"/>
                      <a:gd name="connsiteY5" fmla="*/ 1363165 h 1363165"/>
                      <a:gd name="connsiteX6" fmla="*/ 72652 w 513084"/>
                      <a:gd name="connsiteY6" fmla="*/ 1143138 h 1363165"/>
                      <a:gd name="connsiteX7" fmla="*/ 74557 w 513084"/>
                      <a:gd name="connsiteY7" fmla="*/ 925968 h 1363165"/>
                      <a:gd name="connsiteX8" fmla="*/ 196477 w 513084"/>
                      <a:gd name="connsiteY8" fmla="*/ 342085 h 1363165"/>
                      <a:gd name="connsiteX9" fmla="*/ 150757 w 513084"/>
                      <a:gd name="connsiteY9" fmla="*/ 96340 h 1363165"/>
                      <a:gd name="connsiteX10" fmla="*/ 374594 w 513084"/>
                      <a:gd name="connsiteY10" fmla="*/ 8710 h 1363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3084" h="1363165">
                        <a:moveTo>
                          <a:pt x="374594" y="8710"/>
                        </a:moveTo>
                        <a:cubicBezTo>
                          <a:pt x="374594" y="8710"/>
                          <a:pt x="528899" y="73480"/>
                          <a:pt x="511754" y="230643"/>
                        </a:cubicBezTo>
                        <a:cubicBezTo>
                          <a:pt x="494609" y="386853"/>
                          <a:pt x="265057" y="1066938"/>
                          <a:pt x="265057" y="1066938"/>
                        </a:cubicBezTo>
                        <a:cubicBezTo>
                          <a:pt x="265057" y="1066938"/>
                          <a:pt x="268867" y="1191715"/>
                          <a:pt x="353639" y="1246008"/>
                        </a:cubicBezTo>
                        <a:cubicBezTo>
                          <a:pt x="365069" y="1252675"/>
                          <a:pt x="389834" y="1266010"/>
                          <a:pt x="402217" y="1276488"/>
                        </a:cubicBezTo>
                        <a:cubicBezTo>
                          <a:pt x="428887" y="1298395"/>
                          <a:pt x="441269" y="1363165"/>
                          <a:pt x="336494" y="1363165"/>
                        </a:cubicBezTo>
                        <a:cubicBezTo>
                          <a:pt x="125992" y="1363165"/>
                          <a:pt x="182189" y="1185048"/>
                          <a:pt x="72652" y="1143138"/>
                        </a:cubicBezTo>
                        <a:cubicBezTo>
                          <a:pt x="33599" y="1127898"/>
                          <a:pt x="-70223" y="1039315"/>
                          <a:pt x="74557" y="925968"/>
                        </a:cubicBezTo>
                        <a:cubicBezTo>
                          <a:pt x="219337" y="812620"/>
                          <a:pt x="82177" y="574495"/>
                          <a:pt x="196477" y="342085"/>
                        </a:cubicBezTo>
                        <a:cubicBezTo>
                          <a:pt x="196477" y="342085"/>
                          <a:pt x="70747" y="233500"/>
                          <a:pt x="150757" y="96340"/>
                        </a:cubicBezTo>
                        <a:cubicBezTo>
                          <a:pt x="231719" y="-40820"/>
                          <a:pt x="374594" y="8710"/>
                          <a:pt x="374594" y="8710"/>
                        </a:cubicBezTo>
                        <a:close/>
                      </a:path>
                    </a:pathLst>
                  </a:custGeom>
                  <a:solidFill>
                    <a:srgbClr val="EAA271"/>
                  </a:solid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2CAC7818-8C26-42DB-9E4C-798C433F27BB}"/>
                      </a:ext>
                    </a:extLst>
                  </p:cNvPr>
                  <p:cNvSpPr/>
                  <p:nvPr/>
                </p:nvSpPr>
                <p:spPr>
                  <a:xfrm>
                    <a:off x="9838372" y="5382869"/>
                    <a:ext cx="266253" cy="925830"/>
                  </a:xfrm>
                  <a:custGeom>
                    <a:avLst/>
                    <a:gdLst>
                      <a:gd name="connsiteX0" fmla="*/ 261937 w 266253"/>
                      <a:gd name="connsiteY0" fmla="*/ 261938 h 925830"/>
                      <a:gd name="connsiteX1" fmla="*/ 246698 w 266253"/>
                      <a:gd name="connsiteY1" fmla="*/ 212408 h 925830"/>
                      <a:gd name="connsiteX2" fmla="*/ 140970 w 266253"/>
                      <a:gd name="connsiteY2" fmla="*/ 0 h 925830"/>
                      <a:gd name="connsiteX3" fmla="*/ 196215 w 266253"/>
                      <a:gd name="connsiteY3" fmla="*/ 225743 h 925830"/>
                      <a:gd name="connsiteX4" fmla="*/ 74295 w 266253"/>
                      <a:gd name="connsiteY4" fmla="*/ 809625 h 925830"/>
                      <a:gd name="connsiteX5" fmla="*/ 0 w 266253"/>
                      <a:gd name="connsiteY5" fmla="*/ 925830 h 925830"/>
                      <a:gd name="connsiteX6" fmla="*/ 131445 w 266253"/>
                      <a:gd name="connsiteY6" fmla="*/ 796290 h 925830"/>
                      <a:gd name="connsiteX7" fmla="*/ 261937 w 266253"/>
                      <a:gd name="connsiteY7" fmla="*/ 261938 h 925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6253" h="925830">
                        <a:moveTo>
                          <a:pt x="261937" y="261938"/>
                        </a:moveTo>
                        <a:cubicBezTo>
                          <a:pt x="274320" y="245745"/>
                          <a:pt x="257175" y="221933"/>
                          <a:pt x="246698" y="212408"/>
                        </a:cubicBezTo>
                        <a:cubicBezTo>
                          <a:pt x="179070" y="160972"/>
                          <a:pt x="143827" y="81915"/>
                          <a:pt x="140970" y="0"/>
                        </a:cubicBezTo>
                        <a:cubicBezTo>
                          <a:pt x="82868" y="127635"/>
                          <a:pt x="196215" y="225743"/>
                          <a:pt x="196215" y="225743"/>
                        </a:cubicBezTo>
                        <a:cubicBezTo>
                          <a:pt x="81915" y="458153"/>
                          <a:pt x="220027" y="696278"/>
                          <a:pt x="74295" y="809625"/>
                        </a:cubicBezTo>
                        <a:cubicBezTo>
                          <a:pt x="19050" y="852488"/>
                          <a:pt x="0" y="892493"/>
                          <a:pt x="0" y="925830"/>
                        </a:cubicBezTo>
                        <a:cubicBezTo>
                          <a:pt x="71438" y="834390"/>
                          <a:pt x="60007" y="896303"/>
                          <a:pt x="131445" y="796290"/>
                        </a:cubicBezTo>
                        <a:cubicBezTo>
                          <a:pt x="216218" y="686753"/>
                          <a:pt x="145732" y="415290"/>
                          <a:pt x="261937" y="261938"/>
                        </a:cubicBezTo>
                        <a:close/>
                      </a:path>
                    </a:pathLst>
                  </a:custGeom>
                  <a:solidFill>
                    <a:srgbClr val="D6854D">
                      <a:alpha val="40000"/>
                    </a:srgbClr>
                  </a:solid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D16C4DA8-F01C-4413-9740-8C02131B581F}"/>
                      </a:ext>
                    </a:extLst>
                  </p:cNvPr>
                  <p:cNvSpPr/>
                  <p:nvPr/>
                </p:nvSpPr>
                <p:spPr>
                  <a:xfrm>
                    <a:off x="9839062" y="6141060"/>
                    <a:ext cx="420799" cy="488636"/>
                  </a:xfrm>
                  <a:custGeom>
                    <a:avLst/>
                    <a:gdLst>
                      <a:gd name="connsiteX0" fmla="*/ 402217 w 420799"/>
                      <a:gd name="connsiteY0" fmla="*/ 401955 h 488636"/>
                      <a:gd name="connsiteX1" fmla="*/ 353639 w 420799"/>
                      <a:gd name="connsiteY1" fmla="*/ 371475 h 488636"/>
                      <a:gd name="connsiteX2" fmla="*/ 265057 w 420799"/>
                      <a:gd name="connsiteY2" fmla="*/ 192405 h 488636"/>
                      <a:gd name="connsiteX3" fmla="*/ 303157 w 420799"/>
                      <a:gd name="connsiteY3" fmla="*/ 77153 h 488636"/>
                      <a:gd name="connsiteX4" fmla="*/ 118372 w 420799"/>
                      <a:gd name="connsiteY4" fmla="*/ 0 h 488636"/>
                      <a:gd name="connsiteX5" fmla="*/ 74557 w 420799"/>
                      <a:gd name="connsiteY5" fmla="*/ 51435 h 488636"/>
                      <a:gd name="connsiteX6" fmla="*/ 72652 w 420799"/>
                      <a:gd name="connsiteY6" fmla="*/ 268605 h 488636"/>
                      <a:gd name="connsiteX7" fmla="*/ 336494 w 420799"/>
                      <a:gd name="connsiteY7" fmla="*/ 488632 h 488636"/>
                      <a:gd name="connsiteX8" fmla="*/ 402217 w 420799"/>
                      <a:gd name="connsiteY8" fmla="*/ 401955 h 488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0799" h="488636">
                        <a:moveTo>
                          <a:pt x="402217" y="401955"/>
                        </a:moveTo>
                        <a:cubicBezTo>
                          <a:pt x="389834" y="391478"/>
                          <a:pt x="364117" y="379095"/>
                          <a:pt x="353639" y="371475"/>
                        </a:cubicBezTo>
                        <a:cubicBezTo>
                          <a:pt x="268867" y="317182"/>
                          <a:pt x="265057" y="192405"/>
                          <a:pt x="265057" y="192405"/>
                        </a:cubicBezTo>
                        <a:cubicBezTo>
                          <a:pt x="265057" y="192405"/>
                          <a:pt x="280297" y="146685"/>
                          <a:pt x="303157" y="77153"/>
                        </a:cubicBezTo>
                        <a:cubicBezTo>
                          <a:pt x="235529" y="73343"/>
                          <a:pt x="169807" y="49530"/>
                          <a:pt x="118372" y="0"/>
                        </a:cubicBezTo>
                        <a:cubicBezTo>
                          <a:pt x="107894" y="19050"/>
                          <a:pt x="93607" y="36195"/>
                          <a:pt x="74557" y="51435"/>
                        </a:cubicBezTo>
                        <a:cubicBezTo>
                          <a:pt x="-70223" y="164782"/>
                          <a:pt x="33599" y="252413"/>
                          <a:pt x="72652" y="268605"/>
                        </a:cubicBezTo>
                        <a:cubicBezTo>
                          <a:pt x="182189" y="311468"/>
                          <a:pt x="125992" y="489585"/>
                          <a:pt x="336494" y="488632"/>
                        </a:cubicBezTo>
                        <a:cubicBezTo>
                          <a:pt x="441269" y="488632"/>
                          <a:pt x="428887" y="422910"/>
                          <a:pt x="402217" y="401955"/>
                        </a:cubicBezTo>
                        <a:close/>
                      </a:path>
                    </a:pathLst>
                  </a:custGeom>
                  <a:solidFill>
                    <a:srgbClr val="FFFFFF"/>
                  </a:solid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A3944598-80C8-4C09-91C4-CFB5A0B2B546}"/>
                      </a:ext>
                    </a:extLst>
                  </p:cNvPr>
                  <p:cNvSpPr/>
                  <p:nvPr/>
                </p:nvSpPr>
                <p:spPr>
                  <a:xfrm>
                    <a:off x="9838837" y="6203925"/>
                    <a:ext cx="86585" cy="201929"/>
                  </a:xfrm>
                  <a:custGeom>
                    <a:avLst/>
                    <a:gdLst>
                      <a:gd name="connsiteX0" fmla="*/ 60494 w 86585"/>
                      <a:gd name="connsiteY0" fmla="*/ 0 h 201929"/>
                      <a:gd name="connsiteX1" fmla="*/ 66209 w 86585"/>
                      <a:gd name="connsiteY1" fmla="*/ 201930 h 201929"/>
                      <a:gd name="connsiteX2" fmla="*/ 83354 w 86585"/>
                      <a:gd name="connsiteY2" fmla="*/ 153353 h 201929"/>
                      <a:gd name="connsiteX3" fmla="*/ 60494 w 86585"/>
                      <a:gd name="connsiteY3" fmla="*/ 0 h 201929"/>
                    </a:gdLst>
                    <a:ahLst/>
                    <a:cxnLst>
                      <a:cxn ang="0">
                        <a:pos x="connsiteX0" y="connsiteY0"/>
                      </a:cxn>
                      <a:cxn ang="0">
                        <a:pos x="connsiteX1" y="connsiteY1"/>
                      </a:cxn>
                      <a:cxn ang="0">
                        <a:pos x="connsiteX2" y="connsiteY2"/>
                      </a:cxn>
                      <a:cxn ang="0">
                        <a:pos x="connsiteX3" y="connsiteY3"/>
                      </a:cxn>
                    </a:cxnLst>
                    <a:rect l="l" t="t" r="r" b="b"/>
                    <a:pathLst>
                      <a:path w="86585" h="201929">
                        <a:moveTo>
                          <a:pt x="60494" y="0"/>
                        </a:moveTo>
                        <a:cubicBezTo>
                          <a:pt x="-56663" y="101917"/>
                          <a:pt x="25252" y="180975"/>
                          <a:pt x="66209" y="201930"/>
                        </a:cubicBezTo>
                        <a:cubicBezTo>
                          <a:pt x="74782" y="187642"/>
                          <a:pt x="81449" y="171450"/>
                          <a:pt x="83354" y="153353"/>
                        </a:cubicBezTo>
                        <a:cubicBezTo>
                          <a:pt x="87164" y="105728"/>
                          <a:pt x="93832" y="37147"/>
                          <a:pt x="60494" y="0"/>
                        </a:cubicBezTo>
                        <a:close/>
                      </a:path>
                    </a:pathLst>
                  </a:custGeom>
                  <a:solidFill>
                    <a:schemeClr val="accent4"/>
                  </a:solid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F9BF4D81-7F74-4E3A-B83B-778552781BF0}"/>
                      </a:ext>
                    </a:extLst>
                  </p:cNvPr>
                  <p:cNvSpPr/>
                  <p:nvPr/>
                </p:nvSpPr>
                <p:spPr>
                  <a:xfrm>
                    <a:off x="9939337" y="6141060"/>
                    <a:ext cx="202882" cy="104775"/>
                  </a:xfrm>
                  <a:custGeom>
                    <a:avLst/>
                    <a:gdLst>
                      <a:gd name="connsiteX0" fmla="*/ 193358 w 202882"/>
                      <a:gd name="connsiteY0" fmla="*/ 104775 h 104775"/>
                      <a:gd name="connsiteX1" fmla="*/ 202883 w 202882"/>
                      <a:gd name="connsiteY1" fmla="*/ 77153 h 104775"/>
                      <a:gd name="connsiteX2" fmla="*/ 18097 w 202882"/>
                      <a:gd name="connsiteY2" fmla="*/ 0 h 104775"/>
                      <a:gd name="connsiteX3" fmla="*/ 0 w 202882"/>
                      <a:gd name="connsiteY3" fmla="*/ 26670 h 104775"/>
                      <a:gd name="connsiteX4" fmla="*/ 193358 w 202882"/>
                      <a:gd name="connsiteY4" fmla="*/ 104775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882" h="104775">
                        <a:moveTo>
                          <a:pt x="193358" y="104775"/>
                        </a:moveTo>
                        <a:cubicBezTo>
                          <a:pt x="196215" y="96203"/>
                          <a:pt x="199072" y="86678"/>
                          <a:pt x="202883" y="77153"/>
                        </a:cubicBezTo>
                        <a:cubicBezTo>
                          <a:pt x="135255" y="73343"/>
                          <a:pt x="69533" y="49530"/>
                          <a:pt x="18097" y="0"/>
                        </a:cubicBezTo>
                        <a:cubicBezTo>
                          <a:pt x="13335" y="9525"/>
                          <a:pt x="6667" y="18097"/>
                          <a:pt x="0" y="26670"/>
                        </a:cubicBezTo>
                        <a:cubicBezTo>
                          <a:pt x="39053" y="86678"/>
                          <a:pt x="115253" y="101918"/>
                          <a:pt x="193358" y="104775"/>
                        </a:cubicBezTo>
                        <a:close/>
                      </a:path>
                    </a:pathLst>
                  </a:custGeom>
                  <a:solidFill>
                    <a:schemeClr val="accent4"/>
                  </a:solid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9027179E-D519-42FA-B4D4-C9F8D7A3F223}"/>
                      </a:ext>
                    </a:extLst>
                  </p:cNvPr>
                  <p:cNvSpPr/>
                  <p:nvPr/>
                </p:nvSpPr>
                <p:spPr>
                  <a:xfrm>
                    <a:off x="10065066" y="6497294"/>
                    <a:ext cx="194795" cy="131455"/>
                  </a:xfrm>
                  <a:custGeom>
                    <a:avLst/>
                    <a:gdLst>
                      <a:gd name="connsiteX0" fmla="*/ 176213 w 194795"/>
                      <a:gd name="connsiteY0" fmla="*/ 45720 h 131455"/>
                      <a:gd name="connsiteX1" fmla="*/ 127635 w 194795"/>
                      <a:gd name="connsiteY1" fmla="*/ 15240 h 131455"/>
                      <a:gd name="connsiteX2" fmla="*/ 107633 w 194795"/>
                      <a:gd name="connsiteY2" fmla="*/ 0 h 131455"/>
                      <a:gd name="connsiteX3" fmla="*/ 0 w 194795"/>
                      <a:gd name="connsiteY3" fmla="*/ 105728 h 131455"/>
                      <a:gd name="connsiteX4" fmla="*/ 110490 w 194795"/>
                      <a:gd name="connsiteY4" fmla="*/ 131445 h 131455"/>
                      <a:gd name="connsiteX5" fmla="*/ 176213 w 194795"/>
                      <a:gd name="connsiteY5" fmla="*/ 45720 h 131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795" h="131455">
                        <a:moveTo>
                          <a:pt x="176213" y="45720"/>
                        </a:moveTo>
                        <a:cubicBezTo>
                          <a:pt x="163830" y="35243"/>
                          <a:pt x="138113" y="22860"/>
                          <a:pt x="127635" y="15240"/>
                        </a:cubicBezTo>
                        <a:cubicBezTo>
                          <a:pt x="120967" y="10478"/>
                          <a:pt x="114300" y="5715"/>
                          <a:pt x="107633" y="0"/>
                        </a:cubicBezTo>
                        <a:cubicBezTo>
                          <a:pt x="60008" y="20003"/>
                          <a:pt x="26670" y="60960"/>
                          <a:pt x="0" y="105728"/>
                        </a:cubicBezTo>
                        <a:cubicBezTo>
                          <a:pt x="25717" y="121920"/>
                          <a:pt x="60960" y="131445"/>
                          <a:pt x="110490" y="131445"/>
                        </a:cubicBezTo>
                        <a:cubicBezTo>
                          <a:pt x="215265" y="132397"/>
                          <a:pt x="202883" y="66675"/>
                          <a:pt x="176213" y="45720"/>
                        </a:cubicBezTo>
                        <a:close/>
                      </a:path>
                    </a:pathLst>
                  </a:custGeom>
                  <a:solidFill>
                    <a:schemeClr val="accent4"/>
                  </a:solidFill>
                  <a:ln w="9525" cap="flat">
                    <a:noFill/>
                    <a:prstDash val="solid"/>
                    <a:miter/>
                  </a:ln>
                </p:spPr>
                <p:txBody>
                  <a:bodyPr rtlCol="0" anchor="ctr"/>
                  <a:lstStyle/>
                  <a:p>
                    <a:endParaRPr lang="en-US"/>
                  </a:p>
                </p:txBody>
              </p:sp>
            </p:grpSp>
            <p:sp>
              <p:nvSpPr>
                <p:cNvPr id="213" name="Freeform: Shape 212">
                  <a:extLst>
                    <a:ext uri="{FF2B5EF4-FFF2-40B4-BE49-F238E27FC236}">
                      <a16:creationId xmlns:a16="http://schemas.microsoft.com/office/drawing/2014/main" id="{E17827F4-76EA-40C3-A536-79E65AD06031}"/>
                    </a:ext>
                  </a:extLst>
                </p:cNvPr>
                <p:cNvSpPr/>
                <p:nvPr/>
              </p:nvSpPr>
              <p:spPr>
                <a:xfrm>
                  <a:off x="9457465" y="5016157"/>
                  <a:ext cx="755238" cy="592455"/>
                </a:xfrm>
                <a:custGeom>
                  <a:avLst/>
                  <a:gdLst>
                    <a:gd name="connsiteX0" fmla="*/ 5622 w 755238"/>
                    <a:gd name="connsiteY0" fmla="*/ 169545 h 592455"/>
                    <a:gd name="connsiteX1" fmla="*/ 577122 w 755238"/>
                    <a:gd name="connsiteY1" fmla="*/ 592455 h 592455"/>
                    <a:gd name="connsiteX2" fmla="*/ 755239 w 755238"/>
                    <a:gd name="connsiteY2" fmla="*/ 259080 h 592455"/>
                    <a:gd name="connsiteX3" fmla="*/ 527592 w 755238"/>
                    <a:gd name="connsiteY3" fmla="*/ 115253 h 592455"/>
                    <a:gd name="connsiteX4" fmla="*/ 115159 w 755238"/>
                    <a:gd name="connsiteY4" fmla="*/ 0 h 592455"/>
                    <a:gd name="connsiteX5" fmla="*/ 5622 w 755238"/>
                    <a:gd name="connsiteY5" fmla="*/ 169545 h 592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5238" h="592455">
                      <a:moveTo>
                        <a:pt x="5622" y="169545"/>
                      </a:moveTo>
                      <a:cubicBezTo>
                        <a:pt x="5622" y="169545"/>
                        <a:pt x="-97249" y="589597"/>
                        <a:pt x="577122" y="592455"/>
                      </a:cubicBezTo>
                      <a:cubicBezTo>
                        <a:pt x="577122" y="592455"/>
                        <a:pt x="523781" y="327660"/>
                        <a:pt x="755239" y="259080"/>
                      </a:cubicBezTo>
                      <a:lnTo>
                        <a:pt x="527592" y="115253"/>
                      </a:lnTo>
                      <a:lnTo>
                        <a:pt x="115159" y="0"/>
                      </a:lnTo>
                      <a:lnTo>
                        <a:pt x="5622" y="169545"/>
                      </a:lnTo>
                      <a:close/>
                    </a:path>
                  </a:pathLst>
                </a:custGeom>
                <a:solidFill>
                  <a:srgbClr val="ABABF4"/>
                </a:solidFill>
                <a:ln w="9525" cap="flat">
                  <a:noFill/>
                  <a:prstDash val="solid"/>
                  <a:miter/>
                </a:ln>
              </p:spPr>
              <p:txBody>
                <a:bodyPr rtlCol="0" anchor="ctr"/>
                <a:lstStyle/>
                <a:p>
                  <a:endParaRPr lang="en-US"/>
                </a:p>
              </p:txBody>
            </p:sp>
            <p:grpSp>
              <p:nvGrpSpPr>
                <p:cNvPr id="214" name="Graphic 1">
                  <a:extLst>
                    <a:ext uri="{FF2B5EF4-FFF2-40B4-BE49-F238E27FC236}">
                      <a16:creationId xmlns:a16="http://schemas.microsoft.com/office/drawing/2014/main" id="{BCB32647-4B2A-4755-B755-B5A6C0919ACD}"/>
                    </a:ext>
                  </a:extLst>
                </p:cNvPr>
                <p:cNvGrpSpPr/>
                <p:nvPr/>
              </p:nvGrpSpPr>
              <p:grpSpPr>
                <a:xfrm>
                  <a:off x="9343537" y="5266527"/>
                  <a:ext cx="513308" cy="1363168"/>
                  <a:chOff x="9343537" y="5266527"/>
                  <a:chExt cx="513308" cy="1363168"/>
                </a:xfrm>
              </p:grpSpPr>
              <p:sp>
                <p:nvSpPr>
                  <p:cNvPr id="215" name="Freeform: Shape 214">
                    <a:extLst>
                      <a:ext uri="{FF2B5EF4-FFF2-40B4-BE49-F238E27FC236}">
                        <a16:creationId xmlns:a16="http://schemas.microsoft.com/office/drawing/2014/main" id="{0DE65931-896E-4A1A-9A58-2A5D3CE26FE0}"/>
                      </a:ext>
                    </a:extLst>
                  </p:cNvPr>
                  <p:cNvSpPr/>
                  <p:nvPr/>
                </p:nvSpPr>
                <p:spPr>
                  <a:xfrm>
                    <a:off x="9343762" y="5266527"/>
                    <a:ext cx="513084" cy="1363165"/>
                  </a:xfrm>
                  <a:custGeom>
                    <a:avLst/>
                    <a:gdLst>
                      <a:gd name="connsiteX0" fmla="*/ 374594 w 513084"/>
                      <a:gd name="connsiteY0" fmla="*/ 8710 h 1363165"/>
                      <a:gd name="connsiteX1" fmla="*/ 511754 w 513084"/>
                      <a:gd name="connsiteY1" fmla="*/ 230643 h 1363165"/>
                      <a:gd name="connsiteX2" fmla="*/ 265057 w 513084"/>
                      <a:gd name="connsiteY2" fmla="*/ 1066938 h 1363165"/>
                      <a:gd name="connsiteX3" fmla="*/ 353639 w 513084"/>
                      <a:gd name="connsiteY3" fmla="*/ 1246008 h 1363165"/>
                      <a:gd name="connsiteX4" fmla="*/ 402217 w 513084"/>
                      <a:gd name="connsiteY4" fmla="*/ 1276488 h 1363165"/>
                      <a:gd name="connsiteX5" fmla="*/ 336494 w 513084"/>
                      <a:gd name="connsiteY5" fmla="*/ 1363165 h 1363165"/>
                      <a:gd name="connsiteX6" fmla="*/ 72652 w 513084"/>
                      <a:gd name="connsiteY6" fmla="*/ 1143138 h 1363165"/>
                      <a:gd name="connsiteX7" fmla="*/ 74557 w 513084"/>
                      <a:gd name="connsiteY7" fmla="*/ 925968 h 1363165"/>
                      <a:gd name="connsiteX8" fmla="*/ 196477 w 513084"/>
                      <a:gd name="connsiteY8" fmla="*/ 342085 h 1363165"/>
                      <a:gd name="connsiteX9" fmla="*/ 150757 w 513084"/>
                      <a:gd name="connsiteY9" fmla="*/ 96340 h 1363165"/>
                      <a:gd name="connsiteX10" fmla="*/ 374594 w 513084"/>
                      <a:gd name="connsiteY10" fmla="*/ 8710 h 1363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3084" h="1363165">
                        <a:moveTo>
                          <a:pt x="374594" y="8710"/>
                        </a:moveTo>
                        <a:cubicBezTo>
                          <a:pt x="374594" y="8710"/>
                          <a:pt x="528899" y="73480"/>
                          <a:pt x="511754" y="230643"/>
                        </a:cubicBezTo>
                        <a:cubicBezTo>
                          <a:pt x="494609" y="386853"/>
                          <a:pt x="265057" y="1066938"/>
                          <a:pt x="265057" y="1066938"/>
                        </a:cubicBezTo>
                        <a:cubicBezTo>
                          <a:pt x="265057" y="1066938"/>
                          <a:pt x="268867" y="1191715"/>
                          <a:pt x="353639" y="1246008"/>
                        </a:cubicBezTo>
                        <a:cubicBezTo>
                          <a:pt x="365069" y="1252675"/>
                          <a:pt x="389834" y="1266010"/>
                          <a:pt x="402217" y="1276488"/>
                        </a:cubicBezTo>
                        <a:cubicBezTo>
                          <a:pt x="428887" y="1298395"/>
                          <a:pt x="441269" y="1363165"/>
                          <a:pt x="336494" y="1363165"/>
                        </a:cubicBezTo>
                        <a:cubicBezTo>
                          <a:pt x="125992" y="1363165"/>
                          <a:pt x="182189" y="1185048"/>
                          <a:pt x="72652" y="1143138"/>
                        </a:cubicBezTo>
                        <a:cubicBezTo>
                          <a:pt x="33599" y="1127898"/>
                          <a:pt x="-70223" y="1039315"/>
                          <a:pt x="74557" y="925968"/>
                        </a:cubicBezTo>
                        <a:cubicBezTo>
                          <a:pt x="219337" y="812620"/>
                          <a:pt x="82177" y="574495"/>
                          <a:pt x="196477" y="342085"/>
                        </a:cubicBezTo>
                        <a:cubicBezTo>
                          <a:pt x="196477" y="342085"/>
                          <a:pt x="70747" y="233500"/>
                          <a:pt x="150757" y="96340"/>
                        </a:cubicBezTo>
                        <a:cubicBezTo>
                          <a:pt x="230767" y="-40820"/>
                          <a:pt x="374594" y="8710"/>
                          <a:pt x="374594" y="8710"/>
                        </a:cubicBezTo>
                        <a:close/>
                      </a:path>
                    </a:pathLst>
                  </a:custGeom>
                  <a:solidFill>
                    <a:srgbClr val="EAA271"/>
                  </a:solid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B70277B8-63F2-4994-8461-76960FE5A0D7}"/>
                      </a:ext>
                    </a:extLst>
                  </p:cNvPr>
                  <p:cNvSpPr/>
                  <p:nvPr/>
                </p:nvSpPr>
                <p:spPr>
                  <a:xfrm>
                    <a:off x="9343662" y="5415255"/>
                    <a:ext cx="263809" cy="948689"/>
                  </a:xfrm>
                  <a:custGeom>
                    <a:avLst/>
                    <a:gdLst>
                      <a:gd name="connsiteX0" fmla="*/ 258489 w 263809"/>
                      <a:gd name="connsiteY0" fmla="*/ 269558 h 948689"/>
                      <a:gd name="connsiteX1" fmla="*/ 198482 w 263809"/>
                      <a:gd name="connsiteY1" fmla="*/ 109537 h 948689"/>
                      <a:gd name="connsiteX2" fmla="*/ 178479 w 263809"/>
                      <a:gd name="connsiteY2" fmla="*/ 64770 h 948689"/>
                      <a:gd name="connsiteX3" fmla="*/ 129902 w 263809"/>
                      <a:gd name="connsiteY3" fmla="*/ 0 h 948689"/>
                      <a:gd name="connsiteX4" fmla="*/ 196577 w 263809"/>
                      <a:gd name="connsiteY4" fmla="*/ 193358 h 948689"/>
                      <a:gd name="connsiteX5" fmla="*/ 74657 w 263809"/>
                      <a:gd name="connsiteY5" fmla="*/ 777240 h 948689"/>
                      <a:gd name="connsiteX6" fmla="*/ 17507 w 263809"/>
                      <a:gd name="connsiteY6" fmla="*/ 948690 h 948689"/>
                      <a:gd name="connsiteX7" fmla="*/ 43224 w 263809"/>
                      <a:gd name="connsiteY7" fmla="*/ 913448 h 948689"/>
                      <a:gd name="connsiteX8" fmla="*/ 258489 w 263809"/>
                      <a:gd name="connsiteY8" fmla="*/ 269558 h 948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3809" h="948689">
                        <a:moveTo>
                          <a:pt x="258489" y="269558"/>
                        </a:moveTo>
                        <a:cubicBezTo>
                          <a:pt x="278492" y="200025"/>
                          <a:pt x="238487" y="160020"/>
                          <a:pt x="198482" y="109537"/>
                        </a:cubicBezTo>
                        <a:cubicBezTo>
                          <a:pt x="188957" y="94298"/>
                          <a:pt x="183242" y="80010"/>
                          <a:pt x="178479" y="64770"/>
                        </a:cubicBezTo>
                        <a:cubicBezTo>
                          <a:pt x="163239" y="42862"/>
                          <a:pt x="143237" y="22860"/>
                          <a:pt x="129902" y="0"/>
                        </a:cubicBezTo>
                        <a:cubicBezTo>
                          <a:pt x="102279" y="111442"/>
                          <a:pt x="196577" y="193358"/>
                          <a:pt x="196577" y="193358"/>
                        </a:cubicBezTo>
                        <a:cubicBezTo>
                          <a:pt x="82277" y="425767"/>
                          <a:pt x="220389" y="663893"/>
                          <a:pt x="74657" y="777240"/>
                        </a:cubicBezTo>
                        <a:cubicBezTo>
                          <a:pt x="-15831" y="847725"/>
                          <a:pt x="-9163" y="908685"/>
                          <a:pt x="17507" y="948690"/>
                        </a:cubicBezTo>
                        <a:cubicBezTo>
                          <a:pt x="25127" y="935355"/>
                          <a:pt x="32747" y="922973"/>
                          <a:pt x="43224" y="913448"/>
                        </a:cubicBezTo>
                        <a:cubicBezTo>
                          <a:pt x="218484" y="747712"/>
                          <a:pt x="192767" y="483870"/>
                          <a:pt x="258489" y="269558"/>
                        </a:cubicBezTo>
                        <a:close/>
                      </a:path>
                    </a:pathLst>
                  </a:custGeom>
                  <a:solidFill>
                    <a:srgbClr val="D6854D">
                      <a:alpha val="40000"/>
                    </a:srgbClr>
                  </a:solid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6AD2F3F9-85F0-4B82-920D-84BFA3605D47}"/>
                      </a:ext>
                    </a:extLst>
                  </p:cNvPr>
                  <p:cNvSpPr/>
                  <p:nvPr/>
                </p:nvSpPr>
                <p:spPr>
                  <a:xfrm>
                    <a:off x="9343762" y="6141060"/>
                    <a:ext cx="421214" cy="488636"/>
                  </a:xfrm>
                  <a:custGeom>
                    <a:avLst/>
                    <a:gdLst>
                      <a:gd name="connsiteX0" fmla="*/ 402217 w 421214"/>
                      <a:gd name="connsiteY0" fmla="*/ 401955 h 488636"/>
                      <a:gd name="connsiteX1" fmla="*/ 353639 w 421214"/>
                      <a:gd name="connsiteY1" fmla="*/ 371475 h 488636"/>
                      <a:gd name="connsiteX2" fmla="*/ 265057 w 421214"/>
                      <a:gd name="connsiteY2" fmla="*/ 192405 h 488636"/>
                      <a:gd name="connsiteX3" fmla="*/ 303157 w 421214"/>
                      <a:gd name="connsiteY3" fmla="*/ 77153 h 488636"/>
                      <a:gd name="connsiteX4" fmla="*/ 118372 w 421214"/>
                      <a:gd name="connsiteY4" fmla="*/ 0 h 488636"/>
                      <a:gd name="connsiteX5" fmla="*/ 74557 w 421214"/>
                      <a:gd name="connsiteY5" fmla="*/ 51435 h 488636"/>
                      <a:gd name="connsiteX6" fmla="*/ 72652 w 421214"/>
                      <a:gd name="connsiteY6" fmla="*/ 268605 h 488636"/>
                      <a:gd name="connsiteX7" fmla="*/ 336494 w 421214"/>
                      <a:gd name="connsiteY7" fmla="*/ 488632 h 488636"/>
                      <a:gd name="connsiteX8" fmla="*/ 402217 w 421214"/>
                      <a:gd name="connsiteY8" fmla="*/ 401955 h 488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214" h="488636">
                        <a:moveTo>
                          <a:pt x="402217" y="401955"/>
                        </a:moveTo>
                        <a:cubicBezTo>
                          <a:pt x="389834" y="391478"/>
                          <a:pt x="364117" y="379095"/>
                          <a:pt x="353639" y="371475"/>
                        </a:cubicBezTo>
                        <a:cubicBezTo>
                          <a:pt x="268867" y="317182"/>
                          <a:pt x="265057" y="192405"/>
                          <a:pt x="265057" y="192405"/>
                        </a:cubicBezTo>
                        <a:cubicBezTo>
                          <a:pt x="265057" y="192405"/>
                          <a:pt x="280297" y="146685"/>
                          <a:pt x="303157" y="77153"/>
                        </a:cubicBezTo>
                        <a:cubicBezTo>
                          <a:pt x="235529" y="73343"/>
                          <a:pt x="169807" y="49530"/>
                          <a:pt x="118372" y="0"/>
                        </a:cubicBezTo>
                        <a:cubicBezTo>
                          <a:pt x="107894" y="19050"/>
                          <a:pt x="93607" y="36195"/>
                          <a:pt x="74557" y="51435"/>
                        </a:cubicBezTo>
                        <a:cubicBezTo>
                          <a:pt x="-70223" y="164782"/>
                          <a:pt x="33599" y="252413"/>
                          <a:pt x="72652" y="268605"/>
                        </a:cubicBezTo>
                        <a:cubicBezTo>
                          <a:pt x="182189" y="311468"/>
                          <a:pt x="125992" y="489585"/>
                          <a:pt x="336494" y="488632"/>
                        </a:cubicBezTo>
                        <a:cubicBezTo>
                          <a:pt x="441269" y="488632"/>
                          <a:pt x="429839" y="422910"/>
                          <a:pt x="402217" y="401955"/>
                        </a:cubicBezTo>
                        <a:close/>
                      </a:path>
                    </a:pathLst>
                  </a:custGeom>
                  <a:solidFill>
                    <a:srgbClr val="FFFFFF"/>
                  </a:solid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A302FD4E-CEA1-4B81-81B3-4DC196BE192A}"/>
                      </a:ext>
                    </a:extLst>
                  </p:cNvPr>
                  <p:cNvSpPr/>
                  <p:nvPr/>
                </p:nvSpPr>
                <p:spPr>
                  <a:xfrm>
                    <a:off x="9343537" y="6203925"/>
                    <a:ext cx="87256" cy="201929"/>
                  </a:xfrm>
                  <a:custGeom>
                    <a:avLst/>
                    <a:gdLst>
                      <a:gd name="connsiteX0" fmla="*/ 60494 w 87256"/>
                      <a:gd name="connsiteY0" fmla="*/ 0 h 201929"/>
                      <a:gd name="connsiteX1" fmla="*/ 66209 w 87256"/>
                      <a:gd name="connsiteY1" fmla="*/ 201930 h 201929"/>
                      <a:gd name="connsiteX2" fmla="*/ 83354 w 87256"/>
                      <a:gd name="connsiteY2" fmla="*/ 153353 h 201929"/>
                      <a:gd name="connsiteX3" fmla="*/ 60494 w 87256"/>
                      <a:gd name="connsiteY3" fmla="*/ 0 h 201929"/>
                    </a:gdLst>
                    <a:ahLst/>
                    <a:cxnLst>
                      <a:cxn ang="0">
                        <a:pos x="connsiteX0" y="connsiteY0"/>
                      </a:cxn>
                      <a:cxn ang="0">
                        <a:pos x="connsiteX1" y="connsiteY1"/>
                      </a:cxn>
                      <a:cxn ang="0">
                        <a:pos x="connsiteX2" y="connsiteY2"/>
                      </a:cxn>
                      <a:cxn ang="0">
                        <a:pos x="connsiteX3" y="connsiteY3"/>
                      </a:cxn>
                    </a:cxnLst>
                    <a:rect l="l" t="t" r="r" b="b"/>
                    <a:pathLst>
                      <a:path w="87256" h="201929">
                        <a:moveTo>
                          <a:pt x="60494" y="0"/>
                        </a:moveTo>
                        <a:cubicBezTo>
                          <a:pt x="-56663" y="101917"/>
                          <a:pt x="25252" y="180975"/>
                          <a:pt x="66209" y="201930"/>
                        </a:cubicBezTo>
                        <a:cubicBezTo>
                          <a:pt x="74782" y="187642"/>
                          <a:pt x="81449" y="171450"/>
                          <a:pt x="83354" y="153353"/>
                        </a:cubicBezTo>
                        <a:cubicBezTo>
                          <a:pt x="88117" y="105728"/>
                          <a:pt x="94784" y="37147"/>
                          <a:pt x="60494" y="0"/>
                        </a:cubicBezTo>
                        <a:close/>
                      </a:path>
                    </a:pathLst>
                  </a:custGeom>
                  <a:solidFill>
                    <a:schemeClr val="accent4"/>
                  </a:solid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5F9DF886-9C0C-4F64-BE65-B7B070091F9F}"/>
                      </a:ext>
                    </a:extLst>
                  </p:cNvPr>
                  <p:cNvSpPr/>
                  <p:nvPr/>
                </p:nvSpPr>
                <p:spPr>
                  <a:xfrm>
                    <a:off x="9444989" y="6141060"/>
                    <a:ext cx="202882" cy="104775"/>
                  </a:xfrm>
                  <a:custGeom>
                    <a:avLst/>
                    <a:gdLst>
                      <a:gd name="connsiteX0" fmla="*/ 193358 w 202882"/>
                      <a:gd name="connsiteY0" fmla="*/ 104775 h 104775"/>
                      <a:gd name="connsiteX1" fmla="*/ 202883 w 202882"/>
                      <a:gd name="connsiteY1" fmla="*/ 77153 h 104775"/>
                      <a:gd name="connsiteX2" fmla="*/ 18098 w 202882"/>
                      <a:gd name="connsiteY2" fmla="*/ 0 h 104775"/>
                      <a:gd name="connsiteX3" fmla="*/ 0 w 202882"/>
                      <a:gd name="connsiteY3" fmla="*/ 26670 h 104775"/>
                      <a:gd name="connsiteX4" fmla="*/ 193358 w 202882"/>
                      <a:gd name="connsiteY4" fmla="*/ 104775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882" h="104775">
                        <a:moveTo>
                          <a:pt x="193358" y="104775"/>
                        </a:moveTo>
                        <a:cubicBezTo>
                          <a:pt x="196215" y="96203"/>
                          <a:pt x="199073" y="86678"/>
                          <a:pt x="202883" y="77153"/>
                        </a:cubicBezTo>
                        <a:cubicBezTo>
                          <a:pt x="135255" y="73343"/>
                          <a:pt x="69533" y="49530"/>
                          <a:pt x="18098" y="0"/>
                        </a:cubicBezTo>
                        <a:cubicBezTo>
                          <a:pt x="13335" y="9525"/>
                          <a:pt x="6668" y="18097"/>
                          <a:pt x="0" y="26670"/>
                        </a:cubicBezTo>
                        <a:cubicBezTo>
                          <a:pt x="38100" y="86678"/>
                          <a:pt x="115252" y="101918"/>
                          <a:pt x="193358" y="104775"/>
                        </a:cubicBezTo>
                        <a:close/>
                      </a:path>
                    </a:pathLst>
                  </a:custGeom>
                  <a:solidFill>
                    <a:schemeClr val="accent4"/>
                  </a:solid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F00E1485-910C-4A4E-B360-EBDBAFFAD5AC}"/>
                      </a:ext>
                    </a:extLst>
                  </p:cNvPr>
                  <p:cNvSpPr/>
                  <p:nvPr/>
                </p:nvSpPr>
                <p:spPr>
                  <a:xfrm>
                    <a:off x="9569766" y="6497294"/>
                    <a:ext cx="195210" cy="131455"/>
                  </a:xfrm>
                  <a:custGeom>
                    <a:avLst/>
                    <a:gdLst>
                      <a:gd name="connsiteX0" fmla="*/ 176213 w 195210"/>
                      <a:gd name="connsiteY0" fmla="*/ 45720 h 131455"/>
                      <a:gd name="connsiteX1" fmla="*/ 127635 w 195210"/>
                      <a:gd name="connsiteY1" fmla="*/ 15240 h 131455"/>
                      <a:gd name="connsiteX2" fmla="*/ 107633 w 195210"/>
                      <a:gd name="connsiteY2" fmla="*/ 0 h 131455"/>
                      <a:gd name="connsiteX3" fmla="*/ 0 w 195210"/>
                      <a:gd name="connsiteY3" fmla="*/ 105728 h 131455"/>
                      <a:gd name="connsiteX4" fmla="*/ 110490 w 195210"/>
                      <a:gd name="connsiteY4" fmla="*/ 131445 h 131455"/>
                      <a:gd name="connsiteX5" fmla="*/ 176213 w 195210"/>
                      <a:gd name="connsiteY5" fmla="*/ 45720 h 131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5210" h="131455">
                        <a:moveTo>
                          <a:pt x="176213" y="45720"/>
                        </a:moveTo>
                        <a:cubicBezTo>
                          <a:pt x="163830" y="35243"/>
                          <a:pt x="138113" y="22860"/>
                          <a:pt x="127635" y="15240"/>
                        </a:cubicBezTo>
                        <a:cubicBezTo>
                          <a:pt x="120968" y="10478"/>
                          <a:pt x="114300" y="5715"/>
                          <a:pt x="107633" y="0"/>
                        </a:cubicBezTo>
                        <a:cubicBezTo>
                          <a:pt x="60008" y="20003"/>
                          <a:pt x="26670" y="60960"/>
                          <a:pt x="0" y="105728"/>
                        </a:cubicBezTo>
                        <a:cubicBezTo>
                          <a:pt x="25718" y="121920"/>
                          <a:pt x="60960" y="131445"/>
                          <a:pt x="110490" y="131445"/>
                        </a:cubicBezTo>
                        <a:cubicBezTo>
                          <a:pt x="215265" y="132397"/>
                          <a:pt x="203835" y="66675"/>
                          <a:pt x="176213" y="45720"/>
                        </a:cubicBezTo>
                        <a:close/>
                      </a:path>
                    </a:pathLst>
                  </a:custGeom>
                  <a:solidFill>
                    <a:schemeClr val="accent4"/>
                  </a:solidFill>
                  <a:ln w="9525" cap="flat">
                    <a:noFill/>
                    <a:prstDash val="solid"/>
                    <a:miter/>
                  </a:ln>
                </p:spPr>
                <p:txBody>
                  <a:bodyPr rtlCol="0" anchor="ctr"/>
                  <a:lstStyle/>
                  <a:p>
                    <a:endParaRPr lang="en-US"/>
                  </a:p>
                </p:txBody>
              </p:sp>
            </p:grpSp>
            <p:sp>
              <p:nvSpPr>
                <p:cNvPr id="221" name="Freeform: Shape 220">
                  <a:extLst>
                    <a:ext uri="{FF2B5EF4-FFF2-40B4-BE49-F238E27FC236}">
                      <a16:creationId xmlns:a16="http://schemas.microsoft.com/office/drawing/2014/main" id="{7C1035F9-D5FE-43A0-89DF-3C2970151468}"/>
                    </a:ext>
                  </a:extLst>
                </p:cNvPr>
                <p:cNvSpPr/>
                <p:nvPr/>
              </p:nvSpPr>
              <p:spPr>
                <a:xfrm>
                  <a:off x="8962165" y="5131410"/>
                  <a:ext cx="755238" cy="477202"/>
                </a:xfrm>
                <a:custGeom>
                  <a:avLst/>
                  <a:gdLst>
                    <a:gd name="connsiteX0" fmla="*/ 5622 w 755238"/>
                    <a:gd name="connsiteY0" fmla="*/ 54292 h 477202"/>
                    <a:gd name="connsiteX1" fmla="*/ 577122 w 755238"/>
                    <a:gd name="connsiteY1" fmla="*/ 477203 h 477202"/>
                    <a:gd name="connsiteX2" fmla="*/ 755239 w 755238"/>
                    <a:gd name="connsiteY2" fmla="*/ 143828 h 477202"/>
                    <a:gd name="connsiteX3" fmla="*/ 528544 w 755238"/>
                    <a:gd name="connsiteY3" fmla="*/ 0 h 477202"/>
                    <a:gd name="connsiteX4" fmla="*/ 5622 w 755238"/>
                    <a:gd name="connsiteY4" fmla="*/ 54292 h 477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238" h="477202">
                      <a:moveTo>
                        <a:pt x="5622" y="54292"/>
                      </a:moveTo>
                      <a:cubicBezTo>
                        <a:pt x="5622" y="54292"/>
                        <a:pt x="-97248" y="474345"/>
                        <a:pt x="577122" y="477203"/>
                      </a:cubicBezTo>
                      <a:cubicBezTo>
                        <a:pt x="577122" y="477203"/>
                        <a:pt x="523782" y="212408"/>
                        <a:pt x="755239" y="143828"/>
                      </a:cubicBezTo>
                      <a:lnTo>
                        <a:pt x="528544" y="0"/>
                      </a:lnTo>
                      <a:lnTo>
                        <a:pt x="5622" y="54292"/>
                      </a:lnTo>
                      <a:close/>
                    </a:path>
                  </a:pathLst>
                </a:custGeom>
                <a:solidFill>
                  <a:srgbClr val="C3C1F3"/>
                </a:solid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95A71FBE-BA42-4756-9FB7-1BB3D9276628}"/>
                    </a:ext>
                  </a:extLst>
                </p:cNvPr>
                <p:cNvSpPr/>
                <p:nvPr/>
              </p:nvSpPr>
              <p:spPr>
                <a:xfrm>
                  <a:off x="8691238" y="2998100"/>
                  <a:ext cx="1624041" cy="1289076"/>
                </a:xfrm>
                <a:custGeom>
                  <a:avLst/>
                  <a:gdLst>
                    <a:gd name="connsiteX0" fmla="*/ 643261 w 1624041"/>
                    <a:gd name="connsiteY0" fmla="*/ 30189 h 1289076"/>
                    <a:gd name="connsiteX1" fmla="*/ 1398594 w 1624041"/>
                    <a:gd name="connsiteY1" fmla="*/ 538824 h 1289076"/>
                    <a:gd name="connsiteX2" fmla="*/ 1569091 w 1624041"/>
                    <a:gd name="connsiteY2" fmla="*/ 877914 h 1289076"/>
                    <a:gd name="connsiteX3" fmla="*/ 1372876 w 1624041"/>
                    <a:gd name="connsiteY3" fmla="*/ 1257009 h 1289076"/>
                    <a:gd name="connsiteX4" fmla="*/ 1444314 w 1624041"/>
                    <a:gd name="connsiteY4" fmla="*/ 1081749 h 1289076"/>
                    <a:gd name="connsiteX5" fmla="*/ 848049 w 1624041"/>
                    <a:gd name="connsiteY5" fmla="*/ 1282727 h 1289076"/>
                    <a:gd name="connsiteX6" fmla="*/ 309886 w 1624041"/>
                    <a:gd name="connsiteY6" fmla="*/ 1111277 h 1289076"/>
                    <a:gd name="connsiteX7" fmla="*/ 389896 w 1624041"/>
                    <a:gd name="connsiteY7" fmla="*/ 1288442 h 1289076"/>
                    <a:gd name="connsiteX8" fmla="*/ 324 w 1624041"/>
                    <a:gd name="connsiteY8" fmla="*/ 1009359 h 1289076"/>
                    <a:gd name="connsiteX9" fmla="*/ 199396 w 1624041"/>
                    <a:gd name="connsiteY9" fmla="*/ 459767 h 1289076"/>
                    <a:gd name="connsiteX10" fmla="*/ 643261 w 1624041"/>
                    <a:gd name="connsiteY10" fmla="*/ 30189 h 1289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24041" h="1289076">
                      <a:moveTo>
                        <a:pt x="643261" y="30189"/>
                      </a:moveTo>
                      <a:cubicBezTo>
                        <a:pt x="643261" y="30189"/>
                        <a:pt x="1123321" y="-186028"/>
                        <a:pt x="1398594" y="538824"/>
                      </a:cubicBezTo>
                      <a:cubicBezTo>
                        <a:pt x="1398594" y="538824"/>
                        <a:pt x="1445266" y="736944"/>
                        <a:pt x="1569091" y="877914"/>
                      </a:cubicBezTo>
                      <a:cubicBezTo>
                        <a:pt x="1693869" y="1018884"/>
                        <a:pt x="1596714" y="1254152"/>
                        <a:pt x="1372876" y="1257009"/>
                      </a:cubicBezTo>
                      <a:cubicBezTo>
                        <a:pt x="1372876" y="1257009"/>
                        <a:pt x="1495749" y="1178904"/>
                        <a:pt x="1444314" y="1081749"/>
                      </a:cubicBezTo>
                      <a:cubicBezTo>
                        <a:pt x="1444314" y="1081749"/>
                        <a:pt x="1415739" y="1282727"/>
                        <a:pt x="848049" y="1282727"/>
                      </a:cubicBezTo>
                      <a:cubicBezTo>
                        <a:pt x="848049" y="1282727"/>
                        <a:pt x="356559" y="1339877"/>
                        <a:pt x="309886" y="1111277"/>
                      </a:cubicBezTo>
                      <a:cubicBezTo>
                        <a:pt x="309886" y="1111277"/>
                        <a:pt x="251784" y="1256057"/>
                        <a:pt x="389896" y="1288442"/>
                      </a:cubicBezTo>
                      <a:cubicBezTo>
                        <a:pt x="389896" y="1288442"/>
                        <a:pt x="-13011" y="1281774"/>
                        <a:pt x="324" y="1009359"/>
                      </a:cubicBezTo>
                      <a:cubicBezTo>
                        <a:pt x="14611" y="736944"/>
                        <a:pt x="139389" y="753137"/>
                        <a:pt x="199396" y="459767"/>
                      </a:cubicBezTo>
                      <a:cubicBezTo>
                        <a:pt x="259404" y="166397"/>
                        <a:pt x="470859" y="18759"/>
                        <a:pt x="643261" y="30189"/>
                      </a:cubicBezTo>
                      <a:close/>
                    </a:path>
                  </a:pathLst>
                </a:custGeom>
                <a:solidFill>
                  <a:schemeClr val="tx2"/>
                </a:solid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46BE4E86-D537-4499-85A2-55A015EE4815}"/>
                    </a:ext>
                  </a:extLst>
                </p:cNvPr>
                <p:cNvSpPr/>
                <p:nvPr/>
              </p:nvSpPr>
              <p:spPr>
                <a:xfrm>
                  <a:off x="8691191" y="3892207"/>
                  <a:ext cx="1623947" cy="394969"/>
                </a:xfrm>
                <a:custGeom>
                  <a:avLst/>
                  <a:gdLst>
                    <a:gd name="connsiteX0" fmla="*/ 16563 w 1623947"/>
                    <a:gd name="connsiteY0" fmla="*/ 0 h 394969"/>
                    <a:gd name="connsiteX1" fmla="*/ 370 w 1623947"/>
                    <a:gd name="connsiteY1" fmla="*/ 115252 h 394969"/>
                    <a:gd name="connsiteX2" fmla="*/ 389943 w 1623947"/>
                    <a:gd name="connsiteY2" fmla="*/ 394335 h 394969"/>
                    <a:gd name="connsiteX3" fmla="*/ 309933 w 1623947"/>
                    <a:gd name="connsiteY3" fmla="*/ 217170 h 394969"/>
                    <a:gd name="connsiteX4" fmla="*/ 848095 w 1623947"/>
                    <a:gd name="connsiteY4" fmla="*/ 388620 h 394969"/>
                    <a:gd name="connsiteX5" fmla="*/ 1444360 w 1623947"/>
                    <a:gd name="connsiteY5" fmla="*/ 187642 h 394969"/>
                    <a:gd name="connsiteX6" fmla="*/ 1372923 w 1623947"/>
                    <a:gd name="connsiteY6" fmla="*/ 362903 h 394969"/>
                    <a:gd name="connsiteX7" fmla="*/ 1592950 w 1623947"/>
                    <a:gd name="connsiteY7" fmla="*/ 16192 h 394969"/>
                    <a:gd name="connsiteX8" fmla="*/ 16563 w 1623947"/>
                    <a:gd name="connsiteY8" fmla="*/ 0 h 394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3947" h="394969">
                      <a:moveTo>
                        <a:pt x="16563" y="0"/>
                      </a:moveTo>
                      <a:cubicBezTo>
                        <a:pt x="7990" y="32385"/>
                        <a:pt x="3228" y="69532"/>
                        <a:pt x="370" y="115252"/>
                      </a:cubicBezTo>
                      <a:cubicBezTo>
                        <a:pt x="-13917" y="387668"/>
                        <a:pt x="389943" y="394335"/>
                        <a:pt x="389943" y="394335"/>
                      </a:cubicBezTo>
                      <a:cubicBezTo>
                        <a:pt x="252783" y="360998"/>
                        <a:pt x="309933" y="217170"/>
                        <a:pt x="309933" y="217170"/>
                      </a:cubicBezTo>
                      <a:cubicBezTo>
                        <a:pt x="356605" y="445770"/>
                        <a:pt x="848095" y="388620"/>
                        <a:pt x="848095" y="388620"/>
                      </a:cubicBezTo>
                      <a:cubicBezTo>
                        <a:pt x="1415785" y="388620"/>
                        <a:pt x="1444360" y="187642"/>
                        <a:pt x="1444360" y="187642"/>
                      </a:cubicBezTo>
                      <a:cubicBezTo>
                        <a:pt x="1494843" y="284798"/>
                        <a:pt x="1372923" y="362903"/>
                        <a:pt x="1372923" y="362903"/>
                      </a:cubicBezTo>
                      <a:cubicBezTo>
                        <a:pt x="1580568" y="360998"/>
                        <a:pt x="1678675" y="158115"/>
                        <a:pt x="1592950" y="16192"/>
                      </a:cubicBezTo>
                      <a:cubicBezTo>
                        <a:pt x="1361493" y="164782"/>
                        <a:pt x="205158" y="273367"/>
                        <a:pt x="16563" y="0"/>
                      </a:cubicBezTo>
                      <a:close/>
                    </a:path>
                  </a:pathLst>
                </a:custGeom>
                <a:solidFill>
                  <a:schemeClr val="tx2">
                    <a:lumMod val="90000"/>
                    <a:lumOff val="10000"/>
                  </a:schemeClr>
                </a:solidFill>
                <a:ln w="9525" cap="flat">
                  <a:noFill/>
                  <a:prstDash val="solid"/>
                  <a:miter/>
                </a:ln>
              </p:spPr>
              <p:txBody>
                <a:bodyPr rtlCol="0" anchor="ctr"/>
                <a:lstStyle/>
                <a:p>
                  <a:endParaRPr lang="en-US" dirty="0"/>
                </a:p>
              </p:txBody>
            </p:sp>
            <p:sp>
              <p:nvSpPr>
                <p:cNvPr id="224" name="Freeform: Shape 223">
                  <a:extLst>
                    <a:ext uri="{FF2B5EF4-FFF2-40B4-BE49-F238E27FC236}">
                      <a16:creationId xmlns:a16="http://schemas.microsoft.com/office/drawing/2014/main" id="{7719C400-55CB-4DB1-855E-7B943742D49F}"/>
                    </a:ext>
                  </a:extLst>
                </p:cNvPr>
                <p:cNvSpPr/>
                <p:nvPr/>
              </p:nvSpPr>
              <p:spPr>
                <a:xfrm>
                  <a:off x="9232581" y="4125570"/>
                  <a:ext cx="515302" cy="353377"/>
                </a:xfrm>
                <a:custGeom>
                  <a:avLst/>
                  <a:gdLst>
                    <a:gd name="connsiteX0" fmla="*/ 349568 w 515302"/>
                    <a:gd name="connsiteY0" fmla="*/ 0 h 353377"/>
                    <a:gd name="connsiteX1" fmla="*/ 515303 w 515302"/>
                    <a:gd name="connsiteY1" fmla="*/ 198120 h 353377"/>
                    <a:gd name="connsiteX2" fmla="*/ 264795 w 515302"/>
                    <a:gd name="connsiteY2" fmla="*/ 353378 h 353377"/>
                    <a:gd name="connsiteX3" fmla="*/ 0 w 515302"/>
                    <a:gd name="connsiteY3" fmla="*/ 191452 h 353377"/>
                    <a:gd name="connsiteX4" fmla="*/ 185738 w 515302"/>
                    <a:gd name="connsiteY4" fmla="*/ 10477 h 353377"/>
                    <a:gd name="connsiteX5" fmla="*/ 349568 w 515302"/>
                    <a:gd name="connsiteY5" fmla="*/ 0 h 353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5302" h="353377">
                      <a:moveTo>
                        <a:pt x="349568" y="0"/>
                      </a:moveTo>
                      <a:cubicBezTo>
                        <a:pt x="349568" y="0"/>
                        <a:pt x="356235" y="179070"/>
                        <a:pt x="515303" y="198120"/>
                      </a:cubicBezTo>
                      <a:cubicBezTo>
                        <a:pt x="515303" y="198120"/>
                        <a:pt x="483870" y="353378"/>
                        <a:pt x="264795" y="353378"/>
                      </a:cubicBezTo>
                      <a:cubicBezTo>
                        <a:pt x="45720" y="353378"/>
                        <a:pt x="0" y="191452"/>
                        <a:pt x="0" y="191452"/>
                      </a:cubicBezTo>
                      <a:cubicBezTo>
                        <a:pt x="0" y="191452"/>
                        <a:pt x="170497" y="192405"/>
                        <a:pt x="185738" y="10477"/>
                      </a:cubicBezTo>
                      <a:lnTo>
                        <a:pt x="349568" y="0"/>
                      </a:lnTo>
                      <a:close/>
                    </a:path>
                  </a:pathLst>
                </a:custGeom>
                <a:solidFill>
                  <a:srgbClr val="EAA271"/>
                </a:solid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37AD55D3-A38E-4262-AC7C-642AFAD2052A}"/>
                    </a:ext>
                  </a:extLst>
                </p:cNvPr>
                <p:cNvSpPr/>
                <p:nvPr/>
              </p:nvSpPr>
              <p:spPr>
                <a:xfrm>
                  <a:off x="9403079" y="4125570"/>
                  <a:ext cx="211455" cy="153361"/>
                </a:xfrm>
                <a:custGeom>
                  <a:avLst/>
                  <a:gdLst>
                    <a:gd name="connsiteX0" fmla="*/ 79058 w 211455"/>
                    <a:gd name="connsiteY0" fmla="*/ 147637 h 153361"/>
                    <a:gd name="connsiteX1" fmla="*/ 211455 w 211455"/>
                    <a:gd name="connsiteY1" fmla="*/ 108585 h 153361"/>
                    <a:gd name="connsiteX2" fmla="*/ 180023 w 211455"/>
                    <a:gd name="connsiteY2" fmla="*/ 0 h 153361"/>
                    <a:gd name="connsiteX3" fmla="*/ 16193 w 211455"/>
                    <a:gd name="connsiteY3" fmla="*/ 9525 h 153361"/>
                    <a:gd name="connsiteX4" fmla="*/ 0 w 211455"/>
                    <a:gd name="connsiteY4" fmla="*/ 79057 h 153361"/>
                    <a:gd name="connsiteX5" fmla="*/ 79058 w 211455"/>
                    <a:gd name="connsiteY5" fmla="*/ 147637 h 153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1455" h="153361">
                      <a:moveTo>
                        <a:pt x="79058" y="147637"/>
                      </a:moveTo>
                      <a:cubicBezTo>
                        <a:pt x="138113" y="164782"/>
                        <a:pt x="177165" y="140970"/>
                        <a:pt x="211455" y="108585"/>
                      </a:cubicBezTo>
                      <a:cubicBezTo>
                        <a:pt x="181928" y="56198"/>
                        <a:pt x="180023" y="0"/>
                        <a:pt x="180023" y="0"/>
                      </a:cubicBezTo>
                      <a:lnTo>
                        <a:pt x="16193" y="9525"/>
                      </a:lnTo>
                      <a:cubicBezTo>
                        <a:pt x="14288" y="37148"/>
                        <a:pt x="8573" y="60007"/>
                        <a:pt x="0" y="79057"/>
                      </a:cubicBezTo>
                      <a:cubicBezTo>
                        <a:pt x="13335" y="114300"/>
                        <a:pt x="43815" y="135255"/>
                        <a:pt x="79058" y="147637"/>
                      </a:cubicBezTo>
                      <a:close/>
                    </a:path>
                  </a:pathLst>
                </a:custGeom>
                <a:solidFill>
                  <a:srgbClr val="D6854D"/>
                </a:solidFill>
                <a:ln w="9525" cap="flat">
                  <a:noFill/>
                  <a:prstDash val="solid"/>
                  <a:miter/>
                </a:ln>
              </p:spPr>
              <p:txBody>
                <a:bodyPr rtlCol="0" anchor="ctr"/>
                <a:lstStyle/>
                <a:p>
                  <a:endParaRPr lang="en-US"/>
                </a:p>
              </p:txBody>
            </p:sp>
            <p:grpSp>
              <p:nvGrpSpPr>
                <p:cNvPr id="226" name="Graphic 1">
                  <a:extLst>
                    <a:ext uri="{FF2B5EF4-FFF2-40B4-BE49-F238E27FC236}">
                      <a16:creationId xmlns:a16="http://schemas.microsoft.com/office/drawing/2014/main" id="{BCB32647-4B2A-4755-B755-B5A6C0919ACD}"/>
                    </a:ext>
                  </a:extLst>
                </p:cNvPr>
                <p:cNvGrpSpPr/>
                <p:nvPr/>
              </p:nvGrpSpPr>
              <p:grpSpPr>
                <a:xfrm>
                  <a:off x="8896929" y="3616984"/>
                  <a:ext cx="267310" cy="304881"/>
                  <a:chOff x="8896929" y="3616984"/>
                  <a:chExt cx="267310" cy="304881"/>
                </a:xfrm>
              </p:grpSpPr>
              <p:sp>
                <p:nvSpPr>
                  <p:cNvPr id="227" name="Freeform: Shape 226">
                    <a:extLst>
                      <a:ext uri="{FF2B5EF4-FFF2-40B4-BE49-F238E27FC236}">
                        <a16:creationId xmlns:a16="http://schemas.microsoft.com/office/drawing/2014/main" id="{FFA7CC95-9CD7-485E-80B6-D8CBC31A0DD8}"/>
                      </a:ext>
                    </a:extLst>
                  </p:cNvPr>
                  <p:cNvSpPr/>
                  <p:nvPr/>
                </p:nvSpPr>
                <p:spPr>
                  <a:xfrm>
                    <a:off x="8896929" y="3616984"/>
                    <a:ext cx="267310" cy="304881"/>
                  </a:xfrm>
                  <a:custGeom>
                    <a:avLst/>
                    <a:gdLst>
                      <a:gd name="connsiteX0" fmla="*/ 232783 w 267310"/>
                      <a:gd name="connsiteY0" fmla="*/ 76151 h 304881"/>
                      <a:gd name="connsiteX1" fmla="*/ 226115 w 267310"/>
                      <a:gd name="connsiteY1" fmla="*/ 293321 h 304881"/>
                      <a:gd name="connsiteX2" fmla="*/ 27043 w 267310"/>
                      <a:gd name="connsiteY2" fmla="*/ 206643 h 304881"/>
                      <a:gd name="connsiteX3" fmla="*/ 50855 w 267310"/>
                      <a:gd name="connsiteY3" fmla="*/ 16143 h 304881"/>
                      <a:gd name="connsiteX4" fmla="*/ 232783 w 267310"/>
                      <a:gd name="connsiteY4" fmla="*/ 76151 h 304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310" h="304881">
                        <a:moveTo>
                          <a:pt x="232783" y="76151"/>
                        </a:moveTo>
                        <a:cubicBezTo>
                          <a:pt x="276598" y="145683"/>
                          <a:pt x="283265" y="257126"/>
                          <a:pt x="226115" y="293321"/>
                        </a:cubicBezTo>
                        <a:cubicBezTo>
                          <a:pt x="168965" y="329516"/>
                          <a:pt x="70858" y="275223"/>
                          <a:pt x="27043" y="206643"/>
                        </a:cubicBezTo>
                        <a:cubicBezTo>
                          <a:pt x="-16772" y="137111"/>
                          <a:pt x="-6295" y="52338"/>
                          <a:pt x="50855" y="16143"/>
                        </a:cubicBezTo>
                        <a:cubicBezTo>
                          <a:pt x="107053" y="-20052"/>
                          <a:pt x="188968" y="6618"/>
                          <a:pt x="232783" y="76151"/>
                        </a:cubicBezTo>
                        <a:close/>
                      </a:path>
                    </a:pathLst>
                  </a:custGeom>
                  <a:solidFill>
                    <a:srgbClr val="EAA271"/>
                  </a:solid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B6EDEFA1-5826-4289-9BBA-16BC7832D424}"/>
                      </a:ext>
                    </a:extLst>
                  </p:cNvPr>
                  <p:cNvSpPr/>
                  <p:nvPr/>
                </p:nvSpPr>
                <p:spPr>
                  <a:xfrm>
                    <a:off x="8985356" y="3715995"/>
                    <a:ext cx="68371" cy="102576"/>
                  </a:xfrm>
                  <a:custGeom>
                    <a:avLst/>
                    <a:gdLst>
                      <a:gd name="connsiteX0" fmla="*/ 6243 w 68371"/>
                      <a:gd name="connsiteY0" fmla="*/ 10477 h 102576"/>
                      <a:gd name="connsiteX1" fmla="*/ 56725 w 68371"/>
                      <a:gd name="connsiteY1" fmla="*/ 79057 h 102576"/>
                      <a:gd name="connsiteX2" fmla="*/ 12910 w 68371"/>
                      <a:gd name="connsiteY2" fmla="*/ 81915 h 102576"/>
                      <a:gd name="connsiteX3" fmla="*/ 21483 w 68371"/>
                      <a:gd name="connsiteY3" fmla="*/ 55245 h 102576"/>
                      <a:gd name="connsiteX4" fmla="*/ 52915 w 68371"/>
                      <a:gd name="connsiteY4" fmla="*/ 65723 h 102576"/>
                      <a:gd name="connsiteX5" fmla="*/ 59583 w 68371"/>
                      <a:gd name="connsiteY5" fmla="*/ 59055 h 102576"/>
                      <a:gd name="connsiteX6" fmla="*/ 5290 w 68371"/>
                      <a:gd name="connsiteY6" fmla="*/ 54292 h 102576"/>
                      <a:gd name="connsiteX7" fmla="*/ 21483 w 68371"/>
                      <a:gd name="connsiteY7" fmla="*/ 99060 h 102576"/>
                      <a:gd name="connsiteX8" fmla="*/ 63393 w 68371"/>
                      <a:gd name="connsiteY8" fmla="*/ 84773 h 102576"/>
                      <a:gd name="connsiteX9" fmla="*/ 49105 w 68371"/>
                      <a:gd name="connsiteY9" fmla="*/ 18098 h 102576"/>
                      <a:gd name="connsiteX10" fmla="*/ 5290 w 68371"/>
                      <a:gd name="connsiteY10" fmla="*/ 0 h 102576"/>
                      <a:gd name="connsiteX11" fmla="*/ 6243 w 68371"/>
                      <a:gd name="connsiteY11" fmla="*/ 10477 h 102576"/>
                      <a:gd name="connsiteX12" fmla="*/ 6243 w 68371"/>
                      <a:gd name="connsiteY12" fmla="*/ 10477 h 102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371" h="102576">
                        <a:moveTo>
                          <a:pt x="6243" y="10477"/>
                        </a:moveTo>
                        <a:cubicBezTo>
                          <a:pt x="40533" y="12382"/>
                          <a:pt x="69108" y="43815"/>
                          <a:pt x="56725" y="79057"/>
                        </a:cubicBezTo>
                        <a:cubicBezTo>
                          <a:pt x="50058" y="100013"/>
                          <a:pt x="24340" y="99060"/>
                          <a:pt x="12910" y="81915"/>
                        </a:cubicBezTo>
                        <a:cubicBezTo>
                          <a:pt x="5290" y="71438"/>
                          <a:pt x="8148" y="59055"/>
                          <a:pt x="21483" y="55245"/>
                        </a:cubicBezTo>
                        <a:cubicBezTo>
                          <a:pt x="32913" y="52388"/>
                          <a:pt x="45295" y="57150"/>
                          <a:pt x="52915" y="65723"/>
                        </a:cubicBezTo>
                        <a:cubicBezTo>
                          <a:pt x="56725" y="69532"/>
                          <a:pt x="62440" y="63817"/>
                          <a:pt x="59583" y="59055"/>
                        </a:cubicBezTo>
                        <a:cubicBezTo>
                          <a:pt x="47200" y="44767"/>
                          <a:pt x="19578" y="38100"/>
                          <a:pt x="5290" y="54292"/>
                        </a:cubicBezTo>
                        <a:cubicBezTo>
                          <a:pt x="-8045" y="69532"/>
                          <a:pt x="6243" y="91440"/>
                          <a:pt x="21483" y="99060"/>
                        </a:cubicBezTo>
                        <a:cubicBezTo>
                          <a:pt x="37675" y="106680"/>
                          <a:pt x="55773" y="101917"/>
                          <a:pt x="63393" y="84773"/>
                        </a:cubicBezTo>
                        <a:cubicBezTo>
                          <a:pt x="73870" y="62865"/>
                          <a:pt x="67203" y="33338"/>
                          <a:pt x="49105" y="18098"/>
                        </a:cubicBezTo>
                        <a:cubicBezTo>
                          <a:pt x="37675" y="7620"/>
                          <a:pt x="21483" y="1905"/>
                          <a:pt x="5290" y="0"/>
                        </a:cubicBezTo>
                        <a:cubicBezTo>
                          <a:pt x="528" y="1905"/>
                          <a:pt x="528" y="10477"/>
                          <a:pt x="6243" y="10477"/>
                        </a:cubicBezTo>
                        <a:lnTo>
                          <a:pt x="6243" y="10477"/>
                        </a:lnTo>
                        <a:close/>
                      </a:path>
                    </a:pathLst>
                  </a:custGeom>
                  <a:solidFill>
                    <a:srgbClr val="D6854D"/>
                  </a:solidFill>
                  <a:ln w="9525" cap="flat">
                    <a:noFill/>
                    <a:prstDash val="solid"/>
                    <a:miter/>
                  </a:ln>
                </p:spPr>
                <p:txBody>
                  <a:bodyPr rtlCol="0" anchor="ctr"/>
                  <a:lstStyle/>
                  <a:p>
                    <a:endParaRPr lang="en-US"/>
                  </a:p>
                </p:txBody>
              </p:sp>
            </p:grpSp>
            <p:grpSp>
              <p:nvGrpSpPr>
                <p:cNvPr id="229" name="Graphic 1">
                  <a:extLst>
                    <a:ext uri="{FF2B5EF4-FFF2-40B4-BE49-F238E27FC236}">
                      <a16:creationId xmlns:a16="http://schemas.microsoft.com/office/drawing/2014/main" id="{BCB32647-4B2A-4755-B755-B5A6C0919ACD}"/>
                    </a:ext>
                  </a:extLst>
                </p:cNvPr>
                <p:cNvGrpSpPr/>
                <p:nvPr/>
              </p:nvGrpSpPr>
              <p:grpSpPr>
                <a:xfrm>
                  <a:off x="9821941" y="3616984"/>
                  <a:ext cx="267310" cy="304881"/>
                  <a:chOff x="9821941" y="3616984"/>
                  <a:chExt cx="267310" cy="304881"/>
                </a:xfrm>
              </p:grpSpPr>
              <p:sp>
                <p:nvSpPr>
                  <p:cNvPr id="230" name="Freeform: Shape 229">
                    <a:extLst>
                      <a:ext uri="{FF2B5EF4-FFF2-40B4-BE49-F238E27FC236}">
                        <a16:creationId xmlns:a16="http://schemas.microsoft.com/office/drawing/2014/main" id="{85E8226D-9135-469A-9823-3B2EB2D1212B}"/>
                      </a:ext>
                    </a:extLst>
                  </p:cNvPr>
                  <p:cNvSpPr/>
                  <p:nvPr/>
                </p:nvSpPr>
                <p:spPr>
                  <a:xfrm>
                    <a:off x="9821941" y="3616984"/>
                    <a:ext cx="267310" cy="304881"/>
                  </a:xfrm>
                  <a:custGeom>
                    <a:avLst/>
                    <a:gdLst>
                      <a:gd name="connsiteX0" fmla="*/ 34528 w 267310"/>
                      <a:gd name="connsiteY0" fmla="*/ 76151 h 304881"/>
                      <a:gd name="connsiteX1" fmla="*/ 41196 w 267310"/>
                      <a:gd name="connsiteY1" fmla="*/ 293321 h 304881"/>
                      <a:gd name="connsiteX2" fmla="*/ 240268 w 267310"/>
                      <a:gd name="connsiteY2" fmla="*/ 206643 h 304881"/>
                      <a:gd name="connsiteX3" fmla="*/ 216456 w 267310"/>
                      <a:gd name="connsiteY3" fmla="*/ 16143 h 304881"/>
                      <a:gd name="connsiteX4" fmla="*/ 34528 w 267310"/>
                      <a:gd name="connsiteY4" fmla="*/ 76151 h 304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310" h="304881">
                        <a:moveTo>
                          <a:pt x="34528" y="76151"/>
                        </a:moveTo>
                        <a:cubicBezTo>
                          <a:pt x="-9287" y="145683"/>
                          <a:pt x="-15954" y="257126"/>
                          <a:pt x="41196" y="293321"/>
                        </a:cubicBezTo>
                        <a:cubicBezTo>
                          <a:pt x="98346" y="329516"/>
                          <a:pt x="196453" y="275223"/>
                          <a:pt x="240268" y="206643"/>
                        </a:cubicBezTo>
                        <a:cubicBezTo>
                          <a:pt x="284083" y="137111"/>
                          <a:pt x="273606" y="52338"/>
                          <a:pt x="216456" y="16143"/>
                        </a:cubicBezTo>
                        <a:cubicBezTo>
                          <a:pt x="159306" y="-20052"/>
                          <a:pt x="78343" y="6618"/>
                          <a:pt x="34528" y="76151"/>
                        </a:cubicBezTo>
                        <a:close/>
                      </a:path>
                    </a:pathLst>
                  </a:custGeom>
                  <a:solidFill>
                    <a:srgbClr val="EAA271"/>
                  </a:solid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F9E90928-0B70-498D-821F-23DC15A5EDA0}"/>
                      </a:ext>
                    </a:extLst>
                  </p:cNvPr>
                  <p:cNvSpPr/>
                  <p:nvPr/>
                </p:nvSpPr>
                <p:spPr>
                  <a:xfrm>
                    <a:off x="9931863" y="3717899"/>
                    <a:ext cx="68393" cy="102367"/>
                  </a:xfrm>
                  <a:custGeom>
                    <a:avLst/>
                    <a:gdLst>
                      <a:gd name="connsiteX0" fmla="*/ 61766 w 68393"/>
                      <a:gd name="connsiteY0" fmla="*/ 0 h 102367"/>
                      <a:gd name="connsiteX1" fmla="*/ 1758 w 68393"/>
                      <a:gd name="connsiteY1" fmla="*/ 75248 h 102367"/>
                      <a:gd name="connsiteX2" fmla="*/ 40811 w 68393"/>
                      <a:gd name="connsiteY2" fmla="*/ 100965 h 102367"/>
                      <a:gd name="connsiteX3" fmla="*/ 66528 w 68393"/>
                      <a:gd name="connsiteY3" fmla="*/ 59055 h 102367"/>
                      <a:gd name="connsiteX4" fmla="*/ 9378 w 68393"/>
                      <a:gd name="connsiteY4" fmla="*/ 58102 h 102367"/>
                      <a:gd name="connsiteX5" fmla="*/ 16046 w 68393"/>
                      <a:gd name="connsiteY5" fmla="*/ 64770 h 102367"/>
                      <a:gd name="connsiteX6" fmla="*/ 47478 w 68393"/>
                      <a:gd name="connsiteY6" fmla="*/ 54293 h 102367"/>
                      <a:gd name="connsiteX7" fmla="*/ 56051 w 68393"/>
                      <a:gd name="connsiteY7" fmla="*/ 80963 h 102367"/>
                      <a:gd name="connsiteX8" fmla="*/ 12236 w 68393"/>
                      <a:gd name="connsiteY8" fmla="*/ 78105 h 102367"/>
                      <a:gd name="connsiteX9" fmla="*/ 62718 w 68393"/>
                      <a:gd name="connsiteY9" fmla="*/ 9525 h 102367"/>
                      <a:gd name="connsiteX10" fmla="*/ 61766 w 68393"/>
                      <a:gd name="connsiteY10" fmla="*/ 0 h 102367"/>
                      <a:gd name="connsiteX11" fmla="*/ 61766 w 68393"/>
                      <a:gd name="connsiteY11" fmla="*/ 0 h 102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393" h="102367">
                        <a:moveTo>
                          <a:pt x="61766" y="0"/>
                        </a:moveTo>
                        <a:cubicBezTo>
                          <a:pt x="22713" y="2858"/>
                          <a:pt x="-7767" y="35243"/>
                          <a:pt x="1758" y="75248"/>
                        </a:cubicBezTo>
                        <a:cubicBezTo>
                          <a:pt x="5568" y="94298"/>
                          <a:pt x="21761" y="106680"/>
                          <a:pt x="40811" y="100965"/>
                        </a:cubicBezTo>
                        <a:cubicBezTo>
                          <a:pt x="57003" y="96202"/>
                          <a:pt x="74148" y="76200"/>
                          <a:pt x="66528" y="59055"/>
                        </a:cubicBezTo>
                        <a:cubicBezTo>
                          <a:pt x="57003" y="36195"/>
                          <a:pt x="21761" y="42863"/>
                          <a:pt x="9378" y="58102"/>
                        </a:cubicBezTo>
                        <a:cubicBezTo>
                          <a:pt x="5568" y="61913"/>
                          <a:pt x="12236" y="68580"/>
                          <a:pt x="16046" y="64770"/>
                        </a:cubicBezTo>
                        <a:cubicBezTo>
                          <a:pt x="23666" y="56198"/>
                          <a:pt x="36048" y="51435"/>
                          <a:pt x="47478" y="54293"/>
                        </a:cubicBezTo>
                        <a:cubicBezTo>
                          <a:pt x="60813" y="58102"/>
                          <a:pt x="62718" y="70485"/>
                          <a:pt x="56051" y="80963"/>
                        </a:cubicBezTo>
                        <a:cubicBezTo>
                          <a:pt x="44621" y="98108"/>
                          <a:pt x="19856" y="99060"/>
                          <a:pt x="12236" y="78105"/>
                        </a:cubicBezTo>
                        <a:cubicBezTo>
                          <a:pt x="-147" y="42863"/>
                          <a:pt x="28428" y="11430"/>
                          <a:pt x="62718" y="9525"/>
                        </a:cubicBezTo>
                        <a:cubicBezTo>
                          <a:pt x="67481" y="8573"/>
                          <a:pt x="67481" y="0"/>
                          <a:pt x="61766" y="0"/>
                        </a:cubicBezTo>
                        <a:lnTo>
                          <a:pt x="61766" y="0"/>
                        </a:lnTo>
                        <a:close/>
                      </a:path>
                    </a:pathLst>
                  </a:custGeom>
                  <a:solidFill>
                    <a:srgbClr val="D6854D"/>
                  </a:solidFill>
                  <a:ln w="9525" cap="flat">
                    <a:noFill/>
                    <a:prstDash val="solid"/>
                    <a:miter/>
                  </a:ln>
                </p:spPr>
                <p:txBody>
                  <a:bodyPr rtlCol="0" anchor="ctr"/>
                  <a:lstStyle/>
                  <a:p>
                    <a:endParaRPr lang="en-US"/>
                  </a:p>
                </p:txBody>
              </p:sp>
            </p:grpSp>
            <p:sp>
              <p:nvSpPr>
                <p:cNvPr id="232" name="Freeform: Shape 231">
                  <a:extLst>
                    <a:ext uri="{FF2B5EF4-FFF2-40B4-BE49-F238E27FC236}">
                      <a16:creationId xmlns:a16="http://schemas.microsoft.com/office/drawing/2014/main" id="{1CFCF821-758F-4FF5-B73B-3719F1890DFF}"/>
                    </a:ext>
                  </a:extLst>
                </p:cNvPr>
                <p:cNvSpPr/>
                <p:nvPr/>
              </p:nvSpPr>
              <p:spPr>
                <a:xfrm>
                  <a:off x="9073980" y="3148084"/>
                  <a:ext cx="835828" cy="1047340"/>
                </a:xfrm>
                <a:custGeom>
                  <a:avLst/>
                  <a:gdLst>
                    <a:gd name="connsiteX0" fmla="*/ 449114 w 835828"/>
                    <a:gd name="connsiteY0" fmla="*/ 8793 h 1047340"/>
                    <a:gd name="connsiteX1" fmla="*/ 58589 w 835828"/>
                    <a:gd name="connsiteY1" fmla="*/ 228821 h 1047340"/>
                    <a:gd name="connsiteX2" fmla="*/ 344339 w 835828"/>
                    <a:gd name="connsiteY2" fmla="*/ 1031778 h 1047340"/>
                    <a:gd name="connsiteX3" fmla="*/ 533886 w 835828"/>
                    <a:gd name="connsiteY3" fmla="*/ 1035588 h 1047340"/>
                    <a:gd name="connsiteX4" fmla="*/ 835829 w 835828"/>
                    <a:gd name="connsiteY4" fmla="*/ 666971 h 1047340"/>
                    <a:gd name="connsiteX5" fmla="*/ 449114 w 835828"/>
                    <a:gd name="connsiteY5" fmla="*/ 8793 h 1047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5828" h="1047340">
                      <a:moveTo>
                        <a:pt x="449114" y="8793"/>
                      </a:moveTo>
                      <a:cubicBezTo>
                        <a:pt x="449114" y="8793"/>
                        <a:pt x="157649" y="-67407"/>
                        <a:pt x="58589" y="228821"/>
                      </a:cubicBezTo>
                      <a:cubicBezTo>
                        <a:pt x="-33804" y="506951"/>
                        <a:pt x="-66189" y="902238"/>
                        <a:pt x="344339" y="1031778"/>
                      </a:cubicBezTo>
                      <a:cubicBezTo>
                        <a:pt x="405299" y="1050828"/>
                        <a:pt x="471021" y="1052733"/>
                        <a:pt x="533886" y="1035588"/>
                      </a:cubicBezTo>
                      <a:cubicBezTo>
                        <a:pt x="653901" y="1003203"/>
                        <a:pt x="835829" y="879378"/>
                        <a:pt x="835829" y="666971"/>
                      </a:cubicBezTo>
                      <a:cubicBezTo>
                        <a:pt x="833924" y="256443"/>
                        <a:pt x="817731" y="44988"/>
                        <a:pt x="449114" y="8793"/>
                      </a:cubicBezTo>
                      <a:close/>
                    </a:path>
                  </a:pathLst>
                </a:custGeom>
                <a:solidFill>
                  <a:srgbClr val="EAA271"/>
                </a:solid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2AF5AD88-2563-451F-A128-F56B3E353588}"/>
                    </a:ext>
                  </a:extLst>
                </p:cNvPr>
                <p:cNvSpPr/>
                <p:nvPr/>
              </p:nvSpPr>
              <p:spPr>
                <a:xfrm>
                  <a:off x="9075419" y="3148084"/>
                  <a:ext cx="822007" cy="554100"/>
                </a:xfrm>
                <a:custGeom>
                  <a:avLst/>
                  <a:gdLst>
                    <a:gd name="connsiteX0" fmla="*/ 447675 w 822007"/>
                    <a:gd name="connsiteY0" fmla="*/ 8793 h 554100"/>
                    <a:gd name="connsiteX1" fmla="*/ 57150 w 822007"/>
                    <a:gd name="connsiteY1" fmla="*/ 228821 h 554100"/>
                    <a:gd name="connsiteX2" fmla="*/ 0 w 822007"/>
                    <a:gd name="connsiteY2" fmla="*/ 497426 h 554100"/>
                    <a:gd name="connsiteX3" fmla="*/ 32385 w 822007"/>
                    <a:gd name="connsiteY3" fmla="*/ 546956 h 554100"/>
                    <a:gd name="connsiteX4" fmla="*/ 107632 w 822007"/>
                    <a:gd name="connsiteY4" fmla="*/ 506951 h 554100"/>
                    <a:gd name="connsiteX5" fmla="*/ 247650 w 822007"/>
                    <a:gd name="connsiteY5" fmla="*/ 207866 h 554100"/>
                    <a:gd name="connsiteX6" fmla="*/ 372428 w 822007"/>
                    <a:gd name="connsiteY6" fmla="*/ 392651 h 554100"/>
                    <a:gd name="connsiteX7" fmla="*/ 506730 w 822007"/>
                    <a:gd name="connsiteY7" fmla="*/ 422178 h 554100"/>
                    <a:gd name="connsiteX8" fmla="*/ 521970 w 822007"/>
                    <a:gd name="connsiteY8" fmla="*/ 217391 h 554100"/>
                    <a:gd name="connsiteX9" fmla="*/ 741045 w 822007"/>
                    <a:gd name="connsiteY9" fmla="*/ 402176 h 554100"/>
                    <a:gd name="connsiteX10" fmla="*/ 822008 w 822007"/>
                    <a:gd name="connsiteY10" fmla="*/ 366933 h 554100"/>
                    <a:gd name="connsiteX11" fmla="*/ 447675 w 822007"/>
                    <a:gd name="connsiteY11" fmla="*/ 8793 h 554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2007" h="554100">
                      <a:moveTo>
                        <a:pt x="447675" y="8793"/>
                      </a:moveTo>
                      <a:cubicBezTo>
                        <a:pt x="447675" y="8793"/>
                        <a:pt x="156210" y="-67407"/>
                        <a:pt x="57150" y="228821"/>
                      </a:cubicBezTo>
                      <a:cubicBezTo>
                        <a:pt x="29528" y="310736"/>
                        <a:pt x="6668" y="404081"/>
                        <a:pt x="0" y="497426"/>
                      </a:cubicBezTo>
                      <a:cubicBezTo>
                        <a:pt x="8573" y="516476"/>
                        <a:pt x="18098" y="533621"/>
                        <a:pt x="32385" y="546956"/>
                      </a:cubicBezTo>
                      <a:cubicBezTo>
                        <a:pt x="52388" y="566958"/>
                        <a:pt x="97155" y="542193"/>
                        <a:pt x="107632" y="506951"/>
                      </a:cubicBezTo>
                      <a:cubicBezTo>
                        <a:pt x="142875" y="397413"/>
                        <a:pt x="167640" y="272636"/>
                        <a:pt x="247650" y="207866"/>
                      </a:cubicBezTo>
                      <a:cubicBezTo>
                        <a:pt x="317183" y="152621"/>
                        <a:pt x="337185" y="322166"/>
                        <a:pt x="372428" y="392651"/>
                      </a:cubicBezTo>
                      <a:cubicBezTo>
                        <a:pt x="397193" y="452658"/>
                        <a:pt x="472440" y="457421"/>
                        <a:pt x="506730" y="422178"/>
                      </a:cubicBezTo>
                      <a:cubicBezTo>
                        <a:pt x="561975" y="372648"/>
                        <a:pt x="526733" y="287876"/>
                        <a:pt x="521970" y="217391"/>
                      </a:cubicBezTo>
                      <a:cubicBezTo>
                        <a:pt x="537210" y="311688"/>
                        <a:pt x="631508" y="422178"/>
                        <a:pt x="741045" y="402176"/>
                      </a:cubicBezTo>
                      <a:cubicBezTo>
                        <a:pt x="772478" y="396461"/>
                        <a:pt x="799148" y="384078"/>
                        <a:pt x="822008" y="366933"/>
                      </a:cubicBezTo>
                      <a:cubicBezTo>
                        <a:pt x="795338" y="151668"/>
                        <a:pt x="712470" y="34511"/>
                        <a:pt x="447675" y="8793"/>
                      </a:cubicBezTo>
                      <a:close/>
                    </a:path>
                  </a:pathLst>
                </a:custGeom>
                <a:solidFill>
                  <a:srgbClr val="D6854D"/>
                </a:solid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A0A1D0B2-7088-4000-BDA6-A3CDD3FECA6A}"/>
                    </a:ext>
                  </a:extLst>
                </p:cNvPr>
                <p:cNvSpPr/>
                <p:nvPr/>
              </p:nvSpPr>
              <p:spPr>
                <a:xfrm>
                  <a:off x="9081134" y="3803624"/>
                  <a:ext cx="775335" cy="390847"/>
                </a:xfrm>
                <a:custGeom>
                  <a:avLst/>
                  <a:gdLst>
                    <a:gd name="connsiteX0" fmla="*/ 217170 w 775335"/>
                    <a:gd name="connsiteY0" fmla="*/ 286703 h 390847"/>
                    <a:gd name="connsiteX1" fmla="*/ 0 w 775335"/>
                    <a:gd name="connsiteY1" fmla="*/ 0 h 390847"/>
                    <a:gd name="connsiteX2" fmla="*/ 337185 w 775335"/>
                    <a:gd name="connsiteY2" fmla="*/ 375285 h 390847"/>
                    <a:gd name="connsiteX3" fmla="*/ 526732 w 775335"/>
                    <a:gd name="connsiteY3" fmla="*/ 379095 h 390847"/>
                    <a:gd name="connsiteX4" fmla="*/ 775335 w 775335"/>
                    <a:gd name="connsiteY4" fmla="*/ 195263 h 390847"/>
                    <a:gd name="connsiteX5" fmla="*/ 217170 w 775335"/>
                    <a:gd name="connsiteY5" fmla="*/ 286703 h 390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335" h="390847">
                      <a:moveTo>
                        <a:pt x="217170" y="286703"/>
                      </a:moveTo>
                      <a:cubicBezTo>
                        <a:pt x="120015" y="242888"/>
                        <a:pt x="31432" y="111443"/>
                        <a:pt x="0" y="0"/>
                      </a:cubicBezTo>
                      <a:cubicBezTo>
                        <a:pt x="24765" y="161925"/>
                        <a:pt x="118110" y="306705"/>
                        <a:pt x="337185" y="375285"/>
                      </a:cubicBezTo>
                      <a:cubicBezTo>
                        <a:pt x="398145" y="394335"/>
                        <a:pt x="463867" y="396240"/>
                        <a:pt x="526732" y="379095"/>
                      </a:cubicBezTo>
                      <a:cubicBezTo>
                        <a:pt x="605790" y="358140"/>
                        <a:pt x="712470" y="296228"/>
                        <a:pt x="775335" y="195263"/>
                      </a:cubicBezTo>
                      <a:cubicBezTo>
                        <a:pt x="618173" y="372428"/>
                        <a:pt x="394335" y="368618"/>
                        <a:pt x="217170" y="286703"/>
                      </a:cubicBezTo>
                      <a:close/>
                    </a:path>
                  </a:pathLst>
                </a:custGeom>
                <a:solidFill>
                  <a:srgbClr val="D6854D">
                    <a:alpha val="40000"/>
                  </a:srgbClr>
                </a:solid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1790B373-41B6-466F-AF9D-2289FCC83E8D}"/>
                    </a:ext>
                  </a:extLst>
                </p:cNvPr>
                <p:cNvSpPr/>
                <p:nvPr/>
              </p:nvSpPr>
              <p:spPr>
                <a:xfrm>
                  <a:off x="9680257" y="3701707"/>
                  <a:ext cx="47625" cy="68579"/>
                </a:xfrm>
                <a:custGeom>
                  <a:avLst/>
                  <a:gdLst>
                    <a:gd name="connsiteX0" fmla="*/ 47625 w 47625"/>
                    <a:gd name="connsiteY0" fmla="*/ 34290 h 68579"/>
                    <a:gd name="connsiteX1" fmla="*/ 23813 w 47625"/>
                    <a:gd name="connsiteY1" fmla="*/ 68580 h 68579"/>
                    <a:gd name="connsiteX2" fmla="*/ 0 w 47625"/>
                    <a:gd name="connsiteY2" fmla="*/ 34290 h 68579"/>
                    <a:gd name="connsiteX3" fmla="*/ 23813 w 47625"/>
                    <a:gd name="connsiteY3" fmla="*/ 0 h 68579"/>
                    <a:gd name="connsiteX4" fmla="*/ 47625 w 47625"/>
                    <a:gd name="connsiteY4" fmla="*/ 34290 h 68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68579">
                      <a:moveTo>
                        <a:pt x="47625" y="34290"/>
                      </a:moveTo>
                      <a:cubicBezTo>
                        <a:pt x="47625" y="53228"/>
                        <a:pt x="36964" y="68580"/>
                        <a:pt x="23813" y="68580"/>
                      </a:cubicBezTo>
                      <a:cubicBezTo>
                        <a:pt x="10661" y="68580"/>
                        <a:pt x="0" y="53228"/>
                        <a:pt x="0" y="34290"/>
                      </a:cubicBezTo>
                      <a:cubicBezTo>
                        <a:pt x="0" y="15352"/>
                        <a:pt x="10661" y="0"/>
                        <a:pt x="23813" y="0"/>
                      </a:cubicBezTo>
                      <a:cubicBezTo>
                        <a:pt x="36964" y="0"/>
                        <a:pt x="47625" y="15352"/>
                        <a:pt x="47625" y="34290"/>
                      </a:cubicBezTo>
                      <a:close/>
                    </a:path>
                  </a:pathLst>
                </a:custGeom>
                <a:solidFill>
                  <a:srgbClr val="010C39"/>
                </a:solid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6803766A-ED3E-4E46-A067-67FDA70B8AFF}"/>
                    </a:ext>
                  </a:extLst>
                </p:cNvPr>
                <p:cNvSpPr/>
                <p:nvPr/>
              </p:nvSpPr>
              <p:spPr>
                <a:xfrm>
                  <a:off x="9328784" y="3701707"/>
                  <a:ext cx="47625" cy="68579"/>
                </a:xfrm>
                <a:custGeom>
                  <a:avLst/>
                  <a:gdLst>
                    <a:gd name="connsiteX0" fmla="*/ 47625 w 47625"/>
                    <a:gd name="connsiteY0" fmla="*/ 34290 h 68579"/>
                    <a:gd name="connsiteX1" fmla="*/ 23813 w 47625"/>
                    <a:gd name="connsiteY1" fmla="*/ 68580 h 68579"/>
                    <a:gd name="connsiteX2" fmla="*/ 0 w 47625"/>
                    <a:gd name="connsiteY2" fmla="*/ 34290 h 68579"/>
                    <a:gd name="connsiteX3" fmla="*/ 23813 w 47625"/>
                    <a:gd name="connsiteY3" fmla="*/ 0 h 68579"/>
                    <a:gd name="connsiteX4" fmla="*/ 47625 w 47625"/>
                    <a:gd name="connsiteY4" fmla="*/ 34290 h 68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68579">
                      <a:moveTo>
                        <a:pt x="47625" y="34290"/>
                      </a:moveTo>
                      <a:cubicBezTo>
                        <a:pt x="47625" y="53228"/>
                        <a:pt x="36964" y="68580"/>
                        <a:pt x="23813" y="68580"/>
                      </a:cubicBezTo>
                      <a:cubicBezTo>
                        <a:pt x="10661" y="68580"/>
                        <a:pt x="0" y="53228"/>
                        <a:pt x="0" y="34290"/>
                      </a:cubicBezTo>
                      <a:cubicBezTo>
                        <a:pt x="0" y="15352"/>
                        <a:pt x="10661" y="0"/>
                        <a:pt x="23813" y="0"/>
                      </a:cubicBezTo>
                      <a:cubicBezTo>
                        <a:pt x="36964" y="0"/>
                        <a:pt x="47625" y="15352"/>
                        <a:pt x="47625" y="34290"/>
                      </a:cubicBezTo>
                      <a:close/>
                    </a:path>
                  </a:pathLst>
                </a:custGeom>
                <a:solidFill>
                  <a:srgbClr val="010C39"/>
                </a:solidFill>
                <a:ln w="9525" cap="flat">
                  <a:noFill/>
                  <a:prstDash val="solid"/>
                  <a:miter/>
                </a:ln>
              </p:spPr>
              <p:txBody>
                <a:bodyPr rtlCol="0" anchor="ctr"/>
                <a:lstStyle/>
                <a:p>
                  <a:endParaRPr lang="en-US"/>
                </a:p>
              </p:txBody>
            </p:sp>
            <p:grpSp>
              <p:nvGrpSpPr>
                <p:cNvPr id="237" name="Graphic 1">
                  <a:extLst>
                    <a:ext uri="{FF2B5EF4-FFF2-40B4-BE49-F238E27FC236}">
                      <a16:creationId xmlns:a16="http://schemas.microsoft.com/office/drawing/2014/main" id="{BCB32647-4B2A-4755-B755-B5A6C0919ACD}"/>
                    </a:ext>
                  </a:extLst>
                </p:cNvPr>
                <p:cNvGrpSpPr/>
                <p:nvPr/>
              </p:nvGrpSpPr>
              <p:grpSpPr>
                <a:xfrm>
                  <a:off x="9430771" y="3881730"/>
                  <a:ext cx="218897" cy="172590"/>
                  <a:chOff x="9430771" y="3881730"/>
                  <a:chExt cx="218897" cy="172590"/>
                </a:xfrm>
              </p:grpSpPr>
              <p:sp>
                <p:nvSpPr>
                  <p:cNvPr id="238" name="Freeform: Shape 237">
                    <a:extLst>
                      <a:ext uri="{FF2B5EF4-FFF2-40B4-BE49-F238E27FC236}">
                        <a16:creationId xmlns:a16="http://schemas.microsoft.com/office/drawing/2014/main" id="{8D0FA687-9935-49C2-A9BD-D5B4594051D7}"/>
                      </a:ext>
                    </a:extLst>
                  </p:cNvPr>
                  <p:cNvSpPr/>
                  <p:nvPr/>
                </p:nvSpPr>
                <p:spPr>
                  <a:xfrm>
                    <a:off x="9430771" y="3906721"/>
                    <a:ext cx="218897" cy="136211"/>
                  </a:xfrm>
                  <a:custGeom>
                    <a:avLst/>
                    <a:gdLst>
                      <a:gd name="connsiteX0" fmla="*/ 151378 w 218897"/>
                      <a:gd name="connsiteY0" fmla="*/ 8346 h 136211"/>
                      <a:gd name="connsiteX1" fmla="*/ 102801 w 218897"/>
                      <a:gd name="connsiteY1" fmla="*/ 8346 h 136211"/>
                      <a:gd name="connsiteX2" fmla="*/ 18981 w 218897"/>
                      <a:gd name="connsiteY2" fmla="*/ 13109 h 136211"/>
                      <a:gd name="connsiteX3" fmla="*/ 130423 w 218897"/>
                      <a:gd name="connsiteY3" fmla="*/ 133124 h 136211"/>
                      <a:gd name="connsiteX4" fmla="*/ 199003 w 218897"/>
                      <a:gd name="connsiteY4" fmla="*/ 7394 h 136211"/>
                      <a:gd name="connsiteX5" fmla="*/ 151378 w 218897"/>
                      <a:gd name="connsiteY5" fmla="*/ 8346 h 13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897" h="136211">
                        <a:moveTo>
                          <a:pt x="151378" y="8346"/>
                        </a:moveTo>
                        <a:cubicBezTo>
                          <a:pt x="135186" y="14061"/>
                          <a:pt x="118041" y="13109"/>
                          <a:pt x="102801" y="8346"/>
                        </a:cubicBezTo>
                        <a:cubicBezTo>
                          <a:pt x="79941" y="-226"/>
                          <a:pt x="44698" y="-6894"/>
                          <a:pt x="18981" y="13109"/>
                        </a:cubicBezTo>
                        <a:cubicBezTo>
                          <a:pt x="-23882" y="45494"/>
                          <a:pt x="2788" y="155984"/>
                          <a:pt x="130423" y="133124"/>
                        </a:cubicBezTo>
                        <a:cubicBezTo>
                          <a:pt x="251391" y="111216"/>
                          <a:pt x="219958" y="23586"/>
                          <a:pt x="199003" y="7394"/>
                        </a:cubicBezTo>
                        <a:cubicBezTo>
                          <a:pt x="184716" y="-4989"/>
                          <a:pt x="165666" y="3584"/>
                          <a:pt x="151378" y="8346"/>
                        </a:cubicBezTo>
                        <a:close/>
                      </a:path>
                    </a:pathLst>
                  </a:custGeom>
                  <a:solidFill>
                    <a:srgbClr val="7A1D16"/>
                  </a:solid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F94D34FA-9E2F-4F8B-97F9-2AB0084994A8}"/>
                      </a:ext>
                    </a:extLst>
                  </p:cNvPr>
                  <p:cNvSpPr/>
                  <p:nvPr/>
                </p:nvSpPr>
                <p:spPr>
                  <a:xfrm>
                    <a:off x="9435420" y="3881730"/>
                    <a:ext cx="210428" cy="70229"/>
                  </a:xfrm>
                  <a:custGeom>
                    <a:avLst/>
                    <a:gdLst>
                      <a:gd name="connsiteX0" fmla="*/ 201021 w 210428"/>
                      <a:gd name="connsiteY0" fmla="*/ 0 h 70229"/>
                      <a:gd name="connsiteX1" fmla="*/ 161969 w 210428"/>
                      <a:gd name="connsiteY1" fmla="*/ 60007 h 70229"/>
                      <a:gd name="connsiteX2" fmla="*/ 44 w 210428"/>
                      <a:gd name="connsiteY2" fmla="*/ 12382 h 70229"/>
                      <a:gd name="connsiteX3" fmla="*/ 201021 w 210428"/>
                      <a:gd name="connsiteY3" fmla="*/ 0 h 70229"/>
                    </a:gdLst>
                    <a:ahLst/>
                    <a:cxnLst>
                      <a:cxn ang="0">
                        <a:pos x="connsiteX0" y="connsiteY0"/>
                      </a:cxn>
                      <a:cxn ang="0">
                        <a:pos x="connsiteX1" y="connsiteY1"/>
                      </a:cxn>
                      <a:cxn ang="0">
                        <a:pos x="connsiteX2" y="connsiteY2"/>
                      </a:cxn>
                      <a:cxn ang="0">
                        <a:pos x="connsiteX3" y="connsiteY3"/>
                      </a:cxn>
                    </a:cxnLst>
                    <a:rect l="l" t="t" r="r" b="b"/>
                    <a:pathLst>
                      <a:path w="210428" h="70229">
                        <a:moveTo>
                          <a:pt x="201021" y="0"/>
                        </a:moveTo>
                        <a:cubicBezTo>
                          <a:pt x="201021" y="0"/>
                          <a:pt x="239121" y="47625"/>
                          <a:pt x="161969" y="60007"/>
                        </a:cubicBezTo>
                        <a:cubicBezTo>
                          <a:pt x="12426" y="84772"/>
                          <a:pt x="-909" y="62865"/>
                          <a:pt x="44" y="12382"/>
                        </a:cubicBezTo>
                        <a:lnTo>
                          <a:pt x="201021" y="0"/>
                        </a:lnTo>
                        <a:close/>
                      </a:path>
                    </a:pathLst>
                  </a:custGeom>
                  <a:solidFill>
                    <a:srgbClr val="FFFFFF"/>
                  </a:solid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029CDFF6-FC3F-41D2-95F4-7D880ECB361E}"/>
                      </a:ext>
                    </a:extLst>
                  </p:cNvPr>
                  <p:cNvSpPr/>
                  <p:nvPr/>
                </p:nvSpPr>
                <p:spPr>
                  <a:xfrm>
                    <a:off x="9441179" y="3981727"/>
                    <a:ext cx="196215" cy="72592"/>
                  </a:xfrm>
                  <a:custGeom>
                    <a:avLst/>
                    <a:gdLst>
                      <a:gd name="connsiteX0" fmla="*/ 196215 w 196215"/>
                      <a:gd name="connsiteY0" fmla="*/ 42878 h 72592"/>
                      <a:gd name="connsiteX1" fmla="*/ 95250 w 196215"/>
                      <a:gd name="connsiteY1" fmla="*/ 15 h 72592"/>
                      <a:gd name="connsiteX2" fmla="*/ 0 w 196215"/>
                      <a:gd name="connsiteY2" fmla="*/ 38115 h 72592"/>
                      <a:gd name="connsiteX3" fmla="*/ 196215 w 196215"/>
                      <a:gd name="connsiteY3" fmla="*/ 42878 h 72592"/>
                    </a:gdLst>
                    <a:ahLst/>
                    <a:cxnLst>
                      <a:cxn ang="0">
                        <a:pos x="connsiteX0" y="connsiteY0"/>
                      </a:cxn>
                      <a:cxn ang="0">
                        <a:pos x="connsiteX1" y="connsiteY1"/>
                      </a:cxn>
                      <a:cxn ang="0">
                        <a:pos x="connsiteX2" y="connsiteY2"/>
                      </a:cxn>
                      <a:cxn ang="0">
                        <a:pos x="connsiteX3" y="connsiteY3"/>
                      </a:cxn>
                    </a:cxnLst>
                    <a:rect l="l" t="t" r="r" b="b"/>
                    <a:pathLst>
                      <a:path w="196215" h="72592">
                        <a:moveTo>
                          <a:pt x="196215" y="42878"/>
                        </a:moveTo>
                        <a:cubicBezTo>
                          <a:pt x="196215" y="42878"/>
                          <a:pt x="166688" y="-937"/>
                          <a:pt x="95250" y="15"/>
                        </a:cubicBezTo>
                        <a:cubicBezTo>
                          <a:pt x="23813" y="15"/>
                          <a:pt x="0" y="38115"/>
                          <a:pt x="0" y="38115"/>
                        </a:cubicBezTo>
                        <a:cubicBezTo>
                          <a:pt x="0" y="38115"/>
                          <a:pt x="66675" y="112410"/>
                          <a:pt x="196215" y="42878"/>
                        </a:cubicBezTo>
                        <a:close/>
                      </a:path>
                    </a:pathLst>
                  </a:custGeom>
                  <a:solidFill>
                    <a:srgbClr val="DD5240"/>
                  </a:solidFill>
                  <a:ln w="9525" cap="flat">
                    <a:noFill/>
                    <a:prstDash val="solid"/>
                    <a:miter/>
                  </a:ln>
                </p:spPr>
                <p:txBody>
                  <a:bodyPr rtlCol="0" anchor="ctr"/>
                  <a:lstStyle/>
                  <a:p>
                    <a:endParaRPr lang="en-US"/>
                  </a:p>
                </p:txBody>
              </p:sp>
            </p:grpSp>
            <p:sp>
              <p:nvSpPr>
                <p:cNvPr id="241" name="Freeform: Shape 240">
                  <a:extLst>
                    <a:ext uri="{FF2B5EF4-FFF2-40B4-BE49-F238E27FC236}">
                      <a16:creationId xmlns:a16="http://schemas.microsoft.com/office/drawing/2014/main" id="{65E599B1-4874-46C3-A01F-0150D6CEC79A}"/>
                    </a:ext>
                  </a:extLst>
                </p:cNvPr>
                <p:cNvSpPr/>
                <p:nvPr/>
              </p:nvSpPr>
              <p:spPr>
                <a:xfrm>
                  <a:off x="9171622" y="3830295"/>
                  <a:ext cx="188595" cy="152400"/>
                </a:xfrm>
                <a:custGeom>
                  <a:avLst/>
                  <a:gdLst>
                    <a:gd name="connsiteX0" fmla="*/ 188595 w 188595"/>
                    <a:gd name="connsiteY0" fmla="*/ 76200 h 152400"/>
                    <a:gd name="connsiteX1" fmla="*/ 94297 w 188595"/>
                    <a:gd name="connsiteY1" fmla="*/ 152400 h 152400"/>
                    <a:gd name="connsiteX2" fmla="*/ 0 w 188595"/>
                    <a:gd name="connsiteY2" fmla="*/ 76200 h 152400"/>
                    <a:gd name="connsiteX3" fmla="*/ 94297 w 188595"/>
                    <a:gd name="connsiteY3" fmla="*/ 0 h 152400"/>
                    <a:gd name="connsiteX4" fmla="*/ 188595 w 188595"/>
                    <a:gd name="connsiteY4" fmla="*/ 76200 h 15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595" h="152400">
                      <a:moveTo>
                        <a:pt x="188595" y="76200"/>
                      </a:moveTo>
                      <a:cubicBezTo>
                        <a:pt x="188595" y="118284"/>
                        <a:pt x="146377" y="152400"/>
                        <a:pt x="94297" y="152400"/>
                      </a:cubicBezTo>
                      <a:cubicBezTo>
                        <a:pt x="42218" y="152400"/>
                        <a:pt x="0" y="118284"/>
                        <a:pt x="0" y="76200"/>
                      </a:cubicBezTo>
                      <a:cubicBezTo>
                        <a:pt x="0" y="34116"/>
                        <a:pt x="42218" y="0"/>
                        <a:pt x="94297" y="0"/>
                      </a:cubicBezTo>
                      <a:cubicBezTo>
                        <a:pt x="146377" y="0"/>
                        <a:pt x="188595" y="34116"/>
                        <a:pt x="188595" y="76200"/>
                      </a:cubicBezTo>
                      <a:close/>
                    </a:path>
                  </a:pathLst>
                </a:custGeom>
                <a:solidFill>
                  <a:srgbClr val="F4826C"/>
                </a:solid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9CEDA3E4-9737-449C-B1E9-6A8A162D6206}"/>
                    </a:ext>
                  </a:extLst>
                </p:cNvPr>
                <p:cNvSpPr/>
                <p:nvPr/>
              </p:nvSpPr>
              <p:spPr>
                <a:xfrm>
                  <a:off x="9694544" y="3830295"/>
                  <a:ext cx="188595" cy="152400"/>
                </a:xfrm>
                <a:custGeom>
                  <a:avLst/>
                  <a:gdLst>
                    <a:gd name="connsiteX0" fmla="*/ 188595 w 188595"/>
                    <a:gd name="connsiteY0" fmla="*/ 76200 h 152400"/>
                    <a:gd name="connsiteX1" fmla="*/ 94297 w 188595"/>
                    <a:gd name="connsiteY1" fmla="*/ 152400 h 152400"/>
                    <a:gd name="connsiteX2" fmla="*/ 0 w 188595"/>
                    <a:gd name="connsiteY2" fmla="*/ 76200 h 152400"/>
                    <a:gd name="connsiteX3" fmla="*/ 94297 w 188595"/>
                    <a:gd name="connsiteY3" fmla="*/ 0 h 152400"/>
                    <a:gd name="connsiteX4" fmla="*/ 188595 w 188595"/>
                    <a:gd name="connsiteY4" fmla="*/ 76200 h 15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595" h="152400">
                      <a:moveTo>
                        <a:pt x="188595" y="76200"/>
                      </a:moveTo>
                      <a:cubicBezTo>
                        <a:pt x="188595" y="118284"/>
                        <a:pt x="146377" y="152400"/>
                        <a:pt x="94297" y="152400"/>
                      </a:cubicBezTo>
                      <a:cubicBezTo>
                        <a:pt x="42218" y="152400"/>
                        <a:pt x="0" y="118284"/>
                        <a:pt x="0" y="76200"/>
                      </a:cubicBezTo>
                      <a:cubicBezTo>
                        <a:pt x="0" y="34116"/>
                        <a:pt x="42218" y="0"/>
                        <a:pt x="94297" y="0"/>
                      </a:cubicBezTo>
                      <a:cubicBezTo>
                        <a:pt x="146377" y="0"/>
                        <a:pt x="188595" y="34116"/>
                        <a:pt x="188595" y="76200"/>
                      </a:cubicBezTo>
                      <a:close/>
                    </a:path>
                  </a:pathLst>
                </a:custGeom>
                <a:solidFill>
                  <a:srgbClr val="F4826C"/>
                </a:solid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CF21A643-81CA-41B3-895F-75D659FF2E71}"/>
                    </a:ext>
                  </a:extLst>
                </p:cNvPr>
                <p:cNvSpPr/>
                <p:nvPr/>
              </p:nvSpPr>
              <p:spPr>
                <a:xfrm rot="-209645">
                  <a:off x="9541166" y="4102666"/>
                  <a:ext cx="43813" cy="20954"/>
                </a:xfrm>
                <a:custGeom>
                  <a:avLst/>
                  <a:gdLst>
                    <a:gd name="connsiteX0" fmla="*/ 43813 w 43813"/>
                    <a:gd name="connsiteY0" fmla="*/ 10477 h 20954"/>
                    <a:gd name="connsiteX1" fmla="*/ 21907 w 43813"/>
                    <a:gd name="connsiteY1" fmla="*/ 20954 h 20954"/>
                    <a:gd name="connsiteX2" fmla="*/ 0 w 43813"/>
                    <a:gd name="connsiteY2" fmla="*/ 10477 h 20954"/>
                    <a:gd name="connsiteX3" fmla="*/ 21907 w 43813"/>
                    <a:gd name="connsiteY3" fmla="*/ 0 h 20954"/>
                    <a:gd name="connsiteX4" fmla="*/ 43813 w 43813"/>
                    <a:gd name="connsiteY4" fmla="*/ 10477 h 209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3" h="20954">
                      <a:moveTo>
                        <a:pt x="43813" y="10477"/>
                      </a:moveTo>
                      <a:cubicBezTo>
                        <a:pt x="43813" y="16263"/>
                        <a:pt x="34005" y="20954"/>
                        <a:pt x="21907" y="20954"/>
                      </a:cubicBezTo>
                      <a:cubicBezTo>
                        <a:pt x="9808" y="20954"/>
                        <a:pt x="0" y="16263"/>
                        <a:pt x="0" y="10477"/>
                      </a:cubicBezTo>
                      <a:cubicBezTo>
                        <a:pt x="0" y="4691"/>
                        <a:pt x="9808" y="0"/>
                        <a:pt x="21907" y="0"/>
                      </a:cubicBezTo>
                      <a:cubicBezTo>
                        <a:pt x="34005" y="0"/>
                        <a:pt x="43813" y="4691"/>
                        <a:pt x="43813" y="10477"/>
                      </a:cubicBezTo>
                      <a:close/>
                    </a:path>
                  </a:pathLst>
                </a:custGeom>
                <a:solidFill>
                  <a:srgbClr val="D6854D"/>
                </a:solid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E5B9FF97-3F2F-4AC4-B590-69F7E16A0856}"/>
                    </a:ext>
                  </a:extLst>
                </p:cNvPr>
                <p:cNvSpPr/>
                <p:nvPr/>
              </p:nvSpPr>
              <p:spPr>
                <a:xfrm>
                  <a:off x="9252387" y="3551098"/>
                  <a:ext cx="139567" cy="55407"/>
                </a:xfrm>
                <a:custGeom>
                  <a:avLst/>
                  <a:gdLst>
                    <a:gd name="connsiteX0" fmla="*/ 197 w 139567"/>
                    <a:gd name="connsiteY0" fmla="*/ 45834 h 55407"/>
                    <a:gd name="connsiteX1" fmla="*/ 72587 w 139567"/>
                    <a:gd name="connsiteY1" fmla="*/ 46786 h 55407"/>
                    <a:gd name="connsiteX2" fmla="*/ 139262 w 139567"/>
                    <a:gd name="connsiteY2" fmla="*/ 19164 h 55407"/>
                    <a:gd name="connsiteX3" fmla="*/ 64014 w 139567"/>
                    <a:gd name="connsiteY3" fmla="*/ 2971 h 55407"/>
                    <a:gd name="connsiteX4" fmla="*/ 197 w 139567"/>
                    <a:gd name="connsiteY4" fmla="*/ 45834 h 55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567" h="55407">
                      <a:moveTo>
                        <a:pt x="197" y="45834"/>
                      </a:moveTo>
                      <a:cubicBezTo>
                        <a:pt x="3054" y="62026"/>
                        <a:pt x="34487" y="54406"/>
                        <a:pt x="72587" y="46786"/>
                      </a:cubicBezTo>
                      <a:cubicBezTo>
                        <a:pt x="110687" y="39166"/>
                        <a:pt x="143072" y="35356"/>
                        <a:pt x="139262" y="19164"/>
                      </a:cubicBezTo>
                      <a:cubicBezTo>
                        <a:pt x="136404" y="2971"/>
                        <a:pt x="102114" y="-4649"/>
                        <a:pt x="64014" y="2971"/>
                      </a:cubicBezTo>
                      <a:cubicBezTo>
                        <a:pt x="25914" y="10591"/>
                        <a:pt x="-2661" y="29641"/>
                        <a:pt x="197" y="45834"/>
                      </a:cubicBezTo>
                      <a:close/>
                    </a:path>
                  </a:pathLst>
                </a:custGeom>
                <a:solidFill>
                  <a:srgbClr val="010C39"/>
                </a:solid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4930A230-5AE9-426F-91AE-350AADE8DC7B}"/>
                    </a:ext>
                  </a:extLst>
                </p:cNvPr>
                <p:cNvSpPr/>
                <p:nvPr/>
              </p:nvSpPr>
              <p:spPr>
                <a:xfrm>
                  <a:off x="9658996" y="3532048"/>
                  <a:ext cx="139567" cy="55407"/>
                </a:xfrm>
                <a:custGeom>
                  <a:avLst/>
                  <a:gdLst>
                    <a:gd name="connsiteX0" fmla="*/ 139370 w 139567"/>
                    <a:gd name="connsiteY0" fmla="*/ 45834 h 55407"/>
                    <a:gd name="connsiteX1" fmla="*/ 66980 w 139567"/>
                    <a:gd name="connsiteY1" fmla="*/ 46786 h 55407"/>
                    <a:gd name="connsiteX2" fmla="*/ 305 w 139567"/>
                    <a:gd name="connsiteY2" fmla="*/ 19164 h 55407"/>
                    <a:gd name="connsiteX3" fmla="*/ 75553 w 139567"/>
                    <a:gd name="connsiteY3" fmla="*/ 2971 h 55407"/>
                    <a:gd name="connsiteX4" fmla="*/ 139370 w 139567"/>
                    <a:gd name="connsiteY4" fmla="*/ 45834 h 55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567" h="55407">
                      <a:moveTo>
                        <a:pt x="139370" y="45834"/>
                      </a:moveTo>
                      <a:cubicBezTo>
                        <a:pt x="136513" y="62026"/>
                        <a:pt x="105080" y="54406"/>
                        <a:pt x="66980" y="46786"/>
                      </a:cubicBezTo>
                      <a:cubicBezTo>
                        <a:pt x="28880" y="39166"/>
                        <a:pt x="-3505" y="35356"/>
                        <a:pt x="305" y="19164"/>
                      </a:cubicBezTo>
                      <a:cubicBezTo>
                        <a:pt x="3163" y="2971"/>
                        <a:pt x="37453" y="-4649"/>
                        <a:pt x="75553" y="2971"/>
                      </a:cubicBezTo>
                      <a:cubicBezTo>
                        <a:pt x="113653" y="9639"/>
                        <a:pt x="142228" y="28689"/>
                        <a:pt x="139370" y="45834"/>
                      </a:cubicBezTo>
                      <a:close/>
                    </a:path>
                  </a:pathLst>
                </a:custGeom>
                <a:solidFill>
                  <a:srgbClr val="010C39"/>
                </a:solidFill>
                <a:ln w="9525" cap="flat">
                  <a:noFill/>
                  <a:prstDash val="solid"/>
                  <a:miter/>
                </a:ln>
              </p:spPr>
              <p:txBody>
                <a:bodyPr rtlCol="0" anchor="ctr"/>
                <a:lstStyle/>
                <a:p>
                  <a:endParaRPr lang="en-US"/>
                </a:p>
              </p:txBody>
            </p:sp>
            <p:grpSp>
              <p:nvGrpSpPr>
                <p:cNvPr id="246" name="Graphic 1">
                  <a:extLst>
                    <a:ext uri="{FF2B5EF4-FFF2-40B4-BE49-F238E27FC236}">
                      <a16:creationId xmlns:a16="http://schemas.microsoft.com/office/drawing/2014/main" id="{BCB32647-4B2A-4755-B755-B5A6C0919ACD}"/>
                    </a:ext>
                  </a:extLst>
                </p:cNvPr>
                <p:cNvGrpSpPr/>
                <p:nvPr/>
              </p:nvGrpSpPr>
              <p:grpSpPr>
                <a:xfrm>
                  <a:off x="9149678" y="3608362"/>
                  <a:ext cx="780133" cy="342900"/>
                  <a:chOff x="9149678" y="3608362"/>
                  <a:chExt cx="780133" cy="342900"/>
                </a:xfrm>
                <a:solidFill>
                  <a:srgbClr val="FFFFFF"/>
                </a:solidFill>
              </p:grpSpPr>
              <p:sp>
                <p:nvSpPr>
                  <p:cNvPr id="247" name="Freeform: Shape 246">
                    <a:extLst>
                      <a:ext uri="{FF2B5EF4-FFF2-40B4-BE49-F238E27FC236}">
                        <a16:creationId xmlns:a16="http://schemas.microsoft.com/office/drawing/2014/main" id="{5534FB45-33A3-4D67-A2E3-2CE173D2C9FB}"/>
                      </a:ext>
                    </a:extLst>
                  </p:cNvPr>
                  <p:cNvSpPr/>
                  <p:nvPr/>
                </p:nvSpPr>
                <p:spPr>
                  <a:xfrm>
                    <a:off x="9149678" y="3608362"/>
                    <a:ext cx="342936" cy="342900"/>
                  </a:xfrm>
                  <a:custGeom>
                    <a:avLst/>
                    <a:gdLst>
                      <a:gd name="connsiteX0" fmla="*/ 36 w 342936"/>
                      <a:gd name="connsiteY0" fmla="*/ 171450 h 342900"/>
                      <a:gd name="connsiteX1" fmla="*/ 171486 w 342936"/>
                      <a:gd name="connsiteY1" fmla="*/ 342900 h 342900"/>
                      <a:gd name="connsiteX2" fmla="*/ 342936 w 342936"/>
                      <a:gd name="connsiteY2" fmla="*/ 171450 h 342900"/>
                      <a:gd name="connsiteX3" fmla="*/ 171486 w 342936"/>
                      <a:gd name="connsiteY3" fmla="*/ 0 h 342900"/>
                      <a:gd name="connsiteX4" fmla="*/ 36 w 342936"/>
                      <a:gd name="connsiteY4" fmla="*/ 171450 h 342900"/>
                      <a:gd name="connsiteX5" fmla="*/ 18134 w 342936"/>
                      <a:gd name="connsiteY5" fmla="*/ 171450 h 342900"/>
                      <a:gd name="connsiteX6" fmla="*/ 172439 w 342936"/>
                      <a:gd name="connsiteY6" fmla="*/ 17145 h 342900"/>
                      <a:gd name="connsiteX7" fmla="*/ 326744 w 342936"/>
                      <a:gd name="connsiteY7" fmla="*/ 171450 h 342900"/>
                      <a:gd name="connsiteX8" fmla="*/ 172439 w 342936"/>
                      <a:gd name="connsiteY8" fmla="*/ 325755 h 342900"/>
                      <a:gd name="connsiteX9" fmla="*/ 18134 w 342936"/>
                      <a:gd name="connsiteY9" fmla="*/ 171450 h 342900"/>
                      <a:gd name="connsiteX10" fmla="*/ 36 w 342936"/>
                      <a:gd name="connsiteY10" fmla="*/ 171450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2936" h="342900">
                        <a:moveTo>
                          <a:pt x="36" y="171450"/>
                        </a:moveTo>
                        <a:cubicBezTo>
                          <a:pt x="3846" y="264795"/>
                          <a:pt x="75284" y="342900"/>
                          <a:pt x="171486" y="342900"/>
                        </a:cubicBezTo>
                        <a:cubicBezTo>
                          <a:pt x="264831" y="342900"/>
                          <a:pt x="342936" y="264795"/>
                          <a:pt x="342936" y="171450"/>
                        </a:cubicBezTo>
                        <a:cubicBezTo>
                          <a:pt x="342936" y="78105"/>
                          <a:pt x="264831" y="0"/>
                          <a:pt x="171486" y="0"/>
                        </a:cubicBezTo>
                        <a:cubicBezTo>
                          <a:pt x="75284" y="0"/>
                          <a:pt x="2894" y="78105"/>
                          <a:pt x="36" y="171450"/>
                        </a:cubicBezTo>
                        <a:cubicBezTo>
                          <a:pt x="36" y="182880"/>
                          <a:pt x="17181" y="182880"/>
                          <a:pt x="18134" y="171450"/>
                        </a:cubicBezTo>
                        <a:cubicBezTo>
                          <a:pt x="20991" y="87630"/>
                          <a:pt x="85761" y="17145"/>
                          <a:pt x="172439" y="17145"/>
                        </a:cubicBezTo>
                        <a:cubicBezTo>
                          <a:pt x="256259" y="17145"/>
                          <a:pt x="326744" y="87630"/>
                          <a:pt x="326744" y="171450"/>
                        </a:cubicBezTo>
                        <a:cubicBezTo>
                          <a:pt x="326744" y="255270"/>
                          <a:pt x="257211" y="325755"/>
                          <a:pt x="172439" y="325755"/>
                        </a:cubicBezTo>
                        <a:cubicBezTo>
                          <a:pt x="86714" y="325755"/>
                          <a:pt x="21944" y="255270"/>
                          <a:pt x="18134" y="171450"/>
                        </a:cubicBezTo>
                        <a:cubicBezTo>
                          <a:pt x="17181" y="160020"/>
                          <a:pt x="-916" y="160020"/>
                          <a:pt x="36" y="171450"/>
                        </a:cubicBezTo>
                        <a:close/>
                      </a:path>
                    </a:pathLst>
                  </a:custGeom>
                  <a:solidFill>
                    <a:srgbClr val="FFFFFF"/>
                  </a:solid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619AB808-02C4-4052-A0D9-3B45FFA65906}"/>
                      </a:ext>
                    </a:extLst>
                  </p:cNvPr>
                  <p:cNvSpPr/>
                  <p:nvPr/>
                </p:nvSpPr>
                <p:spPr>
                  <a:xfrm>
                    <a:off x="9586912" y="3608362"/>
                    <a:ext cx="342900" cy="342900"/>
                  </a:xfrm>
                  <a:custGeom>
                    <a:avLst/>
                    <a:gdLst>
                      <a:gd name="connsiteX0" fmla="*/ 0 w 342900"/>
                      <a:gd name="connsiteY0" fmla="*/ 171450 h 342900"/>
                      <a:gd name="connsiteX1" fmla="*/ 171450 w 342900"/>
                      <a:gd name="connsiteY1" fmla="*/ 342900 h 342900"/>
                      <a:gd name="connsiteX2" fmla="*/ 342900 w 342900"/>
                      <a:gd name="connsiteY2" fmla="*/ 171450 h 342900"/>
                      <a:gd name="connsiteX3" fmla="*/ 171450 w 342900"/>
                      <a:gd name="connsiteY3" fmla="*/ 0 h 342900"/>
                      <a:gd name="connsiteX4" fmla="*/ 0 w 342900"/>
                      <a:gd name="connsiteY4" fmla="*/ 171450 h 342900"/>
                      <a:gd name="connsiteX5" fmla="*/ 18098 w 342900"/>
                      <a:gd name="connsiteY5" fmla="*/ 171450 h 342900"/>
                      <a:gd name="connsiteX6" fmla="*/ 172402 w 342900"/>
                      <a:gd name="connsiteY6" fmla="*/ 17145 h 342900"/>
                      <a:gd name="connsiteX7" fmla="*/ 326708 w 342900"/>
                      <a:gd name="connsiteY7" fmla="*/ 171450 h 342900"/>
                      <a:gd name="connsiteX8" fmla="*/ 172402 w 342900"/>
                      <a:gd name="connsiteY8" fmla="*/ 325755 h 342900"/>
                      <a:gd name="connsiteX9" fmla="*/ 18098 w 342900"/>
                      <a:gd name="connsiteY9" fmla="*/ 171450 h 342900"/>
                      <a:gd name="connsiteX10" fmla="*/ 0 w 342900"/>
                      <a:gd name="connsiteY10" fmla="*/ 171450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2900" h="342900">
                        <a:moveTo>
                          <a:pt x="0" y="171450"/>
                        </a:moveTo>
                        <a:cubicBezTo>
                          <a:pt x="3810" y="264795"/>
                          <a:pt x="75248" y="342900"/>
                          <a:pt x="171450" y="342900"/>
                        </a:cubicBezTo>
                        <a:cubicBezTo>
                          <a:pt x="264795" y="342900"/>
                          <a:pt x="342900" y="264795"/>
                          <a:pt x="342900" y="171450"/>
                        </a:cubicBezTo>
                        <a:cubicBezTo>
                          <a:pt x="342900" y="78105"/>
                          <a:pt x="264795" y="0"/>
                          <a:pt x="171450" y="0"/>
                        </a:cubicBezTo>
                        <a:cubicBezTo>
                          <a:pt x="76200" y="0"/>
                          <a:pt x="3810" y="78105"/>
                          <a:pt x="0" y="171450"/>
                        </a:cubicBezTo>
                        <a:cubicBezTo>
                          <a:pt x="0" y="182880"/>
                          <a:pt x="17145" y="182880"/>
                          <a:pt x="18098" y="171450"/>
                        </a:cubicBezTo>
                        <a:cubicBezTo>
                          <a:pt x="20955" y="87630"/>
                          <a:pt x="85725" y="17145"/>
                          <a:pt x="172402" y="17145"/>
                        </a:cubicBezTo>
                        <a:cubicBezTo>
                          <a:pt x="256223" y="17145"/>
                          <a:pt x="326708" y="87630"/>
                          <a:pt x="326708" y="171450"/>
                        </a:cubicBezTo>
                        <a:cubicBezTo>
                          <a:pt x="326708" y="255270"/>
                          <a:pt x="257175" y="325755"/>
                          <a:pt x="172402" y="325755"/>
                        </a:cubicBezTo>
                        <a:cubicBezTo>
                          <a:pt x="86677" y="325755"/>
                          <a:pt x="21908" y="255270"/>
                          <a:pt x="18098" y="171450"/>
                        </a:cubicBezTo>
                        <a:cubicBezTo>
                          <a:pt x="18098" y="160020"/>
                          <a:pt x="0" y="160020"/>
                          <a:pt x="0" y="171450"/>
                        </a:cubicBezTo>
                        <a:close/>
                      </a:path>
                    </a:pathLst>
                  </a:custGeom>
                  <a:solidFill>
                    <a:srgbClr val="FFFFFF"/>
                  </a:solid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468F9D9A-9523-4F19-936E-55948360BF7D}"/>
                      </a:ext>
                    </a:extLst>
                  </p:cNvPr>
                  <p:cNvSpPr/>
                  <p:nvPr/>
                </p:nvSpPr>
                <p:spPr>
                  <a:xfrm>
                    <a:off x="9475433" y="3748705"/>
                    <a:ext cx="130564" cy="40162"/>
                  </a:xfrm>
                  <a:custGeom>
                    <a:avLst/>
                    <a:gdLst>
                      <a:gd name="connsiteX0" fmla="*/ 15276 w 130564"/>
                      <a:gd name="connsiteY0" fmla="*/ 37774 h 40162"/>
                      <a:gd name="connsiteX1" fmla="*/ 115289 w 130564"/>
                      <a:gd name="connsiteY1" fmla="*/ 37774 h 40162"/>
                      <a:gd name="connsiteX2" fmla="*/ 127671 w 130564"/>
                      <a:gd name="connsiteY2" fmla="*/ 25392 h 40162"/>
                      <a:gd name="connsiteX3" fmla="*/ 2894 w 130564"/>
                      <a:gd name="connsiteY3" fmla="*/ 25392 h 40162"/>
                      <a:gd name="connsiteX4" fmla="*/ 15276 w 130564"/>
                      <a:gd name="connsiteY4" fmla="*/ 37774 h 40162"/>
                      <a:gd name="connsiteX5" fmla="*/ 15276 w 130564"/>
                      <a:gd name="connsiteY5" fmla="*/ 37774 h 40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564" h="40162">
                        <a:moveTo>
                          <a:pt x="15276" y="37774"/>
                        </a:moveTo>
                        <a:cubicBezTo>
                          <a:pt x="43851" y="9199"/>
                          <a:pt x="84809" y="13009"/>
                          <a:pt x="115289" y="37774"/>
                        </a:cubicBezTo>
                        <a:cubicBezTo>
                          <a:pt x="123861" y="45394"/>
                          <a:pt x="136244" y="33012"/>
                          <a:pt x="127671" y="25392"/>
                        </a:cubicBezTo>
                        <a:cubicBezTo>
                          <a:pt x="90524" y="-6041"/>
                          <a:pt x="39089" y="-10803"/>
                          <a:pt x="2894" y="25392"/>
                        </a:cubicBezTo>
                        <a:cubicBezTo>
                          <a:pt x="-5679" y="33012"/>
                          <a:pt x="6704" y="45394"/>
                          <a:pt x="15276" y="37774"/>
                        </a:cubicBezTo>
                        <a:lnTo>
                          <a:pt x="15276" y="37774"/>
                        </a:lnTo>
                        <a:close/>
                      </a:path>
                    </a:pathLst>
                  </a:custGeom>
                  <a:solidFill>
                    <a:srgbClr val="FFFFFF"/>
                  </a:solidFill>
                  <a:ln w="9525" cap="flat">
                    <a:noFill/>
                    <a:prstDash val="solid"/>
                    <a:miter/>
                  </a:ln>
                </p:spPr>
                <p:txBody>
                  <a:bodyPr rtlCol="0" anchor="ctr"/>
                  <a:lstStyle/>
                  <a:p>
                    <a:endParaRPr lang="en-US"/>
                  </a:p>
                </p:txBody>
              </p:sp>
            </p:grpSp>
            <p:sp>
              <p:nvSpPr>
                <p:cNvPr id="250" name="Freeform: Shape 249">
                  <a:extLst>
                    <a:ext uri="{FF2B5EF4-FFF2-40B4-BE49-F238E27FC236}">
                      <a16:creationId xmlns:a16="http://schemas.microsoft.com/office/drawing/2014/main" id="{69161D5E-15FE-4317-871B-1B667B4FB8B8}"/>
                    </a:ext>
                  </a:extLst>
                </p:cNvPr>
                <p:cNvSpPr/>
                <p:nvPr/>
              </p:nvSpPr>
              <p:spPr>
                <a:xfrm>
                  <a:off x="9042081" y="3118533"/>
                  <a:ext cx="884545" cy="652413"/>
                </a:xfrm>
                <a:custGeom>
                  <a:avLst/>
                  <a:gdLst>
                    <a:gd name="connsiteX0" fmla="*/ 260985 w 884545"/>
                    <a:gd name="connsiteY0" fmla="*/ 204079 h 652413"/>
                    <a:gd name="connsiteX1" fmla="*/ 435293 w 884545"/>
                    <a:gd name="connsiteY1" fmla="*/ 279326 h 652413"/>
                    <a:gd name="connsiteX2" fmla="*/ 578168 w 884545"/>
                    <a:gd name="connsiteY2" fmla="*/ 439346 h 652413"/>
                    <a:gd name="connsiteX3" fmla="*/ 582930 w 884545"/>
                    <a:gd name="connsiteY3" fmla="*/ 264086 h 652413"/>
                    <a:gd name="connsiteX4" fmla="*/ 786765 w 884545"/>
                    <a:gd name="connsiteY4" fmla="*/ 443156 h 652413"/>
                    <a:gd name="connsiteX5" fmla="*/ 786765 w 884545"/>
                    <a:gd name="connsiteY5" fmla="*/ 93589 h 652413"/>
                    <a:gd name="connsiteX6" fmla="*/ 181928 w 884545"/>
                    <a:gd name="connsiteY6" fmla="*/ 85016 h 652413"/>
                    <a:gd name="connsiteX7" fmla="*/ 0 w 884545"/>
                    <a:gd name="connsiteY7" fmla="*/ 444109 h 652413"/>
                    <a:gd name="connsiteX8" fmla="*/ 106680 w 884545"/>
                    <a:gd name="connsiteY8" fmla="*/ 606034 h 652413"/>
                    <a:gd name="connsiteX9" fmla="*/ 260985 w 884545"/>
                    <a:gd name="connsiteY9" fmla="*/ 204079 h 65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4545" h="652413">
                      <a:moveTo>
                        <a:pt x="260985" y="204079"/>
                      </a:moveTo>
                      <a:cubicBezTo>
                        <a:pt x="260985" y="204079"/>
                        <a:pt x="381000" y="144071"/>
                        <a:pt x="435293" y="279326"/>
                      </a:cubicBezTo>
                      <a:cubicBezTo>
                        <a:pt x="489585" y="414581"/>
                        <a:pt x="524828" y="448871"/>
                        <a:pt x="578168" y="439346"/>
                      </a:cubicBezTo>
                      <a:cubicBezTo>
                        <a:pt x="649605" y="426011"/>
                        <a:pt x="582930" y="264086"/>
                        <a:pt x="582930" y="264086"/>
                      </a:cubicBezTo>
                      <a:cubicBezTo>
                        <a:pt x="582930" y="264086"/>
                        <a:pt x="700088" y="457444"/>
                        <a:pt x="786765" y="443156"/>
                      </a:cubicBezTo>
                      <a:cubicBezTo>
                        <a:pt x="872490" y="428869"/>
                        <a:pt x="955358" y="223129"/>
                        <a:pt x="786765" y="93589"/>
                      </a:cubicBezTo>
                      <a:cubicBezTo>
                        <a:pt x="618173" y="-35951"/>
                        <a:pt x="305753" y="-23569"/>
                        <a:pt x="181928" y="85016"/>
                      </a:cubicBezTo>
                      <a:cubicBezTo>
                        <a:pt x="181928" y="85016"/>
                        <a:pt x="0" y="194554"/>
                        <a:pt x="0" y="444109"/>
                      </a:cubicBezTo>
                      <a:cubicBezTo>
                        <a:pt x="0" y="693664"/>
                        <a:pt x="88582" y="678424"/>
                        <a:pt x="106680" y="606034"/>
                      </a:cubicBezTo>
                      <a:cubicBezTo>
                        <a:pt x="119063" y="552694"/>
                        <a:pt x="122873" y="392674"/>
                        <a:pt x="260985" y="204079"/>
                      </a:cubicBezTo>
                      <a:close/>
                    </a:path>
                  </a:pathLst>
                </a:custGeom>
                <a:solidFill>
                  <a:schemeClr val="tx2">
                    <a:lumMod val="90000"/>
                    <a:lumOff val="10000"/>
                  </a:schemeClr>
                </a:solid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DDF26FF3-F514-4CD1-8C2A-36CA2D8579DB}"/>
                    </a:ext>
                  </a:extLst>
                </p:cNvPr>
                <p:cNvSpPr/>
                <p:nvPr/>
              </p:nvSpPr>
              <p:spPr>
                <a:xfrm>
                  <a:off x="8787764" y="4316069"/>
                  <a:ext cx="1414462" cy="1005599"/>
                </a:xfrm>
                <a:custGeom>
                  <a:avLst/>
                  <a:gdLst>
                    <a:gd name="connsiteX0" fmla="*/ 370523 w 1414462"/>
                    <a:gd name="connsiteY0" fmla="*/ 8573 h 1005599"/>
                    <a:gd name="connsiteX1" fmla="*/ 209550 w 1414462"/>
                    <a:gd name="connsiteY1" fmla="*/ 324803 h 1005599"/>
                    <a:gd name="connsiteX2" fmla="*/ 0 w 1414462"/>
                    <a:gd name="connsiteY2" fmla="*/ 913448 h 1005599"/>
                    <a:gd name="connsiteX3" fmla="*/ 361950 w 1414462"/>
                    <a:gd name="connsiteY3" fmla="*/ 981075 h 1005599"/>
                    <a:gd name="connsiteX4" fmla="*/ 932498 w 1414462"/>
                    <a:gd name="connsiteY4" fmla="*/ 869633 h 1005599"/>
                    <a:gd name="connsiteX5" fmla="*/ 1414463 w 1414462"/>
                    <a:gd name="connsiteY5" fmla="*/ 900113 h 1005599"/>
                    <a:gd name="connsiteX6" fmla="*/ 1186815 w 1414462"/>
                    <a:gd name="connsiteY6" fmla="*/ 632460 h 1005599"/>
                    <a:gd name="connsiteX7" fmla="*/ 1045845 w 1414462"/>
                    <a:gd name="connsiteY7" fmla="*/ 8573 h 1005599"/>
                    <a:gd name="connsiteX8" fmla="*/ 934402 w 1414462"/>
                    <a:gd name="connsiteY8" fmla="*/ 2858 h 1005599"/>
                    <a:gd name="connsiteX9" fmla="*/ 709613 w 1414462"/>
                    <a:gd name="connsiteY9" fmla="*/ 162878 h 1005599"/>
                    <a:gd name="connsiteX10" fmla="*/ 444818 w 1414462"/>
                    <a:gd name="connsiteY10" fmla="*/ 0 h 1005599"/>
                    <a:gd name="connsiteX11" fmla="*/ 370523 w 1414462"/>
                    <a:gd name="connsiteY11" fmla="*/ 8573 h 100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4462" h="1005599">
                      <a:moveTo>
                        <a:pt x="370523" y="8573"/>
                      </a:moveTo>
                      <a:cubicBezTo>
                        <a:pt x="370523" y="8573"/>
                        <a:pt x="411480" y="227648"/>
                        <a:pt x="209550" y="324803"/>
                      </a:cubicBezTo>
                      <a:cubicBezTo>
                        <a:pt x="209550" y="324803"/>
                        <a:pt x="193358" y="803910"/>
                        <a:pt x="0" y="913448"/>
                      </a:cubicBezTo>
                      <a:cubicBezTo>
                        <a:pt x="0" y="913448"/>
                        <a:pt x="139065" y="1062990"/>
                        <a:pt x="361950" y="981075"/>
                      </a:cubicBezTo>
                      <a:cubicBezTo>
                        <a:pt x="583883" y="898208"/>
                        <a:pt x="739140" y="816293"/>
                        <a:pt x="932498" y="869633"/>
                      </a:cubicBezTo>
                      <a:cubicBezTo>
                        <a:pt x="1126808" y="922973"/>
                        <a:pt x="1414463" y="900113"/>
                        <a:pt x="1414463" y="900113"/>
                      </a:cubicBezTo>
                      <a:cubicBezTo>
                        <a:pt x="1414463" y="900113"/>
                        <a:pt x="1223963" y="747713"/>
                        <a:pt x="1186815" y="632460"/>
                      </a:cubicBezTo>
                      <a:cubicBezTo>
                        <a:pt x="1148715" y="517208"/>
                        <a:pt x="1045845" y="8573"/>
                        <a:pt x="1045845" y="8573"/>
                      </a:cubicBezTo>
                      <a:lnTo>
                        <a:pt x="934402" y="2858"/>
                      </a:lnTo>
                      <a:cubicBezTo>
                        <a:pt x="934402" y="2858"/>
                        <a:pt x="886777" y="175260"/>
                        <a:pt x="709613" y="162878"/>
                      </a:cubicBezTo>
                      <a:cubicBezTo>
                        <a:pt x="532448" y="150495"/>
                        <a:pt x="444818" y="0"/>
                        <a:pt x="444818" y="0"/>
                      </a:cubicBezTo>
                      <a:lnTo>
                        <a:pt x="370523" y="8573"/>
                      </a:lnTo>
                      <a:close/>
                    </a:path>
                  </a:pathLst>
                </a:custGeom>
                <a:solidFill>
                  <a:schemeClr val="accent4"/>
                </a:solid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239CF785-DC5C-4A6D-9AFD-8E8A43B2920D}"/>
                    </a:ext>
                  </a:extLst>
                </p:cNvPr>
                <p:cNvSpPr/>
                <p:nvPr/>
              </p:nvSpPr>
              <p:spPr>
                <a:xfrm>
                  <a:off x="8787764" y="4875187"/>
                  <a:ext cx="1414462" cy="446481"/>
                </a:xfrm>
                <a:custGeom>
                  <a:avLst/>
                  <a:gdLst>
                    <a:gd name="connsiteX0" fmla="*/ 1186815 w 1414462"/>
                    <a:gd name="connsiteY0" fmla="*/ 73342 h 446481"/>
                    <a:gd name="connsiteX1" fmla="*/ 1166813 w 1414462"/>
                    <a:gd name="connsiteY1" fmla="*/ 0 h 446481"/>
                    <a:gd name="connsiteX2" fmla="*/ 178117 w 1414462"/>
                    <a:gd name="connsiteY2" fmla="*/ 19050 h 446481"/>
                    <a:gd name="connsiteX3" fmla="*/ 0 w 1414462"/>
                    <a:gd name="connsiteY3" fmla="*/ 354330 h 446481"/>
                    <a:gd name="connsiteX4" fmla="*/ 361950 w 1414462"/>
                    <a:gd name="connsiteY4" fmla="*/ 421957 h 446481"/>
                    <a:gd name="connsiteX5" fmla="*/ 932498 w 1414462"/>
                    <a:gd name="connsiteY5" fmla="*/ 310515 h 446481"/>
                    <a:gd name="connsiteX6" fmla="*/ 1414463 w 1414462"/>
                    <a:gd name="connsiteY6" fmla="*/ 340995 h 446481"/>
                    <a:gd name="connsiteX7" fmla="*/ 1186815 w 1414462"/>
                    <a:gd name="connsiteY7" fmla="*/ 73342 h 446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4462" h="446481">
                      <a:moveTo>
                        <a:pt x="1186815" y="73342"/>
                      </a:moveTo>
                      <a:cubicBezTo>
                        <a:pt x="1181100" y="56197"/>
                        <a:pt x="1174433" y="30480"/>
                        <a:pt x="1166813" y="0"/>
                      </a:cubicBezTo>
                      <a:cubicBezTo>
                        <a:pt x="876300" y="257175"/>
                        <a:pt x="502920" y="181927"/>
                        <a:pt x="178117" y="19050"/>
                      </a:cubicBezTo>
                      <a:cubicBezTo>
                        <a:pt x="149542" y="152400"/>
                        <a:pt x="97155" y="300038"/>
                        <a:pt x="0" y="354330"/>
                      </a:cubicBezTo>
                      <a:cubicBezTo>
                        <a:pt x="0" y="354330"/>
                        <a:pt x="139065" y="503872"/>
                        <a:pt x="361950" y="421957"/>
                      </a:cubicBezTo>
                      <a:cubicBezTo>
                        <a:pt x="583883" y="339090"/>
                        <a:pt x="739140" y="257175"/>
                        <a:pt x="932498" y="310515"/>
                      </a:cubicBezTo>
                      <a:cubicBezTo>
                        <a:pt x="1126808" y="363855"/>
                        <a:pt x="1414463" y="340995"/>
                        <a:pt x="1414463" y="340995"/>
                      </a:cubicBezTo>
                      <a:cubicBezTo>
                        <a:pt x="1414463" y="340995"/>
                        <a:pt x="1223963" y="188595"/>
                        <a:pt x="1186815" y="73342"/>
                      </a:cubicBezTo>
                      <a:close/>
                    </a:path>
                  </a:pathLst>
                </a:custGeom>
                <a:solidFill>
                  <a:schemeClr val="accent4">
                    <a:lumMod val="75000"/>
                  </a:schemeClr>
                </a:solidFill>
                <a:ln w="9525" cap="flat">
                  <a:noFill/>
                  <a:prstDash val="solid"/>
                  <a:miter/>
                </a:ln>
              </p:spPr>
              <p:txBody>
                <a:bodyPr rtlCol="0" anchor="ctr"/>
                <a:lstStyle/>
                <a:p>
                  <a:endParaRPr lang="en-US"/>
                </a:p>
              </p:txBody>
            </p:sp>
            <p:grpSp>
              <p:nvGrpSpPr>
                <p:cNvPr id="253" name="Graphic 1">
                  <a:extLst>
                    <a:ext uri="{FF2B5EF4-FFF2-40B4-BE49-F238E27FC236}">
                      <a16:creationId xmlns:a16="http://schemas.microsoft.com/office/drawing/2014/main" id="{BCB32647-4B2A-4755-B755-B5A6C0919ACD}"/>
                    </a:ext>
                  </a:extLst>
                </p:cNvPr>
                <p:cNvGrpSpPr/>
                <p:nvPr/>
              </p:nvGrpSpPr>
              <p:grpSpPr>
                <a:xfrm>
                  <a:off x="9381340" y="4561815"/>
                  <a:ext cx="332812" cy="317433"/>
                  <a:chOff x="9381340" y="4561815"/>
                  <a:chExt cx="332812" cy="317433"/>
                </a:xfrm>
              </p:grpSpPr>
              <p:grpSp>
                <p:nvGrpSpPr>
                  <p:cNvPr id="254" name="Graphic 1">
                    <a:extLst>
                      <a:ext uri="{FF2B5EF4-FFF2-40B4-BE49-F238E27FC236}">
                        <a16:creationId xmlns:a16="http://schemas.microsoft.com/office/drawing/2014/main" id="{BCB32647-4B2A-4755-B755-B5A6C0919ACD}"/>
                      </a:ext>
                    </a:extLst>
                  </p:cNvPr>
                  <p:cNvGrpSpPr/>
                  <p:nvPr/>
                </p:nvGrpSpPr>
                <p:grpSpPr>
                  <a:xfrm>
                    <a:off x="9381340" y="4561815"/>
                    <a:ext cx="332812" cy="317433"/>
                    <a:chOff x="9381340" y="4561815"/>
                    <a:chExt cx="332812" cy="317433"/>
                  </a:xfrm>
                  <a:solidFill>
                    <a:srgbClr val="FFFFFF"/>
                  </a:solidFill>
                </p:grpSpPr>
                <p:sp>
                  <p:nvSpPr>
                    <p:cNvPr id="255" name="Freeform: Shape 254">
                      <a:extLst>
                        <a:ext uri="{FF2B5EF4-FFF2-40B4-BE49-F238E27FC236}">
                          <a16:creationId xmlns:a16="http://schemas.microsoft.com/office/drawing/2014/main" id="{C4B0ED99-C28B-4F79-A55E-4AD981D0D540}"/>
                        </a:ext>
                      </a:extLst>
                    </p:cNvPr>
                    <p:cNvSpPr/>
                    <p:nvPr/>
                  </p:nvSpPr>
                  <p:spPr>
                    <a:xfrm>
                      <a:off x="9495472" y="4561815"/>
                      <a:ext cx="104775" cy="158115"/>
                    </a:xfrm>
                    <a:custGeom>
                      <a:avLst/>
                      <a:gdLst>
                        <a:gd name="connsiteX0" fmla="*/ 104775 w 104775"/>
                        <a:gd name="connsiteY0" fmla="*/ 79058 h 158115"/>
                        <a:gd name="connsiteX1" fmla="*/ 52388 w 104775"/>
                        <a:gd name="connsiteY1" fmla="*/ 158115 h 158115"/>
                        <a:gd name="connsiteX2" fmla="*/ 0 w 104775"/>
                        <a:gd name="connsiteY2" fmla="*/ 79058 h 158115"/>
                        <a:gd name="connsiteX3" fmla="*/ 52388 w 104775"/>
                        <a:gd name="connsiteY3" fmla="*/ 0 h 158115"/>
                        <a:gd name="connsiteX4" fmla="*/ 104775 w 104775"/>
                        <a:gd name="connsiteY4" fmla="*/ 79058 h 1581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58115">
                          <a:moveTo>
                            <a:pt x="104775" y="79058"/>
                          </a:moveTo>
                          <a:cubicBezTo>
                            <a:pt x="104775" y="122720"/>
                            <a:pt x="81320" y="158115"/>
                            <a:pt x="52388" y="158115"/>
                          </a:cubicBezTo>
                          <a:cubicBezTo>
                            <a:pt x="23455" y="158115"/>
                            <a:pt x="0" y="122720"/>
                            <a:pt x="0" y="79058"/>
                          </a:cubicBezTo>
                          <a:cubicBezTo>
                            <a:pt x="0" y="35395"/>
                            <a:pt x="23455" y="0"/>
                            <a:pt x="52388" y="0"/>
                          </a:cubicBezTo>
                          <a:cubicBezTo>
                            <a:pt x="81320" y="0"/>
                            <a:pt x="104775" y="35395"/>
                            <a:pt x="104775" y="79058"/>
                          </a:cubicBezTo>
                          <a:close/>
                        </a:path>
                      </a:pathLst>
                    </a:custGeom>
                    <a:solidFill>
                      <a:srgbClr val="FFFFFF"/>
                    </a:solid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EFDF804C-7F6E-4E28-BB56-EA6FD5ABD932}"/>
                        </a:ext>
                      </a:extLst>
                    </p:cNvPr>
                    <p:cNvSpPr/>
                    <p:nvPr/>
                  </p:nvSpPr>
                  <p:spPr>
                    <a:xfrm rot="-6868885">
                      <a:off x="9568105" y="4608064"/>
                      <a:ext cx="104775" cy="158115"/>
                    </a:xfrm>
                    <a:custGeom>
                      <a:avLst/>
                      <a:gdLst>
                        <a:gd name="connsiteX0" fmla="*/ 104776 w 104775"/>
                        <a:gd name="connsiteY0" fmla="*/ 79058 h 158115"/>
                        <a:gd name="connsiteX1" fmla="*/ 52388 w 104775"/>
                        <a:gd name="connsiteY1" fmla="*/ 158116 h 158115"/>
                        <a:gd name="connsiteX2" fmla="*/ 0 w 104775"/>
                        <a:gd name="connsiteY2" fmla="*/ 79058 h 158115"/>
                        <a:gd name="connsiteX3" fmla="*/ 52388 w 104775"/>
                        <a:gd name="connsiteY3" fmla="*/ 0 h 158115"/>
                        <a:gd name="connsiteX4" fmla="*/ 104776 w 104775"/>
                        <a:gd name="connsiteY4" fmla="*/ 79058 h 1581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58115">
                          <a:moveTo>
                            <a:pt x="104776" y="79058"/>
                          </a:moveTo>
                          <a:cubicBezTo>
                            <a:pt x="104776" y="122720"/>
                            <a:pt x="81321" y="158116"/>
                            <a:pt x="52388" y="158116"/>
                          </a:cubicBezTo>
                          <a:cubicBezTo>
                            <a:pt x="23455" y="158116"/>
                            <a:pt x="0" y="122720"/>
                            <a:pt x="0" y="79058"/>
                          </a:cubicBezTo>
                          <a:cubicBezTo>
                            <a:pt x="0" y="35395"/>
                            <a:pt x="23455" y="0"/>
                            <a:pt x="52388" y="0"/>
                          </a:cubicBezTo>
                          <a:cubicBezTo>
                            <a:pt x="81321" y="0"/>
                            <a:pt x="104776" y="35395"/>
                            <a:pt x="104776" y="79058"/>
                          </a:cubicBezTo>
                          <a:close/>
                        </a:path>
                      </a:pathLst>
                    </a:custGeom>
                    <a:solidFill>
                      <a:srgbClr val="FFFFFF"/>
                    </a:solid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6C12E3F4-58E1-464A-BE97-5E0421C07C8D}"/>
                        </a:ext>
                      </a:extLst>
                    </p:cNvPr>
                    <p:cNvSpPr/>
                    <p:nvPr/>
                  </p:nvSpPr>
                  <p:spPr>
                    <a:xfrm rot="-3326727">
                      <a:off x="9561513" y="4686265"/>
                      <a:ext cx="104776" cy="158117"/>
                    </a:xfrm>
                    <a:custGeom>
                      <a:avLst/>
                      <a:gdLst>
                        <a:gd name="connsiteX0" fmla="*/ 104777 w 104776"/>
                        <a:gd name="connsiteY0" fmla="*/ 79059 h 158117"/>
                        <a:gd name="connsiteX1" fmla="*/ 52388 w 104776"/>
                        <a:gd name="connsiteY1" fmla="*/ 158118 h 158117"/>
                        <a:gd name="connsiteX2" fmla="*/ 0 w 104776"/>
                        <a:gd name="connsiteY2" fmla="*/ 79059 h 158117"/>
                        <a:gd name="connsiteX3" fmla="*/ 52388 w 104776"/>
                        <a:gd name="connsiteY3" fmla="*/ 0 h 158117"/>
                        <a:gd name="connsiteX4" fmla="*/ 104777 w 104776"/>
                        <a:gd name="connsiteY4" fmla="*/ 79059 h 1581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6" h="158117">
                          <a:moveTo>
                            <a:pt x="104777" y="79059"/>
                          </a:moveTo>
                          <a:cubicBezTo>
                            <a:pt x="104777" y="122722"/>
                            <a:pt x="81322" y="158118"/>
                            <a:pt x="52388" y="158118"/>
                          </a:cubicBezTo>
                          <a:cubicBezTo>
                            <a:pt x="23455" y="158118"/>
                            <a:pt x="0" y="122722"/>
                            <a:pt x="0" y="79059"/>
                          </a:cubicBezTo>
                          <a:cubicBezTo>
                            <a:pt x="0" y="35396"/>
                            <a:pt x="23455" y="0"/>
                            <a:pt x="52388" y="0"/>
                          </a:cubicBezTo>
                          <a:cubicBezTo>
                            <a:pt x="81322" y="0"/>
                            <a:pt x="104777" y="35396"/>
                            <a:pt x="104777" y="79059"/>
                          </a:cubicBezTo>
                          <a:close/>
                        </a:path>
                      </a:pathLst>
                    </a:custGeom>
                    <a:solidFill>
                      <a:srgbClr val="FFFFFF"/>
                    </a:solid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00ACB52B-29AC-40C2-9A11-4EEA5174DBFF}"/>
                        </a:ext>
                      </a:extLst>
                    </p:cNvPr>
                    <p:cNvSpPr/>
                    <p:nvPr/>
                  </p:nvSpPr>
                  <p:spPr>
                    <a:xfrm rot="15214">
                      <a:off x="9495477" y="4720900"/>
                      <a:ext cx="104776" cy="158116"/>
                    </a:xfrm>
                    <a:custGeom>
                      <a:avLst/>
                      <a:gdLst>
                        <a:gd name="connsiteX0" fmla="*/ 104776 w 104776"/>
                        <a:gd name="connsiteY0" fmla="*/ 79058 h 158116"/>
                        <a:gd name="connsiteX1" fmla="*/ 52388 w 104776"/>
                        <a:gd name="connsiteY1" fmla="*/ 158117 h 158116"/>
                        <a:gd name="connsiteX2" fmla="*/ 0 w 104776"/>
                        <a:gd name="connsiteY2" fmla="*/ 79058 h 158116"/>
                        <a:gd name="connsiteX3" fmla="*/ 52388 w 104776"/>
                        <a:gd name="connsiteY3" fmla="*/ 0 h 158116"/>
                        <a:gd name="connsiteX4" fmla="*/ 104776 w 104776"/>
                        <a:gd name="connsiteY4" fmla="*/ 79058 h 158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6" h="158116">
                          <a:moveTo>
                            <a:pt x="104776" y="79058"/>
                          </a:moveTo>
                          <a:cubicBezTo>
                            <a:pt x="104776" y="122721"/>
                            <a:pt x="81321" y="158117"/>
                            <a:pt x="52388" y="158117"/>
                          </a:cubicBezTo>
                          <a:cubicBezTo>
                            <a:pt x="23455" y="158117"/>
                            <a:pt x="0" y="122721"/>
                            <a:pt x="0" y="79058"/>
                          </a:cubicBezTo>
                          <a:cubicBezTo>
                            <a:pt x="0" y="35396"/>
                            <a:pt x="23455" y="0"/>
                            <a:pt x="52388" y="0"/>
                          </a:cubicBezTo>
                          <a:cubicBezTo>
                            <a:pt x="81321" y="0"/>
                            <a:pt x="104776" y="35396"/>
                            <a:pt x="104776" y="79058"/>
                          </a:cubicBezTo>
                          <a:close/>
                        </a:path>
                      </a:pathLst>
                    </a:custGeom>
                    <a:solidFill>
                      <a:srgbClr val="FFFFFF"/>
                    </a:solid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D8506809-CEE3-4EA7-9621-A6EED37615AB}"/>
                        </a:ext>
                      </a:extLst>
                    </p:cNvPr>
                    <p:cNvSpPr/>
                    <p:nvPr/>
                  </p:nvSpPr>
                  <p:spPr>
                    <a:xfrm rot="3086103">
                      <a:off x="9433081" y="4690506"/>
                      <a:ext cx="104774" cy="158114"/>
                    </a:xfrm>
                    <a:custGeom>
                      <a:avLst/>
                      <a:gdLst>
                        <a:gd name="connsiteX0" fmla="*/ 104775 w 104774"/>
                        <a:gd name="connsiteY0" fmla="*/ 79057 h 158114"/>
                        <a:gd name="connsiteX1" fmla="*/ 52387 w 104774"/>
                        <a:gd name="connsiteY1" fmla="*/ 158115 h 158114"/>
                        <a:gd name="connsiteX2" fmla="*/ 0 w 104774"/>
                        <a:gd name="connsiteY2" fmla="*/ 79057 h 158114"/>
                        <a:gd name="connsiteX3" fmla="*/ 52387 w 104774"/>
                        <a:gd name="connsiteY3" fmla="*/ 0 h 158114"/>
                        <a:gd name="connsiteX4" fmla="*/ 104775 w 104774"/>
                        <a:gd name="connsiteY4" fmla="*/ 79057 h 158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4" h="158114">
                          <a:moveTo>
                            <a:pt x="104775" y="79057"/>
                          </a:moveTo>
                          <a:cubicBezTo>
                            <a:pt x="104775" y="122720"/>
                            <a:pt x="81320" y="158115"/>
                            <a:pt x="52387" y="158115"/>
                          </a:cubicBezTo>
                          <a:cubicBezTo>
                            <a:pt x="23455" y="158115"/>
                            <a:pt x="0" y="122720"/>
                            <a:pt x="0" y="79057"/>
                          </a:cubicBezTo>
                          <a:cubicBezTo>
                            <a:pt x="0" y="35395"/>
                            <a:pt x="23455" y="0"/>
                            <a:pt x="52387" y="0"/>
                          </a:cubicBezTo>
                          <a:cubicBezTo>
                            <a:pt x="81320" y="0"/>
                            <a:pt x="104775" y="35395"/>
                            <a:pt x="104775" y="79057"/>
                          </a:cubicBezTo>
                          <a:close/>
                        </a:path>
                      </a:pathLst>
                    </a:custGeom>
                    <a:solidFill>
                      <a:srgbClr val="FFFFFF"/>
                    </a:solid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425DE160-01AF-45C8-9691-6FA1C69D717C}"/>
                        </a:ext>
                      </a:extLst>
                    </p:cNvPr>
                    <p:cNvSpPr/>
                    <p:nvPr/>
                  </p:nvSpPr>
                  <p:spPr>
                    <a:xfrm rot="6746323">
                      <a:off x="9422021" y="4610822"/>
                      <a:ext cx="104776" cy="158117"/>
                    </a:xfrm>
                    <a:custGeom>
                      <a:avLst/>
                      <a:gdLst>
                        <a:gd name="connsiteX0" fmla="*/ 104776 w 104776"/>
                        <a:gd name="connsiteY0" fmla="*/ 79059 h 158117"/>
                        <a:gd name="connsiteX1" fmla="*/ 52388 w 104776"/>
                        <a:gd name="connsiteY1" fmla="*/ 158117 h 158117"/>
                        <a:gd name="connsiteX2" fmla="*/ 0 w 104776"/>
                        <a:gd name="connsiteY2" fmla="*/ 79059 h 158117"/>
                        <a:gd name="connsiteX3" fmla="*/ 52388 w 104776"/>
                        <a:gd name="connsiteY3" fmla="*/ 0 h 158117"/>
                        <a:gd name="connsiteX4" fmla="*/ 104776 w 104776"/>
                        <a:gd name="connsiteY4" fmla="*/ 79059 h 1581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6" h="158117">
                          <a:moveTo>
                            <a:pt x="104776" y="79059"/>
                          </a:moveTo>
                          <a:cubicBezTo>
                            <a:pt x="104776" y="122721"/>
                            <a:pt x="81321" y="158117"/>
                            <a:pt x="52388" y="158117"/>
                          </a:cubicBezTo>
                          <a:cubicBezTo>
                            <a:pt x="23455" y="158117"/>
                            <a:pt x="0" y="122721"/>
                            <a:pt x="0" y="79059"/>
                          </a:cubicBezTo>
                          <a:cubicBezTo>
                            <a:pt x="0" y="35396"/>
                            <a:pt x="23455" y="0"/>
                            <a:pt x="52388" y="0"/>
                          </a:cubicBezTo>
                          <a:cubicBezTo>
                            <a:pt x="81321" y="0"/>
                            <a:pt x="104776" y="35396"/>
                            <a:pt x="104776" y="79059"/>
                          </a:cubicBezTo>
                          <a:close/>
                        </a:path>
                      </a:pathLst>
                    </a:custGeom>
                    <a:solidFill>
                      <a:srgbClr val="FFFFFF"/>
                    </a:solidFill>
                    <a:ln w="9525" cap="flat">
                      <a:noFill/>
                      <a:prstDash val="solid"/>
                      <a:miter/>
                    </a:ln>
                  </p:spPr>
                  <p:txBody>
                    <a:bodyPr rtlCol="0" anchor="ctr"/>
                    <a:lstStyle/>
                    <a:p>
                      <a:endParaRPr lang="en-US"/>
                    </a:p>
                  </p:txBody>
                </p:sp>
              </p:grpSp>
              <p:sp>
                <p:nvSpPr>
                  <p:cNvPr id="261" name="Freeform: Shape 260">
                    <a:extLst>
                      <a:ext uri="{FF2B5EF4-FFF2-40B4-BE49-F238E27FC236}">
                        <a16:creationId xmlns:a16="http://schemas.microsoft.com/office/drawing/2014/main" id="{405AEAF3-3685-42B8-B4CE-E351C27C361F}"/>
                      </a:ext>
                    </a:extLst>
                  </p:cNvPr>
                  <p:cNvSpPr/>
                  <p:nvPr/>
                </p:nvSpPr>
                <p:spPr>
                  <a:xfrm>
                    <a:off x="9495472" y="4668495"/>
                    <a:ext cx="102870" cy="102870"/>
                  </a:xfrm>
                  <a:custGeom>
                    <a:avLst/>
                    <a:gdLst>
                      <a:gd name="connsiteX0" fmla="*/ 102870 w 102870"/>
                      <a:gd name="connsiteY0" fmla="*/ 51435 h 102870"/>
                      <a:gd name="connsiteX1" fmla="*/ 51435 w 102870"/>
                      <a:gd name="connsiteY1" fmla="*/ 102870 h 102870"/>
                      <a:gd name="connsiteX2" fmla="*/ 0 w 102870"/>
                      <a:gd name="connsiteY2" fmla="*/ 51435 h 102870"/>
                      <a:gd name="connsiteX3" fmla="*/ 51435 w 102870"/>
                      <a:gd name="connsiteY3" fmla="*/ 0 h 102870"/>
                      <a:gd name="connsiteX4" fmla="*/ 102870 w 102870"/>
                      <a:gd name="connsiteY4" fmla="*/ 51435 h 1028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 h="102870">
                        <a:moveTo>
                          <a:pt x="102870" y="51435"/>
                        </a:moveTo>
                        <a:cubicBezTo>
                          <a:pt x="102870" y="79842"/>
                          <a:pt x="79842" y="102870"/>
                          <a:pt x="51435" y="102870"/>
                        </a:cubicBezTo>
                        <a:cubicBezTo>
                          <a:pt x="23028" y="102870"/>
                          <a:pt x="0" y="79842"/>
                          <a:pt x="0" y="51435"/>
                        </a:cubicBezTo>
                        <a:cubicBezTo>
                          <a:pt x="0" y="23028"/>
                          <a:pt x="23028" y="0"/>
                          <a:pt x="51435" y="0"/>
                        </a:cubicBezTo>
                        <a:cubicBezTo>
                          <a:pt x="79842" y="0"/>
                          <a:pt x="102870" y="23028"/>
                          <a:pt x="102870" y="51435"/>
                        </a:cubicBezTo>
                        <a:close/>
                      </a:path>
                    </a:pathLst>
                  </a:custGeom>
                  <a:solidFill>
                    <a:srgbClr val="FFD454"/>
                  </a:solidFill>
                  <a:ln w="9525" cap="flat">
                    <a:noFill/>
                    <a:prstDash val="solid"/>
                    <a:miter/>
                  </a:ln>
                </p:spPr>
                <p:txBody>
                  <a:bodyPr rtlCol="0" anchor="ctr"/>
                  <a:lstStyle/>
                  <a:p>
                    <a:endParaRPr lang="en-US"/>
                  </a:p>
                </p:txBody>
              </p:sp>
            </p:grpSp>
            <p:sp>
              <p:nvSpPr>
                <p:cNvPr id="262" name="Freeform: Shape 261">
                  <a:extLst>
                    <a:ext uri="{FF2B5EF4-FFF2-40B4-BE49-F238E27FC236}">
                      <a16:creationId xmlns:a16="http://schemas.microsoft.com/office/drawing/2014/main" id="{1EA6B858-2580-45A5-895B-E5233E983F3A}"/>
                    </a:ext>
                  </a:extLst>
                </p:cNvPr>
                <p:cNvSpPr/>
                <p:nvPr/>
              </p:nvSpPr>
              <p:spPr>
                <a:xfrm>
                  <a:off x="8996362" y="2997723"/>
                  <a:ext cx="620077" cy="219143"/>
                </a:xfrm>
                <a:custGeom>
                  <a:avLst/>
                  <a:gdLst>
                    <a:gd name="connsiteX0" fmla="*/ 620078 w 620077"/>
                    <a:gd name="connsiteY0" fmla="*/ 14374 h 219143"/>
                    <a:gd name="connsiteX1" fmla="*/ 338138 w 620077"/>
                    <a:gd name="connsiteY1" fmla="*/ 30566 h 219143"/>
                    <a:gd name="connsiteX2" fmla="*/ 0 w 620077"/>
                    <a:gd name="connsiteY2" fmla="*/ 212494 h 219143"/>
                    <a:gd name="connsiteX3" fmla="*/ 620078 w 620077"/>
                    <a:gd name="connsiteY3" fmla="*/ 14374 h 219143"/>
                  </a:gdLst>
                  <a:ahLst/>
                  <a:cxnLst>
                    <a:cxn ang="0">
                      <a:pos x="connsiteX0" y="connsiteY0"/>
                    </a:cxn>
                    <a:cxn ang="0">
                      <a:pos x="connsiteX1" y="connsiteY1"/>
                    </a:cxn>
                    <a:cxn ang="0">
                      <a:pos x="connsiteX2" y="connsiteY2"/>
                    </a:cxn>
                    <a:cxn ang="0">
                      <a:pos x="connsiteX3" y="connsiteY3"/>
                    </a:cxn>
                  </a:cxnLst>
                  <a:rect l="l" t="t" r="r" b="b"/>
                  <a:pathLst>
                    <a:path w="620077" h="219143">
                      <a:moveTo>
                        <a:pt x="620078" y="14374"/>
                      </a:moveTo>
                      <a:cubicBezTo>
                        <a:pt x="461963" y="-25631"/>
                        <a:pt x="338138" y="30566"/>
                        <a:pt x="338138" y="30566"/>
                      </a:cubicBezTo>
                      <a:cubicBezTo>
                        <a:pt x="223838" y="22946"/>
                        <a:pt x="93345" y="84859"/>
                        <a:pt x="0" y="212494"/>
                      </a:cubicBezTo>
                      <a:cubicBezTo>
                        <a:pt x="102870" y="233449"/>
                        <a:pt x="432435" y="214399"/>
                        <a:pt x="620078" y="14374"/>
                      </a:cubicBezTo>
                      <a:close/>
                    </a:path>
                  </a:pathLst>
                </a:custGeom>
                <a:solidFill>
                  <a:schemeClr val="tx2">
                    <a:lumMod val="90000"/>
                    <a:lumOff val="10000"/>
                  </a:schemeClr>
                </a:solid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3F7B7340-2873-4DA9-BBBE-11533660C5BA}"/>
                    </a:ext>
                  </a:extLst>
                </p:cNvPr>
                <p:cNvSpPr/>
                <p:nvPr/>
              </p:nvSpPr>
              <p:spPr>
                <a:xfrm>
                  <a:off x="9027794" y="3303562"/>
                  <a:ext cx="91439" cy="91439"/>
                </a:xfrm>
                <a:custGeom>
                  <a:avLst/>
                  <a:gdLst>
                    <a:gd name="connsiteX0" fmla="*/ 91440 w 91439"/>
                    <a:gd name="connsiteY0" fmla="*/ 45720 h 91439"/>
                    <a:gd name="connsiteX1" fmla="*/ 45720 w 91439"/>
                    <a:gd name="connsiteY1" fmla="*/ 91440 h 91439"/>
                    <a:gd name="connsiteX2" fmla="*/ 0 w 91439"/>
                    <a:gd name="connsiteY2" fmla="*/ 45720 h 91439"/>
                    <a:gd name="connsiteX3" fmla="*/ 45720 w 91439"/>
                    <a:gd name="connsiteY3" fmla="*/ 0 h 91439"/>
                    <a:gd name="connsiteX4" fmla="*/ 91440 w 91439"/>
                    <a:gd name="connsiteY4" fmla="*/ 45720 h 91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39" h="91439">
                      <a:moveTo>
                        <a:pt x="91440" y="45720"/>
                      </a:moveTo>
                      <a:cubicBezTo>
                        <a:pt x="91440" y="70970"/>
                        <a:pt x="70970" y="91440"/>
                        <a:pt x="45720" y="91440"/>
                      </a:cubicBezTo>
                      <a:cubicBezTo>
                        <a:pt x="20470" y="91440"/>
                        <a:pt x="0" y="70970"/>
                        <a:pt x="0" y="45720"/>
                      </a:cubicBezTo>
                      <a:cubicBezTo>
                        <a:pt x="0" y="20470"/>
                        <a:pt x="20470" y="0"/>
                        <a:pt x="45720" y="0"/>
                      </a:cubicBezTo>
                      <a:cubicBezTo>
                        <a:pt x="70970" y="0"/>
                        <a:pt x="91440" y="20470"/>
                        <a:pt x="91440" y="45720"/>
                      </a:cubicBezTo>
                      <a:close/>
                    </a:path>
                  </a:pathLst>
                </a:custGeom>
                <a:solidFill>
                  <a:schemeClr val="tx2">
                    <a:lumMod val="75000"/>
                    <a:lumOff val="25000"/>
                  </a:schemeClr>
                </a:solid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82AC68E5-D7E6-492C-9B31-AEB329ED074A}"/>
                    </a:ext>
                  </a:extLst>
                </p:cNvPr>
                <p:cNvSpPr/>
                <p:nvPr/>
              </p:nvSpPr>
              <p:spPr>
                <a:xfrm>
                  <a:off x="9097327" y="3406432"/>
                  <a:ext cx="38100" cy="38100"/>
                </a:xfrm>
                <a:custGeom>
                  <a:avLst/>
                  <a:gdLst>
                    <a:gd name="connsiteX0" fmla="*/ 38100 w 38100"/>
                    <a:gd name="connsiteY0" fmla="*/ 19050 h 38100"/>
                    <a:gd name="connsiteX1" fmla="*/ 19050 w 38100"/>
                    <a:gd name="connsiteY1" fmla="*/ 38100 h 38100"/>
                    <a:gd name="connsiteX2" fmla="*/ 0 w 38100"/>
                    <a:gd name="connsiteY2" fmla="*/ 19050 h 38100"/>
                    <a:gd name="connsiteX3" fmla="*/ 19050 w 38100"/>
                    <a:gd name="connsiteY3" fmla="*/ 0 h 38100"/>
                    <a:gd name="connsiteX4" fmla="*/ 38100 w 38100"/>
                    <a:gd name="connsiteY4" fmla="*/ 1905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8100" y="19050"/>
                      </a:moveTo>
                      <a:cubicBezTo>
                        <a:pt x="38100" y="29571"/>
                        <a:pt x="29571" y="38100"/>
                        <a:pt x="19050" y="38100"/>
                      </a:cubicBezTo>
                      <a:cubicBezTo>
                        <a:pt x="8529" y="38100"/>
                        <a:pt x="0" y="29571"/>
                        <a:pt x="0" y="19050"/>
                      </a:cubicBezTo>
                      <a:cubicBezTo>
                        <a:pt x="0" y="8529"/>
                        <a:pt x="8529" y="0"/>
                        <a:pt x="19050" y="0"/>
                      </a:cubicBezTo>
                      <a:cubicBezTo>
                        <a:pt x="29571" y="0"/>
                        <a:pt x="38100" y="8529"/>
                        <a:pt x="38100" y="19050"/>
                      </a:cubicBezTo>
                      <a:close/>
                    </a:path>
                  </a:pathLst>
                </a:custGeom>
                <a:solidFill>
                  <a:schemeClr val="tx2">
                    <a:lumMod val="75000"/>
                    <a:lumOff val="25000"/>
                  </a:schemeClr>
                </a:solid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462E8895-1BC1-4813-A349-8589C0707FF6}"/>
                    </a:ext>
                  </a:extLst>
                </p:cNvPr>
                <p:cNvSpPr/>
                <p:nvPr/>
              </p:nvSpPr>
              <p:spPr>
                <a:xfrm>
                  <a:off x="9889807" y="3341662"/>
                  <a:ext cx="38100" cy="38100"/>
                </a:xfrm>
                <a:custGeom>
                  <a:avLst/>
                  <a:gdLst>
                    <a:gd name="connsiteX0" fmla="*/ 38100 w 38100"/>
                    <a:gd name="connsiteY0" fmla="*/ 19050 h 38100"/>
                    <a:gd name="connsiteX1" fmla="*/ 19050 w 38100"/>
                    <a:gd name="connsiteY1" fmla="*/ 38100 h 38100"/>
                    <a:gd name="connsiteX2" fmla="*/ 0 w 38100"/>
                    <a:gd name="connsiteY2" fmla="*/ 19050 h 38100"/>
                    <a:gd name="connsiteX3" fmla="*/ 19050 w 38100"/>
                    <a:gd name="connsiteY3" fmla="*/ 0 h 38100"/>
                    <a:gd name="connsiteX4" fmla="*/ 38100 w 38100"/>
                    <a:gd name="connsiteY4" fmla="*/ 1905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8100" y="19050"/>
                      </a:moveTo>
                      <a:cubicBezTo>
                        <a:pt x="38100" y="29571"/>
                        <a:pt x="29571" y="38100"/>
                        <a:pt x="19050" y="38100"/>
                      </a:cubicBezTo>
                      <a:cubicBezTo>
                        <a:pt x="8529" y="38100"/>
                        <a:pt x="0" y="29571"/>
                        <a:pt x="0" y="19050"/>
                      </a:cubicBezTo>
                      <a:cubicBezTo>
                        <a:pt x="0" y="8529"/>
                        <a:pt x="8529" y="0"/>
                        <a:pt x="19050" y="0"/>
                      </a:cubicBezTo>
                      <a:cubicBezTo>
                        <a:pt x="29571" y="0"/>
                        <a:pt x="38100" y="8529"/>
                        <a:pt x="38100" y="19050"/>
                      </a:cubicBezTo>
                      <a:close/>
                    </a:path>
                  </a:pathLst>
                </a:custGeom>
                <a:solidFill>
                  <a:schemeClr val="tx2">
                    <a:lumMod val="75000"/>
                    <a:lumOff val="25000"/>
                  </a:schemeClr>
                </a:solidFill>
                <a:ln w="9525" cap="flat">
                  <a:noFill/>
                  <a:prstDash val="solid"/>
                  <a:miter/>
                </a:ln>
              </p:spPr>
              <p:txBody>
                <a:bodyPr rtlCol="0" anchor="ctr"/>
                <a:lstStyle/>
                <a:p>
                  <a:endParaRPr lang="en-US"/>
                </a:p>
              </p:txBody>
            </p:sp>
          </p:grpSp>
          <p:sp>
            <p:nvSpPr>
              <p:cNvPr id="266" name="Freeform: Shape 265">
                <a:extLst>
                  <a:ext uri="{FF2B5EF4-FFF2-40B4-BE49-F238E27FC236}">
                    <a16:creationId xmlns:a16="http://schemas.microsoft.com/office/drawing/2014/main" id="{D95DD54C-9FFA-462B-91BC-3E0B1BC57790}"/>
                  </a:ext>
                </a:extLst>
              </p:cNvPr>
              <p:cNvSpPr/>
              <p:nvPr/>
            </p:nvSpPr>
            <p:spPr>
              <a:xfrm>
                <a:off x="8974921" y="4323739"/>
                <a:ext cx="1227305" cy="749355"/>
              </a:xfrm>
              <a:custGeom>
                <a:avLst/>
                <a:gdLst>
                  <a:gd name="connsiteX0" fmla="*/ 183366 w 1227305"/>
                  <a:gd name="connsiteY0" fmla="*/ 903 h 749355"/>
                  <a:gd name="connsiteX1" fmla="*/ 365293 w 1227305"/>
                  <a:gd name="connsiteY1" fmla="*/ 533350 h 749355"/>
                  <a:gd name="connsiteX2" fmla="*/ 1227306 w 1227305"/>
                  <a:gd name="connsiteY2" fmla="*/ 592405 h 749355"/>
                  <a:gd name="connsiteX3" fmla="*/ 1227306 w 1227305"/>
                  <a:gd name="connsiteY3" fmla="*/ 692418 h 749355"/>
                  <a:gd name="connsiteX4" fmla="*/ 307191 w 1227305"/>
                  <a:gd name="connsiteY4" fmla="*/ 737186 h 749355"/>
                  <a:gd name="connsiteX5" fmla="*/ 65256 w 1227305"/>
                  <a:gd name="connsiteY5" fmla="*/ 460008 h 749355"/>
                  <a:gd name="connsiteX6" fmla="*/ 1438 w 1227305"/>
                  <a:gd name="connsiteY6" fmla="*/ 185688 h 749355"/>
                  <a:gd name="connsiteX7" fmla="*/ 183366 w 1227305"/>
                  <a:gd name="connsiteY7" fmla="*/ 903 h 749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7305" h="749355">
                    <a:moveTo>
                      <a:pt x="183366" y="903"/>
                    </a:moveTo>
                    <a:lnTo>
                      <a:pt x="365293" y="533350"/>
                    </a:lnTo>
                    <a:lnTo>
                      <a:pt x="1227306" y="592405"/>
                    </a:lnTo>
                    <a:lnTo>
                      <a:pt x="1227306" y="692418"/>
                    </a:lnTo>
                    <a:cubicBezTo>
                      <a:pt x="1227306" y="692418"/>
                      <a:pt x="438636" y="781000"/>
                      <a:pt x="307191" y="737186"/>
                    </a:cubicBezTo>
                    <a:cubicBezTo>
                      <a:pt x="221466" y="708611"/>
                      <a:pt x="123358" y="560021"/>
                      <a:pt x="65256" y="460008"/>
                    </a:cubicBezTo>
                    <a:cubicBezTo>
                      <a:pt x="16678" y="377141"/>
                      <a:pt x="-6182" y="281891"/>
                      <a:pt x="1438" y="185688"/>
                    </a:cubicBezTo>
                    <a:cubicBezTo>
                      <a:pt x="9058" y="88533"/>
                      <a:pt x="49063" y="-10527"/>
                      <a:pt x="183366" y="903"/>
                    </a:cubicBezTo>
                    <a:close/>
                  </a:path>
                </a:pathLst>
              </a:custGeom>
              <a:solidFill>
                <a:srgbClr val="EAA271"/>
              </a:solid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44DD55D5-5096-4312-A8DF-1CC009287D36}"/>
                  </a:ext>
                </a:extLst>
              </p:cNvPr>
              <p:cNvSpPr/>
              <p:nvPr/>
            </p:nvSpPr>
            <p:spPr>
              <a:xfrm>
                <a:off x="10128884" y="4856881"/>
                <a:ext cx="393382" cy="159276"/>
              </a:xfrm>
              <a:custGeom>
                <a:avLst/>
                <a:gdLst>
                  <a:gd name="connsiteX0" fmla="*/ 0 w 393382"/>
                  <a:gd name="connsiteY0" fmla="*/ 125939 h 159276"/>
                  <a:gd name="connsiteX1" fmla="*/ 186690 w 393382"/>
                  <a:gd name="connsiteY1" fmla="*/ 209 h 159276"/>
                  <a:gd name="connsiteX2" fmla="*/ 393383 w 393382"/>
                  <a:gd name="connsiteY2" fmla="*/ 148799 h 159276"/>
                  <a:gd name="connsiteX3" fmla="*/ 74295 w 393382"/>
                  <a:gd name="connsiteY3" fmla="*/ 159276 h 159276"/>
                  <a:gd name="connsiteX4" fmla="*/ 0 w 393382"/>
                  <a:gd name="connsiteY4" fmla="*/ 125939 h 1592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382" h="159276">
                    <a:moveTo>
                      <a:pt x="0" y="125939"/>
                    </a:moveTo>
                    <a:cubicBezTo>
                      <a:pt x="0" y="125939"/>
                      <a:pt x="113348" y="5924"/>
                      <a:pt x="186690" y="209"/>
                    </a:cubicBezTo>
                    <a:cubicBezTo>
                      <a:pt x="260033" y="-6459"/>
                      <a:pt x="393383" y="148799"/>
                      <a:pt x="393383" y="148799"/>
                    </a:cubicBezTo>
                    <a:lnTo>
                      <a:pt x="74295" y="159276"/>
                    </a:lnTo>
                    <a:lnTo>
                      <a:pt x="0" y="125939"/>
                    </a:lnTo>
                    <a:close/>
                  </a:path>
                </a:pathLst>
              </a:custGeom>
              <a:solidFill>
                <a:srgbClr val="EAA271"/>
              </a:solid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A3E47CDE-1CE1-455A-A04B-32A4F5C18F25}"/>
                  </a:ext>
                </a:extLst>
              </p:cNvPr>
              <p:cNvSpPr/>
              <p:nvPr/>
            </p:nvSpPr>
            <p:spPr>
              <a:xfrm>
                <a:off x="10162222" y="5158080"/>
                <a:ext cx="1174432" cy="1471612"/>
              </a:xfrm>
              <a:custGeom>
                <a:avLst/>
                <a:gdLst>
                  <a:gd name="connsiteX0" fmla="*/ 0 w 1174432"/>
                  <a:gd name="connsiteY0" fmla="*/ 0 h 1471612"/>
                  <a:gd name="connsiteX1" fmla="*/ 1174432 w 1174432"/>
                  <a:gd name="connsiteY1" fmla="*/ 0 h 1471612"/>
                  <a:gd name="connsiteX2" fmla="*/ 1174432 w 1174432"/>
                  <a:gd name="connsiteY2" fmla="*/ 1471612 h 1471612"/>
                  <a:gd name="connsiteX3" fmla="*/ 0 w 1174432"/>
                  <a:gd name="connsiteY3" fmla="*/ 1471612 h 1471612"/>
                </a:gdLst>
                <a:ahLst/>
                <a:cxnLst>
                  <a:cxn ang="0">
                    <a:pos x="connsiteX0" y="connsiteY0"/>
                  </a:cxn>
                  <a:cxn ang="0">
                    <a:pos x="connsiteX1" y="connsiteY1"/>
                  </a:cxn>
                  <a:cxn ang="0">
                    <a:pos x="connsiteX2" y="connsiteY2"/>
                  </a:cxn>
                  <a:cxn ang="0">
                    <a:pos x="connsiteX3" y="connsiteY3"/>
                  </a:cxn>
                </a:cxnLst>
                <a:rect l="l" t="t" r="r" b="b"/>
                <a:pathLst>
                  <a:path w="1174432" h="1471612">
                    <a:moveTo>
                      <a:pt x="0" y="0"/>
                    </a:moveTo>
                    <a:lnTo>
                      <a:pt x="1174432" y="0"/>
                    </a:lnTo>
                    <a:lnTo>
                      <a:pt x="1174432" y="1471612"/>
                    </a:lnTo>
                    <a:lnTo>
                      <a:pt x="0" y="1471612"/>
                    </a:lnTo>
                    <a:close/>
                  </a:path>
                </a:pathLst>
              </a:custGeom>
              <a:solidFill>
                <a:srgbClr val="6B3D01"/>
              </a:solid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6E71A247-C02D-48CF-ADCA-A502E997BF12}"/>
                  </a:ext>
                </a:extLst>
              </p:cNvPr>
              <p:cNvSpPr/>
              <p:nvPr/>
            </p:nvSpPr>
            <p:spPr>
              <a:xfrm>
                <a:off x="9224009" y="5158080"/>
                <a:ext cx="136207" cy="1471612"/>
              </a:xfrm>
              <a:custGeom>
                <a:avLst/>
                <a:gdLst>
                  <a:gd name="connsiteX0" fmla="*/ 0 w 136207"/>
                  <a:gd name="connsiteY0" fmla="*/ 0 h 1471612"/>
                  <a:gd name="connsiteX1" fmla="*/ 136208 w 136207"/>
                  <a:gd name="connsiteY1" fmla="*/ 0 h 1471612"/>
                  <a:gd name="connsiteX2" fmla="*/ 136208 w 136207"/>
                  <a:gd name="connsiteY2" fmla="*/ 1471612 h 1471612"/>
                  <a:gd name="connsiteX3" fmla="*/ 0 w 136207"/>
                  <a:gd name="connsiteY3" fmla="*/ 1471612 h 1471612"/>
                </a:gdLst>
                <a:ahLst/>
                <a:cxnLst>
                  <a:cxn ang="0">
                    <a:pos x="connsiteX0" y="connsiteY0"/>
                  </a:cxn>
                  <a:cxn ang="0">
                    <a:pos x="connsiteX1" y="connsiteY1"/>
                  </a:cxn>
                  <a:cxn ang="0">
                    <a:pos x="connsiteX2" y="connsiteY2"/>
                  </a:cxn>
                  <a:cxn ang="0">
                    <a:pos x="connsiteX3" y="connsiteY3"/>
                  </a:cxn>
                </a:cxnLst>
                <a:rect l="l" t="t" r="r" b="b"/>
                <a:pathLst>
                  <a:path w="136207" h="1471612">
                    <a:moveTo>
                      <a:pt x="0" y="0"/>
                    </a:moveTo>
                    <a:lnTo>
                      <a:pt x="136208" y="0"/>
                    </a:lnTo>
                    <a:lnTo>
                      <a:pt x="136208" y="1471612"/>
                    </a:lnTo>
                    <a:lnTo>
                      <a:pt x="0" y="1471612"/>
                    </a:lnTo>
                    <a:close/>
                  </a:path>
                </a:pathLst>
              </a:custGeom>
              <a:solidFill>
                <a:srgbClr val="6B3D01"/>
              </a:solid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7D824008-A04F-463E-995E-744A30E1317B}"/>
                  </a:ext>
                </a:extLst>
              </p:cNvPr>
              <p:cNvSpPr/>
              <p:nvPr/>
            </p:nvSpPr>
            <p:spPr>
              <a:xfrm>
                <a:off x="10162222" y="5158080"/>
                <a:ext cx="1174432" cy="108585"/>
              </a:xfrm>
              <a:custGeom>
                <a:avLst/>
                <a:gdLst>
                  <a:gd name="connsiteX0" fmla="*/ 0 w 1174432"/>
                  <a:gd name="connsiteY0" fmla="*/ 0 h 108585"/>
                  <a:gd name="connsiteX1" fmla="*/ 1174432 w 1174432"/>
                  <a:gd name="connsiteY1" fmla="*/ 0 h 108585"/>
                  <a:gd name="connsiteX2" fmla="*/ 1174432 w 1174432"/>
                  <a:gd name="connsiteY2" fmla="*/ 108585 h 108585"/>
                  <a:gd name="connsiteX3" fmla="*/ 0 w 1174432"/>
                  <a:gd name="connsiteY3" fmla="*/ 108585 h 108585"/>
                </a:gdLst>
                <a:ahLst/>
                <a:cxnLst>
                  <a:cxn ang="0">
                    <a:pos x="connsiteX0" y="connsiteY0"/>
                  </a:cxn>
                  <a:cxn ang="0">
                    <a:pos x="connsiteX1" y="connsiteY1"/>
                  </a:cxn>
                  <a:cxn ang="0">
                    <a:pos x="connsiteX2" y="connsiteY2"/>
                  </a:cxn>
                  <a:cxn ang="0">
                    <a:pos x="connsiteX3" y="connsiteY3"/>
                  </a:cxn>
                </a:cxnLst>
                <a:rect l="l" t="t" r="r" b="b"/>
                <a:pathLst>
                  <a:path w="1174432" h="108585">
                    <a:moveTo>
                      <a:pt x="0" y="0"/>
                    </a:moveTo>
                    <a:lnTo>
                      <a:pt x="1174432" y="0"/>
                    </a:lnTo>
                    <a:lnTo>
                      <a:pt x="1174432" y="108585"/>
                    </a:lnTo>
                    <a:lnTo>
                      <a:pt x="0" y="108585"/>
                    </a:lnTo>
                    <a:close/>
                  </a:path>
                </a:pathLst>
              </a:custGeom>
              <a:solidFill>
                <a:srgbClr val="3F2403"/>
              </a:solid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32A49A80-FD5E-4E96-BF8E-2412F0236AD7}"/>
                  </a:ext>
                </a:extLst>
              </p:cNvPr>
              <p:cNvSpPr/>
              <p:nvPr/>
            </p:nvSpPr>
            <p:spPr>
              <a:xfrm>
                <a:off x="9224009" y="5158080"/>
                <a:ext cx="136207" cy="108585"/>
              </a:xfrm>
              <a:custGeom>
                <a:avLst/>
                <a:gdLst>
                  <a:gd name="connsiteX0" fmla="*/ 0 w 136207"/>
                  <a:gd name="connsiteY0" fmla="*/ 0 h 108585"/>
                  <a:gd name="connsiteX1" fmla="*/ 136208 w 136207"/>
                  <a:gd name="connsiteY1" fmla="*/ 0 h 108585"/>
                  <a:gd name="connsiteX2" fmla="*/ 136208 w 136207"/>
                  <a:gd name="connsiteY2" fmla="*/ 108585 h 108585"/>
                  <a:gd name="connsiteX3" fmla="*/ 0 w 136207"/>
                  <a:gd name="connsiteY3" fmla="*/ 108585 h 108585"/>
                </a:gdLst>
                <a:ahLst/>
                <a:cxnLst>
                  <a:cxn ang="0">
                    <a:pos x="connsiteX0" y="connsiteY0"/>
                  </a:cxn>
                  <a:cxn ang="0">
                    <a:pos x="connsiteX1" y="connsiteY1"/>
                  </a:cxn>
                  <a:cxn ang="0">
                    <a:pos x="connsiteX2" y="connsiteY2"/>
                  </a:cxn>
                  <a:cxn ang="0">
                    <a:pos x="connsiteX3" y="connsiteY3"/>
                  </a:cxn>
                </a:cxnLst>
                <a:rect l="l" t="t" r="r" b="b"/>
                <a:pathLst>
                  <a:path w="136207" h="108585">
                    <a:moveTo>
                      <a:pt x="0" y="0"/>
                    </a:moveTo>
                    <a:lnTo>
                      <a:pt x="136208" y="0"/>
                    </a:lnTo>
                    <a:lnTo>
                      <a:pt x="136208" y="108585"/>
                    </a:lnTo>
                    <a:lnTo>
                      <a:pt x="0" y="108585"/>
                    </a:lnTo>
                    <a:close/>
                  </a:path>
                </a:pathLst>
              </a:custGeom>
              <a:solidFill>
                <a:srgbClr val="3F2403"/>
              </a:solidFill>
              <a:ln w="9525" cap="flat">
                <a:noFill/>
                <a:prstDash val="solid"/>
                <a:miter/>
              </a:ln>
            </p:spPr>
            <p:txBody>
              <a:bodyPr rtlCol="0" anchor="ctr"/>
              <a:lstStyle/>
              <a:p>
                <a:endParaRPr lang="en-US"/>
              </a:p>
            </p:txBody>
          </p:sp>
          <p:grpSp>
            <p:nvGrpSpPr>
              <p:cNvPr id="272" name="Graphic 1">
                <a:extLst>
                  <a:ext uri="{FF2B5EF4-FFF2-40B4-BE49-F238E27FC236}">
                    <a16:creationId xmlns:a16="http://schemas.microsoft.com/office/drawing/2014/main" id="{BCB32647-4B2A-4755-B755-B5A6C0919ACD}"/>
                  </a:ext>
                </a:extLst>
              </p:cNvPr>
              <p:cNvGrpSpPr/>
              <p:nvPr/>
            </p:nvGrpSpPr>
            <p:grpSpPr>
              <a:xfrm>
                <a:off x="9172574" y="5034255"/>
                <a:ext cx="2252662" cy="123825"/>
                <a:chOff x="9172574" y="5034255"/>
                <a:chExt cx="2252662" cy="123825"/>
              </a:xfrm>
            </p:grpSpPr>
            <p:sp>
              <p:nvSpPr>
                <p:cNvPr id="273" name="Freeform: Shape 272">
                  <a:extLst>
                    <a:ext uri="{FF2B5EF4-FFF2-40B4-BE49-F238E27FC236}">
                      <a16:creationId xmlns:a16="http://schemas.microsoft.com/office/drawing/2014/main" id="{A54F9FF7-3BFE-4B49-B1F6-4E220BF56869}"/>
                    </a:ext>
                  </a:extLst>
                </p:cNvPr>
                <p:cNvSpPr/>
                <p:nvPr/>
              </p:nvSpPr>
              <p:spPr>
                <a:xfrm>
                  <a:off x="9172574" y="5034255"/>
                  <a:ext cx="2252662" cy="123825"/>
                </a:xfrm>
                <a:custGeom>
                  <a:avLst/>
                  <a:gdLst>
                    <a:gd name="connsiteX0" fmla="*/ 0 w 2252662"/>
                    <a:gd name="connsiteY0" fmla="*/ 0 h 123825"/>
                    <a:gd name="connsiteX1" fmla="*/ 2252663 w 2252662"/>
                    <a:gd name="connsiteY1" fmla="*/ 0 h 123825"/>
                    <a:gd name="connsiteX2" fmla="*/ 2252663 w 2252662"/>
                    <a:gd name="connsiteY2" fmla="*/ 123825 h 123825"/>
                    <a:gd name="connsiteX3" fmla="*/ 0 w 2252662"/>
                    <a:gd name="connsiteY3" fmla="*/ 123825 h 123825"/>
                  </a:gdLst>
                  <a:ahLst/>
                  <a:cxnLst>
                    <a:cxn ang="0">
                      <a:pos x="connsiteX0" y="connsiteY0"/>
                    </a:cxn>
                    <a:cxn ang="0">
                      <a:pos x="connsiteX1" y="connsiteY1"/>
                    </a:cxn>
                    <a:cxn ang="0">
                      <a:pos x="connsiteX2" y="connsiteY2"/>
                    </a:cxn>
                    <a:cxn ang="0">
                      <a:pos x="connsiteX3" y="connsiteY3"/>
                    </a:cxn>
                  </a:cxnLst>
                  <a:rect l="l" t="t" r="r" b="b"/>
                  <a:pathLst>
                    <a:path w="2252662" h="123825">
                      <a:moveTo>
                        <a:pt x="0" y="0"/>
                      </a:moveTo>
                      <a:lnTo>
                        <a:pt x="2252663" y="0"/>
                      </a:lnTo>
                      <a:lnTo>
                        <a:pt x="2252663" y="123825"/>
                      </a:lnTo>
                      <a:lnTo>
                        <a:pt x="0" y="123825"/>
                      </a:lnTo>
                      <a:close/>
                    </a:path>
                  </a:pathLst>
                </a:custGeom>
                <a:solidFill>
                  <a:srgbClr val="6B3D01"/>
                </a:solid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4BC11693-3FA2-4F75-BDD2-78075B76B4F6}"/>
                    </a:ext>
                  </a:extLst>
                </p:cNvPr>
                <p:cNvSpPr/>
                <p:nvPr/>
              </p:nvSpPr>
              <p:spPr>
                <a:xfrm>
                  <a:off x="9172574" y="5034255"/>
                  <a:ext cx="2252662" cy="26670"/>
                </a:xfrm>
                <a:custGeom>
                  <a:avLst/>
                  <a:gdLst>
                    <a:gd name="connsiteX0" fmla="*/ 0 w 2252662"/>
                    <a:gd name="connsiteY0" fmla="*/ 0 h 26670"/>
                    <a:gd name="connsiteX1" fmla="*/ 2252663 w 2252662"/>
                    <a:gd name="connsiteY1" fmla="*/ 0 h 26670"/>
                    <a:gd name="connsiteX2" fmla="*/ 2252663 w 2252662"/>
                    <a:gd name="connsiteY2" fmla="*/ 26670 h 26670"/>
                    <a:gd name="connsiteX3" fmla="*/ 0 w 2252662"/>
                    <a:gd name="connsiteY3" fmla="*/ 26670 h 26670"/>
                  </a:gdLst>
                  <a:ahLst/>
                  <a:cxnLst>
                    <a:cxn ang="0">
                      <a:pos x="connsiteX0" y="connsiteY0"/>
                    </a:cxn>
                    <a:cxn ang="0">
                      <a:pos x="connsiteX1" y="connsiteY1"/>
                    </a:cxn>
                    <a:cxn ang="0">
                      <a:pos x="connsiteX2" y="connsiteY2"/>
                    </a:cxn>
                    <a:cxn ang="0">
                      <a:pos x="connsiteX3" y="connsiteY3"/>
                    </a:cxn>
                  </a:cxnLst>
                  <a:rect l="l" t="t" r="r" b="b"/>
                  <a:pathLst>
                    <a:path w="2252662" h="26670">
                      <a:moveTo>
                        <a:pt x="0" y="0"/>
                      </a:moveTo>
                      <a:lnTo>
                        <a:pt x="2252663" y="0"/>
                      </a:lnTo>
                      <a:lnTo>
                        <a:pt x="2252663" y="26670"/>
                      </a:lnTo>
                      <a:lnTo>
                        <a:pt x="0" y="26670"/>
                      </a:lnTo>
                      <a:close/>
                    </a:path>
                  </a:pathLst>
                </a:custGeom>
                <a:solidFill>
                  <a:srgbClr val="A5661B"/>
                </a:solidFill>
                <a:ln w="9525" cap="flat">
                  <a:noFill/>
                  <a:prstDash val="solid"/>
                  <a:miter/>
                </a:ln>
              </p:spPr>
              <p:txBody>
                <a:bodyPr rtlCol="0" anchor="ctr"/>
                <a:lstStyle/>
                <a:p>
                  <a:endParaRPr lang="en-US"/>
                </a:p>
              </p:txBody>
            </p:sp>
          </p:grpSp>
          <p:sp>
            <p:nvSpPr>
              <p:cNvPr id="275" name="Freeform: Shape 274">
                <a:extLst>
                  <a:ext uri="{FF2B5EF4-FFF2-40B4-BE49-F238E27FC236}">
                    <a16:creationId xmlns:a16="http://schemas.microsoft.com/office/drawing/2014/main" id="{08BE41E4-5AB8-4D9B-BFC9-FBEC709242BD}"/>
                  </a:ext>
                </a:extLst>
              </p:cNvPr>
              <p:cNvSpPr/>
              <p:nvPr/>
            </p:nvSpPr>
            <p:spPr>
              <a:xfrm>
                <a:off x="9728834" y="4969485"/>
                <a:ext cx="1165860" cy="78104"/>
              </a:xfrm>
              <a:custGeom>
                <a:avLst/>
                <a:gdLst>
                  <a:gd name="connsiteX0" fmla="*/ 0 w 1165860"/>
                  <a:gd name="connsiteY0" fmla="*/ 0 h 78104"/>
                  <a:gd name="connsiteX1" fmla="*/ 1165860 w 1165860"/>
                  <a:gd name="connsiteY1" fmla="*/ 0 h 78104"/>
                  <a:gd name="connsiteX2" fmla="*/ 1165860 w 1165860"/>
                  <a:gd name="connsiteY2" fmla="*/ 78105 h 78104"/>
                  <a:gd name="connsiteX3" fmla="*/ 0 w 1165860"/>
                  <a:gd name="connsiteY3" fmla="*/ 78105 h 78104"/>
                </a:gdLst>
                <a:ahLst/>
                <a:cxnLst>
                  <a:cxn ang="0">
                    <a:pos x="connsiteX0" y="connsiteY0"/>
                  </a:cxn>
                  <a:cxn ang="0">
                    <a:pos x="connsiteX1" y="connsiteY1"/>
                  </a:cxn>
                  <a:cxn ang="0">
                    <a:pos x="connsiteX2" y="connsiteY2"/>
                  </a:cxn>
                  <a:cxn ang="0">
                    <a:pos x="connsiteX3" y="connsiteY3"/>
                  </a:cxn>
                </a:cxnLst>
                <a:rect l="l" t="t" r="r" b="b"/>
                <a:pathLst>
                  <a:path w="1165860" h="78104">
                    <a:moveTo>
                      <a:pt x="0" y="0"/>
                    </a:moveTo>
                    <a:lnTo>
                      <a:pt x="1165860" y="0"/>
                    </a:lnTo>
                    <a:lnTo>
                      <a:pt x="1165860" y="78105"/>
                    </a:lnTo>
                    <a:lnTo>
                      <a:pt x="0" y="78105"/>
                    </a:lnTo>
                    <a:close/>
                  </a:path>
                </a:pathLst>
              </a:custGeom>
              <a:solidFill>
                <a:schemeClr val="accent1">
                  <a:lumMod val="75000"/>
                </a:schemeClr>
              </a:solidFill>
              <a:ln w="9525" cap="flat">
                <a:noFill/>
                <a:prstDash val="solid"/>
                <a:miter/>
              </a:ln>
            </p:spPr>
            <p:txBody>
              <a:bodyPr rtlCol="0" anchor="ctr"/>
              <a:lstStyle/>
              <a:p>
                <a:endParaRPr lang="en-US"/>
              </a:p>
            </p:txBody>
          </p:sp>
          <p:grpSp>
            <p:nvGrpSpPr>
              <p:cNvPr id="276" name="Graphic 1">
                <a:extLst>
                  <a:ext uri="{FF2B5EF4-FFF2-40B4-BE49-F238E27FC236}">
                    <a16:creationId xmlns:a16="http://schemas.microsoft.com/office/drawing/2014/main" id="{BCB32647-4B2A-4755-B755-B5A6C0919ACD}"/>
                  </a:ext>
                </a:extLst>
              </p:cNvPr>
              <p:cNvGrpSpPr/>
              <p:nvPr/>
            </p:nvGrpSpPr>
            <p:grpSpPr>
              <a:xfrm>
                <a:off x="9157334" y="4866614"/>
                <a:ext cx="876299" cy="180975"/>
                <a:chOff x="9157334" y="4866614"/>
                <a:chExt cx="876299" cy="180975"/>
              </a:xfrm>
            </p:grpSpPr>
            <p:sp>
              <p:nvSpPr>
                <p:cNvPr id="277" name="Freeform: Shape 276">
                  <a:extLst>
                    <a:ext uri="{FF2B5EF4-FFF2-40B4-BE49-F238E27FC236}">
                      <a16:creationId xmlns:a16="http://schemas.microsoft.com/office/drawing/2014/main" id="{9DA6E5A0-9FFF-4024-AD3A-1044D983484B}"/>
                    </a:ext>
                  </a:extLst>
                </p:cNvPr>
                <p:cNvSpPr/>
                <p:nvPr/>
              </p:nvSpPr>
              <p:spPr>
                <a:xfrm>
                  <a:off x="9157334" y="4866614"/>
                  <a:ext cx="876299" cy="180975"/>
                </a:xfrm>
                <a:custGeom>
                  <a:avLst/>
                  <a:gdLst>
                    <a:gd name="connsiteX0" fmla="*/ 876300 w 876299"/>
                    <a:gd name="connsiteY0" fmla="*/ 180975 h 180975"/>
                    <a:gd name="connsiteX1" fmla="*/ 90488 w 876299"/>
                    <a:gd name="connsiteY1" fmla="*/ 180975 h 180975"/>
                    <a:gd name="connsiteX2" fmla="*/ 0 w 876299"/>
                    <a:gd name="connsiteY2" fmla="*/ 90488 h 180975"/>
                    <a:gd name="connsiteX3" fmla="*/ 0 w 876299"/>
                    <a:gd name="connsiteY3" fmla="*/ 90488 h 180975"/>
                    <a:gd name="connsiteX4" fmla="*/ 90488 w 876299"/>
                    <a:gd name="connsiteY4" fmla="*/ 0 h 180975"/>
                    <a:gd name="connsiteX5" fmla="*/ 876300 w 876299"/>
                    <a:gd name="connsiteY5" fmla="*/ 0 h 180975"/>
                    <a:gd name="connsiteX6" fmla="*/ 876300 w 876299"/>
                    <a:gd name="connsiteY6" fmla="*/ 180975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76299" h="180975">
                      <a:moveTo>
                        <a:pt x="876300" y="180975"/>
                      </a:moveTo>
                      <a:lnTo>
                        <a:pt x="90488" y="180975"/>
                      </a:lnTo>
                      <a:cubicBezTo>
                        <a:pt x="40005" y="180975"/>
                        <a:pt x="0" y="140017"/>
                        <a:pt x="0" y="90488"/>
                      </a:cubicBezTo>
                      <a:lnTo>
                        <a:pt x="0" y="90488"/>
                      </a:lnTo>
                      <a:cubicBezTo>
                        <a:pt x="0" y="40005"/>
                        <a:pt x="40957" y="0"/>
                        <a:pt x="90488" y="0"/>
                      </a:cubicBezTo>
                      <a:lnTo>
                        <a:pt x="876300" y="0"/>
                      </a:lnTo>
                      <a:lnTo>
                        <a:pt x="876300" y="180975"/>
                      </a:lnTo>
                      <a:close/>
                    </a:path>
                  </a:pathLst>
                </a:custGeom>
                <a:solidFill>
                  <a:schemeClr val="accent3"/>
                </a:solid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E6B1E5AC-488D-4339-89C7-449F92993F19}"/>
                    </a:ext>
                  </a:extLst>
                </p:cNvPr>
                <p:cNvSpPr/>
                <p:nvPr/>
              </p:nvSpPr>
              <p:spPr>
                <a:xfrm>
                  <a:off x="9200197" y="4903762"/>
                  <a:ext cx="833437" cy="106679"/>
                </a:xfrm>
                <a:custGeom>
                  <a:avLst/>
                  <a:gdLst>
                    <a:gd name="connsiteX0" fmla="*/ 833437 w 833437"/>
                    <a:gd name="connsiteY0" fmla="*/ 106680 h 106679"/>
                    <a:gd name="connsiteX1" fmla="*/ 53340 w 833437"/>
                    <a:gd name="connsiteY1" fmla="*/ 106680 h 106679"/>
                    <a:gd name="connsiteX2" fmla="*/ 0 w 833437"/>
                    <a:gd name="connsiteY2" fmla="*/ 53340 h 106679"/>
                    <a:gd name="connsiteX3" fmla="*/ 0 w 833437"/>
                    <a:gd name="connsiteY3" fmla="*/ 53340 h 106679"/>
                    <a:gd name="connsiteX4" fmla="*/ 53340 w 833437"/>
                    <a:gd name="connsiteY4" fmla="*/ 0 h 106679"/>
                    <a:gd name="connsiteX5" fmla="*/ 833437 w 833437"/>
                    <a:gd name="connsiteY5" fmla="*/ 0 h 106679"/>
                    <a:gd name="connsiteX6" fmla="*/ 833437 w 833437"/>
                    <a:gd name="connsiteY6" fmla="*/ 106680 h 106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437" h="106679">
                      <a:moveTo>
                        <a:pt x="833437" y="106680"/>
                      </a:moveTo>
                      <a:lnTo>
                        <a:pt x="53340" y="106680"/>
                      </a:lnTo>
                      <a:cubicBezTo>
                        <a:pt x="23813" y="106680"/>
                        <a:pt x="0" y="82867"/>
                        <a:pt x="0" y="53340"/>
                      </a:cubicBezTo>
                      <a:lnTo>
                        <a:pt x="0" y="53340"/>
                      </a:lnTo>
                      <a:cubicBezTo>
                        <a:pt x="0" y="23813"/>
                        <a:pt x="23813" y="0"/>
                        <a:pt x="53340" y="0"/>
                      </a:cubicBezTo>
                      <a:lnTo>
                        <a:pt x="833437" y="0"/>
                      </a:lnTo>
                      <a:lnTo>
                        <a:pt x="833437" y="106680"/>
                      </a:lnTo>
                      <a:close/>
                    </a:path>
                  </a:pathLst>
                </a:custGeom>
                <a:solidFill>
                  <a:srgbClr val="FFF5F7"/>
                </a:solidFill>
                <a:ln w="9525" cap="flat">
                  <a:noFill/>
                  <a:prstDash val="solid"/>
                  <a:miter/>
                </a:ln>
              </p:spPr>
              <p:txBody>
                <a:bodyPr rtlCol="0" anchor="ctr"/>
                <a:lstStyle/>
                <a:p>
                  <a:endParaRPr lang="en-US"/>
                </a:p>
              </p:txBody>
            </p:sp>
          </p:grpSp>
          <p:grpSp>
            <p:nvGrpSpPr>
              <p:cNvPr id="279" name="Graphic 1">
                <a:extLst>
                  <a:ext uri="{FF2B5EF4-FFF2-40B4-BE49-F238E27FC236}">
                    <a16:creationId xmlns:a16="http://schemas.microsoft.com/office/drawing/2014/main" id="{BCB32647-4B2A-4755-B755-B5A6C0919ACD}"/>
                  </a:ext>
                </a:extLst>
              </p:cNvPr>
              <p:cNvGrpSpPr/>
              <p:nvPr/>
            </p:nvGrpSpPr>
            <p:grpSpPr>
              <a:xfrm>
                <a:off x="9219247" y="4685639"/>
                <a:ext cx="876299" cy="180975"/>
                <a:chOff x="9219247" y="4685639"/>
                <a:chExt cx="876299" cy="180975"/>
              </a:xfrm>
            </p:grpSpPr>
            <p:sp>
              <p:nvSpPr>
                <p:cNvPr id="280" name="Freeform: Shape 279">
                  <a:extLst>
                    <a:ext uri="{FF2B5EF4-FFF2-40B4-BE49-F238E27FC236}">
                      <a16:creationId xmlns:a16="http://schemas.microsoft.com/office/drawing/2014/main" id="{C356B946-5D26-4BFB-BDE0-3A72FCF11BC5}"/>
                    </a:ext>
                  </a:extLst>
                </p:cNvPr>
                <p:cNvSpPr/>
                <p:nvPr/>
              </p:nvSpPr>
              <p:spPr>
                <a:xfrm>
                  <a:off x="9219247" y="4685639"/>
                  <a:ext cx="876299" cy="180975"/>
                </a:xfrm>
                <a:custGeom>
                  <a:avLst/>
                  <a:gdLst>
                    <a:gd name="connsiteX0" fmla="*/ 0 w 876299"/>
                    <a:gd name="connsiteY0" fmla="*/ 0 h 180975"/>
                    <a:gd name="connsiteX1" fmla="*/ 785812 w 876299"/>
                    <a:gd name="connsiteY1" fmla="*/ 0 h 180975"/>
                    <a:gd name="connsiteX2" fmla="*/ 876300 w 876299"/>
                    <a:gd name="connsiteY2" fmla="*/ 90488 h 180975"/>
                    <a:gd name="connsiteX3" fmla="*/ 876300 w 876299"/>
                    <a:gd name="connsiteY3" fmla="*/ 90488 h 180975"/>
                    <a:gd name="connsiteX4" fmla="*/ 785812 w 876299"/>
                    <a:gd name="connsiteY4" fmla="*/ 180975 h 180975"/>
                    <a:gd name="connsiteX5" fmla="*/ 0 w 876299"/>
                    <a:gd name="connsiteY5" fmla="*/ 180975 h 180975"/>
                    <a:gd name="connsiteX6" fmla="*/ 0 w 876299"/>
                    <a:gd name="connsiteY6" fmla="*/ 0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76299" h="180975">
                      <a:moveTo>
                        <a:pt x="0" y="0"/>
                      </a:moveTo>
                      <a:lnTo>
                        <a:pt x="785812" y="0"/>
                      </a:lnTo>
                      <a:cubicBezTo>
                        <a:pt x="836295" y="0"/>
                        <a:pt x="876300" y="40958"/>
                        <a:pt x="876300" y="90488"/>
                      </a:cubicBezTo>
                      <a:lnTo>
                        <a:pt x="876300" y="90488"/>
                      </a:lnTo>
                      <a:cubicBezTo>
                        <a:pt x="876300" y="140970"/>
                        <a:pt x="835343" y="180975"/>
                        <a:pt x="785812" y="180975"/>
                      </a:cubicBezTo>
                      <a:lnTo>
                        <a:pt x="0" y="180975"/>
                      </a:lnTo>
                      <a:lnTo>
                        <a:pt x="0" y="0"/>
                      </a:lnTo>
                      <a:close/>
                    </a:path>
                  </a:pathLst>
                </a:custGeom>
                <a:solidFill>
                  <a:schemeClr val="accent2"/>
                </a:solid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B54A3FC0-5FC4-4E6F-947A-B8C12717671E}"/>
                    </a:ext>
                  </a:extLst>
                </p:cNvPr>
                <p:cNvSpPr/>
                <p:nvPr/>
              </p:nvSpPr>
              <p:spPr>
                <a:xfrm>
                  <a:off x="9219247" y="4722787"/>
                  <a:ext cx="833437" cy="106679"/>
                </a:xfrm>
                <a:custGeom>
                  <a:avLst/>
                  <a:gdLst>
                    <a:gd name="connsiteX0" fmla="*/ 0 w 833437"/>
                    <a:gd name="connsiteY0" fmla="*/ 0 h 106679"/>
                    <a:gd name="connsiteX1" fmla="*/ 780098 w 833437"/>
                    <a:gd name="connsiteY1" fmla="*/ 0 h 106679"/>
                    <a:gd name="connsiteX2" fmla="*/ 833437 w 833437"/>
                    <a:gd name="connsiteY2" fmla="*/ 53340 h 106679"/>
                    <a:gd name="connsiteX3" fmla="*/ 833437 w 833437"/>
                    <a:gd name="connsiteY3" fmla="*/ 53340 h 106679"/>
                    <a:gd name="connsiteX4" fmla="*/ 780098 w 833437"/>
                    <a:gd name="connsiteY4" fmla="*/ 106680 h 106679"/>
                    <a:gd name="connsiteX5" fmla="*/ 0 w 833437"/>
                    <a:gd name="connsiteY5" fmla="*/ 106680 h 106679"/>
                    <a:gd name="connsiteX6" fmla="*/ 0 w 833437"/>
                    <a:gd name="connsiteY6" fmla="*/ 0 h 106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437" h="106679">
                      <a:moveTo>
                        <a:pt x="0" y="0"/>
                      </a:moveTo>
                      <a:lnTo>
                        <a:pt x="780098" y="0"/>
                      </a:lnTo>
                      <a:cubicBezTo>
                        <a:pt x="809625" y="0"/>
                        <a:pt x="833437" y="23813"/>
                        <a:pt x="833437" y="53340"/>
                      </a:cubicBezTo>
                      <a:lnTo>
                        <a:pt x="833437" y="53340"/>
                      </a:lnTo>
                      <a:cubicBezTo>
                        <a:pt x="833437" y="82867"/>
                        <a:pt x="809625" y="106680"/>
                        <a:pt x="780098" y="106680"/>
                      </a:cubicBezTo>
                      <a:lnTo>
                        <a:pt x="0" y="106680"/>
                      </a:lnTo>
                      <a:lnTo>
                        <a:pt x="0" y="0"/>
                      </a:lnTo>
                      <a:close/>
                    </a:path>
                  </a:pathLst>
                </a:custGeom>
                <a:solidFill>
                  <a:srgbClr val="FFF5F7"/>
                </a:solidFill>
                <a:ln w="9525" cap="flat">
                  <a:noFill/>
                  <a:prstDash val="solid"/>
                  <a:miter/>
                </a:ln>
              </p:spPr>
              <p:txBody>
                <a:bodyPr rtlCol="0" anchor="ctr"/>
                <a:lstStyle/>
                <a:p>
                  <a:endParaRPr lang="en-US"/>
                </a:p>
              </p:txBody>
            </p:sp>
          </p:grpSp>
          <p:grpSp>
            <p:nvGrpSpPr>
              <p:cNvPr id="282" name="Graphic 1">
                <a:extLst>
                  <a:ext uri="{FF2B5EF4-FFF2-40B4-BE49-F238E27FC236}">
                    <a16:creationId xmlns:a16="http://schemas.microsoft.com/office/drawing/2014/main" id="{BCB32647-4B2A-4755-B755-B5A6C0919ACD}"/>
                  </a:ext>
                </a:extLst>
              </p:cNvPr>
              <p:cNvGrpSpPr/>
              <p:nvPr/>
            </p:nvGrpSpPr>
            <p:grpSpPr>
              <a:xfrm>
                <a:off x="10119358" y="4113187"/>
                <a:ext cx="1304946" cy="934402"/>
                <a:chOff x="10119358" y="4113187"/>
                <a:chExt cx="1304946" cy="934402"/>
              </a:xfrm>
            </p:grpSpPr>
            <p:sp>
              <p:nvSpPr>
                <p:cNvPr id="283" name="Freeform: Shape 282">
                  <a:extLst>
                    <a:ext uri="{FF2B5EF4-FFF2-40B4-BE49-F238E27FC236}">
                      <a16:creationId xmlns:a16="http://schemas.microsoft.com/office/drawing/2014/main" id="{13B11F0C-9A8A-4CE8-80E3-E6BA4F897036}"/>
                    </a:ext>
                  </a:extLst>
                </p:cNvPr>
                <p:cNvSpPr/>
                <p:nvPr/>
              </p:nvSpPr>
              <p:spPr>
                <a:xfrm>
                  <a:off x="10710862" y="4781842"/>
                  <a:ext cx="122872" cy="192404"/>
                </a:xfrm>
                <a:custGeom>
                  <a:avLst/>
                  <a:gdLst>
                    <a:gd name="connsiteX0" fmla="*/ 0 w 122872"/>
                    <a:gd name="connsiteY0" fmla="*/ 0 h 192404"/>
                    <a:gd name="connsiteX1" fmla="*/ 122872 w 122872"/>
                    <a:gd name="connsiteY1" fmla="*/ 0 h 192404"/>
                    <a:gd name="connsiteX2" fmla="*/ 122872 w 122872"/>
                    <a:gd name="connsiteY2" fmla="*/ 192405 h 192404"/>
                    <a:gd name="connsiteX3" fmla="*/ 0 w 122872"/>
                    <a:gd name="connsiteY3" fmla="*/ 192405 h 192404"/>
                  </a:gdLst>
                  <a:ahLst/>
                  <a:cxnLst>
                    <a:cxn ang="0">
                      <a:pos x="connsiteX0" y="connsiteY0"/>
                    </a:cxn>
                    <a:cxn ang="0">
                      <a:pos x="connsiteX1" y="connsiteY1"/>
                    </a:cxn>
                    <a:cxn ang="0">
                      <a:pos x="connsiteX2" y="connsiteY2"/>
                    </a:cxn>
                    <a:cxn ang="0">
                      <a:pos x="connsiteX3" y="connsiteY3"/>
                    </a:cxn>
                  </a:cxnLst>
                  <a:rect l="l" t="t" r="r" b="b"/>
                  <a:pathLst>
                    <a:path w="122872" h="192404">
                      <a:moveTo>
                        <a:pt x="0" y="0"/>
                      </a:moveTo>
                      <a:lnTo>
                        <a:pt x="122872" y="0"/>
                      </a:lnTo>
                      <a:lnTo>
                        <a:pt x="122872" y="192405"/>
                      </a:lnTo>
                      <a:lnTo>
                        <a:pt x="0" y="192405"/>
                      </a:lnTo>
                      <a:close/>
                    </a:path>
                  </a:pathLst>
                </a:custGeom>
                <a:solidFill>
                  <a:schemeClr val="accent1">
                    <a:lumMod val="75000"/>
                  </a:schemeClr>
                </a:solid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342B6530-1010-41F2-A430-EE443FC60052}"/>
                    </a:ext>
                  </a:extLst>
                </p:cNvPr>
                <p:cNvSpPr/>
                <p:nvPr/>
              </p:nvSpPr>
              <p:spPr>
                <a:xfrm>
                  <a:off x="10484166" y="4962817"/>
                  <a:ext cx="577215" cy="84772"/>
                </a:xfrm>
                <a:custGeom>
                  <a:avLst/>
                  <a:gdLst>
                    <a:gd name="connsiteX0" fmla="*/ 577215 w 577215"/>
                    <a:gd name="connsiteY0" fmla="*/ 84772 h 84772"/>
                    <a:gd name="connsiteX1" fmla="*/ 0 w 577215"/>
                    <a:gd name="connsiteY1" fmla="*/ 84772 h 84772"/>
                    <a:gd name="connsiteX2" fmla="*/ 0 w 577215"/>
                    <a:gd name="connsiteY2" fmla="*/ 83820 h 84772"/>
                    <a:gd name="connsiteX3" fmla="*/ 83820 w 577215"/>
                    <a:gd name="connsiteY3" fmla="*/ 0 h 84772"/>
                    <a:gd name="connsiteX4" fmla="*/ 492442 w 577215"/>
                    <a:gd name="connsiteY4" fmla="*/ 0 h 84772"/>
                    <a:gd name="connsiteX5" fmla="*/ 577215 w 577215"/>
                    <a:gd name="connsiteY5" fmla="*/ 84772 h 84772"/>
                    <a:gd name="connsiteX6" fmla="*/ 577215 w 577215"/>
                    <a:gd name="connsiteY6" fmla="*/ 84772 h 8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7215" h="84772">
                      <a:moveTo>
                        <a:pt x="577215" y="84772"/>
                      </a:moveTo>
                      <a:lnTo>
                        <a:pt x="0" y="84772"/>
                      </a:lnTo>
                      <a:lnTo>
                        <a:pt x="0" y="83820"/>
                      </a:lnTo>
                      <a:cubicBezTo>
                        <a:pt x="0" y="37147"/>
                        <a:pt x="38100" y="0"/>
                        <a:pt x="83820" y="0"/>
                      </a:cubicBezTo>
                      <a:lnTo>
                        <a:pt x="492442" y="0"/>
                      </a:lnTo>
                      <a:cubicBezTo>
                        <a:pt x="539115" y="952"/>
                        <a:pt x="577215" y="38100"/>
                        <a:pt x="577215" y="84772"/>
                      </a:cubicBezTo>
                      <a:lnTo>
                        <a:pt x="577215" y="84772"/>
                      </a:lnTo>
                      <a:close/>
                    </a:path>
                  </a:pathLst>
                </a:custGeom>
                <a:solidFill>
                  <a:schemeClr val="accent1"/>
                </a:solid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6E86D97C-50CC-4AB0-A6C0-B0DB7A948559}"/>
                    </a:ext>
                  </a:extLst>
                </p:cNvPr>
                <p:cNvSpPr/>
                <p:nvPr/>
              </p:nvSpPr>
              <p:spPr>
                <a:xfrm>
                  <a:off x="10119358" y="4113187"/>
                  <a:ext cx="1304946" cy="794385"/>
                </a:xfrm>
                <a:custGeom>
                  <a:avLst/>
                  <a:gdLst>
                    <a:gd name="connsiteX0" fmla="*/ 1235393 w 1304946"/>
                    <a:gd name="connsiteY0" fmla="*/ 794385 h 794385"/>
                    <a:gd name="connsiteX1" fmla="*/ 70485 w 1304946"/>
                    <a:gd name="connsiteY1" fmla="*/ 794385 h 794385"/>
                    <a:gd name="connsiteX2" fmla="*/ 0 w 1304946"/>
                    <a:gd name="connsiteY2" fmla="*/ 723900 h 794385"/>
                    <a:gd name="connsiteX3" fmla="*/ 0 w 1304946"/>
                    <a:gd name="connsiteY3" fmla="*/ 70485 h 794385"/>
                    <a:gd name="connsiteX4" fmla="*/ 70485 w 1304946"/>
                    <a:gd name="connsiteY4" fmla="*/ 0 h 794385"/>
                    <a:gd name="connsiteX5" fmla="*/ 1234440 w 1304946"/>
                    <a:gd name="connsiteY5" fmla="*/ 0 h 794385"/>
                    <a:gd name="connsiteX6" fmla="*/ 1304925 w 1304946"/>
                    <a:gd name="connsiteY6" fmla="*/ 70485 h 794385"/>
                    <a:gd name="connsiteX7" fmla="*/ 1304925 w 1304946"/>
                    <a:gd name="connsiteY7" fmla="*/ 723900 h 794385"/>
                    <a:gd name="connsiteX8" fmla="*/ 1235393 w 1304946"/>
                    <a:gd name="connsiteY8" fmla="*/ 794385 h 79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4946" h="794385">
                      <a:moveTo>
                        <a:pt x="1235393" y="794385"/>
                      </a:moveTo>
                      <a:lnTo>
                        <a:pt x="70485" y="794385"/>
                      </a:lnTo>
                      <a:cubicBezTo>
                        <a:pt x="31433" y="794385"/>
                        <a:pt x="0" y="762953"/>
                        <a:pt x="0" y="723900"/>
                      </a:cubicBezTo>
                      <a:lnTo>
                        <a:pt x="0" y="70485"/>
                      </a:lnTo>
                      <a:cubicBezTo>
                        <a:pt x="0" y="31433"/>
                        <a:pt x="31433" y="0"/>
                        <a:pt x="70485" y="0"/>
                      </a:cubicBezTo>
                      <a:lnTo>
                        <a:pt x="1234440" y="0"/>
                      </a:lnTo>
                      <a:cubicBezTo>
                        <a:pt x="1273493" y="0"/>
                        <a:pt x="1304925" y="31433"/>
                        <a:pt x="1304925" y="70485"/>
                      </a:cubicBezTo>
                      <a:lnTo>
                        <a:pt x="1304925" y="723900"/>
                      </a:lnTo>
                      <a:cubicBezTo>
                        <a:pt x="1305878" y="762953"/>
                        <a:pt x="1274445" y="794385"/>
                        <a:pt x="1235393" y="794385"/>
                      </a:cubicBezTo>
                      <a:close/>
                    </a:path>
                  </a:pathLst>
                </a:custGeom>
                <a:solidFill>
                  <a:schemeClr val="accent1"/>
                </a:solid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0911D78C-C678-4A1B-BA01-DBC8D6529933}"/>
                    </a:ext>
                  </a:extLst>
                </p:cNvPr>
                <p:cNvSpPr/>
                <p:nvPr/>
              </p:nvSpPr>
              <p:spPr>
                <a:xfrm>
                  <a:off x="10119359" y="4530382"/>
                  <a:ext cx="1304925" cy="377190"/>
                </a:xfrm>
                <a:custGeom>
                  <a:avLst/>
                  <a:gdLst>
                    <a:gd name="connsiteX0" fmla="*/ 0 w 1304925"/>
                    <a:gd name="connsiteY0" fmla="*/ 0 h 377190"/>
                    <a:gd name="connsiteX1" fmla="*/ 0 w 1304925"/>
                    <a:gd name="connsiteY1" fmla="*/ 306705 h 377190"/>
                    <a:gd name="connsiteX2" fmla="*/ 70485 w 1304925"/>
                    <a:gd name="connsiteY2" fmla="*/ 377190 h 377190"/>
                    <a:gd name="connsiteX3" fmla="*/ 1234440 w 1304925"/>
                    <a:gd name="connsiteY3" fmla="*/ 377190 h 377190"/>
                    <a:gd name="connsiteX4" fmla="*/ 1304925 w 1304925"/>
                    <a:gd name="connsiteY4" fmla="*/ 306705 h 377190"/>
                    <a:gd name="connsiteX5" fmla="*/ 1304925 w 1304925"/>
                    <a:gd name="connsiteY5" fmla="*/ 0 h 377190"/>
                    <a:gd name="connsiteX6" fmla="*/ 0 w 1304925"/>
                    <a:gd name="connsiteY6" fmla="*/ 0 h 377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4925" h="377190">
                      <a:moveTo>
                        <a:pt x="0" y="0"/>
                      </a:moveTo>
                      <a:lnTo>
                        <a:pt x="0" y="306705"/>
                      </a:lnTo>
                      <a:cubicBezTo>
                        <a:pt x="0" y="345758"/>
                        <a:pt x="31433" y="377190"/>
                        <a:pt x="70485" y="377190"/>
                      </a:cubicBezTo>
                      <a:lnTo>
                        <a:pt x="1234440" y="377190"/>
                      </a:lnTo>
                      <a:cubicBezTo>
                        <a:pt x="1273493" y="377190"/>
                        <a:pt x="1304925" y="345758"/>
                        <a:pt x="1304925" y="306705"/>
                      </a:cubicBezTo>
                      <a:lnTo>
                        <a:pt x="1304925" y="0"/>
                      </a:lnTo>
                      <a:lnTo>
                        <a:pt x="0" y="0"/>
                      </a:lnTo>
                      <a:close/>
                    </a:path>
                  </a:pathLst>
                </a:custGeom>
                <a:solidFill>
                  <a:schemeClr val="tx2">
                    <a:alpha val="17000"/>
                  </a:schemeClr>
                </a:solid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D25BE994-23A0-4123-BFBD-5F915FBA2C98}"/>
                    </a:ext>
                  </a:extLst>
                </p:cNvPr>
                <p:cNvSpPr/>
                <p:nvPr/>
              </p:nvSpPr>
              <p:spPr>
                <a:xfrm>
                  <a:off x="10710862" y="4468470"/>
                  <a:ext cx="123825" cy="123825"/>
                </a:xfrm>
                <a:custGeom>
                  <a:avLst/>
                  <a:gdLst>
                    <a:gd name="connsiteX0" fmla="*/ 123825 w 123825"/>
                    <a:gd name="connsiteY0" fmla="*/ 61912 h 123825"/>
                    <a:gd name="connsiteX1" fmla="*/ 61913 w 123825"/>
                    <a:gd name="connsiteY1" fmla="*/ 123825 h 123825"/>
                    <a:gd name="connsiteX2" fmla="*/ 0 w 123825"/>
                    <a:gd name="connsiteY2" fmla="*/ 61912 h 123825"/>
                    <a:gd name="connsiteX3" fmla="*/ 61913 w 123825"/>
                    <a:gd name="connsiteY3" fmla="*/ 0 h 123825"/>
                    <a:gd name="connsiteX4" fmla="*/ 123825 w 123825"/>
                    <a:gd name="connsiteY4" fmla="*/ 61912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825" y="61912"/>
                      </a:moveTo>
                      <a:cubicBezTo>
                        <a:pt x="123825" y="96106"/>
                        <a:pt x="96106" y="123825"/>
                        <a:pt x="61913" y="123825"/>
                      </a:cubicBezTo>
                      <a:cubicBezTo>
                        <a:pt x="27719" y="123825"/>
                        <a:pt x="0" y="96106"/>
                        <a:pt x="0" y="61912"/>
                      </a:cubicBezTo>
                      <a:cubicBezTo>
                        <a:pt x="0" y="27719"/>
                        <a:pt x="27719" y="0"/>
                        <a:pt x="61913" y="0"/>
                      </a:cubicBezTo>
                      <a:cubicBezTo>
                        <a:pt x="96106" y="0"/>
                        <a:pt x="123825" y="27719"/>
                        <a:pt x="123825" y="61912"/>
                      </a:cubicBezTo>
                      <a:close/>
                    </a:path>
                  </a:pathLst>
                </a:custGeom>
                <a:solidFill>
                  <a:srgbClr val="FFF5F7"/>
                </a:solidFill>
                <a:ln w="9525" cap="flat">
                  <a:noFill/>
                  <a:prstDash val="solid"/>
                  <a:miter/>
                </a:ln>
              </p:spPr>
              <p:txBody>
                <a:bodyPr rtlCol="0" anchor="ctr"/>
                <a:lstStyle/>
                <a:p>
                  <a:endParaRPr lang="en-US"/>
                </a:p>
              </p:txBody>
            </p:sp>
          </p:grpSp>
          <p:grpSp>
            <p:nvGrpSpPr>
              <p:cNvPr id="288" name="Graphic 1">
                <a:extLst>
                  <a:ext uri="{FF2B5EF4-FFF2-40B4-BE49-F238E27FC236}">
                    <a16:creationId xmlns:a16="http://schemas.microsoft.com/office/drawing/2014/main" id="{BCB32647-4B2A-4755-B755-B5A6C0919ACD}"/>
                  </a:ext>
                </a:extLst>
              </p:cNvPr>
              <p:cNvGrpSpPr/>
              <p:nvPr/>
            </p:nvGrpSpPr>
            <p:grpSpPr>
              <a:xfrm>
                <a:off x="10305097" y="5158080"/>
                <a:ext cx="922972" cy="1471612"/>
                <a:chOff x="10305097" y="5158080"/>
                <a:chExt cx="922972" cy="1471612"/>
              </a:xfrm>
              <a:solidFill>
                <a:srgbClr val="3F2403"/>
              </a:solidFill>
            </p:grpSpPr>
            <p:sp>
              <p:nvSpPr>
                <p:cNvPr id="289" name="Freeform: Shape 288">
                  <a:extLst>
                    <a:ext uri="{FF2B5EF4-FFF2-40B4-BE49-F238E27FC236}">
                      <a16:creationId xmlns:a16="http://schemas.microsoft.com/office/drawing/2014/main" id="{1FDC4B07-1A8D-4900-AEDD-CBEE4E67C4A6}"/>
                    </a:ext>
                  </a:extLst>
                </p:cNvPr>
                <p:cNvSpPr/>
                <p:nvPr/>
              </p:nvSpPr>
              <p:spPr>
                <a:xfrm>
                  <a:off x="10305097" y="5158080"/>
                  <a:ext cx="33337" cy="1471612"/>
                </a:xfrm>
                <a:custGeom>
                  <a:avLst/>
                  <a:gdLst>
                    <a:gd name="connsiteX0" fmla="*/ 0 w 33337"/>
                    <a:gd name="connsiteY0" fmla="*/ 0 h 1471612"/>
                    <a:gd name="connsiteX1" fmla="*/ 33337 w 33337"/>
                    <a:gd name="connsiteY1" fmla="*/ 0 h 1471612"/>
                    <a:gd name="connsiteX2" fmla="*/ 33337 w 33337"/>
                    <a:gd name="connsiteY2" fmla="*/ 1471612 h 1471612"/>
                    <a:gd name="connsiteX3" fmla="*/ 0 w 33337"/>
                    <a:gd name="connsiteY3" fmla="*/ 1471612 h 1471612"/>
                  </a:gdLst>
                  <a:ahLst/>
                  <a:cxnLst>
                    <a:cxn ang="0">
                      <a:pos x="connsiteX0" y="connsiteY0"/>
                    </a:cxn>
                    <a:cxn ang="0">
                      <a:pos x="connsiteX1" y="connsiteY1"/>
                    </a:cxn>
                    <a:cxn ang="0">
                      <a:pos x="connsiteX2" y="connsiteY2"/>
                    </a:cxn>
                    <a:cxn ang="0">
                      <a:pos x="connsiteX3" y="connsiteY3"/>
                    </a:cxn>
                  </a:cxnLst>
                  <a:rect l="l" t="t" r="r" b="b"/>
                  <a:pathLst>
                    <a:path w="33337" h="1471612">
                      <a:moveTo>
                        <a:pt x="0" y="0"/>
                      </a:moveTo>
                      <a:lnTo>
                        <a:pt x="33337" y="0"/>
                      </a:lnTo>
                      <a:lnTo>
                        <a:pt x="33337" y="1471612"/>
                      </a:lnTo>
                      <a:lnTo>
                        <a:pt x="0" y="1471612"/>
                      </a:lnTo>
                      <a:close/>
                    </a:path>
                  </a:pathLst>
                </a:custGeom>
                <a:solidFill>
                  <a:srgbClr val="3F2403"/>
                </a:solid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04F90D9A-66F0-41A6-BE7C-5A1ACE4BCADF}"/>
                    </a:ext>
                  </a:extLst>
                </p:cNvPr>
                <p:cNvSpPr/>
                <p:nvPr/>
              </p:nvSpPr>
              <p:spPr>
                <a:xfrm>
                  <a:off x="10601324" y="5158080"/>
                  <a:ext cx="33337" cy="1471612"/>
                </a:xfrm>
                <a:custGeom>
                  <a:avLst/>
                  <a:gdLst>
                    <a:gd name="connsiteX0" fmla="*/ 0 w 33337"/>
                    <a:gd name="connsiteY0" fmla="*/ 0 h 1471612"/>
                    <a:gd name="connsiteX1" fmla="*/ 33338 w 33337"/>
                    <a:gd name="connsiteY1" fmla="*/ 0 h 1471612"/>
                    <a:gd name="connsiteX2" fmla="*/ 33338 w 33337"/>
                    <a:gd name="connsiteY2" fmla="*/ 1471612 h 1471612"/>
                    <a:gd name="connsiteX3" fmla="*/ 0 w 33337"/>
                    <a:gd name="connsiteY3" fmla="*/ 1471612 h 1471612"/>
                  </a:gdLst>
                  <a:ahLst/>
                  <a:cxnLst>
                    <a:cxn ang="0">
                      <a:pos x="connsiteX0" y="connsiteY0"/>
                    </a:cxn>
                    <a:cxn ang="0">
                      <a:pos x="connsiteX1" y="connsiteY1"/>
                    </a:cxn>
                    <a:cxn ang="0">
                      <a:pos x="connsiteX2" y="connsiteY2"/>
                    </a:cxn>
                    <a:cxn ang="0">
                      <a:pos x="connsiteX3" y="connsiteY3"/>
                    </a:cxn>
                  </a:cxnLst>
                  <a:rect l="l" t="t" r="r" b="b"/>
                  <a:pathLst>
                    <a:path w="33337" h="1471612">
                      <a:moveTo>
                        <a:pt x="0" y="0"/>
                      </a:moveTo>
                      <a:lnTo>
                        <a:pt x="33338" y="0"/>
                      </a:lnTo>
                      <a:lnTo>
                        <a:pt x="33338" y="1471612"/>
                      </a:lnTo>
                      <a:lnTo>
                        <a:pt x="0" y="1471612"/>
                      </a:lnTo>
                      <a:close/>
                    </a:path>
                  </a:pathLst>
                </a:custGeom>
                <a:solidFill>
                  <a:srgbClr val="3F2403"/>
                </a:solid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5E7CA53C-47B8-45DC-82DB-94DBC45C892F}"/>
                    </a:ext>
                  </a:extLst>
                </p:cNvPr>
                <p:cNvSpPr/>
                <p:nvPr/>
              </p:nvSpPr>
              <p:spPr>
                <a:xfrm>
                  <a:off x="10898504" y="5158080"/>
                  <a:ext cx="33337" cy="1471612"/>
                </a:xfrm>
                <a:custGeom>
                  <a:avLst/>
                  <a:gdLst>
                    <a:gd name="connsiteX0" fmla="*/ 0 w 33337"/>
                    <a:gd name="connsiteY0" fmla="*/ 0 h 1471612"/>
                    <a:gd name="connsiteX1" fmla="*/ 33337 w 33337"/>
                    <a:gd name="connsiteY1" fmla="*/ 0 h 1471612"/>
                    <a:gd name="connsiteX2" fmla="*/ 33337 w 33337"/>
                    <a:gd name="connsiteY2" fmla="*/ 1471612 h 1471612"/>
                    <a:gd name="connsiteX3" fmla="*/ 0 w 33337"/>
                    <a:gd name="connsiteY3" fmla="*/ 1471612 h 1471612"/>
                  </a:gdLst>
                  <a:ahLst/>
                  <a:cxnLst>
                    <a:cxn ang="0">
                      <a:pos x="connsiteX0" y="connsiteY0"/>
                    </a:cxn>
                    <a:cxn ang="0">
                      <a:pos x="connsiteX1" y="connsiteY1"/>
                    </a:cxn>
                    <a:cxn ang="0">
                      <a:pos x="connsiteX2" y="connsiteY2"/>
                    </a:cxn>
                    <a:cxn ang="0">
                      <a:pos x="connsiteX3" y="connsiteY3"/>
                    </a:cxn>
                  </a:cxnLst>
                  <a:rect l="l" t="t" r="r" b="b"/>
                  <a:pathLst>
                    <a:path w="33337" h="1471612">
                      <a:moveTo>
                        <a:pt x="0" y="0"/>
                      </a:moveTo>
                      <a:lnTo>
                        <a:pt x="33337" y="0"/>
                      </a:lnTo>
                      <a:lnTo>
                        <a:pt x="33337" y="1471612"/>
                      </a:lnTo>
                      <a:lnTo>
                        <a:pt x="0" y="1471612"/>
                      </a:lnTo>
                      <a:close/>
                    </a:path>
                  </a:pathLst>
                </a:custGeom>
                <a:solidFill>
                  <a:srgbClr val="3F2403"/>
                </a:solid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1585BB46-2960-4752-9F38-CAA418A0E3B3}"/>
                    </a:ext>
                  </a:extLst>
                </p:cNvPr>
                <p:cNvSpPr/>
                <p:nvPr/>
              </p:nvSpPr>
              <p:spPr>
                <a:xfrm>
                  <a:off x="11194732" y="5158080"/>
                  <a:ext cx="33337" cy="1471612"/>
                </a:xfrm>
                <a:custGeom>
                  <a:avLst/>
                  <a:gdLst>
                    <a:gd name="connsiteX0" fmla="*/ 0 w 33337"/>
                    <a:gd name="connsiteY0" fmla="*/ 0 h 1471612"/>
                    <a:gd name="connsiteX1" fmla="*/ 33337 w 33337"/>
                    <a:gd name="connsiteY1" fmla="*/ 0 h 1471612"/>
                    <a:gd name="connsiteX2" fmla="*/ 33337 w 33337"/>
                    <a:gd name="connsiteY2" fmla="*/ 1471612 h 1471612"/>
                    <a:gd name="connsiteX3" fmla="*/ 0 w 33337"/>
                    <a:gd name="connsiteY3" fmla="*/ 1471612 h 1471612"/>
                  </a:gdLst>
                  <a:ahLst/>
                  <a:cxnLst>
                    <a:cxn ang="0">
                      <a:pos x="connsiteX0" y="connsiteY0"/>
                    </a:cxn>
                    <a:cxn ang="0">
                      <a:pos x="connsiteX1" y="connsiteY1"/>
                    </a:cxn>
                    <a:cxn ang="0">
                      <a:pos x="connsiteX2" y="connsiteY2"/>
                    </a:cxn>
                    <a:cxn ang="0">
                      <a:pos x="connsiteX3" y="connsiteY3"/>
                    </a:cxn>
                  </a:cxnLst>
                  <a:rect l="l" t="t" r="r" b="b"/>
                  <a:pathLst>
                    <a:path w="33337" h="1471612">
                      <a:moveTo>
                        <a:pt x="0" y="0"/>
                      </a:moveTo>
                      <a:lnTo>
                        <a:pt x="33337" y="0"/>
                      </a:lnTo>
                      <a:lnTo>
                        <a:pt x="33337" y="1471612"/>
                      </a:lnTo>
                      <a:lnTo>
                        <a:pt x="0" y="1471612"/>
                      </a:lnTo>
                      <a:close/>
                    </a:path>
                  </a:pathLst>
                </a:custGeom>
                <a:solidFill>
                  <a:srgbClr val="3F2403"/>
                </a:solidFill>
                <a:ln w="9525" cap="flat">
                  <a:noFill/>
                  <a:prstDash val="solid"/>
                  <a:miter/>
                </a:ln>
              </p:spPr>
              <p:txBody>
                <a:bodyPr rtlCol="0" anchor="ctr"/>
                <a:lstStyle/>
                <a:p>
                  <a:endParaRPr lang="en-US"/>
                </a:p>
              </p:txBody>
            </p:sp>
          </p:grpSp>
        </p:grpSp>
      </p:grpSp>
      <p:grpSp>
        <p:nvGrpSpPr>
          <p:cNvPr id="396" name="Group 395">
            <a:extLst>
              <a:ext uri="{FF2B5EF4-FFF2-40B4-BE49-F238E27FC236}">
                <a16:creationId xmlns:a16="http://schemas.microsoft.com/office/drawing/2014/main" id="{9B8B8BE6-F857-4E10-A664-4CFE4F73CF55}"/>
              </a:ext>
            </a:extLst>
          </p:cNvPr>
          <p:cNvGrpSpPr/>
          <p:nvPr/>
        </p:nvGrpSpPr>
        <p:grpSpPr>
          <a:xfrm>
            <a:off x="1096015" y="2860552"/>
            <a:ext cx="4253436" cy="647897"/>
            <a:chOff x="1688034" y="2365368"/>
            <a:chExt cx="4253436" cy="647897"/>
          </a:xfrm>
        </p:grpSpPr>
        <p:grpSp>
          <p:nvGrpSpPr>
            <p:cNvPr id="397" name="Group 396">
              <a:extLst>
                <a:ext uri="{FF2B5EF4-FFF2-40B4-BE49-F238E27FC236}">
                  <a16:creationId xmlns:a16="http://schemas.microsoft.com/office/drawing/2014/main" id="{6E1E0DE6-DB05-44D8-87C3-067DA1DC82B1}"/>
                </a:ext>
              </a:extLst>
            </p:cNvPr>
            <p:cNvGrpSpPr/>
            <p:nvPr/>
          </p:nvGrpSpPr>
          <p:grpSpPr>
            <a:xfrm>
              <a:off x="1688034" y="2365368"/>
              <a:ext cx="4253436" cy="647897"/>
              <a:chOff x="1678614" y="2358758"/>
              <a:chExt cx="4253436" cy="647897"/>
            </a:xfrm>
          </p:grpSpPr>
          <p:sp>
            <p:nvSpPr>
              <p:cNvPr id="399" name="Rectangle: Rounded Corners 398">
                <a:extLst>
                  <a:ext uri="{FF2B5EF4-FFF2-40B4-BE49-F238E27FC236}">
                    <a16:creationId xmlns:a16="http://schemas.microsoft.com/office/drawing/2014/main" id="{B687052E-D48A-4A63-83A7-9389B2C6628B}"/>
                  </a:ext>
                </a:extLst>
              </p:cNvPr>
              <p:cNvSpPr/>
              <p:nvPr/>
            </p:nvSpPr>
            <p:spPr>
              <a:xfrm>
                <a:off x="1678614" y="2358758"/>
                <a:ext cx="647897" cy="647897"/>
              </a:xfrm>
              <a:prstGeom prst="roundRect">
                <a:avLst/>
              </a:prstGeom>
              <a:gradFill>
                <a:gsLst>
                  <a:gs pos="0">
                    <a:schemeClr val="accent1"/>
                  </a:gs>
                  <a:gs pos="100000">
                    <a:schemeClr val="accent2"/>
                  </a:gs>
                </a:gsLst>
                <a:lin ang="5400000" scaled="1"/>
              </a:gradFill>
              <a:ln>
                <a:noFill/>
              </a:ln>
              <a:effectLst>
                <a:outerShdw blurRad="355600" dist="1397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 name="TextBox 399">
                <a:extLst>
                  <a:ext uri="{FF2B5EF4-FFF2-40B4-BE49-F238E27FC236}">
                    <a16:creationId xmlns:a16="http://schemas.microsoft.com/office/drawing/2014/main" id="{1D8FB2C5-FB39-4166-BAFF-79D1E2B94A40}"/>
                  </a:ext>
                </a:extLst>
              </p:cNvPr>
              <p:cNvSpPr txBox="1"/>
              <p:nvPr/>
            </p:nvSpPr>
            <p:spPr>
              <a:xfrm>
                <a:off x="2392837" y="2421096"/>
                <a:ext cx="3539213" cy="523220"/>
              </a:xfrm>
              <a:prstGeom prst="rect">
                <a:avLst/>
              </a:prstGeom>
              <a:noFill/>
            </p:spPr>
            <p:txBody>
              <a:bodyPr wrap="square" rtlCol="0">
                <a:spAutoFit/>
              </a:bodyPr>
              <a:lstStyle/>
              <a:p>
                <a:pPr>
                  <a:buClr>
                    <a:schemeClr val="accent3"/>
                  </a:buClr>
                </a:pPr>
                <a:r>
                  <a:rPr lang="en-US" sz="1400" dirty="0">
                    <a:solidFill>
                      <a:schemeClr val="tx2"/>
                    </a:solidFill>
                    <a:latin typeface="Roboto" panose="02000000000000000000" pitchFamily="2" charset="0"/>
                    <a:ea typeface="Roboto" panose="02000000000000000000" pitchFamily="2" charset="0"/>
                  </a:rPr>
                  <a:t>Prepare a quiz or challenge to assess how much information participants learned.</a:t>
                </a:r>
              </a:p>
            </p:txBody>
          </p:sp>
        </p:grpSp>
        <p:sp>
          <p:nvSpPr>
            <p:cNvPr id="398" name="TextBox 397">
              <a:extLst>
                <a:ext uri="{FF2B5EF4-FFF2-40B4-BE49-F238E27FC236}">
                  <a16:creationId xmlns:a16="http://schemas.microsoft.com/office/drawing/2014/main" id="{A4CAFC91-9C85-4EF6-8747-C779E414E9E5}"/>
                </a:ext>
              </a:extLst>
            </p:cNvPr>
            <p:cNvSpPr txBox="1"/>
            <p:nvPr/>
          </p:nvSpPr>
          <p:spPr>
            <a:xfrm>
              <a:off x="1694639" y="2489261"/>
              <a:ext cx="634685" cy="400110"/>
            </a:xfrm>
            <a:prstGeom prst="rect">
              <a:avLst/>
            </a:prstGeom>
            <a:noFill/>
          </p:spPr>
          <p:txBody>
            <a:bodyPr wrap="square" rtlCol="0">
              <a:spAutoFit/>
            </a:bodyPr>
            <a:lstStyle/>
            <a:p>
              <a:pPr algn="ctr">
                <a:buClr>
                  <a:schemeClr val="accent3"/>
                </a:buClr>
              </a:pPr>
              <a:r>
                <a:rPr lang="en-US" sz="2000" b="1" dirty="0">
                  <a:solidFill>
                    <a:schemeClr val="bg2"/>
                  </a:solidFill>
                  <a:latin typeface="Roboto Black" panose="02000000000000000000" pitchFamily="2" charset="0"/>
                  <a:ea typeface="Roboto Black" panose="02000000000000000000" pitchFamily="2" charset="0"/>
                </a:rPr>
                <a:t>01</a:t>
              </a:r>
            </a:p>
          </p:txBody>
        </p:sp>
      </p:grpSp>
      <p:grpSp>
        <p:nvGrpSpPr>
          <p:cNvPr id="401" name="Group 400">
            <a:extLst>
              <a:ext uri="{FF2B5EF4-FFF2-40B4-BE49-F238E27FC236}">
                <a16:creationId xmlns:a16="http://schemas.microsoft.com/office/drawing/2014/main" id="{35AA7C20-04DD-4984-9F53-0D9A3C46A771}"/>
              </a:ext>
            </a:extLst>
          </p:cNvPr>
          <p:cNvGrpSpPr/>
          <p:nvPr/>
        </p:nvGrpSpPr>
        <p:grpSpPr>
          <a:xfrm>
            <a:off x="1102098" y="3888925"/>
            <a:ext cx="4253436" cy="647897"/>
            <a:chOff x="1688034" y="2365368"/>
            <a:chExt cx="4253436" cy="647897"/>
          </a:xfrm>
        </p:grpSpPr>
        <p:grpSp>
          <p:nvGrpSpPr>
            <p:cNvPr id="402" name="Group 401">
              <a:extLst>
                <a:ext uri="{FF2B5EF4-FFF2-40B4-BE49-F238E27FC236}">
                  <a16:creationId xmlns:a16="http://schemas.microsoft.com/office/drawing/2014/main" id="{B2B5C688-9769-4F8B-B8B7-AEAA9567905E}"/>
                </a:ext>
              </a:extLst>
            </p:cNvPr>
            <p:cNvGrpSpPr/>
            <p:nvPr/>
          </p:nvGrpSpPr>
          <p:grpSpPr>
            <a:xfrm>
              <a:off x="1688034" y="2365368"/>
              <a:ext cx="4253436" cy="647897"/>
              <a:chOff x="1678614" y="2358758"/>
              <a:chExt cx="4253436" cy="647897"/>
            </a:xfrm>
          </p:grpSpPr>
          <p:sp>
            <p:nvSpPr>
              <p:cNvPr id="404" name="Rectangle: Rounded Corners 403">
                <a:extLst>
                  <a:ext uri="{FF2B5EF4-FFF2-40B4-BE49-F238E27FC236}">
                    <a16:creationId xmlns:a16="http://schemas.microsoft.com/office/drawing/2014/main" id="{F8AB5265-135A-4C8B-8CF3-D1EDBC41B29B}"/>
                  </a:ext>
                </a:extLst>
              </p:cNvPr>
              <p:cNvSpPr/>
              <p:nvPr/>
            </p:nvSpPr>
            <p:spPr>
              <a:xfrm>
                <a:off x="1678614" y="2358758"/>
                <a:ext cx="647897" cy="647897"/>
              </a:xfrm>
              <a:prstGeom prst="roundRect">
                <a:avLst/>
              </a:prstGeom>
              <a:gradFill>
                <a:gsLst>
                  <a:gs pos="0">
                    <a:schemeClr val="accent1"/>
                  </a:gs>
                  <a:gs pos="100000">
                    <a:schemeClr val="accent2"/>
                  </a:gs>
                </a:gsLst>
                <a:lin ang="5400000" scaled="1"/>
              </a:gradFill>
              <a:ln>
                <a:noFill/>
              </a:ln>
              <a:effectLst>
                <a:outerShdw blurRad="355600" dist="1397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5" name="TextBox 404">
                <a:extLst>
                  <a:ext uri="{FF2B5EF4-FFF2-40B4-BE49-F238E27FC236}">
                    <a16:creationId xmlns:a16="http://schemas.microsoft.com/office/drawing/2014/main" id="{0B84BBE0-646E-43DC-AA9A-A68128F6A5BA}"/>
                  </a:ext>
                </a:extLst>
              </p:cNvPr>
              <p:cNvSpPr txBox="1"/>
              <p:nvPr/>
            </p:nvSpPr>
            <p:spPr>
              <a:xfrm>
                <a:off x="2392837" y="2421096"/>
                <a:ext cx="3539213" cy="523220"/>
              </a:xfrm>
              <a:prstGeom prst="rect">
                <a:avLst/>
              </a:prstGeom>
              <a:noFill/>
            </p:spPr>
            <p:txBody>
              <a:bodyPr wrap="square" rtlCol="0">
                <a:spAutoFit/>
              </a:bodyPr>
              <a:lstStyle/>
              <a:p>
                <a:pPr>
                  <a:buClr>
                    <a:schemeClr val="accent3"/>
                  </a:buClr>
                </a:pPr>
                <a:r>
                  <a:rPr lang="en-US" sz="1400" dirty="0">
                    <a:solidFill>
                      <a:schemeClr val="tx2"/>
                    </a:solidFill>
                    <a:latin typeface="Roboto" panose="02000000000000000000" pitchFamily="2" charset="0"/>
                    <a:ea typeface="Roboto" panose="02000000000000000000" pitchFamily="2" charset="0"/>
                  </a:rPr>
                  <a:t>Survey participants to see if they found the lesson beneficial.</a:t>
                </a:r>
              </a:p>
            </p:txBody>
          </p:sp>
        </p:grpSp>
        <p:sp>
          <p:nvSpPr>
            <p:cNvPr id="403" name="TextBox 402">
              <a:extLst>
                <a:ext uri="{FF2B5EF4-FFF2-40B4-BE49-F238E27FC236}">
                  <a16:creationId xmlns:a16="http://schemas.microsoft.com/office/drawing/2014/main" id="{967DC580-471F-4784-A8AB-D26F58002F42}"/>
                </a:ext>
              </a:extLst>
            </p:cNvPr>
            <p:cNvSpPr txBox="1"/>
            <p:nvPr/>
          </p:nvSpPr>
          <p:spPr>
            <a:xfrm>
              <a:off x="1694639" y="2489261"/>
              <a:ext cx="634685" cy="400110"/>
            </a:xfrm>
            <a:prstGeom prst="rect">
              <a:avLst/>
            </a:prstGeom>
            <a:noFill/>
          </p:spPr>
          <p:txBody>
            <a:bodyPr wrap="square" rtlCol="0">
              <a:spAutoFit/>
            </a:bodyPr>
            <a:lstStyle/>
            <a:p>
              <a:pPr algn="ctr">
                <a:buClr>
                  <a:schemeClr val="accent3"/>
                </a:buClr>
              </a:pPr>
              <a:r>
                <a:rPr lang="en-US" sz="2000" b="1" dirty="0">
                  <a:solidFill>
                    <a:schemeClr val="bg2"/>
                  </a:solidFill>
                  <a:latin typeface="Roboto Black" panose="02000000000000000000" pitchFamily="2" charset="0"/>
                  <a:ea typeface="Roboto Black" panose="02000000000000000000" pitchFamily="2" charset="0"/>
                </a:rPr>
                <a:t>02</a:t>
              </a:r>
            </a:p>
          </p:txBody>
        </p:sp>
      </p:grpSp>
      <p:sp>
        <p:nvSpPr>
          <p:cNvPr id="407" name="Rectangle: Rounded Corners 406">
            <a:extLst>
              <a:ext uri="{FF2B5EF4-FFF2-40B4-BE49-F238E27FC236}">
                <a16:creationId xmlns:a16="http://schemas.microsoft.com/office/drawing/2014/main" id="{04C5CB6A-A236-4DB2-B3AB-56899856D11C}"/>
              </a:ext>
            </a:extLst>
          </p:cNvPr>
          <p:cNvSpPr/>
          <p:nvPr/>
        </p:nvSpPr>
        <p:spPr>
          <a:xfrm>
            <a:off x="1096016" y="4956336"/>
            <a:ext cx="5143600" cy="1328716"/>
          </a:xfrm>
          <a:prstGeom prst="roundRect">
            <a:avLst>
              <a:gd name="adj" fmla="val 9374"/>
            </a:avLst>
          </a:prstGeom>
          <a:gradFill flip="none" rotWithShape="1">
            <a:gsLst>
              <a:gs pos="0">
                <a:schemeClr val="accent1"/>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8" name="TextBox 407">
            <a:extLst>
              <a:ext uri="{FF2B5EF4-FFF2-40B4-BE49-F238E27FC236}">
                <a16:creationId xmlns:a16="http://schemas.microsoft.com/office/drawing/2014/main" id="{EE430FB4-5752-48C8-98DC-D7564923EEB1}"/>
              </a:ext>
            </a:extLst>
          </p:cNvPr>
          <p:cNvSpPr txBox="1"/>
          <p:nvPr/>
        </p:nvSpPr>
        <p:spPr>
          <a:xfrm>
            <a:off x="1264671" y="5205196"/>
            <a:ext cx="4744377" cy="830997"/>
          </a:xfrm>
          <a:prstGeom prst="rect">
            <a:avLst/>
          </a:prstGeom>
          <a:noFill/>
        </p:spPr>
        <p:txBody>
          <a:bodyPr wrap="square" rtlCol="0">
            <a:spAutoFit/>
          </a:bodyPr>
          <a:lstStyle/>
          <a:p>
            <a:r>
              <a:rPr lang="en-US" sz="1200" dirty="0">
                <a:solidFill>
                  <a:schemeClr val="bg2"/>
                </a:solidFill>
                <a:latin typeface="Roboto" panose="02000000000000000000" pitchFamily="2" charset="0"/>
                <a:ea typeface="Roboto" panose="02000000000000000000" pitchFamily="2" charset="0"/>
              </a:rPr>
              <a:t>Lorem ipsum dolor sit amet, consectetur adipiscing elit, sed do eiusmod tempor incididunt ut labore et dolore magna aliqua. Ut enim ad minim veniam, quis nostrud exercitation ullamco laboris nisi ut aliquip ex ea commodo consequat.</a:t>
            </a:r>
          </a:p>
        </p:txBody>
      </p:sp>
    </p:spTree>
    <p:extLst>
      <p:ext uri="{BB962C8B-B14F-4D97-AF65-F5344CB8AC3E}">
        <p14:creationId xmlns:p14="http://schemas.microsoft.com/office/powerpoint/2010/main" val="26972048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7CCAFA0-F950-4F8E-873C-3EF084CDE210}"/>
              </a:ext>
            </a:extLst>
          </p:cNvPr>
          <p:cNvGrpSpPr/>
          <p:nvPr/>
        </p:nvGrpSpPr>
        <p:grpSpPr>
          <a:xfrm>
            <a:off x="6326336" y="575310"/>
            <a:ext cx="5237639" cy="5709742"/>
            <a:chOff x="1001977" y="575310"/>
            <a:chExt cx="5237639" cy="5709742"/>
          </a:xfrm>
        </p:grpSpPr>
        <p:grpSp>
          <p:nvGrpSpPr>
            <p:cNvPr id="189" name="Group 188">
              <a:extLst>
                <a:ext uri="{FF2B5EF4-FFF2-40B4-BE49-F238E27FC236}">
                  <a16:creationId xmlns:a16="http://schemas.microsoft.com/office/drawing/2014/main" id="{4909B847-9464-4721-9849-644C1AEEB1FB}"/>
                </a:ext>
              </a:extLst>
            </p:cNvPr>
            <p:cNvGrpSpPr/>
            <p:nvPr/>
          </p:nvGrpSpPr>
          <p:grpSpPr>
            <a:xfrm>
              <a:off x="1001977" y="575310"/>
              <a:ext cx="4229780" cy="2071988"/>
              <a:chOff x="1001977" y="575310"/>
              <a:chExt cx="4229780" cy="2071988"/>
            </a:xfrm>
          </p:grpSpPr>
          <p:sp>
            <p:nvSpPr>
              <p:cNvPr id="190" name="Rectangle 189">
                <a:extLst>
                  <a:ext uri="{FF2B5EF4-FFF2-40B4-BE49-F238E27FC236}">
                    <a16:creationId xmlns:a16="http://schemas.microsoft.com/office/drawing/2014/main" id="{0F84FCF7-1B47-4212-8D4E-6EAEC7C5A0BA}"/>
                  </a:ext>
                </a:extLst>
              </p:cNvPr>
              <p:cNvSpPr/>
              <p:nvPr/>
            </p:nvSpPr>
            <p:spPr>
              <a:xfrm>
                <a:off x="1001977" y="575310"/>
                <a:ext cx="209751" cy="690880"/>
              </a:xfrm>
              <a:prstGeom prst="rect">
                <a:avLst/>
              </a:prstGeom>
              <a:gradFill flip="none" rotWithShape="1">
                <a:gsLst>
                  <a:gs pos="0">
                    <a:schemeClr val="accent1">
                      <a:alpha val="50000"/>
                    </a:schemeClr>
                  </a:gs>
                  <a:gs pos="100000">
                    <a:schemeClr val="accent2">
                      <a:alpha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1" name="TextBox 190">
                <a:extLst>
                  <a:ext uri="{FF2B5EF4-FFF2-40B4-BE49-F238E27FC236}">
                    <a16:creationId xmlns:a16="http://schemas.microsoft.com/office/drawing/2014/main" id="{7F3CB653-D206-4FF9-95FD-609A8D070007}"/>
                  </a:ext>
                </a:extLst>
              </p:cNvPr>
              <p:cNvSpPr txBox="1"/>
              <p:nvPr/>
            </p:nvSpPr>
            <p:spPr>
              <a:xfrm>
                <a:off x="1013227" y="694236"/>
                <a:ext cx="4218530" cy="1200329"/>
              </a:xfrm>
              <a:prstGeom prst="rect">
                <a:avLst/>
              </a:prstGeom>
              <a:noFill/>
            </p:spPr>
            <p:txBody>
              <a:bodyPr wrap="square" rtlCol="0">
                <a:spAutoFit/>
              </a:bodyPr>
              <a:lstStyle/>
              <a:p>
                <a:r>
                  <a:rPr lang="en-US" sz="3600" b="1" dirty="0">
                    <a:latin typeface="Roboto" panose="02000000000000000000" pitchFamily="2" charset="0"/>
                    <a:ea typeface="Roboto" panose="02000000000000000000" pitchFamily="2" charset="0"/>
                  </a:rPr>
                  <a:t>ASSESSMENT AND EVALUATION</a:t>
                </a:r>
              </a:p>
            </p:txBody>
          </p:sp>
          <p:sp>
            <p:nvSpPr>
              <p:cNvPr id="192" name="TextBox 191">
                <a:extLst>
                  <a:ext uri="{FF2B5EF4-FFF2-40B4-BE49-F238E27FC236}">
                    <a16:creationId xmlns:a16="http://schemas.microsoft.com/office/drawing/2014/main" id="{B1C8D187-7318-4D97-816E-4607521C9F3F}"/>
                  </a:ext>
                </a:extLst>
              </p:cNvPr>
              <p:cNvSpPr txBox="1"/>
              <p:nvPr/>
            </p:nvSpPr>
            <p:spPr>
              <a:xfrm>
                <a:off x="1013227" y="2000967"/>
                <a:ext cx="4218530" cy="646331"/>
              </a:xfrm>
              <a:prstGeom prst="rect">
                <a:avLst/>
              </a:prstGeom>
              <a:noFill/>
            </p:spPr>
            <p:txBody>
              <a:bodyPr wrap="square" rtlCol="0">
                <a:spAutoFit/>
              </a:bodyPr>
              <a:lstStyle/>
              <a:p>
                <a:r>
                  <a:rPr lang="en-US" sz="1200" dirty="0">
                    <a:solidFill>
                      <a:schemeClr val="tx1">
                        <a:alpha val="35000"/>
                      </a:schemeClr>
                    </a:solidFill>
                    <a:latin typeface="Roboto" panose="02000000000000000000" pitchFamily="2" charset="0"/>
                    <a:ea typeface="Roboto" panose="02000000000000000000" pitchFamily="2" charset="0"/>
                  </a:rPr>
                  <a:t>Lorem ipsum dolor sit amet, consectetur adipiscing elit, sed do eiusmod tempor incididunt ut labore et dolore magna aliqua..</a:t>
                </a:r>
              </a:p>
            </p:txBody>
          </p:sp>
        </p:grpSp>
        <p:grpSp>
          <p:nvGrpSpPr>
            <p:cNvPr id="396" name="Group 395">
              <a:extLst>
                <a:ext uri="{FF2B5EF4-FFF2-40B4-BE49-F238E27FC236}">
                  <a16:creationId xmlns:a16="http://schemas.microsoft.com/office/drawing/2014/main" id="{9B8B8BE6-F857-4E10-A664-4CFE4F73CF55}"/>
                </a:ext>
              </a:extLst>
            </p:cNvPr>
            <p:cNvGrpSpPr/>
            <p:nvPr/>
          </p:nvGrpSpPr>
          <p:grpSpPr>
            <a:xfrm>
              <a:off x="1096015" y="2860552"/>
              <a:ext cx="4253436" cy="647897"/>
              <a:chOff x="1688034" y="2365368"/>
              <a:chExt cx="4253436" cy="647897"/>
            </a:xfrm>
          </p:grpSpPr>
          <p:grpSp>
            <p:nvGrpSpPr>
              <p:cNvPr id="397" name="Group 396">
                <a:extLst>
                  <a:ext uri="{FF2B5EF4-FFF2-40B4-BE49-F238E27FC236}">
                    <a16:creationId xmlns:a16="http://schemas.microsoft.com/office/drawing/2014/main" id="{6E1E0DE6-DB05-44D8-87C3-067DA1DC82B1}"/>
                  </a:ext>
                </a:extLst>
              </p:cNvPr>
              <p:cNvGrpSpPr/>
              <p:nvPr/>
            </p:nvGrpSpPr>
            <p:grpSpPr>
              <a:xfrm>
                <a:off x="1688034" y="2365368"/>
                <a:ext cx="4253436" cy="647897"/>
                <a:chOff x="1678614" y="2358758"/>
                <a:chExt cx="4253436" cy="647897"/>
              </a:xfrm>
            </p:grpSpPr>
            <p:sp>
              <p:nvSpPr>
                <p:cNvPr id="399" name="Rectangle: Rounded Corners 398">
                  <a:extLst>
                    <a:ext uri="{FF2B5EF4-FFF2-40B4-BE49-F238E27FC236}">
                      <a16:creationId xmlns:a16="http://schemas.microsoft.com/office/drawing/2014/main" id="{B687052E-D48A-4A63-83A7-9389B2C6628B}"/>
                    </a:ext>
                  </a:extLst>
                </p:cNvPr>
                <p:cNvSpPr/>
                <p:nvPr/>
              </p:nvSpPr>
              <p:spPr>
                <a:xfrm>
                  <a:off x="1678614" y="2358758"/>
                  <a:ext cx="647897" cy="647897"/>
                </a:xfrm>
                <a:prstGeom prst="roundRect">
                  <a:avLst/>
                </a:prstGeom>
                <a:gradFill>
                  <a:gsLst>
                    <a:gs pos="0">
                      <a:schemeClr val="accent1"/>
                    </a:gs>
                    <a:gs pos="100000">
                      <a:schemeClr val="accent2"/>
                    </a:gs>
                  </a:gsLst>
                  <a:lin ang="5400000" scaled="1"/>
                </a:gradFill>
                <a:ln>
                  <a:noFill/>
                </a:ln>
                <a:effectLst>
                  <a:outerShdw blurRad="355600" dist="1397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 name="TextBox 399">
                  <a:extLst>
                    <a:ext uri="{FF2B5EF4-FFF2-40B4-BE49-F238E27FC236}">
                      <a16:creationId xmlns:a16="http://schemas.microsoft.com/office/drawing/2014/main" id="{1D8FB2C5-FB39-4166-BAFF-79D1E2B94A40}"/>
                    </a:ext>
                  </a:extLst>
                </p:cNvPr>
                <p:cNvSpPr txBox="1"/>
                <p:nvPr/>
              </p:nvSpPr>
              <p:spPr>
                <a:xfrm>
                  <a:off x="2392837" y="2421096"/>
                  <a:ext cx="3539213" cy="523220"/>
                </a:xfrm>
                <a:prstGeom prst="rect">
                  <a:avLst/>
                </a:prstGeom>
                <a:noFill/>
              </p:spPr>
              <p:txBody>
                <a:bodyPr wrap="square" rtlCol="0">
                  <a:spAutoFit/>
                </a:bodyPr>
                <a:lstStyle/>
                <a:p>
                  <a:pPr>
                    <a:buClr>
                      <a:schemeClr val="accent3"/>
                    </a:buClr>
                  </a:pPr>
                  <a:r>
                    <a:rPr lang="en-US" sz="1400" dirty="0">
                      <a:solidFill>
                        <a:schemeClr val="tx2"/>
                      </a:solidFill>
                      <a:latin typeface="Roboto" panose="02000000000000000000" pitchFamily="2" charset="0"/>
                      <a:ea typeface="Roboto" panose="02000000000000000000" pitchFamily="2" charset="0"/>
                    </a:rPr>
                    <a:t>Prepare a quiz or challenge to assess how much information participants learned.</a:t>
                  </a:r>
                </a:p>
              </p:txBody>
            </p:sp>
          </p:grpSp>
          <p:sp>
            <p:nvSpPr>
              <p:cNvPr id="398" name="TextBox 397">
                <a:extLst>
                  <a:ext uri="{FF2B5EF4-FFF2-40B4-BE49-F238E27FC236}">
                    <a16:creationId xmlns:a16="http://schemas.microsoft.com/office/drawing/2014/main" id="{A4CAFC91-9C85-4EF6-8747-C779E414E9E5}"/>
                  </a:ext>
                </a:extLst>
              </p:cNvPr>
              <p:cNvSpPr txBox="1"/>
              <p:nvPr/>
            </p:nvSpPr>
            <p:spPr>
              <a:xfrm>
                <a:off x="1694639" y="2489261"/>
                <a:ext cx="634685" cy="400110"/>
              </a:xfrm>
              <a:prstGeom prst="rect">
                <a:avLst/>
              </a:prstGeom>
              <a:noFill/>
            </p:spPr>
            <p:txBody>
              <a:bodyPr wrap="square" rtlCol="0">
                <a:spAutoFit/>
              </a:bodyPr>
              <a:lstStyle/>
              <a:p>
                <a:pPr algn="ctr">
                  <a:buClr>
                    <a:schemeClr val="accent3"/>
                  </a:buClr>
                </a:pPr>
                <a:r>
                  <a:rPr lang="en-US" sz="2000" b="1" dirty="0">
                    <a:solidFill>
                      <a:schemeClr val="bg2"/>
                    </a:solidFill>
                    <a:latin typeface="Roboto Black" panose="02000000000000000000" pitchFamily="2" charset="0"/>
                    <a:ea typeface="Roboto Black" panose="02000000000000000000" pitchFamily="2" charset="0"/>
                  </a:rPr>
                  <a:t>01</a:t>
                </a:r>
              </a:p>
            </p:txBody>
          </p:sp>
        </p:grpSp>
        <p:grpSp>
          <p:nvGrpSpPr>
            <p:cNvPr id="401" name="Group 400">
              <a:extLst>
                <a:ext uri="{FF2B5EF4-FFF2-40B4-BE49-F238E27FC236}">
                  <a16:creationId xmlns:a16="http://schemas.microsoft.com/office/drawing/2014/main" id="{35AA7C20-04DD-4984-9F53-0D9A3C46A771}"/>
                </a:ext>
              </a:extLst>
            </p:cNvPr>
            <p:cNvGrpSpPr/>
            <p:nvPr/>
          </p:nvGrpSpPr>
          <p:grpSpPr>
            <a:xfrm>
              <a:off x="1102098" y="3888925"/>
              <a:ext cx="4253436" cy="647897"/>
              <a:chOff x="1688034" y="2365368"/>
              <a:chExt cx="4253436" cy="647897"/>
            </a:xfrm>
          </p:grpSpPr>
          <p:grpSp>
            <p:nvGrpSpPr>
              <p:cNvPr id="402" name="Group 401">
                <a:extLst>
                  <a:ext uri="{FF2B5EF4-FFF2-40B4-BE49-F238E27FC236}">
                    <a16:creationId xmlns:a16="http://schemas.microsoft.com/office/drawing/2014/main" id="{B2B5C688-9769-4F8B-B8B7-AEAA9567905E}"/>
                  </a:ext>
                </a:extLst>
              </p:cNvPr>
              <p:cNvGrpSpPr/>
              <p:nvPr/>
            </p:nvGrpSpPr>
            <p:grpSpPr>
              <a:xfrm>
                <a:off x="1688034" y="2365368"/>
                <a:ext cx="4253436" cy="647897"/>
                <a:chOff x="1678614" y="2358758"/>
                <a:chExt cx="4253436" cy="647897"/>
              </a:xfrm>
            </p:grpSpPr>
            <p:sp>
              <p:nvSpPr>
                <p:cNvPr id="404" name="Rectangle: Rounded Corners 403">
                  <a:extLst>
                    <a:ext uri="{FF2B5EF4-FFF2-40B4-BE49-F238E27FC236}">
                      <a16:creationId xmlns:a16="http://schemas.microsoft.com/office/drawing/2014/main" id="{F8AB5265-135A-4C8B-8CF3-D1EDBC41B29B}"/>
                    </a:ext>
                  </a:extLst>
                </p:cNvPr>
                <p:cNvSpPr/>
                <p:nvPr/>
              </p:nvSpPr>
              <p:spPr>
                <a:xfrm>
                  <a:off x="1678614" y="2358758"/>
                  <a:ext cx="647897" cy="647897"/>
                </a:xfrm>
                <a:prstGeom prst="roundRect">
                  <a:avLst/>
                </a:prstGeom>
                <a:gradFill>
                  <a:gsLst>
                    <a:gs pos="0">
                      <a:schemeClr val="accent1"/>
                    </a:gs>
                    <a:gs pos="100000">
                      <a:schemeClr val="accent2"/>
                    </a:gs>
                  </a:gsLst>
                  <a:lin ang="5400000" scaled="1"/>
                </a:gradFill>
                <a:ln>
                  <a:noFill/>
                </a:ln>
                <a:effectLst>
                  <a:outerShdw blurRad="355600" dist="1397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5" name="TextBox 404">
                  <a:extLst>
                    <a:ext uri="{FF2B5EF4-FFF2-40B4-BE49-F238E27FC236}">
                      <a16:creationId xmlns:a16="http://schemas.microsoft.com/office/drawing/2014/main" id="{0B84BBE0-646E-43DC-AA9A-A68128F6A5BA}"/>
                    </a:ext>
                  </a:extLst>
                </p:cNvPr>
                <p:cNvSpPr txBox="1"/>
                <p:nvPr/>
              </p:nvSpPr>
              <p:spPr>
                <a:xfrm>
                  <a:off x="2392837" y="2421096"/>
                  <a:ext cx="3539213" cy="523220"/>
                </a:xfrm>
                <a:prstGeom prst="rect">
                  <a:avLst/>
                </a:prstGeom>
                <a:noFill/>
              </p:spPr>
              <p:txBody>
                <a:bodyPr wrap="square" rtlCol="0">
                  <a:spAutoFit/>
                </a:bodyPr>
                <a:lstStyle/>
                <a:p>
                  <a:pPr>
                    <a:buClr>
                      <a:schemeClr val="accent3"/>
                    </a:buClr>
                  </a:pPr>
                  <a:r>
                    <a:rPr lang="en-US" sz="1400" dirty="0">
                      <a:solidFill>
                        <a:schemeClr val="tx2"/>
                      </a:solidFill>
                      <a:latin typeface="Roboto" panose="02000000000000000000" pitchFamily="2" charset="0"/>
                      <a:ea typeface="Roboto" panose="02000000000000000000" pitchFamily="2" charset="0"/>
                    </a:rPr>
                    <a:t>Survey participants to see if they found the lesson beneficial.</a:t>
                  </a:r>
                </a:p>
              </p:txBody>
            </p:sp>
          </p:grpSp>
          <p:sp>
            <p:nvSpPr>
              <p:cNvPr id="403" name="TextBox 402">
                <a:extLst>
                  <a:ext uri="{FF2B5EF4-FFF2-40B4-BE49-F238E27FC236}">
                    <a16:creationId xmlns:a16="http://schemas.microsoft.com/office/drawing/2014/main" id="{967DC580-471F-4784-A8AB-D26F58002F42}"/>
                  </a:ext>
                </a:extLst>
              </p:cNvPr>
              <p:cNvSpPr txBox="1"/>
              <p:nvPr/>
            </p:nvSpPr>
            <p:spPr>
              <a:xfrm>
                <a:off x="1694639" y="2489261"/>
                <a:ext cx="634685" cy="400110"/>
              </a:xfrm>
              <a:prstGeom prst="rect">
                <a:avLst/>
              </a:prstGeom>
              <a:noFill/>
            </p:spPr>
            <p:txBody>
              <a:bodyPr wrap="square" rtlCol="0">
                <a:spAutoFit/>
              </a:bodyPr>
              <a:lstStyle/>
              <a:p>
                <a:pPr algn="ctr">
                  <a:buClr>
                    <a:schemeClr val="accent3"/>
                  </a:buClr>
                </a:pPr>
                <a:r>
                  <a:rPr lang="en-US" sz="2000" b="1" dirty="0">
                    <a:solidFill>
                      <a:schemeClr val="bg2"/>
                    </a:solidFill>
                    <a:latin typeface="Roboto Black" panose="02000000000000000000" pitchFamily="2" charset="0"/>
                    <a:ea typeface="Roboto Black" panose="02000000000000000000" pitchFamily="2" charset="0"/>
                  </a:rPr>
                  <a:t>02</a:t>
                </a:r>
              </a:p>
            </p:txBody>
          </p:sp>
        </p:grpSp>
        <p:sp>
          <p:nvSpPr>
            <p:cNvPr id="407" name="Rectangle: Rounded Corners 406">
              <a:extLst>
                <a:ext uri="{FF2B5EF4-FFF2-40B4-BE49-F238E27FC236}">
                  <a16:creationId xmlns:a16="http://schemas.microsoft.com/office/drawing/2014/main" id="{04C5CB6A-A236-4DB2-B3AB-56899856D11C}"/>
                </a:ext>
              </a:extLst>
            </p:cNvPr>
            <p:cNvSpPr/>
            <p:nvPr/>
          </p:nvSpPr>
          <p:spPr>
            <a:xfrm>
              <a:off x="1096016" y="4956336"/>
              <a:ext cx="5143600" cy="1328716"/>
            </a:xfrm>
            <a:prstGeom prst="roundRect">
              <a:avLst>
                <a:gd name="adj" fmla="val 9374"/>
              </a:avLst>
            </a:prstGeom>
            <a:gradFill flip="none" rotWithShape="1">
              <a:gsLst>
                <a:gs pos="0">
                  <a:schemeClr val="accent1"/>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8" name="TextBox 407">
              <a:extLst>
                <a:ext uri="{FF2B5EF4-FFF2-40B4-BE49-F238E27FC236}">
                  <a16:creationId xmlns:a16="http://schemas.microsoft.com/office/drawing/2014/main" id="{EE430FB4-5752-48C8-98DC-D7564923EEB1}"/>
                </a:ext>
              </a:extLst>
            </p:cNvPr>
            <p:cNvSpPr txBox="1"/>
            <p:nvPr/>
          </p:nvSpPr>
          <p:spPr>
            <a:xfrm>
              <a:off x="1264671" y="5205196"/>
              <a:ext cx="4744377" cy="830997"/>
            </a:xfrm>
            <a:prstGeom prst="rect">
              <a:avLst/>
            </a:prstGeom>
            <a:noFill/>
          </p:spPr>
          <p:txBody>
            <a:bodyPr wrap="square" rtlCol="0">
              <a:spAutoFit/>
            </a:bodyPr>
            <a:lstStyle/>
            <a:p>
              <a:r>
                <a:rPr lang="en-US" sz="1200" dirty="0">
                  <a:solidFill>
                    <a:schemeClr val="bg2"/>
                  </a:solidFill>
                  <a:latin typeface="Roboto" panose="02000000000000000000" pitchFamily="2" charset="0"/>
                  <a:ea typeface="Roboto" panose="02000000000000000000" pitchFamily="2" charset="0"/>
                </a:rPr>
                <a:t>Lorem ipsum dolor sit amet, consectetur adipiscing elit, sed do eiusmod tempor incididunt ut labore et dolore magna aliqua. Ut enim ad minim veniam, quis nostrud exercitation ullamco laboris nisi ut aliquip ex ea commodo consequat.</a:t>
              </a:r>
            </a:p>
          </p:txBody>
        </p:sp>
      </p:grpSp>
      <p:grpSp>
        <p:nvGrpSpPr>
          <p:cNvPr id="5" name="Graphic 3">
            <a:extLst>
              <a:ext uri="{FF2B5EF4-FFF2-40B4-BE49-F238E27FC236}">
                <a16:creationId xmlns:a16="http://schemas.microsoft.com/office/drawing/2014/main" id="{657485EF-7579-433B-96B3-4E9568E9FEE4}"/>
              </a:ext>
            </a:extLst>
          </p:cNvPr>
          <p:cNvGrpSpPr/>
          <p:nvPr/>
        </p:nvGrpSpPr>
        <p:grpSpPr>
          <a:xfrm>
            <a:off x="858676" y="644776"/>
            <a:ext cx="4245868" cy="5658303"/>
            <a:chOff x="858676" y="644776"/>
            <a:chExt cx="4245868" cy="5658303"/>
          </a:xfrm>
        </p:grpSpPr>
        <p:sp>
          <p:nvSpPr>
            <p:cNvPr id="6" name="Freeform: Shape 5">
              <a:extLst>
                <a:ext uri="{FF2B5EF4-FFF2-40B4-BE49-F238E27FC236}">
                  <a16:creationId xmlns:a16="http://schemas.microsoft.com/office/drawing/2014/main" id="{54F31ED8-A68A-4AE4-983D-0FA320D9B430}"/>
                </a:ext>
              </a:extLst>
            </p:cNvPr>
            <p:cNvSpPr/>
            <p:nvPr/>
          </p:nvSpPr>
          <p:spPr>
            <a:xfrm>
              <a:off x="3539115" y="4361399"/>
              <a:ext cx="863758" cy="1121423"/>
            </a:xfrm>
            <a:custGeom>
              <a:avLst/>
              <a:gdLst>
                <a:gd name="connsiteX0" fmla="*/ 851996 w 863758"/>
                <a:gd name="connsiteY0" fmla="*/ 883632 h 1121423"/>
                <a:gd name="connsiteX1" fmla="*/ 468346 w 863758"/>
                <a:gd name="connsiteY1" fmla="*/ 0 h 1121423"/>
                <a:gd name="connsiteX2" fmla="*/ 0 w 863758"/>
                <a:gd name="connsiteY2" fmla="*/ 233002 h 1121423"/>
                <a:gd name="connsiteX3" fmla="*/ 486927 w 863758"/>
                <a:gd name="connsiteY3" fmla="*/ 1063405 h 1121423"/>
                <a:gd name="connsiteX4" fmla="*/ 851996 w 863758"/>
                <a:gd name="connsiteY4" fmla="*/ 883632 h 112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758" h="1121423">
                  <a:moveTo>
                    <a:pt x="851996" y="883632"/>
                  </a:moveTo>
                  <a:cubicBezTo>
                    <a:pt x="750895" y="528940"/>
                    <a:pt x="512202" y="52894"/>
                    <a:pt x="468346" y="0"/>
                  </a:cubicBezTo>
                  <a:lnTo>
                    <a:pt x="0" y="233002"/>
                  </a:lnTo>
                  <a:cubicBezTo>
                    <a:pt x="23434" y="347662"/>
                    <a:pt x="382310" y="985905"/>
                    <a:pt x="486927" y="1063405"/>
                  </a:cubicBezTo>
                  <a:cubicBezTo>
                    <a:pt x="601586" y="1161493"/>
                    <a:pt x="929663" y="1155802"/>
                    <a:pt x="851996" y="883632"/>
                  </a:cubicBezTo>
                  <a:close/>
                </a:path>
              </a:pathLst>
            </a:custGeom>
            <a:solidFill>
              <a:srgbClr val="FFC19F"/>
            </a:solidFill>
            <a:ln w="1671"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D336780A-32A9-446E-B860-B2964894496B}"/>
                </a:ext>
              </a:extLst>
            </p:cNvPr>
            <p:cNvSpPr/>
            <p:nvPr/>
          </p:nvSpPr>
          <p:spPr>
            <a:xfrm>
              <a:off x="3545978" y="4220363"/>
              <a:ext cx="814501" cy="875192"/>
            </a:xfrm>
            <a:custGeom>
              <a:avLst/>
              <a:gdLst>
                <a:gd name="connsiteX0" fmla="*/ 814501 w 814501"/>
                <a:gd name="connsiteY0" fmla="*/ 589296 h 875192"/>
                <a:gd name="connsiteX1" fmla="*/ 272505 w 814501"/>
                <a:gd name="connsiteY1" fmla="*/ 875192 h 875192"/>
                <a:gd name="connsiteX2" fmla="*/ 0 w 814501"/>
                <a:gd name="connsiteY2" fmla="*/ 599 h 875192"/>
                <a:gd name="connsiteX3" fmla="*/ 382645 w 814501"/>
                <a:gd name="connsiteY3" fmla="*/ 62197 h 875192"/>
                <a:gd name="connsiteX4" fmla="*/ 814501 w 814501"/>
                <a:gd name="connsiteY4" fmla="*/ 589296 h 8751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501" h="875192">
                  <a:moveTo>
                    <a:pt x="814501" y="589296"/>
                  </a:moveTo>
                  <a:cubicBezTo>
                    <a:pt x="684777" y="711823"/>
                    <a:pt x="414950" y="817109"/>
                    <a:pt x="272505" y="875192"/>
                  </a:cubicBezTo>
                  <a:cubicBezTo>
                    <a:pt x="189481" y="656084"/>
                    <a:pt x="2176" y="25038"/>
                    <a:pt x="0" y="599"/>
                  </a:cubicBezTo>
                  <a:cubicBezTo>
                    <a:pt x="173579" y="-5259"/>
                    <a:pt x="326403" y="33072"/>
                    <a:pt x="382645" y="62197"/>
                  </a:cubicBezTo>
                  <a:cubicBezTo>
                    <a:pt x="522747" y="135010"/>
                    <a:pt x="625355" y="306414"/>
                    <a:pt x="814501" y="589296"/>
                  </a:cubicBezTo>
                  <a:close/>
                </a:path>
              </a:pathLst>
            </a:custGeom>
            <a:solidFill>
              <a:schemeClr val="accent2"/>
            </a:solidFill>
            <a:ln w="1671"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758CF0C-D79F-40E8-B41A-7DD73FA131A4}"/>
                </a:ext>
              </a:extLst>
            </p:cNvPr>
            <p:cNvSpPr/>
            <p:nvPr/>
          </p:nvSpPr>
          <p:spPr>
            <a:xfrm>
              <a:off x="1626560" y="4278375"/>
              <a:ext cx="826407" cy="914089"/>
            </a:xfrm>
            <a:custGeom>
              <a:avLst/>
              <a:gdLst>
                <a:gd name="connsiteX0" fmla="*/ 0 w 826407"/>
                <a:gd name="connsiteY0" fmla="*/ 728297 h 914089"/>
                <a:gd name="connsiteX1" fmla="*/ 637909 w 826407"/>
                <a:gd name="connsiteY1" fmla="*/ 912255 h 914089"/>
                <a:gd name="connsiteX2" fmla="*/ 826386 w 826407"/>
                <a:gd name="connsiteY2" fmla="*/ 0 h 914089"/>
                <a:gd name="connsiteX3" fmla="*/ 364902 w 826407"/>
                <a:gd name="connsiteY3" fmla="*/ 119848 h 914089"/>
                <a:gd name="connsiteX4" fmla="*/ 0 w 826407"/>
                <a:gd name="connsiteY4" fmla="*/ 728297 h 91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6407" h="914089">
                  <a:moveTo>
                    <a:pt x="0" y="728297"/>
                  </a:moveTo>
                  <a:cubicBezTo>
                    <a:pt x="150982" y="824042"/>
                    <a:pt x="632553" y="929328"/>
                    <a:pt x="637909" y="912255"/>
                  </a:cubicBezTo>
                  <a:cubicBezTo>
                    <a:pt x="734323" y="606440"/>
                    <a:pt x="828060" y="15232"/>
                    <a:pt x="826386" y="0"/>
                  </a:cubicBezTo>
                  <a:cubicBezTo>
                    <a:pt x="620166" y="33477"/>
                    <a:pt x="405242" y="92899"/>
                    <a:pt x="364902" y="119848"/>
                  </a:cubicBezTo>
                  <a:cubicBezTo>
                    <a:pt x="252251" y="222958"/>
                    <a:pt x="127381" y="462153"/>
                    <a:pt x="0" y="728297"/>
                  </a:cubicBezTo>
                  <a:close/>
                </a:path>
              </a:pathLst>
            </a:custGeom>
            <a:solidFill>
              <a:schemeClr val="accent2"/>
            </a:solidFill>
            <a:ln w="1671"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AF6B48D9-16ED-45BE-A676-1ADF3D0455CF}"/>
                </a:ext>
              </a:extLst>
            </p:cNvPr>
            <p:cNvSpPr/>
            <p:nvPr/>
          </p:nvSpPr>
          <p:spPr>
            <a:xfrm>
              <a:off x="1991462" y="4220224"/>
              <a:ext cx="1923267" cy="1312710"/>
            </a:xfrm>
            <a:custGeom>
              <a:avLst/>
              <a:gdLst>
                <a:gd name="connsiteX0" fmla="*/ 756418 w 1923267"/>
                <a:gd name="connsiteY0" fmla="*/ 1312711 h 1312710"/>
                <a:gd name="connsiteX1" fmla="*/ 1923268 w 1923267"/>
                <a:gd name="connsiteY1" fmla="*/ 1121054 h 1312710"/>
                <a:gd name="connsiteX2" fmla="*/ 1642728 w 1923267"/>
                <a:gd name="connsiteY2" fmla="*/ 68 h 1312710"/>
                <a:gd name="connsiteX3" fmla="*/ 13056 w 1923267"/>
                <a:gd name="connsiteY3" fmla="*/ 172811 h 1312710"/>
                <a:gd name="connsiteX4" fmla="*/ 0 w 1923267"/>
                <a:gd name="connsiteY4" fmla="*/ 1231863 h 1312710"/>
                <a:gd name="connsiteX5" fmla="*/ 756418 w 1923267"/>
                <a:gd name="connsiteY5" fmla="*/ 1312711 h 1312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3267" h="1312710">
                  <a:moveTo>
                    <a:pt x="756418" y="1312711"/>
                  </a:moveTo>
                  <a:cubicBezTo>
                    <a:pt x="1169193" y="1312711"/>
                    <a:pt x="1562383" y="1243580"/>
                    <a:pt x="1923268" y="1121054"/>
                  </a:cubicBezTo>
                  <a:cubicBezTo>
                    <a:pt x="1827188" y="632118"/>
                    <a:pt x="1713700" y="169295"/>
                    <a:pt x="1642728" y="68"/>
                  </a:cubicBezTo>
                  <a:cubicBezTo>
                    <a:pt x="767131" y="-2108"/>
                    <a:pt x="541662" y="47606"/>
                    <a:pt x="13056" y="172811"/>
                  </a:cubicBezTo>
                  <a:cubicBezTo>
                    <a:pt x="10211" y="600650"/>
                    <a:pt x="29962" y="853403"/>
                    <a:pt x="0" y="1231863"/>
                  </a:cubicBezTo>
                  <a:cubicBezTo>
                    <a:pt x="242543" y="1282581"/>
                    <a:pt x="494961" y="1312711"/>
                    <a:pt x="756418" y="1312711"/>
                  </a:cubicBezTo>
                  <a:close/>
                </a:path>
              </a:pathLst>
            </a:custGeom>
            <a:solidFill>
              <a:schemeClr val="accent2"/>
            </a:solidFill>
            <a:ln w="1671"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7E69CB9-E80B-49B4-B682-DAE03B5BCF18}"/>
                </a:ext>
              </a:extLst>
            </p:cNvPr>
            <p:cNvSpPr/>
            <p:nvPr/>
          </p:nvSpPr>
          <p:spPr>
            <a:xfrm>
              <a:off x="2436519" y="4217112"/>
              <a:ext cx="845451" cy="396167"/>
            </a:xfrm>
            <a:custGeom>
              <a:avLst/>
              <a:gdLst>
                <a:gd name="connsiteX0" fmla="*/ 845324 w 845451"/>
                <a:gd name="connsiteY0" fmla="*/ 65113 h 396167"/>
                <a:gd name="connsiteX1" fmla="*/ 832100 w 845451"/>
                <a:gd name="connsiteY1" fmla="*/ 0 h 396167"/>
                <a:gd name="connsiteX2" fmla="*/ 4208 w 845451"/>
                <a:gd name="connsiteY2" fmla="*/ 63105 h 396167"/>
                <a:gd name="connsiteX3" fmla="*/ 23 w 845451"/>
                <a:gd name="connsiteY3" fmla="*/ 92565 h 396167"/>
                <a:gd name="connsiteX4" fmla="*/ 433052 w 845451"/>
                <a:gd name="connsiteY4" fmla="*/ 395868 h 396167"/>
                <a:gd name="connsiteX5" fmla="*/ 845324 w 845451"/>
                <a:gd name="connsiteY5" fmla="*/ 65113 h 396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5451" h="396167">
                  <a:moveTo>
                    <a:pt x="845324" y="65113"/>
                  </a:moveTo>
                  <a:cubicBezTo>
                    <a:pt x="844654" y="42516"/>
                    <a:pt x="839130" y="21091"/>
                    <a:pt x="832100" y="0"/>
                  </a:cubicBezTo>
                  <a:cubicBezTo>
                    <a:pt x="599266" y="2344"/>
                    <a:pt x="250935" y="24104"/>
                    <a:pt x="4208" y="63105"/>
                  </a:cubicBezTo>
                  <a:cubicBezTo>
                    <a:pt x="3036" y="72981"/>
                    <a:pt x="-311" y="82354"/>
                    <a:pt x="23" y="92565"/>
                  </a:cubicBezTo>
                  <a:cubicBezTo>
                    <a:pt x="5714" y="267651"/>
                    <a:pt x="199548" y="403401"/>
                    <a:pt x="433052" y="395868"/>
                  </a:cubicBezTo>
                  <a:cubicBezTo>
                    <a:pt x="666555" y="388336"/>
                    <a:pt x="851015" y="240199"/>
                    <a:pt x="845324" y="65113"/>
                  </a:cubicBezTo>
                  <a:close/>
                </a:path>
              </a:pathLst>
            </a:custGeom>
            <a:solidFill>
              <a:schemeClr val="accent2">
                <a:lumMod val="75000"/>
              </a:schemeClr>
            </a:solidFill>
            <a:ln w="1671"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AF901AB-CD26-4A4A-B957-150B89C65735}"/>
                </a:ext>
              </a:extLst>
            </p:cNvPr>
            <p:cNvSpPr/>
            <p:nvPr/>
          </p:nvSpPr>
          <p:spPr>
            <a:xfrm>
              <a:off x="2477552" y="3766843"/>
              <a:ext cx="700532" cy="759993"/>
            </a:xfrm>
            <a:custGeom>
              <a:avLst/>
              <a:gdLst>
                <a:gd name="connsiteX0" fmla="*/ 620668 w 700532"/>
                <a:gd name="connsiteY0" fmla="*/ 0 h 759993"/>
                <a:gd name="connsiteX1" fmla="*/ 699005 w 700532"/>
                <a:gd name="connsiteY1" fmla="*/ 508519 h 759993"/>
                <a:gd name="connsiteX2" fmla="*/ 419135 w 700532"/>
                <a:gd name="connsiteY2" fmla="*/ 754242 h 759993"/>
                <a:gd name="connsiteX3" fmla="*/ 78337 w 700532"/>
                <a:gd name="connsiteY3" fmla="*/ 604097 h 759993"/>
                <a:gd name="connsiteX4" fmla="*/ 0 w 700532"/>
                <a:gd name="connsiteY4" fmla="*/ 95578 h 759993"/>
                <a:gd name="connsiteX5" fmla="*/ 620668 w 700532"/>
                <a:gd name="connsiteY5" fmla="*/ 0 h 759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0532" h="759993">
                  <a:moveTo>
                    <a:pt x="620668" y="0"/>
                  </a:moveTo>
                  <a:lnTo>
                    <a:pt x="699005" y="508519"/>
                  </a:lnTo>
                  <a:cubicBezTo>
                    <a:pt x="715911" y="617823"/>
                    <a:pt x="590539" y="727963"/>
                    <a:pt x="419135" y="754242"/>
                  </a:cubicBezTo>
                  <a:cubicBezTo>
                    <a:pt x="247731" y="780690"/>
                    <a:pt x="95075" y="713400"/>
                    <a:pt x="78337" y="604097"/>
                  </a:cubicBezTo>
                  <a:lnTo>
                    <a:pt x="0" y="95578"/>
                  </a:lnTo>
                  <a:lnTo>
                    <a:pt x="620668" y="0"/>
                  </a:lnTo>
                  <a:close/>
                </a:path>
              </a:pathLst>
            </a:custGeom>
            <a:solidFill>
              <a:srgbClr val="FFC19F"/>
            </a:solidFill>
            <a:ln w="1671"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746CC83-9F97-425E-975E-4895F3625489}"/>
                </a:ext>
              </a:extLst>
            </p:cNvPr>
            <p:cNvSpPr/>
            <p:nvPr/>
          </p:nvSpPr>
          <p:spPr>
            <a:xfrm>
              <a:off x="2459634" y="4007879"/>
              <a:ext cx="702777" cy="327768"/>
            </a:xfrm>
            <a:custGeom>
              <a:avLst/>
              <a:gdLst>
                <a:gd name="connsiteX0" fmla="*/ 702694 w 702777"/>
                <a:gd name="connsiteY0" fmla="*/ 54066 h 327768"/>
                <a:gd name="connsiteX1" fmla="*/ 691814 w 702777"/>
                <a:gd name="connsiteY1" fmla="*/ 0 h 327768"/>
                <a:gd name="connsiteX2" fmla="*/ 3690 w 702777"/>
                <a:gd name="connsiteY2" fmla="*/ 49714 h 327768"/>
                <a:gd name="connsiteX3" fmla="*/ 7 w 702777"/>
                <a:gd name="connsiteY3" fmla="*/ 74152 h 327768"/>
                <a:gd name="connsiteX4" fmla="*/ 358883 w 702777"/>
                <a:gd name="connsiteY4" fmla="*/ 327575 h 327768"/>
                <a:gd name="connsiteX5" fmla="*/ 702694 w 702777"/>
                <a:gd name="connsiteY5" fmla="*/ 54066 h 327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2777" h="327768">
                  <a:moveTo>
                    <a:pt x="702694" y="54066"/>
                  </a:moveTo>
                  <a:cubicBezTo>
                    <a:pt x="702192" y="35319"/>
                    <a:pt x="697673" y="17408"/>
                    <a:pt x="691814" y="0"/>
                  </a:cubicBezTo>
                  <a:cubicBezTo>
                    <a:pt x="498316" y="1172"/>
                    <a:pt x="208738" y="18078"/>
                    <a:pt x="3690" y="49714"/>
                  </a:cubicBezTo>
                  <a:cubicBezTo>
                    <a:pt x="2685" y="57916"/>
                    <a:pt x="-160" y="65783"/>
                    <a:pt x="7" y="74152"/>
                  </a:cubicBezTo>
                  <a:cubicBezTo>
                    <a:pt x="4192" y="219611"/>
                    <a:pt x="164715" y="333099"/>
                    <a:pt x="358883" y="327575"/>
                  </a:cubicBezTo>
                  <a:cubicBezTo>
                    <a:pt x="552884" y="322051"/>
                    <a:pt x="706879" y="199692"/>
                    <a:pt x="702694" y="54066"/>
                  </a:cubicBezTo>
                  <a:close/>
                </a:path>
              </a:pathLst>
            </a:custGeom>
            <a:solidFill>
              <a:srgbClr val="601805">
                <a:alpha val="19000"/>
              </a:srgbClr>
            </a:solidFill>
            <a:ln w="1671" cap="flat">
              <a:noFill/>
              <a:prstDash val="solid"/>
              <a:miter/>
            </a:ln>
          </p:spPr>
          <p:txBody>
            <a:bodyPr rtlCol="0" anchor="ctr"/>
            <a:lstStyle/>
            <a:p>
              <a:endParaRPr lang="en-US"/>
            </a:p>
          </p:txBody>
        </p:sp>
        <p:grpSp>
          <p:nvGrpSpPr>
            <p:cNvPr id="13" name="Graphic 3">
              <a:extLst>
                <a:ext uri="{FF2B5EF4-FFF2-40B4-BE49-F238E27FC236}">
                  <a16:creationId xmlns:a16="http://schemas.microsoft.com/office/drawing/2014/main" id="{657485EF-7579-433B-96B3-4E9568E9FEE4}"/>
                </a:ext>
              </a:extLst>
            </p:cNvPr>
            <p:cNvGrpSpPr/>
            <p:nvPr/>
          </p:nvGrpSpPr>
          <p:grpSpPr>
            <a:xfrm>
              <a:off x="858676" y="5347043"/>
              <a:ext cx="4142309" cy="956036"/>
              <a:chOff x="858676" y="5347043"/>
              <a:chExt cx="4142309" cy="956036"/>
            </a:xfrm>
          </p:grpSpPr>
          <p:sp>
            <p:nvSpPr>
              <p:cNvPr id="14" name="Freeform: Shape 13">
                <a:extLst>
                  <a:ext uri="{FF2B5EF4-FFF2-40B4-BE49-F238E27FC236}">
                    <a16:creationId xmlns:a16="http://schemas.microsoft.com/office/drawing/2014/main" id="{6EC4AA8B-2C0B-4C44-B657-93001251E0C0}"/>
                  </a:ext>
                </a:extLst>
              </p:cNvPr>
              <p:cNvSpPr/>
              <p:nvPr/>
            </p:nvSpPr>
            <p:spPr>
              <a:xfrm>
                <a:off x="891735" y="5408064"/>
                <a:ext cx="2035918" cy="882795"/>
              </a:xfrm>
              <a:custGeom>
                <a:avLst/>
                <a:gdLst>
                  <a:gd name="connsiteX0" fmla="*/ 2035918 w 2035918"/>
                  <a:gd name="connsiteY0" fmla="*/ 849151 h 882795"/>
                  <a:gd name="connsiteX1" fmla="*/ 12721 w 2035918"/>
                  <a:gd name="connsiteY1" fmla="*/ 882796 h 882795"/>
                  <a:gd name="connsiteX2" fmla="*/ 0 w 2035918"/>
                  <a:gd name="connsiteY2" fmla="*/ 867061 h 882795"/>
                  <a:gd name="connsiteX3" fmla="*/ 684610 w 2035918"/>
                  <a:gd name="connsiteY3" fmla="*/ 93905 h 882795"/>
                  <a:gd name="connsiteX4" fmla="*/ 2035918 w 2035918"/>
                  <a:gd name="connsiteY4" fmla="*/ 97922 h 882795"/>
                  <a:gd name="connsiteX5" fmla="*/ 2035918 w 2035918"/>
                  <a:gd name="connsiteY5" fmla="*/ 849151 h 882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35918" h="882795">
                    <a:moveTo>
                      <a:pt x="2035918" y="849151"/>
                    </a:moveTo>
                    <a:cubicBezTo>
                      <a:pt x="1415585" y="763115"/>
                      <a:pt x="613136" y="784540"/>
                      <a:pt x="12721" y="882796"/>
                    </a:cubicBezTo>
                    <a:cubicBezTo>
                      <a:pt x="9876" y="879783"/>
                      <a:pt x="2343" y="870911"/>
                      <a:pt x="0" y="867061"/>
                    </a:cubicBezTo>
                    <a:lnTo>
                      <a:pt x="684610" y="93905"/>
                    </a:lnTo>
                    <a:cubicBezTo>
                      <a:pt x="1007498" y="-45528"/>
                      <a:pt x="1733117" y="-17407"/>
                      <a:pt x="2035918" y="97922"/>
                    </a:cubicBezTo>
                    <a:lnTo>
                      <a:pt x="2035918" y="849151"/>
                    </a:lnTo>
                    <a:close/>
                  </a:path>
                </a:pathLst>
              </a:custGeom>
              <a:solidFill>
                <a:schemeClr val="accent3"/>
              </a:solidFill>
              <a:ln w="1671"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4638E88-CD30-48FC-8CF9-0681CA7A633E}"/>
                  </a:ext>
                </a:extLst>
              </p:cNvPr>
              <p:cNvSpPr/>
              <p:nvPr/>
            </p:nvSpPr>
            <p:spPr>
              <a:xfrm>
                <a:off x="884370" y="5357412"/>
                <a:ext cx="2043283" cy="854608"/>
              </a:xfrm>
              <a:custGeom>
                <a:avLst/>
                <a:gdLst>
                  <a:gd name="connsiteX0" fmla="*/ 2043283 w 2043283"/>
                  <a:gd name="connsiteY0" fmla="*/ 834355 h 854608"/>
                  <a:gd name="connsiteX1" fmla="*/ 64109 w 2043283"/>
                  <a:gd name="connsiteY1" fmla="*/ 854609 h 854608"/>
                  <a:gd name="connsiteX2" fmla="*/ 0 w 2043283"/>
                  <a:gd name="connsiteY2" fmla="*/ 713669 h 854608"/>
                  <a:gd name="connsiteX3" fmla="*/ 691975 w 2043283"/>
                  <a:gd name="connsiteY3" fmla="*/ 93838 h 854608"/>
                  <a:gd name="connsiteX4" fmla="*/ 2043283 w 2043283"/>
                  <a:gd name="connsiteY4" fmla="*/ 97855 h 854608"/>
                  <a:gd name="connsiteX5" fmla="*/ 2043283 w 2043283"/>
                  <a:gd name="connsiteY5" fmla="*/ 834355 h 85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3283" h="854608">
                    <a:moveTo>
                      <a:pt x="2043283" y="834355"/>
                    </a:moveTo>
                    <a:cubicBezTo>
                      <a:pt x="1422950" y="748318"/>
                      <a:pt x="664523" y="756353"/>
                      <a:pt x="64109" y="854609"/>
                    </a:cubicBezTo>
                    <a:cubicBezTo>
                      <a:pt x="54233" y="845905"/>
                      <a:pt x="3348" y="720365"/>
                      <a:pt x="0" y="713669"/>
                    </a:cubicBezTo>
                    <a:lnTo>
                      <a:pt x="691975" y="93838"/>
                    </a:lnTo>
                    <a:cubicBezTo>
                      <a:pt x="1014863" y="-45427"/>
                      <a:pt x="1740482" y="-17474"/>
                      <a:pt x="2043283" y="97855"/>
                    </a:cubicBezTo>
                    <a:lnTo>
                      <a:pt x="2043283" y="834355"/>
                    </a:lnTo>
                    <a:close/>
                  </a:path>
                </a:pathLst>
              </a:custGeom>
              <a:solidFill>
                <a:srgbClr val="CCCCCC"/>
              </a:solidFill>
              <a:ln w="1671" cap="flat">
                <a:noFill/>
                <a:prstDash val="solid"/>
                <a:miter/>
              </a:ln>
            </p:spPr>
            <p:txBody>
              <a:bodyPr rtlCol="0" anchor="ctr"/>
              <a:lstStyle/>
              <a:p>
                <a:endParaRPr lang="en-US"/>
              </a:p>
            </p:txBody>
          </p:sp>
          <p:grpSp>
            <p:nvGrpSpPr>
              <p:cNvPr id="16" name="Graphic 3">
                <a:extLst>
                  <a:ext uri="{FF2B5EF4-FFF2-40B4-BE49-F238E27FC236}">
                    <a16:creationId xmlns:a16="http://schemas.microsoft.com/office/drawing/2014/main" id="{657485EF-7579-433B-96B3-4E9568E9FEE4}"/>
                  </a:ext>
                </a:extLst>
              </p:cNvPr>
              <p:cNvGrpSpPr/>
              <p:nvPr/>
            </p:nvGrpSpPr>
            <p:grpSpPr>
              <a:xfrm>
                <a:off x="875656" y="5352805"/>
                <a:ext cx="2060868" cy="722963"/>
                <a:chOff x="875656" y="5352805"/>
                <a:chExt cx="2060868" cy="722963"/>
              </a:xfrm>
            </p:grpSpPr>
            <p:sp>
              <p:nvSpPr>
                <p:cNvPr id="17" name="Freeform: Shape 16">
                  <a:extLst>
                    <a:ext uri="{FF2B5EF4-FFF2-40B4-BE49-F238E27FC236}">
                      <a16:creationId xmlns:a16="http://schemas.microsoft.com/office/drawing/2014/main" id="{391172DD-B86A-43CC-9482-6295C0CD2F84}"/>
                    </a:ext>
                  </a:extLst>
                </p:cNvPr>
                <p:cNvSpPr/>
                <p:nvPr/>
              </p:nvSpPr>
              <p:spPr>
                <a:xfrm>
                  <a:off x="884370" y="5357412"/>
                  <a:ext cx="2043283" cy="713669"/>
                </a:xfrm>
                <a:custGeom>
                  <a:avLst/>
                  <a:gdLst>
                    <a:gd name="connsiteX0" fmla="*/ 2043283 w 2043283"/>
                    <a:gd name="connsiteY0" fmla="*/ 706806 h 713669"/>
                    <a:gd name="connsiteX1" fmla="*/ 0 w 2043283"/>
                    <a:gd name="connsiteY1" fmla="*/ 713669 h 713669"/>
                    <a:gd name="connsiteX2" fmla="*/ 691975 w 2043283"/>
                    <a:gd name="connsiteY2" fmla="*/ 93838 h 713669"/>
                    <a:gd name="connsiteX3" fmla="*/ 2043283 w 2043283"/>
                    <a:gd name="connsiteY3" fmla="*/ 97855 h 713669"/>
                    <a:gd name="connsiteX4" fmla="*/ 2043283 w 2043283"/>
                    <a:gd name="connsiteY4" fmla="*/ 706806 h 713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3283" h="713669">
                      <a:moveTo>
                        <a:pt x="2043283" y="706806"/>
                      </a:moveTo>
                      <a:cubicBezTo>
                        <a:pt x="1450402" y="576078"/>
                        <a:pt x="591041" y="596666"/>
                        <a:pt x="0" y="713669"/>
                      </a:cubicBezTo>
                      <a:lnTo>
                        <a:pt x="691975" y="93838"/>
                      </a:lnTo>
                      <a:cubicBezTo>
                        <a:pt x="1014863" y="-45427"/>
                        <a:pt x="1740482" y="-17474"/>
                        <a:pt x="2043283" y="97855"/>
                      </a:cubicBezTo>
                      <a:lnTo>
                        <a:pt x="2043283" y="706806"/>
                      </a:lnTo>
                      <a:close/>
                    </a:path>
                  </a:pathLst>
                </a:custGeom>
                <a:solidFill>
                  <a:srgbClr val="E0E0E0"/>
                </a:solidFill>
                <a:ln w="1671"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B01F6912-14FD-4DC8-A662-4ADB38044C0C}"/>
                    </a:ext>
                  </a:extLst>
                </p:cNvPr>
                <p:cNvSpPr/>
                <p:nvPr/>
              </p:nvSpPr>
              <p:spPr>
                <a:xfrm>
                  <a:off x="875656" y="5352805"/>
                  <a:ext cx="2060868" cy="722963"/>
                </a:xfrm>
                <a:custGeom>
                  <a:avLst/>
                  <a:gdLst>
                    <a:gd name="connsiteX0" fmla="*/ 2018 w 2060868"/>
                    <a:gd name="connsiteY0" fmla="*/ 721290 h 722963"/>
                    <a:gd name="connsiteX1" fmla="*/ 1181 w 2060868"/>
                    <a:gd name="connsiteY1" fmla="*/ 715766 h 722963"/>
                    <a:gd name="connsiteX2" fmla="*/ 693323 w 2060868"/>
                    <a:gd name="connsiteY2" fmla="*/ 95935 h 722963"/>
                    <a:gd name="connsiteX3" fmla="*/ 695165 w 2060868"/>
                    <a:gd name="connsiteY3" fmla="*/ 94763 h 722963"/>
                    <a:gd name="connsiteX4" fmla="*/ 2057856 w 2060868"/>
                    <a:gd name="connsiteY4" fmla="*/ 98613 h 722963"/>
                    <a:gd name="connsiteX5" fmla="*/ 2060869 w 2060868"/>
                    <a:gd name="connsiteY5" fmla="*/ 102463 h 722963"/>
                    <a:gd name="connsiteX6" fmla="*/ 2060869 w 2060868"/>
                    <a:gd name="connsiteY6" fmla="*/ 711414 h 722963"/>
                    <a:gd name="connsiteX7" fmla="*/ 2055680 w 2060868"/>
                    <a:gd name="connsiteY7" fmla="*/ 715431 h 722963"/>
                    <a:gd name="connsiteX8" fmla="*/ 2046976 w 2060868"/>
                    <a:gd name="connsiteY8" fmla="*/ 715431 h 722963"/>
                    <a:gd name="connsiteX9" fmla="*/ 11559 w 2060868"/>
                    <a:gd name="connsiteY9" fmla="*/ 722629 h 722963"/>
                    <a:gd name="connsiteX10" fmla="*/ 8546 w 2060868"/>
                    <a:gd name="connsiteY10" fmla="*/ 722964 h 722963"/>
                    <a:gd name="connsiteX11" fmla="*/ 2018 w 2060868"/>
                    <a:gd name="connsiteY11" fmla="*/ 721290 h 722963"/>
                    <a:gd name="connsiteX12" fmla="*/ 2043461 w 2060868"/>
                    <a:gd name="connsiteY12" fmla="*/ 704384 h 722963"/>
                    <a:gd name="connsiteX13" fmla="*/ 2043461 w 2060868"/>
                    <a:gd name="connsiteY13" fmla="*/ 104973 h 722963"/>
                    <a:gd name="connsiteX14" fmla="*/ 707384 w 2060868"/>
                    <a:gd name="connsiteY14" fmla="*/ 101626 h 722963"/>
                    <a:gd name="connsiteX15" fmla="*/ 28968 w 2060868"/>
                    <a:gd name="connsiteY15" fmla="*/ 709238 h 722963"/>
                    <a:gd name="connsiteX16" fmla="*/ 1114802 w 2060868"/>
                    <a:gd name="connsiteY16" fmla="*/ 617510 h 722963"/>
                    <a:gd name="connsiteX17" fmla="*/ 2043461 w 2060868"/>
                    <a:gd name="connsiteY17" fmla="*/ 704384 h 72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60868" h="722963">
                      <a:moveTo>
                        <a:pt x="2018" y="721290"/>
                      </a:moveTo>
                      <a:cubicBezTo>
                        <a:pt x="-325" y="719783"/>
                        <a:pt x="-660" y="717607"/>
                        <a:pt x="1181" y="715766"/>
                      </a:cubicBezTo>
                      <a:lnTo>
                        <a:pt x="693323" y="95935"/>
                      </a:lnTo>
                      <a:lnTo>
                        <a:pt x="695165" y="94763"/>
                      </a:lnTo>
                      <a:cubicBezTo>
                        <a:pt x="1015877" y="-43665"/>
                        <a:pt x="1746517" y="-20064"/>
                        <a:pt x="2057856" y="98613"/>
                      </a:cubicBezTo>
                      <a:cubicBezTo>
                        <a:pt x="2060199" y="99450"/>
                        <a:pt x="2060869" y="102463"/>
                        <a:pt x="2060869" y="102463"/>
                      </a:cubicBezTo>
                      <a:lnTo>
                        <a:pt x="2060869" y="711414"/>
                      </a:lnTo>
                      <a:cubicBezTo>
                        <a:pt x="2060869" y="711414"/>
                        <a:pt x="2058023" y="714594"/>
                        <a:pt x="2055680" y="715431"/>
                      </a:cubicBezTo>
                      <a:cubicBezTo>
                        <a:pt x="2053336" y="716268"/>
                        <a:pt x="2049821" y="715933"/>
                        <a:pt x="2046976" y="715431"/>
                      </a:cubicBezTo>
                      <a:cubicBezTo>
                        <a:pt x="1498116" y="594411"/>
                        <a:pt x="642605" y="597591"/>
                        <a:pt x="11559" y="722629"/>
                      </a:cubicBezTo>
                      <a:lnTo>
                        <a:pt x="8546" y="722964"/>
                      </a:lnTo>
                      <a:cubicBezTo>
                        <a:pt x="6203" y="722964"/>
                        <a:pt x="3692" y="722461"/>
                        <a:pt x="2018" y="721290"/>
                      </a:cubicBezTo>
                      <a:close/>
                      <a:moveTo>
                        <a:pt x="2043461" y="704384"/>
                      </a:moveTo>
                      <a:lnTo>
                        <a:pt x="2043461" y="104973"/>
                      </a:lnTo>
                      <a:cubicBezTo>
                        <a:pt x="1734968" y="-10523"/>
                        <a:pt x="1022237" y="-33287"/>
                        <a:pt x="707384" y="101626"/>
                      </a:cubicBezTo>
                      <a:lnTo>
                        <a:pt x="28968" y="709238"/>
                      </a:lnTo>
                      <a:cubicBezTo>
                        <a:pt x="327082" y="652326"/>
                        <a:pt x="719436" y="616338"/>
                        <a:pt x="1114802" y="617510"/>
                      </a:cubicBezTo>
                      <a:cubicBezTo>
                        <a:pt x="1439029" y="618514"/>
                        <a:pt x="1765767" y="644459"/>
                        <a:pt x="2043461" y="704384"/>
                      </a:cubicBezTo>
                      <a:close/>
                    </a:path>
                  </a:pathLst>
                </a:custGeom>
                <a:solidFill>
                  <a:srgbClr val="D4D6D6"/>
                </a:solidFill>
                <a:ln w="1671" cap="flat">
                  <a:noFill/>
                  <a:prstDash val="solid"/>
                  <a:miter/>
                </a:ln>
              </p:spPr>
              <p:txBody>
                <a:bodyPr rtlCol="0" anchor="ctr"/>
                <a:lstStyle/>
                <a:p>
                  <a:endParaRPr lang="en-US"/>
                </a:p>
              </p:txBody>
            </p:sp>
          </p:grpSp>
          <p:grpSp>
            <p:nvGrpSpPr>
              <p:cNvPr id="19" name="Graphic 3">
                <a:extLst>
                  <a:ext uri="{FF2B5EF4-FFF2-40B4-BE49-F238E27FC236}">
                    <a16:creationId xmlns:a16="http://schemas.microsoft.com/office/drawing/2014/main" id="{657485EF-7579-433B-96B3-4E9568E9FEE4}"/>
                  </a:ext>
                </a:extLst>
              </p:cNvPr>
              <p:cNvGrpSpPr/>
              <p:nvPr/>
            </p:nvGrpSpPr>
            <p:grpSpPr>
              <a:xfrm>
                <a:off x="864400" y="5352805"/>
                <a:ext cx="2072125" cy="716100"/>
                <a:chOff x="864400" y="5352805"/>
                <a:chExt cx="2072125" cy="716100"/>
              </a:xfrm>
            </p:grpSpPr>
            <p:sp>
              <p:nvSpPr>
                <p:cNvPr id="20" name="Freeform: Shape 19">
                  <a:extLst>
                    <a:ext uri="{FF2B5EF4-FFF2-40B4-BE49-F238E27FC236}">
                      <a16:creationId xmlns:a16="http://schemas.microsoft.com/office/drawing/2014/main" id="{CA058200-19C7-4153-A0E1-5DC9586DA232}"/>
                    </a:ext>
                  </a:extLst>
                </p:cNvPr>
                <p:cNvSpPr/>
                <p:nvPr/>
              </p:nvSpPr>
              <p:spPr>
                <a:xfrm>
                  <a:off x="872988" y="5357412"/>
                  <a:ext cx="2054665" cy="706806"/>
                </a:xfrm>
                <a:custGeom>
                  <a:avLst/>
                  <a:gdLst>
                    <a:gd name="connsiteX0" fmla="*/ 2054666 w 2054665"/>
                    <a:gd name="connsiteY0" fmla="*/ 706806 h 706806"/>
                    <a:gd name="connsiteX1" fmla="*/ 0 w 2054665"/>
                    <a:gd name="connsiteY1" fmla="*/ 663956 h 706806"/>
                    <a:gd name="connsiteX2" fmla="*/ 703357 w 2054665"/>
                    <a:gd name="connsiteY2" fmla="*/ 93838 h 706806"/>
                    <a:gd name="connsiteX3" fmla="*/ 2054666 w 2054665"/>
                    <a:gd name="connsiteY3" fmla="*/ 97855 h 706806"/>
                    <a:gd name="connsiteX4" fmla="*/ 2054666 w 2054665"/>
                    <a:gd name="connsiteY4" fmla="*/ 706806 h 706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665" h="706806">
                      <a:moveTo>
                        <a:pt x="2054666" y="706806"/>
                      </a:moveTo>
                      <a:cubicBezTo>
                        <a:pt x="1484883" y="550133"/>
                        <a:pt x="619999" y="537077"/>
                        <a:pt x="0" y="663956"/>
                      </a:cubicBezTo>
                      <a:lnTo>
                        <a:pt x="703357" y="93838"/>
                      </a:lnTo>
                      <a:cubicBezTo>
                        <a:pt x="1026245" y="-45427"/>
                        <a:pt x="1751864" y="-17474"/>
                        <a:pt x="2054666" y="97855"/>
                      </a:cubicBezTo>
                      <a:lnTo>
                        <a:pt x="2054666" y="706806"/>
                      </a:lnTo>
                      <a:close/>
                    </a:path>
                  </a:pathLst>
                </a:custGeom>
                <a:solidFill>
                  <a:srgbClr val="EFEFEF"/>
                </a:solidFill>
                <a:ln w="1671"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257EC289-E9BE-4367-886E-B16907DAAA55}"/>
                    </a:ext>
                  </a:extLst>
                </p:cNvPr>
                <p:cNvSpPr/>
                <p:nvPr/>
              </p:nvSpPr>
              <p:spPr>
                <a:xfrm>
                  <a:off x="864400" y="5352805"/>
                  <a:ext cx="2072125" cy="716100"/>
                </a:xfrm>
                <a:custGeom>
                  <a:avLst/>
                  <a:gdLst>
                    <a:gd name="connsiteX0" fmla="*/ 2058567 w 2072125"/>
                    <a:gd name="connsiteY0" fmla="*/ 715431 h 716100"/>
                    <a:gd name="connsiteX1" fmla="*/ 11936 w 2072125"/>
                    <a:gd name="connsiteY1" fmla="*/ 672915 h 716100"/>
                    <a:gd name="connsiteX2" fmla="*/ 1893 w 2072125"/>
                    <a:gd name="connsiteY2" fmla="*/ 671409 h 716100"/>
                    <a:gd name="connsiteX3" fmla="*/ 1391 w 2072125"/>
                    <a:gd name="connsiteY3" fmla="*/ 665885 h 716100"/>
                    <a:gd name="connsiteX4" fmla="*/ 704580 w 2072125"/>
                    <a:gd name="connsiteY4" fmla="*/ 95935 h 716100"/>
                    <a:gd name="connsiteX5" fmla="*/ 706421 w 2072125"/>
                    <a:gd name="connsiteY5" fmla="*/ 94763 h 716100"/>
                    <a:gd name="connsiteX6" fmla="*/ 2069112 w 2072125"/>
                    <a:gd name="connsiteY6" fmla="*/ 98613 h 716100"/>
                    <a:gd name="connsiteX7" fmla="*/ 2072125 w 2072125"/>
                    <a:gd name="connsiteY7" fmla="*/ 102463 h 716100"/>
                    <a:gd name="connsiteX8" fmla="*/ 2072125 w 2072125"/>
                    <a:gd name="connsiteY8" fmla="*/ 711414 h 716100"/>
                    <a:gd name="connsiteX9" fmla="*/ 2066936 w 2072125"/>
                    <a:gd name="connsiteY9" fmla="*/ 715431 h 716100"/>
                    <a:gd name="connsiteX10" fmla="*/ 2062584 w 2072125"/>
                    <a:gd name="connsiteY10" fmla="*/ 716101 h 716100"/>
                    <a:gd name="connsiteX11" fmla="*/ 2058567 w 2072125"/>
                    <a:gd name="connsiteY11" fmla="*/ 715431 h 716100"/>
                    <a:gd name="connsiteX12" fmla="*/ 718640 w 2072125"/>
                    <a:gd name="connsiteY12" fmla="*/ 101626 h 716100"/>
                    <a:gd name="connsiteX13" fmla="*/ 31018 w 2072125"/>
                    <a:gd name="connsiteY13" fmla="*/ 659022 h 716100"/>
                    <a:gd name="connsiteX14" fmla="*/ 2054717 w 2072125"/>
                    <a:gd name="connsiteY14" fmla="*/ 704384 h 716100"/>
                    <a:gd name="connsiteX15" fmla="*/ 2054717 w 2072125"/>
                    <a:gd name="connsiteY15" fmla="*/ 104973 h 716100"/>
                    <a:gd name="connsiteX16" fmla="*/ 718640 w 2072125"/>
                    <a:gd name="connsiteY16" fmla="*/ 101626 h 716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2125" h="716100">
                      <a:moveTo>
                        <a:pt x="2058567" y="715431"/>
                      </a:moveTo>
                      <a:cubicBezTo>
                        <a:pt x="1501004" y="562105"/>
                        <a:pt x="640471" y="544362"/>
                        <a:pt x="11936" y="672915"/>
                      </a:cubicBezTo>
                      <a:cubicBezTo>
                        <a:pt x="8421" y="673752"/>
                        <a:pt x="4236" y="673082"/>
                        <a:pt x="1893" y="671409"/>
                      </a:cubicBezTo>
                      <a:cubicBezTo>
                        <a:pt x="-451" y="669735"/>
                        <a:pt x="-618" y="667559"/>
                        <a:pt x="1391" y="665885"/>
                      </a:cubicBezTo>
                      <a:lnTo>
                        <a:pt x="704580" y="95935"/>
                      </a:lnTo>
                      <a:lnTo>
                        <a:pt x="706421" y="94763"/>
                      </a:lnTo>
                      <a:cubicBezTo>
                        <a:pt x="1027133" y="-43665"/>
                        <a:pt x="1757774" y="-20064"/>
                        <a:pt x="2069112" y="98613"/>
                      </a:cubicBezTo>
                      <a:cubicBezTo>
                        <a:pt x="2071456" y="99450"/>
                        <a:pt x="2072125" y="102463"/>
                        <a:pt x="2072125" y="102463"/>
                      </a:cubicBezTo>
                      <a:lnTo>
                        <a:pt x="2072125" y="711414"/>
                      </a:lnTo>
                      <a:cubicBezTo>
                        <a:pt x="2072125" y="713088"/>
                        <a:pt x="2069447" y="714594"/>
                        <a:pt x="2066936" y="715431"/>
                      </a:cubicBezTo>
                      <a:cubicBezTo>
                        <a:pt x="2066936" y="715431"/>
                        <a:pt x="2064258" y="716101"/>
                        <a:pt x="2062584" y="716101"/>
                      </a:cubicBezTo>
                      <a:lnTo>
                        <a:pt x="2058567" y="715431"/>
                      </a:lnTo>
                      <a:close/>
                      <a:moveTo>
                        <a:pt x="718640" y="101626"/>
                      </a:moveTo>
                      <a:lnTo>
                        <a:pt x="31018" y="659022"/>
                      </a:lnTo>
                      <a:cubicBezTo>
                        <a:pt x="656540" y="536160"/>
                        <a:pt x="1500334" y="555242"/>
                        <a:pt x="2054717" y="704384"/>
                      </a:cubicBezTo>
                      <a:lnTo>
                        <a:pt x="2054717" y="104973"/>
                      </a:lnTo>
                      <a:cubicBezTo>
                        <a:pt x="1746224" y="-10690"/>
                        <a:pt x="1033327" y="-33455"/>
                        <a:pt x="718640" y="101626"/>
                      </a:cubicBezTo>
                      <a:close/>
                    </a:path>
                  </a:pathLst>
                </a:custGeom>
                <a:solidFill>
                  <a:srgbClr val="D4D6D6"/>
                </a:solidFill>
                <a:ln w="1671" cap="flat">
                  <a:noFill/>
                  <a:prstDash val="solid"/>
                  <a:miter/>
                </a:ln>
              </p:spPr>
              <p:txBody>
                <a:bodyPr rtlCol="0" anchor="ctr"/>
                <a:lstStyle/>
                <a:p>
                  <a:endParaRPr lang="en-US"/>
                </a:p>
              </p:txBody>
            </p:sp>
          </p:grpSp>
          <p:grpSp>
            <p:nvGrpSpPr>
              <p:cNvPr id="22" name="Graphic 3">
                <a:extLst>
                  <a:ext uri="{FF2B5EF4-FFF2-40B4-BE49-F238E27FC236}">
                    <a16:creationId xmlns:a16="http://schemas.microsoft.com/office/drawing/2014/main" id="{657485EF-7579-433B-96B3-4E9568E9FEE4}"/>
                  </a:ext>
                </a:extLst>
              </p:cNvPr>
              <p:cNvGrpSpPr/>
              <p:nvPr/>
            </p:nvGrpSpPr>
            <p:grpSpPr>
              <a:xfrm>
                <a:off x="858676" y="5347043"/>
                <a:ext cx="2078183" cy="721787"/>
                <a:chOff x="858676" y="5347043"/>
                <a:chExt cx="2078183" cy="721787"/>
              </a:xfrm>
            </p:grpSpPr>
            <p:sp>
              <p:nvSpPr>
                <p:cNvPr id="23" name="Freeform: Shape 22">
                  <a:extLst>
                    <a:ext uri="{FF2B5EF4-FFF2-40B4-BE49-F238E27FC236}">
                      <a16:creationId xmlns:a16="http://schemas.microsoft.com/office/drawing/2014/main" id="{8193295C-246F-4325-A146-C09798DA791A}"/>
                    </a:ext>
                  </a:extLst>
                </p:cNvPr>
                <p:cNvSpPr/>
                <p:nvPr/>
              </p:nvSpPr>
              <p:spPr>
                <a:xfrm>
                  <a:off x="867297" y="5351229"/>
                  <a:ext cx="2060356" cy="712989"/>
                </a:xfrm>
                <a:custGeom>
                  <a:avLst/>
                  <a:gdLst>
                    <a:gd name="connsiteX0" fmla="*/ 2060357 w 2060356"/>
                    <a:gd name="connsiteY0" fmla="*/ 712990 h 712989"/>
                    <a:gd name="connsiteX1" fmla="*/ 0 w 2060356"/>
                    <a:gd name="connsiteY1" fmla="*/ 601009 h 712989"/>
                    <a:gd name="connsiteX2" fmla="*/ 701683 w 2060356"/>
                    <a:gd name="connsiteY2" fmla="*/ 89141 h 712989"/>
                    <a:gd name="connsiteX3" fmla="*/ 2060357 w 2060356"/>
                    <a:gd name="connsiteY3" fmla="*/ 104039 h 712989"/>
                    <a:gd name="connsiteX4" fmla="*/ 2060357 w 2060356"/>
                    <a:gd name="connsiteY4" fmla="*/ 712990 h 712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0356" h="712989">
                      <a:moveTo>
                        <a:pt x="2060357" y="712990"/>
                      </a:moveTo>
                      <a:cubicBezTo>
                        <a:pt x="1466638" y="496894"/>
                        <a:pt x="639081" y="477143"/>
                        <a:pt x="0" y="601009"/>
                      </a:cubicBezTo>
                      <a:lnTo>
                        <a:pt x="701683" y="89141"/>
                      </a:lnTo>
                      <a:cubicBezTo>
                        <a:pt x="1024571" y="-50291"/>
                        <a:pt x="1757555" y="-11290"/>
                        <a:pt x="2060357" y="104039"/>
                      </a:cubicBezTo>
                      <a:lnTo>
                        <a:pt x="2060357" y="712990"/>
                      </a:lnTo>
                      <a:close/>
                    </a:path>
                  </a:pathLst>
                </a:custGeom>
                <a:solidFill>
                  <a:srgbClr val="FFFFFF"/>
                </a:solidFill>
                <a:ln w="1671"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F314F66-4571-4FAD-B449-3CFC6F55BC2D}"/>
                    </a:ext>
                  </a:extLst>
                </p:cNvPr>
                <p:cNvSpPr/>
                <p:nvPr/>
              </p:nvSpPr>
              <p:spPr>
                <a:xfrm>
                  <a:off x="858676" y="5347043"/>
                  <a:ext cx="2078183" cy="721787"/>
                </a:xfrm>
                <a:custGeom>
                  <a:avLst/>
                  <a:gdLst>
                    <a:gd name="connsiteX0" fmla="*/ 2064291 w 2078183"/>
                    <a:gd name="connsiteY0" fmla="*/ 721193 h 721787"/>
                    <a:gd name="connsiteX1" fmla="*/ 11801 w 2078183"/>
                    <a:gd name="connsiteY1" fmla="*/ 609546 h 721787"/>
                    <a:gd name="connsiteX2" fmla="*/ 1758 w 2078183"/>
                    <a:gd name="connsiteY2" fmla="*/ 607872 h 721787"/>
                    <a:gd name="connsiteX3" fmla="*/ 1758 w 2078183"/>
                    <a:gd name="connsiteY3" fmla="*/ 602181 h 721787"/>
                    <a:gd name="connsiteX4" fmla="*/ 703441 w 2078183"/>
                    <a:gd name="connsiteY4" fmla="*/ 90314 h 721787"/>
                    <a:gd name="connsiteX5" fmla="*/ 2075171 w 2078183"/>
                    <a:gd name="connsiteY5" fmla="*/ 104207 h 721787"/>
                    <a:gd name="connsiteX6" fmla="*/ 2078183 w 2078183"/>
                    <a:gd name="connsiteY6" fmla="*/ 108057 h 721787"/>
                    <a:gd name="connsiteX7" fmla="*/ 2078183 w 2078183"/>
                    <a:gd name="connsiteY7" fmla="*/ 717008 h 721787"/>
                    <a:gd name="connsiteX8" fmla="*/ 2072995 w 2078183"/>
                    <a:gd name="connsiteY8" fmla="*/ 721025 h 721787"/>
                    <a:gd name="connsiteX9" fmla="*/ 2068643 w 2078183"/>
                    <a:gd name="connsiteY9" fmla="*/ 721695 h 721787"/>
                    <a:gd name="connsiteX10" fmla="*/ 2064291 w 2078183"/>
                    <a:gd name="connsiteY10" fmla="*/ 721193 h 721787"/>
                    <a:gd name="connsiteX11" fmla="*/ 716831 w 2078183"/>
                    <a:gd name="connsiteY11" fmla="*/ 96507 h 721787"/>
                    <a:gd name="connsiteX12" fmla="*/ 32891 w 2078183"/>
                    <a:gd name="connsiteY12" fmla="*/ 595486 h 721787"/>
                    <a:gd name="connsiteX13" fmla="*/ 2060441 w 2078183"/>
                    <a:gd name="connsiteY13" fmla="*/ 710145 h 721787"/>
                    <a:gd name="connsiteX14" fmla="*/ 2060441 w 2078183"/>
                    <a:gd name="connsiteY14" fmla="*/ 110735 h 721787"/>
                    <a:gd name="connsiteX15" fmla="*/ 716831 w 2078183"/>
                    <a:gd name="connsiteY15" fmla="*/ 96507 h 721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78183" h="721787">
                      <a:moveTo>
                        <a:pt x="2064291" y="721193"/>
                      </a:moveTo>
                      <a:cubicBezTo>
                        <a:pt x="1509740" y="519325"/>
                        <a:pt x="703775" y="475470"/>
                        <a:pt x="11801" y="609546"/>
                      </a:cubicBezTo>
                      <a:cubicBezTo>
                        <a:pt x="8118" y="610216"/>
                        <a:pt x="4101" y="609546"/>
                        <a:pt x="1758" y="607872"/>
                      </a:cubicBezTo>
                      <a:cubicBezTo>
                        <a:pt x="-586" y="606198"/>
                        <a:pt x="-586" y="603855"/>
                        <a:pt x="1758" y="602181"/>
                      </a:cubicBezTo>
                      <a:lnTo>
                        <a:pt x="703441" y="90314"/>
                      </a:lnTo>
                      <a:cubicBezTo>
                        <a:pt x="1018964" y="-45938"/>
                        <a:pt x="1756300" y="-17148"/>
                        <a:pt x="2075171" y="104207"/>
                      </a:cubicBezTo>
                      <a:cubicBezTo>
                        <a:pt x="2077514" y="105044"/>
                        <a:pt x="2078183" y="108057"/>
                        <a:pt x="2078183" y="108057"/>
                      </a:cubicBezTo>
                      <a:lnTo>
                        <a:pt x="2078183" y="717008"/>
                      </a:lnTo>
                      <a:cubicBezTo>
                        <a:pt x="2078183" y="718682"/>
                        <a:pt x="2075840" y="720356"/>
                        <a:pt x="2072995" y="721025"/>
                      </a:cubicBezTo>
                      <a:lnTo>
                        <a:pt x="2068643" y="721695"/>
                      </a:lnTo>
                      <a:cubicBezTo>
                        <a:pt x="2066801" y="721862"/>
                        <a:pt x="2065629" y="721862"/>
                        <a:pt x="2064291" y="721193"/>
                      </a:cubicBezTo>
                      <a:close/>
                      <a:moveTo>
                        <a:pt x="716831" y="96507"/>
                      </a:moveTo>
                      <a:lnTo>
                        <a:pt x="32891" y="595486"/>
                      </a:lnTo>
                      <a:cubicBezTo>
                        <a:pt x="718003" y="467938"/>
                        <a:pt x="1509070" y="513467"/>
                        <a:pt x="2060441" y="710145"/>
                      </a:cubicBezTo>
                      <a:lnTo>
                        <a:pt x="2060441" y="110735"/>
                      </a:lnTo>
                      <a:cubicBezTo>
                        <a:pt x="1744583" y="-7774"/>
                        <a:pt x="1026496" y="-36397"/>
                        <a:pt x="716831" y="96507"/>
                      </a:cubicBezTo>
                      <a:close/>
                    </a:path>
                  </a:pathLst>
                </a:custGeom>
                <a:solidFill>
                  <a:srgbClr val="D4D6D6"/>
                </a:solidFill>
                <a:ln w="1671" cap="flat">
                  <a:noFill/>
                  <a:prstDash val="solid"/>
                  <a:miter/>
                </a:ln>
              </p:spPr>
              <p:txBody>
                <a:bodyPr rtlCol="0" anchor="ctr"/>
                <a:lstStyle/>
                <a:p>
                  <a:endParaRPr lang="en-US"/>
                </a:p>
              </p:txBody>
            </p:sp>
          </p:grpSp>
          <p:sp>
            <p:nvSpPr>
              <p:cNvPr id="25" name="Freeform: Shape 24">
                <a:extLst>
                  <a:ext uri="{FF2B5EF4-FFF2-40B4-BE49-F238E27FC236}">
                    <a16:creationId xmlns:a16="http://schemas.microsoft.com/office/drawing/2014/main" id="{0C7FC11C-D7C8-4BE7-BFD8-E69658EA12B8}"/>
                  </a:ext>
                </a:extLst>
              </p:cNvPr>
              <p:cNvSpPr/>
              <p:nvPr/>
            </p:nvSpPr>
            <p:spPr>
              <a:xfrm>
                <a:off x="2927653" y="5412256"/>
                <a:ext cx="2034077" cy="890823"/>
              </a:xfrm>
              <a:custGeom>
                <a:avLst/>
                <a:gdLst>
                  <a:gd name="connsiteX0" fmla="*/ 0 w 2034077"/>
                  <a:gd name="connsiteY0" fmla="*/ 844960 h 890823"/>
                  <a:gd name="connsiteX1" fmla="*/ 2021356 w 2034077"/>
                  <a:gd name="connsiteY1" fmla="*/ 890823 h 890823"/>
                  <a:gd name="connsiteX2" fmla="*/ 2034077 w 2034077"/>
                  <a:gd name="connsiteY2" fmla="*/ 875089 h 890823"/>
                  <a:gd name="connsiteX3" fmla="*/ 1352815 w 2034077"/>
                  <a:gd name="connsiteY3" fmla="*/ 97748 h 890823"/>
                  <a:gd name="connsiteX4" fmla="*/ 0 w 2034077"/>
                  <a:gd name="connsiteY4" fmla="*/ 93730 h 890823"/>
                  <a:gd name="connsiteX5" fmla="*/ 0 w 2034077"/>
                  <a:gd name="connsiteY5" fmla="*/ 844960 h 890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34077" h="890823">
                    <a:moveTo>
                      <a:pt x="0" y="844960"/>
                    </a:moveTo>
                    <a:cubicBezTo>
                      <a:pt x="620668" y="762606"/>
                      <a:pt x="1421444" y="788885"/>
                      <a:pt x="2021356" y="890823"/>
                    </a:cubicBezTo>
                    <a:cubicBezTo>
                      <a:pt x="2024201" y="887811"/>
                      <a:pt x="2031734" y="878939"/>
                      <a:pt x="2034077" y="875089"/>
                    </a:cubicBezTo>
                    <a:lnTo>
                      <a:pt x="1352815" y="97748"/>
                    </a:lnTo>
                    <a:cubicBezTo>
                      <a:pt x="1030597" y="-43526"/>
                      <a:pt x="303304" y="-19925"/>
                      <a:pt x="0" y="93730"/>
                    </a:cubicBezTo>
                    <a:lnTo>
                      <a:pt x="0" y="844960"/>
                    </a:lnTo>
                    <a:close/>
                  </a:path>
                </a:pathLst>
              </a:custGeom>
              <a:solidFill>
                <a:schemeClr val="accent3"/>
              </a:solidFill>
              <a:ln w="1671"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B6D70FA-E436-4229-92DB-4650DAD4E681}"/>
                  </a:ext>
                </a:extLst>
              </p:cNvPr>
              <p:cNvSpPr/>
              <p:nvPr/>
            </p:nvSpPr>
            <p:spPr>
              <a:xfrm>
                <a:off x="2927653" y="5370377"/>
                <a:ext cx="2042111" cy="853529"/>
              </a:xfrm>
              <a:custGeom>
                <a:avLst/>
                <a:gdLst>
                  <a:gd name="connsiteX0" fmla="*/ 0 w 2042111"/>
                  <a:gd name="connsiteY0" fmla="*/ 821391 h 853529"/>
                  <a:gd name="connsiteX1" fmla="*/ 1977333 w 2042111"/>
                  <a:gd name="connsiteY1" fmla="*/ 853529 h 853529"/>
                  <a:gd name="connsiteX2" fmla="*/ 2042112 w 2042111"/>
                  <a:gd name="connsiteY2" fmla="*/ 712925 h 853529"/>
                  <a:gd name="connsiteX3" fmla="*/ 1192292 w 2042111"/>
                  <a:gd name="connsiteY3" fmla="*/ 106484 h 853529"/>
                  <a:gd name="connsiteX4" fmla="*/ 0 w 2042111"/>
                  <a:gd name="connsiteY4" fmla="*/ 84891 h 853529"/>
                  <a:gd name="connsiteX5" fmla="*/ 0 w 2042111"/>
                  <a:gd name="connsiteY5" fmla="*/ 821391 h 853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2111" h="853529">
                    <a:moveTo>
                      <a:pt x="0" y="821391"/>
                    </a:moveTo>
                    <a:cubicBezTo>
                      <a:pt x="620668" y="739204"/>
                      <a:pt x="1377421" y="751591"/>
                      <a:pt x="1977333" y="853529"/>
                    </a:cubicBezTo>
                    <a:cubicBezTo>
                      <a:pt x="1987209" y="844825"/>
                      <a:pt x="2038764" y="719620"/>
                      <a:pt x="2042112" y="712925"/>
                    </a:cubicBezTo>
                    <a:lnTo>
                      <a:pt x="1192292" y="106484"/>
                    </a:lnTo>
                    <a:cubicBezTo>
                      <a:pt x="870074" y="-34790"/>
                      <a:pt x="303304" y="-28764"/>
                      <a:pt x="0" y="84891"/>
                    </a:cubicBezTo>
                    <a:lnTo>
                      <a:pt x="0" y="821391"/>
                    </a:lnTo>
                    <a:close/>
                  </a:path>
                </a:pathLst>
              </a:custGeom>
              <a:solidFill>
                <a:srgbClr val="CCCCCC"/>
              </a:solidFill>
              <a:ln w="1671" cap="flat">
                <a:noFill/>
                <a:prstDash val="solid"/>
                <a:miter/>
              </a:ln>
            </p:spPr>
            <p:txBody>
              <a:bodyPr rtlCol="0" anchor="ctr"/>
              <a:lstStyle/>
              <a:p>
                <a:endParaRPr lang="en-US"/>
              </a:p>
            </p:txBody>
          </p:sp>
          <p:grpSp>
            <p:nvGrpSpPr>
              <p:cNvPr id="27" name="Graphic 3">
                <a:extLst>
                  <a:ext uri="{FF2B5EF4-FFF2-40B4-BE49-F238E27FC236}">
                    <a16:creationId xmlns:a16="http://schemas.microsoft.com/office/drawing/2014/main" id="{657485EF-7579-433B-96B3-4E9568E9FEE4}"/>
                  </a:ext>
                </a:extLst>
              </p:cNvPr>
              <p:cNvGrpSpPr/>
              <p:nvPr/>
            </p:nvGrpSpPr>
            <p:grpSpPr>
              <a:xfrm>
                <a:off x="2919117" y="5366400"/>
                <a:ext cx="2059689" cy="721420"/>
                <a:chOff x="2919117" y="5366400"/>
                <a:chExt cx="2059689" cy="721420"/>
              </a:xfrm>
            </p:grpSpPr>
            <p:sp>
              <p:nvSpPr>
                <p:cNvPr id="28" name="Freeform: Shape 27">
                  <a:extLst>
                    <a:ext uri="{FF2B5EF4-FFF2-40B4-BE49-F238E27FC236}">
                      <a16:creationId xmlns:a16="http://schemas.microsoft.com/office/drawing/2014/main" id="{6C9B47EE-2D69-4BC0-A1E9-EDDDFB5AEE75}"/>
                    </a:ext>
                  </a:extLst>
                </p:cNvPr>
                <p:cNvSpPr/>
                <p:nvPr/>
              </p:nvSpPr>
              <p:spPr>
                <a:xfrm>
                  <a:off x="2927486" y="5370441"/>
                  <a:ext cx="2042279" cy="712859"/>
                </a:xfrm>
                <a:custGeom>
                  <a:avLst/>
                  <a:gdLst>
                    <a:gd name="connsiteX0" fmla="*/ 167 w 2042279"/>
                    <a:gd name="connsiteY0" fmla="*/ 693778 h 712859"/>
                    <a:gd name="connsiteX1" fmla="*/ 2042279 w 2042279"/>
                    <a:gd name="connsiteY1" fmla="*/ 712860 h 712859"/>
                    <a:gd name="connsiteX2" fmla="*/ 1170364 w 2042279"/>
                    <a:gd name="connsiteY2" fmla="*/ 106420 h 712859"/>
                    <a:gd name="connsiteX3" fmla="*/ 0 w 2042279"/>
                    <a:gd name="connsiteY3" fmla="*/ 84827 h 712859"/>
                    <a:gd name="connsiteX4" fmla="*/ 0 w 2042279"/>
                    <a:gd name="connsiteY4" fmla="*/ 693778 h 712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2279" h="712859">
                      <a:moveTo>
                        <a:pt x="167" y="693778"/>
                      </a:moveTo>
                      <a:cubicBezTo>
                        <a:pt x="593719" y="566564"/>
                        <a:pt x="1451741" y="592342"/>
                        <a:pt x="2042279" y="712860"/>
                      </a:cubicBezTo>
                      <a:lnTo>
                        <a:pt x="1170364" y="106420"/>
                      </a:lnTo>
                      <a:cubicBezTo>
                        <a:pt x="848146" y="-34855"/>
                        <a:pt x="303304" y="-28661"/>
                        <a:pt x="0" y="84827"/>
                      </a:cubicBezTo>
                      <a:lnTo>
                        <a:pt x="0" y="693778"/>
                      </a:lnTo>
                      <a:close/>
                    </a:path>
                  </a:pathLst>
                </a:custGeom>
                <a:solidFill>
                  <a:srgbClr val="E0E0E0"/>
                </a:solidFill>
                <a:ln w="1671"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940A93D-58CC-4F7A-9091-613FBAD4803B}"/>
                    </a:ext>
                  </a:extLst>
                </p:cNvPr>
                <p:cNvSpPr/>
                <p:nvPr/>
              </p:nvSpPr>
              <p:spPr>
                <a:xfrm>
                  <a:off x="2919117" y="5366400"/>
                  <a:ext cx="2059689" cy="721420"/>
                </a:xfrm>
                <a:custGeom>
                  <a:avLst/>
                  <a:gdLst>
                    <a:gd name="connsiteX0" fmla="*/ 2047803 w 2059689"/>
                    <a:gd name="connsiteY0" fmla="*/ 721253 h 721420"/>
                    <a:gd name="connsiteX1" fmla="*/ 12554 w 2059689"/>
                    <a:gd name="connsiteY1" fmla="*/ 701836 h 721420"/>
                    <a:gd name="connsiteX2" fmla="*/ 3850 w 2059689"/>
                    <a:gd name="connsiteY2" fmla="*/ 701836 h 721420"/>
                    <a:gd name="connsiteX3" fmla="*/ 0 w 2059689"/>
                    <a:gd name="connsiteY3" fmla="*/ 697651 h 721420"/>
                    <a:gd name="connsiteX4" fmla="*/ 0 w 2059689"/>
                    <a:gd name="connsiteY4" fmla="*/ 88700 h 721420"/>
                    <a:gd name="connsiteX5" fmla="*/ 4352 w 2059689"/>
                    <a:gd name="connsiteY5" fmla="*/ 84850 h 721420"/>
                    <a:gd name="connsiteX6" fmla="*/ 1184592 w 2059689"/>
                    <a:gd name="connsiteY6" fmla="*/ 106611 h 721420"/>
                    <a:gd name="connsiteX7" fmla="*/ 2057846 w 2059689"/>
                    <a:gd name="connsiteY7" fmla="*/ 713888 h 721420"/>
                    <a:gd name="connsiteX8" fmla="*/ 2058013 w 2059689"/>
                    <a:gd name="connsiteY8" fmla="*/ 719579 h 721420"/>
                    <a:gd name="connsiteX9" fmla="*/ 2050983 w 2059689"/>
                    <a:gd name="connsiteY9" fmla="*/ 721420 h 721420"/>
                    <a:gd name="connsiteX10" fmla="*/ 2047803 w 2059689"/>
                    <a:gd name="connsiteY10" fmla="*/ 721253 h 721420"/>
                    <a:gd name="connsiteX11" fmla="*/ 17408 w 2059689"/>
                    <a:gd name="connsiteY11" fmla="*/ 91378 h 721420"/>
                    <a:gd name="connsiteX12" fmla="*/ 17408 w 2059689"/>
                    <a:gd name="connsiteY12" fmla="*/ 690788 h 721420"/>
                    <a:gd name="connsiteX13" fmla="*/ 2024871 w 2059689"/>
                    <a:gd name="connsiteY13" fmla="*/ 706690 h 721420"/>
                    <a:gd name="connsiteX14" fmla="*/ 1172373 w 2059689"/>
                    <a:gd name="connsiteY14" fmla="*/ 113808 h 721420"/>
                    <a:gd name="connsiteX15" fmla="*/ 17408 w 2059689"/>
                    <a:gd name="connsiteY15" fmla="*/ 91378 h 721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59689" h="721420">
                      <a:moveTo>
                        <a:pt x="2047803" y="721253"/>
                      </a:moveTo>
                      <a:cubicBezTo>
                        <a:pt x="1417259" y="592533"/>
                        <a:pt x="561915" y="584164"/>
                        <a:pt x="12554" y="701836"/>
                      </a:cubicBezTo>
                      <a:cubicBezTo>
                        <a:pt x="9876" y="702338"/>
                        <a:pt x="6361" y="702673"/>
                        <a:pt x="3850" y="701836"/>
                      </a:cubicBezTo>
                      <a:cubicBezTo>
                        <a:pt x="1507" y="700999"/>
                        <a:pt x="0" y="697651"/>
                        <a:pt x="0" y="697651"/>
                      </a:cubicBezTo>
                      <a:lnTo>
                        <a:pt x="0" y="88700"/>
                      </a:lnTo>
                      <a:cubicBezTo>
                        <a:pt x="0" y="88700"/>
                        <a:pt x="2009" y="85687"/>
                        <a:pt x="4352" y="84850"/>
                      </a:cubicBezTo>
                      <a:cubicBezTo>
                        <a:pt x="292759" y="-23114"/>
                        <a:pt x="848313" y="-40689"/>
                        <a:pt x="1184592" y="106611"/>
                      </a:cubicBezTo>
                      <a:lnTo>
                        <a:pt x="2057846" y="713888"/>
                      </a:lnTo>
                      <a:cubicBezTo>
                        <a:pt x="2060190" y="715562"/>
                        <a:pt x="2060357" y="717905"/>
                        <a:pt x="2058013" y="719579"/>
                      </a:cubicBezTo>
                      <a:cubicBezTo>
                        <a:pt x="2056340" y="720750"/>
                        <a:pt x="2053661" y="721420"/>
                        <a:pt x="2050983" y="721420"/>
                      </a:cubicBezTo>
                      <a:lnTo>
                        <a:pt x="2047803" y="721253"/>
                      </a:lnTo>
                      <a:close/>
                      <a:moveTo>
                        <a:pt x="17408" y="91378"/>
                      </a:moveTo>
                      <a:lnTo>
                        <a:pt x="17408" y="690788"/>
                      </a:lnTo>
                      <a:cubicBezTo>
                        <a:pt x="632218" y="561901"/>
                        <a:pt x="1482707" y="600567"/>
                        <a:pt x="2024871" y="706690"/>
                      </a:cubicBezTo>
                      <a:lnTo>
                        <a:pt x="1172373" y="113808"/>
                      </a:lnTo>
                      <a:cubicBezTo>
                        <a:pt x="843794" y="-29977"/>
                        <a:pt x="301463" y="-13405"/>
                        <a:pt x="17408" y="91378"/>
                      </a:cubicBezTo>
                      <a:close/>
                    </a:path>
                  </a:pathLst>
                </a:custGeom>
                <a:solidFill>
                  <a:srgbClr val="D4D6D6"/>
                </a:solidFill>
                <a:ln w="1671" cap="flat">
                  <a:noFill/>
                  <a:prstDash val="solid"/>
                  <a:miter/>
                </a:ln>
              </p:spPr>
              <p:txBody>
                <a:bodyPr rtlCol="0" anchor="ctr"/>
                <a:lstStyle/>
                <a:p>
                  <a:endParaRPr lang="en-US"/>
                </a:p>
              </p:txBody>
            </p:sp>
          </p:grpSp>
          <p:grpSp>
            <p:nvGrpSpPr>
              <p:cNvPr id="30" name="Graphic 3">
                <a:extLst>
                  <a:ext uri="{FF2B5EF4-FFF2-40B4-BE49-F238E27FC236}">
                    <a16:creationId xmlns:a16="http://schemas.microsoft.com/office/drawing/2014/main" id="{657485EF-7579-433B-96B3-4E9568E9FEE4}"/>
                  </a:ext>
                </a:extLst>
              </p:cNvPr>
              <p:cNvGrpSpPr/>
              <p:nvPr/>
            </p:nvGrpSpPr>
            <p:grpSpPr>
              <a:xfrm>
                <a:off x="2919117" y="5358039"/>
                <a:ext cx="2081698" cy="710866"/>
                <a:chOff x="2919117" y="5358039"/>
                <a:chExt cx="2081698" cy="710866"/>
              </a:xfrm>
            </p:grpSpPr>
            <p:sp>
              <p:nvSpPr>
                <p:cNvPr id="31" name="Freeform: Shape 30">
                  <a:extLst>
                    <a:ext uri="{FF2B5EF4-FFF2-40B4-BE49-F238E27FC236}">
                      <a16:creationId xmlns:a16="http://schemas.microsoft.com/office/drawing/2014/main" id="{876D7A95-A417-48AE-BE3F-B3A80F695261}"/>
                    </a:ext>
                  </a:extLst>
                </p:cNvPr>
                <p:cNvSpPr/>
                <p:nvPr/>
              </p:nvSpPr>
              <p:spPr>
                <a:xfrm>
                  <a:off x="2927653" y="5363786"/>
                  <a:ext cx="2064206" cy="700433"/>
                </a:xfrm>
                <a:custGeom>
                  <a:avLst/>
                  <a:gdLst>
                    <a:gd name="connsiteX0" fmla="*/ 0 w 2064206"/>
                    <a:gd name="connsiteY0" fmla="*/ 700433 h 700433"/>
                    <a:gd name="connsiteX1" fmla="*/ 2064207 w 2064206"/>
                    <a:gd name="connsiteY1" fmla="*/ 655909 h 700433"/>
                    <a:gd name="connsiteX2" fmla="*/ 1286363 w 2064206"/>
                    <a:gd name="connsiteY2" fmla="*/ 99684 h 700433"/>
                    <a:gd name="connsiteX3" fmla="*/ 0 w 2064206"/>
                    <a:gd name="connsiteY3" fmla="*/ 91482 h 700433"/>
                    <a:gd name="connsiteX4" fmla="*/ 0 w 2064206"/>
                    <a:gd name="connsiteY4" fmla="*/ 700433 h 700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4206" h="700433">
                      <a:moveTo>
                        <a:pt x="0" y="700433"/>
                      </a:moveTo>
                      <a:cubicBezTo>
                        <a:pt x="570452" y="547275"/>
                        <a:pt x="1444710" y="525348"/>
                        <a:pt x="2064207" y="655909"/>
                      </a:cubicBezTo>
                      <a:lnTo>
                        <a:pt x="1286363" y="99684"/>
                      </a:lnTo>
                      <a:cubicBezTo>
                        <a:pt x="964145" y="-41590"/>
                        <a:pt x="303304" y="-22005"/>
                        <a:pt x="0" y="91482"/>
                      </a:cubicBezTo>
                      <a:lnTo>
                        <a:pt x="0" y="700433"/>
                      </a:lnTo>
                      <a:close/>
                    </a:path>
                  </a:pathLst>
                </a:custGeom>
                <a:solidFill>
                  <a:srgbClr val="EFEFEF"/>
                </a:solidFill>
                <a:ln w="1671"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73C76438-B344-49FA-8C50-11CBB6629AE2}"/>
                    </a:ext>
                  </a:extLst>
                </p:cNvPr>
                <p:cNvSpPr/>
                <p:nvPr/>
              </p:nvSpPr>
              <p:spPr>
                <a:xfrm>
                  <a:off x="2919117" y="5358039"/>
                  <a:ext cx="2081698" cy="710866"/>
                </a:xfrm>
                <a:custGeom>
                  <a:avLst/>
                  <a:gdLst>
                    <a:gd name="connsiteX0" fmla="*/ 3850 w 2081698"/>
                    <a:gd name="connsiteY0" fmla="*/ 710197 h 710866"/>
                    <a:gd name="connsiteX1" fmla="*/ 0 w 2081698"/>
                    <a:gd name="connsiteY1" fmla="*/ 706012 h 710866"/>
                    <a:gd name="connsiteX2" fmla="*/ 0 w 2081698"/>
                    <a:gd name="connsiteY2" fmla="*/ 97061 h 710866"/>
                    <a:gd name="connsiteX3" fmla="*/ 4352 w 2081698"/>
                    <a:gd name="connsiteY3" fmla="*/ 93211 h 710866"/>
                    <a:gd name="connsiteX4" fmla="*/ 1300591 w 2081698"/>
                    <a:gd name="connsiteY4" fmla="*/ 101581 h 710866"/>
                    <a:gd name="connsiteX5" fmla="*/ 2079941 w 2081698"/>
                    <a:gd name="connsiteY5" fmla="*/ 658642 h 710866"/>
                    <a:gd name="connsiteX6" fmla="*/ 2079941 w 2081698"/>
                    <a:gd name="connsiteY6" fmla="*/ 664333 h 710866"/>
                    <a:gd name="connsiteX7" fmla="*/ 2069730 w 2081698"/>
                    <a:gd name="connsiteY7" fmla="*/ 665840 h 710866"/>
                    <a:gd name="connsiteX8" fmla="*/ 12554 w 2081698"/>
                    <a:gd name="connsiteY8" fmla="*/ 710197 h 710866"/>
                    <a:gd name="connsiteX9" fmla="*/ 8202 w 2081698"/>
                    <a:gd name="connsiteY9" fmla="*/ 710867 h 710866"/>
                    <a:gd name="connsiteX10" fmla="*/ 3850 w 2081698"/>
                    <a:gd name="connsiteY10" fmla="*/ 710197 h 710866"/>
                    <a:gd name="connsiteX11" fmla="*/ 2047301 w 2081698"/>
                    <a:gd name="connsiteY11" fmla="*/ 651277 h 710866"/>
                    <a:gd name="connsiteX12" fmla="*/ 1288539 w 2081698"/>
                    <a:gd name="connsiteY12" fmla="*/ 108778 h 710866"/>
                    <a:gd name="connsiteX13" fmla="*/ 17408 w 2081698"/>
                    <a:gd name="connsiteY13" fmla="*/ 99739 h 710866"/>
                    <a:gd name="connsiteX14" fmla="*/ 17408 w 2081698"/>
                    <a:gd name="connsiteY14" fmla="*/ 699149 h 710866"/>
                    <a:gd name="connsiteX15" fmla="*/ 1165175 w 2081698"/>
                    <a:gd name="connsiteY15" fmla="*/ 570764 h 710866"/>
                    <a:gd name="connsiteX16" fmla="*/ 2047301 w 2081698"/>
                    <a:gd name="connsiteY16" fmla="*/ 651277 h 710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81698" h="710866">
                      <a:moveTo>
                        <a:pt x="3850" y="710197"/>
                      </a:moveTo>
                      <a:cubicBezTo>
                        <a:pt x="1172" y="709360"/>
                        <a:pt x="0" y="707686"/>
                        <a:pt x="0" y="706012"/>
                      </a:cubicBezTo>
                      <a:lnTo>
                        <a:pt x="0" y="97061"/>
                      </a:lnTo>
                      <a:cubicBezTo>
                        <a:pt x="0" y="97061"/>
                        <a:pt x="2009" y="94048"/>
                        <a:pt x="4352" y="93211"/>
                      </a:cubicBezTo>
                      <a:cubicBezTo>
                        <a:pt x="314351" y="-22955"/>
                        <a:pt x="973518" y="-41869"/>
                        <a:pt x="1300591" y="101581"/>
                      </a:cubicBezTo>
                      <a:lnTo>
                        <a:pt x="2079941" y="658642"/>
                      </a:lnTo>
                      <a:cubicBezTo>
                        <a:pt x="2082284" y="660316"/>
                        <a:pt x="2082284" y="662659"/>
                        <a:pt x="2079941" y="664333"/>
                      </a:cubicBezTo>
                      <a:cubicBezTo>
                        <a:pt x="2077598" y="666007"/>
                        <a:pt x="2073413" y="666677"/>
                        <a:pt x="2069730" y="665840"/>
                      </a:cubicBezTo>
                      <a:cubicBezTo>
                        <a:pt x="1455256" y="536450"/>
                        <a:pt x="590371" y="554863"/>
                        <a:pt x="12554" y="710197"/>
                      </a:cubicBezTo>
                      <a:lnTo>
                        <a:pt x="8202" y="710867"/>
                      </a:lnTo>
                      <a:cubicBezTo>
                        <a:pt x="6528" y="710867"/>
                        <a:pt x="3850" y="710197"/>
                        <a:pt x="3850" y="710197"/>
                      </a:cubicBezTo>
                      <a:close/>
                      <a:moveTo>
                        <a:pt x="2047301" y="651277"/>
                      </a:moveTo>
                      <a:lnTo>
                        <a:pt x="1288539" y="108778"/>
                      </a:lnTo>
                      <a:cubicBezTo>
                        <a:pt x="973685" y="-28813"/>
                        <a:pt x="317866" y="-10736"/>
                        <a:pt x="17408" y="99739"/>
                      </a:cubicBezTo>
                      <a:lnTo>
                        <a:pt x="17408" y="699149"/>
                      </a:lnTo>
                      <a:cubicBezTo>
                        <a:pt x="343142" y="613448"/>
                        <a:pt x="756251" y="569593"/>
                        <a:pt x="1165175" y="570764"/>
                      </a:cubicBezTo>
                      <a:cubicBezTo>
                        <a:pt x="1475677" y="571601"/>
                        <a:pt x="1783333" y="598216"/>
                        <a:pt x="2047301" y="651277"/>
                      </a:cubicBezTo>
                      <a:close/>
                    </a:path>
                  </a:pathLst>
                </a:custGeom>
                <a:solidFill>
                  <a:srgbClr val="D4D6D6"/>
                </a:solidFill>
                <a:ln w="1671" cap="flat">
                  <a:noFill/>
                  <a:prstDash val="solid"/>
                  <a:miter/>
                </a:ln>
              </p:spPr>
              <p:txBody>
                <a:bodyPr rtlCol="0" anchor="ctr"/>
                <a:lstStyle/>
                <a:p>
                  <a:endParaRPr lang="en-US"/>
                </a:p>
              </p:txBody>
            </p:sp>
          </p:grpSp>
          <p:grpSp>
            <p:nvGrpSpPr>
              <p:cNvPr id="295" name="Graphic 3">
                <a:extLst>
                  <a:ext uri="{FF2B5EF4-FFF2-40B4-BE49-F238E27FC236}">
                    <a16:creationId xmlns:a16="http://schemas.microsoft.com/office/drawing/2014/main" id="{657485EF-7579-433B-96B3-4E9568E9FEE4}"/>
                  </a:ext>
                </a:extLst>
              </p:cNvPr>
              <p:cNvGrpSpPr/>
              <p:nvPr/>
            </p:nvGrpSpPr>
            <p:grpSpPr>
              <a:xfrm>
                <a:off x="2919117" y="5350710"/>
                <a:ext cx="2081868" cy="718027"/>
                <a:chOff x="2919117" y="5350710"/>
                <a:chExt cx="2081868" cy="718027"/>
              </a:xfrm>
            </p:grpSpPr>
            <p:sp>
              <p:nvSpPr>
                <p:cNvPr id="296" name="Freeform: Shape 295">
                  <a:extLst>
                    <a:ext uri="{FF2B5EF4-FFF2-40B4-BE49-F238E27FC236}">
                      <a16:creationId xmlns:a16="http://schemas.microsoft.com/office/drawing/2014/main" id="{9767392A-B318-458A-8DC1-96376D30D1F4}"/>
                    </a:ext>
                  </a:extLst>
                </p:cNvPr>
                <p:cNvSpPr/>
                <p:nvPr/>
              </p:nvSpPr>
              <p:spPr>
                <a:xfrm>
                  <a:off x="2927653" y="5355673"/>
                  <a:ext cx="2064373" cy="708545"/>
                </a:xfrm>
                <a:custGeom>
                  <a:avLst/>
                  <a:gdLst>
                    <a:gd name="connsiteX0" fmla="*/ 0 w 2064373"/>
                    <a:gd name="connsiteY0" fmla="*/ 708546 h 708545"/>
                    <a:gd name="connsiteX1" fmla="*/ 2064374 w 2064373"/>
                    <a:gd name="connsiteY1" fmla="*/ 580998 h 708545"/>
                    <a:gd name="connsiteX2" fmla="*/ 1348463 w 2064373"/>
                    <a:gd name="connsiteY2" fmla="*/ 92732 h 708545"/>
                    <a:gd name="connsiteX3" fmla="*/ 0 w 2064373"/>
                    <a:gd name="connsiteY3" fmla="*/ 99595 h 708545"/>
                    <a:gd name="connsiteX4" fmla="*/ 0 w 2064373"/>
                    <a:gd name="connsiteY4" fmla="*/ 708546 h 708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4373" h="708545">
                      <a:moveTo>
                        <a:pt x="0" y="708546"/>
                      </a:moveTo>
                      <a:cubicBezTo>
                        <a:pt x="582671" y="487596"/>
                        <a:pt x="1489737" y="467343"/>
                        <a:pt x="2064374" y="580998"/>
                      </a:cubicBezTo>
                      <a:lnTo>
                        <a:pt x="1348463" y="92732"/>
                      </a:lnTo>
                      <a:cubicBezTo>
                        <a:pt x="1026245" y="-48542"/>
                        <a:pt x="303304" y="-13893"/>
                        <a:pt x="0" y="99595"/>
                      </a:cubicBezTo>
                      <a:lnTo>
                        <a:pt x="0" y="708546"/>
                      </a:lnTo>
                      <a:close/>
                    </a:path>
                  </a:pathLst>
                </a:custGeom>
                <a:solidFill>
                  <a:srgbClr val="FFFFFF"/>
                </a:solidFill>
                <a:ln w="1671"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7D4A6749-972B-4609-B710-643DD513DDE0}"/>
                    </a:ext>
                  </a:extLst>
                </p:cNvPr>
                <p:cNvSpPr/>
                <p:nvPr/>
              </p:nvSpPr>
              <p:spPr>
                <a:xfrm>
                  <a:off x="2919117" y="5350710"/>
                  <a:ext cx="2081868" cy="718027"/>
                </a:xfrm>
                <a:custGeom>
                  <a:avLst/>
                  <a:gdLst>
                    <a:gd name="connsiteX0" fmla="*/ 3850 w 2081868"/>
                    <a:gd name="connsiteY0" fmla="*/ 717526 h 718027"/>
                    <a:gd name="connsiteX1" fmla="*/ 0 w 2081868"/>
                    <a:gd name="connsiteY1" fmla="*/ 713341 h 718027"/>
                    <a:gd name="connsiteX2" fmla="*/ 0 w 2081868"/>
                    <a:gd name="connsiteY2" fmla="*/ 104390 h 718027"/>
                    <a:gd name="connsiteX3" fmla="*/ 4352 w 2081868"/>
                    <a:gd name="connsiteY3" fmla="*/ 100540 h 718027"/>
                    <a:gd name="connsiteX4" fmla="*/ 675906 w 2081868"/>
                    <a:gd name="connsiteY4" fmla="*/ 611 h 718027"/>
                    <a:gd name="connsiteX5" fmla="*/ 1363528 w 2081868"/>
                    <a:gd name="connsiteY5" fmla="*/ 94179 h 718027"/>
                    <a:gd name="connsiteX6" fmla="*/ 2079941 w 2081868"/>
                    <a:gd name="connsiteY6" fmla="*/ 582780 h 718027"/>
                    <a:gd name="connsiteX7" fmla="*/ 2080276 w 2081868"/>
                    <a:gd name="connsiteY7" fmla="*/ 588471 h 718027"/>
                    <a:gd name="connsiteX8" fmla="*/ 2070065 w 2081868"/>
                    <a:gd name="connsiteY8" fmla="*/ 590145 h 718027"/>
                    <a:gd name="connsiteX9" fmla="*/ 12554 w 2081868"/>
                    <a:gd name="connsiteY9" fmla="*/ 717358 h 718027"/>
                    <a:gd name="connsiteX10" fmla="*/ 8202 w 2081868"/>
                    <a:gd name="connsiteY10" fmla="*/ 718028 h 718027"/>
                    <a:gd name="connsiteX11" fmla="*/ 3850 w 2081868"/>
                    <a:gd name="connsiteY11" fmla="*/ 717526 h 718027"/>
                    <a:gd name="connsiteX12" fmla="*/ 2047133 w 2081868"/>
                    <a:gd name="connsiteY12" fmla="*/ 575917 h 718027"/>
                    <a:gd name="connsiteX13" fmla="*/ 1350807 w 2081868"/>
                    <a:gd name="connsiteY13" fmla="*/ 101042 h 718027"/>
                    <a:gd name="connsiteX14" fmla="*/ 17408 w 2081868"/>
                    <a:gd name="connsiteY14" fmla="*/ 107068 h 718027"/>
                    <a:gd name="connsiteX15" fmla="*/ 17408 w 2081868"/>
                    <a:gd name="connsiteY15" fmla="*/ 706478 h 718027"/>
                    <a:gd name="connsiteX16" fmla="*/ 1304943 w 2081868"/>
                    <a:gd name="connsiteY16" fmla="*/ 513147 h 718027"/>
                    <a:gd name="connsiteX17" fmla="*/ 2047133 w 2081868"/>
                    <a:gd name="connsiteY17" fmla="*/ 575917 h 718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81868" h="718027">
                      <a:moveTo>
                        <a:pt x="3850" y="717526"/>
                      </a:moveTo>
                      <a:cubicBezTo>
                        <a:pt x="1004" y="716689"/>
                        <a:pt x="0" y="715182"/>
                        <a:pt x="0" y="713341"/>
                      </a:cubicBezTo>
                      <a:lnTo>
                        <a:pt x="0" y="104390"/>
                      </a:lnTo>
                      <a:cubicBezTo>
                        <a:pt x="0" y="104390"/>
                        <a:pt x="2009" y="101377"/>
                        <a:pt x="4352" y="100540"/>
                      </a:cubicBezTo>
                      <a:cubicBezTo>
                        <a:pt x="154665" y="44298"/>
                        <a:pt x="411937" y="5967"/>
                        <a:pt x="675906" y="611"/>
                      </a:cubicBezTo>
                      <a:cubicBezTo>
                        <a:pt x="964312" y="-5081"/>
                        <a:pt x="1215224" y="29233"/>
                        <a:pt x="1363528" y="94179"/>
                      </a:cubicBezTo>
                      <a:lnTo>
                        <a:pt x="2079941" y="582780"/>
                      </a:lnTo>
                      <a:cubicBezTo>
                        <a:pt x="2082452" y="584454"/>
                        <a:pt x="2082452" y="586797"/>
                        <a:pt x="2080276" y="588471"/>
                      </a:cubicBezTo>
                      <a:cubicBezTo>
                        <a:pt x="2077932" y="590145"/>
                        <a:pt x="2073748" y="590814"/>
                        <a:pt x="2070065" y="590145"/>
                      </a:cubicBezTo>
                      <a:cubicBezTo>
                        <a:pt x="1521373" y="481679"/>
                        <a:pt x="613303" y="489546"/>
                        <a:pt x="12554" y="717358"/>
                      </a:cubicBezTo>
                      <a:cubicBezTo>
                        <a:pt x="11047" y="717861"/>
                        <a:pt x="10043" y="718028"/>
                        <a:pt x="8202" y="718028"/>
                      </a:cubicBezTo>
                      <a:lnTo>
                        <a:pt x="3850" y="717526"/>
                      </a:lnTo>
                      <a:close/>
                      <a:moveTo>
                        <a:pt x="2047133" y="575917"/>
                      </a:moveTo>
                      <a:lnTo>
                        <a:pt x="1350807" y="101042"/>
                      </a:lnTo>
                      <a:cubicBezTo>
                        <a:pt x="1044657" y="-32699"/>
                        <a:pt x="331090" y="-8428"/>
                        <a:pt x="17408" y="107068"/>
                      </a:cubicBezTo>
                      <a:lnTo>
                        <a:pt x="17408" y="706478"/>
                      </a:lnTo>
                      <a:cubicBezTo>
                        <a:pt x="385323" y="570059"/>
                        <a:pt x="863043" y="511808"/>
                        <a:pt x="1304943" y="513147"/>
                      </a:cubicBezTo>
                      <a:cubicBezTo>
                        <a:pt x="1577783" y="513984"/>
                        <a:pt x="1836729" y="536749"/>
                        <a:pt x="2047133" y="575917"/>
                      </a:cubicBezTo>
                      <a:close/>
                    </a:path>
                  </a:pathLst>
                </a:custGeom>
                <a:solidFill>
                  <a:srgbClr val="D4D6D6"/>
                </a:solidFill>
                <a:ln w="1671" cap="flat">
                  <a:noFill/>
                  <a:prstDash val="solid"/>
                  <a:miter/>
                </a:ln>
              </p:spPr>
              <p:txBody>
                <a:bodyPr rtlCol="0" anchor="ctr"/>
                <a:lstStyle/>
                <a:p>
                  <a:endParaRPr lang="en-US"/>
                </a:p>
              </p:txBody>
            </p:sp>
          </p:grpSp>
          <p:sp>
            <p:nvSpPr>
              <p:cNvPr id="298" name="Freeform: Shape 297">
                <a:extLst>
                  <a:ext uri="{FF2B5EF4-FFF2-40B4-BE49-F238E27FC236}">
                    <a16:creationId xmlns:a16="http://schemas.microsoft.com/office/drawing/2014/main" id="{BB3AA048-60FF-4E04-8DEF-2A87F015EDCC}"/>
                  </a:ext>
                </a:extLst>
              </p:cNvPr>
              <p:cNvSpPr/>
              <p:nvPr/>
            </p:nvSpPr>
            <p:spPr>
              <a:xfrm>
                <a:off x="1295973" y="5569090"/>
                <a:ext cx="615646" cy="194168"/>
              </a:xfrm>
              <a:custGeom>
                <a:avLst/>
                <a:gdLst>
                  <a:gd name="connsiteX0" fmla="*/ 0 w 615646"/>
                  <a:gd name="connsiteY0" fmla="*/ 194168 h 194168"/>
                  <a:gd name="connsiteX1" fmla="*/ 437548 w 615646"/>
                  <a:gd name="connsiteY1" fmla="*/ 167386 h 194168"/>
                  <a:gd name="connsiteX2" fmla="*/ 615646 w 615646"/>
                  <a:gd name="connsiteY2" fmla="*/ 0 h 194168"/>
                  <a:gd name="connsiteX3" fmla="*/ 206052 w 615646"/>
                  <a:gd name="connsiteY3" fmla="*/ 28121 h 194168"/>
                </a:gdLst>
                <a:ahLst/>
                <a:cxnLst>
                  <a:cxn ang="0">
                    <a:pos x="connsiteX0" y="connsiteY0"/>
                  </a:cxn>
                  <a:cxn ang="0">
                    <a:pos x="connsiteX1" y="connsiteY1"/>
                  </a:cxn>
                  <a:cxn ang="0">
                    <a:pos x="connsiteX2" y="connsiteY2"/>
                  </a:cxn>
                  <a:cxn ang="0">
                    <a:pos x="connsiteX3" y="connsiteY3"/>
                  </a:cxn>
                </a:cxnLst>
                <a:rect l="l" t="t" r="r" b="b"/>
                <a:pathLst>
                  <a:path w="615646" h="194168">
                    <a:moveTo>
                      <a:pt x="0" y="194168"/>
                    </a:moveTo>
                    <a:lnTo>
                      <a:pt x="437548" y="167386"/>
                    </a:lnTo>
                    <a:lnTo>
                      <a:pt x="615646" y="0"/>
                    </a:lnTo>
                    <a:lnTo>
                      <a:pt x="206052" y="28121"/>
                    </a:lnTo>
                    <a:close/>
                  </a:path>
                </a:pathLst>
              </a:custGeom>
              <a:solidFill>
                <a:schemeClr val="accent5"/>
              </a:solidFill>
              <a:ln w="1671"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15D25C0F-39F7-48F8-BD6E-8B0C87A3A712}"/>
                  </a:ext>
                </a:extLst>
              </p:cNvPr>
              <p:cNvSpPr/>
              <p:nvPr/>
            </p:nvSpPr>
            <p:spPr>
              <a:xfrm>
                <a:off x="1298842" y="5430817"/>
                <a:ext cx="1524109" cy="455303"/>
              </a:xfrm>
              <a:custGeom>
                <a:avLst/>
                <a:gdLst>
                  <a:gd name="connsiteX0" fmla="*/ 404214 w 1524109"/>
                  <a:gd name="connsiteY0" fmla="*/ 46713 h 455303"/>
                  <a:gd name="connsiteX1" fmla="*/ 1500426 w 1524109"/>
                  <a:gd name="connsiteY1" fmla="*/ 94920 h 455303"/>
                  <a:gd name="connsiteX2" fmla="*/ 1506118 w 1524109"/>
                  <a:gd name="connsiteY2" fmla="*/ 95757 h 455303"/>
                  <a:gd name="connsiteX3" fmla="*/ 1516998 w 1524109"/>
                  <a:gd name="connsiteY3" fmla="*/ 92242 h 455303"/>
                  <a:gd name="connsiteX4" fmla="*/ 1511976 w 1524109"/>
                  <a:gd name="connsiteY4" fmla="*/ 83371 h 455303"/>
                  <a:gd name="connsiteX5" fmla="*/ 398021 w 1524109"/>
                  <a:gd name="connsiteY5" fmla="*/ 33992 h 455303"/>
                  <a:gd name="connsiteX6" fmla="*/ 389484 w 1524109"/>
                  <a:gd name="connsiteY6" fmla="*/ 42026 h 455303"/>
                  <a:gd name="connsiteX7" fmla="*/ 404214 w 1524109"/>
                  <a:gd name="connsiteY7" fmla="*/ 46713 h 455303"/>
                  <a:gd name="connsiteX8" fmla="*/ 308637 w 1524109"/>
                  <a:gd name="connsiteY8" fmla="*/ 108814 h 455303"/>
                  <a:gd name="connsiteX9" fmla="*/ 1500594 w 1524109"/>
                  <a:gd name="connsiteY9" fmla="*/ 178781 h 455303"/>
                  <a:gd name="connsiteX10" fmla="*/ 1505950 w 1524109"/>
                  <a:gd name="connsiteY10" fmla="*/ 179451 h 455303"/>
                  <a:gd name="connsiteX11" fmla="*/ 1516998 w 1524109"/>
                  <a:gd name="connsiteY11" fmla="*/ 175768 h 455303"/>
                  <a:gd name="connsiteX12" fmla="*/ 1511307 w 1524109"/>
                  <a:gd name="connsiteY12" fmla="*/ 166897 h 455303"/>
                  <a:gd name="connsiteX13" fmla="*/ 303113 w 1524109"/>
                  <a:gd name="connsiteY13" fmla="*/ 95925 h 455303"/>
                  <a:gd name="connsiteX14" fmla="*/ 294074 w 1524109"/>
                  <a:gd name="connsiteY14" fmla="*/ 103792 h 455303"/>
                  <a:gd name="connsiteX15" fmla="*/ 308637 w 1524109"/>
                  <a:gd name="connsiteY15" fmla="*/ 108814 h 455303"/>
                  <a:gd name="connsiteX16" fmla="*/ 211553 w 1524109"/>
                  <a:gd name="connsiteY16" fmla="*/ 175433 h 455303"/>
                  <a:gd name="connsiteX17" fmla="*/ 1506118 w 1524109"/>
                  <a:gd name="connsiteY17" fmla="*/ 273689 h 455303"/>
                  <a:gd name="connsiteX18" fmla="*/ 1511809 w 1524109"/>
                  <a:gd name="connsiteY18" fmla="*/ 274526 h 455303"/>
                  <a:gd name="connsiteX19" fmla="*/ 1522689 w 1524109"/>
                  <a:gd name="connsiteY19" fmla="*/ 271011 h 455303"/>
                  <a:gd name="connsiteX20" fmla="*/ 1517500 w 1524109"/>
                  <a:gd name="connsiteY20" fmla="*/ 262139 h 455303"/>
                  <a:gd name="connsiteX21" fmla="*/ 206866 w 1524109"/>
                  <a:gd name="connsiteY21" fmla="*/ 162712 h 455303"/>
                  <a:gd name="connsiteX22" fmla="*/ 197157 w 1524109"/>
                  <a:gd name="connsiteY22" fmla="*/ 170412 h 455303"/>
                  <a:gd name="connsiteX23" fmla="*/ 211553 w 1524109"/>
                  <a:gd name="connsiteY23" fmla="*/ 175433 h 455303"/>
                  <a:gd name="connsiteX24" fmla="*/ 1517667 w 1524109"/>
                  <a:gd name="connsiteY24" fmla="*/ 357884 h 455303"/>
                  <a:gd name="connsiteX25" fmla="*/ 131375 w 1524109"/>
                  <a:gd name="connsiteY25" fmla="*/ 233349 h 455303"/>
                  <a:gd name="connsiteX26" fmla="*/ 121164 w 1524109"/>
                  <a:gd name="connsiteY26" fmla="*/ 240881 h 455303"/>
                  <a:gd name="connsiteX27" fmla="*/ 135057 w 1524109"/>
                  <a:gd name="connsiteY27" fmla="*/ 246405 h 455303"/>
                  <a:gd name="connsiteX28" fmla="*/ 1505615 w 1524109"/>
                  <a:gd name="connsiteY28" fmla="*/ 369434 h 455303"/>
                  <a:gd name="connsiteX29" fmla="*/ 1511641 w 1524109"/>
                  <a:gd name="connsiteY29" fmla="*/ 370271 h 455303"/>
                  <a:gd name="connsiteX30" fmla="*/ 1522354 w 1524109"/>
                  <a:gd name="connsiteY30" fmla="*/ 366923 h 455303"/>
                  <a:gd name="connsiteX31" fmla="*/ 1517667 w 1524109"/>
                  <a:gd name="connsiteY31" fmla="*/ 357884 h 455303"/>
                  <a:gd name="connsiteX32" fmla="*/ 1465108 w 1524109"/>
                  <a:gd name="connsiteY32" fmla="*/ 442916 h 455303"/>
                  <a:gd name="connsiteX33" fmla="*/ 10187 w 1524109"/>
                  <a:gd name="connsiteY33" fmla="*/ 325244 h 455303"/>
                  <a:gd name="connsiteX34" fmla="*/ 144 w 1524109"/>
                  <a:gd name="connsiteY34" fmla="*/ 332776 h 455303"/>
                  <a:gd name="connsiteX35" fmla="*/ 14204 w 1524109"/>
                  <a:gd name="connsiteY35" fmla="*/ 338133 h 455303"/>
                  <a:gd name="connsiteX36" fmla="*/ 1453558 w 1524109"/>
                  <a:gd name="connsiteY36" fmla="*/ 454466 h 455303"/>
                  <a:gd name="connsiteX37" fmla="*/ 1459417 w 1524109"/>
                  <a:gd name="connsiteY37" fmla="*/ 455303 h 455303"/>
                  <a:gd name="connsiteX38" fmla="*/ 1470130 w 1524109"/>
                  <a:gd name="connsiteY38" fmla="*/ 451955 h 455303"/>
                  <a:gd name="connsiteX39" fmla="*/ 1465108 w 1524109"/>
                  <a:gd name="connsiteY39" fmla="*/ 442916 h 455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524109" h="455303">
                    <a:moveTo>
                      <a:pt x="404214" y="46713"/>
                    </a:moveTo>
                    <a:cubicBezTo>
                      <a:pt x="801924" y="-11035"/>
                      <a:pt x="1191264" y="6206"/>
                      <a:pt x="1500426" y="94920"/>
                    </a:cubicBezTo>
                    <a:cubicBezTo>
                      <a:pt x="1502268" y="95423"/>
                      <a:pt x="1504109" y="95757"/>
                      <a:pt x="1506118" y="95757"/>
                    </a:cubicBezTo>
                    <a:cubicBezTo>
                      <a:pt x="1510470" y="95757"/>
                      <a:pt x="1514822" y="94586"/>
                      <a:pt x="1516998" y="92242"/>
                    </a:cubicBezTo>
                    <a:cubicBezTo>
                      <a:pt x="1520178" y="89062"/>
                      <a:pt x="1517835" y="85045"/>
                      <a:pt x="1511976" y="83371"/>
                    </a:cubicBezTo>
                    <a:cubicBezTo>
                      <a:pt x="1197457" y="-7018"/>
                      <a:pt x="801756" y="-24593"/>
                      <a:pt x="398021" y="33992"/>
                    </a:cubicBezTo>
                    <a:cubicBezTo>
                      <a:pt x="391493" y="34996"/>
                      <a:pt x="387643" y="38511"/>
                      <a:pt x="389484" y="42026"/>
                    </a:cubicBezTo>
                    <a:cubicBezTo>
                      <a:pt x="390991" y="45542"/>
                      <a:pt x="397853" y="47550"/>
                      <a:pt x="404214" y="46713"/>
                    </a:cubicBezTo>
                    <a:close/>
                    <a:moveTo>
                      <a:pt x="308637" y="108814"/>
                    </a:moveTo>
                    <a:cubicBezTo>
                      <a:pt x="739154" y="55752"/>
                      <a:pt x="1117782" y="78014"/>
                      <a:pt x="1500594" y="178781"/>
                    </a:cubicBezTo>
                    <a:cubicBezTo>
                      <a:pt x="1502268" y="179283"/>
                      <a:pt x="1504109" y="179451"/>
                      <a:pt x="1505950" y="179451"/>
                    </a:cubicBezTo>
                    <a:cubicBezTo>
                      <a:pt x="1510470" y="179451"/>
                      <a:pt x="1514822" y="178111"/>
                      <a:pt x="1516998" y="175768"/>
                    </a:cubicBezTo>
                    <a:cubicBezTo>
                      <a:pt x="1520011" y="172420"/>
                      <a:pt x="1517332" y="168570"/>
                      <a:pt x="1511307" y="166897"/>
                    </a:cubicBezTo>
                    <a:cubicBezTo>
                      <a:pt x="1123138" y="64791"/>
                      <a:pt x="739321" y="42194"/>
                      <a:pt x="303113" y="95925"/>
                    </a:cubicBezTo>
                    <a:cubicBezTo>
                      <a:pt x="296585" y="96762"/>
                      <a:pt x="292400" y="100277"/>
                      <a:pt x="294074" y="103792"/>
                    </a:cubicBezTo>
                    <a:cubicBezTo>
                      <a:pt x="295580" y="107474"/>
                      <a:pt x="302109" y="109651"/>
                      <a:pt x="308637" y="108814"/>
                    </a:cubicBezTo>
                    <a:close/>
                    <a:moveTo>
                      <a:pt x="211553" y="175433"/>
                    </a:moveTo>
                    <a:cubicBezTo>
                      <a:pt x="723085" y="122539"/>
                      <a:pt x="995590" y="129402"/>
                      <a:pt x="1506118" y="273689"/>
                    </a:cubicBezTo>
                    <a:cubicBezTo>
                      <a:pt x="1507959" y="274191"/>
                      <a:pt x="1509800" y="274526"/>
                      <a:pt x="1511809" y="274526"/>
                    </a:cubicBezTo>
                    <a:cubicBezTo>
                      <a:pt x="1516161" y="274526"/>
                      <a:pt x="1520513" y="273187"/>
                      <a:pt x="1522689" y="271011"/>
                    </a:cubicBezTo>
                    <a:cubicBezTo>
                      <a:pt x="1525869" y="267831"/>
                      <a:pt x="1523526" y="263813"/>
                      <a:pt x="1517500" y="262139"/>
                    </a:cubicBezTo>
                    <a:cubicBezTo>
                      <a:pt x="1000444" y="116011"/>
                      <a:pt x="724591" y="109148"/>
                      <a:pt x="206866" y="162712"/>
                    </a:cubicBezTo>
                    <a:cubicBezTo>
                      <a:pt x="200170" y="163381"/>
                      <a:pt x="195986" y="166897"/>
                      <a:pt x="197157" y="170412"/>
                    </a:cubicBezTo>
                    <a:cubicBezTo>
                      <a:pt x="198496" y="173927"/>
                      <a:pt x="205025" y="176103"/>
                      <a:pt x="211553" y="175433"/>
                    </a:cubicBezTo>
                    <a:close/>
                    <a:moveTo>
                      <a:pt x="1517667" y="357884"/>
                    </a:moveTo>
                    <a:cubicBezTo>
                      <a:pt x="940854" y="182464"/>
                      <a:pt x="609095" y="193846"/>
                      <a:pt x="131375" y="233349"/>
                    </a:cubicBezTo>
                    <a:cubicBezTo>
                      <a:pt x="124679" y="233851"/>
                      <a:pt x="120160" y="237199"/>
                      <a:pt x="121164" y="240881"/>
                    </a:cubicBezTo>
                    <a:cubicBezTo>
                      <a:pt x="122168" y="244564"/>
                      <a:pt x="128362" y="246907"/>
                      <a:pt x="135057" y="246405"/>
                    </a:cubicBezTo>
                    <a:cubicBezTo>
                      <a:pt x="607588" y="207237"/>
                      <a:pt x="935665" y="196022"/>
                      <a:pt x="1505615" y="369434"/>
                    </a:cubicBezTo>
                    <a:cubicBezTo>
                      <a:pt x="1507457" y="369936"/>
                      <a:pt x="1509633" y="370271"/>
                      <a:pt x="1511641" y="370271"/>
                    </a:cubicBezTo>
                    <a:cubicBezTo>
                      <a:pt x="1515993" y="370271"/>
                      <a:pt x="1520011" y="369099"/>
                      <a:pt x="1522354" y="366923"/>
                    </a:cubicBezTo>
                    <a:cubicBezTo>
                      <a:pt x="1525534" y="363743"/>
                      <a:pt x="1523526" y="359725"/>
                      <a:pt x="1517667" y="357884"/>
                    </a:cubicBezTo>
                    <a:close/>
                    <a:moveTo>
                      <a:pt x="1465108" y="442916"/>
                    </a:moveTo>
                    <a:cubicBezTo>
                      <a:pt x="916583" y="281891"/>
                      <a:pt x="538123" y="278543"/>
                      <a:pt x="10187" y="325244"/>
                    </a:cubicBezTo>
                    <a:cubicBezTo>
                      <a:pt x="3492" y="325913"/>
                      <a:pt x="-861" y="329261"/>
                      <a:pt x="144" y="332776"/>
                    </a:cubicBezTo>
                    <a:cubicBezTo>
                      <a:pt x="1315" y="336291"/>
                      <a:pt x="7676" y="338802"/>
                      <a:pt x="14204" y="338133"/>
                    </a:cubicBezTo>
                    <a:cubicBezTo>
                      <a:pt x="536951" y="291934"/>
                      <a:pt x="911227" y="295282"/>
                      <a:pt x="1453558" y="454466"/>
                    </a:cubicBezTo>
                    <a:cubicBezTo>
                      <a:pt x="1455400" y="454968"/>
                      <a:pt x="1457408" y="455303"/>
                      <a:pt x="1459417" y="455303"/>
                    </a:cubicBezTo>
                    <a:cubicBezTo>
                      <a:pt x="1463769" y="455303"/>
                      <a:pt x="1467953" y="454131"/>
                      <a:pt x="1470130" y="451955"/>
                    </a:cubicBezTo>
                    <a:cubicBezTo>
                      <a:pt x="1473142" y="448608"/>
                      <a:pt x="1470967" y="444758"/>
                      <a:pt x="1465108" y="442916"/>
                    </a:cubicBezTo>
                    <a:close/>
                  </a:path>
                </a:pathLst>
              </a:custGeom>
              <a:solidFill>
                <a:schemeClr val="accent5"/>
              </a:solidFill>
              <a:ln w="1671"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E0449597-9934-402D-A0B6-43F8EDEF87DB}"/>
                  </a:ext>
                </a:extLst>
              </p:cNvPr>
              <p:cNvSpPr/>
              <p:nvPr/>
            </p:nvSpPr>
            <p:spPr>
              <a:xfrm>
                <a:off x="3083490" y="5583486"/>
                <a:ext cx="543503" cy="311338"/>
              </a:xfrm>
              <a:custGeom>
                <a:avLst/>
                <a:gdLst>
                  <a:gd name="connsiteX0" fmla="*/ 26949 w 543503"/>
                  <a:gd name="connsiteY0" fmla="*/ 311338 h 311338"/>
                  <a:gd name="connsiteX1" fmla="*/ 543503 w 543503"/>
                  <a:gd name="connsiteY1" fmla="*/ 198855 h 311338"/>
                  <a:gd name="connsiteX2" fmla="*/ 490274 w 543503"/>
                  <a:gd name="connsiteY2" fmla="*/ 0 h 311338"/>
                  <a:gd name="connsiteX3" fmla="*/ 0 w 543503"/>
                  <a:gd name="connsiteY3" fmla="*/ 97753 h 311338"/>
                  <a:gd name="connsiteX4" fmla="*/ 26949 w 543503"/>
                  <a:gd name="connsiteY4" fmla="*/ 311338 h 311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503" h="311338">
                    <a:moveTo>
                      <a:pt x="26949" y="311338"/>
                    </a:moveTo>
                    <a:cubicBezTo>
                      <a:pt x="193833" y="252753"/>
                      <a:pt x="543503" y="198855"/>
                      <a:pt x="543503" y="198855"/>
                    </a:cubicBezTo>
                    <a:lnTo>
                      <a:pt x="490274" y="0"/>
                    </a:lnTo>
                    <a:cubicBezTo>
                      <a:pt x="490274" y="0"/>
                      <a:pt x="156339" y="37997"/>
                      <a:pt x="0" y="97753"/>
                    </a:cubicBezTo>
                    <a:cubicBezTo>
                      <a:pt x="1339" y="114157"/>
                      <a:pt x="14730" y="242878"/>
                      <a:pt x="26949" y="311338"/>
                    </a:cubicBezTo>
                    <a:close/>
                  </a:path>
                </a:pathLst>
              </a:custGeom>
              <a:solidFill>
                <a:schemeClr val="accent5"/>
              </a:solidFill>
              <a:ln w="1671"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6A30B257-9427-4188-AD11-CBBCDCCC8B5E}"/>
                  </a:ext>
                </a:extLst>
              </p:cNvPr>
              <p:cNvSpPr/>
              <p:nvPr/>
            </p:nvSpPr>
            <p:spPr>
              <a:xfrm>
                <a:off x="3221583" y="5568589"/>
                <a:ext cx="1159894" cy="90052"/>
              </a:xfrm>
              <a:custGeom>
                <a:avLst/>
                <a:gdLst>
                  <a:gd name="connsiteX0" fmla="*/ 0 w 1159894"/>
                  <a:gd name="connsiteY0" fmla="*/ 83525 h 90052"/>
                  <a:gd name="connsiteX1" fmla="*/ 31636 w 1159894"/>
                  <a:gd name="connsiteY1" fmla="*/ 90053 h 90052"/>
                  <a:gd name="connsiteX2" fmla="*/ 1145256 w 1159894"/>
                  <a:gd name="connsiteY2" fmla="*/ 46198 h 90052"/>
                  <a:gd name="connsiteX3" fmla="*/ 1159652 w 1159894"/>
                  <a:gd name="connsiteY3" fmla="*/ 41009 h 90052"/>
                  <a:gd name="connsiteX4" fmla="*/ 1150111 w 1159894"/>
                  <a:gd name="connsiteY4" fmla="*/ 33309 h 90052"/>
                  <a:gd name="connsiteX5" fmla="*/ 0 w 1159894"/>
                  <a:gd name="connsiteY5" fmla="*/ 83525 h 90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9894" h="90052">
                    <a:moveTo>
                      <a:pt x="0" y="83525"/>
                    </a:moveTo>
                    <a:cubicBezTo>
                      <a:pt x="10043" y="86203"/>
                      <a:pt x="22597" y="85868"/>
                      <a:pt x="31636" y="90053"/>
                    </a:cubicBezTo>
                    <a:cubicBezTo>
                      <a:pt x="433196" y="-4855"/>
                      <a:pt x="697833" y="-2679"/>
                      <a:pt x="1145256" y="46198"/>
                    </a:cubicBezTo>
                    <a:cubicBezTo>
                      <a:pt x="1151785" y="46867"/>
                      <a:pt x="1158313" y="44691"/>
                      <a:pt x="1159652" y="41009"/>
                    </a:cubicBezTo>
                    <a:cubicBezTo>
                      <a:pt x="1160991" y="37494"/>
                      <a:pt x="1156639" y="33978"/>
                      <a:pt x="1150111" y="33309"/>
                    </a:cubicBezTo>
                    <a:cubicBezTo>
                      <a:pt x="689297" y="-17075"/>
                      <a:pt x="418968" y="-17744"/>
                      <a:pt x="0" y="83525"/>
                    </a:cubicBezTo>
                    <a:close/>
                  </a:path>
                </a:pathLst>
              </a:custGeom>
              <a:solidFill>
                <a:schemeClr val="accent5"/>
              </a:solidFill>
              <a:ln w="1671"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5A4E832B-6EE7-48F5-86E7-F994B6CFDB75}"/>
                  </a:ext>
                </a:extLst>
              </p:cNvPr>
              <p:cNvSpPr/>
              <p:nvPr/>
            </p:nvSpPr>
            <p:spPr>
              <a:xfrm>
                <a:off x="3326702" y="5646716"/>
                <a:ext cx="1130498" cy="86245"/>
              </a:xfrm>
              <a:custGeom>
                <a:avLst/>
                <a:gdLst>
                  <a:gd name="connsiteX0" fmla="*/ 0 w 1130498"/>
                  <a:gd name="connsiteY0" fmla="*/ 73524 h 86245"/>
                  <a:gd name="connsiteX1" fmla="*/ 7198 w 1130498"/>
                  <a:gd name="connsiteY1" fmla="*/ 86245 h 86245"/>
                  <a:gd name="connsiteX2" fmla="*/ 1116298 w 1130498"/>
                  <a:gd name="connsiteY2" fmla="*/ 39544 h 86245"/>
                  <a:gd name="connsiteX3" fmla="*/ 1130359 w 1130498"/>
                  <a:gd name="connsiteY3" fmla="*/ 34188 h 86245"/>
                  <a:gd name="connsiteX4" fmla="*/ 1120148 w 1130498"/>
                  <a:gd name="connsiteY4" fmla="*/ 26656 h 86245"/>
                  <a:gd name="connsiteX5" fmla="*/ 0 w 1130498"/>
                  <a:gd name="connsiteY5" fmla="*/ 73524 h 86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498" h="86245">
                    <a:moveTo>
                      <a:pt x="0" y="73524"/>
                    </a:moveTo>
                    <a:cubicBezTo>
                      <a:pt x="2845" y="77374"/>
                      <a:pt x="4519" y="82061"/>
                      <a:pt x="7198" y="86245"/>
                    </a:cubicBezTo>
                    <a:cubicBezTo>
                      <a:pt x="425998" y="-8998"/>
                      <a:pt x="721602" y="4561"/>
                      <a:pt x="1116298" y="39544"/>
                    </a:cubicBezTo>
                    <a:cubicBezTo>
                      <a:pt x="1122994" y="40214"/>
                      <a:pt x="1129188" y="37703"/>
                      <a:pt x="1130359" y="34188"/>
                    </a:cubicBezTo>
                    <a:cubicBezTo>
                      <a:pt x="1131363" y="30506"/>
                      <a:pt x="1126844" y="27158"/>
                      <a:pt x="1120148" y="26656"/>
                    </a:cubicBezTo>
                    <a:cubicBezTo>
                      <a:pt x="721602" y="-8830"/>
                      <a:pt x="422985" y="-22389"/>
                      <a:pt x="0" y="73524"/>
                    </a:cubicBezTo>
                    <a:close/>
                  </a:path>
                </a:pathLst>
              </a:custGeom>
              <a:solidFill>
                <a:schemeClr val="accent5"/>
              </a:solidFill>
              <a:ln w="1671"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7521F1B2-7B7E-4AE3-AC3D-38E67917690E}"/>
                  </a:ext>
                </a:extLst>
              </p:cNvPr>
              <p:cNvSpPr/>
              <p:nvPr/>
            </p:nvSpPr>
            <p:spPr>
              <a:xfrm>
                <a:off x="3060550" y="5435540"/>
                <a:ext cx="1129822" cy="91871"/>
              </a:xfrm>
              <a:custGeom>
                <a:avLst/>
                <a:gdLst>
                  <a:gd name="connsiteX0" fmla="*/ 17918 w 1129822"/>
                  <a:gd name="connsiteY0" fmla="*/ 91034 h 91871"/>
                  <a:gd name="connsiteX1" fmla="*/ 1114298 w 1129822"/>
                  <a:gd name="connsiteY1" fmla="*/ 49355 h 91871"/>
                  <a:gd name="connsiteX2" fmla="*/ 1129362 w 1129822"/>
                  <a:gd name="connsiteY2" fmla="*/ 44835 h 91871"/>
                  <a:gd name="connsiteX3" fmla="*/ 1120826 w 1129822"/>
                  <a:gd name="connsiteY3" fmla="*/ 36801 h 91871"/>
                  <a:gd name="connsiteX4" fmla="*/ 6536 w 1129822"/>
                  <a:gd name="connsiteY4" fmla="*/ 79485 h 91871"/>
                  <a:gd name="connsiteX5" fmla="*/ 1347 w 1129822"/>
                  <a:gd name="connsiteY5" fmla="*/ 88356 h 91871"/>
                  <a:gd name="connsiteX6" fmla="*/ 12227 w 1129822"/>
                  <a:gd name="connsiteY6" fmla="*/ 91871 h 91871"/>
                  <a:gd name="connsiteX7" fmla="*/ 17918 w 1129822"/>
                  <a:gd name="connsiteY7" fmla="*/ 91034 h 91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9822" h="91871">
                    <a:moveTo>
                      <a:pt x="17918" y="91034"/>
                    </a:moveTo>
                    <a:cubicBezTo>
                      <a:pt x="327415" y="4161"/>
                      <a:pt x="716755" y="-10737"/>
                      <a:pt x="1114298" y="49355"/>
                    </a:cubicBezTo>
                    <a:cubicBezTo>
                      <a:pt x="1120826" y="50359"/>
                      <a:pt x="1127521" y="48351"/>
                      <a:pt x="1129362" y="44835"/>
                    </a:cubicBezTo>
                    <a:cubicBezTo>
                      <a:pt x="1131204" y="41321"/>
                      <a:pt x="1127354" y="37638"/>
                      <a:pt x="1120826" y="36801"/>
                    </a:cubicBezTo>
                    <a:cubicBezTo>
                      <a:pt x="717258" y="-24128"/>
                      <a:pt x="321557" y="-9063"/>
                      <a:pt x="6536" y="79485"/>
                    </a:cubicBezTo>
                    <a:cubicBezTo>
                      <a:pt x="510" y="81159"/>
                      <a:pt x="-1666" y="85176"/>
                      <a:pt x="1347" y="88356"/>
                    </a:cubicBezTo>
                    <a:cubicBezTo>
                      <a:pt x="3523" y="90532"/>
                      <a:pt x="7707" y="91871"/>
                      <a:pt x="12227" y="91871"/>
                    </a:cubicBezTo>
                    <a:cubicBezTo>
                      <a:pt x="14068" y="91704"/>
                      <a:pt x="16077" y="91536"/>
                      <a:pt x="17918" y="91034"/>
                    </a:cubicBezTo>
                    <a:close/>
                  </a:path>
                </a:pathLst>
              </a:custGeom>
              <a:solidFill>
                <a:srgbClr val="CEEAE9"/>
              </a:solidFill>
              <a:ln w="1671"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2B481330-8041-4BDE-AC74-DCC114EAB80F}"/>
                  </a:ext>
                </a:extLst>
              </p:cNvPr>
              <p:cNvSpPr/>
              <p:nvPr/>
            </p:nvSpPr>
            <p:spPr>
              <a:xfrm>
                <a:off x="3365201" y="5738227"/>
                <a:ext cx="1247044" cy="91651"/>
              </a:xfrm>
              <a:custGeom>
                <a:avLst/>
                <a:gdLst>
                  <a:gd name="connsiteX0" fmla="*/ 1236984 w 1247044"/>
                  <a:gd name="connsiteY0" fmla="*/ 26538 h 91651"/>
                  <a:gd name="connsiteX1" fmla="*/ 0 w 1247044"/>
                  <a:gd name="connsiteY1" fmla="*/ 77758 h 91651"/>
                  <a:gd name="connsiteX2" fmla="*/ 2176 w 1247044"/>
                  <a:gd name="connsiteY2" fmla="*/ 91651 h 91651"/>
                  <a:gd name="connsiteX3" fmla="*/ 1232799 w 1247044"/>
                  <a:gd name="connsiteY3" fmla="*/ 39594 h 91651"/>
                  <a:gd name="connsiteX4" fmla="*/ 1246860 w 1247044"/>
                  <a:gd name="connsiteY4" fmla="*/ 34238 h 91651"/>
                  <a:gd name="connsiteX5" fmla="*/ 1236984 w 1247044"/>
                  <a:gd name="connsiteY5" fmla="*/ 26538 h 9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47044" h="91651">
                    <a:moveTo>
                      <a:pt x="1236984" y="26538"/>
                    </a:moveTo>
                    <a:cubicBezTo>
                      <a:pt x="794750" y="-15141"/>
                      <a:pt x="428843" y="-14471"/>
                      <a:pt x="0" y="77758"/>
                    </a:cubicBezTo>
                    <a:cubicBezTo>
                      <a:pt x="837" y="82445"/>
                      <a:pt x="1841" y="86964"/>
                      <a:pt x="2176" y="91651"/>
                    </a:cubicBezTo>
                    <a:cubicBezTo>
                      <a:pt x="429011" y="-913"/>
                      <a:pt x="792741" y="-1917"/>
                      <a:pt x="1232799" y="39594"/>
                    </a:cubicBezTo>
                    <a:cubicBezTo>
                      <a:pt x="1239327" y="40264"/>
                      <a:pt x="1245688" y="37753"/>
                      <a:pt x="1246860" y="34238"/>
                    </a:cubicBezTo>
                    <a:cubicBezTo>
                      <a:pt x="1248032" y="30555"/>
                      <a:pt x="1243512" y="27208"/>
                      <a:pt x="1236984" y="26538"/>
                    </a:cubicBezTo>
                    <a:close/>
                  </a:path>
                </a:pathLst>
              </a:custGeom>
              <a:solidFill>
                <a:schemeClr val="accent5"/>
              </a:solidFill>
              <a:ln w="1671"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9064AB2D-47D8-4C56-904C-46E0788C5C0D}"/>
                  </a:ext>
                </a:extLst>
              </p:cNvPr>
              <p:cNvSpPr/>
              <p:nvPr/>
            </p:nvSpPr>
            <p:spPr>
              <a:xfrm>
                <a:off x="3060559" y="5503962"/>
                <a:ext cx="1224578" cy="107142"/>
              </a:xfrm>
              <a:custGeom>
                <a:avLst/>
                <a:gdLst>
                  <a:gd name="connsiteX0" fmla="*/ 17240 w 1224578"/>
                  <a:gd name="connsiteY0" fmla="*/ 106473 h 107142"/>
                  <a:gd name="connsiteX1" fmla="*/ 1209532 w 1224578"/>
                  <a:gd name="connsiteY1" fmla="*/ 43703 h 107142"/>
                  <a:gd name="connsiteX2" fmla="*/ 1224262 w 1224578"/>
                  <a:gd name="connsiteY2" fmla="*/ 38848 h 107142"/>
                  <a:gd name="connsiteX3" fmla="*/ 1215223 w 1224578"/>
                  <a:gd name="connsiteY3" fmla="*/ 30981 h 107142"/>
                  <a:gd name="connsiteX4" fmla="*/ 6862 w 1224578"/>
                  <a:gd name="connsiteY4" fmla="*/ 94756 h 107142"/>
                  <a:gd name="connsiteX5" fmla="*/ 1171 w 1224578"/>
                  <a:gd name="connsiteY5" fmla="*/ 103460 h 107142"/>
                  <a:gd name="connsiteX6" fmla="*/ 12218 w 1224578"/>
                  <a:gd name="connsiteY6" fmla="*/ 107142 h 107142"/>
                  <a:gd name="connsiteX7" fmla="*/ 17240 w 1224578"/>
                  <a:gd name="connsiteY7" fmla="*/ 106473 h 107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4578" h="107142">
                    <a:moveTo>
                      <a:pt x="17240" y="106473"/>
                    </a:moveTo>
                    <a:cubicBezTo>
                      <a:pt x="400387" y="8049"/>
                      <a:pt x="779349" y="-12037"/>
                      <a:pt x="1209532" y="43703"/>
                    </a:cubicBezTo>
                    <a:cubicBezTo>
                      <a:pt x="1216060" y="44540"/>
                      <a:pt x="1222756" y="42364"/>
                      <a:pt x="1224262" y="38848"/>
                    </a:cubicBezTo>
                    <a:cubicBezTo>
                      <a:pt x="1225769" y="35333"/>
                      <a:pt x="1221751" y="31818"/>
                      <a:pt x="1215223" y="30981"/>
                    </a:cubicBezTo>
                    <a:cubicBezTo>
                      <a:pt x="779349" y="-25428"/>
                      <a:pt x="395365" y="-5174"/>
                      <a:pt x="6862" y="94756"/>
                    </a:cubicBezTo>
                    <a:cubicBezTo>
                      <a:pt x="836" y="96262"/>
                      <a:pt x="-1675" y="100279"/>
                      <a:pt x="1171" y="103460"/>
                    </a:cubicBezTo>
                    <a:cubicBezTo>
                      <a:pt x="3347" y="105803"/>
                      <a:pt x="7699" y="107142"/>
                      <a:pt x="12218" y="107142"/>
                    </a:cubicBezTo>
                    <a:cubicBezTo>
                      <a:pt x="13725" y="107142"/>
                      <a:pt x="15566" y="106974"/>
                      <a:pt x="17240" y="106473"/>
                    </a:cubicBezTo>
                    <a:close/>
                  </a:path>
                </a:pathLst>
              </a:custGeom>
              <a:solidFill>
                <a:srgbClr val="CEEAE9"/>
              </a:solidFill>
              <a:ln w="1671" cap="flat">
                <a:noFill/>
                <a:prstDash val="solid"/>
                <a:miter/>
              </a:ln>
            </p:spPr>
            <p:txBody>
              <a:bodyPr rtlCol="0" anchor="ctr"/>
              <a:lstStyle/>
              <a:p>
                <a:endParaRPr lang="en-US"/>
              </a:p>
            </p:txBody>
          </p:sp>
          <p:grpSp>
            <p:nvGrpSpPr>
              <p:cNvPr id="306" name="Graphic 3">
                <a:extLst>
                  <a:ext uri="{FF2B5EF4-FFF2-40B4-BE49-F238E27FC236}">
                    <a16:creationId xmlns:a16="http://schemas.microsoft.com/office/drawing/2014/main" id="{657485EF-7579-433B-96B3-4E9568E9FEE4}"/>
                  </a:ext>
                </a:extLst>
              </p:cNvPr>
              <p:cNvGrpSpPr/>
              <p:nvPr/>
            </p:nvGrpSpPr>
            <p:grpSpPr>
              <a:xfrm>
                <a:off x="1711927" y="5533605"/>
                <a:ext cx="1983359" cy="327407"/>
                <a:chOff x="1711927" y="5533605"/>
                <a:chExt cx="1983359" cy="327407"/>
              </a:xfrm>
              <a:solidFill>
                <a:srgbClr val="FFFFFF"/>
              </a:solidFill>
            </p:grpSpPr>
            <p:sp>
              <p:nvSpPr>
                <p:cNvPr id="307" name="Freeform: Shape 306">
                  <a:extLst>
                    <a:ext uri="{FF2B5EF4-FFF2-40B4-BE49-F238E27FC236}">
                      <a16:creationId xmlns:a16="http://schemas.microsoft.com/office/drawing/2014/main" id="{84FA15A8-FEC8-418A-91DF-975D5FD73D0C}"/>
                    </a:ext>
                  </a:extLst>
                </p:cNvPr>
                <p:cNvSpPr/>
                <p:nvPr/>
              </p:nvSpPr>
              <p:spPr>
                <a:xfrm>
                  <a:off x="1711927" y="5535446"/>
                  <a:ext cx="265307" cy="247396"/>
                </a:xfrm>
                <a:custGeom>
                  <a:avLst/>
                  <a:gdLst>
                    <a:gd name="connsiteX0" fmla="*/ 0 w 265307"/>
                    <a:gd name="connsiteY0" fmla="*/ 222958 h 247396"/>
                    <a:gd name="connsiteX1" fmla="*/ 67289 w 265307"/>
                    <a:gd name="connsiteY1" fmla="*/ 247397 h 247396"/>
                    <a:gd name="connsiteX2" fmla="*/ 265307 w 265307"/>
                    <a:gd name="connsiteY2" fmla="*/ 0 h 247396"/>
                    <a:gd name="connsiteX3" fmla="*/ 204546 w 265307"/>
                    <a:gd name="connsiteY3" fmla="*/ 15065 h 247396"/>
                  </a:gdLst>
                  <a:ahLst/>
                  <a:cxnLst>
                    <a:cxn ang="0">
                      <a:pos x="connsiteX0" y="connsiteY0"/>
                    </a:cxn>
                    <a:cxn ang="0">
                      <a:pos x="connsiteX1" y="connsiteY1"/>
                    </a:cxn>
                    <a:cxn ang="0">
                      <a:pos x="connsiteX2" y="connsiteY2"/>
                    </a:cxn>
                    <a:cxn ang="0">
                      <a:pos x="connsiteX3" y="connsiteY3"/>
                    </a:cxn>
                  </a:cxnLst>
                  <a:rect l="l" t="t" r="r" b="b"/>
                  <a:pathLst>
                    <a:path w="265307" h="247396">
                      <a:moveTo>
                        <a:pt x="0" y="222958"/>
                      </a:moveTo>
                      <a:lnTo>
                        <a:pt x="67289" y="247397"/>
                      </a:lnTo>
                      <a:lnTo>
                        <a:pt x="265307" y="0"/>
                      </a:lnTo>
                      <a:lnTo>
                        <a:pt x="204546" y="15065"/>
                      </a:lnTo>
                      <a:close/>
                    </a:path>
                  </a:pathLst>
                </a:custGeom>
                <a:solidFill>
                  <a:srgbClr val="FFFFFF"/>
                </a:solidFill>
                <a:ln w="1671"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93516139-5421-4D2B-915C-6A9D7B1751C9}"/>
                    </a:ext>
                  </a:extLst>
                </p:cNvPr>
                <p:cNvSpPr/>
                <p:nvPr/>
              </p:nvSpPr>
              <p:spPr>
                <a:xfrm>
                  <a:off x="3541291" y="5533605"/>
                  <a:ext cx="153995" cy="327407"/>
                </a:xfrm>
                <a:custGeom>
                  <a:avLst/>
                  <a:gdLst>
                    <a:gd name="connsiteX0" fmla="*/ 96749 w 153995"/>
                    <a:gd name="connsiteY0" fmla="*/ 327408 h 327407"/>
                    <a:gd name="connsiteX1" fmla="*/ 153995 w 153995"/>
                    <a:gd name="connsiteY1" fmla="*/ 284389 h 327407"/>
                    <a:gd name="connsiteX2" fmla="*/ 26447 w 153995"/>
                    <a:gd name="connsiteY2" fmla="*/ 0 h 327407"/>
                    <a:gd name="connsiteX3" fmla="*/ 0 w 153995"/>
                    <a:gd name="connsiteY3" fmla="*/ 42683 h 327407"/>
                  </a:gdLst>
                  <a:ahLst/>
                  <a:cxnLst>
                    <a:cxn ang="0">
                      <a:pos x="connsiteX0" y="connsiteY0"/>
                    </a:cxn>
                    <a:cxn ang="0">
                      <a:pos x="connsiteX1" y="connsiteY1"/>
                    </a:cxn>
                    <a:cxn ang="0">
                      <a:pos x="connsiteX2" y="connsiteY2"/>
                    </a:cxn>
                    <a:cxn ang="0">
                      <a:pos x="connsiteX3" y="connsiteY3"/>
                    </a:cxn>
                  </a:cxnLst>
                  <a:rect l="l" t="t" r="r" b="b"/>
                  <a:pathLst>
                    <a:path w="153995" h="327407">
                      <a:moveTo>
                        <a:pt x="96749" y="327408"/>
                      </a:moveTo>
                      <a:lnTo>
                        <a:pt x="153995" y="284389"/>
                      </a:lnTo>
                      <a:lnTo>
                        <a:pt x="26447" y="0"/>
                      </a:lnTo>
                      <a:lnTo>
                        <a:pt x="0" y="42683"/>
                      </a:lnTo>
                      <a:close/>
                    </a:path>
                  </a:pathLst>
                </a:custGeom>
                <a:solidFill>
                  <a:srgbClr val="FFFFFF"/>
                </a:solidFill>
                <a:ln w="1671" cap="flat">
                  <a:noFill/>
                  <a:prstDash val="solid"/>
                  <a:miter/>
                </a:ln>
              </p:spPr>
              <p:txBody>
                <a:bodyPr rtlCol="0" anchor="ctr"/>
                <a:lstStyle/>
                <a:p>
                  <a:endParaRPr lang="en-US"/>
                </a:p>
              </p:txBody>
            </p:sp>
          </p:grpSp>
        </p:grpSp>
        <p:sp>
          <p:nvSpPr>
            <p:cNvPr id="309" name="Freeform: Shape 308">
              <a:extLst>
                <a:ext uri="{FF2B5EF4-FFF2-40B4-BE49-F238E27FC236}">
                  <a16:creationId xmlns:a16="http://schemas.microsoft.com/office/drawing/2014/main" id="{4AFFCE31-102A-4F95-8659-70A89960D007}"/>
                </a:ext>
              </a:extLst>
            </p:cNvPr>
            <p:cNvSpPr/>
            <p:nvPr/>
          </p:nvSpPr>
          <p:spPr>
            <a:xfrm>
              <a:off x="2631683" y="5113988"/>
              <a:ext cx="955913" cy="678955"/>
            </a:xfrm>
            <a:custGeom>
              <a:avLst/>
              <a:gdLst>
                <a:gd name="connsiteX0" fmla="*/ 69832 w 955913"/>
                <a:gd name="connsiteY0" fmla="*/ 302781 h 678955"/>
                <a:gd name="connsiteX1" fmla="*/ 323087 w 955913"/>
                <a:gd name="connsiteY1" fmla="*/ 182598 h 678955"/>
                <a:gd name="connsiteX2" fmla="*/ 331122 w 955913"/>
                <a:gd name="connsiteY2" fmla="*/ 184272 h 678955"/>
                <a:gd name="connsiteX3" fmla="*/ 42381 w 955913"/>
                <a:gd name="connsiteY3" fmla="*/ 452759 h 678955"/>
                <a:gd name="connsiteX4" fmla="*/ 402596 w 955913"/>
                <a:gd name="connsiteY4" fmla="*/ 288888 h 678955"/>
                <a:gd name="connsiteX5" fmla="*/ 184324 w 955913"/>
                <a:gd name="connsiteY5" fmla="*/ 523731 h 678955"/>
                <a:gd name="connsiteX6" fmla="*/ 279734 w 955913"/>
                <a:gd name="connsiteY6" fmla="*/ 587505 h 678955"/>
                <a:gd name="connsiteX7" fmla="*/ 529642 w 955913"/>
                <a:gd name="connsiteY7" fmla="*/ 371911 h 678955"/>
                <a:gd name="connsiteX8" fmla="*/ 360247 w 955913"/>
                <a:gd name="connsiteY8" fmla="*/ 666679 h 678955"/>
                <a:gd name="connsiteX9" fmla="*/ 499847 w 955913"/>
                <a:gd name="connsiteY9" fmla="*/ 612278 h 678955"/>
                <a:gd name="connsiteX10" fmla="*/ 636100 w 955913"/>
                <a:gd name="connsiteY10" fmla="*/ 449914 h 678955"/>
                <a:gd name="connsiteX11" fmla="*/ 850354 w 955913"/>
                <a:gd name="connsiteY11" fmla="*/ 420621 h 678955"/>
                <a:gd name="connsiteX12" fmla="*/ 941412 w 955913"/>
                <a:gd name="connsiteY12" fmla="*/ 158996 h 678955"/>
                <a:gd name="connsiteX13" fmla="*/ 531651 w 955913"/>
                <a:gd name="connsiteY13" fmla="*/ 147 h 678955"/>
                <a:gd name="connsiteX14" fmla="*/ 8736 w 955913"/>
                <a:gd name="connsiteY14" fmla="*/ 244363 h 678955"/>
                <a:gd name="connsiteX15" fmla="*/ 69832 w 955913"/>
                <a:gd name="connsiteY15" fmla="*/ 302781 h 678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5913" h="678955">
                  <a:moveTo>
                    <a:pt x="69832" y="302781"/>
                  </a:moveTo>
                  <a:cubicBezTo>
                    <a:pt x="138126" y="287884"/>
                    <a:pt x="247596" y="190297"/>
                    <a:pt x="323087" y="182598"/>
                  </a:cubicBezTo>
                  <a:cubicBezTo>
                    <a:pt x="323087" y="182598"/>
                    <a:pt x="327941" y="183100"/>
                    <a:pt x="331122" y="184272"/>
                  </a:cubicBezTo>
                  <a:cubicBezTo>
                    <a:pt x="206921" y="260767"/>
                    <a:pt x="129421" y="371744"/>
                    <a:pt x="42381" y="452759"/>
                  </a:cubicBezTo>
                  <a:cubicBezTo>
                    <a:pt x="86236" y="610102"/>
                    <a:pt x="223995" y="421123"/>
                    <a:pt x="402596" y="288888"/>
                  </a:cubicBezTo>
                  <a:cubicBezTo>
                    <a:pt x="306349" y="384968"/>
                    <a:pt x="253120" y="460961"/>
                    <a:pt x="184324" y="523731"/>
                  </a:cubicBezTo>
                  <a:cubicBezTo>
                    <a:pt x="154864" y="614789"/>
                    <a:pt x="205080" y="642742"/>
                    <a:pt x="279734" y="587505"/>
                  </a:cubicBezTo>
                  <a:cubicBezTo>
                    <a:pt x="337315" y="544989"/>
                    <a:pt x="427369" y="451420"/>
                    <a:pt x="529642" y="371911"/>
                  </a:cubicBezTo>
                  <a:cubicBezTo>
                    <a:pt x="541024" y="369234"/>
                    <a:pt x="354054" y="600227"/>
                    <a:pt x="360247" y="666679"/>
                  </a:cubicBezTo>
                  <a:cubicBezTo>
                    <a:pt x="383012" y="690782"/>
                    <a:pt x="442434" y="682748"/>
                    <a:pt x="499847" y="612278"/>
                  </a:cubicBezTo>
                  <a:cubicBezTo>
                    <a:pt x="530814" y="574114"/>
                    <a:pt x="557930" y="524735"/>
                    <a:pt x="636100" y="449914"/>
                  </a:cubicBezTo>
                  <a:cubicBezTo>
                    <a:pt x="719793" y="416269"/>
                    <a:pt x="812190" y="425140"/>
                    <a:pt x="850354" y="420621"/>
                  </a:cubicBezTo>
                  <a:cubicBezTo>
                    <a:pt x="985602" y="387981"/>
                    <a:pt x="958820" y="193813"/>
                    <a:pt x="941412" y="158996"/>
                  </a:cubicBezTo>
                  <a:cubicBezTo>
                    <a:pt x="896218" y="68608"/>
                    <a:pt x="648654" y="-3703"/>
                    <a:pt x="531651" y="147"/>
                  </a:cubicBezTo>
                  <a:cubicBezTo>
                    <a:pt x="408119" y="4332"/>
                    <a:pt x="240064" y="42161"/>
                    <a:pt x="8736" y="244363"/>
                  </a:cubicBezTo>
                  <a:cubicBezTo>
                    <a:pt x="-22230" y="298094"/>
                    <a:pt x="36522" y="309979"/>
                    <a:pt x="69832" y="302781"/>
                  </a:cubicBezTo>
                  <a:close/>
                </a:path>
              </a:pathLst>
            </a:custGeom>
            <a:solidFill>
              <a:srgbClr val="FFC19F"/>
            </a:solidFill>
            <a:ln w="1671"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D26C667E-CC02-455F-8FC9-7645ACF1BCBD}"/>
                </a:ext>
              </a:extLst>
            </p:cNvPr>
            <p:cNvSpPr/>
            <p:nvPr/>
          </p:nvSpPr>
          <p:spPr>
            <a:xfrm>
              <a:off x="3407291" y="5103024"/>
              <a:ext cx="995499" cy="448330"/>
            </a:xfrm>
            <a:custGeom>
              <a:avLst/>
              <a:gdLst>
                <a:gd name="connsiteX0" fmla="*/ 22856 w 995499"/>
                <a:gd name="connsiteY0" fmla="*/ 428404 h 448330"/>
                <a:gd name="connsiteX1" fmla="*/ 819949 w 995499"/>
                <a:gd name="connsiteY1" fmla="*/ 418361 h 448330"/>
                <a:gd name="connsiteX2" fmla="*/ 765716 w 995499"/>
                <a:gd name="connsiteY2" fmla="*/ 2741 h 448330"/>
                <a:gd name="connsiteX3" fmla="*/ 52651 w 995499"/>
                <a:gd name="connsiteY3" fmla="*/ 114890 h 448330"/>
                <a:gd name="connsiteX4" fmla="*/ 22856 w 995499"/>
                <a:gd name="connsiteY4" fmla="*/ 428404 h 448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5499" h="448330">
                  <a:moveTo>
                    <a:pt x="22856" y="428404"/>
                  </a:moveTo>
                  <a:cubicBezTo>
                    <a:pt x="353611" y="462718"/>
                    <a:pt x="613395" y="448323"/>
                    <a:pt x="819949" y="418361"/>
                  </a:cubicBezTo>
                  <a:cubicBezTo>
                    <a:pt x="1084419" y="380030"/>
                    <a:pt x="1036882" y="-37599"/>
                    <a:pt x="765716" y="2741"/>
                  </a:cubicBezTo>
                  <a:cubicBezTo>
                    <a:pt x="580252" y="50613"/>
                    <a:pt x="331014" y="91791"/>
                    <a:pt x="52651" y="114890"/>
                  </a:cubicBezTo>
                  <a:cubicBezTo>
                    <a:pt x="7624" y="118740"/>
                    <a:pt x="-23343" y="423550"/>
                    <a:pt x="22856" y="428404"/>
                  </a:cubicBezTo>
                  <a:close/>
                </a:path>
              </a:pathLst>
            </a:custGeom>
            <a:solidFill>
              <a:srgbClr val="FFC19F"/>
            </a:solidFill>
            <a:ln w="1671" cap="flat">
              <a:noFill/>
              <a:prstDash val="solid"/>
              <a:miter/>
            </a:ln>
          </p:spPr>
          <p:txBody>
            <a:bodyPr rtlCol="0" anchor="ctr"/>
            <a:lstStyle/>
            <a:p>
              <a:endParaRPr lang="en-US"/>
            </a:p>
          </p:txBody>
        </p:sp>
        <p:grpSp>
          <p:nvGrpSpPr>
            <p:cNvPr id="311" name="Graphic 3">
              <a:extLst>
                <a:ext uri="{FF2B5EF4-FFF2-40B4-BE49-F238E27FC236}">
                  <a16:creationId xmlns:a16="http://schemas.microsoft.com/office/drawing/2014/main" id="{657485EF-7579-433B-96B3-4E9568E9FEE4}"/>
                </a:ext>
              </a:extLst>
            </p:cNvPr>
            <p:cNvGrpSpPr/>
            <p:nvPr/>
          </p:nvGrpSpPr>
          <p:grpSpPr>
            <a:xfrm>
              <a:off x="1011437" y="740155"/>
              <a:ext cx="3423224" cy="3427581"/>
              <a:chOff x="1011437" y="740155"/>
              <a:chExt cx="3423224" cy="3427581"/>
            </a:xfrm>
          </p:grpSpPr>
          <p:sp>
            <p:nvSpPr>
              <p:cNvPr id="312" name="Freeform: Shape 311">
                <a:extLst>
                  <a:ext uri="{FF2B5EF4-FFF2-40B4-BE49-F238E27FC236}">
                    <a16:creationId xmlns:a16="http://schemas.microsoft.com/office/drawing/2014/main" id="{0AC64D83-44FC-43E0-9217-6A9146754B6F}"/>
                  </a:ext>
                </a:extLst>
              </p:cNvPr>
              <p:cNvSpPr/>
              <p:nvPr/>
            </p:nvSpPr>
            <p:spPr>
              <a:xfrm>
                <a:off x="1149562" y="2826424"/>
                <a:ext cx="831242" cy="976459"/>
              </a:xfrm>
              <a:custGeom>
                <a:avLst/>
                <a:gdLst>
                  <a:gd name="connsiteX0" fmla="*/ 37442 w 831242"/>
                  <a:gd name="connsiteY0" fmla="*/ 587067 h 976459"/>
                  <a:gd name="connsiteX1" fmla="*/ 639865 w 831242"/>
                  <a:gd name="connsiteY1" fmla="*/ 967536 h 976459"/>
                  <a:gd name="connsiteX2" fmla="*/ 798213 w 831242"/>
                  <a:gd name="connsiteY2" fmla="*/ 410474 h 976459"/>
                  <a:gd name="connsiteX3" fmla="*/ 310449 w 831242"/>
                  <a:gd name="connsiteY3" fmla="*/ 8078 h 976459"/>
                  <a:gd name="connsiteX4" fmla="*/ 37442 w 831242"/>
                  <a:gd name="connsiteY4" fmla="*/ 587067 h 9764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1242" h="976459">
                    <a:moveTo>
                      <a:pt x="37442" y="587067"/>
                    </a:moveTo>
                    <a:cubicBezTo>
                      <a:pt x="139715" y="864593"/>
                      <a:pt x="434483" y="1015910"/>
                      <a:pt x="639865" y="967536"/>
                    </a:cubicBezTo>
                    <a:cubicBezTo>
                      <a:pt x="845248" y="918994"/>
                      <a:pt x="862154" y="681305"/>
                      <a:pt x="798213" y="410474"/>
                    </a:cubicBezTo>
                    <a:cubicBezTo>
                      <a:pt x="734271" y="139643"/>
                      <a:pt x="515832" y="-41134"/>
                      <a:pt x="310449" y="8078"/>
                    </a:cubicBezTo>
                    <a:cubicBezTo>
                      <a:pt x="29910" y="75367"/>
                      <a:pt x="-58805" y="326279"/>
                      <a:pt x="37442" y="587067"/>
                    </a:cubicBezTo>
                    <a:close/>
                  </a:path>
                </a:pathLst>
              </a:custGeom>
              <a:solidFill>
                <a:srgbClr val="FFC19F"/>
              </a:solidFill>
              <a:ln w="1671"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DE2AE65D-265E-4B58-8686-45ADBC2121CC}"/>
                  </a:ext>
                </a:extLst>
              </p:cNvPr>
              <p:cNvSpPr/>
              <p:nvPr/>
            </p:nvSpPr>
            <p:spPr>
              <a:xfrm>
                <a:off x="1436853" y="3185914"/>
                <a:ext cx="392747" cy="439300"/>
              </a:xfrm>
              <a:custGeom>
                <a:avLst/>
                <a:gdLst>
                  <a:gd name="connsiteX0" fmla="*/ 6754 w 392747"/>
                  <a:gd name="connsiteY0" fmla="*/ 264402 h 439300"/>
                  <a:gd name="connsiteX1" fmla="*/ 247120 w 392747"/>
                  <a:gd name="connsiteY1" fmla="*/ 434634 h 439300"/>
                  <a:gd name="connsiteX2" fmla="*/ 386051 w 392747"/>
                  <a:gd name="connsiteY2" fmla="*/ 174850 h 439300"/>
                  <a:gd name="connsiteX3" fmla="*/ 145684 w 392747"/>
                  <a:gd name="connsiteY3" fmla="*/ 4618 h 439300"/>
                  <a:gd name="connsiteX4" fmla="*/ 6754 w 392747"/>
                  <a:gd name="connsiteY4" fmla="*/ 264402 h 439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747" h="439300">
                    <a:moveTo>
                      <a:pt x="6754" y="264402"/>
                    </a:moveTo>
                    <a:cubicBezTo>
                      <a:pt x="34875" y="383079"/>
                      <a:pt x="142337" y="459407"/>
                      <a:pt x="247120" y="434634"/>
                    </a:cubicBezTo>
                    <a:cubicBezTo>
                      <a:pt x="351904" y="409860"/>
                      <a:pt x="414005" y="293694"/>
                      <a:pt x="386051" y="174850"/>
                    </a:cubicBezTo>
                    <a:cubicBezTo>
                      <a:pt x="357930" y="56173"/>
                      <a:pt x="250468" y="-19988"/>
                      <a:pt x="145684" y="4618"/>
                    </a:cubicBezTo>
                    <a:cubicBezTo>
                      <a:pt x="40901" y="29391"/>
                      <a:pt x="-21367" y="145725"/>
                      <a:pt x="6754" y="264402"/>
                    </a:cubicBezTo>
                    <a:close/>
                  </a:path>
                </a:pathLst>
              </a:custGeom>
              <a:solidFill>
                <a:srgbClr val="E0956C"/>
              </a:solidFill>
              <a:ln w="1671"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6B7221E8-9DF4-4569-A372-3CB438759CE6}"/>
                  </a:ext>
                </a:extLst>
              </p:cNvPr>
              <p:cNvSpPr/>
              <p:nvPr/>
            </p:nvSpPr>
            <p:spPr>
              <a:xfrm>
                <a:off x="3643835" y="2587765"/>
                <a:ext cx="790826" cy="1004470"/>
              </a:xfrm>
              <a:custGeom>
                <a:avLst/>
                <a:gdLst>
                  <a:gd name="connsiteX0" fmla="*/ 781925 w 790826"/>
                  <a:gd name="connsiteY0" fmla="*/ 518572 h 1004470"/>
                  <a:gd name="connsiteX1" fmla="*/ 260517 w 790826"/>
                  <a:gd name="connsiteY1" fmla="*/ 1004159 h 1004470"/>
                  <a:gd name="connsiteX2" fmla="*/ 1570 w 790826"/>
                  <a:gd name="connsiteY2" fmla="*/ 486266 h 1004470"/>
                  <a:gd name="connsiteX3" fmla="*/ 406143 w 790826"/>
                  <a:gd name="connsiteY3" fmla="*/ 344 h 1004470"/>
                  <a:gd name="connsiteX4" fmla="*/ 781925 w 790826"/>
                  <a:gd name="connsiteY4" fmla="*/ 518572 h 1004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0826" h="1004470">
                    <a:moveTo>
                      <a:pt x="781925" y="518572"/>
                    </a:moveTo>
                    <a:cubicBezTo>
                      <a:pt x="732881" y="810159"/>
                      <a:pt x="471423" y="1013533"/>
                      <a:pt x="260517" y="1004159"/>
                    </a:cubicBezTo>
                    <a:cubicBezTo>
                      <a:pt x="49610" y="994618"/>
                      <a:pt x="-10984" y="764128"/>
                      <a:pt x="1570" y="486266"/>
                    </a:cubicBezTo>
                    <a:cubicBezTo>
                      <a:pt x="14124" y="208405"/>
                      <a:pt x="195403" y="-9866"/>
                      <a:pt x="406143" y="344"/>
                    </a:cubicBezTo>
                    <a:cubicBezTo>
                      <a:pt x="694382" y="14237"/>
                      <a:pt x="827956" y="244561"/>
                      <a:pt x="781925" y="518572"/>
                    </a:cubicBezTo>
                    <a:close/>
                  </a:path>
                </a:pathLst>
              </a:custGeom>
              <a:solidFill>
                <a:srgbClr val="FFC19F"/>
              </a:solidFill>
              <a:ln w="1671"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998F38B9-7E30-4462-8BCC-48430DBA72C2}"/>
                  </a:ext>
                </a:extLst>
              </p:cNvPr>
              <p:cNvSpPr/>
              <p:nvPr/>
            </p:nvSpPr>
            <p:spPr>
              <a:xfrm>
                <a:off x="3775705" y="2962039"/>
                <a:ext cx="389695" cy="441586"/>
              </a:xfrm>
              <a:custGeom>
                <a:avLst/>
                <a:gdLst>
                  <a:gd name="connsiteX0" fmla="*/ 389434 w 389695"/>
                  <a:gd name="connsiteY0" fmla="*/ 229498 h 441586"/>
                  <a:gd name="connsiteX1" fmla="*/ 184888 w 389695"/>
                  <a:gd name="connsiteY1" fmla="*/ 441409 h 441586"/>
                  <a:gd name="connsiteX2" fmla="*/ 261 w 389695"/>
                  <a:gd name="connsiteY2" fmla="*/ 211922 h 441586"/>
                  <a:gd name="connsiteX3" fmla="*/ 204807 w 389695"/>
                  <a:gd name="connsiteY3" fmla="*/ 179 h 441586"/>
                  <a:gd name="connsiteX4" fmla="*/ 389434 w 389695"/>
                  <a:gd name="connsiteY4" fmla="*/ 229498 h 4415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695" h="441586">
                    <a:moveTo>
                      <a:pt x="389434" y="229498"/>
                    </a:moveTo>
                    <a:cubicBezTo>
                      <a:pt x="383911" y="351355"/>
                      <a:pt x="292350" y="446263"/>
                      <a:pt x="184888" y="441409"/>
                    </a:cubicBezTo>
                    <a:cubicBezTo>
                      <a:pt x="77426" y="436554"/>
                      <a:pt x="-5262" y="333779"/>
                      <a:pt x="261" y="211922"/>
                    </a:cubicBezTo>
                    <a:cubicBezTo>
                      <a:pt x="5785" y="90065"/>
                      <a:pt x="97345" y="-4676"/>
                      <a:pt x="204807" y="179"/>
                    </a:cubicBezTo>
                    <a:cubicBezTo>
                      <a:pt x="312269" y="5033"/>
                      <a:pt x="394958" y="107640"/>
                      <a:pt x="389434" y="229498"/>
                    </a:cubicBezTo>
                    <a:close/>
                  </a:path>
                </a:pathLst>
              </a:custGeom>
              <a:solidFill>
                <a:srgbClr val="E0956C"/>
              </a:solidFill>
              <a:ln w="1671"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26468854-1F60-4130-9DB3-70E0DB04D110}"/>
                  </a:ext>
                </a:extLst>
              </p:cNvPr>
              <p:cNvSpPr/>
              <p:nvPr/>
            </p:nvSpPr>
            <p:spPr>
              <a:xfrm>
                <a:off x="1237154" y="1205029"/>
                <a:ext cx="3006445" cy="2429243"/>
              </a:xfrm>
              <a:custGeom>
                <a:avLst/>
                <a:gdLst>
                  <a:gd name="connsiteX0" fmla="*/ 2998455 w 3006445"/>
                  <a:gd name="connsiteY0" fmla="*/ 982023 h 2429243"/>
                  <a:gd name="connsiteX1" fmla="*/ 1632751 w 3006445"/>
                  <a:gd name="connsiteY1" fmla="*/ 2417694 h 2429243"/>
                  <a:gd name="connsiteX2" fmla="*/ 7598 w 3006445"/>
                  <a:gd name="connsiteY2" fmla="*/ 1261893 h 2429243"/>
                  <a:gd name="connsiteX3" fmla="*/ 1408286 w 3006445"/>
                  <a:gd name="connsiteY3" fmla="*/ 19217 h 2429243"/>
                  <a:gd name="connsiteX4" fmla="*/ 2998455 w 3006445"/>
                  <a:gd name="connsiteY4" fmla="*/ 982023 h 2429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6445" h="2429243">
                    <a:moveTo>
                      <a:pt x="2998455" y="982023"/>
                    </a:moveTo>
                    <a:cubicBezTo>
                      <a:pt x="3082148" y="1876367"/>
                      <a:pt x="2500314" y="2336512"/>
                      <a:pt x="1632751" y="2417694"/>
                    </a:cubicBezTo>
                    <a:cubicBezTo>
                      <a:pt x="765188" y="2498877"/>
                      <a:pt x="91291" y="2156070"/>
                      <a:pt x="7598" y="1261893"/>
                    </a:cubicBezTo>
                    <a:cubicBezTo>
                      <a:pt x="-76095" y="367548"/>
                      <a:pt x="540723" y="100400"/>
                      <a:pt x="1408286" y="19217"/>
                    </a:cubicBezTo>
                    <a:cubicBezTo>
                      <a:pt x="2275849" y="-61965"/>
                      <a:pt x="2914762" y="87678"/>
                      <a:pt x="2998455" y="982023"/>
                    </a:cubicBezTo>
                    <a:close/>
                  </a:path>
                </a:pathLst>
              </a:custGeom>
              <a:solidFill>
                <a:schemeClr val="tx2"/>
              </a:solidFill>
              <a:ln w="1671"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F78F86A8-8C77-44E0-9507-FFA595BE6EA8}"/>
                  </a:ext>
                </a:extLst>
              </p:cNvPr>
              <p:cNvSpPr/>
              <p:nvPr/>
            </p:nvSpPr>
            <p:spPr>
              <a:xfrm>
                <a:off x="1448135" y="1537729"/>
                <a:ext cx="2559269" cy="2630006"/>
              </a:xfrm>
              <a:custGeom>
                <a:avLst/>
                <a:gdLst>
                  <a:gd name="connsiteX0" fmla="*/ 2546606 w 2559269"/>
                  <a:gd name="connsiteY0" fmla="*/ 985434 h 2630006"/>
                  <a:gd name="connsiteX1" fmla="*/ 1428298 w 2559269"/>
                  <a:gd name="connsiteY1" fmla="*/ 2622806 h 2630006"/>
                  <a:gd name="connsiteX2" fmla="*/ 11541 w 2559269"/>
                  <a:gd name="connsiteY2" fmla="*/ 1222621 h 2630006"/>
                  <a:gd name="connsiteX3" fmla="*/ 1185588 w 2559269"/>
                  <a:gd name="connsiteY3" fmla="*/ 27650 h 2630006"/>
                  <a:gd name="connsiteX4" fmla="*/ 2546606 w 2559269"/>
                  <a:gd name="connsiteY4" fmla="*/ 985434 h 2630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9269" h="2630006">
                    <a:moveTo>
                      <a:pt x="2546606" y="985434"/>
                    </a:moveTo>
                    <a:cubicBezTo>
                      <a:pt x="2644694" y="2033440"/>
                      <a:pt x="2163626" y="2554011"/>
                      <a:pt x="1428298" y="2622806"/>
                    </a:cubicBezTo>
                    <a:cubicBezTo>
                      <a:pt x="692971" y="2691602"/>
                      <a:pt x="109630" y="2270626"/>
                      <a:pt x="11541" y="1222621"/>
                    </a:cubicBezTo>
                    <a:cubicBezTo>
                      <a:pt x="-86379" y="174616"/>
                      <a:pt x="450261" y="96446"/>
                      <a:pt x="1185588" y="27650"/>
                    </a:cubicBezTo>
                    <a:cubicBezTo>
                      <a:pt x="1920916" y="-41145"/>
                      <a:pt x="2448685" y="-62571"/>
                      <a:pt x="2546606" y="985434"/>
                    </a:cubicBezTo>
                    <a:close/>
                  </a:path>
                </a:pathLst>
              </a:custGeom>
              <a:solidFill>
                <a:srgbClr val="FFC19F"/>
              </a:solidFill>
              <a:ln w="1671"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E00A12A7-113D-4289-9566-4EB0A53065AD}"/>
                  </a:ext>
                </a:extLst>
              </p:cNvPr>
              <p:cNvSpPr/>
              <p:nvPr/>
            </p:nvSpPr>
            <p:spPr>
              <a:xfrm>
                <a:off x="1890840" y="3401986"/>
                <a:ext cx="333646" cy="194748"/>
              </a:xfrm>
              <a:custGeom>
                <a:avLst/>
                <a:gdLst>
                  <a:gd name="connsiteX0" fmla="*/ 23 w 333646"/>
                  <a:gd name="connsiteY0" fmla="*/ 102229 h 194748"/>
                  <a:gd name="connsiteX1" fmla="*/ 169585 w 333646"/>
                  <a:gd name="connsiteY1" fmla="*/ 194626 h 194748"/>
                  <a:gd name="connsiteX2" fmla="*/ 333624 w 333646"/>
                  <a:gd name="connsiteY2" fmla="*/ 92520 h 194748"/>
                  <a:gd name="connsiteX3" fmla="*/ 164061 w 333646"/>
                  <a:gd name="connsiteY3" fmla="*/ 123 h 194748"/>
                  <a:gd name="connsiteX4" fmla="*/ 23 w 333646"/>
                  <a:gd name="connsiteY4" fmla="*/ 102229 h 194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646" h="194748">
                    <a:moveTo>
                      <a:pt x="23" y="102229"/>
                    </a:moveTo>
                    <a:cubicBezTo>
                      <a:pt x="1529" y="155960"/>
                      <a:pt x="77523" y="197304"/>
                      <a:pt x="169585" y="194626"/>
                    </a:cubicBezTo>
                    <a:cubicBezTo>
                      <a:pt x="261647" y="191948"/>
                      <a:pt x="335130" y="146251"/>
                      <a:pt x="333624" y="92520"/>
                    </a:cubicBezTo>
                    <a:cubicBezTo>
                      <a:pt x="332117" y="38789"/>
                      <a:pt x="256124" y="-2555"/>
                      <a:pt x="164061" y="123"/>
                    </a:cubicBezTo>
                    <a:cubicBezTo>
                      <a:pt x="71831" y="2801"/>
                      <a:pt x="-1484" y="48498"/>
                      <a:pt x="23" y="102229"/>
                    </a:cubicBezTo>
                    <a:close/>
                  </a:path>
                </a:pathLst>
              </a:custGeom>
              <a:solidFill>
                <a:schemeClr val="accent1">
                  <a:lumMod val="60000"/>
                  <a:lumOff val="40000"/>
                </a:schemeClr>
              </a:solidFill>
              <a:ln w="1671"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1B4CF159-6775-4D04-BAD1-DDF6133DDAF9}"/>
                  </a:ext>
                </a:extLst>
              </p:cNvPr>
              <p:cNvSpPr/>
              <p:nvPr/>
            </p:nvSpPr>
            <p:spPr>
              <a:xfrm>
                <a:off x="3418442" y="3256168"/>
                <a:ext cx="330730" cy="199998"/>
              </a:xfrm>
              <a:custGeom>
                <a:avLst/>
                <a:gdLst>
                  <a:gd name="connsiteX0" fmla="*/ 825 w 330730"/>
                  <a:gd name="connsiteY0" fmla="*/ 128030 h 199998"/>
                  <a:gd name="connsiteX1" fmla="*/ 181769 w 330730"/>
                  <a:gd name="connsiteY1" fmla="*/ 195989 h 199998"/>
                  <a:gd name="connsiteX2" fmla="*/ 329906 w 330730"/>
                  <a:gd name="connsiteY2" fmla="*/ 71955 h 199998"/>
                  <a:gd name="connsiteX3" fmla="*/ 149129 w 330730"/>
                  <a:gd name="connsiteY3" fmla="*/ 3997 h 199998"/>
                  <a:gd name="connsiteX4" fmla="*/ 825 w 330730"/>
                  <a:gd name="connsiteY4" fmla="*/ 128030 h 199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30" h="199998">
                    <a:moveTo>
                      <a:pt x="825" y="128030"/>
                    </a:moveTo>
                    <a:cubicBezTo>
                      <a:pt x="9863" y="181091"/>
                      <a:pt x="90878" y="211388"/>
                      <a:pt x="181769" y="195989"/>
                    </a:cubicBezTo>
                    <a:cubicBezTo>
                      <a:pt x="272660" y="180422"/>
                      <a:pt x="338945" y="125017"/>
                      <a:pt x="329906" y="71955"/>
                    </a:cubicBezTo>
                    <a:cubicBezTo>
                      <a:pt x="320867" y="19061"/>
                      <a:pt x="239852" y="-11403"/>
                      <a:pt x="149129" y="3997"/>
                    </a:cubicBezTo>
                    <a:cubicBezTo>
                      <a:pt x="58071" y="19396"/>
                      <a:pt x="-8214" y="74968"/>
                      <a:pt x="825" y="128030"/>
                    </a:cubicBezTo>
                    <a:close/>
                  </a:path>
                </a:pathLst>
              </a:custGeom>
              <a:solidFill>
                <a:schemeClr val="accent1">
                  <a:lumMod val="60000"/>
                  <a:lumOff val="40000"/>
                </a:schemeClr>
              </a:solidFill>
              <a:ln w="1671" cap="flat">
                <a:noFill/>
                <a:prstDash val="solid"/>
                <a:miter/>
              </a:ln>
            </p:spPr>
            <p:txBody>
              <a:bodyPr rtlCol="0" anchor="ctr"/>
              <a:lstStyle/>
              <a:p>
                <a:endParaRPr lang="en-US"/>
              </a:p>
            </p:txBody>
          </p:sp>
          <p:grpSp>
            <p:nvGrpSpPr>
              <p:cNvPr id="160" name="Graphic 3">
                <a:extLst>
                  <a:ext uri="{FF2B5EF4-FFF2-40B4-BE49-F238E27FC236}">
                    <a16:creationId xmlns:a16="http://schemas.microsoft.com/office/drawing/2014/main" id="{657485EF-7579-433B-96B3-4E9568E9FEE4}"/>
                  </a:ext>
                </a:extLst>
              </p:cNvPr>
              <p:cNvGrpSpPr/>
              <p:nvPr/>
            </p:nvGrpSpPr>
            <p:grpSpPr>
              <a:xfrm>
                <a:off x="3033775" y="2602546"/>
                <a:ext cx="621629" cy="559446"/>
                <a:chOff x="3033775" y="2602546"/>
                <a:chExt cx="621629" cy="559446"/>
              </a:xfrm>
            </p:grpSpPr>
            <p:sp>
              <p:nvSpPr>
                <p:cNvPr id="161" name="Freeform: Shape 160">
                  <a:extLst>
                    <a:ext uri="{FF2B5EF4-FFF2-40B4-BE49-F238E27FC236}">
                      <a16:creationId xmlns:a16="http://schemas.microsoft.com/office/drawing/2014/main" id="{CA1150F5-0731-432E-95CC-AA8DFE067CC3}"/>
                    </a:ext>
                  </a:extLst>
                </p:cNvPr>
                <p:cNvSpPr/>
                <p:nvPr/>
              </p:nvSpPr>
              <p:spPr>
                <a:xfrm>
                  <a:off x="3033775" y="2629403"/>
                  <a:ext cx="612665" cy="532589"/>
                </a:xfrm>
                <a:custGeom>
                  <a:avLst/>
                  <a:gdLst>
                    <a:gd name="connsiteX0" fmla="*/ 45196 w 612665"/>
                    <a:gd name="connsiteY0" fmla="*/ 161746 h 532589"/>
                    <a:gd name="connsiteX1" fmla="*/ 78003 w 612665"/>
                    <a:gd name="connsiteY1" fmla="*/ 487479 h 532589"/>
                    <a:gd name="connsiteX2" fmla="*/ 574136 w 612665"/>
                    <a:gd name="connsiteY2" fmla="*/ 425044 h 532589"/>
                    <a:gd name="connsiteX3" fmla="*/ 420978 w 612665"/>
                    <a:gd name="connsiteY3" fmla="*/ 24489 h 532589"/>
                    <a:gd name="connsiteX4" fmla="*/ 45196 w 612665"/>
                    <a:gd name="connsiteY4" fmla="*/ 161746 h 532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2665" h="532589">
                      <a:moveTo>
                        <a:pt x="45196" y="161746"/>
                      </a:moveTo>
                      <a:cubicBezTo>
                        <a:pt x="-30630" y="299840"/>
                        <a:pt x="-5187" y="441113"/>
                        <a:pt x="78003" y="487479"/>
                      </a:cubicBezTo>
                      <a:cubicBezTo>
                        <a:pt x="203376" y="557279"/>
                        <a:pt x="482743" y="553095"/>
                        <a:pt x="574136" y="425044"/>
                      </a:cubicBezTo>
                      <a:cubicBezTo>
                        <a:pt x="662684" y="301011"/>
                        <a:pt x="593218" y="97804"/>
                        <a:pt x="420978" y="24489"/>
                      </a:cubicBezTo>
                      <a:cubicBezTo>
                        <a:pt x="270163" y="-39787"/>
                        <a:pt x="118511" y="28172"/>
                        <a:pt x="45196" y="161746"/>
                      </a:cubicBezTo>
                      <a:close/>
                    </a:path>
                  </a:pathLst>
                </a:custGeom>
                <a:solidFill>
                  <a:srgbClr val="F9FEFF"/>
                </a:solidFill>
                <a:ln w="1671"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66A738DE-08EB-40D7-B86D-46B8AE9B271E}"/>
                    </a:ext>
                  </a:extLst>
                </p:cNvPr>
                <p:cNvSpPr/>
                <p:nvPr/>
              </p:nvSpPr>
              <p:spPr>
                <a:xfrm>
                  <a:off x="3076292" y="2602546"/>
                  <a:ext cx="579111" cy="458597"/>
                </a:xfrm>
                <a:custGeom>
                  <a:avLst/>
                  <a:gdLst>
                    <a:gd name="connsiteX0" fmla="*/ 514880 w 579111"/>
                    <a:gd name="connsiteY0" fmla="*/ 101228 h 458597"/>
                    <a:gd name="connsiteX1" fmla="*/ 0 w 579111"/>
                    <a:gd name="connsiteY1" fmla="*/ 193290 h 458597"/>
                    <a:gd name="connsiteX2" fmla="*/ 375112 w 579111"/>
                    <a:gd name="connsiteY2" fmla="*/ 58879 h 458597"/>
                    <a:gd name="connsiteX3" fmla="*/ 551872 w 579111"/>
                    <a:gd name="connsiteY3" fmla="*/ 256562 h 458597"/>
                    <a:gd name="connsiteX4" fmla="*/ 526430 w 579111"/>
                    <a:gd name="connsiteY4" fmla="*/ 458597 h 458597"/>
                    <a:gd name="connsiteX5" fmla="*/ 514880 w 579111"/>
                    <a:gd name="connsiteY5" fmla="*/ 101228 h 45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9111" h="458597">
                      <a:moveTo>
                        <a:pt x="514880" y="101228"/>
                      </a:moveTo>
                      <a:cubicBezTo>
                        <a:pt x="367580" y="-86412"/>
                        <a:pt x="68796" y="11676"/>
                        <a:pt x="0" y="193290"/>
                      </a:cubicBezTo>
                      <a:cubicBezTo>
                        <a:pt x="75658" y="55364"/>
                        <a:pt x="235680" y="-376"/>
                        <a:pt x="375112" y="58879"/>
                      </a:cubicBezTo>
                      <a:cubicBezTo>
                        <a:pt x="461316" y="95536"/>
                        <a:pt x="527434" y="169521"/>
                        <a:pt x="551872" y="256562"/>
                      </a:cubicBezTo>
                      <a:cubicBezTo>
                        <a:pt x="571457" y="326027"/>
                        <a:pt x="563255" y="407042"/>
                        <a:pt x="526430" y="458597"/>
                      </a:cubicBezTo>
                      <a:cubicBezTo>
                        <a:pt x="571289" y="422944"/>
                        <a:pt x="623346" y="239321"/>
                        <a:pt x="514880" y="101228"/>
                      </a:cubicBezTo>
                      <a:close/>
                    </a:path>
                  </a:pathLst>
                </a:custGeom>
                <a:solidFill>
                  <a:schemeClr val="bg2">
                    <a:alpha val="59000"/>
                  </a:schemeClr>
                </a:solidFill>
                <a:ln w="1671"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FAF9AD4A-3E74-43E6-A220-533414135B39}"/>
                    </a:ext>
                  </a:extLst>
                </p:cNvPr>
                <p:cNvSpPr/>
                <p:nvPr/>
              </p:nvSpPr>
              <p:spPr>
                <a:xfrm>
                  <a:off x="3116350" y="2782665"/>
                  <a:ext cx="351573" cy="351573"/>
                </a:xfrm>
                <a:custGeom>
                  <a:avLst/>
                  <a:gdLst>
                    <a:gd name="connsiteX0" fmla="*/ 7145 w 351573"/>
                    <a:gd name="connsiteY0" fmla="*/ 126324 h 351573"/>
                    <a:gd name="connsiteX1" fmla="*/ 126324 w 351573"/>
                    <a:gd name="connsiteY1" fmla="*/ 344429 h 351573"/>
                    <a:gd name="connsiteX2" fmla="*/ 344428 w 351573"/>
                    <a:gd name="connsiteY2" fmla="*/ 225250 h 351573"/>
                    <a:gd name="connsiteX3" fmla="*/ 225250 w 351573"/>
                    <a:gd name="connsiteY3" fmla="*/ 7145 h 351573"/>
                    <a:gd name="connsiteX4" fmla="*/ 7145 w 351573"/>
                    <a:gd name="connsiteY4" fmla="*/ 126324 h 351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573" h="351573">
                      <a:moveTo>
                        <a:pt x="7145" y="126324"/>
                      </a:moveTo>
                      <a:cubicBezTo>
                        <a:pt x="-20139" y="219558"/>
                        <a:pt x="33090" y="317145"/>
                        <a:pt x="126324" y="344429"/>
                      </a:cubicBezTo>
                      <a:cubicBezTo>
                        <a:pt x="219391" y="371713"/>
                        <a:pt x="317145" y="318484"/>
                        <a:pt x="344428" y="225250"/>
                      </a:cubicBezTo>
                      <a:cubicBezTo>
                        <a:pt x="371712" y="132183"/>
                        <a:pt x="318484" y="34429"/>
                        <a:pt x="225250" y="7145"/>
                      </a:cubicBezTo>
                      <a:cubicBezTo>
                        <a:pt x="132183" y="-20139"/>
                        <a:pt x="34429" y="33090"/>
                        <a:pt x="7145" y="126324"/>
                      </a:cubicBezTo>
                      <a:close/>
                    </a:path>
                  </a:pathLst>
                </a:custGeom>
                <a:solidFill>
                  <a:schemeClr val="tx2"/>
                </a:solidFill>
                <a:ln w="1671"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3C3481C3-4B62-4A9D-B20C-FDC8892DDB15}"/>
                    </a:ext>
                  </a:extLst>
                </p:cNvPr>
                <p:cNvSpPr/>
                <p:nvPr/>
              </p:nvSpPr>
              <p:spPr>
                <a:xfrm>
                  <a:off x="3134247" y="2857078"/>
                  <a:ext cx="97507" cy="97568"/>
                </a:xfrm>
                <a:custGeom>
                  <a:avLst/>
                  <a:gdLst>
                    <a:gd name="connsiteX0" fmla="*/ 1970 w 97507"/>
                    <a:gd name="connsiteY0" fmla="*/ 35005 h 97568"/>
                    <a:gd name="connsiteX1" fmla="*/ 34945 w 97507"/>
                    <a:gd name="connsiteY1" fmla="*/ 95599 h 97568"/>
                    <a:gd name="connsiteX2" fmla="*/ 95538 w 97507"/>
                    <a:gd name="connsiteY2" fmla="*/ 62624 h 97568"/>
                    <a:gd name="connsiteX3" fmla="*/ 62563 w 97507"/>
                    <a:gd name="connsiteY3" fmla="*/ 2030 h 97568"/>
                    <a:gd name="connsiteX4" fmla="*/ 1970 w 97507"/>
                    <a:gd name="connsiteY4" fmla="*/ 35005 h 97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07" h="97568">
                      <a:moveTo>
                        <a:pt x="1970" y="35005"/>
                      </a:moveTo>
                      <a:cubicBezTo>
                        <a:pt x="-5563" y="60782"/>
                        <a:pt x="9167" y="87899"/>
                        <a:pt x="34945" y="95599"/>
                      </a:cubicBezTo>
                      <a:cubicBezTo>
                        <a:pt x="60722" y="103131"/>
                        <a:pt x="87839" y="88401"/>
                        <a:pt x="95538" y="62624"/>
                      </a:cubicBezTo>
                      <a:cubicBezTo>
                        <a:pt x="103071" y="36846"/>
                        <a:pt x="88341" y="9730"/>
                        <a:pt x="62563" y="2030"/>
                      </a:cubicBezTo>
                      <a:cubicBezTo>
                        <a:pt x="36619" y="-5670"/>
                        <a:pt x="9502" y="9227"/>
                        <a:pt x="1970" y="35005"/>
                      </a:cubicBezTo>
                      <a:close/>
                    </a:path>
                  </a:pathLst>
                </a:custGeom>
                <a:solidFill>
                  <a:srgbClr val="FEFFFE"/>
                </a:solidFill>
                <a:ln w="1671" cap="flat">
                  <a:noFill/>
                  <a:prstDash val="solid"/>
                  <a:miter/>
                </a:ln>
              </p:spPr>
              <p:txBody>
                <a:bodyPr rtlCol="0" anchor="ctr"/>
                <a:lstStyle/>
                <a:p>
                  <a:endParaRPr lang="en-US"/>
                </a:p>
              </p:txBody>
            </p:sp>
          </p:grpSp>
          <p:grpSp>
            <p:nvGrpSpPr>
              <p:cNvPr id="165" name="Graphic 3">
                <a:extLst>
                  <a:ext uri="{FF2B5EF4-FFF2-40B4-BE49-F238E27FC236}">
                    <a16:creationId xmlns:a16="http://schemas.microsoft.com/office/drawing/2014/main" id="{657485EF-7579-433B-96B3-4E9568E9FEE4}"/>
                  </a:ext>
                </a:extLst>
              </p:cNvPr>
              <p:cNvGrpSpPr/>
              <p:nvPr/>
            </p:nvGrpSpPr>
            <p:grpSpPr>
              <a:xfrm>
                <a:off x="1897940" y="2714731"/>
                <a:ext cx="632490" cy="554813"/>
                <a:chOff x="1897940" y="2714731"/>
                <a:chExt cx="632490" cy="554813"/>
              </a:xfrm>
            </p:grpSpPr>
            <p:sp>
              <p:nvSpPr>
                <p:cNvPr id="166" name="Freeform: Shape 165">
                  <a:extLst>
                    <a:ext uri="{FF2B5EF4-FFF2-40B4-BE49-F238E27FC236}">
                      <a16:creationId xmlns:a16="http://schemas.microsoft.com/office/drawing/2014/main" id="{1CFC4A74-9B09-4F39-827A-CF41E3AA6D84}"/>
                    </a:ext>
                  </a:extLst>
                </p:cNvPr>
                <p:cNvSpPr/>
                <p:nvPr/>
              </p:nvSpPr>
              <p:spPr>
                <a:xfrm>
                  <a:off x="1914439" y="2734341"/>
                  <a:ext cx="615991" cy="535203"/>
                </a:xfrm>
                <a:custGeom>
                  <a:avLst/>
                  <a:gdLst>
                    <a:gd name="connsiteX0" fmla="*/ 536498 w 615991"/>
                    <a:gd name="connsiteY0" fmla="*/ 115560 h 535203"/>
                    <a:gd name="connsiteX1" fmla="*/ 564619 w 615991"/>
                    <a:gd name="connsiteY1" fmla="*/ 441796 h 535203"/>
                    <a:gd name="connsiteX2" fmla="*/ 65473 w 615991"/>
                    <a:gd name="connsiteY2" fmla="*/ 472428 h 535203"/>
                    <a:gd name="connsiteX3" fmla="*/ 141802 w 615991"/>
                    <a:gd name="connsiteY3" fmla="*/ 50447 h 535203"/>
                    <a:gd name="connsiteX4" fmla="*/ 536498 w 615991"/>
                    <a:gd name="connsiteY4" fmla="*/ 115560 h 5352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5991" h="535203">
                      <a:moveTo>
                        <a:pt x="536498" y="115560"/>
                      </a:moveTo>
                      <a:cubicBezTo>
                        <a:pt x="636595" y="237250"/>
                        <a:pt x="637767" y="380700"/>
                        <a:pt x="564619" y="441796"/>
                      </a:cubicBezTo>
                      <a:cubicBezTo>
                        <a:pt x="454479" y="533691"/>
                        <a:pt x="179129" y="581396"/>
                        <a:pt x="65473" y="472428"/>
                      </a:cubicBezTo>
                      <a:cubicBezTo>
                        <a:pt x="-44499" y="366974"/>
                        <a:pt x="-13868" y="154394"/>
                        <a:pt x="141802" y="50447"/>
                      </a:cubicBezTo>
                      <a:cubicBezTo>
                        <a:pt x="278054" y="-40611"/>
                        <a:pt x="439749" y="-2112"/>
                        <a:pt x="536498" y="115560"/>
                      </a:cubicBezTo>
                      <a:close/>
                    </a:path>
                  </a:pathLst>
                </a:custGeom>
                <a:solidFill>
                  <a:srgbClr val="F9FEFF"/>
                </a:solidFill>
                <a:ln w="1671"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4EC3FBE4-9994-4B49-B39A-26BCB57FA430}"/>
                    </a:ext>
                  </a:extLst>
                </p:cNvPr>
                <p:cNvSpPr/>
                <p:nvPr/>
              </p:nvSpPr>
              <p:spPr>
                <a:xfrm>
                  <a:off x="1897940" y="2714731"/>
                  <a:ext cx="556345" cy="497728"/>
                </a:xfrm>
                <a:custGeom>
                  <a:avLst/>
                  <a:gdLst>
                    <a:gd name="connsiteX0" fmla="*/ 33431 w 556345"/>
                    <a:gd name="connsiteY0" fmla="*/ 144377 h 497728"/>
                    <a:gd name="connsiteX1" fmla="*/ 556345 w 556345"/>
                    <a:gd name="connsiteY1" fmla="*/ 139355 h 497728"/>
                    <a:gd name="connsiteX2" fmla="*/ 162820 w 556345"/>
                    <a:gd name="connsiteY2" fmla="*/ 76920 h 497728"/>
                    <a:gd name="connsiteX3" fmla="*/ 25731 w 556345"/>
                    <a:gd name="connsiteY3" fmla="*/ 304063 h 497728"/>
                    <a:gd name="connsiteX4" fmla="*/ 88166 w 556345"/>
                    <a:gd name="connsiteY4" fmla="*/ 497729 h 497728"/>
                    <a:gd name="connsiteX5" fmla="*/ 33431 w 556345"/>
                    <a:gd name="connsiteY5" fmla="*/ 144377 h 49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6345" h="497728">
                      <a:moveTo>
                        <a:pt x="33431" y="144377"/>
                      </a:moveTo>
                      <a:cubicBezTo>
                        <a:pt x="143403" y="-67367"/>
                        <a:pt x="455244" y="-26357"/>
                        <a:pt x="556345" y="139355"/>
                      </a:cubicBezTo>
                      <a:cubicBezTo>
                        <a:pt x="456415" y="17833"/>
                        <a:pt x="288862" y="-7275"/>
                        <a:pt x="162820" y="76920"/>
                      </a:cubicBezTo>
                      <a:cubicBezTo>
                        <a:pt x="84986" y="128977"/>
                        <a:pt x="33765" y="213842"/>
                        <a:pt x="25731" y="304063"/>
                      </a:cubicBezTo>
                      <a:cubicBezTo>
                        <a:pt x="19370" y="376039"/>
                        <a:pt x="42469" y="454041"/>
                        <a:pt x="88166" y="497729"/>
                      </a:cubicBezTo>
                      <a:cubicBezTo>
                        <a:pt x="37783" y="470947"/>
                        <a:pt x="-47584" y="300046"/>
                        <a:pt x="33431" y="144377"/>
                      </a:cubicBezTo>
                      <a:close/>
                    </a:path>
                  </a:pathLst>
                </a:custGeom>
                <a:solidFill>
                  <a:schemeClr val="bg2">
                    <a:alpha val="59000"/>
                  </a:schemeClr>
                </a:solidFill>
                <a:ln w="1671"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797DB74A-84AE-4F74-82FC-BB6D1765C9E3}"/>
                    </a:ext>
                  </a:extLst>
                </p:cNvPr>
                <p:cNvSpPr/>
                <p:nvPr/>
              </p:nvSpPr>
              <p:spPr>
                <a:xfrm>
                  <a:off x="2096466" y="2878014"/>
                  <a:ext cx="351573" cy="351634"/>
                </a:xfrm>
                <a:custGeom>
                  <a:avLst/>
                  <a:gdLst>
                    <a:gd name="connsiteX0" fmla="*/ 7145 w 351573"/>
                    <a:gd name="connsiteY0" fmla="*/ 126385 h 351634"/>
                    <a:gd name="connsiteX1" fmla="*/ 126324 w 351573"/>
                    <a:gd name="connsiteY1" fmla="*/ 344489 h 351634"/>
                    <a:gd name="connsiteX2" fmla="*/ 344428 w 351573"/>
                    <a:gd name="connsiteY2" fmla="*/ 225310 h 351634"/>
                    <a:gd name="connsiteX3" fmla="*/ 225249 w 351573"/>
                    <a:gd name="connsiteY3" fmla="*/ 7206 h 351634"/>
                    <a:gd name="connsiteX4" fmla="*/ 7145 w 351573"/>
                    <a:gd name="connsiteY4" fmla="*/ 126385 h 3516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573" h="351634">
                      <a:moveTo>
                        <a:pt x="7145" y="126385"/>
                      </a:moveTo>
                      <a:cubicBezTo>
                        <a:pt x="-20139" y="219451"/>
                        <a:pt x="33090" y="317205"/>
                        <a:pt x="126324" y="344489"/>
                      </a:cubicBezTo>
                      <a:cubicBezTo>
                        <a:pt x="219558" y="371773"/>
                        <a:pt x="317145" y="318544"/>
                        <a:pt x="344428" y="225310"/>
                      </a:cubicBezTo>
                      <a:cubicBezTo>
                        <a:pt x="371712" y="132243"/>
                        <a:pt x="318484" y="34490"/>
                        <a:pt x="225249" y="7206"/>
                      </a:cubicBezTo>
                      <a:cubicBezTo>
                        <a:pt x="132183" y="-20246"/>
                        <a:pt x="34597" y="33150"/>
                        <a:pt x="7145" y="126385"/>
                      </a:cubicBezTo>
                      <a:close/>
                    </a:path>
                  </a:pathLst>
                </a:custGeom>
                <a:solidFill>
                  <a:schemeClr val="tx2"/>
                </a:solidFill>
                <a:ln w="1671"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88ADD655-4FBF-45E4-BEDB-025E2C743A91}"/>
                    </a:ext>
                  </a:extLst>
                </p:cNvPr>
                <p:cNvSpPr/>
                <p:nvPr/>
              </p:nvSpPr>
              <p:spPr>
                <a:xfrm>
                  <a:off x="2114363" y="2952488"/>
                  <a:ext cx="97507" cy="97568"/>
                </a:xfrm>
                <a:custGeom>
                  <a:avLst/>
                  <a:gdLst>
                    <a:gd name="connsiteX0" fmla="*/ 1970 w 97507"/>
                    <a:gd name="connsiteY0" fmla="*/ 35005 h 97568"/>
                    <a:gd name="connsiteX1" fmla="*/ 34945 w 97507"/>
                    <a:gd name="connsiteY1" fmla="*/ 95599 h 97568"/>
                    <a:gd name="connsiteX2" fmla="*/ 95538 w 97507"/>
                    <a:gd name="connsiteY2" fmla="*/ 62624 h 97568"/>
                    <a:gd name="connsiteX3" fmla="*/ 62563 w 97507"/>
                    <a:gd name="connsiteY3" fmla="*/ 2030 h 97568"/>
                    <a:gd name="connsiteX4" fmla="*/ 1970 w 97507"/>
                    <a:gd name="connsiteY4" fmla="*/ 35005 h 97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07" h="97568">
                      <a:moveTo>
                        <a:pt x="1970" y="35005"/>
                      </a:moveTo>
                      <a:cubicBezTo>
                        <a:pt x="-5563" y="60782"/>
                        <a:pt x="9167" y="87899"/>
                        <a:pt x="34945" y="95599"/>
                      </a:cubicBezTo>
                      <a:cubicBezTo>
                        <a:pt x="60722" y="103131"/>
                        <a:pt x="87839" y="88401"/>
                        <a:pt x="95538" y="62624"/>
                      </a:cubicBezTo>
                      <a:cubicBezTo>
                        <a:pt x="103071" y="36846"/>
                        <a:pt x="88341" y="9730"/>
                        <a:pt x="62563" y="2030"/>
                      </a:cubicBezTo>
                      <a:cubicBezTo>
                        <a:pt x="36618" y="-5670"/>
                        <a:pt x="9502" y="9227"/>
                        <a:pt x="1970" y="35005"/>
                      </a:cubicBezTo>
                      <a:close/>
                    </a:path>
                  </a:pathLst>
                </a:custGeom>
                <a:solidFill>
                  <a:srgbClr val="FEFFFE"/>
                </a:solidFill>
                <a:ln w="1671" cap="flat">
                  <a:noFill/>
                  <a:prstDash val="solid"/>
                  <a:miter/>
                </a:ln>
              </p:spPr>
              <p:txBody>
                <a:bodyPr rtlCol="0" anchor="ctr"/>
                <a:lstStyle/>
                <a:p>
                  <a:endParaRPr lang="en-US"/>
                </a:p>
              </p:txBody>
            </p:sp>
          </p:grpSp>
          <p:sp>
            <p:nvSpPr>
              <p:cNvPr id="170" name="Freeform: Shape 169">
                <a:extLst>
                  <a:ext uri="{FF2B5EF4-FFF2-40B4-BE49-F238E27FC236}">
                    <a16:creationId xmlns:a16="http://schemas.microsoft.com/office/drawing/2014/main" id="{9458DACE-DA00-461B-A2A3-95119272EED3}"/>
                  </a:ext>
                </a:extLst>
              </p:cNvPr>
              <p:cNvSpPr/>
              <p:nvPr/>
            </p:nvSpPr>
            <p:spPr>
              <a:xfrm>
                <a:off x="3077377" y="2008758"/>
                <a:ext cx="554162" cy="192187"/>
              </a:xfrm>
              <a:custGeom>
                <a:avLst/>
                <a:gdLst>
                  <a:gd name="connsiteX0" fmla="*/ 496889 w 554162"/>
                  <a:gd name="connsiteY0" fmla="*/ 192187 h 192187"/>
                  <a:gd name="connsiteX1" fmla="*/ 458558 w 554162"/>
                  <a:gd name="connsiteY1" fmla="*/ 178462 h 192187"/>
                  <a:gd name="connsiteX2" fmla="*/ 77587 w 554162"/>
                  <a:gd name="connsiteY2" fmla="*/ 132933 h 192187"/>
                  <a:gd name="connsiteX3" fmla="*/ 3602 w 554162"/>
                  <a:gd name="connsiteY3" fmla="*/ 101129 h 192187"/>
                  <a:gd name="connsiteX4" fmla="*/ 37414 w 554162"/>
                  <a:gd name="connsiteY4" fmla="*/ 31497 h 192187"/>
                  <a:gd name="connsiteX5" fmla="*/ 535053 w 554162"/>
                  <a:gd name="connsiteY5" fmla="*/ 97782 h 192187"/>
                  <a:gd name="connsiteX6" fmla="*/ 539573 w 554162"/>
                  <a:gd name="connsiteY6" fmla="*/ 174110 h 192187"/>
                  <a:gd name="connsiteX7" fmla="*/ 496889 w 554162"/>
                  <a:gd name="connsiteY7" fmla="*/ 192187 h 19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4162" h="192187">
                    <a:moveTo>
                      <a:pt x="496889" y="192187"/>
                    </a:moveTo>
                    <a:cubicBezTo>
                      <a:pt x="483331" y="192187"/>
                      <a:pt x="469605" y="187668"/>
                      <a:pt x="458558" y="178462"/>
                    </a:cubicBezTo>
                    <a:cubicBezTo>
                      <a:pt x="372856" y="106318"/>
                      <a:pt x="209320" y="86734"/>
                      <a:pt x="77587" y="132933"/>
                    </a:cubicBezTo>
                    <a:cubicBezTo>
                      <a:pt x="48127" y="143478"/>
                      <a:pt x="14817" y="129083"/>
                      <a:pt x="3602" y="101129"/>
                    </a:cubicBezTo>
                    <a:cubicBezTo>
                      <a:pt x="-7445" y="73176"/>
                      <a:pt x="7787" y="42042"/>
                      <a:pt x="37414" y="31497"/>
                    </a:cubicBezTo>
                    <a:cubicBezTo>
                      <a:pt x="208650" y="-28595"/>
                      <a:pt x="417883" y="-642"/>
                      <a:pt x="535053" y="97782"/>
                    </a:cubicBezTo>
                    <a:cubicBezTo>
                      <a:pt x="558655" y="117701"/>
                      <a:pt x="560664" y="151847"/>
                      <a:pt x="539573" y="174110"/>
                    </a:cubicBezTo>
                    <a:cubicBezTo>
                      <a:pt x="528358" y="186161"/>
                      <a:pt x="512624" y="192187"/>
                      <a:pt x="496889" y="192187"/>
                    </a:cubicBezTo>
                    <a:close/>
                  </a:path>
                </a:pathLst>
              </a:custGeom>
              <a:solidFill>
                <a:schemeClr val="tx2"/>
              </a:solidFill>
              <a:ln w="1671"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BC3BCC74-547F-44CE-96D5-901C32A51F9E}"/>
                  </a:ext>
                </a:extLst>
              </p:cNvPr>
              <p:cNvSpPr/>
              <p:nvPr/>
            </p:nvSpPr>
            <p:spPr>
              <a:xfrm>
                <a:off x="1743572" y="2382583"/>
                <a:ext cx="524053" cy="278567"/>
              </a:xfrm>
              <a:custGeom>
                <a:avLst/>
                <a:gdLst>
                  <a:gd name="connsiteX0" fmla="*/ 452772 w 524053"/>
                  <a:gd name="connsiteY0" fmla="*/ 2152 h 278567"/>
                  <a:gd name="connsiteX1" fmla="*/ 498803 w 524053"/>
                  <a:gd name="connsiteY1" fmla="*/ 8345 h 278567"/>
                  <a:gd name="connsiteX2" fmla="*/ 514370 w 524053"/>
                  <a:gd name="connsiteY2" fmla="*/ 83335 h 278567"/>
                  <a:gd name="connsiteX3" fmla="*/ 51212 w 524053"/>
                  <a:gd name="connsiteY3" fmla="*/ 277168 h 278567"/>
                  <a:gd name="connsiteX4" fmla="*/ 327 w 524053"/>
                  <a:gd name="connsiteY4" fmla="*/ 218917 h 278567"/>
                  <a:gd name="connsiteX5" fmla="*/ 63431 w 524053"/>
                  <a:gd name="connsiteY5" fmla="*/ 168869 h 278567"/>
                  <a:gd name="connsiteX6" fmla="*/ 419294 w 524053"/>
                  <a:gd name="connsiteY6" fmla="*/ 25586 h 278567"/>
                  <a:gd name="connsiteX7" fmla="*/ 452772 w 524053"/>
                  <a:gd name="connsiteY7" fmla="*/ 2152 h 278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53" h="278567">
                    <a:moveTo>
                      <a:pt x="452772" y="2152"/>
                    </a:moveTo>
                    <a:cubicBezTo>
                      <a:pt x="468004" y="-2032"/>
                      <a:pt x="484742" y="-191"/>
                      <a:pt x="498803" y="8345"/>
                    </a:cubicBezTo>
                    <a:cubicBezTo>
                      <a:pt x="524915" y="24247"/>
                      <a:pt x="531945" y="57892"/>
                      <a:pt x="514370" y="83335"/>
                    </a:cubicBezTo>
                    <a:cubicBezTo>
                      <a:pt x="427161" y="208707"/>
                      <a:pt x="232491" y="290391"/>
                      <a:pt x="51212" y="277168"/>
                    </a:cubicBezTo>
                    <a:cubicBezTo>
                      <a:pt x="19743" y="274824"/>
                      <a:pt x="-3021" y="248712"/>
                      <a:pt x="327" y="218917"/>
                    </a:cubicBezTo>
                    <a:cubicBezTo>
                      <a:pt x="3674" y="189123"/>
                      <a:pt x="32130" y="166693"/>
                      <a:pt x="63431" y="168869"/>
                    </a:cubicBezTo>
                    <a:cubicBezTo>
                      <a:pt x="202697" y="179247"/>
                      <a:pt x="355520" y="117481"/>
                      <a:pt x="419294" y="25586"/>
                    </a:cubicBezTo>
                    <a:cubicBezTo>
                      <a:pt x="427664" y="13702"/>
                      <a:pt x="439715" y="5667"/>
                      <a:pt x="452772" y="2152"/>
                    </a:cubicBezTo>
                    <a:close/>
                  </a:path>
                </a:pathLst>
              </a:custGeom>
              <a:solidFill>
                <a:schemeClr val="tx2"/>
              </a:solidFill>
              <a:ln w="1671"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9459E06B-E6E5-4A7B-AB41-2E265D1CB1B3}"/>
                  </a:ext>
                </a:extLst>
              </p:cNvPr>
              <p:cNvSpPr/>
              <p:nvPr/>
            </p:nvSpPr>
            <p:spPr>
              <a:xfrm>
                <a:off x="2631739" y="3513214"/>
                <a:ext cx="452878" cy="152075"/>
              </a:xfrm>
              <a:custGeom>
                <a:avLst/>
                <a:gdLst>
                  <a:gd name="connsiteX0" fmla="*/ 24247 w 452878"/>
                  <a:gd name="connsiteY0" fmla="*/ 152025 h 152075"/>
                  <a:gd name="connsiteX1" fmla="*/ 10019 w 452878"/>
                  <a:gd name="connsiteY1" fmla="*/ 148175 h 152075"/>
                  <a:gd name="connsiteX2" fmla="*/ 3993 w 452878"/>
                  <a:gd name="connsiteY2" fmla="*/ 116205 h 152075"/>
                  <a:gd name="connsiteX3" fmla="*/ 244862 w 452878"/>
                  <a:gd name="connsiteY3" fmla="*/ 206 h 152075"/>
                  <a:gd name="connsiteX4" fmla="*/ 448403 w 452878"/>
                  <a:gd name="connsiteY4" fmla="*/ 88251 h 152075"/>
                  <a:gd name="connsiteX5" fmla="*/ 443382 w 452878"/>
                  <a:gd name="connsiteY5" fmla="*/ 120389 h 152075"/>
                  <a:gd name="connsiteX6" fmla="*/ 411243 w 452878"/>
                  <a:gd name="connsiteY6" fmla="*/ 115368 h 152075"/>
                  <a:gd name="connsiteX7" fmla="*/ 245531 w 452878"/>
                  <a:gd name="connsiteY7" fmla="*/ 46070 h 152075"/>
                  <a:gd name="connsiteX8" fmla="*/ 41989 w 452878"/>
                  <a:gd name="connsiteY8" fmla="*/ 141982 h 152075"/>
                  <a:gd name="connsiteX9" fmla="*/ 24247 w 452878"/>
                  <a:gd name="connsiteY9" fmla="*/ 152025 h 15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2878" h="152075">
                    <a:moveTo>
                      <a:pt x="24247" y="152025"/>
                    </a:moveTo>
                    <a:cubicBezTo>
                      <a:pt x="19392" y="152360"/>
                      <a:pt x="14371" y="151021"/>
                      <a:pt x="10019" y="148175"/>
                    </a:cubicBezTo>
                    <a:cubicBezTo>
                      <a:pt x="-359" y="140978"/>
                      <a:pt x="-3205" y="126750"/>
                      <a:pt x="3993" y="116205"/>
                    </a:cubicBezTo>
                    <a:cubicBezTo>
                      <a:pt x="50861" y="47409"/>
                      <a:pt x="120159" y="4893"/>
                      <a:pt x="244862" y="206"/>
                    </a:cubicBezTo>
                    <a:cubicBezTo>
                      <a:pt x="332070" y="-2974"/>
                      <a:pt x="406222" y="30838"/>
                      <a:pt x="448403" y="88251"/>
                    </a:cubicBezTo>
                    <a:cubicBezTo>
                      <a:pt x="455935" y="98462"/>
                      <a:pt x="453760" y="112857"/>
                      <a:pt x="443382" y="120389"/>
                    </a:cubicBezTo>
                    <a:cubicBezTo>
                      <a:pt x="433506" y="127922"/>
                      <a:pt x="418776" y="125746"/>
                      <a:pt x="411243" y="115368"/>
                    </a:cubicBezTo>
                    <a:cubicBezTo>
                      <a:pt x="377934" y="70006"/>
                      <a:pt x="317507" y="42722"/>
                      <a:pt x="245531" y="46070"/>
                    </a:cubicBezTo>
                    <a:cubicBezTo>
                      <a:pt x="133717" y="51091"/>
                      <a:pt x="80488" y="85238"/>
                      <a:pt x="41989" y="141982"/>
                    </a:cubicBezTo>
                    <a:cubicBezTo>
                      <a:pt x="37805" y="148175"/>
                      <a:pt x="31109" y="151691"/>
                      <a:pt x="24247" y="152025"/>
                    </a:cubicBezTo>
                    <a:close/>
                  </a:path>
                </a:pathLst>
              </a:custGeom>
              <a:solidFill>
                <a:schemeClr val="tx2"/>
              </a:solidFill>
              <a:ln w="1671"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9301F3A1-191C-45F5-A6AC-E93D0526A504}"/>
                  </a:ext>
                </a:extLst>
              </p:cNvPr>
              <p:cNvSpPr/>
              <p:nvPr/>
            </p:nvSpPr>
            <p:spPr>
              <a:xfrm>
                <a:off x="2700495" y="3135892"/>
                <a:ext cx="222024" cy="115584"/>
              </a:xfrm>
              <a:custGeom>
                <a:avLst/>
                <a:gdLst>
                  <a:gd name="connsiteX0" fmla="*/ 210922 w 222024"/>
                  <a:gd name="connsiteY0" fmla="*/ 97157 h 115584"/>
                  <a:gd name="connsiteX1" fmla="*/ 197698 w 222024"/>
                  <a:gd name="connsiteY1" fmla="*/ 87951 h 115584"/>
                  <a:gd name="connsiteX2" fmla="*/ 104632 w 222024"/>
                  <a:gd name="connsiteY2" fmla="*/ 25348 h 115584"/>
                  <a:gd name="connsiteX3" fmla="*/ 24788 w 222024"/>
                  <a:gd name="connsiteY3" fmla="*/ 103852 h 115584"/>
                  <a:gd name="connsiteX4" fmla="*/ 11732 w 222024"/>
                  <a:gd name="connsiteY4" fmla="*/ 115569 h 115584"/>
                  <a:gd name="connsiteX5" fmla="*/ 15 w 222024"/>
                  <a:gd name="connsiteY5" fmla="*/ 102513 h 115584"/>
                  <a:gd name="connsiteX6" fmla="*/ 102288 w 222024"/>
                  <a:gd name="connsiteY6" fmla="*/ 575 h 115584"/>
                  <a:gd name="connsiteX7" fmla="*/ 221635 w 222024"/>
                  <a:gd name="connsiteY7" fmla="*/ 81422 h 115584"/>
                  <a:gd name="connsiteX8" fmla="*/ 212763 w 222024"/>
                  <a:gd name="connsiteY8" fmla="*/ 96655 h 115584"/>
                  <a:gd name="connsiteX9" fmla="*/ 210922 w 222024"/>
                  <a:gd name="connsiteY9" fmla="*/ 97157 h 11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2024" h="115584">
                    <a:moveTo>
                      <a:pt x="210922" y="97157"/>
                    </a:moveTo>
                    <a:cubicBezTo>
                      <a:pt x="205063" y="97659"/>
                      <a:pt x="199372" y="93976"/>
                      <a:pt x="197698" y="87951"/>
                    </a:cubicBezTo>
                    <a:cubicBezTo>
                      <a:pt x="186651" y="45769"/>
                      <a:pt x="149993" y="21163"/>
                      <a:pt x="104632" y="25348"/>
                    </a:cubicBezTo>
                    <a:cubicBezTo>
                      <a:pt x="58935" y="29700"/>
                      <a:pt x="26964" y="61169"/>
                      <a:pt x="24788" y="103852"/>
                    </a:cubicBezTo>
                    <a:cubicBezTo>
                      <a:pt x="24454" y="110715"/>
                      <a:pt x="18595" y="115904"/>
                      <a:pt x="11732" y="115569"/>
                    </a:cubicBezTo>
                    <a:cubicBezTo>
                      <a:pt x="4870" y="115234"/>
                      <a:pt x="-320" y="109376"/>
                      <a:pt x="15" y="102513"/>
                    </a:cubicBezTo>
                    <a:cubicBezTo>
                      <a:pt x="2693" y="47945"/>
                      <a:pt x="44707" y="5931"/>
                      <a:pt x="102288" y="575"/>
                    </a:cubicBezTo>
                    <a:cubicBezTo>
                      <a:pt x="159534" y="-4781"/>
                      <a:pt x="207407" y="27692"/>
                      <a:pt x="221635" y="81422"/>
                    </a:cubicBezTo>
                    <a:cubicBezTo>
                      <a:pt x="223309" y="88118"/>
                      <a:pt x="219459" y="94813"/>
                      <a:pt x="212763" y="96655"/>
                    </a:cubicBezTo>
                    <a:lnTo>
                      <a:pt x="210922" y="97157"/>
                    </a:lnTo>
                    <a:close/>
                  </a:path>
                </a:pathLst>
              </a:custGeom>
              <a:solidFill>
                <a:schemeClr val="tx2"/>
              </a:solidFill>
              <a:ln w="1671"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84CA3DAD-BCA4-4765-A05C-8DB2054526CC}"/>
                  </a:ext>
                </a:extLst>
              </p:cNvPr>
              <p:cNvSpPr/>
              <p:nvPr/>
            </p:nvSpPr>
            <p:spPr>
              <a:xfrm>
                <a:off x="1011437" y="740155"/>
                <a:ext cx="3307106" cy="2021546"/>
              </a:xfrm>
              <a:custGeom>
                <a:avLst/>
                <a:gdLst>
                  <a:gd name="connsiteX0" fmla="*/ 3058293 w 3307106"/>
                  <a:gd name="connsiteY0" fmla="*/ 580841 h 2021546"/>
                  <a:gd name="connsiteX1" fmla="*/ 2249650 w 3307106"/>
                  <a:gd name="connsiteY1" fmla="*/ 496478 h 2021546"/>
                  <a:gd name="connsiteX2" fmla="*/ 2521987 w 3307106"/>
                  <a:gd name="connsiteY2" fmla="*/ 227656 h 2021546"/>
                  <a:gd name="connsiteX3" fmla="*/ 2307063 w 3307106"/>
                  <a:gd name="connsiteY3" fmla="*/ 76004 h 2021546"/>
                  <a:gd name="connsiteX4" fmla="*/ 2205460 w 3307106"/>
                  <a:gd name="connsiteY4" fmla="*/ 482418 h 2021546"/>
                  <a:gd name="connsiteX5" fmla="*/ 1766406 w 3307106"/>
                  <a:gd name="connsiteY5" fmla="*/ 101782 h 2021546"/>
                  <a:gd name="connsiteX6" fmla="*/ 863022 w 3307106"/>
                  <a:gd name="connsiteY6" fmla="*/ 235523 h 2021546"/>
                  <a:gd name="connsiteX7" fmla="*/ 838417 w 3307106"/>
                  <a:gd name="connsiteY7" fmla="*/ 447434 h 2021546"/>
                  <a:gd name="connsiteX8" fmla="*/ 729950 w 3307106"/>
                  <a:gd name="connsiteY8" fmla="*/ 403077 h 2021546"/>
                  <a:gd name="connsiteX9" fmla="*/ 361198 w 3307106"/>
                  <a:gd name="connsiteY9" fmla="*/ 553557 h 2021546"/>
                  <a:gd name="connsiteX10" fmla="*/ 416603 w 3307106"/>
                  <a:gd name="connsiteY10" fmla="*/ 743038 h 2021546"/>
                  <a:gd name="connsiteX11" fmla="*/ 239007 w 3307106"/>
                  <a:gd name="connsiteY11" fmla="*/ 807817 h 2021546"/>
                  <a:gd name="connsiteX12" fmla="*/ 29104 w 3307106"/>
                  <a:gd name="connsiteY12" fmla="*/ 1267961 h 2021546"/>
                  <a:gd name="connsiteX13" fmla="*/ 171215 w 3307106"/>
                  <a:gd name="connsiteY13" fmla="*/ 1373917 h 2021546"/>
                  <a:gd name="connsiteX14" fmla="*/ 160000 w 3307106"/>
                  <a:gd name="connsiteY14" fmla="*/ 1467821 h 2021546"/>
                  <a:gd name="connsiteX15" fmla="*/ 265454 w 3307106"/>
                  <a:gd name="connsiteY15" fmla="*/ 2021367 h 2021546"/>
                  <a:gd name="connsiteX16" fmla="*/ 432170 w 3307106"/>
                  <a:gd name="connsiteY16" fmla="*/ 1724926 h 2021546"/>
                  <a:gd name="connsiteX17" fmla="*/ 784686 w 3307106"/>
                  <a:gd name="connsiteY17" fmla="*/ 1501298 h 2021546"/>
                  <a:gd name="connsiteX18" fmla="*/ 899513 w 3307106"/>
                  <a:gd name="connsiteY18" fmla="*/ 1127190 h 2021546"/>
                  <a:gd name="connsiteX19" fmla="*/ 1475321 w 3307106"/>
                  <a:gd name="connsiteY19" fmla="*/ 1247373 h 2021546"/>
                  <a:gd name="connsiteX20" fmla="*/ 1735105 w 3307106"/>
                  <a:gd name="connsiteY20" fmla="*/ 1108777 h 2021546"/>
                  <a:gd name="connsiteX21" fmla="*/ 1776449 w 3307106"/>
                  <a:gd name="connsiteY21" fmla="*/ 1111455 h 2021546"/>
                  <a:gd name="connsiteX22" fmla="*/ 1798376 w 3307106"/>
                  <a:gd name="connsiteY22" fmla="*/ 1286374 h 2021546"/>
                  <a:gd name="connsiteX23" fmla="*/ 2211318 w 3307106"/>
                  <a:gd name="connsiteY23" fmla="*/ 1174560 h 2021546"/>
                  <a:gd name="connsiteX24" fmla="*/ 2380211 w 3307106"/>
                  <a:gd name="connsiteY24" fmla="*/ 856861 h 2021546"/>
                  <a:gd name="connsiteX25" fmla="*/ 2577727 w 3307106"/>
                  <a:gd name="connsiteY25" fmla="*/ 1253734 h 2021546"/>
                  <a:gd name="connsiteX26" fmla="*/ 3191699 w 3307106"/>
                  <a:gd name="connsiteY26" fmla="*/ 1476022 h 2021546"/>
                  <a:gd name="connsiteX27" fmla="*/ 3191197 w 3307106"/>
                  <a:gd name="connsiteY27" fmla="*/ 1364041 h 2021546"/>
                  <a:gd name="connsiteX28" fmla="*/ 3215301 w 3307106"/>
                  <a:gd name="connsiteY28" fmla="*/ 1352659 h 2021546"/>
                  <a:gd name="connsiteX29" fmla="*/ 3058293 w 3307106"/>
                  <a:gd name="connsiteY29" fmla="*/ 580841 h 2021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307106" h="2021546">
                    <a:moveTo>
                      <a:pt x="3058293" y="580841"/>
                    </a:moveTo>
                    <a:cubicBezTo>
                      <a:pt x="2802861" y="318547"/>
                      <a:pt x="2449174" y="338298"/>
                      <a:pt x="2249650" y="496478"/>
                    </a:cubicBezTo>
                    <a:cubicBezTo>
                      <a:pt x="2304720" y="355204"/>
                      <a:pt x="2398958" y="302980"/>
                      <a:pt x="2521987" y="227656"/>
                    </a:cubicBezTo>
                    <a:cubicBezTo>
                      <a:pt x="2651377" y="148650"/>
                      <a:pt x="2467084" y="-35475"/>
                      <a:pt x="2307063" y="76004"/>
                    </a:cubicBezTo>
                    <a:cubicBezTo>
                      <a:pt x="2161605" y="177273"/>
                      <a:pt x="2176167" y="400566"/>
                      <a:pt x="2205460" y="482418"/>
                    </a:cubicBezTo>
                    <a:cubicBezTo>
                      <a:pt x="2120260" y="334448"/>
                      <a:pt x="1967102" y="194681"/>
                      <a:pt x="1766406" y="101782"/>
                    </a:cubicBezTo>
                    <a:cubicBezTo>
                      <a:pt x="1383594" y="-75313"/>
                      <a:pt x="979188" y="-15389"/>
                      <a:pt x="863022" y="235523"/>
                    </a:cubicBezTo>
                    <a:cubicBezTo>
                      <a:pt x="832725" y="301139"/>
                      <a:pt x="826197" y="373449"/>
                      <a:pt x="838417" y="447434"/>
                    </a:cubicBezTo>
                    <a:cubicBezTo>
                      <a:pt x="805944" y="428687"/>
                      <a:pt x="769621" y="413120"/>
                      <a:pt x="729950" y="403077"/>
                    </a:cubicBezTo>
                    <a:cubicBezTo>
                      <a:pt x="558045" y="359891"/>
                      <a:pt x="393002" y="427180"/>
                      <a:pt x="361198" y="553557"/>
                    </a:cubicBezTo>
                    <a:cubicBezTo>
                      <a:pt x="344795" y="618670"/>
                      <a:pt x="367559" y="686462"/>
                      <a:pt x="416603" y="743038"/>
                    </a:cubicBezTo>
                    <a:cubicBezTo>
                      <a:pt x="357851" y="753584"/>
                      <a:pt x="297257" y="774172"/>
                      <a:pt x="239007" y="807817"/>
                    </a:cubicBezTo>
                    <a:cubicBezTo>
                      <a:pt x="41993" y="922141"/>
                      <a:pt x="-51911" y="1128194"/>
                      <a:pt x="29104" y="1267961"/>
                    </a:cubicBezTo>
                    <a:cubicBezTo>
                      <a:pt x="59401" y="1320186"/>
                      <a:pt x="109784" y="1355672"/>
                      <a:pt x="171215" y="1373917"/>
                    </a:cubicBezTo>
                    <a:cubicBezTo>
                      <a:pt x="166863" y="1404381"/>
                      <a:pt x="163013" y="1435515"/>
                      <a:pt x="160000" y="1467821"/>
                    </a:cubicBezTo>
                    <a:cubicBezTo>
                      <a:pt x="133051" y="1765935"/>
                      <a:pt x="180254" y="2013667"/>
                      <a:pt x="265454" y="2021367"/>
                    </a:cubicBezTo>
                    <a:cubicBezTo>
                      <a:pt x="326884" y="2026891"/>
                      <a:pt x="390993" y="1904866"/>
                      <a:pt x="432170" y="1724926"/>
                    </a:cubicBezTo>
                    <a:cubicBezTo>
                      <a:pt x="551851" y="1714380"/>
                      <a:pt x="686095" y="1634872"/>
                      <a:pt x="784686" y="1501298"/>
                    </a:cubicBezTo>
                    <a:cubicBezTo>
                      <a:pt x="875242" y="1378604"/>
                      <a:pt x="913406" y="1240008"/>
                      <a:pt x="899513" y="1127190"/>
                    </a:cubicBezTo>
                    <a:cubicBezTo>
                      <a:pt x="993751" y="1266288"/>
                      <a:pt x="1231607" y="1320688"/>
                      <a:pt x="1475321" y="1247373"/>
                    </a:cubicBezTo>
                    <a:cubicBezTo>
                      <a:pt x="1577427" y="1216741"/>
                      <a:pt x="1665974" y="1167530"/>
                      <a:pt x="1735105" y="1108777"/>
                    </a:cubicBezTo>
                    <a:cubicBezTo>
                      <a:pt x="1748830" y="1109614"/>
                      <a:pt x="1763058" y="1111455"/>
                      <a:pt x="1776449" y="1111455"/>
                    </a:cubicBezTo>
                    <a:cubicBezTo>
                      <a:pt x="1755024" y="1182929"/>
                      <a:pt x="1760380" y="1246703"/>
                      <a:pt x="1798376" y="1286374"/>
                    </a:cubicBezTo>
                    <a:cubicBezTo>
                      <a:pt x="1876546" y="1368058"/>
                      <a:pt x="2061340" y="1318010"/>
                      <a:pt x="2211318" y="1174560"/>
                    </a:cubicBezTo>
                    <a:cubicBezTo>
                      <a:pt x="2352760" y="1039144"/>
                      <a:pt x="2370000" y="924485"/>
                      <a:pt x="2380211" y="856861"/>
                    </a:cubicBezTo>
                    <a:cubicBezTo>
                      <a:pt x="2456204" y="834264"/>
                      <a:pt x="2453191" y="1108944"/>
                      <a:pt x="2577727" y="1253734"/>
                    </a:cubicBezTo>
                    <a:cubicBezTo>
                      <a:pt x="2782775" y="1491924"/>
                      <a:pt x="3057790" y="1591519"/>
                      <a:pt x="3191699" y="1476022"/>
                    </a:cubicBezTo>
                    <a:cubicBezTo>
                      <a:pt x="3213794" y="1456940"/>
                      <a:pt x="3210279" y="1416098"/>
                      <a:pt x="3191197" y="1364041"/>
                    </a:cubicBezTo>
                    <a:cubicBezTo>
                      <a:pt x="3199567" y="1360693"/>
                      <a:pt x="3208940" y="1358685"/>
                      <a:pt x="3215301" y="1352659"/>
                    </a:cubicBezTo>
                    <a:cubicBezTo>
                      <a:pt x="3384026" y="1188620"/>
                      <a:pt x="3313556" y="842968"/>
                      <a:pt x="3058293" y="580841"/>
                    </a:cubicBezTo>
                    <a:close/>
                  </a:path>
                </a:pathLst>
              </a:custGeom>
              <a:solidFill>
                <a:schemeClr val="tx2"/>
              </a:solidFill>
              <a:ln w="1671" cap="flat">
                <a:noFill/>
                <a:prstDash val="solid"/>
                <a:miter/>
              </a:ln>
            </p:spPr>
            <p:txBody>
              <a:bodyPr rtlCol="0" anchor="ctr"/>
              <a:lstStyle/>
              <a:p>
                <a:endParaRPr lang="en-US"/>
              </a:p>
            </p:txBody>
          </p:sp>
        </p:grpSp>
        <p:sp>
          <p:nvSpPr>
            <p:cNvPr id="175" name="Freeform: Shape 174">
              <a:extLst>
                <a:ext uri="{FF2B5EF4-FFF2-40B4-BE49-F238E27FC236}">
                  <a16:creationId xmlns:a16="http://schemas.microsoft.com/office/drawing/2014/main" id="{262A0162-BA40-468F-97E5-A8B776DB4D4F}"/>
                </a:ext>
              </a:extLst>
            </p:cNvPr>
            <p:cNvSpPr/>
            <p:nvPr/>
          </p:nvSpPr>
          <p:spPr>
            <a:xfrm>
              <a:off x="4493241" y="644776"/>
              <a:ext cx="611303" cy="999903"/>
            </a:xfrm>
            <a:custGeom>
              <a:avLst/>
              <a:gdLst>
                <a:gd name="connsiteX0" fmla="*/ 185942 w 611303"/>
                <a:gd name="connsiteY0" fmla="*/ 306129 h 999903"/>
                <a:gd name="connsiteX1" fmla="*/ 103253 w 611303"/>
                <a:gd name="connsiteY1" fmla="*/ 269137 h 999903"/>
                <a:gd name="connsiteX2" fmla="*/ 35462 w 611303"/>
                <a:gd name="connsiteY2" fmla="*/ 211054 h 999903"/>
                <a:gd name="connsiteX3" fmla="*/ 24916 w 611303"/>
                <a:gd name="connsiteY3" fmla="*/ 145271 h 999903"/>
                <a:gd name="connsiteX4" fmla="*/ 147610 w 611303"/>
                <a:gd name="connsiteY4" fmla="*/ 31281 h 999903"/>
                <a:gd name="connsiteX5" fmla="*/ 313323 w 611303"/>
                <a:gd name="connsiteY5" fmla="*/ 2491 h 999903"/>
                <a:gd name="connsiteX6" fmla="*/ 484726 w 611303"/>
                <a:gd name="connsiteY6" fmla="*/ 76643 h 999903"/>
                <a:gd name="connsiteX7" fmla="*/ 588003 w 611303"/>
                <a:gd name="connsiteY7" fmla="*/ 215908 h 999903"/>
                <a:gd name="connsiteX8" fmla="*/ 608089 w 611303"/>
                <a:gd name="connsiteY8" fmla="*/ 381788 h 999903"/>
                <a:gd name="connsiteX9" fmla="*/ 529920 w 611303"/>
                <a:gd name="connsiteY9" fmla="*/ 534277 h 999903"/>
                <a:gd name="connsiteX10" fmla="*/ 328052 w 611303"/>
                <a:gd name="connsiteY10" fmla="*/ 606922 h 999903"/>
                <a:gd name="connsiteX11" fmla="*/ 288717 w 611303"/>
                <a:gd name="connsiteY11" fmla="*/ 652284 h 999903"/>
                <a:gd name="connsiteX12" fmla="*/ 249381 w 611303"/>
                <a:gd name="connsiteY12" fmla="*/ 670529 h 999903"/>
                <a:gd name="connsiteX13" fmla="*/ 169538 w 611303"/>
                <a:gd name="connsiteY13" fmla="*/ 662160 h 999903"/>
                <a:gd name="connsiteX14" fmla="*/ 93544 w 611303"/>
                <a:gd name="connsiteY14" fmla="*/ 638056 h 999903"/>
                <a:gd name="connsiteX15" fmla="*/ 66930 w 611303"/>
                <a:gd name="connsiteY15" fmla="*/ 608094 h 999903"/>
                <a:gd name="connsiteX16" fmla="*/ 94381 w 611303"/>
                <a:gd name="connsiteY16" fmla="*/ 482722 h 999903"/>
                <a:gd name="connsiteX17" fmla="*/ 153803 w 611303"/>
                <a:gd name="connsiteY17" fmla="*/ 408737 h 999903"/>
                <a:gd name="connsiteX18" fmla="*/ 263944 w 611303"/>
                <a:gd name="connsiteY18" fmla="*/ 371745 h 999903"/>
                <a:gd name="connsiteX19" fmla="*/ 344122 w 611303"/>
                <a:gd name="connsiteY19" fmla="*/ 350486 h 999903"/>
                <a:gd name="connsiteX20" fmla="*/ 313490 w 611303"/>
                <a:gd name="connsiteY20" fmla="*/ 280519 h 999903"/>
                <a:gd name="connsiteX21" fmla="*/ 231471 w 611303"/>
                <a:gd name="connsiteY21" fmla="*/ 289391 h 999903"/>
                <a:gd name="connsiteX22" fmla="*/ 185942 w 611303"/>
                <a:gd name="connsiteY22" fmla="*/ 306129 h 999903"/>
                <a:gd name="connsiteX23" fmla="*/ 120661 w 611303"/>
                <a:gd name="connsiteY23" fmla="*/ 998941 h 999903"/>
                <a:gd name="connsiteX24" fmla="*/ 20731 w 611303"/>
                <a:gd name="connsiteY24" fmla="*/ 934832 h 999903"/>
                <a:gd name="connsiteX25" fmla="*/ 10521 w 611303"/>
                <a:gd name="connsiteY25" fmla="*/ 818666 h 999903"/>
                <a:gd name="connsiteX26" fmla="*/ 80823 w 611303"/>
                <a:gd name="connsiteY26" fmla="*/ 746355 h 999903"/>
                <a:gd name="connsiteX27" fmla="*/ 182259 w 611303"/>
                <a:gd name="connsiteY27" fmla="*/ 745351 h 999903"/>
                <a:gd name="connsiteX28" fmla="*/ 244694 w 611303"/>
                <a:gd name="connsiteY28" fmla="*/ 791214 h 999903"/>
                <a:gd name="connsiteX29" fmla="*/ 269132 w 611303"/>
                <a:gd name="connsiteY29" fmla="*/ 863358 h 999903"/>
                <a:gd name="connsiteX30" fmla="*/ 224440 w 611303"/>
                <a:gd name="connsiteY30" fmla="*/ 964627 h 999903"/>
                <a:gd name="connsiteX31" fmla="*/ 120661 w 611303"/>
                <a:gd name="connsiteY31" fmla="*/ 998941 h 999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11303" h="999903">
                  <a:moveTo>
                    <a:pt x="185942" y="306129"/>
                  </a:moveTo>
                  <a:cubicBezTo>
                    <a:pt x="160666" y="299434"/>
                    <a:pt x="133215" y="287215"/>
                    <a:pt x="103253" y="269137"/>
                  </a:cubicBezTo>
                  <a:cubicBezTo>
                    <a:pt x="73291" y="251226"/>
                    <a:pt x="50693" y="231810"/>
                    <a:pt x="35462" y="211054"/>
                  </a:cubicBezTo>
                  <a:cubicBezTo>
                    <a:pt x="17718" y="188624"/>
                    <a:pt x="13701" y="166362"/>
                    <a:pt x="24916" y="145271"/>
                  </a:cubicBezTo>
                  <a:cubicBezTo>
                    <a:pt x="51196" y="95390"/>
                    <a:pt x="93042" y="58063"/>
                    <a:pt x="147610" y="31281"/>
                  </a:cubicBezTo>
                  <a:cubicBezTo>
                    <a:pt x="202011" y="4499"/>
                    <a:pt x="257248" y="-5042"/>
                    <a:pt x="313323" y="2491"/>
                  </a:cubicBezTo>
                  <a:cubicBezTo>
                    <a:pt x="380110" y="12032"/>
                    <a:pt x="437188" y="36805"/>
                    <a:pt x="484726" y="76643"/>
                  </a:cubicBezTo>
                  <a:cubicBezTo>
                    <a:pt x="532096" y="116481"/>
                    <a:pt x="566578" y="162847"/>
                    <a:pt x="588003" y="215908"/>
                  </a:cubicBezTo>
                  <a:cubicBezTo>
                    <a:pt x="609429" y="268969"/>
                    <a:pt x="615957" y="324207"/>
                    <a:pt x="608089" y="381788"/>
                  </a:cubicBezTo>
                  <a:cubicBezTo>
                    <a:pt x="600055" y="439369"/>
                    <a:pt x="573943" y="490087"/>
                    <a:pt x="529920" y="534277"/>
                  </a:cubicBezTo>
                  <a:cubicBezTo>
                    <a:pt x="484558" y="580308"/>
                    <a:pt x="417269" y="604746"/>
                    <a:pt x="328052" y="606922"/>
                  </a:cubicBezTo>
                  <a:cubicBezTo>
                    <a:pt x="306627" y="607424"/>
                    <a:pt x="293403" y="622489"/>
                    <a:pt x="288717" y="652284"/>
                  </a:cubicBezTo>
                  <a:cubicBezTo>
                    <a:pt x="287378" y="664001"/>
                    <a:pt x="274154" y="670194"/>
                    <a:pt x="249381" y="670529"/>
                  </a:cubicBezTo>
                  <a:cubicBezTo>
                    <a:pt x="224608" y="670864"/>
                    <a:pt x="197993" y="668018"/>
                    <a:pt x="169538" y="662160"/>
                  </a:cubicBezTo>
                  <a:cubicBezTo>
                    <a:pt x="141082" y="656301"/>
                    <a:pt x="115807" y="648267"/>
                    <a:pt x="93544" y="638056"/>
                  </a:cubicBezTo>
                  <a:cubicBezTo>
                    <a:pt x="71450" y="628013"/>
                    <a:pt x="62578" y="617970"/>
                    <a:pt x="66930" y="608094"/>
                  </a:cubicBezTo>
                  <a:cubicBezTo>
                    <a:pt x="70278" y="555367"/>
                    <a:pt x="79484" y="513688"/>
                    <a:pt x="94381" y="482722"/>
                  </a:cubicBezTo>
                  <a:cubicBezTo>
                    <a:pt x="109279" y="451923"/>
                    <a:pt x="129030" y="427149"/>
                    <a:pt x="153803" y="408737"/>
                  </a:cubicBezTo>
                  <a:cubicBezTo>
                    <a:pt x="185105" y="385470"/>
                    <a:pt x="221762" y="373084"/>
                    <a:pt x="263944" y="371745"/>
                  </a:cubicBezTo>
                  <a:cubicBezTo>
                    <a:pt x="305957" y="370405"/>
                    <a:pt x="332907" y="363375"/>
                    <a:pt x="344122" y="350486"/>
                  </a:cubicBezTo>
                  <a:cubicBezTo>
                    <a:pt x="366886" y="324207"/>
                    <a:pt x="356341" y="300605"/>
                    <a:pt x="313490" y="280519"/>
                  </a:cubicBezTo>
                  <a:cubicBezTo>
                    <a:pt x="270639" y="260433"/>
                    <a:pt x="243355" y="263278"/>
                    <a:pt x="231471" y="289391"/>
                  </a:cubicBezTo>
                  <a:cubicBezTo>
                    <a:pt x="222599" y="306966"/>
                    <a:pt x="207367" y="312657"/>
                    <a:pt x="185942" y="306129"/>
                  </a:cubicBezTo>
                  <a:close/>
                  <a:moveTo>
                    <a:pt x="120661" y="998941"/>
                  </a:moveTo>
                  <a:cubicBezTo>
                    <a:pt x="77643" y="993250"/>
                    <a:pt x="44333" y="971824"/>
                    <a:pt x="20731" y="934832"/>
                  </a:cubicBezTo>
                  <a:cubicBezTo>
                    <a:pt x="-2870" y="897839"/>
                    <a:pt x="-6385" y="859006"/>
                    <a:pt x="10521" y="818666"/>
                  </a:cubicBezTo>
                  <a:cubicBezTo>
                    <a:pt x="24079" y="785356"/>
                    <a:pt x="47513" y="761252"/>
                    <a:pt x="80823" y="746355"/>
                  </a:cubicBezTo>
                  <a:cubicBezTo>
                    <a:pt x="114133" y="731458"/>
                    <a:pt x="147945" y="731123"/>
                    <a:pt x="182259" y="745351"/>
                  </a:cubicBezTo>
                  <a:cubicBezTo>
                    <a:pt x="207367" y="756231"/>
                    <a:pt x="228123" y="771463"/>
                    <a:pt x="244694" y="791214"/>
                  </a:cubicBezTo>
                  <a:cubicBezTo>
                    <a:pt x="261265" y="810966"/>
                    <a:pt x="269467" y="834902"/>
                    <a:pt x="269132" y="863358"/>
                  </a:cubicBezTo>
                  <a:cubicBezTo>
                    <a:pt x="269132" y="903531"/>
                    <a:pt x="254068" y="937343"/>
                    <a:pt x="224440" y="964627"/>
                  </a:cubicBezTo>
                  <a:cubicBezTo>
                    <a:pt x="194646" y="992078"/>
                    <a:pt x="160164" y="1003460"/>
                    <a:pt x="120661" y="998941"/>
                  </a:cubicBezTo>
                  <a:close/>
                </a:path>
              </a:pathLst>
            </a:custGeom>
            <a:solidFill>
              <a:schemeClr val="accent1"/>
            </a:solidFill>
            <a:ln w="1671"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745A9337-7960-46C2-A94D-73191DEB9EEC}"/>
                </a:ext>
              </a:extLst>
            </p:cNvPr>
            <p:cNvSpPr/>
            <p:nvPr/>
          </p:nvSpPr>
          <p:spPr>
            <a:xfrm>
              <a:off x="1699577" y="4350954"/>
              <a:ext cx="1112671" cy="1084495"/>
            </a:xfrm>
            <a:custGeom>
              <a:avLst/>
              <a:gdLst>
                <a:gd name="connsiteX0" fmla="*/ 1109901 w 1112671"/>
                <a:gd name="connsiteY0" fmla="*/ 243112 h 1084495"/>
                <a:gd name="connsiteX1" fmla="*/ 409055 w 1112671"/>
                <a:gd name="connsiteY1" fmla="*/ 1015264 h 1084495"/>
                <a:gd name="connsiteX2" fmla="*/ 88343 w 1112671"/>
                <a:gd name="connsiteY2" fmla="*/ 655886 h 1084495"/>
                <a:gd name="connsiteX3" fmla="*/ 809276 w 1112671"/>
                <a:gd name="connsiteY3" fmla="*/ 3248 h 1084495"/>
                <a:gd name="connsiteX4" fmla="*/ 1109901 w 1112671"/>
                <a:gd name="connsiteY4" fmla="*/ 243112 h 10844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2671" h="1084495">
                  <a:moveTo>
                    <a:pt x="1109901" y="243112"/>
                  </a:moveTo>
                  <a:cubicBezTo>
                    <a:pt x="870874" y="506076"/>
                    <a:pt x="596863" y="834320"/>
                    <a:pt x="409055" y="1015264"/>
                  </a:cubicBezTo>
                  <a:cubicBezTo>
                    <a:pt x="174212" y="1241570"/>
                    <a:pt x="-161564" y="857754"/>
                    <a:pt x="88343" y="655886"/>
                  </a:cubicBezTo>
                  <a:cubicBezTo>
                    <a:pt x="271966" y="507582"/>
                    <a:pt x="610086" y="184192"/>
                    <a:pt x="809276" y="3248"/>
                  </a:cubicBezTo>
                  <a:cubicBezTo>
                    <a:pt x="846268" y="-30230"/>
                    <a:pt x="1144383" y="205283"/>
                    <a:pt x="1109901" y="243112"/>
                  </a:cubicBezTo>
                  <a:close/>
                </a:path>
              </a:pathLst>
            </a:custGeom>
            <a:solidFill>
              <a:srgbClr val="FFC19F"/>
            </a:solidFill>
            <a:ln w="1671" cap="flat">
              <a:noFill/>
              <a:prstDash val="solid"/>
              <a:miter/>
            </a:ln>
          </p:spPr>
          <p:txBody>
            <a:bodyPr rtlCol="0" anchor="ctr"/>
            <a:lstStyle/>
            <a:p>
              <a:endParaRPr lang="en-US"/>
            </a:p>
          </p:txBody>
        </p:sp>
        <p:grpSp>
          <p:nvGrpSpPr>
            <p:cNvPr id="177" name="Graphic 3">
              <a:extLst>
                <a:ext uri="{FF2B5EF4-FFF2-40B4-BE49-F238E27FC236}">
                  <a16:creationId xmlns:a16="http://schemas.microsoft.com/office/drawing/2014/main" id="{657485EF-7579-433B-96B3-4E9568E9FEE4}"/>
                </a:ext>
              </a:extLst>
            </p:cNvPr>
            <p:cNvGrpSpPr/>
            <p:nvPr/>
          </p:nvGrpSpPr>
          <p:grpSpPr>
            <a:xfrm>
              <a:off x="2333133" y="3766839"/>
              <a:ext cx="989596" cy="894197"/>
              <a:chOff x="2333133" y="3766839"/>
              <a:chExt cx="989596" cy="894197"/>
            </a:xfrm>
          </p:grpSpPr>
          <p:sp>
            <p:nvSpPr>
              <p:cNvPr id="178" name="Freeform: Shape 177">
                <a:extLst>
                  <a:ext uri="{FF2B5EF4-FFF2-40B4-BE49-F238E27FC236}">
                    <a16:creationId xmlns:a16="http://schemas.microsoft.com/office/drawing/2014/main" id="{46324F99-100B-4A1A-BA4D-D2C4D7537D37}"/>
                  </a:ext>
                </a:extLst>
              </p:cNvPr>
              <p:cNvSpPr/>
              <p:nvPr/>
            </p:nvSpPr>
            <p:spPr>
              <a:xfrm>
                <a:off x="2333133" y="3766839"/>
                <a:ext cx="989596" cy="894197"/>
              </a:xfrm>
              <a:custGeom>
                <a:avLst/>
                <a:gdLst>
                  <a:gd name="connsiteX0" fmla="*/ 983694 w 989596"/>
                  <a:gd name="connsiteY0" fmla="*/ 165717 h 894197"/>
                  <a:gd name="connsiteX1" fmla="*/ 630007 w 989596"/>
                  <a:gd name="connsiteY1" fmla="*/ 79345 h 894197"/>
                  <a:gd name="connsiteX2" fmla="*/ 294397 w 989596"/>
                  <a:gd name="connsiteY2" fmla="*/ 200031 h 894197"/>
                  <a:gd name="connsiteX3" fmla="*/ 128183 w 989596"/>
                  <a:gd name="connsiteY3" fmla="*/ 13061 h 894197"/>
                  <a:gd name="connsiteX4" fmla="*/ 2978 w 989596"/>
                  <a:gd name="connsiteY4" fmla="*/ 11554 h 894197"/>
                  <a:gd name="connsiteX5" fmla="*/ 110272 w 989596"/>
                  <a:gd name="connsiteY5" fmla="*/ 402401 h 894197"/>
                  <a:gd name="connsiteX6" fmla="*/ 164171 w 989596"/>
                  <a:gd name="connsiteY6" fmla="*/ 658669 h 894197"/>
                  <a:gd name="connsiteX7" fmla="*/ 429311 w 989596"/>
                  <a:gd name="connsiteY7" fmla="*/ 892508 h 894197"/>
                  <a:gd name="connsiteX8" fmla="*/ 857484 w 989596"/>
                  <a:gd name="connsiteY8" fmla="*/ 657665 h 894197"/>
                  <a:gd name="connsiteX9" fmla="*/ 829531 w 989596"/>
                  <a:gd name="connsiteY9" fmla="*/ 484922 h 894197"/>
                  <a:gd name="connsiteX10" fmla="*/ 779817 w 989596"/>
                  <a:gd name="connsiteY10" fmla="*/ 296780 h 894197"/>
                  <a:gd name="connsiteX11" fmla="*/ 989385 w 989596"/>
                  <a:gd name="connsiteY11" fmla="*/ 197018 h 894197"/>
                  <a:gd name="connsiteX12" fmla="*/ 983694 w 989596"/>
                  <a:gd name="connsiteY12" fmla="*/ 165717 h 894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596" h="894197">
                    <a:moveTo>
                      <a:pt x="983694" y="165717"/>
                    </a:moveTo>
                    <a:cubicBezTo>
                      <a:pt x="927285" y="118347"/>
                      <a:pt x="709515" y="53401"/>
                      <a:pt x="630007" y="79345"/>
                    </a:cubicBezTo>
                    <a:cubicBezTo>
                      <a:pt x="514678" y="116840"/>
                      <a:pt x="298414" y="199864"/>
                      <a:pt x="294397" y="200031"/>
                    </a:cubicBezTo>
                    <a:cubicBezTo>
                      <a:pt x="294397" y="200031"/>
                      <a:pt x="201163" y="44529"/>
                      <a:pt x="128183" y="13061"/>
                    </a:cubicBezTo>
                    <a:cubicBezTo>
                      <a:pt x="92530" y="-2339"/>
                      <a:pt x="34781" y="-5687"/>
                      <a:pt x="2978" y="11554"/>
                    </a:cubicBezTo>
                    <a:cubicBezTo>
                      <a:pt x="-13593" y="20426"/>
                      <a:pt x="41309" y="188481"/>
                      <a:pt x="110272" y="402401"/>
                    </a:cubicBezTo>
                    <a:cubicBezTo>
                      <a:pt x="149106" y="523086"/>
                      <a:pt x="115964" y="607951"/>
                      <a:pt x="164171" y="658669"/>
                    </a:cubicBezTo>
                    <a:cubicBezTo>
                      <a:pt x="201498" y="728469"/>
                      <a:pt x="322183" y="880791"/>
                      <a:pt x="429311" y="892508"/>
                    </a:cubicBezTo>
                    <a:cubicBezTo>
                      <a:pt x="609920" y="912427"/>
                      <a:pt x="803084" y="751568"/>
                      <a:pt x="857484" y="657665"/>
                    </a:cubicBezTo>
                    <a:cubicBezTo>
                      <a:pt x="903683" y="578157"/>
                      <a:pt x="824509" y="517730"/>
                      <a:pt x="829531" y="484922"/>
                    </a:cubicBezTo>
                    <a:cubicBezTo>
                      <a:pt x="839574" y="418972"/>
                      <a:pt x="798899" y="308832"/>
                      <a:pt x="779817" y="296780"/>
                    </a:cubicBezTo>
                    <a:cubicBezTo>
                      <a:pt x="891631" y="285733"/>
                      <a:pt x="899833" y="249410"/>
                      <a:pt x="989385" y="197018"/>
                    </a:cubicBezTo>
                    <a:cubicBezTo>
                      <a:pt x="990054" y="183292"/>
                      <a:pt x="989385" y="170571"/>
                      <a:pt x="983694" y="165717"/>
                    </a:cubicBezTo>
                    <a:close/>
                  </a:path>
                </a:pathLst>
              </a:custGeom>
              <a:solidFill>
                <a:srgbClr val="601805">
                  <a:alpha val="19000"/>
                </a:srgbClr>
              </a:solidFill>
              <a:ln w="1671"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62A1827B-857E-44C0-A0D4-5E7D87EB9B64}"/>
                  </a:ext>
                </a:extLst>
              </p:cNvPr>
              <p:cNvSpPr/>
              <p:nvPr/>
            </p:nvSpPr>
            <p:spPr>
              <a:xfrm>
                <a:off x="2345889" y="3785980"/>
                <a:ext cx="968645" cy="873956"/>
              </a:xfrm>
              <a:custGeom>
                <a:avLst/>
                <a:gdLst>
                  <a:gd name="connsiteX0" fmla="*/ 804053 w 968645"/>
                  <a:gd name="connsiteY0" fmla="*/ 551148 h 873956"/>
                  <a:gd name="connsiteX1" fmla="*/ 741785 w 968645"/>
                  <a:gd name="connsiteY1" fmla="*/ 551315 h 873956"/>
                  <a:gd name="connsiteX2" fmla="*/ 779113 w 968645"/>
                  <a:gd name="connsiteY2" fmla="*/ 402844 h 873956"/>
                  <a:gd name="connsiteX3" fmla="*/ 678514 w 968645"/>
                  <a:gd name="connsiteY3" fmla="*/ 420586 h 873956"/>
                  <a:gd name="connsiteX4" fmla="*/ 739107 w 968645"/>
                  <a:gd name="connsiteY4" fmla="*/ 286343 h 873956"/>
                  <a:gd name="connsiteX5" fmla="*/ 598503 w 968645"/>
                  <a:gd name="connsiteY5" fmla="*/ 281991 h 873956"/>
                  <a:gd name="connsiteX6" fmla="*/ 735425 w 968645"/>
                  <a:gd name="connsiteY6" fmla="*/ 223071 h 873956"/>
                  <a:gd name="connsiteX7" fmla="*/ 965414 w 968645"/>
                  <a:gd name="connsiteY7" fmla="*/ 157958 h 873956"/>
                  <a:gd name="connsiteX8" fmla="*/ 638508 w 968645"/>
                  <a:gd name="connsiteY8" fmla="*/ 88325 h 873956"/>
                  <a:gd name="connsiteX9" fmla="*/ 366338 w 968645"/>
                  <a:gd name="connsiteY9" fmla="*/ 202817 h 873956"/>
                  <a:gd name="connsiteX10" fmla="*/ 247494 w 968645"/>
                  <a:gd name="connsiteY10" fmla="*/ 191602 h 873956"/>
                  <a:gd name="connsiteX11" fmla="*/ 5119 w 968645"/>
                  <a:gd name="connsiteY11" fmla="*/ 10992 h 873956"/>
                  <a:gd name="connsiteX12" fmla="*/ 139362 w 968645"/>
                  <a:gd name="connsiteY12" fmla="*/ 432806 h 873956"/>
                  <a:gd name="connsiteX13" fmla="*/ 135345 w 968645"/>
                  <a:gd name="connsiteY13" fmla="*/ 678863 h 873956"/>
                  <a:gd name="connsiteX14" fmla="*/ 371025 w 968645"/>
                  <a:gd name="connsiteY14" fmla="*/ 872362 h 873956"/>
                  <a:gd name="connsiteX15" fmla="*/ 724210 w 968645"/>
                  <a:gd name="connsiteY15" fmla="*/ 700121 h 873956"/>
                  <a:gd name="connsiteX16" fmla="*/ 804053 w 968645"/>
                  <a:gd name="connsiteY16" fmla="*/ 551148 h 873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68645" h="873956">
                    <a:moveTo>
                      <a:pt x="804053" y="551148"/>
                    </a:moveTo>
                    <a:cubicBezTo>
                      <a:pt x="798027" y="526207"/>
                      <a:pt x="789490" y="524031"/>
                      <a:pt x="741785" y="551315"/>
                    </a:cubicBezTo>
                    <a:cubicBezTo>
                      <a:pt x="780452" y="509469"/>
                      <a:pt x="814766" y="467790"/>
                      <a:pt x="779113" y="402844"/>
                    </a:cubicBezTo>
                    <a:cubicBezTo>
                      <a:pt x="764048" y="375392"/>
                      <a:pt x="729566" y="396650"/>
                      <a:pt x="678514" y="420586"/>
                    </a:cubicBezTo>
                    <a:cubicBezTo>
                      <a:pt x="712995" y="385603"/>
                      <a:pt x="773924" y="356143"/>
                      <a:pt x="739107" y="286343"/>
                    </a:cubicBezTo>
                    <a:cubicBezTo>
                      <a:pt x="725214" y="258222"/>
                      <a:pt x="648384" y="269269"/>
                      <a:pt x="598503" y="281991"/>
                    </a:cubicBezTo>
                    <a:cubicBezTo>
                      <a:pt x="632315" y="266256"/>
                      <a:pt x="692909" y="225247"/>
                      <a:pt x="735425" y="223071"/>
                    </a:cubicBezTo>
                    <a:cubicBezTo>
                      <a:pt x="839372" y="217882"/>
                      <a:pt x="992865" y="240981"/>
                      <a:pt x="965414" y="157958"/>
                    </a:cubicBezTo>
                    <a:cubicBezTo>
                      <a:pt x="957044" y="132850"/>
                      <a:pt x="708141" y="61208"/>
                      <a:pt x="638508" y="88325"/>
                    </a:cubicBezTo>
                    <a:cubicBezTo>
                      <a:pt x="539081" y="127158"/>
                      <a:pt x="496732" y="143395"/>
                      <a:pt x="366338" y="202817"/>
                    </a:cubicBezTo>
                    <a:cubicBezTo>
                      <a:pt x="317629" y="225079"/>
                      <a:pt x="281641" y="269437"/>
                      <a:pt x="247494" y="191602"/>
                    </a:cubicBezTo>
                    <a:cubicBezTo>
                      <a:pt x="195270" y="72591"/>
                      <a:pt x="91155" y="-35374"/>
                      <a:pt x="5119" y="10992"/>
                    </a:cubicBezTo>
                    <a:cubicBezTo>
                      <a:pt x="-29530" y="29572"/>
                      <a:pt x="122457" y="219054"/>
                      <a:pt x="139362" y="432806"/>
                    </a:cubicBezTo>
                    <a:cubicBezTo>
                      <a:pt x="149406" y="559517"/>
                      <a:pt x="107392" y="602368"/>
                      <a:pt x="135345" y="678863"/>
                    </a:cubicBezTo>
                    <a:cubicBezTo>
                      <a:pt x="177527" y="794527"/>
                      <a:pt x="303903" y="865332"/>
                      <a:pt x="371025" y="872362"/>
                    </a:cubicBezTo>
                    <a:cubicBezTo>
                      <a:pt x="442666" y="879894"/>
                      <a:pt x="546780" y="866671"/>
                      <a:pt x="724210" y="700121"/>
                    </a:cubicBezTo>
                    <a:cubicBezTo>
                      <a:pt x="784469" y="643210"/>
                      <a:pt x="817109" y="604879"/>
                      <a:pt x="804053" y="551148"/>
                    </a:cubicBezTo>
                    <a:close/>
                  </a:path>
                </a:pathLst>
              </a:custGeom>
              <a:solidFill>
                <a:srgbClr val="FFC19F"/>
              </a:solidFill>
              <a:ln w="1671"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7057374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CE446720-2DC8-48D5-AD88-EB7060F70CEC}"/>
              </a:ext>
            </a:extLst>
          </p:cNvPr>
          <p:cNvSpPr/>
          <p:nvPr/>
        </p:nvSpPr>
        <p:spPr>
          <a:xfrm>
            <a:off x="4523799" y="297111"/>
            <a:ext cx="209751" cy="690880"/>
          </a:xfrm>
          <a:prstGeom prst="rect">
            <a:avLst/>
          </a:prstGeom>
          <a:gradFill flip="none" rotWithShape="1">
            <a:gsLst>
              <a:gs pos="0">
                <a:schemeClr val="accent1">
                  <a:alpha val="50000"/>
                </a:schemeClr>
              </a:gs>
              <a:gs pos="100000">
                <a:schemeClr val="accent2">
                  <a:alpha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Box 33">
            <a:extLst>
              <a:ext uri="{FF2B5EF4-FFF2-40B4-BE49-F238E27FC236}">
                <a16:creationId xmlns:a16="http://schemas.microsoft.com/office/drawing/2014/main" id="{BAB3FEF4-99CF-47E6-BB2C-3721D2D714C6}"/>
              </a:ext>
            </a:extLst>
          </p:cNvPr>
          <p:cNvSpPr txBox="1"/>
          <p:nvPr/>
        </p:nvSpPr>
        <p:spPr>
          <a:xfrm>
            <a:off x="3257771" y="581987"/>
            <a:ext cx="5676458" cy="461665"/>
          </a:xfrm>
          <a:prstGeom prst="rect">
            <a:avLst/>
          </a:prstGeom>
          <a:noFill/>
        </p:spPr>
        <p:txBody>
          <a:bodyPr wrap="square" rtlCol="0">
            <a:spAutoFit/>
          </a:bodyPr>
          <a:lstStyle/>
          <a:p>
            <a:pPr algn="ctr"/>
            <a:r>
              <a:rPr lang="en-US" sz="2400" b="1" dirty="0">
                <a:latin typeface="Roboto" panose="02000000000000000000" pitchFamily="2" charset="0"/>
                <a:ea typeface="Roboto" panose="02000000000000000000" pitchFamily="2" charset="0"/>
              </a:rPr>
              <a:t>EDUCATIONAL ICONS</a:t>
            </a:r>
            <a:endParaRPr lang="en-US" sz="2400" dirty="0">
              <a:latin typeface="Roboto" panose="02000000000000000000" pitchFamily="2" charset="0"/>
              <a:ea typeface="Roboto" panose="02000000000000000000" pitchFamily="2" charset="0"/>
            </a:endParaRPr>
          </a:p>
        </p:txBody>
      </p:sp>
      <p:sp>
        <p:nvSpPr>
          <p:cNvPr id="42" name="TextBox 41">
            <a:extLst>
              <a:ext uri="{FF2B5EF4-FFF2-40B4-BE49-F238E27FC236}">
                <a16:creationId xmlns:a16="http://schemas.microsoft.com/office/drawing/2014/main" id="{37FB8E8D-E35C-4FF6-BE16-413638792E14}"/>
              </a:ext>
            </a:extLst>
          </p:cNvPr>
          <p:cNvSpPr txBox="1"/>
          <p:nvPr/>
        </p:nvSpPr>
        <p:spPr>
          <a:xfrm>
            <a:off x="2839657" y="1062772"/>
            <a:ext cx="6512688" cy="461665"/>
          </a:xfrm>
          <a:prstGeom prst="rect">
            <a:avLst/>
          </a:prstGeom>
          <a:noFill/>
        </p:spPr>
        <p:txBody>
          <a:bodyPr wrap="square" rtlCol="0">
            <a:spAutoFit/>
          </a:bodyPr>
          <a:lstStyle/>
          <a:p>
            <a:pPr algn="ctr"/>
            <a:r>
              <a:rPr lang="en-US" sz="1200" dirty="0">
                <a:solidFill>
                  <a:schemeClr val="tx1">
                    <a:alpha val="35000"/>
                  </a:schemeClr>
                </a:solidFill>
                <a:latin typeface="Roboto" panose="02000000000000000000" pitchFamily="2" charset="0"/>
                <a:ea typeface="Roboto" panose="02000000000000000000" pitchFamily="2" charset="0"/>
              </a:rPr>
              <a:t>Lorem ipsum dolor sit amet, consectetur adipiscing elit, sed do eiusmod tempor incididunt ut labore et dolore magna aliqua. </a:t>
            </a:r>
          </a:p>
        </p:txBody>
      </p:sp>
      <p:grpSp>
        <p:nvGrpSpPr>
          <p:cNvPr id="166" name="Graphic 8">
            <a:extLst>
              <a:ext uri="{FF2B5EF4-FFF2-40B4-BE49-F238E27FC236}">
                <a16:creationId xmlns:a16="http://schemas.microsoft.com/office/drawing/2014/main" id="{C2467A57-2943-4ECD-B75B-D5CFCA3F4988}"/>
              </a:ext>
            </a:extLst>
          </p:cNvPr>
          <p:cNvGrpSpPr>
            <a:grpSpLocks noChangeAspect="1"/>
          </p:cNvGrpSpPr>
          <p:nvPr/>
        </p:nvGrpSpPr>
        <p:grpSpPr>
          <a:xfrm>
            <a:off x="9823899" y="5862761"/>
            <a:ext cx="365760" cy="365760"/>
            <a:chOff x="14134257" y="408007"/>
            <a:chExt cx="5686425" cy="5686425"/>
          </a:xfrm>
          <a:solidFill>
            <a:schemeClr val="tx2"/>
          </a:solidFill>
        </p:grpSpPr>
        <p:sp>
          <p:nvSpPr>
            <p:cNvPr id="167" name="Freeform: Shape 166">
              <a:extLst>
                <a:ext uri="{FF2B5EF4-FFF2-40B4-BE49-F238E27FC236}">
                  <a16:creationId xmlns:a16="http://schemas.microsoft.com/office/drawing/2014/main" id="{96A1AF0B-94FD-466F-9997-C778A0E89150}"/>
                </a:ext>
              </a:extLst>
            </p:cNvPr>
            <p:cNvSpPr/>
            <p:nvPr/>
          </p:nvSpPr>
          <p:spPr>
            <a:xfrm>
              <a:off x="17079012" y="408007"/>
              <a:ext cx="2233952" cy="4611295"/>
            </a:xfrm>
            <a:custGeom>
              <a:avLst/>
              <a:gdLst>
                <a:gd name="connsiteX0" fmla="*/ 2233953 w 2233952"/>
                <a:gd name="connsiteY0" fmla="*/ 4060840 h 4611295"/>
                <a:gd name="connsiteX1" fmla="*/ 2233953 w 2233952"/>
                <a:gd name="connsiteY1" fmla="*/ 0 h 4611295"/>
                <a:gd name="connsiteX2" fmla="*/ 2079010 w 2233952"/>
                <a:gd name="connsiteY2" fmla="*/ 12990 h 4611295"/>
                <a:gd name="connsiteX3" fmla="*/ 272749 w 2233952"/>
                <a:gd name="connsiteY3" fmla="*/ 453276 h 4611295"/>
                <a:gd name="connsiteX4" fmla="*/ 0 w 2233952"/>
                <a:gd name="connsiteY4" fmla="*/ 566520 h 4611295"/>
                <a:gd name="connsiteX5" fmla="*/ 0 w 2233952"/>
                <a:gd name="connsiteY5" fmla="*/ 4611296 h 4611295"/>
                <a:gd name="connsiteX6" fmla="*/ 198624 w 2233952"/>
                <a:gd name="connsiteY6" fmla="*/ 4528742 h 4611295"/>
                <a:gd name="connsiteX7" fmla="*/ 2067011 w 2233952"/>
                <a:gd name="connsiteY7" fmla="*/ 4074425 h 4611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3952" h="4611295">
                  <a:moveTo>
                    <a:pt x="2233953" y="4060840"/>
                  </a:moveTo>
                  <a:lnTo>
                    <a:pt x="2233953" y="0"/>
                  </a:lnTo>
                  <a:lnTo>
                    <a:pt x="2079010" y="12990"/>
                  </a:lnTo>
                  <a:cubicBezTo>
                    <a:pt x="1457603" y="64357"/>
                    <a:pt x="848095" y="212904"/>
                    <a:pt x="272749" y="453276"/>
                  </a:cubicBezTo>
                  <a:lnTo>
                    <a:pt x="0" y="566520"/>
                  </a:lnTo>
                  <a:lnTo>
                    <a:pt x="0" y="4611296"/>
                  </a:lnTo>
                  <a:lnTo>
                    <a:pt x="198624" y="4528742"/>
                  </a:lnTo>
                  <a:cubicBezTo>
                    <a:pt x="794001" y="4281032"/>
                    <a:pt x="1424383" y="4127775"/>
                    <a:pt x="2067011" y="4074425"/>
                  </a:cubicBezTo>
                  <a:close/>
                </a:path>
              </a:pathLst>
            </a:custGeom>
            <a:grpFill/>
            <a:ln w="12693"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7F0DD703-372A-4CFF-9FDF-56DC947DCCB7}"/>
                </a:ext>
              </a:extLst>
            </p:cNvPr>
            <p:cNvSpPr/>
            <p:nvPr/>
          </p:nvSpPr>
          <p:spPr>
            <a:xfrm>
              <a:off x="17493317" y="1008342"/>
              <a:ext cx="2327364" cy="4061930"/>
            </a:xfrm>
            <a:custGeom>
              <a:avLst/>
              <a:gdLst>
                <a:gd name="connsiteX0" fmla="*/ 2327365 w 2327364"/>
                <a:gd name="connsiteY0" fmla="*/ 0 h 4061930"/>
                <a:gd name="connsiteX1" fmla="*/ 2022735 w 2327364"/>
                <a:gd name="connsiteY1" fmla="*/ 0 h 4061930"/>
                <a:gd name="connsiteX2" fmla="*/ 2022735 w 2327364"/>
                <a:gd name="connsiteY2" fmla="*/ 3554016 h 4061930"/>
                <a:gd name="connsiteX3" fmla="*/ 1929521 w 2327364"/>
                <a:gd name="connsiteY3" fmla="*/ 3655559 h 4061930"/>
                <a:gd name="connsiteX4" fmla="*/ 1669465 w 2327364"/>
                <a:gd name="connsiteY4" fmla="*/ 3676879 h 4061930"/>
                <a:gd name="connsiteX5" fmla="*/ 1444959 w 2327364"/>
                <a:gd name="connsiteY5" fmla="*/ 3699935 h 4061930"/>
                <a:gd name="connsiteX6" fmla="*/ 1372669 w 2327364"/>
                <a:gd name="connsiteY6" fmla="*/ 3710099 h 4061930"/>
                <a:gd name="connsiteX7" fmla="*/ 1222189 w 2327364"/>
                <a:gd name="connsiteY7" fmla="*/ 3731518 h 4061930"/>
                <a:gd name="connsiteX8" fmla="*/ 1135024 w 2327364"/>
                <a:gd name="connsiteY8" fmla="*/ 3746740 h 4061930"/>
                <a:gd name="connsiteX9" fmla="*/ 1000707 w 2327364"/>
                <a:gd name="connsiteY9" fmla="*/ 3771184 h 4061930"/>
                <a:gd name="connsiteX10" fmla="*/ 908684 w 2327364"/>
                <a:gd name="connsiteY10" fmla="*/ 3790719 h 4061930"/>
                <a:gd name="connsiteX11" fmla="*/ 781358 w 2327364"/>
                <a:gd name="connsiteY11" fmla="*/ 3819030 h 4061930"/>
                <a:gd name="connsiteX12" fmla="*/ 686607 w 2327364"/>
                <a:gd name="connsiteY12" fmla="*/ 3842581 h 4061930"/>
                <a:gd name="connsiteX13" fmla="*/ 563744 w 2327364"/>
                <a:gd name="connsiteY13" fmla="*/ 3875107 h 4061930"/>
                <a:gd name="connsiteX14" fmla="*/ 468497 w 2327364"/>
                <a:gd name="connsiteY14" fmla="*/ 3902377 h 4061930"/>
                <a:gd name="connsiteX15" fmla="*/ 347766 w 2327364"/>
                <a:gd name="connsiteY15" fmla="*/ 3939365 h 4061930"/>
                <a:gd name="connsiteX16" fmla="*/ 253660 w 2327364"/>
                <a:gd name="connsiteY16" fmla="*/ 3969808 h 4061930"/>
                <a:gd name="connsiteX17" fmla="*/ 133722 w 2327364"/>
                <a:gd name="connsiteY17" fmla="*/ 4011754 h 4061930"/>
                <a:gd name="connsiteX18" fmla="*/ 41649 w 2327364"/>
                <a:gd name="connsiteY18" fmla="*/ 4045569 h 4061930"/>
                <a:gd name="connsiteX19" fmla="*/ 0 w 2327364"/>
                <a:gd name="connsiteY19" fmla="*/ 4061931 h 4061930"/>
                <a:gd name="connsiteX20" fmla="*/ 2327365 w 2327364"/>
                <a:gd name="connsiteY20" fmla="*/ 4061931 h 406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327364" h="4061930">
                  <a:moveTo>
                    <a:pt x="2327365" y="0"/>
                  </a:moveTo>
                  <a:lnTo>
                    <a:pt x="2022735" y="0"/>
                  </a:lnTo>
                  <a:lnTo>
                    <a:pt x="2022735" y="3554016"/>
                  </a:lnTo>
                  <a:cubicBezTo>
                    <a:pt x="2022933" y="3606969"/>
                    <a:pt x="1982326" y="3651196"/>
                    <a:pt x="1929521" y="3655559"/>
                  </a:cubicBezTo>
                  <a:lnTo>
                    <a:pt x="1669465" y="3676879"/>
                  </a:lnTo>
                  <a:cubicBezTo>
                    <a:pt x="1594399" y="3683077"/>
                    <a:pt x="1519530" y="3690762"/>
                    <a:pt x="1444959" y="3699935"/>
                  </a:cubicBezTo>
                  <a:cubicBezTo>
                    <a:pt x="1420763" y="3702860"/>
                    <a:pt x="1396716" y="3706727"/>
                    <a:pt x="1372669" y="3710099"/>
                  </a:cubicBezTo>
                  <a:cubicBezTo>
                    <a:pt x="1322393" y="3716792"/>
                    <a:pt x="1272217" y="3723585"/>
                    <a:pt x="1222189" y="3731518"/>
                  </a:cubicBezTo>
                  <a:cubicBezTo>
                    <a:pt x="1193035" y="3736179"/>
                    <a:pt x="1164079" y="3741633"/>
                    <a:pt x="1135024" y="3746740"/>
                  </a:cubicBezTo>
                  <a:cubicBezTo>
                    <a:pt x="1090252" y="3754574"/>
                    <a:pt x="1045380" y="3762358"/>
                    <a:pt x="1000707" y="3771184"/>
                  </a:cubicBezTo>
                  <a:cubicBezTo>
                    <a:pt x="970215" y="3777282"/>
                    <a:pt x="939771" y="3784124"/>
                    <a:pt x="908684" y="3790719"/>
                  </a:cubicBezTo>
                  <a:cubicBezTo>
                    <a:pt x="866143" y="3799743"/>
                    <a:pt x="823602" y="3808965"/>
                    <a:pt x="781358" y="3819030"/>
                  </a:cubicBezTo>
                  <a:cubicBezTo>
                    <a:pt x="749675" y="3826566"/>
                    <a:pt x="718092" y="3834549"/>
                    <a:pt x="686607" y="3842581"/>
                  </a:cubicBezTo>
                  <a:cubicBezTo>
                    <a:pt x="645504" y="3852745"/>
                    <a:pt x="604599" y="3863703"/>
                    <a:pt x="563744" y="3875107"/>
                  </a:cubicBezTo>
                  <a:cubicBezTo>
                    <a:pt x="531962" y="3883833"/>
                    <a:pt x="500180" y="3893055"/>
                    <a:pt x="468497" y="3902377"/>
                  </a:cubicBezTo>
                  <a:cubicBezTo>
                    <a:pt x="427890" y="3914375"/>
                    <a:pt x="387878" y="3926573"/>
                    <a:pt x="347766" y="3939365"/>
                  </a:cubicBezTo>
                  <a:cubicBezTo>
                    <a:pt x="316381" y="3949529"/>
                    <a:pt x="284946" y="3959693"/>
                    <a:pt x="253660" y="3969808"/>
                  </a:cubicBezTo>
                  <a:cubicBezTo>
                    <a:pt x="213499" y="3983344"/>
                    <a:pt x="173536" y="3997326"/>
                    <a:pt x="133722" y="4011754"/>
                  </a:cubicBezTo>
                  <a:cubicBezTo>
                    <a:pt x="103279" y="4022811"/>
                    <a:pt x="72786" y="4033917"/>
                    <a:pt x="41649" y="4045569"/>
                  </a:cubicBezTo>
                  <a:cubicBezTo>
                    <a:pt x="27716" y="4050874"/>
                    <a:pt x="13883" y="4056526"/>
                    <a:pt x="0" y="4061931"/>
                  </a:cubicBezTo>
                  <a:lnTo>
                    <a:pt x="2327365" y="4061931"/>
                  </a:lnTo>
                  <a:close/>
                </a:path>
              </a:pathLst>
            </a:custGeom>
            <a:grpFill/>
            <a:ln w="12693"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4E2CF28B-C943-49C7-B7A8-65D140C6CA52}"/>
                </a:ext>
              </a:extLst>
            </p:cNvPr>
            <p:cNvSpPr/>
            <p:nvPr/>
          </p:nvSpPr>
          <p:spPr>
            <a:xfrm>
              <a:off x="14641973" y="408007"/>
              <a:ext cx="2233952" cy="4611295"/>
            </a:xfrm>
            <a:custGeom>
              <a:avLst/>
              <a:gdLst>
                <a:gd name="connsiteX0" fmla="*/ 154943 w 2233952"/>
                <a:gd name="connsiteY0" fmla="*/ 12990 h 4611295"/>
                <a:gd name="connsiteX1" fmla="*/ 0 w 2233952"/>
                <a:gd name="connsiteY1" fmla="*/ 0 h 4611295"/>
                <a:gd name="connsiteX2" fmla="*/ 0 w 2233952"/>
                <a:gd name="connsiteY2" fmla="*/ 4061137 h 4611295"/>
                <a:gd name="connsiteX3" fmla="*/ 180229 w 2233952"/>
                <a:gd name="connsiteY3" fmla="*/ 4076458 h 4611295"/>
                <a:gd name="connsiteX4" fmla="*/ 2046683 w 2233952"/>
                <a:gd name="connsiteY4" fmla="*/ 4533403 h 4611295"/>
                <a:gd name="connsiteX5" fmla="*/ 2233953 w 2233952"/>
                <a:gd name="connsiteY5" fmla="*/ 4611296 h 4611295"/>
                <a:gd name="connsiteX6" fmla="*/ 2233953 w 2233952"/>
                <a:gd name="connsiteY6" fmla="*/ 566520 h 4611295"/>
                <a:gd name="connsiteX7" fmla="*/ 1961501 w 2233952"/>
                <a:gd name="connsiteY7" fmla="*/ 453375 h 4611295"/>
                <a:gd name="connsiteX8" fmla="*/ 154943 w 2233952"/>
                <a:gd name="connsiteY8" fmla="*/ 12990 h 4611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33952" h="4611295">
                  <a:moveTo>
                    <a:pt x="154943" y="12990"/>
                  </a:moveTo>
                  <a:lnTo>
                    <a:pt x="0" y="0"/>
                  </a:lnTo>
                  <a:lnTo>
                    <a:pt x="0" y="4061137"/>
                  </a:lnTo>
                  <a:lnTo>
                    <a:pt x="180229" y="4076458"/>
                  </a:lnTo>
                  <a:cubicBezTo>
                    <a:pt x="822461" y="4130155"/>
                    <a:pt x="1452297" y="4284354"/>
                    <a:pt x="2046683" y="4533403"/>
                  </a:cubicBezTo>
                  <a:lnTo>
                    <a:pt x="2233953" y="4611296"/>
                  </a:lnTo>
                  <a:lnTo>
                    <a:pt x="2233953" y="566520"/>
                  </a:lnTo>
                  <a:lnTo>
                    <a:pt x="1961501" y="453375"/>
                  </a:lnTo>
                  <a:cubicBezTo>
                    <a:pt x="1386106" y="212953"/>
                    <a:pt x="776499" y="64357"/>
                    <a:pt x="154943" y="12990"/>
                  </a:cubicBezTo>
                  <a:close/>
                </a:path>
              </a:pathLst>
            </a:custGeom>
            <a:grpFill/>
            <a:ln w="12693"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84AD3A99-A1B7-406E-82F3-541C48D29427}"/>
                </a:ext>
              </a:extLst>
            </p:cNvPr>
            <p:cNvSpPr/>
            <p:nvPr/>
          </p:nvSpPr>
          <p:spPr>
            <a:xfrm>
              <a:off x="14134257" y="1008342"/>
              <a:ext cx="2329000" cy="4061732"/>
            </a:xfrm>
            <a:custGeom>
              <a:avLst/>
              <a:gdLst>
                <a:gd name="connsiteX0" fmla="*/ 0 w 2329000"/>
                <a:gd name="connsiteY0" fmla="*/ 0 h 4061732"/>
                <a:gd name="connsiteX1" fmla="*/ 0 w 2329000"/>
                <a:gd name="connsiteY1" fmla="*/ 4061732 h 4061732"/>
                <a:gd name="connsiteX2" fmla="*/ 2329001 w 2329000"/>
                <a:gd name="connsiteY2" fmla="*/ 4061732 h 4061732"/>
                <a:gd name="connsiteX3" fmla="*/ 2291418 w 2329000"/>
                <a:gd name="connsiteY3" fmla="*/ 4046907 h 4061732"/>
                <a:gd name="connsiteX4" fmla="*/ 2203807 w 2329000"/>
                <a:gd name="connsiteY4" fmla="*/ 4014630 h 4061732"/>
                <a:gd name="connsiteX5" fmla="*/ 2079803 w 2329000"/>
                <a:gd name="connsiteY5" fmla="*/ 3971147 h 4061732"/>
                <a:gd name="connsiteX6" fmla="*/ 1989416 w 2329000"/>
                <a:gd name="connsiteY6" fmla="*/ 3941497 h 4061732"/>
                <a:gd name="connsiteX7" fmla="*/ 1865462 w 2329000"/>
                <a:gd name="connsiteY7" fmla="*/ 3903319 h 4061732"/>
                <a:gd name="connsiteX8" fmla="*/ 1774083 w 2329000"/>
                <a:gd name="connsiteY8" fmla="*/ 3876892 h 4061732"/>
                <a:gd name="connsiteX9" fmla="*/ 1648542 w 2329000"/>
                <a:gd name="connsiteY9" fmla="*/ 3843622 h 4061732"/>
                <a:gd name="connsiteX10" fmla="*/ 1556469 w 2329000"/>
                <a:gd name="connsiteY10" fmla="*/ 3820666 h 4061732"/>
                <a:gd name="connsiteX11" fmla="*/ 1428399 w 2329000"/>
                <a:gd name="connsiteY11" fmla="*/ 3792008 h 4061732"/>
                <a:gd name="connsiteX12" fmla="*/ 1337020 w 2329000"/>
                <a:gd name="connsiteY12" fmla="*/ 3772621 h 4061732"/>
                <a:gd name="connsiteX13" fmla="*/ 1203794 w 2329000"/>
                <a:gd name="connsiteY13" fmla="*/ 3748277 h 4061732"/>
                <a:gd name="connsiteX14" fmla="*/ 1116282 w 2329000"/>
                <a:gd name="connsiteY14" fmla="*/ 3732906 h 4061732"/>
                <a:gd name="connsiteX15" fmla="*/ 968727 w 2329000"/>
                <a:gd name="connsiteY15" fmla="*/ 3711884 h 4061732"/>
                <a:gd name="connsiteX16" fmla="*/ 894305 w 2329000"/>
                <a:gd name="connsiteY16" fmla="*/ 3701769 h 4061732"/>
                <a:gd name="connsiteX17" fmla="*/ 670890 w 2329000"/>
                <a:gd name="connsiteY17" fmla="*/ 3678714 h 4061732"/>
                <a:gd name="connsiteX18" fmla="*/ 397546 w 2329000"/>
                <a:gd name="connsiteY18" fmla="*/ 3655559 h 4061732"/>
                <a:gd name="connsiteX19" fmla="*/ 304630 w 2329000"/>
                <a:gd name="connsiteY19" fmla="*/ 3554016 h 4061732"/>
                <a:gd name="connsiteX20" fmla="*/ 304630 w 2329000"/>
                <a:gd name="connsiteY20" fmla="*/ 0 h 4061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329000" h="4061732">
                  <a:moveTo>
                    <a:pt x="0" y="0"/>
                  </a:moveTo>
                  <a:lnTo>
                    <a:pt x="0" y="4061732"/>
                  </a:lnTo>
                  <a:lnTo>
                    <a:pt x="2329001" y="4061732"/>
                  </a:lnTo>
                  <a:cubicBezTo>
                    <a:pt x="2316506" y="4056824"/>
                    <a:pt x="2304012" y="4051568"/>
                    <a:pt x="2291418" y="4046907"/>
                  </a:cubicBezTo>
                  <a:cubicBezTo>
                    <a:pt x="2262363" y="4035851"/>
                    <a:pt x="2233060" y="4025290"/>
                    <a:pt x="2203807" y="4014630"/>
                  </a:cubicBezTo>
                  <a:cubicBezTo>
                    <a:pt x="2162555" y="3999656"/>
                    <a:pt x="2121353" y="3985079"/>
                    <a:pt x="2079803" y="3971147"/>
                  </a:cubicBezTo>
                  <a:cubicBezTo>
                    <a:pt x="2049757" y="3960982"/>
                    <a:pt x="2019611" y="3951116"/>
                    <a:pt x="1989416" y="3941497"/>
                  </a:cubicBezTo>
                  <a:cubicBezTo>
                    <a:pt x="1948213" y="3927961"/>
                    <a:pt x="1906862" y="3915218"/>
                    <a:pt x="1865462" y="3903319"/>
                  </a:cubicBezTo>
                  <a:cubicBezTo>
                    <a:pt x="1834969" y="3894394"/>
                    <a:pt x="1804526" y="3885420"/>
                    <a:pt x="1774083" y="3876892"/>
                  </a:cubicBezTo>
                  <a:cubicBezTo>
                    <a:pt x="1732335" y="3865339"/>
                    <a:pt x="1690488" y="3854382"/>
                    <a:pt x="1648542" y="3843622"/>
                  </a:cubicBezTo>
                  <a:cubicBezTo>
                    <a:pt x="1618099" y="3835789"/>
                    <a:pt x="1587606" y="3827955"/>
                    <a:pt x="1556469" y="3820666"/>
                  </a:cubicBezTo>
                  <a:cubicBezTo>
                    <a:pt x="1513927" y="3810502"/>
                    <a:pt x="1471138" y="3801180"/>
                    <a:pt x="1428399" y="3792008"/>
                  </a:cubicBezTo>
                  <a:cubicBezTo>
                    <a:pt x="1397956" y="3785414"/>
                    <a:pt x="1367463" y="3778720"/>
                    <a:pt x="1337020" y="3772621"/>
                  </a:cubicBezTo>
                  <a:cubicBezTo>
                    <a:pt x="1292743" y="3763895"/>
                    <a:pt x="1248269" y="3756061"/>
                    <a:pt x="1203794" y="3748277"/>
                  </a:cubicBezTo>
                  <a:cubicBezTo>
                    <a:pt x="1174640" y="3743170"/>
                    <a:pt x="1145486" y="3738113"/>
                    <a:pt x="1116282" y="3732906"/>
                  </a:cubicBezTo>
                  <a:cubicBezTo>
                    <a:pt x="1067196" y="3725122"/>
                    <a:pt x="1017962" y="3718528"/>
                    <a:pt x="968727" y="3711884"/>
                  </a:cubicBezTo>
                  <a:cubicBezTo>
                    <a:pt x="943837" y="3708562"/>
                    <a:pt x="919145" y="3704595"/>
                    <a:pt x="894305" y="3701769"/>
                  </a:cubicBezTo>
                  <a:cubicBezTo>
                    <a:pt x="819833" y="3692745"/>
                    <a:pt x="745362" y="3685060"/>
                    <a:pt x="670890" y="3678714"/>
                  </a:cubicBezTo>
                  <a:lnTo>
                    <a:pt x="397546" y="3655559"/>
                  </a:lnTo>
                  <a:cubicBezTo>
                    <a:pt x="344841" y="3651047"/>
                    <a:pt x="304432" y="3606870"/>
                    <a:pt x="304630" y="3554016"/>
                  </a:cubicBezTo>
                  <a:lnTo>
                    <a:pt x="304630" y="0"/>
                  </a:lnTo>
                  <a:close/>
                </a:path>
              </a:pathLst>
            </a:custGeom>
            <a:grpFill/>
            <a:ln w="12693" cap="flat">
              <a:noFill/>
              <a:prstDash val="solid"/>
              <a:miter/>
            </a:ln>
          </p:spPr>
          <p:txBody>
            <a:bodyPr rtlCol="0" anchor="ctr"/>
            <a:lstStyle/>
            <a:p>
              <a:endParaRPr lang="en-US"/>
            </a:p>
          </p:txBody>
        </p:sp>
      </p:grpSp>
      <p:grpSp>
        <p:nvGrpSpPr>
          <p:cNvPr id="154" name="Graphic 2">
            <a:extLst>
              <a:ext uri="{FF2B5EF4-FFF2-40B4-BE49-F238E27FC236}">
                <a16:creationId xmlns:a16="http://schemas.microsoft.com/office/drawing/2014/main" id="{223E5C7B-48A4-4A74-AEA4-3C823C550AFC}"/>
              </a:ext>
            </a:extLst>
          </p:cNvPr>
          <p:cNvGrpSpPr>
            <a:grpSpLocks noChangeAspect="1"/>
          </p:cNvGrpSpPr>
          <p:nvPr/>
        </p:nvGrpSpPr>
        <p:grpSpPr>
          <a:xfrm>
            <a:off x="10855354" y="5862761"/>
            <a:ext cx="396409" cy="365760"/>
            <a:chOff x="14539069" y="1001347"/>
            <a:chExt cx="4876800" cy="4499743"/>
          </a:xfrm>
          <a:solidFill>
            <a:schemeClr val="tx2"/>
          </a:solidFill>
        </p:grpSpPr>
        <p:sp>
          <p:nvSpPr>
            <p:cNvPr id="155" name="Freeform: Shape 154">
              <a:extLst>
                <a:ext uri="{FF2B5EF4-FFF2-40B4-BE49-F238E27FC236}">
                  <a16:creationId xmlns:a16="http://schemas.microsoft.com/office/drawing/2014/main" id="{E6CAE023-6EDC-4DE2-98FB-298999B64808}"/>
                </a:ext>
              </a:extLst>
            </p:cNvPr>
            <p:cNvSpPr/>
            <p:nvPr/>
          </p:nvSpPr>
          <p:spPr>
            <a:xfrm>
              <a:off x="15163299" y="1001347"/>
              <a:ext cx="3628329" cy="1786985"/>
            </a:xfrm>
            <a:custGeom>
              <a:avLst/>
              <a:gdLst>
                <a:gd name="connsiteX0" fmla="*/ 1814170 w 3628329"/>
                <a:gd name="connsiteY0" fmla="*/ 888092 h 1786985"/>
                <a:gd name="connsiteX1" fmla="*/ 2733056 w 3628329"/>
                <a:gd name="connsiteY1" fmla="*/ 1625365 h 1786985"/>
                <a:gd name="connsiteX2" fmla="*/ 3628330 w 3628329"/>
                <a:gd name="connsiteY2" fmla="*/ 1786985 h 1786985"/>
                <a:gd name="connsiteX3" fmla="*/ 3393310 w 3628329"/>
                <a:gd name="connsiteY3" fmla="*/ 1461840 h 1786985"/>
                <a:gd name="connsiteX4" fmla="*/ 3446898 w 3628329"/>
                <a:gd name="connsiteY4" fmla="*/ 942194 h 1786985"/>
                <a:gd name="connsiteX5" fmla="*/ 2969962 w 3628329"/>
                <a:gd name="connsiteY5" fmla="*/ 729244 h 1786985"/>
                <a:gd name="connsiteX6" fmla="*/ 2757011 w 3628329"/>
                <a:gd name="connsiteY6" fmla="*/ 252289 h 1786985"/>
                <a:gd name="connsiteX7" fmla="*/ 2237346 w 3628329"/>
                <a:gd name="connsiteY7" fmla="*/ 305876 h 1786985"/>
                <a:gd name="connsiteX8" fmla="*/ 1814170 w 3628329"/>
                <a:gd name="connsiteY8" fmla="*/ 0 h 1786985"/>
                <a:gd name="connsiteX9" fmla="*/ 1390983 w 3628329"/>
                <a:gd name="connsiteY9" fmla="*/ 305876 h 1786985"/>
                <a:gd name="connsiteX10" fmla="*/ 871337 w 3628329"/>
                <a:gd name="connsiteY10" fmla="*/ 252289 h 1786985"/>
                <a:gd name="connsiteX11" fmla="*/ 658387 w 3628329"/>
                <a:gd name="connsiteY11" fmla="*/ 729234 h 1786985"/>
                <a:gd name="connsiteX12" fmla="*/ 181432 w 3628329"/>
                <a:gd name="connsiteY12" fmla="*/ 942184 h 1786985"/>
                <a:gd name="connsiteX13" fmla="*/ 235020 w 3628329"/>
                <a:gd name="connsiteY13" fmla="*/ 1461840 h 1786985"/>
                <a:gd name="connsiteX14" fmla="*/ 0 w 3628329"/>
                <a:gd name="connsiteY14" fmla="*/ 1786985 h 1786985"/>
                <a:gd name="connsiteX15" fmla="*/ 895274 w 3628329"/>
                <a:gd name="connsiteY15" fmla="*/ 1625365 h 1786985"/>
                <a:gd name="connsiteX16" fmla="*/ 1814170 w 3628329"/>
                <a:gd name="connsiteY16" fmla="*/ 888092 h 1786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28329" h="1786985">
                  <a:moveTo>
                    <a:pt x="1814170" y="888092"/>
                  </a:moveTo>
                  <a:cubicBezTo>
                    <a:pt x="2263140" y="888092"/>
                    <a:pt x="2639635" y="1204103"/>
                    <a:pt x="2733056" y="1625365"/>
                  </a:cubicBezTo>
                  <a:cubicBezTo>
                    <a:pt x="3038628" y="1629404"/>
                    <a:pt x="3339160" y="1683677"/>
                    <a:pt x="3628330" y="1786985"/>
                  </a:cubicBezTo>
                  <a:lnTo>
                    <a:pt x="3393310" y="1461840"/>
                  </a:lnTo>
                  <a:lnTo>
                    <a:pt x="3446898" y="942194"/>
                  </a:lnTo>
                  <a:lnTo>
                    <a:pt x="2969962" y="729244"/>
                  </a:lnTo>
                  <a:lnTo>
                    <a:pt x="2757011" y="252289"/>
                  </a:lnTo>
                  <a:lnTo>
                    <a:pt x="2237346" y="305876"/>
                  </a:lnTo>
                  <a:lnTo>
                    <a:pt x="1814170" y="0"/>
                  </a:lnTo>
                  <a:lnTo>
                    <a:pt x="1390983" y="305876"/>
                  </a:lnTo>
                  <a:lnTo>
                    <a:pt x="871337" y="252289"/>
                  </a:lnTo>
                  <a:lnTo>
                    <a:pt x="658387" y="729234"/>
                  </a:lnTo>
                  <a:lnTo>
                    <a:pt x="181432" y="942184"/>
                  </a:lnTo>
                  <a:lnTo>
                    <a:pt x="235020" y="1461840"/>
                  </a:lnTo>
                  <a:lnTo>
                    <a:pt x="0" y="1786985"/>
                  </a:lnTo>
                  <a:cubicBezTo>
                    <a:pt x="289160" y="1683687"/>
                    <a:pt x="589693" y="1629404"/>
                    <a:pt x="895274" y="1625365"/>
                  </a:cubicBezTo>
                  <a:cubicBezTo>
                    <a:pt x="988705" y="1204103"/>
                    <a:pt x="1365199" y="888092"/>
                    <a:pt x="1814170" y="888092"/>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59E5101F-0526-418D-B9CE-9014B508DD1D}"/>
                </a:ext>
              </a:extLst>
            </p:cNvPr>
            <p:cNvSpPr/>
            <p:nvPr/>
          </p:nvSpPr>
          <p:spPr>
            <a:xfrm>
              <a:off x="16349247" y="2173579"/>
              <a:ext cx="1256442" cy="597274"/>
            </a:xfrm>
            <a:custGeom>
              <a:avLst/>
              <a:gdLst>
                <a:gd name="connsiteX0" fmla="*/ 628221 w 1256442"/>
                <a:gd name="connsiteY0" fmla="*/ 597275 h 597274"/>
                <a:gd name="connsiteX1" fmla="*/ 1256443 w 1256442"/>
                <a:gd name="connsiteY1" fmla="*/ 464496 h 597274"/>
                <a:gd name="connsiteX2" fmla="*/ 628221 w 1256442"/>
                <a:gd name="connsiteY2" fmla="*/ 0 h 597274"/>
                <a:gd name="connsiteX3" fmla="*/ 0 w 1256442"/>
                <a:gd name="connsiteY3" fmla="*/ 464496 h 597274"/>
                <a:gd name="connsiteX4" fmla="*/ 628221 w 1256442"/>
                <a:gd name="connsiteY4" fmla="*/ 597275 h 597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6442" h="597274">
                  <a:moveTo>
                    <a:pt x="628221" y="597275"/>
                  </a:moveTo>
                  <a:cubicBezTo>
                    <a:pt x="832904" y="528457"/>
                    <a:pt x="1043140" y="484146"/>
                    <a:pt x="1256443" y="464496"/>
                  </a:cubicBezTo>
                  <a:cubicBezTo>
                    <a:pt x="1173928" y="195863"/>
                    <a:pt x="923544" y="0"/>
                    <a:pt x="628221" y="0"/>
                  </a:cubicBezTo>
                  <a:cubicBezTo>
                    <a:pt x="332899" y="0"/>
                    <a:pt x="82515" y="195863"/>
                    <a:pt x="0" y="464496"/>
                  </a:cubicBezTo>
                  <a:cubicBezTo>
                    <a:pt x="213303" y="484137"/>
                    <a:pt x="423539" y="528457"/>
                    <a:pt x="628221" y="597275"/>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92D4850C-66CE-463C-BD67-AC6A698523F0}"/>
                </a:ext>
              </a:extLst>
            </p:cNvPr>
            <p:cNvSpPr/>
            <p:nvPr/>
          </p:nvSpPr>
          <p:spPr>
            <a:xfrm>
              <a:off x="14539069" y="2902597"/>
              <a:ext cx="2296334" cy="1658709"/>
            </a:xfrm>
            <a:custGeom>
              <a:avLst/>
              <a:gdLst>
                <a:gd name="connsiteX0" fmla="*/ 1374486 w 2296334"/>
                <a:gd name="connsiteY0" fmla="*/ 1378760 h 1658709"/>
                <a:gd name="connsiteX1" fmla="*/ 2296335 w 2296334"/>
                <a:gd name="connsiteY1" fmla="*/ 1524597 h 1658709"/>
                <a:gd name="connsiteX2" fmla="*/ 2296335 w 2296334"/>
                <a:gd name="connsiteY2" fmla="*/ 112783 h 1658709"/>
                <a:gd name="connsiteX3" fmla="*/ 636108 w 2296334"/>
                <a:gd name="connsiteY3" fmla="*/ 176162 h 1658709"/>
                <a:gd name="connsiteX4" fmla="*/ 0 w 2296334"/>
                <a:gd name="connsiteY4" fmla="*/ 427908 h 1658709"/>
                <a:gd name="connsiteX5" fmla="*/ 0 w 2296334"/>
                <a:gd name="connsiteY5" fmla="*/ 1658709 h 1658709"/>
                <a:gd name="connsiteX6" fmla="*/ 1374486 w 2296334"/>
                <a:gd name="connsiteY6" fmla="*/ 1378760 h 1658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6334" h="1658709">
                  <a:moveTo>
                    <a:pt x="1374486" y="1378760"/>
                  </a:moveTo>
                  <a:cubicBezTo>
                    <a:pt x="1671247" y="1381103"/>
                    <a:pt x="2059210" y="1447597"/>
                    <a:pt x="2296335" y="1524597"/>
                  </a:cubicBezTo>
                  <a:lnTo>
                    <a:pt x="2296335" y="112783"/>
                  </a:lnTo>
                  <a:cubicBezTo>
                    <a:pt x="1752695" y="-56286"/>
                    <a:pt x="1170584" y="-35360"/>
                    <a:pt x="636108" y="176162"/>
                  </a:cubicBezTo>
                  <a:lnTo>
                    <a:pt x="0" y="427908"/>
                  </a:lnTo>
                  <a:lnTo>
                    <a:pt x="0" y="1658709"/>
                  </a:lnTo>
                  <a:cubicBezTo>
                    <a:pt x="255956" y="1570832"/>
                    <a:pt x="898208" y="1374998"/>
                    <a:pt x="1374486" y="1378760"/>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5E16E286-A6D3-43B1-B75A-34E59B9AE901}"/>
                </a:ext>
              </a:extLst>
            </p:cNvPr>
            <p:cNvSpPr/>
            <p:nvPr/>
          </p:nvSpPr>
          <p:spPr>
            <a:xfrm>
              <a:off x="17119534" y="2902601"/>
              <a:ext cx="2296334" cy="1635207"/>
            </a:xfrm>
            <a:custGeom>
              <a:avLst/>
              <a:gdLst>
                <a:gd name="connsiteX0" fmla="*/ 0 w 2296334"/>
                <a:gd name="connsiteY0" fmla="*/ 112779 h 1635207"/>
                <a:gd name="connsiteX1" fmla="*/ 0 w 2296334"/>
                <a:gd name="connsiteY1" fmla="*/ 1524584 h 1635207"/>
                <a:gd name="connsiteX2" fmla="*/ 732434 w 2296334"/>
                <a:gd name="connsiteY2" fmla="*/ 1384757 h 1635207"/>
                <a:gd name="connsiteX3" fmla="*/ 1679248 w 2296334"/>
                <a:gd name="connsiteY3" fmla="*/ 1476644 h 1635207"/>
                <a:gd name="connsiteX4" fmla="*/ 2296335 w 2296334"/>
                <a:gd name="connsiteY4" fmla="*/ 1635207 h 1635207"/>
                <a:gd name="connsiteX5" fmla="*/ 2296335 w 2296334"/>
                <a:gd name="connsiteY5" fmla="*/ 427904 h 1635207"/>
                <a:gd name="connsiteX6" fmla="*/ 1660227 w 2296334"/>
                <a:gd name="connsiteY6" fmla="*/ 176168 h 1635207"/>
                <a:gd name="connsiteX7" fmla="*/ 0 w 2296334"/>
                <a:gd name="connsiteY7" fmla="*/ 112779 h 163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6334" h="1635207">
                  <a:moveTo>
                    <a:pt x="0" y="112779"/>
                  </a:moveTo>
                  <a:lnTo>
                    <a:pt x="0" y="1524584"/>
                  </a:lnTo>
                  <a:cubicBezTo>
                    <a:pt x="237125" y="1447584"/>
                    <a:pt x="482641" y="1400587"/>
                    <a:pt x="732434" y="1384757"/>
                  </a:cubicBezTo>
                  <a:cubicBezTo>
                    <a:pt x="1051465" y="1364554"/>
                    <a:pt x="1370038" y="1395463"/>
                    <a:pt x="1679248" y="1476644"/>
                  </a:cubicBezTo>
                  <a:lnTo>
                    <a:pt x="2296335" y="1635207"/>
                  </a:lnTo>
                  <a:lnTo>
                    <a:pt x="2296335" y="427904"/>
                  </a:lnTo>
                  <a:lnTo>
                    <a:pt x="1660227" y="176168"/>
                  </a:lnTo>
                  <a:cubicBezTo>
                    <a:pt x="1125760" y="-35354"/>
                    <a:pt x="543639" y="-56290"/>
                    <a:pt x="0" y="112779"/>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737F723E-E62C-45AA-A13A-DBB4285AAD90}"/>
                </a:ext>
              </a:extLst>
            </p:cNvPr>
            <p:cNvSpPr/>
            <p:nvPr/>
          </p:nvSpPr>
          <p:spPr>
            <a:xfrm>
              <a:off x="18585412" y="5182908"/>
              <a:ext cx="284140" cy="318182"/>
            </a:xfrm>
            <a:custGeom>
              <a:avLst/>
              <a:gdLst>
                <a:gd name="connsiteX0" fmla="*/ 0 w 284140"/>
                <a:gd name="connsiteY0" fmla="*/ 0 h 318182"/>
                <a:gd name="connsiteX1" fmla="*/ 284141 w 284140"/>
                <a:gd name="connsiteY1" fmla="*/ 0 h 318182"/>
                <a:gd name="connsiteX2" fmla="*/ 284141 w 284140"/>
                <a:gd name="connsiteY2" fmla="*/ 318183 h 318182"/>
                <a:gd name="connsiteX3" fmla="*/ 0 w 284140"/>
                <a:gd name="connsiteY3" fmla="*/ 318183 h 318182"/>
              </a:gdLst>
              <a:ahLst/>
              <a:cxnLst>
                <a:cxn ang="0">
                  <a:pos x="connsiteX0" y="connsiteY0"/>
                </a:cxn>
                <a:cxn ang="0">
                  <a:pos x="connsiteX1" y="connsiteY1"/>
                </a:cxn>
                <a:cxn ang="0">
                  <a:pos x="connsiteX2" y="connsiteY2"/>
                </a:cxn>
                <a:cxn ang="0">
                  <a:pos x="connsiteX3" y="connsiteY3"/>
                </a:cxn>
              </a:cxnLst>
              <a:rect l="l" t="t" r="r" b="b"/>
              <a:pathLst>
                <a:path w="284140" h="318182">
                  <a:moveTo>
                    <a:pt x="0" y="0"/>
                  </a:moveTo>
                  <a:lnTo>
                    <a:pt x="284141" y="0"/>
                  </a:lnTo>
                  <a:lnTo>
                    <a:pt x="284141" y="318183"/>
                  </a:lnTo>
                  <a:lnTo>
                    <a:pt x="0" y="318183"/>
                  </a:ln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9BFB66AB-D613-49B4-96C5-6FA945777DB1}"/>
                </a:ext>
              </a:extLst>
            </p:cNvPr>
            <p:cNvSpPr/>
            <p:nvPr/>
          </p:nvSpPr>
          <p:spPr>
            <a:xfrm>
              <a:off x="18869553" y="4685017"/>
              <a:ext cx="546315" cy="497890"/>
            </a:xfrm>
            <a:custGeom>
              <a:avLst/>
              <a:gdLst>
                <a:gd name="connsiteX0" fmla="*/ 0 w 546315"/>
                <a:gd name="connsiteY0" fmla="*/ 0 h 497890"/>
                <a:gd name="connsiteX1" fmla="*/ 0 w 546315"/>
                <a:gd name="connsiteY1" fmla="*/ 497891 h 497890"/>
                <a:gd name="connsiteX2" fmla="*/ 546316 w 546315"/>
                <a:gd name="connsiteY2" fmla="*/ 497891 h 497890"/>
                <a:gd name="connsiteX3" fmla="*/ 546316 w 546315"/>
                <a:gd name="connsiteY3" fmla="*/ 131055 h 497890"/>
                <a:gd name="connsiteX4" fmla="*/ 0 w 546315"/>
                <a:gd name="connsiteY4" fmla="*/ 0 h 497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315" h="497890">
                  <a:moveTo>
                    <a:pt x="0" y="0"/>
                  </a:moveTo>
                  <a:lnTo>
                    <a:pt x="0" y="497891"/>
                  </a:lnTo>
                  <a:lnTo>
                    <a:pt x="546316" y="497891"/>
                  </a:lnTo>
                  <a:lnTo>
                    <a:pt x="546316" y="131055"/>
                  </a:lnTo>
                  <a:cubicBezTo>
                    <a:pt x="421948" y="101375"/>
                    <a:pt x="177441" y="42939"/>
                    <a:pt x="0" y="0"/>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50E398A4-27DF-4A3A-885F-9D2A26B7ED12}"/>
                </a:ext>
              </a:extLst>
            </p:cNvPr>
            <p:cNvSpPr/>
            <p:nvPr/>
          </p:nvSpPr>
          <p:spPr>
            <a:xfrm>
              <a:off x="14539069" y="4552387"/>
              <a:ext cx="4046343" cy="912213"/>
            </a:xfrm>
            <a:custGeom>
              <a:avLst/>
              <a:gdLst>
                <a:gd name="connsiteX0" fmla="*/ 4046344 w 4046343"/>
                <a:gd name="connsiteY0" fmla="*/ 60497 h 912213"/>
                <a:gd name="connsiteX1" fmla="*/ 2438400 w 4046343"/>
                <a:gd name="connsiteY1" fmla="*/ 230595 h 912213"/>
                <a:gd name="connsiteX2" fmla="*/ 689248 w 4046343"/>
                <a:gd name="connsiteY2" fmla="*/ 101683 h 912213"/>
                <a:gd name="connsiteX3" fmla="*/ 0 w 4046343"/>
                <a:gd name="connsiteY3" fmla="*/ 305013 h 912213"/>
                <a:gd name="connsiteX4" fmla="*/ 0 w 4046343"/>
                <a:gd name="connsiteY4" fmla="*/ 630521 h 912213"/>
                <a:gd name="connsiteX5" fmla="*/ 2057886 w 4046343"/>
                <a:gd name="connsiteY5" fmla="*/ 630521 h 912213"/>
                <a:gd name="connsiteX6" fmla="*/ 2438400 w 4046343"/>
                <a:gd name="connsiteY6" fmla="*/ 912213 h 912213"/>
                <a:gd name="connsiteX7" fmla="*/ 2818914 w 4046343"/>
                <a:gd name="connsiteY7" fmla="*/ 630521 h 912213"/>
                <a:gd name="connsiteX8" fmla="*/ 4046344 w 4046343"/>
                <a:gd name="connsiteY8" fmla="*/ 630521 h 91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46343" h="912213">
                  <a:moveTo>
                    <a:pt x="4046344" y="60497"/>
                  </a:moveTo>
                  <a:cubicBezTo>
                    <a:pt x="3233033" y="-142547"/>
                    <a:pt x="2438400" y="230595"/>
                    <a:pt x="2438400" y="230595"/>
                  </a:cubicBezTo>
                  <a:cubicBezTo>
                    <a:pt x="2438400" y="230595"/>
                    <a:pt x="1613154" y="-176275"/>
                    <a:pt x="689248" y="101683"/>
                  </a:cubicBezTo>
                  <a:lnTo>
                    <a:pt x="0" y="305013"/>
                  </a:lnTo>
                  <a:lnTo>
                    <a:pt x="0" y="630521"/>
                  </a:lnTo>
                  <a:lnTo>
                    <a:pt x="2057886" y="630521"/>
                  </a:lnTo>
                  <a:cubicBezTo>
                    <a:pt x="2107692" y="793398"/>
                    <a:pt x="2259435" y="912213"/>
                    <a:pt x="2438400" y="912213"/>
                  </a:cubicBezTo>
                  <a:cubicBezTo>
                    <a:pt x="2617365" y="912213"/>
                    <a:pt x="2769108" y="793398"/>
                    <a:pt x="2818914" y="630521"/>
                  </a:cubicBezTo>
                  <a:lnTo>
                    <a:pt x="4046344" y="630521"/>
                  </a:lnTo>
                  <a:close/>
                </a:path>
              </a:pathLst>
            </a:custGeom>
            <a:grpFill/>
            <a:ln w="9525" cap="flat">
              <a:noFill/>
              <a:prstDash val="solid"/>
              <a:miter/>
            </a:ln>
          </p:spPr>
          <p:txBody>
            <a:bodyPr rtlCol="0" anchor="ctr"/>
            <a:lstStyle/>
            <a:p>
              <a:endParaRPr lang="en-US"/>
            </a:p>
          </p:txBody>
        </p:sp>
      </p:grpSp>
      <p:sp>
        <p:nvSpPr>
          <p:cNvPr id="186" name="Graphic 38">
            <a:extLst>
              <a:ext uri="{FF2B5EF4-FFF2-40B4-BE49-F238E27FC236}">
                <a16:creationId xmlns:a16="http://schemas.microsoft.com/office/drawing/2014/main" id="{664D92C9-9F47-45D1-A579-0250A3BB7EA1}"/>
              </a:ext>
            </a:extLst>
          </p:cNvPr>
          <p:cNvSpPr>
            <a:spLocks noChangeAspect="1"/>
          </p:cNvSpPr>
          <p:nvPr/>
        </p:nvSpPr>
        <p:spPr>
          <a:xfrm>
            <a:off x="8822928" y="5862761"/>
            <a:ext cx="304800" cy="365760"/>
          </a:xfrm>
          <a:custGeom>
            <a:avLst/>
            <a:gdLst>
              <a:gd name="connsiteX0" fmla="*/ 3505200 w 4064000"/>
              <a:gd name="connsiteY0" fmla="*/ 0 h 4876800"/>
              <a:gd name="connsiteX1" fmla="*/ 558800 w 4064000"/>
              <a:gd name="connsiteY1" fmla="*/ 0 h 4876800"/>
              <a:gd name="connsiteX2" fmla="*/ 0 w 4064000"/>
              <a:gd name="connsiteY2" fmla="*/ 558800 h 4876800"/>
              <a:gd name="connsiteX3" fmla="*/ 0 w 4064000"/>
              <a:gd name="connsiteY3" fmla="*/ 4318000 h 4876800"/>
              <a:gd name="connsiteX4" fmla="*/ 558800 w 4064000"/>
              <a:gd name="connsiteY4" fmla="*/ 4876800 h 4876800"/>
              <a:gd name="connsiteX5" fmla="*/ 3505200 w 4064000"/>
              <a:gd name="connsiteY5" fmla="*/ 4876800 h 4876800"/>
              <a:gd name="connsiteX6" fmla="*/ 4064000 w 4064000"/>
              <a:gd name="connsiteY6" fmla="*/ 4318000 h 4876800"/>
              <a:gd name="connsiteX7" fmla="*/ 4064000 w 4064000"/>
              <a:gd name="connsiteY7" fmla="*/ 558800 h 4876800"/>
              <a:gd name="connsiteX8" fmla="*/ 3505200 w 4064000"/>
              <a:gd name="connsiteY8" fmla="*/ 0 h 4876800"/>
              <a:gd name="connsiteX9" fmla="*/ 3454400 w 4064000"/>
              <a:gd name="connsiteY9" fmla="*/ 3302000 h 4876800"/>
              <a:gd name="connsiteX10" fmla="*/ 3302000 w 4064000"/>
              <a:gd name="connsiteY10" fmla="*/ 3454400 h 4876800"/>
              <a:gd name="connsiteX11" fmla="*/ 2235200 w 4064000"/>
              <a:gd name="connsiteY11" fmla="*/ 3454400 h 4876800"/>
              <a:gd name="connsiteX12" fmla="*/ 2235200 w 4064000"/>
              <a:gd name="connsiteY12" fmla="*/ 3610864 h 4876800"/>
              <a:gd name="connsiteX13" fmla="*/ 2667000 w 4064000"/>
              <a:gd name="connsiteY13" fmla="*/ 3956304 h 4876800"/>
              <a:gd name="connsiteX14" fmla="*/ 2698699 w 4064000"/>
              <a:gd name="connsiteY14" fmla="*/ 4241800 h 4876800"/>
              <a:gd name="connsiteX15" fmla="*/ 2540000 w 4064000"/>
              <a:gd name="connsiteY15" fmla="*/ 4318000 h 4876800"/>
              <a:gd name="connsiteX16" fmla="*/ 2413203 w 4064000"/>
              <a:gd name="connsiteY16" fmla="*/ 4273499 h 4876800"/>
              <a:gd name="connsiteX17" fmla="*/ 2032000 w 4064000"/>
              <a:gd name="connsiteY17" fmla="*/ 3968699 h 4876800"/>
              <a:gd name="connsiteX18" fmla="*/ 1651000 w 4064000"/>
              <a:gd name="connsiteY18" fmla="*/ 4273499 h 4876800"/>
              <a:gd name="connsiteX19" fmla="*/ 1365504 w 4064000"/>
              <a:gd name="connsiteY19" fmla="*/ 4241800 h 4876800"/>
              <a:gd name="connsiteX20" fmla="*/ 1397203 w 4064000"/>
              <a:gd name="connsiteY20" fmla="*/ 3956304 h 4876800"/>
              <a:gd name="connsiteX21" fmla="*/ 1828800 w 4064000"/>
              <a:gd name="connsiteY21" fmla="*/ 3610864 h 4876800"/>
              <a:gd name="connsiteX22" fmla="*/ 1828800 w 4064000"/>
              <a:gd name="connsiteY22" fmla="*/ 3454400 h 4876800"/>
              <a:gd name="connsiteX23" fmla="*/ 762000 w 4064000"/>
              <a:gd name="connsiteY23" fmla="*/ 3454400 h 4876800"/>
              <a:gd name="connsiteX24" fmla="*/ 609600 w 4064000"/>
              <a:gd name="connsiteY24" fmla="*/ 3302000 h 4876800"/>
              <a:gd name="connsiteX25" fmla="*/ 609600 w 4064000"/>
              <a:gd name="connsiteY25" fmla="*/ 1778000 h 4876800"/>
              <a:gd name="connsiteX26" fmla="*/ 762000 w 4064000"/>
              <a:gd name="connsiteY26" fmla="*/ 1625600 h 4876800"/>
              <a:gd name="connsiteX27" fmla="*/ 3302000 w 4064000"/>
              <a:gd name="connsiteY27" fmla="*/ 1625600 h 4876800"/>
              <a:gd name="connsiteX28" fmla="*/ 3454400 w 4064000"/>
              <a:gd name="connsiteY28" fmla="*/ 177800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064000" h="4876800">
                <a:moveTo>
                  <a:pt x="3505200" y="0"/>
                </a:moveTo>
                <a:lnTo>
                  <a:pt x="558800" y="0"/>
                </a:lnTo>
                <a:cubicBezTo>
                  <a:pt x="250546" y="0"/>
                  <a:pt x="0" y="250546"/>
                  <a:pt x="0" y="558800"/>
                </a:cubicBezTo>
                <a:lnTo>
                  <a:pt x="0" y="4318000"/>
                </a:lnTo>
                <a:cubicBezTo>
                  <a:pt x="0" y="4626255"/>
                  <a:pt x="250546" y="4876800"/>
                  <a:pt x="558800" y="4876800"/>
                </a:cubicBezTo>
                <a:lnTo>
                  <a:pt x="3505200" y="4876800"/>
                </a:lnTo>
                <a:cubicBezTo>
                  <a:pt x="3813455" y="4876800"/>
                  <a:pt x="4064000" y="4626255"/>
                  <a:pt x="4064000" y="4318000"/>
                </a:cubicBezTo>
                <a:lnTo>
                  <a:pt x="4064000" y="558800"/>
                </a:lnTo>
                <a:cubicBezTo>
                  <a:pt x="4064000" y="250546"/>
                  <a:pt x="3813455" y="0"/>
                  <a:pt x="3505200" y="0"/>
                </a:cubicBezTo>
                <a:close/>
                <a:moveTo>
                  <a:pt x="3454400" y="3302000"/>
                </a:moveTo>
                <a:cubicBezTo>
                  <a:pt x="3454400" y="3386125"/>
                  <a:pt x="3386125" y="3454400"/>
                  <a:pt x="3302000" y="3454400"/>
                </a:cubicBezTo>
                <a:lnTo>
                  <a:pt x="2235200" y="3454400"/>
                </a:lnTo>
                <a:lnTo>
                  <a:pt x="2235200" y="3610864"/>
                </a:lnTo>
                <a:lnTo>
                  <a:pt x="2667000" y="3956304"/>
                </a:lnTo>
                <a:cubicBezTo>
                  <a:pt x="2754783" y="4026408"/>
                  <a:pt x="2768803" y="4154221"/>
                  <a:pt x="2698699" y="4241800"/>
                </a:cubicBezTo>
                <a:cubicBezTo>
                  <a:pt x="2658669" y="4291991"/>
                  <a:pt x="2599538" y="4318000"/>
                  <a:pt x="2540000" y="4318000"/>
                </a:cubicBezTo>
                <a:cubicBezTo>
                  <a:pt x="2495499" y="4318000"/>
                  <a:pt x="2450592" y="4303370"/>
                  <a:pt x="2413203" y="4273499"/>
                </a:cubicBezTo>
                <a:lnTo>
                  <a:pt x="2032000" y="3968699"/>
                </a:lnTo>
                <a:lnTo>
                  <a:pt x="1651000" y="4273499"/>
                </a:lnTo>
                <a:cubicBezTo>
                  <a:pt x="1563624" y="4343400"/>
                  <a:pt x="1435405" y="4329379"/>
                  <a:pt x="1365504" y="4241800"/>
                </a:cubicBezTo>
                <a:cubicBezTo>
                  <a:pt x="1295400" y="4154221"/>
                  <a:pt x="1309624" y="4026205"/>
                  <a:pt x="1397203" y="3956304"/>
                </a:cubicBezTo>
                <a:lnTo>
                  <a:pt x="1828800" y="3610864"/>
                </a:lnTo>
                <a:lnTo>
                  <a:pt x="1828800" y="3454400"/>
                </a:lnTo>
                <a:lnTo>
                  <a:pt x="762000" y="3454400"/>
                </a:lnTo>
                <a:cubicBezTo>
                  <a:pt x="677875" y="3454400"/>
                  <a:pt x="609600" y="3386125"/>
                  <a:pt x="609600" y="3302000"/>
                </a:cubicBezTo>
                <a:lnTo>
                  <a:pt x="609600" y="1778000"/>
                </a:lnTo>
                <a:cubicBezTo>
                  <a:pt x="609600" y="1693875"/>
                  <a:pt x="677875" y="1625600"/>
                  <a:pt x="762000" y="1625600"/>
                </a:cubicBezTo>
                <a:lnTo>
                  <a:pt x="3302000" y="1625600"/>
                </a:lnTo>
                <a:cubicBezTo>
                  <a:pt x="3386125" y="1625600"/>
                  <a:pt x="3454400" y="1693875"/>
                  <a:pt x="3454400" y="1778000"/>
                </a:cubicBezTo>
                <a:close/>
              </a:path>
            </a:pathLst>
          </a:custGeom>
          <a:solidFill>
            <a:schemeClr val="tx2"/>
          </a:solidFill>
          <a:ln w="203200" cap="flat">
            <a:noFill/>
            <a:prstDash val="solid"/>
            <a:miter/>
          </a:ln>
        </p:spPr>
        <p:txBody>
          <a:bodyPr rtlCol="0" anchor="ctr"/>
          <a:lstStyle/>
          <a:p>
            <a:endParaRPr lang="en-US"/>
          </a:p>
        </p:txBody>
      </p:sp>
      <p:grpSp>
        <p:nvGrpSpPr>
          <p:cNvPr id="171" name="Graphic 10">
            <a:extLst>
              <a:ext uri="{FF2B5EF4-FFF2-40B4-BE49-F238E27FC236}">
                <a16:creationId xmlns:a16="http://schemas.microsoft.com/office/drawing/2014/main" id="{BCFD26BD-CC17-431E-9E68-084ACBE0DFF0}"/>
              </a:ext>
            </a:extLst>
          </p:cNvPr>
          <p:cNvGrpSpPr>
            <a:grpSpLocks noChangeAspect="1"/>
          </p:cNvGrpSpPr>
          <p:nvPr/>
        </p:nvGrpSpPr>
        <p:grpSpPr>
          <a:xfrm>
            <a:off x="7768954" y="5862761"/>
            <a:ext cx="365760" cy="365760"/>
            <a:chOff x="14539069" y="812819"/>
            <a:chExt cx="4876800" cy="4876800"/>
          </a:xfrm>
          <a:solidFill>
            <a:schemeClr val="tx2"/>
          </a:solidFill>
        </p:grpSpPr>
        <p:sp>
          <p:nvSpPr>
            <p:cNvPr id="172" name="Freeform: Shape 171">
              <a:extLst>
                <a:ext uri="{FF2B5EF4-FFF2-40B4-BE49-F238E27FC236}">
                  <a16:creationId xmlns:a16="http://schemas.microsoft.com/office/drawing/2014/main" id="{C4DF331C-B00F-4A69-B0E5-B10EE838D23D}"/>
                </a:ext>
              </a:extLst>
            </p:cNvPr>
            <p:cNvSpPr/>
            <p:nvPr/>
          </p:nvSpPr>
          <p:spPr>
            <a:xfrm>
              <a:off x="17977594" y="3403619"/>
              <a:ext cx="285750" cy="1428750"/>
            </a:xfrm>
            <a:custGeom>
              <a:avLst/>
              <a:gdLst>
                <a:gd name="connsiteX0" fmla="*/ 0 w 285750"/>
                <a:gd name="connsiteY0" fmla="*/ 0 h 1428750"/>
                <a:gd name="connsiteX1" fmla="*/ 285750 w 285750"/>
                <a:gd name="connsiteY1" fmla="*/ 0 h 1428750"/>
                <a:gd name="connsiteX2" fmla="*/ 285750 w 285750"/>
                <a:gd name="connsiteY2" fmla="*/ 1428750 h 1428750"/>
                <a:gd name="connsiteX3" fmla="*/ 0 w 285750"/>
                <a:gd name="connsiteY3" fmla="*/ 1428750 h 1428750"/>
              </a:gdLst>
              <a:ahLst/>
              <a:cxnLst>
                <a:cxn ang="0">
                  <a:pos x="connsiteX0" y="connsiteY0"/>
                </a:cxn>
                <a:cxn ang="0">
                  <a:pos x="connsiteX1" y="connsiteY1"/>
                </a:cxn>
                <a:cxn ang="0">
                  <a:pos x="connsiteX2" y="connsiteY2"/>
                </a:cxn>
                <a:cxn ang="0">
                  <a:pos x="connsiteX3" y="connsiteY3"/>
                </a:cxn>
              </a:cxnLst>
              <a:rect l="l" t="t" r="r" b="b"/>
              <a:pathLst>
                <a:path w="285750" h="1428750">
                  <a:moveTo>
                    <a:pt x="0" y="0"/>
                  </a:moveTo>
                  <a:lnTo>
                    <a:pt x="285750" y="0"/>
                  </a:lnTo>
                  <a:lnTo>
                    <a:pt x="285750" y="1428750"/>
                  </a:lnTo>
                  <a:lnTo>
                    <a:pt x="0" y="1428750"/>
                  </a:ln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655A75D0-2CFC-43B6-8E86-C984AB8F6D8A}"/>
                </a:ext>
              </a:extLst>
            </p:cNvPr>
            <p:cNvSpPr/>
            <p:nvPr/>
          </p:nvSpPr>
          <p:spPr>
            <a:xfrm>
              <a:off x="15691594" y="4546619"/>
              <a:ext cx="285750" cy="285750"/>
            </a:xfrm>
            <a:custGeom>
              <a:avLst/>
              <a:gdLst>
                <a:gd name="connsiteX0" fmla="*/ 0 w 285750"/>
                <a:gd name="connsiteY0" fmla="*/ 0 h 285750"/>
                <a:gd name="connsiteX1" fmla="*/ 285750 w 285750"/>
                <a:gd name="connsiteY1" fmla="*/ 0 h 285750"/>
                <a:gd name="connsiteX2" fmla="*/ 285750 w 285750"/>
                <a:gd name="connsiteY2" fmla="*/ 285750 h 285750"/>
                <a:gd name="connsiteX3" fmla="*/ 0 w 285750"/>
                <a:gd name="connsiteY3" fmla="*/ 285750 h 285750"/>
              </a:gdLst>
              <a:ahLst/>
              <a:cxnLst>
                <a:cxn ang="0">
                  <a:pos x="connsiteX0" y="connsiteY0"/>
                </a:cxn>
                <a:cxn ang="0">
                  <a:pos x="connsiteX1" y="connsiteY1"/>
                </a:cxn>
                <a:cxn ang="0">
                  <a:pos x="connsiteX2" y="connsiteY2"/>
                </a:cxn>
                <a:cxn ang="0">
                  <a:pos x="connsiteX3" y="connsiteY3"/>
                </a:cxn>
              </a:cxnLst>
              <a:rect l="l" t="t" r="r" b="b"/>
              <a:pathLst>
                <a:path w="285750" h="285750">
                  <a:moveTo>
                    <a:pt x="0" y="0"/>
                  </a:moveTo>
                  <a:lnTo>
                    <a:pt x="285750" y="0"/>
                  </a:lnTo>
                  <a:lnTo>
                    <a:pt x="285750" y="285750"/>
                  </a:lnTo>
                  <a:lnTo>
                    <a:pt x="0" y="285750"/>
                  </a:ln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DAE05EC9-A05C-44B8-BD5A-122A8F617B6A}"/>
                </a:ext>
              </a:extLst>
            </p:cNvPr>
            <p:cNvSpPr/>
            <p:nvPr/>
          </p:nvSpPr>
          <p:spPr>
            <a:xfrm>
              <a:off x="16834594" y="4546619"/>
              <a:ext cx="285750" cy="285750"/>
            </a:xfrm>
            <a:custGeom>
              <a:avLst/>
              <a:gdLst>
                <a:gd name="connsiteX0" fmla="*/ 0 w 285750"/>
                <a:gd name="connsiteY0" fmla="*/ 0 h 285750"/>
                <a:gd name="connsiteX1" fmla="*/ 285750 w 285750"/>
                <a:gd name="connsiteY1" fmla="*/ 0 h 285750"/>
                <a:gd name="connsiteX2" fmla="*/ 285750 w 285750"/>
                <a:gd name="connsiteY2" fmla="*/ 285750 h 285750"/>
                <a:gd name="connsiteX3" fmla="*/ 0 w 285750"/>
                <a:gd name="connsiteY3" fmla="*/ 285750 h 285750"/>
              </a:gdLst>
              <a:ahLst/>
              <a:cxnLst>
                <a:cxn ang="0">
                  <a:pos x="connsiteX0" y="connsiteY0"/>
                </a:cxn>
                <a:cxn ang="0">
                  <a:pos x="connsiteX1" y="connsiteY1"/>
                </a:cxn>
                <a:cxn ang="0">
                  <a:pos x="connsiteX2" y="connsiteY2"/>
                </a:cxn>
                <a:cxn ang="0">
                  <a:pos x="connsiteX3" y="connsiteY3"/>
                </a:cxn>
              </a:cxnLst>
              <a:rect l="l" t="t" r="r" b="b"/>
              <a:pathLst>
                <a:path w="285750" h="285750">
                  <a:moveTo>
                    <a:pt x="0" y="0"/>
                  </a:moveTo>
                  <a:lnTo>
                    <a:pt x="285750" y="0"/>
                  </a:lnTo>
                  <a:lnTo>
                    <a:pt x="285750" y="285750"/>
                  </a:lnTo>
                  <a:lnTo>
                    <a:pt x="0" y="285750"/>
                  </a:ln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9017F772-F16D-421E-ACCE-2723DF565BFB}"/>
                </a:ext>
              </a:extLst>
            </p:cNvPr>
            <p:cNvSpPr/>
            <p:nvPr/>
          </p:nvSpPr>
          <p:spPr>
            <a:xfrm>
              <a:off x="16834594" y="3403619"/>
              <a:ext cx="285750" cy="285750"/>
            </a:xfrm>
            <a:custGeom>
              <a:avLst/>
              <a:gdLst>
                <a:gd name="connsiteX0" fmla="*/ 0 w 285750"/>
                <a:gd name="connsiteY0" fmla="*/ 0 h 285750"/>
                <a:gd name="connsiteX1" fmla="*/ 285750 w 285750"/>
                <a:gd name="connsiteY1" fmla="*/ 0 h 285750"/>
                <a:gd name="connsiteX2" fmla="*/ 285750 w 285750"/>
                <a:gd name="connsiteY2" fmla="*/ 285750 h 285750"/>
                <a:gd name="connsiteX3" fmla="*/ 0 w 285750"/>
                <a:gd name="connsiteY3" fmla="*/ 285750 h 285750"/>
              </a:gdLst>
              <a:ahLst/>
              <a:cxnLst>
                <a:cxn ang="0">
                  <a:pos x="connsiteX0" y="connsiteY0"/>
                </a:cxn>
                <a:cxn ang="0">
                  <a:pos x="connsiteX1" y="connsiteY1"/>
                </a:cxn>
                <a:cxn ang="0">
                  <a:pos x="connsiteX2" y="connsiteY2"/>
                </a:cxn>
                <a:cxn ang="0">
                  <a:pos x="connsiteX3" y="connsiteY3"/>
                </a:cxn>
              </a:cxnLst>
              <a:rect l="l" t="t" r="r" b="b"/>
              <a:pathLst>
                <a:path w="285750" h="285750">
                  <a:moveTo>
                    <a:pt x="0" y="0"/>
                  </a:moveTo>
                  <a:lnTo>
                    <a:pt x="285750" y="0"/>
                  </a:lnTo>
                  <a:lnTo>
                    <a:pt x="285750" y="285750"/>
                  </a:lnTo>
                  <a:lnTo>
                    <a:pt x="0" y="285750"/>
                  </a:ln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A93CA3A0-488C-44BC-92B4-98188FF4949E}"/>
                </a:ext>
              </a:extLst>
            </p:cNvPr>
            <p:cNvSpPr/>
            <p:nvPr/>
          </p:nvSpPr>
          <p:spPr>
            <a:xfrm>
              <a:off x="15691594" y="3403619"/>
              <a:ext cx="285750" cy="285750"/>
            </a:xfrm>
            <a:custGeom>
              <a:avLst/>
              <a:gdLst>
                <a:gd name="connsiteX0" fmla="*/ 0 w 285750"/>
                <a:gd name="connsiteY0" fmla="*/ 0 h 285750"/>
                <a:gd name="connsiteX1" fmla="*/ 285750 w 285750"/>
                <a:gd name="connsiteY1" fmla="*/ 0 h 285750"/>
                <a:gd name="connsiteX2" fmla="*/ 285750 w 285750"/>
                <a:gd name="connsiteY2" fmla="*/ 285750 h 285750"/>
                <a:gd name="connsiteX3" fmla="*/ 0 w 285750"/>
                <a:gd name="connsiteY3" fmla="*/ 285750 h 285750"/>
              </a:gdLst>
              <a:ahLst/>
              <a:cxnLst>
                <a:cxn ang="0">
                  <a:pos x="connsiteX0" y="connsiteY0"/>
                </a:cxn>
                <a:cxn ang="0">
                  <a:pos x="connsiteX1" y="connsiteY1"/>
                </a:cxn>
                <a:cxn ang="0">
                  <a:pos x="connsiteX2" y="connsiteY2"/>
                </a:cxn>
                <a:cxn ang="0">
                  <a:pos x="connsiteX3" y="connsiteY3"/>
                </a:cxn>
              </a:cxnLst>
              <a:rect l="l" t="t" r="r" b="b"/>
              <a:pathLst>
                <a:path w="285750" h="285750">
                  <a:moveTo>
                    <a:pt x="0" y="0"/>
                  </a:moveTo>
                  <a:lnTo>
                    <a:pt x="285750" y="0"/>
                  </a:lnTo>
                  <a:lnTo>
                    <a:pt x="285750" y="285750"/>
                  </a:lnTo>
                  <a:lnTo>
                    <a:pt x="0" y="285750"/>
                  </a:ln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5430377C-4B97-4859-899B-4AA032188232}"/>
                </a:ext>
              </a:extLst>
            </p:cNvPr>
            <p:cNvSpPr/>
            <p:nvPr/>
          </p:nvSpPr>
          <p:spPr>
            <a:xfrm>
              <a:off x="14834344" y="812819"/>
              <a:ext cx="4286250" cy="4876800"/>
            </a:xfrm>
            <a:custGeom>
              <a:avLst/>
              <a:gdLst>
                <a:gd name="connsiteX0" fmla="*/ 3857625 w 4286250"/>
                <a:gd name="connsiteY0" fmla="*/ 0 h 4876800"/>
                <a:gd name="connsiteX1" fmla="*/ 428625 w 4286250"/>
                <a:gd name="connsiteY1" fmla="*/ 0 h 4876800"/>
                <a:gd name="connsiteX2" fmla="*/ 0 w 4286250"/>
                <a:gd name="connsiteY2" fmla="*/ 428625 h 4876800"/>
                <a:gd name="connsiteX3" fmla="*/ 0 w 4286250"/>
                <a:gd name="connsiteY3" fmla="*/ 4448175 h 4876800"/>
                <a:gd name="connsiteX4" fmla="*/ 428625 w 4286250"/>
                <a:gd name="connsiteY4" fmla="*/ 4876800 h 4876800"/>
                <a:gd name="connsiteX5" fmla="*/ 3857625 w 4286250"/>
                <a:gd name="connsiteY5" fmla="*/ 4876800 h 4876800"/>
                <a:gd name="connsiteX6" fmla="*/ 4286250 w 4286250"/>
                <a:gd name="connsiteY6" fmla="*/ 4448175 h 4876800"/>
                <a:gd name="connsiteX7" fmla="*/ 4286250 w 4286250"/>
                <a:gd name="connsiteY7" fmla="*/ 428625 h 4876800"/>
                <a:gd name="connsiteX8" fmla="*/ 3857625 w 4286250"/>
                <a:gd name="connsiteY8" fmla="*/ 0 h 4876800"/>
                <a:gd name="connsiteX9" fmla="*/ 1428750 w 4286250"/>
                <a:gd name="connsiteY9" fmla="*/ 4162425 h 4876800"/>
                <a:gd name="connsiteX10" fmla="*/ 1285875 w 4286250"/>
                <a:gd name="connsiteY10" fmla="*/ 4305300 h 4876800"/>
                <a:gd name="connsiteX11" fmla="*/ 714375 w 4286250"/>
                <a:gd name="connsiteY11" fmla="*/ 4305300 h 4876800"/>
                <a:gd name="connsiteX12" fmla="*/ 571500 w 4286250"/>
                <a:gd name="connsiteY12" fmla="*/ 4162425 h 4876800"/>
                <a:gd name="connsiteX13" fmla="*/ 571500 w 4286250"/>
                <a:gd name="connsiteY13" fmla="*/ 3590925 h 4876800"/>
                <a:gd name="connsiteX14" fmla="*/ 714375 w 4286250"/>
                <a:gd name="connsiteY14" fmla="*/ 3448050 h 4876800"/>
                <a:gd name="connsiteX15" fmla="*/ 1285875 w 4286250"/>
                <a:gd name="connsiteY15" fmla="*/ 3448050 h 4876800"/>
                <a:gd name="connsiteX16" fmla="*/ 1428750 w 4286250"/>
                <a:gd name="connsiteY16" fmla="*/ 3590925 h 4876800"/>
                <a:gd name="connsiteX17" fmla="*/ 1428750 w 4286250"/>
                <a:gd name="connsiteY17" fmla="*/ 4162425 h 4876800"/>
                <a:gd name="connsiteX18" fmla="*/ 1428750 w 4286250"/>
                <a:gd name="connsiteY18" fmla="*/ 3019425 h 4876800"/>
                <a:gd name="connsiteX19" fmla="*/ 1285875 w 4286250"/>
                <a:gd name="connsiteY19" fmla="*/ 3162300 h 4876800"/>
                <a:gd name="connsiteX20" fmla="*/ 714375 w 4286250"/>
                <a:gd name="connsiteY20" fmla="*/ 3162300 h 4876800"/>
                <a:gd name="connsiteX21" fmla="*/ 571500 w 4286250"/>
                <a:gd name="connsiteY21" fmla="*/ 3019425 h 4876800"/>
                <a:gd name="connsiteX22" fmla="*/ 571500 w 4286250"/>
                <a:gd name="connsiteY22" fmla="*/ 2447925 h 4876800"/>
                <a:gd name="connsiteX23" fmla="*/ 714375 w 4286250"/>
                <a:gd name="connsiteY23" fmla="*/ 2305050 h 4876800"/>
                <a:gd name="connsiteX24" fmla="*/ 1285875 w 4286250"/>
                <a:gd name="connsiteY24" fmla="*/ 2305050 h 4876800"/>
                <a:gd name="connsiteX25" fmla="*/ 1428750 w 4286250"/>
                <a:gd name="connsiteY25" fmla="*/ 2447925 h 4876800"/>
                <a:gd name="connsiteX26" fmla="*/ 1428750 w 4286250"/>
                <a:gd name="connsiteY26" fmla="*/ 3019425 h 4876800"/>
                <a:gd name="connsiteX27" fmla="*/ 2571750 w 4286250"/>
                <a:gd name="connsiteY27" fmla="*/ 4162425 h 4876800"/>
                <a:gd name="connsiteX28" fmla="*/ 2428875 w 4286250"/>
                <a:gd name="connsiteY28" fmla="*/ 4305300 h 4876800"/>
                <a:gd name="connsiteX29" fmla="*/ 1857375 w 4286250"/>
                <a:gd name="connsiteY29" fmla="*/ 4305300 h 4876800"/>
                <a:gd name="connsiteX30" fmla="*/ 1714500 w 4286250"/>
                <a:gd name="connsiteY30" fmla="*/ 4162425 h 4876800"/>
                <a:gd name="connsiteX31" fmla="*/ 1714500 w 4286250"/>
                <a:gd name="connsiteY31" fmla="*/ 3590925 h 4876800"/>
                <a:gd name="connsiteX32" fmla="*/ 1857375 w 4286250"/>
                <a:gd name="connsiteY32" fmla="*/ 3448050 h 4876800"/>
                <a:gd name="connsiteX33" fmla="*/ 2428875 w 4286250"/>
                <a:gd name="connsiteY33" fmla="*/ 3448050 h 4876800"/>
                <a:gd name="connsiteX34" fmla="*/ 2571750 w 4286250"/>
                <a:gd name="connsiteY34" fmla="*/ 3590925 h 4876800"/>
                <a:gd name="connsiteX35" fmla="*/ 2571750 w 4286250"/>
                <a:gd name="connsiteY35" fmla="*/ 4162425 h 4876800"/>
                <a:gd name="connsiteX36" fmla="*/ 2571750 w 4286250"/>
                <a:gd name="connsiteY36" fmla="*/ 3019425 h 4876800"/>
                <a:gd name="connsiteX37" fmla="*/ 2428875 w 4286250"/>
                <a:gd name="connsiteY37" fmla="*/ 3162300 h 4876800"/>
                <a:gd name="connsiteX38" fmla="*/ 1857375 w 4286250"/>
                <a:gd name="connsiteY38" fmla="*/ 3162300 h 4876800"/>
                <a:gd name="connsiteX39" fmla="*/ 1714500 w 4286250"/>
                <a:gd name="connsiteY39" fmla="*/ 3019425 h 4876800"/>
                <a:gd name="connsiteX40" fmla="*/ 1714500 w 4286250"/>
                <a:gd name="connsiteY40" fmla="*/ 2447925 h 4876800"/>
                <a:gd name="connsiteX41" fmla="*/ 1857375 w 4286250"/>
                <a:gd name="connsiteY41" fmla="*/ 2305050 h 4876800"/>
                <a:gd name="connsiteX42" fmla="*/ 2428875 w 4286250"/>
                <a:gd name="connsiteY42" fmla="*/ 2305050 h 4876800"/>
                <a:gd name="connsiteX43" fmla="*/ 2571750 w 4286250"/>
                <a:gd name="connsiteY43" fmla="*/ 2447925 h 4876800"/>
                <a:gd name="connsiteX44" fmla="*/ 2571750 w 4286250"/>
                <a:gd name="connsiteY44" fmla="*/ 3019425 h 4876800"/>
                <a:gd name="connsiteX45" fmla="*/ 3714750 w 4286250"/>
                <a:gd name="connsiteY45" fmla="*/ 4162425 h 4876800"/>
                <a:gd name="connsiteX46" fmla="*/ 3571875 w 4286250"/>
                <a:gd name="connsiteY46" fmla="*/ 4305300 h 4876800"/>
                <a:gd name="connsiteX47" fmla="*/ 3000375 w 4286250"/>
                <a:gd name="connsiteY47" fmla="*/ 4305300 h 4876800"/>
                <a:gd name="connsiteX48" fmla="*/ 2857500 w 4286250"/>
                <a:gd name="connsiteY48" fmla="*/ 4162425 h 4876800"/>
                <a:gd name="connsiteX49" fmla="*/ 2857500 w 4286250"/>
                <a:gd name="connsiteY49" fmla="*/ 2447925 h 4876800"/>
                <a:gd name="connsiteX50" fmla="*/ 3000375 w 4286250"/>
                <a:gd name="connsiteY50" fmla="*/ 2305050 h 4876800"/>
                <a:gd name="connsiteX51" fmla="*/ 3571875 w 4286250"/>
                <a:gd name="connsiteY51" fmla="*/ 2305050 h 4876800"/>
                <a:gd name="connsiteX52" fmla="*/ 3714750 w 4286250"/>
                <a:gd name="connsiteY52" fmla="*/ 2447925 h 4876800"/>
                <a:gd name="connsiteX53" fmla="*/ 3714750 w 4286250"/>
                <a:gd name="connsiteY53" fmla="*/ 4162425 h 4876800"/>
                <a:gd name="connsiteX54" fmla="*/ 3714750 w 4286250"/>
                <a:gd name="connsiteY54" fmla="*/ 1876425 h 4876800"/>
                <a:gd name="connsiteX55" fmla="*/ 3571875 w 4286250"/>
                <a:gd name="connsiteY55" fmla="*/ 2019300 h 4876800"/>
                <a:gd name="connsiteX56" fmla="*/ 714375 w 4286250"/>
                <a:gd name="connsiteY56" fmla="*/ 2019300 h 4876800"/>
                <a:gd name="connsiteX57" fmla="*/ 571500 w 4286250"/>
                <a:gd name="connsiteY57" fmla="*/ 1876425 h 4876800"/>
                <a:gd name="connsiteX58" fmla="*/ 571500 w 4286250"/>
                <a:gd name="connsiteY58" fmla="*/ 714375 h 4876800"/>
                <a:gd name="connsiteX59" fmla="*/ 714375 w 4286250"/>
                <a:gd name="connsiteY59" fmla="*/ 571500 h 4876800"/>
                <a:gd name="connsiteX60" fmla="*/ 3571875 w 4286250"/>
                <a:gd name="connsiteY60" fmla="*/ 571500 h 4876800"/>
                <a:gd name="connsiteX61" fmla="*/ 3714750 w 4286250"/>
                <a:gd name="connsiteY61" fmla="*/ 714375 h 4876800"/>
                <a:gd name="connsiteX62" fmla="*/ 3714750 w 4286250"/>
                <a:gd name="connsiteY62" fmla="*/ 1876425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86250" h="4876800">
                  <a:moveTo>
                    <a:pt x="3857625" y="0"/>
                  </a:moveTo>
                  <a:lnTo>
                    <a:pt x="428625" y="0"/>
                  </a:lnTo>
                  <a:cubicBezTo>
                    <a:pt x="192272" y="0"/>
                    <a:pt x="0" y="192272"/>
                    <a:pt x="0" y="428625"/>
                  </a:cubicBezTo>
                  <a:lnTo>
                    <a:pt x="0" y="4448175"/>
                  </a:lnTo>
                  <a:cubicBezTo>
                    <a:pt x="0" y="4684529"/>
                    <a:pt x="192272" y="4876800"/>
                    <a:pt x="428625" y="4876800"/>
                  </a:cubicBezTo>
                  <a:lnTo>
                    <a:pt x="3857625" y="4876800"/>
                  </a:lnTo>
                  <a:cubicBezTo>
                    <a:pt x="4093978" y="4876800"/>
                    <a:pt x="4286250" y="4684529"/>
                    <a:pt x="4286250" y="4448175"/>
                  </a:cubicBezTo>
                  <a:lnTo>
                    <a:pt x="4286250" y="428625"/>
                  </a:lnTo>
                  <a:cubicBezTo>
                    <a:pt x="4286250" y="192272"/>
                    <a:pt x="4093978" y="0"/>
                    <a:pt x="3857625" y="0"/>
                  </a:cubicBezTo>
                  <a:close/>
                  <a:moveTo>
                    <a:pt x="1428750" y="4162425"/>
                  </a:moveTo>
                  <a:cubicBezTo>
                    <a:pt x="1428750" y="4241397"/>
                    <a:pt x="1364847" y="4305300"/>
                    <a:pt x="1285875" y="4305300"/>
                  </a:cubicBezTo>
                  <a:lnTo>
                    <a:pt x="714375" y="4305300"/>
                  </a:lnTo>
                  <a:cubicBezTo>
                    <a:pt x="635403" y="4305300"/>
                    <a:pt x="571500" y="4241397"/>
                    <a:pt x="571500" y="4162425"/>
                  </a:cubicBezTo>
                  <a:lnTo>
                    <a:pt x="571500" y="3590925"/>
                  </a:lnTo>
                  <a:cubicBezTo>
                    <a:pt x="571500" y="3511953"/>
                    <a:pt x="635403" y="3448050"/>
                    <a:pt x="714375" y="3448050"/>
                  </a:cubicBezTo>
                  <a:lnTo>
                    <a:pt x="1285875" y="3448050"/>
                  </a:lnTo>
                  <a:cubicBezTo>
                    <a:pt x="1364847" y="3448050"/>
                    <a:pt x="1428750" y="3511953"/>
                    <a:pt x="1428750" y="3590925"/>
                  </a:cubicBezTo>
                  <a:lnTo>
                    <a:pt x="1428750" y="4162425"/>
                  </a:lnTo>
                  <a:close/>
                  <a:moveTo>
                    <a:pt x="1428750" y="3019425"/>
                  </a:moveTo>
                  <a:cubicBezTo>
                    <a:pt x="1428750" y="3098397"/>
                    <a:pt x="1364847" y="3162300"/>
                    <a:pt x="1285875" y="3162300"/>
                  </a:cubicBezTo>
                  <a:lnTo>
                    <a:pt x="714375" y="3162300"/>
                  </a:lnTo>
                  <a:cubicBezTo>
                    <a:pt x="635403" y="3162300"/>
                    <a:pt x="571500" y="3098397"/>
                    <a:pt x="571500" y="3019425"/>
                  </a:cubicBezTo>
                  <a:lnTo>
                    <a:pt x="571500" y="2447925"/>
                  </a:lnTo>
                  <a:cubicBezTo>
                    <a:pt x="571500" y="2368953"/>
                    <a:pt x="635403" y="2305050"/>
                    <a:pt x="714375" y="2305050"/>
                  </a:cubicBezTo>
                  <a:lnTo>
                    <a:pt x="1285875" y="2305050"/>
                  </a:lnTo>
                  <a:cubicBezTo>
                    <a:pt x="1364847" y="2305050"/>
                    <a:pt x="1428750" y="2368953"/>
                    <a:pt x="1428750" y="2447925"/>
                  </a:cubicBezTo>
                  <a:lnTo>
                    <a:pt x="1428750" y="3019425"/>
                  </a:lnTo>
                  <a:close/>
                  <a:moveTo>
                    <a:pt x="2571750" y="4162425"/>
                  </a:moveTo>
                  <a:cubicBezTo>
                    <a:pt x="2571750" y="4241397"/>
                    <a:pt x="2507847" y="4305300"/>
                    <a:pt x="2428875" y="4305300"/>
                  </a:cubicBezTo>
                  <a:lnTo>
                    <a:pt x="1857375" y="4305300"/>
                  </a:lnTo>
                  <a:cubicBezTo>
                    <a:pt x="1778403" y="4305300"/>
                    <a:pt x="1714500" y="4241397"/>
                    <a:pt x="1714500" y="4162425"/>
                  </a:cubicBezTo>
                  <a:lnTo>
                    <a:pt x="1714500" y="3590925"/>
                  </a:lnTo>
                  <a:cubicBezTo>
                    <a:pt x="1714500" y="3511953"/>
                    <a:pt x="1778403" y="3448050"/>
                    <a:pt x="1857375" y="3448050"/>
                  </a:cubicBezTo>
                  <a:lnTo>
                    <a:pt x="2428875" y="3448050"/>
                  </a:lnTo>
                  <a:cubicBezTo>
                    <a:pt x="2507847" y="3448050"/>
                    <a:pt x="2571750" y="3511953"/>
                    <a:pt x="2571750" y="3590925"/>
                  </a:cubicBezTo>
                  <a:lnTo>
                    <a:pt x="2571750" y="4162425"/>
                  </a:lnTo>
                  <a:close/>
                  <a:moveTo>
                    <a:pt x="2571750" y="3019425"/>
                  </a:moveTo>
                  <a:cubicBezTo>
                    <a:pt x="2571750" y="3098397"/>
                    <a:pt x="2507847" y="3162300"/>
                    <a:pt x="2428875" y="3162300"/>
                  </a:cubicBezTo>
                  <a:lnTo>
                    <a:pt x="1857375" y="3162300"/>
                  </a:lnTo>
                  <a:cubicBezTo>
                    <a:pt x="1778403" y="3162300"/>
                    <a:pt x="1714500" y="3098397"/>
                    <a:pt x="1714500" y="3019425"/>
                  </a:cubicBezTo>
                  <a:lnTo>
                    <a:pt x="1714500" y="2447925"/>
                  </a:lnTo>
                  <a:cubicBezTo>
                    <a:pt x="1714500" y="2368953"/>
                    <a:pt x="1778403" y="2305050"/>
                    <a:pt x="1857375" y="2305050"/>
                  </a:cubicBezTo>
                  <a:lnTo>
                    <a:pt x="2428875" y="2305050"/>
                  </a:lnTo>
                  <a:cubicBezTo>
                    <a:pt x="2507847" y="2305050"/>
                    <a:pt x="2571750" y="2368953"/>
                    <a:pt x="2571750" y="2447925"/>
                  </a:cubicBezTo>
                  <a:lnTo>
                    <a:pt x="2571750" y="3019425"/>
                  </a:lnTo>
                  <a:close/>
                  <a:moveTo>
                    <a:pt x="3714750" y="4162425"/>
                  </a:moveTo>
                  <a:cubicBezTo>
                    <a:pt x="3714750" y="4241397"/>
                    <a:pt x="3650847" y="4305300"/>
                    <a:pt x="3571875" y="4305300"/>
                  </a:cubicBezTo>
                  <a:lnTo>
                    <a:pt x="3000375" y="4305300"/>
                  </a:lnTo>
                  <a:cubicBezTo>
                    <a:pt x="2921403" y="4305300"/>
                    <a:pt x="2857500" y="4241397"/>
                    <a:pt x="2857500" y="4162425"/>
                  </a:cubicBezTo>
                  <a:lnTo>
                    <a:pt x="2857500" y="2447925"/>
                  </a:lnTo>
                  <a:cubicBezTo>
                    <a:pt x="2857500" y="2368953"/>
                    <a:pt x="2921403" y="2305050"/>
                    <a:pt x="3000375" y="2305050"/>
                  </a:cubicBezTo>
                  <a:lnTo>
                    <a:pt x="3571875" y="2305050"/>
                  </a:lnTo>
                  <a:cubicBezTo>
                    <a:pt x="3650847" y="2305050"/>
                    <a:pt x="3714750" y="2368953"/>
                    <a:pt x="3714750" y="2447925"/>
                  </a:cubicBezTo>
                  <a:lnTo>
                    <a:pt x="3714750" y="4162425"/>
                  </a:lnTo>
                  <a:close/>
                  <a:moveTo>
                    <a:pt x="3714750" y="1876425"/>
                  </a:moveTo>
                  <a:cubicBezTo>
                    <a:pt x="3714750" y="1955397"/>
                    <a:pt x="3650847" y="2019300"/>
                    <a:pt x="3571875" y="2019300"/>
                  </a:cubicBezTo>
                  <a:lnTo>
                    <a:pt x="714375" y="2019300"/>
                  </a:lnTo>
                  <a:cubicBezTo>
                    <a:pt x="635403" y="2019300"/>
                    <a:pt x="571500" y="1955397"/>
                    <a:pt x="571500" y="1876425"/>
                  </a:cubicBezTo>
                  <a:lnTo>
                    <a:pt x="571500" y="714375"/>
                  </a:lnTo>
                  <a:cubicBezTo>
                    <a:pt x="571500" y="635403"/>
                    <a:pt x="635403" y="571500"/>
                    <a:pt x="714375" y="571500"/>
                  </a:cubicBezTo>
                  <a:lnTo>
                    <a:pt x="3571875" y="571500"/>
                  </a:lnTo>
                  <a:cubicBezTo>
                    <a:pt x="3650847" y="571500"/>
                    <a:pt x="3714750" y="635403"/>
                    <a:pt x="3714750" y="714375"/>
                  </a:cubicBezTo>
                  <a:lnTo>
                    <a:pt x="3714750" y="1876425"/>
                  </a:ln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9AE59926-D5C9-4A18-8B89-680A3CB6CACA}"/>
                </a:ext>
              </a:extLst>
            </p:cNvPr>
            <p:cNvSpPr/>
            <p:nvPr/>
          </p:nvSpPr>
          <p:spPr>
            <a:xfrm>
              <a:off x="15691594" y="1670069"/>
              <a:ext cx="2571750" cy="876300"/>
            </a:xfrm>
            <a:custGeom>
              <a:avLst/>
              <a:gdLst>
                <a:gd name="connsiteX0" fmla="*/ 0 w 2571750"/>
                <a:gd name="connsiteY0" fmla="*/ 0 h 876300"/>
                <a:gd name="connsiteX1" fmla="*/ 2571750 w 2571750"/>
                <a:gd name="connsiteY1" fmla="*/ 0 h 876300"/>
                <a:gd name="connsiteX2" fmla="*/ 2571750 w 2571750"/>
                <a:gd name="connsiteY2" fmla="*/ 876300 h 876300"/>
                <a:gd name="connsiteX3" fmla="*/ 0 w 2571750"/>
                <a:gd name="connsiteY3" fmla="*/ 876300 h 876300"/>
              </a:gdLst>
              <a:ahLst/>
              <a:cxnLst>
                <a:cxn ang="0">
                  <a:pos x="connsiteX0" y="connsiteY0"/>
                </a:cxn>
                <a:cxn ang="0">
                  <a:pos x="connsiteX1" y="connsiteY1"/>
                </a:cxn>
                <a:cxn ang="0">
                  <a:pos x="connsiteX2" y="connsiteY2"/>
                </a:cxn>
                <a:cxn ang="0">
                  <a:pos x="connsiteX3" y="connsiteY3"/>
                </a:cxn>
              </a:cxnLst>
              <a:rect l="l" t="t" r="r" b="b"/>
              <a:pathLst>
                <a:path w="2571750" h="876300">
                  <a:moveTo>
                    <a:pt x="0" y="0"/>
                  </a:moveTo>
                  <a:lnTo>
                    <a:pt x="2571750" y="0"/>
                  </a:lnTo>
                  <a:lnTo>
                    <a:pt x="2571750" y="876300"/>
                  </a:lnTo>
                  <a:lnTo>
                    <a:pt x="0" y="876300"/>
                  </a:lnTo>
                  <a:close/>
                </a:path>
              </a:pathLst>
            </a:custGeom>
            <a:grpFill/>
            <a:ln w="9525" cap="flat">
              <a:noFill/>
              <a:prstDash val="solid"/>
              <a:miter/>
            </a:ln>
          </p:spPr>
          <p:txBody>
            <a:bodyPr rtlCol="0" anchor="ctr"/>
            <a:lstStyle/>
            <a:p>
              <a:endParaRPr lang="en-US"/>
            </a:p>
          </p:txBody>
        </p:sp>
      </p:grpSp>
      <p:grpSp>
        <p:nvGrpSpPr>
          <p:cNvPr id="179" name="Graphic 36">
            <a:extLst>
              <a:ext uri="{FF2B5EF4-FFF2-40B4-BE49-F238E27FC236}">
                <a16:creationId xmlns:a16="http://schemas.microsoft.com/office/drawing/2014/main" id="{56E8EE05-06FE-48CC-8F50-D426B795502B}"/>
              </a:ext>
            </a:extLst>
          </p:cNvPr>
          <p:cNvGrpSpPr>
            <a:grpSpLocks noChangeAspect="1"/>
          </p:cNvGrpSpPr>
          <p:nvPr/>
        </p:nvGrpSpPr>
        <p:grpSpPr>
          <a:xfrm>
            <a:off x="6745460" y="5862761"/>
            <a:ext cx="365760" cy="365760"/>
            <a:chOff x="14539069" y="812819"/>
            <a:chExt cx="4876800" cy="4876800"/>
          </a:xfrm>
          <a:solidFill>
            <a:schemeClr val="tx2"/>
          </a:solidFill>
        </p:grpSpPr>
        <p:sp>
          <p:nvSpPr>
            <p:cNvPr id="180" name="Freeform: Shape 179">
              <a:extLst>
                <a:ext uri="{FF2B5EF4-FFF2-40B4-BE49-F238E27FC236}">
                  <a16:creationId xmlns:a16="http://schemas.microsoft.com/office/drawing/2014/main" id="{4B931049-68A5-4FBE-8A51-0B96D82E3BEF}"/>
                </a:ext>
              </a:extLst>
            </p:cNvPr>
            <p:cNvSpPr/>
            <p:nvPr/>
          </p:nvSpPr>
          <p:spPr>
            <a:xfrm>
              <a:off x="18399869" y="3149619"/>
              <a:ext cx="812800" cy="1625600"/>
            </a:xfrm>
            <a:custGeom>
              <a:avLst/>
              <a:gdLst>
                <a:gd name="connsiteX0" fmla="*/ 0 w 812800"/>
                <a:gd name="connsiteY0" fmla="*/ 1625600 h 1625600"/>
                <a:gd name="connsiteX1" fmla="*/ 0 w 812800"/>
                <a:gd name="connsiteY1" fmla="*/ 609600 h 1625600"/>
                <a:gd name="connsiteX2" fmla="*/ 609600 w 812800"/>
                <a:gd name="connsiteY2" fmla="*/ 0 h 1625600"/>
                <a:gd name="connsiteX3" fmla="*/ 812800 w 812800"/>
                <a:gd name="connsiteY3" fmla="*/ 203200 h 1625600"/>
                <a:gd name="connsiteX4" fmla="*/ 607162 w 812800"/>
                <a:gd name="connsiteY4" fmla="*/ 406400 h 1625600"/>
                <a:gd name="connsiteX5" fmla="*/ 406400 w 812800"/>
                <a:gd name="connsiteY5" fmla="*/ 609600 h 1625600"/>
                <a:gd name="connsiteX6" fmla="*/ 406400 w 812800"/>
                <a:gd name="connsiteY6" fmla="*/ 1219200 h 1625600"/>
                <a:gd name="connsiteX7" fmla="*/ 0 w 812800"/>
                <a:gd name="connsiteY7"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2800" h="1625600">
                  <a:moveTo>
                    <a:pt x="0" y="1625600"/>
                  </a:moveTo>
                  <a:lnTo>
                    <a:pt x="0" y="609600"/>
                  </a:lnTo>
                  <a:cubicBezTo>
                    <a:pt x="0" y="273507"/>
                    <a:pt x="273507" y="0"/>
                    <a:pt x="609600" y="0"/>
                  </a:cubicBezTo>
                  <a:cubicBezTo>
                    <a:pt x="721766" y="0"/>
                    <a:pt x="812800" y="91034"/>
                    <a:pt x="812800" y="203200"/>
                  </a:cubicBezTo>
                  <a:cubicBezTo>
                    <a:pt x="812800" y="316179"/>
                    <a:pt x="720547" y="407822"/>
                    <a:pt x="607162" y="406400"/>
                  </a:cubicBezTo>
                  <a:cubicBezTo>
                    <a:pt x="495808" y="404978"/>
                    <a:pt x="406400" y="498246"/>
                    <a:pt x="406400" y="609600"/>
                  </a:cubicBezTo>
                  <a:lnTo>
                    <a:pt x="406400" y="1219200"/>
                  </a:lnTo>
                  <a:cubicBezTo>
                    <a:pt x="406400" y="1443736"/>
                    <a:pt x="224536" y="1625600"/>
                    <a:pt x="0" y="1625600"/>
                  </a:cubicBezTo>
                  <a:close/>
                </a:path>
              </a:pathLst>
            </a:custGeom>
            <a:grpFill/>
            <a:ln w="203200"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D8B51E18-F20E-47AC-892E-CA877963FE09}"/>
                </a:ext>
              </a:extLst>
            </p:cNvPr>
            <p:cNvSpPr/>
            <p:nvPr/>
          </p:nvSpPr>
          <p:spPr>
            <a:xfrm>
              <a:off x="14742269" y="3149619"/>
              <a:ext cx="812800" cy="1625600"/>
            </a:xfrm>
            <a:custGeom>
              <a:avLst/>
              <a:gdLst>
                <a:gd name="connsiteX0" fmla="*/ 812800 w 812800"/>
                <a:gd name="connsiteY0" fmla="*/ 1625600 h 1625600"/>
                <a:gd name="connsiteX1" fmla="*/ 812800 w 812800"/>
                <a:gd name="connsiteY1" fmla="*/ 609600 h 1625600"/>
                <a:gd name="connsiteX2" fmla="*/ 203200 w 812800"/>
                <a:gd name="connsiteY2" fmla="*/ 0 h 1625600"/>
                <a:gd name="connsiteX3" fmla="*/ 0 w 812800"/>
                <a:gd name="connsiteY3" fmla="*/ 203200 h 1625600"/>
                <a:gd name="connsiteX4" fmla="*/ 205638 w 812800"/>
                <a:gd name="connsiteY4" fmla="*/ 406400 h 1625600"/>
                <a:gd name="connsiteX5" fmla="*/ 406400 w 812800"/>
                <a:gd name="connsiteY5" fmla="*/ 609600 h 1625600"/>
                <a:gd name="connsiteX6" fmla="*/ 406400 w 812800"/>
                <a:gd name="connsiteY6" fmla="*/ 1219200 h 1625600"/>
                <a:gd name="connsiteX7" fmla="*/ 812800 w 812800"/>
                <a:gd name="connsiteY7"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2800" h="1625600">
                  <a:moveTo>
                    <a:pt x="812800" y="1625600"/>
                  </a:moveTo>
                  <a:lnTo>
                    <a:pt x="812800" y="609600"/>
                  </a:lnTo>
                  <a:cubicBezTo>
                    <a:pt x="812800" y="273507"/>
                    <a:pt x="539293" y="0"/>
                    <a:pt x="203200" y="0"/>
                  </a:cubicBezTo>
                  <a:cubicBezTo>
                    <a:pt x="91034" y="0"/>
                    <a:pt x="0" y="91034"/>
                    <a:pt x="0" y="203200"/>
                  </a:cubicBezTo>
                  <a:cubicBezTo>
                    <a:pt x="0" y="316179"/>
                    <a:pt x="92253" y="407822"/>
                    <a:pt x="205638" y="406400"/>
                  </a:cubicBezTo>
                  <a:cubicBezTo>
                    <a:pt x="316992" y="404978"/>
                    <a:pt x="406400" y="498246"/>
                    <a:pt x="406400" y="609600"/>
                  </a:cubicBezTo>
                  <a:lnTo>
                    <a:pt x="406400" y="1219200"/>
                  </a:lnTo>
                  <a:cubicBezTo>
                    <a:pt x="406400" y="1443736"/>
                    <a:pt x="588264" y="1625600"/>
                    <a:pt x="812800" y="1625600"/>
                  </a:cubicBezTo>
                  <a:close/>
                </a:path>
              </a:pathLst>
            </a:custGeom>
            <a:grpFill/>
            <a:ln w="203200"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6322BF1E-AE40-403A-9629-EBE84746D54D}"/>
                </a:ext>
              </a:extLst>
            </p:cNvPr>
            <p:cNvSpPr/>
            <p:nvPr/>
          </p:nvSpPr>
          <p:spPr>
            <a:xfrm>
              <a:off x="15910669" y="5283219"/>
              <a:ext cx="2133600" cy="406400"/>
            </a:xfrm>
            <a:custGeom>
              <a:avLst/>
              <a:gdLst>
                <a:gd name="connsiteX0" fmla="*/ 1930400 w 2133600"/>
                <a:gd name="connsiteY0" fmla="*/ 406400 h 406400"/>
                <a:gd name="connsiteX1" fmla="*/ 203200 w 2133600"/>
                <a:gd name="connsiteY1" fmla="*/ 406400 h 406400"/>
                <a:gd name="connsiteX2" fmla="*/ 0 w 2133600"/>
                <a:gd name="connsiteY2" fmla="*/ 203200 h 406400"/>
                <a:gd name="connsiteX3" fmla="*/ 203200 w 2133600"/>
                <a:gd name="connsiteY3" fmla="*/ 0 h 406400"/>
                <a:gd name="connsiteX4" fmla="*/ 1930400 w 2133600"/>
                <a:gd name="connsiteY4" fmla="*/ 0 h 406400"/>
                <a:gd name="connsiteX5" fmla="*/ 2133600 w 2133600"/>
                <a:gd name="connsiteY5" fmla="*/ 203200 h 406400"/>
                <a:gd name="connsiteX6" fmla="*/ 1930400 w 2133600"/>
                <a:gd name="connsiteY6" fmla="*/ 40640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33600" h="406400">
                  <a:moveTo>
                    <a:pt x="1930400" y="406400"/>
                  </a:moveTo>
                  <a:lnTo>
                    <a:pt x="203200" y="406400"/>
                  </a:lnTo>
                  <a:cubicBezTo>
                    <a:pt x="91034" y="406400"/>
                    <a:pt x="0" y="315366"/>
                    <a:pt x="0" y="203200"/>
                  </a:cubicBezTo>
                  <a:cubicBezTo>
                    <a:pt x="0" y="91034"/>
                    <a:pt x="91034" y="0"/>
                    <a:pt x="203200" y="0"/>
                  </a:cubicBezTo>
                  <a:lnTo>
                    <a:pt x="1930400" y="0"/>
                  </a:lnTo>
                  <a:cubicBezTo>
                    <a:pt x="2042566" y="0"/>
                    <a:pt x="2133600" y="91034"/>
                    <a:pt x="2133600" y="203200"/>
                  </a:cubicBezTo>
                  <a:cubicBezTo>
                    <a:pt x="2133600" y="315366"/>
                    <a:pt x="2042566" y="406400"/>
                    <a:pt x="1930400" y="406400"/>
                  </a:cubicBezTo>
                  <a:close/>
                </a:path>
              </a:pathLst>
            </a:custGeom>
            <a:grpFill/>
            <a:ln w="203200"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52D916D8-9C88-470E-934D-58386509B4B3}"/>
                </a:ext>
              </a:extLst>
            </p:cNvPr>
            <p:cNvSpPr/>
            <p:nvPr/>
          </p:nvSpPr>
          <p:spPr>
            <a:xfrm>
              <a:off x="16774269" y="4419619"/>
              <a:ext cx="406400" cy="1270000"/>
            </a:xfrm>
            <a:custGeom>
              <a:avLst/>
              <a:gdLst>
                <a:gd name="connsiteX0" fmla="*/ 203200 w 406400"/>
                <a:gd name="connsiteY0" fmla="*/ 1270000 h 1270000"/>
                <a:gd name="connsiteX1" fmla="*/ 0 w 406400"/>
                <a:gd name="connsiteY1" fmla="*/ 1066800 h 1270000"/>
                <a:gd name="connsiteX2" fmla="*/ 0 w 406400"/>
                <a:gd name="connsiteY2" fmla="*/ 203200 h 1270000"/>
                <a:gd name="connsiteX3" fmla="*/ 203200 w 406400"/>
                <a:gd name="connsiteY3" fmla="*/ 0 h 1270000"/>
                <a:gd name="connsiteX4" fmla="*/ 406400 w 406400"/>
                <a:gd name="connsiteY4" fmla="*/ 203200 h 1270000"/>
                <a:gd name="connsiteX5" fmla="*/ 406400 w 406400"/>
                <a:gd name="connsiteY5" fmla="*/ 1066800 h 1270000"/>
                <a:gd name="connsiteX6" fmla="*/ 203200 w 406400"/>
                <a:gd name="connsiteY6" fmla="*/ 1270000 h 1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6400" h="1270000">
                  <a:moveTo>
                    <a:pt x="203200" y="1270000"/>
                  </a:moveTo>
                  <a:cubicBezTo>
                    <a:pt x="91034" y="1270000"/>
                    <a:pt x="0" y="1178966"/>
                    <a:pt x="0" y="1066800"/>
                  </a:cubicBezTo>
                  <a:lnTo>
                    <a:pt x="0" y="203200"/>
                  </a:lnTo>
                  <a:cubicBezTo>
                    <a:pt x="0" y="91034"/>
                    <a:pt x="91034" y="0"/>
                    <a:pt x="203200" y="0"/>
                  </a:cubicBezTo>
                  <a:cubicBezTo>
                    <a:pt x="315366" y="0"/>
                    <a:pt x="406400" y="91034"/>
                    <a:pt x="406400" y="203200"/>
                  </a:cubicBezTo>
                  <a:lnTo>
                    <a:pt x="406400" y="1066800"/>
                  </a:lnTo>
                  <a:cubicBezTo>
                    <a:pt x="406400" y="1178966"/>
                    <a:pt x="315366" y="1270000"/>
                    <a:pt x="203200" y="1270000"/>
                  </a:cubicBezTo>
                  <a:close/>
                </a:path>
              </a:pathLst>
            </a:custGeom>
            <a:grpFill/>
            <a:ln w="203200"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56F46CB1-D714-4DAC-84D9-58C973761154}"/>
                </a:ext>
              </a:extLst>
            </p:cNvPr>
            <p:cNvSpPr/>
            <p:nvPr/>
          </p:nvSpPr>
          <p:spPr>
            <a:xfrm>
              <a:off x="15593432" y="812818"/>
              <a:ext cx="2767870" cy="2641600"/>
            </a:xfrm>
            <a:custGeom>
              <a:avLst/>
              <a:gdLst>
                <a:gd name="connsiteX0" fmla="*/ 2412432 w 2767870"/>
                <a:gd name="connsiteY0" fmla="*/ 2641600 h 2641600"/>
                <a:gd name="connsiteX1" fmla="*/ 355642 w 2767870"/>
                <a:gd name="connsiteY1" fmla="*/ 2641600 h 2641600"/>
                <a:gd name="connsiteX2" fmla="*/ 83557 w 2767870"/>
                <a:gd name="connsiteY2" fmla="*/ 2514803 h 2641600"/>
                <a:gd name="connsiteX3" fmla="*/ 5325 w 2767870"/>
                <a:gd name="connsiteY3" fmla="*/ 2225040 h 2641600"/>
                <a:gd name="connsiteX4" fmla="*/ 341011 w 2767870"/>
                <a:gd name="connsiteY4" fmla="*/ 294640 h 2641600"/>
                <a:gd name="connsiteX5" fmla="*/ 691328 w 2767870"/>
                <a:gd name="connsiteY5" fmla="*/ 0 h 2641600"/>
                <a:gd name="connsiteX6" fmla="*/ 2076542 w 2767870"/>
                <a:gd name="connsiteY6" fmla="*/ 0 h 2641600"/>
                <a:gd name="connsiteX7" fmla="*/ 2426859 w 2767870"/>
                <a:gd name="connsiteY7" fmla="*/ 294843 h 2641600"/>
                <a:gd name="connsiteX8" fmla="*/ 2762546 w 2767870"/>
                <a:gd name="connsiteY8" fmla="*/ 2225243 h 2641600"/>
                <a:gd name="connsiteX9" fmla="*/ 2684314 w 2767870"/>
                <a:gd name="connsiteY9" fmla="*/ 2515006 h 2641600"/>
                <a:gd name="connsiteX10" fmla="*/ 2412432 w 2767870"/>
                <a:gd name="connsiteY10" fmla="*/ 2641600 h 264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67870" h="2641600">
                  <a:moveTo>
                    <a:pt x="2412432" y="2641600"/>
                  </a:moveTo>
                  <a:lnTo>
                    <a:pt x="355642" y="2641600"/>
                  </a:lnTo>
                  <a:cubicBezTo>
                    <a:pt x="250384" y="2641600"/>
                    <a:pt x="151222" y="2595271"/>
                    <a:pt x="83557" y="2514803"/>
                  </a:cubicBezTo>
                  <a:cubicBezTo>
                    <a:pt x="15688" y="2434336"/>
                    <a:pt x="-12760" y="2328672"/>
                    <a:pt x="5325" y="2225040"/>
                  </a:cubicBezTo>
                  <a:lnTo>
                    <a:pt x="341011" y="294640"/>
                  </a:lnTo>
                  <a:cubicBezTo>
                    <a:pt x="370678" y="123952"/>
                    <a:pt x="517998" y="0"/>
                    <a:pt x="691328" y="0"/>
                  </a:cubicBezTo>
                  <a:lnTo>
                    <a:pt x="2076542" y="0"/>
                  </a:lnTo>
                  <a:cubicBezTo>
                    <a:pt x="2250075" y="0"/>
                    <a:pt x="2397395" y="123952"/>
                    <a:pt x="2426859" y="294843"/>
                  </a:cubicBezTo>
                  <a:lnTo>
                    <a:pt x="2762546" y="2225243"/>
                  </a:lnTo>
                  <a:cubicBezTo>
                    <a:pt x="2780630" y="2328875"/>
                    <a:pt x="2752183" y="2434539"/>
                    <a:pt x="2684314" y="2515006"/>
                  </a:cubicBezTo>
                  <a:cubicBezTo>
                    <a:pt x="2616851" y="2595271"/>
                    <a:pt x="2517690" y="2641600"/>
                    <a:pt x="2412432" y="2641600"/>
                  </a:cubicBezTo>
                  <a:close/>
                </a:path>
              </a:pathLst>
            </a:custGeom>
            <a:grpFill/>
            <a:ln w="203200"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517F08B6-2354-4855-BB5A-52005A1456B2}"/>
                </a:ext>
              </a:extLst>
            </p:cNvPr>
            <p:cNvSpPr/>
            <p:nvPr/>
          </p:nvSpPr>
          <p:spPr>
            <a:xfrm>
              <a:off x="15351869" y="3657619"/>
              <a:ext cx="3251200" cy="1117600"/>
            </a:xfrm>
            <a:custGeom>
              <a:avLst/>
              <a:gdLst>
                <a:gd name="connsiteX0" fmla="*/ 3098800 w 3251200"/>
                <a:gd name="connsiteY0" fmla="*/ 1117600 h 1117600"/>
                <a:gd name="connsiteX1" fmla="*/ 152400 w 3251200"/>
                <a:gd name="connsiteY1" fmla="*/ 1117600 h 1117600"/>
                <a:gd name="connsiteX2" fmla="*/ 0 w 3251200"/>
                <a:gd name="connsiteY2" fmla="*/ 965200 h 1117600"/>
                <a:gd name="connsiteX3" fmla="*/ 0 w 3251200"/>
                <a:gd name="connsiteY3" fmla="*/ 558800 h 1117600"/>
                <a:gd name="connsiteX4" fmla="*/ 558800 w 3251200"/>
                <a:gd name="connsiteY4" fmla="*/ 0 h 1117600"/>
                <a:gd name="connsiteX5" fmla="*/ 2692400 w 3251200"/>
                <a:gd name="connsiteY5" fmla="*/ 0 h 1117600"/>
                <a:gd name="connsiteX6" fmla="*/ 3251200 w 3251200"/>
                <a:gd name="connsiteY6" fmla="*/ 558800 h 1117600"/>
                <a:gd name="connsiteX7" fmla="*/ 3251200 w 3251200"/>
                <a:gd name="connsiteY7" fmla="*/ 965200 h 1117600"/>
                <a:gd name="connsiteX8" fmla="*/ 3098800 w 3251200"/>
                <a:gd name="connsiteY8" fmla="*/ 1117600 h 111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1200" h="1117600">
                  <a:moveTo>
                    <a:pt x="3098800" y="1117600"/>
                  </a:moveTo>
                  <a:lnTo>
                    <a:pt x="152400" y="1117600"/>
                  </a:lnTo>
                  <a:cubicBezTo>
                    <a:pt x="68275" y="1117600"/>
                    <a:pt x="0" y="1049325"/>
                    <a:pt x="0" y="965200"/>
                  </a:cubicBezTo>
                  <a:lnTo>
                    <a:pt x="0" y="558800"/>
                  </a:lnTo>
                  <a:cubicBezTo>
                    <a:pt x="0" y="250546"/>
                    <a:pt x="250546" y="0"/>
                    <a:pt x="558800" y="0"/>
                  </a:cubicBezTo>
                  <a:lnTo>
                    <a:pt x="2692400" y="0"/>
                  </a:lnTo>
                  <a:cubicBezTo>
                    <a:pt x="3000655" y="0"/>
                    <a:pt x="3251200" y="250546"/>
                    <a:pt x="3251200" y="558800"/>
                  </a:cubicBezTo>
                  <a:lnTo>
                    <a:pt x="3251200" y="965200"/>
                  </a:lnTo>
                  <a:cubicBezTo>
                    <a:pt x="3251200" y="1049325"/>
                    <a:pt x="3182925" y="1117600"/>
                    <a:pt x="3098800" y="1117600"/>
                  </a:cubicBezTo>
                  <a:close/>
                </a:path>
              </a:pathLst>
            </a:custGeom>
            <a:grpFill/>
            <a:ln w="203200" cap="flat">
              <a:noFill/>
              <a:prstDash val="solid"/>
              <a:miter/>
            </a:ln>
          </p:spPr>
          <p:txBody>
            <a:bodyPr rtlCol="0" anchor="ctr"/>
            <a:lstStyle/>
            <a:p>
              <a:endParaRPr lang="en-US"/>
            </a:p>
          </p:txBody>
        </p:sp>
      </p:grpSp>
      <p:sp>
        <p:nvSpPr>
          <p:cNvPr id="191" name="Graphic 44">
            <a:extLst>
              <a:ext uri="{FF2B5EF4-FFF2-40B4-BE49-F238E27FC236}">
                <a16:creationId xmlns:a16="http://schemas.microsoft.com/office/drawing/2014/main" id="{DDD7864F-23E2-4DB4-9E2E-A71A3AB10796}"/>
              </a:ext>
            </a:extLst>
          </p:cNvPr>
          <p:cNvSpPr>
            <a:spLocks noChangeAspect="1"/>
          </p:cNvSpPr>
          <p:nvPr/>
        </p:nvSpPr>
        <p:spPr>
          <a:xfrm>
            <a:off x="5540152" y="5862761"/>
            <a:ext cx="365674" cy="365760"/>
          </a:xfrm>
          <a:custGeom>
            <a:avLst/>
            <a:gdLst>
              <a:gd name="connsiteX0" fmla="*/ 1453031 w 4128129"/>
              <a:gd name="connsiteY0" fmla="*/ 3612614 h 4129096"/>
              <a:gd name="connsiteX1" fmla="*/ 516482 w 4128129"/>
              <a:gd name="connsiteY1" fmla="*/ 2676065 h 4129096"/>
              <a:gd name="connsiteX2" fmla="*/ 2781689 w 4128129"/>
              <a:gd name="connsiteY2" fmla="*/ 410859 h 4129096"/>
              <a:gd name="connsiteX3" fmla="*/ 3718238 w 4128129"/>
              <a:gd name="connsiteY3" fmla="*/ 1347408 h 4129096"/>
              <a:gd name="connsiteX4" fmla="*/ 428940 w 4128129"/>
              <a:gd name="connsiteY4" fmla="*/ 2841038 h 4129096"/>
              <a:gd name="connsiteX5" fmla="*/ 1288058 w 4128129"/>
              <a:gd name="connsiteY5" fmla="*/ 3700157 h 4129096"/>
              <a:gd name="connsiteX6" fmla="*/ 0 w 4128129"/>
              <a:gd name="connsiteY6" fmla="*/ 4129096 h 4129096"/>
              <a:gd name="connsiteX7" fmla="*/ 4006296 w 4128129"/>
              <a:gd name="connsiteY7" fmla="*/ 1060589 h 4129096"/>
              <a:gd name="connsiteX8" fmla="*/ 3843851 w 4128129"/>
              <a:gd name="connsiteY8" fmla="*/ 1223033 h 4129096"/>
              <a:gd name="connsiteX9" fmla="*/ 2906063 w 4128129"/>
              <a:gd name="connsiteY9" fmla="*/ 285245 h 4129096"/>
              <a:gd name="connsiteX10" fmla="*/ 3068508 w 4128129"/>
              <a:gd name="connsiteY10" fmla="*/ 122800 h 4129096"/>
              <a:gd name="connsiteX11" fmla="*/ 3661132 w 4128129"/>
              <a:gd name="connsiteY11" fmla="*/ 122800 h 4129096"/>
              <a:gd name="connsiteX12" fmla="*/ 4006296 w 4128129"/>
              <a:gd name="connsiteY12" fmla="*/ 467965 h 4129096"/>
              <a:gd name="connsiteX13" fmla="*/ 4006296 w 4128129"/>
              <a:gd name="connsiteY13" fmla="*/ 1060589 h 4129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28129" h="4129096">
                <a:moveTo>
                  <a:pt x="1453031" y="3612614"/>
                </a:moveTo>
                <a:lnTo>
                  <a:pt x="516482" y="2676065"/>
                </a:lnTo>
                <a:lnTo>
                  <a:pt x="2781689" y="410859"/>
                </a:lnTo>
                <a:lnTo>
                  <a:pt x="3718238" y="1347408"/>
                </a:lnTo>
                <a:close/>
                <a:moveTo>
                  <a:pt x="428940" y="2841038"/>
                </a:moveTo>
                <a:lnTo>
                  <a:pt x="1288058" y="3700157"/>
                </a:lnTo>
                <a:lnTo>
                  <a:pt x="0" y="4129096"/>
                </a:lnTo>
                <a:close/>
                <a:moveTo>
                  <a:pt x="4006296" y="1060589"/>
                </a:moveTo>
                <a:lnTo>
                  <a:pt x="3843851" y="1223033"/>
                </a:lnTo>
                <a:lnTo>
                  <a:pt x="2906063" y="285245"/>
                </a:lnTo>
                <a:lnTo>
                  <a:pt x="3068508" y="122800"/>
                </a:lnTo>
                <a:cubicBezTo>
                  <a:pt x="3232142" y="-40933"/>
                  <a:pt x="3497497" y="-40933"/>
                  <a:pt x="3661132" y="122800"/>
                </a:cubicBezTo>
                <a:lnTo>
                  <a:pt x="4006296" y="467965"/>
                </a:lnTo>
                <a:cubicBezTo>
                  <a:pt x="4168741" y="632145"/>
                  <a:pt x="4168741" y="896458"/>
                  <a:pt x="4006296" y="1060589"/>
                </a:cubicBezTo>
                <a:close/>
              </a:path>
            </a:pathLst>
          </a:custGeom>
          <a:solidFill>
            <a:schemeClr val="tx2"/>
          </a:solidFill>
          <a:ln w="12690" cap="flat">
            <a:noFill/>
            <a:prstDash val="solid"/>
            <a:miter/>
          </a:ln>
        </p:spPr>
        <p:txBody>
          <a:bodyPr rtlCol="0" anchor="ctr"/>
          <a:lstStyle/>
          <a:p>
            <a:endParaRPr lang="en-US"/>
          </a:p>
        </p:txBody>
      </p:sp>
      <p:grpSp>
        <p:nvGrpSpPr>
          <p:cNvPr id="187" name="Graphic 40">
            <a:extLst>
              <a:ext uri="{FF2B5EF4-FFF2-40B4-BE49-F238E27FC236}">
                <a16:creationId xmlns:a16="http://schemas.microsoft.com/office/drawing/2014/main" id="{51195C5E-02B1-4652-824B-D1B7CB1A4BE2}"/>
              </a:ext>
            </a:extLst>
          </p:cNvPr>
          <p:cNvGrpSpPr>
            <a:grpSpLocks noChangeAspect="1"/>
          </p:cNvGrpSpPr>
          <p:nvPr/>
        </p:nvGrpSpPr>
        <p:grpSpPr>
          <a:xfrm>
            <a:off x="4269712" y="5862761"/>
            <a:ext cx="365760" cy="365760"/>
            <a:chOff x="14539069" y="812819"/>
            <a:chExt cx="4876800" cy="4876800"/>
          </a:xfrm>
          <a:solidFill>
            <a:schemeClr val="tx2"/>
          </a:solidFill>
        </p:grpSpPr>
        <p:sp>
          <p:nvSpPr>
            <p:cNvPr id="188" name="Freeform: Shape 187">
              <a:extLst>
                <a:ext uri="{FF2B5EF4-FFF2-40B4-BE49-F238E27FC236}">
                  <a16:creationId xmlns:a16="http://schemas.microsoft.com/office/drawing/2014/main" id="{65797E4C-DE75-451A-AD32-74FE22B607D5}"/>
                </a:ext>
              </a:extLst>
            </p:cNvPr>
            <p:cNvSpPr/>
            <p:nvPr/>
          </p:nvSpPr>
          <p:spPr>
            <a:xfrm>
              <a:off x="14539068" y="1217326"/>
              <a:ext cx="4876800" cy="1911753"/>
            </a:xfrm>
            <a:custGeom>
              <a:avLst/>
              <a:gdLst>
                <a:gd name="connsiteX0" fmla="*/ 4781465 w 4876800"/>
                <a:gd name="connsiteY0" fmla="*/ 818064 h 1911753"/>
                <a:gd name="connsiteX1" fmla="*/ 2485939 w 4876800"/>
                <a:gd name="connsiteY1" fmla="*/ 8144 h 1911753"/>
                <a:gd name="connsiteX2" fmla="*/ 2390870 w 4876800"/>
                <a:gd name="connsiteY2" fmla="*/ 8144 h 1911753"/>
                <a:gd name="connsiteX3" fmla="*/ 95345 w 4876800"/>
                <a:gd name="connsiteY3" fmla="*/ 818064 h 1911753"/>
                <a:gd name="connsiteX4" fmla="*/ 0 w 4876800"/>
                <a:gd name="connsiteY4" fmla="*/ 952633 h 1911753"/>
                <a:gd name="connsiteX5" fmla="*/ 95022 w 4876800"/>
                <a:gd name="connsiteY5" fmla="*/ 1087422 h 1911753"/>
                <a:gd name="connsiteX6" fmla="*/ 2390547 w 4876800"/>
                <a:gd name="connsiteY6" fmla="*/ 1903495 h 1911753"/>
                <a:gd name="connsiteX7" fmla="*/ 2438400 w 4876800"/>
                <a:gd name="connsiteY7" fmla="*/ 1911753 h 1911753"/>
                <a:gd name="connsiteX8" fmla="*/ 2486254 w 4876800"/>
                <a:gd name="connsiteY8" fmla="*/ 1903495 h 1911753"/>
                <a:gd name="connsiteX9" fmla="*/ 4781779 w 4876800"/>
                <a:gd name="connsiteY9" fmla="*/ 1087422 h 1911753"/>
                <a:gd name="connsiteX10" fmla="*/ 4876800 w 4876800"/>
                <a:gd name="connsiteY10" fmla="*/ 952633 h 1911753"/>
                <a:gd name="connsiteX11" fmla="*/ 4781465 w 4876800"/>
                <a:gd name="connsiteY11" fmla="*/ 818064 h 1911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76800" h="1911753">
                  <a:moveTo>
                    <a:pt x="4781465" y="818064"/>
                  </a:moveTo>
                  <a:lnTo>
                    <a:pt x="2485939" y="8144"/>
                  </a:lnTo>
                  <a:cubicBezTo>
                    <a:pt x="2455183" y="-2715"/>
                    <a:pt x="2421627" y="-2715"/>
                    <a:pt x="2390870" y="8144"/>
                  </a:cubicBezTo>
                  <a:lnTo>
                    <a:pt x="95345" y="818064"/>
                  </a:lnTo>
                  <a:cubicBezTo>
                    <a:pt x="38272" y="838200"/>
                    <a:pt x="76" y="892112"/>
                    <a:pt x="0" y="952633"/>
                  </a:cubicBezTo>
                  <a:cubicBezTo>
                    <a:pt x="-76" y="1013155"/>
                    <a:pt x="37995" y="1067153"/>
                    <a:pt x="95022" y="1087422"/>
                  </a:cubicBezTo>
                  <a:lnTo>
                    <a:pt x="2390547" y="1903495"/>
                  </a:lnTo>
                  <a:cubicBezTo>
                    <a:pt x="2406025" y="1909001"/>
                    <a:pt x="2422217" y="1911753"/>
                    <a:pt x="2438400" y="1911753"/>
                  </a:cubicBezTo>
                  <a:cubicBezTo>
                    <a:pt x="2454593" y="1911753"/>
                    <a:pt x="2470776" y="1909001"/>
                    <a:pt x="2486254" y="1903495"/>
                  </a:cubicBezTo>
                  <a:lnTo>
                    <a:pt x="4781779" y="1087422"/>
                  </a:lnTo>
                  <a:cubicBezTo>
                    <a:pt x="4838805" y="1067153"/>
                    <a:pt x="4876867" y="1013155"/>
                    <a:pt x="4876800" y="952633"/>
                  </a:cubicBezTo>
                  <a:cubicBezTo>
                    <a:pt x="4876724" y="892112"/>
                    <a:pt x="4838529" y="838200"/>
                    <a:pt x="4781465" y="818064"/>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F247ADCE-8A03-420D-8231-1BF64DDD42DE}"/>
                </a:ext>
              </a:extLst>
            </p:cNvPr>
            <p:cNvSpPr/>
            <p:nvPr/>
          </p:nvSpPr>
          <p:spPr>
            <a:xfrm>
              <a:off x="18642896" y="2696235"/>
              <a:ext cx="573881" cy="2588876"/>
            </a:xfrm>
            <a:custGeom>
              <a:avLst/>
              <a:gdLst>
                <a:gd name="connsiteX0" fmla="*/ 429816 w 573881"/>
                <a:gd name="connsiteY0" fmla="*/ 1246251 h 2588876"/>
                <a:gd name="connsiteX1" fmla="*/ 429816 w 573881"/>
                <a:gd name="connsiteY1" fmla="*/ 0 h 2588876"/>
                <a:gd name="connsiteX2" fmla="*/ 144066 w 573881"/>
                <a:gd name="connsiteY2" fmla="*/ 101584 h 2588876"/>
                <a:gd name="connsiteX3" fmla="*/ 144066 w 573881"/>
                <a:gd name="connsiteY3" fmla="*/ 1246251 h 2588876"/>
                <a:gd name="connsiteX4" fmla="*/ 0 w 573881"/>
                <a:gd name="connsiteY4" fmla="*/ 1495054 h 2588876"/>
                <a:gd name="connsiteX5" fmla="*/ 144066 w 573881"/>
                <a:gd name="connsiteY5" fmla="*/ 1743856 h 2588876"/>
                <a:gd name="connsiteX6" fmla="*/ 144066 w 573881"/>
                <a:gd name="connsiteY6" fmla="*/ 2446001 h 2588876"/>
                <a:gd name="connsiteX7" fmla="*/ 286941 w 573881"/>
                <a:gd name="connsiteY7" fmla="*/ 2588876 h 2588876"/>
                <a:gd name="connsiteX8" fmla="*/ 429816 w 573881"/>
                <a:gd name="connsiteY8" fmla="*/ 2446001 h 2588876"/>
                <a:gd name="connsiteX9" fmla="*/ 429816 w 573881"/>
                <a:gd name="connsiteY9" fmla="*/ 1743866 h 2588876"/>
                <a:gd name="connsiteX10" fmla="*/ 573881 w 573881"/>
                <a:gd name="connsiteY10" fmla="*/ 1495063 h 2588876"/>
                <a:gd name="connsiteX11" fmla="*/ 429816 w 573881"/>
                <a:gd name="connsiteY11" fmla="*/ 1246251 h 258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3881" h="2588876">
                  <a:moveTo>
                    <a:pt x="429816" y="1246251"/>
                  </a:moveTo>
                  <a:lnTo>
                    <a:pt x="429816" y="0"/>
                  </a:lnTo>
                  <a:lnTo>
                    <a:pt x="144066" y="101584"/>
                  </a:lnTo>
                  <a:lnTo>
                    <a:pt x="144066" y="1246251"/>
                  </a:lnTo>
                  <a:cubicBezTo>
                    <a:pt x="57998" y="1295791"/>
                    <a:pt x="0" y="1388612"/>
                    <a:pt x="0" y="1495054"/>
                  </a:cubicBezTo>
                  <a:cubicBezTo>
                    <a:pt x="0" y="1601486"/>
                    <a:pt x="57998" y="1694317"/>
                    <a:pt x="144066" y="1743856"/>
                  </a:cubicBezTo>
                  <a:lnTo>
                    <a:pt x="144066" y="2446001"/>
                  </a:lnTo>
                  <a:cubicBezTo>
                    <a:pt x="144066" y="2524906"/>
                    <a:pt x="208036" y="2588876"/>
                    <a:pt x="286941" y="2588876"/>
                  </a:cubicBezTo>
                  <a:cubicBezTo>
                    <a:pt x="365846" y="2588876"/>
                    <a:pt x="429816" y="2524906"/>
                    <a:pt x="429816" y="2446001"/>
                  </a:cubicBezTo>
                  <a:lnTo>
                    <a:pt x="429816" y="1743866"/>
                  </a:lnTo>
                  <a:cubicBezTo>
                    <a:pt x="515884" y="1694336"/>
                    <a:pt x="573881" y="1601495"/>
                    <a:pt x="573881" y="1495063"/>
                  </a:cubicBezTo>
                  <a:cubicBezTo>
                    <a:pt x="573881" y="1388621"/>
                    <a:pt x="515893" y="1295791"/>
                    <a:pt x="429816" y="1246251"/>
                  </a:cubicBezTo>
                  <a:close/>
                </a:path>
              </a:pathLst>
            </a:custGeom>
            <a:grp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0C7B75A3-288C-43C9-9B7F-52A2EB7DB877}"/>
                </a:ext>
              </a:extLst>
            </p:cNvPr>
            <p:cNvSpPr/>
            <p:nvPr/>
          </p:nvSpPr>
          <p:spPr>
            <a:xfrm>
              <a:off x="15543423" y="2931293"/>
              <a:ext cx="2868091" cy="1154191"/>
            </a:xfrm>
            <a:custGeom>
              <a:avLst/>
              <a:gdLst>
                <a:gd name="connsiteX0" fmla="*/ 1434046 w 2868091"/>
                <a:gd name="connsiteY0" fmla="*/ 483537 h 1154191"/>
                <a:gd name="connsiteX1" fmla="*/ 1290476 w 2868091"/>
                <a:gd name="connsiteY1" fmla="*/ 458772 h 1154191"/>
                <a:gd name="connsiteX2" fmla="*/ 0 w 2868091"/>
                <a:gd name="connsiteY2" fmla="*/ 0 h 1154191"/>
                <a:gd name="connsiteX3" fmla="*/ 0 w 2868091"/>
                <a:gd name="connsiteY3" fmla="*/ 628726 h 1154191"/>
                <a:gd name="connsiteX4" fmla="*/ 476945 w 2868091"/>
                <a:gd name="connsiteY4" fmla="*/ 1015346 h 1154191"/>
                <a:gd name="connsiteX5" fmla="*/ 1434046 w 2868091"/>
                <a:gd name="connsiteY5" fmla="*/ 1154192 h 1154191"/>
                <a:gd name="connsiteX6" fmla="*/ 2391147 w 2868091"/>
                <a:gd name="connsiteY6" fmla="*/ 1015346 h 1154191"/>
                <a:gd name="connsiteX7" fmla="*/ 2868092 w 2868091"/>
                <a:gd name="connsiteY7" fmla="*/ 628726 h 1154191"/>
                <a:gd name="connsiteX8" fmla="*/ 2868092 w 2868091"/>
                <a:gd name="connsiteY8" fmla="*/ 0 h 1154191"/>
                <a:gd name="connsiteX9" fmla="*/ 1577626 w 2868091"/>
                <a:gd name="connsiteY9" fmla="*/ 458772 h 1154191"/>
                <a:gd name="connsiteX10" fmla="*/ 1434046 w 2868091"/>
                <a:gd name="connsiteY10" fmla="*/ 483537 h 115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68091" h="1154191">
                  <a:moveTo>
                    <a:pt x="1434046" y="483537"/>
                  </a:moveTo>
                  <a:cubicBezTo>
                    <a:pt x="1385002" y="483537"/>
                    <a:pt x="1336700" y="475202"/>
                    <a:pt x="1290476" y="458772"/>
                  </a:cubicBezTo>
                  <a:lnTo>
                    <a:pt x="0" y="0"/>
                  </a:lnTo>
                  <a:lnTo>
                    <a:pt x="0" y="628726"/>
                  </a:lnTo>
                  <a:cubicBezTo>
                    <a:pt x="0" y="782545"/>
                    <a:pt x="160468" y="912628"/>
                    <a:pt x="476945" y="1015346"/>
                  </a:cubicBezTo>
                  <a:cubicBezTo>
                    <a:pt x="752799" y="1104881"/>
                    <a:pt x="1092708" y="1154192"/>
                    <a:pt x="1434046" y="1154192"/>
                  </a:cubicBezTo>
                  <a:cubicBezTo>
                    <a:pt x="1775384" y="1154192"/>
                    <a:pt x="2115284" y="1104881"/>
                    <a:pt x="2391147" y="1015346"/>
                  </a:cubicBezTo>
                  <a:cubicBezTo>
                    <a:pt x="2707624" y="912628"/>
                    <a:pt x="2868092" y="782545"/>
                    <a:pt x="2868092" y="628726"/>
                  </a:cubicBezTo>
                  <a:lnTo>
                    <a:pt x="2868092" y="0"/>
                  </a:lnTo>
                  <a:lnTo>
                    <a:pt x="1577626" y="458772"/>
                  </a:lnTo>
                  <a:cubicBezTo>
                    <a:pt x="1531391" y="475202"/>
                    <a:pt x="1483090" y="483537"/>
                    <a:pt x="1434046" y="483537"/>
                  </a:cubicBezTo>
                  <a:close/>
                </a:path>
              </a:pathLst>
            </a:custGeom>
            <a:grpFill/>
            <a:ln w="9525" cap="flat">
              <a:noFill/>
              <a:prstDash val="solid"/>
              <a:miter/>
            </a:ln>
          </p:spPr>
          <p:txBody>
            <a:bodyPr rtlCol="0" anchor="ctr"/>
            <a:lstStyle/>
            <a:p>
              <a:endParaRPr lang="en-US"/>
            </a:p>
          </p:txBody>
        </p:sp>
      </p:grpSp>
      <p:grpSp>
        <p:nvGrpSpPr>
          <p:cNvPr id="193" name="Graphic 48">
            <a:extLst>
              <a:ext uri="{FF2B5EF4-FFF2-40B4-BE49-F238E27FC236}">
                <a16:creationId xmlns:a16="http://schemas.microsoft.com/office/drawing/2014/main" id="{83860966-1FC7-4659-A6CD-4F2E7235F931}"/>
              </a:ext>
            </a:extLst>
          </p:cNvPr>
          <p:cNvGrpSpPr>
            <a:grpSpLocks noChangeAspect="1"/>
          </p:cNvGrpSpPr>
          <p:nvPr/>
        </p:nvGrpSpPr>
        <p:grpSpPr>
          <a:xfrm>
            <a:off x="3105043" y="5862761"/>
            <a:ext cx="391021" cy="365760"/>
            <a:chOff x="14539069" y="970343"/>
            <a:chExt cx="4876800" cy="4561751"/>
          </a:xfrm>
          <a:solidFill>
            <a:schemeClr val="tx2"/>
          </a:solidFill>
        </p:grpSpPr>
        <p:sp>
          <p:nvSpPr>
            <p:cNvPr id="194" name="Freeform: Shape 193">
              <a:extLst>
                <a:ext uri="{FF2B5EF4-FFF2-40B4-BE49-F238E27FC236}">
                  <a16:creationId xmlns:a16="http://schemas.microsoft.com/office/drawing/2014/main" id="{181A46E8-314F-4A2E-B29E-7E1EE72075B8}"/>
                </a:ext>
              </a:extLst>
            </p:cNvPr>
            <p:cNvSpPr/>
            <p:nvPr/>
          </p:nvSpPr>
          <p:spPr>
            <a:xfrm>
              <a:off x="14986238" y="1178493"/>
              <a:ext cx="3982529" cy="3954570"/>
            </a:xfrm>
            <a:custGeom>
              <a:avLst/>
              <a:gdLst>
                <a:gd name="connsiteX0" fmla="*/ 3679471 w 3982529"/>
                <a:gd name="connsiteY0" fmla="*/ 2104292 h 3954570"/>
                <a:gd name="connsiteX1" fmla="*/ 3352430 w 3982529"/>
                <a:gd name="connsiteY1" fmla="*/ 2135076 h 3954570"/>
                <a:gd name="connsiteX2" fmla="*/ 3208221 w 3982529"/>
                <a:gd name="connsiteY2" fmla="*/ 2258711 h 3954570"/>
                <a:gd name="connsiteX3" fmla="*/ 2956552 w 3982529"/>
                <a:gd name="connsiteY3" fmla="*/ 2181187 h 3954570"/>
                <a:gd name="connsiteX4" fmla="*/ 2966991 w 3982529"/>
                <a:gd name="connsiteY4" fmla="*/ 2040188 h 3954570"/>
                <a:gd name="connsiteX5" fmla="*/ 2799723 w 3982529"/>
                <a:gd name="connsiteY5" fmla="*/ 1501407 h 3954570"/>
                <a:gd name="connsiteX6" fmla="*/ 2992480 w 3982529"/>
                <a:gd name="connsiteY6" fmla="*/ 1321384 h 3954570"/>
                <a:gd name="connsiteX7" fmla="*/ 3176227 w 3982529"/>
                <a:gd name="connsiteY7" fmla="*/ 1369543 h 3954570"/>
                <a:gd name="connsiteX8" fmla="*/ 3191248 w 3982529"/>
                <a:gd name="connsiteY8" fmla="*/ 1369800 h 3954570"/>
                <a:gd name="connsiteX9" fmla="*/ 3483837 w 3982529"/>
                <a:gd name="connsiteY9" fmla="*/ 1254271 h 3954570"/>
                <a:gd name="connsiteX10" fmla="*/ 3504544 w 3982529"/>
                <a:gd name="connsiteY10" fmla="*/ 647643 h 3954570"/>
                <a:gd name="connsiteX11" fmla="*/ 3205526 w 3982529"/>
                <a:gd name="connsiteY11" fmla="*/ 511645 h 3954570"/>
                <a:gd name="connsiteX12" fmla="*/ 2897925 w 3982529"/>
                <a:gd name="connsiteY12" fmla="*/ 626926 h 3954570"/>
                <a:gd name="connsiteX13" fmla="*/ 2797627 w 3982529"/>
                <a:gd name="connsiteY13" fmla="*/ 1112377 h 3954570"/>
                <a:gd name="connsiteX14" fmla="*/ 2604641 w 3982529"/>
                <a:gd name="connsiteY14" fmla="*/ 1292619 h 3954570"/>
                <a:gd name="connsiteX15" fmla="*/ 2156395 w 3982529"/>
                <a:gd name="connsiteY15" fmla="*/ 1097432 h 3954570"/>
                <a:gd name="connsiteX16" fmla="*/ 2156395 w 3982529"/>
                <a:gd name="connsiteY16" fmla="*/ 833857 h 3954570"/>
                <a:gd name="connsiteX17" fmla="*/ 2442726 w 3982529"/>
                <a:gd name="connsiteY17" fmla="*/ 429206 h 3954570"/>
                <a:gd name="connsiteX18" fmla="*/ 2013520 w 3982529"/>
                <a:gd name="connsiteY18" fmla="*/ 0 h 3954570"/>
                <a:gd name="connsiteX19" fmla="*/ 1584323 w 3982529"/>
                <a:gd name="connsiteY19" fmla="*/ 429206 h 3954570"/>
                <a:gd name="connsiteX20" fmla="*/ 1870645 w 3982529"/>
                <a:gd name="connsiteY20" fmla="*/ 833857 h 3954570"/>
                <a:gd name="connsiteX21" fmla="*/ 1870645 w 3982529"/>
                <a:gd name="connsiteY21" fmla="*/ 1097432 h 3954570"/>
                <a:gd name="connsiteX22" fmla="*/ 1422398 w 3982529"/>
                <a:gd name="connsiteY22" fmla="*/ 1292619 h 3954570"/>
                <a:gd name="connsiteX23" fmla="*/ 1229412 w 3982529"/>
                <a:gd name="connsiteY23" fmla="*/ 1112377 h 3954570"/>
                <a:gd name="connsiteX24" fmla="*/ 1129114 w 3982529"/>
                <a:gd name="connsiteY24" fmla="*/ 626926 h 3954570"/>
                <a:gd name="connsiteX25" fmla="*/ 522486 w 3982529"/>
                <a:gd name="connsiteY25" fmla="*/ 647643 h 3954570"/>
                <a:gd name="connsiteX26" fmla="*/ 543202 w 3982529"/>
                <a:gd name="connsiteY26" fmla="*/ 1254271 h 3954570"/>
                <a:gd name="connsiteX27" fmla="*/ 836010 w 3982529"/>
                <a:gd name="connsiteY27" fmla="*/ 1369600 h 3954570"/>
                <a:gd name="connsiteX28" fmla="*/ 1034330 w 3982529"/>
                <a:gd name="connsiteY28" fmla="*/ 1321184 h 3954570"/>
                <a:gd name="connsiteX29" fmla="*/ 1227307 w 3982529"/>
                <a:gd name="connsiteY29" fmla="*/ 1501416 h 3954570"/>
                <a:gd name="connsiteX30" fmla="*/ 1060038 w 3982529"/>
                <a:gd name="connsiteY30" fmla="*/ 2040207 h 3954570"/>
                <a:gd name="connsiteX31" fmla="*/ 1060581 w 3982529"/>
                <a:gd name="connsiteY31" fmla="*/ 2070945 h 3954570"/>
                <a:gd name="connsiteX32" fmla="*/ 801530 w 3982529"/>
                <a:gd name="connsiteY32" fmla="*/ 2118798 h 3954570"/>
                <a:gd name="connsiteX33" fmla="*/ 672619 w 3982529"/>
                <a:gd name="connsiteY33" fmla="*/ 1979276 h 3954570"/>
                <a:gd name="connsiteX34" fmla="*/ 351350 w 3982529"/>
                <a:gd name="connsiteY34" fmla="*/ 1910791 h 3954570"/>
                <a:gd name="connsiteX35" fmla="*/ 75744 w 3982529"/>
                <a:gd name="connsiteY35" fmla="*/ 2089538 h 3954570"/>
                <a:gd name="connsiteX36" fmla="*/ 7259 w 3982529"/>
                <a:gd name="connsiteY36" fmla="*/ 2410816 h 3954570"/>
                <a:gd name="connsiteX37" fmla="*/ 429141 w 3982529"/>
                <a:gd name="connsiteY37" fmla="*/ 2762088 h 3954570"/>
                <a:gd name="connsiteX38" fmla="*/ 507284 w 3982529"/>
                <a:gd name="connsiteY38" fmla="*/ 2754906 h 3954570"/>
                <a:gd name="connsiteX39" fmla="*/ 782890 w 3982529"/>
                <a:gd name="connsiteY39" fmla="*/ 2576160 h 3954570"/>
                <a:gd name="connsiteX40" fmla="*/ 853451 w 3982529"/>
                <a:gd name="connsiteY40" fmla="*/ 2399795 h 3954570"/>
                <a:gd name="connsiteX41" fmla="*/ 1112436 w 3982529"/>
                <a:gd name="connsiteY41" fmla="*/ 2351951 h 3954570"/>
                <a:gd name="connsiteX42" fmla="*/ 1304269 w 3982529"/>
                <a:gd name="connsiteY42" fmla="*/ 2676716 h 3954570"/>
                <a:gd name="connsiteX43" fmla="*/ 1136372 w 3982529"/>
                <a:gd name="connsiteY43" fmla="*/ 2880608 h 3954570"/>
                <a:gd name="connsiteX44" fmla="*/ 658112 w 3982529"/>
                <a:gd name="connsiteY44" fmla="*/ 3010958 h 3954570"/>
                <a:gd name="connsiteX45" fmla="*/ 716586 w 3982529"/>
                <a:gd name="connsiteY45" fmla="*/ 3615109 h 3954570"/>
                <a:gd name="connsiteX46" fmla="*/ 988639 w 3982529"/>
                <a:gd name="connsiteY46" fmla="*/ 3713036 h 3954570"/>
                <a:gd name="connsiteX47" fmla="*/ 1030768 w 3982529"/>
                <a:gd name="connsiteY47" fmla="*/ 3710997 h 3954570"/>
                <a:gd name="connsiteX48" fmla="*/ 1320738 w 3982529"/>
                <a:gd name="connsiteY48" fmla="*/ 3556626 h 3954570"/>
                <a:gd name="connsiteX49" fmla="*/ 1356942 w 3982529"/>
                <a:gd name="connsiteY49" fmla="*/ 3062240 h 3954570"/>
                <a:gd name="connsiteX50" fmla="*/ 1524706 w 3982529"/>
                <a:gd name="connsiteY50" fmla="*/ 2858519 h 3954570"/>
                <a:gd name="connsiteX51" fmla="*/ 2013520 w 3982529"/>
                <a:gd name="connsiteY51" fmla="*/ 2993660 h 3954570"/>
                <a:gd name="connsiteX52" fmla="*/ 2247054 w 3982529"/>
                <a:gd name="connsiteY52" fmla="*/ 2964685 h 3954570"/>
                <a:gd name="connsiteX53" fmla="*/ 2349171 w 3982529"/>
                <a:gd name="connsiteY53" fmla="*/ 3207677 h 3954570"/>
                <a:gd name="connsiteX54" fmla="*/ 2241977 w 3982529"/>
                <a:gd name="connsiteY54" fmla="*/ 3691652 h 3954570"/>
                <a:gd name="connsiteX55" fmla="*/ 2638236 w 3982529"/>
                <a:gd name="connsiteY55" fmla="*/ 3954571 h 3954570"/>
                <a:gd name="connsiteX56" fmla="*/ 2803933 w 3982529"/>
                <a:gd name="connsiteY56" fmla="*/ 3921052 h 3954570"/>
                <a:gd name="connsiteX57" fmla="*/ 3035019 w 3982529"/>
                <a:gd name="connsiteY57" fmla="*/ 3687585 h 3954570"/>
                <a:gd name="connsiteX58" fmla="*/ 3033333 w 3982529"/>
                <a:gd name="connsiteY58" fmla="*/ 3359096 h 3954570"/>
                <a:gd name="connsiteX59" fmla="*/ 2612604 w 3982529"/>
                <a:gd name="connsiteY59" fmla="*/ 3096968 h 3954570"/>
                <a:gd name="connsiteX60" fmla="*/ 2510363 w 3982529"/>
                <a:gd name="connsiteY60" fmla="*/ 2853681 h 3954570"/>
                <a:gd name="connsiteX61" fmla="*/ 2872303 w 3982529"/>
                <a:gd name="connsiteY61" fmla="*/ 2454250 h 3954570"/>
                <a:gd name="connsiteX62" fmla="*/ 3124097 w 3982529"/>
                <a:gd name="connsiteY62" fmla="*/ 2531812 h 3954570"/>
                <a:gd name="connsiteX63" fmla="*/ 3173741 w 3982529"/>
                <a:gd name="connsiteY63" fmla="*/ 2715158 h 3954570"/>
                <a:gd name="connsiteX64" fmla="*/ 3426773 w 3982529"/>
                <a:gd name="connsiteY64" fmla="*/ 2924642 h 3954570"/>
                <a:gd name="connsiteX65" fmla="*/ 3553655 w 3982529"/>
                <a:gd name="connsiteY65" fmla="*/ 2943873 h 3954570"/>
                <a:gd name="connsiteX66" fmla="*/ 3753813 w 3982529"/>
                <a:gd name="connsiteY66" fmla="*/ 2893857 h 3954570"/>
                <a:gd name="connsiteX67" fmla="*/ 3963296 w 3982529"/>
                <a:gd name="connsiteY67" fmla="*/ 2640825 h 3954570"/>
                <a:gd name="connsiteX68" fmla="*/ 3932512 w 3982529"/>
                <a:gd name="connsiteY68" fmla="*/ 2313785 h 3954570"/>
                <a:gd name="connsiteX69" fmla="*/ 3679471 w 3982529"/>
                <a:gd name="connsiteY69" fmla="*/ 2104292 h 3954570"/>
                <a:gd name="connsiteX70" fmla="*/ 2419856 w 3982529"/>
                <a:gd name="connsiteY70" fmla="*/ 2189341 h 3954570"/>
                <a:gd name="connsiteX71" fmla="*/ 2134106 w 3982529"/>
                <a:gd name="connsiteY71" fmla="*/ 2189341 h 3954570"/>
                <a:gd name="connsiteX72" fmla="*/ 2134106 w 3982529"/>
                <a:gd name="connsiteY72" fmla="*/ 1903590 h 3954570"/>
                <a:gd name="connsiteX73" fmla="*/ 2419856 w 3982529"/>
                <a:gd name="connsiteY73" fmla="*/ 1903590 h 3954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982529" h="3954570">
                  <a:moveTo>
                    <a:pt x="3679471" y="2104292"/>
                  </a:moveTo>
                  <a:cubicBezTo>
                    <a:pt x="3569895" y="2070535"/>
                    <a:pt x="3453757" y="2081470"/>
                    <a:pt x="3352430" y="2135076"/>
                  </a:cubicBezTo>
                  <a:cubicBezTo>
                    <a:pt x="3294794" y="2165566"/>
                    <a:pt x="3245902" y="2207809"/>
                    <a:pt x="3208221" y="2258711"/>
                  </a:cubicBezTo>
                  <a:lnTo>
                    <a:pt x="2956552" y="2181187"/>
                  </a:lnTo>
                  <a:cubicBezTo>
                    <a:pt x="2963400" y="2135162"/>
                    <a:pt x="2966991" y="2088090"/>
                    <a:pt x="2966991" y="2040188"/>
                  </a:cubicBezTo>
                  <a:cubicBezTo>
                    <a:pt x="2966991" y="1840392"/>
                    <a:pt x="2905174" y="1654788"/>
                    <a:pt x="2799723" y="1501407"/>
                  </a:cubicBezTo>
                  <a:lnTo>
                    <a:pt x="2992480" y="1321384"/>
                  </a:lnTo>
                  <a:cubicBezTo>
                    <a:pt x="3048630" y="1350693"/>
                    <a:pt x="3111066" y="1367314"/>
                    <a:pt x="3176227" y="1369543"/>
                  </a:cubicBezTo>
                  <a:cubicBezTo>
                    <a:pt x="3181247" y="1369714"/>
                    <a:pt x="3186247" y="1369800"/>
                    <a:pt x="3191248" y="1369800"/>
                  </a:cubicBezTo>
                  <a:cubicBezTo>
                    <a:pt x="3300319" y="1369800"/>
                    <a:pt x="3403722" y="1329090"/>
                    <a:pt x="3483837" y="1254271"/>
                  </a:cubicBezTo>
                  <a:cubicBezTo>
                    <a:pt x="3656792" y="1092727"/>
                    <a:pt x="3666079" y="820598"/>
                    <a:pt x="3504544" y="647643"/>
                  </a:cubicBezTo>
                  <a:cubicBezTo>
                    <a:pt x="3426296" y="563861"/>
                    <a:pt x="3320102" y="515560"/>
                    <a:pt x="3205526" y="511645"/>
                  </a:cubicBezTo>
                  <a:cubicBezTo>
                    <a:pt x="3090931" y="507787"/>
                    <a:pt x="2981707" y="548669"/>
                    <a:pt x="2897925" y="626926"/>
                  </a:cubicBezTo>
                  <a:cubicBezTo>
                    <a:pt x="2761575" y="754285"/>
                    <a:pt x="2727028" y="950347"/>
                    <a:pt x="2797627" y="1112377"/>
                  </a:cubicBezTo>
                  <a:lnTo>
                    <a:pt x="2604641" y="1292619"/>
                  </a:lnTo>
                  <a:cubicBezTo>
                    <a:pt x="2477425" y="1191816"/>
                    <a:pt x="2323997" y="1122721"/>
                    <a:pt x="2156395" y="1097432"/>
                  </a:cubicBezTo>
                  <a:lnTo>
                    <a:pt x="2156395" y="833857"/>
                  </a:lnTo>
                  <a:cubicBezTo>
                    <a:pt x="2323016" y="774849"/>
                    <a:pt x="2442726" y="615782"/>
                    <a:pt x="2442726" y="429206"/>
                  </a:cubicBezTo>
                  <a:cubicBezTo>
                    <a:pt x="2442726" y="192538"/>
                    <a:pt x="2250187" y="0"/>
                    <a:pt x="2013520" y="0"/>
                  </a:cubicBezTo>
                  <a:cubicBezTo>
                    <a:pt x="1776861" y="0"/>
                    <a:pt x="1584323" y="192538"/>
                    <a:pt x="1584323" y="429206"/>
                  </a:cubicBezTo>
                  <a:cubicBezTo>
                    <a:pt x="1584323" y="615782"/>
                    <a:pt x="1704033" y="774849"/>
                    <a:pt x="1870645" y="833857"/>
                  </a:cubicBezTo>
                  <a:lnTo>
                    <a:pt x="1870645" y="1097432"/>
                  </a:lnTo>
                  <a:cubicBezTo>
                    <a:pt x="1703043" y="1122721"/>
                    <a:pt x="1549614" y="1191816"/>
                    <a:pt x="1422398" y="1292619"/>
                  </a:cubicBezTo>
                  <a:lnTo>
                    <a:pt x="1229412" y="1112377"/>
                  </a:lnTo>
                  <a:cubicBezTo>
                    <a:pt x="1300011" y="950338"/>
                    <a:pt x="1265474" y="754275"/>
                    <a:pt x="1129114" y="626926"/>
                  </a:cubicBezTo>
                  <a:cubicBezTo>
                    <a:pt x="956149" y="465392"/>
                    <a:pt x="684020" y="474678"/>
                    <a:pt x="522486" y="647643"/>
                  </a:cubicBezTo>
                  <a:cubicBezTo>
                    <a:pt x="360951" y="820598"/>
                    <a:pt x="370247" y="1092727"/>
                    <a:pt x="543202" y="1254271"/>
                  </a:cubicBezTo>
                  <a:cubicBezTo>
                    <a:pt x="625803" y="1331424"/>
                    <a:pt x="731016" y="1369600"/>
                    <a:pt x="836010" y="1369600"/>
                  </a:cubicBezTo>
                  <a:cubicBezTo>
                    <a:pt x="904324" y="1369600"/>
                    <a:pt x="972494" y="1353303"/>
                    <a:pt x="1034330" y="1321184"/>
                  </a:cubicBezTo>
                  <a:lnTo>
                    <a:pt x="1227307" y="1501416"/>
                  </a:lnTo>
                  <a:cubicBezTo>
                    <a:pt x="1121856" y="1654807"/>
                    <a:pt x="1060038" y="1840411"/>
                    <a:pt x="1060038" y="2040207"/>
                  </a:cubicBezTo>
                  <a:cubicBezTo>
                    <a:pt x="1060038" y="2050494"/>
                    <a:pt x="1060257" y="2060734"/>
                    <a:pt x="1060581" y="2070945"/>
                  </a:cubicBezTo>
                  <a:lnTo>
                    <a:pt x="801530" y="2118798"/>
                  </a:lnTo>
                  <a:cubicBezTo>
                    <a:pt x="770002" y="2063877"/>
                    <a:pt x="726340" y="2016243"/>
                    <a:pt x="672619" y="1979276"/>
                  </a:cubicBezTo>
                  <a:cubicBezTo>
                    <a:pt x="578169" y="1914287"/>
                    <a:pt x="464069" y="1889970"/>
                    <a:pt x="351350" y="1910791"/>
                  </a:cubicBezTo>
                  <a:cubicBezTo>
                    <a:pt x="238612" y="1931622"/>
                    <a:pt x="140733" y="1995097"/>
                    <a:pt x="75744" y="2089538"/>
                  </a:cubicBezTo>
                  <a:cubicBezTo>
                    <a:pt x="10755" y="2183978"/>
                    <a:pt x="-13562" y="2298078"/>
                    <a:pt x="7259" y="2410816"/>
                  </a:cubicBezTo>
                  <a:cubicBezTo>
                    <a:pt x="45407" y="2617299"/>
                    <a:pt x="226287" y="2762088"/>
                    <a:pt x="429141" y="2762088"/>
                  </a:cubicBezTo>
                  <a:cubicBezTo>
                    <a:pt x="454915" y="2762088"/>
                    <a:pt x="481052" y="2759745"/>
                    <a:pt x="507284" y="2754906"/>
                  </a:cubicBezTo>
                  <a:cubicBezTo>
                    <a:pt x="620022" y="2734075"/>
                    <a:pt x="717900" y="2670601"/>
                    <a:pt x="782890" y="2576160"/>
                  </a:cubicBezTo>
                  <a:cubicBezTo>
                    <a:pt x="819856" y="2522449"/>
                    <a:pt x="843621" y="2462365"/>
                    <a:pt x="853451" y="2399795"/>
                  </a:cubicBezTo>
                  <a:lnTo>
                    <a:pt x="1112436" y="2351951"/>
                  </a:lnTo>
                  <a:cubicBezTo>
                    <a:pt x="1154469" y="2473100"/>
                    <a:pt x="1220278" y="2583228"/>
                    <a:pt x="1304269" y="2676716"/>
                  </a:cubicBezTo>
                  <a:lnTo>
                    <a:pt x="1136372" y="2880608"/>
                  </a:lnTo>
                  <a:cubicBezTo>
                    <a:pt x="970246" y="2820238"/>
                    <a:pt x="776717" y="2866939"/>
                    <a:pt x="658112" y="3010958"/>
                  </a:cubicBezTo>
                  <a:cubicBezTo>
                    <a:pt x="507674" y="3193647"/>
                    <a:pt x="533906" y="3464662"/>
                    <a:pt x="716586" y="3615109"/>
                  </a:cubicBezTo>
                  <a:cubicBezTo>
                    <a:pt x="794158" y="3678993"/>
                    <a:pt x="889446" y="3713036"/>
                    <a:pt x="988639" y="3713036"/>
                  </a:cubicBezTo>
                  <a:cubicBezTo>
                    <a:pt x="1002612" y="3713036"/>
                    <a:pt x="1016681" y="3712360"/>
                    <a:pt x="1030768" y="3710997"/>
                  </a:cubicBezTo>
                  <a:cubicBezTo>
                    <a:pt x="1144878" y="3699948"/>
                    <a:pt x="1247862" y="3645132"/>
                    <a:pt x="1320738" y="3556626"/>
                  </a:cubicBezTo>
                  <a:cubicBezTo>
                    <a:pt x="1439333" y="3412598"/>
                    <a:pt x="1448049" y="3213707"/>
                    <a:pt x="1356942" y="3062240"/>
                  </a:cubicBezTo>
                  <a:lnTo>
                    <a:pt x="1524706" y="2858519"/>
                  </a:lnTo>
                  <a:cubicBezTo>
                    <a:pt x="1667733" y="2944273"/>
                    <a:pt x="1834954" y="2993660"/>
                    <a:pt x="2013520" y="2993660"/>
                  </a:cubicBezTo>
                  <a:cubicBezTo>
                    <a:pt x="2094063" y="2993660"/>
                    <a:pt x="2172292" y="2983573"/>
                    <a:pt x="2247054" y="2964685"/>
                  </a:cubicBezTo>
                  <a:lnTo>
                    <a:pt x="2349171" y="3207677"/>
                  </a:lnTo>
                  <a:cubicBezTo>
                    <a:pt x="2218431" y="3326625"/>
                    <a:pt x="2169701" y="3519649"/>
                    <a:pt x="2241977" y="3691652"/>
                  </a:cubicBezTo>
                  <a:cubicBezTo>
                    <a:pt x="2310919" y="3855691"/>
                    <a:pt x="2470529" y="3954571"/>
                    <a:pt x="2638236" y="3954571"/>
                  </a:cubicBezTo>
                  <a:cubicBezTo>
                    <a:pt x="2693576" y="3954571"/>
                    <a:pt x="2749802" y="3943798"/>
                    <a:pt x="2803933" y="3921052"/>
                  </a:cubicBezTo>
                  <a:cubicBezTo>
                    <a:pt x="2909622" y="3876637"/>
                    <a:pt x="2991690" y="3793722"/>
                    <a:pt x="3035019" y="3687585"/>
                  </a:cubicBezTo>
                  <a:cubicBezTo>
                    <a:pt x="3078348" y="3581448"/>
                    <a:pt x="3077748" y="3464786"/>
                    <a:pt x="3033333" y="3359096"/>
                  </a:cubicBezTo>
                  <a:cubicBezTo>
                    <a:pt x="2961047" y="3187084"/>
                    <a:pt x="2789055" y="3086824"/>
                    <a:pt x="2612604" y="3096968"/>
                  </a:cubicBezTo>
                  <a:lnTo>
                    <a:pt x="2510363" y="2853681"/>
                  </a:lnTo>
                  <a:cubicBezTo>
                    <a:pt x="2666011" y="2758269"/>
                    <a:pt x="2792322" y="2619480"/>
                    <a:pt x="2872303" y="2454250"/>
                  </a:cubicBezTo>
                  <a:lnTo>
                    <a:pt x="3124097" y="2531812"/>
                  </a:lnTo>
                  <a:cubicBezTo>
                    <a:pt x="3126611" y="2595096"/>
                    <a:pt x="3143251" y="2657523"/>
                    <a:pt x="3173741" y="2715158"/>
                  </a:cubicBezTo>
                  <a:cubicBezTo>
                    <a:pt x="3227348" y="2816495"/>
                    <a:pt x="3317206" y="2890895"/>
                    <a:pt x="3426773" y="2924642"/>
                  </a:cubicBezTo>
                  <a:cubicBezTo>
                    <a:pt x="3468511" y="2937501"/>
                    <a:pt x="3511192" y="2943873"/>
                    <a:pt x="3553655" y="2943873"/>
                  </a:cubicBezTo>
                  <a:cubicBezTo>
                    <a:pt x="3622664" y="2943873"/>
                    <a:pt x="3691082" y="2927033"/>
                    <a:pt x="3753813" y="2893857"/>
                  </a:cubicBezTo>
                  <a:cubicBezTo>
                    <a:pt x="3855150" y="2840250"/>
                    <a:pt x="3929549" y="2750391"/>
                    <a:pt x="3963296" y="2640825"/>
                  </a:cubicBezTo>
                  <a:cubicBezTo>
                    <a:pt x="3997053" y="2531269"/>
                    <a:pt x="3986119" y="2415121"/>
                    <a:pt x="3932512" y="2313785"/>
                  </a:cubicBezTo>
                  <a:cubicBezTo>
                    <a:pt x="3878905" y="2212448"/>
                    <a:pt x="3789037" y="2138048"/>
                    <a:pt x="3679471" y="2104292"/>
                  </a:cubicBezTo>
                  <a:close/>
                  <a:moveTo>
                    <a:pt x="2419856" y="2189341"/>
                  </a:moveTo>
                  <a:lnTo>
                    <a:pt x="2134106" y="2189341"/>
                  </a:lnTo>
                  <a:lnTo>
                    <a:pt x="2134106" y="1903590"/>
                  </a:lnTo>
                  <a:lnTo>
                    <a:pt x="2419856" y="1903590"/>
                  </a:ln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12121AD6-86BC-4DAF-9A3C-2E36B220A85D}"/>
                </a:ext>
              </a:extLst>
            </p:cNvPr>
            <p:cNvSpPr/>
            <p:nvPr/>
          </p:nvSpPr>
          <p:spPr>
            <a:xfrm>
              <a:off x="15190274" y="1066307"/>
              <a:ext cx="285750" cy="285749"/>
            </a:xfrm>
            <a:custGeom>
              <a:avLst/>
              <a:gdLst>
                <a:gd name="connsiteX0" fmla="*/ 0 w 285750"/>
                <a:gd name="connsiteY0" fmla="*/ 0 h 285749"/>
                <a:gd name="connsiteX1" fmla="*/ 285750 w 285750"/>
                <a:gd name="connsiteY1" fmla="*/ 0 h 285749"/>
                <a:gd name="connsiteX2" fmla="*/ 285750 w 285750"/>
                <a:gd name="connsiteY2" fmla="*/ 285750 h 285749"/>
                <a:gd name="connsiteX3" fmla="*/ 0 w 285750"/>
                <a:gd name="connsiteY3" fmla="*/ 285750 h 285749"/>
              </a:gdLst>
              <a:ahLst/>
              <a:cxnLst>
                <a:cxn ang="0">
                  <a:pos x="connsiteX0" y="connsiteY0"/>
                </a:cxn>
                <a:cxn ang="0">
                  <a:pos x="connsiteX1" y="connsiteY1"/>
                </a:cxn>
                <a:cxn ang="0">
                  <a:pos x="connsiteX2" y="connsiteY2"/>
                </a:cxn>
                <a:cxn ang="0">
                  <a:pos x="connsiteX3" y="connsiteY3"/>
                </a:cxn>
              </a:cxnLst>
              <a:rect l="l" t="t" r="r" b="b"/>
              <a:pathLst>
                <a:path w="285750" h="285749">
                  <a:moveTo>
                    <a:pt x="0" y="0"/>
                  </a:moveTo>
                  <a:lnTo>
                    <a:pt x="285750" y="0"/>
                  </a:lnTo>
                  <a:lnTo>
                    <a:pt x="285750" y="285750"/>
                  </a:lnTo>
                  <a:lnTo>
                    <a:pt x="0" y="285750"/>
                  </a:ln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49ACC120-237A-4E55-A5B6-A057016FE8C9}"/>
                </a:ext>
              </a:extLst>
            </p:cNvPr>
            <p:cNvSpPr/>
            <p:nvPr/>
          </p:nvSpPr>
          <p:spPr>
            <a:xfrm>
              <a:off x="14539069" y="2111324"/>
              <a:ext cx="285750" cy="285750"/>
            </a:xfrm>
            <a:custGeom>
              <a:avLst/>
              <a:gdLst>
                <a:gd name="connsiteX0" fmla="*/ 0 w 285750"/>
                <a:gd name="connsiteY0" fmla="*/ 0 h 285750"/>
                <a:gd name="connsiteX1" fmla="*/ 285750 w 285750"/>
                <a:gd name="connsiteY1" fmla="*/ 0 h 285750"/>
                <a:gd name="connsiteX2" fmla="*/ 285750 w 285750"/>
                <a:gd name="connsiteY2" fmla="*/ 285750 h 285750"/>
                <a:gd name="connsiteX3" fmla="*/ 0 w 285750"/>
                <a:gd name="connsiteY3" fmla="*/ 285750 h 285750"/>
              </a:gdLst>
              <a:ahLst/>
              <a:cxnLst>
                <a:cxn ang="0">
                  <a:pos x="connsiteX0" y="connsiteY0"/>
                </a:cxn>
                <a:cxn ang="0">
                  <a:pos x="connsiteX1" y="connsiteY1"/>
                </a:cxn>
                <a:cxn ang="0">
                  <a:pos x="connsiteX2" y="connsiteY2"/>
                </a:cxn>
                <a:cxn ang="0">
                  <a:pos x="connsiteX3" y="connsiteY3"/>
                </a:cxn>
              </a:cxnLst>
              <a:rect l="l" t="t" r="r" b="b"/>
              <a:pathLst>
                <a:path w="285750" h="285750">
                  <a:moveTo>
                    <a:pt x="0" y="0"/>
                  </a:moveTo>
                  <a:lnTo>
                    <a:pt x="285750" y="0"/>
                  </a:lnTo>
                  <a:lnTo>
                    <a:pt x="285750" y="285750"/>
                  </a:lnTo>
                  <a:lnTo>
                    <a:pt x="0" y="285750"/>
                  </a:ln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8CE696C5-954C-40BE-B540-35AE6528D133}"/>
                </a:ext>
              </a:extLst>
            </p:cNvPr>
            <p:cNvSpPr/>
            <p:nvPr/>
          </p:nvSpPr>
          <p:spPr>
            <a:xfrm>
              <a:off x="18396474" y="970343"/>
              <a:ext cx="285750" cy="285749"/>
            </a:xfrm>
            <a:custGeom>
              <a:avLst/>
              <a:gdLst>
                <a:gd name="connsiteX0" fmla="*/ 0 w 285750"/>
                <a:gd name="connsiteY0" fmla="*/ 0 h 285749"/>
                <a:gd name="connsiteX1" fmla="*/ 285750 w 285750"/>
                <a:gd name="connsiteY1" fmla="*/ 0 h 285749"/>
                <a:gd name="connsiteX2" fmla="*/ 285750 w 285750"/>
                <a:gd name="connsiteY2" fmla="*/ 285750 h 285749"/>
                <a:gd name="connsiteX3" fmla="*/ 0 w 285750"/>
                <a:gd name="connsiteY3" fmla="*/ 285750 h 285749"/>
              </a:gdLst>
              <a:ahLst/>
              <a:cxnLst>
                <a:cxn ang="0">
                  <a:pos x="connsiteX0" y="connsiteY0"/>
                </a:cxn>
                <a:cxn ang="0">
                  <a:pos x="connsiteX1" y="connsiteY1"/>
                </a:cxn>
                <a:cxn ang="0">
                  <a:pos x="connsiteX2" y="connsiteY2"/>
                </a:cxn>
                <a:cxn ang="0">
                  <a:pos x="connsiteX3" y="connsiteY3"/>
                </a:cxn>
              </a:cxnLst>
              <a:rect l="l" t="t" r="r" b="b"/>
              <a:pathLst>
                <a:path w="285750" h="285749">
                  <a:moveTo>
                    <a:pt x="0" y="0"/>
                  </a:moveTo>
                  <a:lnTo>
                    <a:pt x="285750" y="0"/>
                  </a:lnTo>
                  <a:lnTo>
                    <a:pt x="285750" y="285750"/>
                  </a:lnTo>
                  <a:lnTo>
                    <a:pt x="0" y="285750"/>
                  </a:ln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FC086653-DAC4-44AC-9566-E172871DAE46}"/>
                </a:ext>
              </a:extLst>
            </p:cNvPr>
            <p:cNvSpPr/>
            <p:nvPr/>
          </p:nvSpPr>
          <p:spPr>
            <a:xfrm>
              <a:off x="18682872" y="2655154"/>
              <a:ext cx="285750" cy="285750"/>
            </a:xfrm>
            <a:custGeom>
              <a:avLst/>
              <a:gdLst>
                <a:gd name="connsiteX0" fmla="*/ 0 w 285750"/>
                <a:gd name="connsiteY0" fmla="*/ 0 h 285750"/>
                <a:gd name="connsiteX1" fmla="*/ 285750 w 285750"/>
                <a:gd name="connsiteY1" fmla="*/ 0 h 285750"/>
                <a:gd name="connsiteX2" fmla="*/ 285750 w 285750"/>
                <a:gd name="connsiteY2" fmla="*/ 285750 h 285750"/>
                <a:gd name="connsiteX3" fmla="*/ 0 w 285750"/>
                <a:gd name="connsiteY3" fmla="*/ 285750 h 285750"/>
              </a:gdLst>
              <a:ahLst/>
              <a:cxnLst>
                <a:cxn ang="0">
                  <a:pos x="connsiteX0" y="connsiteY0"/>
                </a:cxn>
                <a:cxn ang="0">
                  <a:pos x="connsiteX1" y="connsiteY1"/>
                </a:cxn>
                <a:cxn ang="0">
                  <a:pos x="connsiteX2" y="connsiteY2"/>
                </a:cxn>
                <a:cxn ang="0">
                  <a:pos x="connsiteX3" y="connsiteY3"/>
                </a:cxn>
              </a:cxnLst>
              <a:rect l="l" t="t" r="r" b="b"/>
              <a:pathLst>
                <a:path w="285750" h="285750">
                  <a:moveTo>
                    <a:pt x="0" y="0"/>
                  </a:moveTo>
                  <a:lnTo>
                    <a:pt x="285750" y="0"/>
                  </a:lnTo>
                  <a:lnTo>
                    <a:pt x="285750" y="285750"/>
                  </a:lnTo>
                  <a:lnTo>
                    <a:pt x="0" y="285750"/>
                  </a:ln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358587F3-8397-41D1-9B45-0412C8C468AD}"/>
                </a:ext>
              </a:extLst>
            </p:cNvPr>
            <p:cNvSpPr/>
            <p:nvPr/>
          </p:nvSpPr>
          <p:spPr>
            <a:xfrm>
              <a:off x="18463435" y="4510576"/>
              <a:ext cx="285750" cy="285750"/>
            </a:xfrm>
            <a:custGeom>
              <a:avLst/>
              <a:gdLst>
                <a:gd name="connsiteX0" fmla="*/ 0 w 285750"/>
                <a:gd name="connsiteY0" fmla="*/ 0 h 285750"/>
                <a:gd name="connsiteX1" fmla="*/ 285750 w 285750"/>
                <a:gd name="connsiteY1" fmla="*/ 0 h 285750"/>
                <a:gd name="connsiteX2" fmla="*/ 285750 w 285750"/>
                <a:gd name="connsiteY2" fmla="*/ 285750 h 285750"/>
                <a:gd name="connsiteX3" fmla="*/ 0 w 285750"/>
                <a:gd name="connsiteY3" fmla="*/ 285750 h 285750"/>
              </a:gdLst>
              <a:ahLst/>
              <a:cxnLst>
                <a:cxn ang="0">
                  <a:pos x="connsiteX0" y="connsiteY0"/>
                </a:cxn>
                <a:cxn ang="0">
                  <a:pos x="connsiteX1" y="connsiteY1"/>
                </a:cxn>
                <a:cxn ang="0">
                  <a:pos x="connsiteX2" y="connsiteY2"/>
                </a:cxn>
                <a:cxn ang="0">
                  <a:pos x="connsiteX3" y="connsiteY3"/>
                </a:cxn>
              </a:cxnLst>
              <a:rect l="l" t="t" r="r" b="b"/>
              <a:pathLst>
                <a:path w="285750" h="285750">
                  <a:moveTo>
                    <a:pt x="0" y="0"/>
                  </a:moveTo>
                  <a:lnTo>
                    <a:pt x="285750" y="0"/>
                  </a:lnTo>
                  <a:lnTo>
                    <a:pt x="285750" y="285750"/>
                  </a:lnTo>
                  <a:lnTo>
                    <a:pt x="0" y="285750"/>
                  </a:ln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7372E086-2E94-4AFF-A1AE-35CB7C4A1B97}"/>
                </a:ext>
              </a:extLst>
            </p:cNvPr>
            <p:cNvSpPr/>
            <p:nvPr/>
          </p:nvSpPr>
          <p:spPr>
            <a:xfrm>
              <a:off x="19130119" y="5129053"/>
              <a:ext cx="285750" cy="285750"/>
            </a:xfrm>
            <a:custGeom>
              <a:avLst/>
              <a:gdLst>
                <a:gd name="connsiteX0" fmla="*/ 0 w 285750"/>
                <a:gd name="connsiteY0" fmla="*/ 0 h 285750"/>
                <a:gd name="connsiteX1" fmla="*/ 285750 w 285750"/>
                <a:gd name="connsiteY1" fmla="*/ 0 h 285750"/>
                <a:gd name="connsiteX2" fmla="*/ 285750 w 285750"/>
                <a:gd name="connsiteY2" fmla="*/ 285750 h 285750"/>
                <a:gd name="connsiteX3" fmla="*/ 0 w 285750"/>
                <a:gd name="connsiteY3" fmla="*/ 285750 h 285750"/>
              </a:gdLst>
              <a:ahLst/>
              <a:cxnLst>
                <a:cxn ang="0">
                  <a:pos x="connsiteX0" y="connsiteY0"/>
                </a:cxn>
                <a:cxn ang="0">
                  <a:pos x="connsiteX1" y="connsiteY1"/>
                </a:cxn>
                <a:cxn ang="0">
                  <a:pos x="connsiteX2" y="connsiteY2"/>
                </a:cxn>
                <a:cxn ang="0">
                  <a:pos x="connsiteX3" y="connsiteY3"/>
                </a:cxn>
              </a:cxnLst>
              <a:rect l="l" t="t" r="r" b="b"/>
              <a:pathLst>
                <a:path w="285750" h="285750">
                  <a:moveTo>
                    <a:pt x="0" y="0"/>
                  </a:moveTo>
                  <a:lnTo>
                    <a:pt x="285750" y="0"/>
                  </a:lnTo>
                  <a:lnTo>
                    <a:pt x="285750" y="285750"/>
                  </a:lnTo>
                  <a:lnTo>
                    <a:pt x="0" y="285750"/>
                  </a:ln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D8E1F289-606E-4CCA-879C-9CF29250A041}"/>
                </a:ext>
              </a:extLst>
            </p:cNvPr>
            <p:cNvSpPr/>
            <p:nvPr/>
          </p:nvSpPr>
          <p:spPr>
            <a:xfrm>
              <a:off x="16571799" y="4958346"/>
              <a:ext cx="285750" cy="285750"/>
            </a:xfrm>
            <a:custGeom>
              <a:avLst/>
              <a:gdLst>
                <a:gd name="connsiteX0" fmla="*/ 0 w 285750"/>
                <a:gd name="connsiteY0" fmla="*/ 0 h 285750"/>
                <a:gd name="connsiteX1" fmla="*/ 285750 w 285750"/>
                <a:gd name="connsiteY1" fmla="*/ 0 h 285750"/>
                <a:gd name="connsiteX2" fmla="*/ 285750 w 285750"/>
                <a:gd name="connsiteY2" fmla="*/ 285750 h 285750"/>
                <a:gd name="connsiteX3" fmla="*/ 0 w 285750"/>
                <a:gd name="connsiteY3" fmla="*/ 285750 h 285750"/>
              </a:gdLst>
              <a:ahLst/>
              <a:cxnLst>
                <a:cxn ang="0">
                  <a:pos x="connsiteX0" y="connsiteY0"/>
                </a:cxn>
                <a:cxn ang="0">
                  <a:pos x="connsiteX1" y="connsiteY1"/>
                </a:cxn>
                <a:cxn ang="0">
                  <a:pos x="connsiteX2" y="connsiteY2"/>
                </a:cxn>
                <a:cxn ang="0">
                  <a:pos x="connsiteX3" y="connsiteY3"/>
                </a:cxn>
              </a:cxnLst>
              <a:rect l="l" t="t" r="r" b="b"/>
              <a:pathLst>
                <a:path w="285750" h="285750">
                  <a:moveTo>
                    <a:pt x="0" y="0"/>
                  </a:moveTo>
                  <a:lnTo>
                    <a:pt x="285750" y="0"/>
                  </a:lnTo>
                  <a:lnTo>
                    <a:pt x="285750" y="285750"/>
                  </a:lnTo>
                  <a:lnTo>
                    <a:pt x="0" y="285750"/>
                  </a:ln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9B8558C5-DC5A-467A-BB0D-024D1182A930}"/>
                </a:ext>
              </a:extLst>
            </p:cNvPr>
            <p:cNvSpPr/>
            <p:nvPr/>
          </p:nvSpPr>
          <p:spPr>
            <a:xfrm>
              <a:off x="14731750" y="5246344"/>
              <a:ext cx="285750" cy="285750"/>
            </a:xfrm>
            <a:custGeom>
              <a:avLst/>
              <a:gdLst>
                <a:gd name="connsiteX0" fmla="*/ 0 w 285750"/>
                <a:gd name="connsiteY0" fmla="*/ 0 h 285750"/>
                <a:gd name="connsiteX1" fmla="*/ 285750 w 285750"/>
                <a:gd name="connsiteY1" fmla="*/ 0 h 285750"/>
                <a:gd name="connsiteX2" fmla="*/ 285750 w 285750"/>
                <a:gd name="connsiteY2" fmla="*/ 285750 h 285750"/>
                <a:gd name="connsiteX3" fmla="*/ 0 w 285750"/>
                <a:gd name="connsiteY3" fmla="*/ 285750 h 285750"/>
              </a:gdLst>
              <a:ahLst/>
              <a:cxnLst>
                <a:cxn ang="0">
                  <a:pos x="connsiteX0" y="connsiteY0"/>
                </a:cxn>
                <a:cxn ang="0">
                  <a:pos x="connsiteX1" y="connsiteY1"/>
                </a:cxn>
                <a:cxn ang="0">
                  <a:pos x="connsiteX2" y="connsiteY2"/>
                </a:cxn>
                <a:cxn ang="0">
                  <a:pos x="connsiteX3" y="connsiteY3"/>
                </a:cxn>
              </a:cxnLst>
              <a:rect l="l" t="t" r="r" b="b"/>
              <a:pathLst>
                <a:path w="285750" h="285750">
                  <a:moveTo>
                    <a:pt x="0" y="0"/>
                  </a:moveTo>
                  <a:lnTo>
                    <a:pt x="285750" y="0"/>
                  </a:lnTo>
                  <a:lnTo>
                    <a:pt x="285750" y="285750"/>
                  </a:lnTo>
                  <a:lnTo>
                    <a:pt x="0" y="285750"/>
                  </a:ln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A7DC1587-B92F-47EF-9E5E-982E13010B26}"/>
                </a:ext>
              </a:extLst>
            </p:cNvPr>
            <p:cNvSpPr/>
            <p:nvPr/>
          </p:nvSpPr>
          <p:spPr>
            <a:xfrm>
              <a:off x="14874625" y="4201337"/>
              <a:ext cx="285749" cy="285750"/>
            </a:xfrm>
            <a:custGeom>
              <a:avLst/>
              <a:gdLst>
                <a:gd name="connsiteX0" fmla="*/ 0 w 285749"/>
                <a:gd name="connsiteY0" fmla="*/ 0 h 285750"/>
                <a:gd name="connsiteX1" fmla="*/ 285750 w 285749"/>
                <a:gd name="connsiteY1" fmla="*/ 0 h 285750"/>
                <a:gd name="connsiteX2" fmla="*/ 285750 w 285749"/>
                <a:gd name="connsiteY2" fmla="*/ 285750 h 285750"/>
                <a:gd name="connsiteX3" fmla="*/ 0 w 285749"/>
                <a:gd name="connsiteY3" fmla="*/ 285750 h 285750"/>
              </a:gdLst>
              <a:ahLst/>
              <a:cxnLst>
                <a:cxn ang="0">
                  <a:pos x="connsiteX0" y="connsiteY0"/>
                </a:cxn>
                <a:cxn ang="0">
                  <a:pos x="connsiteX1" y="connsiteY1"/>
                </a:cxn>
                <a:cxn ang="0">
                  <a:pos x="connsiteX2" y="connsiteY2"/>
                </a:cxn>
                <a:cxn ang="0">
                  <a:pos x="connsiteX3" y="connsiteY3"/>
                </a:cxn>
              </a:cxnLst>
              <a:rect l="l" t="t" r="r" b="b"/>
              <a:pathLst>
                <a:path w="285749" h="285750">
                  <a:moveTo>
                    <a:pt x="0" y="0"/>
                  </a:moveTo>
                  <a:lnTo>
                    <a:pt x="285750" y="0"/>
                  </a:lnTo>
                  <a:lnTo>
                    <a:pt x="285750" y="285750"/>
                  </a:lnTo>
                  <a:lnTo>
                    <a:pt x="0" y="285750"/>
                  </a:lnTo>
                  <a:close/>
                </a:path>
              </a:pathLst>
            </a:custGeom>
            <a:grpFill/>
            <a:ln w="9525" cap="flat">
              <a:noFill/>
              <a:prstDash val="solid"/>
              <a:miter/>
            </a:ln>
          </p:spPr>
          <p:txBody>
            <a:bodyPr rtlCol="0" anchor="ctr"/>
            <a:lstStyle/>
            <a:p>
              <a:endParaRPr lang="en-US"/>
            </a:p>
          </p:txBody>
        </p:sp>
      </p:grpSp>
      <p:sp>
        <p:nvSpPr>
          <p:cNvPr id="205" name="Graphic 52">
            <a:extLst>
              <a:ext uri="{FF2B5EF4-FFF2-40B4-BE49-F238E27FC236}">
                <a16:creationId xmlns:a16="http://schemas.microsoft.com/office/drawing/2014/main" id="{C4C07E41-F2F6-47D0-B88F-3192CC91797A}"/>
              </a:ext>
            </a:extLst>
          </p:cNvPr>
          <p:cNvSpPr>
            <a:spLocks noChangeAspect="1"/>
          </p:cNvSpPr>
          <p:nvPr/>
        </p:nvSpPr>
        <p:spPr>
          <a:xfrm>
            <a:off x="2042927" y="5862761"/>
            <a:ext cx="274319" cy="365760"/>
          </a:xfrm>
          <a:custGeom>
            <a:avLst/>
            <a:gdLst>
              <a:gd name="connsiteX0" fmla="*/ 3412274 w 3657609"/>
              <a:gd name="connsiteY0" fmla="*/ 4097638 h 4876821"/>
              <a:gd name="connsiteX1" fmla="*/ 3657600 w 3657609"/>
              <a:gd name="connsiteY1" fmla="*/ 3251218 h 4876821"/>
              <a:gd name="connsiteX2" fmla="*/ 2549138 w 3657609"/>
              <a:gd name="connsiteY2" fmla="*/ 1713093 h 4876821"/>
              <a:gd name="connsiteX3" fmla="*/ 2140134 w 3657609"/>
              <a:gd name="connsiteY3" fmla="*/ 1433343 h 4876821"/>
              <a:gd name="connsiteX4" fmla="*/ 2235194 w 3657609"/>
              <a:gd name="connsiteY4" fmla="*/ 1243225 h 4876821"/>
              <a:gd name="connsiteX5" fmla="*/ 2189750 w 3657609"/>
              <a:gd name="connsiteY5" fmla="*/ 1106903 h 4876821"/>
              <a:gd name="connsiteX6" fmla="*/ 2280638 w 3657609"/>
              <a:gd name="connsiteY6" fmla="*/ 925137 h 4876821"/>
              <a:gd name="connsiteX7" fmla="*/ 2416969 w 3657609"/>
              <a:gd name="connsiteY7" fmla="*/ 879693 h 4876821"/>
              <a:gd name="connsiteX8" fmla="*/ 2630881 w 3657609"/>
              <a:gd name="connsiteY8" fmla="*/ 451859 h 4876821"/>
              <a:gd name="connsiteX9" fmla="*/ 2585438 w 3657609"/>
              <a:gd name="connsiteY9" fmla="*/ 315528 h 4876821"/>
              <a:gd name="connsiteX10" fmla="*/ 1975838 w 3657609"/>
              <a:gd name="connsiteY10" fmla="*/ 10728 h 4876821"/>
              <a:gd name="connsiteX11" fmla="*/ 1839506 w 3657609"/>
              <a:gd name="connsiteY11" fmla="*/ 56171 h 4876821"/>
              <a:gd name="connsiteX12" fmla="*/ 1625594 w 3657609"/>
              <a:gd name="connsiteY12" fmla="*/ 484006 h 4876821"/>
              <a:gd name="connsiteX13" fmla="*/ 1671037 w 3657609"/>
              <a:gd name="connsiteY13" fmla="*/ 620337 h 4876821"/>
              <a:gd name="connsiteX14" fmla="*/ 1580150 w 3657609"/>
              <a:gd name="connsiteY14" fmla="*/ 802103 h 4876821"/>
              <a:gd name="connsiteX15" fmla="*/ 1443819 w 3657609"/>
              <a:gd name="connsiteY15" fmla="*/ 847546 h 4876821"/>
              <a:gd name="connsiteX16" fmla="*/ 620306 w 3657609"/>
              <a:gd name="connsiteY16" fmla="*/ 2494581 h 4876821"/>
              <a:gd name="connsiteX17" fmla="*/ 665750 w 3657609"/>
              <a:gd name="connsiteY17" fmla="*/ 2630912 h 4876821"/>
              <a:gd name="connsiteX18" fmla="*/ 1275350 w 3657609"/>
              <a:gd name="connsiteY18" fmla="*/ 2935712 h 4876821"/>
              <a:gd name="connsiteX19" fmla="*/ 1320689 w 3657609"/>
              <a:gd name="connsiteY19" fmla="*/ 2946428 h 4876821"/>
              <a:gd name="connsiteX20" fmla="*/ 1411672 w 3657609"/>
              <a:gd name="connsiteY20" fmla="*/ 2890269 h 4876821"/>
              <a:gd name="connsiteX21" fmla="*/ 1618307 w 3657609"/>
              <a:gd name="connsiteY21" fmla="*/ 2477055 h 4876821"/>
              <a:gd name="connsiteX22" fmla="*/ 2031987 w 3657609"/>
              <a:gd name="connsiteY22" fmla="*/ 2641618 h 4876821"/>
              <a:gd name="connsiteX23" fmla="*/ 2388327 w 3657609"/>
              <a:gd name="connsiteY23" fmla="*/ 2524394 h 4876821"/>
              <a:gd name="connsiteX24" fmla="*/ 2844784 w 3657609"/>
              <a:gd name="connsiteY24" fmla="*/ 3251218 h 4876821"/>
              <a:gd name="connsiteX25" fmla="*/ 2031987 w 3657609"/>
              <a:gd name="connsiteY25" fmla="*/ 4064015 h 4876821"/>
              <a:gd name="connsiteX26" fmla="*/ 1219190 w 3657609"/>
              <a:gd name="connsiteY26" fmla="*/ 4064015 h 4876821"/>
              <a:gd name="connsiteX27" fmla="*/ 1219190 w 3657609"/>
              <a:gd name="connsiteY27" fmla="*/ 3860818 h 4876821"/>
              <a:gd name="connsiteX28" fmla="*/ 1523990 w 3657609"/>
              <a:gd name="connsiteY28" fmla="*/ 3860818 h 4876821"/>
              <a:gd name="connsiteX29" fmla="*/ 1625594 w 3657609"/>
              <a:gd name="connsiteY29" fmla="*/ 3759215 h 4876821"/>
              <a:gd name="connsiteX30" fmla="*/ 1523990 w 3657609"/>
              <a:gd name="connsiteY30" fmla="*/ 3657612 h 4876821"/>
              <a:gd name="connsiteX31" fmla="*/ 1117587 w 3657609"/>
              <a:gd name="connsiteY31" fmla="*/ 3657612 h 4876821"/>
              <a:gd name="connsiteX32" fmla="*/ 507987 w 3657609"/>
              <a:gd name="connsiteY32" fmla="*/ 3657612 h 4876821"/>
              <a:gd name="connsiteX33" fmla="*/ 101603 w 3657609"/>
              <a:gd name="connsiteY33" fmla="*/ 3657612 h 4876821"/>
              <a:gd name="connsiteX34" fmla="*/ 0 w 3657609"/>
              <a:gd name="connsiteY34" fmla="*/ 3759215 h 4876821"/>
              <a:gd name="connsiteX35" fmla="*/ 101603 w 3657609"/>
              <a:gd name="connsiteY35" fmla="*/ 3860818 h 4876821"/>
              <a:gd name="connsiteX36" fmla="*/ 406403 w 3657609"/>
              <a:gd name="connsiteY36" fmla="*/ 3860818 h 4876821"/>
              <a:gd name="connsiteX37" fmla="*/ 406403 w 3657609"/>
              <a:gd name="connsiteY37" fmla="*/ 4064015 h 4876821"/>
              <a:gd name="connsiteX38" fmla="*/ 0 w 3657609"/>
              <a:gd name="connsiteY38" fmla="*/ 4470418 h 4876821"/>
              <a:gd name="connsiteX39" fmla="*/ 0 w 3657609"/>
              <a:gd name="connsiteY39" fmla="*/ 4775218 h 4876821"/>
              <a:gd name="connsiteX40" fmla="*/ 101603 w 3657609"/>
              <a:gd name="connsiteY40" fmla="*/ 4876822 h 4876821"/>
              <a:gd name="connsiteX41" fmla="*/ 3556007 w 3657609"/>
              <a:gd name="connsiteY41" fmla="*/ 4876822 h 4876821"/>
              <a:gd name="connsiteX42" fmla="*/ 3657610 w 3657609"/>
              <a:gd name="connsiteY42" fmla="*/ 4775218 h 4876821"/>
              <a:gd name="connsiteX43" fmla="*/ 3657610 w 3657609"/>
              <a:gd name="connsiteY43" fmla="*/ 4470418 h 4876821"/>
              <a:gd name="connsiteX44" fmla="*/ 3412274 w 3657609"/>
              <a:gd name="connsiteY44" fmla="*/ 4097638 h 4876821"/>
              <a:gd name="connsiteX45" fmla="*/ 2032007 w 3657609"/>
              <a:gd name="connsiteY45" fmla="*/ 2235215 h 4876821"/>
              <a:gd name="connsiteX46" fmla="*/ 1828810 w 3657609"/>
              <a:gd name="connsiteY46" fmla="*/ 2032018 h 4876821"/>
              <a:gd name="connsiteX47" fmla="*/ 2032007 w 3657609"/>
              <a:gd name="connsiteY47" fmla="*/ 1828821 h 4876821"/>
              <a:gd name="connsiteX48" fmla="*/ 2235203 w 3657609"/>
              <a:gd name="connsiteY48" fmla="*/ 2032018 h 4876821"/>
              <a:gd name="connsiteX49" fmla="*/ 2032007 w 3657609"/>
              <a:gd name="connsiteY49" fmla="*/ 2235215 h 487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657609" h="4876821">
                <a:moveTo>
                  <a:pt x="3412274" y="4097638"/>
                </a:moveTo>
                <a:cubicBezTo>
                  <a:pt x="3570142" y="3841873"/>
                  <a:pt x="3657600" y="3553599"/>
                  <a:pt x="3657600" y="3251218"/>
                </a:cubicBezTo>
                <a:cubicBezTo>
                  <a:pt x="3657600" y="2546826"/>
                  <a:pt x="3213126" y="1935787"/>
                  <a:pt x="2549138" y="1713093"/>
                </a:cubicBezTo>
                <a:cubicBezTo>
                  <a:pt x="2459803" y="1568770"/>
                  <a:pt x="2313146" y="1464566"/>
                  <a:pt x="2140134" y="1433343"/>
                </a:cubicBezTo>
                <a:lnTo>
                  <a:pt x="2235194" y="1243225"/>
                </a:lnTo>
                <a:cubicBezTo>
                  <a:pt x="2260292" y="1193018"/>
                  <a:pt x="2239956" y="1132001"/>
                  <a:pt x="2189750" y="1106903"/>
                </a:cubicBezTo>
                <a:lnTo>
                  <a:pt x="2280638" y="925137"/>
                </a:lnTo>
                <a:cubicBezTo>
                  <a:pt x="2330844" y="950045"/>
                  <a:pt x="2391661" y="929900"/>
                  <a:pt x="2416969" y="879693"/>
                </a:cubicBezTo>
                <a:lnTo>
                  <a:pt x="2630881" y="451859"/>
                </a:lnTo>
                <a:cubicBezTo>
                  <a:pt x="2655980" y="401653"/>
                  <a:pt x="2635644" y="340635"/>
                  <a:pt x="2585438" y="315528"/>
                </a:cubicBezTo>
                <a:lnTo>
                  <a:pt x="1975838" y="10728"/>
                </a:lnTo>
                <a:cubicBezTo>
                  <a:pt x="1925536" y="-14276"/>
                  <a:pt x="1864709" y="5870"/>
                  <a:pt x="1839506" y="56171"/>
                </a:cubicBezTo>
                <a:lnTo>
                  <a:pt x="1625594" y="484006"/>
                </a:lnTo>
                <a:cubicBezTo>
                  <a:pt x="1600495" y="534212"/>
                  <a:pt x="1620831" y="595229"/>
                  <a:pt x="1671037" y="620337"/>
                </a:cubicBezTo>
                <a:lnTo>
                  <a:pt x="1580150" y="802103"/>
                </a:lnTo>
                <a:cubicBezTo>
                  <a:pt x="1530048" y="777195"/>
                  <a:pt x="1468927" y="797340"/>
                  <a:pt x="1443819" y="847546"/>
                </a:cubicBezTo>
                <a:lnTo>
                  <a:pt x="620306" y="2494581"/>
                </a:lnTo>
                <a:cubicBezTo>
                  <a:pt x="595208" y="2544787"/>
                  <a:pt x="615544" y="2605804"/>
                  <a:pt x="665750" y="2630912"/>
                </a:cubicBezTo>
                <a:lnTo>
                  <a:pt x="1275350" y="2935712"/>
                </a:lnTo>
                <a:cubicBezTo>
                  <a:pt x="1289933" y="2942951"/>
                  <a:pt x="1305411" y="2946428"/>
                  <a:pt x="1320689" y="2946428"/>
                </a:cubicBezTo>
                <a:cubicBezTo>
                  <a:pt x="1357998" y="2946428"/>
                  <a:pt x="1393812" y="2925892"/>
                  <a:pt x="1411672" y="2890269"/>
                </a:cubicBezTo>
                <a:lnTo>
                  <a:pt x="1618307" y="2477055"/>
                </a:lnTo>
                <a:cubicBezTo>
                  <a:pt x="1727187" y="2578325"/>
                  <a:pt x="1871910" y="2641618"/>
                  <a:pt x="2031987" y="2641618"/>
                </a:cubicBezTo>
                <a:cubicBezTo>
                  <a:pt x="2165376" y="2641618"/>
                  <a:pt x="2287858" y="2597327"/>
                  <a:pt x="2388327" y="2524394"/>
                </a:cubicBezTo>
                <a:cubicBezTo>
                  <a:pt x="2666648" y="2660497"/>
                  <a:pt x="2844784" y="2938636"/>
                  <a:pt x="2844784" y="3251218"/>
                </a:cubicBezTo>
                <a:cubicBezTo>
                  <a:pt x="2844784" y="3699389"/>
                  <a:pt x="2480158" y="4064015"/>
                  <a:pt x="2031987" y="4064015"/>
                </a:cubicBezTo>
                <a:lnTo>
                  <a:pt x="1219190" y="4064015"/>
                </a:lnTo>
                <a:lnTo>
                  <a:pt x="1219190" y="3860818"/>
                </a:lnTo>
                <a:lnTo>
                  <a:pt x="1523990" y="3860818"/>
                </a:lnTo>
                <a:cubicBezTo>
                  <a:pt x="1580150" y="3860818"/>
                  <a:pt x="1625594" y="3815375"/>
                  <a:pt x="1625594" y="3759215"/>
                </a:cubicBezTo>
                <a:cubicBezTo>
                  <a:pt x="1625594" y="3703056"/>
                  <a:pt x="1580150" y="3657612"/>
                  <a:pt x="1523990" y="3657612"/>
                </a:cubicBezTo>
                <a:lnTo>
                  <a:pt x="1117587" y="3657612"/>
                </a:lnTo>
                <a:lnTo>
                  <a:pt x="507987" y="3657612"/>
                </a:lnTo>
                <a:lnTo>
                  <a:pt x="101603" y="3657612"/>
                </a:lnTo>
                <a:cubicBezTo>
                  <a:pt x="45444" y="3657612"/>
                  <a:pt x="0" y="3703056"/>
                  <a:pt x="0" y="3759215"/>
                </a:cubicBezTo>
                <a:cubicBezTo>
                  <a:pt x="0" y="3815375"/>
                  <a:pt x="45444" y="3860818"/>
                  <a:pt x="101603" y="3860818"/>
                </a:cubicBezTo>
                <a:lnTo>
                  <a:pt x="406403" y="3860818"/>
                </a:lnTo>
                <a:lnTo>
                  <a:pt x="406403" y="4064015"/>
                </a:lnTo>
                <a:cubicBezTo>
                  <a:pt x="182270" y="4064015"/>
                  <a:pt x="0" y="4246276"/>
                  <a:pt x="0" y="4470418"/>
                </a:cubicBezTo>
                <a:lnTo>
                  <a:pt x="0" y="4775218"/>
                </a:lnTo>
                <a:cubicBezTo>
                  <a:pt x="0" y="4831378"/>
                  <a:pt x="45444" y="4876822"/>
                  <a:pt x="101603" y="4876822"/>
                </a:cubicBezTo>
                <a:lnTo>
                  <a:pt x="3556007" y="4876822"/>
                </a:lnTo>
                <a:cubicBezTo>
                  <a:pt x="3612166" y="4876822"/>
                  <a:pt x="3657610" y="4831378"/>
                  <a:pt x="3657610" y="4775218"/>
                </a:cubicBezTo>
                <a:lnTo>
                  <a:pt x="3657610" y="4470418"/>
                </a:lnTo>
                <a:cubicBezTo>
                  <a:pt x="3657610" y="4303541"/>
                  <a:pt x="3556407" y="4160160"/>
                  <a:pt x="3412274" y="4097638"/>
                </a:cubicBezTo>
                <a:close/>
                <a:moveTo>
                  <a:pt x="2032007" y="2235215"/>
                </a:moveTo>
                <a:cubicBezTo>
                  <a:pt x="1919992" y="2235215"/>
                  <a:pt x="1828810" y="2144032"/>
                  <a:pt x="1828810" y="2032018"/>
                </a:cubicBezTo>
                <a:cubicBezTo>
                  <a:pt x="1828810" y="1920004"/>
                  <a:pt x="1919992" y="1828821"/>
                  <a:pt x="2032007" y="1828821"/>
                </a:cubicBezTo>
                <a:cubicBezTo>
                  <a:pt x="2144020" y="1828821"/>
                  <a:pt x="2235203" y="1920004"/>
                  <a:pt x="2235203" y="2032018"/>
                </a:cubicBezTo>
                <a:cubicBezTo>
                  <a:pt x="2235203" y="2144032"/>
                  <a:pt x="2144020" y="2235215"/>
                  <a:pt x="2032007" y="2235215"/>
                </a:cubicBezTo>
                <a:close/>
              </a:path>
            </a:pathLst>
          </a:custGeom>
          <a:solidFill>
            <a:schemeClr val="tx2"/>
          </a:solidFill>
          <a:ln w="9525" cap="flat">
            <a:noFill/>
            <a:prstDash val="solid"/>
            <a:miter/>
          </a:ln>
        </p:spPr>
        <p:txBody>
          <a:bodyPr rtlCol="0" anchor="ctr"/>
          <a:lstStyle/>
          <a:p>
            <a:endParaRPr lang="en-US"/>
          </a:p>
        </p:txBody>
      </p:sp>
      <p:sp>
        <p:nvSpPr>
          <p:cNvPr id="192" name="Graphic 46">
            <a:extLst>
              <a:ext uri="{FF2B5EF4-FFF2-40B4-BE49-F238E27FC236}">
                <a16:creationId xmlns:a16="http://schemas.microsoft.com/office/drawing/2014/main" id="{773CC565-EF5C-49A2-9C72-E2EDC564691A}"/>
              </a:ext>
            </a:extLst>
          </p:cNvPr>
          <p:cNvSpPr>
            <a:spLocks noChangeAspect="1"/>
          </p:cNvSpPr>
          <p:nvPr/>
        </p:nvSpPr>
        <p:spPr>
          <a:xfrm>
            <a:off x="987269" y="5862761"/>
            <a:ext cx="271700" cy="365760"/>
          </a:xfrm>
          <a:custGeom>
            <a:avLst/>
            <a:gdLst>
              <a:gd name="connsiteX0" fmla="*/ 3153509 w 3622662"/>
              <a:gd name="connsiteY0" fmla="*/ 0 h 4876800"/>
              <a:gd name="connsiteX1" fmla="*/ 469154 w 3622662"/>
              <a:gd name="connsiteY1" fmla="*/ 0 h 4876800"/>
              <a:gd name="connsiteX2" fmla="*/ 0 w 3622662"/>
              <a:gd name="connsiteY2" fmla="*/ 469154 h 4876800"/>
              <a:gd name="connsiteX3" fmla="*/ 0 w 3622662"/>
              <a:gd name="connsiteY3" fmla="*/ 4407646 h 4876800"/>
              <a:gd name="connsiteX4" fmla="*/ 469154 w 3622662"/>
              <a:gd name="connsiteY4" fmla="*/ 4876800 h 4876800"/>
              <a:gd name="connsiteX5" fmla="*/ 3153509 w 3622662"/>
              <a:gd name="connsiteY5" fmla="*/ 4876800 h 4876800"/>
              <a:gd name="connsiteX6" fmla="*/ 3622662 w 3622662"/>
              <a:gd name="connsiteY6" fmla="*/ 4407646 h 4876800"/>
              <a:gd name="connsiteX7" fmla="*/ 3622662 w 3622662"/>
              <a:gd name="connsiteY7" fmla="*/ 469154 h 4876800"/>
              <a:gd name="connsiteX8" fmla="*/ 3153509 w 3622662"/>
              <a:gd name="connsiteY8" fmla="*/ 0 h 4876800"/>
              <a:gd name="connsiteX9" fmla="*/ 643023 w 3622662"/>
              <a:gd name="connsiteY9" fmla="*/ 810539 h 4876800"/>
              <a:gd name="connsiteX10" fmla="*/ 785898 w 3622662"/>
              <a:gd name="connsiteY10" fmla="*/ 667664 h 4876800"/>
              <a:gd name="connsiteX11" fmla="*/ 2836755 w 3622662"/>
              <a:gd name="connsiteY11" fmla="*/ 667664 h 4876800"/>
              <a:gd name="connsiteX12" fmla="*/ 2979630 w 3622662"/>
              <a:gd name="connsiteY12" fmla="*/ 810539 h 4876800"/>
              <a:gd name="connsiteX13" fmla="*/ 2979630 w 3622662"/>
              <a:gd name="connsiteY13" fmla="*/ 1092651 h 4876800"/>
              <a:gd name="connsiteX14" fmla="*/ 2836755 w 3622662"/>
              <a:gd name="connsiteY14" fmla="*/ 1235526 h 4876800"/>
              <a:gd name="connsiteX15" fmla="*/ 785898 w 3622662"/>
              <a:gd name="connsiteY15" fmla="*/ 1235526 h 4876800"/>
              <a:gd name="connsiteX16" fmla="*/ 643023 w 3622662"/>
              <a:gd name="connsiteY16" fmla="*/ 1092651 h 4876800"/>
              <a:gd name="connsiteX17" fmla="*/ 643023 w 3622662"/>
              <a:gd name="connsiteY17" fmla="*/ 810539 h 4876800"/>
              <a:gd name="connsiteX18" fmla="*/ 1124045 w 3622662"/>
              <a:gd name="connsiteY18" fmla="*/ 4018750 h 4876800"/>
              <a:gd name="connsiteX19" fmla="*/ 981170 w 3622662"/>
              <a:gd name="connsiteY19" fmla="*/ 4161625 h 4876800"/>
              <a:gd name="connsiteX20" fmla="*/ 785908 w 3622662"/>
              <a:gd name="connsiteY20" fmla="*/ 4161625 h 4876800"/>
              <a:gd name="connsiteX21" fmla="*/ 643033 w 3622662"/>
              <a:gd name="connsiteY21" fmla="*/ 4018750 h 4876800"/>
              <a:gd name="connsiteX22" fmla="*/ 643033 w 3622662"/>
              <a:gd name="connsiteY22" fmla="*/ 3883381 h 4876800"/>
              <a:gd name="connsiteX23" fmla="*/ 785908 w 3622662"/>
              <a:gd name="connsiteY23" fmla="*/ 3740506 h 4876800"/>
              <a:gd name="connsiteX24" fmla="*/ 981170 w 3622662"/>
              <a:gd name="connsiteY24" fmla="*/ 3740506 h 4876800"/>
              <a:gd name="connsiteX25" fmla="*/ 1124045 w 3622662"/>
              <a:gd name="connsiteY25" fmla="*/ 3883381 h 4876800"/>
              <a:gd name="connsiteX26" fmla="*/ 1124045 w 3622662"/>
              <a:gd name="connsiteY26" fmla="*/ 4018750 h 4876800"/>
              <a:gd name="connsiteX27" fmla="*/ 1124045 w 3622662"/>
              <a:gd name="connsiteY27" fmla="*/ 3173216 h 4876800"/>
              <a:gd name="connsiteX28" fmla="*/ 981170 w 3622662"/>
              <a:gd name="connsiteY28" fmla="*/ 3316091 h 4876800"/>
              <a:gd name="connsiteX29" fmla="*/ 785908 w 3622662"/>
              <a:gd name="connsiteY29" fmla="*/ 3316091 h 4876800"/>
              <a:gd name="connsiteX30" fmla="*/ 643033 w 3622662"/>
              <a:gd name="connsiteY30" fmla="*/ 3173216 h 4876800"/>
              <a:gd name="connsiteX31" fmla="*/ 643033 w 3622662"/>
              <a:gd name="connsiteY31" fmla="*/ 3037846 h 4876800"/>
              <a:gd name="connsiteX32" fmla="*/ 785908 w 3622662"/>
              <a:gd name="connsiteY32" fmla="*/ 2894971 h 4876800"/>
              <a:gd name="connsiteX33" fmla="*/ 981170 w 3622662"/>
              <a:gd name="connsiteY33" fmla="*/ 2894971 h 4876800"/>
              <a:gd name="connsiteX34" fmla="*/ 1124045 w 3622662"/>
              <a:gd name="connsiteY34" fmla="*/ 3037846 h 4876800"/>
              <a:gd name="connsiteX35" fmla="*/ 1124045 w 3622662"/>
              <a:gd name="connsiteY35" fmla="*/ 3173216 h 4876800"/>
              <a:gd name="connsiteX36" fmla="*/ 2063544 w 3622662"/>
              <a:gd name="connsiteY36" fmla="*/ 4018750 h 4876800"/>
              <a:gd name="connsiteX37" fmla="*/ 1920669 w 3622662"/>
              <a:gd name="connsiteY37" fmla="*/ 4161625 h 4876800"/>
              <a:gd name="connsiteX38" fmla="*/ 1725406 w 3622662"/>
              <a:gd name="connsiteY38" fmla="*/ 4161625 h 4876800"/>
              <a:gd name="connsiteX39" fmla="*/ 1582531 w 3622662"/>
              <a:gd name="connsiteY39" fmla="*/ 4018750 h 4876800"/>
              <a:gd name="connsiteX40" fmla="*/ 1582531 w 3622662"/>
              <a:gd name="connsiteY40" fmla="*/ 3883381 h 4876800"/>
              <a:gd name="connsiteX41" fmla="*/ 1725406 w 3622662"/>
              <a:gd name="connsiteY41" fmla="*/ 3740506 h 4876800"/>
              <a:gd name="connsiteX42" fmla="*/ 1920669 w 3622662"/>
              <a:gd name="connsiteY42" fmla="*/ 3740506 h 4876800"/>
              <a:gd name="connsiteX43" fmla="*/ 2063544 w 3622662"/>
              <a:gd name="connsiteY43" fmla="*/ 3883381 h 4876800"/>
              <a:gd name="connsiteX44" fmla="*/ 2063544 w 3622662"/>
              <a:gd name="connsiteY44" fmla="*/ 4018750 h 4876800"/>
              <a:gd name="connsiteX45" fmla="*/ 2063544 w 3622662"/>
              <a:gd name="connsiteY45" fmla="*/ 3173216 h 4876800"/>
              <a:gd name="connsiteX46" fmla="*/ 1920669 w 3622662"/>
              <a:gd name="connsiteY46" fmla="*/ 3316091 h 4876800"/>
              <a:gd name="connsiteX47" fmla="*/ 1725406 w 3622662"/>
              <a:gd name="connsiteY47" fmla="*/ 3316091 h 4876800"/>
              <a:gd name="connsiteX48" fmla="*/ 1582531 w 3622662"/>
              <a:gd name="connsiteY48" fmla="*/ 3173216 h 4876800"/>
              <a:gd name="connsiteX49" fmla="*/ 1582531 w 3622662"/>
              <a:gd name="connsiteY49" fmla="*/ 3037846 h 4876800"/>
              <a:gd name="connsiteX50" fmla="*/ 1725406 w 3622662"/>
              <a:gd name="connsiteY50" fmla="*/ 2894971 h 4876800"/>
              <a:gd name="connsiteX51" fmla="*/ 1920669 w 3622662"/>
              <a:gd name="connsiteY51" fmla="*/ 2894971 h 4876800"/>
              <a:gd name="connsiteX52" fmla="*/ 2063544 w 3622662"/>
              <a:gd name="connsiteY52" fmla="*/ 3037846 h 4876800"/>
              <a:gd name="connsiteX53" fmla="*/ 2063544 w 3622662"/>
              <a:gd name="connsiteY53" fmla="*/ 3173216 h 4876800"/>
              <a:gd name="connsiteX54" fmla="*/ 2063544 w 3622662"/>
              <a:gd name="connsiteY54" fmla="*/ 2327672 h 4876800"/>
              <a:gd name="connsiteX55" fmla="*/ 1920669 w 3622662"/>
              <a:gd name="connsiteY55" fmla="*/ 2470547 h 4876800"/>
              <a:gd name="connsiteX56" fmla="*/ 785898 w 3622662"/>
              <a:gd name="connsiteY56" fmla="*/ 2470547 h 4876800"/>
              <a:gd name="connsiteX57" fmla="*/ 643023 w 3622662"/>
              <a:gd name="connsiteY57" fmla="*/ 2327672 h 4876800"/>
              <a:gd name="connsiteX58" fmla="*/ 643023 w 3622662"/>
              <a:gd name="connsiteY58" fmla="*/ 2192303 h 4876800"/>
              <a:gd name="connsiteX59" fmla="*/ 785898 w 3622662"/>
              <a:gd name="connsiteY59" fmla="*/ 2049428 h 4876800"/>
              <a:gd name="connsiteX60" fmla="*/ 1920669 w 3622662"/>
              <a:gd name="connsiteY60" fmla="*/ 2049428 h 4876800"/>
              <a:gd name="connsiteX61" fmla="*/ 2063544 w 3622662"/>
              <a:gd name="connsiteY61" fmla="*/ 2192303 h 4876800"/>
              <a:gd name="connsiteX62" fmla="*/ 2063544 w 3622662"/>
              <a:gd name="connsiteY62" fmla="*/ 2327672 h 4876800"/>
              <a:gd name="connsiteX63" fmla="*/ 3003042 w 3622662"/>
              <a:gd name="connsiteY63" fmla="*/ 4018750 h 4876800"/>
              <a:gd name="connsiteX64" fmla="*/ 2860167 w 3622662"/>
              <a:gd name="connsiteY64" fmla="*/ 4161625 h 4876800"/>
              <a:gd name="connsiteX65" fmla="*/ 2664905 w 3622662"/>
              <a:gd name="connsiteY65" fmla="*/ 4161625 h 4876800"/>
              <a:gd name="connsiteX66" fmla="*/ 2522030 w 3622662"/>
              <a:gd name="connsiteY66" fmla="*/ 4018750 h 4876800"/>
              <a:gd name="connsiteX67" fmla="*/ 2522030 w 3622662"/>
              <a:gd name="connsiteY67" fmla="*/ 3883381 h 4876800"/>
              <a:gd name="connsiteX68" fmla="*/ 2664905 w 3622662"/>
              <a:gd name="connsiteY68" fmla="*/ 3740506 h 4876800"/>
              <a:gd name="connsiteX69" fmla="*/ 2860167 w 3622662"/>
              <a:gd name="connsiteY69" fmla="*/ 3740506 h 4876800"/>
              <a:gd name="connsiteX70" fmla="*/ 3003042 w 3622662"/>
              <a:gd name="connsiteY70" fmla="*/ 3883381 h 4876800"/>
              <a:gd name="connsiteX71" fmla="*/ 3003042 w 3622662"/>
              <a:gd name="connsiteY71" fmla="*/ 4018750 h 4876800"/>
              <a:gd name="connsiteX72" fmla="*/ 3003042 w 3622662"/>
              <a:gd name="connsiteY72" fmla="*/ 3173216 h 4876800"/>
              <a:gd name="connsiteX73" fmla="*/ 2860167 w 3622662"/>
              <a:gd name="connsiteY73" fmla="*/ 3316091 h 4876800"/>
              <a:gd name="connsiteX74" fmla="*/ 2664905 w 3622662"/>
              <a:gd name="connsiteY74" fmla="*/ 3316091 h 4876800"/>
              <a:gd name="connsiteX75" fmla="*/ 2522030 w 3622662"/>
              <a:gd name="connsiteY75" fmla="*/ 3173216 h 4876800"/>
              <a:gd name="connsiteX76" fmla="*/ 2522030 w 3622662"/>
              <a:gd name="connsiteY76" fmla="*/ 3037846 h 4876800"/>
              <a:gd name="connsiteX77" fmla="*/ 2664905 w 3622662"/>
              <a:gd name="connsiteY77" fmla="*/ 2894971 h 4876800"/>
              <a:gd name="connsiteX78" fmla="*/ 2860167 w 3622662"/>
              <a:gd name="connsiteY78" fmla="*/ 2894971 h 4876800"/>
              <a:gd name="connsiteX79" fmla="*/ 3003042 w 3622662"/>
              <a:gd name="connsiteY79" fmla="*/ 3037846 h 4876800"/>
              <a:gd name="connsiteX80" fmla="*/ 3003042 w 3622662"/>
              <a:gd name="connsiteY80" fmla="*/ 3173216 h 4876800"/>
              <a:gd name="connsiteX81" fmla="*/ 3003042 w 3622662"/>
              <a:gd name="connsiteY81" fmla="*/ 2327672 h 4876800"/>
              <a:gd name="connsiteX82" fmla="*/ 2860167 w 3622662"/>
              <a:gd name="connsiteY82" fmla="*/ 2470547 h 4876800"/>
              <a:gd name="connsiteX83" fmla="*/ 2664905 w 3622662"/>
              <a:gd name="connsiteY83" fmla="*/ 2470547 h 4876800"/>
              <a:gd name="connsiteX84" fmla="*/ 2522030 w 3622662"/>
              <a:gd name="connsiteY84" fmla="*/ 2327672 h 4876800"/>
              <a:gd name="connsiteX85" fmla="*/ 2522030 w 3622662"/>
              <a:gd name="connsiteY85" fmla="*/ 2192303 h 4876800"/>
              <a:gd name="connsiteX86" fmla="*/ 2664905 w 3622662"/>
              <a:gd name="connsiteY86" fmla="*/ 2049428 h 4876800"/>
              <a:gd name="connsiteX87" fmla="*/ 2860167 w 3622662"/>
              <a:gd name="connsiteY87" fmla="*/ 2049428 h 4876800"/>
              <a:gd name="connsiteX88" fmla="*/ 3003042 w 3622662"/>
              <a:gd name="connsiteY88" fmla="*/ 2192303 h 4876800"/>
              <a:gd name="connsiteX89" fmla="*/ 3003042 w 3622662"/>
              <a:gd name="connsiteY89" fmla="*/ 2327672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3622662" h="4876800">
                <a:moveTo>
                  <a:pt x="3153509" y="0"/>
                </a:moveTo>
                <a:lnTo>
                  <a:pt x="469154" y="0"/>
                </a:lnTo>
                <a:cubicBezTo>
                  <a:pt x="210464" y="0"/>
                  <a:pt x="0" y="210464"/>
                  <a:pt x="0" y="469154"/>
                </a:cubicBezTo>
                <a:lnTo>
                  <a:pt x="0" y="4407646"/>
                </a:lnTo>
                <a:cubicBezTo>
                  <a:pt x="0" y="4666336"/>
                  <a:pt x="210464" y="4876800"/>
                  <a:pt x="469154" y="4876800"/>
                </a:cubicBezTo>
                <a:lnTo>
                  <a:pt x="3153509" y="4876800"/>
                </a:lnTo>
                <a:cubicBezTo>
                  <a:pt x="3412198" y="4876800"/>
                  <a:pt x="3622662" y="4666336"/>
                  <a:pt x="3622662" y="4407646"/>
                </a:cubicBezTo>
                <a:lnTo>
                  <a:pt x="3622662" y="469154"/>
                </a:lnTo>
                <a:cubicBezTo>
                  <a:pt x="3622662" y="210464"/>
                  <a:pt x="3412198" y="0"/>
                  <a:pt x="3153509" y="0"/>
                </a:cubicBezTo>
                <a:close/>
                <a:moveTo>
                  <a:pt x="643023" y="810539"/>
                </a:moveTo>
                <a:cubicBezTo>
                  <a:pt x="643023" y="731634"/>
                  <a:pt x="706993" y="667664"/>
                  <a:pt x="785898" y="667664"/>
                </a:cubicBezTo>
                <a:lnTo>
                  <a:pt x="2836755" y="667664"/>
                </a:lnTo>
                <a:cubicBezTo>
                  <a:pt x="2915660" y="667664"/>
                  <a:pt x="2979630" y="731634"/>
                  <a:pt x="2979630" y="810539"/>
                </a:cubicBezTo>
                <a:lnTo>
                  <a:pt x="2979630" y="1092651"/>
                </a:lnTo>
                <a:cubicBezTo>
                  <a:pt x="2979630" y="1171556"/>
                  <a:pt x="2915660" y="1235526"/>
                  <a:pt x="2836755" y="1235526"/>
                </a:cubicBezTo>
                <a:lnTo>
                  <a:pt x="785898" y="1235526"/>
                </a:lnTo>
                <a:cubicBezTo>
                  <a:pt x="706993" y="1235526"/>
                  <a:pt x="643023" y="1171556"/>
                  <a:pt x="643023" y="1092651"/>
                </a:cubicBezTo>
                <a:lnTo>
                  <a:pt x="643023" y="810539"/>
                </a:lnTo>
                <a:close/>
                <a:moveTo>
                  <a:pt x="1124045" y="4018750"/>
                </a:moveTo>
                <a:cubicBezTo>
                  <a:pt x="1124045" y="4097655"/>
                  <a:pt x="1060075" y="4161625"/>
                  <a:pt x="981170" y="4161625"/>
                </a:cubicBezTo>
                <a:lnTo>
                  <a:pt x="785908" y="4161625"/>
                </a:lnTo>
                <a:cubicBezTo>
                  <a:pt x="707003" y="4161625"/>
                  <a:pt x="643033" y="4097655"/>
                  <a:pt x="643033" y="4018750"/>
                </a:cubicBezTo>
                <a:lnTo>
                  <a:pt x="643033" y="3883381"/>
                </a:lnTo>
                <a:cubicBezTo>
                  <a:pt x="643033" y="3804476"/>
                  <a:pt x="707003" y="3740506"/>
                  <a:pt x="785908" y="3740506"/>
                </a:cubicBezTo>
                <a:lnTo>
                  <a:pt x="981170" y="3740506"/>
                </a:lnTo>
                <a:cubicBezTo>
                  <a:pt x="1060075" y="3740506"/>
                  <a:pt x="1124045" y="3804476"/>
                  <a:pt x="1124045" y="3883381"/>
                </a:cubicBezTo>
                <a:lnTo>
                  <a:pt x="1124045" y="4018750"/>
                </a:lnTo>
                <a:close/>
                <a:moveTo>
                  <a:pt x="1124045" y="3173216"/>
                </a:moveTo>
                <a:cubicBezTo>
                  <a:pt x="1124045" y="3252121"/>
                  <a:pt x="1060075" y="3316091"/>
                  <a:pt x="981170" y="3316091"/>
                </a:cubicBezTo>
                <a:lnTo>
                  <a:pt x="785908" y="3316091"/>
                </a:lnTo>
                <a:cubicBezTo>
                  <a:pt x="707003" y="3316091"/>
                  <a:pt x="643033" y="3252121"/>
                  <a:pt x="643033" y="3173216"/>
                </a:cubicBezTo>
                <a:lnTo>
                  <a:pt x="643033" y="3037846"/>
                </a:lnTo>
                <a:cubicBezTo>
                  <a:pt x="643033" y="2958941"/>
                  <a:pt x="707003" y="2894971"/>
                  <a:pt x="785908" y="2894971"/>
                </a:cubicBezTo>
                <a:lnTo>
                  <a:pt x="981170" y="2894971"/>
                </a:lnTo>
                <a:cubicBezTo>
                  <a:pt x="1060075" y="2894971"/>
                  <a:pt x="1124045" y="2958941"/>
                  <a:pt x="1124045" y="3037846"/>
                </a:cubicBezTo>
                <a:lnTo>
                  <a:pt x="1124045" y="3173216"/>
                </a:lnTo>
                <a:close/>
                <a:moveTo>
                  <a:pt x="2063544" y="4018750"/>
                </a:moveTo>
                <a:cubicBezTo>
                  <a:pt x="2063544" y="4097655"/>
                  <a:pt x="1999574" y="4161625"/>
                  <a:pt x="1920669" y="4161625"/>
                </a:cubicBezTo>
                <a:lnTo>
                  <a:pt x="1725406" y="4161625"/>
                </a:lnTo>
                <a:cubicBezTo>
                  <a:pt x="1646492" y="4161625"/>
                  <a:pt x="1582531" y="4097655"/>
                  <a:pt x="1582531" y="4018750"/>
                </a:cubicBezTo>
                <a:lnTo>
                  <a:pt x="1582531" y="3883381"/>
                </a:lnTo>
                <a:cubicBezTo>
                  <a:pt x="1582531" y="3804476"/>
                  <a:pt x="1646492" y="3740506"/>
                  <a:pt x="1725406" y="3740506"/>
                </a:cubicBezTo>
                <a:lnTo>
                  <a:pt x="1920669" y="3740506"/>
                </a:lnTo>
                <a:cubicBezTo>
                  <a:pt x="1999574" y="3740506"/>
                  <a:pt x="2063544" y="3804476"/>
                  <a:pt x="2063544" y="3883381"/>
                </a:cubicBezTo>
                <a:lnTo>
                  <a:pt x="2063544" y="4018750"/>
                </a:lnTo>
                <a:close/>
                <a:moveTo>
                  <a:pt x="2063544" y="3173216"/>
                </a:moveTo>
                <a:cubicBezTo>
                  <a:pt x="2063544" y="3252121"/>
                  <a:pt x="1999574" y="3316091"/>
                  <a:pt x="1920669" y="3316091"/>
                </a:cubicBezTo>
                <a:lnTo>
                  <a:pt x="1725406" y="3316091"/>
                </a:lnTo>
                <a:cubicBezTo>
                  <a:pt x="1646492" y="3316091"/>
                  <a:pt x="1582531" y="3252121"/>
                  <a:pt x="1582531" y="3173216"/>
                </a:cubicBezTo>
                <a:lnTo>
                  <a:pt x="1582531" y="3037846"/>
                </a:lnTo>
                <a:cubicBezTo>
                  <a:pt x="1582531" y="2958941"/>
                  <a:pt x="1646492" y="2894971"/>
                  <a:pt x="1725406" y="2894971"/>
                </a:cubicBezTo>
                <a:lnTo>
                  <a:pt x="1920669" y="2894971"/>
                </a:lnTo>
                <a:cubicBezTo>
                  <a:pt x="1999574" y="2894971"/>
                  <a:pt x="2063544" y="2958941"/>
                  <a:pt x="2063544" y="3037846"/>
                </a:cubicBezTo>
                <a:lnTo>
                  <a:pt x="2063544" y="3173216"/>
                </a:lnTo>
                <a:close/>
                <a:moveTo>
                  <a:pt x="2063544" y="2327672"/>
                </a:moveTo>
                <a:cubicBezTo>
                  <a:pt x="2063544" y="2406587"/>
                  <a:pt x="1999574" y="2470547"/>
                  <a:pt x="1920669" y="2470547"/>
                </a:cubicBezTo>
                <a:lnTo>
                  <a:pt x="785898" y="2470547"/>
                </a:lnTo>
                <a:cubicBezTo>
                  <a:pt x="706993" y="2470547"/>
                  <a:pt x="643023" y="2406577"/>
                  <a:pt x="643023" y="2327672"/>
                </a:cubicBezTo>
                <a:lnTo>
                  <a:pt x="643023" y="2192303"/>
                </a:lnTo>
                <a:cubicBezTo>
                  <a:pt x="643023" y="2113398"/>
                  <a:pt x="706993" y="2049428"/>
                  <a:pt x="785898" y="2049428"/>
                </a:cubicBezTo>
                <a:lnTo>
                  <a:pt x="1920669" y="2049428"/>
                </a:lnTo>
                <a:cubicBezTo>
                  <a:pt x="1999574" y="2049428"/>
                  <a:pt x="2063544" y="2113398"/>
                  <a:pt x="2063544" y="2192303"/>
                </a:cubicBezTo>
                <a:lnTo>
                  <a:pt x="2063544" y="2327672"/>
                </a:lnTo>
                <a:close/>
                <a:moveTo>
                  <a:pt x="3003042" y="4018750"/>
                </a:moveTo>
                <a:cubicBezTo>
                  <a:pt x="3003042" y="4097655"/>
                  <a:pt x="2939072" y="4161625"/>
                  <a:pt x="2860167" y="4161625"/>
                </a:cubicBezTo>
                <a:lnTo>
                  <a:pt x="2664905" y="4161625"/>
                </a:lnTo>
                <a:cubicBezTo>
                  <a:pt x="2585999" y="4161625"/>
                  <a:pt x="2522030" y="4097655"/>
                  <a:pt x="2522030" y="4018750"/>
                </a:cubicBezTo>
                <a:lnTo>
                  <a:pt x="2522030" y="3883381"/>
                </a:lnTo>
                <a:cubicBezTo>
                  <a:pt x="2522030" y="3804476"/>
                  <a:pt x="2585999" y="3740506"/>
                  <a:pt x="2664905" y="3740506"/>
                </a:cubicBezTo>
                <a:lnTo>
                  <a:pt x="2860167" y="3740506"/>
                </a:lnTo>
                <a:cubicBezTo>
                  <a:pt x="2939072" y="3740506"/>
                  <a:pt x="3003042" y="3804476"/>
                  <a:pt x="3003042" y="3883381"/>
                </a:cubicBezTo>
                <a:lnTo>
                  <a:pt x="3003042" y="4018750"/>
                </a:lnTo>
                <a:close/>
                <a:moveTo>
                  <a:pt x="3003042" y="3173216"/>
                </a:moveTo>
                <a:cubicBezTo>
                  <a:pt x="3003042" y="3252121"/>
                  <a:pt x="2939072" y="3316091"/>
                  <a:pt x="2860167" y="3316091"/>
                </a:cubicBezTo>
                <a:lnTo>
                  <a:pt x="2664905" y="3316091"/>
                </a:lnTo>
                <a:cubicBezTo>
                  <a:pt x="2585999" y="3316091"/>
                  <a:pt x="2522030" y="3252121"/>
                  <a:pt x="2522030" y="3173216"/>
                </a:cubicBezTo>
                <a:lnTo>
                  <a:pt x="2522030" y="3037846"/>
                </a:lnTo>
                <a:cubicBezTo>
                  <a:pt x="2522030" y="2958941"/>
                  <a:pt x="2585999" y="2894971"/>
                  <a:pt x="2664905" y="2894971"/>
                </a:cubicBezTo>
                <a:lnTo>
                  <a:pt x="2860167" y="2894971"/>
                </a:lnTo>
                <a:cubicBezTo>
                  <a:pt x="2939072" y="2894971"/>
                  <a:pt x="3003042" y="2958941"/>
                  <a:pt x="3003042" y="3037846"/>
                </a:cubicBezTo>
                <a:lnTo>
                  <a:pt x="3003042" y="3173216"/>
                </a:lnTo>
                <a:close/>
                <a:moveTo>
                  <a:pt x="3003042" y="2327672"/>
                </a:moveTo>
                <a:cubicBezTo>
                  <a:pt x="3003042" y="2406587"/>
                  <a:pt x="2939072" y="2470547"/>
                  <a:pt x="2860167" y="2470547"/>
                </a:cubicBezTo>
                <a:lnTo>
                  <a:pt x="2664905" y="2470547"/>
                </a:lnTo>
                <a:cubicBezTo>
                  <a:pt x="2585999" y="2470547"/>
                  <a:pt x="2522030" y="2406577"/>
                  <a:pt x="2522030" y="2327672"/>
                </a:cubicBezTo>
                <a:lnTo>
                  <a:pt x="2522030" y="2192303"/>
                </a:lnTo>
                <a:cubicBezTo>
                  <a:pt x="2522030" y="2113398"/>
                  <a:pt x="2585999" y="2049428"/>
                  <a:pt x="2664905" y="2049428"/>
                </a:cubicBezTo>
                <a:lnTo>
                  <a:pt x="2860167" y="2049428"/>
                </a:lnTo>
                <a:cubicBezTo>
                  <a:pt x="2939072" y="2049428"/>
                  <a:pt x="3003042" y="2113398"/>
                  <a:pt x="3003042" y="2192303"/>
                </a:cubicBezTo>
                <a:lnTo>
                  <a:pt x="3003042" y="2327672"/>
                </a:lnTo>
                <a:close/>
              </a:path>
            </a:pathLst>
          </a:custGeom>
          <a:solidFill>
            <a:schemeClr val="tx2"/>
          </a:solidFill>
          <a:ln w="9525" cap="flat">
            <a:noFill/>
            <a:prstDash val="solid"/>
            <a:miter/>
          </a:ln>
        </p:spPr>
        <p:txBody>
          <a:bodyPr rtlCol="0" anchor="ctr"/>
          <a:lstStyle/>
          <a:p>
            <a:endParaRPr lang="en-US"/>
          </a:p>
        </p:txBody>
      </p:sp>
      <p:grpSp>
        <p:nvGrpSpPr>
          <p:cNvPr id="209" name="Graphic 56">
            <a:extLst>
              <a:ext uri="{FF2B5EF4-FFF2-40B4-BE49-F238E27FC236}">
                <a16:creationId xmlns:a16="http://schemas.microsoft.com/office/drawing/2014/main" id="{3ACA172D-2FB0-473A-8F81-588A40863B1B}"/>
              </a:ext>
            </a:extLst>
          </p:cNvPr>
          <p:cNvGrpSpPr>
            <a:grpSpLocks noChangeAspect="1"/>
          </p:cNvGrpSpPr>
          <p:nvPr/>
        </p:nvGrpSpPr>
        <p:grpSpPr>
          <a:xfrm>
            <a:off x="9823899" y="4289320"/>
            <a:ext cx="365760" cy="365760"/>
            <a:chOff x="13724682" y="-1568"/>
            <a:chExt cx="6505575" cy="6505575"/>
          </a:xfrm>
          <a:solidFill>
            <a:schemeClr val="tx2"/>
          </a:solidFill>
        </p:grpSpPr>
        <p:sp>
          <p:nvSpPr>
            <p:cNvPr id="210" name="Freeform: Shape 209">
              <a:extLst>
                <a:ext uri="{FF2B5EF4-FFF2-40B4-BE49-F238E27FC236}">
                  <a16:creationId xmlns:a16="http://schemas.microsoft.com/office/drawing/2014/main" id="{EFCFA521-77BA-4FA8-8D9E-4AC1051C3000}"/>
                </a:ext>
              </a:extLst>
            </p:cNvPr>
            <p:cNvSpPr/>
            <p:nvPr/>
          </p:nvSpPr>
          <p:spPr>
            <a:xfrm>
              <a:off x="17546469" y="1780079"/>
              <a:ext cx="2645520" cy="1357727"/>
            </a:xfrm>
            <a:custGeom>
              <a:avLst/>
              <a:gdLst>
                <a:gd name="connsiteX0" fmla="*/ 1211258 w 2645520"/>
                <a:gd name="connsiteY0" fmla="*/ 1357727 h 1357727"/>
                <a:gd name="connsiteX1" fmla="*/ 2645521 w 2645520"/>
                <a:gd name="connsiteY1" fmla="*/ 1357727 h 1357727"/>
                <a:gd name="connsiteX2" fmla="*/ 2394275 w 2645520"/>
                <a:gd name="connsiteY2" fmla="*/ 151680 h 1357727"/>
                <a:gd name="connsiteX3" fmla="*/ 2207653 w 2645520"/>
                <a:gd name="connsiteY3" fmla="*/ 0 h 1357727"/>
                <a:gd name="connsiteX4" fmla="*/ 0 w 2645520"/>
                <a:gd name="connsiteY4" fmla="*/ 0 h 1357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5520" h="1357727">
                  <a:moveTo>
                    <a:pt x="1211258" y="1357727"/>
                  </a:moveTo>
                  <a:lnTo>
                    <a:pt x="2645521" y="1357727"/>
                  </a:lnTo>
                  <a:lnTo>
                    <a:pt x="2394275" y="151680"/>
                  </a:lnTo>
                  <a:cubicBezTo>
                    <a:pt x="2375861" y="63283"/>
                    <a:pt x="2297936" y="0"/>
                    <a:pt x="2207653" y="0"/>
                  </a:cubicBezTo>
                  <a:lnTo>
                    <a:pt x="0" y="0"/>
                  </a:lnTo>
                  <a:close/>
                </a:path>
              </a:pathLst>
            </a:custGeom>
            <a:grpFill/>
            <a:ln w="12706"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74B0084E-A187-40FB-8B13-43B708046A12}"/>
                </a:ext>
              </a:extLst>
            </p:cNvPr>
            <p:cNvSpPr/>
            <p:nvPr/>
          </p:nvSpPr>
          <p:spPr>
            <a:xfrm>
              <a:off x="13762949" y="1780030"/>
              <a:ext cx="2641897" cy="1357776"/>
            </a:xfrm>
            <a:custGeom>
              <a:avLst/>
              <a:gdLst>
                <a:gd name="connsiteX0" fmla="*/ 2641897 w 2641897"/>
                <a:gd name="connsiteY0" fmla="*/ 0 h 1357776"/>
                <a:gd name="connsiteX1" fmla="*/ 437868 w 2641897"/>
                <a:gd name="connsiteY1" fmla="*/ 0 h 1357776"/>
                <a:gd name="connsiteX2" fmla="*/ 251245 w 2641897"/>
                <a:gd name="connsiteY2" fmla="*/ 151730 h 1357776"/>
                <a:gd name="connsiteX3" fmla="*/ 0 w 2641897"/>
                <a:gd name="connsiteY3" fmla="*/ 1357777 h 1357776"/>
                <a:gd name="connsiteX4" fmla="*/ 1420365 w 2641897"/>
                <a:gd name="connsiteY4" fmla="*/ 1357777 h 1357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1897" h="1357776">
                  <a:moveTo>
                    <a:pt x="2641897" y="0"/>
                  </a:moveTo>
                  <a:lnTo>
                    <a:pt x="437868" y="0"/>
                  </a:lnTo>
                  <a:cubicBezTo>
                    <a:pt x="347584" y="0"/>
                    <a:pt x="269659" y="63332"/>
                    <a:pt x="251245" y="151730"/>
                  </a:cubicBezTo>
                  <a:lnTo>
                    <a:pt x="0" y="1357777"/>
                  </a:lnTo>
                  <a:lnTo>
                    <a:pt x="1420365" y="1357777"/>
                  </a:lnTo>
                  <a:close/>
                </a:path>
              </a:pathLst>
            </a:custGeom>
            <a:grpFill/>
            <a:ln w="12706"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1130D697-FECD-4970-AC28-DC6052D88283}"/>
                </a:ext>
              </a:extLst>
            </p:cNvPr>
            <p:cNvSpPr/>
            <p:nvPr/>
          </p:nvSpPr>
          <p:spPr>
            <a:xfrm>
              <a:off x="16786876" y="2856582"/>
              <a:ext cx="381186" cy="381136"/>
            </a:xfrm>
            <a:custGeom>
              <a:avLst/>
              <a:gdLst>
                <a:gd name="connsiteX0" fmla="*/ 190593 w 381186"/>
                <a:gd name="connsiteY0" fmla="*/ 0 h 381136"/>
                <a:gd name="connsiteX1" fmla="*/ 0 w 381186"/>
                <a:gd name="connsiteY1" fmla="*/ 190593 h 381136"/>
                <a:gd name="connsiteX2" fmla="*/ 190593 w 381186"/>
                <a:gd name="connsiteY2" fmla="*/ 381136 h 381136"/>
                <a:gd name="connsiteX3" fmla="*/ 381186 w 381186"/>
                <a:gd name="connsiteY3" fmla="*/ 190593 h 381136"/>
                <a:gd name="connsiteX4" fmla="*/ 190593 w 381186"/>
                <a:gd name="connsiteY4" fmla="*/ 0 h 381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186" h="381136">
                  <a:moveTo>
                    <a:pt x="190593" y="0"/>
                  </a:moveTo>
                  <a:cubicBezTo>
                    <a:pt x="85519" y="0"/>
                    <a:pt x="0" y="85519"/>
                    <a:pt x="0" y="190593"/>
                  </a:cubicBezTo>
                  <a:cubicBezTo>
                    <a:pt x="0" y="295667"/>
                    <a:pt x="85519" y="381136"/>
                    <a:pt x="190593" y="381136"/>
                  </a:cubicBezTo>
                  <a:cubicBezTo>
                    <a:pt x="295667" y="381136"/>
                    <a:pt x="381186" y="295667"/>
                    <a:pt x="381186" y="190593"/>
                  </a:cubicBezTo>
                  <a:cubicBezTo>
                    <a:pt x="381186" y="85469"/>
                    <a:pt x="295667" y="0"/>
                    <a:pt x="190593" y="0"/>
                  </a:cubicBezTo>
                  <a:close/>
                </a:path>
              </a:pathLst>
            </a:custGeom>
            <a:grpFill/>
            <a:ln w="12706"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3B9834B2-EFE7-45DE-A90A-4A526EE5D9FE}"/>
                </a:ext>
              </a:extLst>
            </p:cNvPr>
            <p:cNvSpPr/>
            <p:nvPr/>
          </p:nvSpPr>
          <p:spPr>
            <a:xfrm>
              <a:off x="16779679" y="5449293"/>
              <a:ext cx="381186" cy="1054465"/>
            </a:xfrm>
            <a:custGeom>
              <a:avLst/>
              <a:gdLst>
                <a:gd name="connsiteX0" fmla="*/ 0 w 381186"/>
                <a:gd name="connsiteY0" fmla="*/ 0 h 1054465"/>
                <a:gd name="connsiteX1" fmla="*/ 381186 w 381186"/>
                <a:gd name="connsiteY1" fmla="*/ 0 h 1054465"/>
                <a:gd name="connsiteX2" fmla="*/ 381186 w 381186"/>
                <a:gd name="connsiteY2" fmla="*/ 1054466 h 1054465"/>
                <a:gd name="connsiteX3" fmla="*/ 0 w 381186"/>
                <a:gd name="connsiteY3" fmla="*/ 1054466 h 1054465"/>
              </a:gdLst>
              <a:ahLst/>
              <a:cxnLst>
                <a:cxn ang="0">
                  <a:pos x="connsiteX0" y="connsiteY0"/>
                </a:cxn>
                <a:cxn ang="0">
                  <a:pos x="connsiteX1" y="connsiteY1"/>
                </a:cxn>
                <a:cxn ang="0">
                  <a:pos x="connsiteX2" y="connsiteY2"/>
                </a:cxn>
                <a:cxn ang="0">
                  <a:pos x="connsiteX3" y="connsiteY3"/>
                </a:cxn>
              </a:cxnLst>
              <a:rect l="l" t="t" r="r" b="b"/>
              <a:pathLst>
                <a:path w="381186" h="1054465">
                  <a:moveTo>
                    <a:pt x="0" y="0"/>
                  </a:moveTo>
                  <a:lnTo>
                    <a:pt x="381186" y="0"/>
                  </a:lnTo>
                  <a:lnTo>
                    <a:pt x="381186" y="1054466"/>
                  </a:lnTo>
                  <a:lnTo>
                    <a:pt x="0" y="1054466"/>
                  </a:lnTo>
                  <a:close/>
                </a:path>
              </a:pathLst>
            </a:custGeom>
            <a:grpFill/>
            <a:ln w="12706"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C2C4DEDF-0C9D-47B3-BF64-4284A5FADEA0}"/>
                </a:ext>
              </a:extLst>
            </p:cNvPr>
            <p:cNvSpPr/>
            <p:nvPr/>
          </p:nvSpPr>
          <p:spPr>
            <a:xfrm>
              <a:off x="13724682" y="-1567"/>
              <a:ext cx="6505575" cy="6505326"/>
            </a:xfrm>
            <a:custGeom>
              <a:avLst/>
              <a:gdLst>
                <a:gd name="connsiteX0" fmla="*/ 4947626 w 6505575"/>
                <a:gd name="connsiteY0" fmla="*/ 3520561 h 6505326"/>
                <a:gd name="connsiteX1" fmla="*/ 4805426 w 6505575"/>
                <a:gd name="connsiteY1" fmla="*/ 3456831 h 6505326"/>
                <a:gd name="connsiteX2" fmla="*/ 3443381 w 6505575"/>
                <a:gd name="connsiteY2" fmla="*/ 1930003 h 6505326"/>
                <a:gd name="connsiteX3" fmla="*/ 3443381 w 6505575"/>
                <a:gd name="connsiteY3" fmla="*/ 952915 h 6505326"/>
                <a:gd name="connsiteX4" fmla="*/ 4309934 w 6505575"/>
                <a:gd name="connsiteY4" fmla="*/ 952915 h 6505326"/>
                <a:gd name="connsiteX5" fmla="*/ 4418979 w 6505575"/>
                <a:gd name="connsiteY5" fmla="*/ 760685 h 6505326"/>
                <a:gd name="connsiteX6" fmla="*/ 4249182 w 6505575"/>
                <a:gd name="connsiteY6" fmla="*/ 476532 h 6505326"/>
                <a:gd name="connsiteX7" fmla="*/ 4418979 w 6505575"/>
                <a:gd name="connsiteY7" fmla="*/ 192380 h 6505326"/>
                <a:gd name="connsiteX8" fmla="*/ 4309934 w 6505575"/>
                <a:gd name="connsiteY8" fmla="*/ 149 h 6505326"/>
                <a:gd name="connsiteX9" fmla="*/ 3255071 w 6505575"/>
                <a:gd name="connsiteY9" fmla="*/ 149 h 6505326"/>
                <a:gd name="connsiteX10" fmla="*/ 3252788 w 6505575"/>
                <a:gd name="connsiteY10" fmla="*/ 0 h 6505326"/>
                <a:gd name="connsiteX11" fmla="*/ 3062195 w 6505575"/>
                <a:gd name="connsiteY11" fmla="*/ 190593 h 6505326"/>
                <a:gd name="connsiteX12" fmla="*/ 3062195 w 6505575"/>
                <a:gd name="connsiteY12" fmla="*/ 1926876 h 6505326"/>
                <a:gd name="connsiteX13" fmla="*/ 1685259 w 6505575"/>
                <a:gd name="connsiteY13" fmla="*/ 3457427 h 6505326"/>
                <a:gd name="connsiteX14" fmla="*/ 1543555 w 6505575"/>
                <a:gd name="connsiteY14" fmla="*/ 3520561 h 6505326"/>
                <a:gd name="connsiteX15" fmla="*/ 0 w 6505575"/>
                <a:gd name="connsiteY15" fmla="*/ 3520561 h 6505326"/>
                <a:gd name="connsiteX16" fmla="*/ 0 w 6505575"/>
                <a:gd name="connsiteY16" fmla="*/ 6314734 h 6505326"/>
                <a:gd name="connsiteX17" fmla="*/ 190593 w 6505575"/>
                <a:gd name="connsiteY17" fmla="*/ 6505327 h 6505326"/>
                <a:gd name="connsiteX18" fmla="*/ 2673812 w 6505575"/>
                <a:gd name="connsiteY18" fmla="*/ 6505327 h 6505326"/>
                <a:gd name="connsiteX19" fmla="*/ 2673812 w 6505575"/>
                <a:gd name="connsiteY19" fmla="*/ 5260268 h 6505326"/>
                <a:gd name="connsiteX20" fmla="*/ 2864405 w 6505575"/>
                <a:gd name="connsiteY20" fmla="*/ 5069675 h 6505326"/>
                <a:gd name="connsiteX21" fmla="*/ 3626777 w 6505575"/>
                <a:gd name="connsiteY21" fmla="*/ 5069675 h 6505326"/>
                <a:gd name="connsiteX22" fmla="*/ 3817370 w 6505575"/>
                <a:gd name="connsiteY22" fmla="*/ 5260268 h 6505326"/>
                <a:gd name="connsiteX23" fmla="*/ 3817370 w 6505575"/>
                <a:gd name="connsiteY23" fmla="*/ 6505327 h 6505326"/>
                <a:gd name="connsiteX24" fmla="*/ 6314982 w 6505575"/>
                <a:gd name="connsiteY24" fmla="*/ 6505327 h 6505326"/>
                <a:gd name="connsiteX25" fmla="*/ 6505575 w 6505575"/>
                <a:gd name="connsiteY25" fmla="*/ 6314734 h 6505326"/>
                <a:gd name="connsiteX26" fmla="*/ 6505575 w 6505575"/>
                <a:gd name="connsiteY26" fmla="*/ 3520561 h 6505326"/>
                <a:gd name="connsiteX27" fmla="*/ 1161674 w 6505575"/>
                <a:gd name="connsiteY27" fmla="*/ 5514392 h 6505326"/>
                <a:gd name="connsiteX28" fmla="*/ 971081 w 6505575"/>
                <a:gd name="connsiteY28" fmla="*/ 5704985 h 6505326"/>
                <a:gd name="connsiteX29" fmla="*/ 780488 w 6505575"/>
                <a:gd name="connsiteY29" fmla="*/ 5514392 h 6505326"/>
                <a:gd name="connsiteX30" fmla="*/ 780488 w 6505575"/>
                <a:gd name="connsiteY30" fmla="*/ 5260268 h 6505326"/>
                <a:gd name="connsiteX31" fmla="*/ 971081 w 6505575"/>
                <a:gd name="connsiteY31" fmla="*/ 5069675 h 6505326"/>
                <a:gd name="connsiteX32" fmla="*/ 1161674 w 6505575"/>
                <a:gd name="connsiteY32" fmla="*/ 5260268 h 6505326"/>
                <a:gd name="connsiteX33" fmla="*/ 1161674 w 6505575"/>
                <a:gd name="connsiteY33" fmla="*/ 4497946 h 6505326"/>
                <a:gd name="connsiteX34" fmla="*/ 971081 w 6505575"/>
                <a:gd name="connsiteY34" fmla="*/ 4688539 h 6505326"/>
                <a:gd name="connsiteX35" fmla="*/ 780488 w 6505575"/>
                <a:gd name="connsiteY35" fmla="*/ 4497946 h 6505326"/>
                <a:gd name="connsiteX36" fmla="*/ 780488 w 6505575"/>
                <a:gd name="connsiteY36" fmla="*/ 4243822 h 6505326"/>
                <a:gd name="connsiteX37" fmla="*/ 971081 w 6505575"/>
                <a:gd name="connsiteY37" fmla="*/ 4053229 h 6505326"/>
                <a:gd name="connsiteX38" fmla="*/ 1161674 w 6505575"/>
                <a:gd name="connsiteY38" fmla="*/ 4243822 h 6505326"/>
                <a:gd name="connsiteX39" fmla="*/ 1924047 w 6505575"/>
                <a:gd name="connsiteY39" fmla="*/ 5514392 h 6505326"/>
                <a:gd name="connsiteX40" fmla="*/ 1733453 w 6505575"/>
                <a:gd name="connsiteY40" fmla="*/ 5704985 h 6505326"/>
                <a:gd name="connsiteX41" fmla="*/ 1542860 w 6505575"/>
                <a:gd name="connsiteY41" fmla="*/ 5514392 h 6505326"/>
                <a:gd name="connsiteX42" fmla="*/ 1542860 w 6505575"/>
                <a:gd name="connsiteY42" fmla="*/ 5260268 h 6505326"/>
                <a:gd name="connsiteX43" fmla="*/ 1733453 w 6505575"/>
                <a:gd name="connsiteY43" fmla="*/ 5069675 h 6505326"/>
                <a:gd name="connsiteX44" fmla="*/ 1924047 w 6505575"/>
                <a:gd name="connsiteY44" fmla="*/ 5260268 h 6505326"/>
                <a:gd name="connsiteX45" fmla="*/ 1924047 w 6505575"/>
                <a:gd name="connsiteY45" fmla="*/ 4497946 h 6505326"/>
                <a:gd name="connsiteX46" fmla="*/ 1733453 w 6505575"/>
                <a:gd name="connsiteY46" fmla="*/ 4688539 h 6505326"/>
                <a:gd name="connsiteX47" fmla="*/ 1542860 w 6505575"/>
                <a:gd name="connsiteY47" fmla="*/ 4497946 h 6505326"/>
                <a:gd name="connsiteX48" fmla="*/ 1542860 w 6505575"/>
                <a:gd name="connsiteY48" fmla="*/ 4243822 h 6505326"/>
                <a:gd name="connsiteX49" fmla="*/ 1733453 w 6505575"/>
                <a:gd name="connsiteY49" fmla="*/ 4053229 h 6505326"/>
                <a:gd name="connsiteX50" fmla="*/ 1924047 w 6505575"/>
                <a:gd name="connsiteY50" fmla="*/ 4243822 h 6505326"/>
                <a:gd name="connsiteX51" fmla="*/ 3052665 w 6505575"/>
                <a:gd name="connsiteY51" fmla="*/ 4497946 h 6505326"/>
                <a:gd name="connsiteX52" fmla="*/ 2862072 w 6505575"/>
                <a:gd name="connsiteY52" fmla="*/ 4688539 h 6505326"/>
                <a:gd name="connsiteX53" fmla="*/ 2671479 w 6505575"/>
                <a:gd name="connsiteY53" fmla="*/ 4497946 h 6505326"/>
                <a:gd name="connsiteX54" fmla="*/ 2671479 w 6505575"/>
                <a:gd name="connsiteY54" fmla="*/ 4243822 h 6505326"/>
                <a:gd name="connsiteX55" fmla="*/ 2862072 w 6505575"/>
                <a:gd name="connsiteY55" fmla="*/ 4053229 h 6505326"/>
                <a:gd name="connsiteX56" fmla="*/ 3052665 w 6505575"/>
                <a:gd name="connsiteY56" fmla="*/ 4243822 h 6505326"/>
                <a:gd name="connsiteX57" fmla="*/ 2681009 w 6505575"/>
                <a:gd name="connsiteY57" fmla="*/ 3048694 h 6505326"/>
                <a:gd name="connsiteX58" fmla="*/ 3252788 w 6505575"/>
                <a:gd name="connsiteY58" fmla="*/ 2476965 h 6505326"/>
                <a:gd name="connsiteX59" fmla="*/ 3824567 w 6505575"/>
                <a:gd name="connsiteY59" fmla="*/ 3048694 h 6505326"/>
                <a:gd name="connsiteX60" fmla="*/ 3252788 w 6505575"/>
                <a:gd name="connsiteY60" fmla="*/ 3620473 h 6505326"/>
                <a:gd name="connsiteX61" fmla="*/ 2681009 w 6505575"/>
                <a:gd name="connsiteY61" fmla="*/ 3048694 h 6505326"/>
                <a:gd name="connsiteX62" fmla="*/ 3834096 w 6505575"/>
                <a:gd name="connsiteY62" fmla="*/ 4497946 h 6505326"/>
                <a:gd name="connsiteX63" fmla="*/ 3643503 w 6505575"/>
                <a:gd name="connsiteY63" fmla="*/ 4688539 h 6505326"/>
                <a:gd name="connsiteX64" fmla="*/ 3452910 w 6505575"/>
                <a:gd name="connsiteY64" fmla="*/ 4497946 h 6505326"/>
                <a:gd name="connsiteX65" fmla="*/ 3452910 w 6505575"/>
                <a:gd name="connsiteY65" fmla="*/ 4243822 h 6505326"/>
                <a:gd name="connsiteX66" fmla="*/ 3643503 w 6505575"/>
                <a:gd name="connsiteY66" fmla="*/ 4053229 h 6505326"/>
                <a:gd name="connsiteX67" fmla="*/ 3834096 w 6505575"/>
                <a:gd name="connsiteY67" fmla="*/ 4243822 h 6505326"/>
                <a:gd name="connsiteX68" fmla="*/ 4915067 w 6505575"/>
                <a:gd name="connsiteY68" fmla="*/ 5514392 h 6505326"/>
                <a:gd name="connsiteX69" fmla="*/ 4724474 w 6505575"/>
                <a:gd name="connsiteY69" fmla="*/ 5704985 h 6505326"/>
                <a:gd name="connsiteX70" fmla="*/ 4533881 w 6505575"/>
                <a:gd name="connsiteY70" fmla="*/ 5514392 h 6505326"/>
                <a:gd name="connsiteX71" fmla="*/ 4533881 w 6505575"/>
                <a:gd name="connsiteY71" fmla="*/ 5260268 h 6505326"/>
                <a:gd name="connsiteX72" fmla="*/ 4724474 w 6505575"/>
                <a:gd name="connsiteY72" fmla="*/ 5069675 h 6505326"/>
                <a:gd name="connsiteX73" fmla="*/ 4915067 w 6505575"/>
                <a:gd name="connsiteY73" fmla="*/ 5260268 h 6505326"/>
                <a:gd name="connsiteX74" fmla="*/ 4915067 w 6505575"/>
                <a:gd name="connsiteY74" fmla="*/ 4497946 h 6505326"/>
                <a:gd name="connsiteX75" fmla="*/ 4724474 w 6505575"/>
                <a:gd name="connsiteY75" fmla="*/ 4688539 h 6505326"/>
                <a:gd name="connsiteX76" fmla="*/ 4533881 w 6505575"/>
                <a:gd name="connsiteY76" fmla="*/ 4497946 h 6505326"/>
                <a:gd name="connsiteX77" fmla="*/ 4533881 w 6505575"/>
                <a:gd name="connsiteY77" fmla="*/ 4243822 h 6505326"/>
                <a:gd name="connsiteX78" fmla="*/ 4724474 w 6505575"/>
                <a:gd name="connsiteY78" fmla="*/ 4053229 h 6505326"/>
                <a:gd name="connsiteX79" fmla="*/ 4915067 w 6505575"/>
                <a:gd name="connsiteY79" fmla="*/ 4243822 h 6505326"/>
                <a:gd name="connsiteX80" fmla="*/ 5677439 w 6505575"/>
                <a:gd name="connsiteY80" fmla="*/ 5514392 h 6505326"/>
                <a:gd name="connsiteX81" fmla="*/ 5486846 w 6505575"/>
                <a:gd name="connsiteY81" fmla="*/ 5704985 h 6505326"/>
                <a:gd name="connsiteX82" fmla="*/ 5296253 w 6505575"/>
                <a:gd name="connsiteY82" fmla="*/ 5514392 h 6505326"/>
                <a:gd name="connsiteX83" fmla="*/ 5296253 w 6505575"/>
                <a:gd name="connsiteY83" fmla="*/ 5260268 h 6505326"/>
                <a:gd name="connsiteX84" fmla="*/ 5486846 w 6505575"/>
                <a:gd name="connsiteY84" fmla="*/ 5069675 h 6505326"/>
                <a:gd name="connsiteX85" fmla="*/ 5677439 w 6505575"/>
                <a:gd name="connsiteY85" fmla="*/ 5260268 h 6505326"/>
                <a:gd name="connsiteX86" fmla="*/ 5677439 w 6505575"/>
                <a:gd name="connsiteY86" fmla="*/ 4497946 h 6505326"/>
                <a:gd name="connsiteX87" fmla="*/ 5486846 w 6505575"/>
                <a:gd name="connsiteY87" fmla="*/ 4688539 h 6505326"/>
                <a:gd name="connsiteX88" fmla="*/ 5296253 w 6505575"/>
                <a:gd name="connsiteY88" fmla="*/ 4497946 h 6505326"/>
                <a:gd name="connsiteX89" fmla="*/ 5296253 w 6505575"/>
                <a:gd name="connsiteY89" fmla="*/ 4243822 h 6505326"/>
                <a:gd name="connsiteX90" fmla="*/ 5486846 w 6505575"/>
                <a:gd name="connsiteY90" fmla="*/ 4053229 h 6505326"/>
                <a:gd name="connsiteX91" fmla="*/ 5677439 w 6505575"/>
                <a:gd name="connsiteY91" fmla="*/ 4243822 h 6505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505575" h="6505326">
                  <a:moveTo>
                    <a:pt x="4947626" y="3520561"/>
                  </a:moveTo>
                  <a:cubicBezTo>
                    <a:pt x="4893327" y="3520561"/>
                    <a:pt x="4841559" y="3497382"/>
                    <a:pt x="4805426" y="3456831"/>
                  </a:cubicBezTo>
                  <a:lnTo>
                    <a:pt x="3443381" y="1930003"/>
                  </a:lnTo>
                  <a:lnTo>
                    <a:pt x="3443381" y="952915"/>
                  </a:lnTo>
                  <a:lnTo>
                    <a:pt x="4309934" y="952915"/>
                  </a:lnTo>
                  <a:cubicBezTo>
                    <a:pt x="4408605" y="952915"/>
                    <a:pt x="4469605" y="845409"/>
                    <a:pt x="4418979" y="760685"/>
                  </a:cubicBezTo>
                  <a:lnTo>
                    <a:pt x="4249182" y="476532"/>
                  </a:lnTo>
                  <a:lnTo>
                    <a:pt x="4418979" y="192380"/>
                  </a:lnTo>
                  <a:cubicBezTo>
                    <a:pt x="4469605" y="107655"/>
                    <a:pt x="4408605" y="149"/>
                    <a:pt x="4309934" y="149"/>
                  </a:cubicBezTo>
                  <a:lnTo>
                    <a:pt x="3255071" y="149"/>
                  </a:lnTo>
                  <a:cubicBezTo>
                    <a:pt x="3254326" y="99"/>
                    <a:pt x="3253582" y="0"/>
                    <a:pt x="3252788" y="0"/>
                  </a:cubicBezTo>
                  <a:cubicBezTo>
                    <a:pt x="3147515" y="0"/>
                    <a:pt x="3062195" y="85320"/>
                    <a:pt x="3062195" y="190593"/>
                  </a:cubicBezTo>
                  <a:lnTo>
                    <a:pt x="3062195" y="1926876"/>
                  </a:lnTo>
                  <a:lnTo>
                    <a:pt x="1685259" y="3457427"/>
                  </a:lnTo>
                  <a:cubicBezTo>
                    <a:pt x="1649076" y="3497630"/>
                    <a:pt x="1597606" y="3520561"/>
                    <a:pt x="1543555" y="3520561"/>
                  </a:cubicBezTo>
                  <a:lnTo>
                    <a:pt x="0" y="3520561"/>
                  </a:lnTo>
                  <a:lnTo>
                    <a:pt x="0" y="6314734"/>
                  </a:lnTo>
                  <a:cubicBezTo>
                    <a:pt x="0" y="6420007"/>
                    <a:pt x="85320" y="6505327"/>
                    <a:pt x="190593" y="6505327"/>
                  </a:cubicBezTo>
                  <a:lnTo>
                    <a:pt x="2673812" y="6505327"/>
                  </a:lnTo>
                  <a:lnTo>
                    <a:pt x="2673812" y="5260268"/>
                  </a:lnTo>
                  <a:cubicBezTo>
                    <a:pt x="2673812" y="5155045"/>
                    <a:pt x="2759132" y="5069675"/>
                    <a:pt x="2864405" y="5069675"/>
                  </a:cubicBezTo>
                  <a:lnTo>
                    <a:pt x="3626777" y="5069675"/>
                  </a:lnTo>
                  <a:cubicBezTo>
                    <a:pt x="3732050" y="5069675"/>
                    <a:pt x="3817370" y="5155045"/>
                    <a:pt x="3817370" y="5260268"/>
                  </a:cubicBezTo>
                  <a:lnTo>
                    <a:pt x="3817370" y="6505327"/>
                  </a:lnTo>
                  <a:lnTo>
                    <a:pt x="6314982" y="6505327"/>
                  </a:lnTo>
                  <a:cubicBezTo>
                    <a:pt x="6420255" y="6505327"/>
                    <a:pt x="6505575" y="6420007"/>
                    <a:pt x="6505575" y="6314734"/>
                  </a:cubicBezTo>
                  <a:lnTo>
                    <a:pt x="6505575" y="3520561"/>
                  </a:lnTo>
                  <a:close/>
                  <a:moveTo>
                    <a:pt x="1161674" y="5514392"/>
                  </a:moveTo>
                  <a:cubicBezTo>
                    <a:pt x="1161674" y="5619665"/>
                    <a:pt x="1076354" y="5704985"/>
                    <a:pt x="971081" y="5704985"/>
                  </a:cubicBezTo>
                  <a:cubicBezTo>
                    <a:pt x="865858" y="5704985"/>
                    <a:pt x="780488" y="5619665"/>
                    <a:pt x="780488" y="5514392"/>
                  </a:cubicBezTo>
                  <a:lnTo>
                    <a:pt x="780488" y="5260268"/>
                  </a:lnTo>
                  <a:cubicBezTo>
                    <a:pt x="780488" y="5155045"/>
                    <a:pt x="865858" y="5069675"/>
                    <a:pt x="971081" y="5069675"/>
                  </a:cubicBezTo>
                  <a:cubicBezTo>
                    <a:pt x="1076354" y="5069675"/>
                    <a:pt x="1161674" y="5155045"/>
                    <a:pt x="1161674" y="5260268"/>
                  </a:cubicBezTo>
                  <a:close/>
                  <a:moveTo>
                    <a:pt x="1161674" y="4497946"/>
                  </a:moveTo>
                  <a:cubicBezTo>
                    <a:pt x="1161674" y="4603219"/>
                    <a:pt x="1076354" y="4688539"/>
                    <a:pt x="971081" y="4688539"/>
                  </a:cubicBezTo>
                  <a:cubicBezTo>
                    <a:pt x="865858" y="4688539"/>
                    <a:pt x="780488" y="4603219"/>
                    <a:pt x="780488" y="4497946"/>
                  </a:cubicBezTo>
                  <a:lnTo>
                    <a:pt x="780488" y="4243822"/>
                  </a:lnTo>
                  <a:cubicBezTo>
                    <a:pt x="780488" y="4138598"/>
                    <a:pt x="865858" y="4053229"/>
                    <a:pt x="971081" y="4053229"/>
                  </a:cubicBezTo>
                  <a:cubicBezTo>
                    <a:pt x="1076354" y="4053229"/>
                    <a:pt x="1161674" y="4138598"/>
                    <a:pt x="1161674" y="4243822"/>
                  </a:cubicBezTo>
                  <a:close/>
                  <a:moveTo>
                    <a:pt x="1924047" y="5514392"/>
                  </a:moveTo>
                  <a:cubicBezTo>
                    <a:pt x="1924047" y="5619665"/>
                    <a:pt x="1838726" y="5704985"/>
                    <a:pt x="1733453" y="5704985"/>
                  </a:cubicBezTo>
                  <a:cubicBezTo>
                    <a:pt x="1628230" y="5704985"/>
                    <a:pt x="1542860" y="5619665"/>
                    <a:pt x="1542860" y="5514392"/>
                  </a:cubicBezTo>
                  <a:lnTo>
                    <a:pt x="1542860" y="5260268"/>
                  </a:lnTo>
                  <a:cubicBezTo>
                    <a:pt x="1542860" y="5155045"/>
                    <a:pt x="1628230" y="5069675"/>
                    <a:pt x="1733453" y="5069675"/>
                  </a:cubicBezTo>
                  <a:cubicBezTo>
                    <a:pt x="1838726" y="5069675"/>
                    <a:pt x="1924047" y="5155045"/>
                    <a:pt x="1924047" y="5260268"/>
                  </a:cubicBezTo>
                  <a:close/>
                  <a:moveTo>
                    <a:pt x="1924047" y="4497946"/>
                  </a:moveTo>
                  <a:cubicBezTo>
                    <a:pt x="1924047" y="4603219"/>
                    <a:pt x="1838726" y="4688539"/>
                    <a:pt x="1733453" y="4688539"/>
                  </a:cubicBezTo>
                  <a:cubicBezTo>
                    <a:pt x="1628230" y="4688539"/>
                    <a:pt x="1542860" y="4603219"/>
                    <a:pt x="1542860" y="4497946"/>
                  </a:cubicBezTo>
                  <a:lnTo>
                    <a:pt x="1542860" y="4243822"/>
                  </a:lnTo>
                  <a:cubicBezTo>
                    <a:pt x="1542860" y="4138598"/>
                    <a:pt x="1628230" y="4053229"/>
                    <a:pt x="1733453" y="4053229"/>
                  </a:cubicBezTo>
                  <a:cubicBezTo>
                    <a:pt x="1838726" y="4053229"/>
                    <a:pt x="1924047" y="4138598"/>
                    <a:pt x="1924047" y="4243822"/>
                  </a:cubicBezTo>
                  <a:close/>
                  <a:moveTo>
                    <a:pt x="3052665" y="4497946"/>
                  </a:moveTo>
                  <a:cubicBezTo>
                    <a:pt x="3052665" y="4603219"/>
                    <a:pt x="2967345" y="4688539"/>
                    <a:pt x="2862072" y="4688539"/>
                  </a:cubicBezTo>
                  <a:cubicBezTo>
                    <a:pt x="2756799" y="4688539"/>
                    <a:pt x="2671479" y="4603219"/>
                    <a:pt x="2671479" y="4497946"/>
                  </a:cubicBezTo>
                  <a:lnTo>
                    <a:pt x="2671479" y="4243822"/>
                  </a:lnTo>
                  <a:cubicBezTo>
                    <a:pt x="2671479" y="4138598"/>
                    <a:pt x="2756799" y="4053229"/>
                    <a:pt x="2862072" y="4053229"/>
                  </a:cubicBezTo>
                  <a:cubicBezTo>
                    <a:pt x="2967345" y="4053229"/>
                    <a:pt x="3052665" y="4138598"/>
                    <a:pt x="3052665" y="4243822"/>
                  </a:cubicBezTo>
                  <a:close/>
                  <a:moveTo>
                    <a:pt x="2681009" y="3048694"/>
                  </a:moveTo>
                  <a:cubicBezTo>
                    <a:pt x="2681009" y="2733422"/>
                    <a:pt x="2937515" y="2476965"/>
                    <a:pt x="3252788" y="2476965"/>
                  </a:cubicBezTo>
                  <a:cubicBezTo>
                    <a:pt x="3568060" y="2476965"/>
                    <a:pt x="3824567" y="2733422"/>
                    <a:pt x="3824567" y="3048694"/>
                  </a:cubicBezTo>
                  <a:cubicBezTo>
                    <a:pt x="3824567" y="3364017"/>
                    <a:pt x="3568060" y="3620473"/>
                    <a:pt x="3252788" y="3620473"/>
                  </a:cubicBezTo>
                  <a:cubicBezTo>
                    <a:pt x="2937515" y="3620473"/>
                    <a:pt x="2681009" y="3364017"/>
                    <a:pt x="2681009" y="3048694"/>
                  </a:cubicBezTo>
                  <a:close/>
                  <a:moveTo>
                    <a:pt x="3834096" y="4497946"/>
                  </a:moveTo>
                  <a:cubicBezTo>
                    <a:pt x="3834096" y="4603219"/>
                    <a:pt x="3748776" y="4688539"/>
                    <a:pt x="3643503" y="4688539"/>
                  </a:cubicBezTo>
                  <a:cubicBezTo>
                    <a:pt x="3538230" y="4688539"/>
                    <a:pt x="3452910" y="4603219"/>
                    <a:pt x="3452910" y="4497946"/>
                  </a:cubicBezTo>
                  <a:lnTo>
                    <a:pt x="3452910" y="4243822"/>
                  </a:lnTo>
                  <a:cubicBezTo>
                    <a:pt x="3452910" y="4138598"/>
                    <a:pt x="3538230" y="4053229"/>
                    <a:pt x="3643503" y="4053229"/>
                  </a:cubicBezTo>
                  <a:cubicBezTo>
                    <a:pt x="3748776" y="4053229"/>
                    <a:pt x="3834096" y="4138598"/>
                    <a:pt x="3834096" y="4243822"/>
                  </a:cubicBezTo>
                  <a:close/>
                  <a:moveTo>
                    <a:pt x="4915067" y="5514392"/>
                  </a:moveTo>
                  <a:cubicBezTo>
                    <a:pt x="4915067" y="5619665"/>
                    <a:pt x="4829697" y="5704985"/>
                    <a:pt x="4724474" y="5704985"/>
                  </a:cubicBezTo>
                  <a:cubicBezTo>
                    <a:pt x="4619201" y="5704985"/>
                    <a:pt x="4533881" y="5619665"/>
                    <a:pt x="4533881" y="5514392"/>
                  </a:cubicBezTo>
                  <a:lnTo>
                    <a:pt x="4533881" y="5260268"/>
                  </a:lnTo>
                  <a:cubicBezTo>
                    <a:pt x="4533881" y="5155045"/>
                    <a:pt x="4619201" y="5069675"/>
                    <a:pt x="4724474" y="5069675"/>
                  </a:cubicBezTo>
                  <a:cubicBezTo>
                    <a:pt x="4829697" y="5069675"/>
                    <a:pt x="4915067" y="5155045"/>
                    <a:pt x="4915067" y="5260268"/>
                  </a:cubicBezTo>
                  <a:close/>
                  <a:moveTo>
                    <a:pt x="4915067" y="4497946"/>
                  </a:moveTo>
                  <a:cubicBezTo>
                    <a:pt x="4915067" y="4603219"/>
                    <a:pt x="4829697" y="4688539"/>
                    <a:pt x="4724474" y="4688539"/>
                  </a:cubicBezTo>
                  <a:cubicBezTo>
                    <a:pt x="4619201" y="4688539"/>
                    <a:pt x="4533881" y="4603219"/>
                    <a:pt x="4533881" y="4497946"/>
                  </a:cubicBezTo>
                  <a:lnTo>
                    <a:pt x="4533881" y="4243822"/>
                  </a:lnTo>
                  <a:cubicBezTo>
                    <a:pt x="4533881" y="4138598"/>
                    <a:pt x="4619201" y="4053229"/>
                    <a:pt x="4724474" y="4053229"/>
                  </a:cubicBezTo>
                  <a:cubicBezTo>
                    <a:pt x="4829697" y="4053229"/>
                    <a:pt x="4915067" y="4138598"/>
                    <a:pt x="4915067" y="4243822"/>
                  </a:cubicBezTo>
                  <a:close/>
                  <a:moveTo>
                    <a:pt x="5677439" y="5514392"/>
                  </a:moveTo>
                  <a:cubicBezTo>
                    <a:pt x="5677439" y="5619665"/>
                    <a:pt x="5592069" y="5704985"/>
                    <a:pt x="5486846" y="5704985"/>
                  </a:cubicBezTo>
                  <a:cubicBezTo>
                    <a:pt x="5381573" y="5704985"/>
                    <a:pt x="5296253" y="5619665"/>
                    <a:pt x="5296253" y="5514392"/>
                  </a:cubicBezTo>
                  <a:lnTo>
                    <a:pt x="5296253" y="5260268"/>
                  </a:lnTo>
                  <a:cubicBezTo>
                    <a:pt x="5296253" y="5155045"/>
                    <a:pt x="5381573" y="5069675"/>
                    <a:pt x="5486846" y="5069675"/>
                  </a:cubicBezTo>
                  <a:cubicBezTo>
                    <a:pt x="5592069" y="5069675"/>
                    <a:pt x="5677439" y="5155045"/>
                    <a:pt x="5677439" y="5260268"/>
                  </a:cubicBezTo>
                  <a:close/>
                  <a:moveTo>
                    <a:pt x="5677439" y="4497946"/>
                  </a:moveTo>
                  <a:cubicBezTo>
                    <a:pt x="5677439" y="4603219"/>
                    <a:pt x="5592069" y="4688539"/>
                    <a:pt x="5486846" y="4688539"/>
                  </a:cubicBezTo>
                  <a:cubicBezTo>
                    <a:pt x="5381573" y="4688539"/>
                    <a:pt x="5296253" y="4603219"/>
                    <a:pt x="5296253" y="4497946"/>
                  </a:cubicBezTo>
                  <a:lnTo>
                    <a:pt x="5296253" y="4243822"/>
                  </a:lnTo>
                  <a:cubicBezTo>
                    <a:pt x="5296253" y="4138598"/>
                    <a:pt x="5381573" y="4053229"/>
                    <a:pt x="5486846" y="4053229"/>
                  </a:cubicBezTo>
                  <a:cubicBezTo>
                    <a:pt x="5592069" y="4053229"/>
                    <a:pt x="5677439" y="4138598"/>
                    <a:pt x="5677439" y="4243822"/>
                  </a:cubicBezTo>
                  <a:close/>
                </a:path>
              </a:pathLst>
            </a:custGeom>
            <a:grpFill/>
            <a:ln w="12706" cap="flat">
              <a:noFill/>
              <a:prstDash val="solid"/>
              <a:miter/>
            </a:ln>
          </p:spPr>
          <p:txBody>
            <a:bodyPr rtlCol="0" anchor="ctr"/>
            <a:lstStyle/>
            <a:p>
              <a:endParaRPr lang="en-US"/>
            </a:p>
          </p:txBody>
        </p:sp>
      </p:grpSp>
      <p:grpSp>
        <p:nvGrpSpPr>
          <p:cNvPr id="206" name="Graphic 54">
            <a:extLst>
              <a:ext uri="{FF2B5EF4-FFF2-40B4-BE49-F238E27FC236}">
                <a16:creationId xmlns:a16="http://schemas.microsoft.com/office/drawing/2014/main" id="{76306DBF-FA21-4826-A50B-F6F596A434AB}"/>
              </a:ext>
            </a:extLst>
          </p:cNvPr>
          <p:cNvGrpSpPr>
            <a:grpSpLocks noChangeAspect="1"/>
          </p:cNvGrpSpPr>
          <p:nvPr/>
        </p:nvGrpSpPr>
        <p:grpSpPr>
          <a:xfrm>
            <a:off x="10870678" y="4289320"/>
            <a:ext cx="365760" cy="365760"/>
            <a:chOff x="14539069" y="812819"/>
            <a:chExt cx="4876800" cy="4876800"/>
          </a:xfrm>
          <a:solidFill>
            <a:schemeClr val="tx2"/>
          </a:solidFill>
        </p:grpSpPr>
        <p:sp>
          <p:nvSpPr>
            <p:cNvPr id="207" name="Freeform: Shape 206">
              <a:extLst>
                <a:ext uri="{FF2B5EF4-FFF2-40B4-BE49-F238E27FC236}">
                  <a16:creationId xmlns:a16="http://schemas.microsoft.com/office/drawing/2014/main" id="{CDC8DA2D-965A-4448-92F8-32AFDEFD3FB8}"/>
                </a:ext>
              </a:extLst>
            </p:cNvPr>
            <p:cNvSpPr/>
            <p:nvPr/>
          </p:nvSpPr>
          <p:spPr>
            <a:xfrm>
              <a:off x="14810270" y="812819"/>
              <a:ext cx="4334402" cy="4876800"/>
            </a:xfrm>
            <a:custGeom>
              <a:avLst/>
              <a:gdLst>
                <a:gd name="connsiteX0" fmla="*/ 3981702 w 4334402"/>
                <a:gd name="connsiteY0" fmla="*/ 2630805 h 4876800"/>
                <a:gd name="connsiteX1" fmla="*/ 3803232 w 4334402"/>
                <a:gd name="connsiteY1" fmla="*/ 2438400 h 4876800"/>
                <a:gd name="connsiteX2" fmla="*/ 3981702 w 4334402"/>
                <a:gd name="connsiteY2" fmla="*/ 2245995 h 4876800"/>
                <a:gd name="connsiteX3" fmla="*/ 4291150 w 4334402"/>
                <a:gd name="connsiteY3" fmla="*/ 1276283 h 4876800"/>
                <a:gd name="connsiteX4" fmla="*/ 4311543 w 4334402"/>
                <a:gd name="connsiteY4" fmla="*/ 1152525 h 4876800"/>
                <a:gd name="connsiteX5" fmla="*/ 3882918 w 4334402"/>
                <a:gd name="connsiteY5" fmla="*/ 723900 h 4876800"/>
                <a:gd name="connsiteX6" fmla="*/ 3514548 w 4334402"/>
                <a:gd name="connsiteY6" fmla="*/ 937022 h 4876800"/>
                <a:gd name="connsiteX7" fmla="*/ 2987311 w 4334402"/>
                <a:gd name="connsiteY7" fmla="*/ 1019461 h 4876800"/>
                <a:gd name="connsiteX8" fmla="*/ 2168418 w 4334402"/>
                <a:gd name="connsiteY8" fmla="*/ 0 h 4876800"/>
                <a:gd name="connsiteX9" fmla="*/ 1350554 w 4334402"/>
                <a:gd name="connsiteY9" fmla="*/ 1015698 h 4876800"/>
                <a:gd name="connsiteX10" fmla="*/ 821592 w 4334402"/>
                <a:gd name="connsiteY10" fmla="*/ 935746 h 4876800"/>
                <a:gd name="connsiteX11" fmla="*/ 453918 w 4334402"/>
                <a:gd name="connsiteY11" fmla="*/ 723900 h 4876800"/>
                <a:gd name="connsiteX12" fmla="*/ 25293 w 4334402"/>
                <a:gd name="connsiteY12" fmla="*/ 1152525 h 4876800"/>
                <a:gd name="connsiteX13" fmla="*/ 44267 w 4334402"/>
                <a:gd name="connsiteY13" fmla="*/ 1271769 h 4876800"/>
                <a:gd name="connsiteX14" fmla="*/ 355134 w 4334402"/>
                <a:gd name="connsiteY14" fmla="*/ 2245995 h 4876800"/>
                <a:gd name="connsiteX15" fmla="*/ 533604 w 4334402"/>
                <a:gd name="connsiteY15" fmla="*/ 2438400 h 4876800"/>
                <a:gd name="connsiteX16" fmla="*/ 355134 w 4334402"/>
                <a:gd name="connsiteY16" fmla="*/ 2630805 h 4876800"/>
                <a:gd name="connsiteX17" fmla="*/ 64917 w 4334402"/>
                <a:gd name="connsiteY17" fmla="*/ 3652838 h 4876800"/>
                <a:gd name="connsiteX18" fmla="*/ 735201 w 4334402"/>
                <a:gd name="connsiteY18" fmla="*/ 3945284 h 4876800"/>
                <a:gd name="connsiteX19" fmla="*/ 1349258 w 4334402"/>
                <a:gd name="connsiteY19" fmla="*/ 3856368 h 4876800"/>
                <a:gd name="connsiteX20" fmla="*/ 2168418 w 4334402"/>
                <a:gd name="connsiteY20" fmla="*/ 4876800 h 4876800"/>
                <a:gd name="connsiteX21" fmla="*/ 2987244 w 4334402"/>
                <a:gd name="connsiteY21" fmla="*/ 3857577 h 4876800"/>
                <a:gd name="connsiteX22" fmla="*/ 3514586 w 4334402"/>
                <a:gd name="connsiteY22" fmla="*/ 3939826 h 4876800"/>
                <a:gd name="connsiteX23" fmla="*/ 3882918 w 4334402"/>
                <a:gd name="connsiteY23" fmla="*/ 4152900 h 4876800"/>
                <a:gd name="connsiteX24" fmla="*/ 4311543 w 4334402"/>
                <a:gd name="connsiteY24" fmla="*/ 3724275 h 4876800"/>
                <a:gd name="connsiteX25" fmla="*/ 4292569 w 4334402"/>
                <a:gd name="connsiteY25" fmla="*/ 3605032 h 4876800"/>
                <a:gd name="connsiteX26" fmla="*/ 3981702 w 4334402"/>
                <a:gd name="connsiteY26" fmla="*/ 2630805 h 4876800"/>
                <a:gd name="connsiteX27" fmla="*/ 312434 w 4334402"/>
                <a:gd name="connsiteY27" fmla="*/ 3509963 h 4876800"/>
                <a:gd name="connsiteX28" fmla="*/ 575724 w 4334402"/>
                <a:gd name="connsiteY28" fmla="*/ 2812333 h 4876800"/>
                <a:gd name="connsiteX29" fmla="*/ 739916 w 4334402"/>
                <a:gd name="connsiteY29" fmla="*/ 2635653 h 4876800"/>
                <a:gd name="connsiteX30" fmla="*/ 1195535 w 4334402"/>
                <a:gd name="connsiteY30" fmla="*/ 2998670 h 4876800"/>
                <a:gd name="connsiteX31" fmla="*/ 1281583 w 4334402"/>
                <a:gd name="connsiteY31" fmla="*/ 3579047 h 4876800"/>
                <a:gd name="connsiteX32" fmla="*/ 312434 w 4334402"/>
                <a:gd name="connsiteY32" fmla="*/ 3509963 h 4876800"/>
                <a:gd name="connsiteX33" fmla="*/ 1171760 w 4334402"/>
                <a:gd name="connsiteY33" fmla="*/ 2626252 h 4876800"/>
                <a:gd name="connsiteX34" fmla="*/ 947475 w 4334402"/>
                <a:gd name="connsiteY34" fmla="*/ 2438400 h 4876800"/>
                <a:gd name="connsiteX35" fmla="*/ 1171760 w 4334402"/>
                <a:gd name="connsiteY35" fmla="*/ 2250548 h 4876800"/>
                <a:gd name="connsiteX36" fmla="*/ 1168293 w 4334402"/>
                <a:gd name="connsiteY36" fmla="*/ 2438400 h 4876800"/>
                <a:gd name="connsiteX37" fmla="*/ 1171760 w 4334402"/>
                <a:gd name="connsiteY37" fmla="*/ 2626252 h 4876800"/>
                <a:gd name="connsiteX38" fmla="*/ 1195535 w 4334402"/>
                <a:gd name="connsiteY38" fmla="*/ 1878130 h 4876800"/>
                <a:gd name="connsiteX39" fmla="*/ 739916 w 4334402"/>
                <a:gd name="connsiteY39" fmla="*/ 2241147 h 4876800"/>
                <a:gd name="connsiteX40" fmla="*/ 575724 w 4334402"/>
                <a:gd name="connsiteY40" fmla="*/ 2064468 h 4876800"/>
                <a:gd name="connsiteX41" fmla="*/ 294717 w 4334402"/>
                <a:gd name="connsiteY41" fmla="*/ 1549737 h 4876800"/>
                <a:gd name="connsiteX42" fmla="*/ 453918 w 4334402"/>
                <a:gd name="connsiteY42" fmla="*/ 1581150 h 4876800"/>
                <a:gd name="connsiteX43" fmla="*/ 875113 w 4334402"/>
                <a:gd name="connsiteY43" fmla="*/ 1226106 h 4876800"/>
                <a:gd name="connsiteX44" fmla="*/ 1281640 w 4334402"/>
                <a:gd name="connsiteY44" fmla="*/ 1297505 h 4876800"/>
                <a:gd name="connsiteX45" fmla="*/ 1195535 w 4334402"/>
                <a:gd name="connsiteY45" fmla="*/ 1878130 h 4876800"/>
                <a:gd name="connsiteX46" fmla="*/ 2830587 w 4334402"/>
                <a:gd name="connsiteY46" fmla="*/ 1673971 h 4876800"/>
                <a:gd name="connsiteX47" fmla="*/ 2502298 w 4334402"/>
                <a:gd name="connsiteY47" fmla="*/ 1481385 h 4876800"/>
                <a:gd name="connsiteX48" fmla="*/ 2780475 w 4334402"/>
                <a:gd name="connsiteY48" fmla="*/ 1377420 h 4876800"/>
                <a:gd name="connsiteX49" fmla="*/ 2830587 w 4334402"/>
                <a:gd name="connsiteY49" fmla="*/ 1673971 h 4876800"/>
                <a:gd name="connsiteX50" fmla="*/ 2168418 w 4334402"/>
                <a:gd name="connsiteY50" fmla="*/ 285750 h 4876800"/>
                <a:gd name="connsiteX51" fmla="*/ 2712400 w 4334402"/>
                <a:gd name="connsiteY51" fmla="*/ 1098718 h 4876800"/>
                <a:gd name="connsiteX52" fmla="*/ 2169713 w 4334402"/>
                <a:gd name="connsiteY52" fmla="*/ 1313698 h 4876800"/>
                <a:gd name="connsiteX53" fmla="*/ 1625312 w 4334402"/>
                <a:gd name="connsiteY53" fmla="*/ 1095546 h 4876800"/>
                <a:gd name="connsiteX54" fmla="*/ 2168418 w 4334402"/>
                <a:gd name="connsiteY54" fmla="*/ 285750 h 4876800"/>
                <a:gd name="connsiteX55" fmla="*/ 1556351 w 4334402"/>
                <a:gd name="connsiteY55" fmla="*/ 1377410 h 4876800"/>
                <a:gd name="connsiteX56" fmla="*/ 1834824 w 4334402"/>
                <a:gd name="connsiteY56" fmla="*/ 1481499 h 4876800"/>
                <a:gd name="connsiteX57" fmla="*/ 1506240 w 4334402"/>
                <a:gd name="connsiteY57" fmla="*/ 1673981 h 4876800"/>
                <a:gd name="connsiteX58" fmla="*/ 1556351 w 4334402"/>
                <a:gd name="connsiteY58" fmla="*/ 1377410 h 4876800"/>
                <a:gd name="connsiteX59" fmla="*/ 1506240 w 4334402"/>
                <a:gd name="connsiteY59" fmla="*/ 3202829 h 4876800"/>
                <a:gd name="connsiteX60" fmla="*/ 1834510 w 4334402"/>
                <a:gd name="connsiteY60" fmla="*/ 3395310 h 4876800"/>
                <a:gd name="connsiteX61" fmla="*/ 1556227 w 4334402"/>
                <a:gd name="connsiteY61" fmla="*/ 3498799 h 4876800"/>
                <a:gd name="connsiteX62" fmla="*/ 1506240 w 4334402"/>
                <a:gd name="connsiteY62" fmla="*/ 3202829 h 4876800"/>
                <a:gd name="connsiteX63" fmla="*/ 2168418 w 4334402"/>
                <a:gd name="connsiteY63" fmla="*/ 4591050 h 4876800"/>
                <a:gd name="connsiteX64" fmla="*/ 1624074 w 4334402"/>
                <a:gd name="connsiteY64" fmla="*/ 3776663 h 4876800"/>
                <a:gd name="connsiteX65" fmla="*/ 2168104 w 4334402"/>
                <a:gd name="connsiteY65" fmla="*/ 3562893 h 4876800"/>
                <a:gd name="connsiteX66" fmla="*/ 2712295 w 4334402"/>
                <a:gd name="connsiteY66" fmla="*/ 3778444 h 4876800"/>
                <a:gd name="connsiteX67" fmla="*/ 2168418 w 4334402"/>
                <a:gd name="connsiteY67" fmla="*/ 4591050 h 4876800"/>
                <a:gd name="connsiteX68" fmla="*/ 2780485 w 4334402"/>
                <a:gd name="connsiteY68" fmla="*/ 3499390 h 4876800"/>
                <a:gd name="connsiteX69" fmla="*/ 2502231 w 4334402"/>
                <a:gd name="connsiteY69" fmla="*/ 3395405 h 4876800"/>
                <a:gd name="connsiteX70" fmla="*/ 2830587 w 4334402"/>
                <a:gd name="connsiteY70" fmla="*/ 3202819 h 4876800"/>
                <a:gd name="connsiteX71" fmla="*/ 2780485 w 4334402"/>
                <a:gd name="connsiteY71" fmla="*/ 3499390 h 4876800"/>
                <a:gd name="connsiteX72" fmla="*/ 2868248 w 4334402"/>
                <a:gd name="connsiteY72" fmla="*/ 2842298 h 4876800"/>
                <a:gd name="connsiteX73" fmla="*/ 2169656 w 4334402"/>
                <a:gd name="connsiteY73" fmla="*/ 3245844 h 4876800"/>
                <a:gd name="connsiteX74" fmla="*/ 1468588 w 4334402"/>
                <a:gd name="connsiteY74" fmla="*/ 2842298 h 4876800"/>
                <a:gd name="connsiteX75" fmla="*/ 1454043 w 4334402"/>
                <a:gd name="connsiteY75" fmla="*/ 2438400 h 4876800"/>
                <a:gd name="connsiteX76" fmla="*/ 1468588 w 4334402"/>
                <a:gd name="connsiteY76" fmla="*/ 2034502 h 4876800"/>
                <a:gd name="connsiteX77" fmla="*/ 2168437 w 4334402"/>
                <a:gd name="connsiteY77" fmla="*/ 1631566 h 4876800"/>
                <a:gd name="connsiteX78" fmla="*/ 2868248 w 4334402"/>
                <a:gd name="connsiteY78" fmla="*/ 2034502 h 4876800"/>
                <a:gd name="connsiteX79" fmla="*/ 2882793 w 4334402"/>
                <a:gd name="connsiteY79" fmla="*/ 2438400 h 4876800"/>
                <a:gd name="connsiteX80" fmla="*/ 2868248 w 4334402"/>
                <a:gd name="connsiteY80" fmla="*/ 2842298 h 4876800"/>
                <a:gd name="connsiteX81" fmla="*/ 3461722 w 4334402"/>
                <a:gd name="connsiteY81" fmla="*/ 1226106 h 4876800"/>
                <a:gd name="connsiteX82" fmla="*/ 3882918 w 4334402"/>
                <a:gd name="connsiteY82" fmla="*/ 1581150 h 4876800"/>
                <a:gd name="connsiteX83" fmla="*/ 4043795 w 4334402"/>
                <a:gd name="connsiteY83" fmla="*/ 1549232 h 4876800"/>
                <a:gd name="connsiteX84" fmla="*/ 3761112 w 4334402"/>
                <a:gd name="connsiteY84" fmla="*/ 2064468 h 4876800"/>
                <a:gd name="connsiteX85" fmla="*/ 3596920 w 4334402"/>
                <a:gd name="connsiteY85" fmla="*/ 2241147 h 4876800"/>
                <a:gd name="connsiteX86" fmla="*/ 3141302 w 4334402"/>
                <a:gd name="connsiteY86" fmla="*/ 1878130 h 4876800"/>
                <a:gd name="connsiteX87" fmla="*/ 3055195 w 4334402"/>
                <a:gd name="connsiteY87" fmla="*/ 1297524 h 4876800"/>
                <a:gd name="connsiteX88" fmla="*/ 3461722 w 4334402"/>
                <a:gd name="connsiteY88" fmla="*/ 1226106 h 4876800"/>
                <a:gd name="connsiteX89" fmla="*/ 3165066 w 4334402"/>
                <a:gd name="connsiteY89" fmla="*/ 2250548 h 4876800"/>
                <a:gd name="connsiteX90" fmla="*/ 3389352 w 4334402"/>
                <a:gd name="connsiteY90" fmla="*/ 2438400 h 4876800"/>
                <a:gd name="connsiteX91" fmla="*/ 3165066 w 4334402"/>
                <a:gd name="connsiteY91" fmla="*/ 2626252 h 4876800"/>
                <a:gd name="connsiteX92" fmla="*/ 3168534 w 4334402"/>
                <a:gd name="connsiteY92" fmla="*/ 2438400 h 4876800"/>
                <a:gd name="connsiteX93" fmla="*/ 3165066 w 4334402"/>
                <a:gd name="connsiteY93" fmla="*/ 2250548 h 4876800"/>
                <a:gd name="connsiteX94" fmla="*/ 3882918 w 4334402"/>
                <a:gd name="connsiteY94" fmla="*/ 3295650 h 4876800"/>
                <a:gd name="connsiteX95" fmla="*/ 3461722 w 4334402"/>
                <a:gd name="connsiteY95" fmla="*/ 3650694 h 4876800"/>
                <a:gd name="connsiteX96" fmla="*/ 3055195 w 4334402"/>
                <a:gd name="connsiteY96" fmla="*/ 3579295 h 4876800"/>
                <a:gd name="connsiteX97" fmla="*/ 3141302 w 4334402"/>
                <a:gd name="connsiteY97" fmla="*/ 2998670 h 4876800"/>
                <a:gd name="connsiteX98" fmla="*/ 3596920 w 4334402"/>
                <a:gd name="connsiteY98" fmla="*/ 2635653 h 4876800"/>
                <a:gd name="connsiteX99" fmla="*/ 3761112 w 4334402"/>
                <a:gd name="connsiteY99" fmla="*/ 2812333 h 4876800"/>
                <a:gd name="connsiteX100" fmla="*/ 4042119 w 4334402"/>
                <a:gd name="connsiteY100" fmla="*/ 3327064 h 4876800"/>
                <a:gd name="connsiteX101" fmla="*/ 3882918 w 4334402"/>
                <a:gd name="connsiteY101" fmla="*/ 329565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4334402" h="4876800">
                  <a:moveTo>
                    <a:pt x="3981702" y="2630805"/>
                  </a:moveTo>
                  <a:cubicBezTo>
                    <a:pt x="3928962" y="2566730"/>
                    <a:pt x="3865335" y="2502542"/>
                    <a:pt x="3803232" y="2438400"/>
                  </a:cubicBezTo>
                  <a:cubicBezTo>
                    <a:pt x="3865335" y="2374249"/>
                    <a:pt x="3928962" y="2310070"/>
                    <a:pt x="3981702" y="2245995"/>
                  </a:cubicBezTo>
                  <a:cubicBezTo>
                    <a:pt x="4286092" y="1876044"/>
                    <a:pt x="4395906" y="1542307"/>
                    <a:pt x="4291150" y="1276283"/>
                  </a:cubicBezTo>
                  <a:cubicBezTo>
                    <a:pt x="4303152" y="1236831"/>
                    <a:pt x="4311543" y="1195845"/>
                    <a:pt x="4311543" y="1152525"/>
                  </a:cubicBezTo>
                  <a:cubicBezTo>
                    <a:pt x="4311543" y="916172"/>
                    <a:pt x="4119271" y="723900"/>
                    <a:pt x="3882918" y="723900"/>
                  </a:cubicBezTo>
                  <a:cubicBezTo>
                    <a:pt x="3725460" y="723900"/>
                    <a:pt x="3589072" y="810177"/>
                    <a:pt x="3514548" y="937022"/>
                  </a:cubicBezTo>
                  <a:cubicBezTo>
                    <a:pt x="3354861" y="944223"/>
                    <a:pt x="3177944" y="971331"/>
                    <a:pt x="2987311" y="1019461"/>
                  </a:cubicBezTo>
                  <a:cubicBezTo>
                    <a:pt x="2821938" y="433807"/>
                    <a:pt x="2546170" y="0"/>
                    <a:pt x="2168418" y="0"/>
                  </a:cubicBezTo>
                  <a:cubicBezTo>
                    <a:pt x="1791466" y="0"/>
                    <a:pt x="1516032" y="431978"/>
                    <a:pt x="1350554" y="1015698"/>
                  </a:cubicBezTo>
                  <a:cubicBezTo>
                    <a:pt x="1159178" y="967178"/>
                    <a:pt x="981651" y="940775"/>
                    <a:pt x="821592" y="935746"/>
                  </a:cubicBezTo>
                  <a:cubicBezTo>
                    <a:pt x="746916" y="809587"/>
                    <a:pt x="610861" y="723900"/>
                    <a:pt x="453918" y="723900"/>
                  </a:cubicBezTo>
                  <a:cubicBezTo>
                    <a:pt x="217565" y="723900"/>
                    <a:pt x="25293" y="916172"/>
                    <a:pt x="25293" y="1152525"/>
                  </a:cubicBezTo>
                  <a:cubicBezTo>
                    <a:pt x="25293" y="1194187"/>
                    <a:pt x="33122" y="1233659"/>
                    <a:pt x="44267" y="1271769"/>
                  </a:cubicBezTo>
                  <a:cubicBezTo>
                    <a:pt x="-65433" y="1522324"/>
                    <a:pt x="41438" y="1864738"/>
                    <a:pt x="355134" y="2245995"/>
                  </a:cubicBezTo>
                  <a:cubicBezTo>
                    <a:pt x="407874" y="2310070"/>
                    <a:pt x="471501" y="2374259"/>
                    <a:pt x="533604" y="2438400"/>
                  </a:cubicBezTo>
                  <a:cubicBezTo>
                    <a:pt x="471501" y="2502551"/>
                    <a:pt x="407874" y="2566730"/>
                    <a:pt x="355134" y="2630805"/>
                  </a:cubicBezTo>
                  <a:cubicBezTo>
                    <a:pt x="21531" y="3036265"/>
                    <a:pt x="-81444" y="3399177"/>
                    <a:pt x="64917" y="3652838"/>
                  </a:cubicBezTo>
                  <a:cubicBezTo>
                    <a:pt x="183236" y="3857806"/>
                    <a:pt x="425591" y="3945284"/>
                    <a:pt x="735201" y="3945284"/>
                  </a:cubicBezTo>
                  <a:cubicBezTo>
                    <a:pt x="919671" y="3945284"/>
                    <a:pt x="1129012" y="3912213"/>
                    <a:pt x="1349258" y="3856368"/>
                  </a:cubicBezTo>
                  <a:cubicBezTo>
                    <a:pt x="1514593" y="4442536"/>
                    <a:pt x="1790476" y="4876800"/>
                    <a:pt x="2168418" y="4876800"/>
                  </a:cubicBezTo>
                  <a:cubicBezTo>
                    <a:pt x="2546113" y="4876800"/>
                    <a:pt x="2821871" y="4443117"/>
                    <a:pt x="2987244" y="3857577"/>
                  </a:cubicBezTo>
                  <a:cubicBezTo>
                    <a:pt x="3176830" y="3905241"/>
                    <a:pt x="3353871" y="3932587"/>
                    <a:pt x="3514586" y="3939826"/>
                  </a:cubicBezTo>
                  <a:cubicBezTo>
                    <a:pt x="3589110" y="4066651"/>
                    <a:pt x="3725479" y="4152900"/>
                    <a:pt x="3882918" y="4152900"/>
                  </a:cubicBezTo>
                  <a:cubicBezTo>
                    <a:pt x="4119271" y="4152900"/>
                    <a:pt x="4311543" y="3960628"/>
                    <a:pt x="4311543" y="3724275"/>
                  </a:cubicBezTo>
                  <a:cubicBezTo>
                    <a:pt x="4311543" y="3682613"/>
                    <a:pt x="4303714" y="3643141"/>
                    <a:pt x="4292569" y="3605032"/>
                  </a:cubicBezTo>
                  <a:cubicBezTo>
                    <a:pt x="4402269" y="3354476"/>
                    <a:pt x="4295389" y="3012062"/>
                    <a:pt x="3981702" y="2630805"/>
                  </a:cubicBezTo>
                  <a:close/>
                  <a:moveTo>
                    <a:pt x="312434" y="3509963"/>
                  </a:moveTo>
                  <a:cubicBezTo>
                    <a:pt x="232204" y="3371136"/>
                    <a:pt x="330712" y="3110360"/>
                    <a:pt x="575724" y="2812333"/>
                  </a:cubicBezTo>
                  <a:cubicBezTo>
                    <a:pt x="624053" y="2753611"/>
                    <a:pt x="682832" y="2694604"/>
                    <a:pt x="739916" y="2635653"/>
                  </a:cubicBezTo>
                  <a:cubicBezTo>
                    <a:pt x="878447" y="2759707"/>
                    <a:pt x="1029818" y="2881341"/>
                    <a:pt x="1195535" y="2998670"/>
                  </a:cubicBezTo>
                  <a:cubicBezTo>
                    <a:pt x="1214337" y="3198486"/>
                    <a:pt x="1242969" y="3393862"/>
                    <a:pt x="1281583" y="3579047"/>
                  </a:cubicBezTo>
                  <a:cubicBezTo>
                    <a:pt x="781035" y="3705216"/>
                    <a:pt x="409998" y="3679174"/>
                    <a:pt x="312434" y="3509963"/>
                  </a:cubicBezTo>
                  <a:close/>
                  <a:moveTo>
                    <a:pt x="1171760" y="2626252"/>
                  </a:moveTo>
                  <a:cubicBezTo>
                    <a:pt x="1092074" y="2564340"/>
                    <a:pt x="1018922" y="2501703"/>
                    <a:pt x="947475" y="2438400"/>
                  </a:cubicBezTo>
                  <a:cubicBezTo>
                    <a:pt x="1018931" y="2375087"/>
                    <a:pt x="1092074" y="2312461"/>
                    <a:pt x="1171760" y="2250548"/>
                  </a:cubicBezTo>
                  <a:cubicBezTo>
                    <a:pt x="1169788" y="2313232"/>
                    <a:pt x="1168293" y="2375945"/>
                    <a:pt x="1168293" y="2438400"/>
                  </a:cubicBezTo>
                  <a:cubicBezTo>
                    <a:pt x="1168293" y="2500856"/>
                    <a:pt x="1169788" y="2563568"/>
                    <a:pt x="1171760" y="2626252"/>
                  </a:cubicBezTo>
                  <a:close/>
                  <a:moveTo>
                    <a:pt x="1195535" y="1878130"/>
                  </a:moveTo>
                  <a:cubicBezTo>
                    <a:pt x="1029809" y="1995459"/>
                    <a:pt x="878447" y="2117084"/>
                    <a:pt x="739916" y="2241147"/>
                  </a:cubicBezTo>
                  <a:cubicBezTo>
                    <a:pt x="682832" y="2182197"/>
                    <a:pt x="624053" y="2123199"/>
                    <a:pt x="575724" y="2064468"/>
                  </a:cubicBezTo>
                  <a:cubicBezTo>
                    <a:pt x="415446" y="1869500"/>
                    <a:pt x="319292" y="1691221"/>
                    <a:pt x="294717" y="1549737"/>
                  </a:cubicBezTo>
                  <a:cubicBezTo>
                    <a:pt x="344038" y="1569587"/>
                    <a:pt x="397587" y="1581150"/>
                    <a:pt x="453918" y="1581150"/>
                  </a:cubicBezTo>
                  <a:cubicBezTo>
                    <a:pt x="665078" y="1581150"/>
                    <a:pt x="839985" y="1427359"/>
                    <a:pt x="875113" y="1226106"/>
                  </a:cubicBezTo>
                  <a:cubicBezTo>
                    <a:pt x="999691" y="1236574"/>
                    <a:pt x="1136165" y="1260672"/>
                    <a:pt x="1281640" y="1297505"/>
                  </a:cubicBezTo>
                  <a:cubicBezTo>
                    <a:pt x="1243007" y="1482785"/>
                    <a:pt x="1214356" y="1678229"/>
                    <a:pt x="1195535" y="1878130"/>
                  </a:cubicBezTo>
                  <a:close/>
                  <a:moveTo>
                    <a:pt x="2830587" y="1673971"/>
                  </a:moveTo>
                  <a:cubicBezTo>
                    <a:pt x="2675958" y="1578254"/>
                    <a:pt x="2757996" y="1619117"/>
                    <a:pt x="2502298" y="1481385"/>
                  </a:cubicBezTo>
                  <a:cubicBezTo>
                    <a:pt x="2596462" y="1443104"/>
                    <a:pt x="2689540" y="1407871"/>
                    <a:pt x="2780475" y="1377420"/>
                  </a:cubicBezTo>
                  <a:cubicBezTo>
                    <a:pt x="2799792" y="1471460"/>
                    <a:pt x="2816271" y="1570949"/>
                    <a:pt x="2830587" y="1673971"/>
                  </a:cubicBezTo>
                  <a:close/>
                  <a:moveTo>
                    <a:pt x="2168418" y="285750"/>
                  </a:moveTo>
                  <a:cubicBezTo>
                    <a:pt x="2363442" y="285750"/>
                    <a:pt x="2571354" y="602999"/>
                    <a:pt x="2712400" y="1098718"/>
                  </a:cubicBezTo>
                  <a:cubicBezTo>
                    <a:pt x="2536683" y="1156497"/>
                    <a:pt x="2354165" y="1229106"/>
                    <a:pt x="2169713" y="1313698"/>
                  </a:cubicBezTo>
                  <a:cubicBezTo>
                    <a:pt x="1984700" y="1228030"/>
                    <a:pt x="1801572" y="1154116"/>
                    <a:pt x="1625312" y="1095546"/>
                  </a:cubicBezTo>
                  <a:cubicBezTo>
                    <a:pt x="1766349" y="601656"/>
                    <a:pt x="1973813" y="285750"/>
                    <a:pt x="2168418" y="285750"/>
                  </a:cubicBezTo>
                  <a:close/>
                  <a:moveTo>
                    <a:pt x="1556351" y="1377410"/>
                  </a:moveTo>
                  <a:cubicBezTo>
                    <a:pt x="1647372" y="1407881"/>
                    <a:pt x="1740564" y="1443199"/>
                    <a:pt x="1834824" y="1481499"/>
                  </a:cubicBezTo>
                  <a:cubicBezTo>
                    <a:pt x="1581335" y="1617507"/>
                    <a:pt x="1659059" y="1579378"/>
                    <a:pt x="1506240" y="1673981"/>
                  </a:cubicBezTo>
                  <a:cubicBezTo>
                    <a:pt x="1520556" y="1570930"/>
                    <a:pt x="1537044" y="1471451"/>
                    <a:pt x="1556351" y="1377410"/>
                  </a:cubicBezTo>
                  <a:close/>
                  <a:moveTo>
                    <a:pt x="1506240" y="3202829"/>
                  </a:moveTo>
                  <a:cubicBezTo>
                    <a:pt x="1659526" y="3297688"/>
                    <a:pt x="1581373" y="3259246"/>
                    <a:pt x="1834510" y="3395310"/>
                  </a:cubicBezTo>
                  <a:cubicBezTo>
                    <a:pt x="1739383" y="3433858"/>
                    <a:pt x="1646181" y="3468862"/>
                    <a:pt x="1556227" y="3498799"/>
                  </a:cubicBezTo>
                  <a:cubicBezTo>
                    <a:pt x="1536958" y="3404930"/>
                    <a:pt x="1520527" y="3305642"/>
                    <a:pt x="1506240" y="3202829"/>
                  </a:cubicBezTo>
                  <a:close/>
                  <a:moveTo>
                    <a:pt x="2168418" y="4591050"/>
                  </a:moveTo>
                  <a:cubicBezTo>
                    <a:pt x="1973222" y="4591050"/>
                    <a:pt x="1765139" y="4273191"/>
                    <a:pt x="1624074" y="3776663"/>
                  </a:cubicBezTo>
                  <a:cubicBezTo>
                    <a:pt x="1803210" y="3717693"/>
                    <a:pt x="1986214" y="3646170"/>
                    <a:pt x="2168104" y="3562893"/>
                  </a:cubicBezTo>
                  <a:cubicBezTo>
                    <a:pt x="2353184" y="3648018"/>
                    <a:pt x="2535969" y="3720522"/>
                    <a:pt x="2712295" y="3778444"/>
                  </a:cubicBezTo>
                  <a:cubicBezTo>
                    <a:pt x="2571230" y="4273944"/>
                    <a:pt x="2363385" y="4591050"/>
                    <a:pt x="2168418" y="4591050"/>
                  </a:cubicBezTo>
                  <a:close/>
                  <a:moveTo>
                    <a:pt x="2780485" y="3499390"/>
                  </a:moveTo>
                  <a:cubicBezTo>
                    <a:pt x="2689531" y="3468958"/>
                    <a:pt x="2596414" y="3433677"/>
                    <a:pt x="2502231" y="3395405"/>
                  </a:cubicBezTo>
                  <a:cubicBezTo>
                    <a:pt x="2748214" y="3263589"/>
                    <a:pt x="2686321" y="3292107"/>
                    <a:pt x="2830587" y="3202819"/>
                  </a:cubicBezTo>
                  <a:cubicBezTo>
                    <a:pt x="2816271" y="3305870"/>
                    <a:pt x="2799792" y="3405350"/>
                    <a:pt x="2780485" y="3499390"/>
                  </a:cubicBezTo>
                  <a:close/>
                  <a:moveTo>
                    <a:pt x="2868248" y="2842298"/>
                  </a:moveTo>
                  <a:cubicBezTo>
                    <a:pt x="2635429" y="2998727"/>
                    <a:pt x="2425946" y="3120724"/>
                    <a:pt x="2169656" y="3245844"/>
                  </a:cubicBezTo>
                  <a:cubicBezTo>
                    <a:pt x="1915977" y="3122257"/>
                    <a:pt x="1720943" y="3011862"/>
                    <a:pt x="1468588" y="2842298"/>
                  </a:cubicBezTo>
                  <a:cubicBezTo>
                    <a:pt x="1459482" y="2712034"/>
                    <a:pt x="1454043" y="2577532"/>
                    <a:pt x="1454043" y="2438400"/>
                  </a:cubicBezTo>
                  <a:cubicBezTo>
                    <a:pt x="1454043" y="2299269"/>
                    <a:pt x="1459482" y="2164775"/>
                    <a:pt x="1468588" y="2034502"/>
                  </a:cubicBezTo>
                  <a:cubicBezTo>
                    <a:pt x="1722686" y="1863757"/>
                    <a:pt x="1917006" y="1754162"/>
                    <a:pt x="2168437" y="1631566"/>
                  </a:cubicBezTo>
                  <a:cubicBezTo>
                    <a:pt x="2420087" y="1754276"/>
                    <a:pt x="2614455" y="1863947"/>
                    <a:pt x="2868248" y="2034502"/>
                  </a:cubicBezTo>
                  <a:cubicBezTo>
                    <a:pt x="2877354" y="2164766"/>
                    <a:pt x="2882793" y="2299269"/>
                    <a:pt x="2882793" y="2438400"/>
                  </a:cubicBezTo>
                  <a:cubicBezTo>
                    <a:pt x="2882793" y="2577532"/>
                    <a:pt x="2877345" y="2712025"/>
                    <a:pt x="2868248" y="2842298"/>
                  </a:cubicBezTo>
                  <a:close/>
                  <a:moveTo>
                    <a:pt x="3461722" y="1226106"/>
                  </a:moveTo>
                  <a:cubicBezTo>
                    <a:pt x="3496851" y="1427359"/>
                    <a:pt x="3671758" y="1581150"/>
                    <a:pt x="3882918" y="1581150"/>
                  </a:cubicBezTo>
                  <a:cubicBezTo>
                    <a:pt x="3939878" y="1581150"/>
                    <a:pt x="3994037" y="1569482"/>
                    <a:pt x="4043795" y="1549232"/>
                  </a:cubicBezTo>
                  <a:cubicBezTo>
                    <a:pt x="4018716" y="1688983"/>
                    <a:pt x="3922456" y="1868205"/>
                    <a:pt x="3761112" y="2064468"/>
                  </a:cubicBezTo>
                  <a:cubicBezTo>
                    <a:pt x="3712782" y="2123189"/>
                    <a:pt x="3654004" y="2182197"/>
                    <a:pt x="3596920" y="2241147"/>
                  </a:cubicBezTo>
                  <a:cubicBezTo>
                    <a:pt x="3458389" y="2117093"/>
                    <a:pt x="3307017" y="1995459"/>
                    <a:pt x="3141302" y="1878130"/>
                  </a:cubicBezTo>
                  <a:cubicBezTo>
                    <a:pt x="3122480" y="1678219"/>
                    <a:pt x="3093829" y="1482795"/>
                    <a:pt x="3055195" y="1297524"/>
                  </a:cubicBezTo>
                  <a:cubicBezTo>
                    <a:pt x="3200671" y="1260691"/>
                    <a:pt x="3337145" y="1236574"/>
                    <a:pt x="3461722" y="1226106"/>
                  </a:cubicBezTo>
                  <a:close/>
                  <a:moveTo>
                    <a:pt x="3165066" y="2250548"/>
                  </a:moveTo>
                  <a:cubicBezTo>
                    <a:pt x="3244753" y="2312461"/>
                    <a:pt x="3317904" y="2375097"/>
                    <a:pt x="3389352" y="2438400"/>
                  </a:cubicBezTo>
                  <a:cubicBezTo>
                    <a:pt x="3317895" y="2501713"/>
                    <a:pt x="3244753" y="2564340"/>
                    <a:pt x="3165066" y="2626252"/>
                  </a:cubicBezTo>
                  <a:cubicBezTo>
                    <a:pt x="3167038" y="2563568"/>
                    <a:pt x="3168534" y="2500856"/>
                    <a:pt x="3168534" y="2438400"/>
                  </a:cubicBezTo>
                  <a:cubicBezTo>
                    <a:pt x="3168534" y="2375945"/>
                    <a:pt x="3167038" y="2313232"/>
                    <a:pt x="3165066" y="2250548"/>
                  </a:cubicBezTo>
                  <a:close/>
                  <a:moveTo>
                    <a:pt x="3882918" y="3295650"/>
                  </a:moveTo>
                  <a:cubicBezTo>
                    <a:pt x="3671758" y="3295650"/>
                    <a:pt x="3496851" y="3449441"/>
                    <a:pt x="3461722" y="3650694"/>
                  </a:cubicBezTo>
                  <a:cubicBezTo>
                    <a:pt x="3337145" y="3640226"/>
                    <a:pt x="3200671" y="3616128"/>
                    <a:pt x="3055195" y="3579295"/>
                  </a:cubicBezTo>
                  <a:cubicBezTo>
                    <a:pt x="3093829" y="3394024"/>
                    <a:pt x="3122480" y="3198581"/>
                    <a:pt x="3141302" y="2998670"/>
                  </a:cubicBezTo>
                  <a:cubicBezTo>
                    <a:pt x="3307027" y="2881341"/>
                    <a:pt x="3458389" y="2759717"/>
                    <a:pt x="3596920" y="2635653"/>
                  </a:cubicBezTo>
                  <a:cubicBezTo>
                    <a:pt x="3654004" y="2694604"/>
                    <a:pt x="3712782" y="2753602"/>
                    <a:pt x="3761112" y="2812333"/>
                  </a:cubicBezTo>
                  <a:cubicBezTo>
                    <a:pt x="3921389" y="3007300"/>
                    <a:pt x="4017544" y="3185579"/>
                    <a:pt x="4042119" y="3327064"/>
                  </a:cubicBezTo>
                  <a:cubicBezTo>
                    <a:pt x="3992789" y="3307213"/>
                    <a:pt x="3939249" y="3295650"/>
                    <a:pt x="3882918" y="3295650"/>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880D44F0-D1A5-4A9F-9AAF-CC04F5AEE375}"/>
                </a:ext>
              </a:extLst>
            </p:cNvPr>
            <p:cNvSpPr/>
            <p:nvPr/>
          </p:nvSpPr>
          <p:spPr>
            <a:xfrm>
              <a:off x="16550063" y="2822594"/>
              <a:ext cx="857249" cy="857250"/>
            </a:xfrm>
            <a:custGeom>
              <a:avLst/>
              <a:gdLst>
                <a:gd name="connsiteX0" fmla="*/ 428625 w 857249"/>
                <a:gd name="connsiteY0" fmla="*/ 0 h 857250"/>
                <a:gd name="connsiteX1" fmla="*/ 0 w 857249"/>
                <a:gd name="connsiteY1" fmla="*/ 428625 h 857250"/>
                <a:gd name="connsiteX2" fmla="*/ 428625 w 857249"/>
                <a:gd name="connsiteY2" fmla="*/ 857250 h 857250"/>
                <a:gd name="connsiteX3" fmla="*/ 857250 w 857249"/>
                <a:gd name="connsiteY3" fmla="*/ 428625 h 857250"/>
                <a:gd name="connsiteX4" fmla="*/ 428625 w 857249"/>
                <a:gd name="connsiteY4" fmla="*/ 0 h 857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49" h="857250">
                  <a:moveTo>
                    <a:pt x="428625" y="0"/>
                  </a:moveTo>
                  <a:cubicBezTo>
                    <a:pt x="192272" y="0"/>
                    <a:pt x="0" y="192272"/>
                    <a:pt x="0" y="428625"/>
                  </a:cubicBezTo>
                  <a:cubicBezTo>
                    <a:pt x="0" y="664978"/>
                    <a:pt x="192272" y="857250"/>
                    <a:pt x="428625" y="857250"/>
                  </a:cubicBezTo>
                  <a:cubicBezTo>
                    <a:pt x="664978" y="857250"/>
                    <a:pt x="857250" y="664978"/>
                    <a:pt x="857250" y="428625"/>
                  </a:cubicBezTo>
                  <a:cubicBezTo>
                    <a:pt x="857250" y="192272"/>
                    <a:pt x="664978" y="0"/>
                    <a:pt x="428625" y="0"/>
                  </a:cubicBezTo>
                  <a:close/>
                </a:path>
              </a:pathLst>
            </a:custGeom>
            <a:grpFill/>
            <a:ln w="9525" cap="flat">
              <a:noFill/>
              <a:prstDash val="solid"/>
              <a:miter/>
            </a:ln>
          </p:spPr>
          <p:txBody>
            <a:bodyPr rtlCol="0" anchor="ctr"/>
            <a:lstStyle/>
            <a:p>
              <a:endParaRPr lang="en-US"/>
            </a:p>
          </p:txBody>
        </p:sp>
      </p:grpSp>
      <p:grpSp>
        <p:nvGrpSpPr>
          <p:cNvPr id="221" name="Graphic 60">
            <a:extLst>
              <a:ext uri="{FF2B5EF4-FFF2-40B4-BE49-F238E27FC236}">
                <a16:creationId xmlns:a16="http://schemas.microsoft.com/office/drawing/2014/main" id="{19D141C6-E25A-4A22-B92E-0B1AA6912D39}"/>
              </a:ext>
            </a:extLst>
          </p:cNvPr>
          <p:cNvGrpSpPr>
            <a:grpSpLocks noChangeAspect="1"/>
          </p:cNvGrpSpPr>
          <p:nvPr/>
        </p:nvGrpSpPr>
        <p:grpSpPr>
          <a:xfrm>
            <a:off x="8792448" y="4289320"/>
            <a:ext cx="365760" cy="365760"/>
            <a:chOff x="14539069" y="812819"/>
            <a:chExt cx="4876800" cy="4876800"/>
          </a:xfrm>
          <a:solidFill>
            <a:schemeClr val="tx2"/>
          </a:solidFill>
        </p:grpSpPr>
        <p:sp>
          <p:nvSpPr>
            <p:cNvPr id="222" name="Freeform: Shape 221">
              <a:extLst>
                <a:ext uri="{FF2B5EF4-FFF2-40B4-BE49-F238E27FC236}">
                  <a16:creationId xmlns:a16="http://schemas.microsoft.com/office/drawing/2014/main" id="{5FFCD6E1-87AC-42D2-822D-7B5421D61258}"/>
                </a:ext>
              </a:extLst>
            </p:cNvPr>
            <p:cNvSpPr/>
            <p:nvPr/>
          </p:nvSpPr>
          <p:spPr>
            <a:xfrm>
              <a:off x="14538662" y="2687745"/>
              <a:ext cx="3000247" cy="3002483"/>
            </a:xfrm>
            <a:custGeom>
              <a:avLst/>
              <a:gdLst>
                <a:gd name="connsiteX0" fmla="*/ 3000248 w 3000247"/>
                <a:gd name="connsiteY0" fmla="*/ 2141728 h 3002483"/>
                <a:gd name="connsiteX1" fmla="*/ 862584 w 3000247"/>
                <a:gd name="connsiteY1" fmla="*/ 0 h 3002483"/>
                <a:gd name="connsiteX2" fmla="*/ 153619 w 3000247"/>
                <a:gd name="connsiteY2" fmla="*/ 708965 h 3002483"/>
                <a:gd name="connsiteX3" fmla="*/ 0 w 3000247"/>
                <a:gd name="connsiteY3" fmla="*/ 1076757 h 3002483"/>
                <a:gd name="connsiteX4" fmla="*/ 152806 w 3000247"/>
                <a:gd name="connsiteY4" fmla="*/ 1443533 h 3002483"/>
                <a:gd name="connsiteX5" fmla="*/ 1558138 w 3000247"/>
                <a:gd name="connsiteY5" fmla="*/ 2848864 h 3002483"/>
                <a:gd name="connsiteX6" fmla="*/ 1925930 w 3000247"/>
                <a:gd name="connsiteY6" fmla="*/ 3002483 h 3002483"/>
                <a:gd name="connsiteX7" fmla="*/ 2292706 w 3000247"/>
                <a:gd name="connsiteY7" fmla="*/ 2849677 h 3002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0247" h="3002483">
                  <a:moveTo>
                    <a:pt x="3000248" y="2141728"/>
                  </a:moveTo>
                  <a:lnTo>
                    <a:pt x="862584" y="0"/>
                  </a:lnTo>
                  <a:lnTo>
                    <a:pt x="153619" y="708965"/>
                  </a:lnTo>
                  <a:cubicBezTo>
                    <a:pt x="54458" y="806704"/>
                    <a:pt x="0" y="937362"/>
                    <a:pt x="0" y="1076757"/>
                  </a:cubicBezTo>
                  <a:cubicBezTo>
                    <a:pt x="0" y="1216152"/>
                    <a:pt x="54661" y="1346606"/>
                    <a:pt x="152806" y="1443533"/>
                  </a:cubicBezTo>
                  <a:lnTo>
                    <a:pt x="1558138" y="2848864"/>
                  </a:lnTo>
                  <a:cubicBezTo>
                    <a:pt x="1655674" y="2948026"/>
                    <a:pt x="1786331" y="3002483"/>
                    <a:pt x="1925930" y="3002483"/>
                  </a:cubicBezTo>
                  <a:cubicBezTo>
                    <a:pt x="2065325" y="3002483"/>
                    <a:pt x="2195779" y="2947822"/>
                    <a:pt x="2292706" y="2849677"/>
                  </a:cubicBezTo>
                  <a:close/>
                </a:path>
              </a:pathLst>
            </a:custGeom>
            <a:grpFill/>
            <a:ln w="203200"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62DF5A17-82E3-4005-AE40-CA6E85A4CE19}"/>
                </a:ext>
              </a:extLst>
            </p:cNvPr>
            <p:cNvSpPr/>
            <p:nvPr/>
          </p:nvSpPr>
          <p:spPr>
            <a:xfrm>
              <a:off x="15544908" y="817492"/>
              <a:ext cx="3871366" cy="3868521"/>
            </a:xfrm>
            <a:custGeom>
              <a:avLst/>
              <a:gdLst>
                <a:gd name="connsiteX0" fmla="*/ 0 w 3871366"/>
                <a:gd name="connsiteY0" fmla="*/ 1726591 h 3868521"/>
                <a:gd name="connsiteX1" fmla="*/ 1578864 w 3871366"/>
                <a:gd name="connsiteY1" fmla="*/ 147726 h 3868521"/>
                <a:gd name="connsiteX2" fmla="*/ 2313229 w 3871366"/>
                <a:gd name="connsiteY2" fmla="*/ 148539 h 3868521"/>
                <a:gd name="connsiteX3" fmla="*/ 3718560 w 3871366"/>
                <a:gd name="connsiteY3" fmla="*/ 1553871 h 3868521"/>
                <a:gd name="connsiteX4" fmla="*/ 3871367 w 3871366"/>
                <a:gd name="connsiteY4" fmla="*/ 1920647 h 3868521"/>
                <a:gd name="connsiteX5" fmla="*/ 3718154 w 3871366"/>
                <a:gd name="connsiteY5" fmla="*/ 2288032 h 3868521"/>
                <a:gd name="connsiteX6" fmla="*/ 2137867 w 3871366"/>
                <a:gd name="connsiteY6" fmla="*/ 3868522 h 3868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71366" h="3868521">
                  <a:moveTo>
                    <a:pt x="0" y="1726591"/>
                  </a:moveTo>
                  <a:lnTo>
                    <a:pt x="1578864" y="147726"/>
                  </a:lnTo>
                  <a:cubicBezTo>
                    <a:pt x="1772514" y="-49174"/>
                    <a:pt x="2117954" y="-49581"/>
                    <a:pt x="2313229" y="148539"/>
                  </a:cubicBezTo>
                  <a:lnTo>
                    <a:pt x="3718560" y="1553871"/>
                  </a:lnTo>
                  <a:cubicBezTo>
                    <a:pt x="3816706" y="1650797"/>
                    <a:pt x="3871367" y="1781251"/>
                    <a:pt x="3871367" y="1920647"/>
                  </a:cubicBezTo>
                  <a:cubicBezTo>
                    <a:pt x="3871367" y="2059838"/>
                    <a:pt x="3816909" y="2190293"/>
                    <a:pt x="3718154" y="2288032"/>
                  </a:cubicBezTo>
                  <a:lnTo>
                    <a:pt x="2137867" y="3868522"/>
                  </a:lnTo>
                  <a:close/>
                </a:path>
              </a:pathLst>
            </a:custGeom>
            <a:grpFill/>
            <a:ln w="203200" cap="flat">
              <a:noFill/>
              <a:prstDash val="solid"/>
              <a:miter/>
            </a:ln>
          </p:spPr>
          <p:txBody>
            <a:bodyPr rtlCol="0" anchor="ctr"/>
            <a:lstStyle/>
            <a:p>
              <a:endParaRPr lang="en-US"/>
            </a:p>
          </p:txBody>
        </p:sp>
      </p:grpSp>
      <p:grpSp>
        <p:nvGrpSpPr>
          <p:cNvPr id="243" name="Graphic 66">
            <a:extLst>
              <a:ext uri="{FF2B5EF4-FFF2-40B4-BE49-F238E27FC236}">
                <a16:creationId xmlns:a16="http://schemas.microsoft.com/office/drawing/2014/main" id="{869A384E-0625-46E0-B248-EB4C1E3DC183}"/>
              </a:ext>
            </a:extLst>
          </p:cNvPr>
          <p:cNvGrpSpPr>
            <a:grpSpLocks noChangeAspect="1"/>
          </p:cNvGrpSpPr>
          <p:nvPr/>
        </p:nvGrpSpPr>
        <p:grpSpPr>
          <a:xfrm>
            <a:off x="7768954" y="4289320"/>
            <a:ext cx="365760" cy="365760"/>
            <a:chOff x="16720294" y="2994044"/>
            <a:chExt cx="514350" cy="514350"/>
          </a:xfrm>
          <a:solidFill>
            <a:schemeClr val="tx2"/>
          </a:solidFill>
        </p:grpSpPr>
        <p:sp>
          <p:nvSpPr>
            <p:cNvPr id="244" name="Freeform: Shape 243">
              <a:extLst>
                <a:ext uri="{FF2B5EF4-FFF2-40B4-BE49-F238E27FC236}">
                  <a16:creationId xmlns:a16="http://schemas.microsoft.com/office/drawing/2014/main" id="{37C7E38A-6C40-41DA-985F-196C61DDCB57}"/>
                </a:ext>
              </a:extLst>
            </p:cNvPr>
            <p:cNvSpPr/>
            <p:nvPr/>
          </p:nvSpPr>
          <p:spPr>
            <a:xfrm>
              <a:off x="16975830" y="3024762"/>
              <a:ext cx="61569" cy="61569"/>
            </a:xfrm>
            <a:custGeom>
              <a:avLst/>
              <a:gdLst>
                <a:gd name="connsiteX0" fmla="*/ 61570 w 61569"/>
                <a:gd name="connsiteY0" fmla="*/ 30785 h 61569"/>
                <a:gd name="connsiteX1" fmla="*/ 30785 w 61569"/>
                <a:gd name="connsiteY1" fmla="*/ 61570 h 61569"/>
                <a:gd name="connsiteX2" fmla="*/ 0 w 61569"/>
                <a:gd name="connsiteY2" fmla="*/ 30785 h 61569"/>
                <a:gd name="connsiteX3" fmla="*/ 30785 w 61569"/>
                <a:gd name="connsiteY3" fmla="*/ 0 h 61569"/>
                <a:gd name="connsiteX4" fmla="*/ 61570 w 61569"/>
                <a:gd name="connsiteY4" fmla="*/ 30785 h 61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569" h="61569">
                  <a:moveTo>
                    <a:pt x="61570" y="30785"/>
                  </a:moveTo>
                  <a:cubicBezTo>
                    <a:pt x="61570" y="47787"/>
                    <a:pt x="47787" y="61570"/>
                    <a:pt x="30785" y="61570"/>
                  </a:cubicBezTo>
                  <a:cubicBezTo>
                    <a:pt x="13783" y="61570"/>
                    <a:pt x="0" y="47787"/>
                    <a:pt x="0" y="30785"/>
                  </a:cubicBezTo>
                  <a:cubicBezTo>
                    <a:pt x="0" y="13783"/>
                    <a:pt x="13783" y="0"/>
                    <a:pt x="30785" y="0"/>
                  </a:cubicBezTo>
                  <a:cubicBezTo>
                    <a:pt x="47787" y="0"/>
                    <a:pt x="61570" y="13783"/>
                    <a:pt x="61570" y="30785"/>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BB063F31-59FC-4FD3-8AFB-768FCF861E0F}"/>
                </a:ext>
              </a:extLst>
            </p:cNvPr>
            <p:cNvSpPr/>
            <p:nvPr/>
          </p:nvSpPr>
          <p:spPr>
            <a:xfrm>
              <a:off x="17043562" y="2994044"/>
              <a:ext cx="49263" cy="49263"/>
            </a:xfrm>
            <a:custGeom>
              <a:avLst/>
              <a:gdLst>
                <a:gd name="connsiteX0" fmla="*/ 49263 w 49263"/>
                <a:gd name="connsiteY0" fmla="*/ 24632 h 49263"/>
                <a:gd name="connsiteX1" fmla="*/ 24632 w 49263"/>
                <a:gd name="connsiteY1" fmla="*/ 49263 h 49263"/>
                <a:gd name="connsiteX2" fmla="*/ 0 w 49263"/>
                <a:gd name="connsiteY2" fmla="*/ 24632 h 49263"/>
                <a:gd name="connsiteX3" fmla="*/ 24632 w 49263"/>
                <a:gd name="connsiteY3" fmla="*/ 0 h 49263"/>
                <a:gd name="connsiteX4" fmla="*/ 49263 w 49263"/>
                <a:gd name="connsiteY4" fmla="*/ 24632 h 492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263" h="49263">
                  <a:moveTo>
                    <a:pt x="49263" y="24632"/>
                  </a:moveTo>
                  <a:cubicBezTo>
                    <a:pt x="49263" y="38235"/>
                    <a:pt x="38235" y="49263"/>
                    <a:pt x="24632" y="49263"/>
                  </a:cubicBezTo>
                  <a:cubicBezTo>
                    <a:pt x="11028" y="49263"/>
                    <a:pt x="0" y="38235"/>
                    <a:pt x="0" y="24632"/>
                  </a:cubicBezTo>
                  <a:cubicBezTo>
                    <a:pt x="0" y="11028"/>
                    <a:pt x="11028" y="0"/>
                    <a:pt x="24632" y="0"/>
                  </a:cubicBezTo>
                  <a:cubicBezTo>
                    <a:pt x="38235" y="0"/>
                    <a:pt x="49263" y="11028"/>
                    <a:pt x="49263" y="24632"/>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9E69FFD0-9B2D-4605-B5B1-5BA47A98BE17}"/>
                </a:ext>
              </a:extLst>
            </p:cNvPr>
            <p:cNvSpPr/>
            <p:nvPr/>
          </p:nvSpPr>
          <p:spPr>
            <a:xfrm>
              <a:off x="16772633" y="3104886"/>
              <a:ext cx="406403" cy="400240"/>
            </a:xfrm>
            <a:custGeom>
              <a:avLst/>
              <a:gdLst>
                <a:gd name="connsiteX0" fmla="*/ 399012 w 406403"/>
                <a:gd name="connsiteY0" fmla="*/ 309401 h 400240"/>
                <a:gd name="connsiteX1" fmla="*/ 270929 w 406403"/>
                <a:gd name="connsiteY1" fmla="*/ 104604 h 400240"/>
                <a:gd name="connsiteX2" fmla="*/ 270929 w 406403"/>
                <a:gd name="connsiteY2" fmla="*/ 43101 h 400240"/>
                <a:gd name="connsiteX3" fmla="*/ 307877 w 406403"/>
                <a:gd name="connsiteY3" fmla="*/ 43101 h 400240"/>
                <a:gd name="connsiteX4" fmla="*/ 307877 w 406403"/>
                <a:gd name="connsiteY4" fmla="*/ 0 h 400240"/>
                <a:gd name="connsiteX5" fmla="*/ 98517 w 406403"/>
                <a:gd name="connsiteY5" fmla="*/ 0 h 400240"/>
                <a:gd name="connsiteX6" fmla="*/ 98517 w 406403"/>
                <a:gd name="connsiteY6" fmla="*/ 43101 h 400240"/>
                <a:gd name="connsiteX7" fmla="*/ 135465 w 406403"/>
                <a:gd name="connsiteY7" fmla="*/ 43101 h 400240"/>
                <a:gd name="connsiteX8" fmla="*/ 135465 w 406403"/>
                <a:gd name="connsiteY8" fmla="*/ 104604 h 400240"/>
                <a:gd name="connsiteX9" fmla="*/ 7382 w 406403"/>
                <a:gd name="connsiteY9" fmla="*/ 309401 h 400240"/>
                <a:gd name="connsiteX10" fmla="*/ 0 w 406403"/>
                <a:gd name="connsiteY10" fmla="*/ 338661 h 400240"/>
                <a:gd name="connsiteX11" fmla="*/ 61579 w 406403"/>
                <a:gd name="connsiteY11" fmla="*/ 400241 h 400240"/>
                <a:gd name="connsiteX12" fmla="*/ 344824 w 406403"/>
                <a:gd name="connsiteY12" fmla="*/ 400241 h 400240"/>
                <a:gd name="connsiteX13" fmla="*/ 406403 w 406403"/>
                <a:gd name="connsiteY13" fmla="*/ 338661 h 400240"/>
                <a:gd name="connsiteX14" fmla="*/ 399012 w 406403"/>
                <a:gd name="connsiteY14" fmla="*/ 309401 h 400240"/>
                <a:gd name="connsiteX15" fmla="*/ 105432 w 406403"/>
                <a:gd name="connsiteY15" fmla="*/ 233905 h 400240"/>
                <a:gd name="connsiteX16" fmla="*/ 178565 w 406403"/>
                <a:gd name="connsiteY16" fmla="*/ 116967 h 400240"/>
                <a:gd name="connsiteX17" fmla="*/ 178565 w 406403"/>
                <a:gd name="connsiteY17" fmla="*/ 43091 h 400240"/>
                <a:gd name="connsiteX18" fmla="*/ 227828 w 406403"/>
                <a:gd name="connsiteY18" fmla="*/ 43091 h 400240"/>
                <a:gd name="connsiteX19" fmla="*/ 227828 w 406403"/>
                <a:gd name="connsiteY19" fmla="*/ 116967 h 400240"/>
                <a:gd name="connsiteX20" fmla="*/ 300961 w 406403"/>
                <a:gd name="connsiteY20" fmla="*/ 233905 h 400240"/>
                <a:gd name="connsiteX21" fmla="*/ 105432 w 406403"/>
                <a:gd name="connsiteY21" fmla="*/ 233905 h 40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06403" h="400240">
                  <a:moveTo>
                    <a:pt x="399012" y="309401"/>
                  </a:moveTo>
                  <a:lnTo>
                    <a:pt x="270929" y="104604"/>
                  </a:lnTo>
                  <a:lnTo>
                    <a:pt x="270929" y="43101"/>
                  </a:lnTo>
                  <a:lnTo>
                    <a:pt x="307877" y="43101"/>
                  </a:lnTo>
                  <a:lnTo>
                    <a:pt x="307877" y="0"/>
                  </a:lnTo>
                  <a:lnTo>
                    <a:pt x="98517" y="0"/>
                  </a:lnTo>
                  <a:lnTo>
                    <a:pt x="98517" y="43101"/>
                  </a:lnTo>
                  <a:lnTo>
                    <a:pt x="135465" y="43101"/>
                  </a:lnTo>
                  <a:lnTo>
                    <a:pt x="135465" y="104604"/>
                  </a:lnTo>
                  <a:lnTo>
                    <a:pt x="7382" y="309401"/>
                  </a:lnTo>
                  <a:cubicBezTo>
                    <a:pt x="2686" y="318106"/>
                    <a:pt x="0" y="328060"/>
                    <a:pt x="0" y="338661"/>
                  </a:cubicBezTo>
                  <a:cubicBezTo>
                    <a:pt x="0" y="372666"/>
                    <a:pt x="27565" y="400241"/>
                    <a:pt x="61579" y="400241"/>
                  </a:cubicBezTo>
                  <a:lnTo>
                    <a:pt x="344824" y="400241"/>
                  </a:lnTo>
                  <a:cubicBezTo>
                    <a:pt x="378828" y="400241"/>
                    <a:pt x="406403" y="372675"/>
                    <a:pt x="406403" y="338661"/>
                  </a:cubicBezTo>
                  <a:cubicBezTo>
                    <a:pt x="406403" y="328060"/>
                    <a:pt x="403717" y="318106"/>
                    <a:pt x="399012" y="309401"/>
                  </a:cubicBezTo>
                  <a:close/>
                  <a:moveTo>
                    <a:pt x="105432" y="233905"/>
                  </a:moveTo>
                  <a:lnTo>
                    <a:pt x="178565" y="116967"/>
                  </a:lnTo>
                  <a:lnTo>
                    <a:pt x="178565" y="43091"/>
                  </a:lnTo>
                  <a:lnTo>
                    <a:pt x="227828" y="43091"/>
                  </a:lnTo>
                  <a:lnTo>
                    <a:pt x="227828" y="116967"/>
                  </a:lnTo>
                  <a:lnTo>
                    <a:pt x="300961" y="233905"/>
                  </a:lnTo>
                  <a:lnTo>
                    <a:pt x="105432" y="233905"/>
                  </a:lnTo>
                  <a:close/>
                </a:path>
              </a:pathLst>
            </a:custGeom>
            <a:grpFill/>
            <a:ln w="9525" cap="flat">
              <a:noFill/>
              <a:prstDash val="solid"/>
              <a:miter/>
            </a:ln>
          </p:spPr>
          <p:txBody>
            <a:bodyPr rtlCol="0" anchor="ctr"/>
            <a:lstStyle/>
            <a:p>
              <a:endParaRPr lang="en-US"/>
            </a:p>
          </p:txBody>
        </p:sp>
      </p:grpSp>
      <p:grpSp>
        <p:nvGrpSpPr>
          <p:cNvPr id="267" name="Graphic 74">
            <a:extLst>
              <a:ext uri="{FF2B5EF4-FFF2-40B4-BE49-F238E27FC236}">
                <a16:creationId xmlns:a16="http://schemas.microsoft.com/office/drawing/2014/main" id="{9562993F-CC33-457F-9CE1-E550E8AE4B69}"/>
              </a:ext>
            </a:extLst>
          </p:cNvPr>
          <p:cNvGrpSpPr>
            <a:grpSpLocks noChangeAspect="1"/>
          </p:cNvGrpSpPr>
          <p:nvPr/>
        </p:nvGrpSpPr>
        <p:grpSpPr>
          <a:xfrm>
            <a:off x="6778321" y="4289320"/>
            <a:ext cx="300039" cy="365760"/>
            <a:chOff x="14977209" y="812819"/>
            <a:chExt cx="4000499" cy="4876771"/>
          </a:xfrm>
          <a:solidFill>
            <a:schemeClr val="tx2"/>
          </a:solidFill>
        </p:grpSpPr>
        <p:sp>
          <p:nvSpPr>
            <p:cNvPr id="268" name="Freeform: Shape 267">
              <a:extLst>
                <a:ext uri="{FF2B5EF4-FFF2-40B4-BE49-F238E27FC236}">
                  <a16:creationId xmlns:a16="http://schemas.microsoft.com/office/drawing/2014/main" id="{609E696F-5B64-4D8B-9C1B-6261CC78B965}"/>
                </a:ext>
              </a:extLst>
            </p:cNvPr>
            <p:cNvSpPr/>
            <p:nvPr/>
          </p:nvSpPr>
          <p:spPr>
            <a:xfrm>
              <a:off x="15619384" y="4260869"/>
              <a:ext cx="2715863" cy="1428721"/>
            </a:xfrm>
            <a:custGeom>
              <a:avLst/>
              <a:gdLst>
                <a:gd name="connsiteX0" fmla="*/ 258366 w 2715863"/>
                <a:gd name="connsiteY0" fmla="*/ 1310964 h 1428721"/>
                <a:gd name="connsiteX1" fmla="*/ 398450 w 2715863"/>
                <a:gd name="connsiteY1" fmla="*/ 1428188 h 1428721"/>
                <a:gd name="connsiteX2" fmla="*/ 2317195 w 2715863"/>
                <a:gd name="connsiteY2" fmla="*/ 1428722 h 1428721"/>
                <a:gd name="connsiteX3" fmla="*/ 2459460 w 2715863"/>
                <a:gd name="connsiteY3" fmla="*/ 1299000 h 1428721"/>
                <a:gd name="connsiteX4" fmla="*/ 2715863 w 2715863"/>
                <a:gd name="connsiteY4" fmla="*/ 0 h 1428721"/>
                <a:gd name="connsiteX5" fmla="*/ 0 w 2715863"/>
                <a:gd name="connsiteY5" fmla="*/ 0 h 1428721"/>
                <a:gd name="connsiteX6" fmla="*/ 258366 w 2715863"/>
                <a:gd name="connsiteY6" fmla="*/ 1310964 h 1428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15863" h="1428721">
                  <a:moveTo>
                    <a:pt x="258366" y="1310964"/>
                  </a:moveTo>
                  <a:cubicBezTo>
                    <a:pt x="270720" y="1379896"/>
                    <a:pt x="330784" y="1428264"/>
                    <a:pt x="398450" y="1428188"/>
                  </a:cubicBezTo>
                  <a:lnTo>
                    <a:pt x="2317195" y="1428722"/>
                  </a:lnTo>
                  <a:cubicBezTo>
                    <a:pt x="2391661" y="1428722"/>
                    <a:pt x="2452821" y="1371743"/>
                    <a:pt x="2459460" y="1299000"/>
                  </a:cubicBezTo>
                  <a:cubicBezTo>
                    <a:pt x="2538832" y="864756"/>
                    <a:pt x="2630519" y="433026"/>
                    <a:pt x="2715863" y="0"/>
                  </a:cubicBezTo>
                  <a:lnTo>
                    <a:pt x="0" y="0"/>
                  </a:lnTo>
                  <a:cubicBezTo>
                    <a:pt x="85830" y="437055"/>
                    <a:pt x="178432" y="872719"/>
                    <a:pt x="258366" y="1310964"/>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0BD31C1F-D19E-45DB-8FA6-8BDE94E16F96}"/>
                </a:ext>
              </a:extLst>
            </p:cNvPr>
            <p:cNvSpPr/>
            <p:nvPr/>
          </p:nvSpPr>
          <p:spPr>
            <a:xfrm>
              <a:off x="15205809" y="1861953"/>
              <a:ext cx="628195" cy="798705"/>
            </a:xfrm>
            <a:custGeom>
              <a:avLst/>
              <a:gdLst>
                <a:gd name="connsiteX0" fmla="*/ 285750 w 628195"/>
                <a:gd name="connsiteY0" fmla="*/ 447643 h 798705"/>
                <a:gd name="connsiteX1" fmla="*/ 565023 w 628195"/>
                <a:gd name="connsiteY1" fmla="*/ 260734 h 798705"/>
                <a:gd name="connsiteX2" fmla="*/ 604095 w 628195"/>
                <a:gd name="connsiteY2" fmla="*/ 63166 h 798705"/>
                <a:gd name="connsiteX3" fmla="*/ 406527 w 628195"/>
                <a:gd name="connsiteY3" fmla="*/ 24104 h 798705"/>
                <a:gd name="connsiteX4" fmla="*/ 73447 w 628195"/>
                <a:gd name="connsiteY4" fmla="*/ 247018 h 798705"/>
                <a:gd name="connsiteX5" fmla="*/ 0 w 628195"/>
                <a:gd name="connsiteY5" fmla="*/ 371909 h 798705"/>
                <a:gd name="connsiteX6" fmla="*/ 0 w 628195"/>
                <a:gd name="connsiteY6" fmla="*/ 798706 h 798705"/>
                <a:gd name="connsiteX7" fmla="*/ 285750 w 628195"/>
                <a:gd name="connsiteY7" fmla="*/ 798706 h 798705"/>
                <a:gd name="connsiteX8" fmla="*/ 285750 w 628195"/>
                <a:gd name="connsiteY8" fmla="*/ 447643 h 798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8195" h="798705">
                  <a:moveTo>
                    <a:pt x="285750" y="447643"/>
                  </a:moveTo>
                  <a:lnTo>
                    <a:pt x="565023" y="260734"/>
                  </a:lnTo>
                  <a:cubicBezTo>
                    <a:pt x="630365" y="216966"/>
                    <a:pt x="647862" y="128508"/>
                    <a:pt x="604095" y="63166"/>
                  </a:cubicBezTo>
                  <a:cubicBezTo>
                    <a:pt x="560327" y="-2175"/>
                    <a:pt x="471869" y="-19663"/>
                    <a:pt x="406527" y="24104"/>
                  </a:cubicBezTo>
                  <a:lnTo>
                    <a:pt x="73447" y="247018"/>
                  </a:lnTo>
                  <a:cubicBezTo>
                    <a:pt x="29642" y="271430"/>
                    <a:pt x="0" y="318198"/>
                    <a:pt x="0" y="371909"/>
                  </a:cubicBezTo>
                  <a:lnTo>
                    <a:pt x="0" y="798706"/>
                  </a:lnTo>
                  <a:lnTo>
                    <a:pt x="285750" y="798706"/>
                  </a:lnTo>
                  <a:lnTo>
                    <a:pt x="285750" y="447643"/>
                  </a:ln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7DBA530F-353C-4BA5-B164-514B3E24439C}"/>
                </a:ext>
              </a:extLst>
            </p:cNvPr>
            <p:cNvSpPr/>
            <p:nvPr/>
          </p:nvSpPr>
          <p:spPr>
            <a:xfrm>
              <a:off x="18120911" y="1861944"/>
              <a:ext cx="628198" cy="798715"/>
            </a:xfrm>
            <a:custGeom>
              <a:avLst/>
              <a:gdLst>
                <a:gd name="connsiteX0" fmla="*/ 63175 w 628198"/>
                <a:gd name="connsiteY0" fmla="*/ 260743 h 798715"/>
                <a:gd name="connsiteX1" fmla="*/ 342448 w 628198"/>
                <a:gd name="connsiteY1" fmla="*/ 447652 h 798715"/>
                <a:gd name="connsiteX2" fmla="*/ 342448 w 628198"/>
                <a:gd name="connsiteY2" fmla="*/ 798715 h 798715"/>
                <a:gd name="connsiteX3" fmla="*/ 628198 w 628198"/>
                <a:gd name="connsiteY3" fmla="*/ 798715 h 798715"/>
                <a:gd name="connsiteX4" fmla="*/ 628198 w 628198"/>
                <a:gd name="connsiteY4" fmla="*/ 371919 h 798715"/>
                <a:gd name="connsiteX5" fmla="*/ 554751 w 628198"/>
                <a:gd name="connsiteY5" fmla="*/ 247027 h 798715"/>
                <a:gd name="connsiteX6" fmla="*/ 221671 w 628198"/>
                <a:gd name="connsiteY6" fmla="*/ 24104 h 798715"/>
                <a:gd name="connsiteX7" fmla="*/ 24104 w 628198"/>
                <a:gd name="connsiteY7" fmla="*/ 63166 h 798715"/>
                <a:gd name="connsiteX8" fmla="*/ 63175 w 628198"/>
                <a:gd name="connsiteY8" fmla="*/ 260743 h 798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8198" h="798715">
                  <a:moveTo>
                    <a:pt x="63175" y="260743"/>
                  </a:moveTo>
                  <a:lnTo>
                    <a:pt x="342448" y="447652"/>
                  </a:lnTo>
                  <a:lnTo>
                    <a:pt x="342448" y="798715"/>
                  </a:lnTo>
                  <a:lnTo>
                    <a:pt x="628198" y="798715"/>
                  </a:lnTo>
                  <a:lnTo>
                    <a:pt x="628198" y="371919"/>
                  </a:lnTo>
                  <a:cubicBezTo>
                    <a:pt x="628198" y="318217"/>
                    <a:pt x="598556" y="271440"/>
                    <a:pt x="554751" y="247027"/>
                  </a:cubicBezTo>
                  <a:lnTo>
                    <a:pt x="221671" y="24104"/>
                  </a:lnTo>
                  <a:cubicBezTo>
                    <a:pt x="156330" y="-19663"/>
                    <a:pt x="67871" y="-2175"/>
                    <a:pt x="24104" y="63166"/>
                  </a:cubicBezTo>
                  <a:cubicBezTo>
                    <a:pt x="-19664" y="128517"/>
                    <a:pt x="-2176" y="216976"/>
                    <a:pt x="63175" y="260743"/>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EF4D4E54-B7CB-48FE-973B-3A7E608F1E80}"/>
                </a:ext>
              </a:extLst>
            </p:cNvPr>
            <p:cNvSpPr/>
            <p:nvPr/>
          </p:nvSpPr>
          <p:spPr>
            <a:xfrm>
              <a:off x="16458813" y="812819"/>
              <a:ext cx="1037291" cy="1037291"/>
            </a:xfrm>
            <a:custGeom>
              <a:avLst/>
              <a:gdLst>
                <a:gd name="connsiteX0" fmla="*/ 1037292 w 1037291"/>
                <a:gd name="connsiteY0" fmla="*/ 518646 h 1037291"/>
                <a:gd name="connsiteX1" fmla="*/ 518646 w 1037291"/>
                <a:gd name="connsiteY1" fmla="*/ 1037292 h 1037291"/>
                <a:gd name="connsiteX2" fmla="*/ 0 w 1037291"/>
                <a:gd name="connsiteY2" fmla="*/ 518646 h 1037291"/>
                <a:gd name="connsiteX3" fmla="*/ 518646 w 1037291"/>
                <a:gd name="connsiteY3" fmla="*/ 0 h 1037291"/>
                <a:gd name="connsiteX4" fmla="*/ 1037292 w 1037291"/>
                <a:gd name="connsiteY4" fmla="*/ 518646 h 1037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291" h="1037291">
                  <a:moveTo>
                    <a:pt x="1037292" y="518646"/>
                  </a:moveTo>
                  <a:cubicBezTo>
                    <a:pt x="1037292" y="805086"/>
                    <a:pt x="805086" y="1037292"/>
                    <a:pt x="518646" y="1037292"/>
                  </a:cubicBezTo>
                  <a:cubicBezTo>
                    <a:pt x="232206" y="1037292"/>
                    <a:pt x="0" y="805086"/>
                    <a:pt x="0" y="518646"/>
                  </a:cubicBezTo>
                  <a:cubicBezTo>
                    <a:pt x="0" y="232206"/>
                    <a:pt x="232206" y="0"/>
                    <a:pt x="518646" y="0"/>
                  </a:cubicBezTo>
                  <a:cubicBezTo>
                    <a:pt x="805086" y="0"/>
                    <a:pt x="1037292" y="232206"/>
                    <a:pt x="1037292" y="518646"/>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743F4771-F158-48FD-8E41-60058BAEAC47}"/>
                </a:ext>
              </a:extLst>
            </p:cNvPr>
            <p:cNvSpPr/>
            <p:nvPr/>
          </p:nvSpPr>
          <p:spPr>
            <a:xfrm>
              <a:off x="14977209" y="2946419"/>
              <a:ext cx="4000499" cy="1028700"/>
            </a:xfrm>
            <a:custGeom>
              <a:avLst/>
              <a:gdLst>
                <a:gd name="connsiteX0" fmla="*/ 3857625 w 4000499"/>
                <a:gd name="connsiteY0" fmla="*/ 0 h 1028700"/>
                <a:gd name="connsiteX1" fmla="*/ 142875 w 4000499"/>
                <a:gd name="connsiteY1" fmla="*/ 0 h 1028700"/>
                <a:gd name="connsiteX2" fmla="*/ 0 w 4000499"/>
                <a:gd name="connsiteY2" fmla="*/ 142875 h 1028700"/>
                <a:gd name="connsiteX3" fmla="*/ 0 w 4000499"/>
                <a:gd name="connsiteY3" fmla="*/ 885825 h 1028700"/>
                <a:gd name="connsiteX4" fmla="*/ 142875 w 4000499"/>
                <a:gd name="connsiteY4" fmla="*/ 1028700 h 1028700"/>
                <a:gd name="connsiteX5" fmla="*/ 3857625 w 4000499"/>
                <a:gd name="connsiteY5" fmla="*/ 1028700 h 1028700"/>
                <a:gd name="connsiteX6" fmla="*/ 4000500 w 4000499"/>
                <a:gd name="connsiteY6" fmla="*/ 885825 h 1028700"/>
                <a:gd name="connsiteX7" fmla="*/ 4000500 w 4000499"/>
                <a:gd name="connsiteY7" fmla="*/ 142875 h 1028700"/>
                <a:gd name="connsiteX8" fmla="*/ 3857625 w 4000499"/>
                <a:gd name="connsiteY8" fmla="*/ 0 h 1028700"/>
                <a:gd name="connsiteX9" fmla="*/ 2142601 w 4000499"/>
                <a:gd name="connsiteY9" fmla="*/ 524637 h 1028700"/>
                <a:gd name="connsiteX10" fmla="*/ 2000241 w 4000499"/>
                <a:gd name="connsiteY10" fmla="*/ 657225 h 1028700"/>
                <a:gd name="connsiteX11" fmla="*/ 1857785 w 4000499"/>
                <a:gd name="connsiteY11" fmla="*/ 522580 h 1028700"/>
                <a:gd name="connsiteX12" fmla="*/ 1857366 w 4000499"/>
                <a:gd name="connsiteY12" fmla="*/ 514350 h 1028700"/>
                <a:gd name="connsiteX13" fmla="*/ 1857785 w 4000499"/>
                <a:gd name="connsiteY13" fmla="*/ 506063 h 1028700"/>
                <a:gd name="connsiteX14" fmla="*/ 1994021 w 4000499"/>
                <a:gd name="connsiteY14" fmla="*/ 371789 h 1028700"/>
                <a:gd name="connsiteX15" fmla="*/ 2000241 w 4000499"/>
                <a:gd name="connsiteY15" fmla="*/ 371475 h 1028700"/>
                <a:gd name="connsiteX16" fmla="*/ 2006413 w 4000499"/>
                <a:gd name="connsiteY16" fmla="*/ 371789 h 1028700"/>
                <a:gd name="connsiteX17" fmla="*/ 2142592 w 4000499"/>
                <a:gd name="connsiteY17" fmla="*/ 503987 h 1028700"/>
                <a:gd name="connsiteX18" fmla="*/ 2143115 w 4000499"/>
                <a:gd name="connsiteY18" fmla="*/ 514350 h 1028700"/>
                <a:gd name="connsiteX19" fmla="*/ 2142601 w 4000499"/>
                <a:gd name="connsiteY19" fmla="*/ 524637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000499" h="1028700">
                  <a:moveTo>
                    <a:pt x="3857625" y="0"/>
                  </a:moveTo>
                  <a:lnTo>
                    <a:pt x="142875" y="0"/>
                  </a:lnTo>
                  <a:cubicBezTo>
                    <a:pt x="63970" y="0"/>
                    <a:pt x="0" y="63970"/>
                    <a:pt x="0" y="142875"/>
                  </a:cubicBezTo>
                  <a:lnTo>
                    <a:pt x="0" y="885825"/>
                  </a:lnTo>
                  <a:cubicBezTo>
                    <a:pt x="0" y="964730"/>
                    <a:pt x="63970" y="1028700"/>
                    <a:pt x="142875" y="1028700"/>
                  </a:cubicBezTo>
                  <a:lnTo>
                    <a:pt x="3857625" y="1028700"/>
                  </a:lnTo>
                  <a:cubicBezTo>
                    <a:pt x="3936530" y="1028700"/>
                    <a:pt x="4000500" y="964730"/>
                    <a:pt x="4000500" y="885825"/>
                  </a:cubicBezTo>
                  <a:lnTo>
                    <a:pt x="4000500" y="142875"/>
                  </a:lnTo>
                  <a:cubicBezTo>
                    <a:pt x="4000500" y="63970"/>
                    <a:pt x="3936530" y="0"/>
                    <a:pt x="3857625" y="0"/>
                  </a:cubicBezTo>
                  <a:close/>
                  <a:moveTo>
                    <a:pt x="2142601" y="524637"/>
                  </a:moveTo>
                  <a:cubicBezTo>
                    <a:pt x="2137305" y="598722"/>
                    <a:pt x="2075679" y="657225"/>
                    <a:pt x="2000241" y="657225"/>
                  </a:cubicBezTo>
                  <a:cubicBezTo>
                    <a:pt x="1924117" y="657225"/>
                    <a:pt x="1862071" y="597637"/>
                    <a:pt x="1857785" y="522580"/>
                  </a:cubicBezTo>
                  <a:cubicBezTo>
                    <a:pt x="1857623" y="519836"/>
                    <a:pt x="1857366" y="517122"/>
                    <a:pt x="1857366" y="514350"/>
                  </a:cubicBezTo>
                  <a:cubicBezTo>
                    <a:pt x="1857366" y="511550"/>
                    <a:pt x="1857623" y="508816"/>
                    <a:pt x="1857785" y="506063"/>
                  </a:cubicBezTo>
                  <a:cubicBezTo>
                    <a:pt x="1861985" y="433111"/>
                    <a:pt x="1920792" y="374952"/>
                    <a:pt x="1994021" y="371789"/>
                  </a:cubicBezTo>
                  <a:cubicBezTo>
                    <a:pt x="1996097" y="371703"/>
                    <a:pt x="1998145" y="371475"/>
                    <a:pt x="2000241" y="371475"/>
                  </a:cubicBezTo>
                  <a:cubicBezTo>
                    <a:pt x="2002327" y="371475"/>
                    <a:pt x="2004355" y="371703"/>
                    <a:pt x="2006413" y="371789"/>
                  </a:cubicBezTo>
                  <a:cubicBezTo>
                    <a:pt x="2078974" y="374895"/>
                    <a:pt x="2137410" y="431987"/>
                    <a:pt x="2142592" y="503987"/>
                  </a:cubicBezTo>
                  <a:cubicBezTo>
                    <a:pt x="2142839" y="507425"/>
                    <a:pt x="2143115" y="510854"/>
                    <a:pt x="2143115" y="514350"/>
                  </a:cubicBezTo>
                  <a:cubicBezTo>
                    <a:pt x="2143125" y="517827"/>
                    <a:pt x="2142849" y="521227"/>
                    <a:pt x="2142601" y="524637"/>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7E886E75-F073-427D-8366-3739A8EAFF23}"/>
                </a:ext>
              </a:extLst>
            </p:cNvPr>
            <p:cNvSpPr/>
            <p:nvPr/>
          </p:nvSpPr>
          <p:spPr>
            <a:xfrm>
              <a:off x="15882084" y="1990309"/>
              <a:ext cx="2190750" cy="670350"/>
            </a:xfrm>
            <a:custGeom>
              <a:avLst/>
              <a:gdLst>
                <a:gd name="connsiteX0" fmla="*/ 2190750 w 2190750"/>
                <a:gd name="connsiteY0" fmla="*/ 356235 h 670350"/>
                <a:gd name="connsiteX1" fmla="*/ 2094709 w 2190750"/>
                <a:gd name="connsiteY1" fmla="*/ 221218 h 670350"/>
                <a:gd name="connsiteX2" fmla="*/ 1605191 w 2190750"/>
                <a:gd name="connsiteY2" fmla="*/ 59636 h 670350"/>
                <a:gd name="connsiteX3" fmla="*/ 1238250 w 2190750"/>
                <a:gd name="connsiteY3" fmla="*/ 105 h 670350"/>
                <a:gd name="connsiteX4" fmla="*/ 1238250 w 2190750"/>
                <a:gd name="connsiteY4" fmla="*/ 256451 h 670350"/>
                <a:gd name="connsiteX5" fmla="*/ 1095375 w 2190750"/>
                <a:gd name="connsiteY5" fmla="*/ 399326 h 670350"/>
                <a:gd name="connsiteX6" fmla="*/ 952500 w 2190750"/>
                <a:gd name="connsiteY6" fmla="*/ 256451 h 670350"/>
                <a:gd name="connsiteX7" fmla="*/ 952500 w 2190750"/>
                <a:gd name="connsiteY7" fmla="*/ 0 h 670350"/>
                <a:gd name="connsiteX8" fmla="*/ 89297 w 2190750"/>
                <a:gd name="connsiteY8" fmla="*/ 224523 h 670350"/>
                <a:gd name="connsiteX9" fmla="*/ 657 w 2190750"/>
                <a:gd name="connsiteY9" fmla="*/ 356235 h 670350"/>
                <a:gd name="connsiteX10" fmla="*/ 0 w 2190750"/>
                <a:gd name="connsiteY10" fmla="*/ 670350 h 670350"/>
                <a:gd name="connsiteX11" fmla="*/ 2190750 w 2190750"/>
                <a:gd name="connsiteY11" fmla="*/ 670350 h 670350"/>
                <a:gd name="connsiteX12" fmla="*/ 2190750 w 2190750"/>
                <a:gd name="connsiteY12" fmla="*/ 356235 h 67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0" h="670350">
                  <a:moveTo>
                    <a:pt x="2190750" y="356235"/>
                  </a:moveTo>
                  <a:cubicBezTo>
                    <a:pt x="2190750" y="293732"/>
                    <a:pt x="2150612" y="240611"/>
                    <a:pt x="2094709" y="221218"/>
                  </a:cubicBezTo>
                  <a:cubicBezTo>
                    <a:pt x="1933442" y="155705"/>
                    <a:pt x="1770659" y="99879"/>
                    <a:pt x="1605191" y="59636"/>
                  </a:cubicBezTo>
                  <a:cubicBezTo>
                    <a:pt x="1483443" y="30023"/>
                    <a:pt x="1361189" y="9353"/>
                    <a:pt x="1238250" y="105"/>
                  </a:cubicBezTo>
                  <a:lnTo>
                    <a:pt x="1238250" y="256451"/>
                  </a:lnTo>
                  <a:cubicBezTo>
                    <a:pt x="1238250" y="335356"/>
                    <a:pt x="1174280" y="399326"/>
                    <a:pt x="1095375" y="399326"/>
                  </a:cubicBezTo>
                  <a:cubicBezTo>
                    <a:pt x="1016470" y="399326"/>
                    <a:pt x="952500" y="335356"/>
                    <a:pt x="952500" y="256451"/>
                  </a:cubicBezTo>
                  <a:lnTo>
                    <a:pt x="952500" y="0"/>
                  </a:lnTo>
                  <a:cubicBezTo>
                    <a:pt x="654872" y="22203"/>
                    <a:pt x="369351" y="110300"/>
                    <a:pt x="89297" y="224523"/>
                  </a:cubicBezTo>
                  <a:cubicBezTo>
                    <a:pt x="34119" y="246974"/>
                    <a:pt x="676" y="300123"/>
                    <a:pt x="657" y="356235"/>
                  </a:cubicBezTo>
                  <a:lnTo>
                    <a:pt x="0" y="670350"/>
                  </a:lnTo>
                  <a:lnTo>
                    <a:pt x="2190750" y="670350"/>
                  </a:lnTo>
                  <a:lnTo>
                    <a:pt x="2190750" y="356235"/>
                  </a:lnTo>
                  <a:close/>
                </a:path>
              </a:pathLst>
            </a:custGeom>
            <a:grpFill/>
            <a:ln w="9525" cap="flat">
              <a:noFill/>
              <a:prstDash val="solid"/>
              <a:miter/>
            </a:ln>
          </p:spPr>
          <p:txBody>
            <a:bodyPr rtlCol="0" anchor="ctr"/>
            <a:lstStyle/>
            <a:p>
              <a:endParaRPr lang="en-US"/>
            </a:p>
          </p:txBody>
        </p:sp>
      </p:grpSp>
      <p:sp>
        <p:nvSpPr>
          <p:cNvPr id="274" name="Graphic 76">
            <a:extLst>
              <a:ext uri="{FF2B5EF4-FFF2-40B4-BE49-F238E27FC236}">
                <a16:creationId xmlns:a16="http://schemas.microsoft.com/office/drawing/2014/main" id="{AF8B87E9-8733-4EB3-8A11-CF054ADC9EDC}"/>
              </a:ext>
            </a:extLst>
          </p:cNvPr>
          <p:cNvSpPr>
            <a:spLocks noChangeAspect="1"/>
          </p:cNvSpPr>
          <p:nvPr/>
        </p:nvSpPr>
        <p:spPr>
          <a:xfrm>
            <a:off x="5546982" y="4289320"/>
            <a:ext cx="352014" cy="365760"/>
          </a:xfrm>
          <a:custGeom>
            <a:avLst/>
            <a:gdLst>
              <a:gd name="connsiteX0" fmla="*/ 0 w 4693519"/>
              <a:gd name="connsiteY0" fmla="*/ 4876800 h 4876800"/>
              <a:gd name="connsiteX1" fmla="*/ 4693520 w 4693519"/>
              <a:gd name="connsiteY1" fmla="*/ 4876800 h 4876800"/>
              <a:gd name="connsiteX2" fmla="*/ 3139040 w 4693519"/>
              <a:gd name="connsiteY2" fmla="*/ 2389613 h 4876800"/>
              <a:gd name="connsiteX3" fmla="*/ 3139040 w 4693519"/>
              <a:gd name="connsiteY3" fmla="*/ 2381698 h 4876800"/>
              <a:gd name="connsiteX4" fmla="*/ 2458555 w 4693519"/>
              <a:gd name="connsiteY4" fmla="*/ 2381698 h 4876800"/>
              <a:gd name="connsiteX5" fmla="*/ 2458555 w 4693519"/>
              <a:gd name="connsiteY5" fmla="*/ 2041455 h 4876800"/>
              <a:gd name="connsiteX6" fmla="*/ 3139040 w 4693519"/>
              <a:gd name="connsiteY6" fmla="*/ 2041455 h 4876800"/>
              <a:gd name="connsiteX7" fmla="*/ 3139040 w 4693519"/>
              <a:gd name="connsiteY7" fmla="*/ 1701213 h 4876800"/>
              <a:gd name="connsiteX8" fmla="*/ 2458555 w 4693519"/>
              <a:gd name="connsiteY8" fmla="*/ 1701213 h 4876800"/>
              <a:gd name="connsiteX9" fmla="*/ 2458555 w 4693519"/>
              <a:gd name="connsiteY9" fmla="*/ 1360970 h 4876800"/>
              <a:gd name="connsiteX10" fmla="*/ 3139040 w 4693519"/>
              <a:gd name="connsiteY10" fmla="*/ 1360970 h 4876800"/>
              <a:gd name="connsiteX11" fmla="*/ 3139040 w 4693519"/>
              <a:gd name="connsiteY11" fmla="*/ 1020728 h 4876800"/>
              <a:gd name="connsiteX12" fmla="*/ 2458555 w 4693519"/>
              <a:gd name="connsiteY12" fmla="*/ 1020728 h 4876800"/>
              <a:gd name="connsiteX13" fmla="*/ 2458555 w 4693519"/>
              <a:gd name="connsiteY13" fmla="*/ 680485 h 4876800"/>
              <a:gd name="connsiteX14" fmla="*/ 3139040 w 4693519"/>
              <a:gd name="connsiteY14" fmla="*/ 680485 h 4876800"/>
              <a:gd name="connsiteX15" fmla="*/ 3139040 w 4693519"/>
              <a:gd name="connsiteY15" fmla="*/ 340243 h 4876800"/>
              <a:gd name="connsiteX16" fmla="*/ 3479273 w 4693519"/>
              <a:gd name="connsiteY16" fmla="*/ 340243 h 4876800"/>
              <a:gd name="connsiteX17" fmla="*/ 3479273 w 4693519"/>
              <a:gd name="connsiteY17" fmla="*/ 0 h 4876800"/>
              <a:gd name="connsiteX18" fmla="*/ 3139040 w 4693519"/>
              <a:gd name="connsiteY18" fmla="*/ 0 h 4876800"/>
              <a:gd name="connsiteX19" fmla="*/ 1522886 w 4693519"/>
              <a:gd name="connsiteY19" fmla="*/ 0 h 4876800"/>
              <a:gd name="connsiteX20" fmla="*/ 1210999 w 4693519"/>
              <a:gd name="connsiteY20" fmla="*/ 0 h 4876800"/>
              <a:gd name="connsiteX21" fmla="*/ 1210999 w 4693519"/>
              <a:gd name="connsiteY21" fmla="*/ 340243 h 4876800"/>
              <a:gd name="connsiteX22" fmla="*/ 1522886 w 4693519"/>
              <a:gd name="connsiteY22" fmla="*/ 340243 h 4876800"/>
              <a:gd name="connsiteX23" fmla="*/ 1522886 w 4693519"/>
              <a:gd name="connsiteY23" fmla="*/ 2390442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693519" h="4876800">
                <a:moveTo>
                  <a:pt x="0" y="4876800"/>
                </a:moveTo>
                <a:lnTo>
                  <a:pt x="4693520" y="4876800"/>
                </a:lnTo>
                <a:lnTo>
                  <a:pt x="3139040" y="2389613"/>
                </a:lnTo>
                <a:lnTo>
                  <a:pt x="3139040" y="2381698"/>
                </a:lnTo>
                <a:lnTo>
                  <a:pt x="2458555" y="2381698"/>
                </a:lnTo>
                <a:lnTo>
                  <a:pt x="2458555" y="2041455"/>
                </a:lnTo>
                <a:lnTo>
                  <a:pt x="3139040" y="2041455"/>
                </a:lnTo>
                <a:lnTo>
                  <a:pt x="3139040" y="1701213"/>
                </a:lnTo>
                <a:lnTo>
                  <a:pt x="2458555" y="1701213"/>
                </a:lnTo>
                <a:lnTo>
                  <a:pt x="2458555" y="1360970"/>
                </a:lnTo>
                <a:lnTo>
                  <a:pt x="3139040" y="1360970"/>
                </a:lnTo>
                <a:lnTo>
                  <a:pt x="3139040" y="1020728"/>
                </a:lnTo>
                <a:lnTo>
                  <a:pt x="2458555" y="1020728"/>
                </a:lnTo>
                <a:lnTo>
                  <a:pt x="2458555" y="680485"/>
                </a:lnTo>
                <a:lnTo>
                  <a:pt x="3139040" y="680485"/>
                </a:lnTo>
                <a:lnTo>
                  <a:pt x="3139040" y="340243"/>
                </a:lnTo>
                <a:lnTo>
                  <a:pt x="3479273" y="340243"/>
                </a:lnTo>
                <a:lnTo>
                  <a:pt x="3479273" y="0"/>
                </a:lnTo>
                <a:lnTo>
                  <a:pt x="3139040" y="0"/>
                </a:lnTo>
                <a:lnTo>
                  <a:pt x="1522886" y="0"/>
                </a:lnTo>
                <a:lnTo>
                  <a:pt x="1210999" y="0"/>
                </a:lnTo>
                <a:lnTo>
                  <a:pt x="1210999" y="340243"/>
                </a:lnTo>
                <a:lnTo>
                  <a:pt x="1522886" y="340243"/>
                </a:lnTo>
                <a:lnTo>
                  <a:pt x="1522886" y="2390442"/>
                </a:lnTo>
                <a:close/>
              </a:path>
            </a:pathLst>
          </a:custGeom>
          <a:solidFill>
            <a:schemeClr val="tx2"/>
          </a:solidFill>
          <a:ln w="9525" cap="flat">
            <a:noFill/>
            <a:prstDash val="solid"/>
            <a:miter/>
          </a:ln>
        </p:spPr>
        <p:txBody>
          <a:bodyPr rtlCol="0" anchor="ctr"/>
          <a:lstStyle/>
          <a:p>
            <a:endParaRPr lang="en-US"/>
          </a:p>
        </p:txBody>
      </p:sp>
      <p:sp>
        <p:nvSpPr>
          <p:cNvPr id="280" name="Graphic 80">
            <a:extLst>
              <a:ext uri="{FF2B5EF4-FFF2-40B4-BE49-F238E27FC236}">
                <a16:creationId xmlns:a16="http://schemas.microsoft.com/office/drawing/2014/main" id="{0627E074-0375-4874-94E6-F1F80C9CEF97}"/>
              </a:ext>
            </a:extLst>
          </p:cNvPr>
          <p:cNvSpPr>
            <a:spLocks noChangeAspect="1"/>
          </p:cNvSpPr>
          <p:nvPr/>
        </p:nvSpPr>
        <p:spPr>
          <a:xfrm>
            <a:off x="4249054" y="4289320"/>
            <a:ext cx="407076" cy="365760"/>
          </a:xfrm>
          <a:custGeom>
            <a:avLst/>
            <a:gdLst>
              <a:gd name="connsiteX0" fmla="*/ 4863252 w 4884909"/>
              <a:gd name="connsiteY0" fmla="*/ 4047744 h 4389119"/>
              <a:gd name="connsiteX1" fmla="*/ 4399956 w 4884909"/>
              <a:gd name="connsiteY1" fmla="*/ 3169920 h 4389119"/>
              <a:gd name="connsiteX2" fmla="*/ 4399956 w 4884909"/>
              <a:gd name="connsiteY2" fmla="*/ 243840 h 4389119"/>
              <a:gd name="connsiteX3" fmla="*/ 4156116 w 4884909"/>
              <a:gd name="connsiteY3" fmla="*/ 0 h 4389119"/>
              <a:gd name="connsiteX4" fmla="*/ 742356 w 4884909"/>
              <a:gd name="connsiteY4" fmla="*/ 0 h 4389119"/>
              <a:gd name="connsiteX5" fmla="*/ 498516 w 4884909"/>
              <a:gd name="connsiteY5" fmla="*/ 243840 h 4389119"/>
              <a:gd name="connsiteX6" fmla="*/ 498516 w 4884909"/>
              <a:gd name="connsiteY6" fmla="*/ 3169920 h 4389119"/>
              <a:gd name="connsiteX7" fmla="*/ 10836 w 4884909"/>
              <a:gd name="connsiteY7" fmla="*/ 4047744 h 4389119"/>
              <a:gd name="connsiteX8" fmla="*/ 254676 w 4884909"/>
              <a:gd name="connsiteY8" fmla="*/ 4389120 h 4389119"/>
              <a:gd name="connsiteX9" fmla="*/ 4643796 w 4884909"/>
              <a:gd name="connsiteY9" fmla="*/ 4389120 h 4389119"/>
              <a:gd name="connsiteX10" fmla="*/ 4863252 w 4884909"/>
              <a:gd name="connsiteY10" fmla="*/ 4047744 h 4389119"/>
              <a:gd name="connsiteX11" fmla="*/ 1717716 w 4884909"/>
              <a:gd name="connsiteY11" fmla="*/ 4145280 h 4389119"/>
              <a:gd name="connsiteX12" fmla="*/ 2205396 w 4884909"/>
              <a:gd name="connsiteY12" fmla="*/ 3657600 h 4389119"/>
              <a:gd name="connsiteX13" fmla="*/ 2693076 w 4884909"/>
              <a:gd name="connsiteY13" fmla="*/ 3657600 h 4389119"/>
              <a:gd name="connsiteX14" fmla="*/ 3180756 w 4884909"/>
              <a:gd name="connsiteY14" fmla="*/ 4145280 h 4389119"/>
              <a:gd name="connsiteX15" fmla="*/ 1717716 w 4884909"/>
              <a:gd name="connsiteY15" fmla="*/ 4145280 h 4389119"/>
              <a:gd name="connsiteX16" fmla="*/ 3912276 w 4884909"/>
              <a:gd name="connsiteY16" fmla="*/ 2438400 h 4389119"/>
              <a:gd name="connsiteX17" fmla="*/ 986196 w 4884909"/>
              <a:gd name="connsiteY17" fmla="*/ 2438400 h 4389119"/>
              <a:gd name="connsiteX18" fmla="*/ 986196 w 4884909"/>
              <a:gd name="connsiteY18" fmla="*/ 487680 h 4389119"/>
              <a:gd name="connsiteX19" fmla="*/ 3912276 w 4884909"/>
              <a:gd name="connsiteY19" fmla="*/ 487680 h 4389119"/>
              <a:gd name="connsiteX20" fmla="*/ 3912276 w 4884909"/>
              <a:gd name="connsiteY20" fmla="*/ 2438400 h 4389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884909" h="4389119">
                <a:moveTo>
                  <a:pt x="4863252" y="4047744"/>
                </a:moveTo>
                <a:lnTo>
                  <a:pt x="4399956" y="3169920"/>
                </a:lnTo>
                <a:lnTo>
                  <a:pt x="4399956" y="243840"/>
                </a:lnTo>
                <a:cubicBezTo>
                  <a:pt x="4399956" y="121920"/>
                  <a:pt x="4278036" y="0"/>
                  <a:pt x="4156116" y="0"/>
                </a:cubicBezTo>
                <a:lnTo>
                  <a:pt x="742356" y="0"/>
                </a:lnTo>
                <a:cubicBezTo>
                  <a:pt x="620436" y="0"/>
                  <a:pt x="498516" y="121920"/>
                  <a:pt x="498516" y="243840"/>
                </a:cubicBezTo>
                <a:lnTo>
                  <a:pt x="498516" y="3169920"/>
                </a:lnTo>
                <a:lnTo>
                  <a:pt x="10836" y="4047744"/>
                </a:lnTo>
                <a:cubicBezTo>
                  <a:pt x="-37932" y="4218432"/>
                  <a:pt x="83988" y="4389120"/>
                  <a:pt x="254676" y="4389120"/>
                </a:cubicBezTo>
                <a:lnTo>
                  <a:pt x="4643796" y="4389120"/>
                </a:lnTo>
                <a:cubicBezTo>
                  <a:pt x="4814484" y="4389120"/>
                  <a:pt x="4936404" y="4218432"/>
                  <a:pt x="4863252" y="4047744"/>
                </a:cubicBezTo>
                <a:close/>
                <a:moveTo>
                  <a:pt x="1717716" y="4145280"/>
                </a:moveTo>
                <a:lnTo>
                  <a:pt x="2205396" y="3657600"/>
                </a:lnTo>
                <a:lnTo>
                  <a:pt x="2693076" y="3657600"/>
                </a:lnTo>
                <a:lnTo>
                  <a:pt x="3180756" y="4145280"/>
                </a:lnTo>
                <a:lnTo>
                  <a:pt x="1717716" y="4145280"/>
                </a:lnTo>
                <a:close/>
                <a:moveTo>
                  <a:pt x="3912276" y="2438400"/>
                </a:moveTo>
                <a:lnTo>
                  <a:pt x="986196" y="2438400"/>
                </a:lnTo>
                <a:lnTo>
                  <a:pt x="986196" y="487680"/>
                </a:lnTo>
                <a:lnTo>
                  <a:pt x="3912276" y="487680"/>
                </a:lnTo>
                <a:lnTo>
                  <a:pt x="3912276" y="2438400"/>
                </a:lnTo>
                <a:close/>
              </a:path>
            </a:pathLst>
          </a:custGeom>
          <a:solidFill>
            <a:schemeClr val="tx2"/>
          </a:solidFill>
          <a:ln w="9525" cap="flat">
            <a:noFill/>
            <a:prstDash val="solid"/>
            <a:miter/>
          </a:ln>
        </p:spPr>
        <p:txBody>
          <a:bodyPr rtlCol="0" anchor="ctr"/>
          <a:lstStyle/>
          <a:p>
            <a:endParaRPr lang="en-US"/>
          </a:p>
        </p:txBody>
      </p:sp>
      <p:grpSp>
        <p:nvGrpSpPr>
          <p:cNvPr id="284" name="Graphic 132">
            <a:extLst>
              <a:ext uri="{FF2B5EF4-FFF2-40B4-BE49-F238E27FC236}">
                <a16:creationId xmlns:a16="http://schemas.microsoft.com/office/drawing/2014/main" id="{D1428837-FF09-42EA-AC55-5BDD03BA705C}"/>
              </a:ext>
            </a:extLst>
          </p:cNvPr>
          <p:cNvGrpSpPr>
            <a:grpSpLocks noChangeAspect="1"/>
          </p:cNvGrpSpPr>
          <p:nvPr/>
        </p:nvGrpSpPr>
        <p:grpSpPr>
          <a:xfrm>
            <a:off x="3087916" y="4346785"/>
            <a:ext cx="425274" cy="250831"/>
            <a:chOff x="17304390" y="7176128"/>
            <a:chExt cx="1160192" cy="464086"/>
          </a:xfrm>
          <a:solidFill>
            <a:schemeClr val="tx2"/>
          </a:solidFill>
        </p:grpSpPr>
        <p:sp>
          <p:nvSpPr>
            <p:cNvPr id="285" name="Freeform: Shape 284">
              <a:extLst>
                <a:ext uri="{FF2B5EF4-FFF2-40B4-BE49-F238E27FC236}">
                  <a16:creationId xmlns:a16="http://schemas.microsoft.com/office/drawing/2014/main" id="{1BE183F4-CE4A-4D1F-90AF-BA1EB44231D2}"/>
                </a:ext>
              </a:extLst>
            </p:cNvPr>
            <p:cNvSpPr/>
            <p:nvPr/>
          </p:nvSpPr>
          <p:spPr>
            <a:xfrm>
              <a:off x="17304390" y="7500968"/>
              <a:ext cx="1160192" cy="139246"/>
            </a:xfrm>
            <a:custGeom>
              <a:avLst/>
              <a:gdLst>
                <a:gd name="connsiteX0" fmla="*/ 69609 w 1160192"/>
                <a:gd name="connsiteY0" fmla="*/ 139246 h 139246"/>
                <a:gd name="connsiteX1" fmla="*/ 1090574 w 1160192"/>
                <a:gd name="connsiteY1" fmla="*/ 139246 h 139246"/>
                <a:gd name="connsiteX2" fmla="*/ 1160193 w 1160192"/>
                <a:gd name="connsiteY2" fmla="*/ 69618 h 139246"/>
                <a:gd name="connsiteX3" fmla="*/ 1090574 w 1160192"/>
                <a:gd name="connsiteY3" fmla="*/ 0 h 139246"/>
                <a:gd name="connsiteX4" fmla="*/ 69609 w 1160192"/>
                <a:gd name="connsiteY4" fmla="*/ 0 h 139246"/>
                <a:gd name="connsiteX5" fmla="*/ 0 w 1160192"/>
                <a:gd name="connsiteY5" fmla="*/ 69618 h 139246"/>
                <a:gd name="connsiteX6" fmla="*/ 69609 w 1160192"/>
                <a:gd name="connsiteY6" fmla="*/ 139246 h 139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0192" h="139246">
                  <a:moveTo>
                    <a:pt x="69609" y="139246"/>
                  </a:moveTo>
                  <a:lnTo>
                    <a:pt x="1090574" y="139246"/>
                  </a:lnTo>
                  <a:cubicBezTo>
                    <a:pt x="1129027" y="139246"/>
                    <a:pt x="1160193" y="108090"/>
                    <a:pt x="1160193" y="69618"/>
                  </a:cubicBezTo>
                  <a:cubicBezTo>
                    <a:pt x="1160193" y="31147"/>
                    <a:pt x="1129036" y="0"/>
                    <a:pt x="1090574" y="0"/>
                  </a:cubicBezTo>
                  <a:lnTo>
                    <a:pt x="69609" y="0"/>
                  </a:lnTo>
                  <a:cubicBezTo>
                    <a:pt x="31156" y="10"/>
                    <a:pt x="0" y="31156"/>
                    <a:pt x="0" y="69618"/>
                  </a:cubicBezTo>
                  <a:cubicBezTo>
                    <a:pt x="0" y="108080"/>
                    <a:pt x="31156" y="139246"/>
                    <a:pt x="69609" y="139246"/>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394BECCF-EF14-4176-BB30-C4A5F392AD7E}"/>
                </a:ext>
              </a:extLst>
            </p:cNvPr>
            <p:cNvSpPr/>
            <p:nvPr/>
          </p:nvSpPr>
          <p:spPr>
            <a:xfrm>
              <a:off x="17304390" y="7176128"/>
              <a:ext cx="1160192" cy="139226"/>
            </a:xfrm>
            <a:custGeom>
              <a:avLst/>
              <a:gdLst>
                <a:gd name="connsiteX0" fmla="*/ 69609 w 1160192"/>
                <a:gd name="connsiteY0" fmla="*/ 139227 h 139226"/>
                <a:gd name="connsiteX1" fmla="*/ 1090574 w 1160192"/>
                <a:gd name="connsiteY1" fmla="*/ 139227 h 139226"/>
                <a:gd name="connsiteX2" fmla="*/ 1160193 w 1160192"/>
                <a:gd name="connsiteY2" fmla="*/ 69609 h 139226"/>
                <a:gd name="connsiteX3" fmla="*/ 1090574 w 1160192"/>
                <a:gd name="connsiteY3" fmla="*/ 0 h 139226"/>
                <a:gd name="connsiteX4" fmla="*/ 69609 w 1160192"/>
                <a:gd name="connsiteY4" fmla="*/ 0 h 139226"/>
                <a:gd name="connsiteX5" fmla="*/ 0 w 1160192"/>
                <a:gd name="connsiteY5" fmla="*/ 69609 h 139226"/>
                <a:gd name="connsiteX6" fmla="*/ 69609 w 1160192"/>
                <a:gd name="connsiteY6" fmla="*/ 139227 h 13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0192" h="139226">
                  <a:moveTo>
                    <a:pt x="69609" y="139227"/>
                  </a:moveTo>
                  <a:lnTo>
                    <a:pt x="1090574" y="139227"/>
                  </a:lnTo>
                  <a:cubicBezTo>
                    <a:pt x="1129027" y="139227"/>
                    <a:pt x="1160193" y="108061"/>
                    <a:pt x="1160193" y="69609"/>
                  </a:cubicBezTo>
                  <a:cubicBezTo>
                    <a:pt x="1160193" y="31156"/>
                    <a:pt x="1129036" y="0"/>
                    <a:pt x="1090574" y="0"/>
                  </a:cubicBezTo>
                  <a:lnTo>
                    <a:pt x="69609" y="0"/>
                  </a:lnTo>
                  <a:cubicBezTo>
                    <a:pt x="31156" y="0"/>
                    <a:pt x="0" y="31156"/>
                    <a:pt x="0" y="69609"/>
                  </a:cubicBezTo>
                  <a:cubicBezTo>
                    <a:pt x="0" y="108061"/>
                    <a:pt x="31156" y="139227"/>
                    <a:pt x="69609" y="139227"/>
                  </a:cubicBezTo>
                  <a:close/>
                </a:path>
              </a:pathLst>
            </a:custGeom>
            <a:grpFill/>
            <a:ln w="9525" cap="flat">
              <a:noFill/>
              <a:prstDash val="solid"/>
              <a:miter/>
            </a:ln>
          </p:spPr>
          <p:txBody>
            <a:bodyPr rtlCol="0" anchor="ctr"/>
            <a:lstStyle/>
            <a:p>
              <a:endParaRPr lang="en-US"/>
            </a:p>
          </p:txBody>
        </p:sp>
      </p:grpSp>
      <p:sp>
        <p:nvSpPr>
          <p:cNvPr id="282" name="Graphic 84">
            <a:extLst>
              <a:ext uri="{FF2B5EF4-FFF2-40B4-BE49-F238E27FC236}">
                <a16:creationId xmlns:a16="http://schemas.microsoft.com/office/drawing/2014/main" id="{6BFC546C-AF39-473B-8561-AB0ED9F073B3}"/>
              </a:ext>
            </a:extLst>
          </p:cNvPr>
          <p:cNvSpPr>
            <a:spLocks noChangeAspect="1"/>
          </p:cNvSpPr>
          <p:nvPr/>
        </p:nvSpPr>
        <p:spPr>
          <a:xfrm>
            <a:off x="1985014" y="4289320"/>
            <a:ext cx="390144" cy="365760"/>
          </a:xfrm>
          <a:custGeom>
            <a:avLst/>
            <a:gdLst>
              <a:gd name="connsiteX0" fmla="*/ 4733925 w 4876800"/>
              <a:gd name="connsiteY0" fmla="*/ 4286250 h 4572000"/>
              <a:gd name="connsiteX1" fmla="*/ 4591050 w 4876800"/>
              <a:gd name="connsiteY1" fmla="*/ 4286250 h 4572000"/>
              <a:gd name="connsiteX2" fmla="*/ 4591050 w 4876800"/>
              <a:gd name="connsiteY2" fmla="*/ 142875 h 4572000"/>
              <a:gd name="connsiteX3" fmla="*/ 4448175 w 4876800"/>
              <a:gd name="connsiteY3" fmla="*/ 0 h 4572000"/>
              <a:gd name="connsiteX4" fmla="*/ 4305300 w 4876800"/>
              <a:gd name="connsiteY4" fmla="*/ 142875 h 4572000"/>
              <a:gd name="connsiteX5" fmla="*/ 4305300 w 4876800"/>
              <a:gd name="connsiteY5" fmla="*/ 428625 h 4572000"/>
              <a:gd name="connsiteX6" fmla="*/ 4010025 w 4876800"/>
              <a:gd name="connsiteY6" fmla="*/ 428625 h 4572000"/>
              <a:gd name="connsiteX7" fmla="*/ 3581400 w 4876800"/>
              <a:gd name="connsiteY7" fmla="*/ 0 h 4572000"/>
              <a:gd name="connsiteX8" fmla="*/ 3152775 w 4876800"/>
              <a:gd name="connsiteY8" fmla="*/ 428625 h 4572000"/>
              <a:gd name="connsiteX9" fmla="*/ 2724150 w 4876800"/>
              <a:gd name="connsiteY9" fmla="*/ 0 h 4572000"/>
              <a:gd name="connsiteX10" fmla="*/ 2295525 w 4876800"/>
              <a:gd name="connsiteY10" fmla="*/ 428625 h 4572000"/>
              <a:gd name="connsiteX11" fmla="*/ 1724025 w 4876800"/>
              <a:gd name="connsiteY11" fmla="*/ 428625 h 4572000"/>
              <a:gd name="connsiteX12" fmla="*/ 1295400 w 4876800"/>
              <a:gd name="connsiteY12" fmla="*/ 0 h 4572000"/>
              <a:gd name="connsiteX13" fmla="*/ 866775 w 4876800"/>
              <a:gd name="connsiteY13" fmla="*/ 428625 h 4572000"/>
              <a:gd name="connsiteX14" fmla="*/ 571500 w 4876800"/>
              <a:gd name="connsiteY14" fmla="*/ 428625 h 4572000"/>
              <a:gd name="connsiteX15" fmla="*/ 571500 w 4876800"/>
              <a:gd name="connsiteY15" fmla="*/ 142875 h 4572000"/>
              <a:gd name="connsiteX16" fmla="*/ 428625 w 4876800"/>
              <a:gd name="connsiteY16" fmla="*/ 0 h 4572000"/>
              <a:gd name="connsiteX17" fmla="*/ 285750 w 4876800"/>
              <a:gd name="connsiteY17" fmla="*/ 142875 h 4572000"/>
              <a:gd name="connsiteX18" fmla="*/ 285750 w 4876800"/>
              <a:gd name="connsiteY18" fmla="*/ 4286250 h 4572000"/>
              <a:gd name="connsiteX19" fmla="*/ 142875 w 4876800"/>
              <a:gd name="connsiteY19" fmla="*/ 4286250 h 4572000"/>
              <a:gd name="connsiteX20" fmla="*/ 0 w 4876800"/>
              <a:gd name="connsiteY20" fmla="*/ 4429125 h 4572000"/>
              <a:gd name="connsiteX21" fmla="*/ 142875 w 4876800"/>
              <a:gd name="connsiteY21" fmla="*/ 4572000 h 4572000"/>
              <a:gd name="connsiteX22" fmla="*/ 4733925 w 4876800"/>
              <a:gd name="connsiteY22" fmla="*/ 4572000 h 4572000"/>
              <a:gd name="connsiteX23" fmla="*/ 4876800 w 4876800"/>
              <a:gd name="connsiteY23" fmla="*/ 4429125 h 4572000"/>
              <a:gd name="connsiteX24" fmla="*/ 4733925 w 4876800"/>
              <a:gd name="connsiteY24" fmla="*/ 4286250 h 4572000"/>
              <a:gd name="connsiteX25" fmla="*/ 4305300 w 4876800"/>
              <a:gd name="connsiteY25" fmla="*/ 4286250 h 4572000"/>
              <a:gd name="connsiteX26" fmla="*/ 571500 w 4876800"/>
              <a:gd name="connsiteY26" fmla="*/ 4286250 h 4572000"/>
              <a:gd name="connsiteX27" fmla="*/ 571500 w 4876800"/>
              <a:gd name="connsiteY27" fmla="*/ 3571875 h 4572000"/>
              <a:gd name="connsiteX28" fmla="*/ 866775 w 4876800"/>
              <a:gd name="connsiteY28" fmla="*/ 3571875 h 4572000"/>
              <a:gd name="connsiteX29" fmla="*/ 1295400 w 4876800"/>
              <a:gd name="connsiteY29" fmla="*/ 4000500 h 4572000"/>
              <a:gd name="connsiteX30" fmla="*/ 1724025 w 4876800"/>
              <a:gd name="connsiteY30" fmla="*/ 3571875 h 4572000"/>
              <a:gd name="connsiteX31" fmla="*/ 2009775 w 4876800"/>
              <a:gd name="connsiteY31" fmla="*/ 3571875 h 4572000"/>
              <a:gd name="connsiteX32" fmla="*/ 2438400 w 4876800"/>
              <a:gd name="connsiteY32" fmla="*/ 4000500 h 4572000"/>
              <a:gd name="connsiteX33" fmla="*/ 2867025 w 4876800"/>
              <a:gd name="connsiteY33" fmla="*/ 3571875 h 4572000"/>
              <a:gd name="connsiteX34" fmla="*/ 3152775 w 4876800"/>
              <a:gd name="connsiteY34" fmla="*/ 3571875 h 4572000"/>
              <a:gd name="connsiteX35" fmla="*/ 3581400 w 4876800"/>
              <a:gd name="connsiteY35" fmla="*/ 4000500 h 4572000"/>
              <a:gd name="connsiteX36" fmla="*/ 4010025 w 4876800"/>
              <a:gd name="connsiteY36" fmla="*/ 3571875 h 4572000"/>
              <a:gd name="connsiteX37" fmla="*/ 4305300 w 4876800"/>
              <a:gd name="connsiteY37" fmla="*/ 3571875 h 4572000"/>
              <a:gd name="connsiteX38" fmla="*/ 4305300 w 4876800"/>
              <a:gd name="connsiteY38" fmla="*/ 4286250 h 4572000"/>
              <a:gd name="connsiteX39" fmla="*/ 4305300 w 4876800"/>
              <a:gd name="connsiteY39" fmla="*/ 3286125 h 4572000"/>
              <a:gd name="connsiteX40" fmla="*/ 4010025 w 4876800"/>
              <a:gd name="connsiteY40" fmla="*/ 3286125 h 4572000"/>
              <a:gd name="connsiteX41" fmla="*/ 3581400 w 4876800"/>
              <a:gd name="connsiteY41" fmla="*/ 2857500 h 4572000"/>
              <a:gd name="connsiteX42" fmla="*/ 3152775 w 4876800"/>
              <a:gd name="connsiteY42" fmla="*/ 3286125 h 4572000"/>
              <a:gd name="connsiteX43" fmla="*/ 2867025 w 4876800"/>
              <a:gd name="connsiteY43" fmla="*/ 3286125 h 4572000"/>
              <a:gd name="connsiteX44" fmla="*/ 2438400 w 4876800"/>
              <a:gd name="connsiteY44" fmla="*/ 2857500 h 4572000"/>
              <a:gd name="connsiteX45" fmla="*/ 2009775 w 4876800"/>
              <a:gd name="connsiteY45" fmla="*/ 3286125 h 4572000"/>
              <a:gd name="connsiteX46" fmla="*/ 1724025 w 4876800"/>
              <a:gd name="connsiteY46" fmla="*/ 3286125 h 4572000"/>
              <a:gd name="connsiteX47" fmla="*/ 1295400 w 4876800"/>
              <a:gd name="connsiteY47" fmla="*/ 2857500 h 4572000"/>
              <a:gd name="connsiteX48" fmla="*/ 866775 w 4876800"/>
              <a:gd name="connsiteY48" fmla="*/ 3286125 h 4572000"/>
              <a:gd name="connsiteX49" fmla="*/ 571500 w 4876800"/>
              <a:gd name="connsiteY49" fmla="*/ 3286125 h 4572000"/>
              <a:gd name="connsiteX50" fmla="*/ 571500 w 4876800"/>
              <a:gd name="connsiteY50" fmla="*/ 2143125 h 4572000"/>
              <a:gd name="connsiteX51" fmla="*/ 866775 w 4876800"/>
              <a:gd name="connsiteY51" fmla="*/ 2143125 h 4572000"/>
              <a:gd name="connsiteX52" fmla="*/ 1295400 w 4876800"/>
              <a:gd name="connsiteY52" fmla="*/ 2571750 h 4572000"/>
              <a:gd name="connsiteX53" fmla="*/ 1724025 w 4876800"/>
              <a:gd name="connsiteY53" fmla="*/ 2143125 h 4572000"/>
              <a:gd name="connsiteX54" fmla="*/ 2152650 w 4876800"/>
              <a:gd name="connsiteY54" fmla="*/ 2571750 h 4572000"/>
              <a:gd name="connsiteX55" fmla="*/ 2581275 w 4876800"/>
              <a:gd name="connsiteY55" fmla="*/ 2143125 h 4572000"/>
              <a:gd name="connsiteX56" fmla="*/ 3152775 w 4876800"/>
              <a:gd name="connsiteY56" fmla="*/ 2143125 h 4572000"/>
              <a:gd name="connsiteX57" fmla="*/ 3581400 w 4876800"/>
              <a:gd name="connsiteY57" fmla="*/ 2571750 h 4572000"/>
              <a:gd name="connsiteX58" fmla="*/ 4010025 w 4876800"/>
              <a:gd name="connsiteY58" fmla="*/ 2143125 h 4572000"/>
              <a:gd name="connsiteX59" fmla="*/ 4305300 w 4876800"/>
              <a:gd name="connsiteY59" fmla="*/ 2143125 h 4572000"/>
              <a:gd name="connsiteX60" fmla="*/ 4305300 w 4876800"/>
              <a:gd name="connsiteY60" fmla="*/ 3286125 h 4572000"/>
              <a:gd name="connsiteX61" fmla="*/ 4305300 w 4876800"/>
              <a:gd name="connsiteY61" fmla="*/ 1857375 h 4572000"/>
              <a:gd name="connsiteX62" fmla="*/ 4010025 w 4876800"/>
              <a:gd name="connsiteY62" fmla="*/ 1857375 h 4572000"/>
              <a:gd name="connsiteX63" fmla="*/ 3581400 w 4876800"/>
              <a:gd name="connsiteY63" fmla="*/ 1428750 h 4572000"/>
              <a:gd name="connsiteX64" fmla="*/ 3152775 w 4876800"/>
              <a:gd name="connsiteY64" fmla="*/ 1857375 h 4572000"/>
              <a:gd name="connsiteX65" fmla="*/ 2581275 w 4876800"/>
              <a:gd name="connsiteY65" fmla="*/ 1857375 h 4572000"/>
              <a:gd name="connsiteX66" fmla="*/ 2152650 w 4876800"/>
              <a:gd name="connsiteY66" fmla="*/ 1428750 h 4572000"/>
              <a:gd name="connsiteX67" fmla="*/ 1724025 w 4876800"/>
              <a:gd name="connsiteY67" fmla="*/ 1857375 h 4572000"/>
              <a:gd name="connsiteX68" fmla="*/ 1295400 w 4876800"/>
              <a:gd name="connsiteY68" fmla="*/ 1428750 h 4572000"/>
              <a:gd name="connsiteX69" fmla="*/ 866775 w 4876800"/>
              <a:gd name="connsiteY69" fmla="*/ 1857375 h 4572000"/>
              <a:gd name="connsiteX70" fmla="*/ 571500 w 4876800"/>
              <a:gd name="connsiteY70" fmla="*/ 1857375 h 4572000"/>
              <a:gd name="connsiteX71" fmla="*/ 571500 w 4876800"/>
              <a:gd name="connsiteY71" fmla="*/ 714375 h 4572000"/>
              <a:gd name="connsiteX72" fmla="*/ 866775 w 4876800"/>
              <a:gd name="connsiteY72" fmla="*/ 714375 h 4572000"/>
              <a:gd name="connsiteX73" fmla="*/ 1295400 w 4876800"/>
              <a:gd name="connsiteY73" fmla="*/ 1143000 h 4572000"/>
              <a:gd name="connsiteX74" fmla="*/ 1724025 w 4876800"/>
              <a:gd name="connsiteY74" fmla="*/ 714375 h 4572000"/>
              <a:gd name="connsiteX75" fmla="*/ 2295525 w 4876800"/>
              <a:gd name="connsiteY75" fmla="*/ 714375 h 4572000"/>
              <a:gd name="connsiteX76" fmla="*/ 2724150 w 4876800"/>
              <a:gd name="connsiteY76" fmla="*/ 1143000 h 4572000"/>
              <a:gd name="connsiteX77" fmla="*/ 3152775 w 4876800"/>
              <a:gd name="connsiteY77" fmla="*/ 714375 h 4572000"/>
              <a:gd name="connsiteX78" fmla="*/ 3581400 w 4876800"/>
              <a:gd name="connsiteY78" fmla="*/ 1143000 h 4572000"/>
              <a:gd name="connsiteX79" fmla="*/ 4010025 w 4876800"/>
              <a:gd name="connsiteY79" fmla="*/ 714375 h 4572000"/>
              <a:gd name="connsiteX80" fmla="*/ 4305300 w 4876800"/>
              <a:gd name="connsiteY80" fmla="*/ 714375 h 4572000"/>
              <a:gd name="connsiteX81" fmla="*/ 4305300 w 4876800"/>
              <a:gd name="connsiteY81" fmla="*/ 1857375 h 457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4876800" h="4572000">
                <a:moveTo>
                  <a:pt x="4733925" y="4286250"/>
                </a:moveTo>
                <a:lnTo>
                  <a:pt x="4591050" y="4286250"/>
                </a:lnTo>
                <a:lnTo>
                  <a:pt x="4591050" y="142875"/>
                </a:lnTo>
                <a:cubicBezTo>
                  <a:pt x="4591050" y="63903"/>
                  <a:pt x="4527147" y="0"/>
                  <a:pt x="4448175" y="0"/>
                </a:cubicBezTo>
                <a:cubicBezTo>
                  <a:pt x="4369204" y="0"/>
                  <a:pt x="4305300" y="63903"/>
                  <a:pt x="4305300" y="142875"/>
                </a:cubicBezTo>
                <a:lnTo>
                  <a:pt x="4305300" y="428625"/>
                </a:lnTo>
                <a:lnTo>
                  <a:pt x="4010025" y="428625"/>
                </a:lnTo>
                <a:cubicBezTo>
                  <a:pt x="4010025" y="192272"/>
                  <a:pt x="3817753" y="0"/>
                  <a:pt x="3581400" y="0"/>
                </a:cubicBezTo>
                <a:cubicBezTo>
                  <a:pt x="3345047" y="0"/>
                  <a:pt x="3152775" y="192272"/>
                  <a:pt x="3152775" y="428625"/>
                </a:cubicBezTo>
                <a:cubicBezTo>
                  <a:pt x="3152775" y="192272"/>
                  <a:pt x="2960503" y="0"/>
                  <a:pt x="2724150" y="0"/>
                </a:cubicBezTo>
                <a:cubicBezTo>
                  <a:pt x="2487797" y="0"/>
                  <a:pt x="2295525" y="192272"/>
                  <a:pt x="2295525" y="428625"/>
                </a:cubicBezTo>
                <a:lnTo>
                  <a:pt x="1724025" y="428625"/>
                </a:lnTo>
                <a:cubicBezTo>
                  <a:pt x="1724025" y="192272"/>
                  <a:pt x="1531753" y="0"/>
                  <a:pt x="1295400" y="0"/>
                </a:cubicBezTo>
                <a:cubicBezTo>
                  <a:pt x="1059047" y="0"/>
                  <a:pt x="866775" y="192272"/>
                  <a:pt x="866775" y="428625"/>
                </a:cubicBezTo>
                <a:lnTo>
                  <a:pt x="571500" y="428625"/>
                </a:lnTo>
                <a:lnTo>
                  <a:pt x="571500" y="142875"/>
                </a:lnTo>
                <a:cubicBezTo>
                  <a:pt x="571500" y="63903"/>
                  <a:pt x="507597" y="0"/>
                  <a:pt x="428625" y="0"/>
                </a:cubicBezTo>
                <a:cubicBezTo>
                  <a:pt x="349653" y="0"/>
                  <a:pt x="285750" y="63903"/>
                  <a:pt x="285750" y="142875"/>
                </a:cubicBezTo>
                <a:lnTo>
                  <a:pt x="285750" y="4286250"/>
                </a:lnTo>
                <a:lnTo>
                  <a:pt x="142875" y="4286250"/>
                </a:lnTo>
                <a:cubicBezTo>
                  <a:pt x="63903" y="4286250"/>
                  <a:pt x="0" y="4350154"/>
                  <a:pt x="0" y="4429125"/>
                </a:cubicBezTo>
                <a:cubicBezTo>
                  <a:pt x="0" y="4508097"/>
                  <a:pt x="63903" y="4572000"/>
                  <a:pt x="142875" y="4572000"/>
                </a:cubicBezTo>
                <a:lnTo>
                  <a:pt x="4733925" y="4572000"/>
                </a:lnTo>
                <a:cubicBezTo>
                  <a:pt x="4812897" y="4572000"/>
                  <a:pt x="4876800" y="4508097"/>
                  <a:pt x="4876800" y="4429125"/>
                </a:cubicBezTo>
                <a:cubicBezTo>
                  <a:pt x="4876800" y="4350154"/>
                  <a:pt x="4812897" y="4286250"/>
                  <a:pt x="4733925" y="4286250"/>
                </a:cubicBezTo>
                <a:close/>
                <a:moveTo>
                  <a:pt x="4305300" y="4286250"/>
                </a:moveTo>
                <a:lnTo>
                  <a:pt x="571500" y="4286250"/>
                </a:lnTo>
                <a:lnTo>
                  <a:pt x="571500" y="3571875"/>
                </a:lnTo>
                <a:lnTo>
                  <a:pt x="866775" y="3571875"/>
                </a:lnTo>
                <a:cubicBezTo>
                  <a:pt x="866775" y="3808228"/>
                  <a:pt x="1059047" y="4000500"/>
                  <a:pt x="1295400" y="4000500"/>
                </a:cubicBezTo>
                <a:cubicBezTo>
                  <a:pt x="1531753" y="4000500"/>
                  <a:pt x="1724025" y="3808228"/>
                  <a:pt x="1724025" y="3571875"/>
                </a:cubicBezTo>
                <a:lnTo>
                  <a:pt x="2009775" y="3571875"/>
                </a:lnTo>
                <a:cubicBezTo>
                  <a:pt x="2009775" y="3808228"/>
                  <a:pt x="2202047" y="4000500"/>
                  <a:pt x="2438400" y="4000500"/>
                </a:cubicBezTo>
                <a:cubicBezTo>
                  <a:pt x="2674753" y="4000500"/>
                  <a:pt x="2867025" y="3808228"/>
                  <a:pt x="2867025" y="3571875"/>
                </a:cubicBezTo>
                <a:lnTo>
                  <a:pt x="3152775" y="3571875"/>
                </a:lnTo>
                <a:cubicBezTo>
                  <a:pt x="3152775" y="3808228"/>
                  <a:pt x="3345047" y="4000500"/>
                  <a:pt x="3581400" y="4000500"/>
                </a:cubicBezTo>
                <a:cubicBezTo>
                  <a:pt x="3817753" y="4000500"/>
                  <a:pt x="4010025" y="3808228"/>
                  <a:pt x="4010025" y="3571875"/>
                </a:cubicBezTo>
                <a:lnTo>
                  <a:pt x="4305300" y="3571875"/>
                </a:lnTo>
                <a:lnTo>
                  <a:pt x="4305300" y="4286250"/>
                </a:lnTo>
                <a:close/>
                <a:moveTo>
                  <a:pt x="4305300" y="3286125"/>
                </a:moveTo>
                <a:lnTo>
                  <a:pt x="4010025" y="3286125"/>
                </a:lnTo>
                <a:cubicBezTo>
                  <a:pt x="4010025" y="3049772"/>
                  <a:pt x="3817753" y="2857500"/>
                  <a:pt x="3581400" y="2857500"/>
                </a:cubicBezTo>
                <a:cubicBezTo>
                  <a:pt x="3345047" y="2857500"/>
                  <a:pt x="3152775" y="3049772"/>
                  <a:pt x="3152775" y="3286125"/>
                </a:cubicBezTo>
                <a:lnTo>
                  <a:pt x="2867025" y="3286125"/>
                </a:lnTo>
                <a:cubicBezTo>
                  <a:pt x="2867025" y="3049772"/>
                  <a:pt x="2674753" y="2857500"/>
                  <a:pt x="2438400" y="2857500"/>
                </a:cubicBezTo>
                <a:cubicBezTo>
                  <a:pt x="2202047" y="2857500"/>
                  <a:pt x="2009775" y="3049772"/>
                  <a:pt x="2009775" y="3286125"/>
                </a:cubicBezTo>
                <a:lnTo>
                  <a:pt x="1724025" y="3286125"/>
                </a:lnTo>
                <a:cubicBezTo>
                  <a:pt x="1724025" y="3049772"/>
                  <a:pt x="1531753" y="2857500"/>
                  <a:pt x="1295400" y="2857500"/>
                </a:cubicBezTo>
                <a:cubicBezTo>
                  <a:pt x="1059047" y="2857500"/>
                  <a:pt x="866775" y="3049772"/>
                  <a:pt x="866775" y="3286125"/>
                </a:cubicBezTo>
                <a:lnTo>
                  <a:pt x="571500" y="3286125"/>
                </a:lnTo>
                <a:lnTo>
                  <a:pt x="571500" y="2143125"/>
                </a:lnTo>
                <a:lnTo>
                  <a:pt x="866775" y="2143125"/>
                </a:lnTo>
                <a:cubicBezTo>
                  <a:pt x="866775" y="2379478"/>
                  <a:pt x="1059047" y="2571750"/>
                  <a:pt x="1295400" y="2571750"/>
                </a:cubicBezTo>
                <a:cubicBezTo>
                  <a:pt x="1531753" y="2571750"/>
                  <a:pt x="1724025" y="2379478"/>
                  <a:pt x="1724025" y="2143125"/>
                </a:cubicBezTo>
                <a:cubicBezTo>
                  <a:pt x="1724025" y="2379478"/>
                  <a:pt x="1916297" y="2571750"/>
                  <a:pt x="2152650" y="2571750"/>
                </a:cubicBezTo>
                <a:cubicBezTo>
                  <a:pt x="2389003" y="2571750"/>
                  <a:pt x="2581275" y="2379478"/>
                  <a:pt x="2581275" y="2143125"/>
                </a:cubicBezTo>
                <a:lnTo>
                  <a:pt x="3152775" y="2143125"/>
                </a:lnTo>
                <a:cubicBezTo>
                  <a:pt x="3152775" y="2379478"/>
                  <a:pt x="3345047" y="2571750"/>
                  <a:pt x="3581400" y="2571750"/>
                </a:cubicBezTo>
                <a:cubicBezTo>
                  <a:pt x="3817753" y="2571750"/>
                  <a:pt x="4010025" y="2379478"/>
                  <a:pt x="4010025" y="2143125"/>
                </a:cubicBezTo>
                <a:lnTo>
                  <a:pt x="4305300" y="2143125"/>
                </a:lnTo>
                <a:lnTo>
                  <a:pt x="4305300" y="3286125"/>
                </a:lnTo>
                <a:close/>
                <a:moveTo>
                  <a:pt x="4305300" y="1857375"/>
                </a:moveTo>
                <a:lnTo>
                  <a:pt x="4010025" y="1857375"/>
                </a:lnTo>
                <a:cubicBezTo>
                  <a:pt x="4010025" y="1621022"/>
                  <a:pt x="3817753" y="1428750"/>
                  <a:pt x="3581400" y="1428750"/>
                </a:cubicBezTo>
                <a:cubicBezTo>
                  <a:pt x="3345047" y="1428750"/>
                  <a:pt x="3152775" y="1621022"/>
                  <a:pt x="3152775" y="1857375"/>
                </a:cubicBezTo>
                <a:lnTo>
                  <a:pt x="2581275" y="1857375"/>
                </a:lnTo>
                <a:cubicBezTo>
                  <a:pt x="2581275" y="1621022"/>
                  <a:pt x="2389003" y="1428750"/>
                  <a:pt x="2152650" y="1428750"/>
                </a:cubicBezTo>
                <a:cubicBezTo>
                  <a:pt x="1916297" y="1428750"/>
                  <a:pt x="1724025" y="1621022"/>
                  <a:pt x="1724025" y="1857375"/>
                </a:cubicBezTo>
                <a:cubicBezTo>
                  <a:pt x="1724025" y="1621022"/>
                  <a:pt x="1531753" y="1428750"/>
                  <a:pt x="1295400" y="1428750"/>
                </a:cubicBezTo>
                <a:cubicBezTo>
                  <a:pt x="1059047" y="1428750"/>
                  <a:pt x="866775" y="1621022"/>
                  <a:pt x="866775" y="1857375"/>
                </a:cubicBezTo>
                <a:lnTo>
                  <a:pt x="571500" y="1857375"/>
                </a:lnTo>
                <a:lnTo>
                  <a:pt x="571500" y="714375"/>
                </a:lnTo>
                <a:lnTo>
                  <a:pt x="866775" y="714375"/>
                </a:lnTo>
                <a:cubicBezTo>
                  <a:pt x="866775" y="950728"/>
                  <a:pt x="1059047" y="1143000"/>
                  <a:pt x="1295400" y="1143000"/>
                </a:cubicBezTo>
                <a:cubicBezTo>
                  <a:pt x="1531753" y="1143000"/>
                  <a:pt x="1724025" y="950728"/>
                  <a:pt x="1724025" y="714375"/>
                </a:cubicBezTo>
                <a:lnTo>
                  <a:pt x="2295525" y="714375"/>
                </a:lnTo>
                <a:cubicBezTo>
                  <a:pt x="2295525" y="950728"/>
                  <a:pt x="2487797" y="1143000"/>
                  <a:pt x="2724150" y="1143000"/>
                </a:cubicBezTo>
                <a:cubicBezTo>
                  <a:pt x="2960503" y="1143000"/>
                  <a:pt x="3152775" y="950728"/>
                  <a:pt x="3152775" y="714375"/>
                </a:cubicBezTo>
                <a:cubicBezTo>
                  <a:pt x="3152775" y="950728"/>
                  <a:pt x="3345047" y="1143000"/>
                  <a:pt x="3581400" y="1143000"/>
                </a:cubicBezTo>
                <a:cubicBezTo>
                  <a:pt x="3817753" y="1143000"/>
                  <a:pt x="4010025" y="950728"/>
                  <a:pt x="4010025" y="714375"/>
                </a:cubicBezTo>
                <a:lnTo>
                  <a:pt x="4305300" y="714375"/>
                </a:lnTo>
                <a:lnTo>
                  <a:pt x="4305300" y="1857375"/>
                </a:lnTo>
                <a:close/>
              </a:path>
            </a:pathLst>
          </a:custGeom>
          <a:solidFill>
            <a:schemeClr val="tx2"/>
          </a:solidFill>
          <a:ln w="9525" cap="flat">
            <a:noFill/>
            <a:prstDash val="solid"/>
            <a:miter/>
          </a:ln>
        </p:spPr>
        <p:txBody>
          <a:bodyPr rtlCol="0" anchor="ctr"/>
          <a:lstStyle/>
          <a:p>
            <a:endParaRPr lang="en-US"/>
          </a:p>
        </p:txBody>
      </p:sp>
      <p:grpSp>
        <p:nvGrpSpPr>
          <p:cNvPr id="287" name="Graphic 70">
            <a:extLst>
              <a:ext uri="{FF2B5EF4-FFF2-40B4-BE49-F238E27FC236}">
                <a16:creationId xmlns:a16="http://schemas.microsoft.com/office/drawing/2014/main" id="{07D11384-B5AD-43E4-A8C4-723BB73D872B}"/>
              </a:ext>
            </a:extLst>
          </p:cNvPr>
          <p:cNvGrpSpPr>
            <a:grpSpLocks noChangeAspect="1"/>
          </p:cNvGrpSpPr>
          <p:nvPr/>
        </p:nvGrpSpPr>
        <p:grpSpPr>
          <a:xfrm>
            <a:off x="940239" y="4289320"/>
            <a:ext cx="365760" cy="365760"/>
            <a:chOff x="3691458" y="4048420"/>
            <a:chExt cx="433825" cy="433825"/>
          </a:xfrm>
          <a:solidFill>
            <a:schemeClr val="tx2"/>
          </a:solidFill>
        </p:grpSpPr>
        <p:sp>
          <p:nvSpPr>
            <p:cNvPr id="288" name="Freeform: Shape 287">
              <a:extLst>
                <a:ext uri="{FF2B5EF4-FFF2-40B4-BE49-F238E27FC236}">
                  <a16:creationId xmlns:a16="http://schemas.microsoft.com/office/drawing/2014/main" id="{2F9EE775-67EB-443C-97BA-A371581A56DD}"/>
                </a:ext>
              </a:extLst>
            </p:cNvPr>
            <p:cNvSpPr/>
            <p:nvPr/>
          </p:nvSpPr>
          <p:spPr>
            <a:xfrm>
              <a:off x="3854820" y="4048420"/>
              <a:ext cx="270462" cy="379375"/>
            </a:xfrm>
            <a:custGeom>
              <a:avLst/>
              <a:gdLst>
                <a:gd name="connsiteX0" fmla="*/ 230529 w 270462"/>
                <a:gd name="connsiteY0" fmla="*/ 0 h 379375"/>
                <a:gd name="connsiteX1" fmla="*/ 39933 w 270462"/>
                <a:gd name="connsiteY1" fmla="*/ 0 h 379375"/>
                <a:gd name="connsiteX2" fmla="*/ 0 w 270462"/>
                <a:gd name="connsiteY2" fmla="*/ 39933 h 379375"/>
                <a:gd name="connsiteX3" fmla="*/ 0 w 270462"/>
                <a:gd name="connsiteY3" fmla="*/ 133816 h 379375"/>
                <a:gd name="connsiteX4" fmla="*/ 31122 w 270462"/>
                <a:gd name="connsiteY4" fmla="*/ 149290 h 379375"/>
                <a:gd name="connsiteX5" fmla="*/ 46668 w 270462"/>
                <a:gd name="connsiteY5" fmla="*/ 118184 h 379375"/>
                <a:gd name="connsiteX6" fmla="*/ 97832 w 270462"/>
                <a:gd name="connsiteY6" fmla="*/ 101128 h 379375"/>
                <a:gd name="connsiteX7" fmla="*/ 114877 w 270462"/>
                <a:gd name="connsiteY7" fmla="*/ 152288 h 379375"/>
                <a:gd name="connsiteX8" fmla="*/ 87164 w 270462"/>
                <a:gd name="connsiteY8" fmla="*/ 207728 h 379375"/>
                <a:gd name="connsiteX9" fmla="*/ 85178 w 270462"/>
                <a:gd name="connsiteY9" fmla="*/ 229622 h 379375"/>
                <a:gd name="connsiteX10" fmla="*/ 103475 w 270462"/>
                <a:gd name="connsiteY10" fmla="*/ 229622 h 379375"/>
                <a:gd name="connsiteX11" fmla="*/ 55218 w 270462"/>
                <a:gd name="connsiteY11" fmla="*/ 362320 h 379375"/>
                <a:gd name="connsiteX12" fmla="*/ 67166 w 270462"/>
                <a:gd name="connsiteY12" fmla="*/ 379375 h 379375"/>
                <a:gd name="connsiteX13" fmla="*/ 79105 w 270462"/>
                <a:gd name="connsiteY13" fmla="*/ 371005 h 379375"/>
                <a:gd name="connsiteX14" fmla="*/ 130520 w 270462"/>
                <a:gd name="connsiteY14" fmla="*/ 229622 h 379375"/>
                <a:gd name="connsiteX15" fmla="*/ 139426 w 270462"/>
                <a:gd name="connsiteY15" fmla="*/ 229622 h 379375"/>
                <a:gd name="connsiteX16" fmla="*/ 191364 w 270462"/>
                <a:gd name="connsiteY16" fmla="*/ 371048 h 379375"/>
                <a:gd name="connsiteX17" fmla="*/ 203303 w 270462"/>
                <a:gd name="connsiteY17" fmla="*/ 379375 h 379375"/>
                <a:gd name="connsiteX18" fmla="*/ 215224 w 270462"/>
                <a:gd name="connsiteY18" fmla="*/ 362287 h 379375"/>
                <a:gd name="connsiteX19" fmla="*/ 166504 w 270462"/>
                <a:gd name="connsiteY19" fmla="*/ 229622 h 379375"/>
                <a:gd name="connsiteX20" fmla="*/ 230529 w 270462"/>
                <a:gd name="connsiteY20" fmla="*/ 229622 h 379375"/>
                <a:gd name="connsiteX21" fmla="*/ 270462 w 270462"/>
                <a:gd name="connsiteY21" fmla="*/ 189689 h 379375"/>
                <a:gd name="connsiteX22" fmla="*/ 270462 w 270462"/>
                <a:gd name="connsiteY22" fmla="*/ 39933 h 379375"/>
                <a:gd name="connsiteX23" fmla="*/ 230529 w 270462"/>
                <a:gd name="connsiteY23" fmla="*/ 0 h 379375"/>
                <a:gd name="connsiteX24" fmla="*/ 203296 w 270462"/>
                <a:gd name="connsiteY24" fmla="*/ 175172 h 379375"/>
                <a:gd name="connsiteX25" fmla="*/ 146271 w 270462"/>
                <a:gd name="connsiteY25" fmla="*/ 175172 h 379375"/>
                <a:gd name="connsiteX26" fmla="*/ 133561 w 270462"/>
                <a:gd name="connsiteY26" fmla="*/ 162463 h 379375"/>
                <a:gd name="connsiteX27" fmla="*/ 146271 w 270462"/>
                <a:gd name="connsiteY27" fmla="*/ 149753 h 379375"/>
                <a:gd name="connsiteX28" fmla="*/ 203296 w 270462"/>
                <a:gd name="connsiteY28" fmla="*/ 149753 h 379375"/>
                <a:gd name="connsiteX29" fmla="*/ 216006 w 270462"/>
                <a:gd name="connsiteY29" fmla="*/ 162463 h 379375"/>
                <a:gd name="connsiteX30" fmla="*/ 203296 w 270462"/>
                <a:gd name="connsiteY30" fmla="*/ 175172 h 379375"/>
                <a:gd name="connsiteX31" fmla="*/ 203296 w 270462"/>
                <a:gd name="connsiteY31" fmla="*/ 127521 h 379375"/>
                <a:gd name="connsiteX32" fmla="*/ 146271 w 270462"/>
                <a:gd name="connsiteY32" fmla="*/ 127521 h 379375"/>
                <a:gd name="connsiteX33" fmla="*/ 133561 w 270462"/>
                <a:gd name="connsiteY33" fmla="*/ 114811 h 379375"/>
                <a:gd name="connsiteX34" fmla="*/ 146271 w 270462"/>
                <a:gd name="connsiteY34" fmla="*/ 102101 h 379375"/>
                <a:gd name="connsiteX35" fmla="*/ 203296 w 270462"/>
                <a:gd name="connsiteY35" fmla="*/ 102101 h 379375"/>
                <a:gd name="connsiteX36" fmla="*/ 216006 w 270462"/>
                <a:gd name="connsiteY36" fmla="*/ 114811 h 379375"/>
                <a:gd name="connsiteX37" fmla="*/ 203296 w 270462"/>
                <a:gd name="connsiteY37" fmla="*/ 127521 h 379375"/>
                <a:gd name="connsiteX38" fmla="*/ 203296 w 270462"/>
                <a:gd name="connsiteY38" fmla="*/ 79876 h 379375"/>
                <a:gd name="connsiteX39" fmla="*/ 67166 w 270462"/>
                <a:gd name="connsiteY39" fmla="*/ 79876 h 379375"/>
                <a:gd name="connsiteX40" fmla="*/ 54457 w 270462"/>
                <a:gd name="connsiteY40" fmla="*/ 67166 h 379375"/>
                <a:gd name="connsiteX41" fmla="*/ 67166 w 270462"/>
                <a:gd name="connsiteY41" fmla="*/ 54457 h 379375"/>
                <a:gd name="connsiteX42" fmla="*/ 203296 w 270462"/>
                <a:gd name="connsiteY42" fmla="*/ 54457 h 379375"/>
                <a:gd name="connsiteX43" fmla="*/ 216006 w 270462"/>
                <a:gd name="connsiteY43" fmla="*/ 67166 h 379375"/>
                <a:gd name="connsiteX44" fmla="*/ 203296 w 270462"/>
                <a:gd name="connsiteY44" fmla="*/ 79876 h 379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70462" h="379375">
                  <a:moveTo>
                    <a:pt x="230529" y="0"/>
                  </a:moveTo>
                  <a:lnTo>
                    <a:pt x="39933" y="0"/>
                  </a:lnTo>
                  <a:cubicBezTo>
                    <a:pt x="17876" y="0"/>
                    <a:pt x="0" y="17880"/>
                    <a:pt x="0" y="39933"/>
                  </a:cubicBezTo>
                  <a:lnTo>
                    <a:pt x="0" y="133816"/>
                  </a:lnTo>
                  <a:cubicBezTo>
                    <a:pt x="10075" y="138824"/>
                    <a:pt x="20961" y="144239"/>
                    <a:pt x="31122" y="149290"/>
                  </a:cubicBezTo>
                  <a:lnTo>
                    <a:pt x="46668" y="118184"/>
                  </a:lnTo>
                  <a:cubicBezTo>
                    <a:pt x="56082" y="99374"/>
                    <a:pt x="79029" y="91732"/>
                    <a:pt x="97832" y="101128"/>
                  </a:cubicBezTo>
                  <a:cubicBezTo>
                    <a:pt x="116675" y="110558"/>
                    <a:pt x="124310" y="133442"/>
                    <a:pt x="114877" y="152288"/>
                  </a:cubicBezTo>
                  <a:lnTo>
                    <a:pt x="87164" y="207728"/>
                  </a:lnTo>
                  <a:cubicBezTo>
                    <a:pt x="87899" y="215066"/>
                    <a:pt x="87247" y="222463"/>
                    <a:pt x="85178" y="229622"/>
                  </a:cubicBezTo>
                  <a:lnTo>
                    <a:pt x="103475" y="229622"/>
                  </a:lnTo>
                  <a:lnTo>
                    <a:pt x="55218" y="362320"/>
                  </a:lnTo>
                  <a:cubicBezTo>
                    <a:pt x="52355" y="370190"/>
                    <a:pt x="57889" y="379375"/>
                    <a:pt x="67166" y="379375"/>
                  </a:cubicBezTo>
                  <a:cubicBezTo>
                    <a:pt x="72353" y="379375"/>
                    <a:pt x="77231" y="376175"/>
                    <a:pt x="79105" y="371005"/>
                  </a:cubicBezTo>
                  <a:lnTo>
                    <a:pt x="130520" y="229622"/>
                  </a:lnTo>
                  <a:lnTo>
                    <a:pt x="139426" y="229622"/>
                  </a:lnTo>
                  <a:lnTo>
                    <a:pt x="191364" y="371048"/>
                  </a:lnTo>
                  <a:cubicBezTo>
                    <a:pt x="193254" y="376191"/>
                    <a:pt x="198119" y="379375"/>
                    <a:pt x="203303" y="379375"/>
                  </a:cubicBezTo>
                  <a:cubicBezTo>
                    <a:pt x="211971" y="379375"/>
                    <a:pt x="218326" y="370717"/>
                    <a:pt x="215224" y="362287"/>
                  </a:cubicBezTo>
                  <a:lnTo>
                    <a:pt x="166504" y="229622"/>
                  </a:lnTo>
                  <a:lnTo>
                    <a:pt x="230529" y="229622"/>
                  </a:lnTo>
                  <a:cubicBezTo>
                    <a:pt x="252582" y="229622"/>
                    <a:pt x="270462" y="211743"/>
                    <a:pt x="270462" y="189689"/>
                  </a:cubicBezTo>
                  <a:lnTo>
                    <a:pt x="270462" y="39933"/>
                  </a:lnTo>
                  <a:cubicBezTo>
                    <a:pt x="270462" y="17880"/>
                    <a:pt x="252582" y="0"/>
                    <a:pt x="230529" y="0"/>
                  </a:cubicBezTo>
                  <a:close/>
                  <a:moveTo>
                    <a:pt x="203296" y="175172"/>
                  </a:moveTo>
                  <a:lnTo>
                    <a:pt x="146271" y="175172"/>
                  </a:lnTo>
                  <a:cubicBezTo>
                    <a:pt x="139254" y="175172"/>
                    <a:pt x="133561" y="169479"/>
                    <a:pt x="133561" y="162463"/>
                  </a:cubicBezTo>
                  <a:cubicBezTo>
                    <a:pt x="133561" y="155439"/>
                    <a:pt x="139254" y="149753"/>
                    <a:pt x="146271" y="149753"/>
                  </a:cubicBezTo>
                  <a:lnTo>
                    <a:pt x="203296" y="149753"/>
                  </a:lnTo>
                  <a:cubicBezTo>
                    <a:pt x="210319" y="149753"/>
                    <a:pt x="216006" y="155439"/>
                    <a:pt x="216006" y="162463"/>
                  </a:cubicBezTo>
                  <a:cubicBezTo>
                    <a:pt x="216006" y="169479"/>
                    <a:pt x="210319" y="175172"/>
                    <a:pt x="203296" y="175172"/>
                  </a:cubicBezTo>
                  <a:close/>
                  <a:moveTo>
                    <a:pt x="203296" y="127521"/>
                  </a:moveTo>
                  <a:lnTo>
                    <a:pt x="146271" y="127521"/>
                  </a:lnTo>
                  <a:cubicBezTo>
                    <a:pt x="139254" y="127521"/>
                    <a:pt x="133561" y="121835"/>
                    <a:pt x="133561" y="114811"/>
                  </a:cubicBezTo>
                  <a:cubicBezTo>
                    <a:pt x="133561" y="107794"/>
                    <a:pt x="139254" y="102101"/>
                    <a:pt x="146271" y="102101"/>
                  </a:cubicBezTo>
                  <a:lnTo>
                    <a:pt x="203296" y="102101"/>
                  </a:lnTo>
                  <a:cubicBezTo>
                    <a:pt x="210319" y="102101"/>
                    <a:pt x="216006" y="107794"/>
                    <a:pt x="216006" y="114811"/>
                  </a:cubicBezTo>
                  <a:cubicBezTo>
                    <a:pt x="216006" y="121835"/>
                    <a:pt x="210319" y="127521"/>
                    <a:pt x="203296" y="127521"/>
                  </a:cubicBezTo>
                  <a:close/>
                  <a:moveTo>
                    <a:pt x="203296" y="79876"/>
                  </a:moveTo>
                  <a:lnTo>
                    <a:pt x="67166" y="79876"/>
                  </a:lnTo>
                  <a:cubicBezTo>
                    <a:pt x="60143" y="79876"/>
                    <a:pt x="54457" y="74183"/>
                    <a:pt x="54457" y="67166"/>
                  </a:cubicBezTo>
                  <a:cubicBezTo>
                    <a:pt x="54457" y="60149"/>
                    <a:pt x="60143" y="54457"/>
                    <a:pt x="67166" y="54457"/>
                  </a:cubicBezTo>
                  <a:lnTo>
                    <a:pt x="203296" y="54457"/>
                  </a:lnTo>
                  <a:cubicBezTo>
                    <a:pt x="210319" y="54457"/>
                    <a:pt x="216006" y="60149"/>
                    <a:pt x="216006" y="67166"/>
                  </a:cubicBezTo>
                  <a:cubicBezTo>
                    <a:pt x="216006" y="74183"/>
                    <a:pt x="210319" y="79876"/>
                    <a:pt x="203296" y="79876"/>
                  </a:cubicBezTo>
                  <a:close/>
                </a:path>
              </a:pathLst>
            </a:custGeom>
            <a:grpFill/>
            <a:ln w="837"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3F9BF5BF-9E65-4717-93CE-AA507AE2EAFE}"/>
                </a:ext>
              </a:extLst>
            </p:cNvPr>
            <p:cNvSpPr/>
            <p:nvPr/>
          </p:nvSpPr>
          <p:spPr>
            <a:xfrm>
              <a:off x="3691458" y="4073839"/>
              <a:ext cx="256852" cy="353952"/>
            </a:xfrm>
            <a:custGeom>
              <a:avLst/>
              <a:gdLst>
                <a:gd name="connsiteX0" fmla="*/ 223625 w 256852"/>
                <a:gd name="connsiteY0" fmla="*/ 198752 h 353952"/>
                <a:gd name="connsiteX1" fmla="*/ 223966 w 256852"/>
                <a:gd name="connsiteY1" fmla="*/ 178578 h 353952"/>
                <a:gd name="connsiteX2" fmla="*/ 255508 w 256852"/>
                <a:gd name="connsiteY2" fmla="*/ 115500 h 353952"/>
                <a:gd name="connsiteX3" fmla="*/ 249825 w 256852"/>
                <a:gd name="connsiteY3" fmla="*/ 98447 h 353952"/>
                <a:gd name="connsiteX4" fmla="*/ 232773 w 256852"/>
                <a:gd name="connsiteY4" fmla="*/ 104130 h 353952"/>
                <a:gd name="connsiteX5" fmla="*/ 205871 w 256852"/>
                <a:gd name="connsiteY5" fmla="*/ 157928 h 353952"/>
                <a:gd name="connsiteX6" fmla="*/ 145682 w 256852"/>
                <a:gd name="connsiteY6" fmla="*/ 127988 h 353952"/>
                <a:gd name="connsiteX7" fmla="*/ 92010 w 256852"/>
                <a:gd name="connsiteY7" fmla="*/ 110717 h 353952"/>
                <a:gd name="connsiteX8" fmla="*/ 80780 w 256852"/>
                <a:gd name="connsiteY8" fmla="*/ 110717 h 353952"/>
                <a:gd name="connsiteX9" fmla="*/ 123774 w 256852"/>
                <a:gd name="connsiteY9" fmla="*/ 90222 h 353952"/>
                <a:gd name="connsiteX10" fmla="*/ 136140 w 256852"/>
                <a:gd name="connsiteY10" fmla="*/ 55363 h 353952"/>
                <a:gd name="connsiteX11" fmla="*/ 80773 w 256852"/>
                <a:gd name="connsiteY11" fmla="*/ 0 h 353952"/>
                <a:gd name="connsiteX12" fmla="*/ 25419 w 256852"/>
                <a:gd name="connsiteY12" fmla="*/ 55363 h 353952"/>
                <a:gd name="connsiteX13" fmla="*/ 40469 w 256852"/>
                <a:gd name="connsiteY13" fmla="*/ 93297 h 353952"/>
                <a:gd name="connsiteX14" fmla="*/ 80770 w 256852"/>
                <a:gd name="connsiteY14" fmla="*/ 110720 h 353952"/>
                <a:gd name="connsiteX15" fmla="*/ 23678 w 256852"/>
                <a:gd name="connsiteY15" fmla="*/ 134366 h 353952"/>
                <a:gd name="connsiteX16" fmla="*/ 0 w 256852"/>
                <a:gd name="connsiteY16" fmla="*/ 191496 h 353952"/>
                <a:gd name="connsiteX17" fmla="*/ 0 w 256852"/>
                <a:gd name="connsiteY17" fmla="*/ 232336 h 353952"/>
                <a:gd name="connsiteX18" fmla="*/ 27227 w 256852"/>
                <a:gd name="connsiteY18" fmla="*/ 270201 h 353952"/>
                <a:gd name="connsiteX19" fmla="*/ 27227 w 256852"/>
                <a:gd name="connsiteY19" fmla="*/ 341243 h 353952"/>
                <a:gd name="connsiteX20" fmla="*/ 39936 w 256852"/>
                <a:gd name="connsiteY20" fmla="*/ 353952 h 353952"/>
                <a:gd name="connsiteX21" fmla="*/ 121616 w 256852"/>
                <a:gd name="connsiteY21" fmla="*/ 353952 h 353952"/>
                <a:gd name="connsiteX22" fmla="*/ 134326 w 256852"/>
                <a:gd name="connsiteY22" fmla="*/ 341243 h 353952"/>
                <a:gd name="connsiteX23" fmla="*/ 134326 w 256852"/>
                <a:gd name="connsiteY23" fmla="*/ 198440 h 353952"/>
                <a:gd name="connsiteX24" fmla="*/ 175017 w 256852"/>
                <a:gd name="connsiteY24" fmla="*/ 218786 h 353952"/>
                <a:gd name="connsiteX25" fmla="*/ 203845 w 256852"/>
                <a:gd name="connsiteY25" fmla="*/ 219871 h 353952"/>
                <a:gd name="connsiteX26" fmla="*/ 223575 w 256852"/>
                <a:gd name="connsiteY26" fmla="*/ 198900 h 353952"/>
                <a:gd name="connsiteX27" fmla="*/ 223625 w 256852"/>
                <a:gd name="connsiteY27" fmla="*/ 198752 h 353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56852" h="353952">
                  <a:moveTo>
                    <a:pt x="223625" y="198752"/>
                  </a:moveTo>
                  <a:cubicBezTo>
                    <a:pt x="225922" y="192023"/>
                    <a:pt x="225905" y="184993"/>
                    <a:pt x="223966" y="178578"/>
                  </a:cubicBezTo>
                  <a:lnTo>
                    <a:pt x="255508" y="115500"/>
                  </a:lnTo>
                  <a:cubicBezTo>
                    <a:pt x="258646" y="109221"/>
                    <a:pt x="256104" y="101585"/>
                    <a:pt x="249825" y="98447"/>
                  </a:cubicBezTo>
                  <a:cubicBezTo>
                    <a:pt x="243550" y="95306"/>
                    <a:pt x="235914" y="97852"/>
                    <a:pt x="232773" y="104130"/>
                  </a:cubicBezTo>
                  <a:lnTo>
                    <a:pt x="205871" y="157928"/>
                  </a:lnTo>
                  <a:cubicBezTo>
                    <a:pt x="189792" y="149922"/>
                    <a:pt x="165362" y="137775"/>
                    <a:pt x="145682" y="127988"/>
                  </a:cubicBezTo>
                  <a:cubicBezTo>
                    <a:pt x="127372" y="118882"/>
                    <a:pt x="114305" y="110717"/>
                    <a:pt x="92010" y="110717"/>
                  </a:cubicBezTo>
                  <a:lnTo>
                    <a:pt x="80780" y="110717"/>
                  </a:lnTo>
                  <a:cubicBezTo>
                    <a:pt x="98140" y="110717"/>
                    <a:pt x="113633" y="102727"/>
                    <a:pt x="123774" y="90222"/>
                  </a:cubicBezTo>
                  <a:cubicBezTo>
                    <a:pt x="131512" y="80707"/>
                    <a:pt x="136140" y="68580"/>
                    <a:pt x="136140" y="55363"/>
                  </a:cubicBezTo>
                  <a:cubicBezTo>
                    <a:pt x="136140" y="24784"/>
                    <a:pt x="111356" y="0"/>
                    <a:pt x="80773" y="0"/>
                  </a:cubicBezTo>
                  <a:cubicBezTo>
                    <a:pt x="50203" y="0"/>
                    <a:pt x="25419" y="24784"/>
                    <a:pt x="25419" y="55363"/>
                  </a:cubicBezTo>
                  <a:cubicBezTo>
                    <a:pt x="25419" y="70049"/>
                    <a:pt x="31139" y="83394"/>
                    <a:pt x="40469" y="93297"/>
                  </a:cubicBezTo>
                  <a:cubicBezTo>
                    <a:pt x="50558" y="104024"/>
                    <a:pt x="64886" y="110717"/>
                    <a:pt x="80770" y="110720"/>
                  </a:cubicBezTo>
                  <a:cubicBezTo>
                    <a:pt x="59474" y="110720"/>
                    <a:pt x="38655" y="119349"/>
                    <a:pt x="23678" y="134366"/>
                  </a:cubicBezTo>
                  <a:cubicBezTo>
                    <a:pt x="8410" y="149594"/>
                    <a:pt x="0" y="169883"/>
                    <a:pt x="0" y="191496"/>
                  </a:cubicBezTo>
                  <a:lnTo>
                    <a:pt x="0" y="232336"/>
                  </a:lnTo>
                  <a:cubicBezTo>
                    <a:pt x="0" y="249918"/>
                    <a:pt x="11416" y="264878"/>
                    <a:pt x="27227" y="270201"/>
                  </a:cubicBezTo>
                  <a:lnTo>
                    <a:pt x="27227" y="341243"/>
                  </a:lnTo>
                  <a:cubicBezTo>
                    <a:pt x="27227" y="348263"/>
                    <a:pt x="32916" y="353952"/>
                    <a:pt x="39936" y="353952"/>
                  </a:cubicBezTo>
                  <a:lnTo>
                    <a:pt x="121616" y="353952"/>
                  </a:lnTo>
                  <a:cubicBezTo>
                    <a:pt x="128636" y="353952"/>
                    <a:pt x="134326" y="348263"/>
                    <a:pt x="134326" y="341243"/>
                  </a:cubicBezTo>
                  <a:lnTo>
                    <a:pt x="134326" y="198440"/>
                  </a:lnTo>
                  <a:cubicBezTo>
                    <a:pt x="146377" y="204464"/>
                    <a:pt x="162208" y="212378"/>
                    <a:pt x="175017" y="218786"/>
                  </a:cubicBezTo>
                  <a:cubicBezTo>
                    <a:pt x="183996" y="223274"/>
                    <a:pt x="194488" y="223678"/>
                    <a:pt x="203845" y="219871"/>
                  </a:cubicBezTo>
                  <a:cubicBezTo>
                    <a:pt x="213176" y="216032"/>
                    <a:pt x="220368" y="208390"/>
                    <a:pt x="223575" y="198900"/>
                  </a:cubicBezTo>
                  <a:cubicBezTo>
                    <a:pt x="223592" y="198851"/>
                    <a:pt x="223608" y="198801"/>
                    <a:pt x="223625" y="198752"/>
                  </a:cubicBezTo>
                  <a:close/>
                </a:path>
              </a:pathLst>
            </a:custGeom>
            <a:grpFill/>
            <a:ln w="837" cap="flat">
              <a:noFill/>
              <a:prstDash val="solid"/>
              <a:miter/>
            </a:ln>
          </p:spPr>
          <p:txBody>
            <a:bodyPr rtlCol="0" anchor="ctr"/>
            <a:lstStyle/>
            <a:p>
              <a:endParaRPr lang="en-US"/>
            </a:p>
          </p:txBody>
        </p:sp>
      </p:grpSp>
      <p:grpSp>
        <p:nvGrpSpPr>
          <p:cNvPr id="215" name="Graphic 58">
            <a:extLst>
              <a:ext uri="{FF2B5EF4-FFF2-40B4-BE49-F238E27FC236}">
                <a16:creationId xmlns:a16="http://schemas.microsoft.com/office/drawing/2014/main" id="{B35A62A8-5A99-4DD5-842F-EFA9D1CE5169}"/>
              </a:ext>
            </a:extLst>
          </p:cNvPr>
          <p:cNvGrpSpPr>
            <a:grpSpLocks noChangeAspect="1"/>
          </p:cNvGrpSpPr>
          <p:nvPr/>
        </p:nvGrpSpPr>
        <p:grpSpPr>
          <a:xfrm>
            <a:off x="9823899" y="5076041"/>
            <a:ext cx="365760" cy="365760"/>
            <a:chOff x="14539069" y="812819"/>
            <a:chExt cx="4876800" cy="4876800"/>
          </a:xfrm>
          <a:solidFill>
            <a:schemeClr val="tx2"/>
          </a:solidFill>
        </p:grpSpPr>
        <p:sp>
          <p:nvSpPr>
            <p:cNvPr id="216" name="Freeform: Shape 215">
              <a:extLst>
                <a:ext uri="{FF2B5EF4-FFF2-40B4-BE49-F238E27FC236}">
                  <a16:creationId xmlns:a16="http://schemas.microsoft.com/office/drawing/2014/main" id="{69746818-F30B-40BB-A1B8-94B0BBD6D3E9}"/>
                </a:ext>
              </a:extLst>
            </p:cNvPr>
            <p:cNvSpPr/>
            <p:nvPr/>
          </p:nvSpPr>
          <p:spPr>
            <a:xfrm>
              <a:off x="14698612" y="812814"/>
              <a:ext cx="4572009" cy="3143254"/>
            </a:xfrm>
            <a:custGeom>
              <a:avLst/>
              <a:gdLst>
                <a:gd name="connsiteX0" fmla="*/ 4286250 w 4572009"/>
                <a:gd name="connsiteY0" fmla="*/ 2312322 h 3143254"/>
                <a:gd name="connsiteX1" fmla="*/ 4286250 w 4572009"/>
                <a:gd name="connsiteY1" fmla="*/ 821536 h 3143254"/>
                <a:gd name="connsiteX2" fmla="*/ 4271010 w 4572009"/>
                <a:gd name="connsiteY2" fmla="*/ 759919 h 3143254"/>
                <a:gd name="connsiteX3" fmla="*/ 4286250 w 4572009"/>
                <a:gd name="connsiteY3" fmla="*/ 714380 h 3143254"/>
                <a:gd name="connsiteX4" fmla="*/ 4182580 w 4572009"/>
                <a:gd name="connsiteY4" fmla="*/ 576944 h 3143254"/>
                <a:gd name="connsiteX5" fmla="*/ 2182330 w 4572009"/>
                <a:gd name="connsiteY5" fmla="*/ 5444 h 3143254"/>
                <a:gd name="connsiteX6" fmla="*/ 2103920 w 4572009"/>
                <a:gd name="connsiteY6" fmla="*/ 5444 h 3143254"/>
                <a:gd name="connsiteX7" fmla="*/ 103670 w 4572009"/>
                <a:gd name="connsiteY7" fmla="*/ 576944 h 3143254"/>
                <a:gd name="connsiteX8" fmla="*/ 0 w 4572009"/>
                <a:gd name="connsiteY8" fmla="*/ 714380 h 3143254"/>
                <a:gd name="connsiteX9" fmla="*/ 103670 w 4572009"/>
                <a:gd name="connsiteY9" fmla="*/ 851816 h 3143254"/>
                <a:gd name="connsiteX10" fmla="*/ 857250 w 4572009"/>
                <a:gd name="connsiteY10" fmla="*/ 1067119 h 3143254"/>
                <a:gd name="connsiteX11" fmla="*/ 857250 w 4572009"/>
                <a:gd name="connsiteY11" fmla="*/ 1236207 h 3143254"/>
                <a:gd name="connsiteX12" fmla="*/ 1087193 w 4572009"/>
                <a:gd name="connsiteY12" fmla="*/ 1616835 h 3143254"/>
                <a:gd name="connsiteX13" fmla="*/ 3199066 w 4572009"/>
                <a:gd name="connsiteY13" fmla="*/ 1616978 h 3143254"/>
                <a:gd name="connsiteX14" fmla="*/ 3429010 w 4572009"/>
                <a:gd name="connsiteY14" fmla="*/ 1236207 h 3143254"/>
                <a:gd name="connsiteX15" fmla="*/ 3429010 w 4572009"/>
                <a:gd name="connsiteY15" fmla="*/ 1067119 h 3143254"/>
                <a:gd name="connsiteX16" fmla="*/ 4000510 w 4572009"/>
                <a:gd name="connsiteY16" fmla="*/ 903842 h 3143254"/>
                <a:gd name="connsiteX17" fmla="*/ 4000510 w 4572009"/>
                <a:gd name="connsiteY17" fmla="*/ 2312322 h 3143254"/>
                <a:gd name="connsiteX18" fmla="*/ 3714760 w 4572009"/>
                <a:gd name="connsiteY18" fmla="*/ 2714630 h 3143254"/>
                <a:gd name="connsiteX19" fmla="*/ 3714760 w 4572009"/>
                <a:gd name="connsiteY19" fmla="*/ 3000380 h 3143254"/>
                <a:gd name="connsiteX20" fmla="*/ 3857635 w 4572009"/>
                <a:gd name="connsiteY20" fmla="*/ 3143255 h 3143254"/>
                <a:gd name="connsiteX21" fmla="*/ 4429135 w 4572009"/>
                <a:gd name="connsiteY21" fmla="*/ 3143255 h 3143254"/>
                <a:gd name="connsiteX22" fmla="*/ 4572010 w 4572009"/>
                <a:gd name="connsiteY22" fmla="*/ 3000380 h 3143254"/>
                <a:gd name="connsiteX23" fmla="*/ 4572010 w 4572009"/>
                <a:gd name="connsiteY23" fmla="*/ 2714630 h 3143254"/>
                <a:gd name="connsiteX24" fmla="*/ 4286250 w 4572009"/>
                <a:gd name="connsiteY24" fmla="*/ 2312322 h 3143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72009" h="3143254">
                  <a:moveTo>
                    <a:pt x="4286250" y="2312322"/>
                  </a:moveTo>
                  <a:lnTo>
                    <a:pt x="4286250" y="821536"/>
                  </a:lnTo>
                  <a:cubicBezTo>
                    <a:pt x="4286250" y="799190"/>
                    <a:pt x="4280126" y="778740"/>
                    <a:pt x="4271010" y="759919"/>
                  </a:cubicBezTo>
                  <a:cubicBezTo>
                    <a:pt x="4276506" y="744688"/>
                    <a:pt x="4286250" y="731249"/>
                    <a:pt x="4286250" y="714380"/>
                  </a:cubicBezTo>
                  <a:cubicBezTo>
                    <a:pt x="4286250" y="650619"/>
                    <a:pt x="4243978" y="594527"/>
                    <a:pt x="4182580" y="576944"/>
                  </a:cubicBezTo>
                  <a:lnTo>
                    <a:pt x="2182330" y="5444"/>
                  </a:lnTo>
                  <a:cubicBezTo>
                    <a:pt x="2156660" y="-1815"/>
                    <a:pt x="2129590" y="-1815"/>
                    <a:pt x="2103920" y="5444"/>
                  </a:cubicBezTo>
                  <a:lnTo>
                    <a:pt x="103670" y="576944"/>
                  </a:lnTo>
                  <a:cubicBezTo>
                    <a:pt x="42272" y="594527"/>
                    <a:pt x="0" y="650619"/>
                    <a:pt x="0" y="714380"/>
                  </a:cubicBezTo>
                  <a:cubicBezTo>
                    <a:pt x="0" y="778140"/>
                    <a:pt x="42272" y="834233"/>
                    <a:pt x="103670" y="851816"/>
                  </a:cubicBezTo>
                  <a:lnTo>
                    <a:pt x="857250" y="1067119"/>
                  </a:lnTo>
                  <a:lnTo>
                    <a:pt x="857250" y="1236207"/>
                  </a:lnTo>
                  <a:cubicBezTo>
                    <a:pt x="857250" y="1398751"/>
                    <a:pt x="947528" y="1548189"/>
                    <a:pt x="1087193" y="1616835"/>
                  </a:cubicBezTo>
                  <a:cubicBezTo>
                    <a:pt x="1727616" y="1931608"/>
                    <a:pt x="2558358" y="1931465"/>
                    <a:pt x="3199066" y="1616978"/>
                  </a:cubicBezTo>
                  <a:cubicBezTo>
                    <a:pt x="3338732" y="1548332"/>
                    <a:pt x="3429010" y="1398894"/>
                    <a:pt x="3429010" y="1236207"/>
                  </a:cubicBezTo>
                  <a:lnTo>
                    <a:pt x="3429010" y="1067119"/>
                  </a:lnTo>
                  <a:lnTo>
                    <a:pt x="4000510" y="903842"/>
                  </a:lnTo>
                  <a:lnTo>
                    <a:pt x="4000510" y="2312322"/>
                  </a:lnTo>
                  <a:cubicBezTo>
                    <a:pt x="3834565" y="2371501"/>
                    <a:pt x="3714760" y="2528607"/>
                    <a:pt x="3714760" y="2714630"/>
                  </a:cubicBezTo>
                  <a:lnTo>
                    <a:pt x="3714760" y="3000380"/>
                  </a:lnTo>
                  <a:cubicBezTo>
                    <a:pt x="3714760" y="3079352"/>
                    <a:pt x="3778663" y="3143255"/>
                    <a:pt x="3857635" y="3143255"/>
                  </a:cubicBezTo>
                  <a:lnTo>
                    <a:pt x="4429135" y="3143255"/>
                  </a:lnTo>
                  <a:cubicBezTo>
                    <a:pt x="4508106" y="3143255"/>
                    <a:pt x="4572010" y="3079352"/>
                    <a:pt x="4572010" y="3000380"/>
                  </a:cubicBezTo>
                  <a:lnTo>
                    <a:pt x="4572010" y="2714630"/>
                  </a:lnTo>
                  <a:cubicBezTo>
                    <a:pt x="4572000" y="2528607"/>
                    <a:pt x="4452195" y="2371511"/>
                    <a:pt x="4286250" y="2312322"/>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BDC2F106-90D7-4A3C-BEA1-C1BFDD50380F}"/>
                </a:ext>
              </a:extLst>
            </p:cNvPr>
            <p:cNvSpPr/>
            <p:nvPr/>
          </p:nvSpPr>
          <p:spPr>
            <a:xfrm>
              <a:off x="15550042" y="2639552"/>
              <a:ext cx="2554804" cy="1335576"/>
            </a:xfrm>
            <a:custGeom>
              <a:avLst/>
              <a:gdLst>
                <a:gd name="connsiteX0" fmla="*/ 2459193 w 2554804"/>
                <a:gd name="connsiteY0" fmla="*/ 65741 h 1335576"/>
                <a:gd name="connsiteX1" fmla="*/ 1277407 w 2554804"/>
                <a:gd name="connsiteY1" fmla="*/ 335442 h 1335576"/>
                <a:gd name="connsiteX2" fmla="*/ 95336 w 2554804"/>
                <a:gd name="connsiteY2" fmla="*/ 65599 h 1335576"/>
                <a:gd name="connsiteX3" fmla="*/ 0 w 2554804"/>
                <a:gd name="connsiteY3" fmla="*/ 0 h 1335576"/>
                <a:gd name="connsiteX4" fmla="*/ 698221 w 2554804"/>
                <a:gd name="connsiteY4" fmla="*/ 1174185 h 1335576"/>
                <a:gd name="connsiteX5" fmla="*/ 961453 w 2554804"/>
                <a:gd name="connsiteY5" fmla="*/ 1286751 h 1335576"/>
                <a:gd name="connsiteX6" fmla="*/ 961701 w 2554804"/>
                <a:gd name="connsiteY6" fmla="*/ 1286284 h 1335576"/>
                <a:gd name="connsiteX7" fmla="*/ 1277398 w 2554804"/>
                <a:gd name="connsiteY7" fmla="*/ 1335577 h 1335576"/>
                <a:gd name="connsiteX8" fmla="*/ 1663941 w 2554804"/>
                <a:gd name="connsiteY8" fmla="*/ 1262729 h 1335576"/>
                <a:gd name="connsiteX9" fmla="*/ 1856118 w 2554804"/>
                <a:gd name="connsiteY9" fmla="*/ 1174480 h 1335576"/>
                <a:gd name="connsiteX10" fmla="*/ 2554805 w 2554804"/>
                <a:gd name="connsiteY10" fmla="*/ 57 h 1335576"/>
                <a:gd name="connsiteX11" fmla="*/ 2459193 w 2554804"/>
                <a:gd name="connsiteY11" fmla="*/ 65741 h 1335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54804" h="1335576">
                  <a:moveTo>
                    <a:pt x="2459193" y="65741"/>
                  </a:moveTo>
                  <a:cubicBezTo>
                    <a:pt x="2100053" y="242240"/>
                    <a:pt x="1691383" y="335442"/>
                    <a:pt x="1277407" y="335442"/>
                  </a:cubicBezTo>
                  <a:cubicBezTo>
                    <a:pt x="863432" y="335442"/>
                    <a:pt x="454619" y="242097"/>
                    <a:pt x="95336" y="65599"/>
                  </a:cubicBezTo>
                  <a:cubicBezTo>
                    <a:pt x="60246" y="48349"/>
                    <a:pt x="31185" y="22784"/>
                    <a:pt x="0" y="0"/>
                  </a:cubicBezTo>
                  <a:cubicBezTo>
                    <a:pt x="30518" y="514255"/>
                    <a:pt x="307200" y="950624"/>
                    <a:pt x="698221" y="1174185"/>
                  </a:cubicBezTo>
                  <a:cubicBezTo>
                    <a:pt x="698221" y="1174185"/>
                    <a:pt x="898789" y="1268949"/>
                    <a:pt x="961453" y="1286751"/>
                  </a:cubicBezTo>
                  <a:lnTo>
                    <a:pt x="961701" y="1286284"/>
                  </a:lnTo>
                  <a:cubicBezTo>
                    <a:pt x="1063190" y="1315222"/>
                    <a:pt x="1167679" y="1335577"/>
                    <a:pt x="1277398" y="1335577"/>
                  </a:cubicBezTo>
                  <a:cubicBezTo>
                    <a:pt x="1377858" y="1335577"/>
                    <a:pt x="1520952" y="1315526"/>
                    <a:pt x="1663941" y="1262729"/>
                  </a:cubicBezTo>
                  <a:cubicBezTo>
                    <a:pt x="1729807" y="1239279"/>
                    <a:pt x="1856118" y="1174480"/>
                    <a:pt x="1856118" y="1174480"/>
                  </a:cubicBezTo>
                  <a:cubicBezTo>
                    <a:pt x="2247376" y="950995"/>
                    <a:pt x="2524249" y="514493"/>
                    <a:pt x="2554805" y="57"/>
                  </a:cubicBezTo>
                  <a:cubicBezTo>
                    <a:pt x="2523535" y="22879"/>
                    <a:pt x="2494388" y="48454"/>
                    <a:pt x="2459193" y="65741"/>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9EE4599F-86AD-45D5-88AE-05F4940815A7}"/>
                </a:ext>
              </a:extLst>
            </p:cNvPr>
            <p:cNvSpPr/>
            <p:nvPr/>
          </p:nvSpPr>
          <p:spPr>
            <a:xfrm>
              <a:off x="16493427" y="4217025"/>
              <a:ext cx="666168" cy="501043"/>
            </a:xfrm>
            <a:custGeom>
              <a:avLst/>
              <a:gdLst>
                <a:gd name="connsiteX0" fmla="*/ 334023 w 666168"/>
                <a:gd name="connsiteY0" fmla="*/ 43844 h 501043"/>
                <a:gd name="connsiteX1" fmla="*/ 0 w 666168"/>
                <a:gd name="connsiteY1" fmla="*/ 0 h 501043"/>
                <a:gd name="connsiteX2" fmla="*/ 334023 w 666168"/>
                <a:gd name="connsiteY2" fmla="*/ 501044 h 501043"/>
                <a:gd name="connsiteX3" fmla="*/ 666169 w 666168"/>
                <a:gd name="connsiteY3" fmla="*/ 476 h 501043"/>
                <a:gd name="connsiteX4" fmla="*/ 334023 w 666168"/>
                <a:gd name="connsiteY4" fmla="*/ 43844 h 5010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168" h="501043">
                  <a:moveTo>
                    <a:pt x="334023" y="43844"/>
                  </a:moveTo>
                  <a:cubicBezTo>
                    <a:pt x="218846" y="43844"/>
                    <a:pt x="108004" y="26070"/>
                    <a:pt x="0" y="0"/>
                  </a:cubicBezTo>
                  <a:lnTo>
                    <a:pt x="334023" y="501044"/>
                  </a:lnTo>
                  <a:lnTo>
                    <a:pt x="666169" y="476"/>
                  </a:lnTo>
                  <a:cubicBezTo>
                    <a:pt x="558727" y="26241"/>
                    <a:pt x="448542" y="43844"/>
                    <a:pt x="334023" y="43844"/>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55D2CC6D-BA35-488D-8BA3-3EB8EB91B913}"/>
                </a:ext>
              </a:extLst>
            </p:cNvPr>
            <p:cNvSpPr/>
            <p:nvPr/>
          </p:nvSpPr>
          <p:spPr>
            <a:xfrm>
              <a:off x="16970325" y="4004608"/>
              <a:ext cx="2000250" cy="1685010"/>
            </a:xfrm>
            <a:custGeom>
              <a:avLst/>
              <a:gdLst>
                <a:gd name="connsiteX0" fmla="*/ 679561 w 2000250"/>
                <a:gd name="connsiteY0" fmla="*/ 0 h 1685010"/>
                <a:gd name="connsiteX1" fmla="*/ 671665 w 2000250"/>
                <a:gd name="connsiteY1" fmla="*/ 4572 h 1685010"/>
                <a:gd name="connsiteX2" fmla="*/ 551497 w 2000250"/>
                <a:gd name="connsiteY2" fmla="*/ 184823 h 1685010"/>
                <a:gd name="connsiteX3" fmla="*/ 0 w 2000250"/>
                <a:gd name="connsiteY3" fmla="*/ 1016346 h 1685010"/>
                <a:gd name="connsiteX4" fmla="*/ 0 w 2000250"/>
                <a:gd name="connsiteY4" fmla="*/ 1685011 h 1685010"/>
                <a:gd name="connsiteX5" fmla="*/ 1857375 w 2000250"/>
                <a:gd name="connsiteY5" fmla="*/ 1685011 h 1685010"/>
                <a:gd name="connsiteX6" fmla="*/ 2000250 w 2000250"/>
                <a:gd name="connsiteY6" fmla="*/ 1542136 h 1685010"/>
                <a:gd name="connsiteX7" fmla="*/ 679561 w 2000250"/>
                <a:gd name="connsiteY7" fmla="*/ 0 h 1685010"/>
                <a:gd name="connsiteX8" fmla="*/ 1000125 w 2000250"/>
                <a:gd name="connsiteY8" fmla="*/ 1113511 h 1685010"/>
                <a:gd name="connsiteX9" fmla="*/ 714375 w 2000250"/>
                <a:gd name="connsiteY9" fmla="*/ 1113511 h 1685010"/>
                <a:gd name="connsiteX10" fmla="*/ 571500 w 2000250"/>
                <a:gd name="connsiteY10" fmla="*/ 970636 h 1685010"/>
                <a:gd name="connsiteX11" fmla="*/ 714375 w 2000250"/>
                <a:gd name="connsiteY11" fmla="*/ 827761 h 1685010"/>
                <a:gd name="connsiteX12" fmla="*/ 1000125 w 2000250"/>
                <a:gd name="connsiteY12" fmla="*/ 827761 h 1685010"/>
                <a:gd name="connsiteX13" fmla="*/ 1143000 w 2000250"/>
                <a:gd name="connsiteY13" fmla="*/ 970636 h 1685010"/>
                <a:gd name="connsiteX14" fmla="*/ 1000125 w 2000250"/>
                <a:gd name="connsiteY14" fmla="*/ 1113511 h 168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0250" h="1685010">
                  <a:moveTo>
                    <a:pt x="679561" y="0"/>
                  </a:moveTo>
                  <a:cubicBezTo>
                    <a:pt x="677028" y="1705"/>
                    <a:pt x="674189" y="2877"/>
                    <a:pt x="671665" y="4572"/>
                  </a:cubicBezTo>
                  <a:lnTo>
                    <a:pt x="551497" y="184823"/>
                  </a:lnTo>
                  <a:cubicBezTo>
                    <a:pt x="551497" y="191471"/>
                    <a:pt x="3686" y="1010812"/>
                    <a:pt x="0" y="1016346"/>
                  </a:cubicBezTo>
                  <a:lnTo>
                    <a:pt x="0" y="1685011"/>
                  </a:lnTo>
                  <a:lnTo>
                    <a:pt x="1857375" y="1685011"/>
                  </a:lnTo>
                  <a:cubicBezTo>
                    <a:pt x="1936347" y="1685011"/>
                    <a:pt x="2000250" y="1621107"/>
                    <a:pt x="2000250" y="1542136"/>
                  </a:cubicBezTo>
                  <a:cubicBezTo>
                    <a:pt x="2000250" y="761905"/>
                    <a:pt x="1425997" y="121444"/>
                    <a:pt x="679561" y="0"/>
                  </a:cubicBezTo>
                  <a:close/>
                  <a:moveTo>
                    <a:pt x="1000125" y="1113511"/>
                  </a:moveTo>
                  <a:lnTo>
                    <a:pt x="714375" y="1113511"/>
                  </a:lnTo>
                  <a:cubicBezTo>
                    <a:pt x="635403" y="1113511"/>
                    <a:pt x="571500" y="1049607"/>
                    <a:pt x="571500" y="970636"/>
                  </a:cubicBezTo>
                  <a:cubicBezTo>
                    <a:pt x="571500" y="891664"/>
                    <a:pt x="635403" y="827761"/>
                    <a:pt x="714375" y="827761"/>
                  </a:cubicBezTo>
                  <a:lnTo>
                    <a:pt x="1000125" y="827761"/>
                  </a:lnTo>
                  <a:cubicBezTo>
                    <a:pt x="1079097" y="827761"/>
                    <a:pt x="1143000" y="891664"/>
                    <a:pt x="1143000" y="970636"/>
                  </a:cubicBezTo>
                  <a:cubicBezTo>
                    <a:pt x="1143000" y="1049607"/>
                    <a:pt x="1079097" y="1113511"/>
                    <a:pt x="1000125" y="1113511"/>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70ECA754-3580-4755-B777-266479549696}"/>
                </a:ext>
              </a:extLst>
            </p:cNvPr>
            <p:cNvSpPr/>
            <p:nvPr/>
          </p:nvSpPr>
          <p:spPr>
            <a:xfrm>
              <a:off x="14684325" y="4003322"/>
              <a:ext cx="2000250" cy="1686296"/>
            </a:xfrm>
            <a:custGeom>
              <a:avLst/>
              <a:gdLst>
                <a:gd name="connsiteX0" fmla="*/ 1325985 w 2000250"/>
                <a:gd name="connsiteY0" fmla="*/ 4201 h 1686296"/>
                <a:gd name="connsiteX1" fmla="*/ 1318746 w 2000250"/>
                <a:gd name="connsiteY1" fmla="*/ 0 h 1686296"/>
                <a:gd name="connsiteX2" fmla="*/ 0 w 2000250"/>
                <a:gd name="connsiteY2" fmla="*/ 1543422 h 1686296"/>
                <a:gd name="connsiteX3" fmla="*/ 142875 w 2000250"/>
                <a:gd name="connsiteY3" fmla="*/ 1686297 h 1686296"/>
                <a:gd name="connsiteX4" fmla="*/ 2000250 w 2000250"/>
                <a:gd name="connsiteY4" fmla="*/ 1686297 h 1686296"/>
                <a:gd name="connsiteX5" fmla="*/ 2000250 w 2000250"/>
                <a:gd name="connsiteY5" fmla="*/ 1017632 h 1686296"/>
                <a:gd name="connsiteX6" fmla="*/ 1325985 w 2000250"/>
                <a:gd name="connsiteY6" fmla="*/ 4201 h 1686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0250" h="1686296">
                  <a:moveTo>
                    <a:pt x="1325985" y="4201"/>
                  </a:moveTo>
                  <a:cubicBezTo>
                    <a:pt x="1323661" y="2648"/>
                    <a:pt x="1321070" y="1572"/>
                    <a:pt x="1318746" y="0"/>
                  </a:cubicBezTo>
                  <a:cubicBezTo>
                    <a:pt x="573100" y="122272"/>
                    <a:pt x="0" y="763676"/>
                    <a:pt x="0" y="1543422"/>
                  </a:cubicBezTo>
                  <a:cubicBezTo>
                    <a:pt x="0" y="1622393"/>
                    <a:pt x="63903" y="1686297"/>
                    <a:pt x="142875" y="1686297"/>
                  </a:cubicBezTo>
                  <a:lnTo>
                    <a:pt x="2000250" y="1686297"/>
                  </a:lnTo>
                  <a:lnTo>
                    <a:pt x="2000250" y="1017632"/>
                  </a:lnTo>
                  <a:cubicBezTo>
                    <a:pt x="1352750" y="44710"/>
                    <a:pt x="1484881" y="243335"/>
                    <a:pt x="1325985" y="4201"/>
                  </a:cubicBezTo>
                  <a:close/>
                </a:path>
              </a:pathLst>
            </a:custGeom>
            <a:grpFill/>
            <a:ln w="9525" cap="flat">
              <a:noFill/>
              <a:prstDash val="solid"/>
              <a:miter/>
            </a:ln>
          </p:spPr>
          <p:txBody>
            <a:bodyPr rtlCol="0" anchor="ctr"/>
            <a:lstStyle/>
            <a:p>
              <a:endParaRPr lang="en-US"/>
            </a:p>
          </p:txBody>
        </p:sp>
      </p:grpSp>
      <p:sp>
        <p:nvSpPr>
          <p:cNvPr id="204" name="Graphic 50">
            <a:extLst>
              <a:ext uri="{FF2B5EF4-FFF2-40B4-BE49-F238E27FC236}">
                <a16:creationId xmlns:a16="http://schemas.microsoft.com/office/drawing/2014/main" id="{6889D17E-2B8A-4975-ACCA-4C21DB472633}"/>
              </a:ext>
            </a:extLst>
          </p:cNvPr>
          <p:cNvSpPr>
            <a:spLocks noChangeAspect="1"/>
          </p:cNvSpPr>
          <p:nvPr/>
        </p:nvSpPr>
        <p:spPr>
          <a:xfrm>
            <a:off x="10928066" y="5076041"/>
            <a:ext cx="250984" cy="365760"/>
          </a:xfrm>
          <a:custGeom>
            <a:avLst/>
            <a:gdLst>
              <a:gd name="connsiteX0" fmla="*/ 3115599 w 3346456"/>
              <a:gd name="connsiteY0" fmla="*/ 2355047 h 4876800"/>
              <a:gd name="connsiteX1" fmla="*/ 2581275 w 3346456"/>
              <a:gd name="connsiteY1" fmla="*/ 1798025 h 4876800"/>
              <a:gd name="connsiteX2" fmla="*/ 2581275 w 3346456"/>
              <a:gd name="connsiteY2" fmla="*/ 1061085 h 4876800"/>
              <a:gd name="connsiteX3" fmla="*/ 2581275 w 3346456"/>
              <a:gd name="connsiteY3" fmla="*/ 285750 h 4876800"/>
              <a:gd name="connsiteX4" fmla="*/ 2744486 w 3346456"/>
              <a:gd name="connsiteY4" fmla="*/ 285750 h 4876800"/>
              <a:gd name="connsiteX5" fmla="*/ 2887361 w 3346456"/>
              <a:gd name="connsiteY5" fmla="*/ 142875 h 4876800"/>
              <a:gd name="connsiteX6" fmla="*/ 2744486 w 3346456"/>
              <a:gd name="connsiteY6" fmla="*/ 0 h 4876800"/>
              <a:gd name="connsiteX7" fmla="*/ 2438400 w 3346456"/>
              <a:gd name="connsiteY7" fmla="*/ 0 h 4876800"/>
              <a:gd name="connsiteX8" fmla="*/ 908056 w 3346456"/>
              <a:gd name="connsiteY8" fmla="*/ 0 h 4876800"/>
              <a:gd name="connsiteX9" fmla="*/ 601990 w 3346456"/>
              <a:gd name="connsiteY9" fmla="*/ 0 h 4876800"/>
              <a:gd name="connsiteX10" fmla="*/ 459115 w 3346456"/>
              <a:gd name="connsiteY10" fmla="*/ 142875 h 4876800"/>
              <a:gd name="connsiteX11" fmla="*/ 601990 w 3346456"/>
              <a:gd name="connsiteY11" fmla="*/ 285750 h 4876800"/>
              <a:gd name="connsiteX12" fmla="*/ 765181 w 3346456"/>
              <a:gd name="connsiteY12" fmla="*/ 285750 h 4876800"/>
              <a:gd name="connsiteX13" fmla="*/ 765181 w 3346456"/>
              <a:gd name="connsiteY13" fmla="*/ 1061085 h 4876800"/>
              <a:gd name="connsiteX14" fmla="*/ 765181 w 3346456"/>
              <a:gd name="connsiteY14" fmla="*/ 1798015 h 4876800"/>
              <a:gd name="connsiteX15" fmla="*/ 230857 w 3346456"/>
              <a:gd name="connsiteY15" fmla="*/ 2355037 h 4876800"/>
              <a:gd name="connsiteX16" fmla="*/ 0 w 3346456"/>
              <a:gd name="connsiteY16" fmla="*/ 3203553 h 4876800"/>
              <a:gd name="connsiteX17" fmla="*/ 1673238 w 3346456"/>
              <a:gd name="connsiteY17" fmla="*/ 4876800 h 4876800"/>
              <a:gd name="connsiteX18" fmla="*/ 3346456 w 3346456"/>
              <a:gd name="connsiteY18" fmla="*/ 3203562 h 4876800"/>
              <a:gd name="connsiteX19" fmla="*/ 3115599 w 3346456"/>
              <a:gd name="connsiteY19" fmla="*/ 2355047 h 4876800"/>
              <a:gd name="connsiteX20" fmla="*/ 2295525 w 3346456"/>
              <a:gd name="connsiteY20" fmla="*/ 918210 h 4876800"/>
              <a:gd name="connsiteX21" fmla="*/ 1050931 w 3346456"/>
              <a:gd name="connsiteY21" fmla="*/ 918210 h 4876800"/>
              <a:gd name="connsiteX22" fmla="*/ 1050931 w 3346456"/>
              <a:gd name="connsiteY22" fmla="*/ 285750 h 4876800"/>
              <a:gd name="connsiteX23" fmla="*/ 2295525 w 3346456"/>
              <a:gd name="connsiteY23" fmla="*/ 285750 h 4876800"/>
              <a:gd name="connsiteX24" fmla="*/ 2295525 w 3346456"/>
              <a:gd name="connsiteY24" fmla="*/ 91821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346456" h="4876800">
                <a:moveTo>
                  <a:pt x="3115599" y="2355047"/>
                </a:moveTo>
                <a:cubicBezTo>
                  <a:pt x="2983259" y="2130562"/>
                  <a:pt x="2799598" y="1939366"/>
                  <a:pt x="2581275" y="1798025"/>
                </a:cubicBezTo>
                <a:lnTo>
                  <a:pt x="2581275" y="1061085"/>
                </a:lnTo>
                <a:lnTo>
                  <a:pt x="2581275" y="285750"/>
                </a:lnTo>
                <a:lnTo>
                  <a:pt x="2744486" y="285750"/>
                </a:lnTo>
                <a:cubicBezTo>
                  <a:pt x="2823391" y="285750"/>
                  <a:pt x="2887361" y="221780"/>
                  <a:pt x="2887361" y="142875"/>
                </a:cubicBezTo>
                <a:cubicBezTo>
                  <a:pt x="2887361" y="63970"/>
                  <a:pt x="2823391" y="0"/>
                  <a:pt x="2744486" y="0"/>
                </a:cubicBezTo>
                <a:lnTo>
                  <a:pt x="2438400" y="0"/>
                </a:lnTo>
                <a:lnTo>
                  <a:pt x="908056" y="0"/>
                </a:lnTo>
                <a:lnTo>
                  <a:pt x="601990" y="0"/>
                </a:lnTo>
                <a:cubicBezTo>
                  <a:pt x="523084" y="0"/>
                  <a:pt x="459115" y="63970"/>
                  <a:pt x="459115" y="142875"/>
                </a:cubicBezTo>
                <a:cubicBezTo>
                  <a:pt x="459115" y="221780"/>
                  <a:pt x="523084" y="285750"/>
                  <a:pt x="601990" y="285750"/>
                </a:cubicBezTo>
                <a:lnTo>
                  <a:pt x="765181" y="285750"/>
                </a:lnTo>
                <a:lnTo>
                  <a:pt x="765181" y="1061085"/>
                </a:lnTo>
                <a:lnTo>
                  <a:pt x="765181" y="1798015"/>
                </a:lnTo>
                <a:cubicBezTo>
                  <a:pt x="546859" y="1939366"/>
                  <a:pt x="363198" y="2130552"/>
                  <a:pt x="230857" y="2355037"/>
                </a:cubicBezTo>
                <a:cubicBezTo>
                  <a:pt x="79829" y="2611231"/>
                  <a:pt x="0" y="2904639"/>
                  <a:pt x="0" y="3203553"/>
                </a:cubicBezTo>
                <a:cubicBezTo>
                  <a:pt x="0" y="4126183"/>
                  <a:pt x="750618" y="4876800"/>
                  <a:pt x="1673238" y="4876800"/>
                </a:cubicBezTo>
                <a:cubicBezTo>
                  <a:pt x="2595848" y="4876800"/>
                  <a:pt x="3346456" y="4126183"/>
                  <a:pt x="3346456" y="3203562"/>
                </a:cubicBezTo>
                <a:cubicBezTo>
                  <a:pt x="3346456" y="2904649"/>
                  <a:pt x="3266628" y="2611241"/>
                  <a:pt x="3115599" y="2355047"/>
                </a:cubicBezTo>
                <a:close/>
                <a:moveTo>
                  <a:pt x="2295525" y="918210"/>
                </a:moveTo>
                <a:lnTo>
                  <a:pt x="1050931" y="918210"/>
                </a:lnTo>
                <a:lnTo>
                  <a:pt x="1050931" y="285750"/>
                </a:lnTo>
                <a:lnTo>
                  <a:pt x="2295525" y="285750"/>
                </a:lnTo>
                <a:lnTo>
                  <a:pt x="2295525" y="918210"/>
                </a:lnTo>
                <a:close/>
              </a:path>
            </a:pathLst>
          </a:custGeom>
          <a:solidFill>
            <a:schemeClr val="tx2"/>
          </a:solidFill>
          <a:ln w="9525" cap="flat">
            <a:noFill/>
            <a:prstDash val="solid"/>
            <a:miter/>
          </a:ln>
        </p:spPr>
        <p:txBody>
          <a:bodyPr rtlCol="0" anchor="ctr"/>
          <a:lstStyle/>
          <a:p>
            <a:endParaRPr lang="en-US"/>
          </a:p>
        </p:txBody>
      </p:sp>
      <p:grpSp>
        <p:nvGrpSpPr>
          <p:cNvPr id="224" name="Graphic 62">
            <a:extLst>
              <a:ext uri="{FF2B5EF4-FFF2-40B4-BE49-F238E27FC236}">
                <a16:creationId xmlns:a16="http://schemas.microsoft.com/office/drawing/2014/main" id="{01F5EA1E-42C5-4C36-87EB-CBDC163E6E13}"/>
              </a:ext>
            </a:extLst>
          </p:cNvPr>
          <p:cNvGrpSpPr>
            <a:grpSpLocks noChangeAspect="1"/>
          </p:cNvGrpSpPr>
          <p:nvPr/>
        </p:nvGrpSpPr>
        <p:grpSpPr>
          <a:xfrm>
            <a:off x="8792448" y="5076041"/>
            <a:ext cx="365760" cy="365760"/>
            <a:chOff x="13929469" y="203219"/>
            <a:chExt cx="6096000" cy="6096000"/>
          </a:xfrm>
          <a:solidFill>
            <a:schemeClr val="tx2"/>
          </a:solidFill>
        </p:grpSpPr>
        <p:sp>
          <p:nvSpPr>
            <p:cNvPr id="225" name="Freeform: Shape 224">
              <a:extLst>
                <a:ext uri="{FF2B5EF4-FFF2-40B4-BE49-F238E27FC236}">
                  <a16:creationId xmlns:a16="http://schemas.microsoft.com/office/drawing/2014/main" id="{E15360F2-07E2-4F15-AD89-5254D10CD356}"/>
                </a:ext>
              </a:extLst>
            </p:cNvPr>
            <p:cNvSpPr/>
            <p:nvPr/>
          </p:nvSpPr>
          <p:spPr>
            <a:xfrm>
              <a:off x="13929469" y="1016068"/>
              <a:ext cx="1625600" cy="508000"/>
            </a:xfrm>
            <a:custGeom>
              <a:avLst/>
              <a:gdLst>
                <a:gd name="connsiteX0" fmla="*/ 1625600 w 1625600"/>
                <a:gd name="connsiteY0" fmla="*/ 508000 h 508000"/>
                <a:gd name="connsiteX1" fmla="*/ 1625600 w 1625600"/>
                <a:gd name="connsiteY1" fmla="*/ 101600 h 508000"/>
                <a:gd name="connsiteX2" fmla="*/ 1524000 w 1625600"/>
                <a:gd name="connsiteY2" fmla="*/ 0 h 508000"/>
                <a:gd name="connsiteX3" fmla="*/ 101600 w 1625600"/>
                <a:gd name="connsiteY3" fmla="*/ 0 h 508000"/>
                <a:gd name="connsiteX4" fmla="*/ 0 w 1625600"/>
                <a:gd name="connsiteY4" fmla="*/ 101600 h 508000"/>
                <a:gd name="connsiteX5" fmla="*/ 0 w 1625600"/>
                <a:gd name="connsiteY5" fmla="*/ 508000 h 5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25600" h="508000">
                  <a:moveTo>
                    <a:pt x="1625600" y="508000"/>
                  </a:moveTo>
                  <a:lnTo>
                    <a:pt x="1625600" y="101600"/>
                  </a:lnTo>
                  <a:cubicBezTo>
                    <a:pt x="1625600" y="45492"/>
                    <a:pt x="1580108" y="0"/>
                    <a:pt x="1524000" y="0"/>
                  </a:cubicBezTo>
                  <a:lnTo>
                    <a:pt x="101600" y="0"/>
                  </a:lnTo>
                  <a:cubicBezTo>
                    <a:pt x="45492" y="0"/>
                    <a:pt x="0" y="45492"/>
                    <a:pt x="0" y="101600"/>
                  </a:cubicBezTo>
                  <a:lnTo>
                    <a:pt x="0" y="508000"/>
                  </a:lnTo>
                  <a:close/>
                </a:path>
              </a:pathLst>
            </a:custGeom>
            <a:grpFill/>
            <a:ln w="12700"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2DC93F17-7382-4C00-A8F6-5798337C93B2}"/>
                </a:ext>
              </a:extLst>
            </p:cNvPr>
            <p:cNvSpPr/>
            <p:nvPr/>
          </p:nvSpPr>
          <p:spPr>
            <a:xfrm>
              <a:off x="13929469" y="1727268"/>
              <a:ext cx="1625600" cy="3352800"/>
            </a:xfrm>
            <a:custGeom>
              <a:avLst/>
              <a:gdLst>
                <a:gd name="connsiteX0" fmla="*/ 0 w 1625600"/>
                <a:gd name="connsiteY0" fmla="*/ 0 h 3352800"/>
                <a:gd name="connsiteX1" fmla="*/ 0 w 1625600"/>
                <a:gd name="connsiteY1" fmla="*/ 3352800 h 3352800"/>
                <a:gd name="connsiteX2" fmla="*/ 1625600 w 1625600"/>
                <a:gd name="connsiteY2" fmla="*/ 3352800 h 3352800"/>
                <a:gd name="connsiteX3" fmla="*/ 1625600 w 1625600"/>
                <a:gd name="connsiteY3" fmla="*/ 0 h 3352800"/>
                <a:gd name="connsiteX4" fmla="*/ 1219200 w 1625600"/>
                <a:gd name="connsiteY4" fmla="*/ 1320800 h 3352800"/>
                <a:gd name="connsiteX5" fmla="*/ 406400 w 1625600"/>
                <a:gd name="connsiteY5" fmla="*/ 1320800 h 3352800"/>
                <a:gd name="connsiteX6" fmla="*/ 304800 w 1625600"/>
                <a:gd name="connsiteY6" fmla="*/ 1219200 h 3352800"/>
                <a:gd name="connsiteX7" fmla="*/ 304800 w 1625600"/>
                <a:gd name="connsiteY7" fmla="*/ 406400 h 3352800"/>
                <a:gd name="connsiteX8" fmla="*/ 406400 w 1625600"/>
                <a:gd name="connsiteY8" fmla="*/ 304800 h 3352800"/>
                <a:gd name="connsiteX9" fmla="*/ 1219200 w 1625600"/>
                <a:gd name="connsiteY9" fmla="*/ 304800 h 3352800"/>
                <a:gd name="connsiteX10" fmla="*/ 1320800 w 1625600"/>
                <a:gd name="connsiteY10" fmla="*/ 406400 h 3352800"/>
                <a:gd name="connsiteX11" fmla="*/ 1320800 w 1625600"/>
                <a:gd name="connsiteY11" fmla="*/ 1219200 h 3352800"/>
                <a:gd name="connsiteX12" fmla="*/ 1219200 w 1625600"/>
                <a:gd name="connsiteY12" fmla="*/ 1320800 h 335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25600" h="3352800">
                  <a:moveTo>
                    <a:pt x="0" y="0"/>
                  </a:moveTo>
                  <a:lnTo>
                    <a:pt x="0" y="3352800"/>
                  </a:lnTo>
                  <a:lnTo>
                    <a:pt x="1625600" y="3352800"/>
                  </a:lnTo>
                  <a:lnTo>
                    <a:pt x="1625600" y="0"/>
                  </a:lnTo>
                  <a:close/>
                  <a:moveTo>
                    <a:pt x="1219200" y="1320800"/>
                  </a:moveTo>
                  <a:lnTo>
                    <a:pt x="406400" y="1320800"/>
                  </a:lnTo>
                  <a:cubicBezTo>
                    <a:pt x="350292" y="1320800"/>
                    <a:pt x="304800" y="1275308"/>
                    <a:pt x="304800" y="1219200"/>
                  </a:cubicBezTo>
                  <a:lnTo>
                    <a:pt x="304800" y="406400"/>
                  </a:lnTo>
                  <a:cubicBezTo>
                    <a:pt x="304800" y="350292"/>
                    <a:pt x="350292" y="304800"/>
                    <a:pt x="406400" y="304800"/>
                  </a:cubicBezTo>
                  <a:lnTo>
                    <a:pt x="1219200" y="304800"/>
                  </a:lnTo>
                  <a:cubicBezTo>
                    <a:pt x="1275308" y="304800"/>
                    <a:pt x="1320800" y="350292"/>
                    <a:pt x="1320800" y="406400"/>
                  </a:cubicBezTo>
                  <a:lnTo>
                    <a:pt x="1320800" y="1219200"/>
                  </a:lnTo>
                  <a:cubicBezTo>
                    <a:pt x="1320800" y="1275308"/>
                    <a:pt x="1275308" y="1320800"/>
                    <a:pt x="1219200" y="1320800"/>
                  </a:cubicBezTo>
                  <a:close/>
                </a:path>
              </a:pathLst>
            </a:custGeom>
            <a:grpFill/>
            <a:ln w="12700"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9F8117B3-6D19-40A7-B318-E3C9597F7F64}"/>
                </a:ext>
              </a:extLst>
            </p:cNvPr>
            <p:cNvSpPr/>
            <p:nvPr/>
          </p:nvSpPr>
          <p:spPr>
            <a:xfrm>
              <a:off x="13929469" y="5689668"/>
              <a:ext cx="1625600" cy="609600"/>
            </a:xfrm>
            <a:custGeom>
              <a:avLst/>
              <a:gdLst>
                <a:gd name="connsiteX0" fmla="*/ 0 w 1625600"/>
                <a:gd name="connsiteY0" fmla="*/ 0 h 609600"/>
                <a:gd name="connsiteX1" fmla="*/ 0 w 1625600"/>
                <a:gd name="connsiteY1" fmla="*/ 508000 h 609600"/>
                <a:gd name="connsiteX2" fmla="*/ 101600 w 1625600"/>
                <a:gd name="connsiteY2" fmla="*/ 609600 h 609600"/>
                <a:gd name="connsiteX3" fmla="*/ 1524000 w 1625600"/>
                <a:gd name="connsiteY3" fmla="*/ 609600 h 609600"/>
                <a:gd name="connsiteX4" fmla="*/ 1625600 w 1625600"/>
                <a:gd name="connsiteY4" fmla="*/ 508000 h 609600"/>
                <a:gd name="connsiteX5" fmla="*/ 1625600 w 1625600"/>
                <a:gd name="connsiteY5" fmla="*/ 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25600" h="609600">
                  <a:moveTo>
                    <a:pt x="0" y="0"/>
                  </a:moveTo>
                  <a:lnTo>
                    <a:pt x="0" y="508000"/>
                  </a:lnTo>
                  <a:cubicBezTo>
                    <a:pt x="0" y="564108"/>
                    <a:pt x="45492" y="609600"/>
                    <a:pt x="101600" y="609600"/>
                  </a:cubicBezTo>
                  <a:lnTo>
                    <a:pt x="1524000" y="609600"/>
                  </a:lnTo>
                  <a:cubicBezTo>
                    <a:pt x="1580108" y="609600"/>
                    <a:pt x="1625600" y="564108"/>
                    <a:pt x="1625600" y="508000"/>
                  </a:cubicBezTo>
                  <a:lnTo>
                    <a:pt x="1625600" y="0"/>
                  </a:lnTo>
                  <a:close/>
                </a:path>
              </a:pathLst>
            </a:custGeom>
            <a:grpFill/>
            <a:ln w="12700"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46C029D6-DE43-4D2F-B704-AC8D61C00161}"/>
                </a:ext>
              </a:extLst>
            </p:cNvPr>
            <p:cNvSpPr/>
            <p:nvPr/>
          </p:nvSpPr>
          <p:spPr>
            <a:xfrm>
              <a:off x="13929469" y="5283268"/>
              <a:ext cx="1625600" cy="203200"/>
            </a:xfrm>
            <a:custGeom>
              <a:avLst/>
              <a:gdLst>
                <a:gd name="connsiteX0" fmla="*/ 0 w 1625600"/>
                <a:gd name="connsiteY0" fmla="*/ 0 h 203200"/>
                <a:gd name="connsiteX1" fmla="*/ 1625600 w 1625600"/>
                <a:gd name="connsiteY1" fmla="*/ 0 h 203200"/>
                <a:gd name="connsiteX2" fmla="*/ 1625600 w 1625600"/>
                <a:gd name="connsiteY2" fmla="*/ 203200 h 203200"/>
                <a:gd name="connsiteX3" fmla="*/ 0 w 1625600"/>
                <a:gd name="connsiteY3" fmla="*/ 203200 h 203200"/>
              </a:gdLst>
              <a:ahLst/>
              <a:cxnLst>
                <a:cxn ang="0">
                  <a:pos x="connsiteX0" y="connsiteY0"/>
                </a:cxn>
                <a:cxn ang="0">
                  <a:pos x="connsiteX1" y="connsiteY1"/>
                </a:cxn>
                <a:cxn ang="0">
                  <a:pos x="connsiteX2" y="connsiteY2"/>
                </a:cxn>
                <a:cxn ang="0">
                  <a:pos x="connsiteX3" y="connsiteY3"/>
                </a:cxn>
              </a:cxnLst>
              <a:rect l="l" t="t" r="r" b="b"/>
              <a:pathLst>
                <a:path w="1625600" h="203200">
                  <a:moveTo>
                    <a:pt x="0" y="0"/>
                  </a:moveTo>
                  <a:lnTo>
                    <a:pt x="1625600" y="0"/>
                  </a:lnTo>
                  <a:lnTo>
                    <a:pt x="1625600" y="203200"/>
                  </a:lnTo>
                  <a:lnTo>
                    <a:pt x="0" y="203200"/>
                  </a:lnTo>
                  <a:close/>
                </a:path>
              </a:pathLst>
            </a:custGeom>
            <a:grpFill/>
            <a:ln w="12700"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A18100DA-888E-4BBC-BEEA-9CEFABF1D1D6}"/>
                </a:ext>
              </a:extLst>
            </p:cNvPr>
            <p:cNvSpPr/>
            <p:nvPr/>
          </p:nvSpPr>
          <p:spPr>
            <a:xfrm>
              <a:off x="15758269" y="5283268"/>
              <a:ext cx="1320800" cy="203200"/>
            </a:xfrm>
            <a:custGeom>
              <a:avLst/>
              <a:gdLst>
                <a:gd name="connsiteX0" fmla="*/ 0 w 1320800"/>
                <a:gd name="connsiteY0" fmla="*/ 0 h 203200"/>
                <a:gd name="connsiteX1" fmla="*/ 1320800 w 1320800"/>
                <a:gd name="connsiteY1" fmla="*/ 0 h 203200"/>
                <a:gd name="connsiteX2" fmla="*/ 1320800 w 1320800"/>
                <a:gd name="connsiteY2" fmla="*/ 203200 h 203200"/>
                <a:gd name="connsiteX3" fmla="*/ 0 w 1320800"/>
                <a:gd name="connsiteY3" fmla="*/ 203200 h 203200"/>
              </a:gdLst>
              <a:ahLst/>
              <a:cxnLst>
                <a:cxn ang="0">
                  <a:pos x="connsiteX0" y="connsiteY0"/>
                </a:cxn>
                <a:cxn ang="0">
                  <a:pos x="connsiteX1" y="connsiteY1"/>
                </a:cxn>
                <a:cxn ang="0">
                  <a:pos x="connsiteX2" y="connsiteY2"/>
                </a:cxn>
                <a:cxn ang="0">
                  <a:pos x="connsiteX3" y="connsiteY3"/>
                </a:cxn>
              </a:cxnLst>
              <a:rect l="l" t="t" r="r" b="b"/>
              <a:pathLst>
                <a:path w="1320800" h="203200">
                  <a:moveTo>
                    <a:pt x="0" y="0"/>
                  </a:moveTo>
                  <a:lnTo>
                    <a:pt x="1320800" y="0"/>
                  </a:lnTo>
                  <a:lnTo>
                    <a:pt x="1320800" y="203200"/>
                  </a:lnTo>
                  <a:lnTo>
                    <a:pt x="0" y="203200"/>
                  </a:lnTo>
                  <a:close/>
                </a:path>
              </a:pathLst>
            </a:custGeom>
            <a:grpFill/>
            <a:ln w="12700"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DE89D4F3-E6D6-408F-B05C-B8E51621DFEB}"/>
                </a:ext>
              </a:extLst>
            </p:cNvPr>
            <p:cNvSpPr/>
            <p:nvPr/>
          </p:nvSpPr>
          <p:spPr>
            <a:xfrm>
              <a:off x="15758269" y="203268"/>
              <a:ext cx="1320800" cy="406400"/>
            </a:xfrm>
            <a:custGeom>
              <a:avLst/>
              <a:gdLst>
                <a:gd name="connsiteX0" fmla="*/ 1320800 w 1320800"/>
                <a:gd name="connsiteY0" fmla="*/ 406400 h 406400"/>
                <a:gd name="connsiteX1" fmla="*/ 1320800 w 1320800"/>
                <a:gd name="connsiteY1" fmla="*/ 101600 h 406400"/>
                <a:gd name="connsiteX2" fmla="*/ 1219200 w 1320800"/>
                <a:gd name="connsiteY2" fmla="*/ 0 h 406400"/>
                <a:gd name="connsiteX3" fmla="*/ 101600 w 1320800"/>
                <a:gd name="connsiteY3" fmla="*/ 0 h 406400"/>
                <a:gd name="connsiteX4" fmla="*/ 0 w 1320800"/>
                <a:gd name="connsiteY4" fmla="*/ 101600 h 406400"/>
                <a:gd name="connsiteX5" fmla="*/ 0 w 1320800"/>
                <a:gd name="connsiteY5" fmla="*/ 40640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800" h="406400">
                  <a:moveTo>
                    <a:pt x="1320800" y="406400"/>
                  </a:moveTo>
                  <a:lnTo>
                    <a:pt x="1320800" y="101600"/>
                  </a:lnTo>
                  <a:cubicBezTo>
                    <a:pt x="1320800" y="45492"/>
                    <a:pt x="1275308" y="0"/>
                    <a:pt x="1219200" y="0"/>
                  </a:cubicBezTo>
                  <a:lnTo>
                    <a:pt x="101600" y="0"/>
                  </a:lnTo>
                  <a:cubicBezTo>
                    <a:pt x="45492" y="0"/>
                    <a:pt x="0" y="45492"/>
                    <a:pt x="0" y="101600"/>
                  </a:cubicBezTo>
                  <a:lnTo>
                    <a:pt x="0" y="406400"/>
                  </a:lnTo>
                  <a:close/>
                </a:path>
              </a:pathLst>
            </a:custGeom>
            <a:grpFill/>
            <a:ln w="12700"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97083EA9-3E56-47D9-91E5-A72D9F4973B9}"/>
                </a:ext>
              </a:extLst>
            </p:cNvPr>
            <p:cNvSpPr/>
            <p:nvPr/>
          </p:nvSpPr>
          <p:spPr>
            <a:xfrm>
              <a:off x="15758269" y="1320868"/>
              <a:ext cx="1320800" cy="3759200"/>
            </a:xfrm>
            <a:custGeom>
              <a:avLst/>
              <a:gdLst>
                <a:gd name="connsiteX0" fmla="*/ 0 w 1320800"/>
                <a:gd name="connsiteY0" fmla="*/ 0 h 3759200"/>
                <a:gd name="connsiteX1" fmla="*/ 1320800 w 1320800"/>
                <a:gd name="connsiteY1" fmla="*/ 0 h 3759200"/>
                <a:gd name="connsiteX2" fmla="*/ 1320800 w 1320800"/>
                <a:gd name="connsiteY2" fmla="*/ 3759200 h 3759200"/>
                <a:gd name="connsiteX3" fmla="*/ 0 w 1320800"/>
                <a:gd name="connsiteY3" fmla="*/ 3759200 h 3759200"/>
              </a:gdLst>
              <a:ahLst/>
              <a:cxnLst>
                <a:cxn ang="0">
                  <a:pos x="connsiteX0" y="connsiteY0"/>
                </a:cxn>
                <a:cxn ang="0">
                  <a:pos x="connsiteX1" y="connsiteY1"/>
                </a:cxn>
                <a:cxn ang="0">
                  <a:pos x="connsiteX2" y="connsiteY2"/>
                </a:cxn>
                <a:cxn ang="0">
                  <a:pos x="connsiteX3" y="connsiteY3"/>
                </a:cxn>
              </a:cxnLst>
              <a:rect l="l" t="t" r="r" b="b"/>
              <a:pathLst>
                <a:path w="1320800" h="3759200">
                  <a:moveTo>
                    <a:pt x="0" y="0"/>
                  </a:moveTo>
                  <a:lnTo>
                    <a:pt x="1320800" y="0"/>
                  </a:lnTo>
                  <a:lnTo>
                    <a:pt x="1320800" y="3759200"/>
                  </a:lnTo>
                  <a:lnTo>
                    <a:pt x="0" y="3759200"/>
                  </a:lnTo>
                  <a:close/>
                </a:path>
              </a:pathLst>
            </a:custGeom>
            <a:grpFill/>
            <a:ln w="12700"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DCA2DC11-E808-42AD-A18F-154E2CE7BC4C}"/>
                </a:ext>
              </a:extLst>
            </p:cNvPr>
            <p:cNvSpPr/>
            <p:nvPr/>
          </p:nvSpPr>
          <p:spPr>
            <a:xfrm>
              <a:off x="15758269" y="5689668"/>
              <a:ext cx="1320800" cy="609600"/>
            </a:xfrm>
            <a:custGeom>
              <a:avLst/>
              <a:gdLst>
                <a:gd name="connsiteX0" fmla="*/ 0 w 1320800"/>
                <a:gd name="connsiteY0" fmla="*/ 0 h 609600"/>
                <a:gd name="connsiteX1" fmla="*/ 0 w 1320800"/>
                <a:gd name="connsiteY1" fmla="*/ 508000 h 609600"/>
                <a:gd name="connsiteX2" fmla="*/ 101600 w 1320800"/>
                <a:gd name="connsiteY2" fmla="*/ 609600 h 609600"/>
                <a:gd name="connsiteX3" fmla="*/ 1219200 w 1320800"/>
                <a:gd name="connsiteY3" fmla="*/ 609600 h 609600"/>
                <a:gd name="connsiteX4" fmla="*/ 1320800 w 1320800"/>
                <a:gd name="connsiteY4" fmla="*/ 508000 h 609600"/>
                <a:gd name="connsiteX5" fmla="*/ 1320800 w 1320800"/>
                <a:gd name="connsiteY5" fmla="*/ 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800" h="609600">
                  <a:moveTo>
                    <a:pt x="0" y="0"/>
                  </a:moveTo>
                  <a:lnTo>
                    <a:pt x="0" y="508000"/>
                  </a:lnTo>
                  <a:cubicBezTo>
                    <a:pt x="0" y="564108"/>
                    <a:pt x="45492" y="609600"/>
                    <a:pt x="101600" y="609600"/>
                  </a:cubicBezTo>
                  <a:lnTo>
                    <a:pt x="1219200" y="609600"/>
                  </a:lnTo>
                  <a:cubicBezTo>
                    <a:pt x="1275308" y="609600"/>
                    <a:pt x="1320800" y="564108"/>
                    <a:pt x="1320800" y="508000"/>
                  </a:cubicBezTo>
                  <a:lnTo>
                    <a:pt x="1320800" y="0"/>
                  </a:lnTo>
                  <a:close/>
                </a:path>
              </a:pathLst>
            </a:custGeom>
            <a:grpFill/>
            <a:ln w="12700"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503915BF-9EF6-4B2D-B890-268818889D5F}"/>
                </a:ext>
              </a:extLst>
            </p:cNvPr>
            <p:cNvSpPr/>
            <p:nvPr/>
          </p:nvSpPr>
          <p:spPr>
            <a:xfrm>
              <a:off x="15758269" y="812868"/>
              <a:ext cx="1320800" cy="304800"/>
            </a:xfrm>
            <a:custGeom>
              <a:avLst/>
              <a:gdLst>
                <a:gd name="connsiteX0" fmla="*/ 0 w 1320800"/>
                <a:gd name="connsiteY0" fmla="*/ 0 h 304800"/>
                <a:gd name="connsiteX1" fmla="*/ 1320800 w 1320800"/>
                <a:gd name="connsiteY1" fmla="*/ 0 h 304800"/>
                <a:gd name="connsiteX2" fmla="*/ 1320800 w 1320800"/>
                <a:gd name="connsiteY2" fmla="*/ 304800 h 304800"/>
                <a:gd name="connsiteX3" fmla="*/ 0 w 1320800"/>
                <a:gd name="connsiteY3" fmla="*/ 304800 h 304800"/>
              </a:gdLst>
              <a:ahLst/>
              <a:cxnLst>
                <a:cxn ang="0">
                  <a:pos x="connsiteX0" y="connsiteY0"/>
                </a:cxn>
                <a:cxn ang="0">
                  <a:pos x="connsiteX1" y="connsiteY1"/>
                </a:cxn>
                <a:cxn ang="0">
                  <a:pos x="connsiteX2" y="connsiteY2"/>
                </a:cxn>
                <a:cxn ang="0">
                  <a:pos x="connsiteX3" y="connsiteY3"/>
                </a:cxn>
              </a:cxnLst>
              <a:rect l="l" t="t" r="r" b="b"/>
              <a:pathLst>
                <a:path w="1320800" h="304800">
                  <a:moveTo>
                    <a:pt x="0" y="0"/>
                  </a:moveTo>
                  <a:lnTo>
                    <a:pt x="1320800" y="0"/>
                  </a:lnTo>
                  <a:lnTo>
                    <a:pt x="1320800" y="304800"/>
                  </a:lnTo>
                  <a:lnTo>
                    <a:pt x="0" y="304800"/>
                  </a:lnTo>
                  <a:close/>
                </a:path>
              </a:pathLst>
            </a:custGeom>
            <a:grpFill/>
            <a:ln w="12700"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402EF8D6-736A-43B5-8773-5E80B334A000}"/>
                </a:ext>
              </a:extLst>
            </p:cNvPr>
            <p:cNvSpPr/>
            <p:nvPr/>
          </p:nvSpPr>
          <p:spPr>
            <a:xfrm>
              <a:off x="17279838" y="1848365"/>
              <a:ext cx="1775023" cy="667543"/>
            </a:xfrm>
            <a:custGeom>
              <a:avLst/>
              <a:gdLst>
                <a:gd name="connsiteX0" fmla="*/ 0 w 1775023"/>
                <a:gd name="connsiteY0" fmla="*/ 458837 h 667543"/>
                <a:gd name="connsiteX1" fmla="*/ 54372 w 1775023"/>
                <a:gd name="connsiteY1" fmla="*/ 667544 h 667543"/>
                <a:gd name="connsiteX2" fmla="*/ 1775024 w 1775023"/>
                <a:gd name="connsiteY2" fmla="*/ 208707 h 667543"/>
                <a:gd name="connsiteX3" fmla="*/ 1720602 w 1775023"/>
                <a:gd name="connsiteY3" fmla="*/ 0 h 667543"/>
              </a:gdLst>
              <a:ahLst/>
              <a:cxnLst>
                <a:cxn ang="0">
                  <a:pos x="connsiteX0" y="connsiteY0"/>
                </a:cxn>
                <a:cxn ang="0">
                  <a:pos x="connsiteX1" y="connsiteY1"/>
                </a:cxn>
                <a:cxn ang="0">
                  <a:pos x="connsiteX2" y="connsiteY2"/>
                </a:cxn>
                <a:cxn ang="0">
                  <a:pos x="connsiteX3" y="connsiteY3"/>
                </a:cxn>
              </a:cxnLst>
              <a:rect l="l" t="t" r="r" b="b"/>
              <a:pathLst>
                <a:path w="1775023" h="667543">
                  <a:moveTo>
                    <a:pt x="0" y="458837"/>
                  </a:moveTo>
                  <a:lnTo>
                    <a:pt x="54372" y="667544"/>
                  </a:lnTo>
                  <a:lnTo>
                    <a:pt x="1775024" y="208707"/>
                  </a:lnTo>
                  <a:lnTo>
                    <a:pt x="1720602" y="0"/>
                  </a:lnTo>
                  <a:close/>
                </a:path>
              </a:pathLst>
            </a:custGeom>
            <a:grpFill/>
            <a:ln w="12700"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B349B24E-768A-412F-BFB0-6BF054A34543}"/>
                </a:ext>
              </a:extLst>
            </p:cNvPr>
            <p:cNvSpPr/>
            <p:nvPr/>
          </p:nvSpPr>
          <p:spPr>
            <a:xfrm>
              <a:off x="18019861" y="4685475"/>
              <a:ext cx="1829643" cy="876498"/>
            </a:xfrm>
            <a:custGeom>
              <a:avLst/>
              <a:gdLst>
                <a:gd name="connsiteX0" fmla="*/ 109041 w 1829643"/>
                <a:gd name="connsiteY0" fmla="*/ 876498 h 876498"/>
                <a:gd name="connsiteX1" fmla="*/ 1829643 w 1829643"/>
                <a:gd name="connsiteY1" fmla="*/ 417661 h 876498"/>
                <a:gd name="connsiteX2" fmla="*/ 1720701 w 1829643"/>
                <a:gd name="connsiteY2" fmla="*/ 0 h 876498"/>
                <a:gd name="connsiteX3" fmla="*/ 0 w 1829643"/>
                <a:gd name="connsiteY3" fmla="*/ 458837 h 876498"/>
              </a:gdLst>
              <a:ahLst/>
              <a:cxnLst>
                <a:cxn ang="0">
                  <a:pos x="connsiteX0" y="connsiteY0"/>
                </a:cxn>
                <a:cxn ang="0">
                  <a:pos x="connsiteX1" y="connsiteY1"/>
                </a:cxn>
                <a:cxn ang="0">
                  <a:pos x="connsiteX2" y="connsiteY2"/>
                </a:cxn>
                <a:cxn ang="0">
                  <a:pos x="connsiteX3" y="connsiteY3"/>
                </a:cxn>
              </a:cxnLst>
              <a:rect l="l" t="t" r="r" b="b"/>
              <a:pathLst>
                <a:path w="1829643" h="876498">
                  <a:moveTo>
                    <a:pt x="109041" y="876498"/>
                  </a:moveTo>
                  <a:lnTo>
                    <a:pt x="1829643" y="417661"/>
                  </a:lnTo>
                  <a:lnTo>
                    <a:pt x="1720701" y="0"/>
                  </a:lnTo>
                  <a:lnTo>
                    <a:pt x="0" y="458837"/>
                  </a:lnTo>
                  <a:close/>
                </a:path>
              </a:pathLst>
            </a:custGeom>
            <a:grpFill/>
            <a:ln w="12700"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4B37AAF6-3040-4F14-9E5D-6056182A7635}"/>
                </a:ext>
              </a:extLst>
            </p:cNvPr>
            <p:cNvSpPr/>
            <p:nvPr/>
          </p:nvSpPr>
          <p:spPr>
            <a:xfrm>
              <a:off x="17385506" y="2253673"/>
              <a:ext cx="2303760" cy="2694037"/>
            </a:xfrm>
            <a:custGeom>
              <a:avLst/>
              <a:gdLst>
                <a:gd name="connsiteX0" fmla="*/ 2303760 w 2303760"/>
                <a:gd name="connsiteY0" fmla="*/ 2235200 h 2694037"/>
                <a:gd name="connsiteX1" fmla="*/ 1720701 w 2303760"/>
                <a:gd name="connsiteY1" fmla="*/ 0 h 2694037"/>
                <a:gd name="connsiteX2" fmla="*/ 0 w 2303760"/>
                <a:gd name="connsiteY2" fmla="*/ 458837 h 2694037"/>
                <a:gd name="connsiteX3" fmla="*/ 583059 w 2303760"/>
                <a:gd name="connsiteY3" fmla="*/ 2694037 h 2694037"/>
              </a:gdLst>
              <a:ahLst/>
              <a:cxnLst>
                <a:cxn ang="0">
                  <a:pos x="connsiteX0" y="connsiteY0"/>
                </a:cxn>
                <a:cxn ang="0">
                  <a:pos x="connsiteX1" y="connsiteY1"/>
                </a:cxn>
                <a:cxn ang="0">
                  <a:pos x="connsiteX2" y="connsiteY2"/>
                </a:cxn>
                <a:cxn ang="0">
                  <a:pos x="connsiteX3" y="connsiteY3"/>
                </a:cxn>
              </a:cxnLst>
              <a:rect l="l" t="t" r="r" b="b"/>
              <a:pathLst>
                <a:path w="2303760" h="2694037">
                  <a:moveTo>
                    <a:pt x="2303760" y="2235200"/>
                  </a:moveTo>
                  <a:lnTo>
                    <a:pt x="1720701" y="0"/>
                  </a:lnTo>
                  <a:lnTo>
                    <a:pt x="0" y="458837"/>
                  </a:lnTo>
                  <a:lnTo>
                    <a:pt x="583059" y="2694037"/>
                  </a:lnTo>
                  <a:close/>
                </a:path>
              </a:pathLst>
            </a:custGeom>
            <a:grpFill/>
            <a:ln w="12700"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CD1CBA9E-124C-4C12-9AB1-1B8163C76932}"/>
                </a:ext>
              </a:extLst>
            </p:cNvPr>
            <p:cNvSpPr/>
            <p:nvPr/>
          </p:nvSpPr>
          <p:spPr>
            <a:xfrm>
              <a:off x="17078919" y="1016106"/>
              <a:ext cx="1870175" cy="1094493"/>
            </a:xfrm>
            <a:custGeom>
              <a:avLst/>
              <a:gdLst>
                <a:gd name="connsiteX0" fmla="*/ 149623 w 1870175"/>
                <a:gd name="connsiteY0" fmla="*/ 1094494 h 1094493"/>
                <a:gd name="connsiteX1" fmla="*/ 1870175 w 1870175"/>
                <a:gd name="connsiteY1" fmla="*/ 635706 h 1094493"/>
                <a:gd name="connsiteX2" fmla="*/ 1724324 w 1870175"/>
                <a:gd name="connsiteY2" fmla="*/ 76162 h 1094493"/>
                <a:gd name="connsiteX3" fmla="*/ 1599358 w 1870175"/>
                <a:gd name="connsiteY3" fmla="*/ 3038 h 1094493"/>
                <a:gd name="connsiteX4" fmla="*/ 75358 w 1870175"/>
                <a:gd name="connsiteY4" fmla="*/ 409438 h 1094493"/>
                <a:gd name="connsiteX5" fmla="*/ 3176 w 1870175"/>
                <a:gd name="connsiteY5" fmla="*/ 533362 h 1094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0175" h="1094493">
                  <a:moveTo>
                    <a:pt x="149623" y="1094494"/>
                  </a:moveTo>
                  <a:lnTo>
                    <a:pt x="1870175" y="635706"/>
                  </a:lnTo>
                  <a:lnTo>
                    <a:pt x="1724324" y="76162"/>
                  </a:lnTo>
                  <a:cubicBezTo>
                    <a:pt x="1709292" y="21989"/>
                    <a:pt x="1653928" y="-10406"/>
                    <a:pt x="1599358" y="3038"/>
                  </a:cubicBezTo>
                  <a:lnTo>
                    <a:pt x="75358" y="409438"/>
                  </a:lnTo>
                  <a:cubicBezTo>
                    <a:pt x="21532" y="424172"/>
                    <a:pt x="-10566" y="479288"/>
                    <a:pt x="3176" y="533362"/>
                  </a:cubicBezTo>
                  <a:close/>
                </a:path>
              </a:pathLst>
            </a:custGeom>
            <a:grpFill/>
            <a:ln w="12700"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CE21123A-9298-4780-945E-D8A6996739EB}"/>
                </a:ext>
              </a:extLst>
            </p:cNvPr>
            <p:cNvSpPr/>
            <p:nvPr/>
          </p:nvSpPr>
          <p:spPr>
            <a:xfrm>
              <a:off x="18180099" y="5299738"/>
              <a:ext cx="1845519" cy="999529"/>
            </a:xfrm>
            <a:custGeom>
              <a:avLst/>
              <a:gdLst>
                <a:gd name="connsiteX0" fmla="*/ 1720701 w 1845519"/>
                <a:gd name="connsiteY0" fmla="*/ 0 h 999529"/>
                <a:gd name="connsiteX1" fmla="*/ 0 w 1845519"/>
                <a:gd name="connsiteY1" fmla="*/ 458837 h 999529"/>
                <a:gd name="connsiteX2" fmla="*/ 121196 w 1845519"/>
                <a:gd name="connsiteY2" fmla="*/ 923330 h 999529"/>
                <a:gd name="connsiteX3" fmla="*/ 168970 w 1845519"/>
                <a:gd name="connsiteY3" fmla="*/ 985341 h 999529"/>
                <a:gd name="connsiteX4" fmla="*/ 219770 w 1845519"/>
                <a:gd name="connsiteY4" fmla="*/ 999530 h 999529"/>
                <a:gd name="connsiteX5" fmla="*/ 246162 w 1845519"/>
                <a:gd name="connsiteY5" fmla="*/ 996504 h 999529"/>
                <a:gd name="connsiteX6" fmla="*/ 1770162 w 1845519"/>
                <a:gd name="connsiteY6" fmla="*/ 590104 h 999529"/>
                <a:gd name="connsiteX7" fmla="*/ 1842343 w 1845519"/>
                <a:gd name="connsiteY7" fmla="*/ 466130 h 999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5519" h="999529">
                  <a:moveTo>
                    <a:pt x="1720701" y="0"/>
                  </a:moveTo>
                  <a:lnTo>
                    <a:pt x="0" y="458837"/>
                  </a:lnTo>
                  <a:lnTo>
                    <a:pt x="121196" y="923330"/>
                  </a:lnTo>
                  <a:cubicBezTo>
                    <a:pt x="128240" y="949523"/>
                    <a:pt x="145405" y="971848"/>
                    <a:pt x="168970" y="985341"/>
                  </a:cubicBezTo>
                  <a:cubicBezTo>
                    <a:pt x="184299" y="994618"/>
                    <a:pt x="201861" y="999530"/>
                    <a:pt x="219770" y="999530"/>
                  </a:cubicBezTo>
                  <a:cubicBezTo>
                    <a:pt x="228650" y="999530"/>
                    <a:pt x="237530" y="998488"/>
                    <a:pt x="246162" y="996504"/>
                  </a:cubicBezTo>
                  <a:lnTo>
                    <a:pt x="1770162" y="590104"/>
                  </a:lnTo>
                  <a:cubicBezTo>
                    <a:pt x="1823988" y="575370"/>
                    <a:pt x="1856085" y="520204"/>
                    <a:pt x="1842343" y="466130"/>
                  </a:cubicBezTo>
                  <a:close/>
                </a:path>
              </a:pathLst>
            </a:custGeom>
            <a:grpFill/>
            <a:ln w="12700" cap="flat">
              <a:noFill/>
              <a:prstDash val="solid"/>
              <a:miter/>
            </a:ln>
          </p:spPr>
          <p:txBody>
            <a:bodyPr rtlCol="0" anchor="ctr"/>
            <a:lstStyle/>
            <a:p>
              <a:endParaRPr lang="en-US"/>
            </a:p>
          </p:txBody>
        </p:sp>
      </p:grpSp>
      <p:grpSp>
        <p:nvGrpSpPr>
          <p:cNvPr id="239" name="Graphic 64">
            <a:extLst>
              <a:ext uri="{FF2B5EF4-FFF2-40B4-BE49-F238E27FC236}">
                <a16:creationId xmlns:a16="http://schemas.microsoft.com/office/drawing/2014/main" id="{F4D229BB-BB22-422A-8C7C-85B6886EEF68}"/>
              </a:ext>
            </a:extLst>
          </p:cNvPr>
          <p:cNvGrpSpPr>
            <a:grpSpLocks noChangeAspect="1"/>
          </p:cNvGrpSpPr>
          <p:nvPr/>
        </p:nvGrpSpPr>
        <p:grpSpPr>
          <a:xfrm>
            <a:off x="7768954" y="5076041"/>
            <a:ext cx="365760" cy="365760"/>
            <a:chOff x="14539069" y="812819"/>
            <a:chExt cx="4876800" cy="4876800"/>
          </a:xfrm>
          <a:solidFill>
            <a:schemeClr val="tx2"/>
          </a:solidFill>
        </p:grpSpPr>
        <p:sp>
          <p:nvSpPr>
            <p:cNvPr id="240" name="Freeform: Shape 239">
              <a:extLst>
                <a:ext uri="{FF2B5EF4-FFF2-40B4-BE49-F238E27FC236}">
                  <a16:creationId xmlns:a16="http://schemas.microsoft.com/office/drawing/2014/main" id="{1780A08B-E08E-4542-B5A0-9DA72AAE6059}"/>
                </a:ext>
              </a:extLst>
            </p:cNvPr>
            <p:cNvSpPr/>
            <p:nvPr/>
          </p:nvSpPr>
          <p:spPr>
            <a:xfrm>
              <a:off x="15148669" y="1422419"/>
              <a:ext cx="3657600" cy="3657600"/>
            </a:xfrm>
            <a:custGeom>
              <a:avLst/>
              <a:gdLst>
                <a:gd name="connsiteX0" fmla="*/ 1828800 w 3657600"/>
                <a:gd name="connsiteY0" fmla="*/ 0 h 3657600"/>
                <a:gd name="connsiteX1" fmla="*/ 0 w 3657600"/>
                <a:gd name="connsiteY1" fmla="*/ 1828800 h 3657600"/>
                <a:gd name="connsiteX2" fmla="*/ 1828800 w 3657600"/>
                <a:gd name="connsiteY2" fmla="*/ 3657600 h 3657600"/>
                <a:gd name="connsiteX3" fmla="*/ 3657600 w 3657600"/>
                <a:gd name="connsiteY3" fmla="*/ 1828800 h 3657600"/>
                <a:gd name="connsiteX4" fmla="*/ 1828800 w 3657600"/>
                <a:gd name="connsiteY4" fmla="*/ 0 h 3657600"/>
                <a:gd name="connsiteX5" fmla="*/ 381000 w 3657600"/>
                <a:gd name="connsiteY5" fmla="*/ 1905000 h 3657600"/>
                <a:gd name="connsiteX6" fmla="*/ 228600 w 3657600"/>
                <a:gd name="connsiteY6" fmla="*/ 1905000 h 3657600"/>
                <a:gd name="connsiteX7" fmla="*/ 152400 w 3657600"/>
                <a:gd name="connsiteY7" fmla="*/ 1828800 h 3657600"/>
                <a:gd name="connsiteX8" fmla="*/ 228600 w 3657600"/>
                <a:gd name="connsiteY8" fmla="*/ 1752600 h 3657600"/>
                <a:gd name="connsiteX9" fmla="*/ 381000 w 3657600"/>
                <a:gd name="connsiteY9" fmla="*/ 1752600 h 3657600"/>
                <a:gd name="connsiteX10" fmla="*/ 457200 w 3657600"/>
                <a:gd name="connsiteY10" fmla="*/ 1828800 h 3657600"/>
                <a:gd name="connsiteX11" fmla="*/ 381000 w 3657600"/>
                <a:gd name="connsiteY11" fmla="*/ 1905000 h 3657600"/>
                <a:gd name="connsiteX12" fmla="*/ 1752600 w 3657600"/>
                <a:gd name="connsiteY12" fmla="*/ 228600 h 3657600"/>
                <a:gd name="connsiteX13" fmla="*/ 1828800 w 3657600"/>
                <a:gd name="connsiteY13" fmla="*/ 152400 h 3657600"/>
                <a:gd name="connsiteX14" fmla="*/ 1905000 w 3657600"/>
                <a:gd name="connsiteY14" fmla="*/ 228600 h 3657600"/>
                <a:gd name="connsiteX15" fmla="*/ 1905000 w 3657600"/>
                <a:gd name="connsiteY15" fmla="*/ 381000 h 3657600"/>
                <a:gd name="connsiteX16" fmla="*/ 1828800 w 3657600"/>
                <a:gd name="connsiteY16" fmla="*/ 457200 h 3657600"/>
                <a:gd name="connsiteX17" fmla="*/ 1752600 w 3657600"/>
                <a:gd name="connsiteY17" fmla="*/ 381000 h 3657600"/>
                <a:gd name="connsiteX18" fmla="*/ 858926 w 3657600"/>
                <a:gd name="connsiteY18" fmla="*/ 2906440 h 3657600"/>
                <a:gd name="connsiteX19" fmla="*/ 751170 w 3657600"/>
                <a:gd name="connsiteY19" fmla="*/ 3014196 h 3657600"/>
                <a:gd name="connsiteX20" fmla="*/ 643404 w 3657600"/>
                <a:gd name="connsiteY20" fmla="*/ 3014196 h 3657600"/>
                <a:gd name="connsiteX21" fmla="*/ 643404 w 3657600"/>
                <a:gd name="connsiteY21" fmla="*/ 2906430 h 3657600"/>
                <a:gd name="connsiteX22" fmla="*/ 751170 w 3657600"/>
                <a:gd name="connsiteY22" fmla="*/ 2798664 h 3657600"/>
                <a:gd name="connsiteX23" fmla="*/ 858936 w 3657600"/>
                <a:gd name="connsiteY23" fmla="*/ 2798674 h 3657600"/>
                <a:gd name="connsiteX24" fmla="*/ 858926 w 3657600"/>
                <a:gd name="connsiteY24" fmla="*/ 2906440 h 3657600"/>
                <a:gd name="connsiteX25" fmla="*/ 858926 w 3657600"/>
                <a:gd name="connsiteY25" fmla="*/ 858936 h 3657600"/>
                <a:gd name="connsiteX26" fmla="*/ 751170 w 3657600"/>
                <a:gd name="connsiteY26" fmla="*/ 858936 h 3657600"/>
                <a:gd name="connsiteX27" fmla="*/ 643404 w 3657600"/>
                <a:gd name="connsiteY27" fmla="*/ 751170 h 3657600"/>
                <a:gd name="connsiteX28" fmla="*/ 643404 w 3657600"/>
                <a:gd name="connsiteY28" fmla="*/ 643404 h 3657600"/>
                <a:gd name="connsiteX29" fmla="*/ 751170 w 3657600"/>
                <a:gd name="connsiteY29" fmla="*/ 643404 h 3657600"/>
                <a:gd name="connsiteX30" fmla="*/ 858926 w 3657600"/>
                <a:gd name="connsiteY30" fmla="*/ 751161 h 3657600"/>
                <a:gd name="connsiteX31" fmla="*/ 858939 w 3657600"/>
                <a:gd name="connsiteY31" fmla="*/ 858924 h 3657600"/>
                <a:gd name="connsiteX32" fmla="*/ 858926 w 3657600"/>
                <a:gd name="connsiteY32" fmla="*/ 858936 h 3657600"/>
                <a:gd name="connsiteX33" fmla="*/ 1905000 w 3657600"/>
                <a:gd name="connsiteY33" fmla="*/ 3429000 h 3657600"/>
                <a:gd name="connsiteX34" fmla="*/ 1828800 w 3657600"/>
                <a:gd name="connsiteY34" fmla="*/ 3505200 h 3657600"/>
                <a:gd name="connsiteX35" fmla="*/ 1752600 w 3657600"/>
                <a:gd name="connsiteY35" fmla="*/ 3429000 h 3657600"/>
                <a:gd name="connsiteX36" fmla="*/ 1752600 w 3657600"/>
                <a:gd name="connsiteY36" fmla="*/ 3276600 h 3657600"/>
                <a:gd name="connsiteX37" fmla="*/ 1828800 w 3657600"/>
                <a:gd name="connsiteY37" fmla="*/ 3200400 h 3657600"/>
                <a:gd name="connsiteX38" fmla="*/ 1905000 w 3657600"/>
                <a:gd name="connsiteY38" fmla="*/ 3276600 h 3657600"/>
                <a:gd name="connsiteX39" fmla="*/ 2644874 w 3657600"/>
                <a:gd name="connsiteY39" fmla="*/ 1120492 h 3657600"/>
                <a:gd name="connsiteX40" fmla="*/ 2092709 w 3657600"/>
                <a:gd name="connsiteY40" fmla="*/ 1676600 h 3657600"/>
                <a:gd name="connsiteX41" fmla="*/ 1981212 w 3657600"/>
                <a:gd name="connsiteY41" fmla="*/ 2092983 h 3657600"/>
                <a:gd name="connsiteX42" fmla="*/ 1564830 w 3657600"/>
                <a:gd name="connsiteY42" fmla="*/ 1981486 h 3657600"/>
                <a:gd name="connsiteX43" fmla="*/ 1567529 w 3657600"/>
                <a:gd name="connsiteY43" fmla="*/ 1672019 h 3657600"/>
                <a:gd name="connsiteX44" fmla="*/ 1241774 w 3657600"/>
                <a:gd name="connsiteY44" fmla="*/ 1349559 h 3657600"/>
                <a:gd name="connsiteX45" fmla="*/ 1238937 w 3657600"/>
                <a:gd name="connsiteY45" fmla="*/ 1241834 h 3657600"/>
                <a:gd name="connsiteX46" fmla="*/ 1346662 w 3657600"/>
                <a:gd name="connsiteY46" fmla="*/ 1238996 h 3657600"/>
                <a:gd name="connsiteX47" fmla="*/ 1348969 w 3657600"/>
                <a:gd name="connsiteY47" fmla="*/ 1241279 h 3657600"/>
                <a:gd name="connsiteX48" fmla="*/ 1676143 w 3657600"/>
                <a:gd name="connsiteY48" fmla="*/ 1565129 h 3657600"/>
                <a:gd name="connsiteX49" fmla="*/ 1985972 w 3657600"/>
                <a:gd name="connsiteY49" fmla="*/ 1567777 h 3657600"/>
                <a:gd name="connsiteX50" fmla="*/ 2536689 w 3657600"/>
                <a:gd name="connsiteY50" fmla="*/ 1013108 h 3657600"/>
                <a:gd name="connsiteX51" fmla="*/ 2644429 w 3657600"/>
                <a:gd name="connsiteY51" fmla="*/ 1010893 h 3657600"/>
                <a:gd name="connsiteX52" fmla="*/ 2646643 w 3657600"/>
                <a:gd name="connsiteY52" fmla="*/ 1118634 h 3657600"/>
                <a:gd name="connsiteX53" fmla="*/ 2644816 w 3657600"/>
                <a:gd name="connsiteY53" fmla="*/ 1120474 h 3657600"/>
                <a:gd name="connsiteX54" fmla="*/ 3014196 w 3657600"/>
                <a:gd name="connsiteY54" fmla="*/ 3014196 h 3657600"/>
                <a:gd name="connsiteX55" fmla="*/ 2906433 w 3657600"/>
                <a:gd name="connsiteY55" fmla="*/ 3014199 h 3657600"/>
                <a:gd name="connsiteX56" fmla="*/ 2906430 w 3657600"/>
                <a:gd name="connsiteY56" fmla="*/ 3014196 h 3657600"/>
                <a:gd name="connsiteX57" fmla="*/ 2798674 w 3657600"/>
                <a:gd name="connsiteY57" fmla="*/ 2906440 h 3657600"/>
                <a:gd name="connsiteX58" fmla="*/ 2798664 w 3657600"/>
                <a:gd name="connsiteY58" fmla="*/ 2798674 h 3657600"/>
                <a:gd name="connsiteX59" fmla="*/ 2906430 w 3657600"/>
                <a:gd name="connsiteY59" fmla="*/ 2798664 h 3657600"/>
                <a:gd name="connsiteX60" fmla="*/ 3014196 w 3657600"/>
                <a:gd name="connsiteY60" fmla="*/ 2906430 h 3657600"/>
                <a:gd name="connsiteX61" fmla="*/ 3014199 w 3657600"/>
                <a:gd name="connsiteY61" fmla="*/ 3014193 h 3657600"/>
                <a:gd name="connsiteX62" fmla="*/ 3014196 w 3657600"/>
                <a:gd name="connsiteY62" fmla="*/ 3014196 h 3657600"/>
                <a:gd name="connsiteX63" fmla="*/ 3014196 w 3657600"/>
                <a:gd name="connsiteY63" fmla="*/ 751170 h 3657600"/>
                <a:gd name="connsiteX64" fmla="*/ 2906430 w 3657600"/>
                <a:gd name="connsiteY64" fmla="*/ 858936 h 3657600"/>
                <a:gd name="connsiteX65" fmla="*/ 2798664 w 3657600"/>
                <a:gd name="connsiteY65" fmla="*/ 858926 h 3657600"/>
                <a:gd name="connsiteX66" fmla="*/ 2798674 w 3657600"/>
                <a:gd name="connsiteY66" fmla="*/ 751161 h 3657600"/>
                <a:gd name="connsiteX67" fmla="*/ 2906430 w 3657600"/>
                <a:gd name="connsiteY67" fmla="*/ 643404 h 3657600"/>
                <a:gd name="connsiteX68" fmla="*/ 3014196 w 3657600"/>
                <a:gd name="connsiteY68" fmla="*/ 643404 h 3657600"/>
                <a:gd name="connsiteX69" fmla="*/ 3014196 w 3657600"/>
                <a:gd name="connsiteY69" fmla="*/ 751170 h 3657600"/>
                <a:gd name="connsiteX70" fmla="*/ 3276600 w 3657600"/>
                <a:gd name="connsiteY70" fmla="*/ 1752600 h 3657600"/>
                <a:gd name="connsiteX71" fmla="*/ 3429000 w 3657600"/>
                <a:gd name="connsiteY71" fmla="*/ 1752600 h 3657600"/>
                <a:gd name="connsiteX72" fmla="*/ 3505200 w 3657600"/>
                <a:gd name="connsiteY72" fmla="*/ 1828800 h 3657600"/>
                <a:gd name="connsiteX73" fmla="*/ 3429000 w 3657600"/>
                <a:gd name="connsiteY73" fmla="*/ 1905000 h 3657600"/>
                <a:gd name="connsiteX74" fmla="*/ 3276600 w 3657600"/>
                <a:gd name="connsiteY74" fmla="*/ 1905000 h 3657600"/>
                <a:gd name="connsiteX75" fmla="*/ 3200400 w 3657600"/>
                <a:gd name="connsiteY75" fmla="*/ 1828800 h 3657600"/>
                <a:gd name="connsiteX76" fmla="*/ 3276600 w 3657600"/>
                <a:gd name="connsiteY76" fmla="*/ 175260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3657600" h="3657600">
                  <a:moveTo>
                    <a:pt x="1828800" y="0"/>
                  </a:moveTo>
                  <a:cubicBezTo>
                    <a:pt x="820398" y="0"/>
                    <a:pt x="0" y="820398"/>
                    <a:pt x="0" y="1828800"/>
                  </a:cubicBezTo>
                  <a:cubicBezTo>
                    <a:pt x="0" y="2837202"/>
                    <a:pt x="820398" y="3657600"/>
                    <a:pt x="1828800" y="3657600"/>
                  </a:cubicBezTo>
                  <a:cubicBezTo>
                    <a:pt x="2837202" y="3657600"/>
                    <a:pt x="3657600" y="2837202"/>
                    <a:pt x="3657600" y="1828800"/>
                  </a:cubicBezTo>
                  <a:cubicBezTo>
                    <a:pt x="3657600" y="820398"/>
                    <a:pt x="2837202" y="0"/>
                    <a:pt x="1828800" y="0"/>
                  </a:cubicBezTo>
                  <a:close/>
                  <a:moveTo>
                    <a:pt x="381000" y="1905000"/>
                  </a:moveTo>
                  <a:lnTo>
                    <a:pt x="228600" y="1905000"/>
                  </a:lnTo>
                  <a:cubicBezTo>
                    <a:pt x="186516" y="1905000"/>
                    <a:pt x="152400" y="1870884"/>
                    <a:pt x="152400" y="1828800"/>
                  </a:cubicBezTo>
                  <a:cubicBezTo>
                    <a:pt x="152400" y="1786716"/>
                    <a:pt x="186516" y="1752600"/>
                    <a:pt x="228600" y="1752600"/>
                  </a:cubicBezTo>
                  <a:lnTo>
                    <a:pt x="381000" y="1752600"/>
                  </a:lnTo>
                  <a:cubicBezTo>
                    <a:pt x="423084" y="1752600"/>
                    <a:pt x="457200" y="1786716"/>
                    <a:pt x="457200" y="1828800"/>
                  </a:cubicBezTo>
                  <a:cubicBezTo>
                    <a:pt x="457200" y="1870884"/>
                    <a:pt x="423084" y="1905000"/>
                    <a:pt x="381000" y="1905000"/>
                  </a:cubicBezTo>
                  <a:close/>
                  <a:moveTo>
                    <a:pt x="1752600" y="228600"/>
                  </a:moveTo>
                  <a:cubicBezTo>
                    <a:pt x="1752600" y="186516"/>
                    <a:pt x="1786716" y="152400"/>
                    <a:pt x="1828800" y="152400"/>
                  </a:cubicBezTo>
                  <a:cubicBezTo>
                    <a:pt x="1870884" y="152400"/>
                    <a:pt x="1905000" y="186516"/>
                    <a:pt x="1905000" y="228600"/>
                  </a:cubicBezTo>
                  <a:lnTo>
                    <a:pt x="1905000" y="381000"/>
                  </a:lnTo>
                  <a:cubicBezTo>
                    <a:pt x="1905000" y="423084"/>
                    <a:pt x="1870884" y="457200"/>
                    <a:pt x="1828800" y="457200"/>
                  </a:cubicBezTo>
                  <a:cubicBezTo>
                    <a:pt x="1786716" y="457200"/>
                    <a:pt x="1752600" y="423084"/>
                    <a:pt x="1752600" y="381000"/>
                  </a:cubicBezTo>
                  <a:close/>
                  <a:moveTo>
                    <a:pt x="858926" y="2906440"/>
                  </a:moveTo>
                  <a:lnTo>
                    <a:pt x="751170" y="3014196"/>
                  </a:lnTo>
                  <a:cubicBezTo>
                    <a:pt x="721412" y="3043954"/>
                    <a:pt x="673163" y="3043954"/>
                    <a:pt x="643404" y="3014196"/>
                  </a:cubicBezTo>
                  <a:cubicBezTo>
                    <a:pt x="613646" y="2984437"/>
                    <a:pt x="613646" y="2936189"/>
                    <a:pt x="643404" y="2906430"/>
                  </a:cubicBezTo>
                  <a:lnTo>
                    <a:pt x="751170" y="2798664"/>
                  </a:lnTo>
                  <a:cubicBezTo>
                    <a:pt x="780932" y="2768908"/>
                    <a:pt x="829180" y="2768912"/>
                    <a:pt x="858936" y="2798674"/>
                  </a:cubicBezTo>
                  <a:cubicBezTo>
                    <a:pt x="888692" y="2828435"/>
                    <a:pt x="888688" y="2876684"/>
                    <a:pt x="858926" y="2906440"/>
                  </a:cubicBezTo>
                  <a:close/>
                  <a:moveTo>
                    <a:pt x="858926" y="858936"/>
                  </a:moveTo>
                  <a:cubicBezTo>
                    <a:pt x="829169" y="888689"/>
                    <a:pt x="780927" y="888689"/>
                    <a:pt x="751170" y="858936"/>
                  </a:cubicBezTo>
                  <a:lnTo>
                    <a:pt x="643404" y="751170"/>
                  </a:lnTo>
                  <a:cubicBezTo>
                    <a:pt x="613646" y="721412"/>
                    <a:pt x="613646" y="673163"/>
                    <a:pt x="643404" y="643404"/>
                  </a:cubicBezTo>
                  <a:cubicBezTo>
                    <a:pt x="673163" y="613646"/>
                    <a:pt x="721411" y="613646"/>
                    <a:pt x="751170" y="643404"/>
                  </a:cubicBezTo>
                  <a:lnTo>
                    <a:pt x="858926" y="751161"/>
                  </a:lnTo>
                  <a:cubicBezTo>
                    <a:pt x="888688" y="780915"/>
                    <a:pt x="888693" y="829162"/>
                    <a:pt x="858939" y="858924"/>
                  </a:cubicBezTo>
                  <a:cubicBezTo>
                    <a:pt x="858935" y="858928"/>
                    <a:pt x="858931" y="858932"/>
                    <a:pt x="858926" y="858936"/>
                  </a:cubicBezTo>
                  <a:close/>
                  <a:moveTo>
                    <a:pt x="1905000" y="3429000"/>
                  </a:moveTo>
                  <a:cubicBezTo>
                    <a:pt x="1905000" y="3471084"/>
                    <a:pt x="1870884" y="3505200"/>
                    <a:pt x="1828800" y="3505200"/>
                  </a:cubicBezTo>
                  <a:cubicBezTo>
                    <a:pt x="1786716" y="3505200"/>
                    <a:pt x="1752600" y="3471084"/>
                    <a:pt x="1752600" y="3429000"/>
                  </a:cubicBezTo>
                  <a:lnTo>
                    <a:pt x="1752600" y="3276600"/>
                  </a:lnTo>
                  <a:cubicBezTo>
                    <a:pt x="1752600" y="3234516"/>
                    <a:pt x="1786716" y="3200400"/>
                    <a:pt x="1828800" y="3200400"/>
                  </a:cubicBezTo>
                  <a:cubicBezTo>
                    <a:pt x="1870884" y="3200400"/>
                    <a:pt x="1905000" y="3234516"/>
                    <a:pt x="1905000" y="3276600"/>
                  </a:cubicBezTo>
                  <a:close/>
                  <a:moveTo>
                    <a:pt x="2644874" y="1120492"/>
                  </a:moveTo>
                  <a:lnTo>
                    <a:pt x="2092709" y="1676600"/>
                  </a:lnTo>
                  <a:cubicBezTo>
                    <a:pt x="2176901" y="1822370"/>
                    <a:pt x="2126982" y="2008791"/>
                    <a:pt x="1981212" y="2092983"/>
                  </a:cubicBezTo>
                  <a:cubicBezTo>
                    <a:pt x="1835442" y="2177175"/>
                    <a:pt x="1649022" y="2127256"/>
                    <a:pt x="1564830" y="1981486"/>
                  </a:cubicBezTo>
                  <a:cubicBezTo>
                    <a:pt x="1509398" y="1885511"/>
                    <a:pt x="1510432" y="1767011"/>
                    <a:pt x="1567529" y="1672019"/>
                  </a:cubicBezTo>
                  <a:lnTo>
                    <a:pt x="1241774" y="1349559"/>
                  </a:lnTo>
                  <a:cubicBezTo>
                    <a:pt x="1211243" y="1320595"/>
                    <a:pt x="1209973" y="1272365"/>
                    <a:pt x="1238937" y="1241834"/>
                  </a:cubicBezTo>
                  <a:cubicBezTo>
                    <a:pt x="1267901" y="1211302"/>
                    <a:pt x="1316131" y="1210032"/>
                    <a:pt x="1346662" y="1238996"/>
                  </a:cubicBezTo>
                  <a:cubicBezTo>
                    <a:pt x="1347447" y="1239741"/>
                    <a:pt x="1348216" y="1240502"/>
                    <a:pt x="1348969" y="1241279"/>
                  </a:cubicBezTo>
                  <a:lnTo>
                    <a:pt x="1676143" y="1565129"/>
                  </a:lnTo>
                  <a:cubicBezTo>
                    <a:pt x="1772151" y="1509356"/>
                    <a:pt x="1890931" y="1510371"/>
                    <a:pt x="1985972" y="1567777"/>
                  </a:cubicBezTo>
                  <a:lnTo>
                    <a:pt x="2536689" y="1013108"/>
                  </a:lnTo>
                  <a:cubicBezTo>
                    <a:pt x="2565829" y="982744"/>
                    <a:pt x="2614066" y="981753"/>
                    <a:pt x="2644429" y="1010893"/>
                  </a:cubicBezTo>
                  <a:cubicBezTo>
                    <a:pt x="2674792" y="1040033"/>
                    <a:pt x="2675784" y="1088270"/>
                    <a:pt x="2646643" y="1118634"/>
                  </a:cubicBezTo>
                  <a:cubicBezTo>
                    <a:pt x="2646045" y="1119257"/>
                    <a:pt x="2645435" y="1119871"/>
                    <a:pt x="2644816" y="1120474"/>
                  </a:cubicBezTo>
                  <a:close/>
                  <a:moveTo>
                    <a:pt x="3014196" y="3014196"/>
                  </a:moveTo>
                  <a:cubicBezTo>
                    <a:pt x="2984439" y="3043954"/>
                    <a:pt x="2936192" y="3043956"/>
                    <a:pt x="2906433" y="3014199"/>
                  </a:cubicBezTo>
                  <a:cubicBezTo>
                    <a:pt x="2906432" y="3014198"/>
                    <a:pt x="2906431" y="3014197"/>
                    <a:pt x="2906430" y="3014196"/>
                  </a:cubicBezTo>
                  <a:lnTo>
                    <a:pt x="2798674" y="2906440"/>
                  </a:lnTo>
                  <a:cubicBezTo>
                    <a:pt x="2768913" y="2876684"/>
                    <a:pt x="2768908" y="2828435"/>
                    <a:pt x="2798664" y="2798674"/>
                  </a:cubicBezTo>
                  <a:cubicBezTo>
                    <a:pt x="2828420" y="2768913"/>
                    <a:pt x="2876669" y="2768908"/>
                    <a:pt x="2906430" y="2798664"/>
                  </a:cubicBezTo>
                  <a:lnTo>
                    <a:pt x="3014196" y="2906430"/>
                  </a:lnTo>
                  <a:cubicBezTo>
                    <a:pt x="3043954" y="2936187"/>
                    <a:pt x="3043956" y="2984434"/>
                    <a:pt x="3014199" y="3014193"/>
                  </a:cubicBezTo>
                  <a:cubicBezTo>
                    <a:pt x="3014198" y="3014194"/>
                    <a:pt x="3014197" y="3014195"/>
                    <a:pt x="3014196" y="3014196"/>
                  </a:cubicBezTo>
                  <a:close/>
                  <a:moveTo>
                    <a:pt x="3014196" y="751170"/>
                  </a:moveTo>
                  <a:lnTo>
                    <a:pt x="2906430" y="858936"/>
                  </a:lnTo>
                  <a:cubicBezTo>
                    <a:pt x="2876669" y="888692"/>
                    <a:pt x="2828420" y="888688"/>
                    <a:pt x="2798664" y="858926"/>
                  </a:cubicBezTo>
                  <a:cubicBezTo>
                    <a:pt x="2768908" y="829165"/>
                    <a:pt x="2768912" y="780917"/>
                    <a:pt x="2798674" y="751161"/>
                  </a:cubicBezTo>
                  <a:lnTo>
                    <a:pt x="2906430" y="643404"/>
                  </a:lnTo>
                  <a:cubicBezTo>
                    <a:pt x="2936189" y="613646"/>
                    <a:pt x="2984437" y="613646"/>
                    <a:pt x="3014196" y="643404"/>
                  </a:cubicBezTo>
                  <a:cubicBezTo>
                    <a:pt x="3043954" y="673163"/>
                    <a:pt x="3043954" y="721411"/>
                    <a:pt x="3014196" y="751170"/>
                  </a:cubicBezTo>
                  <a:close/>
                  <a:moveTo>
                    <a:pt x="3276600" y="1752600"/>
                  </a:moveTo>
                  <a:lnTo>
                    <a:pt x="3429000" y="1752600"/>
                  </a:lnTo>
                  <a:cubicBezTo>
                    <a:pt x="3471084" y="1752600"/>
                    <a:pt x="3505200" y="1786716"/>
                    <a:pt x="3505200" y="1828800"/>
                  </a:cubicBezTo>
                  <a:cubicBezTo>
                    <a:pt x="3505200" y="1870884"/>
                    <a:pt x="3471084" y="1905000"/>
                    <a:pt x="3429000" y="1905000"/>
                  </a:cubicBezTo>
                  <a:lnTo>
                    <a:pt x="3276600" y="1905000"/>
                  </a:lnTo>
                  <a:cubicBezTo>
                    <a:pt x="3234516" y="1905000"/>
                    <a:pt x="3200400" y="1870884"/>
                    <a:pt x="3200400" y="1828800"/>
                  </a:cubicBezTo>
                  <a:cubicBezTo>
                    <a:pt x="3200400" y="1786716"/>
                    <a:pt x="3234516" y="1752600"/>
                    <a:pt x="3276600" y="1752600"/>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3FDAFA34-7A02-45E1-AE67-CD7043632580}"/>
                </a:ext>
              </a:extLst>
            </p:cNvPr>
            <p:cNvSpPr/>
            <p:nvPr/>
          </p:nvSpPr>
          <p:spPr>
            <a:xfrm>
              <a:off x="16825069" y="3098819"/>
              <a:ext cx="304800" cy="304800"/>
            </a:xfrm>
            <a:custGeom>
              <a:avLst/>
              <a:gdLst>
                <a:gd name="connsiteX0" fmla="*/ 304800 w 304800"/>
                <a:gd name="connsiteY0" fmla="*/ 152400 h 304800"/>
                <a:gd name="connsiteX1" fmla="*/ 152400 w 304800"/>
                <a:gd name="connsiteY1" fmla="*/ 304800 h 304800"/>
                <a:gd name="connsiteX2" fmla="*/ 0 w 304800"/>
                <a:gd name="connsiteY2" fmla="*/ 152400 h 304800"/>
                <a:gd name="connsiteX3" fmla="*/ 152400 w 304800"/>
                <a:gd name="connsiteY3" fmla="*/ 0 h 304800"/>
                <a:gd name="connsiteX4" fmla="*/ 304800 w 304800"/>
                <a:gd name="connsiteY4" fmla="*/ 152400 h 30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 h="304800">
                  <a:moveTo>
                    <a:pt x="304800" y="152400"/>
                  </a:moveTo>
                  <a:cubicBezTo>
                    <a:pt x="304800" y="236568"/>
                    <a:pt x="236568" y="304800"/>
                    <a:pt x="152400" y="304800"/>
                  </a:cubicBezTo>
                  <a:cubicBezTo>
                    <a:pt x="68232" y="304800"/>
                    <a:pt x="0" y="236568"/>
                    <a:pt x="0" y="152400"/>
                  </a:cubicBezTo>
                  <a:cubicBezTo>
                    <a:pt x="0" y="68232"/>
                    <a:pt x="68232" y="0"/>
                    <a:pt x="152400" y="0"/>
                  </a:cubicBezTo>
                  <a:cubicBezTo>
                    <a:pt x="236568" y="0"/>
                    <a:pt x="304800" y="68232"/>
                    <a:pt x="304800" y="152400"/>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F86AA7EE-73AC-450B-BA00-682A3F3CA241}"/>
                </a:ext>
              </a:extLst>
            </p:cNvPr>
            <p:cNvSpPr/>
            <p:nvPr/>
          </p:nvSpPr>
          <p:spPr>
            <a:xfrm>
              <a:off x="14843867" y="1117611"/>
              <a:ext cx="4267202" cy="4267208"/>
            </a:xfrm>
            <a:custGeom>
              <a:avLst/>
              <a:gdLst>
                <a:gd name="connsiteX0" fmla="*/ 2133602 w 4267202"/>
                <a:gd name="connsiteY0" fmla="*/ 8 h 4267208"/>
                <a:gd name="connsiteX1" fmla="*/ 0 w 4267202"/>
                <a:gd name="connsiteY1" fmla="*/ 2133606 h 4267208"/>
                <a:gd name="connsiteX2" fmla="*/ 624918 w 4267202"/>
                <a:gd name="connsiteY2" fmla="*/ 3642292 h 4267208"/>
                <a:gd name="connsiteX3" fmla="*/ 3642285 w 4267202"/>
                <a:gd name="connsiteY3" fmla="*/ 3642292 h 4267208"/>
                <a:gd name="connsiteX4" fmla="*/ 3642285 w 4267202"/>
                <a:gd name="connsiteY4" fmla="*/ 624924 h 4267208"/>
                <a:gd name="connsiteX5" fmla="*/ 2133602 w 4267202"/>
                <a:gd name="connsiteY5" fmla="*/ 8 h 4267208"/>
                <a:gd name="connsiteX6" fmla="*/ 2133602 w 4267202"/>
                <a:gd name="connsiteY6" fmla="*/ 4114808 h 4267208"/>
                <a:gd name="connsiteX7" fmla="*/ 152402 w 4267202"/>
                <a:gd name="connsiteY7" fmla="*/ 2133608 h 4267208"/>
                <a:gd name="connsiteX8" fmla="*/ 2133602 w 4267202"/>
                <a:gd name="connsiteY8" fmla="*/ 152408 h 4267208"/>
                <a:gd name="connsiteX9" fmla="*/ 4114802 w 4267202"/>
                <a:gd name="connsiteY9" fmla="*/ 2133608 h 4267208"/>
                <a:gd name="connsiteX10" fmla="*/ 2133602 w 4267202"/>
                <a:gd name="connsiteY10" fmla="*/ 4114808 h 4267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7202" h="4267208">
                  <a:moveTo>
                    <a:pt x="2133602" y="8"/>
                  </a:moveTo>
                  <a:cubicBezTo>
                    <a:pt x="955247" y="7"/>
                    <a:pt x="1" y="955252"/>
                    <a:pt x="0" y="2133606"/>
                  </a:cubicBezTo>
                  <a:cubicBezTo>
                    <a:pt x="0" y="2699473"/>
                    <a:pt x="224789" y="3242164"/>
                    <a:pt x="624918" y="3642292"/>
                  </a:cubicBezTo>
                  <a:cubicBezTo>
                    <a:pt x="1458141" y="4475515"/>
                    <a:pt x="2809062" y="4475515"/>
                    <a:pt x="3642285" y="3642292"/>
                  </a:cubicBezTo>
                  <a:cubicBezTo>
                    <a:pt x="4475509" y="2809069"/>
                    <a:pt x="4475509" y="1458147"/>
                    <a:pt x="3642285" y="624924"/>
                  </a:cubicBezTo>
                  <a:cubicBezTo>
                    <a:pt x="3243035" y="223486"/>
                    <a:pt x="2699774" y="-1539"/>
                    <a:pt x="2133602" y="8"/>
                  </a:cubicBezTo>
                  <a:close/>
                  <a:moveTo>
                    <a:pt x="2133602" y="4114808"/>
                  </a:moveTo>
                  <a:cubicBezTo>
                    <a:pt x="1041170" y="4114808"/>
                    <a:pt x="152402" y="3226040"/>
                    <a:pt x="152402" y="2133608"/>
                  </a:cubicBezTo>
                  <a:cubicBezTo>
                    <a:pt x="152402" y="1041176"/>
                    <a:pt x="1041170" y="152408"/>
                    <a:pt x="2133602" y="152408"/>
                  </a:cubicBezTo>
                  <a:cubicBezTo>
                    <a:pt x="3226034" y="152408"/>
                    <a:pt x="4114802" y="1041176"/>
                    <a:pt x="4114802" y="2133608"/>
                  </a:cubicBezTo>
                  <a:cubicBezTo>
                    <a:pt x="4114802" y="3226040"/>
                    <a:pt x="3226034" y="4114808"/>
                    <a:pt x="2133602" y="4114808"/>
                  </a:cubicBezTo>
                  <a:close/>
                </a:path>
              </a:pathLst>
            </a:custGeom>
            <a:grpFill/>
            <a:ln w="9525" cap="flat">
              <a:noFill/>
              <a:prstDash val="solid"/>
              <a:miter/>
            </a:ln>
          </p:spPr>
          <p:txBody>
            <a:bodyPr rtlCol="0" anchor="ctr"/>
            <a:lstStyle/>
            <a:p>
              <a:endParaRPr lang="en-US"/>
            </a:p>
          </p:txBody>
        </p:sp>
      </p:grpSp>
      <p:grpSp>
        <p:nvGrpSpPr>
          <p:cNvPr id="263" name="Graphic 72">
            <a:extLst>
              <a:ext uri="{FF2B5EF4-FFF2-40B4-BE49-F238E27FC236}">
                <a16:creationId xmlns:a16="http://schemas.microsoft.com/office/drawing/2014/main" id="{876F4C4A-DA44-4F58-9F25-687D74505BD3}"/>
              </a:ext>
            </a:extLst>
          </p:cNvPr>
          <p:cNvGrpSpPr>
            <a:grpSpLocks noChangeAspect="1"/>
          </p:cNvGrpSpPr>
          <p:nvPr/>
        </p:nvGrpSpPr>
        <p:grpSpPr>
          <a:xfrm>
            <a:off x="6745460" y="5076041"/>
            <a:ext cx="365760" cy="365760"/>
            <a:chOff x="14539069" y="812819"/>
            <a:chExt cx="4876800" cy="4876800"/>
          </a:xfrm>
          <a:solidFill>
            <a:schemeClr val="tx2"/>
          </a:solidFill>
        </p:grpSpPr>
        <p:sp>
          <p:nvSpPr>
            <p:cNvPr id="264" name="Freeform: Shape 263">
              <a:extLst>
                <a:ext uri="{FF2B5EF4-FFF2-40B4-BE49-F238E27FC236}">
                  <a16:creationId xmlns:a16="http://schemas.microsoft.com/office/drawing/2014/main" id="{014F4767-EC83-46D5-BC1F-AB4287B65AA0}"/>
                </a:ext>
              </a:extLst>
            </p:cNvPr>
            <p:cNvSpPr/>
            <p:nvPr/>
          </p:nvSpPr>
          <p:spPr>
            <a:xfrm>
              <a:off x="14541692" y="812819"/>
              <a:ext cx="4871547" cy="4876800"/>
            </a:xfrm>
            <a:custGeom>
              <a:avLst/>
              <a:gdLst>
                <a:gd name="connsiteX0" fmla="*/ 4627708 w 4871547"/>
                <a:gd name="connsiteY0" fmla="*/ 975360 h 4876800"/>
                <a:gd name="connsiteX1" fmla="*/ 3896188 w 4871547"/>
                <a:gd name="connsiteY1" fmla="*/ 975360 h 4876800"/>
                <a:gd name="connsiteX2" fmla="*/ 3896188 w 4871547"/>
                <a:gd name="connsiteY2" fmla="*/ 950976 h 4876800"/>
                <a:gd name="connsiteX3" fmla="*/ 3896188 w 4871547"/>
                <a:gd name="connsiteY3" fmla="*/ 487680 h 4876800"/>
                <a:gd name="connsiteX4" fmla="*/ 4018108 w 4871547"/>
                <a:gd name="connsiteY4" fmla="*/ 487680 h 4876800"/>
                <a:gd name="connsiteX5" fmla="*/ 4140028 w 4871547"/>
                <a:gd name="connsiteY5" fmla="*/ 365760 h 4876800"/>
                <a:gd name="connsiteX6" fmla="*/ 4140028 w 4871547"/>
                <a:gd name="connsiteY6" fmla="*/ 121920 h 4876800"/>
                <a:gd name="connsiteX7" fmla="*/ 4018108 w 4871547"/>
                <a:gd name="connsiteY7" fmla="*/ 0 h 4876800"/>
                <a:gd name="connsiteX8" fmla="*/ 2091772 w 4871547"/>
                <a:gd name="connsiteY8" fmla="*/ 0 h 4876800"/>
                <a:gd name="connsiteX9" fmla="*/ 1945468 w 4871547"/>
                <a:gd name="connsiteY9" fmla="*/ 121920 h 4876800"/>
                <a:gd name="connsiteX10" fmla="*/ 1945468 w 4871547"/>
                <a:gd name="connsiteY10" fmla="*/ 365760 h 4876800"/>
                <a:gd name="connsiteX11" fmla="*/ 2067388 w 4871547"/>
                <a:gd name="connsiteY11" fmla="*/ 487680 h 4876800"/>
                <a:gd name="connsiteX12" fmla="*/ 2189308 w 4871547"/>
                <a:gd name="connsiteY12" fmla="*/ 487680 h 4876800"/>
                <a:gd name="connsiteX13" fmla="*/ 2189308 w 4871547"/>
                <a:gd name="connsiteY13" fmla="*/ 950976 h 4876800"/>
                <a:gd name="connsiteX14" fmla="*/ 2189308 w 4871547"/>
                <a:gd name="connsiteY14" fmla="*/ 975360 h 4876800"/>
                <a:gd name="connsiteX15" fmla="*/ 1238332 w 4871547"/>
                <a:gd name="connsiteY15" fmla="*/ 975360 h 4876800"/>
                <a:gd name="connsiteX16" fmla="*/ 1238332 w 4871547"/>
                <a:gd name="connsiteY16" fmla="*/ 950976 h 4876800"/>
                <a:gd name="connsiteX17" fmla="*/ 1238332 w 4871547"/>
                <a:gd name="connsiteY17" fmla="*/ 243840 h 4876800"/>
                <a:gd name="connsiteX18" fmla="*/ 994492 w 4871547"/>
                <a:gd name="connsiteY18" fmla="*/ 0 h 4876800"/>
                <a:gd name="connsiteX19" fmla="*/ 726268 w 4871547"/>
                <a:gd name="connsiteY19" fmla="*/ 243840 h 4876800"/>
                <a:gd name="connsiteX20" fmla="*/ 726268 w 4871547"/>
                <a:gd name="connsiteY20" fmla="*/ 4145280 h 4876800"/>
                <a:gd name="connsiteX21" fmla="*/ 555580 w 4871547"/>
                <a:gd name="connsiteY21" fmla="*/ 4145280 h 4876800"/>
                <a:gd name="connsiteX22" fmla="*/ 458044 w 4871547"/>
                <a:gd name="connsiteY22" fmla="*/ 4194048 h 4876800"/>
                <a:gd name="connsiteX23" fmla="*/ 19132 w 4871547"/>
                <a:gd name="connsiteY23" fmla="*/ 4681728 h 4876800"/>
                <a:gd name="connsiteX24" fmla="*/ 116668 w 4871547"/>
                <a:gd name="connsiteY24" fmla="*/ 4876800 h 4876800"/>
                <a:gd name="connsiteX25" fmla="*/ 1823548 w 4871547"/>
                <a:gd name="connsiteY25" fmla="*/ 4876800 h 4876800"/>
                <a:gd name="connsiteX26" fmla="*/ 1921084 w 4871547"/>
                <a:gd name="connsiteY26" fmla="*/ 4681728 h 4876800"/>
                <a:gd name="connsiteX27" fmla="*/ 1482172 w 4871547"/>
                <a:gd name="connsiteY27" fmla="*/ 4194048 h 4876800"/>
                <a:gd name="connsiteX28" fmla="*/ 1409020 w 4871547"/>
                <a:gd name="connsiteY28" fmla="*/ 4145280 h 4876800"/>
                <a:gd name="connsiteX29" fmla="*/ 1213948 w 4871547"/>
                <a:gd name="connsiteY29" fmla="*/ 4145280 h 4876800"/>
                <a:gd name="connsiteX30" fmla="*/ 1213948 w 4871547"/>
                <a:gd name="connsiteY30" fmla="*/ 1463040 h 4876800"/>
                <a:gd name="connsiteX31" fmla="*/ 2189308 w 4871547"/>
                <a:gd name="connsiteY31" fmla="*/ 1463040 h 4876800"/>
                <a:gd name="connsiteX32" fmla="*/ 2189308 w 4871547"/>
                <a:gd name="connsiteY32" fmla="*/ 2560320 h 4876800"/>
                <a:gd name="connsiteX33" fmla="*/ 3042748 w 4871547"/>
                <a:gd name="connsiteY33" fmla="*/ 3413760 h 4876800"/>
                <a:gd name="connsiteX34" fmla="*/ 3896188 w 4871547"/>
                <a:gd name="connsiteY34" fmla="*/ 2560320 h 4876800"/>
                <a:gd name="connsiteX35" fmla="*/ 3896188 w 4871547"/>
                <a:gd name="connsiteY35" fmla="*/ 1463040 h 4876800"/>
                <a:gd name="connsiteX36" fmla="*/ 4627708 w 4871547"/>
                <a:gd name="connsiteY36" fmla="*/ 1463040 h 4876800"/>
                <a:gd name="connsiteX37" fmla="*/ 4871548 w 4871547"/>
                <a:gd name="connsiteY37" fmla="*/ 1219200 h 4876800"/>
                <a:gd name="connsiteX38" fmla="*/ 4627708 w 4871547"/>
                <a:gd name="connsiteY38" fmla="*/ 975360 h 4876800"/>
                <a:gd name="connsiteX39" fmla="*/ 3408508 w 4871547"/>
                <a:gd name="connsiteY39" fmla="*/ 2560320 h 4876800"/>
                <a:gd name="connsiteX40" fmla="*/ 3042748 w 4871547"/>
                <a:gd name="connsiteY40" fmla="*/ 2926080 h 4876800"/>
                <a:gd name="connsiteX41" fmla="*/ 2676988 w 4871547"/>
                <a:gd name="connsiteY41" fmla="*/ 2560320 h 4876800"/>
                <a:gd name="connsiteX42" fmla="*/ 2676988 w 4871547"/>
                <a:gd name="connsiteY42" fmla="*/ 1706880 h 4876800"/>
                <a:gd name="connsiteX43" fmla="*/ 3408508 w 4871547"/>
                <a:gd name="connsiteY43" fmla="*/ 1706880 h 4876800"/>
                <a:gd name="connsiteX44" fmla="*/ 3408508 w 4871547"/>
                <a:gd name="connsiteY44" fmla="*/ 256032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4871547" h="4876800">
                  <a:moveTo>
                    <a:pt x="4627708" y="975360"/>
                  </a:moveTo>
                  <a:lnTo>
                    <a:pt x="3896188" y="975360"/>
                  </a:lnTo>
                  <a:cubicBezTo>
                    <a:pt x="3896188" y="975360"/>
                    <a:pt x="3896188" y="975360"/>
                    <a:pt x="3896188" y="950976"/>
                  </a:cubicBezTo>
                  <a:lnTo>
                    <a:pt x="3896188" y="487680"/>
                  </a:lnTo>
                  <a:lnTo>
                    <a:pt x="4018108" y="487680"/>
                  </a:lnTo>
                  <a:cubicBezTo>
                    <a:pt x="4091260" y="487680"/>
                    <a:pt x="4140028" y="438912"/>
                    <a:pt x="4140028" y="365760"/>
                  </a:cubicBezTo>
                  <a:lnTo>
                    <a:pt x="4140028" y="121920"/>
                  </a:lnTo>
                  <a:cubicBezTo>
                    <a:pt x="4140028" y="48768"/>
                    <a:pt x="4091260" y="0"/>
                    <a:pt x="4018108" y="0"/>
                  </a:cubicBezTo>
                  <a:lnTo>
                    <a:pt x="2091772" y="0"/>
                  </a:lnTo>
                  <a:cubicBezTo>
                    <a:pt x="2018620" y="0"/>
                    <a:pt x="1945468" y="48768"/>
                    <a:pt x="1945468" y="121920"/>
                  </a:cubicBezTo>
                  <a:lnTo>
                    <a:pt x="1945468" y="365760"/>
                  </a:lnTo>
                  <a:cubicBezTo>
                    <a:pt x="1945468" y="438912"/>
                    <a:pt x="1994236" y="487680"/>
                    <a:pt x="2067388" y="487680"/>
                  </a:cubicBezTo>
                  <a:lnTo>
                    <a:pt x="2189308" y="487680"/>
                  </a:lnTo>
                  <a:lnTo>
                    <a:pt x="2189308" y="950976"/>
                  </a:lnTo>
                  <a:cubicBezTo>
                    <a:pt x="2189308" y="975360"/>
                    <a:pt x="2189308" y="975360"/>
                    <a:pt x="2189308" y="975360"/>
                  </a:cubicBezTo>
                  <a:lnTo>
                    <a:pt x="1238332" y="975360"/>
                  </a:lnTo>
                  <a:cubicBezTo>
                    <a:pt x="1238332" y="975360"/>
                    <a:pt x="1238332" y="975360"/>
                    <a:pt x="1238332" y="950976"/>
                  </a:cubicBezTo>
                  <a:lnTo>
                    <a:pt x="1238332" y="243840"/>
                  </a:lnTo>
                  <a:cubicBezTo>
                    <a:pt x="1238332" y="97536"/>
                    <a:pt x="1116412" y="0"/>
                    <a:pt x="994492" y="0"/>
                  </a:cubicBezTo>
                  <a:cubicBezTo>
                    <a:pt x="872572" y="0"/>
                    <a:pt x="726268" y="97536"/>
                    <a:pt x="726268" y="243840"/>
                  </a:cubicBezTo>
                  <a:lnTo>
                    <a:pt x="726268" y="4145280"/>
                  </a:lnTo>
                  <a:lnTo>
                    <a:pt x="555580" y="4145280"/>
                  </a:lnTo>
                  <a:cubicBezTo>
                    <a:pt x="506812" y="4145280"/>
                    <a:pt x="482428" y="4169664"/>
                    <a:pt x="458044" y="4194048"/>
                  </a:cubicBezTo>
                  <a:lnTo>
                    <a:pt x="19132" y="4681728"/>
                  </a:lnTo>
                  <a:cubicBezTo>
                    <a:pt x="-29636" y="4754880"/>
                    <a:pt x="19132" y="4876800"/>
                    <a:pt x="116668" y="4876800"/>
                  </a:cubicBezTo>
                  <a:lnTo>
                    <a:pt x="1823548" y="4876800"/>
                  </a:lnTo>
                  <a:cubicBezTo>
                    <a:pt x="1921084" y="4876800"/>
                    <a:pt x="1969852" y="4754880"/>
                    <a:pt x="1921084" y="4681728"/>
                  </a:cubicBezTo>
                  <a:lnTo>
                    <a:pt x="1482172" y="4194048"/>
                  </a:lnTo>
                  <a:cubicBezTo>
                    <a:pt x="1482172" y="4169664"/>
                    <a:pt x="1433404" y="4145280"/>
                    <a:pt x="1409020" y="4145280"/>
                  </a:cubicBezTo>
                  <a:lnTo>
                    <a:pt x="1213948" y="4145280"/>
                  </a:lnTo>
                  <a:lnTo>
                    <a:pt x="1213948" y="1463040"/>
                  </a:lnTo>
                  <a:lnTo>
                    <a:pt x="2189308" y="1463040"/>
                  </a:lnTo>
                  <a:lnTo>
                    <a:pt x="2189308" y="2560320"/>
                  </a:lnTo>
                  <a:cubicBezTo>
                    <a:pt x="2189308" y="3023616"/>
                    <a:pt x="2579452" y="3413760"/>
                    <a:pt x="3042748" y="3413760"/>
                  </a:cubicBezTo>
                  <a:cubicBezTo>
                    <a:pt x="3506044" y="3413760"/>
                    <a:pt x="3896188" y="3023616"/>
                    <a:pt x="3896188" y="2560320"/>
                  </a:cubicBezTo>
                  <a:lnTo>
                    <a:pt x="3896188" y="1463040"/>
                  </a:lnTo>
                  <a:lnTo>
                    <a:pt x="4627708" y="1463040"/>
                  </a:lnTo>
                  <a:cubicBezTo>
                    <a:pt x="4774012" y="1463040"/>
                    <a:pt x="4871548" y="1341120"/>
                    <a:pt x="4871548" y="1219200"/>
                  </a:cubicBezTo>
                  <a:cubicBezTo>
                    <a:pt x="4871548" y="1072896"/>
                    <a:pt x="4774012" y="975360"/>
                    <a:pt x="4627708" y="975360"/>
                  </a:cubicBezTo>
                  <a:close/>
                  <a:moveTo>
                    <a:pt x="3408508" y="2560320"/>
                  </a:moveTo>
                  <a:cubicBezTo>
                    <a:pt x="3408508" y="2755392"/>
                    <a:pt x="3237820" y="2926080"/>
                    <a:pt x="3042748" y="2926080"/>
                  </a:cubicBezTo>
                  <a:cubicBezTo>
                    <a:pt x="2847676" y="2926080"/>
                    <a:pt x="2676988" y="2755392"/>
                    <a:pt x="2676988" y="2560320"/>
                  </a:cubicBezTo>
                  <a:lnTo>
                    <a:pt x="2676988" y="1706880"/>
                  </a:lnTo>
                  <a:lnTo>
                    <a:pt x="3408508" y="1706880"/>
                  </a:lnTo>
                  <a:lnTo>
                    <a:pt x="3408508" y="2560320"/>
                  </a:ln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CCA0A54A-8577-4702-A381-A298A98E663B}"/>
                </a:ext>
              </a:extLst>
            </p:cNvPr>
            <p:cNvSpPr/>
            <p:nvPr/>
          </p:nvSpPr>
          <p:spPr>
            <a:xfrm>
              <a:off x="17218680" y="4714259"/>
              <a:ext cx="487679" cy="975359"/>
            </a:xfrm>
            <a:custGeom>
              <a:avLst/>
              <a:gdLst>
                <a:gd name="connsiteX0" fmla="*/ 243840 w 487679"/>
                <a:gd name="connsiteY0" fmla="*/ 0 h 975359"/>
                <a:gd name="connsiteX1" fmla="*/ 0 w 487679"/>
                <a:gd name="connsiteY1" fmla="*/ 682752 h 975359"/>
                <a:gd name="connsiteX2" fmla="*/ 121920 w 487679"/>
                <a:gd name="connsiteY2" fmla="*/ 975360 h 975359"/>
                <a:gd name="connsiteX3" fmla="*/ 365760 w 487679"/>
                <a:gd name="connsiteY3" fmla="*/ 975360 h 975359"/>
                <a:gd name="connsiteX4" fmla="*/ 487680 w 487679"/>
                <a:gd name="connsiteY4" fmla="*/ 682752 h 975359"/>
                <a:gd name="connsiteX5" fmla="*/ 243840 w 487679"/>
                <a:gd name="connsiteY5" fmla="*/ 0 h 975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7679" h="975359">
                  <a:moveTo>
                    <a:pt x="243840" y="0"/>
                  </a:moveTo>
                  <a:cubicBezTo>
                    <a:pt x="243840" y="0"/>
                    <a:pt x="0" y="487680"/>
                    <a:pt x="0" y="682752"/>
                  </a:cubicBezTo>
                  <a:cubicBezTo>
                    <a:pt x="0" y="804672"/>
                    <a:pt x="48768" y="926592"/>
                    <a:pt x="121920" y="975360"/>
                  </a:cubicBezTo>
                  <a:lnTo>
                    <a:pt x="365760" y="975360"/>
                  </a:lnTo>
                  <a:cubicBezTo>
                    <a:pt x="438912" y="926592"/>
                    <a:pt x="487680" y="804672"/>
                    <a:pt x="487680" y="682752"/>
                  </a:cubicBezTo>
                  <a:cubicBezTo>
                    <a:pt x="487680" y="512064"/>
                    <a:pt x="243840" y="0"/>
                    <a:pt x="243840" y="0"/>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79C345D0-6720-48B7-AA0E-BD52ADEA182E}"/>
                </a:ext>
              </a:extLst>
            </p:cNvPr>
            <p:cNvSpPr/>
            <p:nvPr/>
          </p:nvSpPr>
          <p:spPr>
            <a:xfrm>
              <a:off x="17218680" y="4714259"/>
              <a:ext cx="487679" cy="975359"/>
            </a:xfrm>
            <a:custGeom>
              <a:avLst/>
              <a:gdLst>
                <a:gd name="connsiteX0" fmla="*/ 243840 w 487679"/>
                <a:gd name="connsiteY0" fmla="*/ 0 h 975359"/>
                <a:gd name="connsiteX1" fmla="*/ 0 w 487679"/>
                <a:gd name="connsiteY1" fmla="*/ 682752 h 975359"/>
                <a:gd name="connsiteX2" fmla="*/ 121920 w 487679"/>
                <a:gd name="connsiteY2" fmla="*/ 975360 h 975359"/>
                <a:gd name="connsiteX3" fmla="*/ 365760 w 487679"/>
                <a:gd name="connsiteY3" fmla="*/ 975360 h 975359"/>
                <a:gd name="connsiteX4" fmla="*/ 487680 w 487679"/>
                <a:gd name="connsiteY4" fmla="*/ 682752 h 975359"/>
                <a:gd name="connsiteX5" fmla="*/ 243840 w 487679"/>
                <a:gd name="connsiteY5" fmla="*/ 0 h 975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7679" h="975359">
                  <a:moveTo>
                    <a:pt x="243840" y="0"/>
                  </a:moveTo>
                  <a:cubicBezTo>
                    <a:pt x="243840" y="0"/>
                    <a:pt x="0" y="487680"/>
                    <a:pt x="0" y="682752"/>
                  </a:cubicBezTo>
                  <a:cubicBezTo>
                    <a:pt x="0" y="804672"/>
                    <a:pt x="48768" y="926592"/>
                    <a:pt x="121920" y="975360"/>
                  </a:cubicBezTo>
                  <a:lnTo>
                    <a:pt x="365760" y="975360"/>
                  </a:lnTo>
                  <a:cubicBezTo>
                    <a:pt x="438912" y="926592"/>
                    <a:pt x="487680" y="804672"/>
                    <a:pt x="487680" y="682752"/>
                  </a:cubicBezTo>
                  <a:cubicBezTo>
                    <a:pt x="487680" y="512064"/>
                    <a:pt x="243840" y="0"/>
                    <a:pt x="243840" y="0"/>
                  </a:cubicBezTo>
                  <a:close/>
                </a:path>
              </a:pathLst>
            </a:custGeom>
            <a:grpFill/>
            <a:ln w="9525" cap="flat">
              <a:noFill/>
              <a:prstDash val="solid"/>
              <a:miter/>
            </a:ln>
          </p:spPr>
          <p:txBody>
            <a:bodyPr rtlCol="0" anchor="ctr"/>
            <a:lstStyle/>
            <a:p>
              <a:endParaRPr lang="en-US"/>
            </a:p>
          </p:txBody>
        </p:sp>
      </p:grpSp>
      <p:grpSp>
        <p:nvGrpSpPr>
          <p:cNvPr id="247" name="Graphic 68">
            <a:extLst>
              <a:ext uri="{FF2B5EF4-FFF2-40B4-BE49-F238E27FC236}">
                <a16:creationId xmlns:a16="http://schemas.microsoft.com/office/drawing/2014/main" id="{7F5E6AF2-6598-4B93-8F1B-0BD4ECBA0FB2}"/>
              </a:ext>
            </a:extLst>
          </p:cNvPr>
          <p:cNvGrpSpPr>
            <a:grpSpLocks noChangeAspect="1"/>
          </p:cNvGrpSpPr>
          <p:nvPr/>
        </p:nvGrpSpPr>
        <p:grpSpPr>
          <a:xfrm>
            <a:off x="5540109" y="5076041"/>
            <a:ext cx="365760" cy="365760"/>
            <a:chOff x="14539069" y="812819"/>
            <a:chExt cx="4876800" cy="4876800"/>
          </a:xfrm>
          <a:solidFill>
            <a:schemeClr val="tx2"/>
          </a:solidFill>
        </p:grpSpPr>
        <p:sp>
          <p:nvSpPr>
            <p:cNvPr id="248" name="Freeform: Shape 247">
              <a:extLst>
                <a:ext uri="{FF2B5EF4-FFF2-40B4-BE49-F238E27FC236}">
                  <a16:creationId xmlns:a16="http://schemas.microsoft.com/office/drawing/2014/main" id="{D578B583-2232-433A-A774-5FCC82B01B48}"/>
                </a:ext>
              </a:extLst>
            </p:cNvPr>
            <p:cNvSpPr/>
            <p:nvPr/>
          </p:nvSpPr>
          <p:spPr>
            <a:xfrm>
              <a:off x="16716211" y="4296247"/>
              <a:ext cx="522514" cy="957942"/>
            </a:xfrm>
            <a:custGeom>
              <a:avLst/>
              <a:gdLst>
                <a:gd name="connsiteX0" fmla="*/ 0 w 522514"/>
                <a:gd name="connsiteY0" fmla="*/ 0 h 957942"/>
                <a:gd name="connsiteX1" fmla="*/ 522514 w 522514"/>
                <a:gd name="connsiteY1" fmla="*/ 0 h 957942"/>
                <a:gd name="connsiteX2" fmla="*/ 522514 w 522514"/>
                <a:gd name="connsiteY2" fmla="*/ 957943 h 957942"/>
                <a:gd name="connsiteX3" fmla="*/ 0 w 522514"/>
                <a:gd name="connsiteY3" fmla="*/ 957943 h 957942"/>
              </a:gdLst>
              <a:ahLst/>
              <a:cxnLst>
                <a:cxn ang="0">
                  <a:pos x="connsiteX0" y="connsiteY0"/>
                </a:cxn>
                <a:cxn ang="0">
                  <a:pos x="connsiteX1" y="connsiteY1"/>
                </a:cxn>
                <a:cxn ang="0">
                  <a:pos x="connsiteX2" y="connsiteY2"/>
                </a:cxn>
                <a:cxn ang="0">
                  <a:pos x="connsiteX3" y="connsiteY3"/>
                </a:cxn>
              </a:cxnLst>
              <a:rect l="l" t="t" r="r" b="b"/>
              <a:pathLst>
                <a:path w="522514" h="957942">
                  <a:moveTo>
                    <a:pt x="0" y="0"/>
                  </a:moveTo>
                  <a:lnTo>
                    <a:pt x="522514" y="0"/>
                  </a:lnTo>
                  <a:lnTo>
                    <a:pt x="522514" y="957943"/>
                  </a:lnTo>
                  <a:lnTo>
                    <a:pt x="0" y="957943"/>
                  </a:lnTo>
                  <a:close/>
                </a:path>
              </a:pathLst>
            </a:custGeom>
            <a:grpFill/>
            <a:ln w="87086"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EA5B337F-22CF-42D4-8842-3F73C9432995}"/>
                </a:ext>
              </a:extLst>
            </p:cNvPr>
            <p:cNvSpPr/>
            <p:nvPr/>
          </p:nvSpPr>
          <p:spPr>
            <a:xfrm>
              <a:off x="14539069" y="5428361"/>
              <a:ext cx="1132114" cy="174171"/>
            </a:xfrm>
            <a:custGeom>
              <a:avLst/>
              <a:gdLst>
                <a:gd name="connsiteX0" fmla="*/ 0 w 1132114"/>
                <a:gd name="connsiteY0" fmla="*/ 0 h 174171"/>
                <a:gd name="connsiteX1" fmla="*/ 1132114 w 1132114"/>
                <a:gd name="connsiteY1" fmla="*/ 0 h 174171"/>
                <a:gd name="connsiteX2" fmla="*/ 1132114 w 1132114"/>
                <a:gd name="connsiteY2" fmla="*/ 174171 h 174171"/>
                <a:gd name="connsiteX3" fmla="*/ 0 w 1132114"/>
                <a:gd name="connsiteY3" fmla="*/ 174171 h 174171"/>
              </a:gdLst>
              <a:ahLst/>
              <a:cxnLst>
                <a:cxn ang="0">
                  <a:pos x="connsiteX0" y="connsiteY0"/>
                </a:cxn>
                <a:cxn ang="0">
                  <a:pos x="connsiteX1" y="connsiteY1"/>
                </a:cxn>
                <a:cxn ang="0">
                  <a:pos x="connsiteX2" y="connsiteY2"/>
                </a:cxn>
                <a:cxn ang="0">
                  <a:pos x="connsiteX3" y="connsiteY3"/>
                </a:cxn>
              </a:cxnLst>
              <a:rect l="l" t="t" r="r" b="b"/>
              <a:pathLst>
                <a:path w="1132114" h="174171">
                  <a:moveTo>
                    <a:pt x="0" y="0"/>
                  </a:moveTo>
                  <a:lnTo>
                    <a:pt x="1132114" y="0"/>
                  </a:lnTo>
                  <a:lnTo>
                    <a:pt x="1132114" y="174171"/>
                  </a:lnTo>
                  <a:lnTo>
                    <a:pt x="0" y="174171"/>
                  </a:lnTo>
                  <a:close/>
                </a:path>
              </a:pathLst>
            </a:custGeom>
            <a:grpFill/>
            <a:ln w="87086"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F549A633-F420-43F4-83AE-1329C515F3F9}"/>
                </a:ext>
              </a:extLst>
            </p:cNvPr>
            <p:cNvSpPr/>
            <p:nvPr/>
          </p:nvSpPr>
          <p:spPr>
            <a:xfrm>
              <a:off x="15845354" y="2989961"/>
              <a:ext cx="2264228" cy="174171"/>
            </a:xfrm>
            <a:custGeom>
              <a:avLst/>
              <a:gdLst>
                <a:gd name="connsiteX0" fmla="*/ 0 w 2264228"/>
                <a:gd name="connsiteY0" fmla="*/ 0 h 174171"/>
                <a:gd name="connsiteX1" fmla="*/ 2264229 w 2264228"/>
                <a:gd name="connsiteY1" fmla="*/ 0 h 174171"/>
                <a:gd name="connsiteX2" fmla="*/ 2264229 w 2264228"/>
                <a:gd name="connsiteY2" fmla="*/ 174171 h 174171"/>
                <a:gd name="connsiteX3" fmla="*/ 0 w 2264228"/>
                <a:gd name="connsiteY3" fmla="*/ 174171 h 174171"/>
              </a:gdLst>
              <a:ahLst/>
              <a:cxnLst>
                <a:cxn ang="0">
                  <a:pos x="connsiteX0" y="connsiteY0"/>
                </a:cxn>
                <a:cxn ang="0">
                  <a:pos x="connsiteX1" y="connsiteY1"/>
                </a:cxn>
                <a:cxn ang="0">
                  <a:pos x="connsiteX2" y="connsiteY2"/>
                </a:cxn>
                <a:cxn ang="0">
                  <a:pos x="connsiteX3" y="connsiteY3"/>
                </a:cxn>
              </a:cxnLst>
              <a:rect l="l" t="t" r="r" b="b"/>
              <a:pathLst>
                <a:path w="2264228" h="174171">
                  <a:moveTo>
                    <a:pt x="0" y="0"/>
                  </a:moveTo>
                  <a:lnTo>
                    <a:pt x="2264229" y="0"/>
                  </a:lnTo>
                  <a:lnTo>
                    <a:pt x="2264229" y="174171"/>
                  </a:lnTo>
                  <a:lnTo>
                    <a:pt x="0" y="174171"/>
                  </a:lnTo>
                  <a:close/>
                </a:path>
              </a:pathLst>
            </a:custGeom>
            <a:grpFill/>
            <a:ln w="87086"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7ED3F54E-898F-474E-9ACB-1991187F1724}"/>
                </a:ext>
              </a:extLst>
            </p:cNvPr>
            <p:cNvSpPr/>
            <p:nvPr/>
          </p:nvSpPr>
          <p:spPr>
            <a:xfrm>
              <a:off x="14679973" y="2815789"/>
              <a:ext cx="991209" cy="348343"/>
            </a:xfrm>
            <a:custGeom>
              <a:avLst/>
              <a:gdLst>
                <a:gd name="connsiteX0" fmla="*/ 991210 w 991209"/>
                <a:gd name="connsiteY0" fmla="*/ 174172 h 348343"/>
                <a:gd name="connsiteX1" fmla="*/ 817038 w 991209"/>
                <a:gd name="connsiteY1" fmla="*/ 0 h 348343"/>
                <a:gd name="connsiteX2" fmla="*/ 227990 w 991209"/>
                <a:gd name="connsiteY2" fmla="*/ 0 h 348343"/>
                <a:gd name="connsiteX3" fmla="*/ 150136 w 991209"/>
                <a:gd name="connsiteY3" fmla="*/ 48159 h 348343"/>
                <a:gd name="connsiteX4" fmla="*/ 0 w 991209"/>
                <a:gd name="connsiteY4" fmla="*/ 348343 h 348343"/>
                <a:gd name="connsiteX5" fmla="*/ 991210 w 991209"/>
                <a:gd name="connsiteY5" fmla="*/ 348343 h 348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1209" h="348343">
                  <a:moveTo>
                    <a:pt x="991210" y="174172"/>
                  </a:moveTo>
                  <a:cubicBezTo>
                    <a:pt x="895017" y="174172"/>
                    <a:pt x="817038" y="96193"/>
                    <a:pt x="817038" y="0"/>
                  </a:cubicBezTo>
                  <a:lnTo>
                    <a:pt x="227990" y="0"/>
                  </a:lnTo>
                  <a:cubicBezTo>
                    <a:pt x="194979" y="-105"/>
                    <a:pt x="164782" y="18574"/>
                    <a:pt x="150136" y="48159"/>
                  </a:cubicBezTo>
                  <a:lnTo>
                    <a:pt x="0" y="348343"/>
                  </a:lnTo>
                  <a:lnTo>
                    <a:pt x="991210" y="348343"/>
                  </a:lnTo>
                  <a:close/>
                </a:path>
              </a:pathLst>
            </a:custGeom>
            <a:grpFill/>
            <a:ln w="87086"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65F99873-4E31-4673-8D50-7A4FFBA6FC73}"/>
                </a:ext>
              </a:extLst>
            </p:cNvPr>
            <p:cNvSpPr/>
            <p:nvPr/>
          </p:nvSpPr>
          <p:spPr>
            <a:xfrm>
              <a:off x="16019526" y="3338304"/>
              <a:ext cx="1915885" cy="1915885"/>
            </a:xfrm>
            <a:custGeom>
              <a:avLst/>
              <a:gdLst>
                <a:gd name="connsiteX0" fmla="*/ 1915886 w 1915885"/>
                <a:gd name="connsiteY0" fmla="*/ 1915886 h 1915885"/>
                <a:gd name="connsiteX1" fmla="*/ 1915886 w 1915885"/>
                <a:gd name="connsiteY1" fmla="*/ 0 h 1915885"/>
                <a:gd name="connsiteX2" fmla="*/ 0 w 1915885"/>
                <a:gd name="connsiteY2" fmla="*/ 0 h 1915885"/>
                <a:gd name="connsiteX3" fmla="*/ 0 w 1915885"/>
                <a:gd name="connsiteY3" fmla="*/ 1915886 h 1915885"/>
                <a:gd name="connsiteX4" fmla="*/ 522514 w 1915885"/>
                <a:gd name="connsiteY4" fmla="*/ 1915886 h 1915885"/>
                <a:gd name="connsiteX5" fmla="*/ 522514 w 1915885"/>
                <a:gd name="connsiteY5" fmla="*/ 870857 h 1915885"/>
                <a:gd name="connsiteX6" fmla="*/ 609600 w 1915885"/>
                <a:gd name="connsiteY6" fmla="*/ 783771 h 1915885"/>
                <a:gd name="connsiteX7" fmla="*/ 1306286 w 1915885"/>
                <a:gd name="connsiteY7" fmla="*/ 783771 h 1915885"/>
                <a:gd name="connsiteX8" fmla="*/ 1393371 w 1915885"/>
                <a:gd name="connsiteY8" fmla="*/ 870857 h 1915885"/>
                <a:gd name="connsiteX9" fmla="*/ 1393371 w 1915885"/>
                <a:gd name="connsiteY9" fmla="*/ 1915886 h 1915885"/>
                <a:gd name="connsiteX10" fmla="*/ 783771 w 1915885"/>
                <a:gd name="connsiteY10" fmla="*/ 435429 h 1915885"/>
                <a:gd name="connsiteX11" fmla="*/ 696686 w 1915885"/>
                <a:gd name="connsiteY11" fmla="*/ 522514 h 1915885"/>
                <a:gd name="connsiteX12" fmla="*/ 609600 w 1915885"/>
                <a:gd name="connsiteY12" fmla="*/ 435429 h 1915885"/>
                <a:gd name="connsiteX13" fmla="*/ 609600 w 1915885"/>
                <a:gd name="connsiteY13" fmla="*/ 261257 h 1915885"/>
                <a:gd name="connsiteX14" fmla="*/ 696686 w 1915885"/>
                <a:gd name="connsiteY14" fmla="*/ 174171 h 1915885"/>
                <a:gd name="connsiteX15" fmla="*/ 783771 w 1915885"/>
                <a:gd name="connsiteY15" fmla="*/ 261257 h 1915885"/>
                <a:gd name="connsiteX16" fmla="*/ 1306286 w 1915885"/>
                <a:gd name="connsiteY16" fmla="*/ 435429 h 1915885"/>
                <a:gd name="connsiteX17" fmla="*/ 1219200 w 1915885"/>
                <a:gd name="connsiteY17" fmla="*/ 522514 h 1915885"/>
                <a:gd name="connsiteX18" fmla="*/ 1132114 w 1915885"/>
                <a:gd name="connsiteY18" fmla="*/ 435429 h 1915885"/>
                <a:gd name="connsiteX19" fmla="*/ 1132114 w 1915885"/>
                <a:gd name="connsiteY19" fmla="*/ 261257 h 1915885"/>
                <a:gd name="connsiteX20" fmla="*/ 1219200 w 1915885"/>
                <a:gd name="connsiteY20" fmla="*/ 174171 h 1915885"/>
                <a:gd name="connsiteX21" fmla="*/ 1306286 w 1915885"/>
                <a:gd name="connsiteY21" fmla="*/ 261257 h 1915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15885" h="1915885">
                  <a:moveTo>
                    <a:pt x="1915886" y="1915886"/>
                  </a:moveTo>
                  <a:lnTo>
                    <a:pt x="1915886" y="0"/>
                  </a:lnTo>
                  <a:lnTo>
                    <a:pt x="0" y="0"/>
                  </a:lnTo>
                  <a:lnTo>
                    <a:pt x="0" y="1915886"/>
                  </a:lnTo>
                  <a:lnTo>
                    <a:pt x="522514" y="1915886"/>
                  </a:lnTo>
                  <a:lnTo>
                    <a:pt x="522514" y="870857"/>
                  </a:lnTo>
                  <a:cubicBezTo>
                    <a:pt x="522514" y="822761"/>
                    <a:pt x="561504" y="783771"/>
                    <a:pt x="609600" y="783771"/>
                  </a:cubicBezTo>
                  <a:lnTo>
                    <a:pt x="1306286" y="783771"/>
                  </a:lnTo>
                  <a:cubicBezTo>
                    <a:pt x="1354382" y="783771"/>
                    <a:pt x="1393371" y="822761"/>
                    <a:pt x="1393371" y="870857"/>
                  </a:cubicBezTo>
                  <a:lnTo>
                    <a:pt x="1393371" y="1915886"/>
                  </a:lnTo>
                  <a:close/>
                  <a:moveTo>
                    <a:pt x="783771" y="435429"/>
                  </a:moveTo>
                  <a:cubicBezTo>
                    <a:pt x="783771" y="483525"/>
                    <a:pt x="744782" y="522514"/>
                    <a:pt x="696686" y="522514"/>
                  </a:cubicBezTo>
                  <a:cubicBezTo>
                    <a:pt x="648590" y="522514"/>
                    <a:pt x="609600" y="483525"/>
                    <a:pt x="609600" y="435429"/>
                  </a:cubicBezTo>
                  <a:lnTo>
                    <a:pt x="609600" y="261257"/>
                  </a:lnTo>
                  <a:cubicBezTo>
                    <a:pt x="609600" y="213161"/>
                    <a:pt x="648590" y="174171"/>
                    <a:pt x="696686" y="174171"/>
                  </a:cubicBezTo>
                  <a:cubicBezTo>
                    <a:pt x="744782" y="174171"/>
                    <a:pt x="783771" y="213161"/>
                    <a:pt x="783771" y="261257"/>
                  </a:cubicBezTo>
                  <a:close/>
                  <a:moveTo>
                    <a:pt x="1306286" y="435429"/>
                  </a:moveTo>
                  <a:cubicBezTo>
                    <a:pt x="1306286" y="483525"/>
                    <a:pt x="1267296" y="522514"/>
                    <a:pt x="1219200" y="522514"/>
                  </a:cubicBezTo>
                  <a:cubicBezTo>
                    <a:pt x="1171104" y="522514"/>
                    <a:pt x="1132114" y="483525"/>
                    <a:pt x="1132114" y="435429"/>
                  </a:cubicBezTo>
                  <a:lnTo>
                    <a:pt x="1132114" y="261257"/>
                  </a:lnTo>
                  <a:cubicBezTo>
                    <a:pt x="1132114" y="213161"/>
                    <a:pt x="1171104" y="174171"/>
                    <a:pt x="1219200" y="174171"/>
                  </a:cubicBezTo>
                  <a:cubicBezTo>
                    <a:pt x="1267296" y="174171"/>
                    <a:pt x="1306286" y="213161"/>
                    <a:pt x="1306286" y="261257"/>
                  </a:cubicBezTo>
                  <a:close/>
                </a:path>
              </a:pathLst>
            </a:custGeom>
            <a:grpFill/>
            <a:ln w="87086"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F7210CD6-8F18-440F-B118-21D922716DD4}"/>
                </a:ext>
              </a:extLst>
            </p:cNvPr>
            <p:cNvSpPr/>
            <p:nvPr/>
          </p:nvSpPr>
          <p:spPr>
            <a:xfrm>
              <a:off x="15770025" y="2119104"/>
              <a:ext cx="2390589" cy="348342"/>
            </a:xfrm>
            <a:custGeom>
              <a:avLst/>
              <a:gdLst>
                <a:gd name="connsiteX0" fmla="*/ 2067763 w 2390589"/>
                <a:gd name="connsiteY0" fmla="*/ 25516 h 348342"/>
                <a:gd name="connsiteX1" fmla="*/ 2006107 w 2390589"/>
                <a:gd name="connsiteY1" fmla="*/ 0 h 348342"/>
                <a:gd name="connsiteX2" fmla="*/ 331100 w 2390589"/>
                <a:gd name="connsiteY2" fmla="*/ 0 h 348342"/>
                <a:gd name="connsiteX3" fmla="*/ 264218 w 2390589"/>
                <a:gd name="connsiteY3" fmla="*/ 31351 h 348342"/>
                <a:gd name="connsiteX4" fmla="*/ 0 w 2390589"/>
                <a:gd name="connsiteY4" fmla="*/ 348343 h 348342"/>
                <a:gd name="connsiteX5" fmla="*/ 2390590 w 2390589"/>
                <a:gd name="connsiteY5" fmla="*/ 348343 h 348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90589" h="348342">
                  <a:moveTo>
                    <a:pt x="2067763" y="25516"/>
                  </a:moveTo>
                  <a:cubicBezTo>
                    <a:pt x="2051414" y="9162"/>
                    <a:pt x="2029232" y="-18"/>
                    <a:pt x="2006107" y="0"/>
                  </a:cubicBezTo>
                  <a:lnTo>
                    <a:pt x="331100" y="0"/>
                  </a:lnTo>
                  <a:cubicBezTo>
                    <a:pt x="305259" y="10"/>
                    <a:pt x="280756" y="11495"/>
                    <a:pt x="264218" y="31351"/>
                  </a:cubicBezTo>
                  <a:lnTo>
                    <a:pt x="0" y="348343"/>
                  </a:lnTo>
                  <a:lnTo>
                    <a:pt x="2390590" y="348343"/>
                  </a:lnTo>
                  <a:close/>
                </a:path>
              </a:pathLst>
            </a:custGeom>
            <a:grpFill/>
            <a:ln w="87086"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23B70318-0BA6-45DE-80FA-95B28E314688}"/>
                </a:ext>
              </a:extLst>
            </p:cNvPr>
            <p:cNvSpPr/>
            <p:nvPr/>
          </p:nvSpPr>
          <p:spPr>
            <a:xfrm>
              <a:off x="15845354" y="812819"/>
              <a:ext cx="2265360" cy="609600"/>
            </a:xfrm>
            <a:custGeom>
              <a:avLst/>
              <a:gdLst>
                <a:gd name="connsiteX0" fmla="*/ 2264229 w 2265360"/>
                <a:gd name="connsiteY0" fmla="*/ 305497 h 609600"/>
                <a:gd name="connsiteX1" fmla="*/ 2265361 w 2265360"/>
                <a:gd name="connsiteY1" fmla="*/ 305497 h 609600"/>
                <a:gd name="connsiteX2" fmla="*/ 1132114 w 2265360"/>
                <a:gd name="connsiteY2" fmla="*/ 0 h 609600"/>
                <a:gd name="connsiteX3" fmla="*/ 0 w 2265360"/>
                <a:gd name="connsiteY3" fmla="*/ 304103 h 609600"/>
                <a:gd name="connsiteX4" fmla="*/ 1132550 w 2265360"/>
                <a:gd name="connsiteY4" fmla="*/ 609600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5360" h="609600">
                  <a:moveTo>
                    <a:pt x="2264229" y="305497"/>
                  </a:moveTo>
                  <a:lnTo>
                    <a:pt x="2265361" y="305497"/>
                  </a:lnTo>
                  <a:lnTo>
                    <a:pt x="1132114" y="0"/>
                  </a:lnTo>
                  <a:lnTo>
                    <a:pt x="0" y="304103"/>
                  </a:lnTo>
                  <a:lnTo>
                    <a:pt x="1132550" y="609600"/>
                  </a:lnTo>
                  <a:close/>
                </a:path>
              </a:pathLst>
            </a:custGeom>
            <a:grpFill/>
            <a:ln w="87086"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6D556C2F-396D-45CC-9C27-52D029D01DE2}"/>
                </a:ext>
              </a:extLst>
            </p:cNvPr>
            <p:cNvSpPr/>
            <p:nvPr/>
          </p:nvSpPr>
          <p:spPr>
            <a:xfrm>
              <a:off x="18283754" y="2815789"/>
              <a:ext cx="991209" cy="348343"/>
            </a:xfrm>
            <a:custGeom>
              <a:avLst/>
              <a:gdLst>
                <a:gd name="connsiteX0" fmla="*/ 0 w 991209"/>
                <a:gd name="connsiteY0" fmla="*/ 348343 h 348343"/>
                <a:gd name="connsiteX1" fmla="*/ 991210 w 991209"/>
                <a:gd name="connsiteY1" fmla="*/ 348343 h 348343"/>
                <a:gd name="connsiteX2" fmla="*/ 841074 w 991209"/>
                <a:gd name="connsiteY2" fmla="*/ 48159 h 348343"/>
                <a:gd name="connsiteX3" fmla="*/ 763219 w 991209"/>
                <a:gd name="connsiteY3" fmla="*/ 0 h 348343"/>
                <a:gd name="connsiteX4" fmla="*/ 174171 w 991209"/>
                <a:gd name="connsiteY4" fmla="*/ 0 h 348343"/>
                <a:gd name="connsiteX5" fmla="*/ 0 w 991209"/>
                <a:gd name="connsiteY5" fmla="*/ 174172 h 348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1209" h="348343">
                  <a:moveTo>
                    <a:pt x="0" y="348343"/>
                  </a:moveTo>
                  <a:lnTo>
                    <a:pt x="991210" y="348343"/>
                  </a:lnTo>
                  <a:lnTo>
                    <a:pt x="841074" y="48159"/>
                  </a:lnTo>
                  <a:cubicBezTo>
                    <a:pt x="826428" y="18574"/>
                    <a:pt x="796231" y="-105"/>
                    <a:pt x="763219" y="0"/>
                  </a:cubicBezTo>
                  <a:lnTo>
                    <a:pt x="174171" y="0"/>
                  </a:lnTo>
                  <a:cubicBezTo>
                    <a:pt x="174171" y="96193"/>
                    <a:pt x="96192" y="174172"/>
                    <a:pt x="0" y="174172"/>
                  </a:cubicBezTo>
                  <a:close/>
                </a:path>
              </a:pathLst>
            </a:custGeom>
            <a:grpFill/>
            <a:ln w="87086"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F1C9ABF9-9868-4C6B-91EB-1F63461FD700}"/>
                </a:ext>
              </a:extLst>
            </p:cNvPr>
            <p:cNvSpPr/>
            <p:nvPr/>
          </p:nvSpPr>
          <p:spPr>
            <a:xfrm>
              <a:off x="16280783" y="1415626"/>
              <a:ext cx="1393371" cy="529306"/>
            </a:xfrm>
            <a:custGeom>
              <a:avLst/>
              <a:gdLst>
                <a:gd name="connsiteX0" fmla="*/ 651924 w 1393371"/>
                <a:gd name="connsiteY0" fmla="*/ 175042 h 529306"/>
                <a:gd name="connsiteX1" fmla="*/ 0 w 1393371"/>
                <a:gd name="connsiteY1" fmla="*/ 0 h 529306"/>
                <a:gd name="connsiteX2" fmla="*/ 0 w 1393371"/>
                <a:gd name="connsiteY2" fmla="*/ 529307 h 529306"/>
                <a:gd name="connsiteX3" fmla="*/ 1393371 w 1393371"/>
                <a:gd name="connsiteY3" fmla="*/ 529307 h 529306"/>
                <a:gd name="connsiteX4" fmla="*/ 1393371 w 1393371"/>
                <a:gd name="connsiteY4" fmla="*/ 0 h 529306"/>
                <a:gd name="connsiteX5" fmla="*/ 741448 w 1393371"/>
                <a:gd name="connsiteY5" fmla="*/ 175042 h 529306"/>
                <a:gd name="connsiteX6" fmla="*/ 651924 w 1393371"/>
                <a:gd name="connsiteY6" fmla="*/ 175042 h 529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93371" h="529306">
                  <a:moveTo>
                    <a:pt x="651924" y="175042"/>
                  </a:moveTo>
                  <a:lnTo>
                    <a:pt x="0" y="0"/>
                  </a:lnTo>
                  <a:lnTo>
                    <a:pt x="0" y="529307"/>
                  </a:lnTo>
                  <a:lnTo>
                    <a:pt x="1393371" y="529307"/>
                  </a:lnTo>
                  <a:lnTo>
                    <a:pt x="1393371" y="0"/>
                  </a:lnTo>
                  <a:lnTo>
                    <a:pt x="741448" y="175042"/>
                  </a:lnTo>
                  <a:cubicBezTo>
                    <a:pt x="712128" y="182937"/>
                    <a:pt x="681243" y="182937"/>
                    <a:pt x="651924" y="175042"/>
                  </a:cubicBezTo>
                  <a:close/>
                </a:path>
              </a:pathLst>
            </a:custGeom>
            <a:grpFill/>
            <a:ln w="87086"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BF901201-7121-493E-B62A-8E2A0A734488}"/>
                </a:ext>
              </a:extLst>
            </p:cNvPr>
            <p:cNvSpPr/>
            <p:nvPr/>
          </p:nvSpPr>
          <p:spPr>
            <a:xfrm>
              <a:off x="15671183" y="2641619"/>
              <a:ext cx="2612571" cy="174171"/>
            </a:xfrm>
            <a:custGeom>
              <a:avLst/>
              <a:gdLst>
                <a:gd name="connsiteX0" fmla="*/ 0 w 2612571"/>
                <a:gd name="connsiteY0" fmla="*/ 0 h 174171"/>
                <a:gd name="connsiteX1" fmla="*/ 2612572 w 2612571"/>
                <a:gd name="connsiteY1" fmla="*/ 0 h 174171"/>
                <a:gd name="connsiteX2" fmla="*/ 2612572 w 2612571"/>
                <a:gd name="connsiteY2" fmla="*/ 174171 h 174171"/>
                <a:gd name="connsiteX3" fmla="*/ 0 w 2612571"/>
                <a:gd name="connsiteY3" fmla="*/ 174171 h 174171"/>
              </a:gdLst>
              <a:ahLst/>
              <a:cxnLst>
                <a:cxn ang="0">
                  <a:pos x="connsiteX0" y="connsiteY0"/>
                </a:cxn>
                <a:cxn ang="0">
                  <a:pos x="connsiteX1" y="connsiteY1"/>
                </a:cxn>
                <a:cxn ang="0">
                  <a:pos x="connsiteX2" y="connsiteY2"/>
                </a:cxn>
                <a:cxn ang="0">
                  <a:pos x="connsiteX3" y="connsiteY3"/>
                </a:cxn>
              </a:cxnLst>
              <a:rect l="l" t="t" r="r" b="b"/>
              <a:pathLst>
                <a:path w="2612571" h="174171">
                  <a:moveTo>
                    <a:pt x="0" y="0"/>
                  </a:moveTo>
                  <a:lnTo>
                    <a:pt x="2612572" y="0"/>
                  </a:lnTo>
                  <a:lnTo>
                    <a:pt x="2612572" y="174171"/>
                  </a:lnTo>
                  <a:lnTo>
                    <a:pt x="0" y="174171"/>
                  </a:lnTo>
                  <a:close/>
                </a:path>
              </a:pathLst>
            </a:custGeom>
            <a:grpFill/>
            <a:ln w="87086"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455E9258-7C7E-496B-8B8B-1E09827DCB81}"/>
                </a:ext>
              </a:extLst>
            </p:cNvPr>
            <p:cNvSpPr/>
            <p:nvPr/>
          </p:nvSpPr>
          <p:spPr>
            <a:xfrm>
              <a:off x="14626154" y="3338304"/>
              <a:ext cx="1219200" cy="1915885"/>
            </a:xfrm>
            <a:custGeom>
              <a:avLst/>
              <a:gdLst>
                <a:gd name="connsiteX0" fmla="*/ 1219200 w 1219200"/>
                <a:gd name="connsiteY0" fmla="*/ 0 h 1915885"/>
                <a:gd name="connsiteX1" fmla="*/ 0 w 1219200"/>
                <a:gd name="connsiteY1" fmla="*/ 0 h 1915885"/>
                <a:gd name="connsiteX2" fmla="*/ 0 w 1219200"/>
                <a:gd name="connsiteY2" fmla="*/ 1915886 h 1915885"/>
                <a:gd name="connsiteX3" fmla="*/ 1219200 w 1219200"/>
                <a:gd name="connsiteY3" fmla="*/ 1915886 h 1915885"/>
                <a:gd name="connsiteX4" fmla="*/ 435429 w 1219200"/>
                <a:gd name="connsiteY4" fmla="*/ 1567543 h 1915885"/>
                <a:gd name="connsiteX5" fmla="*/ 348343 w 1219200"/>
                <a:gd name="connsiteY5" fmla="*/ 1654629 h 1915885"/>
                <a:gd name="connsiteX6" fmla="*/ 261257 w 1219200"/>
                <a:gd name="connsiteY6" fmla="*/ 1567543 h 1915885"/>
                <a:gd name="connsiteX7" fmla="*/ 261257 w 1219200"/>
                <a:gd name="connsiteY7" fmla="*/ 1393371 h 1915885"/>
                <a:gd name="connsiteX8" fmla="*/ 348343 w 1219200"/>
                <a:gd name="connsiteY8" fmla="*/ 1306286 h 1915885"/>
                <a:gd name="connsiteX9" fmla="*/ 435429 w 1219200"/>
                <a:gd name="connsiteY9" fmla="*/ 1393371 h 1915885"/>
                <a:gd name="connsiteX10" fmla="*/ 435429 w 1219200"/>
                <a:gd name="connsiteY10" fmla="*/ 1045029 h 1915885"/>
                <a:gd name="connsiteX11" fmla="*/ 348343 w 1219200"/>
                <a:gd name="connsiteY11" fmla="*/ 1132114 h 1915885"/>
                <a:gd name="connsiteX12" fmla="*/ 261257 w 1219200"/>
                <a:gd name="connsiteY12" fmla="*/ 1045029 h 1915885"/>
                <a:gd name="connsiteX13" fmla="*/ 261257 w 1219200"/>
                <a:gd name="connsiteY13" fmla="*/ 870857 h 1915885"/>
                <a:gd name="connsiteX14" fmla="*/ 348343 w 1219200"/>
                <a:gd name="connsiteY14" fmla="*/ 783771 h 1915885"/>
                <a:gd name="connsiteX15" fmla="*/ 435429 w 1219200"/>
                <a:gd name="connsiteY15" fmla="*/ 870857 h 1915885"/>
                <a:gd name="connsiteX16" fmla="*/ 435429 w 1219200"/>
                <a:gd name="connsiteY16" fmla="*/ 522514 h 1915885"/>
                <a:gd name="connsiteX17" fmla="*/ 348343 w 1219200"/>
                <a:gd name="connsiteY17" fmla="*/ 609600 h 1915885"/>
                <a:gd name="connsiteX18" fmla="*/ 261257 w 1219200"/>
                <a:gd name="connsiteY18" fmla="*/ 522514 h 1915885"/>
                <a:gd name="connsiteX19" fmla="*/ 261257 w 1219200"/>
                <a:gd name="connsiteY19" fmla="*/ 348343 h 1915885"/>
                <a:gd name="connsiteX20" fmla="*/ 348343 w 1219200"/>
                <a:gd name="connsiteY20" fmla="*/ 261257 h 1915885"/>
                <a:gd name="connsiteX21" fmla="*/ 435429 w 1219200"/>
                <a:gd name="connsiteY21" fmla="*/ 348343 h 1915885"/>
                <a:gd name="connsiteX22" fmla="*/ 957943 w 1219200"/>
                <a:gd name="connsiteY22" fmla="*/ 1567543 h 1915885"/>
                <a:gd name="connsiteX23" fmla="*/ 870857 w 1219200"/>
                <a:gd name="connsiteY23" fmla="*/ 1654629 h 1915885"/>
                <a:gd name="connsiteX24" fmla="*/ 783771 w 1219200"/>
                <a:gd name="connsiteY24" fmla="*/ 1567543 h 1915885"/>
                <a:gd name="connsiteX25" fmla="*/ 783771 w 1219200"/>
                <a:gd name="connsiteY25" fmla="*/ 1393371 h 1915885"/>
                <a:gd name="connsiteX26" fmla="*/ 870857 w 1219200"/>
                <a:gd name="connsiteY26" fmla="*/ 1306286 h 1915885"/>
                <a:gd name="connsiteX27" fmla="*/ 957943 w 1219200"/>
                <a:gd name="connsiteY27" fmla="*/ 1393371 h 1915885"/>
                <a:gd name="connsiteX28" fmla="*/ 957943 w 1219200"/>
                <a:gd name="connsiteY28" fmla="*/ 1045029 h 1915885"/>
                <a:gd name="connsiteX29" fmla="*/ 870857 w 1219200"/>
                <a:gd name="connsiteY29" fmla="*/ 1132114 h 1915885"/>
                <a:gd name="connsiteX30" fmla="*/ 783771 w 1219200"/>
                <a:gd name="connsiteY30" fmla="*/ 1045029 h 1915885"/>
                <a:gd name="connsiteX31" fmla="*/ 783771 w 1219200"/>
                <a:gd name="connsiteY31" fmla="*/ 870857 h 1915885"/>
                <a:gd name="connsiteX32" fmla="*/ 870857 w 1219200"/>
                <a:gd name="connsiteY32" fmla="*/ 783771 h 1915885"/>
                <a:gd name="connsiteX33" fmla="*/ 957943 w 1219200"/>
                <a:gd name="connsiteY33" fmla="*/ 870857 h 1915885"/>
                <a:gd name="connsiteX34" fmla="*/ 957943 w 1219200"/>
                <a:gd name="connsiteY34" fmla="*/ 522514 h 1915885"/>
                <a:gd name="connsiteX35" fmla="*/ 870857 w 1219200"/>
                <a:gd name="connsiteY35" fmla="*/ 609600 h 1915885"/>
                <a:gd name="connsiteX36" fmla="*/ 783771 w 1219200"/>
                <a:gd name="connsiteY36" fmla="*/ 522514 h 1915885"/>
                <a:gd name="connsiteX37" fmla="*/ 783771 w 1219200"/>
                <a:gd name="connsiteY37" fmla="*/ 348343 h 1915885"/>
                <a:gd name="connsiteX38" fmla="*/ 870857 w 1219200"/>
                <a:gd name="connsiteY38" fmla="*/ 261257 h 1915885"/>
                <a:gd name="connsiteX39" fmla="*/ 957943 w 1219200"/>
                <a:gd name="connsiteY39" fmla="*/ 348343 h 1915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219200" h="1915885">
                  <a:moveTo>
                    <a:pt x="1219200" y="0"/>
                  </a:moveTo>
                  <a:lnTo>
                    <a:pt x="0" y="0"/>
                  </a:lnTo>
                  <a:lnTo>
                    <a:pt x="0" y="1915886"/>
                  </a:lnTo>
                  <a:lnTo>
                    <a:pt x="1219200" y="1915886"/>
                  </a:lnTo>
                  <a:close/>
                  <a:moveTo>
                    <a:pt x="435429" y="1567543"/>
                  </a:moveTo>
                  <a:cubicBezTo>
                    <a:pt x="435429" y="1615639"/>
                    <a:pt x="396439" y="1654629"/>
                    <a:pt x="348343" y="1654629"/>
                  </a:cubicBezTo>
                  <a:cubicBezTo>
                    <a:pt x="300247" y="1654629"/>
                    <a:pt x="261257" y="1615639"/>
                    <a:pt x="261257" y="1567543"/>
                  </a:cubicBezTo>
                  <a:lnTo>
                    <a:pt x="261257" y="1393371"/>
                  </a:lnTo>
                  <a:cubicBezTo>
                    <a:pt x="261257" y="1345275"/>
                    <a:pt x="300247" y="1306286"/>
                    <a:pt x="348343" y="1306286"/>
                  </a:cubicBezTo>
                  <a:cubicBezTo>
                    <a:pt x="396439" y="1306286"/>
                    <a:pt x="435429" y="1345275"/>
                    <a:pt x="435429" y="1393371"/>
                  </a:cubicBezTo>
                  <a:close/>
                  <a:moveTo>
                    <a:pt x="435429" y="1045029"/>
                  </a:moveTo>
                  <a:cubicBezTo>
                    <a:pt x="435429" y="1093125"/>
                    <a:pt x="396439" y="1132114"/>
                    <a:pt x="348343" y="1132114"/>
                  </a:cubicBezTo>
                  <a:cubicBezTo>
                    <a:pt x="300247" y="1132114"/>
                    <a:pt x="261257" y="1093125"/>
                    <a:pt x="261257" y="1045029"/>
                  </a:cubicBezTo>
                  <a:lnTo>
                    <a:pt x="261257" y="870857"/>
                  </a:lnTo>
                  <a:cubicBezTo>
                    <a:pt x="261257" y="822761"/>
                    <a:pt x="300247" y="783771"/>
                    <a:pt x="348343" y="783771"/>
                  </a:cubicBezTo>
                  <a:cubicBezTo>
                    <a:pt x="396439" y="783771"/>
                    <a:pt x="435429" y="822761"/>
                    <a:pt x="435429" y="870857"/>
                  </a:cubicBezTo>
                  <a:close/>
                  <a:moveTo>
                    <a:pt x="435429" y="522514"/>
                  </a:moveTo>
                  <a:cubicBezTo>
                    <a:pt x="435429" y="570610"/>
                    <a:pt x="396439" y="609600"/>
                    <a:pt x="348343" y="609600"/>
                  </a:cubicBezTo>
                  <a:cubicBezTo>
                    <a:pt x="300247" y="609600"/>
                    <a:pt x="261257" y="570610"/>
                    <a:pt x="261257" y="522514"/>
                  </a:cubicBezTo>
                  <a:lnTo>
                    <a:pt x="261257" y="348343"/>
                  </a:lnTo>
                  <a:cubicBezTo>
                    <a:pt x="261257" y="300247"/>
                    <a:pt x="300247" y="261257"/>
                    <a:pt x="348343" y="261257"/>
                  </a:cubicBezTo>
                  <a:cubicBezTo>
                    <a:pt x="396439" y="261257"/>
                    <a:pt x="435429" y="300247"/>
                    <a:pt x="435429" y="348343"/>
                  </a:cubicBezTo>
                  <a:close/>
                  <a:moveTo>
                    <a:pt x="957943" y="1567543"/>
                  </a:moveTo>
                  <a:cubicBezTo>
                    <a:pt x="957943" y="1615639"/>
                    <a:pt x="918953" y="1654629"/>
                    <a:pt x="870857" y="1654629"/>
                  </a:cubicBezTo>
                  <a:cubicBezTo>
                    <a:pt x="822761" y="1654629"/>
                    <a:pt x="783771" y="1615639"/>
                    <a:pt x="783771" y="1567543"/>
                  </a:cubicBezTo>
                  <a:lnTo>
                    <a:pt x="783771" y="1393371"/>
                  </a:lnTo>
                  <a:cubicBezTo>
                    <a:pt x="783771" y="1345275"/>
                    <a:pt x="822761" y="1306286"/>
                    <a:pt x="870857" y="1306286"/>
                  </a:cubicBezTo>
                  <a:cubicBezTo>
                    <a:pt x="918953" y="1306286"/>
                    <a:pt x="957943" y="1345275"/>
                    <a:pt x="957943" y="1393371"/>
                  </a:cubicBezTo>
                  <a:close/>
                  <a:moveTo>
                    <a:pt x="957943" y="1045029"/>
                  </a:moveTo>
                  <a:cubicBezTo>
                    <a:pt x="957943" y="1093125"/>
                    <a:pt x="918953" y="1132114"/>
                    <a:pt x="870857" y="1132114"/>
                  </a:cubicBezTo>
                  <a:cubicBezTo>
                    <a:pt x="822761" y="1132114"/>
                    <a:pt x="783771" y="1093125"/>
                    <a:pt x="783771" y="1045029"/>
                  </a:cubicBezTo>
                  <a:lnTo>
                    <a:pt x="783771" y="870857"/>
                  </a:lnTo>
                  <a:cubicBezTo>
                    <a:pt x="783771" y="822761"/>
                    <a:pt x="822761" y="783771"/>
                    <a:pt x="870857" y="783771"/>
                  </a:cubicBezTo>
                  <a:cubicBezTo>
                    <a:pt x="918953" y="783771"/>
                    <a:pt x="957943" y="822761"/>
                    <a:pt x="957943" y="870857"/>
                  </a:cubicBezTo>
                  <a:close/>
                  <a:moveTo>
                    <a:pt x="957943" y="522514"/>
                  </a:moveTo>
                  <a:cubicBezTo>
                    <a:pt x="957943" y="570610"/>
                    <a:pt x="918953" y="609600"/>
                    <a:pt x="870857" y="609600"/>
                  </a:cubicBezTo>
                  <a:cubicBezTo>
                    <a:pt x="822761" y="609600"/>
                    <a:pt x="783771" y="570610"/>
                    <a:pt x="783771" y="522514"/>
                  </a:cubicBezTo>
                  <a:lnTo>
                    <a:pt x="783771" y="348343"/>
                  </a:lnTo>
                  <a:cubicBezTo>
                    <a:pt x="783771" y="300247"/>
                    <a:pt x="822761" y="261257"/>
                    <a:pt x="870857" y="261257"/>
                  </a:cubicBezTo>
                  <a:cubicBezTo>
                    <a:pt x="918953" y="261257"/>
                    <a:pt x="957943" y="300247"/>
                    <a:pt x="957943" y="348343"/>
                  </a:cubicBezTo>
                  <a:close/>
                </a:path>
              </a:pathLst>
            </a:custGeom>
            <a:grpFill/>
            <a:ln w="87086"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EE57B35C-A4E8-4325-A3C8-7388A323799C}"/>
                </a:ext>
              </a:extLst>
            </p:cNvPr>
            <p:cNvSpPr/>
            <p:nvPr/>
          </p:nvSpPr>
          <p:spPr>
            <a:xfrm>
              <a:off x="18283754" y="5428361"/>
              <a:ext cx="1132114" cy="174171"/>
            </a:xfrm>
            <a:custGeom>
              <a:avLst/>
              <a:gdLst>
                <a:gd name="connsiteX0" fmla="*/ 0 w 1132114"/>
                <a:gd name="connsiteY0" fmla="*/ 0 h 174171"/>
                <a:gd name="connsiteX1" fmla="*/ 1132114 w 1132114"/>
                <a:gd name="connsiteY1" fmla="*/ 0 h 174171"/>
                <a:gd name="connsiteX2" fmla="*/ 1132114 w 1132114"/>
                <a:gd name="connsiteY2" fmla="*/ 174171 h 174171"/>
                <a:gd name="connsiteX3" fmla="*/ 0 w 1132114"/>
                <a:gd name="connsiteY3" fmla="*/ 174171 h 174171"/>
              </a:gdLst>
              <a:ahLst/>
              <a:cxnLst>
                <a:cxn ang="0">
                  <a:pos x="connsiteX0" y="connsiteY0"/>
                </a:cxn>
                <a:cxn ang="0">
                  <a:pos x="connsiteX1" y="connsiteY1"/>
                </a:cxn>
                <a:cxn ang="0">
                  <a:pos x="connsiteX2" y="connsiteY2"/>
                </a:cxn>
                <a:cxn ang="0">
                  <a:pos x="connsiteX3" y="connsiteY3"/>
                </a:cxn>
              </a:cxnLst>
              <a:rect l="l" t="t" r="r" b="b"/>
              <a:pathLst>
                <a:path w="1132114" h="174171">
                  <a:moveTo>
                    <a:pt x="0" y="0"/>
                  </a:moveTo>
                  <a:lnTo>
                    <a:pt x="1132114" y="0"/>
                  </a:lnTo>
                  <a:lnTo>
                    <a:pt x="1132114" y="174171"/>
                  </a:lnTo>
                  <a:lnTo>
                    <a:pt x="0" y="174171"/>
                  </a:lnTo>
                  <a:close/>
                </a:path>
              </a:pathLst>
            </a:custGeom>
            <a:grpFill/>
            <a:ln w="87086"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E1AE2AEB-FEFA-44F4-9A47-E8478A06B43A}"/>
                </a:ext>
              </a:extLst>
            </p:cNvPr>
            <p:cNvSpPr/>
            <p:nvPr/>
          </p:nvSpPr>
          <p:spPr>
            <a:xfrm>
              <a:off x="15845354" y="5428361"/>
              <a:ext cx="2264315" cy="261257"/>
            </a:xfrm>
            <a:custGeom>
              <a:avLst/>
              <a:gdLst>
                <a:gd name="connsiteX0" fmla="*/ 1480457 w 2264315"/>
                <a:gd name="connsiteY0" fmla="*/ 0 h 261257"/>
                <a:gd name="connsiteX1" fmla="*/ 783771 w 2264315"/>
                <a:gd name="connsiteY1" fmla="*/ 0 h 261257"/>
                <a:gd name="connsiteX2" fmla="*/ 0 w 2264315"/>
                <a:gd name="connsiteY2" fmla="*/ 0 h 261257"/>
                <a:gd name="connsiteX3" fmla="*/ 0 w 2264315"/>
                <a:gd name="connsiteY3" fmla="*/ 261257 h 261257"/>
                <a:gd name="connsiteX4" fmla="*/ 2264316 w 2264315"/>
                <a:gd name="connsiteY4" fmla="*/ 261257 h 261257"/>
                <a:gd name="connsiteX5" fmla="*/ 2264229 w 2264315"/>
                <a:gd name="connsiteY5" fmla="*/ 0 h 261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64315" h="261257">
                  <a:moveTo>
                    <a:pt x="1480457" y="0"/>
                  </a:moveTo>
                  <a:lnTo>
                    <a:pt x="783771" y="0"/>
                  </a:lnTo>
                  <a:lnTo>
                    <a:pt x="0" y="0"/>
                  </a:lnTo>
                  <a:lnTo>
                    <a:pt x="0" y="261257"/>
                  </a:lnTo>
                  <a:lnTo>
                    <a:pt x="2264316" y="261257"/>
                  </a:lnTo>
                  <a:lnTo>
                    <a:pt x="2264229" y="0"/>
                  </a:lnTo>
                  <a:close/>
                </a:path>
              </a:pathLst>
            </a:custGeom>
            <a:grpFill/>
            <a:ln w="87086"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D9129943-8810-45EB-8E7A-4548F8C6DA8F}"/>
                </a:ext>
              </a:extLst>
            </p:cNvPr>
            <p:cNvSpPr/>
            <p:nvPr/>
          </p:nvSpPr>
          <p:spPr>
            <a:xfrm>
              <a:off x="18109583" y="3338304"/>
              <a:ext cx="1219200" cy="1915885"/>
            </a:xfrm>
            <a:custGeom>
              <a:avLst/>
              <a:gdLst>
                <a:gd name="connsiteX0" fmla="*/ 1219200 w 1219200"/>
                <a:gd name="connsiteY0" fmla="*/ 0 h 1915885"/>
                <a:gd name="connsiteX1" fmla="*/ 0 w 1219200"/>
                <a:gd name="connsiteY1" fmla="*/ 0 h 1915885"/>
                <a:gd name="connsiteX2" fmla="*/ 0 w 1219200"/>
                <a:gd name="connsiteY2" fmla="*/ 1915886 h 1915885"/>
                <a:gd name="connsiteX3" fmla="*/ 1219200 w 1219200"/>
                <a:gd name="connsiteY3" fmla="*/ 1915886 h 1915885"/>
                <a:gd name="connsiteX4" fmla="*/ 435429 w 1219200"/>
                <a:gd name="connsiteY4" fmla="*/ 1567543 h 1915885"/>
                <a:gd name="connsiteX5" fmla="*/ 348343 w 1219200"/>
                <a:gd name="connsiteY5" fmla="*/ 1654629 h 1915885"/>
                <a:gd name="connsiteX6" fmla="*/ 261257 w 1219200"/>
                <a:gd name="connsiteY6" fmla="*/ 1567543 h 1915885"/>
                <a:gd name="connsiteX7" fmla="*/ 261257 w 1219200"/>
                <a:gd name="connsiteY7" fmla="*/ 1393371 h 1915885"/>
                <a:gd name="connsiteX8" fmla="*/ 348343 w 1219200"/>
                <a:gd name="connsiteY8" fmla="*/ 1306286 h 1915885"/>
                <a:gd name="connsiteX9" fmla="*/ 435429 w 1219200"/>
                <a:gd name="connsiteY9" fmla="*/ 1393371 h 1915885"/>
                <a:gd name="connsiteX10" fmla="*/ 435429 w 1219200"/>
                <a:gd name="connsiteY10" fmla="*/ 1045029 h 1915885"/>
                <a:gd name="connsiteX11" fmla="*/ 348343 w 1219200"/>
                <a:gd name="connsiteY11" fmla="*/ 1132114 h 1915885"/>
                <a:gd name="connsiteX12" fmla="*/ 261257 w 1219200"/>
                <a:gd name="connsiteY12" fmla="*/ 1045029 h 1915885"/>
                <a:gd name="connsiteX13" fmla="*/ 261257 w 1219200"/>
                <a:gd name="connsiteY13" fmla="*/ 870857 h 1915885"/>
                <a:gd name="connsiteX14" fmla="*/ 348343 w 1219200"/>
                <a:gd name="connsiteY14" fmla="*/ 783771 h 1915885"/>
                <a:gd name="connsiteX15" fmla="*/ 435429 w 1219200"/>
                <a:gd name="connsiteY15" fmla="*/ 870857 h 1915885"/>
                <a:gd name="connsiteX16" fmla="*/ 435429 w 1219200"/>
                <a:gd name="connsiteY16" fmla="*/ 522514 h 1915885"/>
                <a:gd name="connsiteX17" fmla="*/ 348343 w 1219200"/>
                <a:gd name="connsiteY17" fmla="*/ 609600 h 1915885"/>
                <a:gd name="connsiteX18" fmla="*/ 261257 w 1219200"/>
                <a:gd name="connsiteY18" fmla="*/ 522514 h 1915885"/>
                <a:gd name="connsiteX19" fmla="*/ 261257 w 1219200"/>
                <a:gd name="connsiteY19" fmla="*/ 348343 h 1915885"/>
                <a:gd name="connsiteX20" fmla="*/ 348343 w 1219200"/>
                <a:gd name="connsiteY20" fmla="*/ 261257 h 1915885"/>
                <a:gd name="connsiteX21" fmla="*/ 435429 w 1219200"/>
                <a:gd name="connsiteY21" fmla="*/ 348343 h 1915885"/>
                <a:gd name="connsiteX22" fmla="*/ 957943 w 1219200"/>
                <a:gd name="connsiteY22" fmla="*/ 1567543 h 1915885"/>
                <a:gd name="connsiteX23" fmla="*/ 870857 w 1219200"/>
                <a:gd name="connsiteY23" fmla="*/ 1654629 h 1915885"/>
                <a:gd name="connsiteX24" fmla="*/ 783771 w 1219200"/>
                <a:gd name="connsiteY24" fmla="*/ 1567543 h 1915885"/>
                <a:gd name="connsiteX25" fmla="*/ 783771 w 1219200"/>
                <a:gd name="connsiteY25" fmla="*/ 1393371 h 1915885"/>
                <a:gd name="connsiteX26" fmla="*/ 870857 w 1219200"/>
                <a:gd name="connsiteY26" fmla="*/ 1306286 h 1915885"/>
                <a:gd name="connsiteX27" fmla="*/ 957943 w 1219200"/>
                <a:gd name="connsiteY27" fmla="*/ 1393371 h 1915885"/>
                <a:gd name="connsiteX28" fmla="*/ 957943 w 1219200"/>
                <a:gd name="connsiteY28" fmla="*/ 1045029 h 1915885"/>
                <a:gd name="connsiteX29" fmla="*/ 870857 w 1219200"/>
                <a:gd name="connsiteY29" fmla="*/ 1132114 h 1915885"/>
                <a:gd name="connsiteX30" fmla="*/ 783771 w 1219200"/>
                <a:gd name="connsiteY30" fmla="*/ 1045029 h 1915885"/>
                <a:gd name="connsiteX31" fmla="*/ 783771 w 1219200"/>
                <a:gd name="connsiteY31" fmla="*/ 870857 h 1915885"/>
                <a:gd name="connsiteX32" fmla="*/ 870857 w 1219200"/>
                <a:gd name="connsiteY32" fmla="*/ 783771 h 1915885"/>
                <a:gd name="connsiteX33" fmla="*/ 957943 w 1219200"/>
                <a:gd name="connsiteY33" fmla="*/ 870857 h 1915885"/>
                <a:gd name="connsiteX34" fmla="*/ 957943 w 1219200"/>
                <a:gd name="connsiteY34" fmla="*/ 522514 h 1915885"/>
                <a:gd name="connsiteX35" fmla="*/ 870857 w 1219200"/>
                <a:gd name="connsiteY35" fmla="*/ 609600 h 1915885"/>
                <a:gd name="connsiteX36" fmla="*/ 783771 w 1219200"/>
                <a:gd name="connsiteY36" fmla="*/ 522514 h 1915885"/>
                <a:gd name="connsiteX37" fmla="*/ 783771 w 1219200"/>
                <a:gd name="connsiteY37" fmla="*/ 348343 h 1915885"/>
                <a:gd name="connsiteX38" fmla="*/ 870857 w 1219200"/>
                <a:gd name="connsiteY38" fmla="*/ 261257 h 1915885"/>
                <a:gd name="connsiteX39" fmla="*/ 957943 w 1219200"/>
                <a:gd name="connsiteY39" fmla="*/ 348343 h 1915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219200" h="1915885">
                  <a:moveTo>
                    <a:pt x="1219200" y="0"/>
                  </a:moveTo>
                  <a:lnTo>
                    <a:pt x="0" y="0"/>
                  </a:lnTo>
                  <a:lnTo>
                    <a:pt x="0" y="1915886"/>
                  </a:lnTo>
                  <a:lnTo>
                    <a:pt x="1219200" y="1915886"/>
                  </a:lnTo>
                  <a:close/>
                  <a:moveTo>
                    <a:pt x="435429" y="1567543"/>
                  </a:moveTo>
                  <a:cubicBezTo>
                    <a:pt x="435429" y="1615639"/>
                    <a:pt x="396439" y="1654629"/>
                    <a:pt x="348343" y="1654629"/>
                  </a:cubicBezTo>
                  <a:cubicBezTo>
                    <a:pt x="300247" y="1654629"/>
                    <a:pt x="261257" y="1615639"/>
                    <a:pt x="261257" y="1567543"/>
                  </a:cubicBezTo>
                  <a:lnTo>
                    <a:pt x="261257" y="1393371"/>
                  </a:lnTo>
                  <a:cubicBezTo>
                    <a:pt x="261257" y="1345275"/>
                    <a:pt x="300247" y="1306286"/>
                    <a:pt x="348343" y="1306286"/>
                  </a:cubicBezTo>
                  <a:cubicBezTo>
                    <a:pt x="396439" y="1306286"/>
                    <a:pt x="435429" y="1345275"/>
                    <a:pt x="435429" y="1393371"/>
                  </a:cubicBezTo>
                  <a:close/>
                  <a:moveTo>
                    <a:pt x="435429" y="1045029"/>
                  </a:moveTo>
                  <a:cubicBezTo>
                    <a:pt x="435429" y="1093125"/>
                    <a:pt x="396439" y="1132114"/>
                    <a:pt x="348343" y="1132114"/>
                  </a:cubicBezTo>
                  <a:cubicBezTo>
                    <a:pt x="300247" y="1132114"/>
                    <a:pt x="261257" y="1093125"/>
                    <a:pt x="261257" y="1045029"/>
                  </a:cubicBezTo>
                  <a:lnTo>
                    <a:pt x="261257" y="870857"/>
                  </a:lnTo>
                  <a:cubicBezTo>
                    <a:pt x="261257" y="822761"/>
                    <a:pt x="300247" y="783771"/>
                    <a:pt x="348343" y="783771"/>
                  </a:cubicBezTo>
                  <a:cubicBezTo>
                    <a:pt x="396439" y="783771"/>
                    <a:pt x="435429" y="822761"/>
                    <a:pt x="435429" y="870857"/>
                  </a:cubicBezTo>
                  <a:close/>
                  <a:moveTo>
                    <a:pt x="435429" y="522514"/>
                  </a:moveTo>
                  <a:cubicBezTo>
                    <a:pt x="435429" y="570610"/>
                    <a:pt x="396439" y="609600"/>
                    <a:pt x="348343" y="609600"/>
                  </a:cubicBezTo>
                  <a:cubicBezTo>
                    <a:pt x="300247" y="609600"/>
                    <a:pt x="261257" y="570610"/>
                    <a:pt x="261257" y="522514"/>
                  </a:cubicBezTo>
                  <a:lnTo>
                    <a:pt x="261257" y="348343"/>
                  </a:lnTo>
                  <a:cubicBezTo>
                    <a:pt x="261257" y="300247"/>
                    <a:pt x="300247" y="261257"/>
                    <a:pt x="348343" y="261257"/>
                  </a:cubicBezTo>
                  <a:cubicBezTo>
                    <a:pt x="396439" y="261257"/>
                    <a:pt x="435429" y="300247"/>
                    <a:pt x="435429" y="348343"/>
                  </a:cubicBezTo>
                  <a:close/>
                  <a:moveTo>
                    <a:pt x="957943" y="1567543"/>
                  </a:moveTo>
                  <a:cubicBezTo>
                    <a:pt x="957943" y="1615639"/>
                    <a:pt x="918953" y="1654629"/>
                    <a:pt x="870857" y="1654629"/>
                  </a:cubicBezTo>
                  <a:cubicBezTo>
                    <a:pt x="822761" y="1654629"/>
                    <a:pt x="783771" y="1615639"/>
                    <a:pt x="783771" y="1567543"/>
                  </a:cubicBezTo>
                  <a:lnTo>
                    <a:pt x="783771" y="1393371"/>
                  </a:lnTo>
                  <a:cubicBezTo>
                    <a:pt x="783771" y="1345275"/>
                    <a:pt x="822761" y="1306286"/>
                    <a:pt x="870857" y="1306286"/>
                  </a:cubicBezTo>
                  <a:cubicBezTo>
                    <a:pt x="918953" y="1306286"/>
                    <a:pt x="957943" y="1345275"/>
                    <a:pt x="957943" y="1393371"/>
                  </a:cubicBezTo>
                  <a:close/>
                  <a:moveTo>
                    <a:pt x="957943" y="1045029"/>
                  </a:moveTo>
                  <a:cubicBezTo>
                    <a:pt x="957943" y="1093125"/>
                    <a:pt x="918953" y="1132114"/>
                    <a:pt x="870857" y="1132114"/>
                  </a:cubicBezTo>
                  <a:cubicBezTo>
                    <a:pt x="822761" y="1132114"/>
                    <a:pt x="783771" y="1093125"/>
                    <a:pt x="783771" y="1045029"/>
                  </a:cubicBezTo>
                  <a:lnTo>
                    <a:pt x="783771" y="870857"/>
                  </a:lnTo>
                  <a:cubicBezTo>
                    <a:pt x="783771" y="822761"/>
                    <a:pt x="822761" y="783771"/>
                    <a:pt x="870857" y="783771"/>
                  </a:cubicBezTo>
                  <a:cubicBezTo>
                    <a:pt x="918953" y="783771"/>
                    <a:pt x="957943" y="822761"/>
                    <a:pt x="957943" y="870857"/>
                  </a:cubicBezTo>
                  <a:close/>
                  <a:moveTo>
                    <a:pt x="957943" y="522514"/>
                  </a:moveTo>
                  <a:cubicBezTo>
                    <a:pt x="957943" y="570610"/>
                    <a:pt x="918953" y="609600"/>
                    <a:pt x="870857" y="609600"/>
                  </a:cubicBezTo>
                  <a:cubicBezTo>
                    <a:pt x="822761" y="609600"/>
                    <a:pt x="783771" y="570610"/>
                    <a:pt x="783771" y="522514"/>
                  </a:cubicBezTo>
                  <a:lnTo>
                    <a:pt x="783771" y="348343"/>
                  </a:lnTo>
                  <a:cubicBezTo>
                    <a:pt x="783771" y="300247"/>
                    <a:pt x="822761" y="261257"/>
                    <a:pt x="870857" y="261257"/>
                  </a:cubicBezTo>
                  <a:cubicBezTo>
                    <a:pt x="918953" y="261257"/>
                    <a:pt x="957943" y="300247"/>
                    <a:pt x="957943" y="348343"/>
                  </a:cubicBezTo>
                  <a:close/>
                </a:path>
              </a:pathLst>
            </a:custGeom>
            <a:grpFill/>
            <a:ln w="87086"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6F0FF2B1-2201-4104-AD34-84C06F134EA9}"/>
                </a:ext>
              </a:extLst>
            </p:cNvPr>
            <p:cNvSpPr/>
            <p:nvPr/>
          </p:nvSpPr>
          <p:spPr>
            <a:xfrm>
              <a:off x="17942204" y="1295273"/>
              <a:ext cx="254476" cy="562584"/>
            </a:xfrm>
            <a:custGeom>
              <a:avLst/>
              <a:gdLst>
                <a:gd name="connsiteX0" fmla="*/ 174172 w 254476"/>
                <a:gd name="connsiteY0" fmla="*/ 0 h 562584"/>
                <a:gd name="connsiteX1" fmla="*/ 0 w 254476"/>
                <a:gd name="connsiteY1" fmla="*/ 0 h 562584"/>
                <a:gd name="connsiteX2" fmla="*/ 0 w 254476"/>
                <a:gd name="connsiteY2" fmla="*/ 324830 h 562584"/>
                <a:gd name="connsiteX3" fmla="*/ 0 w 254476"/>
                <a:gd name="connsiteY3" fmla="*/ 325439 h 562584"/>
                <a:gd name="connsiteX4" fmla="*/ 119046 w 254476"/>
                <a:gd name="connsiteY4" fmla="*/ 547943 h 562584"/>
                <a:gd name="connsiteX5" fmla="*/ 205961 w 254476"/>
                <a:gd name="connsiteY5" fmla="*/ 553573 h 562584"/>
                <a:gd name="connsiteX6" fmla="*/ 254293 w 254476"/>
                <a:gd name="connsiteY6" fmla="*/ 481118 h 562584"/>
                <a:gd name="connsiteX7" fmla="*/ 215712 w 254476"/>
                <a:gd name="connsiteY7" fmla="*/ 403033 h 562584"/>
                <a:gd name="connsiteX8" fmla="*/ 174172 w 254476"/>
                <a:gd name="connsiteY8" fmla="*/ 325439 h 562584"/>
                <a:gd name="connsiteX9" fmla="*/ 174172 w 254476"/>
                <a:gd name="connsiteY9" fmla="*/ 324830 h 562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476" h="562584">
                  <a:moveTo>
                    <a:pt x="174172" y="0"/>
                  </a:moveTo>
                  <a:lnTo>
                    <a:pt x="0" y="0"/>
                  </a:lnTo>
                  <a:lnTo>
                    <a:pt x="0" y="324830"/>
                  </a:lnTo>
                  <a:lnTo>
                    <a:pt x="0" y="325439"/>
                  </a:lnTo>
                  <a:cubicBezTo>
                    <a:pt x="-97" y="414867"/>
                    <a:pt x="44596" y="498401"/>
                    <a:pt x="119046" y="547943"/>
                  </a:cubicBezTo>
                  <a:cubicBezTo>
                    <a:pt x="144932" y="565211"/>
                    <a:pt x="178064" y="567357"/>
                    <a:pt x="205961" y="553573"/>
                  </a:cubicBezTo>
                  <a:cubicBezTo>
                    <a:pt x="233858" y="539789"/>
                    <a:pt x="252282" y="512169"/>
                    <a:pt x="254293" y="481118"/>
                  </a:cubicBezTo>
                  <a:cubicBezTo>
                    <a:pt x="256305" y="450066"/>
                    <a:pt x="241597" y="420300"/>
                    <a:pt x="215712" y="403033"/>
                  </a:cubicBezTo>
                  <a:cubicBezTo>
                    <a:pt x="189729" y="385771"/>
                    <a:pt x="174130" y="356633"/>
                    <a:pt x="174172" y="325439"/>
                  </a:cubicBezTo>
                  <a:lnTo>
                    <a:pt x="174172" y="324830"/>
                  </a:lnTo>
                  <a:close/>
                </a:path>
              </a:pathLst>
            </a:custGeom>
            <a:grpFill/>
            <a:ln w="87086" cap="flat">
              <a:noFill/>
              <a:prstDash val="solid"/>
              <a:miter/>
            </a:ln>
          </p:spPr>
          <p:txBody>
            <a:bodyPr rtlCol="0" anchor="ctr"/>
            <a:lstStyle/>
            <a:p>
              <a:endParaRPr lang="en-US"/>
            </a:p>
          </p:txBody>
        </p:sp>
      </p:grpSp>
      <p:grpSp>
        <p:nvGrpSpPr>
          <p:cNvPr id="275" name="Graphic 78">
            <a:extLst>
              <a:ext uri="{FF2B5EF4-FFF2-40B4-BE49-F238E27FC236}">
                <a16:creationId xmlns:a16="http://schemas.microsoft.com/office/drawing/2014/main" id="{6ACC887B-BDDC-4BDE-B418-B2E7A070A973}"/>
              </a:ext>
            </a:extLst>
          </p:cNvPr>
          <p:cNvGrpSpPr>
            <a:grpSpLocks noChangeAspect="1"/>
          </p:cNvGrpSpPr>
          <p:nvPr/>
        </p:nvGrpSpPr>
        <p:grpSpPr>
          <a:xfrm>
            <a:off x="4204667" y="5076041"/>
            <a:ext cx="495851" cy="365760"/>
            <a:chOff x="14539069" y="1452556"/>
            <a:chExt cx="4876800" cy="3597325"/>
          </a:xfrm>
          <a:solidFill>
            <a:schemeClr val="tx2"/>
          </a:solidFill>
        </p:grpSpPr>
        <p:sp>
          <p:nvSpPr>
            <p:cNvPr id="276" name="Freeform: Shape 275">
              <a:extLst>
                <a:ext uri="{FF2B5EF4-FFF2-40B4-BE49-F238E27FC236}">
                  <a16:creationId xmlns:a16="http://schemas.microsoft.com/office/drawing/2014/main" id="{18E7CD61-47FF-4759-A044-ADFEF7C6C9DF}"/>
                </a:ext>
              </a:extLst>
            </p:cNvPr>
            <p:cNvSpPr/>
            <p:nvPr/>
          </p:nvSpPr>
          <p:spPr>
            <a:xfrm>
              <a:off x="14539069" y="1901002"/>
              <a:ext cx="2294372" cy="3148879"/>
            </a:xfrm>
            <a:custGeom>
              <a:avLst/>
              <a:gdLst>
                <a:gd name="connsiteX0" fmla="*/ 1555128 w 2294372"/>
                <a:gd name="connsiteY0" fmla="*/ 2795597 h 3148879"/>
                <a:gd name="connsiteX1" fmla="*/ 1471879 w 2294372"/>
                <a:gd name="connsiteY1" fmla="*/ 2792578 h 3148879"/>
                <a:gd name="connsiteX2" fmla="*/ 502225 w 2294372"/>
                <a:gd name="connsiteY2" fmla="*/ 2792578 h 3148879"/>
                <a:gd name="connsiteX3" fmla="*/ 359350 w 2294372"/>
                <a:gd name="connsiteY3" fmla="*/ 2792578 h 3148879"/>
                <a:gd name="connsiteX4" fmla="*/ 359350 w 2294372"/>
                <a:gd name="connsiteY4" fmla="*/ 0 h 3148879"/>
                <a:gd name="connsiteX5" fmla="*/ 0 w 2294372"/>
                <a:gd name="connsiteY5" fmla="*/ 0 h 3148879"/>
                <a:gd name="connsiteX6" fmla="*/ 0 w 2294372"/>
                <a:gd name="connsiteY6" fmla="*/ 3148879 h 3148879"/>
                <a:gd name="connsiteX7" fmla="*/ 2294373 w 2294372"/>
                <a:gd name="connsiteY7" fmla="*/ 3148879 h 3148879"/>
                <a:gd name="connsiteX8" fmla="*/ 2262121 w 2294372"/>
                <a:gd name="connsiteY8" fmla="*/ 3117018 h 3148879"/>
                <a:gd name="connsiteX9" fmla="*/ 1555128 w 2294372"/>
                <a:gd name="connsiteY9" fmla="*/ 2795597 h 3148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4372" h="3148879">
                  <a:moveTo>
                    <a:pt x="1555128" y="2795597"/>
                  </a:moveTo>
                  <a:cubicBezTo>
                    <a:pt x="1527553" y="2793587"/>
                    <a:pt x="1499797" y="2792578"/>
                    <a:pt x="1471879" y="2792578"/>
                  </a:cubicBezTo>
                  <a:lnTo>
                    <a:pt x="502225" y="2792578"/>
                  </a:lnTo>
                  <a:lnTo>
                    <a:pt x="359350" y="2792578"/>
                  </a:lnTo>
                  <a:lnTo>
                    <a:pt x="359350" y="0"/>
                  </a:lnTo>
                  <a:lnTo>
                    <a:pt x="0" y="0"/>
                  </a:lnTo>
                  <a:lnTo>
                    <a:pt x="0" y="3148879"/>
                  </a:lnTo>
                  <a:lnTo>
                    <a:pt x="2294373" y="3148879"/>
                  </a:lnTo>
                  <a:lnTo>
                    <a:pt x="2262121" y="3117018"/>
                  </a:lnTo>
                  <a:cubicBezTo>
                    <a:pt x="2070135" y="2927423"/>
                    <a:pt x="1821647" y="2815009"/>
                    <a:pt x="1555128" y="2795597"/>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24137DAA-B2EC-4274-B729-66FD05A747EF}"/>
                </a:ext>
              </a:extLst>
            </p:cNvPr>
            <p:cNvSpPr/>
            <p:nvPr/>
          </p:nvSpPr>
          <p:spPr>
            <a:xfrm>
              <a:off x="15184168" y="1452556"/>
              <a:ext cx="1650434" cy="3220535"/>
            </a:xfrm>
            <a:custGeom>
              <a:avLst/>
              <a:gdLst>
                <a:gd name="connsiteX0" fmla="*/ 826780 w 1650434"/>
                <a:gd name="connsiteY0" fmla="*/ 0 h 3220535"/>
                <a:gd name="connsiteX1" fmla="*/ 0 w 1650434"/>
                <a:gd name="connsiteY1" fmla="*/ 0 h 3220535"/>
                <a:gd name="connsiteX2" fmla="*/ 0 w 1650434"/>
                <a:gd name="connsiteY2" fmla="*/ 2955274 h 3220535"/>
                <a:gd name="connsiteX3" fmla="*/ 826789 w 1650434"/>
                <a:gd name="connsiteY3" fmla="*/ 2955274 h 3220535"/>
                <a:gd name="connsiteX4" fmla="*/ 1650435 w 1650434"/>
                <a:gd name="connsiteY4" fmla="*/ 3220536 h 3220535"/>
                <a:gd name="connsiteX5" fmla="*/ 1650435 w 1650434"/>
                <a:gd name="connsiteY5" fmla="*/ 357435 h 3220535"/>
                <a:gd name="connsiteX6" fmla="*/ 1617031 w 1650434"/>
                <a:gd name="connsiteY6" fmla="*/ 324441 h 3220535"/>
                <a:gd name="connsiteX7" fmla="*/ 826780 w 1650434"/>
                <a:gd name="connsiteY7" fmla="*/ 0 h 3220535"/>
                <a:gd name="connsiteX8" fmla="*/ 1154382 w 1650434"/>
                <a:gd name="connsiteY8" fmla="*/ 2286753 h 3220535"/>
                <a:gd name="connsiteX9" fmla="*/ 496043 w 1650434"/>
                <a:gd name="connsiteY9" fmla="*/ 2286753 h 3220535"/>
                <a:gd name="connsiteX10" fmla="*/ 496043 w 1650434"/>
                <a:gd name="connsiteY10" fmla="*/ 2001003 h 3220535"/>
                <a:gd name="connsiteX11" fmla="*/ 1154382 w 1650434"/>
                <a:gd name="connsiteY11" fmla="*/ 2001003 h 3220535"/>
                <a:gd name="connsiteX12" fmla="*/ 1154382 w 1650434"/>
                <a:gd name="connsiteY12" fmla="*/ 1644110 h 3220535"/>
                <a:gd name="connsiteX13" fmla="*/ 496043 w 1650434"/>
                <a:gd name="connsiteY13" fmla="*/ 1644110 h 3220535"/>
                <a:gd name="connsiteX14" fmla="*/ 496043 w 1650434"/>
                <a:gd name="connsiteY14" fmla="*/ 1358360 h 3220535"/>
                <a:gd name="connsiteX15" fmla="*/ 1154382 w 1650434"/>
                <a:gd name="connsiteY15" fmla="*/ 1358360 h 3220535"/>
                <a:gd name="connsiteX16" fmla="*/ 1154382 w 1650434"/>
                <a:gd name="connsiteY16" fmla="*/ 1001468 h 3220535"/>
                <a:gd name="connsiteX17" fmla="*/ 496043 w 1650434"/>
                <a:gd name="connsiteY17" fmla="*/ 1001468 h 3220535"/>
                <a:gd name="connsiteX18" fmla="*/ 496043 w 1650434"/>
                <a:gd name="connsiteY18" fmla="*/ 715718 h 3220535"/>
                <a:gd name="connsiteX19" fmla="*/ 1154382 w 1650434"/>
                <a:gd name="connsiteY19" fmla="*/ 715718 h 3220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650434" h="3220535">
                  <a:moveTo>
                    <a:pt x="826780" y="0"/>
                  </a:moveTo>
                  <a:lnTo>
                    <a:pt x="0" y="0"/>
                  </a:lnTo>
                  <a:lnTo>
                    <a:pt x="0" y="2955274"/>
                  </a:lnTo>
                  <a:lnTo>
                    <a:pt x="826789" y="2955274"/>
                  </a:lnTo>
                  <a:cubicBezTo>
                    <a:pt x="1126303" y="2955274"/>
                    <a:pt x="1411977" y="3048324"/>
                    <a:pt x="1650435" y="3220536"/>
                  </a:cubicBezTo>
                  <a:lnTo>
                    <a:pt x="1650435" y="357435"/>
                  </a:lnTo>
                  <a:lnTo>
                    <a:pt x="1617031" y="324441"/>
                  </a:lnTo>
                  <a:cubicBezTo>
                    <a:pt x="1405176" y="115233"/>
                    <a:pt x="1124531" y="0"/>
                    <a:pt x="826780" y="0"/>
                  </a:cubicBezTo>
                  <a:close/>
                  <a:moveTo>
                    <a:pt x="1154382" y="2286753"/>
                  </a:moveTo>
                  <a:lnTo>
                    <a:pt x="496043" y="2286753"/>
                  </a:lnTo>
                  <a:lnTo>
                    <a:pt x="496043" y="2001003"/>
                  </a:lnTo>
                  <a:lnTo>
                    <a:pt x="1154382" y="2001003"/>
                  </a:lnTo>
                  <a:close/>
                  <a:moveTo>
                    <a:pt x="1154382" y="1644110"/>
                  </a:moveTo>
                  <a:lnTo>
                    <a:pt x="496043" y="1644110"/>
                  </a:lnTo>
                  <a:lnTo>
                    <a:pt x="496043" y="1358360"/>
                  </a:lnTo>
                  <a:lnTo>
                    <a:pt x="1154382" y="1358360"/>
                  </a:lnTo>
                  <a:close/>
                  <a:moveTo>
                    <a:pt x="1154382" y="1001468"/>
                  </a:moveTo>
                  <a:lnTo>
                    <a:pt x="496043" y="1001468"/>
                  </a:lnTo>
                  <a:lnTo>
                    <a:pt x="496043" y="715718"/>
                  </a:lnTo>
                  <a:lnTo>
                    <a:pt x="1154382" y="715718"/>
                  </a:ln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067BFABA-0017-4875-8838-5D50E879B777}"/>
                </a:ext>
              </a:extLst>
            </p:cNvPr>
            <p:cNvSpPr/>
            <p:nvPr/>
          </p:nvSpPr>
          <p:spPr>
            <a:xfrm>
              <a:off x="17120344" y="1452556"/>
              <a:ext cx="1650425" cy="3220526"/>
            </a:xfrm>
            <a:custGeom>
              <a:avLst/>
              <a:gdLst>
                <a:gd name="connsiteX0" fmla="*/ 1650425 w 1650425"/>
                <a:gd name="connsiteY0" fmla="*/ 2955274 h 3220526"/>
                <a:gd name="connsiteX1" fmla="*/ 1650425 w 1650425"/>
                <a:gd name="connsiteY1" fmla="*/ 0 h 3220526"/>
                <a:gd name="connsiteX2" fmla="*/ 823636 w 1650425"/>
                <a:gd name="connsiteY2" fmla="*/ 0 h 3220526"/>
                <a:gd name="connsiteX3" fmla="*/ 33385 w 1650425"/>
                <a:gd name="connsiteY3" fmla="*/ 324450 h 3220526"/>
                <a:gd name="connsiteX4" fmla="*/ 0 w 1650425"/>
                <a:gd name="connsiteY4" fmla="*/ 357435 h 3220526"/>
                <a:gd name="connsiteX5" fmla="*/ 0 w 1650425"/>
                <a:gd name="connsiteY5" fmla="*/ 3220527 h 3220526"/>
                <a:gd name="connsiteX6" fmla="*/ 823646 w 1650425"/>
                <a:gd name="connsiteY6" fmla="*/ 2955265 h 3220526"/>
                <a:gd name="connsiteX7" fmla="*/ 1650425 w 1650425"/>
                <a:gd name="connsiteY7" fmla="*/ 2955265 h 3220526"/>
                <a:gd name="connsiteX8" fmla="*/ 496043 w 1650425"/>
                <a:gd name="connsiteY8" fmla="*/ 715718 h 3220526"/>
                <a:gd name="connsiteX9" fmla="*/ 1154383 w 1650425"/>
                <a:gd name="connsiteY9" fmla="*/ 715718 h 3220526"/>
                <a:gd name="connsiteX10" fmla="*/ 1154383 w 1650425"/>
                <a:gd name="connsiteY10" fmla="*/ 1001468 h 3220526"/>
                <a:gd name="connsiteX11" fmla="*/ 496043 w 1650425"/>
                <a:gd name="connsiteY11" fmla="*/ 1001468 h 3220526"/>
                <a:gd name="connsiteX12" fmla="*/ 496043 w 1650425"/>
                <a:gd name="connsiteY12" fmla="*/ 1358360 h 3220526"/>
                <a:gd name="connsiteX13" fmla="*/ 1154383 w 1650425"/>
                <a:gd name="connsiteY13" fmla="*/ 1358360 h 3220526"/>
                <a:gd name="connsiteX14" fmla="*/ 1154383 w 1650425"/>
                <a:gd name="connsiteY14" fmla="*/ 1644110 h 3220526"/>
                <a:gd name="connsiteX15" fmla="*/ 496043 w 1650425"/>
                <a:gd name="connsiteY15" fmla="*/ 1644110 h 3220526"/>
                <a:gd name="connsiteX16" fmla="*/ 496043 w 1650425"/>
                <a:gd name="connsiteY16" fmla="*/ 2001003 h 3220526"/>
                <a:gd name="connsiteX17" fmla="*/ 1154383 w 1650425"/>
                <a:gd name="connsiteY17" fmla="*/ 2001003 h 3220526"/>
                <a:gd name="connsiteX18" fmla="*/ 1154383 w 1650425"/>
                <a:gd name="connsiteY18" fmla="*/ 2286753 h 3220526"/>
                <a:gd name="connsiteX19" fmla="*/ 496043 w 1650425"/>
                <a:gd name="connsiteY19" fmla="*/ 2286753 h 322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650425" h="3220526">
                  <a:moveTo>
                    <a:pt x="1650425" y="2955274"/>
                  </a:moveTo>
                  <a:lnTo>
                    <a:pt x="1650425" y="0"/>
                  </a:lnTo>
                  <a:lnTo>
                    <a:pt x="823636" y="0"/>
                  </a:lnTo>
                  <a:cubicBezTo>
                    <a:pt x="525885" y="0"/>
                    <a:pt x="245240" y="115233"/>
                    <a:pt x="33385" y="324450"/>
                  </a:cubicBezTo>
                  <a:lnTo>
                    <a:pt x="0" y="357435"/>
                  </a:lnTo>
                  <a:lnTo>
                    <a:pt x="0" y="3220527"/>
                  </a:lnTo>
                  <a:cubicBezTo>
                    <a:pt x="238458" y="3048314"/>
                    <a:pt x="524132" y="2955265"/>
                    <a:pt x="823646" y="2955265"/>
                  </a:cubicBezTo>
                  <a:lnTo>
                    <a:pt x="1650425" y="2955265"/>
                  </a:lnTo>
                  <a:close/>
                  <a:moveTo>
                    <a:pt x="496043" y="715718"/>
                  </a:moveTo>
                  <a:lnTo>
                    <a:pt x="1154383" y="715718"/>
                  </a:lnTo>
                  <a:lnTo>
                    <a:pt x="1154383" y="1001468"/>
                  </a:lnTo>
                  <a:lnTo>
                    <a:pt x="496043" y="1001468"/>
                  </a:lnTo>
                  <a:close/>
                  <a:moveTo>
                    <a:pt x="496043" y="1358360"/>
                  </a:moveTo>
                  <a:lnTo>
                    <a:pt x="1154383" y="1358360"/>
                  </a:lnTo>
                  <a:lnTo>
                    <a:pt x="1154383" y="1644110"/>
                  </a:lnTo>
                  <a:lnTo>
                    <a:pt x="496043" y="1644110"/>
                  </a:lnTo>
                  <a:close/>
                  <a:moveTo>
                    <a:pt x="496043" y="2001003"/>
                  </a:moveTo>
                  <a:lnTo>
                    <a:pt x="1154383" y="2001003"/>
                  </a:lnTo>
                  <a:lnTo>
                    <a:pt x="1154383" y="2286753"/>
                  </a:lnTo>
                  <a:lnTo>
                    <a:pt x="496043" y="2286753"/>
                  </a:ln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94C8496F-983B-498B-BD1F-C7DC08E81EA2}"/>
                </a:ext>
              </a:extLst>
            </p:cNvPr>
            <p:cNvSpPr/>
            <p:nvPr/>
          </p:nvSpPr>
          <p:spPr>
            <a:xfrm>
              <a:off x="17121496" y="1901002"/>
              <a:ext cx="2294372" cy="3148879"/>
            </a:xfrm>
            <a:custGeom>
              <a:avLst/>
              <a:gdLst>
                <a:gd name="connsiteX0" fmla="*/ 1935023 w 2294372"/>
                <a:gd name="connsiteY0" fmla="*/ 0 h 3148879"/>
                <a:gd name="connsiteX1" fmla="*/ 1935023 w 2294372"/>
                <a:gd name="connsiteY1" fmla="*/ 2792578 h 3148879"/>
                <a:gd name="connsiteX2" fmla="*/ 822493 w 2294372"/>
                <a:gd name="connsiteY2" fmla="*/ 2792578 h 3148879"/>
                <a:gd name="connsiteX3" fmla="*/ 32242 w 2294372"/>
                <a:gd name="connsiteY3" fmla="*/ 3117028 h 3148879"/>
                <a:gd name="connsiteX4" fmla="*/ 0 w 2294372"/>
                <a:gd name="connsiteY4" fmla="*/ 3148879 h 3148879"/>
                <a:gd name="connsiteX5" fmla="*/ 2294373 w 2294372"/>
                <a:gd name="connsiteY5" fmla="*/ 3148879 h 3148879"/>
                <a:gd name="connsiteX6" fmla="*/ 2294373 w 2294372"/>
                <a:gd name="connsiteY6" fmla="*/ 0 h 3148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4372" h="3148879">
                  <a:moveTo>
                    <a:pt x="1935023" y="0"/>
                  </a:moveTo>
                  <a:lnTo>
                    <a:pt x="1935023" y="2792578"/>
                  </a:lnTo>
                  <a:lnTo>
                    <a:pt x="822493" y="2792578"/>
                  </a:lnTo>
                  <a:cubicBezTo>
                    <a:pt x="524742" y="2792578"/>
                    <a:pt x="244097" y="2907802"/>
                    <a:pt x="32242" y="3117028"/>
                  </a:cubicBezTo>
                  <a:lnTo>
                    <a:pt x="0" y="3148879"/>
                  </a:lnTo>
                  <a:lnTo>
                    <a:pt x="2294373" y="3148879"/>
                  </a:lnTo>
                  <a:lnTo>
                    <a:pt x="2294373" y="0"/>
                  </a:lnTo>
                  <a:close/>
                </a:path>
              </a:pathLst>
            </a:custGeom>
            <a:grpFill/>
            <a:ln w="9525" cap="flat">
              <a:noFill/>
              <a:prstDash val="solid"/>
              <a:miter/>
            </a:ln>
          </p:spPr>
          <p:txBody>
            <a:bodyPr rtlCol="0" anchor="ctr"/>
            <a:lstStyle/>
            <a:p>
              <a:endParaRPr lang="en-US"/>
            </a:p>
          </p:txBody>
        </p:sp>
      </p:grpSp>
      <p:sp>
        <p:nvSpPr>
          <p:cNvPr id="283" name="Graphic 130">
            <a:extLst>
              <a:ext uri="{FF2B5EF4-FFF2-40B4-BE49-F238E27FC236}">
                <a16:creationId xmlns:a16="http://schemas.microsoft.com/office/drawing/2014/main" id="{328D5634-8A4A-49CB-BE60-FC620F136674}"/>
              </a:ext>
            </a:extLst>
          </p:cNvPr>
          <p:cNvSpPr>
            <a:spLocks noChangeAspect="1"/>
          </p:cNvSpPr>
          <p:nvPr/>
        </p:nvSpPr>
        <p:spPr>
          <a:xfrm>
            <a:off x="3054173" y="5076041"/>
            <a:ext cx="492760" cy="365760"/>
          </a:xfrm>
          <a:custGeom>
            <a:avLst/>
            <a:gdLst>
              <a:gd name="connsiteX0" fmla="*/ 69609 w 1160211"/>
              <a:gd name="connsiteY0" fmla="*/ 569809 h 861188"/>
              <a:gd name="connsiteX1" fmla="*/ 0 w 1160211"/>
              <a:gd name="connsiteY1" fmla="*/ 639418 h 861188"/>
              <a:gd name="connsiteX2" fmla="*/ 69609 w 1160211"/>
              <a:gd name="connsiteY2" fmla="*/ 709046 h 861188"/>
              <a:gd name="connsiteX3" fmla="*/ 249603 w 1160211"/>
              <a:gd name="connsiteY3" fmla="*/ 709046 h 861188"/>
              <a:gd name="connsiteX4" fmla="*/ 216303 w 1160211"/>
              <a:gd name="connsiteY4" fmla="*/ 742336 h 861188"/>
              <a:gd name="connsiteX5" fmla="*/ 216303 w 1160211"/>
              <a:gd name="connsiteY5" fmla="*/ 840796 h 861188"/>
              <a:gd name="connsiteX6" fmla="*/ 265519 w 1160211"/>
              <a:gd name="connsiteY6" fmla="*/ 861189 h 861188"/>
              <a:gd name="connsiteX7" fmla="*/ 314735 w 1160211"/>
              <a:gd name="connsiteY7" fmla="*/ 840815 h 861188"/>
              <a:gd name="connsiteX8" fmla="*/ 446494 w 1160211"/>
              <a:gd name="connsiteY8" fmla="*/ 709046 h 861188"/>
              <a:gd name="connsiteX9" fmla="*/ 1090584 w 1160211"/>
              <a:gd name="connsiteY9" fmla="*/ 709046 h 861188"/>
              <a:gd name="connsiteX10" fmla="*/ 1160212 w 1160211"/>
              <a:gd name="connsiteY10" fmla="*/ 639418 h 861188"/>
              <a:gd name="connsiteX11" fmla="*/ 1090584 w 1160211"/>
              <a:gd name="connsiteY11" fmla="*/ 569800 h 861188"/>
              <a:gd name="connsiteX12" fmla="*/ 585740 w 1160211"/>
              <a:gd name="connsiteY12" fmla="*/ 569800 h 861188"/>
              <a:gd name="connsiteX13" fmla="*/ 771354 w 1160211"/>
              <a:gd name="connsiteY13" fmla="*/ 384177 h 861188"/>
              <a:gd name="connsiteX14" fmla="*/ 1090584 w 1160211"/>
              <a:gd name="connsiteY14" fmla="*/ 384177 h 861188"/>
              <a:gd name="connsiteX15" fmla="*/ 1160212 w 1160211"/>
              <a:gd name="connsiteY15" fmla="*/ 314568 h 861188"/>
              <a:gd name="connsiteX16" fmla="*/ 1090584 w 1160211"/>
              <a:gd name="connsiteY16" fmla="*/ 244950 h 861188"/>
              <a:gd name="connsiteX17" fmla="*/ 910609 w 1160211"/>
              <a:gd name="connsiteY17" fmla="*/ 244950 h 861188"/>
              <a:gd name="connsiteX18" fmla="*/ 1036720 w 1160211"/>
              <a:gd name="connsiteY18" fmla="*/ 118839 h 861188"/>
              <a:gd name="connsiteX19" fmla="*/ 1036720 w 1160211"/>
              <a:gd name="connsiteY19" fmla="*/ 20388 h 861188"/>
              <a:gd name="connsiteX20" fmla="*/ 938289 w 1160211"/>
              <a:gd name="connsiteY20" fmla="*/ 20388 h 861188"/>
              <a:gd name="connsiteX21" fmla="*/ 713727 w 1160211"/>
              <a:gd name="connsiteY21" fmla="*/ 244959 h 861188"/>
              <a:gd name="connsiteX22" fmla="*/ 69609 w 1160211"/>
              <a:gd name="connsiteY22" fmla="*/ 244959 h 861188"/>
              <a:gd name="connsiteX23" fmla="*/ 0 w 1160211"/>
              <a:gd name="connsiteY23" fmla="*/ 314577 h 861188"/>
              <a:gd name="connsiteX24" fmla="*/ 69609 w 1160211"/>
              <a:gd name="connsiteY24" fmla="*/ 384186 h 861188"/>
              <a:gd name="connsiteX25" fmla="*/ 574453 w 1160211"/>
              <a:gd name="connsiteY25" fmla="*/ 384186 h 861188"/>
              <a:gd name="connsiteX26" fmla="*/ 388820 w 1160211"/>
              <a:gd name="connsiteY26" fmla="*/ 569809 h 861188"/>
              <a:gd name="connsiteX27" fmla="*/ 69609 w 1160211"/>
              <a:gd name="connsiteY27" fmla="*/ 569809 h 861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60211" h="861188">
                <a:moveTo>
                  <a:pt x="69609" y="569809"/>
                </a:moveTo>
                <a:cubicBezTo>
                  <a:pt x="31156" y="569809"/>
                  <a:pt x="0" y="600956"/>
                  <a:pt x="0" y="639418"/>
                </a:cubicBezTo>
                <a:cubicBezTo>
                  <a:pt x="0" y="677861"/>
                  <a:pt x="31156" y="709046"/>
                  <a:pt x="69609" y="709046"/>
                </a:cubicBezTo>
                <a:lnTo>
                  <a:pt x="249603" y="709046"/>
                </a:lnTo>
                <a:lnTo>
                  <a:pt x="216303" y="742336"/>
                </a:lnTo>
                <a:cubicBezTo>
                  <a:pt x="189109" y="769520"/>
                  <a:pt x="189109" y="813583"/>
                  <a:pt x="216303" y="840796"/>
                </a:cubicBezTo>
                <a:cubicBezTo>
                  <a:pt x="229905" y="854388"/>
                  <a:pt x="247726" y="861189"/>
                  <a:pt x="265519" y="861189"/>
                </a:cubicBezTo>
                <a:cubicBezTo>
                  <a:pt x="283321" y="861189"/>
                  <a:pt x="301142" y="854388"/>
                  <a:pt x="314735" y="840815"/>
                </a:cubicBezTo>
                <a:lnTo>
                  <a:pt x="446494" y="709046"/>
                </a:lnTo>
                <a:lnTo>
                  <a:pt x="1090584" y="709046"/>
                </a:lnTo>
                <a:cubicBezTo>
                  <a:pt x="1129036" y="709046"/>
                  <a:pt x="1160212" y="677880"/>
                  <a:pt x="1160212" y="639418"/>
                </a:cubicBezTo>
                <a:cubicBezTo>
                  <a:pt x="1160212" y="600956"/>
                  <a:pt x="1129055" y="569800"/>
                  <a:pt x="1090584" y="569800"/>
                </a:cubicBezTo>
                <a:lnTo>
                  <a:pt x="585740" y="569800"/>
                </a:lnTo>
                <a:lnTo>
                  <a:pt x="771354" y="384177"/>
                </a:lnTo>
                <a:lnTo>
                  <a:pt x="1090584" y="384177"/>
                </a:lnTo>
                <a:cubicBezTo>
                  <a:pt x="1129036" y="384177"/>
                  <a:pt x="1160212" y="353011"/>
                  <a:pt x="1160212" y="314568"/>
                </a:cubicBezTo>
                <a:cubicBezTo>
                  <a:pt x="1160212" y="276115"/>
                  <a:pt x="1129055" y="244950"/>
                  <a:pt x="1090584" y="244950"/>
                </a:cubicBezTo>
                <a:lnTo>
                  <a:pt x="910609" y="244950"/>
                </a:lnTo>
                <a:lnTo>
                  <a:pt x="1036720" y="118839"/>
                </a:lnTo>
                <a:cubicBezTo>
                  <a:pt x="1063904" y="91645"/>
                  <a:pt x="1063904" y="47582"/>
                  <a:pt x="1036720" y="20388"/>
                </a:cubicBezTo>
                <a:cubicBezTo>
                  <a:pt x="1009526" y="-6806"/>
                  <a:pt x="965483" y="-6787"/>
                  <a:pt x="938289" y="20388"/>
                </a:cubicBezTo>
                <a:lnTo>
                  <a:pt x="713727" y="244959"/>
                </a:lnTo>
                <a:lnTo>
                  <a:pt x="69609" y="244959"/>
                </a:lnTo>
                <a:cubicBezTo>
                  <a:pt x="31156" y="244959"/>
                  <a:pt x="0" y="276115"/>
                  <a:pt x="0" y="314577"/>
                </a:cubicBezTo>
                <a:cubicBezTo>
                  <a:pt x="0" y="353020"/>
                  <a:pt x="31156" y="384186"/>
                  <a:pt x="69609" y="384186"/>
                </a:cubicBezTo>
                <a:lnTo>
                  <a:pt x="574453" y="384186"/>
                </a:lnTo>
                <a:lnTo>
                  <a:pt x="388820" y="569809"/>
                </a:lnTo>
                <a:lnTo>
                  <a:pt x="69609" y="569809"/>
                </a:lnTo>
                <a:close/>
              </a:path>
            </a:pathLst>
          </a:custGeom>
          <a:solidFill>
            <a:schemeClr val="tx2"/>
          </a:solidFill>
          <a:ln w="9525" cap="flat">
            <a:noFill/>
            <a:prstDash val="solid"/>
            <a:miter/>
          </a:ln>
        </p:spPr>
        <p:txBody>
          <a:bodyPr rtlCol="0" anchor="ctr"/>
          <a:lstStyle/>
          <a:p>
            <a:endParaRPr lang="en-US"/>
          </a:p>
        </p:txBody>
      </p:sp>
      <p:sp>
        <p:nvSpPr>
          <p:cNvPr id="281" name="Graphic 82">
            <a:extLst>
              <a:ext uri="{FF2B5EF4-FFF2-40B4-BE49-F238E27FC236}">
                <a16:creationId xmlns:a16="http://schemas.microsoft.com/office/drawing/2014/main" id="{8CBEBB55-DFF0-4098-9149-B7359C39D811}"/>
              </a:ext>
            </a:extLst>
          </p:cNvPr>
          <p:cNvSpPr>
            <a:spLocks noChangeAspect="1"/>
          </p:cNvSpPr>
          <p:nvPr/>
        </p:nvSpPr>
        <p:spPr>
          <a:xfrm>
            <a:off x="1997197" y="5076041"/>
            <a:ext cx="365778" cy="365760"/>
          </a:xfrm>
          <a:custGeom>
            <a:avLst/>
            <a:gdLst>
              <a:gd name="connsiteX0" fmla="*/ 4503645 w 4551507"/>
              <a:gd name="connsiteY0" fmla="*/ 860346 h 4551283"/>
              <a:gd name="connsiteX1" fmla="*/ 3691162 w 4551507"/>
              <a:gd name="connsiteY1" fmla="*/ 47863 h 4551283"/>
              <a:gd name="connsiteX2" fmla="*/ 3461610 w 4551507"/>
              <a:gd name="connsiteY2" fmla="*/ 47863 h 4551283"/>
              <a:gd name="connsiteX3" fmla="*/ 3089182 w 4551507"/>
              <a:gd name="connsiteY3" fmla="*/ 420291 h 4551283"/>
              <a:gd name="connsiteX4" fmla="*/ 2716755 w 4551507"/>
              <a:gd name="connsiteY4" fmla="*/ 47863 h 4551283"/>
              <a:gd name="connsiteX5" fmla="*/ 2487202 w 4551507"/>
              <a:gd name="connsiteY5" fmla="*/ 47863 h 4551283"/>
              <a:gd name="connsiteX6" fmla="*/ 1348012 w 4551507"/>
              <a:gd name="connsiteY6" fmla="*/ 1185148 h 4551283"/>
              <a:gd name="connsiteX7" fmla="*/ 1344202 w 4551507"/>
              <a:gd name="connsiteY7" fmla="*/ 1414701 h 4551283"/>
              <a:gd name="connsiteX8" fmla="*/ 1573755 w 4551507"/>
              <a:gd name="connsiteY8" fmla="*/ 1418511 h 4551283"/>
              <a:gd name="connsiteX9" fmla="*/ 1577565 w 4551507"/>
              <a:gd name="connsiteY9" fmla="*/ 1414701 h 4551283"/>
              <a:gd name="connsiteX10" fmla="*/ 2600550 w 4551507"/>
              <a:gd name="connsiteY10" fmla="*/ 392668 h 4551283"/>
              <a:gd name="connsiteX11" fmla="*/ 2858677 w 4551507"/>
              <a:gd name="connsiteY11" fmla="*/ 650796 h 4551283"/>
              <a:gd name="connsiteX12" fmla="*/ 1672815 w 4551507"/>
              <a:gd name="connsiteY12" fmla="*/ 1835706 h 4551283"/>
              <a:gd name="connsiteX13" fmla="*/ 209775 w 4551507"/>
              <a:gd name="connsiteY13" fmla="*/ 3298746 h 4551283"/>
              <a:gd name="connsiteX14" fmla="*/ 164055 w 4551507"/>
              <a:gd name="connsiteY14" fmla="*/ 3387328 h 4551283"/>
              <a:gd name="connsiteX15" fmla="*/ 2130 w 4551507"/>
              <a:gd name="connsiteY15" fmla="*/ 4362688 h 4551283"/>
              <a:gd name="connsiteX16" fmla="*/ 135480 w 4551507"/>
              <a:gd name="connsiteY16" fmla="*/ 4549378 h 4551283"/>
              <a:gd name="connsiteX17" fmla="*/ 162150 w 4551507"/>
              <a:gd name="connsiteY17" fmla="*/ 4551283 h 4551283"/>
              <a:gd name="connsiteX18" fmla="*/ 188820 w 4551507"/>
              <a:gd name="connsiteY18" fmla="*/ 4549378 h 4551283"/>
              <a:gd name="connsiteX19" fmla="*/ 1164180 w 4551507"/>
              <a:gd name="connsiteY19" fmla="*/ 4386501 h 4551283"/>
              <a:gd name="connsiteX20" fmla="*/ 1252762 w 4551507"/>
              <a:gd name="connsiteY20" fmla="*/ 4340781 h 4551283"/>
              <a:gd name="connsiteX21" fmla="*/ 2715802 w 4551507"/>
              <a:gd name="connsiteY21" fmla="*/ 2877741 h 4551283"/>
              <a:gd name="connsiteX22" fmla="*/ 4503645 w 4551507"/>
              <a:gd name="connsiteY22" fmla="*/ 1089898 h 4551283"/>
              <a:gd name="connsiteX23" fmla="*/ 4503645 w 4551507"/>
              <a:gd name="connsiteY23" fmla="*/ 860346 h 4551283"/>
              <a:gd name="connsiteX24" fmla="*/ 1059405 w 4551507"/>
              <a:gd name="connsiteY24" fmla="*/ 4075033 h 4551283"/>
              <a:gd name="connsiteX25" fmla="*/ 361222 w 4551507"/>
              <a:gd name="connsiteY25" fmla="*/ 4191238 h 4551283"/>
              <a:gd name="connsiteX26" fmla="*/ 478380 w 4551507"/>
              <a:gd name="connsiteY26" fmla="*/ 3492103 h 4551283"/>
              <a:gd name="connsiteX27" fmla="*/ 1788067 w 4551507"/>
              <a:gd name="connsiteY27" fmla="*/ 2180511 h 4551283"/>
              <a:gd name="connsiteX28" fmla="*/ 2370997 w 4551507"/>
              <a:gd name="connsiteY28" fmla="*/ 2763441 h 4551283"/>
              <a:gd name="connsiteX29" fmla="*/ 1059405 w 4551507"/>
              <a:gd name="connsiteY29" fmla="*/ 4075033 h 4551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551507" h="4551283">
                <a:moveTo>
                  <a:pt x="4503645" y="860346"/>
                </a:moveTo>
                <a:lnTo>
                  <a:pt x="3691162" y="47863"/>
                </a:lnTo>
                <a:cubicBezTo>
                  <a:pt x="3627345" y="-15954"/>
                  <a:pt x="3524475" y="-15954"/>
                  <a:pt x="3461610" y="47863"/>
                </a:cubicBezTo>
                <a:lnTo>
                  <a:pt x="3089182" y="420291"/>
                </a:lnTo>
                <a:lnTo>
                  <a:pt x="2716755" y="47863"/>
                </a:lnTo>
                <a:cubicBezTo>
                  <a:pt x="2652937" y="-15954"/>
                  <a:pt x="2550067" y="-15954"/>
                  <a:pt x="2487202" y="47863"/>
                </a:cubicBezTo>
                <a:lnTo>
                  <a:pt x="1348012" y="1185148"/>
                </a:lnTo>
                <a:cubicBezTo>
                  <a:pt x="1283242" y="1247061"/>
                  <a:pt x="1281337" y="1350883"/>
                  <a:pt x="1344202" y="1414701"/>
                </a:cubicBezTo>
                <a:cubicBezTo>
                  <a:pt x="1406115" y="1479471"/>
                  <a:pt x="1509937" y="1481376"/>
                  <a:pt x="1573755" y="1418511"/>
                </a:cubicBezTo>
                <a:cubicBezTo>
                  <a:pt x="1574707" y="1417558"/>
                  <a:pt x="1576612" y="1415653"/>
                  <a:pt x="1577565" y="1414701"/>
                </a:cubicBezTo>
                <a:lnTo>
                  <a:pt x="2600550" y="392668"/>
                </a:lnTo>
                <a:lnTo>
                  <a:pt x="2858677" y="650796"/>
                </a:lnTo>
                <a:lnTo>
                  <a:pt x="1672815" y="1835706"/>
                </a:lnTo>
                <a:lnTo>
                  <a:pt x="209775" y="3298746"/>
                </a:lnTo>
                <a:cubicBezTo>
                  <a:pt x="185962" y="3322558"/>
                  <a:pt x="169770" y="3353991"/>
                  <a:pt x="164055" y="3387328"/>
                </a:cubicBezTo>
                <a:lnTo>
                  <a:pt x="2130" y="4362688"/>
                </a:lnTo>
                <a:cubicBezTo>
                  <a:pt x="-12158" y="4451271"/>
                  <a:pt x="46897" y="4535091"/>
                  <a:pt x="135480" y="4549378"/>
                </a:cubicBezTo>
                <a:cubicBezTo>
                  <a:pt x="144052" y="4551283"/>
                  <a:pt x="153577" y="4551283"/>
                  <a:pt x="162150" y="4551283"/>
                </a:cubicBezTo>
                <a:cubicBezTo>
                  <a:pt x="170722" y="4551283"/>
                  <a:pt x="180247" y="4550331"/>
                  <a:pt x="188820" y="4549378"/>
                </a:cubicBezTo>
                <a:lnTo>
                  <a:pt x="1164180" y="4386501"/>
                </a:lnTo>
                <a:cubicBezTo>
                  <a:pt x="1197517" y="4380786"/>
                  <a:pt x="1227997" y="4364593"/>
                  <a:pt x="1252762" y="4340781"/>
                </a:cubicBezTo>
                <a:lnTo>
                  <a:pt x="2715802" y="2877741"/>
                </a:lnTo>
                <a:lnTo>
                  <a:pt x="4503645" y="1089898"/>
                </a:lnTo>
                <a:cubicBezTo>
                  <a:pt x="4567462" y="1027033"/>
                  <a:pt x="4567462" y="924163"/>
                  <a:pt x="4503645" y="860346"/>
                </a:cubicBezTo>
                <a:close/>
                <a:moveTo>
                  <a:pt x="1059405" y="4075033"/>
                </a:moveTo>
                <a:lnTo>
                  <a:pt x="361222" y="4191238"/>
                </a:lnTo>
                <a:lnTo>
                  <a:pt x="478380" y="3492103"/>
                </a:lnTo>
                <a:lnTo>
                  <a:pt x="1788067" y="2180511"/>
                </a:lnTo>
                <a:lnTo>
                  <a:pt x="2370997" y="2763441"/>
                </a:lnTo>
                <a:lnTo>
                  <a:pt x="1059405" y="4075033"/>
                </a:lnTo>
                <a:close/>
              </a:path>
            </a:pathLst>
          </a:custGeom>
          <a:solidFill>
            <a:schemeClr val="tx2"/>
          </a:solidFill>
          <a:ln w="9525" cap="flat">
            <a:noFill/>
            <a:prstDash val="solid"/>
            <a:miter/>
          </a:ln>
        </p:spPr>
        <p:txBody>
          <a:bodyPr rtlCol="0" anchor="ctr"/>
          <a:lstStyle/>
          <a:p>
            <a:endParaRPr lang="en-US"/>
          </a:p>
        </p:txBody>
      </p:sp>
      <p:grpSp>
        <p:nvGrpSpPr>
          <p:cNvPr id="290" name="Graphic 94">
            <a:extLst>
              <a:ext uri="{FF2B5EF4-FFF2-40B4-BE49-F238E27FC236}">
                <a16:creationId xmlns:a16="http://schemas.microsoft.com/office/drawing/2014/main" id="{DE0B0E04-BA0B-47F0-9BCA-50FAF53B71B6}"/>
              </a:ext>
            </a:extLst>
          </p:cNvPr>
          <p:cNvGrpSpPr>
            <a:grpSpLocks noChangeAspect="1"/>
          </p:cNvGrpSpPr>
          <p:nvPr/>
        </p:nvGrpSpPr>
        <p:grpSpPr>
          <a:xfrm>
            <a:off x="940239" y="5076041"/>
            <a:ext cx="365760" cy="365760"/>
            <a:chOff x="7273320" y="6621075"/>
            <a:chExt cx="988784" cy="988784"/>
          </a:xfrm>
          <a:solidFill>
            <a:schemeClr val="tx2"/>
          </a:solidFill>
        </p:grpSpPr>
        <p:sp>
          <p:nvSpPr>
            <p:cNvPr id="291" name="Freeform: Shape 290">
              <a:extLst>
                <a:ext uri="{FF2B5EF4-FFF2-40B4-BE49-F238E27FC236}">
                  <a16:creationId xmlns:a16="http://schemas.microsoft.com/office/drawing/2014/main" id="{0D604A6F-1EB5-40A4-BE0F-FA4320BEB4DA}"/>
                </a:ext>
              </a:extLst>
            </p:cNvPr>
            <p:cNvSpPr/>
            <p:nvPr/>
          </p:nvSpPr>
          <p:spPr>
            <a:xfrm>
              <a:off x="7273320" y="6628281"/>
              <a:ext cx="988784" cy="974365"/>
            </a:xfrm>
            <a:custGeom>
              <a:avLst/>
              <a:gdLst>
                <a:gd name="connsiteX0" fmla="*/ 972305 w 988784"/>
                <a:gd name="connsiteY0" fmla="*/ 414056 h 974365"/>
                <a:gd name="connsiteX1" fmla="*/ 988784 w 988784"/>
                <a:gd name="connsiteY1" fmla="*/ 397577 h 974365"/>
                <a:gd name="connsiteX2" fmla="*/ 988784 w 988784"/>
                <a:gd name="connsiteY2" fmla="*/ 298698 h 974365"/>
                <a:gd name="connsiteX3" fmla="*/ 972305 w 988784"/>
                <a:gd name="connsiteY3" fmla="*/ 282219 h 974365"/>
                <a:gd name="connsiteX4" fmla="*/ 939345 w 988784"/>
                <a:gd name="connsiteY4" fmla="*/ 282219 h 974365"/>
                <a:gd name="connsiteX5" fmla="*/ 939345 w 988784"/>
                <a:gd name="connsiteY5" fmla="*/ 199820 h 974365"/>
                <a:gd name="connsiteX6" fmla="*/ 922866 w 988784"/>
                <a:gd name="connsiteY6" fmla="*/ 183341 h 974365"/>
                <a:gd name="connsiteX7" fmla="*/ 560310 w 988784"/>
                <a:gd name="connsiteY7" fmla="*/ 183341 h 974365"/>
                <a:gd name="connsiteX8" fmla="*/ 543831 w 988784"/>
                <a:gd name="connsiteY8" fmla="*/ 199820 h 974365"/>
                <a:gd name="connsiteX9" fmla="*/ 543831 w 988784"/>
                <a:gd name="connsiteY9" fmla="*/ 298698 h 974365"/>
                <a:gd name="connsiteX10" fmla="*/ 560310 w 988784"/>
                <a:gd name="connsiteY10" fmla="*/ 315177 h 974365"/>
                <a:gd name="connsiteX11" fmla="*/ 593270 w 988784"/>
                <a:gd name="connsiteY11" fmla="*/ 315177 h 974365"/>
                <a:gd name="connsiteX12" fmla="*/ 593270 w 988784"/>
                <a:gd name="connsiteY12" fmla="*/ 381096 h 974365"/>
                <a:gd name="connsiteX13" fmla="*/ 560310 w 988784"/>
                <a:gd name="connsiteY13" fmla="*/ 381096 h 974365"/>
                <a:gd name="connsiteX14" fmla="*/ 543831 w 988784"/>
                <a:gd name="connsiteY14" fmla="*/ 397575 h 974365"/>
                <a:gd name="connsiteX15" fmla="*/ 543831 w 988784"/>
                <a:gd name="connsiteY15" fmla="*/ 479974 h 974365"/>
                <a:gd name="connsiteX16" fmla="*/ 263675 w 988784"/>
                <a:gd name="connsiteY16" fmla="*/ 479974 h 974365"/>
                <a:gd name="connsiteX17" fmla="*/ 263675 w 988784"/>
                <a:gd name="connsiteY17" fmla="*/ 463495 h 974365"/>
                <a:gd name="connsiteX18" fmla="*/ 214236 w 988784"/>
                <a:gd name="connsiteY18" fmla="*/ 414056 h 974365"/>
                <a:gd name="connsiteX19" fmla="*/ 174685 w 988784"/>
                <a:gd name="connsiteY19" fmla="*/ 414056 h 974365"/>
                <a:gd name="connsiteX20" fmla="*/ 105470 w 988784"/>
                <a:gd name="connsiteY20" fmla="*/ 285514 h 974365"/>
                <a:gd name="connsiteX21" fmla="*/ 131837 w 988784"/>
                <a:gd name="connsiteY21" fmla="*/ 232778 h 974365"/>
                <a:gd name="connsiteX22" fmla="*/ 121949 w 988784"/>
                <a:gd name="connsiteY22" fmla="*/ 199818 h 974365"/>
                <a:gd name="connsiteX23" fmla="*/ 224124 w 988784"/>
                <a:gd name="connsiteY23" fmla="*/ 97643 h 974365"/>
                <a:gd name="connsiteX24" fmla="*/ 240603 w 988784"/>
                <a:gd name="connsiteY24" fmla="*/ 114122 h 974365"/>
                <a:gd name="connsiteX25" fmla="*/ 257082 w 988784"/>
                <a:gd name="connsiteY25" fmla="*/ 176746 h 974365"/>
                <a:gd name="connsiteX26" fmla="*/ 301577 w 988784"/>
                <a:gd name="connsiteY26" fmla="*/ 221241 h 974365"/>
                <a:gd name="connsiteX27" fmla="*/ 313112 w 988784"/>
                <a:gd name="connsiteY27" fmla="*/ 226185 h 974365"/>
                <a:gd name="connsiteX28" fmla="*/ 324648 w 988784"/>
                <a:gd name="connsiteY28" fmla="*/ 221241 h 974365"/>
                <a:gd name="connsiteX29" fmla="*/ 418582 w 988784"/>
                <a:gd name="connsiteY29" fmla="*/ 127306 h 974365"/>
                <a:gd name="connsiteX30" fmla="*/ 418582 w 988784"/>
                <a:gd name="connsiteY30" fmla="*/ 104234 h 974365"/>
                <a:gd name="connsiteX31" fmla="*/ 374087 w 988784"/>
                <a:gd name="connsiteY31" fmla="*/ 59739 h 974365"/>
                <a:gd name="connsiteX32" fmla="*/ 309816 w 988784"/>
                <a:gd name="connsiteY32" fmla="*/ 43260 h 974365"/>
                <a:gd name="connsiteX33" fmla="*/ 280152 w 988784"/>
                <a:gd name="connsiteY33" fmla="*/ 13596 h 974365"/>
                <a:gd name="connsiteX34" fmla="*/ 210937 w 988784"/>
                <a:gd name="connsiteY34" fmla="*/ 13596 h 974365"/>
                <a:gd name="connsiteX35" fmla="*/ 196106 w 988784"/>
                <a:gd name="connsiteY35" fmla="*/ 48204 h 974365"/>
                <a:gd name="connsiteX36" fmla="*/ 202697 w 988784"/>
                <a:gd name="connsiteY36" fmla="*/ 72923 h 974365"/>
                <a:gd name="connsiteX37" fmla="*/ 98878 w 988784"/>
                <a:gd name="connsiteY37" fmla="*/ 176748 h 974365"/>
                <a:gd name="connsiteX38" fmla="*/ 65918 w 988784"/>
                <a:gd name="connsiteY38" fmla="*/ 166860 h 974365"/>
                <a:gd name="connsiteX39" fmla="*/ 0 w 988784"/>
                <a:gd name="connsiteY39" fmla="*/ 232780 h 974365"/>
                <a:gd name="connsiteX40" fmla="*/ 65918 w 988784"/>
                <a:gd name="connsiteY40" fmla="*/ 298698 h 974365"/>
                <a:gd name="connsiteX41" fmla="*/ 74159 w 988784"/>
                <a:gd name="connsiteY41" fmla="*/ 298698 h 974365"/>
                <a:gd name="connsiteX42" fmla="*/ 136782 w 988784"/>
                <a:gd name="connsiteY42" fmla="*/ 414056 h 974365"/>
                <a:gd name="connsiteX43" fmla="*/ 115357 w 988784"/>
                <a:gd name="connsiteY43" fmla="*/ 414056 h 974365"/>
                <a:gd name="connsiteX44" fmla="*/ 65918 w 988784"/>
                <a:gd name="connsiteY44" fmla="*/ 463495 h 974365"/>
                <a:gd name="connsiteX45" fmla="*/ 65918 w 988784"/>
                <a:gd name="connsiteY45" fmla="*/ 479974 h 974365"/>
                <a:gd name="connsiteX46" fmla="*/ 16479 w 988784"/>
                <a:gd name="connsiteY46" fmla="*/ 479974 h 974365"/>
                <a:gd name="connsiteX47" fmla="*/ 0 w 988784"/>
                <a:gd name="connsiteY47" fmla="*/ 496455 h 974365"/>
                <a:gd name="connsiteX48" fmla="*/ 0 w 988784"/>
                <a:gd name="connsiteY48" fmla="*/ 562373 h 974365"/>
                <a:gd name="connsiteX49" fmla="*/ 16479 w 988784"/>
                <a:gd name="connsiteY49" fmla="*/ 578852 h 974365"/>
                <a:gd name="connsiteX50" fmla="*/ 32958 w 988784"/>
                <a:gd name="connsiteY50" fmla="*/ 578852 h 974365"/>
                <a:gd name="connsiteX51" fmla="*/ 32958 w 988784"/>
                <a:gd name="connsiteY51" fmla="*/ 957887 h 974365"/>
                <a:gd name="connsiteX52" fmla="*/ 49437 w 988784"/>
                <a:gd name="connsiteY52" fmla="*/ 974366 h 974365"/>
                <a:gd name="connsiteX53" fmla="*/ 115356 w 988784"/>
                <a:gd name="connsiteY53" fmla="*/ 974366 h 974365"/>
                <a:gd name="connsiteX54" fmla="*/ 131835 w 988784"/>
                <a:gd name="connsiteY54" fmla="*/ 957887 h 974365"/>
                <a:gd name="connsiteX55" fmla="*/ 131835 w 988784"/>
                <a:gd name="connsiteY55" fmla="*/ 578854 h 974365"/>
                <a:gd name="connsiteX56" fmla="*/ 626227 w 988784"/>
                <a:gd name="connsiteY56" fmla="*/ 578854 h 974365"/>
                <a:gd name="connsiteX57" fmla="*/ 626227 w 988784"/>
                <a:gd name="connsiteY57" fmla="*/ 743651 h 974365"/>
                <a:gd name="connsiteX58" fmla="*/ 955822 w 988784"/>
                <a:gd name="connsiteY58" fmla="*/ 743651 h 974365"/>
                <a:gd name="connsiteX59" fmla="*/ 955822 w 988784"/>
                <a:gd name="connsiteY59" fmla="*/ 578854 h 974365"/>
                <a:gd name="connsiteX60" fmla="*/ 972301 w 988784"/>
                <a:gd name="connsiteY60" fmla="*/ 578854 h 974365"/>
                <a:gd name="connsiteX61" fmla="*/ 988780 w 988784"/>
                <a:gd name="connsiteY61" fmla="*/ 562375 h 974365"/>
                <a:gd name="connsiteX62" fmla="*/ 988780 w 988784"/>
                <a:gd name="connsiteY62" fmla="*/ 496455 h 974365"/>
                <a:gd name="connsiteX63" fmla="*/ 972301 w 988784"/>
                <a:gd name="connsiteY63" fmla="*/ 479976 h 974365"/>
                <a:gd name="connsiteX64" fmla="*/ 939345 w 988784"/>
                <a:gd name="connsiteY64" fmla="*/ 479976 h 974365"/>
                <a:gd name="connsiteX65" fmla="*/ 939345 w 988784"/>
                <a:gd name="connsiteY65" fmla="*/ 414058 h 974365"/>
                <a:gd name="connsiteX66" fmla="*/ 972305 w 988784"/>
                <a:gd name="connsiteY66" fmla="*/ 414058 h 974365"/>
                <a:gd name="connsiteX67" fmla="*/ 232364 w 988784"/>
                <a:gd name="connsiteY67" fmla="*/ 36670 h 974365"/>
                <a:gd name="connsiteX68" fmla="*/ 243899 w 988784"/>
                <a:gd name="connsiteY68" fmla="*/ 31727 h 974365"/>
                <a:gd name="connsiteX69" fmla="*/ 255435 w 988784"/>
                <a:gd name="connsiteY69" fmla="*/ 36670 h 974365"/>
                <a:gd name="connsiteX70" fmla="*/ 280154 w 988784"/>
                <a:gd name="connsiteY70" fmla="*/ 61390 h 974365"/>
                <a:gd name="connsiteX71" fmla="*/ 257084 w 988784"/>
                <a:gd name="connsiteY71" fmla="*/ 84462 h 974365"/>
                <a:gd name="connsiteX72" fmla="*/ 232364 w 988784"/>
                <a:gd name="connsiteY72" fmla="*/ 59743 h 974365"/>
                <a:gd name="connsiteX73" fmla="*/ 227420 w 988784"/>
                <a:gd name="connsiteY73" fmla="*/ 48208 h 974365"/>
                <a:gd name="connsiteX74" fmla="*/ 232364 w 988784"/>
                <a:gd name="connsiteY74" fmla="*/ 36670 h 974365"/>
                <a:gd name="connsiteX75" fmla="*/ 856946 w 988784"/>
                <a:gd name="connsiteY75" fmla="*/ 315177 h 974365"/>
                <a:gd name="connsiteX76" fmla="*/ 889906 w 988784"/>
                <a:gd name="connsiteY76" fmla="*/ 315177 h 974365"/>
                <a:gd name="connsiteX77" fmla="*/ 889906 w 988784"/>
                <a:gd name="connsiteY77" fmla="*/ 381096 h 974365"/>
                <a:gd name="connsiteX78" fmla="*/ 856946 w 988784"/>
                <a:gd name="connsiteY78" fmla="*/ 381096 h 974365"/>
                <a:gd name="connsiteX79" fmla="*/ 856946 w 988784"/>
                <a:gd name="connsiteY79" fmla="*/ 315177 h 974365"/>
                <a:gd name="connsiteX80" fmla="*/ 906385 w 988784"/>
                <a:gd name="connsiteY80" fmla="*/ 414056 h 974365"/>
                <a:gd name="connsiteX81" fmla="*/ 906385 w 988784"/>
                <a:gd name="connsiteY81" fmla="*/ 479974 h 974365"/>
                <a:gd name="connsiteX82" fmla="*/ 873425 w 988784"/>
                <a:gd name="connsiteY82" fmla="*/ 479974 h 974365"/>
                <a:gd name="connsiteX83" fmla="*/ 873425 w 988784"/>
                <a:gd name="connsiteY83" fmla="*/ 414056 h 974365"/>
                <a:gd name="connsiteX84" fmla="*/ 906385 w 988784"/>
                <a:gd name="connsiteY84" fmla="*/ 414056 h 974365"/>
                <a:gd name="connsiteX85" fmla="*/ 807506 w 988784"/>
                <a:gd name="connsiteY85" fmla="*/ 216299 h 974365"/>
                <a:gd name="connsiteX86" fmla="*/ 840466 w 988784"/>
                <a:gd name="connsiteY86" fmla="*/ 216299 h 974365"/>
                <a:gd name="connsiteX87" fmla="*/ 840466 w 988784"/>
                <a:gd name="connsiteY87" fmla="*/ 282217 h 974365"/>
                <a:gd name="connsiteX88" fmla="*/ 807506 w 988784"/>
                <a:gd name="connsiteY88" fmla="*/ 282217 h 974365"/>
                <a:gd name="connsiteX89" fmla="*/ 807506 w 988784"/>
                <a:gd name="connsiteY89" fmla="*/ 216299 h 974365"/>
                <a:gd name="connsiteX90" fmla="*/ 807506 w 988784"/>
                <a:gd name="connsiteY90" fmla="*/ 414056 h 974365"/>
                <a:gd name="connsiteX91" fmla="*/ 840466 w 988784"/>
                <a:gd name="connsiteY91" fmla="*/ 414056 h 974365"/>
                <a:gd name="connsiteX92" fmla="*/ 840466 w 988784"/>
                <a:gd name="connsiteY92" fmla="*/ 479974 h 974365"/>
                <a:gd name="connsiteX93" fmla="*/ 807506 w 988784"/>
                <a:gd name="connsiteY93" fmla="*/ 479974 h 974365"/>
                <a:gd name="connsiteX94" fmla="*/ 807506 w 988784"/>
                <a:gd name="connsiteY94" fmla="*/ 414056 h 974365"/>
                <a:gd name="connsiteX95" fmla="*/ 576791 w 988784"/>
                <a:gd name="connsiteY95" fmla="*/ 282219 h 974365"/>
                <a:gd name="connsiteX96" fmla="*/ 576791 w 988784"/>
                <a:gd name="connsiteY96" fmla="*/ 216301 h 974365"/>
                <a:gd name="connsiteX97" fmla="*/ 774548 w 988784"/>
                <a:gd name="connsiteY97" fmla="*/ 216301 h 974365"/>
                <a:gd name="connsiteX98" fmla="*/ 774548 w 988784"/>
                <a:gd name="connsiteY98" fmla="*/ 282219 h 974365"/>
                <a:gd name="connsiteX99" fmla="*/ 609751 w 988784"/>
                <a:gd name="connsiteY99" fmla="*/ 282219 h 974365"/>
                <a:gd name="connsiteX100" fmla="*/ 576791 w 988784"/>
                <a:gd name="connsiteY100" fmla="*/ 282219 h 974365"/>
                <a:gd name="connsiteX101" fmla="*/ 576791 w 988784"/>
                <a:gd name="connsiteY101" fmla="*/ 414056 h 974365"/>
                <a:gd name="connsiteX102" fmla="*/ 609751 w 988784"/>
                <a:gd name="connsiteY102" fmla="*/ 414056 h 974365"/>
                <a:gd name="connsiteX103" fmla="*/ 774548 w 988784"/>
                <a:gd name="connsiteY103" fmla="*/ 414056 h 974365"/>
                <a:gd name="connsiteX104" fmla="*/ 774548 w 988784"/>
                <a:gd name="connsiteY104" fmla="*/ 479974 h 974365"/>
                <a:gd name="connsiteX105" fmla="*/ 576791 w 988784"/>
                <a:gd name="connsiteY105" fmla="*/ 479974 h 974365"/>
                <a:gd name="connsiteX106" fmla="*/ 576791 w 988784"/>
                <a:gd name="connsiteY106" fmla="*/ 414056 h 974365"/>
                <a:gd name="connsiteX107" fmla="*/ 823987 w 988784"/>
                <a:gd name="connsiteY107" fmla="*/ 677733 h 974365"/>
                <a:gd name="connsiteX108" fmla="*/ 758069 w 988784"/>
                <a:gd name="connsiteY108" fmla="*/ 677733 h 974365"/>
                <a:gd name="connsiteX109" fmla="*/ 741590 w 988784"/>
                <a:gd name="connsiteY109" fmla="*/ 661254 h 974365"/>
                <a:gd name="connsiteX110" fmla="*/ 758069 w 988784"/>
                <a:gd name="connsiteY110" fmla="*/ 644775 h 974365"/>
                <a:gd name="connsiteX111" fmla="*/ 823987 w 988784"/>
                <a:gd name="connsiteY111" fmla="*/ 644775 h 974365"/>
                <a:gd name="connsiteX112" fmla="*/ 840466 w 988784"/>
                <a:gd name="connsiteY112" fmla="*/ 661254 h 974365"/>
                <a:gd name="connsiteX113" fmla="*/ 823987 w 988784"/>
                <a:gd name="connsiteY113" fmla="*/ 677733 h 974365"/>
                <a:gd name="connsiteX114" fmla="*/ 955824 w 988784"/>
                <a:gd name="connsiteY114" fmla="*/ 512934 h 974365"/>
                <a:gd name="connsiteX115" fmla="*/ 955824 w 988784"/>
                <a:gd name="connsiteY115" fmla="*/ 545894 h 974365"/>
                <a:gd name="connsiteX116" fmla="*/ 939345 w 988784"/>
                <a:gd name="connsiteY116" fmla="*/ 545894 h 974365"/>
                <a:gd name="connsiteX117" fmla="*/ 642710 w 988784"/>
                <a:gd name="connsiteY117" fmla="*/ 545894 h 974365"/>
                <a:gd name="connsiteX118" fmla="*/ 115357 w 988784"/>
                <a:gd name="connsiteY118" fmla="*/ 545894 h 974365"/>
                <a:gd name="connsiteX119" fmla="*/ 49439 w 988784"/>
                <a:gd name="connsiteY119" fmla="*/ 545894 h 974365"/>
                <a:gd name="connsiteX120" fmla="*/ 32960 w 988784"/>
                <a:gd name="connsiteY120" fmla="*/ 545894 h 974365"/>
                <a:gd name="connsiteX121" fmla="*/ 32960 w 988784"/>
                <a:gd name="connsiteY121" fmla="*/ 512934 h 974365"/>
                <a:gd name="connsiteX122" fmla="*/ 82399 w 988784"/>
                <a:gd name="connsiteY122" fmla="*/ 512934 h 974365"/>
                <a:gd name="connsiteX123" fmla="*/ 247196 w 988784"/>
                <a:gd name="connsiteY123" fmla="*/ 512934 h 974365"/>
                <a:gd name="connsiteX124" fmla="*/ 560310 w 988784"/>
                <a:gd name="connsiteY124" fmla="*/ 512934 h 974365"/>
                <a:gd name="connsiteX125" fmla="*/ 922864 w 988784"/>
                <a:gd name="connsiteY125" fmla="*/ 512934 h 974365"/>
                <a:gd name="connsiteX126" fmla="*/ 955824 w 988784"/>
                <a:gd name="connsiteY126" fmla="*/ 512934 h 974365"/>
                <a:gd name="connsiteX127" fmla="*/ 922866 w 988784"/>
                <a:gd name="connsiteY127" fmla="*/ 381098 h 974365"/>
                <a:gd name="connsiteX128" fmla="*/ 922866 w 988784"/>
                <a:gd name="connsiteY128" fmla="*/ 315179 h 974365"/>
                <a:gd name="connsiteX129" fmla="*/ 955826 w 988784"/>
                <a:gd name="connsiteY129" fmla="*/ 315179 h 974365"/>
                <a:gd name="connsiteX130" fmla="*/ 955826 w 988784"/>
                <a:gd name="connsiteY130" fmla="*/ 381098 h 974365"/>
                <a:gd name="connsiteX131" fmla="*/ 922866 w 988784"/>
                <a:gd name="connsiteY131" fmla="*/ 381098 h 974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988784" h="974365">
                  <a:moveTo>
                    <a:pt x="972305" y="414056"/>
                  </a:moveTo>
                  <a:cubicBezTo>
                    <a:pt x="982193" y="414056"/>
                    <a:pt x="988784" y="407464"/>
                    <a:pt x="988784" y="397577"/>
                  </a:cubicBezTo>
                  <a:lnTo>
                    <a:pt x="988784" y="298698"/>
                  </a:lnTo>
                  <a:cubicBezTo>
                    <a:pt x="988784" y="288810"/>
                    <a:pt x="982193" y="282219"/>
                    <a:pt x="972305" y="282219"/>
                  </a:cubicBezTo>
                  <a:lnTo>
                    <a:pt x="939345" y="282219"/>
                  </a:lnTo>
                  <a:lnTo>
                    <a:pt x="939345" y="199820"/>
                  </a:lnTo>
                  <a:cubicBezTo>
                    <a:pt x="939345" y="189932"/>
                    <a:pt x="932754" y="183341"/>
                    <a:pt x="922866" y="183341"/>
                  </a:cubicBezTo>
                  <a:lnTo>
                    <a:pt x="560310" y="183341"/>
                  </a:lnTo>
                  <a:cubicBezTo>
                    <a:pt x="550422" y="183341"/>
                    <a:pt x="543831" y="189932"/>
                    <a:pt x="543831" y="199820"/>
                  </a:cubicBezTo>
                  <a:lnTo>
                    <a:pt x="543831" y="298698"/>
                  </a:lnTo>
                  <a:cubicBezTo>
                    <a:pt x="543831" y="308586"/>
                    <a:pt x="550422" y="315177"/>
                    <a:pt x="560310" y="315177"/>
                  </a:cubicBezTo>
                  <a:lnTo>
                    <a:pt x="593270" y="315177"/>
                  </a:lnTo>
                  <a:lnTo>
                    <a:pt x="593270" y="381096"/>
                  </a:lnTo>
                  <a:lnTo>
                    <a:pt x="560310" y="381096"/>
                  </a:lnTo>
                  <a:cubicBezTo>
                    <a:pt x="550422" y="381096"/>
                    <a:pt x="543831" y="387687"/>
                    <a:pt x="543831" y="397575"/>
                  </a:cubicBezTo>
                  <a:lnTo>
                    <a:pt x="543831" y="479974"/>
                  </a:lnTo>
                  <a:lnTo>
                    <a:pt x="263675" y="479974"/>
                  </a:lnTo>
                  <a:lnTo>
                    <a:pt x="263675" y="463495"/>
                  </a:lnTo>
                  <a:cubicBezTo>
                    <a:pt x="263675" y="435479"/>
                    <a:pt x="242252" y="414056"/>
                    <a:pt x="214236" y="414056"/>
                  </a:cubicBezTo>
                  <a:lnTo>
                    <a:pt x="174685" y="414056"/>
                  </a:lnTo>
                  <a:lnTo>
                    <a:pt x="105470" y="285514"/>
                  </a:lnTo>
                  <a:cubicBezTo>
                    <a:pt x="120301" y="273979"/>
                    <a:pt x="131837" y="254203"/>
                    <a:pt x="131837" y="232778"/>
                  </a:cubicBezTo>
                  <a:cubicBezTo>
                    <a:pt x="131837" y="221243"/>
                    <a:pt x="128540" y="209706"/>
                    <a:pt x="121949" y="199818"/>
                  </a:cubicBezTo>
                  <a:lnTo>
                    <a:pt x="224124" y="97643"/>
                  </a:lnTo>
                  <a:lnTo>
                    <a:pt x="240603" y="114122"/>
                  </a:lnTo>
                  <a:cubicBezTo>
                    <a:pt x="234012" y="135545"/>
                    <a:pt x="240603" y="160265"/>
                    <a:pt x="257082" y="176746"/>
                  </a:cubicBezTo>
                  <a:lnTo>
                    <a:pt x="301577" y="221241"/>
                  </a:lnTo>
                  <a:cubicBezTo>
                    <a:pt x="304874" y="224538"/>
                    <a:pt x="309818" y="226185"/>
                    <a:pt x="313112" y="226185"/>
                  </a:cubicBezTo>
                  <a:cubicBezTo>
                    <a:pt x="318056" y="226185"/>
                    <a:pt x="321353" y="224538"/>
                    <a:pt x="324648" y="221241"/>
                  </a:cubicBezTo>
                  <a:lnTo>
                    <a:pt x="418582" y="127306"/>
                  </a:lnTo>
                  <a:cubicBezTo>
                    <a:pt x="425173" y="120715"/>
                    <a:pt x="425173" y="110827"/>
                    <a:pt x="418582" y="104234"/>
                  </a:cubicBezTo>
                  <a:lnTo>
                    <a:pt x="374087" y="59739"/>
                  </a:lnTo>
                  <a:cubicBezTo>
                    <a:pt x="357608" y="43260"/>
                    <a:pt x="332888" y="36667"/>
                    <a:pt x="309816" y="43260"/>
                  </a:cubicBezTo>
                  <a:lnTo>
                    <a:pt x="280152" y="13596"/>
                  </a:lnTo>
                  <a:cubicBezTo>
                    <a:pt x="262024" y="-4532"/>
                    <a:pt x="229066" y="-4532"/>
                    <a:pt x="210937" y="13596"/>
                  </a:cubicBezTo>
                  <a:cubicBezTo>
                    <a:pt x="201050" y="23484"/>
                    <a:pt x="196106" y="35019"/>
                    <a:pt x="196106" y="48204"/>
                  </a:cubicBezTo>
                  <a:cubicBezTo>
                    <a:pt x="196106" y="56444"/>
                    <a:pt x="199402" y="66332"/>
                    <a:pt x="202697" y="72923"/>
                  </a:cubicBezTo>
                  <a:lnTo>
                    <a:pt x="98878" y="176748"/>
                  </a:lnTo>
                  <a:cubicBezTo>
                    <a:pt x="88991" y="170156"/>
                    <a:pt x="77455" y="166860"/>
                    <a:pt x="65918" y="166860"/>
                  </a:cubicBezTo>
                  <a:cubicBezTo>
                    <a:pt x="29664" y="166860"/>
                    <a:pt x="0" y="196523"/>
                    <a:pt x="0" y="232780"/>
                  </a:cubicBezTo>
                  <a:cubicBezTo>
                    <a:pt x="0" y="269035"/>
                    <a:pt x="29664" y="298698"/>
                    <a:pt x="65918" y="298698"/>
                  </a:cubicBezTo>
                  <a:cubicBezTo>
                    <a:pt x="69215" y="298698"/>
                    <a:pt x="70862" y="298698"/>
                    <a:pt x="74159" y="298698"/>
                  </a:cubicBezTo>
                  <a:lnTo>
                    <a:pt x="136782" y="414056"/>
                  </a:lnTo>
                  <a:lnTo>
                    <a:pt x="115357" y="414056"/>
                  </a:lnTo>
                  <a:cubicBezTo>
                    <a:pt x="87341" y="414056"/>
                    <a:pt x="65918" y="435479"/>
                    <a:pt x="65918" y="463495"/>
                  </a:cubicBezTo>
                  <a:lnTo>
                    <a:pt x="65918" y="479974"/>
                  </a:lnTo>
                  <a:lnTo>
                    <a:pt x="16479" y="479974"/>
                  </a:lnTo>
                  <a:cubicBezTo>
                    <a:pt x="6591" y="479976"/>
                    <a:pt x="0" y="486567"/>
                    <a:pt x="0" y="496455"/>
                  </a:cubicBezTo>
                  <a:lnTo>
                    <a:pt x="0" y="562373"/>
                  </a:lnTo>
                  <a:cubicBezTo>
                    <a:pt x="0" y="572261"/>
                    <a:pt x="6591" y="578852"/>
                    <a:pt x="16479" y="578852"/>
                  </a:cubicBezTo>
                  <a:lnTo>
                    <a:pt x="32958" y="578852"/>
                  </a:lnTo>
                  <a:lnTo>
                    <a:pt x="32958" y="957887"/>
                  </a:lnTo>
                  <a:cubicBezTo>
                    <a:pt x="32958" y="967775"/>
                    <a:pt x="39549" y="974366"/>
                    <a:pt x="49437" y="974366"/>
                  </a:cubicBezTo>
                  <a:lnTo>
                    <a:pt x="115356" y="974366"/>
                  </a:lnTo>
                  <a:cubicBezTo>
                    <a:pt x="125243" y="974366"/>
                    <a:pt x="131835" y="967775"/>
                    <a:pt x="131835" y="957887"/>
                  </a:cubicBezTo>
                  <a:lnTo>
                    <a:pt x="131835" y="578854"/>
                  </a:lnTo>
                  <a:lnTo>
                    <a:pt x="626227" y="578854"/>
                  </a:lnTo>
                  <a:lnTo>
                    <a:pt x="626227" y="743651"/>
                  </a:lnTo>
                  <a:lnTo>
                    <a:pt x="955822" y="743651"/>
                  </a:lnTo>
                  <a:lnTo>
                    <a:pt x="955822" y="578854"/>
                  </a:lnTo>
                  <a:lnTo>
                    <a:pt x="972301" y="578854"/>
                  </a:lnTo>
                  <a:cubicBezTo>
                    <a:pt x="982189" y="578854"/>
                    <a:pt x="988780" y="572263"/>
                    <a:pt x="988780" y="562375"/>
                  </a:cubicBezTo>
                  <a:lnTo>
                    <a:pt x="988780" y="496455"/>
                  </a:lnTo>
                  <a:cubicBezTo>
                    <a:pt x="988780" y="486567"/>
                    <a:pt x="982189" y="479976"/>
                    <a:pt x="972301" y="479976"/>
                  </a:cubicBezTo>
                  <a:lnTo>
                    <a:pt x="939345" y="479976"/>
                  </a:lnTo>
                  <a:lnTo>
                    <a:pt x="939345" y="414058"/>
                  </a:lnTo>
                  <a:lnTo>
                    <a:pt x="972305" y="414058"/>
                  </a:lnTo>
                  <a:close/>
                  <a:moveTo>
                    <a:pt x="232364" y="36670"/>
                  </a:moveTo>
                  <a:cubicBezTo>
                    <a:pt x="235661" y="33374"/>
                    <a:pt x="238956" y="31727"/>
                    <a:pt x="243899" y="31727"/>
                  </a:cubicBezTo>
                  <a:cubicBezTo>
                    <a:pt x="248843" y="31727"/>
                    <a:pt x="252140" y="33374"/>
                    <a:pt x="255435" y="36670"/>
                  </a:cubicBezTo>
                  <a:lnTo>
                    <a:pt x="280154" y="61390"/>
                  </a:lnTo>
                  <a:lnTo>
                    <a:pt x="257084" y="84462"/>
                  </a:lnTo>
                  <a:lnTo>
                    <a:pt x="232364" y="59743"/>
                  </a:lnTo>
                  <a:cubicBezTo>
                    <a:pt x="229068" y="56446"/>
                    <a:pt x="227420" y="53151"/>
                    <a:pt x="227420" y="48208"/>
                  </a:cubicBezTo>
                  <a:cubicBezTo>
                    <a:pt x="227420" y="44911"/>
                    <a:pt x="229068" y="39967"/>
                    <a:pt x="232364" y="36670"/>
                  </a:cubicBezTo>
                  <a:close/>
                  <a:moveTo>
                    <a:pt x="856946" y="315177"/>
                  </a:moveTo>
                  <a:lnTo>
                    <a:pt x="889906" y="315177"/>
                  </a:lnTo>
                  <a:lnTo>
                    <a:pt x="889906" y="381096"/>
                  </a:lnTo>
                  <a:lnTo>
                    <a:pt x="856946" y="381096"/>
                  </a:lnTo>
                  <a:lnTo>
                    <a:pt x="856946" y="315177"/>
                  </a:lnTo>
                  <a:close/>
                  <a:moveTo>
                    <a:pt x="906385" y="414056"/>
                  </a:moveTo>
                  <a:lnTo>
                    <a:pt x="906385" y="479974"/>
                  </a:lnTo>
                  <a:lnTo>
                    <a:pt x="873425" y="479974"/>
                  </a:lnTo>
                  <a:lnTo>
                    <a:pt x="873425" y="414056"/>
                  </a:lnTo>
                  <a:lnTo>
                    <a:pt x="906385" y="414056"/>
                  </a:lnTo>
                  <a:close/>
                  <a:moveTo>
                    <a:pt x="807506" y="216299"/>
                  </a:moveTo>
                  <a:lnTo>
                    <a:pt x="840466" y="216299"/>
                  </a:lnTo>
                  <a:lnTo>
                    <a:pt x="840466" y="282217"/>
                  </a:lnTo>
                  <a:lnTo>
                    <a:pt x="807506" y="282217"/>
                  </a:lnTo>
                  <a:lnTo>
                    <a:pt x="807506" y="216299"/>
                  </a:lnTo>
                  <a:close/>
                  <a:moveTo>
                    <a:pt x="807506" y="414056"/>
                  </a:moveTo>
                  <a:lnTo>
                    <a:pt x="840466" y="414056"/>
                  </a:lnTo>
                  <a:lnTo>
                    <a:pt x="840466" y="479974"/>
                  </a:lnTo>
                  <a:lnTo>
                    <a:pt x="807506" y="479974"/>
                  </a:lnTo>
                  <a:lnTo>
                    <a:pt x="807506" y="414056"/>
                  </a:lnTo>
                  <a:close/>
                  <a:moveTo>
                    <a:pt x="576791" y="282219"/>
                  </a:moveTo>
                  <a:lnTo>
                    <a:pt x="576791" y="216301"/>
                  </a:lnTo>
                  <a:lnTo>
                    <a:pt x="774548" y="216301"/>
                  </a:lnTo>
                  <a:lnTo>
                    <a:pt x="774548" y="282219"/>
                  </a:lnTo>
                  <a:lnTo>
                    <a:pt x="609751" y="282219"/>
                  </a:lnTo>
                  <a:lnTo>
                    <a:pt x="576791" y="282219"/>
                  </a:lnTo>
                  <a:close/>
                  <a:moveTo>
                    <a:pt x="576791" y="414056"/>
                  </a:moveTo>
                  <a:lnTo>
                    <a:pt x="609751" y="414056"/>
                  </a:lnTo>
                  <a:lnTo>
                    <a:pt x="774548" y="414056"/>
                  </a:lnTo>
                  <a:lnTo>
                    <a:pt x="774548" y="479974"/>
                  </a:lnTo>
                  <a:lnTo>
                    <a:pt x="576791" y="479974"/>
                  </a:lnTo>
                  <a:lnTo>
                    <a:pt x="576791" y="414056"/>
                  </a:lnTo>
                  <a:close/>
                  <a:moveTo>
                    <a:pt x="823987" y="677733"/>
                  </a:moveTo>
                  <a:lnTo>
                    <a:pt x="758069" y="677733"/>
                  </a:lnTo>
                  <a:cubicBezTo>
                    <a:pt x="748181" y="677733"/>
                    <a:pt x="741590" y="671142"/>
                    <a:pt x="741590" y="661254"/>
                  </a:cubicBezTo>
                  <a:cubicBezTo>
                    <a:pt x="741590" y="651366"/>
                    <a:pt x="748181" y="644775"/>
                    <a:pt x="758069" y="644775"/>
                  </a:cubicBezTo>
                  <a:lnTo>
                    <a:pt x="823987" y="644775"/>
                  </a:lnTo>
                  <a:cubicBezTo>
                    <a:pt x="833875" y="644775"/>
                    <a:pt x="840466" y="651366"/>
                    <a:pt x="840466" y="661254"/>
                  </a:cubicBezTo>
                  <a:cubicBezTo>
                    <a:pt x="840466" y="671142"/>
                    <a:pt x="833875" y="677733"/>
                    <a:pt x="823987" y="677733"/>
                  </a:cubicBezTo>
                  <a:close/>
                  <a:moveTo>
                    <a:pt x="955824" y="512934"/>
                  </a:moveTo>
                  <a:lnTo>
                    <a:pt x="955824" y="545894"/>
                  </a:lnTo>
                  <a:lnTo>
                    <a:pt x="939345" y="545894"/>
                  </a:lnTo>
                  <a:lnTo>
                    <a:pt x="642710" y="545894"/>
                  </a:lnTo>
                  <a:lnTo>
                    <a:pt x="115357" y="545894"/>
                  </a:lnTo>
                  <a:lnTo>
                    <a:pt x="49439" y="545894"/>
                  </a:lnTo>
                  <a:lnTo>
                    <a:pt x="32960" y="545894"/>
                  </a:lnTo>
                  <a:lnTo>
                    <a:pt x="32960" y="512934"/>
                  </a:lnTo>
                  <a:lnTo>
                    <a:pt x="82399" y="512934"/>
                  </a:lnTo>
                  <a:lnTo>
                    <a:pt x="247196" y="512934"/>
                  </a:lnTo>
                  <a:lnTo>
                    <a:pt x="560310" y="512934"/>
                  </a:lnTo>
                  <a:lnTo>
                    <a:pt x="922864" y="512934"/>
                  </a:lnTo>
                  <a:lnTo>
                    <a:pt x="955824" y="512934"/>
                  </a:lnTo>
                  <a:close/>
                  <a:moveTo>
                    <a:pt x="922866" y="381098"/>
                  </a:moveTo>
                  <a:lnTo>
                    <a:pt x="922866" y="315179"/>
                  </a:lnTo>
                  <a:lnTo>
                    <a:pt x="955826" y="315179"/>
                  </a:lnTo>
                  <a:lnTo>
                    <a:pt x="955826" y="381098"/>
                  </a:lnTo>
                  <a:lnTo>
                    <a:pt x="922866" y="381098"/>
                  </a:lnTo>
                  <a:close/>
                </a:path>
              </a:pathLst>
            </a:custGeom>
            <a:grpFill/>
            <a:ln w="1916"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EE6B116B-E412-4450-8115-146251C3762C}"/>
                </a:ext>
              </a:extLst>
            </p:cNvPr>
            <p:cNvSpPr/>
            <p:nvPr/>
          </p:nvSpPr>
          <p:spPr>
            <a:xfrm>
              <a:off x="7899550" y="7404892"/>
              <a:ext cx="329593" cy="197756"/>
            </a:xfrm>
            <a:custGeom>
              <a:avLst/>
              <a:gdLst>
                <a:gd name="connsiteX0" fmla="*/ 0 w 329593"/>
                <a:gd name="connsiteY0" fmla="*/ 0 h 197756"/>
                <a:gd name="connsiteX1" fmla="*/ 0 w 329593"/>
                <a:gd name="connsiteY1" fmla="*/ 181278 h 197756"/>
                <a:gd name="connsiteX2" fmla="*/ 16479 w 329593"/>
                <a:gd name="connsiteY2" fmla="*/ 197757 h 197756"/>
                <a:gd name="connsiteX3" fmla="*/ 313114 w 329593"/>
                <a:gd name="connsiteY3" fmla="*/ 197757 h 197756"/>
                <a:gd name="connsiteX4" fmla="*/ 329593 w 329593"/>
                <a:gd name="connsiteY4" fmla="*/ 181278 h 197756"/>
                <a:gd name="connsiteX5" fmla="*/ 329593 w 329593"/>
                <a:gd name="connsiteY5" fmla="*/ 0 h 197756"/>
                <a:gd name="connsiteX6" fmla="*/ 0 w 329593"/>
                <a:gd name="connsiteY6" fmla="*/ 0 h 197756"/>
                <a:gd name="connsiteX7" fmla="*/ 197757 w 329593"/>
                <a:gd name="connsiteY7" fmla="*/ 98878 h 197756"/>
                <a:gd name="connsiteX8" fmla="*/ 131839 w 329593"/>
                <a:gd name="connsiteY8" fmla="*/ 98878 h 197756"/>
                <a:gd name="connsiteX9" fmla="*/ 115359 w 329593"/>
                <a:gd name="connsiteY9" fmla="*/ 82399 h 197756"/>
                <a:gd name="connsiteX10" fmla="*/ 131839 w 329593"/>
                <a:gd name="connsiteY10" fmla="*/ 65920 h 197756"/>
                <a:gd name="connsiteX11" fmla="*/ 197757 w 329593"/>
                <a:gd name="connsiteY11" fmla="*/ 65920 h 197756"/>
                <a:gd name="connsiteX12" fmla="*/ 214236 w 329593"/>
                <a:gd name="connsiteY12" fmla="*/ 82399 h 197756"/>
                <a:gd name="connsiteX13" fmla="*/ 197757 w 329593"/>
                <a:gd name="connsiteY13" fmla="*/ 98878 h 197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9593" h="197756">
                  <a:moveTo>
                    <a:pt x="0" y="0"/>
                  </a:moveTo>
                  <a:lnTo>
                    <a:pt x="0" y="181278"/>
                  </a:lnTo>
                  <a:cubicBezTo>
                    <a:pt x="0" y="191166"/>
                    <a:pt x="6591" y="197757"/>
                    <a:pt x="16479" y="197757"/>
                  </a:cubicBezTo>
                  <a:lnTo>
                    <a:pt x="313114" y="197757"/>
                  </a:lnTo>
                  <a:cubicBezTo>
                    <a:pt x="323002" y="197757"/>
                    <a:pt x="329593" y="191166"/>
                    <a:pt x="329593" y="181278"/>
                  </a:cubicBezTo>
                  <a:lnTo>
                    <a:pt x="329593" y="0"/>
                  </a:lnTo>
                  <a:lnTo>
                    <a:pt x="0" y="0"/>
                  </a:lnTo>
                  <a:close/>
                  <a:moveTo>
                    <a:pt x="197757" y="98878"/>
                  </a:moveTo>
                  <a:lnTo>
                    <a:pt x="131839" y="98878"/>
                  </a:lnTo>
                  <a:cubicBezTo>
                    <a:pt x="121951" y="98878"/>
                    <a:pt x="115359" y="92287"/>
                    <a:pt x="115359" y="82399"/>
                  </a:cubicBezTo>
                  <a:cubicBezTo>
                    <a:pt x="115359" y="72511"/>
                    <a:pt x="121951" y="65920"/>
                    <a:pt x="131839" y="65920"/>
                  </a:cubicBezTo>
                  <a:lnTo>
                    <a:pt x="197757" y="65920"/>
                  </a:lnTo>
                  <a:cubicBezTo>
                    <a:pt x="207645" y="65920"/>
                    <a:pt x="214236" y="72511"/>
                    <a:pt x="214236" y="82399"/>
                  </a:cubicBezTo>
                  <a:cubicBezTo>
                    <a:pt x="214236" y="92285"/>
                    <a:pt x="207645" y="98878"/>
                    <a:pt x="197757" y="98878"/>
                  </a:cubicBezTo>
                  <a:close/>
                </a:path>
              </a:pathLst>
            </a:custGeom>
            <a:grpFill/>
            <a:ln w="1916" cap="flat">
              <a:noFill/>
              <a:prstDash val="solid"/>
              <a:miter/>
            </a:ln>
          </p:spPr>
          <p:txBody>
            <a:bodyPr rtlCol="0" anchor="ctr"/>
            <a:lstStyle/>
            <a:p>
              <a:endParaRPr lang="en-US"/>
            </a:p>
          </p:txBody>
        </p:sp>
      </p:grpSp>
      <p:sp>
        <p:nvSpPr>
          <p:cNvPr id="293" name="Graphic 86">
            <a:extLst>
              <a:ext uri="{FF2B5EF4-FFF2-40B4-BE49-F238E27FC236}">
                <a16:creationId xmlns:a16="http://schemas.microsoft.com/office/drawing/2014/main" id="{9FF1F4FD-6277-4669-AD40-9F6B42E540EA}"/>
              </a:ext>
            </a:extLst>
          </p:cNvPr>
          <p:cNvSpPr>
            <a:spLocks noChangeAspect="1"/>
          </p:cNvSpPr>
          <p:nvPr/>
        </p:nvSpPr>
        <p:spPr>
          <a:xfrm>
            <a:off x="9815943" y="3502599"/>
            <a:ext cx="381673" cy="365760"/>
          </a:xfrm>
          <a:custGeom>
            <a:avLst/>
            <a:gdLst>
              <a:gd name="connsiteX0" fmla="*/ 146941 w 449190"/>
              <a:gd name="connsiteY0" fmla="*/ 26 h 430462"/>
              <a:gd name="connsiteX1" fmla="*/ 258116 w 449190"/>
              <a:gd name="connsiteY1" fmla="*/ 45 h 430462"/>
              <a:gd name="connsiteX2" fmla="*/ 412824 w 449190"/>
              <a:gd name="connsiteY2" fmla="*/ 386723 h 430462"/>
              <a:gd name="connsiteX3" fmla="*/ 449190 w 449190"/>
              <a:gd name="connsiteY3" fmla="*/ 408153 h 430462"/>
              <a:gd name="connsiteX4" fmla="*/ 449190 w 449190"/>
              <a:gd name="connsiteY4" fmla="*/ 430444 h 430462"/>
              <a:gd name="connsiteX5" fmla="*/ 247803 w 449190"/>
              <a:gd name="connsiteY5" fmla="*/ 430444 h 430462"/>
              <a:gd name="connsiteX6" fmla="*/ 247803 w 449190"/>
              <a:gd name="connsiteY6" fmla="*/ 408452 h 430462"/>
              <a:gd name="connsiteX7" fmla="*/ 291730 w 449190"/>
              <a:gd name="connsiteY7" fmla="*/ 396137 h 430462"/>
              <a:gd name="connsiteX8" fmla="*/ 292292 w 449190"/>
              <a:gd name="connsiteY8" fmla="*/ 359434 h 430462"/>
              <a:gd name="connsiteX9" fmla="*/ 269795 w 449190"/>
              <a:gd name="connsiteY9" fmla="*/ 301302 h 430462"/>
              <a:gd name="connsiteX10" fmla="*/ 113121 w 449190"/>
              <a:gd name="connsiteY10" fmla="*/ 301302 h 430462"/>
              <a:gd name="connsiteX11" fmla="*/ 92964 w 449190"/>
              <a:gd name="connsiteY11" fmla="*/ 355691 h 430462"/>
              <a:gd name="connsiteX12" fmla="*/ 83811 w 449190"/>
              <a:gd name="connsiteY12" fmla="*/ 387452 h 430462"/>
              <a:gd name="connsiteX13" fmla="*/ 95303 w 449190"/>
              <a:gd name="connsiteY13" fmla="*/ 402276 h 430462"/>
              <a:gd name="connsiteX14" fmla="*/ 127869 w 449190"/>
              <a:gd name="connsiteY14" fmla="*/ 408003 h 430462"/>
              <a:gd name="connsiteX15" fmla="*/ 127926 w 449190"/>
              <a:gd name="connsiteY15" fmla="*/ 430462 h 430462"/>
              <a:gd name="connsiteX16" fmla="*/ 0 w 449190"/>
              <a:gd name="connsiteY16" fmla="*/ 430462 h 430462"/>
              <a:gd name="connsiteX17" fmla="*/ 0 w 449190"/>
              <a:gd name="connsiteY17" fmla="*/ 408134 h 430462"/>
              <a:gd name="connsiteX18" fmla="*/ 32716 w 449190"/>
              <a:gd name="connsiteY18" fmla="*/ 389792 h 430462"/>
              <a:gd name="connsiteX19" fmla="*/ 165208 w 449190"/>
              <a:gd name="connsiteY19" fmla="*/ 52394 h 430462"/>
              <a:gd name="connsiteX20" fmla="*/ 165040 w 449190"/>
              <a:gd name="connsiteY20" fmla="*/ 44945 h 430462"/>
              <a:gd name="connsiteX21" fmla="*/ 146941 w 449190"/>
              <a:gd name="connsiteY21" fmla="*/ 26 h 430462"/>
              <a:gd name="connsiteX22" fmla="*/ 128169 w 449190"/>
              <a:gd name="connsiteY22" fmla="*/ 258778 h 430462"/>
              <a:gd name="connsiteX23" fmla="*/ 252239 w 449190"/>
              <a:gd name="connsiteY23" fmla="*/ 258816 h 430462"/>
              <a:gd name="connsiteX24" fmla="*/ 189034 w 449190"/>
              <a:gd name="connsiteY24" fmla="*/ 101393 h 430462"/>
              <a:gd name="connsiteX25" fmla="*/ 128169 w 449190"/>
              <a:gd name="connsiteY25" fmla="*/ 258778 h 430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9190" h="430462">
                <a:moveTo>
                  <a:pt x="146941" y="26"/>
                </a:moveTo>
                <a:cubicBezTo>
                  <a:pt x="183999" y="-11"/>
                  <a:pt x="221058" y="-11"/>
                  <a:pt x="258116" y="45"/>
                </a:cubicBezTo>
                <a:cubicBezTo>
                  <a:pt x="309717" y="128925"/>
                  <a:pt x="361242" y="257842"/>
                  <a:pt x="412824" y="386723"/>
                </a:cubicBezTo>
                <a:cubicBezTo>
                  <a:pt x="417990" y="401696"/>
                  <a:pt x="435097" y="406300"/>
                  <a:pt x="449190" y="408153"/>
                </a:cubicBezTo>
                <a:lnTo>
                  <a:pt x="449190" y="430444"/>
                </a:lnTo>
                <a:cubicBezTo>
                  <a:pt x="382074" y="430444"/>
                  <a:pt x="314938" y="430444"/>
                  <a:pt x="247803" y="430444"/>
                </a:cubicBezTo>
                <a:cubicBezTo>
                  <a:pt x="247803" y="423107"/>
                  <a:pt x="247803" y="415770"/>
                  <a:pt x="247803" y="408452"/>
                </a:cubicBezTo>
                <a:cubicBezTo>
                  <a:pt x="262814" y="407292"/>
                  <a:pt x="280557" y="408003"/>
                  <a:pt x="291730" y="396137"/>
                </a:cubicBezTo>
                <a:cubicBezTo>
                  <a:pt x="300546" y="385562"/>
                  <a:pt x="295511" y="371207"/>
                  <a:pt x="292292" y="359434"/>
                </a:cubicBezTo>
                <a:cubicBezTo>
                  <a:pt x="285404" y="339820"/>
                  <a:pt x="277225" y="320692"/>
                  <a:pt x="269795" y="301302"/>
                </a:cubicBezTo>
                <a:cubicBezTo>
                  <a:pt x="217558" y="301302"/>
                  <a:pt x="165339" y="301302"/>
                  <a:pt x="113121" y="301302"/>
                </a:cubicBezTo>
                <a:cubicBezTo>
                  <a:pt x="106533" y="319475"/>
                  <a:pt x="100207" y="337761"/>
                  <a:pt x="92964" y="355691"/>
                </a:cubicBezTo>
                <a:cubicBezTo>
                  <a:pt x="88378" y="365704"/>
                  <a:pt x="82950" y="376092"/>
                  <a:pt x="83811" y="387452"/>
                </a:cubicBezTo>
                <a:cubicBezTo>
                  <a:pt x="84504" y="394097"/>
                  <a:pt x="89033" y="399918"/>
                  <a:pt x="95303" y="402276"/>
                </a:cubicBezTo>
                <a:cubicBezTo>
                  <a:pt x="105560" y="406599"/>
                  <a:pt x="116883" y="407329"/>
                  <a:pt x="127869" y="408003"/>
                </a:cubicBezTo>
                <a:cubicBezTo>
                  <a:pt x="127926" y="415508"/>
                  <a:pt x="128019" y="422976"/>
                  <a:pt x="127926" y="430462"/>
                </a:cubicBezTo>
                <a:cubicBezTo>
                  <a:pt x="85290" y="430462"/>
                  <a:pt x="42636" y="430462"/>
                  <a:pt x="0" y="430462"/>
                </a:cubicBezTo>
                <a:cubicBezTo>
                  <a:pt x="0" y="423013"/>
                  <a:pt x="0" y="415564"/>
                  <a:pt x="0" y="408134"/>
                </a:cubicBezTo>
                <a:cubicBezTo>
                  <a:pt x="12409" y="406375"/>
                  <a:pt x="27925" y="403118"/>
                  <a:pt x="32716" y="389792"/>
                </a:cubicBezTo>
                <a:cubicBezTo>
                  <a:pt x="76886" y="277326"/>
                  <a:pt x="121001" y="164823"/>
                  <a:pt x="165208" y="52394"/>
                </a:cubicBezTo>
                <a:cubicBezTo>
                  <a:pt x="166518" y="49998"/>
                  <a:pt x="166238" y="47322"/>
                  <a:pt x="165040" y="44945"/>
                </a:cubicBezTo>
                <a:cubicBezTo>
                  <a:pt x="158957" y="30010"/>
                  <a:pt x="152987" y="14999"/>
                  <a:pt x="146941" y="26"/>
                </a:cubicBezTo>
                <a:close/>
                <a:moveTo>
                  <a:pt x="128169" y="258778"/>
                </a:moveTo>
                <a:cubicBezTo>
                  <a:pt x="169532" y="258872"/>
                  <a:pt x="210876" y="258797"/>
                  <a:pt x="252239" y="258816"/>
                </a:cubicBezTo>
                <a:cubicBezTo>
                  <a:pt x="231164" y="206335"/>
                  <a:pt x="210127" y="153855"/>
                  <a:pt x="189034" y="101393"/>
                </a:cubicBezTo>
                <a:cubicBezTo>
                  <a:pt x="169345" y="154080"/>
                  <a:pt x="149187" y="206597"/>
                  <a:pt x="128169" y="258778"/>
                </a:cubicBezTo>
                <a:close/>
              </a:path>
            </a:pathLst>
          </a:custGeom>
          <a:solidFill>
            <a:schemeClr val="tx2"/>
          </a:solidFill>
          <a:ln w="18653" cap="flat">
            <a:noFill/>
            <a:prstDash val="solid"/>
            <a:miter/>
          </a:ln>
        </p:spPr>
        <p:txBody>
          <a:bodyPr rtlCol="0" anchor="ctr"/>
          <a:lstStyle/>
          <a:p>
            <a:endParaRPr lang="en-US"/>
          </a:p>
        </p:txBody>
      </p:sp>
      <p:sp>
        <p:nvSpPr>
          <p:cNvPr id="162" name="Graphic 4">
            <a:extLst>
              <a:ext uri="{FF2B5EF4-FFF2-40B4-BE49-F238E27FC236}">
                <a16:creationId xmlns:a16="http://schemas.microsoft.com/office/drawing/2014/main" id="{91048D80-5699-4AB7-8A02-BF95085C42CB}"/>
              </a:ext>
            </a:extLst>
          </p:cNvPr>
          <p:cNvSpPr>
            <a:spLocks noChangeAspect="1"/>
          </p:cNvSpPr>
          <p:nvPr/>
        </p:nvSpPr>
        <p:spPr>
          <a:xfrm>
            <a:off x="10870678" y="3502599"/>
            <a:ext cx="365760" cy="365760"/>
          </a:xfrm>
          <a:custGeom>
            <a:avLst/>
            <a:gdLst>
              <a:gd name="connsiteX0" fmla="*/ 4690129 w 4876502"/>
              <a:gd name="connsiteY0" fmla="*/ 186373 h 4876502"/>
              <a:gd name="connsiteX1" fmla="*/ 3788807 w 4876502"/>
              <a:gd name="connsiteY1" fmla="*/ 186373 h 4876502"/>
              <a:gd name="connsiteX2" fmla="*/ 44634 w 4876502"/>
              <a:gd name="connsiteY2" fmla="*/ 3930537 h 4876502"/>
              <a:gd name="connsiteX3" fmla="*/ 0 w 4876502"/>
              <a:gd name="connsiteY3" fmla="*/ 4038302 h 4876502"/>
              <a:gd name="connsiteX4" fmla="*/ 0 w 4876502"/>
              <a:gd name="connsiteY4" fmla="*/ 4724103 h 4876502"/>
              <a:gd name="connsiteX5" fmla="*/ 152400 w 4876502"/>
              <a:gd name="connsiteY5" fmla="*/ 4876503 h 4876502"/>
              <a:gd name="connsiteX6" fmla="*/ 838200 w 4876502"/>
              <a:gd name="connsiteY6" fmla="*/ 4876503 h 4876502"/>
              <a:gd name="connsiteX7" fmla="*/ 945966 w 4876502"/>
              <a:gd name="connsiteY7" fmla="*/ 4831868 h 4876502"/>
              <a:gd name="connsiteX8" fmla="*/ 4690129 w 4876502"/>
              <a:gd name="connsiteY8" fmla="*/ 1087705 h 4876502"/>
              <a:gd name="connsiteX9" fmla="*/ 4690129 w 4876502"/>
              <a:gd name="connsiteY9" fmla="*/ 186373 h 4876502"/>
              <a:gd name="connsiteX10" fmla="*/ 775078 w 4876502"/>
              <a:gd name="connsiteY10" fmla="*/ 4571703 h 4876502"/>
              <a:gd name="connsiteX11" fmla="*/ 352425 w 4876502"/>
              <a:gd name="connsiteY11" fmla="*/ 4571703 h 4876502"/>
              <a:gd name="connsiteX12" fmla="*/ 304800 w 4876502"/>
              <a:gd name="connsiteY12" fmla="*/ 4524078 h 4876502"/>
              <a:gd name="connsiteX13" fmla="*/ 304800 w 4876502"/>
              <a:gd name="connsiteY13" fmla="*/ 4101425 h 4876502"/>
              <a:gd name="connsiteX14" fmla="*/ 499729 w 4876502"/>
              <a:gd name="connsiteY14" fmla="*/ 3906496 h 4876502"/>
              <a:gd name="connsiteX15" fmla="*/ 567080 w 4876502"/>
              <a:gd name="connsiteY15" fmla="*/ 3906496 h 4876502"/>
              <a:gd name="connsiteX16" fmla="*/ 969997 w 4876502"/>
              <a:gd name="connsiteY16" fmla="*/ 4309422 h 4876502"/>
              <a:gd name="connsiteX17" fmla="*/ 969997 w 4876502"/>
              <a:gd name="connsiteY17" fmla="*/ 4376773 h 4876502"/>
              <a:gd name="connsiteX18" fmla="*/ 4470111 w 4876502"/>
              <a:gd name="connsiteY18" fmla="*/ 876660 h 4876502"/>
              <a:gd name="connsiteX19" fmla="*/ 4072271 w 4876502"/>
              <a:gd name="connsiteY19" fmla="*/ 1274500 h 4876502"/>
              <a:gd name="connsiteX20" fmla="*/ 4004920 w 4876502"/>
              <a:gd name="connsiteY20" fmla="*/ 1274500 h 4876502"/>
              <a:gd name="connsiteX21" fmla="*/ 3601993 w 4876502"/>
              <a:gd name="connsiteY21" fmla="*/ 871583 h 4876502"/>
              <a:gd name="connsiteX22" fmla="*/ 3601993 w 4876502"/>
              <a:gd name="connsiteY22" fmla="*/ 804231 h 4876502"/>
              <a:gd name="connsiteX23" fmla="*/ 3999833 w 4876502"/>
              <a:gd name="connsiteY23" fmla="*/ 406391 h 4876502"/>
              <a:gd name="connsiteX24" fmla="*/ 4233891 w 4876502"/>
              <a:gd name="connsiteY24" fmla="*/ 304550 h 4876502"/>
              <a:gd name="connsiteX25" fmla="*/ 4474597 w 4876502"/>
              <a:gd name="connsiteY25" fmla="*/ 401905 h 4876502"/>
              <a:gd name="connsiteX26" fmla="*/ 4571953 w 4876502"/>
              <a:gd name="connsiteY26" fmla="*/ 642611 h 4876502"/>
              <a:gd name="connsiteX27" fmla="*/ 4470111 w 4876502"/>
              <a:gd name="connsiteY27" fmla="*/ 876660 h 4876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876502" h="4876502">
                <a:moveTo>
                  <a:pt x="4690129" y="186373"/>
                </a:moveTo>
                <a:cubicBezTo>
                  <a:pt x="4441631" y="-62124"/>
                  <a:pt x="4037305" y="-62124"/>
                  <a:pt x="3788807" y="186373"/>
                </a:cubicBezTo>
                <a:lnTo>
                  <a:pt x="44634" y="3930537"/>
                </a:lnTo>
                <a:cubicBezTo>
                  <a:pt x="16059" y="3959121"/>
                  <a:pt x="0" y="3997878"/>
                  <a:pt x="0" y="4038302"/>
                </a:cubicBezTo>
                <a:lnTo>
                  <a:pt x="0" y="4724103"/>
                </a:lnTo>
                <a:cubicBezTo>
                  <a:pt x="0" y="4808265"/>
                  <a:pt x="68237" y="4876503"/>
                  <a:pt x="152400" y="4876503"/>
                </a:cubicBezTo>
                <a:lnTo>
                  <a:pt x="838200" y="4876503"/>
                </a:lnTo>
                <a:cubicBezTo>
                  <a:pt x="878624" y="4876503"/>
                  <a:pt x="917381" y="4860443"/>
                  <a:pt x="945966" y="4831868"/>
                </a:cubicBezTo>
                <a:lnTo>
                  <a:pt x="4690129" y="1087705"/>
                </a:lnTo>
                <a:cubicBezTo>
                  <a:pt x="4938627" y="839198"/>
                  <a:pt x="4938627" y="434861"/>
                  <a:pt x="4690129" y="186373"/>
                </a:cubicBezTo>
                <a:close/>
                <a:moveTo>
                  <a:pt x="775078" y="4571703"/>
                </a:moveTo>
                <a:lnTo>
                  <a:pt x="352425" y="4571703"/>
                </a:lnTo>
                <a:cubicBezTo>
                  <a:pt x="326126" y="4571703"/>
                  <a:pt x="304800" y="4550376"/>
                  <a:pt x="304800" y="4524078"/>
                </a:cubicBezTo>
                <a:lnTo>
                  <a:pt x="304800" y="4101425"/>
                </a:lnTo>
                <a:lnTo>
                  <a:pt x="499729" y="3906496"/>
                </a:lnTo>
                <a:cubicBezTo>
                  <a:pt x="518331" y="3887893"/>
                  <a:pt x="548478" y="3887893"/>
                  <a:pt x="567080" y="3906496"/>
                </a:cubicBezTo>
                <a:lnTo>
                  <a:pt x="969997" y="4309422"/>
                </a:lnTo>
                <a:cubicBezTo>
                  <a:pt x="988600" y="4328024"/>
                  <a:pt x="988600" y="4358171"/>
                  <a:pt x="969997" y="4376773"/>
                </a:cubicBezTo>
                <a:close/>
                <a:moveTo>
                  <a:pt x="4470111" y="876660"/>
                </a:moveTo>
                <a:lnTo>
                  <a:pt x="4072271" y="1274500"/>
                </a:lnTo>
                <a:cubicBezTo>
                  <a:pt x="4053669" y="1293102"/>
                  <a:pt x="4023522" y="1293102"/>
                  <a:pt x="4004920" y="1274500"/>
                </a:cubicBezTo>
                <a:lnTo>
                  <a:pt x="3601993" y="871583"/>
                </a:lnTo>
                <a:cubicBezTo>
                  <a:pt x="3583391" y="852980"/>
                  <a:pt x="3583391" y="822834"/>
                  <a:pt x="3601993" y="804231"/>
                </a:cubicBezTo>
                <a:lnTo>
                  <a:pt x="3999833" y="406391"/>
                </a:lnTo>
                <a:cubicBezTo>
                  <a:pt x="4062165" y="344060"/>
                  <a:pt x="4145756" y="305979"/>
                  <a:pt x="4233891" y="304550"/>
                </a:cubicBezTo>
                <a:cubicBezTo>
                  <a:pt x="4324788" y="303074"/>
                  <a:pt x="4410485" y="337783"/>
                  <a:pt x="4474597" y="401905"/>
                </a:cubicBezTo>
                <a:cubicBezTo>
                  <a:pt x="4538720" y="466018"/>
                  <a:pt x="4573429" y="551714"/>
                  <a:pt x="4571953" y="642611"/>
                </a:cubicBezTo>
                <a:cubicBezTo>
                  <a:pt x="4570524" y="730737"/>
                  <a:pt x="4532443" y="814328"/>
                  <a:pt x="4470111" y="876660"/>
                </a:cubicBezTo>
                <a:close/>
              </a:path>
            </a:pathLst>
          </a:custGeom>
          <a:solidFill>
            <a:schemeClr val="tx2"/>
          </a:solidFill>
          <a:ln w="9525" cap="flat">
            <a:noFill/>
            <a:prstDash val="solid"/>
            <a:miter/>
          </a:ln>
        </p:spPr>
        <p:txBody>
          <a:bodyPr rtlCol="0" anchor="ctr"/>
          <a:lstStyle/>
          <a:p>
            <a:endParaRPr lang="en-US"/>
          </a:p>
        </p:txBody>
      </p:sp>
      <p:sp>
        <p:nvSpPr>
          <p:cNvPr id="294" name="Graphic 88">
            <a:extLst>
              <a:ext uri="{FF2B5EF4-FFF2-40B4-BE49-F238E27FC236}">
                <a16:creationId xmlns:a16="http://schemas.microsoft.com/office/drawing/2014/main" id="{10ABE418-BA23-4138-8D3A-C646E6E3D74C}"/>
              </a:ext>
            </a:extLst>
          </p:cNvPr>
          <p:cNvSpPr>
            <a:spLocks noChangeAspect="1"/>
          </p:cNvSpPr>
          <p:nvPr/>
        </p:nvSpPr>
        <p:spPr>
          <a:xfrm>
            <a:off x="8792448" y="3502599"/>
            <a:ext cx="365761" cy="365760"/>
          </a:xfrm>
          <a:custGeom>
            <a:avLst/>
            <a:gdLst>
              <a:gd name="connsiteX0" fmla="*/ 420128 w 424901"/>
              <a:gd name="connsiteY0" fmla="*/ 96992 h 424900"/>
              <a:gd name="connsiteX1" fmla="*/ 397072 w 424901"/>
              <a:gd name="connsiteY1" fmla="*/ 96992 h 424900"/>
              <a:gd name="connsiteX2" fmla="*/ 382541 w 424901"/>
              <a:gd name="connsiteY2" fmla="*/ 105517 h 424900"/>
              <a:gd name="connsiteX3" fmla="*/ 319325 w 424901"/>
              <a:gd name="connsiteY3" fmla="*/ 42300 h 424900"/>
              <a:gd name="connsiteX4" fmla="*/ 327909 w 424901"/>
              <a:gd name="connsiteY4" fmla="*/ 27829 h 424900"/>
              <a:gd name="connsiteX5" fmla="*/ 327909 w 424901"/>
              <a:gd name="connsiteY5" fmla="*/ 4777 h 424900"/>
              <a:gd name="connsiteX6" fmla="*/ 304854 w 424901"/>
              <a:gd name="connsiteY6" fmla="*/ 4777 h 424900"/>
              <a:gd name="connsiteX7" fmla="*/ 282042 w 424901"/>
              <a:gd name="connsiteY7" fmla="*/ 81634 h 424900"/>
              <a:gd name="connsiteX8" fmla="*/ 286674 w 424901"/>
              <a:gd name="connsiteY8" fmla="*/ 93414 h 424900"/>
              <a:gd name="connsiteX9" fmla="*/ 298340 w 424901"/>
              <a:gd name="connsiteY9" fmla="*/ 98341 h 424900"/>
              <a:gd name="connsiteX10" fmla="*/ 299849 w 424901"/>
              <a:gd name="connsiteY10" fmla="*/ 98341 h 424900"/>
              <a:gd name="connsiteX11" fmla="*/ 314610 w 424901"/>
              <a:gd name="connsiteY11" fmla="*/ 83691 h 424900"/>
              <a:gd name="connsiteX12" fmla="*/ 341148 w 424901"/>
              <a:gd name="connsiteY12" fmla="*/ 110229 h 424900"/>
              <a:gd name="connsiteX13" fmla="*/ 314558 w 424901"/>
              <a:gd name="connsiteY13" fmla="*/ 110325 h 424900"/>
              <a:gd name="connsiteX14" fmla="*/ 281904 w 424901"/>
              <a:gd name="connsiteY14" fmla="*/ 109878 h 424900"/>
              <a:gd name="connsiteX15" fmla="*/ 143376 w 424901"/>
              <a:gd name="connsiteY15" fmla="*/ 143450 h 424900"/>
              <a:gd name="connsiteX16" fmla="*/ 109447 w 424901"/>
              <a:gd name="connsiteY16" fmla="*/ 244563 h 424900"/>
              <a:gd name="connsiteX17" fmla="*/ 113940 w 424901"/>
              <a:gd name="connsiteY17" fmla="*/ 256391 h 424900"/>
              <a:gd name="connsiteX18" fmla="*/ 125581 w 424901"/>
              <a:gd name="connsiteY18" fmla="*/ 261358 h 424900"/>
              <a:gd name="connsiteX19" fmla="*/ 125936 w 424901"/>
              <a:gd name="connsiteY19" fmla="*/ 261358 h 424900"/>
              <a:gd name="connsiteX20" fmla="*/ 142062 w 424901"/>
              <a:gd name="connsiteY20" fmla="*/ 245745 h 424900"/>
              <a:gd name="connsiteX21" fmla="*/ 143599 w 424901"/>
              <a:gd name="connsiteY21" fmla="*/ 223907 h 424900"/>
              <a:gd name="connsiteX22" fmla="*/ 201033 w 424901"/>
              <a:gd name="connsiteY22" fmla="*/ 281345 h 424900"/>
              <a:gd name="connsiteX23" fmla="*/ 142484 w 424901"/>
              <a:gd name="connsiteY23" fmla="*/ 282423 h 424900"/>
              <a:gd name="connsiteX24" fmla="*/ 109873 w 424901"/>
              <a:gd name="connsiteY24" fmla="*/ 281969 h 424900"/>
              <a:gd name="connsiteX25" fmla="*/ 4779 w 424901"/>
              <a:gd name="connsiteY25" fmla="*/ 304853 h 424900"/>
              <a:gd name="connsiteX26" fmla="*/ 4779 w 424901"/>
              <a:gd name="connsiteY26" fmla="*/ 327909 h 424900"/>
              <a:gd name="connsiteX27" fmla="*/ 27831 w 424901"/>
              <a:gd name="connsiteY27" fmla="*/ 327909 h 424900"/>
              <a:gd name="connsiteX28" fmla="*/ 42464 w 424901"/>
              <a:gd name="connsiteY28" fmla="*/ 318735 h 424900"/>
              <a:gd name="connsiteX29" fmla="*/ 105637 w 424901"/>
              <a:gd name="connsiteY29" fmla="*/ 381904 h 424900"/>
              <a:gd name="connsiteX30" fmla="*/ 96993 w 424901"/>
              <a:gd name="connsiteY30" fmla="*/ 397071 h 424900"/>
              <a:gd name="connsiteX31" fmla="*/ 96993 w 424901"/>
              <a:gd name="connsiteY31" fmla="*/ 420126 h 424900"/>
              <a:gd name="connsiteX32" fmla="*/ 120045 w 424901"/>
              <a:gd name="connsiteY32" fmla="*/ 420126 h 424900"/>
              <a:gd name="connsiteX33" fmla="*/ 143256 w 424901"/>
              <a:gd name="connsiteY33" fmla="*/ 343159 h 424900"/>
              <a:gd name="connsiteX34" fmla="*/ 138691 w 424901"/>
              <a:gd name="connsiteY34" fmla="*/ 331459 h 424900"/>
              <a:gd name="connsiteX35" fmla="*/ 127122 w 424901"/>
              <a:gd name="connsiteY35" fmla="*/ 326563 h 424900"/>
              <a:gd name="connsiteX36" fmla="*/ 125283 w 424901"/>
              <a:gd name="connsiteY36" fmla="*/ 326563 h 424900"/>
              <a:gd name="connsiteX37" fmla="*/ 110764 w 424901"/>
              <a:gd name="connsiteY37" fmla="*/ 340927 h 424900"/>
              <a:gd name="connsiteX38" fmla="*/ 84378 w 424901"/>
              <a:gd name="connsiteY38" fmla="*/ 314541 h 424900"/>
              <a:gd name="connsiteX39" fmla="*/ 110319 w 424901"/>
              <a:gd name="connsiteY39" fmla="*/ 314584 h 424900"/>
              <a:gd name="connsiteX40" fmla="*/ 142939 w 424901"/>
              <a:gd name="connsiteY40" fmla="*/ 315031 h 424900"/>
              <a:gd name="connsiteX41" fmla="*/ 281455 w 424901"/>
              <a:gd name="connsiteY41" fmla="*/ 281525 h 424900"/>
              <a:gd name="connsiteX42" fmla="*/ 315324 w 424901"/>
              <a:gd name="connsiteY42" fmla="*/ 171380 h 424900"/>
              <a:gd name="connsiteX43" fmla="*/ 299038 w 424901"/>
              <a:gd name="connsiteY43" fmla="*/ 154677 h 424900"/>
              <a:gd name="connsiteX44" fmla="*/ 282816 w 424901"/>
              <a:gd name="connsiteY44" fmla="*/ 170525 h 424900"/>
              <a:gd name="connsiteX45" fmla="*/ 281526 w 424901"/>
              <a:gd name="connsiteY45" fmla="*/ 200457 h 424900"/>
              <a:gd name="connsiteX46" fmla="*/ 224566 w 424901"/>
              <a:gd name="connsiteY46" fmla="*/ 143497 h 424900"/>
              <a:gd name="connsiteX47" fmla="*/ 282378 w 424901"/>
              <a:gd name="connsiteY47" fmla="*/ 142491 h 424900"/>
              <a:gd name="connsiteX48" fmla="*/ 315009 w 424901"/>
              <a:gd name="connsiteY48" fmla="*/ 142945 h 424900"/>
              <a:gd name="connsiteX49" fmla="*/ 420130 w 424901"/>
              <a:gd name="connsiteY49" fmla="*/ 120048 h 424900"/>
              <a:gd name="connsiteX50" fmla="*/ 420128 w 424901"/>
              <a:gd name="connsiteY50" fmla="*/ 96992 h 424900"/>
              <a:gd name="connsiteX51" fmla="*/ 272362 w 424901"/>
              <a:gd name="connsiteY51" fmla="*/ 237406 h 424900"/>
              <a:gd name="connsiteX52" fmla="*/ 258392 w 424901"/>
              <a:gd name="connsiteY52" fmla="*/ 258476 h 424900"/>
              <a:gd name="connsiteX53" fmla="*/ 237848 w 424901"/>
              <a:gd name="connsiteY53" fmla="*/ 272055 h 424900"/>
              <a:gd name="connsiteX54" fmla="*/ 152794 w 424901"/>
              <a:gd name="connsiteY54" fmla="*/ 186997 h 424900"/>
              <a:gd name="connsiteX55" fmla="*/ 166425 w 424901"/>
              <a:gd name="connsiteY55" fmla="*/ 166508 h 424900"/>
              <a:gd name="connsiteX56" fmla="*/ 187566 w 424901"/>
              <a:gd name="connsiteY56" fmla="*/ 152610 h 424900"/>
              <a:gd name="connsiteX57" fmla="*/ 272362 w 424901"/>
              <a:gd name="connsiteY57" fmla="*/ 237406 h 42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424901" h="424900">
                <a:moveTo>
                  <a:pt x="420128" y="96992"/>
                </a:moveTo>
                <a:cubicBezTo>
                  <a:pt x="413752" y="90620"/>
                  <a:pt x="403436" y="90628"/>
                  <a:pt x="397072" y="96992"/>
                </a:cubicBezTo>
                <a:cubicBezTo>
                  <a:pt x="393256" y="100804"/>
                  <a:pt x="388598" y="103506"/>
                  <a:pt x="382541" y="105517"/>
                </a:cubicBezTo>
                <a:lnTo>
                  <a:pt x="319325" y="42300"/>
                </a:lnTo>
                <a:cubicBezTo>
                  <a:pt x="321339" y="36242"/>
                  <a:pt x="324081" y="31657"/>
                  <a:pt x="327909" y="27829"/>
                </a:cubicBezTo>
                <a:cubicBezTo>
                  <a:pt x="334273" y="21465"/>
                  <a:pt x="334281" y="11149"/>
                  <a:pt x="327909" y="4777"/>
                </a:cubicBezTo>
                <a:cubicBezTo>
                  <a:pt x="321538" y="-1595"/>
                  <a:pt x="311222" y="-1590"/>
                  <a:pt x="304854" y="4777"/>
                </a:cubicBezTo>
                <a:cubicBezTo>
                  <a:pt x="287923" y="21708"/>
                  <a:pt x="282988" y="42686"/>
                  <a:pt x="282042" y="81634"/>
                </a:cubicBezTo>
                <a:cubicBezTo>
                  <a:pt x="281938" y="86024"/>
                  <a:pt x="283606" y="90270"/>
                  <a:pt x="286674" y="93414"/>
                </a:cubicBezTo>
                <a:cubicBezTo>
                  <a:pt x="289739" y="96558"/>
                  <a:pt x="293946" y="98341"/>
                  <a:pt x="298340" y="98341"/>
                </a:cubicBezTo>
                <a:lnTo>
                  <a:pt x="299849" y="98341"/>
                </a:lnTo>
                <a:cubicBezTo>
                  <a:pt x="307956" y="98341"/>
                  <a:pt x="314547" y="91798"/>
                  <a:pt x="314610" y="83691"/>
                </a:cubicBezTo>
                <a:lnTo>
                  <a:pt x="341148" y="110229"/>
                </a:lnTo>
                <a:cubicBezTo>
                  <a:pt x="333328" y="110377"/>
                  <a:pt x="324751" y="110415"/>
                  <a:pt x="314558" y="110325"/>
                </a:cubicBezTo>
                <a:lnTo>
                  <a:pt x="281904" y="109878"/>
                </a:lnTo>
                <a:cubicBezTo>
                  <a:pt x="241536" y="109242"/>
                  <a:pt x="181439" y="105389"/>
                  <a:pt x="143376" y="143450"/>
                </a:cubicBezTo>
                <a:cubicBezTo>
                  <a:pt x="118314" y="168515"/>
                  <a:pt x="110971" y="205867"/>
                  <a:pt x="109447" y="244563"/>
                </a:cubicBezTo>
                <a:cubicBezTo>
                  <a:pt x="109276" y="248953"/>
                  <a:pt x="110900" y="253223"/>
                  <a:pt x="113940" y="256391"/>
                </a:cubicBezTo>
                <a:cubicBezTo>
                  <a:pt x="116984" y="259556"/>
                  <a:pt x="121188" y="261358"/>
                  <a:pt x="125581" y="261358"/>
                </a:cubicBezTo>
                <a:lnTo>
                  <a:pt x="125936" y="261358"/>
                </a:lnTo>
                <a:cubicBezTo>
                  <a:pt x="134647" y="261358"/>
                  <a:pt x="141772" y="254453"/>
                  <a:pt x="142062" y="245745"/>
                </a:cubicBezTo>
                <a:cubicBezTo>
                  <a:pt x="142313" y="238259"/>
                  <a:pt x="142798" y="230956"/>
                  <a:pt x="143599" y="223907"/>
                </a:cubicBezTo>
                <a:cubicBezTo>
                  <a:pt x="157074" y="237383"/>
                  <a:pt x="184472" y="264785"/>
                  <a:pt x="201033" y="281345"/>
                </a:cubicBezTo>
                <a:cubicBezTo>
                  <a:pt x="181284" y="283454"/>
                  <a:pt x="160585" y="282694"/>
                  <a:pt x="142484" y="282423"/>
                </a:cubicBezTo>
                <a:lnTo>
                  <a:pt x="109873" y="281969"/>
                </a:lnTo>
                <a:cubicBezTo>
                  <a:pt x="45063" y="281312"/>
                  <a:pt x="25845" y="283787"/>
                  <a:pt x="4779" y="304853"/>
                </a:cubicBezTo>
                <a:cubicBezTo>
                  <a:pt x="-1589" y="311221"/>
                  <a:pt x="-1597" y="321537"/>
                  <a:pt x="4779" y="327909"/>
                </a:cubicBezTo>
                <a:cubicBezTo>
                  <a:pt x="11147" y="334281"/>
                  <a:pt x="21467" y="334277"/>
                  <a:pt x="27831" y="327909"/>
                </a:cubicBezTo>
                <a:cubicBezTo>
                  <a:pt x="32022" y="323717"/>
                  <a:pt x="36311" y="320785"/>
                  <a:pt x="42464" y="318735"/>
                </a:cubicBezTo>
                <a:lnTo>
                  <a:pt x="105637" y="381904"/>
                </a:lnTo>
                <a:cubicBezTo>
                  <a:pt x="103576" y="388005"/>
                  <a:pt x="100842" y="393224"/>
                  <a:pt x="96993" y="397071"/>
                </a:cubicBezTo>
                <a:cubicBezTo>
                  <a:pt x="90626" y="403434"/>
                  <a:pt x="90621" y="413754"/>
                  <a:pt x="96993" y="420126"/>
                </a:cubicBezTo>
                <a:cubicBezTo>
                  <a:pt x="103365" y="426494"/>
                  <a:pt x="113681" y="426490"/>
                  <a:pt x="120045" y="420126"/>
                </a:cubicBezTo>
                <a:cubicBezTo>
                  <a:pt x="137461" y="402710"/>
                  <a:pt x="142392" y="374716"/>
                  <a:pt x="143256" y="343159"/>
                </a:cubicBezTo>
                <a:cubicBezTo>
                  <a:pt x="143376" y="338800"/>
                  <a:pt x="141728" y="334582"/>
                  <a:pt x="138691" y="331459"/>
                </a:cubicBezTo>
                <a:cubicBezTo>
                  <a:pt x="135654" y="328335"/>
                  <a:pt x="131480" y="326563"/>
                  <a:pt x="127122" y="326563"/>
                </a:cubicBezTo>
                <a:lnTo>
                  <a:pt x="125283" y="326563"/>
                </a:lnTo>
                <a:cubicBezTo>
                  <a:pt x="117323" y="326563"/>
                  <a:pt x="110848" y="332966"/>
                  <a:pt x="110764" y="340927"/>
                </a:cubicBezTo>
                <a:lnTo>
                  <a:pt x="84378" y="314541"/>
                </a:lnTo>
                <a:cubicBezTo>
                  <a:pt x="91867" y="314457"/>
                  <a:pt x="100385" y="314481"/>
                  <a:pt x="110319" y="314584"/>
                </a:cubicBezTo>
                <a:lnTo>
                  <a:pt x="142939" y="315031"/>
                </a:lnTo>
                <a:cubicBezTo>
                  <a:pt x="183478" y="315648"/>
                  <a:pt x="243494" y="319484"/>
                  <a:pt x="281455" y="281525"/>
                </a:cubicBezTo>
                <a:cubicBezTo>
                  <a:pt x="308064" y="254915"/>
                  <a:pt x="314551" y="208971"/>
                  <a:pt x="315324" y="171380"/>
                </a:cubicBezTo>
                <a:cubicBezTo>
                  <a:pt x="315514" y="162230"/>
                  <a:pt x="308192" y="154677"/>
                  <a:pt x="299038" y="154677"/>
                </a:cubicBezTo>
                <a:cubicBezTo>
                  <a:pt x="290219" y="154677"/>
                  <a:pt x="282939" y="161705"/>
                  <a:pt x="282816" y="170525"/>
                </a:cubicBezTo>
                <a:cubicBezTo>
                  <a:pt x="282716" y="177338"/>
                  <a:pt x="282378" y="192561"/>
                  <a:pt x="281526" y="200457"/>
                </a:cubicBezTo>
                <a:cubicBezTo>
                  <a:pt x="264567" y="183503"/>
                  <a:pt x="244621" y="163553"/>
                  <a:pt x="224566" y="143497"/>
                </a:cubicBezTo>
                <a:cubicBezTo>
                  <a:pt x="244146" y="141468"/>
                  <a:pt x="264576" y="142212"/>
                  <a:pt x="282378" y="142491"/>
                </a:cubicBezTo>
                <a:lnTo>
                  <a:pt x="315009" y="142945"/>
                </a:lnTo>
                <a:cubicBezTo>
                  <a:pt x="372021" y="143471"/>
                  <a:pt x="399259" y="140916"/>
                  <a:pt x="420130" y="120048"/>
                </a:cubicBezTo>
                <a:cubicBezTo>
                  <a:pt x="426491" y="113679"/>
                  <a:pt x="426495" y="103363"/>
                  <a:pt x="420128" y="96992"/>
                </a:cubicBezTo>
                <a:close/>
                <a:moveTo>
                  <a:pt x="272362" y="237406"/>
                </a:moveTo>
                <a:cubicBezTo>
                  <a:pt x="268688" y="245697"/>
                  <a:pt x="264111" y="252760"/>
                  <a:pt x="258392" y="258476"/>
                </a:cubicBezTo>
                <a:cubicBezTo>
                  <a:pt x="252494" y="264374"/>
                  <a:pt x="245437" y="268633"/>
                  <a:pt x="237848" y="272055"/>
                </a:cubicBezTo>
                <a:lnTo>
                  <a:pt x="152794" y="186997"/>
                </a:lnTo>
                <a:cubicBezTo>
                  <a:pt x="156241" y="179272"/>
                  <a:pt x="160622" y="172312"/>
                  <a:pt x="166425" y="166508"/>
                </a:cubicBezTo>
                <a:cubicBezTo>
                  <a:pt x="172487" y="160446"/>
                  <a:pt x="179746" y="156073"/>
                  <a:pt x="187566" y="152610"/>
                </a:cubicBezTo>
                <a:cubicBezTo>
                  <a:pt x="215911" y="180951"/>
                  <a:pt x="248577" y="213623"/>
                  <a:pt x="272362" y="237406"/>
                </a:cubicBezTo>
                <a:close/>
              </a:path>
            </a:pathLst>
          </a:custGeom>
          <a:solidFill>
            <a:schemeClr val="tx2"/>
          </a:solidFill>
          <a:ln w="1005" cap="flat">
            <a:noFill/>
            <a:prstDash val="solid"/>
            <a:miter/>
          </a:ln>
        </p:spPr>
        <p:txBody>
          <a:bodyPr rtlCol="0" anchor="ctr"/>
          <a:lstStyle/>
          <a:p>
            <a:endParaRPr lang="en-US"/>
          </a:p>
        </p:txBody>
      </p:sp>
      <p:sp>
        <p:nvSpPr>
          <p:cNvPr id="295" name="Graphic 90">
            <a:extLst>
              <a:ext uri="{FF2B5EF4-FFF2-40B4-BE49-F238E27FC236}">
                <a16:creationId xmlns:a16="http://schemas.microsoft.com/office/drawing/2014/main" id="{12785720-40AF-458E-8D65-40DFF4D4CA87}"/>
              </a:ext>
            </a:extLst>
          </p:cNvPr>
          <p:cNvSpPr>
            <a:spLocks noChangeAspect="1"/>
          </p:cNvSpPr>
          <p:nvPr/>
        </p:nvSpPr>
        <p:spPr>
          <a:xfrm>
            <a:off x="7775047" y="3502599"/>
            <a:ext cx="353575" cy="365760"/>
          </a:xfrm>
          <a:custGeom>
            <a:avLst/>
            <a:gdLst>
              <a:gd name="connsiteX0" fmla="*/ 376408 w 383013"/>
              <a:gd name="connsiteY0" fmla="*/ 396213 h 396212"/>
              <a:gd name="connsiteX1" fmla="*/ 6609 w 383013"/>
              <a:gd name="connsiteY1" fmla="*/ 396213 h 396212"/>
              <a:gd name="connsiteX2" fmla="*/ 607 w 383013"/>
              <a:gd name="connsiteY2" fmla="*/ 392363 h 396212"/>
              <a:gd name="connsiteX3" fmla="*/ 1611 w 383013"/>
              <a:gd name="connsiteY3" fmla="*/ 385297 h 396212"/>
              <a:gd name="connsiteX4" fmla="*/ 162976 w 383013"/>
              <a:gd name="connsiteY4" fmla="*/ 198106 h 396212"/>
              <a:gd name="connsiteX5" fmla="*/ 1603 w 383013"/>
              <a:gd name="connsiteY5" fmla="*/ 10916 h 396212"/>
              <a:gd name="connsiteX6" fmla="*/ 600 w 383013"/>
              <a:gd name="connsiteY6" fmla="*/ 3850 h 396212"/>
              <a:gd name="connsiteX7" fmla="*/ 6609 w 383013"/>
              <a:gd name="connsiteY7" fmla="*/ 0 h 396212"/>
              <a:gd name="connsiteX8" fmla="*/ 376408 w 383013"/>
              <a:gd name="connsiteY8" fmla="*/ 0 h 396212"/>
              <a:gd name="connsiteX9" fmla="*/ 383012 w 383013"/>
              <a:gd name="connsiteY9" fmla="*/ 6604 h 396212"/>
              <a:gd name="connsiteX10" fmla="*/ 383012 w 383013"/>
              <a:gd name="connsiteY10" fmla="*/ 105658 h 396212"/>
              <a:gd name="connsiteX11" fmla="*/ 376408 w 383013"/>
              <a:gd name="connsiteY11" fmla="*/ 112261 h 396212"/>
              <a:gd name="connsiteX12" fmla="*/ 330182 w 383013"/>
              <a:gd name="connsiteY12" fmla="*/ 112261 h 396212"/>
              <a:gd name="connsiteX13" fmla="*/ 323578 w 383013"/>
              <a:gd name="connsiteY13" fmla="*/ 105658 h 396212"/>
              <a:gd name="connsiteX14" fmla="*/ 323578 w 383013"/>
              <a:gd name="connsiteY14" fmla="*/ 59432 h 396212"/>
              <a:gd name="connsiteX15" fmla="*/ 139407 w 383013"/>
              <a:gd name="connsiteY15" fmla="*/ 59432 h 396212"/>
              <a:gd name="connsiteX16" fmla="*/ 249449 w 383013"/>
              <a:gd name="connsiteY16" fmla="*/ 193927 h 396212"/>
              <a:gd name="connsiteX17" fmla="*/ 249449 w 383013"/>
              <a:gd name="connsiteY17" fmla="*/ 202287 h 396212"/>
              <a:gd name="connsiteX18" fmla="*/ 139407 w 383013"/>
              <a:gd name="connsiteY18" fmla="*/ 336783 h 396212"/>
              <a:gd name="connsiteX19" fmla="*/ 323580 w 383013"/>
              <a:gd name="connsiteY19" fmla="*/ 336783 h 396212"/>
              <a:gd name="connsiteX20" fmla="*/ 323580 w 383013"/>
              <a:gd name="connsiteY20" fmla="*/ 290557 h 396212"/>
              <a:gd name="connsiteX21" fmla="*/ 330184 w 383013"/>
              <a:gd name="connsiteY21" fmla="*/ 283953 h 396212"/>
              <a:gd name="connsiteX22" fmla="*/ 376410 w 383013"/>
              <a:gd name="connsiteY22" fmla="*/ 283953 h 396212"/>
              <a:gd name="connsiteX23" fmla="*/ 383013 w 383013"/>
              <a:gd name="connsiteY23" fmla="*/ 290557 h 396212"/>
              <a:gd name="connsiteX24" fmla="*/ 383013 w 383013"/>
              <a:gd name="connsiteY24" fmla="*/ 389611 h 396212"/>
              <a:gd name="connsiteX25" fmla="*/ 376408 w 383013"/>
              <a:gd name="connsiteY25" fmla="*/ 396213 h 39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83013" h="396212">
                <a:moveTo>
                  <a:pt x="376408" y="396213"/>
                </a:moveTo>
                <a:lnTo>
                  <a:pt x="6609" y="396213"/>
                </a:lnTo>
                <a:cubicBezTo>
                  <a:pt x="4027" y="396213"/>
                  <a:pt x="1682" y="394708"/>
                  <a:pt x="607" y="392363"/>
                </a:cubicBezTo>
                <a:cubicBezTo>
                  <a:pt x="-470" y="390019"/>
                  <a:pt x="-79" y="387259"/>
                  <a:pt x="1611" y="385297"/>
                </a:cubicBezTo>
                <a:lnTo>
                  <a:pt x="162976" y="198106"/>
                </a:lnTo>
                <a:lnTo>
                  <a:pt x="1603" y="10916"/>
                </a:lnTo>
                <a:cubicBezTo>
                  <a:pt x="-81" y="8955"/>
                  <a:pt x="-477" y="6194"/>
                  <a:pt x="600" y="3850"/>
                </a:cubicBezTo>
                <a:cubicBezTo>
                  <a:pt x="1677" y="1505"/>
                  <a:pt x="4027" y="0"/>
                  <a:pt x="6609" y="0"/>
                </a:cubicBezTo>
                <a:lnTo>
                  <a:pt x="376408" y="0"/>
                </a:lnTo>
                <a:cubicBezTo>
                  <a:pt x="380054" y="0"/>
                  <a:pt x="383012" y="2951"/>
                  <a:pt x="383012" y="6604"/>
                </a:cubicBezTo>
                <a:lnTo>
                  <a:pt x="383012" y="105658"/>
                </a:lnTo>
                <a:cubicBezTo>
                  <a:pt x="383012" y="109310"/>
                  <a:pt x="380054" y="112261"/>
                  <a:pt x="376408" y="112261"/>
                </a:cubicBezTo>
                <a:lnTo>
                  <a:pt x="330182" y="112261"/>
                </a:lnTo>
                <a:cubicBezTo>
                  <a:pt x="326536" y="112261"/>
                  <a:pt x="323578" y="109310"/>
                  <a:pt x="323578" y="105658"/>
                </a:cubicBezTo>
                <a:lnTo>
                  <a:pt x="323578" y="59432"/>
                </a:lnTo>
                <a:lnTo>
                  <a:pt x="139407" y="59432"/>
                </a:lnTo>
                <a:lnTo>
                  <a:pt x="249449" y="193927"/>
                </a:lnTo>
                <a:cubicBezTo>
                  <a:pt x="251436" y="196358"/>
                  <a:pt x="251436" y="199850"/>
                  <a:pt x="249449" y="202287"/>
                </a:cubicBezTo>
                <a:lnTo>
                  <a:pt x="139407" y="336783"/>
                </a:lnTo>
                <a:lnTo>
                  <a:pt x="323580" y="336783"/>
                </a:lnTo>
                <a:lnTo>
                  <a:pt x="323580" y="290557"/>
                </a:lnTo>
                <a:cubicBezTo>
                  <a:pt x="323580" y="286905"/>
                  <a:pt x="326538" y="283953"/>
                  <a:pt x="330184" y="283953"/>
                </a:cubicBezTo>
                <a:lnTo>
                  <a:pt x="376410" y="283953"/>
                </a:lnTo>
                <a:cubicBezTo>
                  <a:pt x="380055" y="283953"/>
                  <a:pt x="383013" y="286905"/>
                  <a:pt x="383013" y="290557"/>
                </a:cubicBezTo>
                <a:lnTo>
                  <a:pt x="383013" y="389611"/>
                </a:lnTo>
                <a:cubicBezTo>
                  <a:pt x="383012" y="393262"/>
                  <a:pt x="380060" y="396213"/>
                  <a:pt x="376408" y="396213"/>
                </a:cubicBezTo>
                <a:close/>
              </a:path>
            </a:pathLst>
          </a:custGeom>
          <a:solidFill>
            <a:schemeClr val="tx2"/>
          </a:solidFill>
          <a:ln w="1662" cap="flat">
            <a:noFill/>
            <a:prstDash val="solid"/>
            <a:miter/>
          </a:ln>
        </p:spPr>
        <p:txBody>
          <a:bodyPr rtlCol="0" anchor="ctr"/>
          <a:lstStyle/>
          <a:p>
            <a:endParaRPr lang="en-US"/>
          </a:p>
        </p:txBody>
      </p:sp>
      <p:grpSp>
        <p:nvGrpSpPr>
          <p:cNvPr id="296" name="Graphic 92">
            <a:extLst>
              <a:ext uri="{FF2B5EF4-FFF2-40B4-BE49-F238E27FC236}">
                <a16:creationId xmlns:a16="http://schemas.microsoft.com/office/drawing/2014/main" id="{D4D819FC-FA3C-4B03-8DBE-87270EF1B969}"/>
              </a:ext>
            </a:extLst>
          </p:cNvPr>
          <p:cNvGrpSpPr>
            <a:grpSpLocks noChangeAspect="1"/>
          </p:cNvGrpSpPr>
          <p:nvPr/>
        </p:nvGrpSpPr>
        <p:grpSpPr>
          <a:xfrm>
            <a:off x="6745460" y="3502599"/>
            <a:ext cx="365760" cy="365760"/>
            <a:chOff x="6904238" y="3514378"/>
            <a:chExt cx="407994" cy="407994"/>
          </a:xfrm>
          <a:solidFill>
            <a:schemeClr val="tx2"/>
          </a:solidFill>
        </p:grpSpPr>
        <p:sp>
          <p:nvSpPr>
            <p:cNvPr id="297" name="Freeform: Shape 296">
              <a:extLst>
                <a:ext uri="{FF2B5EF4-FFF2-40B4-BE49-F238E27FC236}">
                  <a16:creationId xmlns:a16="http://schemas.microsoft.com/office/drawing/2014/main" id="{5AA52890-2445-4CBB-B086-EF8434BE1662}"/>
                </a:ext>
              </a:extLst>
            </p:cNvPr>
            <p:cNvSpPr/>
            <p:nvPr/>
          </p:nvSpPr>
          <p:spPr>
            <a:xfrm>
              <a:off x="6976385" y="3514378"/>
              <a:ext cx="136835" cy="403415"/>
            </a:xfrm>
            <a:custGeom>
              <a:avLst/>
              <a:gdLst>
                <a:gd name="connsiteX0" fmla="*/ 101531 w 136835"/>
                <a:gd name="connsiteY0" fmla="*/ 32935 h 403415"/>
                <a:gd name="connsiteX1" fmla="*/ 101537 w 136835"/>
                <a:gd name="connsiteY1" fmla="*/ 32935 h 403415"/>
                <a:gd name="connsiteX2" fmla="*/ 136835 w 136835"/>
                <a:gd name="connsiteY2" fmla="*/ 32935 h 403415"/>
                <a:gd name="connsiteX3" fmla="*/ 136835 w 136835"/>
                <a:gd name="connsiteY3" fmla="*/ 15212 h 403415"/>
                <a:gd name="connsiteX4" fmla="*/ 121549 w 136835"/>
                <a:gd name="connsiteY4" fmla="*/ 0 h 403415"/>
                <a:gd name="connsiteX5" fmla="*/ 121549 w 136835"/>
                <a:gd name="connsiteY5" fmla="*/ 0 h 403415"/>
                <a:gd name="connsiteX6" fmla="*/ 15286 w 136835"/>
                <a:gd name="connsiteY6" fmla="*/ 0 h 403415"/>
                <a:gd name="connsiteX7" fmla="*/ 0 w 136835"/>
                <a:gd name="connsiteY7" fmla="*/ 15286 h 403415"/>
                <a:gd name="connsiteX8" fmla="*/ 0 w 136835"/>
                <a:gd name="connsiteY8" fmla="*/ 388130 h 403415"/>
                <a:gd name="connsiteX9" fmla="*/ 15286 w 136835"/>
                <a:gd name="connsiteY9" fmla="*/ 403416 h 403415"/>
                <a:gd name="connsiteX10" fmla="*/ 121549 w 136835"/>
                <a:gd name="connsiteY10" fmla="*/ 403416 h 403415"/>
                <a:gd name="connsiteX11" fmla="*/ 136835 w 136835"/>
                <a:gd name="connsiteY11" fmla="*/ 388130 h 403415"/>
                <a:gd name="connsiteX12" fmla="*/ 136835 w 136835"/>
                <a:gd name="connsiteY12" fmla="*/ 370407 h 403415"/>
                <a:gd name="connsiteX13" fmla="*/ 71408 w 136835"/>
                <a:gd name="connsiteY13" fmla="*/ 370407 h 403415"/>
                <a:gd name="connsiteX14" fmla="*/ 65131 w 136835"/>
                <a:gd name="connsiteY14" fmla="*/ 364130 h 403415"/>
                <a:gd name="connsiteX15" fmla="*/ 71408 w 136835"/>
                <a:gd name="connsiteY15" fmla="*/ 357853 h 403415"/>
                <a:gd name="connsiteX16" fmla="*/ 136835 w 136835"/>
                <a:gd name="connsiteY16" fmla="*/ 357853 h 403415"/>
                <a:gd name="connsiteX17" fmla="*/ 136835 w 136835"/>
                <a:gd name="connsiteY17" fmla="*/ 340869 h 403415"/>
                <a:gd name="connsiteX18" fmla="*/ 101537 w 136835"/>
                <a:gd name="connsiteY18" fmla="*/ 340869 h 403415"/>
                <a:gd name="connsiteX19" fmla="*/ 95260 w 136835"/>
                <a:gd name="connsiteY19" fmla="*/ 334592 h 403415"/>
                <a:gd name="connsiteX20" fmla="*/ 101537 w 136835"/>
                <a:gd name="connsiteY20" fmla="*/ 328315 h 403415"/>
                <a:gd name="connsiteX21" fmla="*/ 136835 w 136835"/>
                <a:gd name="connsiteY21" fmla="*/ 328315 h 403415"/>
                <a:gd name="connsiteX22" fmla="*/ 136835 w 136835"/>
                <a:gd name="connsiteY22" fmla="*/ 311331 h 403415"/>
                <a:gd name="connsiteX23" fmla="*/ 101537 w 136835"/>
                <a:gd name="connsiteY23" fmla="*/ 311331 h 403415"/>
                <a:gd name="connsiteX24" fmla="*/ 95260 w 136835"/>
                <a:gd name="connsiteY24" fmla="*/ 305054 h 403415"/>
                <a:gd name="connsiteX25" fmla="*/ 101537 w 136835"/>
                <a:gd name="connsiteY25" fmla="*/ 298777 h 403415"/>
                <a:gd name="connsiteX26" fmla="*/ 136835 w 136835"/>
                <a:gd name="connsiteY26" fmla="*/ 298777 h 403415"/>
                <a:gd name="connsiteX27" fmla="*/ 136835 w 136835"/>
                <a:gd name="connsiteY27" fmla="*/ 281793 h 403415"/>
                <a:gd name="connsiteX28" fmla="*/ 71408 w 136835"/>
                <a:gd name="connsiteY28" fmla="*/ 281793 h 403415"/>
                <a:gd name="connsiteX29" fmla="*/ 65131 w 136835"/>
                <a:gd name="connsiteY29" fmla="*/ 275516 h 403415"/>
                <a:gd name="connsiteX30" fmla="*/ 71408 w 136835"/>
                <a:gd name="connsiteY30" fmla="*/ 269239 h 403415"/>
                <a:gd name="connsiteX31" fmla="*/ 136835 w 136835"/>
                <a:gd name="connsiteY31" fmla="*/ 269239 h 403415"/>
                <a:gd name="connsiteX32" fmla="*/ 136835 w 136835"/>
                <a:gd name="connsiteY32" fmla="*/ 252255 h 403415"/>
                <a:gd name="connsiteX33" fmla="*/ 101537 w 136835"/>
                <a:gd name="connsiteY33" fmla="*/ 252255 h 403415"/>
                <a:gd name="connsiteX34" fmla="*/ 95260 w 136835"/>
                <a:gd name="connsiteY34" fmla="*/ 245978 h 403415"/>
                <a:gd name="connsiteX35" fmla="*/ 101537 w 136835"/>
                <a:gd name="connsiteY35" fmla="*/ 239701 h 403415"/>
                <a:gd name="connsiteX36" fmla="*/ 136835 w 136835"/>
                <a:gd name="connsiteY36" fmla="*/ 239701 h 403415"/>
                <a:gd name="connsiteX37" fmla="*/ 136835 w 136835"/>
                <a:gd name="connsiteY37" fmla="*/ 222717 h 403415"/>
                <a:gd name="connsiteX38" fmla="*/ 101537 w 136835"/>
                <a:gd name="connsiteY38" fmla="*/ 222717 h 403415"/>
                <a:gd name="connsiteX39" fmla="*/ 95260 w 136835"/>
                <a:gd name="connsiteY39" fmla="*/ 216440 h 403415"/>
                <a:gd name="connsiteX40" fmla="*/ 101537 w 136835"/>
                <a:gd name="connsiteY40" fmla="*/ 210163 h 403415"/>
                <a:gd name="connsiteX41" fmla="*/ 136835 w 136835"/>
                <a:gd name="connsiteY41" fmla="*/ 210163 h 403415"/>
                <a:gd name="connsiteX42" fmla="*/ 136835 w 136835"/>
                <a:gd name="connsiteY42" fmla="*/ 193179 h 403415"/>
                <a:gd name="connsiteX43" fmla="*/ 71408 w 136835"/>
                <a:gd name="connsiteY43" fmla="*/ 193179 h 403415"/>
                <a:gd name="connsiteX44" fmla="*/ 65131 w 136835"/>
                <a:gd name="connsiteY44" fmla="*/ 186902 h 403415"/>
                <a:gd name="connsiteX45" fmla="*/ 71408 w 136835"/>
                <a:gd name="connsiteY45" fmla="*/ 180625 h 403415"/>
                <a:gd name="connsiteX46" fmla="*/ 136835 w 136835"/>
                <a:gd name="connsiteY46" fmla="*/ 180625 h 403415"/>
                <a:gd name="connsiteX47" fmla="*/ 136835 w 136835"/>
                <a:gd name="connsiteY47" fmla="*/ 163641 h 403415"/>
                <a:gd name="connsiteX48" fmla="*/ 101537 w 136835"/>
                <a:gd name="connsiteY48" fmla="*/ 163641 h 403415"/>
                <a:gd name="connsiteX49" fmla="*/ 95260 w 136835"/>
                <a:gd name="connsiteY49" fmla="*/ 157364 h 403415"/>
                <a:gd name="connsiteX50" fmla="*/ 101537 w 136835"/>
                <a:gd name="connsiteY50" fmla="*/ 151087 h 403415"/>
                <a:gd name="connsiteX51" fmla="*/ 136835 w 136835"/>
                <a:gd name="connsiteY51" fmla="*/ 151087 h 403415"/>
                <a:gd name="connsiteX52" fmla="*/ 136835 w 136835"/>
                <a:gd name="connsiteY52" fmla="*/ 134103 h 403415"/>
                <a:gd name="connsiteX53" fmla="*/ 101537 w 136835"/>
                <a:gd name="connsiteY53" fmla="*/ 134103 h 403415"/>
                <a:gd name="connsiteX54" fmla="*/ 95260 w 136835"/>
                <a:gd name="connsiteY54" fmla="*/ 127826 h 403415"/>
                <a:gd name="connsiteX55" fmla="*/ 101537 w 136835"/>
                <a:gd name="connsiteY55" fmla="*/ 121549 h 403415"/>
                <a:gd name="connsiteX56" fmla="*/ 136835 w 136835"/>
                <a:gd name="connsiteY56" fmla="*/ 121549 h 403415"/>
                <a:gd name="connsiteX57" fmla="*/ 136835 w 136835"/>
                <a:gd name="connsiteY57" fmla="*/ 104565 h 403415"/>
                <a:gd name="connsiteX58" fmla="*/ 71408 w 136835"/>
                <a:gd name="connsiteY58" fmla="*/ 104565 h 403415"/>
                <a:gd name="connsiteX59" fmla="*/ 65131 w 136835"/>
                <a:gd name="connsiteY59" fmla="*/ 98288 h 403415"/>
                <a:gd name="connsiteX60" fmla="*/ 71408 w 136835"/>
                <a:gd name="connsiteY60" fmla="*/ 92011 h 403415"/>
                <a:gd name="connsiteX61" fmla="*/ 136835 w 136835"/>
                <a:gd name="connsiteY61" fmla="*/ 92011 h 403415"/>
                <a:gd name="connsiteX62" fmla="*/ 136835 w 136835"/>
                <a:gd name="connsiteY62" fmla="*/ 75027 h 403415"/>
                <a:gd name="connsiteX63" fmla="*/ 101537 w 136835"/>
                <a:gd name="connsiteY63" fmla="*/ 75027 h 403415"/>
                <a:gd name="connsiteX64" fmla="*/ 95257 w 136835"/>
                <a:gd name="connsiteY64" fmla="*/ 68753 h 403415"/>
                <a:gd name="connsiteX65" fmla="*/ 101531 w 136835"/>
                <a:gd name="connsiteY65" fmla="*/ 62472 h 403415"/>
                <a:gd name="connsiteX66" fmla="*/ 101538 w 136835"/>
                <a:gd name="connsiteY66" fmla="*/ 62472 h 403415"/>
                <a:gd name="connsiteX67" fmla="*/ 136836 w 136835"/>
                <a:gd name="connsiteY67" fmla="*/ 62472 h 403415"/>
                <a:gd name="connsiteX68" fmla="*/ 136836 w 136835"/>
                <a:gd name="connsiteY68" fmla="*/ 45488 h 403415"/>
                <a:gd name="connsiteX69" fmla="*/ 101538 w 136835"/>
                <a:gd name="connsiteY69" fmla="*/ 45488 h 403415"/>
                <a:gd name="connsiteX70" fmla="*/ 95258 w 136835"/>
                <a:gd name="connsiteY70" fmla="*/ 39214 h 403415"/>
                <a:gd name="connsiteX71" fmla="*/ 101531 w 136835"/>
                <a:gd name="connsiteY71" fmla="*/ 32935 h 403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36835" h="403415">
                  <a:moveTo>
                    <a:pt x="101531" y="32935"/>
                  </a:moveTo>
                  <a:cubicBezTo>
                    <a:pt x="101532" y="32935"/>
                    <a:pt x="101535" y="32935"/>
                    <a:pt x="101537" y="32935"/>
                  </a:cubicBezTo>
                  <a:lnTo>
                    <a:pt x="136835" y="32935"/>
                  </a:lnTo>
                  <a:lnTo>
                    <a:pt x="136835" y="15212"/>
                  </a:lnTo>
                  <a:cubicBezTo>
                    <a:pt x="136794" y="6798"/>
                    <a:pt x="129963" y="0"/>
                    <a:pt x="121549" y="0"/>
                  </a:cubicBezTo>
                  <a:lnTo>
                    <a:pt x="121549" y="0"/>
                  </a:lnTo>
                  <a:lnTo>
                    <a:pt x="15286" y="0"/>
                  </a:lnTo>
                  <a:cubicBezTo>
                    <a:pt x="6844" y="0"/>
                    <a:pt x="0" y="6844"/>
                    <a:pt x="0" y="15286"/>
                  </a:cubicBezTo>
                  <a:lnTo>
                    <a:pt x="0" y="388130"/>
                  </a:lnTo>
                  <a:cubicBezTo>
                    <a:pt x="0" y="396572"/>
                    <a:pt x="6844" y="403416"/>
                    <a:pt x="15286" y="403416"/>
                  </a:cubicBezTo>
                  <a:lnTo>
                    <a:pt x="121549" y="403416"/>
                  </a:lnTo>
                  <a:cubicBezTo>
                    <a:pt x="129991" y="403416"/>
                    <a:pt x="136835" y="396572"/>
                    <a:pt x="136835" y="388130"/>
                  </a:cubicBezTo>
                  <a:lnTo>
                    <a:pt x="136835" y="370407"/>
                  </a:lnTo>
                  <a:lnTo>
                    <a:pt x="71408" y="370407"/>
                  </a:lnTo>
                  <a:cubicBezTo>
                    <a:pt x="67941" y="370407"/>
                    <a:pt x="65131" y="367597"/>
                    <a:pt x="65131" y="364130"/>
                  </a:cubicBezTo>
                  <a:cubicBezTo>
                    <a:pt x="65131" y="360663"/>
                    <a:pt x="67941" y="357853"/>
                    <a:pt x="71408" y="357853"/>
                  </a:cubicBezTo>
                  <a:lnTo>
                    <a:pt x="136835" y="357853"/>
                  </a:lnTo>
                  <a:lnTo>
                    <a:pt x="136835" y="340869"/>
                  </a:lnTo>
                  <a:lnTo>
                    <a:pt x="101537" y="340869"/>
                  </a:lnTo>
                  <a:cubicBezTo>
                    <a:pt x="98070" y="340869"/>
                    <a:pt x="95260" y="338059"/>
                    <a:pt x="95260" y="334592"/>
                  </a:cubicBezTo>
                  <a:cubicBezTo>
                    <a:pt x="95260" y="331125"/>
                    <a:pt x="98070" y="328315"/>
                    <a:pt x="101537" y="328315"/>
                  </a:cubicBezTo>
                  <a:lnTo>
                    <a:pt x="136835" y="328315"/>
                  </a:lnTo>
                  <a:lnTo>
                    <a:pt x="136835" y="311331"/>
                  </a:lnTo>
                  <a:lnTo>
                    <a:pt x="101537" y="311331"/>
                  </a:lnTo>
                  <a:cubicBezTo>
                    <a:pt x="98070" y="311331"/>
                    <a:pt x="95260" y="308521"/>
                    <a:pt x="95260" y="305054"/>
                  </a:cubicBezTo>
                  <a:cubicBezTo>
                    <a:pt x="95260" y="301587"/>
                    <a:pt x="98070" y="298777"/>
                    <a:pt x="101537" y="298777"/>
                  </a:cubicBezTo>
                  <a:lnTo>
                    <a:pt x="136835" y="298777"/>
                  </a:lnTo>
                  <a:lnTo>
                    <a:pt x="136835" y="281793"/>
                  </a:lnTo>
                  <a:lnTo>
                    <a:pt x="71408" y="281793"/>
                  </a:lnTo>
                  <a:cubicBezTo>
                    <a:pt x="67941" y="281793"/>
                    <a:pt x="65131" y="278983"/>
                    <a:pt x="65131" y="275516"/>
                  </a:cubicBezTo>
                  <a:cubicBezTo>
                    <a:pt x="65131" y="272049"/>
                    <a:pt x="67941" y="269239"/>
                    <a:pt x="71408" y="269239"/>
                  </a:cubicBezTo>
                  <a:lnTo>
                    <a:pt x="136835" y="269239"/>
                  </a:lnTo>
                  <a:lnTo>
                    <a:pt x="136835" y="252255"/>
                  </a:lnTo>
                  <a:lnTo>
                    <a:pt x="101537" y="252255"/>
                  </a:lnTo>
                  <a:cubicBezTo>
                    <a:pt x="98070" y="252255"/>
                    <a:pt x="95260" y="249445"/>
                    <a:pt x="95260" y="245978"/>
                  </a:cubicBezTo>
                  <a:cubicBezTo>
                    <a:pt x="95260" y="242511"/>
                    <a:pt x="98070" y="239701"/>
                    <a:pt x="101537" y="239701"/>
                  </a:cubicBezTo>
                  <a:lnTo>
                    <a:pt x="136835" y="239701"/>
                  </a:lnTo>
                  <a:lnTo>
                    <a:pt x="136835" y="222717"/>
                  </a:lnTo>
                  <a:lnTo>
                    <a:pt x="101537" y="222717"/>
                  </a:lnTo>
                  <a:cubicBezTo>
                    <a:pt x="98070" y="222717"/>
                    <a:pt x="95260" y="219907"/>
                    <a:pt x="95260" y="216440"/>
                  </a:cubicBezTo>
                  <a:cubicBezTo>
                    <a:pt x="95260" y="212973"/>
                    <a:pt x="98070" y="210163"/>
                    <a:pt x="101537" y="210163"/>
                  </a:cubicBezTo>
                  <a:lnTo>
                    <a:pt x="136835" y="210163"/>
                  </a:lnTo>
                  <a:lnTo>
                    <a:pt x="136835" y="193179"/>
                  </a:lnTo>
                  <a:lnTo>
                    <a:pt x="71408" y="193179"/>
                  </a:lnTo>
                  <a:cubicBezTo>
                    <a:pt x="67941" y="193179"/>
                    <a:pt x="65131" y="190369"/>
                    <a:pt x="65131" y="186902"/>
                  </a:cubicBezTo>
                  <a:cubicBezTo>
                    <a:pt x="65131" y="183435"/>
                    <a:pt x="67941" y="180625"/>
                    <a:pt x="71408" y="180625"/>
                  </a:cubicBezTo>
                  <a:lnTo>
                    <a:pt x="136835" y="180625"/>
                  </a:lnTo>
                  <a:lnTo>
                    <a:pt x="136835" y="163641"/>
                  </a:lnTo>
                  <a:lnTo>
                    <a:pt x="101537" y="163641"/>
                  </a:lnTo>
                  <a:cubicBezTo>
                    <a:pt x="98070" y="163641"/>
                    <a:pt x="95260" y="160831"/>
                    <a:pt x="95260" y="157364"/>
                  </a:cubicBezTo>
                  <a:cubicBezTo>
                    <a:pt x="95260" y="153897"/>
                    <a:pt x="98070" y="151087"/>
                    <a:pt x="101537" y="151087"/>
                  </a:cubicBezTo>
                  <a:lnTo>
                    <a:pt x="136835" y="151087"/>
                  </a:lnTo>
                  <a:lnTo>
                    <a:pt x="136835" y="134103"/>
                  </a:lnTo>
                  <a:lnTo>
                    <a:pt x="101537" y="134103"/>
                  </a:lnTo>
                  <a:cubicBezTo>
                    <a:pt x="98070" y="134103"/>
                    <a:pt x="95260" y="131293"/>
                    <a:pt x="95260" y="127826"/>
                  </a:cubicBezTo>
                  <a:cubicBezTo>
                    <a:pt x="95260" y="124359"/>
                    <a:pt x="98070" y="121549"/>
                    <a:pt x="101537" y="121549"/>
                  </a:cubicBezTo>
                  <a:lnTo>
                    <a:pt x="136835" y="121549"/>
                  </a:lnTo>
                  <a:lnTo>
                    <a:pt x="136835" y="104565"/>
                  </a:lnTo>
                  <a:lnTo>
                    <a:pt x="71408" y="104565"/>
                  </a:lnTo>
                  <a:cubicBezTo>
                    <a:pt x="67941" y="104565"/>
                    <a:pt x="65131" y="101755"/>
                    <a:pt x="65131" y="98288"/>
                  </a:cubicBezTo>
                  <a:cubicBezTo>
                    <a:pt x="65131" y="94821"/>
                    <a:pt x="67941" y="92011"/>
                    <a:pt x="71408" y="92011"/>
                  </a:cubicBezTo>
                  <a:lnTo>
                    <a:pt x="136835" y="92011"/>
                  </a:lnTo>
                  <a:lnTo>
                    <a:pt x="136835" y="75027"/>
                  </a:lnTo>
                  <a:lnTo>
                    <a:pt x="101537" y="75027"/>
                  </a:lnTo>
                  <a:cubicBezTo>
                    <a:pt x="98070" y="75028"/>
                    <a:pt x="95258" y="72220"/>
                    <a:pt x="95257" y="68753"/>
                  </a:cubicBezTo>
                  <a:cubicBezTo>
                    <a:pt x="95256" y="65286"/>
                    <a:pt x="98064" y="62474"/>
                    <a:pt x="101531" y="62472"/>
                  </a:cubicBezTo>
                  <a:cubicBezTo>
                    <a:pt x="101533" y="62472"/>
                    <a:pt x="101536" y="62472"/>
                    <a:pt x="101538" y="62472"/>
                  </a:cubicBezTo>
                  <a:lnTo>
                    <a:pt x="136836" y="62472"/>
                  </a:lnTo>
                  <a:lnTo>
                    <a:pt x="136836" y="45488"/>
                  </a:lnTo>
                  <a:lnTo>
                    <a:pt x="101538" y="45488"/>
                  </a:lnTo>
                  <a:cubicBezTo>
                    <a:pt x="98071" y="45489"/>
                    <a:pt x="95259" y="42681"/>
                    <a:pt x="95258" y="39214"/>
                  </a:cubicBezTo>
                  <a:cubicBezTo>
                    <a:pt x="95256" y="35748"/>
                    <a:pt x="98064" y="32937"/>
                    <a:pt x="101531" y="32935"/>
                  </a:cubicBezTo>
                  <a:close/>
                </a:path>
              </a:pathLst>
            </a:custGeom>
            <a:grpFill/>
            <a:ln w="90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DCAB2FB9-9124-42E0-8DAE-FC49E4EE150B}"/>
                </a:ext>
              </a:extLst>
            </p:cNvPr>
            <p:cNvSpPr/>
            <p:nvPr/>
          </p:nvSpPr>
          <p:spPr>
            <a:xfrm>
              <a:off x="7199176" y="3623447"/>
              <a:ext cx="40984" cy="137499"/>
            </a:xfrm>
            <a:custGeom>
              <a:avLst/>
              <a:gdLst>
                <a:gd name="connsiteX0" fmla="*/ 0 w 40984"/>
                <a:gd name="connsiteY0" fmla="*/ 0 h 137499"/>
                <a:gd name="connsiteX1" fmla="*/ 0 w 40984"/>
                <a:gd name="connsiteY1" fmla="*/ 137500 h 137499"/>
                <a:gd name="connsiteX2" fmla="*/ 33600 w 40984"/>
                <a:gd name="connsiteY2" fmla="*/ 137500 h 137499"/>
                <a:gd name="connsiteX3" fmla="*/ 40984 w 40984"/>
                <a:gd name="connsiteY3" fmla="*/ 130115 h 137499"/>
                <a:gd name="connsiteX4" fmla="*/ 40984 w 40984"/>
                <a:gd name="connsiteY4" fmla="*/ 0 h 137499"/>
                <a:gd name="connsiteX5" fmla="*/ 0 w 40984"/>
                <a:gd name="connsiteY5" fmla="*/ 0 h 13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984" h="137499">
                  <a:moveTo>
                    <a:pt x="0" y="0"/>
                  </a:moveTo>
                  <a:lnTo>
                    <a:pt x="0" y="137500"/>
                  </a:lnTo>
                  <a:lnTo>
                    <a:pt x="33600" y="137500"/>
                  </a:lnTo>
                  <a:cubicBezTo>
                    <a:pt x="37678" y="137500"/>
                    <a:pt x="40984" y="134193"/>
                    <a:pt x="40984" y="130115"/>
                  </a:cubicBezTo>
                  <a:lnTo>
                    <a:pt x="40984" y="0"/>
                  </a:lnTo>
                  <a:lnTo>
                    <a:pt x="0" y="0"/>
                  </a:lnTo>
                  <a:close/>
                </a:path>
              </a:pathLst>
            </a:custGeom>
            <a:grpFill/>
            <a:ln w="90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61478977-5D88-4048-9274-88ED325E4BF7}"/>
                </a:ext>
              </a:extLst>
            </p:cNvPr>
            <p:cNvSpPr/>
            <p:nvPr/>
          </p:nvSpPr>
          <p:spPr>
            <a:xfrm>
              <a:off x="7145638" y="3623447"/>
              <a:ext cx="40984" cy="137499"/>
            </a:xfrm>
            <a:custGeom>
              <a:avLst/>
              <a:gdLst>
                <a:gd name="connsiteX0" fmla="*/ 0 w 40984"/>
                <a:gd name="connsiteY0" fmla="*/ 0 h 137499"/>
                <a:gd name="connsiteX1" fmla="*/ 0 w 40984"/>
                <a:gd name="connsiteY1" fmla="*/ 130115 h 137499"/>
                <a:gd name="connsiteX2" fmla="*/ 7385 w 40984"/>
                <a:gd name="connsiteY2" fmla="*/ 137500 h 137499"/>
                <a:gd name="connsiteX3" fmla="*/ 40984 w 40984"/>
                <a:gd name="connsiteY3" fmla="*/ 137500 h 137499"/>
                <a:gd name="connsiteX4" fmla="*/ 40984 w 40984"/>
                <a:gd name="connsiteY4" fmla="*/ 0 h 137499"/>
                <a:gd name="connsiteX5" fmla="*/ 0 w 40984"/>
                <a:gd name="connsiteY5" fmla="*/ 0 h 13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984" h="137499">
                  <a:moveTo>
                    <a:pt x="0" y="0"/>
                  </a:moveTo>
                  <a:lnTo>
                    <a:pt x="0" y="130115"/>
                  </a:lnTo>
                  <a:cubicBezTo>
                    <a:pt x="0" y="134193"/>
                    <a:pt x="3306" y="137500"/>
                    <a:pt x="7385" y="137500"/>
                  </a:cubicBezTo>
                  <a:lnTo>
                    <a:pt x="40984" y="137500"/>
                  </a:lnTo>
                  <a:lnTo>
                    <a:pt x="40984" y="0"/>
                  </a:lnTo>
                  <a:lnTo>
                    <a:pt x="0" y="0"/>
                  </a:lnTo>
                  <a:close/>
                </a:path>
              </a:pathLst>
            </a:custGeom>
            <a:grpFill/>
            <a:ln w="90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9F95000A-BB14-4AA0-A5CB-D2F458EB60BD}"/>
                </a:ext>
              </a:extLst>
            </p:cNvPr>
            <p:cNvSpPr/>
            <p:nvPr/>
          </p:nvSpPr>
          <p:spPr>
            <a:xfrm>
              <a:off x="7145638" y="3554402"/>
              <a:ext cx="94447" cy="56565"/>
            </a:xfrm>
            <a:custGeom>
              <a:avLst/>
              <a:gdLst>
                <a:gd name="connsiteX0" fmla="*/ 79236 w 94447"/>
                <a:gd name="connsiteY0" fmla="*/ 0 h 56565"/>
                <a:gd name="connsiteX1" fmla="*/ 15286 w 94447"/>
                <a:gd name="connsiteY1" fmla="*/ 0 h 56565"/>
                <a:gd name="connsiteX2" fmla="*/ 0 w 94447"/>
                <a:gd name="connsiteY2" fmla="*/ 15286 h 56565"/>
                <a:gd name="connsiteX3" fmla="*/ 0 w 94447"/>
                <a:gd name="connsiteY3" fmla="*/ 56565 h 56565"/>
                <a:gd name="connsiteX4" fmla="*/ 94448 w 94447"/>
                <a:gd name="connsiteY4" fmla="*/ 56565 h 56565"/>
                <a:gd name="connsiteX5" fmla="*/ 94448 w 94447"/>
                <a:gd name="connsiteY5" fmla="*/ 15212 h 56565"/>
                <a:gd name="connsiteX6" fmla="*/ 79236 w 94447"/>
                <a:gd name="connsiteY6" fmla="*/ 0 h 5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447" h="56565">
                  <a:moveTo>
                    <a:pt x="79236" y="0"/>
                  </a:moveTo>
                  <a:lnTo>
                    <a:pt x="15286" y="0"/>
                  </a:lnTo>
                  <a:cubicBezTo>
                    <a:pt x="6844" y="0"/>
                    <a:pt x="0" y="6844"/>
                    <a:pt x="0" y="15286"/>
                  </a:cubicBezTo>
                  <a:lnTo>
                    <a:pt x="0" y="56565"/>
                  </a:lnTo>
                  <a:lnTo>
                    <a:pt x="94448" y="56565"/>
                  </a:lnTo>
                  <a:lnTo>
                    <a:pt x="94448" y="15212"/>
                  </a:lnTo>
                  <a:cubicBezTo>
                    <a:pt x="94407" y="6828"/>
                    <a:pt x="87621" y="41"/>
                    <a:pt x="79236" y="0"/>
                  </a:cubicBezTo>
                  <a:close/>
                </a:path>
              </a:pathLst>
            </a:custGeom>
            <a:grpFill/>
            <a:ln w="90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69FE3877-E456-44B6-BFEB-401E31A11D0F}"/>
                </a:ext>
              </a:extLst>
            </p:cNvPr>
            <p:cNvSpPr/>
            <p:nvPr/>
          </p:nvSpPr>
          <p:spPr>
            <a:xfrm>
              <a:off x="7145318" y="3773567"/>
              <a:ext cx="94498" cy="71562"/>
            </a:xfrm>
            <a:custGeom>
              <a:avLst/>
              <a:gdLst>
                <a:gd name="connsiteX0" fmla="*/ 89261 w 94498"/>
                <a:gd name="connsiteY0" fmla="*/ 394 h 71562"/>
                <a:gd name="connsiteX1" fmla="*/ 86792 w 94498"/>
                <a:gd name="connsiteY1" fmla="*/ 81 h 71562"/>
                <a:gd name="connsiteX2" fmla="*/ 87383 w 94498"/>
                <a:gd name="connsiteY2" fmla="*/ 7 h 71562"/>
                <a:gd name="connsiteX3" fmla="*/ 7704 w 94498"/>
                <a:gd name="connsiteY3" fmla="*/ 7 h 71562"/>
                <a:gd name="connsiteX4" fmla="*/ 7 w 94498"/>
                <a:gd name="connsiteY4" fmla="*/ 7065 h 71562"/>
                <a:gd name="connsiteX5" fmla="*/ 320 w 94498"/>
                <a:gd name="connsiteY5" fmla="*/ 9533 h 71562"/>
                <a:gd name="connsiteX6" fmla="*/ 17526 w 94498"/>
                <a:gd name="connsiteY6" fmla="*/ 67354 h 71562"/>
                <a:gd name="connsiteX7" fmla="*/ 32664 w 94498"/>
                <a:gd name="connsiteY7" fmla="*/ 66468 h 71562"/>
                <a:gd name="connsiteX8" fmla="*/ 43445 w 94498"/>
                <a:gd name="connsiteY8" fmla="*/ 68831 h 71562"/>
                <a:gd name="connsiteX9" fmla="*/ 60356 w 94498"/>
                <a:gd name="connsiteY9" fmla="*/ 71563 h 71562"/>
                <a:gd name="connsiteX10" fmla="*/ 76602 w 94498"/>
                <a:gd name="connsiteY10" fmla="*/ 68683 h 71562"/>
                <a:gd name="connsiteX11" fmla="*/ 94177 w 94498"/>
                <a:gd name="connsiteY11" fmla="*/ 9607 h 71562"/>
                <a:gd name="connsiteX12" fmla="*/ 89261 w 94498"/>
                <a:gd name="connsiteY12" fmla="*/ 394 h 71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498" h="71562">
                  <a:moveTo>
                    <a:pt x="89261" y="394"/>
                  </a:moveTo>
                  <a:cubicBezTo>
                    <a:pt x="88461" y="151"/>
                    <a:pt x="87627" y="45"/>
                    <a:pt x="86792" y="81"/>
                  </a:cubicBezTo>
                  <a:lnTo>
                    <a:pt x="87383" y="7"/>
                  </a:lnTo>
                  <a:lnTo>
                    <a:pt x="7704" y="7"/>
                  </a:lnTo>
                  <a:cubicBezTo>
                    <a:pt x="3630" y="-169"/>
                    <a:pt x="184" y="2990"/>
                    <a:pt x="7" y="7065"/>
                  </a:cubicBezTo>
                  <a:cubicBezTo>
                    <a:pt x="-29" y="7899"/>
                    <a:pt x="76" y="8734"/>
                    <a:pt x="320" y="9533"/>
                  </a:cubicBezTo>
                  <a:lnTo>
                    <a:pt x="17526" y="67354"/>
                  </a:lnTo>
                  <a:cubicBezTo>
                    <a:pt x="22464" y="66061"/>
                    <a:pt x="27609" y="65760"/>
                    <a:pt x="32664" y="66468"/>
                  </a:cubicBezTo>
                  <a:cubicBezTo>
                    <a:pt x="36306" y="67013"/>
                    <a:pt x="39908" y="67803"/>
                    <a:pt x="43445" y="68831"/>
                  </a:cubicBezTo>
                  <a:cubicBezTo>
                    <a:pt x="48921" y="70552"/>
                    <a:pt x="54617" y="71472"/>
                    <a:pt x="60356" y="71563"/>
                  </a:cubicBezTo>
                  <a:cubicBezTo>
                    <a:pt x="65886" y="71436"/>
                    <a:pt x="71364" y="70464"/>
                    <a:pt x="76602" y="68683"/>
                  </a:cubicBezTo>
                  <a:lnTo>
                    <a:pt x="94177" y="9607"/>
                  </a:lnTo>
                  <a:cubicBezTo>
                    <a:pt x="95363" y="5705"/>
                    <a:pt x="93162" y="1580"/>
                    <a:pt x="89261" y="394"/>
                  </a:cubicBezTo>
                  <a:close/>
                </a:path>
              </a:pathLst>
            </a:custGeom>
            <a:grpFill/>
            <a:ln w="90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EB9D41BD-3976-4F46-A298-AD5A2542043B}"/>
                </a:ext>
              </a:extLst>
            </p:cNvPr>
            <p:cNvSpPr/>
            <p:nvPr/>
          </p:nvSpPr>
          <p:spPr>
            <a:xfrm>
              <a:off x="7166536" y="3852182"/>
              <a:ext cx="51322" cy="70264"/>
            </a:xfrm>
            <a:custGeom>
              <a:avLst/>
              <a:gdLst>
                <a:gd name="connsiteX0" fmla="*/ 38695 w 51322"/>
                <a:gd name="connsiteY0" fmla="*/ 5353 h 70264"/>
                <a:gd name="connsiteX1" fmla="*/ 35741 w 51322"/>
                <a:gd name="connsiteY1" fmla="*/ 5279 h 70264"/>
                <a:gd name="connsiteX2" fmla="*/ 19200 w 51322"/>
                <a:gd name="connsiteY2" fmla="*/ 2252 h 70264"/>
                <a:gd name="connsiteX3" fmla="*/ 15581 w 51322"/>
                <a:gd name="connsiteY3" fmla="*/ 1365 h 70264"/>
                <a:gd name="connsiteX4" fmla="*/ 0 w 51322"/>
                <a:gd name="connsiteY4" fmla="*/ 701 h 70264"/>
                <a:gd name="connsiteX5" fmla="*/ 19052 w 51322"/>
                <a:gd name="connsiteY5" fmla="*/ 64946 h 70264"/>
                <a:gd name="connsiteX6" fmla="*/ 28209 w 51322"/>
                <a:gd name="connsiteY6" fmla="*/ 69968 h 70264"/>
                <a:gd name="connsiteX7" fmla="*/ 33230 w 51322"/>
                <a:gd name="connsiteY7" fmla="*/ 64946 h 70264"/>
                <a:gd name="connsiteX8" fmla="*/ 51322 w 51322"/>
                <a:gd name="connsiteY8" fmla="*/ 3950 h 70264"/>
                <a:gd name="connsiteX9" fmla="*/ 38695 w 51322"/>
                <a:gd name="connsiteY9" fmla="*/ 5353 h 70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322" h="70264">
                  <a:moveTo>
                    <a:pt x="38695" y="5353"/>
                  </a:moveTo>
                  <a:lnTo>
                    <a:pt x="35741" y="5279"/>
                  </a:lnTo>
                  <a:cubicBezTo>
                    <a:pt x="30135" y="4864"/>
                    <a:pt x="24589" y="3849"/>
                    <a:pt x="19200" y="2252"/>
                  </a:cubicBezTo>
                  <a:lnTo>
                    <a:pt x="15581" y="1365"/>
                  </a:lnTo>
                  <a:cubicBezTo>
                    <a:pt x="10531" y="-193"/>
                    <a:pt x="5165" y="-422"/>
                    <a:pt x="0" y="701"/>
                  </a:cubicBezTo>
                  <a:lnTo>
                    <a:pt x="19052" y="64946"/>
                  </a:lnTo>
                  <a:cubicBezTo>
                    <a:pt x="20194" y="68862"/>
                    <a:pt x="24293" y="71109"/>
                    <a:pt x="28209" y="69968"/>
                  </a:cubicBezTo>
                  <a:cubicBezTo>
                    <a:pt x="30630" y="69261"/>
                    <a:pt x="32524" y="67367"/>
                    <a:pt x="33230" y="64946"/>
                  </a:cubicBezTo>
                  <a:lnTo>
                    <a:pt x="51322" y="3950"/>
                  </a:lnTo>
                  <a:cubicBezTo>
                    <a:pt x="47171" y="4845"/>
                    <a:pt x="42941" y="5316"/>
                    <a:pt x="38695" y="5353"/>
                  </a:cubicBezTo>
                  <a:close/>
                </a:path>
              </a:pathLst>
            </a:custGeom>
            <a:grpFill/>
            <a:ln w="905" cap="flat">
              <a:noFill/>
              <a:prstDash val="solid"/>
              <a:miter/>
            </a:ln>
          </p:spPr>
          <p:txBody>
            <a:bodyPr rtlCol="0" anchor="ctr"/>
            <a:lstStyle/>
            <a:p>
              <a:endParaRPr lang="en-US"/>
            </a:p>
          </p:txBody>
        </p:sp>
      </p:grpSp>
      <p:sp>
        <p:nvSpPr>
          <p:cNvPr id="329" name="Graphic 112">
            <a:extLst>
              <a:ext uri="{FF2B5EF4-FFF2-40B4-BE49-F238E27FC236}">
                <a16:creationId xmlns:a16="http://schemas.microsoft.com/office/drawing/2014/main" id="{D842FE99-D812-4F2D-8E45-17C45B2A302B}"/>
              </a:ext>
            </a:extLst>
          </p:cNvPr>
          <p:cNvSpPr>
            <a:spLocks noChangeAspect="1"/>
          </p:cNvSpPr>
          <p:nvPr/>
        </p:nvSpPr>
        <p:spPr>
          <a:xfrm>
            <a:off x="5540109" y="3502599"/>
            <a:ext cx="365760" cy="365760"/>
          </a:xfrm>
          <a:custGeom>
            <a:avLst/>
            <a:gdLst>
              <a:gd name="connsiteX0" fmla="*/ 360633 w 369880"/>
              <a:gd name="connsiteY0" fmla="*/ 332892 h 369880"/>
              <a:gd name="connsiteX1" fmla="*/ 351386 w 369880"/>
              <a:gd name="connsiteY1" fmla="*/ 332892 h 369880"/>
              <a:gd name="connsiteX2" fmla="*/ 351386 w 369880"/>
              <a:gd name="connsiteY2" fmla="*/ 129458 h 369880"/>
              <a:gd name="connsiteX3" fmla="*/ 332892 w 369880"/>
              <a:gd name="connsiteY3" fmla="*/ 110964 h 369880"/>
              <a:gd name="connsiteX4" fmla="*/ 332892 w 369880"/>
              <a:gd name="connsiteY4" fmla="*/ 92470 h 369880"/>
              <a:gd name="connsiteX5" fmla="*/ 314398 w 369880"/>
              <a:gd name="connsiteY5" fmla="*/ 73976 h 369880"/>
              <a:gd name="connsiteX6" fmla="*/ 268163 w 369880"/>
              <a:gd name="connsiteY6" fmla="*/ 73976 h 369880"/>
              <a:gd name="connsiteX7" fmla="*/ 184940 w 369880"/>
              <a:gd name="connsiteY7" fmla="*/ 0 h 369880"/>
              <a:gd name="connsiteX8" fmla="*/ 92470 w 369880"/>
              <a:gd name="connsiteY8" fmla="*/ 73976 h 369880"/>
              <a:gd name="connsiteX9" fmla="*/ 55482 w 369880"/>
              <a:gd name="connsiteY9" fmla="*/ 73976 h 369880"/>
              <a:gd name="connsiteX10" fmla="*/ 36988 w 369880"/>
              <a:gd name="connsiteY10" fmla="*/ 92470 h 369880"/>
              <a:gd name="connsiteX11" fmla="*/ 36988 w 369880"/>
              <a:gd name="connsiteY11" fmla="*/ 110964 h 369880"/>
              <a:gd name="connsiteX12" fmla="*/ 18494 w 369880"/>
              <a:gd name="connsiteY12" fmla="*/ 129458 h 369880"/>
              <a:gd name="connsiteX13" fmla="*/ 18494 w 369880"/>
              <a:gd name="connsiteY13" fmla="*/ 332892 h 369880"/>
              <a:gd name="connsiteX14" fmla="*/ 9247 w 369880"/>
              <a:gd name="connsiteY14" fmla="*/ 332892 h 369880"/>
              <a:gd name="connsiteX15" fmla="*/ 0 w 369880"/>
              <a:gd name="connsiteY15" fmla="*/ 342139 h 369880"/>
              <a:gd name="connsiteX16" fmla="*/ 0 w 369880"/>
              <a:gd name="connsiteY16" fmla="*/ 360633 h 369880"/>
              <a:gd name="connsiteX17" fmla="*/ 9247 w 369880"/>
              <a:gd name="connsiteY17" fmla="*/ 369880 h 369880"/>
              <a:gd name="connsiteX18" fmla="*/ 360633 w 369880"/>
              <a:gd name="connsiteY18" fmla="*/ 369880 h 369880"/>
              <a:gd name="connsiteX19" fmla="*/ 369880 w 369880"/>
              <a:gd name="connsiteY19" fmla="*/ 360633 h 369880"/>
              <a:gd name="connsiteX20" fmla="*/ 369880 w 369880"/>
              <a:gd name="connsiteY20" fmla="*/ 342139 h 369880"/>
              <a:gd name="connsiteX21" fmla="*/ 360633 w 369880"/>
              <a:gd name="connsiteY21" fmla="*/ 332892 h 369880"/>
              <a:gd name="connsiteX22" fmla="*/ 179392 w 369880"/>
              <a:gd name="connsiteY22" fmla="*/ 36988 h 369880"/>
              <a:gd name="connsiteX23" fmla="*/ 197886 w 369880"/>
              <a:gd name="connsiteY23" fmla="*/ 55482 h 369880"/>
              <a:gd name="connsiteX24" fmla="*/ 179392 w 369880"/>
              <a:gd name="connsiteY24" fmla="*/ 73976 h 369880"/>
              <a:gd name="connsiteX25" fmla="*/ 160898 w 369880"/>
              <a:gd name="connsiteY25" fmla="*/ 55482 h 369880"/>
              <a:gd name="connsiteX26" fmla="*/ 179392 w 369880"/>
              <a:gd name="connsiteY26" fmla="*/ 36988 h 369880"/>
              <a:gd name="connsiteX27" fmla="*/ 110964 w 369880"/>
              <a:gd name="connsiteY27" fmla="*/ 295904 h 369880"/>
              <a:gd name="connsiteX28" fmla="*/ 55482 w 369880"/>
              <a:gd name="connsiteY28" fmla="*/ 295904 h 369880"/>
              <a:gd name="connsiteX29" fmla="*/ 55482 w 369880"/>
              <a:gd name="connsiteY29" fmla="*/ 240422 h 369880"/>
              <a:gd name="connsiteX30" fmla="*/ 110964 w 369880"/>
              <a:gd name="connsiteY30" fmla="*/ 240422 h 369880"/>
              <a:gd name="connsiteX31" fmla="*/ 110964 w 369880"/>
              <a:gd name="connsiteY31" fmla="*/ 295904 h 369880"/>
              <a:gd name="connsiteX32" fmla="*/ 110964 w 369880"/>
              <a:gd name="connsiteY32" fmla="*/ 203434 h 369880"/>
              <a:gd name="connsiteX33" fmla="*/ 55482 w 369880"/>
              <a:gd name="connsiteY33" fmla="*/ 203434 h 369880"/>
              <a:gd name="connsiteX34" fmla="*/ 55482 w 369880"/>
              <a:gd name="connsiteY34" fmla="*/ 147952 h 369880"/>
              <a:gd name="connsiteX35" fmla="*/ 110964 w 369880"/>
              <a:gd name="connsiteY35" fmla="*/ 147952 h 369880"/>
              <a:gd name="connsiteX36" fmla="*/ 110964 w 369880"/>
              <a:gd name="connsiteY36" fmla="*/ 203434 h 369880"/>
              <a:gd name="connsiteX37" fmla="*/ 221928 w 369880"/>
              <a:gd name="connsiteY37" fmla="*/ 332892 h 369880"/>
              <a:gd name="connsiteX38" fmla="*/ 147952 w 369880"/>
              <a:gd name="connsiteY38" fmla="*/ 332892 h 369880"/>
              <a:gd name="connsiteX39" fmla="*/ 147952 w 369880"/>
              <a:gd name="connsiteY39" fmla="*/ 277410 h 369880"/>
              <a:gd name="connsiteX40" fmla="*/ 184940 w 369880"/>
              <a:gd name="connsiteY40" fmla="*/ 240422 h 369880"/>
              <a:gd name="connsiteX41" fmla="*/ 221928 w 369880"/>
              <a:gd name="connsiteY41" fmla="*/ 277410 h 369880"/>
              <a:gd name="connsiteX42" fmla="*/ 221928 w 369880"/>
              <a:gd name="connsiteY42" fmla="*/ 332892 h 369880"/>
              <a:gd name="connsiteX43" fmla="*/ 221928 w 369880"/>
              <a:gd name="connsiteY43" fmla="*/ 203434 h 369880"/>
              <a:gd name="connsiteX44" fmla="*/ 147952 w 369880"/>
              <a:gd name="connsiteY44" fmla="*/ 203434 h 369880"/>
              <a:gd name="connsiteX45" fmla="*/ 147952 w 369880"/>
              <a:gd name="connsiteY45" fmla="*/ 147952 h 369880"/>
              <a:gd name="connsiteX46" fmla="*/ 221928 w 369880"/>
              <a:gd name="connsiteY46" fmla="*/ 147952 h 369880"/>
              <a:gd name="connsiteX47" fmla="*/ 221928 w 369880"/>
              <a:gd name="connsiteY47" fmla="*/ 203434 h 369880"/>
              <a:gd name="connsiteX48" fmla="*/ 314398 w 369880"/>
              <a:gd name="connsiteY48" fmla="*/ 295904 h 369880"/>
              <a:gd name="connsiteX49" fmla="*/ 258916 w 369880"/>
              <a:gd name="connsiteY49" fmla="*/ 295904 h 369880"/>
              <a:gd name="connsiteX50" fmla="*/ 258916 w 369880"/>
              <a:gd name="connsiteY50" fmla="*/ 240422 h 369880"/>
              <a:gd name="connsiteX51" fmla="*/ 314398 w 369880"/>
              <a:gd name="connsiteY51" fmla="*/ 240422 h 369880"/>
              <a:gd name="connsiteX52" fmla="*/ 314398 w 369880"/>
              <a:gd name="connsiteY52" fmla="*/ 295904 h 369880"/>
              <a:gd name="connsiteX53" fmla="*/ 314398 w 369880"/>
              <a:gd name="connsiteY53" fmla="*/ 203434 h 369880"/>
              <a:gd name="connsiteX54" fmla="*/ 258916 w 369880"/>
              <a:gd name="connsiteY54" fmla="*/ 203434 h 369880"/>
              <a:gd name="connsiteX55" fmla="*/ 258916 w 369880"/>
              <a:gd name="connsiteY55" fmla="*/ 147952 h 369880"/>
              <a:gd name="connsiteX56" fmla="*/ 314398 w 369880"/>
              <a:gd name="connsiteY56" fmla="*/ 147952 h 369880"/>
              <a:gd name="connsiteX57" fmla="*/ 314398 w 369880"/>
              <a:gd name="connsiteY57" fmla="*/ 203434 h 369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69880" h="369880">
                <a:moveTo>
                  <a:pt x="360633" y="332892"/>
                </a:moveTo>
                <a:lnTo>
                  <a:pt x="351386" y="332892"/>
                </a:lnTo>
                <a:lnTo>
                  <a:pt x="351386" y="129458"/>
                </a:lnTo>
                <a:cubicBezTo>
                  <a:pt x="351386" y="118362"/>
                  <a:pt x="343988" y="110964"/>
                  <a:pt x="332892" y="110964"/>
                </a:cubicBezTo>
                <a:lnTo>
                  <a:pt x="332892" y="92470"/>
                </a:lnTo>
                <a:cubicBezTo>
                  <a:pt x="332892" y="81374"/>
                  <a:pt x="325494" y="73976"/>
                  <a:pt x="314398" y="73976"/>
                </a:cubicBezTo>
                <a:lnTo>
                  <a:pt x="268163" y="73976"/>
                </a:lnTo>
                <a:lnTo>
                  <a:pt x="184940" y="0"/>
                </a:lnTo>
                <a:lnTo>
                  <a:pt x="92470" y="73976"/>
                </a:lnTo>
                <a:lnTo>
                  <a:pt x="55482" y="73976"/>
                </a:lnTo>
                <a:cubicBezTo>
                  <a:pt x="44386" y="73976"/>
                  <a:pt x="36988" y="81374"/>
                  <a:pt x="36988" y="92470"/>
                </a:cubicBezTo>
                <a:lnTo>
                  <a:pt x="36988" y="110964"/>
                </a:lnTo>
                <a:cubicBezTo>
                  <a:pt x="25892" y="110964"/>
                  <a:pt x="18494" y="118362"/>
                  <a:pt x="18494" y="129458"/>
                </a:cubicBezTo>
                <a:lnTo>
                  <a:pt x="18494" y="332892"/>
                </a:lnTo>
                <a:lnTo>
                  <a:pt x="9247" y="332892"/>
                </a:lnTo>
                <a:cubicBezTo>
                  <a:pt x="3699" y="332892"/>
                  <a:pt x="0" y="336591"/>
                  <a:pt x="0" y="342139"/>
                </a:cubicBezTo>
                <a:lnTo>
                  <a:pt x="0" y="360633"/>
                </a:lnTo>
                <a:cubicBezTo>
                  <a:pt x="0" y="366181"/>
                  <a:pt x="3699" y="369880"/>
                  <a:pt x="9247" y="369880"/>
                </a:cubicBezTo>
                <a:lnTo>
                  <a:pt x="360633" y="369880"/>
                </a:lnTo>
                <a:cubicBezTo>
                  <a:pt x="366181" y="369880"/>
                  <a:pt x="369880" y="366181"/>
                  <a:pt x="369880" y="360633"/>
                </a:cubicBezTo>
                <a:lnTo>
                  <a:pt x="369880" y="342139"/>
                </a:lnTo>
                <a:cubicBezTo>
                  <a:pt x="369880" y="336591"/>
                  <a:pt x="366181" y="332892"/>
                  <a:pt x="360633" y="332892"/>
                </a:cubicBezTo>
                <a:close/>
                <a:moveTo>
                  <a:pt x="179392" y="36988"/>
                </a:moveTo>
                <a:cubicBezTo>
                  <a:pt x="190488" y="36988"/>
                  <a:pt x="197886" y="44386"/>
                  <a:pt x="197886" y="55482"/>
                </a:cubicBezTo>
                <a:cubicBezTo>
                  <a:pt x="197886" y="66578"/>
                  <a:pt x="190488" y="73976"/>
                  <a:pt x="179392" y="73976"/>
                </a:cubicBezTo>
                <a:cubicBezTo>
                  <a:pt x="170145" y="73976"/>
                  <a:pt x="160898" y="66578"/>
                  <a:pt x="160898" y="55482"/>
                </a:cubicBezTo>
                <a:cubicBezTo>
                  <a:pt x="160898" y="44386"/>
                  <a:pt x="168295" y="36988"/>
                  <a:pt x="179392" y="36988"/>
                </a:cubicBezTo>
                <a:close/>
                <a:moveTo>
                  <a:pt x="110964" y="295904"/>
                </a:moveTo>
                <a:lnTo>
                  <a:pt x="55482" y="295904"/>
                </a:lnTo>
                <a:lnTo>
                  <a:pt x="55482" y="240422"/>
                </a:lnTo>
                <a:lnTo>
                  <a:pt x="110964" y="240422"/>
                </a:lnTo>
                <a:lnTo>
                  <a:pt x="110964" y="295904"/>
                </a:lnTo>
                <a:close/>
                <a:moveTo>
                  <a:pt x="110964" y="203434"/>
                </a:moveTo>
                <a:lnTo>
                  <a:pt x="55482" y="203434"/>
                </a:lnTo>
                <a:lnTo>
                  <a:pt x="55482" y="147952"/>
                </a:lnTo>
                <a:lnTo>
                  <a:pt x="110964" y="147952"/>
                </a:lnTo>
                <a:lnTo>
                  <a:pt x="110964" y="203434"/>
                </a:lnTo>
                <a:close/>
                <a:moveTo>
                  <a:pt x="221928" y="332892"/>
                </a:moveTo>
                <a:lnTo>
                  <a:pt x="147952" y="332892"/>
                </a:lnTo>
                <a:lnTo>
                  <a:pt x="147952" y="277410"/>
                </a:lnTo>
                <a:cubicBezTo>
                  <a:pt x="147952" y="257067"/>
                  <a:pt x="164597" y="240422"/>
                  <a:pt x="184940" y="240422"/>
                </a:cubicBezTo>
                <a:cubicBezTo>
                  <a:pt x="205283" y="240422"/>
                  <a:pt x="221928" y="257067"/>
                  <a:pt x="221928" y="277410"/>
                </a:cubicBezTo>
                <a:lnTo>
                  <a:pt x="221928" y="332892"/>
                </a:lnTo>
                <a:close/>
                <a:moveTo>
                  <a:pt x="221928" y="203434"/>
                </a:moveTo>
                <a:lnTo>
                  <a:pt x="147952" y="203434"/>
                </a:lnTo>
                <a:lnTo>
                  <a:pt x="147952" y="147952"/>
                </a:lnTo>
                <a:lnTo>
                  <a:pt x="221928" y="147952"/>
                </a:lnTo>
                <a:lnTo>
                  <a:pt x="221928" y="203434"/>
                </a:lnTo>
                <a:close/>
                <a:moveTo>
                  <a:pt x="314398" y="295904"/>
                </a:moveTo>
                <a:lnTo>
                  <a:pt x="258916" y="295904"/>
                </a:lnTo>
                <a:lnTo>
                  <a:pt x="258916" y="240422"/>
                </a:lnTo>
                <a:lnTo>
                  <a:pt x="314398" y="240422"/>
                </a:lnTo>
                <a:lnTo>
                  <a:pt x="314398" y="295904"/>
                </a:lnTo>
                <a:close/>
                <a:moveTo>
                  <a:pt x="314398" y="203434"/>
                </a:moveTo>
                <a:lnTo>
                  <a:pt x="258916" y="203434"/>
                </a:lnTo>
                <a:lnTo>
                  <a:pt x="258916" y="147952"/>
                </a:lnTo>
                <a:lnTo>
                  <a:pt x="314398" y="147952"/>
                </a:lnTo>
                <a:lnTo>
                  <a:pt x="314398" y="203434"/>
                </a:lnTo>
                <a:close/>
              </a:path>
            </a:pathLst>
          </a:custGeom>
          <a:solidFill>
            <a:schemeClr val="tx2"/>
          </a:solidFill>
          <a:ln w="707" cap="flat">
            <a:noFill/>
            <a:prstDash val="solid"/>
            <a:miter/>
          </a:ln>
        </p:spPr>
        <p:txBody>
          <a:bodyPr rtlCol="0" anchor="ctr"/>
          <a:lstStyle/>
          <a:p>
            <a:endParaRPr lang="en-US"/>
          </a:p>
        </p:txBody>
      </p:sp>
      <p:grpSp>
        <p:nvGrpSpPr>
          <p:cNvPr id="325" name="Graphic 110">
            <a:extLst>
              <a:ext uri="{FF2B5EF4-FFF2-40B4-BE49-F238E27FC236}">
                <a16:creationId xmlns:a16="http://schemas.microsoft.com/office/drawing/2014/main" id="{38D380E2-9161-4297-A917-3D66E95BA8BB}"/>
              </a:ext>
            </a:extLst>
          </p:cNvPr>
          <p:cNvGrpSpPr>
            <a:grpSpLocks noChangeAspect="1"/>
          </p:cNvGrpSpPr>
          <p:nvPr/>
        </p:nvGrpSpPr>
        <p:grpSpPr>
          <a:xfrm>
            <a:off x="4269712" y="3502599"/>
            <a:ext cx="365760" cy="365760"/>
            <a:chOff x="4634464" y="3561492"/>
            <a:chExt cx="369876" cy="369876"/>
          </a:xfrm>
          <a:solidFill>
            <a:schemeClr val="tx2"/>
          </a:solidFill>
        </p:grpSpPr>
        <p:sp>
          <p:nvSpPr>
            <p:cNvPr id="326" name="Freeform: Shape 325">
              <a:extLst>
                <a:ext uri="{FF2B5EF4-FFF2-40B4-BE49-F238E27FC236}">
                  <a16:creationId xmlns:a16="http://schemas.microsoft.com/office/drawing/2014/main" id="{F28557AA-4BD6-40B4-AB70-05F7B11D2E33}"/>
                </a:ext>
              </a:extLst>
            </p:cNvPr>
            <p:cNvSpPr/>
            <p:nvPr/>
          </p:nvSpPr>
          <p:spPr>
            <a:xfrm>
              <a:off x="4804074" y="3561491"/>
              <a:ext cx="165295" cy="165310"/>
            </a:xfrm>
            <a:custGeom>
              <a:avLst/>
              <a:gdLst>
                <a:gd name="connsiteX0" fmla="*/ 153668 w 165295"/>
                <a:gd name="connsiteY0" fmla="*/ 11637 h 165310"/>
                <a:gd name="connsiteX1" fmla="*/ 97493 w 165295"/>
                <a:gd name="connsiteY1" fmla="*/ 11637 h 165310"/>
                <a:gd name="connsiteX2" fmla="*/ 31958 w 165295"/>
                <a:gd name="connsiteY2" fmla="*/ 77173 h 165310"/>
                <a:gd name="connsiteX3" fmla="*/ 22598 w 165295"/>
                <a:gd name="connsiteY3" fmla="*/ 67812 h 165310"/>
                <a:gd name="connsiteX4" fmla="*/ 3877 w 165295"/>
                <a:gd name="connsiteY4" fmla="*/ 67812 h 165310"/>
                <a:gd name="connsiteX5" fmla="*/ 3877 w 165295"/>
                <a:gd name="connsiteY5" fmla="*/ 86533 h 165310"/>
                <a:gd name="connsiteX6" fmla="*/ 78773 w 165295"/>
                <a:gd name="connsiteY6" fmla="*/ 161428 h 165310"/>
                <a:gd name="connsiteX7" fmla="*/ 97493 w 165295"/>
                <a:gd name="connsiteY7" fmla="*/ 161428 h 165310"/>
                <a:gd name="connsiteX8" fmla="*/ 97493 w 165295"/>
                <a:gd name="connsiteY8" fmla="*/ 142708 h 165310"/>
                <a:gd name="connsiteX9" fmla="*/ 88133 w 165295"/>
                <a:gd name="connsiteY9" fmla="*/ 133347 h 165310"/>
                <a:gd name="connsiteX10" fmla="*/ 153668 w 165295"/>
                <a:gd name="connsiteY10" fmla="*/ 67812 h 165310"/>
                <a:gd name="connsiteX11" fmla="*/ 153668 w 165295"/>
                <a:gd name="connsiteY11" fmla="*/ 11637 h 165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295" h="165310">
                  <a:moveTo>
                    <a:pt x="153668" y="11637"/>
                  </a:moveTo>
                  <a:cubicBezTo>
                    <a:pt x="138152" y="-3879"/>
                    <a:pt x="113010" y="-3879"/>
                    <a:pt x="97493" y="11637"/>
                  </a:cubicBezTo>
                  <a:lnTo>
                    <a:pt x="31958" y="77173"/>
                  </a:lnTo>
                  <a:lnTo>
                    <a:pt x="22598" y="67812"/>
                  </a:lnTo>
                  <a:cubicBezTo>
                    <a:pt x="17421" y="62636"/>
                    <a:pt x="9041" y="62636"/>
                    <a:pt x="3877" y="67812"/>
                  </a:cubicBezTo>
                  <a:cubicBezTo>
                    <a:pt x="-1286" y="72989"/>
                    <a:pt x="-1299" y="81369"/>
                    <a:pt x="3877" y="86533"/>
                  </a:cubicBezTo>
                  <a:lnTo>
                    <a:pt x="78773" y="161428"/>
                  </a:lnTo>
                  <a:cubicBezTo>
                    <a:pt x="83949" y="166605"/>
                    <a:pt x="92330" y="166605"/>
                    <a:pt x="97493" y="161428"/>
                  </a:cubicBezTo>
                  <a:cubicBezTo>
                    <a:pt x="102657" y="156252"/>
                    <a:pt x="102670" y="147871"/>
                    <a:pt x="97493" y="142708"/>
                  </a:cubicBezTo>
                  <a:lnTo>
                    <a:pt x="88133" y="133347"/>
                  </a:lnTo>
                  <a:lnTo>
                    <a:pt x="153668" y="67812"/>
                  </a:lnTo>
                  <a:cubicBezTo>
                    <a:pt x="169172" y="52296"/>
                    <a:pt x="169172" y="27141"/>
                    <a:pt x="153668" y="11637"/>
                  </a:cubicBezTo>
                  <a:close/>
                </a:path>
              </a:pathLst>
            </a:custGeom>
            <a:grpFill/>
            <a:ln w="810"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4C728F71-5759-4138-ACEB-EF0DA9D891DE}"/>
                </a:ext>
              </a:extLst>
            </p:cNvPr>
            <p:cNvSpPr/>
            <p:nvPr/>
          </p:nvSpPr>
          <p:spPr>
            <a:xfrm>
              <a:off x="4676894" y="3666745"/>
              <a:ext cx="187231" cy="187231"/>
            </a:xfrm>
            <a:custGeom>
              <a:avLst/>
              <a:gdLst>
                <a:gd name="connsiteX0" fmla="*/ 168511 w 187231"/>
                <a:gd name="connsiteY0" fmla="*/ 37441 h 187231"/>
                <a:gd name="connsiteX1" fmla="*/ 77927 w 187231"/>
                <a:gd name="connsiteY1" fmla="*/ 128025 h 187231"/>
                <a:gd name="connsiteX2" fmla="*/ 40486 w 187231"/>
                <a:gd name="connsiteY2" fmla="*/ 146746 h 187231"/>
                <a:gd name="connsiteX3" fmla="*/ 59207 w 187231"/>
                <a:gd name="connsiteY3" fmla="*/ 109305 h 187231"/>
                <a:gd name="connsiteX4" fmla="*/ 149777 w 187231"/>
                <a:gd name="connsiteY4" fmla="*/ 18721 h 187231"/>
                <a:gd name="connsiteX5" fmla="*/ 131057 w 187231"/>
                <a:gd name="connsiteY5" fmla="*/ 0 h 187231"/>
                <a:gd name="connsiteX6" fmla="*/ 37441 w 187231"/>
                <a:gd name="connsiteY6" fmla="*/ 93616 h 187231"/>
                <a:gd name="connsiteX7" fmla="*/ 0 w 187231"/>
                <a:gd name="connsiteY7" fmla="*/ 168511 h 187231"/>
                <a:gd name="connsiteX8" fmla="*/ 18721 w 187231"/>
                <a:gd name="connsiteY8" fmla="*/ 187232 h 187231"/>
                <a:gd name="connsiteX9" fmla="*/ 93616 w 187231"/>
                <a:gd name="connsiteY9" fmla="*/ 149791 h 187231"/>
                <a:gd name="connsiteX10" fmla="*/ 187232 w 187231"/>
                <a:gd name="connsiteY10" fmla="*/ 56162 h 187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7231" h="187231">
                  <a:moveTo>
                    <a:pt x="168511" y="37441"/>
                  </a:moveTo>
                  <a:lnTo>
                    <a:pt x="77927" y="128025"/>
                  </a:lnTo>
                  <a:lnTo>
                    <a:pt x="40486" y="146746"/>
                  </a:lnTo>
                  <a:lnTo>
                    <a:pt x="59207" y="109305"/>
                  </a:lnTo>
                  <a:lnTo>
                    <a:pt x="149777" y="18721"/>
                  </a:lnTo>
                  <a:lnTo>
                    <a:pt x="131057" y="0"/>
                  </a:lnTo>
                  <a:lnTo>
                    <a:pt x="37441" y="93616"/>
                  </a:lnTo>
                  <a:lnTo>
                    <a:pt x="0" y="168511"/>
                  </a:lnTo>
                  <a:lnTo>
                    <a:pt x="18721" y="187232"/>
                  </a:lnTo>
                  <a:lnTo>
                    <a:pt x="93616" y="149791"/>
                  </a:lnTo>
                  <a:lnTo>
                    <a:pt x="187232" y="56162"/>
                  </a:lnTo>
                  <a:close/>
                </a:path>
              </a:pathLst>
            </a:custGeom>
            <a:grpFill/>
            <a:ln w="810"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573567B5-3626-4E7D-9BB2-73EA9042C07E}"/>
                </a:ext>
              </a:extLst>
            </p:cNvPr>
            <p:cNvSpPr/>
            <p:nvPr/>
          </p:nvSpPr>
          <p:spPr>
            <a:xfrm>
              <a:off x="4669169" y="3867216"/>
              <a:ext cx="52891" cy="63886"/>
            </a:xfrm>
            <a:custGeom>
              <a:avLst/>
              <a:gdLst>
                <a:gd name="connsiteX0" fmla="*/ 45166 w 52891"/>
                <a:gd name="connsiteY0" fmla="*/ 18721 h 63886"/>
                <a:gd name="connsiteX1" fmla="*/ 26446 w 52891"/>
                <a:gd name="connsiteY1" fmla="*/ 0 h 63886"/>
                <a:gd name="connsiteX2" fmla="*/ 7725 w 52891"/>
                <a:gd name="connsiteY2" fmla="*/ 18721 h 63886"/>
                <a:gd name="connsiteX3" fmla="*/ 7725 w 52891"/>
                <a:gd name="connsiteY3" fmla="*/ 56162 h 63886"/>
                <a:gd name="connsiteX4" fmla="*/ 45166 w 52891"/>
                <a:gd name="connsiteY4" fmla="*/ 56162 h 63886"/>
                <a:gd name="connsiteX5" fmla="*/ 45166 w 52891"/>
                <a:gd name="connsiteY5" fmla="*/ 18721 h 6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891" h="63886">
                  <a:moveTo>
                    <a:pt x="45166" y="18721"/>
                  </a:moveTo>
                  <a:lnTo>
                    <a:pt x="26446" y="0"/>
                  </a:lnTo>
                  <a:lnTo>
                    <a:pt x="7725" y="18721"/>
                  </a:lnTo>
                  <a:cubicBezTo>
                    <a:pt x="-2575" y="29021"/>
                    <a:pt x="-2575" y="45875"/>
                    <a:pt x="7725" y="56162"/>
                  </a:cubicBezTo>
                  <a:cubicBezTo>
                    <a:pt x="18025" y="66462"/>
                    <a:pt x="34879" y="66462"/>
                    <a:pt x="45166" y="56162"/>
                  </a:cubicBezTo>
                  <a:cubicBezTo>
                    <a:pt x="55467" y="45861"/>
                    <a:pt x="55467" y="29008"/>
                    <a:pt x="45166" y="18721"/>
                  </a:cubicBezTo>
                  <a:close/>
                </a:path>
              </a:pathLst>
            </a:custGeom>
            <a:grpFill/>
            <a:ln w="810" cap="flat">
              <a:noFill/>
              <a:prstDash val="solid"/>
              <a:miter/>
            </a:ln>
          </p:spPr>
          <p:txBody>
            <a:bodyPr rtlCol="0" anchor="ctr"/>
            <a:lstStyle/>
            <a:p>
              <a:endParaRPr lang="en-US"/>
            </a:p>
          </p:txBody>
        </p:sp>
      </p:grpSp>
      <p:grpSp>
        <p:nvGrpSpPr>
          <p:cNvPr id="318" name="Graphic 104">
            <a:extLst>
              <a:ext uri="{FF2B5EF4-FFF2-40B4-BE49-F238E27FC236}">
                <a16:creationId xmlns:a16="http://schemas.microsoft.com/office/drawing/2014/main" id="{41C3645D-F494-4592-865D-89D08475A915}"/>
              </a:ext>
            </a:extLst>
          </p:cNvPr>
          <p:cNvGrpSpPr>
            <a:grpSpLocks noChangeAspect="1"/>
          </p:cNvGrpSpPr>
          <p:nvPr/>
        </p:nvGrpSpPr>
        <p:grpSpPr>
          <a:xfrm>
            <a:off x="3117673" y="3502599"/>
            <a:ext cx="365760" cy="365760"/>
            <a:chOff x="3391161" y="3464483"/>
            <a:chExt cx="505100" cy="505100"/>
          </a:xfrm>
          <a:solidFill>
            <a:schemeClr val="tx2"/>
          </a:solidFill>
        </p:grpSpPr>
        <p:sp>
          <p:nvSpPr>
            <p:cNvPr id="319" name="Freeform: Shape 318">
              <a:extLst>
                <a:ext uri="{FF2B5EF4-FFF2-40B4-BE49-F238E27FC236}">
                  <a16:creationId xmlns:a16="http://schemas.microsoft.com/office/drawing/2014/main" id="{87E9F3FF-16DB-4621-87F7-A4A164B0DD7B}"/>
                </a:ext>
              </a:extLst>
            </p:cNvPr>
            <p:cNvSpPr/>
            <p:nvPr/>
          </p:nvSpPr>
          <p:spPr>
            <a:xfrm>
              <a:off x="3566415" y="3531220"/>
              <a:ext cx="154589" cy="59747"/>
            </a:xfrm>
            <a:custGeom>
              <a:avLst/>
              <a:gdLst>
                <a:gd name="connsiteX0" fmla="*/ 139792 w 154589"/>
                <a:gd name="connsiteY0" fmla="*/ 0 h 59747"/>
                <a:gd name="connsiteX1" fmla="*/ 14798 w 154589"/>
                <a:gd name="connsiteY1" fmla="*/ 0 h 59747"/>
                <a:gd name="connsiteX2" fmla="*/ 0 w 154589"/>
                <a:gd name="connsiteY2" fmla="*/ 14798 h 59747"/>
                <a:gd name="connsiteX3" fmla="*/ 14798 w 154589"/>
                <a:gd name="connsiteY3" fmla="*/ 29596 h 59747"/>
                <a:gd name="connsiteX4" fmla="*/ 19730 w 154589"/>
                <a:gd name="connsiteY4" fmla="*/ 29596 h 59747"/>
                <a:gd name="connsiteX5" fmla="*/ 19730 w 154589"/>
                <a:gd name="connsiteY5" fmla="*/ 59748 h 59747"/>
                <a:gd name="connsiteX6" fmla="*/ 134859 w 154589"/>
                <a:gd name="connsiteY6" fmla="*/ 59748 h 59747"/>
                <a:gd name="connsiteX7" fmla="*/ 134859 w 154589"/>
                <a:gd name="connsiteY7" fmla="*/ 29596 h 59747"/>
                <a:gd name="connsiteX8" fmla="*/ 139791 w 154589"/>
                <a:gd name="connsiteY8" fmla="*/ 29596 h 59747"/>
                <a:gd name="connsiteX9" fmla="*/ 154589 w 154589"/>
                <a:gd name="connsiteY9" fmla="*/ 14798 h 59747"/>
                <a:gd name="connsiteX10" fmla="*/ 139792 w 154589"/>
                <a:gd name="connsiteY10" fmla="*/ 0 h 59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589" h="59747">
                  <a:moveTo>
                    <a:pt x="139792" y="0"/>
                  </a:moveTo>
                  <a:lnTo>
                    <a:pt x="14798" y="0"/>
                  </a:lnTo>
                  <a:cubicBezTo>
                    <a:pt x="6625" y="0"/>
                    <a:pt x="0" y="6625"/>
                    <a:pt x="0" y="14798"/>
                  </a:cubicBezTo>
                  <a:cubicBezTo>
                    <a:pt x="0" y="22970"/>
                    <a:pt x="6625" y="29596"/>
                    <a:pt x="14798" y="29596"/>
                  </a:cubicBezTo>
                  <a:lnTo>
                    <a:pt x="19730" y="29596"/>
                  </a:lnTo>
                  <a:lnTo>
                    <a:pt x="19730" y="59748"/>
                  </a:lnTo>
                  <a:lnTo>
                    <a:pt x="134859" y="59748"/>
                  </a:lnTo>
                  <a:lnTo>
                    <a:pt x="134859" y="29596"/>
                  </a:lnTo>
                  <a:lnTo>
                    <a:pt x="139791" y="29596"/>
                  </a:lnTo>
                  <a:cubicBezTo>
                    <a:pt x="147964" y="29596"/>
                    <a:pt x="154589" y="22970"/>
                    <a:pt x="154589" y="14798"/>
                  </a:cubicBezTo>
                  <a:cubicBezTo>
                    <a:pt x="154589" y="6625"/>
                    <a:pt x="147965" y="0"/>
                    <a:pt x="139792" y="0"/>
                  </a:cubicBezTo>
                  <a:close/>
                </a:path>
              </a:pathLst>
            </a:custGeom>
            <a:grpFill/>
            <a:ln w="986"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C56CF536-9334-45A2-923A-AB92366FD41E}"/>
                </a:ext>
              </a:extLst>
            </p:cNvPr>
            <p:cNvSpPr/>
            <p:nvPr/>
          </p:nvSpPr>
          <p:spPr>
            <a:xfrm>
              <a:off x="3586146" y="3620564"/>
              <a:ext cx="115129" cy="282280"/>
            </a:xfrm>
            <a:custGeom>
              <a:avLst/>
              <a:gdLst>
                <a:gd name="connsiteX0" fmla="*/ 0 w 115129"/>
                <a:gd name="connsiteY0" fmla="*/ 29038 h 282280"/>
                <a:gd name="connsiteX1" fmla="*/ 39921 w 115129"/>
                <a:gd name="connsiteY1" fmla="*/ 29038 h 282280"/>
                <a:gd name="connsiteX2" fmla="*/ 54719 w 115129"/>
                <a:gd name="connsiteY2" fmla="*/ 43836 h 282280"/>
                <a:gd name="connsiteX3" fmla="*/ 39921 w 115129"/>
                <a:gd name="connsiteY3" fmla="*/ 58634 h 282280"/>
                <a:gd name="connsiteX4" fmla="*/ 0 w 115129"/>
                <a:gd name="connsiteY4" fmla="*/ 58634 h 282280"/>
                <a:gd name="connsiteX5" fmla="*/ 0 w 115129"/>
                <a:gd name="connsiteY5" fmla="*/ 77819 h 282280"/>
                <a:gd name="connsiteX6" fmla="*/ 39921 w 115129"/>
                <a:gd name="connsiteY6" fmla="*/ 77819 h 282280"/>
                <a:gd name="connsiteX7" fmla="*/ 54719 w 115129"/>
                <a:gd name="connsiteY7" fmla="*/ 92617 h 282280"/>
                <a:gd name="connsiteX8" fmla="*/ 39921 w 115129"/>
                <a:gd name="connsiteY8" fmla="*/ 107415 h 282280"/>
                <a:gd name="connsiteX9" fmla="*/ 0 w 115129"/>
                <a:gd name="connsiteY9" fmla="*/ 107415 h 282280"/>
                <a:gd name="connsiteX10" fmla="*/ 0 w 115129"/>
                <a:gd name="connsiteY10" fmla="*/ 126474 h 282280"/>
                <a:gd name="connsiteX11" fmla="*/ 39921 w 115129"/>
                <a:gd name="connsiteY11" fmla="*/ 126474 h 282280"/>
                <a:gd name="connsiteX12" fmla="*/ 54719 w 115129"/>
                <a:gd name="connsiteY12" fmla="*/ 141272 h 282280"/>
                <a:gd name="connsiteX13" fmla="*/ 39921 w 115129"/>
                <a:gd name="connsiteY13" fmla="*/ 156070 h 282280"/>
                <a:gd name="connsiteX14" fmla="*/ 0 w 115129"/>
                <a:gd name="connsiteY14" fmla="*/ 156070 h 282280"/>
                <a:gd name="connsiteX15" fmla="*/ 0 w 115129"/>
                <a:gd name="connsiteY15" fmla="*/ 175255 h 282280"/>
                <a:gd name="connsiteX16" fmla="*/ 39921 w 115129"/>
                <a:gd name="connsiteY16" fmla="*/ 175255 h 282280"/>
                <a:gd name="connsiteX17" fmla="*/ 54719 w 115129"/>
                <a:gd name="connsiteY17" fmla="*/ 190053 h 282280"/>
                <a:gd name="connsiteX18" fmla="*/ 39921 w 115129"/>
                <a:gd name="connsiteY18" fmla="*/ 204851 h 282280"/>
                <a:gd name="connsiteX19" fmla="*/ 0 w 115129"/>
                <a:gd name="connsiteY19" fmla="*/ 204851 h 282280"/>
                <a:gd name="connsiteX20" fmla="*/ 0 w 115129"/>
                <a:gd name="connsiteY20" fmla="*/ 224716 h 282280"/>
                <a:gd name="connsiteX21" fmla="*/ 57565 w 115129"/>
                <a:gd name="connsiteY21" fmla="*/ 282281 h 282280"/>
                <a:gd name="connsiteX22" fmla="*/ 115129 w 115129"/>
                <a:gd name="connsiteY22" fmla="*/ 224716 h 282280"/>
                <a:gd name="connsiteX23" fmla="*/ 115129 w 115129"/>
                <a:gd name="connsiteY23" fmla="*/ 0 h 282280"/>
                <a:gd name="connsiteX24" fmla="*/ 0 w 115129"/>
                <a:gd name="connsiteY24" fmla="*/ 0 h 28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5129" h="282280">
                  <a:moveTo>
                    <a:pt x="0" y="29038"/>
                  </a:moveTo>
                  <a:lnTo>
                    <a:pt x="39921" y="29038"/>
                  </a:lnTo>
                  <a:cubicBezTo>
                    <a:pt x="48093" y="29038"/>
                    <a:pt x="54719" y="35664"/>
                    <a:pt x="54719" y="43836"/>
                  </a:cubicBezTo>
                  <a:cubicBezTo>
                    <a:pt x="54719" y="52009"/>
                    <a:pt x="48093" y="58634"/>
                    <a:pt x="39921" y="58634"/>
                  </a:cubicBezTo>
                  <a:lnTo>
                    <a:pt x="0" y="58634"/>
                  </a:lnTo>
                  <a:lnTo>
                    <a:pt x="0" y="77819"/>
                  </a:lnTo>
                  <a:lnTo>
                    <a:pt x="39921" y="77819"/>
                  </a:lnTo>
                  <a:cubicBezTo>
                    <a:pt x="48093" y="77819"/>
                    <a:pt x="54719" y="84444"/>
                    <a:pt x="54719" y="92617"/>
                  </a:cubicBezTo>
                  <a:cubicBezTo>
                    <a:pt x="54719" y="100789"/>
                    <a:pt x="48093" y="107415"/>
                    <a:pt x="39921" y="107415"/>
                  </a:cubicBezTo>
                  <a:lnTo>
                    <a:pt x="0" y="107415"/>
                  </a:lnTo>
                  <a:lnTo>
                    <a:pt x="0" y="126474"/>
                  </a:lnTo>
                  <a:lnTo>
                    <a:pt x="39921" y="126474"/>
                  </a:lnTo>
                  <a:cubicBezTo>
                    <a:pt x="48093" y="126474"/>
                    <a:pt x="54719" y="133100"/>
                    <a:pt x="54719" y="141272"/>
                  </a:cubicBezTo>
                  <a:cubicBezTo>
                    <a:pt x="54719" y="149445"/>
                    <a:pt x="48093" y="156070"/>
                    <a:pt x="39921" y="156070"/>
                  </a:cubicBezTo>
                  <a:lnTo>
                    <a:pt x="0" y="156070"/>
                  </a:lnTo>
                  <a:lnTo>
                    <a:pt x="0" y="175255"/>
                  </a:lnTo>
                  <a:lnTo>
                    <a:pt x="39921" y="175255"/>
                  </a:lnTo>
                  <a:cubicBezTo>
                    <a:pt x="48093" y="175255"/>
                    <a:pt x="54719" y="181880"/>
                    <a:pt x="54719" y="190053"/>
                  </a:cubicBezTo>
                  <a:cubicBezTo>
                    <a:pt x="54719" y="198225"/>
                    <a:pt x="48093" y="204851"/>
                    <a:pt x="39921" y="204851"/>
                  </a:cubicBezTo>
                  <a:lnTo>
                    <a:pt x="0" y="204851"/>
                  </a:lnTo>
                  <a:lnTo>
                    <a:pt x="0" y="224716"/>
                  </a:lnTo>
                  <a:cubicBezTo>
                    <a:pt x="0" y="256458"/>
                    <a:pt x="25823" y="282281"/>
                    <a:pt x="57565" y="282281"/>
                  </a:cubicBezTo>
                  <a:cubicBezTo>
                    <a:pt x="89306" y="282281"/>
                    <a:pt x="115129" y="256458"/>
                    <a:pt x="115129" y="224716"/>
                  </a:cubicBezTo>
                  <a:lnTo>
                    <a:pt x="115129" y="0"/>
                  </a:lnTo>
                  <a:lnTo>
                    <a:pt x="0" y="0"/>
                  </a:lnTo>
                  <a:close/>
                </a:path>
              </a:pathLst>
            </a:custGeom>
            <a:grpFill/>
            <a:ln w="986"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11BBFEE5-3B41-486B-A998-0D3F51EA27F4}"/>
                </a:ext>
              </a:extLst>
            </p:cNvPr>
            <p:cNvSpPr/>
            <p:nvPr/>
          </p:nvSpPr>
          <p:spPr>
            <a:xfrm>
              <a:off x="3391161" y="3531220"/>
              <a:ext cx="154589" cy="59747"/>
            </a:xfrm>
            <a:custGeom>
              <a:avLst/>
              <a:gdLst>
                <a:gd name="connsiteX0" fmla="*/ 139791 w 154589"/>
                <a:gd name="connsiteY0" fmla="*/ 0 h 59747"/>
                <a:gd name="connsiteX1" fmla="*/ 14798 w 154589"/>
                <a:gd name="connsiteY1" fmla="*/ 0 h 59747"/>
                <a:gd name="connsiteX2" fmla="*/ 0 w 154589"/>
                <a:gd name="connsiteY2" fmla="*/ 14798 h 59747"/>
                <a:gd name="connsiteX3" fmla="*/ 14798 w 154589"/>
                <a:gd name="connsiteY3" fmla="*/ 29596 h 59747"/>
                <a:gd name="connsiteX4" fmla="*/ 19730 w 154589"/>
                <a:gd name="connsiteY4" fmla="*/ 29596 h 59747"/>
                <a:gd name="connsiteX5" fmla="*/ 19730 w 154589"/>
                <a:gd name="connsiteY5" fmla="*/ 59748 h 59747"/>
                <a:gd name="connsiteX6" fmla="*/ 134859 w 154589"/>
                <a:gd name="connsiteY6" fmla="*/ 59748 h 59747"/>
                <a:gd name="connsiteX7" fmla="*/ 134859 w 154589"/>
                <a:gd name="connsiteY7" fmla="*/ 29596 h 59747"/>
                <a:gd name="connsiteX8" fmla="*/ 139791 w 154589"/>
                <a:gd name="connsiteY8" fmla="*/ 29596 h 59747"/>
                <a:gd name="connsiteX9" fmla="*/ 154589 w 154589"/>
                <a:gd name="connsiteY9" fmla="*/ 14798 h 59747"/>
                <a:gd name="connsiteX10" fmla="*/ 139791 w 154589"/>
                <a:gd name="connsiteY10" fmla="*/ 0 h 59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589" h="59747">
                  <a:moveTo>
                    <a:pt x="139791" y="0"/>
                  </a:moveTo>
                  <a:lnTo>
                    <a:pt x="14798" y="0"/>
                  </a:lnTo>
                  <a:cubicBezTo>
                    <a:pt x="6625" y="0"/>
                    <a:pt x="0" y="6625"/>
                    <a:pt x="0" y="14798"/>
                  </a:cubicBezTo>
                  <a:cubicBezTo>
                    <a:pt x="0" y="22970"/>
                    <a:pt x="6625" y="29596"/>
                    <a:pt x="14798" y="29596"/>
                  </a:cubicBezTo>
                  <a:lnTo>
                    <a:pt x="19730" y="29596"/>
                  </a:lnTo>
                  <a:lnTo>
                    <a:pt x="19730" y="59748"/>
                  </a:lnTo>
                  <a:lnTo>
                    <a:pt x="134859" y="59748"/>
                  </a:lnTo>
                  <a:lnTo>
                    <a:pt x="134859" y="29596"/>
                  </a:lnTo>
                  <a:lnTo>
                    <a:pt x="139791" y="29596"/>
                  </a:lnTo>
                  <a:cubicBezTo>
                    <a:pt x="147964" y="29596"/>
                    <a:pt x="154589" y="22970"/>
                    <a:pt x="154589" y="14798"/>
                  </a:cubicBezTo>
                  <a:cubicBezTo>
                    <a:pt x="154589" y="6625"/>
                    <a:pt x="147964" y="0"/>
                    <a:pt x="139791" y="0"/>
                  </a:cubicBezTo>
                  <a:close/>
                </a:path>
              </a:pathLst>
            </a:custGeom>
            <a:grpFill/>
            <a:ln w="986"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939E1B59-BB71-467E-808A-A1F921FA7CC5}"/>
                </a:ext>
              </a:extLst>
            </p:cNvPr>
            <p:cNvSpPr/>
            <p:nvPr/>
          </p:nvSpPr>
          <p:spPr>
            <a:xfrm>
              <a:off x="3410891" y="3620564"/>
              <a:ext cx="115129" cy="282280"/>
            </a:xfrm>
            <a:custGeom>
              <a:avLst/>
              <a:gdLst>
                <a:gd name="connsiteX0" fmla="*/ 0 w 115129"/>
                <a:gd name="connsiteY0" fmla="*/ 29038 h 282280"/>
                <a:gd name="connsiteX1" fmla="*/ 39921 w 115129"/>
                <a:gd name="connsiteY1" fmla="*/ 29038 h 282280"/>
                <a:gd name="connsiteX2" fmla="*/ 54719 w 115129"/>
                <a:gd name="connsiteY2" fmla="*/ 43836 h 282280"/>
                <a:gd name="connsiteX3" fmla="*/ 39921 w 115129"/>
                <a:gd name="connsiteY3" fmla="*/ 58634 h 282280"/>
                <a:gd name="connsiteX4" fmla="*/ 0 w 115129"/>
                <a:gd name="connsiteY4" fmla="*/ 58634 h 282280"/>
                <a:gd name="connsiteX5" fmla="*/ 0 w 115129"/>
                <a:gd name="connsiteY5" fmla="*/ 77819 h 282280"/>
                <a:gd name="connsiteX6" fmla="*/ 39921 w 115129"/>
                <a:gd name="connsiteY6" fmla="*/ 77819 h 282280"/>
                <a:gd name="connsiteX7" fmla="*/ 54719 w 115129"/>
                <a:gd name="connsiteY7" fmla="*/ 92617 h 282280"/>
                <a:gd name="connsiteX8" fmla="*/ 39921 w 115129"/>
                <a:gd name="connsiteY8" fmla="*/ 107415 h 282280"/>
                <a:gd name="connsiteX9" fmla="*/ 0 w 115129"/>
                <a:gd name="connsiteY9" fmla="*/ 107415 h 282280"/>
                <a:gd name="connsiteX10" fmla="*/ 0 w 115129"/>
                <a:gd name="connsiteY10" fmla="*/ 126474 h 282280"/>
                <a:gd name="connsiteX11" fmla="*/ 39921 w 115129"/>
                <a:gd name="connsiteY11" fmla="*/ 126474 h 282280"/>
                <a:gd name="connsiteX12" fmla="*/ 54719 w 115129"/>
                <a:gd name="connsiteY12" fmla="*/ 141272 h 282280"/>
                <a:gd name="connsiteX13" fmla="*/ 39921 w 115129"/>
                <a:gd name="connsiteY13" fmla="*/ 156070 h 282280"/>
                <a:gd name="connsiteX14" fmla="*/ 0 w 115129"/>
                <a:gd name="connsiteY14" fmla="*/ 156070 h 282280"/>
                <a:gd name="connsiteX15" fmla="*/ 0 w 115129"/>
                <a:gd name="connsiteY15" fmla="*/ 175255 h 282280"/>
                <a:gd name="connsiteX16" fmla="*/ 39921 w 115129"/>
                <a:gd name="connsiteY16" fmla="*/ 175255 h 282280"/>
                <a:gd name="connsiteX17" fmla="*/ 54719 w 115129"/>
                <a:gd name="connsiteY17" fmla="*/ 190053 h 282280"/>
                <a:gd name="connsiteX18" fmla="*/ 39921 w 115129"/>
                <a:gd name="connsiteY18" fmla="*/ 204851 h 282280"/>
                <a:gd name="connsiteX19" fmla="*/ 0 w 115129"/>
                <a:gd name="connsiteY19" fmla="*/ 204851 h 282280"/>
                <a:gd name="connsiteX20" fmla="*/ 0 w 115129"/>
                <a:gd name="connsiteY20" fmla="*/ 224716 h 282280"/>
                <a:gd name="connsiteX21" fmla="*/ 57565 w 115129"/>
                <a:gd name="connsiteY21" fmla="*/ 282281 h 282280"/>
                <a:gd name="connsiteX22" fmla="*/ 115129 w 115129"/>
                <a:gd name="connsiteY22" fmla="*/ 224716 h 282280"/>
                <a:gd name="connsiteX23" fmla="*/ 115129 w 115129"/>
                <a:gd name="connsiteY23" fmla="*/ 0 h 282280"/>
                <a:gd name="connsiteX24" fmla="*/ 0 w 115129"/>
                <a:gd name="connsiteY24" fmla="*/ 0 h 28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5129" h="282280">
                  <a:moveTo>
                    <a:pt x="0" y="29038"/>
                  </a:moveTo>
                  <a:lnTo>
                    <a:pt x="39921" y="29038"/>
                  </a:lnTo>
                  <a:cubicBezTo>
                    <a:pt x="48093" y="29038"/>
                    <a:pt x="54719" y="35664"/>
                    <a:pt x="54719" y="43836"/>
                  </a:cubicBezTo>
                  <a:cubicBezTo>
                    <a:pt x="54719" y="52009"/>
                    <a:pt x="48093" y="58634"/>
                    <a:pt x="39921" y="58634"/>
                  </a:cubicBezTo>
                  <a:lnTo>
                    <a:pt x="0" y="58634"/>
                  </a:lnTo>
                  <a:lnTo>
                    <a:pt x="0" y="77819"/>
                  </a:lnTo>
                  <a:lnTo>
                    <a:pt x="39921" y="77819"/>
                  </a:lnTo>
                  <a:cubicBezTo>
                    <a:pt x="48093" y="77819"/>
                    <a:pt x="54719" y="84444"/>
                    <a:pt x="54719" y="92617"/>
                  </a:cubicBezTo>
                  <a:cubicBezTo>
                    <a:pt x="54719" y="100789"/>
                    <a:pt x="48093" y="107415"/>
                    <a:pt x="39921" y="107415"/>
                  </a:cubicBezTo>
                  <a:lnTo>
                    <a:pt x="0" y="107415"/>
                  </a:lnTo>
                  <a:lnTo>
                    <a:pt x="0" y="126474"/>
                  </a:lnTo>
                  <a:lnTo>
                    <a:pt x="39921" y="126474"/>
                  </a:lnTo>
                  <a:cubicBezTo>
                    <a:pt x="48093" y="126474"/>
                    <a:pt x="54719" y="133100"/>
                    <a:pt x="54719" y="141272"/>
                  </a:cubicBezTo>
                  <a:cubicBezTo>
                    <a:pt x="54719" y="149445"/>
                    <a:pt x="48093" y="156070"/>
                    <a:pt x="39921" y="156070"/>
                  </a:cubicBezTo>
                  <a:lnTo>
                    <a:pt x="0" y="156070"/>
                  </a:lnTo>
                  <a:lnTo>
                    <a:pt x="0" y="175255"/>
                  </a:lnTo>
                  <a:lnTo>
                    <a:pt x="39921" y="175255"/>
                  </a:lnTo>
                  <a:cubicBezTo>
                    <a:pt x="48093" y="175255"/>
                    <a:pt x="54719" y="181880"/>
                    <a:pt x="54719" y="190053"/>
                  </a:cubicBezTo>
                  <a:cubicBezTo>
                    <a:pt x="54719" y="198225"/>
                    <a:pt x="48093" y="204851"/>
                    <a:pt x="39921" y="204851"/>
                  </a:cubicBezTo>
                  <a:lnTo>
                    <a:pt x="0" y="204851"/>
                  </a:lnTo>
                  <a:lnTo>
                    <a:pt x="0" y="224716"/>
                  </a:lnTo>
                  <a:cubicBezTo>
                    <a:pt x="0" y="256458"/>
                    <a:pt x="25823" y="282281"/>
                    <a:pt x="57565" y="282281"/>
                  </a:cubicBezTo>
                  <a:cubicBezTo>
                    <a:pt x="89306" y="282281"/>
                    <a:pt x="115129" y="256458"/>
                    <a:pt x="115129" y="224716"/>
                  </a:cubicBezTo>
                  <a:lnTo>
                    <a:pt x="115129" y="0"/>
                  </a:lnTo>
                  <a:lnTo>
                    <a:pt x="0" y="0"/>
                  </a:lnTo>
                  <a:close/>
                </a:path>
              </a:pathLst>
            </a:custGeom>
            <a:grpFill/>
            <a:ln w="986"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306B0C79-6583-4111-B02C-F77AE3126E6B}"/>
                </a:ext>
              </a:extLst>
            </p:cNvPr>
            <p:cNvSpPr/>
            <p:nvPr/>
          </p:nvSpPr>
          <p:spPr>
            <a:xfrm>
              <a:off x="3741671" y="3531220"/>
              <a:ext cx="154589" cy="59747"/>
            </a:xfrm>
            <a:custGeom>
              <a:avLst/>
              <a:gdLst>
                <a:gd name="connsiteX0" fmla="*/ 139791 w 154589"/>
                <a:gd name="connsiteY0" fmla="*/ 0 h 59747"/>
                <a:gd name="connsiteX1" fmla="*/ 14798 w 154589"/>
                <a:gd name="connsiteY1" fmla="*/ 0 h 59747"/>
                <a:gd name="connsiteX2" fmla="*/ 0 w 154589"/>
                <a:gd name="connsiteY2" fmla="*/ 14798 h 59747"/>
                <a:gd name="connsiteX3" fmla="*/ 14798 w 154589"/>
                <a:gd name="connsiteY3" fmla="*/ 29596 h 59747"/>
                <a:gd name="connsiteX4" fmla="*/ 19730 w 154589"/>
                <a:gd name="connsiteY4" fmla="*/ 29596 h 59747"/>
                <a:gd name="connsiteX5" fmla="*/ 19730 w 154589"/>
                <a:gd name="connsiteY5" fmla="*/ 59748 h 59747"/>
                <a:gd name="connsiteX6" fmla="*/ 134859 w 154589"/>
                <a:gd name="connsiteY6" fmla="*/ 59748 h 59747"/>
                <a:gd name="connsiteX7" fmla="*/ 134859 w 154589"/>
                <a:gd name="connsiteY7" fmla="*/ 29596 h 59747"/>
                <a:gd name="connsiteX8" fmla="*/ 139791 w 154589"/>
                <a:gd name="connsiteY8" fmla="*/ 29596 h 59747"/>
                <a:gd name="connsiteX9" fmla="*/ 154589 w 154589"/>
                <a:gd name="connsiteY9" fmla="*/ 14798 h 59747"/>
                <a:gd name="connsiteX10" fmla="*/ 139791 w 154589"/>
                <a:gd name="connsiteY10" fmla="*/ 0 h 59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589" h="59747">
                  <a:moveTo>
                    <a:pt x="139791" y="0"/>
                  </a:moveTo>
                  <a:lnTo>
                    <a:pt x="14798" y="0"/>
                  </a:lnTo>
                  <a:cubicBezTo>
                    <a:pt x="6625" y="0"/>
                    <a:pt x="0" y="6625"/>
                    <a:pt x="0" y="14798"/>
                  </a:cubicBezTo>
                  <a:cubicBezTo>
                    <a:pt x="0" y="22970"/>
                    <a:pt x="6625" y="29596"/>
                    <a:pt x="14798" y="29596"/>
                  </a:cubicBezTo>
                  <a:lnTo>
                    <a:pt x="19730" y="29596"/>
                  </a:lnTo>
                  <a:lnTo>
                    <a:pt x="19730" y="59748"/>
                  </a:lnTo>
                  <a:lnTo>
                    <a:pt x="134859" y="59748"/>
                  </a:lnTo>
                  <a:lnTo>
                    <a:pt x="134859" y="29596"/>
                  </a:lnTo>
                  <a:lnTo>
                    <a:pt x="139791" y="29596"/>
                  </a:lnTo>
                  <a:cubicBezTo>
                    <a:pt x="147964" y="29596"/>
                    <a:pt x="154589" y="22970"/>
                    <a:pt x="154589" y="14798"/>
                  </a:cubicBezTo>
                  <a:cubicBezTo>
                    <a:pt x="154589" y="6625"/>
                    <a:pt x="147964" y="0"/>
                    <a:pt x="139791" y="0"/>
                  </a:cubicBezTo>
                  <a:close/>
                </a:path>
              </a:pathLst>
            </a:custGeom>
            <a:grpFill/>
            <a:ln w="986"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6E93097F-80A5-4AE2-A6C6-904C47372033}"/>
                </a:ext>
              </a:extLst>
            </p:cNvPr>
            <p:cNvSpPr/>
            <p:nvPr/>
          </p:nvSpPr>
          <p:spPr>
            <a:xfrm>
              <a:off x="3761402" y="3620564"/>
              <a:ext cx="115128" cy="282280"/>
            </a:xfrm>
            <a:custGeom>
              <a:avLst/>
              <a:gdLst>
                <a:gd name="connsiteX0" fmla="*/ 0 w 115128"/>
                <a:gd name="connsiteY0" fmla="*/ 29038 h 282280"/>
                <a:gd name="connsiteX1" fmla="*/ 39921 w 115128"/>
                <a:gd name="connsiteY1" fmla="*/ 29038 h 282280"/>
                <a:gd name="connsiteX2" fmla="*/ 54719 w 115128"/>
                <a:gd name="connsiteY2" fmla="*/ 43836 h 282280"/>
                <a:gd name="connsiteX3" fmla="*/ 39921 w 115128"/>
                <a:gd name="connsiteY3" fmla="*/ 58634 h 282280"/>
                <a:gd name="connsiteX4" fmla="*/ 0 w 115128"/>
                <a:gd name="connsiteY4" fmla="*/ 58634 h 282280"/>
                <a:gd name="connsiteX5" fmla="*/ 0 w 115128"/>
                <a:gd name="connsiteY5" fmla="*/ 77819 h 282280"/>
                <a:gd name="connsiteX6" fmla="*/ 39921 w 115128"/>
                <a:gd name="connsiteY6" fmla="*/ 77819 h 282280"/>
                <a:gd name="connsiteX7" fmla="*/ 54719 w 115128"/>
                <a:gd name="connsiteY7" fmla="*/ 92617 h 282280"/>
                <a:gd name="connsiteX8" fmla="*/ 39921 w 115128"/>
                <a:gd name="connsiteY8" fmla="*/ 107415 h 282280"/>
                <a:gd name="connsiteX9" fmla="*/ 0 w 115128"/>
                <a:gd name="connsiteY9" fmla="*/ 107415 h 282280"/>
                <a:gd name="connsiteX10" fmla="*/ 0 w 115128"/>
                <a:gd name="connsiteY10" fmla="*/ 126474 h 282280"/>
                <a:gd name="connsiteX11" fmla="*/ 39921 w 115128"/>
                <a:gd name="connsiteY11" fmla="*/ 126474 h 282280"/>
                <a:gd name="connsiteX12" fmla="*/ 54719 w 115128"/>
                <a:gd name="connsiteY12" fmla="*/ 141272 h 282280"/>
                <a:gd name="connsiteX13" fmla="*/ 39921 w 115128"/>
                <a:gd name="connsiteY13" fmla="*/ 156070 h 282280"/>
                <a:gd name="connsiteX14" fmla="*/ 0 w 115128"/>
                <a:gd name="connsiteY14" fmla="*/ 156070 h 282280"/>
                <a:gd name="connsiteX15" fmla="*/ 0 w 115128"/>
                <a:gd name="connsiteY15" fmla="*/ 175255 h 282280"/>
                <a:gd name="connsiteX16" fmla="*/ 39921 w 115128"/>
                <a:gd name="connsiteY16" fmla="*/ 175255 h 282280"/>
                <a:gd name="connsiteX17" fmla="*/ 54719 w 115128"/>
                <a:gd name="connsiteY17" fmla="*/ 190053 h 282280"/>
                <a:gd name="connsiteX18" fmla="*/ 39921 w 115128"/>
                <a:gd name="connsiteY18" fmla="*/ 204851 h 282280"/>
                <a:gd name="connsiteX19" fmla="*/ 0 w 115128"/>
                <a:gd name="connsiteY19" fmla="*/ 204851 h 282280"/>
                <a:gd name="connsiteX20" fmla="*/ 0 w 115128"/>
                <a:gd name="connsiteY20" fmla="*/ 224716 h 282280"/>
                <a:gd name="connsiteX21" fmla="*/ 57565 w 115128"/>
                <a:gd name="connsiteY21" fmla="*/ 282281 h 282280"/>
                <a:gd name="connsiteX22" fmla="*/ 115128 w 115128"/>
                <a:gd name="connsiteY22" fmla="*/ 224716 h 282280"/>
                <a:gd name="connsiteX23" fmla="*/ 115128 w 115128"/>
                <a:gd name="connsiteY23" fmla="*/ 0 h 282280"/>
                <a:gd name="connsiteX24" fmla="*/ 0 w 115128"/>
                <a:gd name="connsiteY24" fmla="*/ 0 h 28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5128" h="282280">
                  <a:moveTo>
                    <a:pt x="0" y="29038"/>
                  </a:moveTo>
                  <a:lnTo>
                    <a:pt x="39921" y="29038"/>
                  </a:lnTo>
                  <a:cubicBezTo>
                    <a:pt x="48093" y="29038"/>
                    <a:pt x="54719" y="35664"/>
                    <a:pt x="54719" y="43836"/>
                  </a:cubicBezTo>
                  <a:cubicBezTo>
                    <a:pt x="54719" y="52009"/>
                    <a:pt x="48093" y="58634"/>
                    <a:pt x="39921" y="58634"/>
                  </a:cubicBezTo>
                  <a:lnTo>
                    <a:pt x="0" y="58634"/>
                  </a:lnTo>
                  <a:lnTo>
                    <a:pt x="0" y="77819"/>
                  </a:lnTo>
                  <a:lnTo>
                    <a:pt x="39921" y="77819"/>
                  </a:lnTo>
                  <a:cubicBezTo>
                    <a:pt x="48093" y="77819"/>
                    <a:pt x="54719" y="84444"/>
                    <a:pt x="54719" y="92617"/>
                  </a:cubicBezTo>
                  <a:cubicBezTo>
                    <a:pt x="54719" y="100789"/>
                    <a:pt x="48093" y="107415"/>
                    <a:pt x="39921" y="107415"/>
                  </a:cubicBezTo>
                  <a:lnTo>
                    <a:pt x="0" y="107415"/>
                  </a:lnTo>
                  <a:lnTo>
                    <a:pt x="0" y="126474"/>
                  </a:lnTo>
                  <a:lnTo>
                    <a:pt x="39921" y="126474"/>
                  </a:lnTo>
                  <a:cubicBezTo>
                    <a:pt x="48093" y="126474"/>
                    <a:pt x="54719" y="133100"/>
                    <a:pt x="54719" y="141272"/>
                  </a:cubicBezTo>
                  <a:cubicBezTo>
                    <a:pt x="54719" y="149445"/>
                    <a:pt x="48093" y="156070"/>
                    <a:pt x="39921" y="156070"/>
                  </a:cubicBezTo>
                  <a:lnTo>
                    <a:pt x="0" y="156070"/>
                  </a:lnTo>
                  <a:lnTo>
                    <a:pt x="0" y="175255"/>
                  </a:lnTo>
                  <a:lnTo>
                    <a:pt x="39921" y="175255"/>
                  </a:lnTo>
                  <a:cubicBezTo>
                    <a:pt x="48093" y="175255"/>
                    <a:pt x="54719" y="181880"/>
                    <a:pt x="54719" y="190053"/>
                  </a:cubicBezTo>
                  <a:cubicBezTo>
                    <a:pt x="54719" y="198225"/>
                    <a:pt x="48093" y="204851"/>
                    <a:pt x="39921" y="204851"/>
                  </a:cubicBezTo>
                  <a:lnTo>
                    <a:pt x="0" y="204851"/>
                  </a:lnTo>
                  <a:lnTo>
                    <a:pt x="0" y="224716"/>
                  </a:lnTo>
                  <a:cubicBezTo>
                    <a:pt x="0" y="256458"/>
                    <a:pt x="25823" y="282281"/>
                    <a:pt x="57565" y="282281"/>
                  </a:cubicBezTo>
                  <a:cubicBezTo>
                    <a:pt x="89306" y="282281"/>
                    <a:pt x="115128" y="256458"/>
                    <a:pt x="115128" y="224716"/>
                  </a:cubicBezTo>
                  <a:lnTo>
                    <a:pt x="115128" y="0"/>
                  </a:lnTo>
                  <a:lnTo>
                    <a:pt x="0" y="0"/>
                  </a:lnTo>
                  <a:close/>
                </a:path>
              </a:pathLst>
            </a:custGeom>
            <a:grpFill/>
            <a:ln w="986" cap="flat">
              <a:noFill/>
              <a:prstDash val="solid"/>
              <a:miter/>
            </a:ln>
          </p:spPr>
          <p:txBody>
            <a:bodyPr rtlCol="0" anchor="ctr"/>
            <a:lstStyle/>
            <a:p>
              <a:endParaRPr lang="en-US"/>
            </a:p>
          </p:txBody>
        </p:sp>
      </p:grpSp>
      <p:grpSp>
        <p:nvGrpSpPr>
          <p:cNvPr id="303" name="Graphic 98">
            <a:extLst>
              <a:ext uri="{FF2B5EF4-FFF2-40B4-BE49-F238E27FC236}">
                <a16:creationId xmlns:a16="http://schemas.microsoft.com/office/drawing/2014/main" id="{08FE2BEB-FF93-4DA3-AEE9-A3436D205BA4}"/>
              </a:ext>
            </a:extLst>
          </p:cNvPr>
          <p:cNvGrpSpPr>
            <a:grpSpLocks noChangeAspect="1"/>
          </p:cNvGrpSpPr>
          <p:nvPr/>
        </p:nvGrpSpPr>
        <p:grpSpPr>
          <a:xfrm>
            <a:off x="1982753" y="3502599"/>
            <a:ext cx="394666" cy="365760"/>
            <a:chOff x="2009096" y="3514657"/>
            <a:chExt cx="418203" cy="387573"/>
          </a:xfrm>
          <a:solidFill>
            <a:schemeClr val="tx2"/>
          </a:solidFill>
        </p:grpSpPr>
        <p:sp>
          <p:nvSpPr>
            <p:cNvPr id="304" name="Freeform: Shape 303">
              <a:extLst>
                <a:ext uri="{FF2B5EF4-FFF2-40B4-BE49-F238E27FC236}">
                  <a16:creationId xmlns:a16="http://schemas.microsoft.com/office/drawing/2014/main" id="{576E1EC4-0506-4EAE-B665-E930E6BE6C76}"/>
                </a:ext>
              </a:extLst>
            </p:cNvPr>
            <p:cNvSpPr/>
            <p:nvPr/>
          </p:nvSpPr>
          <p:spPr>
            <a:xfrm>
              <a:off x="2054021" y="3514657"/>
              <a:ext cx="45740" cy="115577"/>
            </a:xfrm>
            <a:custGeom>
              <a:avLst/>
              <a:gdLst>
                <a:gd name="connsiteX0" fmla="*/ 45740 w 45740"/>
                <a:gd name="connsiteY0" fmla="*/ 0 h 115577"/>
                <a:gd name="connsiteX1" fmla="*/ 12252 w 45740"/>
                <a:gd name="connsiteY1" fmla="*/ 0 h 115577"/>
                <a:gd name="connsiteX2" fmla="*/ 0 w 45740"/>
                <a:gd name="connsiteY2" fmla="*/ 12252 h 115577"/>
                <a:gd name="connsiteX3" fmla="*/ 0 w 45740"/>
                <a:gd name="connsiteY3" fmla="*/ 115578 h 115577"/>
                <a:gd name="connsiteX4" fmla="*/ 45740 w 45740"/>
                <a:gd name="connsiteY4" fmla="*/ 115578 h 115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40" h="115577">
                  <a:moveTo>
                    <a:pt x="45740" y="0"/>
                  </a:moveTo>
                  <a:lnTo>
                    <a:pt x="12252" y="0"/>
                  </a:lnTo>
                  <a:cubicBezTo>
                    <a:pt x="5486" y="0"/>
                    <a:pt x="0" y="5486"/>
                    <a:pt x="0" y="12252"/>
                  </a:cubicBezTo>
                  <a:lnTo>
                    <a:pt x="0" y="115578"/>
                  </a:lnTo>
                  <a:lnTo>
                    <a:pt x="45740" y="115578"/>
                  </a:lnTo>
                  <a:close/>
                </a:path>
              </a:pathLst>
            </a:custGeom>
            <a:grpFill/>
            <a:ln w="800"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6A651338-AAAD-4931-BD6C-E2A79251D53A}"/>
                </a:ext>
              </a:extLst>
            </p:cNvPr>
            <p:cNvSpPr/>
            <p:nvPr/>
          </p:nvSpPr>
          <p:spPr>
            <a:xfrm>
              <a:off x="2124266" y="3514657"/>
              <a:ext cx="24504" cy="115577"/>
            </a:xfrm>
            <a:custGeom>
              <a:avLst/>
              <a:gdLst>
                <a:gd name="connsiteX0" fmla="*/ 0 w 24504"/>
                <a:gd name="connsiteY0" fmla="*/ 0 h 115577"/>
                <a:gd name="connsiteX1" fmla="*/ 24505 w 24504"/>
                <a:gd name="connsiteY1" fmla="*/ 0 h 115577"/>
                <a:gd name="connsiteX2" fmla="*/ 24505 w 24504"/>
                <a:gd name="connsiteY2" fmla="*/ 115578 h 115577"/>
                <a:gd name="connsiteX3" fmla="*/ 0 w 24504"/>
                <a:gd name="connsiteY3" fmla="*/ 115578 h 115577"/>
              </a:gdLst>
              <a:ahLst/>
              <a:cxnLst>
                <a:cxn ang="0">
                  <a:pos x="connsiteX0" y="connsiteY0"/>
                </a:cxn>
                <a:cxn ang="0">
                  <a:pos x="connsiteX1" y="connsiteY1"/>
                </a:cxn>
                <a:cxn ang="0">
                  <a:pos x="connsiteX2" y="connsiteY2"/>
                </a:cxn>
                <a:cxn ang="0">
                  <a:pos x="connsiteX3" y="connsiteY3"/>
                </a:cxn>
              </a:cxnLst>
              <a:rect l="l" t="t" r="r" b="b"/>
              <a:pathLst>
                <a:path w="24504" h="115577">
                  <a:moveTo>
                    <a:pt x="0" y="0"/>
                  </a:moveTo>
                  <a:lnTo>
                    <a:pt x="24505" y="0"/>
                  </a:lnTo>
                  <a:lnTo>
                    <a:pt x="24505" y="115578"/>
                  </a:lnTo>
                  <a:lnTo>
                    <a:pt x="0" y="115578"/>
                  </a:lnTo>
                  <a:close/>
                </a:path>
              </a:pathLst>
            </a:custGeom>
            <a:grpFill/>
            <a:ln w="800"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70E05DF9-2156-423A-A29A-745143DE034F}"/>
                </a:ext>
              </a:extLst>
            </p:cNvPr>
            <p:cNvSpPr/>
            <p:nvPr/>
          </p:nvSpPr>
          <p:spPr>
            <a:xfrm>
              <a:off x="2173275" y="3514657"/>
              <a:ext cx="209101" cy="117234"/>
            </a:xfrm>
            <a:custGeom>
              <a:avLst/>
              <a:gdLst>
                <a:gd name="connsiteX0" fmla="*/ 209101 w 209101"/>
                <a:gd name="connsiteY0" fmla="*/ 117234 h 117234"/>
                <a:gd name="connsiteX1" fmla="*/ 209101 w 209101"/>
                <a:gd name="connsiteY1" fmla="*/ 12252 h 117234"/>
                <a:gd name="connsiteX2" fmla="*/ 196849 w 209101"/>
                <a:gd name="connsiteY2" fmla="*/ 0 h 117234"/>
                <a:gd name="connsiteX3" fmla="*/ 0 w 209101"/>
                <a:gd name="connsiteY3" fmla="*/ 0 h 117234"/>
                <a:gd name="connsiteX4" fmla="*/ 0 w 209101"/>
                <a:gd name="connsiteY4" fmla="*/ 115578 h 117234"/>
                <a:gd name="connsiteX5" fmla="*/ 191948 w 209101"/>
                <a:gd name="connsiteY5" fmla="*/ 115578 h 117234"/>
                <a:gd name="connsiteX6" fmla="*/ 209101 w 209101"/>
                <a:gd name="connsiteY6" fmla="*/ 117234 h 11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101" h="117234">
                  <a:moveTo>
                    <a:pt x="209101" y="117234"/>
                  </a:moveTo>
                  <a:lnTo>
                    <a:pt x="209101" y="12252"/>
                  </a:lnTo>
                  <a:cubicBezTo>
                    <a:pt x="209101" y="5486"/>
                    <a:pt x="203616" y="0"/>
                    <a:pt x="196849" y="0"/>
                  </a:cubicBezTo>
                  <a:lnTo>
                    <a:pt x="0" y="0"/>
                  </a:lnTo>
                  <a:lnTo>
                    <a:pt x="0" y="115578"/>
                  </a:lnTo>
                  <a:lnTo>
                    <a:pt x="191948" y="115578"/>
                  </a:lnTo>
                  <a:cubicBezTo>
                    <a:pt x="197846" y="115578"/>
                    <a:pt x="203582" y="116141"/>
                    <a:pt x="209101" y="117234"/>
                  </a:cubicBezTo>
                  <a:close/>
                </a:path>
              </a:pathLst>
            </a:custGeom>
            <a:grpFill/>
            <a:ln w="800"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F50E5E3B-C10B-466B-B69B-E4569D0258E3}"/>
                </a:ext>
              </a:extLst>
            </p:cNvPr>
            <p:cNvSpPr/>
            <p:nvPr/>
          </p:nvSpPr>
          <p:spPr>
            <a:xfrm>
              <a:off x="2015222" y="3791962"/>
              <a:ext cx="412077" cy="110268"/>
            </a:xfrm>
            <a:custGeom>
              <a:avLst/>
              <a:gdLst>
                <a:gd name="connsiteX0" fmla="*/ 399825 w 412077"/>
                <a:gd name="connsiteY0" fmla="*/ 85764 h 110268"/>
                <a:gd name="connsiteX1" fmla="*/ 390842 w 412077"/>
                <a:gd name="connsiteY1" fmla="*/ 85764 h 110268"/>
                <a:gd name="connsiteX2" fmla="*/ 390842 w 412077"/>
                <a:gd name="connsiteY2" fmla="*/ 24524 h 110268"/>
                <a:gd name="connsiteX3" fmla="*/ 399825 w 412077"/>
                <a:gd name="connsiteY3" fmla="*/ 24524 h 110268"/>
                <a:gd name="connsiteX4" fmla="*/ 412077 w 412077"/>
                <a:gd name="connsiteY4" fmla="*/ 12272 h 110268"/>
                <a:gd name="connsiteX5" fmla="*/ 399825 w 412077"/>
                <a:gd name="connsiteY5" fmla="*/ 20 h 110268"/>
                <a:gd name="connsiteX6" fmla="*/ 333626 w 412077"/>
                <a:gd name="connsiteY6" fmla="*/ 21 h 110268"/>
                <a:gd name="connsiteX7" fmla="*/ 55135 w 412077"/>
                <a:gd name="connsiteY7" fmla="*/ 0 h 110268"/>
                <a:gd name="connsiteX8" fmla="*/ 55130 w 412077"/>
                <a:gd name="connsiteY8" fmla="*/ 0 h 110268"/>
                <a:gd name="connsiteX9" fmla="*/ 16192 w 412077"/>
                <a:gd name="connsiteY9" fmla="*/ 16189 h 110268"/>
                <a:gd name="connsiteX10" fmla="*/ 0 w 412077"/>
                <a:gd name="connsiteY10" fmla="*/ 55134 h 110268"/>
                <a:gd name="connsiteX11" fmla="*/ 55134 w 412077"/>
                <a:gd name="connsiteY11" fmla="*/ 110269 h 110268"/>
                <a:gd name="connsiteX12" fmla="*/ 399825 w 412077"/>
                <a:gd name="connsiteY12" fmla="*/ 110269 h 110268"/>
                <a:gd name="connsiteX13" fmla="*/ 412077 w 412077"/>
                <a:gd name="connsiteY13" fmla="*/ 98017 h 110268"/>
                <a:gd name="connsiteX14" fmla="*/ 399825 w 412077"/>
                <a:gd name="connsiteY14" fmla="*/ 85764 h 110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2077" h="110268">
                  <a:moveTo>
                    <a:pt x="399825" y="85764"/>
                  </a:moveTo>
                  <a:lnTo>
                    <a:pt x="390842" y="85764"/>
                  </a:lnTo>
                  <a:lnTo>
                    <a:pt x="390842" y="24524"/>
                  </a:lnTo>
                  <a:lnTo>
                    <a:pt x="399825" y="24524"/>
                  </a:lnTo>
                  <a:cubicBezTo>
                    <a:pt x="406592" y="24524"/>
                    <a:pt x="412077" y="19038"/>
                    <a:pt x="412077" y="12272"/>
                  </a:cubicBezTo>
                  <a:cubicBezTo>
                    <a:pt x="412077" y="5505"/>
                    <a:pt x="406592" y="20"/>
                    <a:pt x="399825" y="20"/>
                  </a:cubicBezTo>
                  <a:cubicBezTo>
                    <a:pt x="399825" y="20"/>
                    <a:pt x="333639" y="21"/>
                    <a:pt x="333626" y="21"/>
                  </a:cubicBezTo>
                  <a:lnTo>
                    <a:pt x="55135" y="0"/>
                  </a:lnTo>
                  <a:cubicBezTo>
                    <a:pt x="55133" y="0"/>
                    <a:pt x="55132" y="0"/>
                    <a:pt x="55130" y="0"/>
                  </a:cubicBezTo>
                  <a:cubicBezTo>
                    <a:pt x="40461" y="0"/>
                    <a:pt x="26632" y="5749"/>
                    <a:pt x="16192" y="16189"/>
                  </a:cubicBezTo>
                  <a:cubicBezTo>
                    <a:pt x="5750" y="26630"/>
                    <a:pt x="0" y="40461"/>
                    <a:pt x="0" y="55134"/>
                  </a:cubicBezTo>
                  <a:cubicBezTo>
                    <a:pt x="0" y="85536"/>
                    <a:pt x="24733" y="110269"/>
                    <a:pt x="55134" y="110269"/>
                  </a:cubicBezTo>
                  <a:lnTo>
                    <a:pt x="399825" y="110269"/>
                  </a:lnTo>
                  <a:cubicBezTo>
                    <a:pt x="406592" y="110269"/>
                    <a:pt x="412077" y="104783"/>
                    <a:pt x="412077" y="98017"/>
                  </a:cubicBezTo>
                  <a:cubicBezTo>
                    <a:pt x="412077" y="91250"/>
                    <a:pt x="406592" y="85764"/>
                    <a:pt x="399825" y="85764"/>
                  </a:cubicBezTo>
                  <a:close/>
                </a:path>
              </a:pathLst>
            </a:custGeom>
            <a:grpFill/>
            <a:ln w="800"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9790C6BE-AC3F-4D62-98B4-F769C889F961}"/>
                </a:ext>
              </a:extLst>
            </p:cNvPr>
            <p:cNvSpPr/>
            <p:nvPr/>
          </p:nvSpPr>
          <p:spPr>
            <a:xfrm>
              <a:off x="2281092" y="3723350"/>
              <a:ext cx="24504" cy="35276"/>
            </a:xfrm>
            <a:custGeom>
              <a:avLst/>
              <a:gdLst>
                <a:gd name="connsiteX0" fmla="*/ 8378 w 24504"/>
                <a:gd name="connsiteY0" fmla="*/ 32484 h 35276"/>
                <a:gd name="connsiteX1" fmla="*/ 12252 w 24504"/>
                <a:gd name="connsiteY1" fmla="*/ 31855 h 35276"/>
                <a:gd name="connsiteX2" fmla="*/ 16126 w 24504"/>
                <a:gd name="connsiteY2" fmla="*/ 32484 h 35276"/>
                <a:gd name="connsiteX3" fmla="*/ 24504 w 24504"/>
                <a:gd name="connsiteY3" fmla="*/ 35276 h 35276"/>
                <a:gd name="connsiteX4" fmla="*/ 24504 w 24504"/>
                <a:gd name="connsiteY4" fmla="*/ 0 h 35276"/>
                <a:gd name="connsiteX5" fmla="*/ 0 w 24504"/>
                <a:gd name="connsiteY5" fmla="*/ 0 h 35276"/>
                <a:gd name="connsiteX6" fmla="*/ 0 w 24504"/>
                <a:gd name="connsiteY6" fmla="*/ 35276 h 3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04" h="35276">
                  <a:moveTo>
                    <a:pt x="8378" y="32484"/>
                  </a:moveTo>
                  <a:cubicBezTo>
                    <a:pt x="9635" y="32065"/>
                    <a:pt x="10944" y="31855"/>
                    <a:pt x="12252" y="31855"/>
                  </a:cubicBezTo>
                  <a:cubicBezTo>
                    <a:pt x="13560" y="31855"/>
                    <a:pt x="14869" y="32065"/>
                    <a:pt x="16126" y="32484"/>
                  </a:cubicBezTo>
                  <a:lnTo>
                    <a:pt x="24504" y="35276"/>
                  </a:lnTo>
                  <a:lnTo>
                    <a:pt x="24504" y="0"/>
                  </a:lnTo>
                  <a:lnTo>
                    <a:pt x="0" y="0"/>
                  </a:lnTo>
                  <a:lnTo>
                    <a:pt x="0" y="35276"/>
                  </a:lnTo>
                  <a:close/>
                </a:path>
              </a:pathLst>
            </a:custGeom>
            <a:grpFill/>
            <a:ln w="800"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4751ED4D-BD1D-4A6A-ADF1-6186A8AE9AC3}"/>
                </a:ext>
              </a:extLst>
            </p:cNvPr>
            <p:cNvSpPr/>
            <p:nvPr/>
          </p:nvSpPr>
          <p:spPr>
            <a:xfrm>
              <a:off x="2009096" y="3654739"/>
              <a:ext cx="411743" cy="112719"/>
            </a:xfrm>
            <a:custGeom>
              <a:avLst/>
              <a:gdLst>
                <a:gd name="connsiteX0" fmla="*/ 78421 w 411743"/>
                <a:gd name="connsiteY0" fmla="*/ 112718 h 112719"/>
                <a:gd name="connsiteX1" fmla="*/ 247493 w 411743"/>
                <a:gd name="connsiteY1" fmla="*/ 112718 h 112719"/>
                <a:gd name="connsiteX2" fmla="*/ 247493 w 411743"/>
                <a:gd name="connsiteY2" fmla="*/ 56359 h 112719"/>
                <a:gd name="connsiteX3" fmla="*/ 259745 w 411743"/>
                <a:gd name="connsiteY3" fmla="*/ 44107 h 112719"/>
                <a:gd name="connsiteX4" fmla="*/ 308753 w 411743"/>
                <a:gd name="connsiteY4" fmla="*/ 44107 h 112719"/>
                <a:gd name="connsiteX5" fmla="*/ 321005 w 411743"/>
                <a:gd name="connsiteY5" fmla="*/ 56359 h 112719"/>
                <a:gd name="connsiteX6" fmla="*/ 321005 w 411743"/>
                <a:gd name="connsiteY6" fmla="*/ 112718 h 112719"/>
                <a:gd name="connsiteX7" fmla="*/ 356128 w 411743"/>
                <a:gd name="connsiteY7" fmla="*/ 112718 h 112719"/>
                <a:gd name="connsiteX8" fmla="*/ 397853 w 411743"/>
                <a:gd name="connsiteY8" fmla="*/ 94931 h 112719"/>
                <a:gd name="connsiteX9" fmla="*/ 411744 w 411743"/>
                <a:gd name="connsiteY9" fmla="*/ 56360 h 112719"/>
                <a:gd name="connsiteX10" fmla="*/ 397853 w 411743"/>
                <a:gd name="connsiteY10" fmla="*/ 17788 h 112719"/>
                <a:gd name="connsiteX11" fmla="*/ 356128 w 411743"/>
                <a:gd name="connsiteY11" fmla="*/ 0 h 112719"/>
                <a:gd name="connsiteX12" fmla="*/ 12252 w 411743"/>
                <a:gd name="connsiteY12" fmla="*/ 0 h 112719"/>
                <a:gd name="connsiteX13" fmla="*/ 0 w 411743"/>
                <a:gd name="connsiteY13" fmla="*/ 12252 h 112719"/>
                <a:gd name="connsiteX14" fmla="*/ 12252 w 411743"/>
                <a:gd name="connsiteY14" fmla="*/ 24504 h 112719"/>
                <a:gd name="connsiteX15" fmla="*/ 26215 w 411743"/>
                <a:gd name="connsiteY15" fmla="*/ 24504 h 112719"/>
                <a:gd name="connsiteX16" fmla="*/ 26147 w 411743"/>
                <a:gd name="connsiteY16" fmla="*/ 88215 h 112719"/>
                <a:gd name="connsiteX17" fmla="*/ 12252 w 411743"/>
                <a:gd name="connsiteY17" fmla="*/ 88215 h 112719"/>
                <a:gd name="connsiteX18" fmla="*/ 0 w 411743"/>
                <a:gd name="connsiteY18" fmla="*/ 100467 h 112719"/>
                <a:gd name="connsiteX19" fmla="*/ 12252 w 411743"/>
                <a:gd name="connsiteY19" fmla="*/ 112719 h 112719"/>
                <a:gd name="connsiteX20" fmla="*/ 78421 w 411743"/>
                <a:gd name="connsiteY20" fmla="*/ 112718 h 11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1743" h="112719">
                  <a:moveTo>
                    <a:pt x="78421" y="112718"/>
                  </a:moveTo>
                  <a:lnTo>
                    <a:pt x="247493" y="112718"/>
                  </a:lnTo>
                  <a:lnTo>
                    <a:pt x="247493" y="56359"/>
                  </a:lnTo>
                  <a:cubicBezTo>
                    <a:pt x="247493" y="49592"/>
                    <a:pt x="252978" y="44107"/>
                    <a:pt x="259745" y="44107"/>
                  </a:cubicBezTo>
                  <a:lnTo>
                    <a:pt x="308753" y="44107"/>
                  </a:lnTo>
                  <a:cubicBezTo>
                    <a:pt x="315519" y="44107"/>
                    <a:pt x="321005" y="49592"/>
                    <a:pt x="321005" y="56359"/>
                  </a:cubicBezTo>
                  <a:lnTo>
                    <a:pt x="321005" y="112718"/>
                  </a:lnTo>
                  <a:lnTo>
                    <a:pt x="356128" y="112718"/>
                  </a:lnTo>
                  <a:cubicBezTo>
                    <a:pt x="373234" y="112718"/>
                    <a:pt x="387663" y="106568"/>
                    <a:pt x="397853" y="94931"/>
                  </a:cubicBezTo>
                  <a:cubicBezTo>
                    <a:pt x="406811" y="84703"/>
                    <a:pt x="411744" y="71005"/>
                    <a:pt x="411744" y="56360"/>
                  </a:cubicBezTo>
                  <a:cubicBezTo>
                    <a:pt x="411744" y="41714"/>
                    <a:pt x="406811" y="28016"/>
                    <a:pt x="397853" y="17788"/>
                  </a:cubicBezTo>
                  <a:cubicBezTo>
                    <a:pt x="387663" y="6151"/>
                    <a:pt x="373234" y="0"/>
                    <a:pt x="356128" y="0"/>
                  </a:cubicBezTo>
                  <a:lnTo>
                    <a:pt x="12252" y="0"/>
                  </a:lnTo>
                  <a:cubicBezTo>
                    <a:pt x="5486" y="0"/>
                    <a:pt x="0" y="5486"/>
                    <a:pt x="0" y="12252"/>
                  </a:cubicBezTo>
                  <a:cubicBezTo>
                    <a:pt x="0" y="19018"/>
                    <a:pt x="5486" y="24504"/>
                    <a:pt x="12252" y="24504"/>
                  </a:cubicBezTo>
                  <a:lnTo>
                    <a:pt x="26215" y="24504"/>
                  </a:lnTo>
                  <a:cubicBezTo>
                    <a:pt x="26183" y="41325"/>
                    <a:pt x="26159" y="71393"/>
                    <a:pt x="26147" y="88215"/>
                  </a:cubicBezTo>
                  <a:lnTo>
                    <a:pt x="12252" y="88215"/>
                  </a:lnTo>
                  <a:cubicBezTo>
                    <a:pt x="5486" y="88215"/>
                    <a:pt x="0" y="93701"/>
                    <a:pt x="0" y="100467"/>
                  </a:cubicBezTo>
                  <a:cubicBezTo>
                    <a:pt x="0" y="107233"/>
                    <a:pt x="5486" y="112719"/>
                    <a:pt x="12252" y="112719"/>
                  </a:cubicBezTo>
                  <a:cubicBezTo>
                    <a:pt x="12252" y="112718"/>
                    <a:pt x="78418" y="112718"/>
                    <a:pt x="78421" y="112718"/>
                  </a:cubicBezTo>
                  <a:close/>
                </a:path>
              </a:pathLst>
            </a:custGeom>
            <a:grpFill/>
            <a:ln w="800" cap="flat">
              <a:noFill/>
              <a:prstDash val="solid"/>
              <a:miter/>
            </a:ln>
          </p:spPr>
          <p:txBody>
            <a:bodyPr rtlCol="0" anchor="ctr"/>
            <a:lstStyle/>
            <a:p>
              <a:endParaRPr lang="en-US"/>
            </a:p>
          </p:txBody>
        </p:sp>
      </p:grpSp>
      <p:grpSp>
        <p:nvGrpSpPr>
          <p:cNvPr id="310" name="Graphic 102">
            <a:extLst>
              <a:ext uri="{FF2B5EF4-FFF2-40B4-BE49-F238E27FC236}">
                <a16:creationId xmlns:a16="http://schemas.microsoft.com/office/drawing/2014/main" id="{88643193-6424-424F-A651-D9C1108195C8}"/>
              </a:ext>
            </a:extLst>
          </p:cNvPr>
          <p:cNvGrpSpPr>
            <a:grpSpLocks noChangeAspect="1"/>
          </p:cNvGrpSpPr>
          <p:nvPr/>
        </p:nvGrpSpPr>
        <p:grpSpPr>
          <a:xfrm>
            <a:off x="940239" y="3502599"/>
            <a:ext cx="365760" cy="365760"/>
            <a:chOff x="880506" y="3509577"/>
            <a:chExt cx="401756" cy="401756"/>
          </a:xfrm>
          <a:solidFill>
            <a:schemeClr val="tx2"/>
          </a:solidFill>
        </p:grpSpPr>
        <p:sp>
          <p:nvSpPr>
            <p:cNvPr id="311" name="Freeform: Shape 310">
              <a:extLst>
                <a:ext uri="{FF2B5EF4-FFF2-40B4-BE49-F238E27FC236}">
                  <a16:creationId xmlns:a16="http://schemas.microsoft.com/office/drawing/2014/main" id="{AD55F90E-EA68-4DB8-9595-212743545F27}"/>
                </a:ext>
              </a:extLst>
            </p:cNvPr>
            <p:cNvSpPr/>
            <p:nvPr/>
          </p:nvSpPr>
          <p:spPr>
            <a:xfrm>
              <a:off x="1098564" y="3727661"/>
              <a:ext cx="183672" cy="183671"/>
            </a:xfrm>
            <a:custGeom>
              <a:avLst/>
              <a:gdLst>
                <a:gd name="connsiteX0" fmla="*/ 180223 w 183672"/>
                <a:gd name="connsiteY0" fmla="*/ 97017 h 183671"/>
                <a:gd name="connsiteX1" fmla="*/ 155261 w 183672"/>
                <a:gd name="connsiteY1" fmla="*/ 72055 h 183671"/>
                <a:gd name="connsiteX2" fmla="*/ 130298 w 183672"/>
                <a:gd name="connsiteY2" fmla="*/ 97017 h 183671"/>
                <a:gd name="connsiteX3" fmla="*/ 113658 w 183672"/>
                <a:gd name="connsiteY3" fmla="*/ 97017 h 183671"/>
                <a:gd name="connsiteX4" fmla="*/ 113658 w 183672"/>
                <a:gd name="connsiteY4" fmla="*/ 80376 h 183671"/>
                <a:gd name="connsiteX5" fmla="*/ 138620 w 183672"/>
                <a:gd name="connsiteY5" fmla="*/ 55414 h 183671"/>
                <a:gd name="connsiteX6" fmla="*/ 121979 w 183672"/>
                <a:gd name="connsiteY6" fmla="*/ 38773 h 183671"/>
                <a:gd name="connsiteX7" fmla="*/ 97017 w 183672"/>
                <a:gd name="connsiteY7" fmla="*/ 63736 h 183671"/>
                <a:gd name="connsiteX8" fmla="*/ 80376 w 183672"/>
                <a:gd name="connsiteY8" fmla="*/ 63736 h 183671"/>
                <a:gd name="connsiteX9" fmla="*/ 80376 w 183672"/>
                <a:gd name="connsiteY9" fmla="*/ 47095 h 183671"/>
                <a:gd name="connsiteX10" fmla="*/ 105339 w 183672"/>
                <a:gd name="connsiteY10" fmla="*/ 22133 h 183671"/>
                <a:gd name="connsiteX11" fmla="*/ 83207 w 183672"/>
                <a:gd name="connsiteY11" fmla="*/ 0 h 183671"/>
                <a:gd name="connsiteX12" fmla="*/ 0 w 183672"/>
                <a:gd name="connsiteY12" fmla="*/ 83204 h 183671"/>
                <a:gd name="connsiteX13" fmla="*/ 97017 w 183672"/>
                <a:gd name="connsiteY13" fmla="*/ 180222 h 183671"/>
                <a:gd name="connsiteX14" fmla="*/ 113658 w 183672"/>
                <a:gd name="connsiteY14" fmla="*/ 180222 h 183671"/>
                <a:gd name="connsiteX15" fmla="*/ 180223 w 183672"/>
                <a:gd name="connsiteY15" fmla="*/ 113658 h 183671"/>
                <a:gd name="connsiteX16" fmla="*/ 180223 w 183672"/>
                <a:gd name="connsiteY16" fmla="*/ 97017 h 183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3672" h="183671">
                  <a:moveTo>
                    <a:pt x="180223" y="97017"/>
                  </a:moveTo>
                  <a:lnTo>
                    <a:pt x="155261" y="72055"/>
                  </a:lnTo>
                  <a:lnTo>
                    <a:pt x="130298" y="97017"/>
                  </a:lnTo>
                  <a:cubicBezTo>
                    <a:pt x="125699" y="101616"/>
                    <a:pt x="118256" y="101616"/>
                    <a:pt x="113658" y="97017"/>
                  </a:cubicBezTo>
                  <a:cubicBezTo>
                    <a:pt x="109059" y="92418"/>
                    <a:pt x="109059" y="84975"/>
                    <a:pt x="113658" y="80376"/>
                  </a:cubicBezTo>
                  <a:lnTo>
                    <a:pt x="138620" y="55414"/>
                  </a:lnTo>
                  <a:lnTo>
                    <a:pt x="121979" y="38773"/>
                  </a:lnTo>
                  <a:lnTo>
                    <a:pt x="97017" y="63736"/>
                  </a:lnTo>
                  <a:cubicBezTo>
                    <a:pt x="92418" y="68335"/>
                    <a:pt x="84975" y="68335"/>
                    <a:pt x="80376" y="63736"/>
                  </a:cubicBezTo>
                  <a:cubicBezTo>
                    <a:pt x="75778" y="59137"/>
                    <a:pt x="75777" y="51693"/>
                    <a:pt x="80376" y="47095"/>
                  </a:cubicBezTo>
                  <a:lnTo>
                    <a:pt x="105339" y="22133"/>
                  </a:lnTo>
                  <a:lnTo>
                    <a:pt x="83207" y="0"/>
                  </a:lnTo>
                  <a:lnTo>
                    <a:pt x="0" y="83204"/>
                  </a:lnTo>
                  <a:lnTo>
                    <a:pt x="97017" y="180222"/>
                  </a:lnTo>
                  <a:cubicBezTo>
                    <a:pt x="101616" y="184821"/>
                    <a:pt x="109060" y="184821"/>
                    <a:pt x="113658" y="180222"/>
                  </a:cubicBezTo>
                  <a:lnTo>
                    <a:pt x="180223" y="113658"/>
                  </a:lnTo>
                  <a:cubicBezTo>
                    <a:pt x="184822" y="109059"/>
                    <a:pt x="184822" y="101615"/>
                    <a:pt x="180223" y="97017"/>
                  </a:cubicBezTo>
                  <a:close/>
                </a:path>
              </a:pathLst>
            </a:custGeom>
            <a:grpFill/>
            <a:ln w="781"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A6DBCB67-4659-40D8-B748-388C04D3B690}"/>
                </a:ext>
              </a:extLst>
            </p:cNvPr>
            <p:cNvSpPr/>
            <p:nvPr/>
          </p:nvSpPr>
          <p:spPr>
            <a:xfrm rot="-2700000">
              <a:off x="951462" y="3727716"/>
              <a:ext cx="277729" cy="47066"/>
            </a:xfrm>
            <a:custGeom>
              <a:avLst/>
              <a:gdLst>
                <a:gd name="connsiteX0" fmla="*/ 0 w 277729"/>
                <a:gd name="connsiteY0" fmla="*/ 0 h 47066"/>
                <a:gd name="connsiteX1" fmla="*/ 277729 w 277729"/>
                <a:gd name="connsiteY1" fmla="*/ 0 h 47066"/>
                <a:gd name="connsiteX2" fmla="*/ 277729 w 277729"/>
                <a:gd name="connsiteY2" fmla="*/ 47067 h 47066"/>
                <a:gd name="connsiteX3" fmla="*/ 0 w 277729"/>
                <a:gd name="connsiteY3" fmla="*/ 47067 h 47066"/>
              </a:gdLst>
              <a:ahLst/>
              <a:cxnLst>
                <a:cxn ang="0">
                  <a:pos x="connsiteX0" y="connsiteY0"/>
                </a:cxn>
                <a:cxn ang="0">
                  <a:pos x="connsiteX1" y="connsiteY1"/>
                </a:cxn>
                <a:cxn ang="0">
                  <a:pos x="connsiteX2" y="connsiteY2"/>
                </a:cxn>
                <a:cxn ang="0">
                  <a:pos x="connsiteX3" y="connsiteY3"/>
                </a:cxn>
              </a:cxnLst>
              <a:rect l="l" t="t" r="r" b="b"/>
              <a:pathLst>
                <a:path w="277729" h="47066">
                  <a:moveTo>
                    <a:pt x="0" y="0"/>
                  </a:moveTo>
                  <a:lnTo>
                    <a:pt x="277729" y="0"/>
                  </a:lnTo>
                  <a:lnTo>
                    <a:pt x="277729" y="47067"/>
                  </a:lnTo>
                  <a:lnTo>
                    <a:pt x="0" y="47067"/>
                  </a:lnTo>
                  <a:close/>
                </a:path>
              </a:pathLst>
            </a:custGeom>
            <a:grpFill/>
            <a:ln w="781"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8CA352B4-5219-4BB3-97B9-CADF0E561BCE}"/>
                </a:ext>
              </a:extLst>
            </p:cNvPr>
            <p:cNvSpPr/>
            <p:nvPr/>
          </p:nvSpPr>
          <p:spPr>
            <a:xfrm rot="-2700000">
              <a:off x="901558" y="3677792"/>
              <a:ext cx="277729" cy="47066"/>
            </a:xfrm>
            <a:custGeom>
              <a:avLst/>
              <a:gdLst>
                <a:gd name="connsiteX0" fmla="*/ 0 w 277729"/>
                <a:gd name="connsiteY0" fmla="*/ 0 h 47066"/>
                <a:gd name="connsiteX1" fmla="*/ 277729 w 277729"/>
                <a:gd name="connsiteY1" fmla="*/ 0 h 47066"/>
                <a:gd name="connsiteX2" fmla="*/ 277729 w 277729"/>
                <a:gd name="connsiteY2" fmla="*/ 47067 h 47066"/>
                <a:gd name="connsiteX3" fmla="*/ 0 w 277729"/>
                <a:gd name="connsiteY3" fmla="*/ 47067 h 47066"/>
              </a:gdLst>
              <a:ahLst/>
              <a:cxnLst>
                <a:cxn ang="0">
                  <a:pos x="connsiteX0" y="connsiteY0"/>
                </a:cxn>
                <a:cxn ang="0">
                  <a:pos x="connsiteX1" y="connsiteY1"/>
                </a:cxn>
                <a:cxn ang="0">
                  <a:pos x="connsiteX2" y="connsiteY2"/>
                </a:cxn>
                <a:cxn ang="0">
                  <a:pos x="connsiteX3" y="connsiteY3"/>
                </a:cxn>
              </a:cxnLst>
              <a:rect l="l" t="t" r="r" b="b"/>
              <a:pathLst>
                <a:path w="277729" h="47066">
                  <a:moveTo>
                    <a:pt x="0" y="0"/>
                  </a:moveTo>
                  <a:lnTo>
                    <a:pt x="277729" y="0"/>
                  </a:lnTo>
                  <a:lnTo>
                    <a:pt x="277729" y="47067"/>
                  </a:lnTo>
                  <a:lnTo>
                    <a:pt x="0" y="47067"/>
                  </a:lnTo>
                  <a:close/>
                </a:path>
              </a:pathLst>
            </a:custGeom>
            <a:grpFill/>
            <a:ln w="781"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A71675FB-27B3-4D97-B140-4421D0F05E99}"/>
                </a:ext>
              </a:extLst>
            </p:cNvPr>
            <p:cNvSpPr/>
            <p:nvPr/>
          </p:nvSpPr>
          <p:spPr>
            <a:xfrm rot="-2700000">
              <a:off x="1176768" y="3544299"/>
              <a:ext cx="23533" cy="117668"/>
            </a:xfrm>
            <a:custGeom>
              <a:avLst/>
              <a:gdLst>
                <a:gd name="connsiteX0" fmla="*/ 0 w 23533"/>
                <a:gd name="connsiteY0" fmla="*/ 0 h 117668"/>
                <a:gd name="connsiteX1" fmla="*/ 23534 w 23533"/>
                <a:gd name="connsiteY1" fmla="*/ 0 h 117668"/>
                <a:gd name="connsiteX2" fmla="*/ 23534 w 23533"/>
                <a:gd name="connsiteY2" fmla="*/ 117669 h 117668"/>
                <a:gd name="connsiteX3" fmla="*/ 0 w 23533"/>
                <a:gd name="connsiteY3" fmla="*/ 117669 h 117668"/>
              </a:gdLst>
              <a:ahLst/>
              <a:cxnLst>
                <a:cxn ang="0">
                  <a:pos x="connsiteX0" y="connsiteY0"/>
                </a:cxn>
                <a:cxn ang="0">
                  <a:pos x="connsiteX1" y="connsiteY1"/>
                </a:cxn>
                <a:cxn ang="0">
                  <a:pos x="connsiteX2" y="connsiteY2"/>
                </a:cxn>
                <a:cxn ang="0">
                  <a:pos x="connsiteX3" y="connsiteY3"/>
                </a:cxn>
              </a:cxnLst>
              <a:rect l="l" t="t" r="r" b="b"/>
              <a:pathLst>
                <a:path w="23533" h="117668">
                  <a:moveTo>
                    <a:pt x="0" y="0"/>
                  </a:moveTo>
                  <a:lnTo>
                    <a:pt x="23534" y="0"/>
                  </a:lnTo>
                  <a:lnTo>
                    <a:pt x="23534" y="117669"/>
                  </a:lnTo>
                  <a:lnTo>
                    <a:pt x="0" y="117669"/>
                  </a:lnTo>
                  <a:close/>
                </a:path>
              </a:pathLst>
            </a:custGeom>
            <a:grpFill/>
            <a:ln w="781"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63105767-00AF-4681-9318-962871B463C1}"/>
                </a:ext>
              </a:extLst>
            </p:cNvPr>
            <p:cNvSpPr/>
            <p:nvPr/>
          </p:nvSpPr>
          <p:spPr>
            <a:xfrm>
              <a:off x="1171894" y="3509577"/>
              <a:ext cx="110186" cy="110197"/>
            </a:xfrm>
            <a:custGeom>
              <a:avLst/>
              <a:gdLst>
                <a:gd name="connsiteX0" fmla="*/ 99903 w 110186"/>
                <a:gd name="connsiteY0" fmla="*/ 43690 h 110197"/>
                <a:gd name="connsiteX1" fmla="*/ 66507 w 110186"/>
                <a:gd name="connsiteY1" fmla="*/ 10294 h 110197"/>
                <a:gd name="connsiteX2" fmla="*/ 16682 w 110186"/>
                <a:gd name="connsiteY2" fmla="*/ 10310 h 110197"/>
                <a:gd name="connsiteX3" fmla="*/ 0 w 110186"/>
                <a:gd name="connsiteY3" fmla="*/ 26993 h 110197"/>
                <a:gd name="connsiteX4" fmla="*/ 83205 w 110186"/>
                <a:gd name="connsiteY4" fmla="*/ 110198 h 110197"/>
                <a:gd name="connsiteX5" fmla="*/ 99846 w 110186"/>
                <a:gd name="connsiteY5" fmla="*/ 93557 h 110197"/>
                <a:gd name="connsiteX6" fmla="*/ 99903 w 110186"/>
                <a:gd name="connsiteY6" fmla="*/ 43690 h 11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186" h="110197">
                  <a:moveTo>
                    <a:pt x="99903" y="43690"/>
                  </a:moveTo>
                  <a:lnTo>
                    <a:pt x="66507" y="10294"/>
                  </a:lnTo>
                  <a:cubicBezTo>
                    <a:pt x="52775" y="-3438"/>
                    <a:pt x="30421" y="-3430"/>
                    <a:pt x="16682" y="10310"/>
                  </a:cubicBezTo>
                  <a:lnTo>
                    <a:pt x="0" y="26993"/>
                  </a:lnTo>
                  <a:lnTo>
                    <a:pt x="83205" y="110198"/>
                  </a:lnTo>
                  <a:lnTo>
                    <a:pt x="99846" y="93557"/>
                  </a:lnTo>
                  <a:cubicBezTo>
                    <a:pt x="113611" y="79792"/>
                    <a:pt x="113636" y="57423"/>
                    <a:pt x="99903" y="43690"/>
                  </a:cubicBezTo>
                  <a:close/>
                </a:path>
              </a:pathLst>
            </a:custGeom>
            <a:grpFill/>
            <a:ln w="781"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25B2B7A1-FA20-4758-89F2-EA7704A78D37}"/>
                </a:ext>
              </a:extLst>
            </p:cNvPr>
            <p:cNvSpPr/>
            <p:nvPr/>
          </p:nvSpPr>
          <p:spPr>
            <a:xfrm>
              <a:off x="880531" y="3802699"/>
              <a:ext cx="108437" cy="108437"/>
            </a:xfrm>
            <a:custGeom>
              <a:avLst/>
              <a:gdLst>
                <a:gd name="connsiteX0" fmla="*/ 31585 w 108437"/>
                <a:gd name="connsiteY0" fmla="*/ 0 h 108437"/>
                <a:gd name="connsiteX1" fmla="*/ 603 w 108437"/>
                <a:gd name="connsiteY1" fmla="*/ 92948 h 108437"/>
                <a:gd name="connsiteX2" fmla="*/ 3446 w 108437"/>
                <a:gd name="connsiteY2" fmla="*/ 104991 h 108437"/>
                <a:gd name="connsiteX3" fmla="*/ 15489 w 108437"/>
                <a:gd name="connsiteY3" fmla="*/ 107835 h 108437"/>
                <a:gd name="connsiteX4" fmla="*/ 108437 w 108437"/>
                <a:gd name="connsiteY4" fmla="*/ 76852 h 108437"/>
                <a:gd name="connsiteX5" fmla="*/ 31585 w 108437"/>
                <a:gd name="connsiteY5" fmla="*/ 0 h 10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437" h="108437">
                  <a:moveTo>
                    <a:pt x="31585" y="0"/>
                  </a:moveTo>
                  <a:lnTo>
                    <a:pt x="603" y="92948"/>
                  </a:lnTo>
                  <a:cubicBezTo>
                    <a:pt x="-803" y="97183"/>
                    <a:pt x="294" y="101838"/>
                    <a:pt x="3446" y="104991"/>
                  </a:cubicBezTo>
                  <a:cubicBezTo>
                    <a:pt x="6599" y="108144"/>
                    <a:pt x="11255" y="109241"/>
                    <a:pt x="15489" y="107835"/>
                  </a:cubicBezTo>
                  <a:lnTo>
                    <a:pt x="108437" y="76852"/>
                  </a:lnTo>
                  <a:lnTo>
                    <a:pt x="31585" y="0"/>
                  </a:lnTo>
                  <a:close/>
                </a:path>
              </a:pathLst>
            </a:custGeom>
            <a:grpFill/>
            <a:ln w="781"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6C92E3AA-C02C-4C02-9338-283198E44482}"/>
                </a:ext>
              </a:extLst>
            </p:cNvPr>
            <p:cNvSpPr/>
            <p:nvPr/>
          </p:nvSpPr>
          <p:spPr>
            <a:xfrm>
              <a:off x="881313" y="3509577"/>
              <a:ext cx="183672" cy="183672"/>
            </a:xfrm>
            <a:custGeom>
              <a:avLst/>
              <a:gdLst>
                <a:gd name="connsiteX0" fmla="*/ 161540 w 183672"/>
                <a:gd name="connsiteY0" fmla="*/ 78335 h 183672"/>
                <a:gd name="connsiteX1" fmla="*/ 136578 w 183672"/>
                <a:gd name="connsiteY1" fmla="*/ 103297 h 183672"/>
                <a:gd name="connsiteX2" fmla="*/ 119937 w 183672"/>
                <a:gd name="connsiteY2" fmla="*/ 103297 h 183672"/>
                <a:gd name="connsiteX3" fmla="*/ 119937 w 183672"/>
                <a:gd name="connsiteY3" fmla="*/ 86657 h 183672"/>
                <a:gd name="connsiteX4" fmla="*/ 144900 w 183672"/>
                <a:gd name="connsiteY4" fmla="*/ 61694 h 183672"/>
                <a:gd name="connsiteX5" fmla="*/ 128259 w 183672"/>
                <a:gd name="connsiteY5" fmla="*/ 45053 h 183672"/>
                <a:gd name="connsiteX6" fmla="*/ 103296 w 183672"/>
                <a:gd name="connsiteY6" fmla="*/ 70014 h 183672"/>
                <a:gd name="connsiteX7" fmla="*/ 86655 w 183672"/>
                <a:gd name="connsiteY7" fmla="*/ 70014 h 183672"/>
                <a:gd name="connsiteX8" fmla="*/ 86655 w 183672"/>
                <a:gd name="connsiteY8" fmla="*/ 53374 h 183672"/>
                <a:gd name="connsiteX9" fmla="*/ 111617 w 183672"/>
                <a:gd name="connsiteY9" fmla="*/ 28411 h 183672"/>
                <a:gd name="connsiteX10" fmla="*/ 86655 w 183672"/>
                <a:gd name="connsiteY10" fmla="*/ 3449 h 183672"/>
                <a:gd name="connsiteX11" fmla="*/ 70014 w 183672"/>
                <a:gd name="connsiteY11" fmla="*/ 3449 h 183672"/>
                <a:gd name="connsiteX12" fmla="*/ 3449 w 183672"/>
                <a:gd name="connsiteY12" fmla="*/ 70014 h 183672"/>
                <a:gd name="connsiteX13" fmla="*/ 3449 w 183672"/>
                <a:gd name="connsiteY13" fmla="*/ 86655 h 183672"/>
                <a:gd name="connsiteX14" fmla="*/ 100466 w 183672"/>
                <a:gd name="connsiteY14" fmla="*/ 183673 h 183672"/>
                <a:gd name="connsiteX15" fmla="*/ 183672 w 183672"/>
                <a:gd name="connsiteY15" fmla="*/ 100467 h 183672"/>
                <a:gd name="connsiteX16" fmla="*/ 161540 w 183672"/>
                <a:gd name="connsiteY16" fmla="*/ 78335 h 183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3672" h="183672">
                  <a:moveTo>
                    <a:pt x="161540" y="78335"/>
                  </a:moveTo>
                  <a:lnTo>
                    <a:pt x="136578" y="103297"/>
                  </a:lnTo>
                  <a:cubicBezTo>
                    <a:pt x="131979" y="107896"/>
                    <a:pt x="124536" y="107896"/>
                    <a:pt x="119937" y="103297"/>
                  </a:cubicBezTo>
                  <a:cubicBezTo>
                    <a:pt x="115338" y="98698"/>
                    <a:pt x="115338" y="91255"/>
                    <a:pt x="119937" y="86657"/>
                  </a:cubicBezTo>
                  <a:lnTo>
                    <a:pt x="144900" y="61694"/>
                  </a:lnTo>
                  <a:lnTo>
                    <a:pt x="128259" y="45053"/>
                  </a:lnTo>
                  <a:lnTo>
                    <a:pt x="103296" y="70014"/>
                  </a:lnTo>
                  <a:cubicBezTo>
                    <a:pt x="98697" y="74613"/>
                    <a:pt x="91253" y="74613"/>
                    <a:pt x="86655" y="70014"/>
                  </a:cubicBezTo>
                  <a:cubicBezTo>
                    <a:pt x="82056" y="65415"/>
                    <a:pt x="82056" y="57972"/>
                    <a:pt x="86655" y="53374"/>
                  </a:cubicBezTo>
                  <a:lnTo>
                    <a:pt x="111617" y="28411"/>
                  </a:lnTo>
                  <a:lnTo>
                    <a:pt x="86655" y="3449"/>
                  </a:lnTo>
                  <a:cubicBezTo>
                    <a:pt x="82056" y="-1150"/>
                    <a:pt x="74613" y="-1150"/>
                    <a:pt x="70014" y="3449"/>
                  </a:cubicBezTo>
                  <a:lnTo>
                    <a:pt x="3449" y="70014"/>
                  </a:lnTo>
                  <a:cubicBezTo>
                    <a:pt x="-1150" y="74613"/>
                    <a:pt x="-1150" y="82057"/>
                    <a:pt x="3449" y="86655"/>
                  </a:cubicBezTo>
                  <a:lnTo>
                    <a:pt x="100466" y="183673"/>
                  </a:lnTo>
                  <a:lnTo>
                    <a:pt x="183672" y="100467"/>
                  </a:lnTo>
                  <a:lnTo>
                    <a:pt x="161540" y="78335"/>
                  </a:lnTo>
                  <a:close/>
                </a:path>
              </a:pathLst>
            </a:custGeom>
            <a:grpFill/>
            <a:ln w="781" cap="flat">
              <a:noFill/>
              <a:prstDash val="solid"/>
              <a:miter/>
            </a:ln>
          </p:spPr>
          <p:txBody>
            <a:bodyPr rtlCol="0" anchor="ctr"/>
            <a:lstStyle/>
            <a:p>
              <a:endParaRPr lang="en-US"/>
            </a:p>
          </p:txBody>
        </p:sp>
      </p:grpSp>
      <p:grpSp>
        <p:nvGrpSpPr>
          <p:cNvPr id="336" name="Graphic 96">
            <a:extLst>
              <a:ext uri="{FF2B5EF4-FFF2-40B4-BE49-F238E27FC236}">
                <a16:creationId xmlns:a16="http://schemas.microsoft.com/office/drawing/2014/main" id="{9CCE815B-6741-4267-8589-95471DB846EF}"/>
              </a:ext>
            </a:extLst>
          </p:cNvPr>
          <p:cNvGrpSpPr>
            <a:grpSpLocks noChangeAspect="1"/>
          </p:cNvGrpSpPr>
          <p:nvPr/>
        </p:nvGrpSpPr>
        <p:grpSpPr>
          <a:xfrm>
            <a:off x="9823899" y="2715878"/>
            <a:ext cx="365760" cy="365760"/>
            <a:chOff x="9843190" y="2755811"/>
            <a:chExt cx="418964" cy="418964"/>
          </a:xfrm>
          <a:solidFill>
            <a:schemeClr val="tx2"/>
          </a:solidFill>
        </p:grpSpPr>
        <p:sp>
          <p:nvSpPr>
            <p:cNvPr id="337" name="Freeform: Shape 336">
              <a:extLst>
                <a:ext uri="{FF2B5EF4-FFF2-40B4-BE49-F238E27FC236}">
                  <a16:creationId xmlns:a16="http://schemas.microsoft.com/office/drawing/2014/main" id="{ED3E7EE7-AA15-43DB-BB1B-DF843A0B29B6}"/>
                </a:ext>
              </a:extLst>
            </p:cNvPr>
            <p:cNvSpPr/>
            <p:nvPr/>
          </p:nvSpPr>
          <p:spPr>
            <a:xfrm>
              <a:off x="9843190" y="2755811"/>
              <a:ext cx="200753" cy="200753"/>
            </a:xfrm>
            <a:custGeom>
              <a:avLst/>
              <a:gdLst>
                <a:gd name="connsiteX0" fmla="*/ 48006 w 200753"/>
                <a:gd name="connsiteY0" fmla="*/ 0 h 200753"/>
                <a:gd name="connsiteX1" fmla="*/ 0 w 200753"/>
                <a:gd name="connsiteY1" fmla="*/ 48006 h 200753"/>
                <a:gd name="connsiteX2" fmla="*/ 0 w 200753"/>
                <a:gd name="connsiteY2" fmla="*/ 200754 h 200753"/>
                <a:gd name="connsiteX3" fmla="*/ 200754 w 200753"/>
                <a:gd name="connsiteY3" fmla="*/ 200754 h 200753"/>
                <a:gd name="connsiteX4" fmla="*/ 200754 w 200753"/>
                <a:gd name="connsiteY4" fmla="*/ 0 h 200753"/>
                <a:gd name="connsiteX5" fmla="*/ 126562 w 200753"/>
                <a:gd name="connsiteY5" fmla="*/ 117834 h 200753"/>
                <a:gd name="connsiteX6" fmla="*/ 109105 w 200753"/>
                <a:gd name="connsiteY6" fmla="*/ 117834 h 200753"/>
                <a:gd name="connsiteX7" fmla="*/ 109105 w 200753"/>
                <a:gd name="connsiteY7" fmla="*/ 135290 h 200753"/>
                <a:gd name="connsiteX8" fmla="*/ 96013 w 200753"/>
                <a:gd name="connsiteY8" fmla="*/ 148383 h 200753"/>
                <a:gd name="connsiteX9" fmla="*/ 82920 w 200753"/>
                <a:gd name="connsiteY9" fmla="*/ 135290 h 200753"/>
                <a:gd name="connsiteX10" fmla="*/ 82920 w 200753"/>
                <a:gd name="connsiteY10" fmla="*/ 117834 h 200753"/>
                <a:gd name="connsiteX11" fmla="*/ 65463 w 200753"/>
                <a:gd name="connsiteY11" fmla="*/ 117834 h 200753"/>
                <a:gd name="connsiteX12" fmla="*/ 52371 w 200753"/>
                <a:gd name="connsiteY12" fmla="*/ 104741 h 200753"/>
                <a:gd name="connsiteX13" fmla="*/ 65463 w 200753"/>
                <a:gd name="connsiteY13" fmla="*/ 91648 h 200753"/>
                <a:gd name="connsiteX14" fmla="*/ 82920 w 200753"/>
                <a:gd name="connsiteY14" fmla="*/ 91648 h 200753"/>
                <a:gd name="connsiteX15" fmla="*/ 82920 w 200753"/>
                <a:gd name="connsiteY15" fmla="*/ 74192 h 200753"/>
                <a:gd name="connsiteX16" fmla="*/ 96013 w 200753"/>
                <a:gd name="connsiteY16" fmla="*/ 61099 h 200753"/>
                <a:gd name="connsiteX17" fmla="*/ 109105 w 200753"/>
                <a:gd name="connsiteY17" fmla="*/ 74192 h 200753"/>
                <a:gd name="connsiteX18" fmla="*/ 109105 w 200753"/>
                <a:gd name="connsiteY18" fmla="*/ 91648 h 200753"/>
                <a:gd name="connsiteX19" fmla="*/ 126562 w 200753"/>
                <a:gd name="connsiteY19" fmla="*/ 91648 h 200753"/>
                <a:gd name="connsiteX20" fmla="*/ 139655 w 200753"/>
                <a:gd name="connsiteY20" fmla="*/ 104741 h 200753"/>
                <a:gd name="connsiteX21" fmla="*/ 126562 w 200753"/>
                <a:gd name="connsiteY21" fmla="*/ 117834 h 200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0753" h="200753">
                  <a:moveTo>
                    <a:pt x="48006" y="0"/>
                  </a:moveTo>
                  <a:cubicBezTo>
                    <a:pt x="21489" y="0"/>
                    <a:pt x="0" y="21489"/>
                    <a:pt x="0" y="48006"/>
                  </a:cubicBezTo>
                  <a:lnTo>
                    <a:pt x="0" y="200754"/>
                  </a:lnTo>
                  <a:lnTo>
                    <a:pt x="200754" y="200754"/>
                  </a:lnTo>
                  <a:lnTo>
                    <a:pt x="200754" y="0"/>
                  </a:lnTo>
                  <a:close/>
                  <a:moveTo>
                    <a:pt x="126562" y="117834"/>
                  </a:moveTo>
                  <a:lnTo>
                    <a:pt x="109105" y="117834"/>
                  </a:lnTo>
                  <a:lnTo>
                    <a:pt x="109105" y="135290"/>
                  </a:lnTo>
                  <a:cubicBezTo>
                    <a:pt x="109105" y="142518"/>
                    <a:pt x="103240" y="148383"/>
                    <a:pt x="96013" y="148383"/>
                  </a:cubicBezTo>
                  <a:cubicBezTo>
                    <a:pt x="88785" y="148383"/>
                    <a:pt x="82920" y="142518"/>
                    <a:pt x="82920" y="135290"/>
                  </a:cubicBezTo>
                  <a:lnTo>
                    <a:pt x="82920" y="117834"/>
                  </a:lnTo>
                  <a:lnTo>
                    <a:pt x="65463" y="117834"/>
                  </a:lnTo>
                  <a:cubicBezTo>
                    <a:pt x="58236" y="117834"/>
                    <a:pt x="52371" y="111968"/>
                    <a:pt x="52371" y="104741"/>
                  </a:cubicBezTo>
                  <a:cubicBezTo>
                    <a:pt x="52371" y="97514"/>
                    <a:pt x="58236" y="91648"/>
                    <a:pt x="65463" y="91648"/>
                  </a:cubicBezTo>
                  <a:lnTo>
                    <a:pt x="82920" y="91648"/>
                  </a:lnTo>
                  <a:lnTo>
                    <a:pt x="82920" y="74192"/>
                  </a:lnTo>
                  <a:cubicBezTo>
                    <a:pt x="82920" y="66964"/>
                    <a:pt x="88785" y="61099"/>
                    <a:pt x="96013" y="61099"/>
                  </a:cubicBezTo>
                  <a:cubicBezTo>
                    <a:pt x="103240" y="61099"/>
                    <a:pt x="109105" y="66964"/>
                    <a:pt x="109105" y="74192"/>
                  </a:cubicBezTo>
                  <a:lnTo>
                    <a:pt x="109105" y="91648"/>
                  </a:lnTo>
                  <a:lnTo>
                    <a:pt x="126562" y="91648"/>
                  </a:lnTo>
                  <a:cubicBezTo>
                    <a:pt x="133789" y="91648"/>
                    <a:pt x="139655" y="97514"/>
                    <a:pt x="139655" y="104741"/>
                  </a:cubicBezTo>
                  <a:cubicBezTo>
                    <a:pt x="139655" y="111968"/>
                    <a:pt x="133789" y="117834"/>
                    <a:pt x="126562" y="117834"/>
                  </a:cubicBezTo>
                  <a:close/>
                </a:path>
              </a:pathLst>
            </a:custGeom>
            <a:grpFill/>
            <a:ln w="17066"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AC41D856-6E77-4F1D-8749-5D2443455F9A}"/>
                </a:ext>
              </a:extLst>
            </p:cNvPr>
            <p:cNvSpPr/>
            <p:nvPr/>
          </p:nvSpPr>
          <p:spPr>
            <a:xfrm>
              <a:off x="9843190" y="2974021"/>
              <a:ext cx="200753" cy="200753"/>
            </a:xfrm>
            <a:custGeom>
              <a:avLst/>
              <a:gdLst>
                <a:gd name="connsiteX0" fmla="*/ 0 w 200753"/>
                <a:gd name="connsiteY0" fmla="*/ 0 h 200753"/>
                <a:gd name="connsiteX1" fmla="*/ 0 w 200753"/>
                <a:gd name="connsiteY1" fmla="*/ 152747 h 200753"/>
                <a:gd name="connsiteX2" fmla="*/ 48006 w 200753"/>
                <a:gd name="connsiteY2" fmla="*/ 200754 h 200753"/>
                <a:gd name="connsiteX3" fmla="*/ 200754 w 200753"/>
                <a:gd name="connsiteY3" fmla="*/ 200754 h 200753"/>
                <a:gd name="connsiteX4" fmla="*/ 200754 w 200753"/>
                <a:gd name="connsiteY4" fmla="*/ 0 h 200753"/>
                <a:gd name="connsiteX5" fmla="*/ 131450 w 200753"/>
                <a:gd name="connsiteY5" fmla="*/ 112946 h 200753"/>
                <a:gd name="connsiteX6" fmla="*/ 131450 w 200753"/>
                <a:gd name="connsiteY6" fmla="*/ 131467 h 200753"/>
                <a:gd name="connsiteX7" fmla="*/ 122198 w 200753"/>
                <a:gd name="connsiteY7" fmla="*/ 135290 h 200753"/>
                <a:gd name="connsiteX8" fmla="*/ 112946 w 200753"/>
                <a:gd name="connsiteY8" fmla="*/ 131450 h 200753"/>
                <a:gd name="connsiteX9" fmla="*/ 100377 w 200753"/>
                <a:gd name="connsiteY9" fmla="*/ 118881 h 200753"/>
                <a:gd name="connsiteX10" fmla="*/ 87808 w 200753"/>
                <a:gd name="connsiteY10" fmla="*/ 131450 h 200753"/>
                <a:gd name="connsiteX11" fmla="*/ 78556 w 200753"/>
                <a:gd name="connsiteY11" fmla="*/ 135290 h 200753"/>
                <a:gd name="connsiteX12" fmla="*/ 69304 w 200753"/>
                <a:gd name="connsiteY12" fmla="*/ 131450 h 200753"/>
                <a:gd name="connsiteX13" fmla="*/ 69304 w 200753"/>
                <a:gd name="connsiteY13" fmla="*/ 112928 h 200753"/>
                <a:gd name="connsiteX14" fmla="*/ 81873 w 200753"/>
                <a:gd name="connsiteY14" fmla="*/ 100359 h 200753"/>
                <a:gd name="connsiteX15" fmla="*/ 69304 w 200753"/>
                <a:gd name="connsiteY15" fmla="*/ 87790 h 200753"/>
                <a:gd name="connsiteX16" fmla="*/ 69304 w 200753"/>
                <a:gd name="connsiteY16" fmla="*/ 69269 h 200753"/>
                <a:gd name="connsiteX17" fmla="*/ 87825 w 200753"/>
                <a:gd name="connsiteY17" fmla="*/ 69269 h 200753"/>
                <a:gd name="connsiteX18" fmla="*/ 100394 w 200753"/>
                <a:gd name="connsiteY18" fmla="*/ 81838 h 200753"/>
                <a:gd name="connsiteX19" fmla="*/ 112963 w 200753"/>
                <a:gd name="connsiteY19" fmla="*/ 69269 h 200753"/>
                <a:gd name="connsiteX20" fmla="*/ 131485 w 200753"/>
                <a:gd name="connsiteY20" fmla="*/ 69269 h 200753"/>
                <a:gd name="connsiteX21" fmla="*/ 131485 w 200753"/>
                <a:gd name="connsiteY21" fmla="*/ 87790 h 200753"/>
                <a:gd name="connsiteX22" fmla="*/ 118916 w 200753"/>
                <a:gd name="connsiteY22" fmla="*/ 100359 h 200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0753" h="200753">
                  <a:moveTo>
                    <a:pt x="0" y="0"/>
                  </a:moveTo>
                  <a:lnTo>
                    <a:pt x="0" y="152747"/>
                  </a:lnTo>
                  <a:cubicBezTo>
                    <a:pt x="0" y="179264"/>
                    <a:pt x="21489" y="200754"/>
                    <a:pt x="48006" y="200754"/>
                  </a:cubicBezTo>
                  <a:lnTo>
                    <a:pt x="200754" y="200754"/>
                  </a:lnTo>
                  <a:lnTo>
                    <a:pt x="200754" y="0"/>
                  </a:lnTo>
                  <a:close/>
                  <a:moveTo>
                    <a:pt x="131450" y="112946"/>
                  </a:moveTo>
                  <a:cubicBezTo>
                    <a:pt x="136565" y="118061"/>
                    <a:pt x="136565" y="126353"/>
                    <a:pt x="131450" y="131467"/>
                  </a:cubicBezTo>
                  <a:cubicBezTo>
                    <a:pt x="128901" y="134016"/>
                    <a:pt x="125550" y="135290"/>
                    <a:pt x="122198" y="135290"/>
                  </a:cubicBezTo>
                  <a:cubicBezTo>
                    <a:pt x="118846" y="135290"/>
                    <a:pt x="115494" y="134016"/>
                    <a:pt x="112946" y="131450"/>
                  </a:cubicBezTo>
                  <a:lnTo>
                    <a:pt x="100377" y="118881"/>
                  </a:lnTo>
                  <a:lnTo>
                    <a:pt x="87808" y="131450"/>
                  </a:lnTo>
                  <a:cubicBezTo>
                    <a:pt x="85259" y="133999"/>
                    <a:pt x="81907" y="135290"/>
                    <a:pt x="78556" y="135290"/>
                  </a:cubicBezTo>
                  <a:cubicBezTo>
                    <a:pt x="75204" y="135290"/>
                    <a:pt x="71852" y="134016"/>
                    <a:pt x="69304" y="131450"/>
                  </a:cubicBezTo>
                  <a:cubicBezTo>
                    <a:pt x="64189" y="126335"/>
                    <a:pt x="64189" y="118043"/>
                    <a:pt x="69304" y="112928"/>
                  </a:cubicBezTo>
                  <a:lnTo>
                    <a:pt x="81873" y="100359"/>
                  </a:lnTo>
                  <a:lnTo>
                    <a:pt x="69304" y="87790"/>
                  </a:lnTo>
                  <a:cubicBezTo>
                    <a:pt x="64189" y="82676"/>
                    <a:pt x="64189" y="74384"/>
                    <a:pt x="69304" y="69269"/>
                  </a:cubicBezTo>
                  <a:cubicBezTo>
                    <a:pt x="74418" y="64154"/>
                    <a:pt x="82710" y="64154"/>
                    <a:pt x="87825" y="69269"/>
                  </a:cubicBezTo>
                  <a:lnTo>
                    <a:pt x="100394" y="81838"/>
                  </a:lnTo>
                  <a:lnTo>
                    <a:pt x="112963" y="69269"/>
                  </a:lnTo>
                  <a:cubicBezTo>
                    <a:pt x="118078" y="64154"/>
                    <a:pt x="126370" y="64154"/>
                    <a:pt x="131485" y="69269"/>
                  </a:cubicBezTo>
                  <a:cubicBezTo>
                    <a:pt x="136600" y="74384"/>
                    <a:pt x="136600" y="82676"/>
                    <a:pt x="131485" y="87790"/>
                  </a:cubicBezTo>
                  <a:lnTo>
                    <a:pt x="118916" y="100359"/>
                  </a:lnTo>
                  <a:close/>
                </a:path>
              </a:pathLst>
            </a:custGeom>
            <a:grpFill/>
            <a:ln w="17066"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C88E30F4-4000-4552-AECA-1EDE1A164430}"/>
                </a:ext>
              </a:extLst>
            </p:cNvPr>
            <p:cNvSpPr/>
            <p:nvPr/>
          </p:nvSpPr>
          <p:spPr>
            <a:xfrm>
              <a:off x="10061400" y="2755811"/>
              <a:ext cx="200753" cy="200753"/>
            </a:xfrm>
            <a:custGeom>
              <a:avLst/>
              <a:gdLst>
                <a:gd name="connsiteX0" fmla="*/ 152747 w 200753"/>
                <a:gd name="connsiteY0" fmla="*/ 0 h 200753"/>
                <a:gd name="connsiteX1" fmla="*/ 0 w 200753"/>
                <a:gd name="connsiteY1" fmla="*/ 0 h 200753"/>
                <a:gd name="connsiteX2" fmla="*/ 0 w 200753"/>
                <a:gd name="connsiteY2" fmla="*/ 200754 h 200753"/>
                <a:gd name="connsiteX3" fmla="*/ 200754 w 200753"/>
                <a:gd name="connsiteY3" fmla="*/ 200754 h 200753"/>
                <a:gd name="connsiteX4" fmla="*/ 200754 w 200753"/>
                <a:gd name="connsiteY4" fmla="*/ 48006 h 200753"/>
                <a:gd name="connsiteX5" fmla="*/ 152747 w 200753"/>
                <a:gd name="connsiteY5" fmla="*/ 0 h 200753"/>
                <a:gd name="connsiteX6" fmla="*/ 144019 w 200753"/>
                <a:gd name="connsiteY6" fmla="*/ 113469 h 200753"/>
                <a:gd name="connsiteX7" fmla="*/ 65463 w 200753"/>
                <a:gd name="connsiteY7" fmla="*/ 113469 h 200753"/>
                <a:gd name="connsiteX8" fmla="*/ 52371 w 200753"/>
                <a:gd name="connsiteY8" fmla="*/ 100377 h 200753"/>
                <a:gd name="connsiteX9" fmla="*/ 65463 w 200753"/>
                <a:gd name="connsiteY9" fmla="*/ 87284 h 200753"/>
                <a:gd name="connsiteX10" fmla="*/ 144019 w 200753"/>
                <a:gd name="connsiteY10" fmla="*/ 87284 h 200753"/>
                <a:gd name="connsiteX11" fmla="*/ 157112 w 200753"/>
                <a:gd name="connsiteY11" fmla="*/ 100377 h 200753"/>
                <a:gd name="connsiteX12" fmla="*/ 144019 w 200753"/>
                <a:gd name="connsiteY12" fmla="*/ 113469 h 200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0753" h="200753">
                  <a:moveTo>
                    <a:pt x="152747" y="0"/>
                  </a:moveTo>
                  <a:lnTo>
                    <a:pt x="0" y="0"/>
                  </a:lnTo>
                  <a:lnTo>
                    <a:pt x="0" y="200754"/>
                  </a:lnTo>
                  <a:lnTo>
                    <a:pt x="200754" y="200754"/>
                  </a:lnTo>
                  <a:lnTo>
                    <a:pt x="200754" y="48006"/>
                  </a:lnTo>
                  <a:cubicBezTo>
                    <a:pt x="200754" y="21489"/>
                    <a:pt x="179264" y="0"/>
                    <a:pt x="152747" y="0"/>
                  </a:cubicBezTo>
                  <a:close/>
                  <a:moveTo>
                    <a:pt x="144019" y="113469"/>
                  </a:moveTo>
                  <a:lnTo>
                    <a:pt x="65463" y="113469"/>
                  </a:lnTo>
                  <a:cubicBezTo>
                    <a:pt x="58236" y="113469"/>
                    <a:pt x="52371" y="107604"/>
                    <a:pt x="52371" y="100377"/>
                  </a:cubicBezTo>
                  <a:cubicBezTo>
                    <a:pt x="52371" y="93150"/>
                    <a:pt x="58236" y="87284"/>
                    <a:pt x="65463" y="87284"/>
                  </a:cubicBezTo>
                  <a:lnTo>
                    <a:pt x="144019" y="87284"/>
                  </a:lnTo>
                  <a:cubicBezTo>
                    <a:pt x="151246" y="87284"/>
                    <a:pt x="157112" y="93150"/>
                    <a:pt x="157112" y="100377"/>
                  </a:cubicBezTo>
                  <a:cubicBezTo>
                    <a:pt x="157112" y="107604"/>
                    <a:pt x="151246" y="113469"/>
                    <a:pt x="144019" y="113469"/>
                  </a:cubicBezTo>
                  <a:close/>
                </a:path>
              </a:pathLst>
            </a:custGeom>
            <a:grpFill/>
            <a:ln w="17066"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40AF6C99-4EEB-4386-902F-CECC7DCBD2BB}"/>
                </a:ext>
              </a:extLst>
            </p:cNvPr>
            <p:cNvSpPr/>
            <p:nvPr/>
          </p:nvSpPr>
          <p:spPr>
            <a:xfrm>
              <a:off x="10061400" y="2974021"/>
              <a:ext cx="200753" cy="200753"/>
            </a:xfrm>
            <a:custGeom>
              <a:avLst/>
              <a:gdLst>
                <a:gd name="connsiteX0" fmla="*/ 0 w 200753"/>
                <a:gd name="connsiteY0" fmla="*/ 0 h 200753"/>
                <a:gd name="connsiteX1" fmla="*/ 0 w 200753"/>
                <a:gd name="connsiteY1" fmla="*/ 200754 h 200753"/>
                <a:gd name="connsiteX2" fmla="*/ 152747 w 200753"/>
                <a:gd name="connsiteY2" fmla="*/ 200754 h 200753"/>
                <a:gd name="connsiteX3" fmla="*/ 200754 w 200753"/>
                <a:gd name="connsiteY3" fmla="*/ 152747 h 200753"/>
                <a:gd name="connsiteX4" fmla="*/ 200754 w 200753"/>
                <a:gd name="connsiteY4" fmla="*/ 0 h 200753"/>
                <a:gd name="connsiteX5" fmla="*/ 139655 w 200753"/>
                <a:gd name="connsiteY5" fmla="*/ 139655 h 200753"/>
                <a:gd name="connsiteX6" fmla="*/ 61099 w 200753"/>
                <a:gd name="connsiteY6" fmla="*/ 139655 h 200753"/>
                <a:gd name="connsiteX7" fmla="*/ 48006 w 200753"/>
                <a:gd name="connsiteY7" fmla="*/ 126562 h 200753"/>
                <a:gd name="connsiteX8" fmla="*/ 61099 w 200753"/>
                <a:gd name="connsiteY8" fmla="*/ 113469 h 200753"/>
                <a:gd name="connsiteX9" fmla="*/ 139655 w 200753"/>
                <a:gd name="connsiteY9" fmla="*/ 113469 h 200753"/>
                <a:gd name="connsiteX10" fmla="*/ 152747 w 200753"/>
                <a:gd name="connsiteY10" fmla="*/ 126562 h 200753"/>
                <a:gd name="connsiteX11" fmla="*/ 139655 w 200753"/>
                <a:gd name="connsiteY11" fmla="*/ 139655 h 200753"/>
                <a:gd name="connsiteX12" fmla="*/ 139655 w 200753"/>
                <a:gd name="connsiteY12" fmla="*/ 87284 h 200753"/>
                <a:gd name="connsiteX13" fmla="*/ 61099 w 200753"/>
                <a:gd name="connsiteY13" fmla="*/ 87284 h 200753"/>
                <a:gd name="connsiteX14" fmla="*/ 48006 w 200753"/>
                <a:gd name="connsiteY14" fmla="*/ 74192 h 200753"/>
                <a:gd name="connsiteX15" fmla="*/ 61099 w 200753"/>
                <a:gd name="connsiteY15" fmla="*/ 61099 h 200753"/>
                <a:gd name="connsiteX16" fmla="*/ 139655 w 200753"/>
                <a:gd name="connsiteY16" fmla="*/ 61099 h 200753"/>
                <a:gd name="connsiteX17" fmla="*/ 152747 w 200753"/>
                <a:gd name="connsiteY17" fmla="*/ 74192 h 200753"/>
                <a:gd name="connsiteX18" fmla="*/ 139655 w 200753"/>
                <a:gd name="connsiteY18" fmla="*/ 87284 h 200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0753" h="200753">
                  <a:moveTo>
                    <a:pt x="0" y="0"/>
                  </a:moveTo>
                  <a:lnTo>
                    <a:pt x="0" y="200754"/>
                  </a:lnTo>
                  <a:lnTo>
                    <a:pt x="152747" y="200754"/>
                  </a:lnTo>
                  <a:cubicBezTo>
                    <a:pt x="179264" y="200754"/>
                    <a:pt x="200754" y="179264"/>
                    <a:pt x="200754" y="152747"/>
                  </a:cubicBezTo>
                  <a:lnTo>
                    <a:pt x="200754" y="0"/>
                  </a:lnTo>
                  <a:close/>
                  <a:moveTo>
                    <a:pt x="139655" y="139655"/>
                  </a:moveTo>
                  <a:lnTo>
                    <a:pt x="61099" y="139655"/>
                  </a:lnTo>
                  <a:cubicBezTo>
                    <a:pt x="53872" y="139655"/>
                    <a:pt x="48006" y="133789"/>
                    <a:pt x="48006" y="126562"/>
                  </a:cubicBezTo>
                  <a:cubicBezTo>
                    <a:pt x="48006" y="119335"/>
                    <a:pt x="53872" y="113469"/>
                    <a:pt x="61099" y="113469"/>
                  </a:cubicBezTo>
                  <a:lnTo>
                    <a:pt x="139655" y="113469"/>
                  </a:lnTo>
                  <a:cubicBezTo>
                    <a:pt x="146882" y="113469"/>
                    <a:pt x="152747" y="119335"/>
                    <a:pt x="152747" y="126562"/>
                  </a:cubicBezTo>
                  <a:cubicBezTo>
                    <a:pt x="152747" y="133789"/>
                    <a:pt x="146882" y="139655"/>
                    <a:pt x="139655" y="139655"/>
                  </a:cubicBezTo>
                  <a:close/>
                  <a:moveTo>
                    <a:pt x="139655" y="87284"/>
                  </a:moveTo>
                  <a:lnTo>
                    <a:pt x="61099" y="87284"/>
                  </a:lnTo>
                  <a:cubicBezTo>
                    <a:pt x="53872" y="87284"/>
                    <a:pt x="48006" y="81419"/>
                    <a:pt x="48006" y="74192"/>
                  </a:cubicBezTo>
                  <a:cubicBezTo>
                    <a:pt x="48006" y="66964"/>
                    <a:pt x="53872" y="61099"/>
                    <a:pt x="61099" y="61099"/>
                  </a:cubicBezTo>
                  <a:lnTo>
                    <a:pt x="139655" y="61099"/>
                  </a:lnTo>
                  <a:cubicBezTo>
                    <a:pt x="146882" y="61099"/>
                    <a:pt x="152747" y="66964"/>
                    <a:pt x="152747" y="74192"/>
                  </a:cubicBezTo>
                  <a:cubicBezTo>
                    <a:pt x="152747" y="81419"/>
                    <a:pt x="146882" y="87284"/>
                    <a:pt x="139655" y="87284"/>
                  </a:cubicBezTo>
                  <a:close/>
                </a:path>
              </a:pathLst>
            </a:custGeom>
            <a:grpFill/>
            <a:ln w="17066" cap="flat">
              <a:noFill/>
              <a:prstDash val="solid"/>
              <a:miter/>
            </a:ln>
          </p:spPr>
          <p:txBody>
            <a:bodyPr rtlCol="0" anchor="ctr"/>
            <a:lstStyle/>
            <a:p>
              <a:endParaRPr lang="en-US"/>
            </a:p>
          </p:txBody>
        </p:sp>
      </p:grpSp>
      <p:grpSp>
        <p:nvGrpSpPr>
          <p:cNvPr id="352" name="Graphic 114">
            <a:extLst>
              <a:ext uri="{FF2B5EF4-FFF2-40B4-BE49-F238E27FC236}">
                <a16:creationId xmlns:a16="http://schemas.microsoft.com/office/drawing/2014/main" id="{7229740E-1F49-464C-AD3C-071399723F1C}"/>
              </a:ext>
            </a:extLst>
          </p:cNvPr>
          <p:cNvGrpSpPr>
            <a:grpSpLocks noChangeAspect="1"/>
          </p:cNvGrpSpPr>
          <p:nvPr/>
        </p:nvGrpSpPr>
        <p:grpSpPr>
          <a:xfrm>
            <a:off x="10930110" y="2715878"/>
            <a:ext cx="246897" cy="365760"/>
            <a:chOff x="11021039" y="2747110"/>
            <a:chExt cx="294558" cy="436366"/>
          </a:xfrm>
          <a:solidFill>
            <a:schemeClr val="tx2"/>
          </a:solidFill>
        </p:grpSpPr>
        <p:sp>
          <p:nvSpPr>
            <p:cNvPr id="353" name="Freeform: Shape 352">
              <a:extLst>
                <a:ext uri="{FF2B5EF4-FFF2-40B4-BE49-F238E27FC236}">
                  <a16:creationId xmlns:a16="http://schemas.microsoft.com/office/drawing/2014/main" id="{4A87B87F-3FC8-4FEF-BEAF-5958FBBCCFB3}"/>
                </a:ext>
              </a:extLst>
            </p:cNvPr>
            <p:cNvSpPr/>
            <p:nvPr/>
          </p:nvSpPr>
          <p:spPr>
            <a:xfrm>
              <a:off x="11074242" y="2747110"/>
              <a:ext cx="187201" cy="235565"/>
            </a:xfrm>
            <a:custGeom>
              <a:avLst/>
              <a:gdLst>
                <a:gd name="connsiteX0" fmla="*/ 84982 w 187201"/>
                <a:gd name="connsiteY0" fmla="*/ 235565 h 235565"/>
                <a:gd name="connsiteX1" fmla="*/ 84982 w 187201"/>
                <a:gd name="connsiteY1" fmla="*/ 227274 h 235565"/>
                <a:gd name="connsiteX2" fmla="*/ 94074 w 187201"/>
                <a:gd name="connsiteY2" fmla="*/ 218183 h 235565"/>
                <a:gd name="connsiteX3" fmla="*/ 103165 w 187201"/>
                <a:gd name="connsiteY3" fmla="*/ 227274 h 235565"/>
                <a:gd name="connsiteX4" fmla="*/ 103165 w 187201"/>
                <a:gd name="connsiteY4" fmla="*/ 235547 h 235565"/>
                <a:gd name="connsiteX5" fmla="*/ 168583 w 187201"/>
                <a:gd name="connsiteY5" fmla="*/ 172256 h 235565"/>
                <a:gd name="connsiteX6" fmla="*/ 187201 w 187201"/>
                <a:gd name="connsiteY6" fmla="*/ 45892 h 235565"/>
                <a:gd name="connsiteX7" fmla="*/ 153546 w 187201"/>
                <a:gd name="connsiteY7" fmla="*/ 36364 h 235565"/>
                <a:gd name="connsiteX8" fmla="*/ 120509 w 187201"/>
                <a:gd name="connsiteY8" fmla="*/ 36364 h 235565"/>
                <a:gd name="connsiteX9" fmla="*/ 94056 w 187201"/>
                <a:gd name="connsiteY9" fmla="*/ 0 h 235565"/>
                <a:gd name="connsiteX10" fmla="*/ 67601 w 187201"/>
                <a:gd name="connsiteY10" fmla="*/ 36364 h 235565"/>
                <a:gd name="connsiteX11" fmla="*/ 34564 w 187201"/>
                <a:gd name="connsiteY11" fmla="*/ 36364 h 235565"/>
                <a:gd name="connsiteX12" fmla="*/ 0 w 187201"/>
                <a:gd name="connsiteY12" fmla="*/ 46582 h 235565"/>
                <a:gd name="connsiteX13" fmla="*/ 19545 w 187201"/>
                <a:gd name="connsiteY13" fmla="*/ 172219 h 235565"/>
                <a:gd name="connsiteX14" fmla="*/ 84982 w 187201"/>
                <a:gd name="connsiteY14" fmla="*/ 235565 h 235565"/>
                <a:gd name="connsiteX15" fmla="*/ 94074 w 187201"/>
                <a:gd name="connsiteY15" fmla="*/ 18182 h 235565"/>
                <a:gd name="connsiteX16" fmla="*/ 102128 w 187201"/>
                <a:gd name="connsiteY16" fmla="*/ 36363 h 235565"/>
                <a:gd name="connsiteX17" fmla="*/ 86037 w 187201"/>
                <a:gd name="connsiteY17" fmla="*/ 36363 h 235565"/>
                <a:gd name="connsiteX18" fmla="*/ 94074 w 187201"/>
                <a:gd name="connsiteY18" fmla="*/ 18182 h 235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7201" h="235565">
                  <a:moveTo>
                    <a:pt x="84982" y="235565"/>
                  </a:moveTo>
                  <a:lnTo>
                    <a:pt x="84982" y="227274"/>
                  </a:lnTo>
                  <a:cubicBezTo>
                    <a:pt x="84982" y="222256"/>
                    <a:pt x="89055" y="218183"/>
                    <a:pt x="94074" y="218183"/>
                  </a:cubicBezTo>
                  <a:cubicBezTo>
                    <a:pt x="99092" y="218183"/>
                    <a:pt x="103165" y="222256"/>
                    <a:pt x="103165" y="227274"/>
                  </a:cubicBezTo>
                  <a:lnTo>
                    <a:pt x="103165" y="235547"/>
                  </a:lnTo>
                  <a:cubicBezTo>
                    <a:pt x="136638" y="231548"/>
                    <a:pt x="163474" y="206329"/>
                    <a:pt x="168583" y="172256"/>
                  </a:cubicBezTo>
                  <a:lnTo>
                    <a:pt x="187201" y="45892"/>
                  </a:lnTo>
                  <a:cubicBezTo>
                    <a:pt x="177437" y="39837"/>
                    <a:pt x="165892" y="36364"/>
                    <a:pt x="153546" y="36364"/>
                  </a:cubicBezTo>
                  <a:lnTo>
                    <a:pt x="120509" y="36364"/>
                  </a:lnTo>
                  <a:cubicBezTo>
                    <a:pt x="118710" y="22746"/>
                    <a:pt x="112946" y="0"/>
                    <a:pt x="94056" y="0"/>
                  </a:cubicBezTo>
                  <a:cubicBezTo>
                    <a:pt x="75165" y="0"/>
                    <a:pt x="69401" y="22746"/>
                    <a:pt x="67601" y="36364"/>
                  </a:cubicBezTo>
                  <a:lnTo>
                    <a:pt x="34564" y="36364"/>
                  </a:lnTo>
                  <a:cubicBezTo>
                    <a:pt x="21818" y="36364"/>
                    <a:pt x="9964" y="40146"/>
                    <a:pt x="0" y="46582"/>
                  </a:cubicBezTo>
                  <a:lnTo>
                    <a:pt x="19545" y="172219"/>
                  </a:lnTo>
                  <a:cubicBezTo>
                    <a:pt x="24673" y="206347"/>
                    <a:pt x="51564" y="231601"/>
                    <a:pt x="84982" y="235565"/>
                  </a:cubicBezTo>
                  <a:close/>
                  <a:moveTo>
                    <a:pt x="94074" y="18182"/>
                  </a:moveTo>
                  <a:cubicBezTo>
                    <a:pt x="97001" y="18182"/>
                    <a:pt x="100401" y="26473"/>
                    <a:pt x="102128" y="36363"/>
                  </a:cubicBezTo>
                  <a:lnTo>
                    <a:pt x="86037" y="36363"/>
                  </a:lnTo>
                  <a:cubicBezTo>
                    <a:pt x="87746" y="26473"/>
                    <a:pt x="91146" y="18182"/>
                    <a:pt x="94074" y="18182"/>
                  </a:cubicBezTo>
                  <a:close/>
                </a:path>
              </a:pathLst>
            </a:custGeom>
            <a:grpFill/>
            <a:ln w="837"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9D3ACACA-E034-4A9D-B975-E4C63F278E8A}"/>
                </a:ext>
              </a:extLst>
            </p:cNvPr>
            <p:cNvSpPr/>
            <p:nvPr/>
          </p:nvSpPr>
          <p:spPr>
            <a:xfrm>
              <a:off x="11021039" y="2807601"/>
              <a:ext cx="294558" cy="374146"/>
            </a:xfrm>
            <a:custGeom>
              <a:avLst/>
              <a:gdLst>
                <a:gd name="connsiteX0" fmla="*/ 294186 w 294558"/>
                <a:gd name="connsiteY0" fmla="*/ 286293 h 374146"/>
                <a:gd name="connsiteX1" fmla="*/ 270114 w 294558"/>
                <a:gd name="connsiteY1" fmla="*/ 33473 h 374146"/>
                <a:gd name="connsiteX2" fmla="*/ 256641 w 294558"/>
                <a:gd name="connsiteY2" fmla="*/ 0 h 374146"/>
                <a:gd name="connsiteX3" fmla="*/ 239768 w 294558"/>
                <a:gd name="connsiteY3" fmla="*/ 114437 h 374146"/>
                <a:gd name="connsiteX4" fmla="*/ 156368 w 294558"/>
                <a:gd name="connsiteY4" fmla="*/ 193256 h 374146"/>
                <a:gd name="connsiteX5" fmla="*/ 156368 w 294558"/>
                <a:gd name="connsiteY5" fmla="*/ 221329 h 374146"/>
                <a:gd name="connsiteX6" fmla="*/ 147277 w 294558"/>
                <a:gd name="connsiteY6" fmla="*/ 230420 h 374146"/>
                <a:gd name="connsiteX7" fmla="*/ 138185 w 294558"/>
                <a:gd name="connsiteY7" fmla="*/ 221329 h 374146"/>
                <a:gd name="connsiteX8" fmla="*/ 138185 w 294558"/>
                <a:gd name="connsiteY8" fmla="*/ 193238 h 374146"/>
                <a:gd name="connsiteX9" fmla="*/ 54785 w 294558"/>
                <a:gd name="connsiteY9" fmla="*/ 114474 h 374146"/>
                <a:gd name="connsiteX10" fmla="*/ 37131 w 294558"/>
                <a:gd name="connsiteY10" fmla="*/ 891 h 374146"/>
                <a:gd name="connsiteX11" fmla="*/ 24440 w 294558"/>
                <a:gd name="connsiteY11" fmla="*/ 33472 h 374146"/>
                <a:gd name="connsiteX12" fmla="*/ 367 w 294558"/>
                <a:gd name="connsiteY12" fmla="*/ 286292 h 374146"/>
                <a:gd name="connsiteX13" fmla="*/ 21276 w 294558"/>
                <a:gd name="connsiteY13" fmla="*/ 349092 h 374146"/>
                <a:gd name="connsiteX14" fmla="*/ 65458 w 294558"/>
                <a:gd name="connsiteY14" fmla="*/ 374146 h 374146"/>
                <a:gd name="connsiteX15" fmla="*/ 65458 w 294558"/>
                <a:gd name="connsiteY15" fmla="*/ 312237 h 374146"/>
                <a:gd name="connsiteX16" fmla="*/ 110913 w 294558"/>
                <a:gd name="connsiteY16" fmla="*/ 266782 h 374146"/>
                <a:gd name="connsiteX17" fmla="*/ 183640 w 294558"/>
                <a:gd name="connsiteY17" fmla="*/ 266782 h 374146"/>
                <a:gd name="connsiteX18" fmla="*/ 229094 w 294558"/>
                <a:gd name="connsiteY18" fmla="*/ 312237 h 374146"/>
                <a:gd name="connsiteX19" fmla="*/ 229094 w 294558"/>
                <a:gd name="connsiteY19" fmla="*/ 374146 h 374146"/>
                <a:gd name="connsiteX20" fmla="*/ 273276 w 294558"/>
                <a:gd name="connsiteY20" fmla="*/ 349092 h 374146"/>
                <a:gd name="connsiteX21" fmla="*/ 294186 w 294558"/>
                <a:gd name="connsiteY21" fmla="*/ 286293 h 37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4558" h="374146">
                  <a:moveTo>
                    <a:pt x="294186" y="286293"/>
                  </a:moveTo>
                  <a:lnTo>
                    <a:pt x="270114" y="33473"/>
                  </a:lnTo>
                  <a:cubicBezTo>
                    <a:pt x="268896" y="20764"/>
                    <a:pt x="264005" y="9327"/>
                    <a:pt x="256641" y="0"/>
                  </a:cubicBezTo>
                  <a:lnTo>
                    <a:pt x="239768" y="114437"/>
                  </a:lnTo>
                  <a:cubicBezTo>
                    <a:pt x="233295" y="157528"/>
                    <a:pt x="198859" y="189201"/>
                    <a:pt x="156368" y="193256"/>
                  </a:cubicBezTo>
                  <a:lnTo>
                    <a:pt x="156368" y="221329"/>
                  </a:lnTo>
                  <a:cubicBezTo>
                    <a:pt x="156368" y="226347"/>
                    <a:pt x="152295" y="230420"/>
                    <a:pt x="147277" y="230420"/>
                  </a:cubicBezTo>
                  <a:cubicBezTo>
                    <a:pt x="142258" y="230420"/>
                    <a:pt x="138185" y="226347"/>
                    <a:pt x="138185" y="221329"/>
                  </a:cubicBezTo>
                  <a:lnTo>
                    <a:pt x="138185" y="193238"/>
                  </a:lnTo>
                  <a:cubicBezTo>
                    <a:pt x="95622" y="189147"/>
                    <a:pt x="61239" y="157510"/>
                    <a:pt x="54785" y="114474"/>
                  </a:cubicBezTo>
                  <a:lnTo>
                    <a:pt x="37131" y="891"/>
                  </a:lnTo>
                  <a:cubicBezTo>
                    <a:pt x="30167" y="10036"/>
                    <a:pt x="25622" y="21200"/>
                    <a:pt x="24440" y="33472"/>
                  </a:cubicBezTo>
                  <a:lnTo>
                    <a:pt x="367" y="286292"/>
                  </a:lnTo>
                  <a:cubicBezTo>
                    <a:pt x="-1815" y="309183"/>
                    <a:pt x="5804" y="332092"/>
                    <a:pt x="21276" y="349092"/>
                  </a:cubicBezTo>
                  <a:cubicBezTo>
                    <a:pt x="33021" y="362019"/>
                    <a:pt x="48585" y="370692"/>
                    <a:pt x="65458" y="374146"/>
                  </a:cubicBezTo>
                  <a:lnTo>
                    <a:pt x="65458" y="312237"/>
                  </a:lnTo>
                  <a:cubicBezTo>
                    <a:pt x="65458" y="287183"/>
                    <a:pt x="85858" y="266782"/>
                    <a:pt x="110913" y="266782"/>
                  </a:cubicBezTo>
                  <a:lnTo>
                    <a:pt x="183640" y="266782"/>
                  </a:lnTo>
                  <a:cubicBezTo>
                    <a:pt x="208694" y="266782"/>
                    <a:pt x="229094" y="287183"/>
                    <a:pt x="229094" y="312237"/>
                  </a:cubicBezTo>
                  <a:lnTo>
                    <a:pt x="229094" y="374146"/>
                  </a:lnTo>
                  <a:cubicBezTo>
                    <a:pt x="245967" y="370692"/>
                    <a:pt x="261531" y="362019"/>
                    <a:pt x="273276" y="349092"/>
                  </a:cubicBezTo>
                  <a:cubicBezTo>
                    <a:pt x="288750" y="332075"/>
                    <a:pt x="296387" y="309183"/>
                    <a:pt x="294186" y="286293"/>
                  </a:cubicBezTo>
                  <a:close/>
                </a:path>
              </a:pathLst>
            </a:custGeom>
            <a:grpFill/>
            <a:ln w="837"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43254E5F-199F-41B1-8EEE-6D480344CA52}"/>
                </a:ext>
              </a:extLst>
            </p:cNvPr>
            <p:cNvSpPr/>
            <p:nvPr/>
          </p:nvSpPr>
          <p:spPr>
            <a:xfrm>
              <a:off x="11104679" y="3092566"/>
              <a:ext cx="127273" cy="90909"/>
            </a:xfrm>
            <a:custGeom>
              <a:avLst/>
              <a:gdLst>
                <a:gd name="connsiteX0" fmla="*/ 100001 w 127273"/>
                <a:gd name="connsiteY0" fmla="*/ 0 h 90909"/>
                <a:gd name="connsiteX1" fmla="*/ 27273 w 127273"/>
                <a:gd name="connsiteY1" fmla="*/ 0 h 90909"/>
                <a:gd name="connsiteX2" fmla="*/ 0 w 127273"/>
                <a:gd name="connsiteY2" fmla="*/ 27273 h 90909"/>
                <a:gd name="connsiteX3" fmla="*/ 0 w 127273"/>
                <a:gd name="connsiteY3" fmla="*/ 90910 h 90909"/>
                <a:gd name="connsiteX4" fmla="*/ 127273 w 127273"/>
                <a:gd name="connsiteY4" fmla="*/ 90910 h 90909"/>
                <a:gd name="connsiteX5" fmla="*/ 127273 w 127273"/>
                <a:gd name="connsiteY5" fmla="*/ 27273 h 90909"/>
                <a:gd name="connsiteX6" fmla="*/ 100001 w 127273"/>
                <a:gd name="connsiteY6" fmla="*/ 0 h 90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273" h="90909">
                  <a:moveTo>
                    <a:pt x="100001" y="0"/>
                  </a:moveTo>
                  <a:lnTo>
                    <a:pt x="27273" y="0"/>
                  </a:lnTo>
                  <a:cubicBezTo>
                    <a:pt x="12236" y="0"/>
                    <a:pt x="0" y="12236"/>
                    <a:pt x="0" y="27273"/>
                  </a:cubicBezTo>
                  <a:lnTo>
                    <a:pt x="0" y="90910"/>
                  </a:lnTo>
                  <a:lnTo>
                    <a:pt x="127273" y="90910"/>
                  </a:lnTo>
                  <a:lnTo>
                    <a:pt x="127273" y="27273"/>
                  </a:lnTo>
                  <a:cubicBezTo>
                    <a:pt x="127274" y="12237"/>
                    <a:pt x="115037" y="0"/>
                    <a:pt x="100001" y="0"/>
                  </a:cubicBezTo>
                  <a:close/>
                </a:path>
              </a:pathLst>
            </a:custGeom>
            <a:grpFill/>
            <a:ln w="837" cap="flat">
              <a:noFill/>
              <a:prstDash val="solid"/>
              <a:miter/>
            </a:ln>
          </p:spPr>
          <p:txBody>
            <a:bodyPr rtlCol="0" anchor="ctr"/>
            <a:lstStyle/>
            <a:p>
              <a:endParaRPr lang="en-US"/>
            </a:p>
          </p:txBody>
        </p:sp>
      </p:grpSp>
      <p:grpSp>
        <p:nvGrpSpPr>
          <p:cNvPr id="342" name="Graphic 106">
            <a:extLst>
              <a:ext uri="{FF2B5EF4-FFF2-40B4-BE49-F238E27FC236}">
                <a16:creationId xmlns:a16="http://schemas.microsoft.com/office/drawing/2014/main" id="{185F934E-E0A9-4351-8F7E-1CE6CB4BDD48}"/>
              </a:ext>
            </a:extLst>
          </p:cNvPr>
          <p:cNvGrpSpPr>
            <a:grpSpLocks noChangeAspect="1"/>
          </p:cNvGrpSpPr>
          <p:nvPr/>
        </p:nvGrpSpPr>
        <p:grpSpPr>
          <a:xfrm>
            <a:off x="8815455" y="2715878"/>
            <a:ext cx="319746" cy="365760"/>
            <a:chOff x="8798592" y="2775018"/>
            <a:chExt cx="332675" cy="380550"/>
          </a:xfrm>
          <a:solidFill>
            <a:schemeClr val="tx2"/>
          </a:solidFill>
        </p:grpSpPr>
        <p:sp>
          <p:nvSpPr>
            <p:cNvPr id="343" name="Freeform: Shape 342">
              <a:extLst>
                <a:ext uri="{FF2B5EF4-FFF2-40B4-BE49-F238E27FC236}">
                  <a16:creationId xmlns:a16="http://schemas.microsoft.com/office/drawing/2014/main" id="{E97A1C7E-E19B-48A9-B859-7014C8C34D57}"/>
                </a:ext>
              </a:extLst>
            </p:cNvPr>
            <p:cNvSpPr/>
            <p:nvPr/>
          </p:nvSpPr>
          <p:spPr>
            <a:xfrm>
              <a:off x="8933213" y="2933580"/>
              <a:ext cx="47568" cy="47568"/>
            </a:xfrm>
            <a:custGeom>
              <a:avLst/>
              <a:gdLst>
                <a:gd name="connsiteX0" fmla="*/ 23784 w 47568"/>
                <a:gd name="connsiteY0" fmla="*/ 0 h 47568"/>
                <a:gd name="connsiteX1" fmla="*/ 0 w 47568"/>
                <a:gd name="connsiteY1" fmla="*/ 23784 h 47568"/>
                <a:gd name="connsiteX2" fmla="*/ 23784 w 47568"/>
                <a:gd name="connsiteY2" fmla="*/ 47569 h 47568"/>
                <a:gd name="connsiteX3" fmla="*/ 47569 w 47568"/>
                <a:gd name="connsiteY3" fmla="*/ 23784 h 47568"/>
                <a:gd name="connsiteX4" fmla="*/ 23784 w 47568"/>
                <a:gd name="connsiteY4" fmla="*/ 0 h 47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68" h="47568">
                  <a:moveTo>
                    <a:pt x="23784" y="0"/>
                  </a:moveTo>
                  <a:cubicBezTo>
                    <a:pt x="10671" y="0"/>
                    <a:pt x="0" y="10671"/>
                    <a:pt x="0" y="23784"/>
                  </a:cubicBezTo>
                  <a:cubicBezTo>
                    <a:pt x="0" y="36898"/>
                    <a:pt x="10671" y="47569"/>
                    <a:pt x="23784" y="47569"/>
                  </a:cubicBezTo>
                  <a:cubicBezTo>
                    <a:pt x="36898" y="47569"/>
                    <a:pt x="47569" y="36898"/>
                    <a:pt x="47569" y="23784"/>
                  </a:cubicBezTo>
                  <a:cubicBezTo>
                    <a:pt x="47569" y="10672"/>
                    <a:pt x="36898" y="0"/>
                    <a:pt x="23784" y="0"/>
                  </a:cubicBezTo>
                  <a:close/>
                </a:path>
              </a:pathLst>
            </a:custGeom>
            <a:grpFill/>
            <a:ln w="726"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4F26D326-FFED-4988-BBAD-F41AC03F9FEC}"/>
                </a:ext>
              </a:extLst>
            </p:cNvPr>
            <p:cNvSpPr/>
            <p:nvPr/>
          </p:nvSpPr>
          <p:spPr>
            <a:xfrm>
              <a:off x="8798592" y="2775018"/>
              <a:ext cx="332675" cy="380550"/>
            </a:xfrm>
            <a:custGeom>
              <a:avLst/>
              <a:gdLst>
                <a:gd name="connsiteX0" fmla="*/ 328670 w 332675"/>
                <a:gd name="connsiteY0" fmla="*/ 335487 h 380550"/>
                <a:gd name="connsiteX1" fmla="*/ 275155 w 332675"/>
                <a:gd name="connsiteY1" fmla="*/ 241840 h 380550"/>
                <a:gd name="connsiteX2" fmla="*/ 221846 w 332675"/>
                <a:gd name="connsiteY2" fmla="*/ 148525 h 380550"/>
                <a:gd name="connsiteX3" fmla="*/ 221846 w 332675"/>
                <a:gd name="connsiteY3" fmla="*/ 47569 h 380550"/>
                <a:gd name="connsiteX4" fmla="*/ 229774 w 332675"/>
                <a:gd name="connsiteY4" fmla="*/ 47569 h 380550"/>
                <a:gd name="connsiteX5" fmla="*/ 253559 w 332675"/>
                <a:gd name="connsiteY5" fmla="*/ 23784 h 380550"/>
                <a:gd name="connsiteX6" fmla="*/ 229774 w 332675"/>
                <a:gd name="connsiteY6" fmla="*/ 0 h 380550"/>
                <a:gd name="connsiteX7" fmla="*/ 102925 w 332675"/>
                <a:gd name="connsiteY7" fmla="*/ 0 h 380550"/>
                <a:gd name="connsiteX8" fmla="*/ 79140 w 332675"/>
                <a:gd name="connsiteY8" fmla="*/ 23784 h 380550"/>
                <a:gd name="connsiteX9" fmla="*/ 102925 w 332675"/>
                <a:gd name="connsiteY9" fmla="*/ 47569 h 380550"/>
                <a:gd name="connsiteX10" fmla="*/ 110853 w 332675"/>
                <a:gd name="connsiteY10" fmla="*/ 47569 h 380550"/>
                <a:gd name="connsiteX11" fmla="*/ 110853 w 332675"/>
                <a:gd name="connsiteY11" fmla="*/ 148525 h 380550"/>
                <a:gd name="connsiteX12" fmla="*/ 57528 w 332675"/>
                <a:gd name="connsiteY12" fmla="*/ 241840 h 380550"/>
                <a:gd name="connsiteX13" fmla="*/ 4014 w 332675"/>
                <a:gd name="connsiteY13" fmla="*/ 335487 h 380550"/>
                <a:gd name="connsiteX14" fmla="*/ 4109 w 332675"/>
                <a:gd name="connsiteY14" fmla="*/ 365550 h 380550"/>
                <a:gd name="connsiteX15" fmla="*/ 30160 w 332675"/>
                <a:gd name="connsiteY15" fmla="*/ 380550 h 380550"/>
                <a:gd name="connsiteX16" fmla="*/ 302507 w 332675"/>
                <a:gd name="connsiteY16" fmla="*/ 380550 h 380550"/>
                <a:gd name="connsiteX17" fmla="*/ 328559 w 332675"/>
                <a:gd name="connsiteY17" fmla="*/ 365550 h 380550"/>
                <a:gd name="connsiteX18" fmla="*/ 328670 w 332675"/>
                <a:gd name="connsiteY18" fmla="*/ 335487 h 380550"/>
                <a:gd name="connsiteX19" fmla="*/ 102908 w 332675"/>
                <a:gd name="connsiteY19" fmla="*/ 31713 h 380550"/>
                <a:gd name="connsiteX20" fmla="*/ 94980 w 332675"/>
                <a:gd name="connsiteY20" fmla="*/ 23784 h 380550"/>
                <a:gd name="connsiteX21" fmla="*/ 102908 w 332675"/>
                <a:gd name="connsiteY21" fmla="*/ 15856 h 380550"/>
                <a:gd name="connsiteX22" fmla="*/ 229759 w 332675"/>
                <a:gd name="connsiteY22" fmla="*/ 15856 h 380550"/>
                <a:gd name="connsiteX23" fmla="*/ 237687 w 332675"/>
                <a:gd name="connsiteY23" fmla="*/ 23784 h 380550"/>
                <a:gd name="connsiteX24" fmla="*/ 229759 w 332675"/>
                <a:gd name="connsiteY24" fmla="*/ 31713 h 380550"/>
                <a:gd name="connsiteX25" fmla="*/ 102908 w 332675"/>
                <a:gd name="connsiteY25" fmla="*/ 31713 h 380550"/>
                <a:gd name="connsiteX26" fmla="*/ 126693 w 332675"/>
                <a:gd name="connsiteY26" fmla="*/ 332981 h 380550"/>
                <a:gd name="connsiteX27" fmla="*/ 102908 w 332675"/>
                <a:gd name="connsiteY27" fmla="*/ 309197 h 380550"/>
                <a:gd name="connsiteX28" fmla="*/ 126693 w 332675"/>
                <a:gd name="connsiteY28" fmla="*/ 285413 h 380550"/>
                <a:gd name="connsiteX29" fmla="*/ 150477 w 332675"/>
                <a:gd name="connsiteY29" fmla="*/ 309197 h 380550"/>
                <a:gd name="connsiteX30" fmla="*/ 126693 w 332675"/>
                <a:gd name="connsiteY30" fmla="*/ 332981 h 380550"/>
                <a:gd name="connsiteX31" fmla="*/ 205974 w 332675"/>
                <a:gd name="connsiteY31" fmla="*/ 301269 h 380550"/>
                <a:gd name="connsiteX32" fmla="*/ 182190 w 332675"/>
                <a:gd name="connsiteY32" fmla="*/ 277484 h 380550"/>
                <a:gd name="connsiteX33" fmla="*/ 205974 w 332675"/>
                <a:gd name="connsiteY33" fmla="*/ 253700 h 380550"/>
                <a:gd name="connsiteX34" fmla="*/ 229759 w 332675"/>
                <a:gd name="connsiteY34" fmla="*/ 277484 h 380550"/>
                <a:gd name="connsiteX35" fmla="*/ 205974 w 332675"/>
                <a:gd name="connsiteY35" fmla="*/ 301269 h 380550"/>
                <a:gd name="connsiteX36" fmla="*/ 78062 w 332675"/>
                <a:gd name="connsiteY36" fmla="*/ 237844 h 380550"/>
                <a:gd name="connsiteX37" fmla="*/ 125646 w 332675"/>
                <a:gd name="connsiteY37" fmla="*/ 154566 h 380550"/>
                <a:gd name="connsiteX38" fmla="*/ 126693 w 332675"/>
                <a:gd name="connsiteY38" fmla="*/ 150634 h 380550"/>
                <a:gd name="connsiteX39" fmla="*/ 126693 w 332675"/>
                <a:gd name="connsiteY39" fmla="*/ 47569 h 380550"/>
                <a:gd name="connsiteX40" fmla="*/ 205974 w 332675"/>
                <a:gd name="connsiteY40" fmla="*/ 47569 h 380550"/>
                <a:gd name="connsiteX41" fmla="*/ 205974 w 332675"/>
                <a:gd name="connsiteY41" fmla="*/ 150635 h 380550"/>
                <a:gd name="connsiteX42" fmla="*/ 207021 w 332675"/>
                <a:gd name="connsiteY42" fmla="*/ 154567 h 380550"/>
                <a:gd name="connsiteX43" fmla="*/ 254605 w 332675"/>
                <a:gd name="connsiteY43" fmla="*/ 237844 h 380550"/>
                <a:gd name="connsiteX44" fmla="*/ 78062 w 332675"/>
                <a:gd name="connsiteY44" fmla="*/ 237844 h 38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32675" h="380550">
                  <a:moveTo>
                    <a:pt x="328670" y="335487"/>
                  </a:moveTo>
                  <a:lnTo>
                    <a:pt x="275155" y="241840"/>
                  </a:lnTo>
                  <a:lnTo>
                    <a:pt x="221846" y="148525"/>
                  </a:lnTo>
                  <a:lnTo>
                    <a:pt x="221846" y="47569"/>
                  </a:lnTo>
                  <a:lnTo>
                    <a:pt x="229774" y="47569"/>
                  </a:lnTo>
                  <a:cubicBezTo>
                    <a:pt x="242888" y="47569"/>
                    <a:pt x="253559" y="36898"/>
                    <a:pt x="253559" y="23784"/>
                  </a:cubicBezTo>
                  <a:cubicBezTo>
                    <a:pt x="253559" y="10671"/>
                    <a:pt x="242888" y="0"/>
                    <a:pt x="229774" y="0"/>
                  </a:cubicBezTo>
                  <a:lnTo>
                    <a:pt x="102925" y="0"/>
                  </a:lnTo>
                  <a:cubicBezTo>
                    <a:pt x="89811" y="0"/>
                    <a:pt x="79140" y="10671"/>
                    <a:pt x="79140" y="23784"/>
                  </a:cubicBezTo>
                  <a:cubicBezTo>
                    <a:pt x="79140" y="36898"/>
                    <a:pt x="89811" y="47569"/>
                    <a:pt x="102925" y="47569"/>
                  </a:cubicBezTo>
                  <a:lnTo>
                    <a:pt x="110853" y="47569"/>
                  </a:lnTo>
                  <a:lnTo>
                    <a:pt x="110853" y="148525"/>
                  </a:lnTo>
                  <a:lnTo>
                    <a:pt x="57528" y="241840"/>
                  </a:lnTo>
                  <a:lnTo>
                    <a:pt x="4014" y="335487"/>
                  </a:lnTo>
                  <a:cubicBezTo>
                    <a:pt x="-1377" y="344921"/>
                    <a:pt x="-1330" y="356164"/>
                    <a:pt x="4109" y="365550"/>
                  </a:cubicBezTo>
                  <a:cubicBezTo>
                    <a:pt x="9563" y="374953"/>
                    <a:pt x="19299" y="380550"/>
                    <a:pt x="30160" y="380550"/>
                  </a:cubicBezTo>
                  <a:lnTo>
                    <a:pt x="302507" y="380550"/>
                  </a:lnTo>
                  <a:cubicBezTo>
                    <a:pt x="313368" y="380550"/>
                    <a:pt x="323104" y="374937"/>
                    <a:pt x="328559" y="365550"/>
                  </a:cubicBezTo>
                  <a:cubicBezTo>
                    <a:pt x="334014" y="356147"/>
                    <a:pt x="334045" y="344905"/>
                    <a:pt x="328670" y="335487"/>
                  </a:cubicBezTo>
                  <a:close/>
                  <a:moveTo>
                    <a:pt x="102908" y="31713"/>
                  </a:moveTo>
                  <a:cubicBezTo>
                    <a:pt x="98532" y="31713"/>
                    <a:pt x="94980" y="28161"/>
                    <a:pt x="94980" y="23784"/>
                  </a:cubicBezTo>
                  <a:cubicBezTo>
                    <a:pt x="94980" y="19408"/>
                    <a:pt x="98532" y="15856"/>
                    <a:pt x="102908" y="15856"/>
                  </a:cubicBezTo>
                  <a:lnTo>
                    <a:pt x="229759" y="15856"/>
                  </a:lnTo>
                  <a:cubicBezTo>
                    <a:pt x="234135" y="15856"/>
                    <a:pt x="237687" y="19408"/>
                    <a:pt x="237687" y="23784"/>
                  </a:cubicBezTo>
                  <a:cubicBezTo>
                    <a:pt x="237687" y="28161"/>
                    <a:pt x="234135" y="31713"/>
                    <a:pt x="229759" y="31713"/>
                  </a:cubicBezTo>
                  <a:lnTo>
                    <a:pt x="102908" y="31713"/>
                  </a:lnTo>
                  <a:close/>
                  <a:moveTo>
                    <a:pt x="126693" y="332981"/>
                  </a:moveTo>
                  <a:cubicBezTo>
                    <a:pt x="113579" y="332981"/>
                    <a:pt x="102908" y="322310"/>
                    <a:pt x="102908" y="309197"/>
                  </a:cubicBezTo>
                  <a:cubicBezTo>
                    <a:pt x="102908" y="296084"/>
                    <a:pt x="113579" y="285413"/>
                    <a:pt x="126693" y="285413"/>
                  </a:cubicBezTo>
                  <a:cubicBezTo>
                    <a:pt x="139806" y="285413"/>
                    <a:pt x="150477" y="296084"/>
                    <a:pt x="150477" y="309197"/>
                  </a:cubicBezTo>
                  <a:cubicBezTo>
                    <a:pt x="150477" y="322310"/>
                    <a:pt x="139806" y="332981"/>
                    <a:pt x="126693" y="332981"/>
                  </a:cubicBezTo>
                  <a:close/>
                  <a:moveTo>
                    <a:pt x="205974" y="301269"/>
                  </a:moveTo>
                  <a:cubicBezTo>
                    <a:pt x="192861" y="301269"/>
                    <a:pt x="182190" y="290598"/>
                    <a:pt x="182190" y="277484"/>
                  </a:cubicBezTo>
                  <a:cubicBezTo>
                    <a:pt x="182190" y="264371"/>
                    <a:pt x="192861" y="253700"/>
                    <a:pt x="205974" y="253700"/>
                  </a:cubicBezTo>
                  <a:cubicBezTo>
                    <a:pt x="219088" y="253700"/>
                    <a:pt x="229759" y="264371"/>
                    <a:pt x="229759" y="277484"/>
                  </a:cubicBezTo>
                  <a:cubicBezTo>
                    <a:pt x="229759" y="290598"/>
                    <a:pt x="219088" y="301269"/>
                    <a:pt x="205974" y="301269"/>
                  </a:cubicBezTo>
                  <a:close/>
                  <a:moveTo>
                    <a:pt x="78062" y="237844"/>
                  </a:moveTo>
                  <a:lnTo>
                    <a:pt x="125646" y="154566"/>
                  </a:lnTo>
                  <a:cubicBezTo>
                    <a:pt x="126328" y="153362"/>
                    <a:pt x="126693" y="152013"/>
                    <a:pt x="126693" y="150634"/>
                  </a:cubicBezTo>
                  <a:lnTo>
                    <a:pt x="126693" y="47569"/>
                  </a:lnTo>
                  <a:lnTo>
                    <a:pt x="205974" y="47569"/>
                  </a:lnTo>
                  <a:lnTo>
                    <a:pt x="205974" y="150635"/>
                  </a:lnTo>
                  <a:cubicBezTo>
                    <a:pt x="205974" y="152014"/>
                    <a:pt x="206323" y="153362"/>
                    <a:pt x="207021" y="154567"/>
                  </a:cubicBezTo>
                  <a:lnTo>
                    <a:pt x="254605" y="237844"/>
                  </a:lnTo>
                  <a:lnTo>
                    <a:pt x="78062" y="237844"/>
                  </a:lnTo>
                  <a:close/>
                </a:path>
              </a:pathLst>
            </a:custGeom>
            <a:grpFill/>
            <a:ln w="726" cap="flat">
              <a:noFill/>
              <a:prstDash val="solid"/>
              <a:miter/>
            </a:ln>
          </p:spPr>
          <p:txBody>
            <a:bodyPr rtlCol="0" anchor="ctr"/>
            <a:lstStyle/>
            <a:p>
              <a:endParaRPr lang="en-US"/>
            </a:p>
          </p:txBody>
        </p:sp>
      </p:grpSp>
      <p:grpSp>
        <p:nvGrpSpPr>
          <p:cNvPr id="345" name="Graphic 108">
            <a:extLst>
              <a:ext uri="{FF2B5EF4-FFF2-40B4-BE49-F238E27FC236}">
                <a16:creationId xmlns:a16="http://schemas.microsoft.com/office/drawing/2014/main" id="{608FEDE6-A687-4DA3-ACB3-BD02BE2196DB}"/>
              </a:ext>
            </a:extLst>
          </p:cNvPr>
          <p:cNvGrpSpPr>
            <a:grpSpLocks noChangeAspect="1"/>
          </p:cNvGrpSpPr>
          <p:nvPr/>
        </p:nvGrpSpPr>
        <p:grpSpPr>
          <a:xfrm>
            <a:off x="7768954" y="2715878"/>
            <a:ext cx="365760" cy="365760"/>
            <a:chOff x="7667706" y="2755811"/>
            <a:chExt cx="418964" cy="418964"/>
          </a:xfrm>
          <a:solidFill>
            <a:schemeClr val="tx2"/>
          </a:solidFill>
        </p:grpSpPr>
        <p:sp>
          <p:nvSpPr>
            <p:cNvPr id="346" name="Freeform: Shape 345">
              <a:extLst>
                <a:ext uri="{FF2B5EF4-FFF2-40B4-BE49-F238E27FC236}">
                  <a16:creationId xmlns:a16="http://schemas.microsoft.com/office/drawing/2014/main" id="{D841C396-E52F-4B43-AB1F-62C2A2904DF1}"/>
                </a:ext>
              </a:extLst>
            </p:cNvPr>
            <p:cNvSpPr/>
            <p:nvPr/>
          </p:nvSpPr>
          <p:spPr>
            <a:xfrm>
              <a:off x="7872771" y="2987052"/>
              <a:ext cx="126614" cy="126623"/>
            </a:xfrm>
            <a:custGeom>
              <a:avLst/>
              <a:gdLst>
                <a:gd name="connsiteX0" fmla="*/ 126503 w 126614"/>
                <a:gd name="connsiteY0" fmla="*/ 0 h 126623"/>
                <a:gd name="connsiteX1" fmla="*/ 66137 w 126614"/>
                <a:gd name="connsiteY1" fmla="*/ 66144 h 126623"/>
                <a:gd name="connsiteX2" fmla="*/ 0 w 126614"/>
                <a:gd name="connsiteY2" fmla="*/ 126512 h 126623"/>
                <a:gd name="connsiteX3" fmla="*/ 4417 w 126614"/>
                <a:gd name="connsiteY3" fmla="*/ 126623 h 126623"/>
                <a:gd name="connsiteX4" fmla="*/ 126614 w 126614"/>
                <a:gd name="connsiteY4" fmla="*/ 4425 h 126623"/>
                <a:gd name="connsiteX5" fmla="*/ 126503 w 126614"/>
                <a:gd name="connsiteY5" fmla="*/ 0 h 126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614" h="126623">
                  <a:moveTo>
                    <a:pt x="126503" y="0"/>
                  </a:moveTo>
                  <a:cubicBezTo>
                    <a:pt x="108496" y="21777"/>
                    <a:pt x="88124" y="44157"/>
                    <a:pt x="66137" y="66144"/>
                  </a:cubicBezTo>
                  <a:cubicBezTo>
                    <a:pt x="44151" y="88131"/>
                    <a:pt x="21773" y="108512"/>
                    <a:pt x="0" y="126512"/>
                  </a:cubicBezTo>
                  <a:cubicBezTo>
                    <a:pt x="1469" y="126564"/>
                    <a:pt x="2935" y="126623"/>
                    <a:pt x="4417" y="126623"/>
                  </a:cubicBezTo>
                  <a:cubicBezTo>
                    <a:pt x="71873" y="126547"/>
                    <a:pt x="126539" y="71882"/>
                    <a:pt x="126614" y="4425"/>
                  </a:cubicBezTo>
                  <a:cubicBezTo>
                    <a:pt x="126614" y="2941"/>
                    <a:pt x="126556" y="1471"/>
                    <a:pt x="126503" y="0"/>
                  </a:cubicBezTo>
                  <a:close/>
                </a:path>
              </a:pathLst>
            </a:custGeom>
            <a:grpFill/>
            <a:ln w="2133"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1AA33204-6ED4-4274-A021-E45C3CC5F0E0}"/>
                </a:ext>
              </a:extLst>
            </p:cNvPr>
            <p:cNvSpPr/>
            <p:nvPr/>
          </p:nvSpPr>
          <p:spPr>
            <a:xfrm>
              <a:off x="7695018" y="2809306"/>
              <a:ext cx="364338" cy="364381"/>
            </a:xfrm>
            <a:custGeom>
              <a:avLst/>
              <a:gdLst>
                <a:gd name="connsiteX0" fmla="*/ 354992 w 364338"/>
                <a:gd name="connsiteY0" fmla="*/ 9360 h 364381"/>
                <a:gd name="connsiteX1" fmla="*/ 260210 w 364338"/>
                <a:gd name="connsiteY1" fmla="*/ 27713 h 364381"/>
                <a:gd name="connsiteX2" fmla="*/ 210364 w 364338"/>
                <a:gd name="connsiteY2" fmla="*/ 63282 h 364381"/>
                <a:gd name="connsiteX3" fmla="*/ 63291 w 364338"/>
                <a:gd name="connsiteY3" fmla="*/ 153805 h 364381"/>
                <a:gd name="connsiteX4" fmla="*/ 63291 w 364338"/>
                <a:gd name="connsiteY4" fmla="*/ 210355 h 364381"/>
                <a:gd name="connsiteX5" fmla="*/ 27722 w 364338"/>
                <a:gd name="connsiteY5" fmla="*/ 260201 h 364381"/>
                <a:gd name="connsiteX6" fmla="*/ 9347 w 364338"/>
                <a:gd name="connsiteY6" fmla="*/ 354994 h 364381"/>
                <a:gd name="connsiteX7" fmla="*/ 33850 w 364338"/>
                <a:gd name="connsiteY7" fmla="*/ 364351 h 364381"/>
                <a:gd name="connsiteX8" fmla="*/ 104129 w 364338"/>
                <a:gd name="connsiteY8" fmla="*/ 336638 h 364381"/>
                <a:gd name="connsiteX9" fmla="*/ 231537 w 364338"/>
                <a:gd name="connsiteY9" fmla="*/ 231557 h 364381"/>
                <a:gd name="connsiteX10" fmla="*/ 336619 w 364338"/>
                <a:gd name="connsiteY10" fmla="*/ 104148 h 364381"/>
                <a:gd name="connsiteX11" fmla="*/ 354992 w 364338"/>
                <a:gd name="connsiteY11" fmla="*/ 9360 h 364381"/>
                <a:gd name="connsiteX12" fmla="*/ 301836 w 364338"/>
                <a:gd name="connsiteY12" fmla="*/ 93718 h 364381"/>
                <a:gd name="connsiteX13" fmla="*/ 206864 w 364338"/>
                <a:gd name="connsiteY13" fmla="*/ 206858 h 364381"/>
                <a:gd name="connsiteX14" fmla="*/ 93724 w 364338"/>
                <a:gd name="connsiteY14" fmla="*/ 301829 h 364381"/>
                <a:gd name="connsiteX15" fmla="*/ 34858 w 364338"/>
                <a:gd name="connsiteY15" fmla="*/ 329492 h 364381"/>
                <a:gd name="connsiteX16" fmla="*/ 62520 w 364338"/>
                <a:gd name="connsiteY16" fmla="*/ 270625 h 364381"/>
                <a:gd name="connsiteX17" fmla="*/ 78921 w 364338"/>
                <a:gd name="connsiteY17" fmla="*/ 247338 h 364381"/>
                <a:gd name="connsiteX18" fmla="*/ 102328 w 364338"/>
                <a:gd name="connsiteY18" fmla="*/ 274555 h 364381"/>
                <a:gd name="connsiteX19" fmla="*/ 194520 w 364338"/>
                <a:gd name="connsiteY19" fmla="*/ 194516 h 364381"/>
                <a:gd name="connsiteX20" fmla="*/ 274560 w 364338"/>
                <a:gd name="connsiteY20" fmla="*/ 102330 h 364381"/>
                <a:gd name="connsiteX21" fmla="*/ 247336 w 364338"/>
                <a:gd name="connsiteY21" fmla="*/ 78914 h 364381"/>
                <a:gd name="connsiteX22" fmla="*/ 270623 w 364338"/>
                <a:gd name="connsiteY22" fmla="*/ 62514 h 364381"/>
                <a:gd name="connsiteX23" fmla="*/ 329490 w 364338"/>
                <a:gd name="connsiteY23" fmla="*/ 34851 h 364381"/>
                <a:gd name="connsiteX24" fmla="*/ 301827 w 364338"/>
                <a:gd name="connsiteY24" fmla="*/ 93718 h 364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64338" h="364381">
                  <a:moveTo>
                    <a:pt x="354992" y="9360"/>
                  </a:moveTo>
                  <a:cubicBezTo>
                    <a:pt x="338063" y="-7576"/>
                    <a:pt x="307060" y="-1571"/>
                    <a:pt x="260210" y="27713"/>
                  </a:cubicBezTo>
                  <a:cubicBezTo>
                    <a:pt x="242958" y="38651"/>
                    <a:pt x="226318" y="50525"/>
                    <a:pt x="210364" y="63282"/>
                  </a:cubicBezTo>
                  <a:cubicBezTo>
                    <a:pt x="144754" y="47666"/>
                    <a:pt x="78907" y="88194"/>
                    <a:pt x="63291" y="153805"/>
                  </a:cubicBezTo>
                  <a:cubicBezTo>
                    <a:pt x="58866" y="172395"/>
                    <a:pt x="58866" y="191765"/>
                    <a:pt x="63291" y="210355"/>
                  </a:cubicBezTo>
                  <a:cubicBezTo>
                    <a:pt x="50533" y="226308"/>
                    <a:pt x="38659" y="242949"/>
                    <a:pt x="27722" y="260201"/>
                  </a:cubicBezTo>
                  <a:cubicBezTo>
                    <a:pt x="-1564" y="307053"/>
                    <a:pt x="-7573" y="338057"/>
                    <a:pt x="9347" y="354994"/>
                  </a:cubicBezTo>
                  <a:cubicBezTo>
                    <a:pt x="15876" y="361356"/>
                    <a:pt x="24742" y="364741"/>
                    <a:pt x="33850" y="364351"/>
                  </a:cubicBezTo>
                  <a:cubicBezTo>
                    <a:pt x="51248" y="364351"/>
                    <a:pt x="74524" y="355145"/>
                    <a:pt x="104129" y="336638"/>
                  </a:cubicBezTo>
                  <a:cubicBezTo>
                    <a:pt x="142518" y="312635"/>
                    <a:pt x="187767" y="275321"/>
                    <a:pt x="231537" y="231557"/>
                  </a:cubicBezTo>
                  <a:cubicBezTo>
                    <a:pt x="275308" y="187793"/>
                    <a:pt x="312624" y="142538"/>
                    <a:pt x="336619" y="104148"/>
                  </a:cubicBezTo>
                  <a:cubicBezTo>
                    <a:pt x="365903" y="57290"/>
                    <a:pt x="371912" y="26286"/>
                    <a:pt x="354992" y="9360"/>
                  </a:cubicBezTo>
                  <a:close/>
                  <a:moveTo>
                    <a:pt x="301836" y="93718"/>
                  </a:moveTo>
                  <a:cubicBezTo>
                    <a:pt x="279114" y="128158"/>
                    <a:pt x="245387" y="168346"/>
                    <a:pt x="206864" y="206858"/>
                  </a:cubicBezTo>
                  <a:cubicBezTo>
                    <a:pt x="168341" y="245370"/>
                    <a:pt x="128165" y="279107"/>
                    <a:pt x="93724" y="301829"/>
                  </a:cubicBezTo>
                  <a:cubicBezTo>
                    <a:pt x="59834" y="324187"/>
                    <a:pt x="41572" y="329256"/>
                    <a:pt x="34858" y="329492"/>
                  </a:cubicBezTo>
                  <a:cubicBezTo>
                    <a:pt x="35093" y="322782"/>
                    <a:pt x="40162" y="304515"/>
                    <a:pt x="62520" y="270625"/>
                  </a:cubicBezTo>
                  <a:cubicBezTo>
                    <a:pt x="67476" y="263114"/>
                    <a:pt x="72994" y="255318"/>
                    <a:pt x="78921" y="247338"/>
                  </a:cubicBezTo>
                  <a:cubicBezTo>
                    <a:pt x="85355" y="257503"/>
                    <a:pt x="93240" y="266673"/>
                    <a:pt x="102328" y="274555"/>
                  </a:cubicBezTo>
                  <a:cubicBezTo>
                    <a:pt x="135034" y="250240"/>
                    <a:pt x="165853" y="223483"/>
                    <a:pt x="194520" y="194516"/>
                  </a:cubicBezTo>
                  <a:cubicBezTo>
                    <a:pt x="223487" y="165850"/>
                    <a:pt x="250243" y="135034"/>
                    <a:pt x="274560" y="102330"/>
                  </a:cubicBezTo>
                  <a:cubicBezTo>
                    <a:pt x="266677" y="93238"/>
                    <a:pt x="257505" y="85349"/>
                    <a:pt x="247336" y="78914"/>
                  </a:cubicBezTo>
                  <a:cubicBezTo>
                    <a:pt x="255316" y="72977"/>
                    <a:pt x="263112" y="67469"/>
                    <a:pt x="270623" y="62514"/>
                  </a:cubicBezTo>
                  <a:cubicBezTo>
                    <a:pt x="304513" y="40156"/>
                    <a:pt x="322776" y="35087"/>
                    <a:pt x="329490" y="34851"/>
                  </a:cubicBezTo>
                  <a:cubicBezTo>
                    <a:pt x="329254" y="41563"/>
                    <a:pt x="324185" y="59827"/>
                    <a:pt x="301827" y="93718"/>
                  </a:cubicBezTo>
                  <a:close/>
                </a:path>
              </a:pathLst>
            </a:custGeom>
            <a:grpFill/>
            <a:ln w="2133"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5542155D-7175-4D55-AD84-3FCCCC1E8882}"/>
                </a:ext>
              </a:extLst>
            </p:cNvPr>
            <p:cNvSpPr/>
            <p:nvPr/>
          </p:nvSpPr>
          <p:spPr>
            <a:xfrm>
              <a:off x="7711348" y="2755811"/>
              <a:ext cx="122197" cy="122197"/>
            </a:xfrm>
            <a:custGeom>
              <a:avLst/>
              <a:gdLst>
                <a:gd name="connsiteX0" fmla="*/ 8728 w 122197"/>
                <a:gd name="connsiteY0" fmla="*/ 69827 h 122197"/>
                <a:gd name="connsiteX1" fmla="*/ 52371 w 122197"/>
                <a:gd name="connsiteY1" fmla="*/ 113469 h 122197"/>
                <a:gd name="connsiteX2" fmla="*/ 61099 w 122197"/>
                <a:gd name="connsiteY2" fmla="*/ 122198 h 122197"/>
                <a:gd name="connsiteX3" fmla="*/ 69827 w 122197"/>
                <a:gd name="connsiteY3" fmla="*/ 113469 h 122197"/>
                <a:gd name="connsiteX4" fmla="*/ 113469 w 122197"/>
                <a:gd name="connsiteY4" fmla="*/ 69827 h 122197"/>
                <a:gd name="connsiteX5" fmla="*/ 122198 w 122197"/>
                <a:gd name="connsiteY5" fmla="*/ 61099 h 122197"/>
                <a:gd name="connsiteX6" fmla="*/ 113469 w 122197"/>
                <a:gd name="connsiteY6" fmla="*/ 52371 h 122197"/>
                <a:gd name="connsiteX7" fmla="*/ 69827 w 122197"/>
                <a:gd name="connsiteY7" fmla="*/ 8728 h 122197"/>
                <a:gd name="connsiteX8" fmla="*/ 61099 w 122197"/>
                <a:gd name="connsiteY8" fmla="*/ 0 h 122197"/>
                <a:gd name="connsiteX9" fmla="*/ 52371 w 122197"/>
                <a:gd name="connsiteY9" fmla="*/ 8728 h 122197"/>
                <a:gd name="connsiteX10" fmla="*/ 8728 w 122197"/>
                <a:gd name="connsiteY10" fmla="*/ 52371 h 122197"/>
                <a:gd name="connsiteX11" fmla="*/ 0 w 122197"/>
                <a:gd name="connsiteY11" fmla="*/ 61099 h 122197"/>
                <a:gd name="connsiteX12" fmla="*/ 8728 w 122197"/>
                <a:gd name="connsiteY12" fmla="*/ 69827 h 122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2197" h="122197">
                  <a:moveTo>
                    <a:pt x="8728" y="69827"/>
                  </a:moveTo>
                  <a:cubicBezTo>
                    <a:pt x="32820" y="69855"/>
                    <a:pt x="52343" y="89378"/>
                    <a:pt x="52371" y="113469"/>
                  </a:cubicBezTo>
                  <a:cubicBezTo>
                    <a:pt x="52371" y="118290"/>
                    <a:pt x="56278" y="122198"/>
                    <a:pt x="61099" y="122198"/>
                  </a:cubicBezTo>
                  <a:cubicBezTo>
                    <a:pt x="65919" y="122198"/>
                    <a:pt x="69827" y="118290"/>
                    <a:pt x="69827" y="113469"/>
                  </a:cubicBezTo>
                  <a:cubicBezTo>
                    <a:pt x="69855" y="89378"/>
                    <a:pt x="89378" y="69855"/>
                    <a:pt x="113469" y="69827"/>
                  </a:cubicBezTo>
                  <a:cubicBezTo>
                    <a:pt x="118290" y="69827"/>
                    <a:pt x="122198" y="65919"/>
                    <a:pt x="122198" y="61099"/>
                  </a:cubicBezTo>
                  <a:cubicBezTo>
                    <a:pt x="122198" y="56278"/>
                    <a:pt x="118290" y="52371"/>
                    <a:pt x="113469" y="52371"/>
                  </a:cubicBezTo>
                  <a:cubicBezTo>
                    <a:pt x="89378" y="52343"/>
                    <a:pt x="69855" y="32820"/>
                    <a:pt x="69827" y="8728"/>
                  </a:cubicBezTo>
                  <a:cubicBezTo>
                    <a:pt x="69827" y="3908"/>
                    <a:pt x="65919" y="0"/>
                    <a:pt x="61099" y="0"/>
                  </a:cubicBezTo>
                  <a:cubicBezTo>
                    <a:pt x="56278" y="0"/>
                    <a:pt x="52371" y="3908"/>
                    <a:pt x="52371" y="8728"/>
                  </a:cubicBezTo>
                  <a:cubicBezTo>
                    <a:pt x="52343" y="32820"/>
                    <a:pt x="32820" y="52343"/>
                    <a:pt x="8728" y="52371"/>
                  </a:cubicBezTo>
                  <a:cubicBezTo>
                    <a:pt x="3908" y="52371"/>
                    <a:pt x="0" y="56278"/>
                    <a:pt x="0" y="61099"/>
                  </a:cubicBezTo>
                  <a:cubicBezTo>
                    <a:pt x="0" y="65919"/>
                    <a:pt x="3908" y="69827"/>
                    <a:pt x="8728" y="69827"/>
                  </a:cubicBezTo>
                  <a:close/>
                </a:path>
              </a:pathLst>
            </a:custGeom>
            <a:grpFill/>
            <a:ln w="2133"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3AC7679D-2131-46DB-B1BF-75B8EEC004D3}"/>
                </a:ext>
              </a:extLst>
            </p:cNvPr>
            <p:cNvSpPr/>
            <p:nvPr/>
          </p:nvSpPr>
          <p:spPr>
            <a:xfrm>
              <a:off x="7981929" y="3104947"/>
              <a:ext cx="34913" cy="34913"/>
            </a:xfrm>
            <a:custGeom>
              <a:avLst/>
              <a:gdLst>
                <a:gd name="connsiteX0" fmla="*/ 34914 w 34913"/>
                <a:gd name="connsiteY0" fmla="*/ 17457 h 34913"/>
                <a:gd name="connsiteX1" fmla="*/ 17457 w 34913"/>
                <a:gd name="connsiteY1" fmla="*/ 34914 h 34913"/>
                <a:gd name="connsiteX2" fmla="*/ 0 w 34913"/>
                <a:gd name="connsiteY2" fmla="*/ 17457 h 34913"/>
                <a:gd name="connsiteX3" fmla="*/ 17457 w 34913"/>
                <a:gd name="connsiteY3" fmla="*/ 0 h 34913"/>
                <a:gd name="connsiteX4" fmla="*/ 34914 w 34913"/>
                <a:gd name="connsiteY4" fmla="*/ 17457 h 349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13" h="34913">
                  <a:moveTo>
                    <a:pt x="34914" y="17457"/>
                  </a:moveTo>
                  <a:cubicBezTo>
                    <a:pt x="34914" y="27098"/>
                    <a:pt x="27098" y="34914"/>
                    <a:pt x="17457" y="34914"/>
                  </a:cubicBezTo>
                  <a:cubicBezTo>
                    <a:pt x="7816" y="34914"/>
                    <a:pt x="0" y="27098"/>
                    <a:pt x="0" y="17457"/>
                  </a:cubicBezTo>
                  <a:cubicBezTo>
                    <a:pt x="0" y="7816"/>
                    <a:pt x="7816" y="0"/>
                    <a:pt x="17457" y="0"/>
                  </a:cubicBezTo>
                  <a:cubicBezTo>
                    <a:pt x="27098" y="0"/>
                    <a:pt x="34914" y="7816"/>
                    <a:pt x="34914" y="17457"/>
                  </a:cubicBezTo>
                  <a:close/>
                </a:path>
              </a:pathLst>
            </a:custGeom>
            <a:grpFill/>
            <a:ln w="2133"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A28F4DDA-FD2D-411B-8498-A6591896F2C2}"/>
                </a:ext>
              </a:extLst>
            </p:cNvPr>
            <p:cNvSpPr/>
            <p:nvPr/>
          </p:nvSpPr>
          <p:spPr>
            <a:xfrm>
              <a:off x="7685162" y="2965293"/>
              <a:ext cx="34913" cy="34913"/>
            </a:xfrm>
            <a:custGeom>
              <a:avLst/>
              <a:gdLst>
                <a:gd name="connsiteX0" fmla="*/ 34914 w 34913"/>
                <a:gd name="connsiteY0" fmla="*/ 17457 h 34913"/>
                <a:gd name="connsiteX1" fmla="*/ 17457 w 34913"/>
                <a:gd name="connsiteY1" fmla="*/ 34914 h 34913"/>
                <a:gd name="connsiteX2" fmla="*/ 0 w 34913"/>
                <a:gd name="connsiteY2" fmla="*/ 17457 h 34913"/>
                <a:gd name="connsiteX3" fmla="*/ 17457 w 34913"/>
                <a:gd name="connsiteY3" fmla="*/ 0 h 34913"/>
                <a:gd name="connsiteX4" fmla="*/ 34914 w 34913"/>
                <a:gd name="connsiteY4" fmla="*/ 17457 h 349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13" h="34913">
                  <a:moveTo>
                    <a:pt x="34914" y="17457"/>
                  </a:moveTo>
                  <a:cubicBezTo>
                    <a:pt x="34914" y="27098"/>
                    <a:pt x="27098" y="34914"/>
                    <a:pt x="17457" y="34914"/>
                  </a:cubicBezTo>
                  <a:cubicBezTo>
                    <a:pt x="7816" y="34914"/>
                    <a:pt x="0" y="27098"/>
                    <a:pt x="0" y="17457"/>
                  </a:cubicBezTo>
                  <a:cubicBezTo>
                    <a:pt x="0" y="7816"/>
                    <a:pt x="7816" y="0"/>
                    <a:pt x="17457" y="0"/>
                  </a:cubicBezTo>
                  <a:cubicBezTo>
                    <a:pt x="27098" y="0"/>
                    <a:pt x="34914" y="7816"/>
                    <a:pt x="34914" y="17457"/>
                  </a:cubicBezTo>
                  <a:close/>
                </a:path>
              </a:pathLst>
            </a:custGeom>
            <a:grpFill/>
            <a:ln w="2133"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2E5E250E-B5D8-4792-B03F-CFE64A57C62A}"/>
                </a:ext>
              </a:extLst>
            </p:cNvPr>
            <p:cNvSpPr/>
            <p:nvPr/>
          </p:nvSpPr>
          <p:spPr>
            <a:xfrm>
              <a:off x="8034299" y="2947836"/>
              <a:ext cx="34913" cy="34913"/>
            </a:xfrm>
            <a:custGeom>
              <a:avLst/>
              <a:gdLst>
                <a:gd name="connsiteX0" fmla="*/ 34914 w 34913"/>
                <a:gd name="connsiteY0" fmla="*/ 17457 h 34913"/>
                <a:gd name="connsiteX1" fmla="*/ 17457 w 34913"/>
                <a:gd name="connsiteY1" fmla="*/ 34914 h 34913"/>
                <a:gd name="connsiteX2" fmla="*/ 0 w 34913"/>
                <a:gd name="connsiteY2" fmla="*/ 17457 h 34913"/>
                <a:gd name="connsiteX3" fmla="*/ 17457 w 34913"/>
                <a:gd name="connsiteY3" fmla="*/ 0 h 34913"/>
                <a:gd name="connsiteX4" fmla="*/ 34914 w 34913"/>
                <a:gd name="connsiteY4" fmla="*/ 17457 h 349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13" h="34913">
                  <a:moveTo>
                    <a:pt x="34914" y="17457"/>
                  </a:moveTo>
                  <a:cubicBezTo>
                    <a:pt x="34914" y="27098"/>
                    <a:pt x="27098" y="34914"/>
                    <a:pt x="17457" y="34914"/>
                  </a:cubicBezTo>
                  <a:cubicBezTo>
                    <a:pt x="7816" y="34914"/>
                    <a:pt x="0" y="27098"/>
                    <a:pt x="0" y="17457"/>
                  </a:cubicBezTo>
                  <a:cubicBezTo>
                    <a:pt x="0" y="7816"/>
                    <a:pt x="7816" y="0"/>
                    <a:pt x="17457" y="0"/>
                  </a:cubicBezTo>
                  <a:cubicBezTo>
                    <a:pt x="27098" y="0"/>
                    <a:pt x="34914" y="7816"/>
                    <a:pt x="34914" y="17457"/>
                  </a:cubicBezTo>
                  <a:close/>
                </a:path>
              </a:pathLst>
            </a:custGeom>
            <a:grpFill/>
            <a:ln w="2133" cap="flat">
              <a:noFill/>
              <a:prstDash val="solid"/>
              <a:miter/>
            </a:ln>
          </p:spPr>
          <p:txBody>
            <a:bodyPr rtlCol="0" anchor="ctr"/>
            <a:lstStyle/>
            <a:p>
              <a:endParaRPr lang="en-US"/>
            </a:p>
          </p:txBody>
        </p:sp>
      </p:grpSp>
      <p:sp>
        <p:nvSpPr>
          <p:cNvPr id="341" name="Graphic 100">
            <a:extLst>
              <a:ext uri="{FF2B5EF4-FFF2-40B4-BE49-F238E27FC236}">
                <a16:creationId xmlns:a16="http://schemas.microsoft.com/office/drawing/2014/main" id="{D03A0ABC-7051-44FE-A7BE-07062707F601}"/>
              </a:ext>
            </a:extLst>
          </p:cNvPr>
          <p:cNvSpPr>
            <a:spLocks noChangeAspect="1"/>
          </p:cNvSpPr>
          <p:nvPr/>
        </p:nvSpPr>
        <p:spPr>
          <a:xfrm>
            <a:off x="6745531" y="2715878"/>
            <a:ext cx="365619" cy="365760"/>
          </a:xfrm>
          <a:custGeom>
            <a:avLst/>
            <a:gdLst>
              <a:gd name="connsiteX0" fmla="*/ 449216 w 455433"/>
              <a:gd name="connsiteY0" fmla="*/ 194797 h 455609"/>
              <a:gd name="connsiteX1" fmla="*/ 435389 w 455433"/>
              <a:gd name="connsiteY1" fmla="*/ 205413 h 455609"/>
              <a:gd name="connsiteX2" fmla="*/ 424571 w 455433"/>
              <a:gd name="connsiteY2" fmla="*/ 201191 h 455609"/>
              <a:gd name="connsiteX3" fmla="*/ 428492 w 455433"/>
              <a:gd name="connsiteY3" fmla="*/ 189541 h 455609"/>
              <a:gd name="connsiteX4" fmla="*/ 443132 w 455433"/>
              <a:gd name="connsiteY4" fmla="*/ 175054 h 455609"/>
              <a:gd name="connsiteX5" fmla="*/ 436328 w 455433"/>
              <a:gd name="connsiteY5" fmla="*/ 131379 h 455609"/>
              <a:gd name="connsiteX6" fmla="*/ 395234 w 455433"/>
              <a:gd name="connsiteY6" fmla="*/ 129769 h 455609"/>
              <a:gd name="connsiteX7" fmla="*/ 387159 w 455433"/>
              <a:gd name="connsiteY7" fmla="*/ 130817 h 455609"/>
              <a:gd name="connsiteX8" fmla="*/ 382279 w 455433"/>
              <a:gd name="connsiteY8" fmla="*/ 123809 h 455609"/>
              <a:gd name="connsiteX9" fmla="*/ 385474 w 455433"/>
              <a:gd name="connsiteY9" fmla="*/ 115754 h 455609"/>
              <a:gd name="connsiteX10" fmla="*/ 405287 w 455433"/>
              <a:gd name="connsiteY10" fmla="*/ 106321 h 455609"/>
              <a:gd name="connsiteX11" fmla="*/ 317153 w 455433"/>
              <a:gd name="connsiteY11" fmla="*/ 26411 h 455609"/>
              <a:gd name="connsiteX12" fmla="*/ 316421 w 455433"/>
              <a:gd name="connsiteY12" fmla="*/ 26411 h 455609"/>
              <a:gd name="connsiteX13" fmla="*/ 317153 w 455433"/>
              <a:gd name="connsiteY13" fmla="*/ 35170 h 455609"/>
              <a:gd name="connsiteX14" fmla="*/ 309332 w 455433"/>
              <a:gd name="connsiteY14" fmla="*/ 44267 h 455609"/>
              <a:gd name="connsiteX15" fmla="*/ 300886 w 455433"/>
              <a:gd name="connsiteY15" fmla="*/ 35845 h 455609"/>
              <a:gd name="connsiteX16" fmla="*/ 283090 w 455433"/>
              <a:gd name="connsiteY16" fmla="*/ 3638 h 455609"/>
              <a:gd name="connsiteX17" fmla="*/ 251336 w 455433"/>
              <a:gd name="connsiteY17" fmla="*/ 5289 h 455609"/>
              <a:gd name="connsiteX18" fmla="*/ 235818 w 455433"/>
              <a:gd name="connsiteY18" fmla="*/ 35170 h 455609"/>
              <a:gd name="connsiteX19" fmla="*/ 227684 w 455433"/>
              <a:gd name="connsiteY19" fmla="*/ 43930 h 455609"/>
              <a:gd name="connsiteX20" fmla="*/ 219551 w 455433"/>
              <a:gd name="connsiteY20" fmla="*/ 35170 h 455609"/>
              <a:gd name="connsiteX21" fmla="*/ 223561 w 455433"/>
              <a:gd name="connsiteY21" fmla="*/ 14368 h 455609"/>
              <a:gd name="connsiteX22" fmla="*/ 182950 w 455433"/>
              <a:gd name="connsiteY22" fmla="*/ 134 h 455609"/>
              <a:gd name="connsiteX23" fmla="*/ 123397 w 455433"/>
              <a:gd name="connsiteY23" fmla="*/ 36598 h 455609"/>
              <a:gd name="connsiteX24" fmla="*/ 116077 w 455433"/>
              <a:gd name="connsiteY24" fmla="*/ 55605 h 455609"/>
              <a:gd name="connsiteX25" fmla="*/ 110358 w 455433"/>
              <a:gd name="connsiteY25" fmla="*/ 61840 h 455609"/>
              <a:gd name="connsiteX26" fmla="*/ 102485 w 455433"/>
              <a:gd name="connsiteY26" fmla="*/ 59624 h 455609"/>
              <a:gd name="connsiteX27" fmla="*/ 100331 w 455433"/>
              <a:gd name="connsiteY27" fmla="*/ 51173 h 455609"/>
              <a:gd name="connsiteX28" fmla="*/ 105113 w 455433"/>
              <a:gd name="connsiteY28" fmla="*/ 36922 h 455609"/>
              <a:gd name="connsiteX29" fmla="*/ 93482 w 455433"/>
              <a:gd name="connsiteY29" fmla="*/ 35170 h 455609"/>
              <a:gd name="connsiteX30" fmla="*/ 48952 w 455433"/>
              <a:gd name="connsiteY30" fmla="*/ 78966 h 455609"/>
              <a:gd name="connsiteX31" fmla="*/ 87789 w 455433"/>
              <a:gd name="connsiteY31" fmla="*/ 100093 h 455609"/>
              <a:gd name="connsiteX32" fmla="*/ 86162 w 455433"/>
              <a:gd name="connsiteY32" fmla="*/ 112356 h 455609"/>
              <a:gd name="connsiteX33" fmla="*/ 74775 w 455433"/>
              <a:gd name="connsiteY33" fmla="*/ 110604 h 455609"/>
              <a:gd name="connsiteX34" fmla="*/ 48748 w 455433"/>
              <a:gd name="connsiteY34" fmla="*/ 96484 h 455609"/>
              <a:gd name="connsiteX35" fmla="*/ 17415 w 455433"/>
              <a:gd name="connsiteY35" fmla="*/ 122171 h 455609"/>
              <a:gd name="connsiteX36" fmla="*/ 32018 w 455433"/>
              <a:gd name="connsiteY36" fmla="*/ 161556 h 455609"/>
              <a:gd name="connsiteX37" fmla="*/ 34807 w 455433"/>
              <a:gd name="connsiteY37" fmla="*/ 173573 h 455609"/>
              <a:gd name="connsiteX38" fmla="*/ 23648 w 455433"/>
              <a:gd name="connsiteY38" fmla="*/ 176578 h 455609"/>
              <a:gd name="connsiteX39" fmla="*/ 9870 w 455433"/>
              <a:gd name="connsiteY39" fmla="*/ 163054 h 455609"/>
              <a:gd name="connsiteX40" fmla="*/ 18721 w 455433"/>
              <a:gd name="connsiteY40" fmla="*/ 263436 h 455609"/>
              <a:gd name="connsiteX41" fmla="*/ 107724 w 455433"/>
              <a:gd name="connsiteY41" fmla="*/ 294747 h 455609"/>
              <a:gd name="connsiteX42" fmla="*/ 105682 w 455433"/>
              <a:gd name="connsiteY42" fmla="*/ 276046 h 455609"/>
              <a:gd name="connsiteX43" fmla="*/ 105959 w 455433"/>
              <a:gd name="connsiteY43" fmla="*/ 271667 h 455609"/>
              <a:gd name="connsiteX44" fmla="*/ 105682 w 455433"/>
              <a:gd name="connsiteY44" fmla="*/ 271667 h 455609"/>
              <a:gd name="connsiteX45" fmla="*/ 65015 w 455433"/>
              <a:gd name="connsiteY45" fmla="*/ 227871 h 455609"/>
              <a:gd name="connsiteX46" fmla="*/ 73149 w 455433"/>
              <a:gd name="connsiteY46" fmla="*/ 218937 h 455609"/>
              <a:gd name="connsiteX47" fmla="*/ 78883 w 455433"/>
              <a:gd name="connsiteY47" fmla="*/ 221396 h 455609"/>
              <a:gd name="connsiteX48" fmla="*/ 81282 w 455433"/>
              <a:gd name="connsiteY48" fmla="*/ 227521 h 455609"/>
              <a:gd name="connsiteX49" fmla="*/ 81282 w 455433"/>
              <a:gd name="connsiteY49" fmla="*/ 227871 h 455609"/>
              <a:gd name="connsiteX50" fmla="*/ 89413 w 455433"/>
              <a:gd name="connsiteY50" fmla="*/ 247459 h 455609"/>
              <a:gd name="connsiteX51" fmla="*/ 108391 w 455433"/>
              <a:gd name="connsiteY51" fmla="*/ 253991 h 455609"/>
              <a:gd name="connsiteX52" fmla="*/ 108464 w 455433"/>
              <a:gd name="connsiteY52" fmla="*/ 253929 h 455609"/>
              <a:gd name="connsiteX53" fmla="*/ 116687 w 455433"/>
              <a:gd name="connsiteY53" fmla="*/ 233223 h 455609"/>
              <a:gd name="connsiteX54" fmla="*/ 127850 w 455433"/>
              <a:gd name="connsiteY54" fmla="*/ 230232 h 455609"/>
              <a:gd name="connsiteX55" fmla="*/ 130628 w 455433"/>
              <a:gd name="connsiteY55" fmla="*/ 242253 h 455609"/>
              <a:gd name="connsiteX56" fmla="*/ 125325 w 455433"/>
              <a:gd name="connsiteY56" fmla="*/ 297436 h 455609"/>
              <a:gd name="connsiteX57" fmla="*/ 125325 w 455433"/>
              <a:gd name="connsiteY57" fmla="*/ 297488 h 455609"/>
              <a:gd name="connsiteX58" fmla="*/ 171470 w 455433"/>
              <a:gd name="connsiteY58" fmla="*/ 340611 h 455609"/>
              <a:gd name="connsiteX59" fmla="*/ 229165 w 455433"/>
              <a:gd name="connsiteY59" fmla="*/ 318966 h 455609"/>
              <a:gd name="connsiteX60" fmla="*/ 238274 w 455433"/>
              <a:gd name="connsiteY60" fmla="*/ 316531 h 455609"/>
              <a:gd name="connsiteX61" fmla="*/ 283952 w 455433"/>
              <a:gd name="connsiteY61" fmla="*/ 323941 h 455609"/>
              <a:gd name="connsiteX62" fmla="*/ 307596 w 455433"/>
              <a:gd name="connsiteY62" fmla="*/ 319264 h 455609"/>
              <a:gd name="connsiteX63" fmla="*/ 317759 w 455433"/>
              <a:gd name="connsiteY63" fmla="*/ 325067 h 455609"/>
              <a:gd name="connsiteX64" fmla="*/ 312370 w 455433"/>
              <a:gd name="connsiteY64" fmla="*/ 336011 h 455609"/>
              <a:gd name="connsiteX65" fmla="*/ 285253 w 455433"/>
              <a:gd name="connsiteY65" fmla="*/ 341407 h 455609"/>
              <a:gd name="connsiteX66" fmla="*/ 284814 w 455433"/>
              <a:gd name="connsiteY66" fmla="*/ 341407 h 455609"/>
              <a:gd name="connsiteX67" fmla="*/ 335990 w 455433"/>
              <a:gd name="connsiteY67" fmla="*/ 394758 h 455609"/>
              <a:gd name="connsiteX68" fmla="*/ 388093 w 455433"/>
              <a:gd name="connsiteY68" fmla="*/ 449477 h 455609"/>
              <a:gd name="connsiteX69" fmla="*/ 395868 w 455433"/>
              <a:gd name="connsiteY69" fmla="*/ 455608 h 455609"/>
              <a:gd name="connsiteX70" fmla="*/ 405628 w 455433"/>
              <a:gd name="connsiteY70" fmla="*/ 455608 h 455609"/>
              <a:gd name="connsiteX71" fmla="*/ 411687 w 455433"/>
              <a:gd name="connsiteY71" fmla="*/ 452741 h 455609"/>
              <a:gd name="connsiteX72" fmla="*/ 413762 w 455433"/>
              <a:gd name="connsiteY72" fmla="*/ 445973 h 455609"/>
              <a:gd name="connsiteX73" fmla="*/ 385018 w 455433"/>
              <a:gd name="connsiteY73" fmla="*/ 361395 h 455609"/>
              <a:gd name="connsiteX74" fmla="*/ 367076 w 455433"/>
              <a:gd name="connsiteY74" fmla="*/ 366361 h 455609"/>
              <a:gd name="connsiteX75" fmla="*/ 365774 w 455433"/>
              <a:gd name="connsiteY75" fmla="*/ 366475 h 455609"/>
              <a:gd name="connsiteX76" fmla="*/ 357645 w 455433"/>
              <a:gd name="connsiteY76" fmla="*/ 358406 h 455609"/>
              <a:gd name="connsiteX77" fmla="*/ 364497 w 455433"/>
              <a:gd name="connsiteY77" fmla="*/ 349062 h 455609"/>
              <a:gd name="connsiteX78" fmla="*/ 429671 w 455433"/>
              <a:gd name="connsiteY78" fmla="*/ 297331 h 455609"/>
              <a:gd name="connsiteX79" fmla="*/ 359422 w 455433"/>
              <a:gd name="connsiteY79" fmla="*/ 297532 h 455609"/>
              <a:gd name="connsiteX80" fmla="*/ 342513 w 455433"/>
              <a:gd name="connsiteY80" fmla="*/ 284945 h 455609"/>
              <a:gd name="connsiteX81" fmla="*/ 288962 w 455433"/>
              <a:gd name="connsiteY81" fmla="*/ 264940 h 455609"/>
              <a:gd name="connsiteX82" fmla="*/ 292573 w 455433"/>
              <a:gd name="connsiteY82" fmla="*/ 253167 h 455609"/>
              <a:gd name="connsiteX83" fmla="*/ 303505 w 455433"/>
              <a:gd name="connsiteY83" fmla="*/ 257056 h 455609"/>
              <a:gd name="connsiteX84" fmla="*/ 336246 w 455433"/>
              <a:gd name="connsiteY84" fmla="*/ 268824 h 455609"/>
              <a:gd name="connsiteX85" fmla="*/ 347173 w 455433"/>
              <a:gd name="connsiteY85" fmla="*/ 233564 h 455609"/>
              <a:gd name="connsiteX86" fmla="*/ 347639 w 455433"/>
              <a:gd name="connsiteY86" fmla="*/ 224812 h 455609"/>
              <a:gd name="connsiteX87" fmla="*/ 354910 w 455433"/>
              <a:gd name="connsiteY87" fmla="*/ 220870 h 455609"/>
              <a:gd name="connsiteX88" fmla="*/ 361716 w 455433"/>
              <a:gd name="connsiteY88" fmla="*/ 225681 h 455609"/>
              <a:gd name="connsiteX89" fmla="*/ 355957 w 455433"/>
              <a:gd name="connsiteY89" fmla="*/ 274040 h 455609"/>
              <a:gd name="connsiteX90" fmla="*/ 366799 w 455433"/>
              <a:gd name="connsiteY90" fmla="*/ 281845 h 455609"/>
              <a:gd name="connsiteX91" fmla="*/ 394420 w 455433"/>
              <a:gd name="connsiteY91" fmla="*/ 289185 h 455609"/>
              <a:gd name="connsiteX92" fmla="*/ 439569 w 455433"/>
              <a:gd name="connsiteY92" fmla="*/ 267602 h 455609"/>
              <a:gd name="connsiteX93" fmla="*/ 439756 w 455433"/>
              <a:gd name="connsiteY93" fmla="*/ 267392 h 455609"/>
              <a:gd name="connsiteX94" fmla="*/ 450184 w 455433"/>
              <a:gd name="connsiteY94" fmla="*/ 250645 h 455609"/>
              <a:gd name="connsiteX95" fmla="*/ 449216 w 455433"/>
              <a:gd name="connsiteY95" fmla="*/ 194797 h 455609"/>
              <a:gd name="connsiteX96" fmla="*/ 300886 w 455433"/>
              <a:gd name="connsiteY96" fmla="*/ 166557 h 455609"/>
              <a:gd name="connsiteX97" fmla="*/ 276485 w 455433"/>
              <a:gd name="connsiteY97" fmla="*/ 166557 h 455609"/>
              <a:gd name="connsiteX98" fmla="*/ 268669 w 455433"/>
              <a:gd name="connsiteY98" fmla="*/ 160207 h 455609"/>
              <a:gd name="connsiteX99" fmla="*/ 260983 w 455433"/>
              <a:gd name="connsiteY99" fmla="*/ 131240 h 455609"/>
              <a:gd name="connsiteX100" fmla="*/ 235606 w 455433"/>
              <a:gd name="connsiteY100" fmla="*/ 247395 h 455609"/>
              <a:gd name="connsiteX101" fmla="*/ 227684 w 455433"/>
              <a:gd name="connsiteY101" fmla="*/ 254148 h 455609"/>
              <a:gd name="connsiteX102" fmla="*/ 227546 w 455433"/>
              <a:gd name="connsiteY102" fmla="*/ 254148 h 455609"/>
              <a:gd name="connsiteX103" fmla="*/ 219714 w 455433"/>
              <a:gd name="connsiteY103" fmla="*/ 247141 h 455609"/>
              <a:gd name="connsiteX104" fmla="*/ 195151 w 455433"/>
              <a:gd name="connsiteY104" fmla="*/ 114878 h 455609"/>
              <a:gd name="connsiteX105" fmla="*/ 186854 w 455433"/>
              <a:gd name="connsiteY105" fmla="*/ 159550 h 455609"/>
              <a:gd name="connsiteX106" fmla="*/ 178884 w 455433"/>
              <a:gd name="connsiteY106" fmla="*/ 166557 h 455609"/>
              <a:gd name="connsiteX107" fmla="*/ 121949 w 455433"/>
              <a:gd name="connsiteY107" fmla="*/ 166557 h 455609"/>
              <a:gd name="connsiteX108" fmla="*/ 113816 w 455433"/>
              <a:gd name="connsiteY108" fmla="*/ 157798 h 455609"/>
              <a:gd name="connsiteX109" fmla="*/ 121949 w 455433"/>
              <a:gd name="connsiteY109" fmla="*/ 149039 h 455609"/>
              <a:gd name="connsiteX110" fmla="*/ 172214 w 455433"/>
              <a:gd name="connsiteY110" fmla="*/ 149039 h 455609"/>
              <a:gd name="connsiteX111" fmla="*/ 187180 w 455433"/>
              <a:gd name="connsiteY111" fmla="*/ 68455 h 455609"/>
              <a:gd name="connsiteX112" fmla="*/ 195151 w 455433"/>
              <a:gd name="connsiteY112" fmla="*/ 61439 h 455609"/>
              <a:gd name="connsiteX113" fmla="*/ 203121 w 455433"/>
              <a:gd name="connsiteY113" fmla="*/ 68455 h 455609"/>
              <a:gd name="connsiteX114" fmla="*/ 228335 w 455433"/>
              <a:gd name="connsiteY114" fmla="*/ 204160 h 455609"/>
              <a:gd name="connsiteX115" fmla="*/ 252304 w 455433"/>
              <a:gd name="connsiteY115" fmla="*/ 94443 h 455609"/>
              <a:gd name="connsiteX116" fmla="*/ 260031 w 455433"/>
              <a:gd name="connsiteY116" fmla="*/ 87725 h 455609"/>
              <a:gd name="connsiteX117" fmla="*/ 268035 w 455433"/>
              <a:gd name="connsiteY117" fmla="*/ 94076 h 455609"/>
              <a:gd name="connsiteX118" fmla="*/ 282618 w 455433"/>
              <a:gd name="connsiteY118" fmla="*/ 149039 h 455609"/>
              <a:gd name="connsiteX119" fmla="*/ 300886 w 455433"/>
              <a:gd name="connsiteY119" fmla="*/ 149039 h 455609"/>
              <a:gd name="connsiteX120" fmla="*/ 309019 w 455433"/>
              <a:gd name="connsiteY120" fmla="*/ 157798 h 455609"/>
              <a:gd name="connsiteX121" fmla="*/ 300886 w 455433"/>
              <a:gd name="connsiteY121" fmla="*/ 166557 h 455609"/>
              <a:gd name="connsiteX122" fmla="*/ 349686 w 455433"/>
              <a:gd name="connsiteY122" fmla="*/ 166557 h 455609"/>
              <a:gd name="connsiteX123" fmla="*/ 333419 w 455433"/>
              <a:gd name="connsiteY123" fmla="*/ 166557 h 455609"/>
              <a:gd name="connsiteX124" fmla="*/ 325286 w 455433"/>
              <a:gd name="connsiteY124" fmla="*/ 157798 h 455609"/>
              <a:gd name="connsiteX125" fmla="*/ 333419 w 455433"/>
              <a:gd name="connsiteY125" fmla="*/ 149039 h 455609"/>
              <a:gd name="connsiteX126" fmla="*/ 349686 w 455433"/>
              <a:gd name="connsiteY126" fmla="*/ 149039 h 455609"/>
              <a:gd name="connsiteX127" fmla="*/ 357820 w 455433"/>
              <a:gd name="connsiteY127" fmla="*/ 157798 h 455609"/>
              <a:gd name="connsiteX128" fmla="*/ 349686 w 455433"/>
              <a:gd name="connsiteY128" fmla="*/ 166557 h 455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455433" h="455609">
                <a:moveTo>
                  <a:pt x="449216" y="194797"/>
                </a:moveTo>
                <a:cubicBezTo>
                  <a:pt x="445215" y="199175"/>
                  <a:pt x="440536" y="202767"/>
                  <a:pt x="435389" y="205413"/>
                </a:cubicBezTo>
                <a:cubicBezTo>
                  <a:pt x="431319" y="207464"/>
                  <a:pt x="426476" y="205574"/>
                  <a:pt x="424571" y="201191"/>
                </a:cubicBezTo>
                <a:cubicBezTo>
                  <a:pt x="422667" y="196808"/>
                  <a:pt x="424422" y="191592"/>
                  <a:pt x="428492" y="189541"/>
                </a:cubicBezTo>
                <a:cubicBezTo>
                  <a:pt x="434640" y="186451"/>
                  <a:pt x="439753" y="181391"/>
                  <a:pt x="443132" y="175054"/>
                </a:cubicBezTo>
                <a:cubicBezTo>
                  <a:pt x="450778" y="160602"/>
                  <a:pt x="447935" y="142353"/>
                  <a:pt x="436328" y="131379"/>
                </a:cubicBezTo>
                <a:cubicBezTo>
                  <a:pt x="424722" y="120406"/>
                  <a:pt x="407550" y="119733"/>
                  <a:pt x="395234" y="129769"/>
                </a:cubicBezTo>
                <a:cubicBezTo>
                  <a:pt x="392909" y="131647"/>
                  <a:pt x="389831" y="132046"/>
                  <a:pt x="387159" y="130817"/>
                </a:cubicBezTo>
                <a:cubicBezTo>
                  <a:pt x="384487" y="129587"/>
                  <a:pt x="382626" y="126916"/>
                  <a:pt x="382279" y="123809"/>
                </a:cubicBezTo>
                <a:cubicBezTo>
                  <a:pt x="381931" y="120702"/>
                  <a:pt x="383149" y="117632"/>
                  <a:pt x="385474" y="115754"/>
                </a:cubicBezTo>
                <a:cubicBezTo>
                  <a:pt x="391331" y="111037"/>
                  <a:pt x="398105" y="107811"/>
                  <a:pt x="405287" y="106321"/>
                </a:cubicBezTo>
                <a:cubicBezTo>
                  <a:pt x="397658" y="60274"/>
                  <a:pt x="360585" y="26660"/>
                  <a:pt x="317153" y="26411"/>
                </a:cubicBezTo>
                <a:cubicBezTo>
                  <a:pt x="316917" y="26411"/>
                  <a:pt x="316656" y="26411"/>
                  <a:pt x="316421" y="26411"/>
                </a:cubicBezTo>
                <a:cubicBezTo>
                  <a:pt x="316894" y="29304"/>
                  <a:pt x="317139" y="32234"/>
                  <a:pt x="317153" y="35170"/>
                </a:cubicBezTo>
                <a:cubicBezTo>
                  <a:pt x="317326" y="40008"/>
                  <a:pt x="313824" y="44081"/>
                  <a:pt x="309332" y="44267"/>
                </a:cubicBezTo>
                <a:cubicBezTo>
                  <a:pt x="304840" y="44453"/>
                  <a:pt x="301059" y="40682"/>
                  <a:pt x="300886" y="35845"/>
                </a:cubicBezTo>
                <a:cubicBezTo>
                  <a:pt x="300924" y="22396"/>
                  <a:pt x="294084" y="10016"/>
                  <a:pt x="283090" y="3638"/>
                </a:cubicBezTo>
                <a:cubicBezTo>
                  <a:pt x="272949" y="-1746"/>
                  <a:pt x="260947" y="-1122"/>
                  <a:pt x="251336" y="5289"/>
                </a:cubicBezTo>
                <a:cubicBezTo>
                  <a:pt x="241724" y="11701"/>
                  <a:pt x="235859" y="22995"/>
                  <a:pt x="235818" y="35170"/>
                </a:cubicBezTo>
                <a:cubicBezTo>
                  <a:pt x="235818" y="40008"/>
                  <a:pt x="232176" y="43930"/>
                  <a:pt x="227684" y="43930"/>
                </a:cubicBezTo>
                <a:cubicBezTo>
                  <a:pt x="223192" y="43930"/>
                  <a:pt x="219551" y="40008"/>
                  <a:pt x="219551" y="35170"/>
                </a:cubicBezTo>
                <a:cubicBezTo>
                  <a:pt x="219548" y="28013"/>
                  <a:pt x="220913" y="20932"/>
                  <a:pt x="223561" y="14368"/>
                </a:cubicBezTo>
                <a:cubicBezTo>
                  <a:pt x="211766" y="5109"/>
                  <a:pt x="197546" y="125"/>
                  <a:pt x="182950" y="134"/>
                </a:cubicBezTo>
                <a:cubicBezTo>
                  <a:pt x="158541" y="225"/>
                  <a:pt x="135953" y="14056"/>
                  <a:pt x="123397" y="36598"/>
                </a:cubicBezTo>
                <a:cubicBezTo>
                  <a:pt x="120149" y="42537"/>
                  <a:pt x="117685" y="48934"/>
                  <a:pt x="116077" y="55605"/>
                </a:cubicBezTo>
                <a:cubicBezTo>
                  <a:pt x="115342" y="58635"/>
                  <a:pt x="113162" y="61011"/>
                  <a:pt x="110358" y="61840"/>
                </a:cubicBezTo>
                <a:cubicBezTo>
                  <a:pt x="107555" y="62669"/>
                  <a:pt x="104554" y="61825"/>
                  <a:pt x="102485" y="59624"/>
                </a:cubicBezTo>
                <a:cubicBezTo>
                  <a:pt x="100417" y="57424"/>
                  <a:pt x="99595" y="54203"/>
                  <a:pt x="100331" y="51173"/>
                </a:cubicBezTo>
                <a:cubicBezTo>
                  <a:pt x="101559" y="46290"/>
                  <a:pt x="103158" y="41523"/>
                  <a:pt x="105113" y="36922"/>
                </a:cubicBezTo>
                <a:cubicBezTo>
                  <a:pt x="101326" y="35785"/>
                  <a:pt x="97414" y="35196"/>
                  <a:pt x="93482" y="35170"/>
                </a:cubicBezTo>
                <a:cubicBezTo>
                  <a:pt x="70368" y="35205"/>
                  <a:pt x="51076" y="54179"/>
                  <a:pt x="48952" y="78966"/>
                </a:cubicBezTo>
                <a:cubicBezTo>
                  <a:pt x="64276" y="78975"/>
                  <a:pt x="78688" y="86815"/>
                  <a:pt x="87789" y="100093"/>
                </a:cubicBezTo>
                <a:cubicBezTo>
                  <a:pt x="90484" y="103963"/>
                  <a:pt x="89756" y="109453"/>
                  <a:pt x="86162" y="112356"/>
                </a:cubicBezTo>
                <a:cubicBezTo>
                  <a:pt x="82569" y="115258"/>
                  <a:pt x="77471" y="114474"/>
                  <a:pt x="74775" y="110604"/>
                </a:cubicBezTo>
                <a:cubicBezTo>
                  <a:pt x="68687" y="101697"/>
                  <a:pt x="59018" y="96452"/>
                  <a:pt x="48748" y="96484"/>
                </a:cubicBezTo>
                <a:cubicBezTo>
                  <a:pt x="34132" y="96495"/>
                  <a:pt x="21316" y="107001"/>
                  <a:pt x="17415" y="122171"/>
                </a:cubicBezTo>
                <a:cubicBezTo>
                  <a:pt x="13515" y="137341"/>
                  <a:pt x="19488" y="153451"/>
                  <a:pt x="32018" y="161556"/>
                </a:cubicBezTo>
                <a:cubicBezTo>
                  <a:pt x="35870" y="164045"/>
                  <a:pt x="37119" y="169425"/>
                  <a:pt x="34807" y="173573"/>
                </a:cubicBezTo>
                <a:cubicBezTo>
                  <a:pt x="32496" y="177721"/>
                  <a:pt x="27500" y="179067"/>
                  <a:pt x="23648" y="176578"/>
                </a:cubicBezTo>
                <a:cubicBezTo>
                  <a:pt x="18289" y="173068"/>
                  <a:pt x="13611" y="168476"/>
                  <a:pt x="9870" y="163054"/>
                </a:cubicBezTo>
                <a:cubicBezTo>
                  <a:pt x="-5993" y="195429"/>
                  <a:pt x="-2516" y="234854"/>
                  <a:pt x="18721" y="263436"/>
                </a:cubicBezTo>
                <a:cubicBezTo>
                  <a:pt x="39959" y="292018"/>
                  <a:pt x="74914" y="304315"/>
                  <a:pt x="107724" y="294747"/>
                </a:cubicBezTo>
                <a:cubicBezTo>
                  <a:pt x="106385" y="288617"/>
                  <a:pt x="105700" y="282343"/>
                  <a:pt x="105682" y="276046"/>
                </a:cubicBezTo>
                <a:cubicBezTo>
                  <a:pt x="105682" y="274566"/>
                  <a:pt x="105886" y="273112"/>
                  <a:pt x="105959" y="271667"/>
                </a:cubicBezTo>
                <a:lnTo>
                  <a:pt x="105682" y="271667"/>
                </a:lnTo>
                <a:cubicBezTo>
                  <a:pt x="83234" y="271638"/>
                  <a:pt x="65042" y="252047"/>
                  <a:pt x="65015" y="227871"/>
                </a:cubicBezTo>
                <a:cubicBezTo>
                  <a:pt x="65006" y="223001"/>
                  <a:pt x="68627" y="219023"/>
                  <a:pt x="73149" y="218937"/>
                </a:cubicBezTo>
                <a:cubicBezTo>
                  <a:pt x="75289" y="218897"/>
                  <a:pt x="77354" y="219783"/>
                  <a:pt x="78883" y="221396"/>
                </a:cubicBezTo>
                <a:cubicBezTo>
                  <a:pt x="80412" y="223009"/>
                  <a:pt x="81276" y="225216"/>
                  <a:pt x="81282" y="227521"/>
                </a:cubicBezTo>
                <a:lnTo>
                  <a:pt x="81282" y="227871"/>
                </a:lnTo>
                <a:cubicBezTo>
                  <a:pt x="81281" y="235349"/>
                  <a:pt x="84238" y="242473"/>
                  <a:pt x="89413" y="247459"/>
                </a:cubicBezTo>
                <a:cubicBezTo>
                  <a:pt x="94588" y="252445"/>
                  <a:pt x="101490" y="254821"/>
                  <a:pt x="108391" y="253991"/>
                </a:cubicBezTo>
                <a:lnTo>
                  <a:pt x="108464" y="253929"/>
                </a:lnTo>
                <a:cubicBezTo>
                  <a:pt x="110316" y="246656"/>
                  <a:pt x="113083" y="239689"/>
                  <a:pt x="116687" y="233223"/>
                </a:cubicBezTo>
                <a:cubicBezTo>
                  <a:pt x="119003" y="229077"/>
                  <a:pt x="124001" y="227738"/>
                  <a:pt x="127850" y="230232"/>
                </a:cubicBezTo>
                <a:cubicBezTo>
                  <a:pt x="131700" y="232725"/>
                  <a:pt x="132943" y="238108"/>
                  <a:pt x="130628" y="242253"/>
                </a:cubicBezTo>
                <a:cubicBezTo>
                  <a:pt x="121332" y="258884"/>
                  <a:pt x="119388" y="279107"/>
                  <a:pt x="125325" y="297436"/>
                </a:cubicBezTo>
                <a:lnTo>
                  <a:pt x="125325" y="297488"/>
                </a:lnTo>
                <a:cubicBezTo>
                  <a:pt x="132424" y="319726"/>
                  <a:pt x="150026" y="336175"/>
                  <a:pt x="171470" y="340611"/>
                </a:cubicBezTo>
                <a:cubicBezTo>
                  <a:pt x="192913" y="345046"/>
                  <a:pt x="214921" y="336789"/>
                  <a:pt x="229165" y="318966"/>
                </a:cubicBezTo>
                <a:cubicBezTo>
                  <a:pt x="231530" y="316366"/>
                  <a:pt x="235054" y="315424"/>
                  <a:pt x="238274" y="316531"/>
                </a:cubicBezTo>
                <a:cubicBezTo>
                  <a:pt x="252778" y="322712"/>
                  <a:pt x="268401" y="325247"/>
                  <a:pt x="283952" y="323941"/>
                </a:cubicBezTo>
                <a:cubicBezTo>
                  <a:pt x="291974" y="323364"/>
                  <a:pt x="299907" y="321794"/>
                  <a:pt x="307596" y="319264"/>
                </a:cubicBezTo>
                <a:cubicBezTo>
                  <a:pt x="311890" y="317844"/>
                  <a:pt x="316440" y="320442"/>
                  <a:pt x="317759" y="325067"/>
                </a:cubicBezTo>
                <a:cubicBezTo>
                  <a:pt x="319077" y="329691"/>
                  <a:pt x="316664" y="334591"/>
                  <a:pt x="312370" y="336011"/>
                </a:cubicBezTo>
                <a:cubicBezTo>
                  <a:pt x="303551" y="338914"/>
                  <a:pt x="294453" y="340725"/>
                  <a:pt x="285253" y="341407"/>
                </a:cubicBezTo>
                <a:cubicBezTo>
                  <a:pt x="285115" y="341407"/>
                  <a:pt x="284952" y="341407"/>
                  <a:pt x="284814" y="341407"/>
                </a:cubicBezTo>
                <a:cubicBezTo>
                  <a:pt x="285993" y="366029"/>
                  <a:pt x="294045" y="379702"/>
                  <a:pt x="335990" y="394758"/>
                </a:cubicBezTo>
                <a:cubicBezTo>
                  <a:pt x="360934" y="402145"/>
                  <a:pt x="380609" y="422808"/>
                  <a:pt x="388093" y="449477"/>
                </a:cubicBezTo>
                <a:cubicBezTo>
                  <a:pt x="389130" y="453155"/>
                  <a:pt x="392299" y="455653"/>
                  <a:pt x="395868" y="455608"/>
                </a:cubicBezTo>
                <a:lnTo>
                  <a:pt x="405628" y="455608"/>
                </a:lnTo>
                <a:cubicBezTo>
                  <a:pt x="407934" y="455620"/>
                  <a:pt x="410136" y="454578"/>
                  <a:pt x="411687" y="452741"/>
                </a:cubicBezTo>
                <a:cubicBezTo>
                  <a:pt x="413238" y="450904"/>
                  <a:pt x="413992" y="448444"/>
                  <a:pt x="413762" y="445973"/>
                </a:cubicBezTo>
                <a:cubicBezTo>
                  <a:pt x="411590" y="422884"/>
                  <a:pt x="404978" y="383993"/>
                  <a:pt x="385018" y="361395"/>
                </a:cubicBezTo>
                <a:cubicBezTo>
                  <a:pt x="379187" y="363623"/>
                  <a:pt x="373182" y="365285"/>
                  <a:pt x="367076" y="366361"/>
                </a:cubicBezTo>
                <a:cubicBezTo>
                  <a:pt x="366646" y="366438"/>
                  <a:pt x="366210" y="366477"/>
                  <a:pt x="365774" y="366475"/>
                </a:cubicBezTo>
                <a:cubicBezTo>
                  <a:pt x="361523" y="366487"/>
                  <a:pt x="357980" y="362970"/>
                  <a:pt x="357645" y="358406"/>
                </a:cubicBezTo>
                <a:cubicBezTo>
                  <a:pt x="357311" y="353841"/>
                  <a:pt x="360297" y="349769"/>
                  <a:pt x="364497" y="349062"/>
                </a:cubicBezTo>
                <a:cubicBezTo>
                  <a:pt x="392684" y="344113"/>
                  <a:pt x="416939" y="324861"/>
                  <a:pt x="429671" y="297331"/>
                </a:cubicBezTo>
                <a:cubicBezTo>
                  <a:pt x="407679" y="309698"/>
                  <a:pt x="381475" y="309773"/>
                  <a:pt x="359422" y="297532"/>
                </a:cubicBezTo>
                <a:cubicBezTo>
                  <a:pt x="353269" y="294205"/>
                  <a:pt x="347578" y="289968"/>
                  <a:pt x="342513" y="284945"/>
                </a:cubicBezTo>
                <a:cubicBezTo>
                  <a:pt x="322583" y="295119"/>
                  <a:pt x="298760" y="286218"/>
                  <a:pt x="288962" y="264940"/>
                </a:cubicBezTo>
                <a:cubicBezTo>
                  <a:pt x="286941" y="260615"/>
                  <a:pt x="288557" y="255344"/>
                  <a:pt x="292573" y="253167"/>
                </a:cubicBezTo>
                <a:cubicBezTo>
                  <a:pt x="296589" y="250990"/>
                  <a:pt x="301483" y="252732"/>
                  <a:pt x="303505" y="257056"/>
                </a:cubicBezTo>
                <a:cubicBezTo>
                  <a:pt x="309528" y="270043"/>
                  <a:pt x="324187" y="275311"/>
                  <a:pt x="336246" y="268824"/>
                </a:cubicBezTo>
                <a:cubicBezTo>
                  <a:pt x="348305" y="262337"/>
                  <a:pt x="353197" y="246551"/>
                  <a:pt x="347173" y="233564"/>
                </a:cubicBezTo>
                <a:cubicBezTo>
                  <a:pt x="345866" y="230767"/>
                  <a:pt x="346043" y="227430"/>
                  <a:pt x="347639" y="224812"/>
                </a:cubicBezTo>
                <a:cubicBezTo>
                  <a:pt x="349235" y="222194"/>
                  <a:pt x="352007" y="220691"/>
                  <a:pt x="354910" y="220870"/>
                </a:cubicBezTo>
                <a:cubicBezTo>
                  <a:pt x="357814" y="221050"/>
                  <a:pt x="360408" y="222884"/>
                  <a:pt x="361716" y="225681"/>
                </a:cubicBezTo>
                <a:cubicBezTo>
                  <a:pt x="369101" y="241563"/>
                  <a:pt x="366824" y="260679"/>
                  <a:pt x="355957" y="274040"/>
                </a:cubicBezTo>
                <a:cubicBezTo>
                  <a:pt x="359287" y="277073"/>
                  <a:pt x="362924" y="279691"/>
                  <a:pt x="366799" y="281845"/>
                </a:cubicBezTo>
                <a:cubicBezTo>
                  <a:pt x="375320" y="286661"/>
                  <a:pt x="384798" y="289180"/>
                  <a:pt x="394420" y="289185"/>
                </a:cubicBezTo>
                <a:cubicBezTo>
                  <a:pt x="411615" y="289128"/>
                  <a:pt x="427996" y="281297"/>
                  <a:pt x="439569" y="267602"/>
                </a:cubicBezTo>
                <a:lnTo>
                  <a:pt x="439756" y="267392"/>
                </a:lnTo>
                <a:cubicBezTo>
                  <a:pt x="444124" y="262517"/>
                  <a:pt x="447654" y="256847"/>
                  <a:pt x="450184" y="250645"/>
                </a:cubicBezTo>
                <a:cubicBezTo>
                  <a:pt x="457507" y="232782"/>
                  <a:pt x="457153" y="212352"/>
                  <a:pt x="449216" y="194797"/>
                </a:cubicBezTo>
                <a:close/>
                <a:moveTo>
                  <a:pt x="300886" y="166557"/>
                </a:moveTo>
                <a:lnTo>
                  <a:pt x="276485" y="166557"/>
                </a:lnTo>
                <a:cubicBezTo>
                  <a:pt x="272856" y="166555"/>
                  <a:pt x="269667" y="163965"/>
                  <a:pt x="268669" y="160207"/>
                </a:cubicBezTo>
                <a:lnTo>
                  <a:pt x="260983" y="131240"/>
                </a:lnTo>
                <a:lnTo>
                  <a:pt x="235606" y="247395"/>
                </a:lnTo>
                <a:cubicBezTo>
                  <a:pt x="234742" y="251354"/>
                  <a:pt x="231461" y="254151"/>
                  <a:pt x="227684" y="254148"/>
                </a:cubicBezTo>
                <a:lnTo>
                  <a:pt x="227546" y="254148"/>
                </a:lnTo>
                <a:cubicBezTo>
                  <a:pt x="223733" y="254079"/>
                  <a:pt x="220476" y="251166"/>
                  <a:pt x="219714" y="247141"/>
                </a:cubicBezTo>
                <a:lnTo>
                  <a:pt x="195151" y="114878"/>
                </a:lnTo>
                <a:lnTo>
                  <a:pt x="186854" y="159550"/>
                </a:lnTo>
                <a:cubicBezTo>
                  <a:pt x="186081" y="163629"/>
                  <a:pt x="182749" y="166558"/>
                  <a:pt x="178884" y="166557"/>
                </a:cubicBezTo>
                <a:lnTo>
                  <a:pt x="121949" y="166557"/>
                </a:lnTo>
                <a:cubicBezTo>
                  <a:pt x="117457" y="166557"/>
                  <a:pt x="113816" y="162636"/>
                  <a:pt x="113816" y="157798"/>
                </a:cubicBezTo>
                <a:cubicBezTo>
                  <a:pt x="113816" y="152961"/>
                  <a:pt x="117457" y="149039"/>
                  <a:pt x="121949" y="149039"/>
                </a:cubicBezTo>
                <a:lnTo>
                  <a:pt x="172214" y="149039"/>
                </a:lnTo>
                <a:lnTo>
                  <a:pt x="187180" y="68455"/>
                </a:lnTo>
                <a:cubicBezTo>
                  <a:pt x="187950" y="64373"/>
                  <a:pt x="191283" y="61439"/>
                  <a:pt x="195151" y="61439"/>
                </a:cubicBezTo>
                <a:cubicBezTo>
                  <a:pt x="199019" y="61439"/>
                  <a:pt x="202352" y="64373"/>
                  <a:pt x="203121" y="68455"/>
                </a:cubicBezTo>
                <a:lnTo>
                  <a:pt x="228335" y="204160"/>
                </a:lnTo>
                <a:lnTo>
                  <a:pt x="252304" y="94443"/>
                </a:lnTo>
                <a:cubicBezTo>
                  <a:pt x="253164" y="90574"/>
                  <a:pt x="256338" y="87815"/>
                  <a:pt x="260031" y="87725"/>
                </a:cubicBezTo>
                <a:cubicBezTo>
                  <a:pt x="263745" y="87581"/>
                  <a:pt x="267062" y="90213"/>
                  <a:pt x="268035" y="94076"/>
                </a:cubicBezTo>
                <a:lnTo>
                  <a:pt x="282618" y="149039"/>
                </a:lnTo>
                <a:lnTo>
                  <a:pt x="300886" y="149039"/>
                </a:lnTo>
                <a:cubicBezTo>
                  <a:pt x="305378" y="149039"/>
                  <a:pt x="309019" y="152961"/>
                  <a:pt x="309019" y="157798"/>
                </a:cubicBezTo>
                <a:cubicBezTo>
                  <a:pt x="309019" y="162636"/>
                  <a:pt x="305378" y="166557"/>
                  <a:pt x="300886" y="166557"/>
                </a:cubicBezTo>
                <a:close/>
                <a:moveTo>
                  <a:pt x="349686" y="166557"/>
                </a:moveTo>
                <a:lnTo>
                  <a:pt x="333419" y="166557"/>
                </a:lnTo>
                <a:cubicBezTo>
                  <a:pt x="328928" y="166557"/>
                  <a:pt x="325286" y="162636"/>
                  <a:pt x="325286" y="157798"/>
                </a:cubicBezTo>
                <a:cubicBezTo>
                  <a:pt x="325286" y="152961"/>
                  <a:pt x="328928" y="149039"/>
                  <a:pt x="333419" y="149039"/>
                </a:cubicBezTo>
                <a:lnTo>
                  <a:pt x="349686" y="149039"/>
                </a:lnTo>
                <a:cubicBezTo>
                  <a:pt x="354178" y="149039"/>
                  <a:pt x="357820" y="152961"/>
                  <a:pt x="357820" y="157798"/>
                </a:cubicBezTo>
                <a:cubicBezTo>
                  <a:pt x="357820" y="162636"/>
                  <a:pt x="354178" y="166557"/>
                  <a:pt x="349686" y="166557"/>
                </a:cubicBezTo>
                <a:close/>
              </a:path>
            </a:pathLst>
          </a:custGeom>
          <a:solidFill>
            <a:schemeClr val="tx2"/>
          </a:solidFill>
          <a:ln w="7994" cap="flat">
            <a:noFill/>
            <a:prstDash val="solid"/>
            <a:miter/>
          </a:ln>
        </p:spPr>
        <p:txBody>
          <a:bodyPr rtlCol="0" anchor="ctr"/>
          <a:lstStyle/>
          <a:p>
            <a:endParaRPr lang="en-US"/>
          </a:p>
        </p:txBody>
      </p:sp>
      <p:grpSp>
        <p:nvGrpSpPr>
          <p:cNvPr id="401" name="Graphic 126">
            <a:extLst>
              <a:ext uri="{FF2B5EF4-FFF2-40B4-BE49-F238E27FC236}">
                <a16:creationId xmlns:a16="http://schemas.microsoft.com/office/drawing/2014/main" id="{58D6D0C0-AC7A-4F68-87BA-5BA568314445}"/>
              </a:ext>
            </a:extLst>
          </p:cNvPr>
          <p:cNvGrpSpPr>
            <a:grpSpLocks noChangeAspect="1"/>
          </p:cNvGrpSpPr>
          <p:nvPr/>
        </p:nvGrpSpPr>
        <p:grpSpPr>
          <a:xfrm>
            <a:off x="5483683" y="2778770"/>
            <a:ext cx="478612" cy="239976"/>
            <a:chOff x="5143542" y="2791570"/>
            <a:chExt cx="692494" cy="347218"/>
          </a:xfrm>
          <a:solidFill>
            <a:schemeClr val="tx2"/>
          </a:solidFill>
        </p:grpSpPr>
        <p:sp>
          <p:nvSpPr>
            <p:cNvPr id="402" name="Freeform: Shape 401">
              <a:extLst>
                <a:ext uri="{FF2B5EF4-FFF2-40B4-BE49-F238E27FC236}">
                  <a16:creationId xmlns:a16="http://schemas.microsoft.com/office/drawing/2014/main" id="{B64C21C8-7D18-4E24-9345-2246D91919FA}"/>
                </a:ext>
              </a:extLst>
            </p:cNvPr>
            <p:cNvSpPr/>
            <p:nvPr/>
          </p:nvSpPr>
          <p:spPr>
            <a:xfrm>
              <a:off x="5143542" y="2791570"/>
              <a:ext cx="692494" cy="347218"/>
            </a:xfrm>
            <a:custGeom>
              <a:avLst/>
              <a:gdLst>
                <a:gd name="connsiteX0" fmla="*/ 581456 w 692494"/>
                <a:gd name="connsiteY0" fmla="*/ 11886 h 347218"/>
                <a:gd name="connsiteX1" fmla="*/ 390640 w 692494"/>
                <a:gd name="connsiteY1" fmla="*/ 57417 h 347218"/>
                <a:gd name="connsiteX2" fmla="*/ 372828 w 692494"/>
                <a:gd name="connsiteY2" fmla="*/ 77126 h 347218"/>
                <a:gd name="connsiteX3" fmla="*/ 426036 w 692494"/>
                <a:gd name="connsiteY3" fmla="*/ 141719 h 347218"/>
                <a:gd name="connsiteX4" fmla="*/ 450798 w 692494"/>
                <a:gd name="connsiteY4" fmla="*/ 111782 h 347218"/>
                <a:gd name="connsiteX5" fmla="*/ 517604 w 692494"/>
                <a:gd name="connsiteY5" fmla="*/ 81012 h 347218"/>
                <a:gd name="connsiteX6" fmla="*/ 577451 w 692494"/>
                <a:gd name="connsiteY6" fmla="*/ 101665 h 347218"/>
                <a:gd name="connsiteX7" fmla="*/ 611411 w 692494"/>
                <a:gd name="connsiteY7" fmla="*/ 173607 h 347218"/>
                <a:gd name="connsiteX8" fmla="*/ 577450 w 692494"/>
                <a:gd name="connsiteY8" fmla="*/ 245549 h 347218"/>
                <a:gd name="connsiteX9" fmla="*/ 517604 w 692494"/>
                <a:gd name="connsiteY9" fmla="*/ 266202 h 347218"/>
                <a:gd name="connsiteX10" fmla="*/ 450798 w 692494"/>
                <a:gd name="connsiteY10" fmla="*/ 235431 h 347218"/>
                <a:gd name="connsiteX11" fmla="*/ 301855 w 692494"/>
                <a:gd name="connsiteY11" fmla="*/ 57419 h 347218"/>
                <a:gd name="connsiteX12" fmla="*/ 111038 w 692494"/>
                <a:gd name="connsiteY12" fmla="*/ 11887 h 347218"/>
                <a:gd name="connsiteX13" fmla="*/ 0 w 692494"/>
                <a:gd name="connsiteY13" fmla="*/ 173607 h 347218"/>
                <a:gd name="connsiteX14" fmla="*/ 111040 w 692494"/>
                <a:gd name="connsiteY14" fmla="*/ 335332 h 347218"/>
                <a:gd name="connsiteX15" fmla="*/ 301855 w 692494"/>
                <a:gd name="connsiteY15" fmla="*/ 289800 h 347218"/>
                <a:gd name="connsiteX16" fmla="*/ 319808 w 692494"/>
                <a:gd name="connsiteY16" fmla="*/ 269935 h 347218"/>
                <a:gd name="connsiteX17" fmla="*/ 266497 w 692494"/>
                <a:gd name="connsiteY17" fmla="*/ 205451 h 347218"/>
                <a:gd name="connsiteX18" fmla="*/ 241698 w 692494"/>
                <a:gd name="connsiteY18" fmla="*/ 235433 h 347218"/>
                <a:gd name="connsiteX19" fmla="*/ 174893 w 692494"/>
                <a:gd name="connsiteY19" fmla="*/ 266203 h 347218"/>
                <a:gd name="connsiteX20" fmla="*/ 115046 w 692494"/>
                <a:gd name="connsiteY20" fmla="*/ 245550 h 347218"/>
                <a:gd name="connsiteX21" fmla="*/ 81086 w 692494"/>
                <a:gd name="connsiteY21" fmla="*/ 173609 h 347218"/>
                <a:gd name="connsiteX22" fmla="*/ 115046 w 692494"/>
                <a:gd name="connsiteY22" fmla="*/ 101666 h 347218"/>
                <a:gd name="connsiteX23" fmla="*/ 174893 w 692494"/>
                <a:gd name="connsiteY23" fmla="*/ 81013 h 347218"/>
                <a:gd name="connsiteX24" fmla="*/ 241698 w 692494"/>
                <a:gd name="connsiteY24" fmla="*/ 111784 h 347218"/>
                <a:gd name="connsiteX25" fmla="*/ 390640 w 692494"/>
                <a:gd name="connsiteY25" fmla="*/ 289800 h 347218"/>
                <a:gd name="connsiteX26" fmla="*/ 581456 w 692494"/>
                <a:gd name="connsiteY26" fmla="*/ 335332 h 347218"/>
                <a:gd name="connsiteX27" fmla="*/ 692494 w 692494"/>
                <a:gd name="connsiteY27" fmla="*/ 173609 h 347218"/>
                <a:gd name="connsiteX28" fmla="*/ 581456 w 692494"/>
                <a:gd name="connsiteY28" fmla="*/ 11886 h 347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92494" h="347218">
                  <a:moveTo>
                    <a:pt x="581456" y="11886"/>
                  </a:moveTo>
                  <a:cubicBezTo>
                    <a:pt x="527776" y="-8775"/>
                    <a:pt x="449459" y="-7667"/>
                    <a:pt x="390640" y="57417"/>
                  </a:cubicBezTo>
                  <a:lnTo>
                    <a:pt x="372828" y="77126"/>
                  </a:lnTo>
                  <a:lnTo>
                    <a:pt x="426036" y="141719"/>
                  </a:lnTo>
                  <a:lnTo>
                    <a:pt x="450798" y="111782"/>
                  </a:lnTo>
                  <a:cubicBezTo>
                    <a:pt x="468992" y="91653"/>
                    <a:pt x="492092" y="81012"/>
                    <a:pt x="517604" y="81012"/>
                  </a:cubicBezTo>
                  <a:cubicBezTo>
                    <a:pt x="538394" y="81012"/>
                    <a:pt x="560766" y="88733"/>
                    <a:pt x="577451" y="101665"/>
                  </a:cubicBezTo>
                  <a:cubicBezTo>
                    <a:pt x="592943" y="113672"/>
                    <a:pt x="611411" y="135902"/>
                    <a:pt x="611411" y="173607"/>
                  </a:cubicBezTo>
                  <a:cubicBezTo>
                    <a:pt x="611411" y="211312"/>
                    <a:pt x="592944" y="233541"/>
                    <a:pt x="577450" y="245549"/>
                  </a:cubicBezTo>
                  <a:cubicBezTo>
                    <a:pt x="560766" y="258481"/>
                    <a:pt x="538394" y="266202"/>
                    <a:pt x="517604" y="266202"/>
                  </a:cubicBezTo>
                  <a:cubicBezTo>
                    <a:pt x="492094" y="266202"/>
                    <a:pt x="468992" y="255562"/>
                    <a:pt x="450798" y="235431"/>
                  </a:cubicBezTo>
                  <a:lnTo>
                    <a:pt x="301855" y="57419"/>
                  </a:lnTo>
                  <a:cubicBezTo>
                    <a:pt x="243036" y="-7665"/>
                    <a:pt x="164720" y="-8775"/>
                    <a:pt x="111038" y="11887"/>
                  </a:cubicBezTo>
                  <a:cubicBezTo>
                    <a:pt x="57359" y="32548"/>
                    <a:pt x="0" y="85884"/>
                    <a:pt x="0" y="173607"/>
                  </a:cubicBezTo>
                  <a:cubicBezTo>
                    <a:pt x="0" y="261333"/>
                    <a:pt x="57360" y="314669"/>
                    <a:pt x="111040" y="335332"/>
                  </a:cubicBezTo>
                  <a:cubicBezTo>
                    <a:pt x="164717" y="355992"/>
                    <a:pt x="243035" y="354884"/>
                    <a:pt x="301855" y="289800"/>
                  </a:cubicBezTo>
                  <a:lnTo>
                    <a:pt x="319808" y="269935"/>
                  </a:lnTo>
                  <a:lnTo>
                    <a:pt x="266497" y="205451"/>
                  </a:lnTo>
                  <a:lnTo>
                    <a:pt x="241698" y="235433"/>
                  </a:lnTo>
                  <a:cubicBezTo>
                    <a:pt x="223505" y="255563"/>
                    <a:pt x="200404" y="266203"/>
                    <a:pt x="174893" y="266203"/>
                  </a:cubicBezTo>
                  <a:cubicBezTo>
                    <a:pt x="154103" y="266203"/>
                    <a:pt x="131730" y="258482"/>
                    <a:pt x="115046" y="245550"/>
                  </a:cubicBezTo>
                  <a:cubicBezTo>
                    <a:pt x="99553" y="233543"/>
                    <a:pt x="81086" y="211313"/>
                    <a:pt x="81086" y="173609"/>
                  </a:cubicBezTo>
                  <a:cubicBezTo>
                    <a:pt x="81086" y="135903"/>
                    <a:pt x="99553" y="113674"/>
                    <a:pt x="115046" y="101666"/>
                  </a:cubicBezTo>
                  <a:cubicBezTo>
                    <a:pt x="131729" y="88733"/>
                    <a:pt x="154103" y="81013"/>
                    <a:pt x="174893" y="81013"/>
                  </a:cubicBezTo>
                  <a:cubicBezTo>
                    <a:pt x="200404" y="81013"/>
                    <a:pt x="223505" y="91653"/>
                    <a:pt x="241698" y="111784"/>
                  </a:cubicBezTo>
                  <a:lnTo>
                    <a:pt x="390640" y="289800"/>
                  </a:lnTo>
                  <a:cubicBezTo>
                    <a:pt x="449460" y="354884"/>
                    <a:pt x="527777" y="355996"/>
                    <a:pt x="581456" y="335332"/>
                  </a:cubicBezTo>
                  <a:cubicBezTo>
                    <a:pt x="635136" y="314669"/>
                    <a:pt x="692494" y="261334"/>
                    <a:pt x="692494" y="173609"/>
                  </a:cubicBezTo>
                  <a:cubicBezTo>
                    <a:pt x="692494" y="85884"/>
                    <a:pt x="635136" y="32548"/>
                    <a:pt x="581456" y="11886"/>
                  </a:cubicBezTo>
                  <a:close/>
                </a:path>
              </a:pathLst>
            </a:custGeom>
            <a:grpFill/>
            <a:ln w="1339" cap="flat">
              <a:noFill/>
              <a:prstDash val="solid"/>
              <a:miter/>
            </a:ln>
          </p:spPr>
          <p:txBody>
            <a:bodyPr rtlCol="0" anchor="ctr"/>
            <a:lstStyle/>
            <a:p>
              <a:endParaRPr lang="en-US"/>
            </a:p>
          </p:txBody>
        </p:sp>
        <p:sp>
          <p:nvSpPr>
            <p:cNvPr id="403" name="Freeform: Shape 402">
              <a:extLst>
                <a:ext uri="{FF2B5EF4-FFF2-40B4-BE49-F238E27FC236}">
                  <a16:creationId xmlns:a16="http://schemas.microsoft.com/office/drawing/2014/main" id="{9E572301-E59D-489F-9B99-BB6683CB6844}"/>
                </a:ext>
              </a:extLst>
            </p:cNvPr>
            <p:cNvSpPr/>
            <p:nvPr/>
          </p:nvSpPr>
          <p:spPr>
            <a:xfrm>
              <a:off x="5265215" y="2913172"/>
              <a:ext cx="118495" cy="104012"/>
            </a:xfrm>
            <a:custGeom>
              <a:avLst/>
              <a:gdLst>
                <a:gd name="connsiteX0" fmla="*/ 53218 w 118495"/>
                <a:gd name="connsiteY0" fmla="*/ 0 h 104012"/>
                <a:gd name="connsiteX1" fmla="*/ 0 w 118495"/>
                <a:gd name="connsiteY1" fmla="*/ 52007 h 104012"/>
                <a:gd name="connsiteX2" fmla="*/ 18237 w 118495"/>
                <a:gd name="connsiteY2" fmla="*/ 91868 h 104012"/>
                <a:gd name="connsiteX3" fmla="*/ 53218 w 118495"/>
                <a:gd name="connsiteY3" fmla="*/ 104012 h 104012"/>
                <a:gd name="connsiteX4" fmla="*/ 89627 w 118495"/>
                <a:gd name="connsiteY4" fmla="*/ 86927 h 104012"/>
                <a:gd name="connsiteX5" fmla="*/ 118496 w 118495"/>
                <a:gd name="connsiteY5" fmla="*/ 52007 h 104012"/>
                <a:gd name="connsiteX6" fmla="*/ 89627 w 118495"/>
                <a:gd name="connsiteY6" fmla="*/ 17088 h 104012"/>
                <a:gd name="connsiteX7" fmla="*/ 53218 w 118495"/>
                <a:gd name="connsiteY7" fmla="*/ 0 h 104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495" h="104012">
                  <a:moveTo>
                    <a:pt x="53218" y="0"/>
                  </a:moveTo>
                  <a:cubicBezTo>
                    <a:pt x="38416" y="0"/>
                    <a:pt x="0" y="9344"/>
                    <a:pt x="0" y="52007"/>
                  </a:cubicBezTo>
                  <a:cubicBezTo>
                    <a:pt x="0" y="69077"/>
                    <a:pt x="6136" y="82489"/>
                    <a:pt x="18237" y="91868"/>
                  </a:cubicBezTo>
                  <a:cubicBezTo>
                    <a:pt x="29788" y="100822"/>
                    <a:pt x="43881" y="104012"/>
                    <a:pt x="53218" y="104012"/>
                  </a:cubicBezTo>
                  <a:cubicBezTo>
                    <a:pt x="67202" y="104012"/>
                    <a:pt x="79116" y="98422"/>
                    <a:pt x="89627" y="86927"/>
                  </a:cubicBezTo>
                  <a:lnTo>
                    <a:pt x="118496" y="52007"/>
                  </a:lnTo>
                  <a:lnTo>
                    <a:pt x="89627" y="17088"/>
                  </a:lnTo>
                  <a:cubicBezTo>
                    <a:pt x="79118" y="5590"/>
                    <a:pt x="67203" y="0"/>
                    <a:pt x="53218" y="0"/>
                  </a:cubicBezTo>
                  <a:close/>
                </a:path>
              </a:pathLst>
            </a:custGeom>
            <a:grpFill/>
            <a:ln w="1339" cap="flat">
              <a:noFill/>
              <a:prstDash val="solid"/>
              <a:miter/>
            </a:ln>
          </p:spPr>
          <p:txBody>
            <a:bodyPr rtlCol="0" anchor="ctr"/>
            <a:lstStyle/>
            <a:p>
              <a:endParaRPr lang="en-US"/>
            </a:p>
          </p:txBody>
        </p:sp>
        <p:sp>
          <p:nvSpPr>
            <p:cNvPr id="404" name="Freeform: Shape 403">
              <a:extLst>
                <a:ext uri="{FF2B5EF4-FFF2-40B4-BE49-F238E27FC236}">
                  <a16:creationId xmlns:a16="http://schemas.microsoft.com/office/drawing/2014/main" id="{2054E62F-2DD2-4B5F-B588-5E44C965E6D0}"/>
                </a:ext>
              </a:extLst>
            </p:cNvPr>
            <p:cNvSpPr/>
            <p:nvPr/>
          </p:nvSpPr>
          <p:spPr>
            <a:xfrm>
              <a:off x="5595865" y="2913172"/>
              <a:ext cx="118497" cy="104012"/>
            </a:xfrm>
            <a:custGeom>
              <a:avLst/>
              <a:gdLst>
                <a:gd name="connsiteX0" fmla="*/ 65279 w 118497"/>
                <a:gd name="connsiteY0" fmla="*/ 104012 h 104012"/>
                <a:gd name="connsiteX1" fmla="*/ 118497 w 118497"/>
                <a:gd name="connsiteY1" fmla="*/ 52007 h 104012"/>
                <a:gd name="connsiteX2" fmla="*/ 100260 w 118497"/>
                <a:gd name="connsiteY2" fmla="*/ 12144 h 104012"/>
                <a:gd name="connsiteX3" fmla="*/ 65279 w 118497"/>
                <a:gd name="connsiteY3" fmla="*/ 0 h 104012"/>
                <a:gd name="connsiteX4" fmla="*/ 28868 w 118497"/>
                <a:gd name="connsiteY4" fmla="*/ 17087 h 104012"/>
                <a:gd name="connsiteX5" fmla="*/ 0 w 118497"/>
                <a:gd name="connsiteY5" fmla="*/ 52007 h 104012"/>
                <a:gd name="connsiteX6" fmla="*/ 28868 w 118497"/>
                <a:gd name="connsiteY6" fmla="*/ 86927 h 104012"/>
                <a:gd name="connsiteX7" fmla="*/ 65279 w 118497"/>
                <a:gd name="connsiteY7" fmla="*/ 104012 h 104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497" h="104012">
                  <a:moveTo>
                    <a:pt x="65279" y="104012"/>
                  </a:moveTo>
                  <a:cubicBezTo>
                    <a:pt x="80081" y="104012"/>
                    <a:pt x="118497" y="94670"/>
                    <a:pt x="118497" y="52007"/>
                  </a:cubicBezTo>
                  <a:cubicBezTo>
                    <a:pt x="118497" y="34935"/>
                    <a:pt x="112361" y="21524"/>
                    <a:pt x="100260" y="12144"/>
                  </a:cubicBezTo>
                  <a:cubicBezTo>
                    <a:pt x="88709" y="3190"/>
                    <a:pt x="74615" y="0"/>
                    <a:pt x="65279" y="0"/>
                  </a:cubicBezTo>
                  <a:cubicBezTo>
                    <a:pt x="51295" y="0"/>
                    <a:pt x="39379" y="5590"/>
                    <a:pt x="28868" y="17087"/>
                  </a:cubicBezTo>
                  <a:lnTo>
                    <a:pt x="0" y="52007"/>
                  </a:lnTo>
                  <a:lnTo>
                    <a:pt x="28868" y="86927"/>
                  </a:lnTo>
                  <a:cubicBezTo>
                    <a:pt x="39381" y="98422"/>
                    <a:pt x="51295" y="104012"/>
                    <a:pt x="65279" y="104012"/>
                  </a:cubicBezTo>
                  <a:close/>
                </a:path>
              </a:pathLst>
            </a:custGeom>
            <a:grpFill/>
            <a:ln w="1339" cap="flat">
              <a:noFill/>
              <a:prstDash val="solid"/>
              <a:miter/>
            </a:ln>
          </p:spPr>
          <p:txBody>
            <a:bodyPr rtlCol="0" anchor="ctr"/>
            <a:lstStyle/>
            <a:p>
              <a:endParaRPr lang="en-US"/>
            </a:p>
          </p:txBody>
        </p:sp>
      </p:grpSp>
      <p:grpSp>
        <p:nvGrpSpPr>
          <p:cNvPr id="364" name="Graphic 120">
            <a:extLst>
              <a:ext uri="{FF2B5EF4-FFF2-40B4-BE49-F238E27FC236}">
                <a16:creationId xmlns:a16="http://schemas.microsoft.com/office/drawing/2014/main" id="{360E0E0C-BB2F-45AE-9767-474068043388}"/>
              </a:ext>
            </a:extLst>
          </p:cNvPr>
          <p:cNvGrpSpPr>
            <a:grpSpLocks noChangeAspect="1"/>
          </p:cNvGrpSpPr>
          <p:nvPr/>
        </p:nvGrpSpPr>
        <p:grpSpPr>
          <a:xfrm>
            <a:off x="4269712" y="2715878"/>
            <a:ext cx="365760" cy="365760"/>
            <a:chOff x="4069423" y="2772226"/>
            <a:chExt cx="386134" cy="386134"/>
          </a:xfrm>
          <a:solidFill>
            <a:schemeClr val="tx2"/>
          </a:solidFill>
        </p:grpSpPr>
        <p:sp>
          <p:nvSpPr>
            <p:cNvPr id="365" name="Freeform: Shape 364">
              <a:extLst>
                <a:ext uri="{FF2B5EF4-FFF2-40B4-BE49-F238E27FC236}">
                  <a16:creationId xmlns:a16="http://schemas.microsoft.com/office/drawing/2014/main" id="{B1A0F411-FFB8-4FC7-899C-358B036B3C99}"/>
                </a:ext>
              </a:extLst>
            </p:cNvPr>
            <p:cNvSpPr/>
            <p:nvPr/>
          </p:nvSpPr>
          <p:spPr>
            <a:xfrm>
              <a:off x="4295048" y="2772226"/>
              <a:ext cx="160508" cy="127964"/>
            </a:xfrm>
            <a:custGeom>
              <a:avLst/>
              <a:gdLst>
                <a:gd name="connsiteX0" fmla="*/ 47504 w 160508"/>
                <a:gd name="connsiteY0" fmla="*/ 80463 h 127964"/>
                <a:gd name="connsiteX1" fmla="*/ 0 w 160508"/>
                <a:gd name="connsiteY1" fmla="*/ 127964 h 127964"/>
                <a:gd name="connsiteX2" fmla="*/ 158328 w 160508"/>
                <a:gd name="connsiteY2" fmla="*/ 95296 h 127964"/>
                <a:gd name="connsiteX3" fmla="*/ 111499 w 160508"/>
                <a:gd name="connsiteY3" fmla="*/ 48464 h 127964"/>
                <a:gd name="connsiteX4" fmla="*/ 160508 w 160508"/>
                <a:gd name="connsiteY4" fmla="*/ 0 h 127964"/>
                <a:gd name="connsiteX5" fmla="*/ 675 w 160508"/>
                <a:gd name="connsiteY5" fmla="*/ 33631 h 127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0508" h="127964">
                  <a:moveTo>
                    <a:pt x="47504" y="80463"/>
                  </a:moveTo>
                  <a:lnTo>
                    <a:pt x="0" y="127964"/>
                  </a:lnTo>
                  <a:lnTo>
                    <a:pt x="158328" y="95296"/>
                  </a:lnTo>
                  <a:lnTo>
                    <a:pt x="111499" y="48464"/>
                  </a:lnTo>
                  <a:lnTo>
                    <a:pt x="160508" y="0"/>
                  </a:lnTo>
                  <a:lnTo>
                    <a:pt x="675" y="33631"/>
                  </a:lnTo>
                  <a:close/>
                </a:path>
              </a:pathLst>
            </a:custGeom>
            <a:grpFill/>
            <a:ln w="744" cap="flat">
              <a:noFill/>
              <a:prstDash val="solid"/>
              <a:miter/>
            </a:ln>
          </p:spPr>
          <p:txBody>
            <a:bodyPr rtlCol="0" anchor="ctr"/>
            <a:lstStyle/>
            <a:p>
              <a:endParaRPr lang="en-US"/>
            </a:p>
          </p:txBody>
        </p:sp>
        <p:sp>
          <p:nvSpPr>
            <p:cNvPr id="366" name="Freeform: Shape 365">
              <a:extLst>
                <a:ext uri="{FF2B5EF4-FFF2-40B4-BE49-F238E27FC236}">
                  <a16:creationId xmlns:a16="http://schemas.microsoft.com/office/drawing/2014/main" id="{949A6017-6C33-457A-84D1-618EBD39F967}"/>
                </a:ext>
              </a:extLst>
            </p:cNvPr>
            <p:cNvSpPr/>
            <p:nvPr/>
          </p:nvSpPr>
          <p:spPr>
            <a:xfrm>
              <a:off x="4320472" y="2916681"/>
              <a:ext cx="111988" cy="111988"/>
            </a:xfrm>
            <a:custGeom>
              <a:avLst/>
              <a:gdLst>
                <a:gd name="connsiteX0" fmla="*/ 0 w 111988"/>
                <a:gd name="connsiteY0" fmla="*/ 47993 h 111988"/>
                <a:gd name="connsiteX1" fmla="*/ 47996 w 111988"/>
                <a:gd name="connsiteY1" fmla="*/ 0 h 111988"/>
                <a:gd name="connsiteX2" fmla="*/ 111988 w 111988"/>
                <a:gd name="connsiteY2" fmla="*/ 63992 h 111988"/>
                <a:gd name="connsiteX3" fmla="*/ 63992 w 111988"/>
                <a:gd name="connsiteY3" fmla="*/ 111988 h 111988"/>
              </a:gdLst>
              <a:ahLst/>
              <a:cxnLst>
                <a:cxn ang="0">
                  <a:pos x="connsiteX0" y="connsiteY0"/>
                </a:cxn>
                <a:cxn ang="0">
                  <a:pos x="connsiteX1" y="connsiteY1"/>
                </a:cxn>
                <a:cxn ang="0">
                  <a:pos x="connsiteX2" y="connsiteY2"/>
                </a:cxn>
                <a:cxn ang="0">
                  <a:pos x="connsiteX3" y="connsiteY3"/>
                </a:cxn>
              </a:cxnLst>
              <a:rect l="l" t="t" r="r" b="b"/>
              <a:pathLst>
                <a:path w="111988" h="111988">
                  <a:moveTo>
                    <a:pt x="0" y="47993"/>
                  </a:moveTo>
                  <a:lnTo>
                    <a:pt x="47996" y="0"/>
                  </a:lnTo>
                  <a:lnTo>
                    <a:pt x="111988" y="63992"/>
                  </a:lnTo>
                  <a:lnTo>
                    <a:pt x="63992" y="111988"/>
                  </a:lnTo>
                  <a:close/>
                </a:path>
              </a:pathLst>
            </a:custGeom>
            <a:grpFill/>
            <a:ln w="744" cap="flat">
              <a:noFill/>
              <a:prstDash val="solid"/>
              <a:miter/>
            </a:ln>
          </p:spPr>
          <p:txBody>
            <a:bodyPr rtlCol="0" anchor="ctr"/>
            <a:lstStyle/>
            <a:p>
              <a:endParaRPr lang="en-US"/>
            </a:p>
          </p:txBody>
        </p:sp>
        <p:sp>
          <p:nvSpPr>
            <p:cNvPr id="367" name="Freeform: Shape 366">
              <a:extLst>
                <a:ext uri="{FF2B5EF4-FFF2-40B4-BE49-F238E27FC236}">
                  <a16:creationId xmlns:a16="http://schemas.microsoft.com/office/drawing/2014/main" id="{14CDF841-0D6B-4E7B-959D-B2E4A2728F63}"/>
                </a:ext>
              </a:extLst>
            </p:cNvPr>
            <p:cNvSpPr/>
            <p:nvPr/>
          </p:nvSpPr>
          <p:spPr>
            <a:xfrm>
              <a:off x="4176491" y="2772694"/>
              <a:ext cx="111988" cy="111988"/>
            </a:xfrm>
            <a:custGeom>
              <a:avLst/>
              <a:gdLst>
                <a:gd name="connsiteX0" fmla="*/ 111988 w 111988"/>
                <a:gd name="connsiteY0" fmla="*/ 63992 h 111988"/>
                <a:gd name="connsiteX1" fmla="*/ 63992 w 111988"/>
                <a:gd name="connsiteY1" fmla="*/ 111988 h 111988"/>
                <a:gd name="connsiteX2" fmla="*/ 0 w 111988"/>
                <a:gd name="connsiteY2" fmla="*/ 47996 h 111988"/>
                <a:gd name="connsiteX3" fmla="*/ 47996 w 111988"/>
                <a:gd name="connsiteY3" fmla="*/ 0 h 111988"/>
              </a:gdLst>
              <a:ahLst/>
              <a:cxnLst>
                <a:cxn ang="0">
                  <a:pos x="connsiteX0" y="connsiteY0"/>
                </a:cxn>
                <a:cxn ang="0">
                  <a:pos x="connsiteX1" y="connsiteY1"/>
                </a:cxn>
                <a:cxn ang="0">
                  <a:pos x="connsiteX2" y="connsiteY2"/>
                </a:cxn>
                <a:cxn ang="0">
                  <a:pos x="connsiteX3" y="connsiteY3"/>
                </a:cxn>
              </a:cxnLst>
              <a:rect l="l" t="t" r="r" b="b"/>
              <a:pathLst>
                <a:path w="111988" h="111988">
                  <a:moveTo>
                    <a:pt x="111988" y="63992"/>
                  </a:moveTo>
                  <a:lnTo>
                    <a:pt x="63992" y="111988"/>
                  </a:lnTo>
                  <a:lnTo>
                    <a:pt x="0" y="47996"/>
                  </a:lnTo>
                  <a:lnTo>
                    <a:pt x="47996" y="0"/>
                  </a:lnTo>
                  <a:close/>
                </a:path>
              </a:pathLst>
            </a:custGeom>
            <a:grpFill/>
            <a:ln w="744" cap="flat">
              <a:noFill/>
              <a:prstDash val="solid"/>
              <a:miter/>
            </a:ln>
          </p:spPr>
          <p:txBody>
            <a:bodyPr rtlCol="0" anchor="ctr"/>
            <a:lstStyle/>
            <a:p>
              <a:endParaRPr lang="en-US"/>
            </a:p>
          </p:txBody>
        </p:sp>
        <p:sp>
          <p:nvSpPr>
            <p:cNvPr id="368" name="Freeform: Shape 367">
              <a:extLst>
                <a:ext uri="{FF2B5EF4-FFF2-40B4-BE49-F238E27FC236}">
                  <a16:creationId xmlns:a16="http://schemas.microsoft.com/office/drawing/2014/main" id="{6F58BD3E-9119-443D-B0B3-105FA51E2E82}"/>
                </a:ext>
              </a:extLst>
            </p:cNvPr>
            <p:cNvSpPr/>
            <p:nvPr/>
          </p:nvSpPr>
          <p:spPr>
            <a:xfrm>
              <a:off x="4069422" y="2836686"/>
              <a:ext cx="299048" cy="299047"/>
            </a:xfrm>
            <a:custGeom>
              <a:avLst/>
              <a:gdLst>
                <a:gd name="connsiteX0" fmla="*/ 251053 w 299048"/>
                <a:gd name="connsiteY0" fmla="*/ 255975 h 299047"/>
                <a:gd name="connsiteX1" fmla="*/ 299049 w 299048"/>
                <a:gd name="connsiteY1" fmla="*/ 207980 h 299047"/>
                <a:gd name="connsiteX2" fmla="*/ 235054 w 299048"/>
                <a:gd name="connsiteY2" fmla="*/ 143987 h 299047"/>
                <a:gd name="connsiteX3" fmla="*/ 187058 w 299048"/>
                <a:gd name="connsiteY3" fmla="*/ 191983 h 299047"/>
                <a:gd name="connsiteX4" fmla="*/ 107069 w 299048"/>
                <a:gd name="connsiteY4" fmla="*/ 191983 h 299047"/>
                <a:gd name="connsiteX5" fmla="*/ 107069 w 299048"/>
                <a:gd name="connsiteY5" fmla="*/ 111991 h 299047"/>
                <a:gd name="connsiteX6" fmla="*/ 155062 w 299048"/>
                <a:gd name="connsiteY6" fmla="*/ 63995 h 299047"/>
                <a:gd name="connsiteX7" fmla="*/ 91069 w 299048"/>
                <a:gd name="connsiteY7" fmla="*/ 0 h 299047"/>
                <a:gd name="connsiteX8" fmla="*/ 43074 w 299048"/>
                <a:gd name="connsiteY8" fmla="*/ 47996 h 299047"/>
                <a:gd name="connsiteX9" fmla="*/ 43074 w 299048"/>
                <a:gd name="connsiteY9" fmla="*/ 255975 h 299047"/>
                <a:gd name="connsiteX10" fmla="*/ 251053 w 299048"/>
                <a:gd name="connsiteY10" fmla="*/ 255975 h 299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9048" h="299047">
                  <a:moveTo>
                    <a:pt x="251053" y="255975"/>
                  </a:moveTo>
                  <a:lnTo>
                    <a:pt x="299049" y="207980"/>
                  </a:lnTo>
                  <a:lnTo>
                    <a:pt x="235054" y="143987"/>
                  </a:lnTo>
                  <a:lnTo>
                    <a:pt x="187058" y="191983"/>
                  </a:lnTo>
                  <a:cubicBezTo>
                    <a:pt x="164969" y="214072"/>
                    <a:pt x="129158" y="214072"/>
                    <a:pt x="107069" y="191983"/>
                  </a:cubicBezTo>
                  <a:cubicBezTo>
                    <a:pt x="84977" y="169891"/>
                    <a:pt x="84977" y="134080"/>
                    <a:pt x="107069" y="111991"/>
                  </a:cubicBezTo>
                  <a:lnTo>
                    <a:pt x="155062" y="63995"/>
                  </a:lnTo>
                  <a:lnTo>
                    <a:pt x="91069" y="0"/>
                  </a:lnTo>
                  <a:lnTo>
                    <a:pt x="43074" y="47996"/>
                  </a:lnTo>
                  <a:cubicBezTo>
                    <a:pt x="-14358" y="105427"/>
                    <a:pt x="-14358" y="198544"/>
                    <a:pt x="43074" y="255975"/>
                  </a:cubicBezTo>
                  <a:cubicBezTo>
                    <a:pt x="100505" y="313404"/>
                    <a:pt x="193622" y="313407"/>
                    <a:pt x="251053" y="255975"/>
                  </a:cubicBezTo>
                  <a:close/>
                </a:path>
              </a:pathLst>
            </a:custGeom>
            <a:grpFill/>
            <a:ln w="744" cap="flat">
              <a:noFill/>
              <a:prstDash val="solid"/>
              <a:miter/>
            </a:ln>
          </p:spPr>
          <p:txBody>
            <a:bodyPr rtlCol="0" anchor="ctr"/>
            <a:lstStyle/>
            <a:p>
              <a:endParaRPr lang="en-US"/>
            </a:p>
          </p:txBody>
        </p:sp>
      </p:grpSp>
      <p:grpSp>
        <p:nvGrpSpPr>
          <p:cNvPr id="369" name="Graphic 122">
            <a:extLst>
              <a:ext uri="{FF2B5EF4-FFF2-40B4-BE49-F238E27FC236}">
                <a16:creationId xmlns:a16="http://schemas.microsoft.com/office/drawing/2014/main" id="{63C80B73-22A9-460B-BDD4-474E86731F16}"/>
              </a:ext>
            </a:extLst>
          </p:cNvPr>
          <p:cNvGrpSpPr>
            <a:grpSpLocks noChangeAspect="1"/>
          </p:cNvGrpSpPr>
          <p:nvPr/>
        </p:nvGrpSpPr>
        <p:grpSpPr>
          <a:xfrm>
            <a:off x="3117673" y="2715878"/>
            <a:ext cx="365760" cy="365760"/>
            <a:chOff x="2982837" y="2775794"/>
            <a:chExt cx="378997" cy="378997"/>
          </a:xfrm>
          <a:solidFill>
            <a:schemeClr val="tx2"/>
          </a:solidFill>
        </p:grpSpPr>
        <p:sp>
          <p:nvSpPr>
            <p:cNvPr id="370" name="Freeform: Shape 369">
              <a:extLst>
                <a:ext uri="{FF2B5EF4-FFF2-40B4-BE49-F238E27FC236}">
                  <a16:creationId xmlns:a16="http://schemas.microsoft.com/office/drawing/2014/main" id="{66F3584E-292A-4B94-B20D-578E977581DC}"/>
                </a:ext>
              </a:extLst>
            </p:cNvPr>
            <p:cNvSpPr/>
            <p:nvPr/>
          </p:nvSpPr>
          <p:spPr>
            <a:xfrm>
              <a:off x="2995906" y="2954896"/>
              <a:ext cx="13349" cy="10396"/>
            </a:xfrm>
            <a:custGeom>
              <a:avLst/>
              <a:gdLst>
                <a:gd name="connsiteX0" fmla="*/ 13350 w 13349"/>
                <a:gd name="connsiteY0" fmla="*/ 751 h 10396"/>
                <a:gd name="connsiteX1" fmla="*/ 301 w 13349"/>
                <a:gd name="connsiteY1" fmla="*/ 0 h 10396"/>
                <a:gd name="connsiteX2" fmla="*/ 0 w 13349"/>
                <a:gd name="connsiteY2" fmla="*/ 10396 h 10396"/>
                <a:gd name="connsiteX3" fmla="*/ 13069 w 13349"/>
                <a:gd name="connsiteY3" fmla="*/ 10396 h 10396"/>
                <a:gd name="connsiteX4" fmla="*/ 13350 w 13349"/>
                <a:gd name="connsiteY4" fmla="*/ 751 h 10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49" h="10396">
                  <a:moveTo>
                    <a:pt x="13350" y="751"/>
                  </a:moveTo>
                  <a:lnTo>
                    <a:pt x="301" y="0"/>
                  </a:lnTo>
                  <a:cubicBezTo>
                    <a:pt x="105" y="3437"/>
                    <a:pt x="0" y="6900"/>
                    <a:pt x="0" y="10396"/>
                  </a:cubicBezTo>
                  <a:lnTo>
                    <a:pt x="13069" y="10396"/>
                  </a:lnTo>
                  <a:cubicBezTo>
                    <a:pt x="13069" y="7155"/>
                    <a:pt x="13167" y="3940"/>
                    <a:pt x="13350" y="751"/>
                  </a:cubicBezTo>
                  <a:close/>
                </a:path>
              </a:pathLst>
            </a:custGeom>
            <a:grpFill/>
            <a:ln w="6400" cap="flat">
              <a:noFill/>
              <a:prstDash val="solid"/>
              <a:miter/>
            </a:ln>
          </p:spPr>
          <p:txBody>
            <a:bodyPr rtlCol="0" anchor="ctr"/>
            <a:lstStyle/>
            <a:p>
              <a:endParaRPr lang="en-US"/>
            </a:p>
          </p:txBody>
        </p:sp>
        <p:sp>
          <p:nvSpPr>
            <p:cNvPr id="371" name="Freeform: Shape 370">
              <a:extLst>
                <a:ext uri="{FF2B5EF4-FFF2-40B4-BE49-F238E27FC236}">
                  <a16:creationId xmlns:a16="http://schemas.microsoft.com/office/drawing/2014/main" id="{DB3D2693-5C20-48B8-9E2E-3D7D4FC5939C}"/>
                </a:ext>
              </a:extLst>
            </p:cNvPr>
            <p:cNvSpPr/>
            <p:nvPr/>
          </p:nvSpPr>
          <p:spPr>
            <a:xfrm>
              <a:off x="2997513" y="2928033"/>
              <a:ext cx="15114" cy="15120"/>
            </a:xfrm>
            <a:custGeom>
              <a:avLst/>
              <a:gdLst>
                <a:gd name="connsiteX0" fmla="*/ 15114 w 15114"/>
                <a:gd name="connsiteY0" fmla="*/ 2744 h 15120"/>
                <a:gd name="connsiteX1" fmla="*/ 2339 w 15114"/>
                <a:gd name="connsiteY1" fmla="*/ 0 h 15120"/>
                <a:gd name="connsiteX2" fmla="*/ 0 w 15114"/>
                <a:gd name="connsiteY2" fmla="*/ 13356 h 15120"/>
                <a:gd name="connsiteX3" fmla="*/ 12945 w 15114"/>
                <a:gd name="connsiteY3" fmla="*/ 15121 h 15120"/>
                <a:gd name="connsiteX4" fmla="*/ 15114 w 15114"/>
                <a:gd name="connsiteY4" fmla="*/ 2744 h 1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14" h="15120">
                  <a:moveTo>
                    <a:pt x="15114" y="2744"/>
                  </a:moveTo>
                  <a:lnTo>
                    <a:pt x="2339" y="0"/>
                  </a:lnTo>
                  <a:cubicBezTo>
                    <a:pt x="1392" y="4391"/>
                    <a:pt x="608" y="8887"/>
                    <a:pt x="0" y="13356"/>
                  </a:cubicBezTo>
                  <a:lnTo>
                    <a:pt x="12945" y="15121"/>
                  </a:lnTo>
                  <a:cubicBezTo>
                    <a:pt x="13513" y="10978"/>
                    <a:pt x="14239" y="6815"/>
                    <a:pt x="15114" y="2744"/>
                  </a:cubicBezTo>
                  <a:close/>
                </a:path>
              </a:pathLst>
            </a:custGeom>
            <a:grpFill/>
            <a:ln w="6400" cap="flat">
              <a:noFill/>
              <a:prstDash val="solid"/>
              <a:miter/>
            </a:ln>
          </p:spPr>
          <p:txBody>
            <a:bodyPr rtlCol="0" anchor="ctr"/>
            <a:lstStyle/>
            <a:p>
              <a:endParaRPr lang="en-US"/>
            </a:p>
          </p:txBody>
        </p:sp>
        <p:sp>
          <p:nvSpPr>
            <p:cNvPr id="372" name="Freeform: Shape 371">
              <a:extLst>
                <a:ext uri="{FF2B5EF4-FFF2-40B4-BE49-F238E27FC236}">
                  <a16:creationId xmlns:a16="http://schemas.microsoft.com/office/drawing/2014/main" id="{CB5C5967-FEAC-4862-AE73-2E17F0370BEF}"/>
                </a:ext>
              </a:extLst>
            </p:cNvPr>
            <p:cNvSpPr/>
            <p:nvPr/>
          </p:nvSpPr>
          <p:spPr>
            <a:xfrm>
              <a:off x="3012934" y="2877555"/>
              <a:ext cx="17636" cy="17636"/>
            </a:xfrm>
            <a:custGeom>
              <a:avLst/>
              <a:gdLst>
                <a:gd name="connsiteX0" fmla="*/ 0 w 17636"/>
                <a:gd name="connsiteY0" fmla="*/ 12010 h 17636"/>
                <a:gd name="connsiteX1" fmla="*/ 11801 w 17636"/>
                <a:gd name="connsiteY1" fmla="*/ 17636 h 17636"/>
                <a:gd name="connsiteX2" fmla="*/ 17636 w 17636"/>
                <a:gd name="connsiteY2" fmla="*/ 6508 h 17636"/>
                <a:gd name="connsiteX3" fmla="*/ 6299 w 17636"/>
                <a:gd name="connsiteY3" fmla="*/ 0 h 17636"/>
                <a:gd name="connsiteX4" fmla="*/ 0 w 17636"/>
                <a:gd name="connsiteY4" fmla="*/ 12010 h 17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36" h="17636">
                  <a:moveTo>
                    <a:pt x="0" y="12010"/>
                  </a:moveTo>
                  <a:lnTo>
                    <a:pt x="11801" y="17636"/>
                  </a:lnTo>
                  <a:cubicBezTo>
                    <a:pt x="13605" y="13846"/>
                    <a:pt x="15572" y="10102"/>
                    <a:pt x="17636" y="6508"/>
                  </a:cubicBezTo>
                  <a:lnTo>
                    <a:pt x="6299" y="0"/>
                  </a:lnTo>
                  <a:cubicBezTo>
                    <a:pt x="4071" y="3881"/>
                    <a:pt x="1954" y="7926"/>
                    <a:pt x="0" y="12010"/>
                  </a:cubicBezTo>
                  <a:close/>
                </a:path>
              </a:pathLst>
            </a:custGeom>
            <a:grpFill/>
            <a:ln w="6400" cap="flat">
              <a:noFill/>
              <a:prstDash val="solid"/>
              <a:miter/>
            </a:ln>
          </p:spPr>
          <p:txBody>
            <a:bodyPr rtlCol="0" anchor="ctr"/>
            <a:lstStyle/>
            <a:p>
              <a:endParaRPr lang="en-US"/>
            </a:p>
          </p:txBody>
        </p:sp>
        <p:sp>
          <p:nvSpPr>
            <p:cNvPr id="373" name="Freeform: Shape 372">
              <a:extLst>
                <a:ext uri="{FF2B5EF4-FFF2-40B4-BE49-F238E27FC236}">
                  <a16:creationId xmlns:a16="http://schemas.microsoft.com/office/drawing/2014/main" id="{7B760D9E-16C9-4C08-A60D-7FF26223ADA3}"/>
                </a:ext>
              </a:extLst>
            </p:cNvPr>
            <p:cNvSpPr/>
            <p:nvPr/>
          </p:nvSpPr>
          <p:spPr>
            <a:xfrm>
              <a:off x="3003218" y="2902033"/>
              <a:ext cx="16571" cy="16571"/>
            </a:xfrm>
            <a:custGeom>
              <a:avLst/>
              <a:gdLst>
                <a:gd name="connsiteX0" fmla="*/ 16571 w 16571"/>
                <a:gd name="connsiteY0" fmla="*/ 4692 h 16571"/>
                <a:gd name="connsiteX1" fmla="*/ 4372 w 16571"/>
                <a:gd name="connsiteY1" fmla="*/ 0 h 16571"/>
                <a:gd name="connsiteX2" fmla="*/ 0 w 16571"/>
                <a:gd name="connsiteY2" fmla="*/ 12847 h 16571"/>
                <a:gd name="connsiteX3" fmla="*/ 12527 w 16571"/>
                <a:gd name="connsiteY3" fmla="*/ 16571 h 16571"/>
                <a:gd name="connsiteX4" fmla="*/ 16571 w 16571"/>
                <a:gd name="connsiteY4" fmla="*/ 4692 h 165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1" h="16571">
                  <a:moveTo>
                    <a:pt x="16571" y="4692"/>
                  </a:moveTo>
                  <a:lnTo>
                    <a:pt x="4372" y="0"/>
                  </a:lnTo>
                  <a:cubicBezTo>
                    <a:pt x="2764" y="4189"/>
                    <a:pt x="1294" y="8514"/>
                    <a:pt x="0" y="12847"/>
                  </a:cubicBezTo>
                  <a:lnTo>
                    <a:pt x="12527" y="16571"/>
                  </a:lnTo>
                  <a:cubicBezTo>
                    <a:pt x="13716" y="12566"/>
                    <a:pt x="15081" y="8567"/>
                    <a:pt x="16571" y="4692"/>
                  </a:cubicBezTo>
                  <a:close/>
                </a:path>
              </a:pathLst>
            </a:custGeom>
            <a:grpFill/>
            <a:ln w="6400" cap="flat">
              <a:noFill/>
              <a:prstDash val="solid"/>
              <a:miter/>
            </a:ln>
          </p:spPr>
          <p:txBody>
            <a:bodyPr rtlCol="0" anchor="ctr"/>
            <a:lstStyle/>
            <a:p>
              <a:endParaRPr lang="en-US"/>
            </a:p>
          </p:txBody>
        </p:sp>
        <p:sp>
          <p:nvSpPr>
            <p:cNvPr id="374" name="Freeform: Shape 373">
              <a:extLst>
                <a:ext uri="{FF2B5EF4-FFF2-40B4-BE49-F238E27FC236}">
                  <a16:creationId xmlns:a16="http://schemas.microsoft.com/office/drawing/2014/main" id="{4B2BF263-11FA-465E-ADDE-7792DB99FFC9}"/>
                </a:ext>
              </a:extLst>
            </p:cNvPr>
            <p:cNvSpPr/>
            <p:nvPr/>
          </p:nvSpPr>
          <p:spPr>
            <a:xfrm>
              <a:off x="3131874" y="2790934"/>
              <a:ext cx="15323" cy="15310"/>
            </a:xfrm>
            <a:custGeom>
              <a:avLst/>
              <a:gdLst>
                <a:gd name="connsiteX0" fmla="*/ 15323 w 15323"/>
                <a:gd name="connsiteY0" fmla="*/ 12919 h 15310"/>
                <a:gd name="connsiteX1" fmla="*/ 13324 w 15323"/>
                <a:gd name="connsiteY1" fmla="*/ 0 h 15310"/>
                <a:gd name="connsiteX2" fmla="*/ 0 w 15323"/>
                <a:gd name="connsiteY2" fmla="*/ 2588 h 15310"/>
                <a:gd name="connsiteX3" fmla="*/ 2986 w 15323"/>
                <a:gd name="connsiteY3" fmla="*/ 15310 h 15310"/>
                <a:gd name="connsiteX4" fmla="*/ 15323 w 15323"/>
                <a:gd name="connsiteY4" fmla="*/ 12919 h 15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23" h="15310">
                  <a:moveTo>
                    <a:pt x="15323" y="12919"/>
                  </a:moveTo>
                  <a:lnTo>
                    <a:pt x="13324" y="0"/>
                  </a:lnTo>
                  <a:cubicBezTo>
                    <a:pt x="8861" y="686"/>
                    <a:pt x="4378" y="1562"/>
                    <a:pt x="0" y="2588"/>
                  </a:cubicBezTo>
                  <a:lnTo>
                    <a:pt x="2986" y="15310"/>
                  </a:lnTo>
                  <a:cubicBezTo>
                    <a:pt x="7044" y="14363"/>
                    <a:pt x="11193" y="13559"/>
                    <a:pt x="15323" y="12919"/>
                  </a:cubicBezTo>
                  <a:close/>
                </a:path>
              </a:pathLst>
            </a:custGeom>
            <a:grpFill/>
            <a:ln w="6400" cap="flat">
              <a:noFill/>
              <a:prstDash val="solid"/>
              <a:miter/>
            </a:ln>
          </p:spPr>
          <p:txBody>
            <a:bodyPr rtlCol="0" anchor="ctr"/>
            <a:lstStyle/>
            <a:p>
              <a:endParaRPr lang="en-US"/>
            </a:p>
          </p:txBody>
        </p:sp>
        <p:sp>
          <p:nvSpPr>
            <p:cNvPr id="375" name="Freeform: Shape 374">
              <a:extLst>
                <a:ext uri="{FF2B5EF4-FFF2-40B4-BE49-F238E27FC236}">
                  <a16:creationId xmlns:a16="http://schemas.microsoft.com/office/drawing/2014/main" id="{A058E702-F00D-44F8-84F7-74E2837C12D6}"/>
                </a:ext>
              </a:extLst>
            </p:cNvPr>
            <p:cNvSpPr/>
            <p:nvPr/>
          </p:nvSpPr>
          <p:spPr>
            <a:xfrm>
              <a:off x="3059643" y="2821273"/>
              <a:ext cx="18309" cy="18316"/>
            </a:xfrm>
            <a:custGeom>
              <a:avLst/>
              <a:gdLst>
                <a:gd name="connsiteX0" fmla="*/ 0 w 18309"/>
                <a:gd name="connsiteY0" fmla="*/ 8260 h 18316"/>
                <a:gd name="connsiteX1" fmla="*/ 8344 w 18309"/>
                <a:gd name="connsiteY1" fmla="*/ 18316 h 18316"/>
                <a:gd name="connsiteX2" fmla="*/ 18309 w 18309"/>
                <a:gd name="connsiteY2" fmla="*/ 10664 h 18316"/>
                <a:gd name="connsiteX3" fmla="*/ 10756 w 18309"/>
                <a:gd name="connsiteY3" fmla="*/ 0 h 18316"/>
                <a:gd name="connsiteX4" fmla="*/ 0 w 18309"/>
                <a:gd name="connsiteY4" fmla="*/ 8260 h 18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09" h="18316">
                  <a:moveTo>
                    <a:pt x="0" y="8260"/>
                  </a:moveTo>
                  <a:lnTo>
                    <a:pt x="8344" y="18316"/>
                  </a:lnTo>
                  <a:cubicBezTo>
                    <a:pt x="11566" y="15643"/>
                    <a:pt x="14918" y="13069"/>
                    <a:pt x="18309" y="10664"/>
                  </a:cubicBezTo>
                  <a:lnTo>
                    <a:pt x="10756" y="0"/>
                  </a:lnTo>
                  <a:cubicBezTo>
                    <a:pt x="7096" y="2594"/>
                    <a:pt x="3476" y="5371"/>
                    <a:pt x="0" y="8260"/>
                  </a:cubicBezTo>
                  <a:close/>
                </a:path>
              </a:pathLst>
            </a:custGeom>
            <a:grpFill/>
            <a:ln w="6400" cap="flat">
              <a:noFill/>
              <a:prstDash val="solid"/>
              <a:miter/>
            </a:ln>
          </p:spPr>
          <p:txBody>
            <a:bodyPr rtlCol="0" anchor="ctr"/>
            <a:lstStyle/>
            <a:p>
              <a:endParaRPr lang="en-US"/>
            </a:p>
          </p:txBody>
        </p:sp>
        <p:sp>
          <p:nvSpPr>
            <p:cNvPr id="376" name="Freeform: Shape 375">
              <a:extLst>
                <a:ext uri="{FF2B5EF4-FFF2-40B4-BE49-F238E27FC236}">
                  <a16:creationId xmlns:a16="http://schemas.microsoft.com/office/drawing/2014/main" id="{BBDAD7E2-E03F-4EC4-BFFC-518BEDFF10A7}"/>
                </a:ext>
              </a:extLst>
            </p:cNvPr>
            <p:cNvSpPr/>
            <p:nvPr/>
          </p:nvSpPr>
          <p:spPr>
            <a:xfrm>
              <a:off x="3081762" y="2807329"/>
              <a:ext cx="17734" cy="17734"/>
            </a:xfrm>
            <a:custGeom>
              <a:avLst/>
              <a:gdLst>
                <a:gd name="connsiteX0" fmla="*/ 17734 w 17734"/>
                <a:gd name="connsiteY0" fmla="*/ 11697 h 17734"/>
                <a:gd name="connsiteX1" fmla="*/ 11899 w 17734"/>
                <a:gd name="connsiteY1" fmla="*/ 0 h 17734"/>
                <a:gd name="connsiteX2" fmla="*/ 0 w 17734"/>
                <a:gd name="connsiteY2" fmla="*/ 6521 h 17734"/>
                <a:gd name="connsiteX3" fmla="*/ 6717 w 17734"/>
                <a:gd name="connsiteY3" fmla="*/ 17734 h 17734"/>
                <a:gd name="connsiteX4" fmla="*/ 17734 w 17734"/>
                <a:gd name="connsiteY4" fmla="*/ 11697 h 17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34" h="17734">
                  <a:moveTo>
                    <a:pt x="17734" y="11697"/>
                  </a:moveTo>
                  <a:lnTo>
                    <a:pt x="11899" y="0"/>
                  </a:lnTo>
                  <a:cubicBezTo>
                    <a:pt x="7874" y="2013"/>
                    <a:pt x="3868" y="4208"/>
                    <a:pt x="0" y="6521"/>
                  </a:cubicBezTo>
                  <a:lnTo>
                    <a:pt x="6717" y="17734"/>
                  </a:lnTo>
                  <a:cubicBezTo>
                    <a:pt x="10298" y="15585"/>
                    <a:pt x="14010" y="13552"/>
                    <a:pt x="17734" y="11697"/>
                  </a:cubicBezTo>
                  <a:close/>
                </a:path>
              </a:pathLst>
            </a:custGeom>
            <a:grpFill/>
            <a:ln w="6400" cap="flat">
              <a:noFill/>
              <a:prstDash val="solid"/>
              <a:miter/>
            </a:ln>
          </p:spPr>
          <p:txBody>
            <a:bodyPr rtlCol="0" anchor="ctr"/>
            <a:lstStyle/>
            <a:p>
              <a:endParaRPr lang="en-US"/>
            </a:p>
          </p:txBody>
        </p:sp>
        <p:sp>
          <p:nvSpPr>
            <p:cNvPr id="377" name="Freeform: Shape 376">
              <a:extLst>
                <a:ext uri="{FF2B5EF4-FFF2-40B4-BE49-F238E27FC236}">
                  <a16:creationId xmlns:a16="http://schemas.microsoft.com/office/drawing/2014/main" id="{9F444A05-8AF1-470E-9B0B-36072F5327BD}"/>
                </a:ext>
              </a:extLst>
            </p:cNvPr>
            <p:cNvSpPr/>
            <p:nvPr/>
          </p:nvSpPr>
          <p:spPr>
            <a:xfrm>
              <a:off x="3106044" y="2797135"/>
              <a:ext cx="16721" cy="16728"/>
            </a:xfrm>
            <a:custGeom>
              <a:avLst/>
              <a:gdLst>
                <a:gd name="connsiteX0" fmla="*/ 16722 w 16721"/>
                <a:gd name="connsiteY0" fmla="*/ 12448 h 16728"/>
                <a:gd name="connsiteX1" fmla="*/ 12755 w 16721"/>
                <a:gd name="connsiteY1" fmla="*/ 0 h 16728"/>
                <a:gd name="connsiteX2" fmla="*/ 0 w 16721"/>
                <a:gd name="connsiteY2" fmla="*/ 4613 h 16728"/>
                <a:gd name="connsiteX3" fmla="*/ 4907 w 16721"/>
                <a:gd name="connsiteY3" fmla="*/ 16728 h 16728"/>
                <a:gd name="connsiteX4" fmla="*/ 16722 w 16721"/>
                <a:gd name="connsiteY4" fmla="*/ 12448 h 16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21" h="16728">
                  <a:moveTo>
                    <a:pt x="16722" y="12448"/>
                  </a:moveTo>
                  <a:lnTo>
                    <a:pt x="12755" y="0"/>
                  </a:lnTo>
                  <a:cubicBezTo>
                    <a:pt x="8482" y="1359"/>
                    <a:pt x="4189" y="2914"/>
                    <a:pt x="0" y="4613"/>
                  </a:cubicBezTo>
                  <a:lnTo>
                    <a:pt x="4907" y="16728"/>
                  </a:lnTo>
                  <a:cubicBezTo>
                    <a:pt x="8782" y="15147"/>
                    <a:pt x="12762" y="13709"/>
                    <a:pt x="16722" y="12448"/>
                  </a:cubicBezTo>
                  <a:close/>
                </a:path>
              </a:pathLst>
            </a:custGeom>
            <a:grpFill/>
            <a:ln w="6400" cap="flat">
              <a:noFill/>
              <a:prstDash val="solid"/>
              <a:miter/>
            </a:ln>
          </p:spPr>
          <p:txBody>
            <a:bodyPr rtlCol="0" anchor="ctr"/>
            <a:lstStyle/>
            <a:p>
              <a:endParaRPr lang="en-US"/>
            </a:p>
          </p:txBody>
        </p:sp>
        <p:sp>
          <p:nvSpPr>
            <p:cNvPr id="378" name="Freeform: Shape 377">
              <a:extLst>
                <a:ext uri="{FF2B5EF4-FFF2-40B4-BE49-F238E27FC236}">
                  <a16:creationId xmlns:a16="http://schemas.microsoft.com/office/drawing/2014/main" id="{6A328977-995E-47BC-BCDB-F2D613608AB1}"/>
                </a:ext>
              </a:extLst>
            </p:cNvPr>
            <p:cNvSpPr/>
            <p:nvPr/>
          </p:nvSpPr>
          <p:spPr>
            <a:xfrm>
              <a:off x="3273116" y="2826436"/>
              <a:ext cx="18414" cy="18414"/>
            </a:xfrm>
            <a:custGeom>
              <a:avLst/>
              <a:gdLst>
                <a:gd name="connsiteX0" fmla="*/ 8070 w 18414"/>
                <a:gd name="connsiteY0" fmla="*/ 0 h 18414"/>
                <a:gd name="connsiteX1" fmla="*/ 0 w 18414"/>
                <a:gd name="connsiteY1" fmla="*/ 10279 h 18414"/>
                <a:gd name="connsiteX2" fmla="*/ 9579 w 18414"/>
                <a:gd name="connsiteY2" fmla="*/ 18414 h 18414"/>
                <a:gd name="connsiteX3" fmla="*/ 18414 w 18414"/>
                <a:gd name="connsiteY3" fmla="*/ 8776 h 18414"/>
                <a:gd name="connsiteX4" fmla="*/ 8070 w 18414"/>
                <a:gd name="connsiteY4" fmla="*/ 0 h 18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4" h="18414">
                  <a:moveTo>
                    <a:pt x="8070" y="0"/>
                  </a:moveTo>
                  <a:lnTo>
                    <a:pt x="0" y="10279"/>
                  </a:lnTo>
                  <a:cubicBezTo>
                    <a:pt x="3274" y="12853"/>
                    <a:pt x="6502" y="15585"/>
                    <a:pt x="9579" y="18414"/>
                  </a:cubicBezTo>
                  <a:lnTo>
                    <a:pt x="18414" y="8776"/>
                  </a:lnTo>
                  <a:cubicBezTo>
                    <a:pt x="15081" y="5724"/>
                    <a:pt x="11605" y="2771"/>
                    <a:pt x="8070" y="0"/>
                  </a:cubicBezTo>
                  <a:close/>
                </a:path>
              </a:pathLst>
            </a:custGeom>
            <a:grpFill/>
            <a:ln w="6400" cap="flat">
              <a:noFill/>
              <a:prstDash val="solid"/>
              <a:miter/>
            </a:ln>
          </p:spPr>
          <p:txBody>
            <a:bodyPr rtlCol="0" anchor="ctr"/>
            <a:lstStyle/>
            <a:p>
              <a:endParaRPr lang="en-US"/>
            </a:p>
          </p:txBody>
        </p:sp>
        <p:sp>
          <p:nvSpPr>
            <p:cNvPr id="379" name="Freeform: Shape 378">
              <a:extLst>
                <a:ext uri="{FF2B5EF4-FFF2-40B4-BE49-F238E27FC236}">
                  <a16:creationId xmlns:a16="http://schemas.microsoft.com/office/drawing/2014/main" id="{2C442336-1286-4DA8-A992-A36D881223B1}"/>
                </a:ext>
              </a:extLst>
            </p:cNvPr>
            <p:cNvSpPr/>
            <p:nvPr/>
          </p:nvSpPr>
          <p:spPr>
            <a:xfrm>
              <a:off x="3229466" y="2799958"/>
              <a:ext cx="17094" cy="17087"/>
            </a:xfrm>
            <a:custGeom>
              <a:avLst/>
              <a:gdLst>
                <a:gd name="connsiteX0" fmla="*/ 17094 w 17094"/>
                <a:gd name="connsiteY0" fmla="*/ 5234 h 17087"/>
                <a:gd name="connsiteX1" fmla="*/ 4568 w 17094"/>
                <a:gd name="connsiteY1" fmla="*/ 0 h 17087"/>
                <a:gd name="connsiteX2" fmla="*/ 0 w 17094"/>
                <a:gd name="connsiteY2" fmla="*/ 12246 h 17087"/>
                <a:gd name="connsiteX3" fmla="*/ 11586 w 17094"/>
                <a:gd name="connsiteY3" fmla="*/ 17088 h 17087"/>
              </a:gdLst>
              <a:ahLst/>
              <a:cxnLst>
                <a:cxn ang="0">
                  <a:pos x="connsiteX0" y="connsiteY0"/>
                </a:cxn>
                <a:cxn ang="0">
                  <a:pos x="connsiteX1" y="connsiteY1"/>
                </a:cxn>
                <a:cxn ang="0">
                  <a:pos x="connsiteX2" y="connsiteY2"/>
                </a:cxn>
                <a:cxn ang="0">
                  <a:pos x="connsiteX3" y="connsiteY3"/>
                </a:cxn>
              </a:cxnLst>
              <a:rect l="l" t="t" r="r" b="b"/>
              <a:pathLst>
                <a:path w="17094" h="17087">
                  <a:moveTo>
                    <a:pt x="17094" y="5234"/>
                  </a:moveTo>
                  <a:cubicBezTo>
                    <a:pt x="13010" y="3339"/>
                    <a:pt x="8789" y="1575"/>
                    <a:pt x="4568" y="0"/>
                  </a:cubicBezTo>
                  <a:lnTo>
                    <a:pt x="0" y="12246"/>
                  </a:lnTo>
                  <a:cubicBezTo>
                    <a:pt x="3908" y="13703"/>
                    <a:pt x="7809" y="15330"/>
                    <a:pt x="11586" y="17088"/>
                  </a:cubicBezTo>
                  <a:close/>
                </a:path>
              </a:pathLst>
            </a:custGeom>
            <a:grpFill/>
            <a:ln w="6400" cap="flat">
              <a:noFill/>
              <a:prstDash val="solid"/>
              <a:miter/>
            </a:ln>
          </p:spPr>
          <p:txBody>
            <a:bodyPr rtlCol="0" anchor="ctr"/>
            <a:lstStyle/>
            <a:p>
              <a:endParaRPr lang="en-US"/>
            </a:p>
          </p:txBody>
        </p:sp>
        <p:sp>
          <p:nvSpPr>
            <p:cNvPr id="380" name="Freeform: Shape 379">
              <a:extLst>
                <a:ext uri="{FF2B5EF4-FFF2-40B4-BE49-F238E27FC236}">
                  <a16:creationId xmlns:a16="http://schemas.microsoft.com/office/drawing/2014/main" id="{79833C83-7BEC-491E-A061-F3ACE6714BE3}"/>
                </a:ext>
              </a:extLst>
            </p:cNvPr>
            <p:cNvSpPr/>
            <p:nvPr/>
          </p:nvSpPr>
          <p:spPr>
            <a:xfrm>
              <a:off x="3205354" y="2792463"/>
              <a:ext cx="15800" cy="15793"/>
            </a:xfrm>
            <a:custGeom>
              <a:avLst/>
              <a:gdLst>
                <a:gd name="connsiteX0" fmla="*/ 15800 w 15800"/>
                <a:gd name="connsiteY0" fmla="*/ 3241 h 15793"/>
                <a:gd name="connsiteX1" fmla="*/ 2614 w 15800"/>
                <a:gd name="connsiteY1" fmla="*/ 0 h 15793"/>
                <a:gd name="connsiteX2" fmla="*/ 0 w 15800"/>
                <a:gd name="connsiteY2" fmla="*/ 12801 h 15793"/>
                <a:gd name="connsiteX3" fmla="*/ 12187 w 15800"/>
                <a:gd name="connsiteY3" fmla="*/ 15794 h 15793"/>
              </a:gdLst>
              <a:ahLst/>
              <a:cxnLst>
                <a:cxn ang="0">
                  <a:pos x="connsiteX0" y="connsiteY0"/>
                </a:cxn>
                <a:cxn ang="0">
                  <a:pos x="connsiteX1" y="connsiteY1"/>
                </a:cxn>
                <a:cxn ang="0">
                  <a:pos x="connsiteX2" y="connsiteY2"/>
                </a:cxn>
                <a:cxn ang="0">
                  <a:pos x="connsiteX3" y="connsiteY3"/>
                </a:cxn>
              </a:cxnLst>
              <a:rect l="l" t="t" r="r" b="b"/>
              <a:pathLst>
                <a:path w="15800" h="15793">
                  <a:moveTo>
                    <a:pt x="15800" y="3241"/>
                  </a:moveTo>
                  <a:cubicBezTo>
                    <a:pt x="11442" y="1993"/>
                    <a:pt x="7011" y="902"/>
                    <a:pt x="2614" y="0"/>
                  </a:cubicBezTo>
                  <a:lnTo>
                    <a:pt x="0" y="12801"/>
                  </a:lnTo>
                  <a:cubicBezTo>
                    <a:pt x="4064" y="13631"/>
                    <a:pt x="8161" y="14644"/>
                    <a:pt x="12187" y="15794"/>
                  </a:cubicBezTo>
                  <a:close/>
                </a:path>
              </a:pathLst>
            </a:custGeom>
            <a:grpFill/>
            <a:ln w="6400" cap="flat">
              <a:noFill/>
              <a:prstDash val="solid"/>
              <a:miter/>
            </a:ln>
          </p:spPr>
          <p:txBody>
            <a:bodyPr rtlCol="0" anchor="ctr"/>
            <a:lstStyle/>
            <a:p>
              <a:endParaRPr lang="en-US"/>
            </a:p>
          </p:txBody>
        </p:sp>
        <p:sp>
          <p:nvSpPr>
            <p:cNvPr id="381" name="Freeform: Shape 380">
              <a:extLst>
                <a:ext uri="{FF2B5EF4-FFF2-40B4-BE49-F238E27FC236}">
                  <a16:creationId xmlns:a16="http://schemas.microsoft.com/office/drawing/2014/main" id="{3BECB4B4-2FD3-4C8F-BCD0-F147139E2F04}"/>
                </a:ext>
              </a:extLst>
            </p:cNvPr>
            <p:cNvSpPr/>
            <p:nvPr/>
          </p:nvSpPr>
          <p:spPr>
            <a:xfrm>
              <a:off x="3252239" y="2811367"/>
              <a:ext cx="17963" cy="17963"/>
            </a:xfrm>
            <a:custGeom>
              <a:avLst/>
              <a:gdLst>
                <a:gd name="connsiteX0" fmla="*/ 0 w 17963"/>
                <a:gd name="connsiteY0" fmla="*/ 11396 h 17963"/>
                <a:gd name="connsiteX1" fmla="*/ 10703 w 17963"/>
                <a:gd name="connsiteY1" fmla="*/ 17963 h 17963"/>
                <a:gd name="connsiteX2" fmla="*/ 17963 w 17963"/>
                <a:gd name="connsiteY2" fmla="*/ 7096 h 17963"/>
                <a:gd name="connsiteX3" fmla="*/ 6397 w 17963"/>
                <a:gd name="connsiteY3" fmla="*/ 0 h 17963"/>
              </a:gdLst>
              <a:ahLst/>
              <a:cxnLst>
                <a:cxn ang="0">
                  <a:pos x="connsiteX0" y="connsiteY0"/>
                </a:cxn>
                <a:cxn ang="0">
                  <a:pos x="connsiteX1" y="connsiteY1"/>
                </a:cxn>
                <a:cxn ang="0">
                  <a:pos x="connsiteX2" y="connsiteY2"/>
                </a:cxn>
                <a:cxn ang="0">
                  <a:pos x="connsiteX3" y="connsiteY3"/>
                </a:cxn>
              </a:cxnLst>
              <a:rect l="l" t="t" r="r" b="b"/>
              <a:pathLst>
                <a:path w="17963" h="17963">
                  <a:moveTo>
                    <a:pt x="0" y="11396"/>
                  </a:moveTo>
                  <a:cubicBezTo>
                    <a:pt x="3627" y="13435"/>
                    <a:pt x="7227" y="15643"/>
                    <a:pt x="10703" y="17963"/>
                  </a:cubicBezTo>
                  <a:lnTo>
                    <a:pt x="17963" y="7096"/>
                  </a:lnTo>
                  <a:cubicBezTo>
                    <a:pt x="14206" y="4587"/>
                    <a:pt x="10318" y="2196"/>
                    <a:pt x="6397" y="0"/>
                  </a:cubicBezTo>
                  <a:close/>
                </a:path>
              </a:pathLst>
            </a:custGeom>
            <a:grpFill/>
            <a:ln w="6400" cap="flat">
              <a:noFill/>
              <a:prstDash val="solid"/>
              <a:miter/>
            </a:ln>
          </p:spPr>
          <p:txBody>
            <a:bodyPr rtlCol="0" anchor="ctr"/>
            <a:lstStyle/>
            <a:p>
              <a:endParaRPr lang="en-US"/>
            </a:p>
          </p:txBody>
        </p:sp>
        <p:sp>
          <p:nvSpPr>
            <p:cNvPr id="382" name="Freeform: Shape 381">
              <a:extLst>
                <a:ext uri="{FF2B5EF4-FFF2-40B4-BE49-F238E27FC236}">
                  <a16:creationId xmlns:a16="http://schemas.microsoft.com/office/drawing/2014/main" id="{A0EDF9BC-AF66-4731-A933-DB7B129DE91F}"/>
                </a:ext>
              </a:extLst>
            </p:cNvPr>
            <p:cNvSpPr/>
            <p:nvPr/>
          </p:nvSpPr>
          <p:spPr>
            <a:xfrm>
              <a:off x="3314107" y="2877555"/>
              <a:ext cx="16231" cy="14976"/>
            </a:xfrm>
            <a:custGeom>
              <a:avLst/>
              <a:gdLst>
                <a:gd name="connsiteX0" fmla="*/ 11331 w 16231"/>
                <a:gd name="connsiteY0" fmla="*/ 0 h 14976"/>
                <a:gd name="connsiteX1" fmla="*/ 0 w 16231"/>
                <a:gd name="connsiteY1" fmla="*/ 6508 h 14976"/>
                <a:gd name="connsiteX2" fmla="*/ 4535 w 16231"/>
                <a:gd name="connsiteY2" fmla="*/ 14977 h 14976"/>
                <a:gd name="connsiteX3" fmla="*/ 16232 w 16231"/>
                <a:gd name="connsiteY3" fmla="*/ 9142 h 14976"/>
                <a:gd name="connsiteX4" fmla="*/ 11331 w 16231"/>
                <a:gd name="connsiteY4" fmla="*/ 0 h 14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31" h="14976">
                  <a:moveTo>
                    <a:pt x="11331" y="0"/>
                  </a:moveTo>
                  <a:lnTo>
                    <a:pt x="0" y="6508"/>
                  </a:lnTo>
                  <a:cubicBezTo>
                    <a:pt x="1594" y="9279"/>
                    <a:pt x="3104" y="12108"/>
                    <a:pt x="4535" y="14977"/>
                  </a:cubicBezTo>
                  <a:lnTo>
                    <a:pt x="16232" y="9142"/>
                  </a:lnTo>
                  <a:cubicBezTo>
                    <a:pt x="14683" y="6044"/>
                    <a:pt x="13049" y="2993"/>
                    <a:pt x="11331" y="0"/>
                  </a:cubicBezTo>
                  <a:close/>
                </a:path>
              </a:pathLst>
            </a:custGeom>
            <a:grpFill/>
            <a:ln w="6400" cap="flat">
              <a:noFill/>
              <a:prstDash val="solid"/>
              <a:miter/>
            </a:ln>
          </p:spPr>
          <p:txBody>
            <a:bodyPr rtlCol="0" anchor="ctr"/>
            <a:lstStyle/>
            <a:p>
              <a:endParaRPr lang="en-US"/>
            </a:p>
          </p:txBody>
        </p:sp>
        <p:sp>
          <p:nvSpPr>
            <p:cNvPr id="383" name="Freeform: Shape 382">
              <a:extLst>
                <a:ext uri="{FF2B5EF4-FFF2-40B4-BE49-F238E27FC236}">
                  <a16:creationId xmlns:a16="http://schemas.microsoft.com/office/drawing/2014/main" id="{6CFAE438-58BF-41C1-8C2F-38EA4995B6C9}"/>
                </a:ext>
              </a:extLst>
            </p:cNvPr>
            <p:cNvSpPr/>
            <p:nvPr/>
          </p:nvSpPr>
          <p:spPr>
            <a:xfrm>
              <a:off x="3335219" y="2951734"/>
              <a:ext cx="13545" cy="13558"/>
            </a:xfrm>
            <a:custGeom>
              <a:avLst/>
              <a:gdLst>
                <a:gd name="connsiteX0" fmla="*/ 477 w 13545"/>
                <a:gd name="connsiteY0" fmla="*/ 13559 h 13558"/>
                <a:gd name="connsiteX1" fmla="*/ 13546 w 13545"/>
                <a:gd name="connsiteY1" fmla="*/ 13559 h 13558"/>
                <a:gd name="connsiteX2" fmla="*/ 13030 w 13545"/>
                <a:gd name="connsiteY2" fmla="*/ 0 h 13558"/>
                <a:gd name="connsiteX3" fmla="*/ 0 w 13545"/>
                <a:gd name="connsiteY3" fmla="*/ 993 h 13558"/>
                <a:gd name="connsiteX4" fmla="*/ 477 w 13545"/>
                <a:gd name="connsiteY4" fmla="*/ 13559 h 13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45" h="13558">
                  <a:moveTo>
                    <a:pt x="477" y="13559"/>
                  </a:moveTo>
                  <a:lnTo>
                    <a:pt x="13546" y="13559"/>
                  </a:lnTo>
                  <a:cubicBezTo>
                    <a:pt x="13546" y="9031"/>
                    <a:pt x="13376" y="4470"/>
                    <a:pt x="13030" y="0"/>
                  </a:cubicBezTo>
                  <a:lnTo>
                    <a:pt x="0" y="993"/>
                  </a:lnTo>
                  <a:cubicBezTo>
                    <a:pt x="320" y="5136"/>
                    <a:pt x="477" y="9364"/>
                    <a:pt x="477" y="13559"/>
                  </a:cubicBezTo>
                  <a:close/>
                </a:path>
              </a:pathLst>
            </a:custGeom>
            <a:grpFill/>
            <a:ln w="6400" cap="flat">
              <a:noFill/>
              <a:prstDash val="solid"/>
              <a:miter/>
            </a:ln>
          </p:spPr>
          <p:txBody>
            <a:bodyPr rtlCol="0" anchor="ctr"/>
            <a:lstStyle/>
            <a:p>
              <a:endParaRPr lang="en-US"/>
            </a:p>
          </p:txBody>
        </p:sp>
        <p:sp>
          <p:nvSpPr>
            <p:cNvPr id="384" name="Freeform: Shape 383">
              <a:extLst>
                <a:ext uri="{FF2B5EF4-FFF2-40B4-BE49-F238E27FC236}">
                  <a16:creationId xmlns:a16="http://schemas.microsoft.com/office/drawing/2014/main" id="{CEAB6CBA-BC3B-4547-81DD-B9D9F224B580}"/>
                </a:ext>
              </a:extLst>
            </p:cNvPr>
            <p:cNvSpPr/>
            <p:nvPr/>
          </p:nvSpPr>
          <p:spPr>
            <a:xfrm>
              <a:off x="3331403" y="2924923"/>
              <a:ext cx="15303" cy="15323"/>
            </a:xfrm>
            <a:custGeom>
              <a:avLst/>
              <a:gdLst>
                <a:gd name="connsiteX0" fmla="*/ 2385 w 15303"/>
                <a:gd name="connsiteY0" fmla="*/ 15323 h 15323"/>
                <a:gd name="connsiteX1" fmla="*/ 15304 w 15303"/>
                <a:gd name="connsiteY1" fmla="*/ 13330 h 15323"/>
                <a:gd name="connsiteX2" fmla="*/ 12723 w 15303"/>
                <a:gd name="connsiteY2" fmla="*/ 0 h 15323"/>
                <a:gd name="connsiteX3" fmla="*/ 0 w 15303"/>
                <a:gd name="connsiteY3" fmla="*/ 2986 h 15323"/>
                <a:gd name="connsiteX4" fmla="*/ 2385 w 15303"/>
                <a:gd name="connsiteY4" fmla="*/ 15323 h 153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03" h="15323">
                  <a:moveTo>
                    <a:pt x="2385" y="15323"/>
                  </a:moveTo>
                  <a:lnTo>
                    <a:pt x="15304" y="13330"/>
                  </a:lnTo>
                  <a:cubicBezTo>
                    <a:pt x="14618" y="8861"/>
                    <a:pt x="13748" y="4372"/>
                    <a:pt x="12723" y="0"/>
                  </a:cubicBezTo>
                  <a:lnTo>
                    <a:pt x="0" y="2986"/>
                  </a:lnTo>
                  <a:cubicBezTo>
                    <a:pt x="941" y="7031"/>
                    <a:pt x="1745" y="11180"/>
                    <a:pt x="2385" y="15323"/>
                  </a:cubicBezTo>
                  <a:close/>
                </a:path>
              </a:pathLst>
            </a:custGeom>
            <a:grpFill/>
            <a:ln w="6400" cap="flat">
              <a:noFill/>
              <a:prstDash val="solid"/>
              <a:miter/>
            </a:ln>
          </p:spPr>
          <p:txBody>
            <a:bodyPr rtlCol="0" anchor="ctr"/>
            <a:lstStyle/>
            <a:p>
              <a:endParaRPr lang="en-US"/>
            </a:p>
          </p:txBody>
        </p:sp>
        <p:sp>
          <p:nvSpPr>
            <p:cNvPr id="385" name="Freeform: Shape 384">
              <a:extLst>
                <a:ext uri="{FF2B5EF4-FFF2-40B4-BE49-F238E27FC236}">
                  <a16:creationId xmlns:a16="http://schemas.microsoft.com/office/drawing/2014/main" id="{B46BBA20-1AB1-4D8A-A5BC-6279ADACC060}"/>
                </a:ext>
              </a:extLst>
            </p:cNvPr>
            <p:cNvSpPr/>
            <p:nvPr/>
          </p:nvSpPr>
          <p:spPr>
            <a:xfrm>
              <a:off x="3323804" y="2899079"/>
              <a:ext cx="16721" cy="16721"/>
            </a:xfrm>
            <a:custGeom>
              <a:avLst/>
              <a:gdLst>
                <a:gd name="connsiteX0" fmla="*/ 4267 w 16721"/>
                <a:gd name="connsiteY0" fmla="*/ 16722 h 16721"/>
                <a:gd name="connsiteX1" fmla="*/ 16722 w 16721"/>
                <a:gd name="connsiteY1" fmla="*/ 12768 h 16721"/>
                <a:gd name="connsiteX2" fmla="*/ 12115 w 16721"/>
                <a:gd name="connsiteY2" fmla="*/ 0 h 16721"/>
                <a:gd name="connsiteX3" fmla="*/ 0 w 16721"/>
                <a:gd name="connsiteY3" fmla="*/ 4914 h 16721"/>
                <a:gd name="connsiteX4" fmla="*/ 4267 w 16721"/>
                <a:gd name="connsiteY4" fmla="*/ 16722 h 16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21" h="16721">
                  <a:moveTo>
                    <a:pt x="4267" y="16722"/>
                  </a:moveTo>
                  <a:lnTo>
                    <a:pt x="16722" y="12768"/>
                  </a:lnTo>
                  <a:cubicBezTo>
                    <a:pt x="15356" y="8469"/>
                    <a:pt x="13807" y="4169"/>
                    <a:pt x="12115" y="0"/>
                  </a:cubicBezTo>
                  <a:lnTo>
                    <a:pt x="0" y="4914"/>
                  </a:lnTo>
                  <a:cubicBezTo>
                    <a:pt x="1562" y="8769"/>
                    <a:pt x="2999" y="12742"/>
                    <a:pt x="4267" y="16722"/>
                  </a:cubicBezTo>
                  <a:close/>
                </a:path>
              </a:pathLst>
            </a:custGeom>
            <a:grpFill/>
            <a:ln w="6400" cap="flat">
              <a:noFill/>
              <a:prstDash val="solid"/>
              <a:miter/>
            </a:ln>
          </p:spPr>
          <p:txBody>
            <a:bodyPr rtlCol="0" anchor="ctr"/>
            <a:lstStyle/>
            <a:p>
              <a:endParaRPr lang="en-US"/>
            </a:p>
          </p:txBody>
        </p:sp>
        <p:sp>
          <p:nvSpPr>
            <p:cNvPr id="386" name="Freeform: Shape 385">
              <a:extLst>
                <a:ext uri="{FF2B5EF4-FFF2-40B4-BE49-F238E27FC236}">
                  <a16:creationId xmlns:a16="http://schemas.microsoft.com/office/drawing/2014/main" id="{54AE589D-1312-4794-B788-1B0F67B03765}"/>
                </a:ext>
              </a:extLst>
            </p:cNvPr>
            <p:cNvSpPr/>
            <p:nvPr/>
          </p:nvSpPr>
          <p:spPr>
            <a:xfrm>
              <a:off x="3022043" y="2841138"/>
              <a:ext cx="39206" cy="39206"/>
            </a:xfrm>
            <a:custGeom>
              <a:avLst/>
              <a:gdLst>
                <a:gd name="connsiteX0" fmla="*/ 39207 w 39206"/>
                <a:gd name="connsiteY0" fmla="*/ 19603 h 39206"/>
                <a:gd name="connsiteX1" fmla="*/ 19603 w 39206"/>
                <a:gd name="connsiteY1" fmla="*/ 39207 h 39206"/>
                <a:gd name="connsiteX2" fmla="*/ 0 w 39206"/>
                <a:gd name="connsiteY2" fmla="*/ 19603 h 39206"/>
                <a:gd name="connsiteX3" fmla="*/ 19603 w 39206"/>
                <a:gd name="connsiteY3" fmla="*/ 0 h 39206"/>
                <a:gd name="connsiteX4" fmla="*/ 39207 w 39206"/>
                <a:gd name="connsiteY4" fmla="*/ 19603 h 392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06" h="39206">
                  <a:moveTo>
                    <a:pt x="39207" y="19603"/>
                  </a:moveTo>
                  <a:cubicBezTo>
                    <a:pt x="39207" y="30430"/>
                    <a:pt x="30430" y="39207"/>
                    <a:pt x="19603" y="39207"/>
                  </a:cubicBezTo>
                  <a:cubicBezTo>
                    <a:pt x="8777" y="39207"/>
                    <a:pt x="0" y="30430"/>
                    <a:pt x="0" y="19603"/>
                  </a:cubicBezTo>
                  <a:cubicBezTo>
                    <a:pt x="0" y="8777"/>
                    <a:pt x="8777" y="0"/>
                    <a:pt x="19603" y="0"/>
                  </a:cubicBezTo>
                  <a:cubicBezTo>
                    <a:pt x="30430" y="0"/>
                    <a:pt x="39207" y="8777"/>
                    <a:pt x="39207" y="19603"/>
                  </a:cubicBezTo>
                  <a:close/>
                </a:path>
              </a:pathLst>
            </a:custGeom>
            <a:grpFill/>
            <a:ln w="6400" cap="flat">
              <a:noFill/>
              <a:prstDash val="solid"/>
              <a:miter/>
            </a:ln>
          </p:spPr>
          <p:txBody>
            <a:bodyPr rtlCol="0" anchor="ctr"/>
            <a:lstStyle/>
            <a:p>
              <a:endParaRPr lang="en-US"/>
            </a:p>
          </p:txBody>
        </p:sp>
        <p:sp>
          <p:nvSpPr>
            <p:cNvPr id="387" name="Freeform: Shape 386">
              <a:extLst>
                <a:ext uri="{FF2B5EF4-FFF2-40B4-BE49-F238E27FC236}">
                  <a16:creationId xmlns:a16="http://schemas.microsoft.com/office/drawing/2014/main" id="{F4F6EFF8-E07F-46D0-B744-1329BBAB5564}"/>
                </a:ext>
              </a:extLst>
            </p:cNvPr>
            <p:cNvSpPr/>
            <p:nvPr/>
          </p:nvSpPr>
          <p:spPr>
            <a:xfrm>
              <a:off x="3283421" y="2841138"/>
              <a:ext cx="39206" cy="39206"/>
            </a:xfrm>
            <a:custGeom>
              <a:avLst/>
              <a:gdLst>
                <a:gd name="connsiteX0" fmla="*/ 39207 w 39206"/>
                <a:gd name="connsiteY0" fmla="*/ 19603 h 39206"/>
                <a:gd name="connsiteX1" fmla="*/ 19603 w 39206"/>
                <a:gd name="connsiteY1" fmla="*/ 39207 h 39206"/>
                <a:gd name="connsiteX2" fmla="*/ 0 w 39206"/>
                <a:gd name="connsiteY2" fmla="*/ 19603 h 39206"/>
                <a:gd name="connsiteX3" fmla="*/ 19603 w 39206"/>
                <a:gd name="connsiteY3" fmla="*/ 0 h 39206"/>
                <a:gd name="connsiteX4" fmla="*/ 39207 w 39206"/>
                <a:gd name="connsiteY4" fmla="*/ 19603 h 392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06" h="39206">
                  <a:moveTo>
                    <a:pt x="39207" y="19603"/>
                  </a:moveTo>
                  <a:cubicBezTo>
                    <a:pt x="39207" y="30430"/>
                    <a:pt x="30430" y="39207"/>
                    <a:pt x="19603" y="39207"/>
                  </a:cubicBezTo>
                  <a:cubicBezTo>
                    <a:pt x="8777" y="39207"/>
                    <a:pt x="0" y="30430"/>
                    <a:pt x="0" y="19603"/>
                  </a:cubicBezTo>
                  <a:cubicBezTo>
                    <a:pt x="0" y="8777"/>
                    <a:pt x="8777" y="0"/>
                    <a:pt x="19603" y="0"/>
                  </a:cubicBezTo>
                  <a:cubicBezTo>
                    <a:pt x="30430" y="0"/>
                    <a:pt x="39207" y="8777"/>
                    <a:pt x="39207" y="19603"/>
                  </a:cubicBezTo>
                  <a:close/>
                </a:path>
              </a:pathLst>
            </a:custGeom>
            <a:grpFill/>
            <a:ln w="6400" cap="flat">
              <a:noFill/>
              <a:prstDash val="solid"/>
              <a:miter/>
            </a:ln>
          </p:spPr>
          <p:txBody>
            <a:bodyPr rtlCol="0" anchor="ctr"/>
            <a:lstStyle/>
            <a:p>
              <a:endParaRPr lang="en-US"/>
            </a:p>
          </p:txBody>
        </p:sp>
        <p:sp>
          <p:nvSpPr>
            <p:cNvPr id="388" name="Freeform: Shape 387">
              <a:extLst>
                <a:ext uri="{FF2B5EF4-FFF2-40B4-BE49-F238E27FC236}">
                  <a16:creationId xmlns:a16="http://schemas.microsoft.com/office/drawing/2014/main" id="{929D417D-473B-495F-8A3F-D86ECC4D6FF0}"/>
                </a:ext>
              </a:extLst>
            </p:cNvPr>
            <p:cNvSpPr/>
            <p:nvPr/>
          </p:nvSpPr>
          <p:spPr>
            <a:xfrm>
              <a:off x="3152732" y="2775794"/>
              <a:ext cx="39206" cy="39206"/>
            </a:xfrm>
            <a:custGeom>
              <a:avLst/>
              <a:gdLst>
                <a:gd name="connsiteX0" fmla="*/ 39207 w 39206"/>
                <a:gd name="connsiteY0" fmla="*/ 19603 h 39206"/>
                <a:gd name="connsiteX1" fmla="*/ 19603 w 39206"/>
                <a:gd name="connsiteY1" fmla="*/ 39207 h 39206"/>
                <a:gd name="connsiteX2" fmla="*/ 0 w 39206"/>
                <a:gd name="connsiteY2" fmla="*/ 19603 h 39206"/>
                <a:gd name="connsiteX3" fmla="*/ 19603 w 39206"/>
                <a:gd name="connsiteY3" fmla="*/ 0 h 39206"/>
                <a:gd name="connsiteX4" fmla="*/ 39207 w 39206"/>
                <a:gd name="connsiteY4" fmla="*/ 19603 h 392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06" h="39206">
                  <a:moveTo>
                    <a:pt x="39207" y="19603"/>
                  </a:moveTo>
                  <a:cubicBezTo>
                    <a:pt x="39207" y="30430"/>
                    <a:pt x="30430" y="39207"/>
                    <a:pt x="19603" y="39207"/>
                  </a:cubicBezTo>
                  <a:cubicBezTo>
                    <a:pt x="8777" y="39207"/>
                    <a:pt x="0" y="30430"/>
                    <a:pt x="0" y="19603"/>
                  </a:cubicBezTo>
                  <a:cubicBezTo>
                    <a:pt x="0" y="8777"/>
                    <a:pt x="8777" y="0"/>
                    <a:pt x="19603" y="0"/>
                  </a:cubicBezTo>
                  <a:cubicBezTo>
                    <a:pt x="30430" y="0"/>
                    <a:pt x="39207" y="8777"/>
                    <a:pt x="39207" y="19603"/>
                  </a:cubicBezTo>
                  <a:close/>
                </a:path>
              </a:pathLst>
            </a:custGeom>
            <a:grpFill/>
            <a:ln w="6400" cap="flat">
              <a:noFill/>
              <a:prstDash val="solid"/>
              <a:miter/>
            </a:ln>
          </p:spPr>
          <p:txBody>
            <a:bodyPr rtlCol="0" anchor="ctr"/>
            <a:lstStyle/>
            <a:p>
              <a:endParaRPr lang="en-US"/>
            </a:p>
          </p:txBody>
        </p:sp>
        <p:sp>
          <p:nvSpPr>
            <p:cNvPr id="389" name="Freeform: Shape 388">
              <a:extLst>
                <a:ext uri="{FF2B5EF4-FFF2-40B4-BE49-F238E27FC236}">
                  <a16:creationId xmlns:a16="http://schemas.microsoft.com/office/drawing/2014/main" id="{61ECE98D-8710-4B04-83DB-FF79DD1927F9}"/>
                </a:ext>
              </a:extLst>
            </p:cNvPr>
            <p:cNvSpPr/>
            <p:nvPr/>
          </p:nvSpPr>
          <p:spPr>
            <a:xfrm>
              <a:off x="2982837" y="2971827"/>
              <a:ext cx="39206" cy="39206"/>
            </a:xfrm>
            <a:custGeom>
              <a:avLst/>
              <a:gdLst>
                <a:gd name="connsiteX0" fmla="*/ 39207 w 39206"/>
                <a:gd name="connsiteY0" fmla="*/ 19603 h 39206"/>
                <a:gd name="connsiteX1" fmla="*/ 19603 w 39206"/>
                <a:gd name="connsiteY1" fmla="*/ 39207 h 39206"/>
                <a:gd name="connsiteX2" fmla="*/ 0 w 39206"/>
                <a:gd name="connsiteY2" fmla="*/ 19603 h 39206"/>
                <a:gd name="connsiteX3" fmla="*/ 19603 w 39206"/>
                <a:gd name="connsiteY3" fmla="*/ 0 h 39206"/>
                <a:gd name="connsiteX4" fmla="*/ 39207 w 39206"/>
                <a:gd name="connsiteY4" fmla="*/ 19603 h 392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06" h="39206">
                  <a:moveTo>
                    <a:pt x="39207" y="19603"/>
                  </a:moveTo>
                  <a:cubicBezTo>
                    <a:pt x="39207" y="30430"/>
                    <a:pt x="30430" y="39207"/>
                    <a:pt x="19603" y="39207"/>
                  </a:cubicBezTo>
                  <a:cubicBezTo>
                    <a:pt x="8777" y="39207"/>
                    <a:pt x="0" y="30430"/>
                    <a:pt x="0" y="19603"/>
                  </a:cubicBezTo>
                  <a:cubicBezTo>
                    <a:pt x="0" y="8777"/>
                    <a:pt x="8777" y="0"/>
                    <a:pt x="19603" y="0"/>
                  </a:cubicBezTo>
                  <a:cubicBezTo>
                    <a:pt x="30430" y="0"/>
                    <a:pt x="39207" y="8777"/>
                    <a:pt x="39207" y="19603"/>
                  </a:cubicBezTo>
                  <a:close/>
                </a:path>
              </a:pathLst>
            </a:custGeom>
            <a:grpFill/>
            <a:ln w="6400" cap="flat">
              <a:noFill/>
              <a:prstDash val="solid"/>
              <a:miter/>
            </a:ln>
          </p:spPr>
          <p:txBody>
            <a:bodyPr rtlCol="0" anchor="ctr"/>
            <a:lstStyle/>
            <a:p>
              <a:endParaRPr lang="en-US"/>
            </a:p>
          </p:txBody>
        </p:sp>
        <p:sp>
          <p:nvSpPr>
            <p:cNvPr id="390" name="Freeform: Shape 389">
              <a:extLst>
                <a:ext uri="{FF2B5EF4-FFF2-40B4-BE49-F238E27FC236}">
                  <a16:creationId xmlns:a16="http://schemas.microsoft.com/office/drawing/2014/main" id="{2A226872-F0CE-47B3-8FA4-B4078D41EF7E}"/>
                </a:ext>
              </a:extLst>
            </p:cNvPr>
            <p:cNvSpPr/>
            <p:nvPr/>
          </p:nvSpPr>
          <p:spPr>
            <a:xfrm>
              <a:off x="3322628" y="2971827"/>
              <a:ext cx="39206" cy="39206"/>
            </a:xfrm>
            <a:custGeom>
              <a:avLst/>
              <a:gdLst>
                <a:gd name="connsiteX0" fmla="*/ 39207 w 39206"/>
                <a:gd name="connsiteY0" fmla="*/ 19603 h 39206"/>
                <a:gd name="connsiteX1" fmla="*/ 19603 w 39206"/>
                <a:gd name="connsiteY1" fmla="*/ 39207 h 39206"/>
                <a:gd name="connsiteX2" fmla="*/ 0 w 39206"/>
                <a:gd name="connsiteY2" fmla="*/ 19603 h 39206"/>
                <a:gd name="connsiteX3" fmla="*/ 19603 w 39206"/>
                <a:gd name="connsiteY3" fmla="*/ 0 h 39206"/>
                <a:gd name="connsiteX4" fmla="*/ 39207 w 39206"/>
                <a:gd name="connsiteY4" fmla="*/ 19603 h 392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06" h="39206">
                  <a:moveTo>
                    <a:pt x="39207" y="19603"/>
                  </a:moveTo>
                  <a:cubicBezTo>
                    <a:pt x="39207" y="30430"/>
                    <a:pt x="30430" y="39207"/>
                    <a:pt x="19603" y="39207"/>
                  </a:cubicBezTo>
                  <a:cubicBezTo>
                    <a:pt x="8777" y="39207"/>
                    <a:pt x="0" y="30430"/>
                    <a:pt x="0" y="19603"/>
                  </a:cubicBezTo>
                  <a:cubicBezTo>
                    <a:pt x="0" y="8777"/>
                    <a:pt x="8777" y="0"/>
                    <a:pt x="19603" y="0"/>
                  </a:cubicBezTo>
                  <a:cubicBezTo>
                    <a:pt x="30430" y="0"/>
                    <a:pt x="39207" y="8777"/>
                    <a:pt x="39207" y="19603"/>
                  </a:cubicBezTo>
                  <a:close/>
                </a:path>
              </a:pathLst>
            </a:custGeom>
            <a:grpFill/>
            <a:ln w="6400" cap="flat">
              <a:noFill/>
              <a:prstDash val="solid"/>
              <a:miter/>
            </a:ln>
          </p:spPr>
          <p:txBody>
            <a:bodyPr rtlCol="0" anchor="ctr"/>
            <a:lstStyle/>
            <a:p>
              <a:endParaRPr lang="en-US"/>
            </a:p>
          </p:txBody>
        </p:sp>
        <p:sp>
          <p:nvSpPr>
            <p:cNvPr id="391" name="Freeform: Shape 390">
              <a:extLst>
                <a:ext uri="{FF2B5EF4-FFF2-40B4-BE49-F238E27FC236}">
                  <a16:creationId xmlns:a16="http://schemas.microsoft.com/office/drawing/2014/main" id="{AD1E0945-FC05-4483-8A33-D25044DBCD98}"/>
                </a:ext>
              </a:extLst>
            </p:cNvPr>
            <p:cNvSpPr/>
            <p:nvPr/>
          </p:nvSpPr>
          <p:spPr>
            <a:xfrm>
              <a:off x="3087388" y="2965293"/>
              <a:ext cx="26137" cy="26137"/>
            </a:xfrm>
            <a:custGeom>
              <a:avLst/>
              <a:gdLst>
                <a:gd name="connsiteX0" fmla="*/ 0 w 26137"/>
                <a:gd name="connsiteY0" fmla="*/ 0 h 26137"/>
                <a:gd name="connsiteX1" fmla="*/ 26138 w 26137"/>
                <a:gd name="connsiteY1" fmla="*/ 0 h 26137"/>
                <a:gd name="connsiteX2" fmla="*/ 26138 w 26137"/>
                <a:gd name="connsiteY2" fmla="*/ 26138 h 26137"/>
                <a:gd name="connsiteX3" fmla="*/ 0 w 26137"/>
                <a:gd name="connsiteY3" fmla="*/ 26138 h 26137"/>
              </a:gdLst>
              <a:ahLst/>
              <a:cxnLst>
                <a:cxn ang="0">
                  <a:pos x="connsiteX0" y="connsiteY0"/>
                </a:cxn>
                <a:cxn ang="0">
                  <a:pos x="connsiteX1" y="connsiteY1"/>
                </a:cxn>
                <a:cxn ang="0">
                  <a:pos x="connsiteX2" y="connsiteY2"/>
                </a:cxn>
                <a:cxn ang="0">
                  <a:pos x="connsiteX3" y="connsiteY3"/>
                </a:cxn>
              </a:cxnLst>
              <a:rect l="l" t="t" r="r" b="b"/>
              <a:pathLst>
                <a:path w="26137" h="26137">
                  <a:moveTo>
                    <a:pt x="0" y="0"/>
                  </a:moveTo>
                  <a:lnTo>
                    <a:pt x="26138" y="0"/>
                  </a:lnTo>
                  <a:lnTo>
                    <a:pt x="26138" y="26138"/>
                  </a:lnTo>
                  <a:lnTo>
                    <a:pt x="0" y="26138"/>
                  </a:lnTo>
                  <a:close/>
                </a:path>
              </a:pathLst>
            </a:custGeom>
            <a:grpFill/>
            <a:ln w="6400" cap="flat">
              <a:noFill/>
              <a:prstDash val="solid"/>
              <a:miter/>
            </a:ln>
          </p:spPr>
          <p:txBody>
            <a:bodyPr rtlCol="0" anchor="ctr"/>
            <a:lstStyle/>
            <a:p>
              <a:endParaRPr lang="en-US"/>
            </a:p>
          </p:txBody>
        </p:sp>
        <p:sp>
          <p:nvSpPr>
            <p:cNvPr id="392" name="Freeform: Shape 391">
              <a:extLst>
                <a:ext uri="{FF2B5EF4-FFF2-40B4-BE49-F238E27FC236}">
                  <a16:creationId xmlns:a16="http://schemas.microsoft.com/office/drawing/2014/main" id="{C89C1523-3CAF-4C01-AFD7-31ECA5FBEB03}"/>
                </a:ext>
              </a:extLst>
            </p:cNvPr>
            <p:cNvSpPr/>
            <p:nvPr/>
          </p:nvSpPr>
          <p:spPr>
            <a:xfrm>
              <a:off x="3231145" y="2965293"/>
              <a:ext cx="26137" cy="26137"/>
            </a:xfrm>
            <a:custGeom>
              <a:avLst/>
              <a:gdLst>
                <a:gd name="connsiteX0" fmla="*/ 0 w 26137"/>
                <a:gd name="connsiteY0" fmla="*/ 0 h 26137"/>
                <a:gd name="connsiteX1" fmla="*/ 26138 w 26137"/>
                <a:gd name="connsiteY1" fmla="*/ 0 h 26137"/>
                <a:gd name="connsiteX2" fmla="*/ 26138 w 26137"/>
                <a:gd name="connsiteY2" fmla="*/ 26138 h 26137"/>
                <a:gd name="connsiteX3" fmla="*/ 0 w 26137"/>
                <a:gd name="connsiteY3" fmla="*/ 26138 h 26137"/>
              </a:gdLst>
              <a:ahLst/>
              <a:cxnLst>
                <a:cxn ang="0">
                  <a:pos x="connsiteX0" y="connsiteY0"/>
                </a:cxn>
                <a:cxn ang="0">
                  <a:pos x="connsiteX1" y="connsiteY1"/>
                </a:cxn>
                <a:cxn ang="0">
                  <a:pos x="connsiteX2" y="connsiteY2"/>
                </a:cxn>
                <a:cxn ang="0">
                  <a:pos x="connsiteX3" y="connsiteY3"/>
                </a:cxn>
              </a:cxnLst>
              <a:rect l="l" t="t" r="r" b="b"/>
              <a:pathLst>
                <a:path w="26137" h="26137">
                  <a:moveTo>
                    <a:pt x="0" y="0"/>
                  </a:moveTo>
                  <a:lnTo>
                    <a:pt x="26138" y="0"/>
                  </a:lnTo>
                  <a:lnTo>
                    <a:pt x="26138" y="26138"/>
                  </a:lnTo>
                  <a:lnTo>
                    <a:pt x="0" y="26138"/>
                  </a:lnTo>
                  <a:close/>
                </a:path>
              </a:pathLst>
            </a:custGeom>
            <a:grpFill/>
            <a:ln w="6400" cap="flat">
              <a:noFill/>
              <a:prstDash val="solid"/>
              <a:miter/>
            </a:ln>
          </p:spPr>
          <p:txBody>
            <a:bodyPr rtlCol="0" anchor="ctr"/>
            <a:lstStyle/>
            <a:p>
              <a:endParaRPr lang="en-US"/>
            </a:p>
          </p:txBody>
        </p:sp>
        <p:sp>
          <p:nvSpPr>
            <p:cNvPr id="393" name="Freeform: Shape 392">
              <a:extLst>
                <a:ext uri="{FF2B5EF4-FFF2-40B4-BE49-F238E27FC236}">
                  <a16:creationId xmlns:a16="http://schemas.microsoft.com/office/drawing/2014/main" id="{E24BCB28-57CB-4B4B-A91E-B017C5F9411E}"/>
                </a:ext>
              </a:extLst>
            </p:cNvPr>
            <p:cNvSpPr/>
            <p:nvPr/>
          </p:nvSpPr>
          <p:spPr>
            <a:xfrm>
              <a:off x="3087388" y="3004499"/>
              <a:ext cx="169895" cy="150292"/>
            </a:xfrm>
            <a:custGeom>
              <a:avLst/>
              <a:gdLst>
                <a:gd name="connsiteX0" fmla="*/ 143758 w 169895"/>
                <a:gd name="connsiteY0" fmla="*/ 65344 h 150292"/>
                <a:gd name="connsiteX1" fmla="*/ 84948 w 169895"/>
                <a:gd name="connsiteY1" fmla="*/ 124154 h 150292"/>
                <a:gd name="connsiteX2" fmla="*/ 26138 w 169895"/>
                <a:gd name="connsiteY2" fmla="*/ 65344 h 150292"/>
                <a:gd name="connsiteX3" fmla="*/ 26138 w 169895"/>
                <a:gd name="connsiteY3" fmla="*/ 0 h 150292"/>
                <a:gd name="connsiteX4" fmla="*/ 0 w 169895"/>
                <a:gd name="connsiteY4" fmla="*/ 0 h 150292"/>
                <a:gd name="connsiteX5" fmla="*/ 0 w 169895"/>
                <a:gd name="connsiteY5" fmla="*/ 65344 h 150292"/>
                <a:gd name="connsiteX6" fmla="*/ 84948 w 169895"/>
                <a:gd name="connsiteY6" fmla="*/ 150292 h 150292"/>
                <a:gd name="connsiteX7" fmla="*/ 169895 w 169895"/>
                <a:gd name="connsiteY7" fmla="*/ 65344 h 150292"/>
                <a:gd name="connsiteX8" fmla="*/ 169895 w 169895"/>
                <a:gd name="connsiteY8" fmla="*/ 0 h 150292"/>
                <a:gd name="connsiteX9" fmla="*/ 143758 w 169895"/>
                <a:gd name="connsiteY9" fmla="*/ 0 h 150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9895" h="150292">
                  <a:moveTo>
                    <a:pt x="143758" y="65344"/>
                  </a:moveTo>
                  <a:cubicBezTo>
                    <a:pt x="143758" y="97768"/>
                    <a:pt x="117372" y="124154"/>
                    <a:pt x="84948" y="124154"/>
                  </a:cubicBezTo>
                  <a:cubicBezTo>
                    <a:pt x="52524" y="124154"/>
                    <a:pt x="26138" y="97768"/>
                    <a:pt x="26138" y="65344"/>
                  </a:cubicBezTo>
                  <a:lnTo>
                    <a:pt x="26138" y="0"/>
                  </a:lnTo>
                  <a:lnTo>
                    <a:pt x="0" y="0"/>
                  </a:lnTo>
                  <a:lnTo>
                    <a:pt x="0" y="65344"/>
                  </a:lnTo>
                  <a:cubicBezTo>
                    <a:pt x="0" y="112183"/>
                    <a:pt x="38109" y="150292"/>
                    <a:pt x="84948" y="150292"/>
                  </a:cubicBezTo>
                  <a:cubicBezTo>
                    <a:pt x="131787" y="150292"/>
                    <a:pt x="169895" y="112183"/>
                    <a:pt x="169895" y="65344"/>
                  </a:cubicBezTo>
                  <a:lnTo>
                    <a:pt x="169895" y="0"/>
                  </a:lnTo>
                  <a:lnTo>
                    <a:pt x="143758" y="0"/>
                  </a:lnTo>
                  <a:close/>
                </a:path>
              </a:pathLst>
            </a:custGeom>
            <a:grpFill/>
            <a:ln w="6400" cap="flat">
              <a:noFill/>
              <a:prstDash val="solid"/>
              <a:miter/>
            </a:ln>
          </p:spPr>
          <p:txBody>
            <a:bodyPr rtlCol="0" anchor="ctr"/>
            <a:lstStyle/>
            <a:p>
              <a:endParaRPr lang="en-US"/>
            </a:p>
          </p:txBody>
        </p:sp>
        <p:sp>
          <p:nvSpPr>
            <p:cNvPr id="394" name="Freeform: Shape 393">
              <a:extLst>
                <a:ext uri="{FF2B5EF4-FFF2-40B4-BE49-F238E27FC236}">
                  <a16:creationId xmlns:a16="http://schemas.microsoft.com/office/drawing/2014/main" id="{66594656-335A-4C06-88BD-4066DDC40378}"/>
                </a:ext>
              </a:extLst>
            </p:cNvPr>
            <p:cNvSpPr/>
            <p:nvPr/>
          </p:nvSpPr>
          <p:spPr>
            <a:xfrm>
              <a:off x="3144237" y="2854207"/>
              <a:ext cx="54235" cy="82928"/>
            </a:xfrm>
            <a:custGeom>
              <a:avLst/>
              <a:gdLst>
                <a:gd name="connsiteX0" fmla="*/ 53354 w 54235"/>
                <a:gd name="connsiteY0" fmla="*/ 0 h 82928"/>
                <a:gd name="connsiteX1" fmla="*/ 25412 w 54235"/>
                <a:gd name="connsiteY1" fmla="*/ 0 h 82928"/>
                <a:gd name="connsiteX2" fmla="*/ 0 w 54235"/>
                <a:gd name="connsiteY2" fmla="*/ 45741 h 82928"/>
                <a:gd name="connsiteX3" fmla="*/ 21564 w 54235"/>
                <a:gd name="connsiteY3" fmla="*/ 45741 h 82928"/>
                <a:gd name="connsiteX4" fmla="*/ 26661 w 54235"/>
                <a:gd name="connsiteY4" fmla="*/ 48191 h 82928"/>
                <a:gd name="connsiteX5" fmla="*/ 27941 w 54235"/>
                <a:gd name="connsiteY5" fmla="*/ 53693 h 82928"/>
                <a:gd name="connsiteX6" fmla="*/ 21446 w 54235"/>
                <a:gd name="connsiteY6" fmla="*/ 82929 h 82928"/>
                <a:gd name="connsiteX7" fmla="*/ 54236 w 54235"/>
                <a:gd name="connsiteY7" fmla="*/ 39207 h 82928"/>
                <a:gd name="connsiteX8" fmla="*/ 34633 w 54235"/>
                <a:gd name="connsiteY8" fmla="*/ 39207 h 82928"/>
                <a:gd name="connsiteX9" fmla="*/ 28712 w 54235"/>
                <a:gd name="connsiteY9" fmla="*/ 35443 h 82928"/>
                <a:gd name="connsiteX10" fmla="*/ 29614 w 54235"/>
                <a:gd name="connsiteY10" fmla="*/ 28490 h 82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235" h="82928">
                  <a:moveTo>
                    <a:pt x="53354" y="0"/>
                  </a:moveTo>
                  <a:lnTo>
                    <a:pt x="25412" y="0"/>
                  </a:lnTo>
                  <a:lnTo>
                    <a:pt x="0" y="45741"/>
                  </a:lnTo>
                  <a:lnTo>
                    <a:pt x="21564" y="45741"/>
                  </a:lnTo>
                  <a:cubicBezTo>
                    <a:pt x="23544" y="45741"/>
                    <a:pt x="25419" y="46643"/>
                    <a:pt x="26661" y="48191"/>
                  </a:cubicBezTo>
                  <a:cubicBezTo>
                    <a:pt x="27896" y="49734"/>
                    <a:pt x="28373" y="51759"/>
                    <a:pt x="27941" y="53693"/>
                  </a:cubicBezTo>
                  <a:lnTo>
                    <a:pt x="21446" y="82929"/>
                  </a:lnTo>
                  <a:lnTo>
                    <a:pt x="54236" y="39207"/>
                  </a:lnTo>
                  <a:lnTo>
                    <a:pt x="34633" y="39207"/>
                  </a:lnTo>
                  <a:cubicBezTo>
                    <a:pt x="32097" y="39207"/>
                    <a:pt x="29790" y="37736"/>
                    <a:pt x="28712" y="35443"/>
                  </a:cubicBezTo>
                  <a:cubicBezTo>
                    <a:pt x="27634" y="33143"/>
                    <a:pt x="27987" y="30431"/>
                    <a:pt x="29614" y="28490"/>
                  </a:cubicBezTo>
                  <a:close/>
                </a:path>
              </a:pathLst>
            </a:custGeom>
            <a:grpFill/>
            <a:ln w="6400" cap="flat">
              <a:noFill/>
              <a:prstDash val="solid"/>
              <a:miter/>
            </a:ln>
          </p:spPr>
          <p:txBody>
            <a:bodyPr rtlCol="0" anchor="ctr"/>
            <a:lstStyle/>
            <a:p>
              <a:endParaRPr lang="en-US"/>
            </a:p>
          </p:txBody>
        </p:sp>
      </p:grpSp>
      <p:grpSp>
        <p:nvGrpSpPr>
          <p:cNvPr id="356" name="Graphic 118">
            <a:extLst>
              <a:ext uri="{FF2B5EF4-FFF2-40B4-BE49-F238E27FC236}">
                <a16:creationId xmlns:a16="http://schemas.microsoft.com/office/drawing/2014/main" id="{D38FD739-EE49-424A-8E20-FBB8211AC415}"/>
              </a:ext>
            </a:extLst>
          </p:cNvPr>
          <p:cNvGrpSpPr>
            <a:grpSpLocks noChangeAspect="1"/>
          </p:cNvGrpSpPr>
          <p:nvPr/>
        </p:nvGrpSpPr>
        <p:grpSpPr>
          <a:xfrm>
            <a:off x="1997206" y="2715878"/>
            <a:ext cx="365760" cy="365760"/>
            <a:chOff x="1880629" y="2767983"/>
            <a:chExt cx="394620" cy="394620"/>
          </a:xfrm>
          <a:solidFill>
            <a:schemeClr val="tx2"/>
          </a:solidFill>
        </p:grpSpPr>
        <p:sp>
          <p:nvSpPr>
            <p:cNvPr id="357" name="Freeform: Shape 356">
              <a:extLst>
                <a:ext uri="{FF2B5EF4-FFF2-40B4-BE49-F238E27FC236}">
                  <a16:creationId xmlns:a16="http://schemas.microsoft.com/office/drawing/2014/main" id="{E9618E10-D2AD-4BE3-BFE7-AB537E1F44F7}"/>
                </a:ext>
              </a:extLst>
            </p:cNvPr>
            <p:cNvSpPr/>
            <p:nvPr/>
          </p:nvSpPr>
          <p:spPr>
            <a:xfrm>
              <a:off x="1880628" y="2836281"/>
              <a:ext cx="326019" cy="326258"/>
            </a:xfrm>
            <a:custGeom>
              <a:avLst/>
              <a:gdLst>
                <a:gd name="connsiteX0" fmla="*/ 322525 w 326019"/>
                <a:gd name="connsiteY0" fmla="*/ 191562 h 326258"/>
                <a:gd name="connsiteX1" fmla="*/ 274237 w 326019"/>
                <a:gd name="connsiteY1" fmla="*/ 142851 h 326258"/>
                <a:gd name="connsiteX2" fmla="*/ 256447 w 326019"/>
                <a:gd name="connsiteY2" fmla="*/ 142851 h 326258"/>
                <a:gd name="connsiteX3" fmla="*/ 179780 w 326019"/>
                <a:gd name="connsiteY3" fmla="*/ 219518 h 326258"/>
                <a:gd name="connsiteX4" fmla="*/ 106925 w 326019"/>
                <a:gd name="connsiteY4" fmla="*/ 213588 h 326258"/>
                <a:gd name="connsiteX5" fmla="*/ 106925 w 326019"/>
                <a:gd name="connsiteY5" fmla="*/ 146663 h 326258"/>
                <a:gd name="connsiteX6" fmla="*/ 144623 w 326019"/>
                <a:gd name="connsiteY6" fmla="*/ 108965 h 326258"/>
                <a:gd name="connsiteX7" fmla="*/ 183592 w 326019"/>
                <a:gd name="connsiteY7" fmla="*/ 69996 h 326258"/>
                <a:gd name="connsiteX8" fmla="*/ 183592 w 326019"/>
                <a:gd name="connsiteY8" fmla="*/ 52206 h 326258"/>
                <a:gd name="connsiteX9" fmla="*/ 135304 w 326019"/>
                <a:gd name="connsiteY9" fmla="*/ 3494 h 326258"/>
                <a:gd name="connsiteX10" fmla="*/ 117514 w 326019"/>
                <a:gd name="connsiteY10" fmla="*/ 3494 h 326258"/>
                <a:gd name="connsiteX11" fmla="*/ 40847 w 326019"/>
                <a:gd name="connsiteY11" fmla="*/ 80162 h 326258"/>
                <a:gd name="connsiteX12" fmla="*/ 44659 w 326019"/>
                <a:gd name="connsiteY12" fmla="*/ 285596 h 326258"/>
                <a:gd name="connsiteX13" fmla="*/ 246281 w 326019"/>
                <a:gd name="connsiteY13" fmla="*/ 285596 h 326258"/>
                <a:gd name="connsiteX14" fmla="*/ 281014 w 326019"/>
                <a:gd name="connsiteY14" fmla="*/ 250863 h 326258"/>
                <a:gd name="connsiteX15" fmla="*/ 322525 w 326019"/>
                <a:gd name="connsiteY15" fmla="*/ 209352 h 326258"/>
                <a:gd name="connsiteX16" fmla="*/ 322525 w 326019"/>
                <a:gd name="connsiteY16" fmla="*/ 191562 h 326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6019" h="326258">
                  <a:moveTo>
                    <a:pt x="322525" y="191562"/>
                  </a:moveTo>
                  <a:lnTo>
                    <a:pt x="274237" y="142851"/>
                  </a:lnTo>
                  <a:cubicBezTo>
                    <a:pt x="269154" y="138191"/>
                    <a:pt x="261530" y="138191"/>
                    <a:pt x="256447" y="142851"/>
                  </a:cubicBezTo>
                  <a:lnTo>
                    <a:pt x="179780" y="219518"/>
                  </a:lnTo>
                  <a:cubicBezTo>
                    <a:pt x="158177" y="238155"/>
                    <a:pt x="125562" y="235614"/>
                    <a:pt x="106925" y="213588"/>
                  </a:cubicBezTo>
                  <a:cubicBezTo>
                    <a:pt x="90405" y="194103"/>
                    <a:pt x="90405" y="165724"/>
                    <a:pt x="106925" y="146663"/>
                  </a:cubicBezTo>
                  <a:lnTo>
                    <a:pt x="144623" y="108965"/>
                  </a:lnTo>
                  <a:lnTo>
                    <a:pt x="183592" y="69996"/>
                  </a:lnTo>
                  <a:cubicBezTo>
                    <a:pt x="188251" y="64913"/>
                    <a:pt x="188251" y="57289"/>
                    <a:pt x="183592" y="52206"/>
                  </a:cubicBezTo>
                  <a:lnTo>
                    <a:pt x="135304" y="3494"/>
                  </a:lnTo>
                  <a:cubicBezTo>
                    <a:pt x="130221" y="-1165"/>
                    <a:pt x="122597" y="-1165"/>
                    <a:pt x="117514" y="3494"/>
                  </a:cubicBezTo>
                  <a:lnTo>
                    <a:pt x="40847" y="80162"/>
                  </a:lnTo>
                  <a:cubicBezTo>
                    <a:pt x="-15065" y="137768"/>
                    <a:pt x="-13371" y="229684"/>
                    <a:pt x="44659" y="285596"/>
                  </a:cubicBezTo>
                  <a:cubicBezTo>
                    <a:pt x="100995" y="339813"/>
                    <a:pt x="190369" y="339813"/>
                    <a:pt x="246281" y="285596"/>
                  </a:cubicBezTo>
                  <a:lnTo>
                    <a:pt x="281014" y="250863"/>
                  </a:lnTo>
                  <a:lnTo>
                    <a:pt x="322525" y="209352"/>
                  </a:lnTo>
                  <a:cubicBezTo>
                    <a:pt x="327184" y="204269"/>
                    <a:pt x="327184" y="196645"/>
                    <a:pt x="322525" y="191562"/>
                  </a:cubicBezTo>
                  <a:close/>
                </a:path>
              </a:pathLst>
            </a:custGeom>
            <a:grpFill/>
            <a:ln w="819"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1D335C65-0076-4DAF-9991-58EDEA386919}"/>
                </a:ext>
              </a:extLst>
            </p:cNvPr>
            <p:cNvSpPr/>
            <p:nvPr/>
          </p:nvSpPr>
          <p:spPr>
            <a:xfrm rot="-2700000">
              <a:off x="2044855" y="2798362"/>
              <a:ext cx="96149" cy="25414"/>
            </a:xfrm>
            <a:custGeom>
              <a:avLst/>
              <a:gdLst>
                <a:gd name="connsiteX0" fmla="*/ 0 w 96149"/>
                <a:gd name="connsiteY0" fmla="*/ 0 h 25414"/>
                <a:gd name="connsiteX1" fmla="*/ 96150 w 96149"/>
                <a:gd name="connsiteY1" fmla="*/ 0 h 25414"/>
                <a:gd name="connsiteX2" fmla="*/ 96150 w 96149"/>
                <a:gd name="connsiteY2" fmla="*/ 25414 h 25414"/>
                <a:gd name="connsiteX3" fmla="*/ 0 w 96149"/>
                <a:gd name="connsiteY3" fmla="*/ 25414 h 25414"/>
              </a:gdLst>
              <a:ahLst/>
              <a:cxnLst>
                <a:cxn ang="0">
                  <a:pos x="connsiteX0" y="connsiteY0"/>
                </a:cxn>
                <a:cxn ang="0">
                  <a:pos x="connsiteX1" y="connsiteY1"/>
                </a:cxn>
                <a:cxn ang="0">
                  <a:pos x="connsiteX2" y="connsiteY2"/>
                </a:cxn>
                <a:cxn ang="0">
                  <a:pos x="connsiteX3" y="connsiteY3"/>
                </a:cxn>
              </a:cxnLst>
              <a:rect l="l" t="t" r="r" b="b"/>
              <a:pathLst>
                <a:path w="96149" h="25414">
                  <a:moveTo>
                    <a:pt x="0" y="0"/>
                  </a:moveTo>
                  <a:lnTo>
                    <a:pt x="96150" y="0"/>
                  </a:lnTo>
                  <a:lnTo>
                    <a:pt x="96150" y="25414"/>
                  </a:lnTo>
                  <a:lnTo>
                    <a:pt x="0" y="25414"/>
                  </a:lnTo>
                  <a:close/>
                </a:path>
              </a:pathLst>
            </a:custGeom>
            <a:grpFill/>
            <a:ln w="819"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DE0F0C53-158A-4DC5-BF0F-F3C84256DCE3}"/>
                </a:ext>
              </a:extLst>
            </p:cNvPr>
            <p:cNvSpPr/>
            <p:nvPr/>
          </p:nvSpPr>
          <p:spPr>
            <a:xfrm rot="-2700000">
              <a:off x="2076983" y="2838546"/>
              <a:ext cx="58452" cy="25414"/>
            </a:xfrm>
            <a:custGeom>
              <a:avLst/>
              <a:gdLst>
                <a:gd name="connsiteX0" fmla="*/ 0 w 58452"/>
                <a:gd name="connsiteY0" fmla="*/ 0 h 25414"/>
                <a:gd name="connsiteX1" fmla="*/ 58452 w 58452"/>
                <a:gd name="connsiteY1" fmla="*/ 0 h 25414"/>
                <a:gd name="connsiteX2" fmla="*/ 58452 w 58452"/>
                <a:gd name="connsiteY2" fmla="*/ 25414 h 25414"/>
                <a:gd name="connsiteX3" fmla="*/ 0 w 58452"/>
                <a:gd name="connsiteY3" fmla="*/ 25414 h 25414"/>
              </a:gdLst>
              <a:ahLst/>
              <a:cxnLst>
                <a:cxn ang="0">
                  <a:pos x="connsiteX0" y="connsiteY0"/>
                </a:cxn>
                <a:cxn ang="0">
                  <a:pos x="connsiteX1" y="connsiteY1"/>
                </a:cxn>
                <a:cxn ang="0">
                  <a:pos x="connsiteX2" y="connsiteY2"/>
                </a:cxn>
                <a:cxn ang="0">
                  <a:pos x="connsiteX3" y="connsiteY3"/>
                </a:cxn>
              </a:cxnLst>
              <a:rect l="l" t="t" r="r" b="b"/>
              <a:pathLst>
                <a:path w="58452" h="25414">
                  <a:moveTo>
                    <a:pt x="0" y="0"/>
                  </a:moveTo>
                  <a:lnTo>
                    <a:pt x="58452" y="0"/>
                  </a:lnTo>
                  <a:lnTo>
                    <a:pt x="58452" y="25414"/>
                  </a:lnTo>
                  <a:lnTo>
                    <a:pt x="0" y="25414"/>
                  </a:lnTo>
                  <a:close/>
                </a:path>
              </a:pathLst>
            </a:custGeom>
            <a:grpFill/>
            <a:ln w="819"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E76DF01D-E1BD-4D52-BE50-337201BA0796}"/>
                </a:ext>
              </a:extLst>
            </p:cNvPr>
            <p:cNvSpPr/>
            <p:nvPr/>
          </p:nvSpPr>
          <p:spPr>
            <a:xfrm rot="-2700000">
              <a:off x="2023361" y="2784934"/>
              <a:ext cx="58452" cy="25414"/>
            </a:xfrm>
            <a:custGeom>
              <a:avLst/>
              <a:gdLst>
                <a:gd name="connsiteX0" fmla="*/ 0 w 58452"/>
                <a:gd name="connsiteY0" fmla="*/ 0 h 25414"/>
                <a:gd name="connsiteX1" fmla="*/ 58452 w 58452"/>
                <a:gd name="connsiteY1" fmla="*/ 0 h 25414"/>
                <a:gd name="connsiteX2" fmla="*/ 58452 w 58452"/>
                <a:gd name="connsiteY2" fmla="*/ 25414 h 25414"/>
                <a:gd name="connsiteX3" fmla="*/ 0 w 58452"/>
                <a:gd name="connsiteY3" fmla="*/ 25414 h 25414"/>
              </a:gdLst>
              <a:ahLst/>
              <a:cxnLst>
                <a:cxn ang="0">
                  <a:pos x="connsiteX0" y="connsiteY0"/>
                </a:cxn>
                <a:cxn ang="0">
                  <a:pos x="connsiteX1" y="connsiteY1"/>
                </a:cxn>
                <a:cxn ang="0">
                  <a:pos x="connsiteX2" y="connsiteY2"/>
                </a:cxn>
                <a:cxn ang="0">
                  <a:pos x="connsiteX3" y="connsiteY3"/>
                </a:cxn>
              </a:cxnLst>
              <a:rect l="l" t="t" r="r" b="b"/>
              <a:pathLst>
                <a:path w="58452" h="25414">
                  <a:moveTo>
                    <a:pt x="0" y="0"/>
                  </a:moveTo>
                  <a:lnTo>
                    <a:pt x="58452" y="0"/>
                  </a:lnTo>
                  <a:lnTo>
                    <a:pt x="58452" y="25414"/>
                  </a:lnTo>
                  <a:lnTo>
                    <a:pt x="0" y="25414"/>
                  </a:lnTo>
                  <a:close/>
                </a:path>
              </a:pathLst>
            </a:custGeom>
            <a:grpFill/>
            <a:ln w="819" cap="flat">
              <a:noFill/>
              <a:prstDash val="solid"/>
              <a:miter/>
            </a:ln>
          </p:spPr>
          <p:txBody>
            <a:bodyPr rtlCol="0" anchor="ctr"/>
            <a:lstStyle/>
            <a:p>
              <a:endParaRPr lang="en-US"/>
            </a:p>
          </p:txBody>
        </p:sp>
        <p:sp>
          <p:nvSpPr>
            <p:cNvPr id="361" name="Freeform: Shape 360">
              <a:extLst>
                <a:ext uri="{FF2B5EF4-FFF2-40B4-BE49-F238E27FC236}">
                  <a16:creationId xmlns:a16="http://schemas.microsoft.com/office/drawing/2014/main" id="{F7FE2888-CA7F-463B-8B9B-EF40B18EE35F}"/>
                </a:ext>
              </a:extLst>
            </p:cNvPr>
            <p:cNvSpPr/>
            <p:nvPr/>
          </p:nvSpPr>
          <p:spPr>
            <a:xfrm rot="-2700000">
              <a:off x="2184134" y="2937937"/>
              <a:ext cx="96149" cy="25414"/>
            </a:xfrm>
            <a:custGeom>
              <a:avLst/>
              <a:gdLst>
                <a:gd name="connsiteX0" fmla="*/ 0 w 96149"/>
                <a:gd name="connsiteY0" fmla="*/ 0 h 25414"/>
                <a:gd name="connsiteX1" fmla="*/ 96150 w 96149"/>
                <a:gd name="connsiteY1" fmla="*/ 0 h 25414"/>
                <a:gd name="connsiteX2" fmla="*/ 96150 w 96149"/>
                <a:gd name="connsiteY2" fmla="*/ 25414 h 25414"/>
                <a:gd name="connsiteX3" fmla="*/ 0 w 96149"/>
                <a:gd name="connsiteY3" fmla="*/ 25414 h 25414"/>
              </a:gdLst>
              <a:ahLst/>
              <a:cxnLst>
                <a:cxn ang="0">
                  <a:pos x="connsiteX0" y="connsiteY0"/>
                </a:cxn>
                <a:cxn ang="0">
                  <a:pos x="connsiteX1" y="connsiteY1"/>
                </a:cxn>
                <a:cxn ang="0">
                  <a:pos x="connsiteX2" y="connsiteY2"/>
                </a:cxn>
                <a:cxn ang="0">
                  <a:pos x="connsiteX3" y="connsiteY3"/>
                </a:cxn>
              </a:cxnLst>
              <a:rect l="l" t="t" r="r" b="b"/>
              <a:pathLst>
                <a:path w="96149" h="25414">
                  <a:moveTo>
                    <a:pt x="0" y="0"/>
                  </a:moveTo>
                  <a:lnTo>
                    <a:pt x="96150" y="0"/>
                  </a:lnTo>
                  <a:lnTo>
                    <a:pt x="96150" y="25414"/>
                  </a:lnTo>
                  <a:lnTo>
                    <a:pt x="0" y="25414"/>
                  </a:lnTo>
                  <a:close/>
                </a:path>
              </a:pathLst>
            </a:custGeom>
            <a:grpFill/>
            <a:ln w="819" cap="flat">
              <a:noFill/>
              <a:prstDash val="solid"/>
              <a:miter/>
            </a:ln>
          </p:spPr>
          <p:txBody>
            <a:bodyPr rtlCol="0" anchor="ctr"/>
            <a:lstStyle/>
            <a:p>
              <a:endParaRPr lang="en-US"/>
            </a:p>
          </p:txBody>
        </p:sp>
        <p:sp>
          <p:nvSpPr>
            <p:cNvPr id="362" name="Freeform: Shape 361">
              <a:extLst>
                <a:ext uri="{FF2B5EF4-FFF2-40B4-BE49-F238E27FC236}">
                  <a16:creationId xmlns:a16="http://schemas.microsoft.com/office/drawing/2014/main" id="{A8E869D6-A993-41A6-874D-524EB6828718}"/>
                </a:ext>
              </a:extLst>
            </p:cNvPr>
            <p:cNvSpPr/>
            <p:nvPr/>
          </p:nvSpPr>
          <p:spPr>
            <a:xfrm rot="-2700000">
              <a:off x="2216141" y="2977804"/>
              <a:ext cx="58452" cy="25414"/>
            </a:xfrm>
            <a:custGeom>
              <a:avLst/>
              <a:gdLst>
                <a:gd name="connsiteX0" fmla="*/ 0 w 58452"/>
                <a:gd name="connsiteY0" fmla="*/ 0 h 25414"/>
                <a:gd name="connsiteX1" fmla="*/ 58452 w 58452"/>
                <a:gd name="connsiteY1" fmla="*/ 0 h 25414"/>
                <a:gd name="connsiteX2" fmla="*/ 58452 w 58452"/>
                <a:gd name="connsiteY2" fmla="*/ 25414 h 25414"/>
                <a:gd name="connsiteX3" fmla="*/ 0 w 58452"/>
                <a:gd name="connsiteY3" fmla="*/ 25414 h 25414"/>
              </a:gdLst>
              <a:ahLst/>
              <a:cxnLst>
                <a:cxn ang="0">
                  <a:pos x="connsiteX0" y="connsiteY0"/>
                </a:cxn>
                <a:cxn ang="0">
                  <a:pos x="connsiteX1" y="connsiteY1"/>
                </a:cxn>
                <a:cxn ang="0">
                  <a:pos x="connsiteX2" y="connsiteY2"/>
                </a:cxn>
                <a:cxn ang="0">
                  <a:pos x="connsiteX3" y="connsiteY3"/>
                </a:cxn>
              </a:cxnLst>
              <a:rect l="l" t="t" r="r" b="b"/>
              <a:pathLst>
                <a:path w="58452" h="25414">
                  <a:moveTo>
                    <a:pt x="0" y="0"/>
                  </a:moveTo>
                  <a:lnTo>
                    <a:pt x="58452" y="0"/>
                  </a:lnTo>
                  <a:lnTo>
                    <a:pt x="58452" y="25414"/>
                  </a:lnTo>
                  <a:lnTo>
                    <a:pt x="0" y="25414"/>
                  </a:lnTo>
                  <a:close/>
                </a:path>
              </a:pathLst>
            </a:custGeom>
            <a:grpFill/>
            <a:ln w="819" cap="flat">
              <a:noFill/>
              <a:prstDash val="solid"/>
              <a:miter/>
            </a:ln>
          </p:spPr>
          <p:txBody>
            <a:bodyPr rtlCol="0" anchor="ctr"/>
            <a:lstStyle/>
            <a:p>
              <a:endParaRPr lang="en-US"/>
            </a:p>
          </p:txBody>
        </p:sp>
        <p:sp>
          <p:nvSpPr>
            <p:cNvPr id="363" name="Freeform: Shape 362">
              <a:extLst>
                <a:ext uri="{FF2B5EF4-FFF2-40B4-BE49-F238E27FC236}">
                  <a16:creationId xmlns:a16="http://schemas.microsoft.com/office/drawing/2014/main" id="{5D9F502B-78F8-4665-8482-F47BB21BC329}"/>
                </a:ext>
              </a:extLst>
            </p:cNvPr>
            <p:cNvSpPr/>
            <p:nvPr/>
          </p:nvSpPr>
          <p:spPr>
            <a:xfrm rot="-2700000">
              <a:off x="2162343" y="2924630"/>
              <a:ext cx="58452" cy="25414"/>
            </a:xfrm>
            <a:custGeom>
              <a:avLst/>
              <a:gdLst>
                <a:gd name="connsiteX0" fmla="*/ 0 w 58452"/>
                <a:gd name="connsiteY0" fmla="*/ 0 h 25414"/>
                <a:gd name="connsiteX1" fmla="*/ 58452 w 58452"/>
                <a:gd name="connsiteY1" fmla="*/ 0 h 25414"/>
                <a:gd name="connsiteX2" fmla="*/ 58452 w 58452"/>
                <a:gd name="connsiteY2" fmla="*/ 25414 h 25414"/>
                <a:gd name="connsiteX3" fmla="*/ 0 w 58452"/>
                <a:gd name="connsiteY3" fmla="*/ 25414 h 25414"/>
              </a:gdLst>
              <a:ahLst/>
              <a:cxnLst>
                <a:cxn ang="0">
                  <a:pos x="connsiteX0" y="connsiteY0"/>
                </a:cxn>
                <a:cxn ang="0">
                  <a:pos x="connsiteX1" y="connsiteY1"/>
                </a:cxn>
                <a:cxn ang="0">
                  <a:pos x="connsiteX2" y="connsiteY2"/>
                </a:cxn>
                <a:cxn ang="0">
                  <a:pos x="connsiteX3" y="connsiteY3"/>
                </a:cxn>
              </a:cxnLst>
              <a:rect l="l" t="t" r="r" b="b"/>
              <a:pathLst>
                <a:path w="58452" h="25414">
                  <a:moveTo>
                    <a:pt x="0" y="0"/>
                  </a:moveTo>
                  <a:lnTo>
                    <a:pt x="58452" y="0"/>
                  </a:lnTo>
                  <a:lnTo>
                    <a:pt x="58452" y="25414"/>
                  </a:lnTo>
                  <a:lnTo>
                    <a:pt x="0" y="25414"/>
                  </a:lnTo>
                  <a:close/>
                </a:path>
              </a:pathLst>
            </a:custGeom>
            <a:grpFill/>
            <a:ln w="819" cap="flat">
              <a:noFill/>
              <a:prstDash val="solid"/>
              <a:miter/>
            </a:ln>
          </p:spPr>
          <p:txBody>
            <a:bodyPr rtlCol="0" anchor="ctr"/>
            <a:lstStyle/>
            <a:p>
              <a:endParaRPr lang="en-US"/>
            </a:p>
          </p:txBody>
        </p:sp>
      </p:grpSp>
      <p:grpSp>
        <p:nvGrpSpPr>
          <p:cNvPr id="395" name="Graphic 124">
            <a:extLst>
              <a:ext uri="{FF2B5EF4-FFF2-40B4-BE49-F238E27FC236}">
                <a16:creationId xmlns:a16="http://schemas.microsoft.com/office/drawing/2014/main" id="{B229A712-D245-408E-BBC3-E0C45DEF3820}"/>
              </a:ext>
            </a:extLst>
          </p:cNvPr>
          <p:cNvGrpSpPr>
            <a:grpSpLocks noChangeAspect="1"/>
          </p:cNvGrpSpPr>
          <p:nvPr/>
        </p:nvGrpSpPr>
        <p:grpSpPr>
          <a:xfrm>
            <a:off x="940238" y="2715878"/>
            <a:ext cx="365762" cy="365760"/>
            <a:chOff x="790887" y="2764416"/>
            <a:chExt cx="401391" cy="401389"/>
          </a:xfrm>
          <a:solidFill>
            <a:schemeClr val="tx2"/>
          </a:solidFill>
        </p:grpSpPr>
        <p:sp>
          <p:nvSpPr>
            <p:cNvPr id="396" name="Freeform: Shape 395">
              <a:extLst>
                <a:ext uri="{FF2B5EF4-FFF2-40B4-BE49-F238E27FC236}">
                  <a16:creationId xmlns:a16="http://schemas.microsoft.com/office/drawing/2014/main" id="{B1B2F5AC-F243-4F78-9B46-0E6C99269369}"/>
                </a:ext>
              </a:extLst>
            </p:cNvPr>
            <p:cNvSpPr/>
            <p:nvPr/>
          </p:nvSpPr>
          <p:spPr>
            <a:xfrm>
              <a:off x="991377" y="3039382"/>
              <a:ext cx="86186" cy="85613"/>
            </a:xfrm>
            <a:custGeom>
              <a:avLst/>
              <a:gdLst>
                <a:gd name="connsiteX0" fmla="*/ 0 w 86186"/>
                <a:gd name="connsiteY0" fmla="*/ 18802 h 85613"/>
                <a:gd name="connsiteX1" fmla="*/ 66805 w 86186"/>
                <a:gd name="connsiteY1" fmla="*/ 85614 h 85613"/>
                <a:gd name="connsiteX2" fmla="*/ 86187 w 86186"/>
                <a:gd name="connsiteY2" fmla="*/ 66805 h 85613"/>
                <a:gd name="connsiteX3" fmla="*/ 19382 w 86186"/>
                <a:gd name="connsiteY3" fmla="*/ 0 h 85613"/>
              </a:gdLst>
              <a:ahLst/>
              <a:cxnLst>
                <a:cxn ang="0">
                  <a:pos x="connsiteX0" y="connsiteY0"/>
                </a:cxn>
                <a:cxn ang="0">
                  <a:pos x="connsiteX1" y="connsiteY1"/>
                </a:cxn>
                <a:cxn ang="0">
                  <a:pos x="connsiteX2" y="connsiteY2"/>
                </a:cxn>
                <a:cxn ang="0">
                  <a:pos x="connsiteX3" y="connsiteY3"/>
                </a:cxn>
              </a:cxnLst>
              <a:rect l="l" t="t" r="r" b="b"/>
              <a:pathLst>
                <a:path w="86186" h="85613">
                  <a:moveTo>
                    <a:pt x="0" y="18802"/>
                  </a:moveTo>
                  <a:lnTo>
                    <a:pt x="66805" y="85614"/>
                  </a:lnTo>
                  <a:lnTo>
                    <a:pt x="86187" y="66805"/>
                  </a:lnTo>
                  <a:lnTo>
                    <a:pt x="19382" y="0"/>
                  </a:lnTo>
                  <a:close/>
                </a:path>
              </a:pathLst>
            </a:custGeom>
            <a:grpFill/>
            <a:ln w="788" cap="flat">
              <a:noFill/>
              <a:prstDash val="solid"/>
              <a:miter/>
            </a:ln>
          </p:spPr>
          <p:txBody>
            <a:bodyPr rtlCol="0" anchor="ctr"/>
            <a:lstStyle/>
            <a:p>
              <a:endParaRPr lang="en-US"/>
            </a:p>
          </p:txBody>
        </p:sp>
        <p:sp>
          <p:nvSpPr>
            <p:cNvPr id="397" name="Freeform: Shape 396">
              <a:extLst>
                <a:ext uri="{FF2B5EF4-FFF2-40B4-BE49-F238E27FC236}">
                  <a16:creationId xmlns:a16="http://schemas.microsoft.com/office/drawing/2014/main" id="{80EBAA0F-E5F8-43FA-804B-9B9D637E816E}"/>
                </a:ext>
              </a:extLst>
            </p:cNvPr>
            <p:cNvSpPr/>
            <p:nvPr/>
          </p:nvSpPr>
          <p:spPr>
            <a:xfrm>
              <a:off x="790887" y="2905592"/>
              <a:ext cx="95621" cy="94968"/>
            </a:xfrm>
            <a:custGeom>
              <a:avLst/>
              <a:gdLst>
                <a:gd name="connsiteX0" fmla="*/ 2038 w 95621"/>
                <a:gd name="connsiteY0" fmla="*/ 26124 h 94968"/>
                <a:gd name="connsiteX1" fmla="*/ 0 w 95621"/>
                <a:gd name="connsiteY1" fmla="*/ 30916 h 94968"/>
                <a:gd name="connsiteX2" fmla="*/ 1977 w 95621"/>
                <a:gd name="connsiteY2" fmla="*/ 35728 h 94968"/>
                <a:gd name="connsiteX3" fmla="*/ 59247 w 95621"/>
                <a:gd name="connsiteY3" fmla="*/ 92990 h 94968"/>
                <a:gd name="connsiteX4" fmla="*/ 68728 w 95621"/>
                <a:gd name="connsiteY4" fmla="*/ 93051 h 94968"/>
                <a:gd name="connsiteX5" fmla="*/ 95621 w 95621"/>
                <a:gd name="connsiteY5" fmla="*/ 66812 h 94968"/>
                <a:gd name="connsiteX6" fmla="*/ 28810 w 95621"/>
                <a:gd name="connsiteY6" fmla="*/ 0 h 94968"/>
                <a:gd name="connsiteX7" fmla="*/ 2038 w 95621"/>
                <a:gd name="connsiteY7" fmla="*/ 26124 h 94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21" h="94968">
                  <a:moveTo>
                    <a:pt x="2038" y="26124"/>
                  </a:moveTo>
                  <a:cubicBezTo>
                    <a:pt x="749" y="27380"/>
                    <a:pt x="14" y="29108"/>
                    <a:pt x="0" y="30916"/>
                  </a:cubicBezTo>
                  <a:cubicBezTo>
                    <a:pt x="-13" y="32711"/>
                    <a:pt x="702" y="34452"/>
                    <a:pt x="1977" y="35728"/>
                  </a:cubicBezTo>
                  <a:lnTo>
                    <a:pt x="59247" y="92990"/>
                  </a:lnTo>
                  <a:cubicBezTo>
                    <a:pt x="61858" y="95608"/>
                    <a:pt x="66083" y="95628"/>
                    <a:pt x="68728" y="93051"/>
                  </a:cubicBezTo>
                  <a:lnTo>
                    <a:pt x="95621" y="66812"/>
                  </a:lnTo>
                  <a:lnTo>
                    <a:pt x="28810" y="0"/>
                  </a:lnTo>
                  <a:lnTo>
                    <a:pt x="2038" y="26124"/>
                  </a:lnTo>
                  <a:close/>
                </a:path>
              </a:pathLst>
            </a:custGeom>
            <a:grpFill/>
            <a:ln w="788" cap="flat">
              <a:noFill/>
              <a:prstDash val="solid"/>
              <a:miter/>
            </a:ln>
          </p:spPr>
          <p:txBody>
            <a:bodyPr rtlCol="0" anchor="ctr"/>
            <a:lstStyle/>
            <a:p>
              <a:endParaRPr lang="en-US"/>
            </a:p>
          </p:txBody>
        </p:sp>
        <p:sp>
          <p:nvSpPr>
            <p:cNvPr id="398" name="Freeform: Shape 397">
              <a:extLst>
                <a:ext uri="{FF2B5EF4-FFF2-40B4-BE49-F238E27FC236}">
                  <a16:creationId xmlns:a16="http://schemas.microsoft.com/office/drawing/2014/main" id="{24233424-5139-4FC2-B318-ABB998C8AE39}"/>
                </a:ext>
              </a:extLst>
            </p:cNvPr>
            <p:cNvSpPr/>
            <p:nvPr/>
          </p:nvSpPr>
          <p:spPr>
            <a:xfrm>
              <a:off x="829356" y="2877309"/>
              <a:ext cx="86139" cy="85667"/>
            </a:xfrm>
            <a:custGeom>
              <a:avLst/>
              <a:gdLst>
                <a:gd name="connsiteX0" fmla="*/ 0 w 86139"/>
                <a:gd name="connsiteY0" fmla="*/ 18856 h 85667"/>
                <a:gd name="connsiteX1" fmla="*/ 66812 w 86139"/>
                <a:gd name="connsiteY1" fmla="*/ 85667 h 85667"/>
                <a:gd name="connsiteX2" fmla="*/ 86140 w 86139"/>
                <a:gd name="connsiteY2" fmla="*/ 66812 h 85667"/>
                <a:gd name="connsiteX3" fmla="*/ 19328 w 86139"/>
                <a:gd name="connsiteY3" fmla="*/ 0 h 85667"/>
              </a:gdLst>
              <a:ahLst/>
              <a:cxnLst>
                <a:cxn ang="0">
                  <a:pos x="connsiteX0" y="connsiteY0"/>
                </a:cxn>
                <a:cxn ang="0">
                  <a:pos x="connsiteX1" y="connsiteY1"/>
                </a:cxn>
                <a:cxn ang="0">
                  <a:pos x="connsiteX2" y="connsiteY2"/>
                </a:cxn>
                <a:cxn ang="0">
                  <a:pos x="connsiteX3" y="connsiteY3"/>
                </a:cxn>
              </a:cxnLst>
              <a:rect l="l" t="t" r="r" b="b"/>
              <a:pathLst>
                <a:path w="86139" h="85667">
                  <a:moveTo>
                    <a:pt x="0" y="18856"/>
                  </a:moveTo>
                  <a:lnTo>
                    <a:pt x="66812" y="85667"/>
                  </a:lnTo>
                  <a:lnTo>
                    <a:pt x="86140" y="66812"/>
                  </a:lnTo>
                  <a:lnTo>
                    <a:pt x="19328" y="0"/>
                  </a:lnTo>
                  <a:close/>
                </a:path>
              </a:pathLst>
            </a:custGeom>
            <a:grpFill/>
            <a:ln w="788" cap="flat">
              <a:noFill/>
              <a:prstDash val="solid"/>
              <a:miter/>
            </a:ln>
          </p:spPr>
          <p:txBody>
            <a:bodyPr rtlCol="0" anchor="ctr"/>
            <a:lstStyle/>
            <a:p>
              <a:endParaRPr lang="en-US"/>
            </a:p>
          </p:txBody>
        </p:sp>
        <p:sp>
          <p:nvSpPr>
            <p:cNvPr id="399" name="Freeform: Shape 398">
              <a:extLst>
                <a:ext uri="{FF2B5EF4-FFF2-40B4-BE49-F238E27FC236}">
                  <a16:creationId xmlns:a16="http://schemas.microsoft.com/office/drawing/2014/main" id="{40495143-6E8B-4190-83E8-74F83AF99B0D}"/>
                </a:ext>
              </a:extLst>
            </p:cNvPr>
            <p:cNvSpPr/>
            <p:nvPr/>
          </p:nvSpPr>
          <p:spPr>
            <a:xfrm>
              <a:off x="858348" y="2764416"/>
              <a:ext cx="333931" cy="332371"/>
            </a:xfrm>
            <a:custGeom>
              <a:avLst/>
              <a:gdLst>
                <a:gd name="connsiteX0" fmla="*/ 286622 w 333931"/>
                <a:gd name="connsiteY0" fmla="*/ 47307 h 332371"/>
                <a:gd name="connsiteX1" fmla="*/ 58308 w 333931"/>
                <a:gd name="connsiteY1" fmla="*/ 46585 h 332371"/>
                <a:gd name="connsiteX2" fmla="*/ 58025 w 333931"/>
                <a:gd name="connsiteY2" fmla="*/ 46849 h 332371"/>
                <a:gd name="connsiteX3" fmla="*/ 0 w 333931"/>
                <a:gd name="connsiteY3" fmla="*/ 103470 h 332371"/>
                <a:gd name="connsiteX4" fmla="*/ 66812 w 333931"/>
                <a:gd name="connsiteY4" fmla="*/ 170282 h 332371"/>
                <a:gd name="connsiteX5" fmla="*/ 124377 w 333931"/>
                <a:gd name="connsiteY5" fmla="*/ 114106 h 332371"/>
                <a:gd name="connsiteX6" fmla="*/ 219824 w 333931"/>
                <a:gd name="connsiteY6" fmla="*/ 114106 h 332371"/>
                <a:gd name="connsiteX7" fmla="*/ 219891 w 333931"/>
                <a:gd name="connsiteY7" fmla="*/ 209478 h 332371"/>
                <a:gd name="connsiteX8" fmla="*/ 162096 w 333931"/>
                <a:gd name="connsiteY8" fmla="*/ 265567 h 332371"/>
                <a:gd name="connsiteX9" fmla="*/ 228900 w 333931"/>
                <a:gd name="connsiteY9" fmla="*/ 332371 h 332371"/>
                <a:gd name="connsiteX10" fmla="*/ 286953 w 333931"/>
                <a:gd name="connsiteY10" fmla="*/ 276040 h 332371"/>
                <a:gd name="connsiteX11" fmla="*/ 287344 w 333931"/>
                <a:gd name="connsiteY11" fmla="*/ 275622 h 332371"/>
                <a:gd name="connsiteX12" fmla="*/ 286622 w 333931"/>
                <a:gd name="connsiteY12" fmla="*/ 47307 h 33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3931" h="332371">
                  <a:moveTo>
                    <a:pt x="286622" y="47307"/>
                  </a:moveTo>
                  <a:cubicBezTo>
                    <a:pt x="223812" y="-15503"/>
                    <a:pt x="121482" y="-15793"/>
                    <a:pt x="58308" y="46585"/>
                  </a:cubicBezTo>
                  <a:cubicBezTo>
                    <a:pt x="58207" y="46666"/>
                    <a:pt x="58119" y="46754"/>
                    <a:pt x="58025" y="46849"/>
                  </a:cubicBezTo>
                  <a:lnTo>
                    <a:pt x="0" y="103470"/>
                  </a:lnTo>
                  <a:lnTo>
                    <a:pt x="66812" y="170282"/>
                  </a:lnTo>
                  <a:lnTo>
                    <a:pt x="124377" y="114106"/>
                  </a:lnTo>
                  <a:cubicBezTo>
                    <a:pt x="150697" y="87800"/>
                    <a:pt x="193511" y="87800"/>
                    <a:pt x="219824" y="114106"/>
                  </a:cubicBezTo>
                  <a:cubicBezTo>
                    <a:pt x="246130" y="140426"/>
                    <a:pt x="246130" y="183239"/>
                    <a:pt x="219891" y="209478"/>
                  </a:cubicBezTo>
                  <a:lnTo>
                    <a:pt x="162096" y="265567"/>
                  </a:lnTo>
                  <a:lnTo>
                    <a:pt x="228900" y="332371"/>
                  </a:lnTo>
                  <a:lnTo>
                    <a:pt x="286953" y="276040"/>
                  </a:lnTo>
                  <a:cubicBezTo>
                    <a:pt x="287088" y="275905"/>
                    <a:pt x="287222" y="275770"/>
                    <a:pt x="287344" y="275622"/>
                  </a:cubicBezTo>
                  <a:cubicBezTo>
                    <a:pt x="349721" y="212447"/>
                    <a:pt x="349438" y="110124"/>
                    <a:pt x="286622" y="47307"/>
                  </a:cubicBezTo>
                  <a:close/>
                </a:path>
              </a:pathLst>
            </a:custGeom>
            <a:grpFill/>
            <a:ln w="788" cap="flat">
              <a:noFill/>
              <a:prstDash val="solid"/>
              <a:miter/>
            </a:ln>
          </p:spPr>
          <p:txBody>
            <a:bodyPr rtlCol="0" anchor="ctr"/>
            <a:lstStyle/>
            <a:p>
              <a:endParaRPr lang="en-US"/>
            </a:p>
          </p:txBody>
        </p:sp>
        <p:sp>
          <p:nvSpPr>
            <p:cNvPr id="400" name="Freeform: Shape 399">
              <a:extLst>
                <a:ext uri="{FF2B5EF4-FFF2-40B4-BE49-F238E27FC236}">
                  <a16:creationId xmlns:a16="http://schemas.microsoft.com/office/drawing/2014/main" id="{E73B5A8E-A943-4AE5-9330-B03542F39569}"/>
                </a:ext>
              </a:extLst>
            </p:cNvPr>
            <p:cNvSpPr/>
            <p:nvPr/>
          </p:nvSpPr>
          <p:spPr>
            <a:xfrm>
              <a:off x="949385" y="3067585"/>
              <a:ext cx="99117" cy="98219"/>
            </a:xfrm>
            <a:custGeom>
              <a:avLst/>
              <a:gdLst>
                <a:gd name="connsiteX0" fmla="*/ 2052 w 99117"/>
                <a:gd name="connsiteY0" fmla="*/ 29363 h 98219"/>
                <a:gd name="connsiteX1" fmla="*/ 0 w 99117"/>
                <a:gd name="connsiteY1" fmla="*/ 34155 h 98219"/>
                <a:gd name="connsiteX2" fmla="*/ 1977 w 99117"/>
                <a:gd name="connsiteY2" fmla="*/ 38973 h 98219"/>
                <a:gd name="connsiteX3" fmla="*/ 59239 w 99117"/>
                <a:gd name="connsiteY3" fmla="*/ 96243 h 98219"/>
                <a:gd name="connsiteX4" fmla="*/ 64011 w 99117"/>
                <a:gd name="connsiteY4" fmla="*/ 98220 h 98219"/>
                <a:gd name="connsiteX5" fmla="*/ 68715 w 99117"/>
                <a:gd name="connsiteY5" fmla="*/ 96310 h 98219"/>
                <a:gd name="connsiteX6" fmla="*/ 99118 w 99117"/>
                <a:gd name="connsiteY6" fmla="*/ 66812 h 98219"/>
                <a:gd name="connsiteX7" fmla="*/ 32306 w 99117"/>
                <a:gd name="connsiteY7" fmla="*/ 0 h 98219"/>
                <a:gd name="connsiteX8" fmla="*/ 2052 w 99117"/>
                <a:gd name="connsiteY8" fmla="*/ 29363 h 98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117" h="98219">
                  <a:moveTo>
                    <a:pt x="2052" y="29363"/>
                  </a:moveTo>
                  <a:cubicBezTo>
                    <a:pt x="749" y="30618"/>
                    <a:pt x="14" y="32346"/>
                    <a:pt x="0" y="34155"/>
                  </a:cubicBezTo>
                  <a:cubicBezTo>
                    <a:pt x="-13" y="35963"/>
                    <a:pt x="695" y="37698"/>
                    <a:pt x="1977" y="38973"/>
                  </a:cubicBezTo>
                  <a:lnTo>
                    <a:pt x="59239" y="96243"/>
                  </a:lnTo>
                  <a:cubicBezTo>
                    <a:pt x="60562" y="97559"/>
                    <a:pt x="62283" y="98220"/>
                    <a:pt x="64011" y="98220"/>
                  </a:cubicBezTo>
                  <a:cubicBezTo>
                    <a:pt x="65705" y="98220"/>
                    <a:pt x="67399" y="97586"/>
                    <a:pt x="68715" y="96310"/>
                  </a:cubicBezTo>
                  <a:lnTo>
                    <a:pt x="99118" y="66812"/>
                  </a:lnTo>
                  <a:lnTo>
                    <a:pt x="32306" y="0"/>
                  </a:lnTo>
                  <a:lnTo>
                    <a:pt x="2052" y="29363"/>
                  </a:lnTo>
                  <a:close/>
                </a:path>
              </a:pathLst>
            </a:custGeom>
            <a:grpFill/>
            <a:ln w="788" cap="flat">
              <a:noFill/>
              <a:prstDash val="solid"/>
              <a:miter/>
            </a:ln>
          </p:spPr>
          <p:txBody>
            <a:bodyPr rtlCol="0" anchor="ctr"/>
            <a:lstStyle/>
            <a:p>
              <a:endParaRPr lang="en-US"/>
            </a:p>
          </p:txBody>
        </p:sp>
      </p:grpSp>
      <p:grpSp>
        <p:nvGrpSpPr>
          <p:cNvPr id="330" name="Graphic 116">
            <a:extLst>
              <a:ext uri="{FF2B5EF4-FFF2-40B4-BE49-F238E27FC236}">
                <a16:creationId xmlns:a16="http://schemas.microsoft.com/office/drawing/2014/main" id="{6F4D25AF-B051-4B43-B6F0-419BEB8C954B}"/>
              </a:ext>
            </a:extLst>
          </p:cNvPr>
          <p:cNvGrpSpPr>
            <a:grpSpLocks noChangeAspect="1"/>
          </p:cNvGrpSpPr>
          <p:nvPr/>
        </p:nvGrpSpPr>
        <p:grpSpPr>
          <a:xfrm>
            <a:off x="9823900" y="1929157"/>
            <a:ext cx="365759" cy="365760"/>
            <a:chOff x="10810517" y="1928302"/>
            <a:chExt cx="491233" cy="491234"/>
          </a:xfrm>
          <a:solidFill>
            <a:schemeClr val="tx2"/>
          </a:solidFill>
        </p:grpSpPr>
        <p:sp>
          <p:nvSpPr>
            <p:cNvPr id="331" name="Freeform: Shape 330">
              <a:extLst>
                <a:ext uri="{FF2B5EF4-FFF2-40B4-BE49-F238E27FC236}">
                  <a16:creationId xmlns:a16="http://schemas.microsoft.com/office/drawing/2014/main" id="{21C9476C-C7A0-4E19-AB30-39BF6066BAA7}"/>
                </a:ext>
              </a:extLst>
            </p:cNvPr>
            <p:cNvSpPr/>
            <p:nvPr/>
          </p:nvSpPr>
          <p:spPr>
            <a:xfrm>
              <a:off x="11108766" y="2314034"/>
              <a:ext cx="87745" cy="105501"/>
            </a:xfrm>
            <a:custGeom>
              <a:avLst/>
              <a:gdLst>
                <a:gd name="connsiteX0" fmla="*/ 80662 w 87745"/>
                <a:gd name="connsiteY0" fmla="*/ 615 h 105501"/>
                <a:gd name="connsiteX1" fmla="*/ 69650 w 87745"/>
                <a:gd name="connsiteY1" fmla="*/ 11954 h 105501"/>
                <a:gd name="connsiteX2" fmla="*/ 43860 w 87745"/>
                <a:gd name="connsiteY2" fmla="*/ 30749 h 105501"/>
                <a:gd name="connsiteX3" fmla="*/ 18070 w 87745"/>
                <a:gd name="connsiteY3" fmla="*/ 11946 h 105501"/>
                <a:gd name="connsiteX4" fmla="*/ 7054 w 87745"/>
                <a:gd name="connsiteY4" fmla="*/ 615 h 105501"/>
                <a:gd name="connsiteX5" fmla="*/ 0 w 87745"/>
                <a:gd name="connsiteY5" fmla="*/ 250 h 105501"/>
                <a:gd name="connsiteX6" fmla="*/ 0 w 87745"/>
                <a:gd name="connsiteY6" fmla="*/ 105502 h 105501"/>
                <a:gd name="connsiteX7" fmla="*/ 34189 w 87745"/>
                <a:gd name="connsiteY7" fmla="*/ 77813 h 105501"/>
                <a:gd name="connsiteX8" fmla="*/ 53703 w 87745"/>
                <a:gd name="connsiteY8" fmla="*/ 77954 h 105501"/>
                <a:gd name="connsiteX9" fmla="*/ 87746 w 87745"/>
                <a:gd name="connsiteY9" fmla="*/ 105471 h 105501"/>
                <a:gd name="connsiteX10" fmla="*/ 87720 w 87745"/>
                <a:gd name="connsiteY10" fmla="*/ 250 h 105501"/>
                <a:gd name="connsiteX11" fmla="*/ 80662 w 87745"/>
                <a:gd name="connsiteY11" fmla="*/ 615 h 105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745" h="105501">
                  <a:moveTo>
                    <a:pt x="80662" y="615"/>
                  </a:moveTo>
                  <a:cubicBezTo>
                    <a:pt x="76448" y="3535"/>
                    <a:pt x="72715" y="7380"/>
                    <a:pt x="69650" y="11954"/>
                  </a:cubicBezTo>
                  <a:cubicBezTo>
                    <a:pt x="63541" y="22268"/>
                    <a:pt x="54213" y="29065"/>
                    <a:pt x="43860" y="30749"/>
                  </a:cubicBezTo>
                  <a:cubicBezTo>
                    <a:pt x="33507" y="29061"/>
                    <a:pt x="24180" y="22261"/>
                    <a:pt x="18070" y="11946"/>
                  </a:cubicBezTo>
                  <a:cubicBezTo>
                    <a:pt x="15003" y="7375"/>
                    <a:pt x="11268" y="3533"/>
                    <a:pt x="7054" y="615"/>
                  </a:cubicBezTo>
                  <a:cubicBezTo>
                    <a:pt x="4743" y="-55"/>
                    <a:pt x="2349" y="-179"/>
                    <a:pt x="0" y="250"/>
                  </a:cubicBezTo>
                  <a:lnTo>
                    <a:pt x="0" y="105502"/>
                  </a:lnTo>
                  <a:lnTo>
                    <a:pt x="34189" y="77813"/>
                  </a:lnTo>
                  <a:cubicBezTo>
                    <a:pt x="40084" y="72914"/>
                    <a:pt x="47856" y="72970"/>
                    <a:pt x="53703" y="77954"/>
                  </a:cubicBezTo>
                  <a:lnTo>
                    <a:pt x="87746" y="105471"/>
                  </a:lnTo>
                  <a:lnTo>
                    <a:pt x="87720" y="250"/>
                  </a:lnTo>
                  <a:cubicBezTo>
                    <a:pt x="85370" y="-177"/>
                    <a:pt x="82974" y="-53"/>
                    <a:pt x="80662" y="615"/>
                  </a:cubicBezTo>
                  <a:close/>
                </a:path>
              </a:pathLst>
            </a:custGeom>
            <a:grpFill/>
            <a:ln w="867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1B368312-F065-4FAD-9AA7-2149BDD8CC9D}"/>
                </a:ext>
              </a:extLst>
            </p:cNvPr>
            <p:cNvSpPr/>
            <p:nvPr/>
          </p:nvSpPr>
          <p:spPr>
            <a:xfrm>
              <a:off x="11082450" y="2088487"/>
              <a:ext cx="140352" cy="170864"/>
            </a:xfrm>
            <a:custGeom>
              <a:avLst/>
              <a:gdLst>
                <a:gd name="connsiteX0" fmla="*/ 140353 w 140352"/>
                <a:gd name="connsiteY0" fmla="*/ 85432 h 170864"/>
                <a:gd name="connsiteX1" fmla="*/ 70176 w 140352"/>
                <a:gd name="connsiteY1" fmla="*/ 170864 h 170864"/>
                <a:gd name="connsiteX2" fmla="*/ 0 w 140352"/>
                <a:gd name="connsiteY2" fmla="*/ 85432 h 170864"/>
                <a:gd name="connsiteX3" fmla="*/ 70176 w 140352"/>
                <a:gd name="connsiteY3" fmla="*/ 0 h 170864"/>
                <a:gd name="connsiteX4" fmla="*/ 140353 w 140352"/>
                <a:gd name="connsiteY4" fmla="*/ 85432 h 170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352" h="170864">
                  <a:moveTo>
                    <a:pt x="140353" y="85432"/>
                  </a:moveTo>
                  <a:cubicBezTo>
                    <a:pt x="140353" y="132615"/>
                    <a:pt x="108934" y="170864"/>
                    <a:pt x="70176" y="170864"/>
                  </a:cubicBezTo>
                  <a:cubicBezTo>
                    <a:pt x="31419" y="170864"/>
                    <a:pt x="0" y="132615"/>
                    <a:pt x="0" y="85432"/>
                  </a:cubicBezTo>
                  <a:cubicBezTo>
                    <a:pt x="0" y="38249"/>
                    <a:pt x="31419" y="0"/>
                    <a:pt x="70176" y="0"/>
                  </a:cubicBezTo>
                  <a:cubicBezTo>
                    <a:pt x="108934" y="0"/>
                    <a:pt x="140353" y="38249"/>
                    <a:pt x="140353" y="85432"/>
                  </a:cubicBezTo>
                  <a:close/>
                </a:path>
              </a:pathLst>
            </a:custGeom>
            <a:grpFill/>
            <a:ln w="867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A24D1202-16DF-40E2-B801-FDB2355096F1}"/>
                </a:ext>
              </a:extLst>
            </p:cNvPr>
            <p:cNvSpPr/>
            <p:nvPr/>
          </p:nvSpPr>
          <p:spPr>
            <a:xfrm>
              <a:off x="10845605" y="1971018"/>
              <a:ext cx="421057" cy="320343"/>
            </a:xfrm>
            <a:custGeom>
              <a:avLst/>
              <a:gdLst>
                <a:gd name="connsiteX0" fmla="*/ 198467 w 421057"/>
                <a:gd name="connsiteY0" fmla="*/ 125896 h 320343"/>
                <a:gd name="connsiteX1" fmla="*/ 210795 w 421057"/>
                <a:gd name="connsiteY1" fmla="*/ 116056 h 320343"/>
                <a:gd name="connsiteX2" fmla="*/ 214632 w 421057"/>
                <a:gd name="connsiteY2" fmla="*/ 98025 h 320343"/>
                <a:gd name="connsiteX3" fmla="*/ 226265 w 421057"/>
                <a:gd name="connsiteY3" fmla="*/ 64799 h 320343"/>
                <a:gd name="connsiteX4" fmla="*/ 255331 w 421057"/>
                <a:gd name="connsiteY4" fmla="*/ 61191 h 320343"/>
                <a:gd name="connsiteX5" fmla="*/ 270220 w 421057"/>
                <a:gd name="connsiteY5" fmla="*/ 62171 h 320343"/>
                <a:gd name="connsiteX6" fmla="*/ 281236 w 421057"/>
                <a:gd name="connsiteY6" fmla="*/ 50832 h 320343"/>
                <a:gd name="connsiteX7" fmla="*/ 307021 w 421057"/>
                <a:gd name="connsiteY7" fmla="*/ 32037 h 320343"/>
                <a:gd name="connsiteX8" fmla="*/ 332811 w 421057"/>
                <a:gd name="connsiteY8" fmla="*/ 50840 h 320343"/>
                <a:gd name="connsiteX9" fmla="*/ 343828 w 421057"/>
                <a:gd name="connsiteY9" fmla="*/ 62171 h 320343"/>
                <a:gd name="connsiteX10" fmla="*/ 358717 w 421057"/>
                <a:gd name="connsiteY10" fmla="*/ 61191 h 320343"/>
                <a:gd name="connsiteX11" fmla="*/ 387774 w 421057"/>
                <a:gd name="connsiteY11" fmla="*/ 64794 h 320343"/>
                <a:gd name="connsiteX12" fmla="*/ 399419 w 421057"/>
                <a:gd name="connsiteY12" fmla="*/ 98033 h 320343"/>
                <a:gd name="connsiteX13" fmla="*/ 403257 w 421057"/>
                <a:gd name="connsiteY13" fmla="*/ 116054 h 320343"/>
                <a:gd name="connsiteX14" fmla="*/ 415584 w 421057"/>
                <a:gd name="connsiteY14" fmla="*/ 125894 h 320343"/>
                <a:gd name="connsiteX15" fmla="*/ 421058 w 421057"/>
                <a:gd name="connsiteY15" fmla="*/ 129418 h 320343"/>
                <a:gd name="connsiteX16" fmla="*/ 421058 w 421057"/>
                <a:gd name="connsiteY16" fmla="*/ 41648 h 320343"/>
                <a:gd name="connsiteX17" fmla="*/ 386935 w 421057"/>
                <a:gd name="connsiteY17" fmla="*/ 361 h 320343"/>
                <a:gd name="connsiteX18" fmla="*/ 34211 w 421057"/>
                <a:gd name="connsiteY18" fmla="*/ 0 h 320343"/>
                <a:gd name="connsiteX19" fmla="*/ 296 w 421057"/>
                <a:gd name="connsiteY19" fmla="*/ 41533 h 320343"/>
                <a:gd name="connsiteX20" fmla="*/ 0 w 421057"/>
                <a:gd name="connsiteY20" fmla="*/ 278722 h 320343"/>
                <a:gd name="connsiteX21" fmla="*/ 34123 w 421057"/>
                <a:gd name="connsiteY21" fmla="*/ 320009 h 320343"/>
                <a:gd name="connsiteX22" fmla="*/ 216501 w 421057"/>
                <a:gd name="connsiteY22" fmla="*/ 320343 h 320343"/>
                <a:gd name="connsiteX23" fmla="*/ 214627 w 421057"/>
                <a:gd name="connsiteY23" fmla="*/ 307766 h 320343"/>
                <a:gd name="connsiteX24" fmla="*/ 210789 w 421057"/>
                <a:gd name="connsiteY24" fmla="*/ 289745 h 320343"/>
                <a:gd name="connsiteX25" fmla="*/ 198462 w 421057"/>
                <a:gd name="connsiteY25" fmla="*/ 279905 h 320343"/>
                <a:gd name="connsiteX26" fmla="*/ 176438 w 421057"/>
                <a:gd name="connsiteY26" fmla="*/ 255638 h 320343"/>
                <a:gd name="connsiteX27" fmla="*/ 182606 w 421057"/>
                <a:gd name="connsiteY27" fmla="*/ 220946 h 320343"/>
                <a:gd name="connsiteX28" fmla="*/ 188106 w 421057"/>
                <a:gd name="connsiteY28" fmla="*/ 202899 h 320343"/>
                <a:gd name="connsiteX29" fmla="*/ 182606 w 421057"/>
                <a:gd name="connsiteY29" fmla="*/ 184851 h 320343"/>
                <a:gd name="connsiteX30" fmla="*/ 176438 w 421057"/>
                <a:gd name="connsiteY30" fmla="*/ 150165 h 320343"/>
                <a:gd name="connsiteX31" fmla="*/ 198467 w 421057"/>
                <a:gd name="connsiteY31" fmla="*/ 125896 h 320343"/>
                <a:gd name="connsiteX32" fmla="*/ 52632 w 421057"/>
                <a:gd name="connsiteY32" fmla="*/ 160185 h 320343"/>
                <a:gd name="connsiteX33" fmla="*/ 61404 w 421057"/>
                <a:gd name="connsiteY33" fmla="*/ 149506 h 320343"/>
                <a:gd name="connsiteX34" fmla="*/ 149125 w 421057"/>
                <a:gd name="connsiteY34" fmla="*/ 149506 h 320343"/>
                <a:gd name="connsiteX35" fmla="*/ 157897 w 421057"/>
                <a:gd name="connsiteY35" fmla="*/ 160185 h 320343"/>
                <a:gd name="connsiteX36" fmla="*/ 149125 w 421057"/>
                <a:gd name="connsiteY36" fmla="*/ 170864 h 320343"/>
                <a:gd name="connsiteX37" fmla="*/ 61404 w 421057"/>
                <a:gd name="connsiteY37" fmla="*/ 170864 h 320343"/>
                <a:gd name="connsiteX38" fmla="*/ 52632 w 421057"/>
                <a:gd name="connsiteY38" fmla="*/ 160185 h 320343"/>
                <a:gd name="connsiteX39" fmla="*/ 157897 w 421057"/>
                <a:gd name="connsiteY39" fmla="*/ 213580 h 320343"/>
                <a:gd name="connsiteX40" fmla="*/ 105264 w 421057"/>
                <a:gd name="connsiteY40" fmla="*/ 213580 h 320343"/>
                <a:gd name="connsiteX41" fmla="*/ 96492 w 421057"/>
                <a:gd name="connsiteY41" fmla="*/ 202901 h 320343"/>
                <a:gd name="connsiteX42" fmla="*/ 105264 w 421057"/>
                <a:gd name="connsiteY42" fmla="*/ 192222 h 320343"/>
                <a:gd name="connsiteX43" fmla="*/ 157897 w 421057"/>
                <a:gd name="connsiteY43" fmla="*/ 192222 h 320343"/>
                <a:gd name="connsiteX44" fmla="*/ 166669 w 421057"/>
                <a:gd name="connsiteY44" fmla="*/ 202901 h 320343"/>
                <a:gd name="connsiteX45" fmla="*/ 157897 w 421057"/>
                <a:gd name="connsiteY45" fmla="*/ 213580 h 320343"/>
                <a:gd name="connsiteX46" fmla="*/ 166669 w 421057"/>
                <a:gd name="connsiteY46" fmla="*/ 128148 h 320343"/>
                <a:gd name="connsiteX47" fmla="*/ 61404 w 421057"/>
                <a:gd name="connsiteY47" fmla="*/ 128148 h 320343"/>
                <a:gd name="connsiteX48" fmla="*/ 52632 w 421057"/>
                <a:gd name="connsiteY48" fmla="*/ 117469 h 320343"/>
                <a:gd name="connsiteX49" fmla="*/ 61404 w 421057"/>
                <a:gd name="connsiteY49" fmla="*/ 106790 h 320343"/>
                <a:gd name="connsiteX50" fmla="*/ 166669 w 421057"/>
                <a:gd name="connsiteY50" fmla="*/ 106790 h 320343"/>
                <a:gd name="connsiteX51" fmla="*/ 175441 w 421057"/>
                <a:gd name="connsiteY51" fmla="*/ 117469 h 320343"/>
                <a:gd name="connsiteX52" fmla="*/ 166669 w 421057"/>
                <a:gd name="connsiteY52" fmla="*/ 128148 h 320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21057" h="320343">
                  <a:moveTo>
                    <a:pt x="198467" y="125896"/>
                  </a:moveTo>
                  <a:cubicBezTo>
                    <a:pt x="203055" y="123605"/>
                    <a:pt x="207240" y="120265"/>
                    <a:pt x="210795" y="116056"/>
                  </a:cubicBezTo>
                  <a:cubicBezTo>
                    <a:pt x="212992" y="110392"/>
                    <a:pt x="214294" y="104275"/>
                    <a:pt x="214632" y="98025"/>
                  </a:cubicBezTo>
                  <a:cubicBezTo>
                    <a:pt x="214757" y="85515"/>
                    <a:pt x="218939" y="73572"/>
                    <a:pt x="226265" y="64799"/>
                  </a:cubicBezTo>
                  <a:cubicBezTo>
                    <a:pt x="235135" y="58785"/>
                    <a:pt x="245647" y="57480"/>
                    <a:pt x="255331" y="61191"/>
                  </a:cubicBezTo>
                  <a:cubicBezTo>
                    <a:pt x="260193" y="62702"/>
                    <a:pt x="265252" y="63035"/>
                    <a:pt x="270220" y="62171"/>
                  </a:cubicBezTo>
                  <a:cubicBezTo>
                    <a:pt x="274435" y="59251"/>
                    <a:pt x="278170" y="55407"/>
                    <a:pt x="281236" y="50832"/>
                  </a:cubicBezTo>
                  <a:cubicBezTo>
                    <a:pt x="287344" y="40519"/>
                    <a:pt x="296670" y="33722"/>
                    <a:pt x="307021" y="32037"/>
                  </a:cubicBezTo>
                  <a:cubicBezTo>
                    <a:pt x="317375" y="33725"/>
                    <a:pt x="326701" y="40525"/>
                    <a:pt x="332811" y="50840"/>
                  </a:cubicBezTo>
                  <a:cubicBezTo>
                    <a:pt x="335878" y="55411"/>
                    <a:pt x="339613" y="59252"/>
                    <a:pt x="343828" y="62171"/>
                  </a:cubicBezTo>
                  <a:cubicBezTo>
                    <a:pt x="348796" y="63036"/>
                    <a:pt x="353855" y="62703"/>
                    <a:pt x="358717" y="61191"/>
                  </a:cubicBezTo>
                  <a:cubicBezTo>
                    <a:pt x="368398" y="57484"/>
                    <a:pt x="378905" y="58787"/>
                    <a:pt x="387774" y="64794"/>
                  </a:cubicBezTo>
                  <a:cubicBezTo>
                    <a:pt x="395108" y="73568"/>
                    <a:pt x="399294" y="85516"/>
                    <a:pt x="399419" y="98033"/>
                  </a:cubicBezTo>
                  <a:cubicBezTo>
                    <a:pt x="399757" y="104280"/>
                    <a:pt x="401059" y="110394"/>
                    <a:pt x="403257" y="116054"/>
                  </a:cubicBezTo>
                  <a:cubicBezTo>
                    <a:pt x="406810" y="120265"/>
                    <a:pt x="410995" y="123605"/>
                    <a:pt x="415584" y="125894"/>
                  </a:cubicBezTo>
                  <a:cubicBezTo>
                    <a:pt x="417383" y="127015"/>
                    <a:pt x="419227" y="128186"/>
                    <a:pt x="421058" y="129418"/>
                  </a:cubicBezTo>
                  <a:lnTo>
                    <a:pt x="421058" y="41648"/>
                  </a:lnTo>
                  <a:cubicBezTo>
                    <a:pt x="403936" y="37405"/>
                    <a:pt x="390525" y="21178"/>
                    <a:pt x="386935" y="361"/>
                  </a:cubicBezTo>
                  <a:lnTo>
                    <a:pt x="34211" y="0"/>
                  </a:lnTo>
                  <a:cubicBezTo>
                    <a:pt x="30722" y="20840"/>
                    <a:pt x="17394" y="37162"/>
                    <a:pt x="296" y="41533"/>
                  </a:cubicBezTo>
                  <a:lnTo>
                    <a:pt x="0" y="278722"/>
                  </a:lnTo>
                  <a:cubicBezTo>
                    <a:pt x="17121" y="282965"/>
                    <a:pt x="30533" y="299192"/>
                    <a:pt x="34123" y="320009"/>
                  </a:cubicBezTo>
                  <a:lnTo>
                    <a:pt x="216501" y="320343"/>
                  </a:lnTo>
                  <a:cubicBezTo>
                    <a:pt x="215682" y="316161"/>
                    <a:pt x="215132" y="311873"/>
                    <a:pt x="214627" y="307766"/>
                  </a:cubicBezTo>
                  <a:cubicBezTo>
                    <a:pt x="214289" y="301518"/>
                    <a:pt x="212987" y="295405"/>
                    <a:pt x="210789" y="289745"/>
                  </a:cubicBezTo>
                  <a:cubicBezTo>
                    <a:pt x="207236" y="285534"/>
                    <a:pt x="203051" y="282193"/>
                    <a:pt x="198462" y="279905"/>
                  </a:cubicBezTo>
                  <a:cubicBezTo>
                    <a:pt x="188731" y="275767"/>
                    <a:pt x="180788" y="267015"/>
                    <a:pt x="176438" y="255638"/>
                  </a:cubicBezTo>
                  <a:cubicBezTo>
                    <a:pt x="174692" y="243537"/>
                    <a:pt x="176906" y="231085"/>
                    <a:pt x="182606" y="220946"/>
                  </a:cubicBezTo>
                  <a:cubicBezTo>
                    <a:pt x="185377" y="215418"/>
                    <a:pt x="187244" y="209290"/>
                    <a:pt x="188106" y="202899"/>
                  </a:cubicBezTo>
                  <a:cubicBezTo>
                    <a:pt x="187244" y="196508"/>
                    <a:pt x="185376" y="190380"/>
                    <a:pt x="182606" y="184851"/>
                  </a:cubicBezTo>
                  <a:cubicBezTo>
                    <a:pt x="176910" y="174712"/>
                    <a:pt x="174696" y="162264"/>
                    <a:pt x="176438" y="150165"/>
                  </a:cubicBezTo>
                  <a:cubicBezTo>
                    <a:pt x="180785" y="138783"/>
                    <a:pt x="188732" y="130028"/>
                    <a:pt x="198467" y="125896"/>
                  </a:cubicBezTo>
                  <a:close/>
                  <a:moveTo>
                    <a:pt x="52632" y="160185"/>
                  </a:moveTo>
                  <a:cubicBezTo>
                    <a:pt x="52632" y="154287"/>
                    <a:pt x="56560" y="149506"/>
                    <a:pt x="61404" y="149506"/>
                  </a:cubicBezTo>
                  <a:lnTo>
                    <a:pt x="149125" y="149506"/>
                  </a:lnTo>
                  <a:cubicBezTo>
                    <a:pt x="153969" y="149506"/>
                    <a:pt x="157897" y="154287"/>
                    <a:pt x="157897" y="160185"/>
                  </a:cubicBezTo>
                  <a:cubicBezTo>
                    <a:pt x="157897" y="166083"/>
                    <a:pt x="153969" y="170864"/>
                    <a:pt x="149125" y="170864"/>
                  </a:cubicBezTo>
                  <a:lnTo>
                    <a:pt x="61404" y="170864"/>
                  </a:lnTo>
                  <a:cubicBezTo>
                    <a:pt x="56560" y="170864"/>
                    <a:pt x="52632" y="166083"/>
                    <a:pt x="52632" y="160185"/>
                  </a:cubicBezTo>
                  <a:close/>
                  <a:moveTo>
                    <a:pt x="157897" y="213580"/>
                  </a:moveTo>
                  <a:lnTo>
                    <a:pt x="105264" y="213580"/>
                  </a:lnTo>
                  <a:cubicBezTo>
                    <a:pt x="100420" y="213580"/>
                    <a:pt x="96492" y="208799"/>
                    <a:pt x="96492" y="202901"/>
                  </a:cubicBezTo>
                  <a:cubicBezTo>
                    <a:pt x="96492" y="197003"/>
                    <a:pt x="100420" y="192222"/>
                    <a:pt x="105264" y="192222"/>
                  </a:cubicBezTo>
                  <a:lnTo>
                    <a:pt x="157897" y="192222"/>
                  </a:lnTo>
                  <a:cubicBezTo>
                    <a:pt x="162741" y="192222"/>
                    <a:pt x="166669" y="197003"/>
                    <a:pt x="166669" y="202901"/>
                  </a:cubicBezTo>
                  <a:cubicBezTo>
                    <a:pt x="166669" y="208799"/>
                    <a:pt x="162741" y="213580"/>
                    <a:pt x="157897" y="213580"/>
                  </a:cubicBezTo>
                  <a:close/>
                  <a:moveTo>
                    <a:pt x="166669" y="128148"/>
                  </a:moveTo>
                  <a:lnTo>
                    <a:pt x="61404" y="128148"/>
                  </a:lnTo>
                  <a:cubicBezTo>
                    <a:pt x="56560" y="128148"/>
                    <a:pt x="52632" y="123367"/>
                    <a:pt x="52632" y="117469"/>
                  </a:cubicBezTo>
                  <a:cubicBezTo>
                    <a:pt x="52632" y="111571"/>
                    <a:pt x="56560" y="106790"/>
                    <a:pt x="61404" y="106790"/>
                  </a:cubicBezTo>
                  <a:lnTo>
                    <a:pt x="166669" y="106790"/>
                  </a:lnTo>
                  <a:cubicBezTo>
                    <a:pt x="171513" y="106790"/>
                    <a:pt x="175441" y="111571"/>
                    <a:pt x="175441" y="117469"/>
                  </a:cubicBezTo>
                  <a:cubicBezTo>
                    <a:pt x="175441" y="123367"/>
                    <a:pt x="171513" y="128148"/>
                    <a:pt x="166669" y="128148"/>
                  </a:cubicBezTo>
                  <a:close/>
                </a:path>
              </a:pathLst>
            </a:custGeom>
            <a:grpFill/>
            <a:ln w="867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1C629B2E-58C0-4A61-BA63-0BC7AC44A68E}"/>
                </a:ext>
              </a:extLst>
            </p:cNvPr>
            <p:cNvSpPr/>
            <p:nvPr/>
          </p:nvSpPr>
          <p:spPr>
            <a:xfrm>
              <a:off x="10810517" y="1928302"/>
              <a:ext cx="491233" cy="405802"/>
            </a:xfrm>
            <a:custGeom>
              <a:avLst/>
              <a:gdLst>
                <a:gd name="connsiteX0" fmla="*/ 8772 w 491233"/>
                <a:gd name="connsiteY0" fmla="*/ 405802 h 405802"/>
                <a:gd name="connsiteX1" fmla="*/ 280705 w 491233"/>
                <a:gd name="connsiteY1" fmla="*/ 405802 h 405802"/>
                <a:gd name="connsiteX2" fmla="*/ 280705 w 491233"/>
                <a:gd name="connsiteY2" fmla="*/ 388919 h 405802"/>
                <a:gd name="connsiteX3" fmla="*/ 262321 w 491233"/>
                <a:gd name="connsiteY3" fmla="*/ 384444 h 405802"/>
                <a:gd name="connsiteX4" fmla="*/ 69299 w 491233"/>
                <a:gd name="connsiteY4" fmla="*/ 384444 h 405802"/>
                <a:gd name="connsiteX5" fmla="*/ 52018 w 491233"/>
                <a:gd name="connsiteY5" fmla="*/ 367069 h 405802"/>
                <a:gd name="connsiteX6" fmla="*/ 31807 w 491233"/>
                <a:gd name="connsiteY6" fmla="*/ 342463 h 405802"/>
                <a:gd name="connsiteX7" fmla="*/ 17544 w 491233"/>
                <a:gd name="connsiteY7" fmla="*/ 321438 h 405802"/>
                <a:gd name="connsiteX8" fmla="*/ 17544 w 491233"/>
                <a:gd name="connsiteY8" fmla="*/ 84364 h 405802"/>
                <a:gd name="connsiteX9" fmla="*/ 31816 w 491233"/>
                <a:gd name="connsiteY9" fmla="*/ 63340 h 405802"/>
                <a:gd name="connsiteX10" fmla="*/ 52024 w 491233"/>
                <a:gd name="connsiteY10" fmla="*/ 38728 h 405802"/>
                <a:gd name="connsiteX11" fmla="*/ 69299 w 491233"/>
                <a:gd name="connsiteY11" fmla="*/ 21358 h 405802"/>
                <a:gd name="connsiteX12" fmla="*/ 421935 w 491233"/>
                <a:gd name="connsiteY12" fmla="*/ 21358 h 405802"/>
                <a:gd name="connsiteX13" fmla="*/ 439216 w 491233"/>
                <a:gd name="connsiteY13" fmla="*/ 38733 h 405802"/>
                <a:gd name="connsiteX14" fmla="*/ 459433 w 491233"/>
                <a:gd name="connsiteY14" fmla="*/ 63339 h 405802"/>
                <a:gd name="connsiteX15" fmla="*/ 473690 w 491233"/>
                <a:gd name="connsiteY15" fmla="*/ 84364 h 405802"/>
                <a:gd name="connsiteX16" fmla="*/ 473690 w 491233"/>
                <a:gd name="connsiteY16" fmla="*/ 200872 h 405802"/>
                <a:gd name="connsiteX17" fmla="*/ 473651 w 491233"/>
                <a:gd name="connsiteY17" fmla="*/ 201104 h 405802"/>
                <a:gd name="connsiteX18" fmla="*/ 466528 w 491233"/>
                <a:gd name="connsiteY18" fmla="*/ 227569 h 405802"/>
                <a:gd name="connsiteX19" fmla="*/ 461028 w 491233"/>
                <a:gd name="connsiteY19" fmla="*/ 245617 h 405802"/>
                <a:gd name="connsiteX20" fmla="*/ 466528 w 491233"/>
                <a:gd name="connsiteY20" fmla="*/ 263665 h 405802"/>
                <a:gd name="connsiteX21" fmla="*/ 472696 w 491233"/>
                <a:gd name="connsiteY21" fmla="*/ 298351 h 405802"/>
                <a:gd name="connsiteX22" fmla="*/ 450663 w 491233"/>
                <a:gd name="connsiteY22" fmla="*/ 322618 h 405802"/>
                <a:gd name="connsiteX23" fmla="*/ 438336 w 491233"/>
                <a:gd name="connsiteY23" fmla="*/ 332458 h 405802"/>
                <a:gd name="connsiteX24" fmla="*/ 434498 w 491233"/>
                <a:gd name="connsiteY24" fmla="*/ 350489 h 405802"/>
                <a:gd name="connsiteX25" fmla="*/ 422866 w 491233"/>
                <a:gd name="connsiteY25" fmla="*/ 383715 h 405802"/>
                <a:gd name="connsiteX26" fmla="*/ 403514 w 491233"/>
                <a:gd name="connsiteY26" fmla="*/ 388923 h 405802"/>
                <a:gd name="connsiteX27" fmla="*/ 403514 w 491233"/>
                <a:gd name="connsiteY27" fmla="*/ 405802 h 405802"/>
                <a:gd name="connsiteX28" fmla="*/ 482462 w 491233"/>
                <a:gd name="connsiteY28" fmla="*/ 405802 h 405802"/>
                <a:gd name="connsiteX29" fmla="*/ 491234 w 491233"/>
                <a:gd name="connsiteY29" fmla="*/ 395123 h 405802"/>
                <a:gd name="connsiteX30" fmla="*/ 491234 w 491233"/>
                <a:gd name="connsiteY30" fmla="*/ 10679 h 405802"/>
                <a:gd name="connsiteX31" fmla="*/ 482462 w 491233"/>
                <a:gd name="connsiteY31" fmla="*/ 0 h 405802"/>
                <a:gd name="connsiteX32" fmla="*/ 8772 w 491233"/>
                <a:gd name="connsiteY32" fmla="*/ 0 h 405802"/>
                <a:gd name="connsiteX33" fmla="*/ 0 w 491233"/>
                <a:gd name="connsiteY33" fmla="*/ 10679 h 405802"/>
                <a:gd name="connsiteX34" fmla="*/ 0 w 491233"/>
                <a:gd name="connsiteY34" fmla="*/ 395123 h 405802"/>
                <a:gd name="connsiteX35" fmla="*/ 8772 w 491233"/>
                <a:gd name="connsiteY35" fmla="*/ 405802 h 405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491233" h="405802">
                  <a:moveTo>
                    <a:pt x="8772" y="405802"/>
                  </a:moveTo>
                  <a:lnTo>
                    <a:pt x="280705" y="405802"/>
                  </a:lnTo>
                  <a:lnTo>
                    <a:pt x="280705" y="388919"/>
                  </a:lnTo>
                  <a:cubicBezTo>
                    <a:pt x="274337" y="390035"/>
                    <a:pt x="267847" y="388456"/>
                    <a:pt x="262321" y="384444"/>
                  </a:cubicBezTo>
                  <a:lnTo>
                    <a:pt x="69299" y="384444"/>
                  </a:lnTo>
                  <a:cubicBezTo>
                    <a:pt x="60864" y="384440"/>
                    <a:pt x="53616" y="377153"/>
                    <a:pt x="52018" y="367069"/>
                  </a:cubicBezTo>
                  <a:cubicBezTo>
                    <a:pt x="49908" y="354699"/>
                    <a:pt x="41969" y="345032"/>
                    <a:pt x="31807" y="342463"/>
                  </a:cubicBezTo>
                  <a:cubicBezTo>
                    <a:pt x="23529" y="340519"/>
                    <a:pt x="17547" y="331701"/>
                    <a:pt x="17544" y="321438"/>
                  </a:cubicBezTo>
                  <a:lnTo>
                    <a:pt x="17544" y="84364"/>
                  </a:lnTo>
                  <a:cubicBezTo>
                    <a:pt x="17548" y="74098"/>
                    <a:pt x="23535" y="65279"/>
                    <a:pt x="31816" y="63340"/>
                  </a:cubicBezTo>
                  <a:cubicBezTo>
                    <a:pt x="41978" y="60769"/>
                    <a:pt x="49917" y="51100"/>
                    <a:pt x="52024" y="38728"/>
                  </a:cubicBezTo>
                  <a:cubicBezTo>
                    <a:pt x="53623" y="28650"/>
                    <a:pt x="60867" y="21366"/>
                    <a:pt x="69299" y="21358"/>
                  </a:cubicBezTo>
                  <a:lnTo>
                    <a:pt x="421935" y="21358"/>
                  </a:lnTo>
                  <a:cubicBezTo>
                    <a:pt x="430370" y="21362"/>
                    <a:pt x="437618" y="28649"/>
                    <a:pt x="439216" y="38733"/>
                  </a:cubicBezTo>
                  <a:cubicBezTo>
                    <a:pt x="441326" y="51106"/>
                    <a:pt x="449269" y="60773"/>
                    <a:pt x="459433" y="63339"/>
                  </a:cubicBezTo>
                  <a:cubicBezTo>
                    <a:pt x="467708" y="65286"/>
                    <a:pt x="473688" y="74103"/>
                    <a:pt x="473690" y="84364"/>
                  </a:cubicBezTo>
                  <a:lnTo>
                    <a:pt x="473690" y="200872"/>
                  </a:lnTo>
                  <a:cubicBezTo>
                    <a:pt x="473690" y="200953"/>
                    <a:pt x="473653" y="201021"/>
                    <a:pt x="473651" y="201104"/>
                  </a:cubicBezTo>
                  <a:cubicBezTo>
                    <a:pt x="472929" y="210462"/>
                    <a:pt x="470495" y="219505"/>
                    <a:pt x="466528" y="227569"/>
                  </a:cubicBezTo>
                  <a:cubicBezTo>
                    <a:pt x="463758" y="233098"/>
                    <a:pt x="461890" y="239226"/>
                    <a:pt x="461028" y="245617"/>
                  </a:cubicBezTo>
                  <a:cubicBezTo>
                    <a:pt x="461891" y="252008"/>
                    <a:pt x="463758" y="258136"/>
                    <a:pt x="466528" y="263665"/>
                  </a:cubicBezTo>
                  <a:cubicBezTo>
                    <a:pt x="472224" y="273803"/>
                    <a:pt x="474438" y="286252"/>
                    <a:pt x="472696" y="298351"/>
                  </a:cubicBezTo>
                  <a:cubicBezTo>
                    <a:pt x="468348" y="309733"/>
                    <a:pt x="460400" y="318487"/>
                    <a:pt x="450663" y="322618"/>
                  </a:cubicBezTo>
                  <a:cubicBezTo>
                    <a:pt x="446075" y="324908"/>
                    <a:pt x="441891" y="328249"/>
                    <a:pt x="438336" y="332458"/>
                  </a:cubicBezTo>
                  <a:cubicBezTo>
                    <a:pt x="436138" y="338121"/>
                    <a:pt x="434836" y="344239"/>
                    <a:pt x="434498" y="350489"/>
                  </a:cubicBezTo>
                  <a:cubicBezTo>
                    <a:pt x="434373" y="362999"/>
                    <a:pt x="430192" y="374941"/>
                    <a:pt x="422866" y="383715"/>
                  </a:cubicBezTo>
                  <a:cubicBezTo>
                    <a:pt x="417178" y="388339"/>
                    <a:pt x="410272" y="390197"/>
                    <a:pt x="403514" y="388923"/>
                  </a:cubicBezTo>
                  <a:lnTo>
                    <a:pt x="403514" y="405802"/>
                  </a:lnTo>
                  <a:lnTo>
                    <a:pt x="482462" y="405802"/>
                  </a:lnTo>
                  <a:cubicBezTo>
                    <a:pt x="487305" y="405797"/>
                    <a:pt x="491230" y="401019"/>
                    <a:pt x="491234" y="395123"/>
                  </a:cubicBezTo>
                  <a:lnTo>
                    <a:pt x="491234" y="10679"/>
                  </a:lnTo>
                  <a:cubicBezTo>
                    <a:pt x="491230" y="4783"/>
                    <a:pt x="487305" y="5"/>
                    <a:pt x="482462" y="0"/>
                  </a:cubicBezTo>
                  <a:lnTo>
                    <a:pt x="8772" y="0"/>
                  </a:lnTo>
                  <a:cubicBezTo>
                    <a:pt x="3929" y="5"/>
                    <a:pt x="4" y="4783"/>
                    <a:pt x="0" y="10679"/>
                  </a:cubicBezTo>
                  <a:lnTo>
                    <a:pt x="0" y="395123"/>
                  </a:lnTo>
                  <a:cubicBezTo>
                    <a:pt x="4" y="401019"/>
                    <a:pt x="3929" y="405797"/>
                    <a:pt x="8772" y="405802"/>
                  </a:cubicBezTo>
                  <a:close/>
                </a:path>
              </a:pathLst>
            </a:custGeom>
            <a:grpFill/>
            <a:ln w="867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72AB0E86-E3A3-4BAF-BBE7-9AFC897783F8}"/>
                </a:ext>
              </a:extLst>
            </p:cNvPr>
            <p:cNvSpPr/>
            <p:nvPr/>
          </p:nvSpPr>
          <p:spPr>
            <a:xfrm>
              <a:off x="11038583" y="2024413"/>
              <a:ext cx="228086" cy="299012"/>
            </a:xfrm>
            <a:custGeom>
              <a:avLst/>
              <a:gdLst>
                <a:gd name="connsiteX0" fmla="*/ 32106 w 228086"/>
                <a:gd name="connsiteY0" fmla="*/ 223977 h 299012"/>
                <a:gd name="connsiteX1" fmla="*/ 39001 w 228086"/>
                <a:gd name="connsiteY1" fmla="*/ 251209 h 299012"/>
                <a:gd name="connsiteX2" fmla="*/ 43445 w 228086"/>
                <a:gd name="connsiteY2" fmla="*/ 270061 h 299012"/>
                <a:gd name="connsiteX3" fmla="*/ 43533 w 228086"/>
                <a:gd name="connsiteY3" fmla="*/ 270180 h 299012"/>
                <a:gd name="connsiteX4" fmla="*/ 43770 w 228086"/>
                <a:gd name="connsiteY4" fmla="*/ 270486 h 299012"/>
                <a:gd name="connsiteX5" fmla="*/ 59480 w 228086"/>
                <a:gd name="connsiteY5" fmla="*/ 270142 h 299012"/>
                <a:gd name="connsiteX6" fmla="*/ 73367 w 228086"/>
                <a:gd name="connsiteY6" fmla="*/ 268270 h 299012"/>
                <a:gd name="connsiteX7" fmla="*/ 82781 w 228086"/>
                <a:gd name="connsiteY7" fmla="*/ 269970 h 299012"/>
                <a:gd name="connsiteX8" fmla="*/ 100899 w 228086"/>
                <a:gd name="connsiteY8" fmla="*/ 286765 h 299012"/>
                <a:gd name="connsiteX9" fmla="*/ 114043 w 228086"/>
                <a:gd name="connsiteY9" fmla="*/ 299012 h 299012"/>
                <a:gd name="connsiteX10" fmla="*/ 127176 w 228086"/>
                <a:gd name="connsiteY10" fmla="*/ 286774 h 299012"/>
                <a:gd name="connsiteX11" fmla="*/ 145294 w 228086"/>
                <a:gd name="connsiteY11" fmla="*/ 269974 h 299012"/>
                <a:gd name="connsiteX12" fmla="*/ 168603 w 228086"/>
                <a:gd name="connsiteY12" fmla="*/ 270146 h 299012"/>
                <a:gd name="connsiteX13" fmla="*/ 184314 w 228086"/>
                <a:gd name="connsiteY13" fmla="*/ 270489 h 299012"/>
                <a:gd name="connsiteX14" fmla="*/ 189077 w 228086"/>
                <a:gd name="connsiteY14" fmla="*/ 251228 h 299012"/>
                <a:gd name="connsiteX15" fmla="*/ 195981 w 228086"/>
                <a:gd name="connsiteY15" fmla="*/ 223972 h 299012"/>
                <a:gd name="connsiteX16" fmla="*/ 214605 w 228086"/>
                <a:gd name="connsiteY16" fmla="*/ 207493 h 299012"/>
                <a:gd name="connsiteX17" fmla="*/ 227909 w 228086"/>
                <a:gd name="connsiteY17" fmla="*/ 195776 h 299012"/>
                <a:gd name="connsiteX18" fmla="*/ 222786 w 228086"/>
                <a:gd name="connsiteY18" fmla="*/ 177140 h 299012"/>
                <a:gd name="connsiteX19" fmla="*/ 215418 w 228086"/>
                <a:gd name="connsiteY19" fmla="*/ 149506 h 299012"/>
                <a:gd name="connsiteX20" fmla="*/ 222787 w 228086"/>
                <a:gd name="connsiteY20" fmla="*/ 121875 h 299012"/>
                <a:gd name="connsiteX21" fmla="*/ 227910 w 228086"/>
                <a:gd name="connsiteY21" fmla="*/ 103239 h 299012"/>
                <a:gd name="connsiteX22" fmla="*/ 214614 w 228086"/>
                <a:gd name="connsiteY22" fmla="*/ 91517 h 299012"/>
                <a:gd name="connsiteX23" fmla="*/ 195982 w 228086"/>
                <a:gd name="connsiteY23" fmla="*/ 75035 h 299012"/>
                <a:gd name="connsiteX24" fmla="*/ 189086 w 228086"/>
                <a:gd name="connsiteY24" fmla="*/ 47803 h 299012"/>
                <a:gd name="connsiteX25" fmla="*/ 184314 w 228086"/>
                <a:gd name="connsiteY25" fmla="*/ 28526 h 299012"/>
                <a:gd name="connsiteX26" fmla="*/ 168604 w 228086"/>
                <a:gd name="connsiteY26" fmla="*/ 28870 h 299012"/>
                <a:gd name="connsiteX27" fmla="*/ 145303 w 228086"/>
                <a:gd name="connsiteY27" fmla="*/ 29042 h 299012"/>
                <a:gd name="connsiteX28" fmla="*/ 127185 w 228086"/>
                <a:gd name="connsiteY28" fmla="*/ 12247 h 299012"/>
                <a:gd name="connsiteX29" fmla="*/ 114043 w 228086"/>
                <a:gd name="connsiteY29" fmla="*/ 0 h 299012"/>
                <a:gd name="connsiteX30" fmla="*/ 100911 w 228086"/>
                <a:gd name="connsiteY30" fmla="*/ 12238 h 299012"/>
                <a:gd name="connsiteX31" fmla="*/ 82793 w 228086"/>
                <a:gd name="connsiteY31" fmla="*/ 29038 h 299012"/>
                <a:gd name="connsiteX32" fmla="*/ 59484 w 228086"/>
                <a:gd name="connsiteY32" fmla="*/ 28866 h 299012"/>
                <a:gd name="connsiteX33" fmla="*/ 43773 w 228086"/>
                <a:gd name="connsiteY33" fmla="*/ 28523 h 299012"/>
                <a:gd name="connsiteX34" fmla="*/ 39010 w 228086"/>
                <a:gd name="connsiteY34" fmla="*/ 47784 h 299012"/>
                <a:gd name="connsiteX35" fmla="*/ 32106 w 228086"/>
                <a:gd name="connsiteY35" fmla="*/ 75040 h 299012"/>
                <a:gd name="connsiteX36" fmla="*/ 13482 w 228086"/>
                <a:gd name="connsiteY36" fmla="*/ 91519 h 299012"/>
                <a:gd name="connsiteX37" fmla="*/ 178 w 228086"/>
                <a:gd name="connsiteY37" fmla="*/ 103236 h 299012"/>
                <a:gd name="connsiteX38" fmla="*/ 5301 w 228086"/>
                <a:gd name="connsiteY38" fmla="*/ 121872 h 299012"/>
                <a:gd name="connsiteX39" fmla="*/ 12668 w 228086"/>
                <a:gd name="connsiteY39" fmla="*/ 149506 h 299012"/>
                <a:gd name="connsiteX40" fmla="*/ 5300 w 228086"/>
                <a:gd name="connsiteY40" fmla="*/ 177137 h 299012"/>
                <a:gd name="connsiteX41" fmla="*/ 177 w 228086"/>
                <a:gd name="connsiteY41" fmla="*/ 195773 h 299012"/>
                <a:gd name="connsiteX42" fmla="*/ 13473 w 228086"/>
                <a:gd name="connsiteY42" fmla="*/ 207495 h 299012"/>
                <a:gd name="connsiteX43" fmla="*/ 32106 w 228086"/>
                <a:gd name="connsiteY43" fmla="*/ 223977 h 299012"/>
                <a:gd name="connsiteX44" fmla="*/ 114043 w 228086"/>
                <a:gd name="connsiteY44" fmla="*/ 42716 h 299012"/>
                <a:gd name="connsiteX45" fmla="*/ 201764 w 228086"/>
                <a:gd name="connsiteY45" fmla="*/ 149506 h 299012"/>
                <a:gd name="connsiteX46" fmla="*/ 114043 w 228086"/>
                <a:gd name="connsiteY46" fmla="*/ 256296 h 299012"/>
                <a:gd name="connsiteX47" fmla="*/ 26323 w 228086"/>
                <a:gd name="connsiteY47" fmla="*/ 149506 h 299012"/>
                <a:gd name="connsiteX48" fmla="*/ 114043 w 228086"/>
                <a:gd name="connsiteY48" fmla="*/ 42716 h 299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28086" h="299012">
                  <a:moveTo>
                    <a:pt x="32106" y="223977"/>
                  </a:moveTo>
                  <a:cubicBezTo>
                    <a:pt x="36107" y="232281"/>
                    <a:pt x="38468" y="241603"/>
                    <a:pt x="39001" y="251209"/>
                  </a:cubicBezTo>
                  <a:cubicBezTo>
                    <a:pt x="39242" y="257831"/>
                    <a:pt x="40765" y="264291"/>
                    <a:pt x="43445" y="270061"/>
                  </a:cubicBezTo>
                  <a:lnTo>
                    <a:pt x="43533" y="270180"/>
                  </a:lnTo>
                  <a:cubicBezTo>
                    <a:pt x="43615" y="270269"/>
                    <a:pt x="43685" y="270409"/>
                    <a:pt x="43770" y="270486"/>
                  </a:cubicBezTo>
                  <a:cubicBezTo>
                    <a:pt x="46296" y="272785"/>
                    <a:pt x="53604" y="271310"/>
                    <a:pt x="59480" y="270142"/>
                  </a:cubicBezTo>
                  <a:cubicBezTo>
                    <a:pt x="64060" y="269063"/>
                    <a:pt x="68704" y="268437"/>
                    <a:pt x="73367" y="268270"/>
                  </a:cubicBezTo>
                  <a:cubicBezTo>
                    <a:pt x="76559" y="268214"/>
                    <a:pt x="79739" y="268788"/>
                    <a:pt x="82781" y="269970"/>
                  </a:cubicBezTo>
                  <a:cubicBezTo>
                    <a:pt x="89835" y="273727"/>
                    <a:pt x="96048" y="279486"/>
                    <a:pt x="100899" y="286765"/>
                  </a:cubicBezTo>
                  <a:cubicBezTo>
                    <a:pt x="105212" y="292223"/>
                    <a:pt x="110565" y="299012"/>
                    <a:pt x="114043" y="299012"/>
                  </a:cubicBezTo>
                  <a:cubicBezTo>
                    <a:pt x="117521" y="299012"/>
                    <a:pt x="122867" y="292228"/>
                    <a:pt x="127176" y="286774"/>
                  </a:cubicBezTo>
                  <a:cubicBezTo>
                    <a:pt x="132027" y="279493"/>
                    <a:pt x="138239" y="273733"/>
                    <a:pt x="145294" y="269974"/>
                  </a:cubicBezTo>
                  <a:cubicBezTo>
                    <a:pt x="152961" y="267744"/>
                    <a:pt x="160958" y="267803"/>
                    <a:pt x="168603" y="270146"/>
                  </a:cubicBezTo>
                  <a:cubicBezTo>
                    <a:pt x="174462" y="271334"/>
                    <a:pt x="181753" y="272794"/>
                    <a:pt x="184314" y="270489"/>
                  </a:cubicBezTo>
                  <a:cubicBezTo>
                    <a:pt x="187013" y="268039"/>
                    <a:pt x="188160" y="258716"/>
                    <a:pt x="189077" y="251228"/>
                  </a:cubicBezTo>
                  <a:cubicBezTo>
                    <a:pt x="189609" y="241613"/>
                    <a:pt x="191973" y="232281"/>
                    <a:pt x="195981" y="223972"/>
                  </a:cubicBezTo>
                  <a:cubicBezTo>
                    <a:pt x="201021" y="216749"/>
                    <a:pt x="207407" y="211099"/>
                    <a:pt x="214605" y="207493"/>
                  </a:cubicBezTo>
                  <a:cubicBezTo>
                    <a:pt x="220345" y="203926"/>
                    <a:pt x="226838" y="199880"/>
                    <a:pt x="227909" y="195776"/>
                  </a:cubicBezTo>
                  <a:cubicBezTo>
                    <a:pt x="228903" y="191975"/>
                    <a:pt x="225510" y="183746"/>
                    <a:pt x="222786" y="177140"/>
                  </a:cubicBezTo>
                  <a:cubicBezTo>
                    <a:pt x="218605" y="168748"/>
                    <a:pt x="216083" y="159288"/>
                    <a:pt x="215418" y="149506"/>
                  </a:cubicBezTo>
                  <a:cubicBezTo>
                    <a:pt x="216082" y="139725"/>
                    <a:pt x="218605" y="130266"/>
                    <a:pt x="222787" y="121875"/>
                  </a:cubicBezTo>
                  <a:cubicBezTo>
                    <a:pt x="225506" y="115264"/>
                    <a:pt x="228904" y="107040"/>
                    <a:pt x="227910" y="103239"/>
                  </a:cubicBezTo>
                  <a:cubicBezTo>
                    <a:pt x="226839" y="99130"/>
                    <a:pt x="220346" y="95084"/>
                    <a:pt x="214614" y="91517"/>
                  </a:cubicBezTo>
                  <a:cubicBezTo>
                    <a:pt x="207413" y="87908"/>
                    <a:pt x="201025" y="82257"/>
                    <a:pt x="195982" y="75035"/>
                  </a:cubicBezTo>
                  <a:cubicBezTo>
                    <a:pt x="191980" y="66731"/>
                    <a:pt x="189619" y="57409"/>
                    <a:pt x="189086" y="47803"/>
                  </a:cubicBezTo>
                  <a:cubicBezTo>
                    <a:pt x="188170" y="40310"/>
                    <a:pt x="187021" y="30982"/>
                    <a:pt x="184314" y="28526"/>
                  </a:cubicBezTo>
                  <a:cubicBezTo>
                    <a:pt x="181779" y="26216"/>
                    <a:pt x="174472" y="27692"/>
                    <a:pt x="168604" y="28870"/>
                  </a:cubicBezTo>
                  <a:cubicBezTo>
                    <a:pt x="160963" y="31225"/>
                    <a:pt x="152967" y="31284"/>
                    <a:pt x="145303" y="29042"/>
                  </a:cubicBezTo>
                  <a:cubicBezTo>
                    <a:pt x="138249" y="25285"/>
                    <a:pt x="132036" y="19526"/>
                    <a:pt x="127185" y="12247"/>
                  </a:cubicBezTo>
                  <a:cubicBezTo>
                    <a:pt x="122875" y="6789"/>
                    <a:pt x="117521" y="0"/>
                    <a:pt x="114043" y="0"/>
                  </a:cubicBezTo>
                  <a:cubicBezTo>
                    <a:pt x="110565" y="0"/>
                    <a:pt x="105220" y="6784"/>
                    <a:pt x="100911" y="12238"/>
                  </a:cubicBezTo>
                  <a:cubicBezTo>
                    <a:pt x="96060" y="19519"/>
                    <a:pt x="89847" y="25279"/>
                    <a:pt x="82793" y="29038"/>
                  </a:cubicBezTo>
                  <a:cubicBezTo>
                    <a:pt x="75126" y="31278"/>
                    <a:pt x="67128" y="31219"/>
                    <a:pt x="59484" y="28866"/>
                  </a:cubicBezTo>
                  <a:cubicBezTo>
                    <a:pt x="53615" y="27678"/>
                    <a:pt x="46326" y="26207"/>
                    <a:pt x="43773" y="28523"/>
                  </a:cubicBezTo>
                  <a:cubicBezTo>
                    <a:pt x="41074" y="30979"/>
                    <a:pt x="39927" y="40296"/>
                    <a:pt x="39010" y="47784"/>
                  </a:cubicBezTo>
                  <a:cubicBezTo>
                    <a:pt x="38478" y="57399"/>
                    <a:pt x="36114" y="66731"/>
                    <a:pt x="32106" y="75040"/>
                  </a:cubicBezTo>
                  <a:cubicBezTo>
                    <a:pt x="27066" y="82263"/>
                    <a:pt x="20680" y="87913"/>
                    <a:pt x="13482" y="91519"/>
                  </a:cubicBezTo>
                  <a:cubicBezTo>
                    <a:pt x="7742" y="95086"/>
                    <a:pt x="1249" y="99132"/>
                    <a:pt x="178" y="103236"/>
                  </a:cubicBezTo>
                  <a:cubicBezTo>
                    <a:pt x="-816" y="107037"/>
                    <a:pt x="2577" y="115266"/>
                    <a:pt x="5301" y="121872"/>
                  </a:cubicBezTo>
                  <a:cubicBezTo>
                    <a:pt x="9481" y="130264"/>
                    <a:pt x="12004" y="139724"/>
                    <a:pt x="12668" y="149506"/>
                  </a:cubicBezTo>
                  <a:cubicBezTo>
                    <a:pt x="12004" y="159287"/>
                    <a:pt x="9482" y="168746"/>
                    <a:pt x="5300" y="177137"/>
                  </a:cubicBezTo>
                  <a:cubicBezTo>
                    <a:pt x="2576" y="183748"/>
                    <a:pt x="-817" y="191972"/>
                    <a:pt x="177" y="195773"/>
                  </a:cubicBezTo>
                  <a:cubicBezTo>
                    <a:pt x="1248" y="199882"/>
                    <a:pt x="7741" y="203928"/>
                    <a:pt x="13473" y="207495"/>
                  </a:cubicBezTo>
                  <a:cubicBezTo>
                    <a:pt x="20674" y="211104"/>
                    <a:pt x="27062" y="216755"/>
                    <a:pt x="32106" y="223977"/>
                  </a:cubicBezTo>
                  <a:close/>
                  <a:moveTo>
                    <a:pt x="114043" y="42716"/>
                  </a:moveTo>
                  <a:cubicBezTo>
                    <a:pt x="162490" y="42716"/>
                    <a:pt x="201764" y="90528"/>
                    <a:pt x="201764" y="149506"/>
                  </a:cubicBezTo>
                  <a:cubicBezTo>
                    <a:pt x="201764" y="208485"/>
                    <a:pt x="162490" y="256296"/>
                    <a:pt x="114043" y="256296"/>
                  </a:cubicBezTo>
                  <a:cubicBezTo>
                    <a:pt x="65597" y="256296"/>
                    <a:pt x="26323" y="208485"/>
                    <a:pt x="26323" y="149506"/>
                  </a:cubicBezTo>
                  <a:cubicBezTo>
                    <a:pt x="26378" y="90555"/>
                    <a:pt x="65620" y="42783"/>
                    <a:pt x="114043" y="42716"/>
                  </a:cubicBezTo>
                  <a:close/>
                </a:path>
              </a:pathLst>
            </a:custGeom>
            <a:grpFill/>
            <a:ln w="8675" cap="flat">
              <a:noFill/>
              <a:prstDash val="solid"/>
              <a:miter/>
            </a:ln>
          </p:spPr>
          <p:txBody>
            <a:bodyPr rtlCol="0" anchor="ctr"/>
            <a:lstStyle/>
            <a:p>
              <a:endParaRPr lang="en-US"/>
            </a:p>
          </p:txBody>
        </p:sp>
      </p:grpSp>
      <p:grpSp>
        <p:nvGrpSpPr>
          <p:cNvPr id="163" name="Graphic 6">
            <a:extLst>
              <a:ext uri="{FF2B5EF4-FFF2-40B4-BE49-F238E27FC236}">
                <a16:creationId xmlns:a16="http://schemas.microsoft.com/office/drawing/2014/main" id="{4E5E0245-B776-4836-A305-D7699842B95C}"/>
              </a:ext>
            </a:extLst>
          </p:cNvPr>
          <p:cNvGrpSpPr>
            <a:grpSpLocks noChangeAspect="1"/>
          </p:cNvGrpSpPr>
          <p:nvPr/>
        </p:nvGrpSpPr>
        <p:grpSpPr>
          <a:xfrm>
            <a:off x="10870678" y="1929157"/>
            <a:ext cx="365761" cy="365760"/>
            <a:chOff x="14539069" y="812828"/>
            <a:chExt cx="4876809" cy="4876790"/>
          </a:xfrm>
          <a:solidFill>
            <a:schemeClr val="tx2"/>
          </a:solidFill>
        </p:grpSpPr>
        <p:sp>
          <p:nvSpPr>
            <p:cNvPr id="164" name="Freeform: Shape 163">
              <a:extLst>
                <a:ext uri="{FF2B5EF4-FFF2-40B4-BE49-F238E27FC236}">
                  <a16:creationId xmlns:a16="http://schemas.microsoft.com/office/drawing/2014/main" id="{423E0012-8A19-4FA9-8081-C7C97BD1EED8}"/>
                </a:ext>
              </a:extLst>
            </p:cNvPr>
            <p:cNvSpPr/>
            <p:nvPr/>
          </p:nvSpPr>
          <p:spPr>
            <a:xfrm>
              <a:off x="14539069" y="812828"/>
              <a:ext cx="4876809" cy="4876790"/>
            </a:xfrm>
            <a:custGeom>
              <a:avLst/>
              <a:gdLst>
                <a:gd name="connsiteX0" fmla="*/ 4720533 w 4876809"/>
                <a:gd name="connsiteY0" fmla="*/ 3966277 h 4876790"/>
                <a:gd name="connsiteX1" fmla="*/ 3443364 w 4876809"/>
                <a:gd name="connsiteY1" fmla="*/ 2689022 h 4876790"/>
                <a:gd name="connsiteX2" fmla="*/ 3657600 w 4876809"/>
                <a:gd name="connsiteY2" fmla="*/ 1828800 h 4876790"/>
                <a:gd name="connsiteX3" fmla="*/ 3135630 w 4876809"/>
                <a:gd name="connsiteY3" fmla="*/ 549497 h 4876790"/>
                <a:gd name="connsiteX4" fmla="*/ 1870634 w 4876809"/>
                <a:gd name="connsiteY4" fmla="*/ 514 h 4876790"/>
                <a:gd name="connsiteX5" fmla="*/ 1828800 w 4876809"/>
                <a:gd name="connsiteY5" fmla="*/ 0 h 4876790"/>
                <a:gd name="connsiteX6" fmla="*/ 0 w 4876809"/>
                <a:gd name="connsiteY6" fmla="*/ 1828800 h 4876790"/>
                <a:gd name="connsiteX7" fmla="*/ 1828800 w 4876809"/>
                <a:gd name="connsiteY7" fmla="*/ 3657600 h 4876790"/>
                <a:gd name="connsiteX8" fmla="*/ 1870491 w 4876809"/>
                <a:gd name="connsiteY8" fmla="*/ 3657086 h 4876790"/>
                <a:gd name="connsiteX9" fmla="*/ 2689031 w 4876809"/>
                <a:gd name="connsiteY9" fmla="*/ 3443383 h 4876790"/>
                <a:gd name="connsiteX10" fmla="*/ 3966191 w 4876809"/>
                <a:gd name="connsiteY10" fmla="*/ 4720447 h 4876790"/>
                <a:gd name="connsiteX11" fmla="*/ 4343391 w 4876809"/>
                <a:gd name="connsiteY11" fmla="*/ 4876791 h 4876790"/>
                <a:gd name="connsiteX12" fmla="*/ 4720476 w 4876809"/>
                <a:gd name="connsiteY12" fmla="*/ 4720552 h 4876790"/>
                <a:gd name="connsiteX13" fmla="*/ 4876810 w 4876809"/>
                <a:gd name="connsiteY13" fmla="*/ 4343391 h 4876790"/>
                <a:gd name="connsiteX14" fmla="*/ 4720533 w 4876809"/>
                <a:gd name="connsiteY14" fmla="*/ 3966277 h 4876790"/>
                <a:gd name="connsiteX15" fmla="*/ 1863681 w 4876809"/>
                <a:gd name="connsiteY15" fmla="*/ 3352362 h 4876790"/>
                <a:gd name="connsiteX16" fmla="*/ 1828800 w 4876809"/>
                <a:gd name="connsiteY16" fmla="*/ 3352800 h 4876790"/>
                <a:gd name="connsiteX17" fmla="*/ 304800 w 4876809"/>
                <a:gd name="connsiteY17" fmla="*/ 1828800 h 4876790"/>
                <a:gd name="connsiteX18" fmla="*/ 1828800 w 4876809"/>
                <a:gd name="connsiteY18" fmla="*/ 304800 h 4876790"/>
                <a:gd name="connsiteX19" fmla="*/ 1863766 w 4876809"/>
                <a:gd name="connsiteY19" fmla="*/ 305238 h 4876790"/>
                <a:gd name="connsiteX20" fmla="*/ 3352800 w 4876809"/>
                <a:gd name="connsiteY20" fmla="*/ 1828800 h 4876790"/>
                <a:gd name="connsiteX21" fmla="*/ 1863681 w 4876809"/>
                <a:gd name="connsiteY21" fmla="*/ 3352362 h 4876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76809" h="4876790">
                  <a:moveTo>
                    <a:pt x="4720533" y="3966277"/>
                  </a:moveTo>
                  <a:lnTo>
                    <a:pt x="3443364" y="2689022"/>
                  </a:lnTo>
                  <a:cubicBezTo>
                    <a:pt x="3583238" y="2427180"/>
                    <a:pt x="3657600" y="2133400"/>
                    <a:pt x="3657600" y="1828800"/>
                  </a:cubicBezTo>
                  <a:cubicBezTo>
                    <a:pt x="3657600" y="1347616"/>
                    <a:pt x="3472234" y="893283"/>
                    <a:pt x="3135630" y="549497"/>
                  </a:cubicBezTo>
                  <a:cubicBezTo>
                    <a:pt x="2799559" y="206254"/>
                    <a:pt x="2350294" y="11287"/>
                    <a:pt x="1870634" y="514"/>
                  </a:cubicBezTo>
                  <a:cubicBezTo>
                    <a:pt x="1856727" y="200"/>
                    <a:pt x="1842821" y="0"/>
                    <a:pt x="1828800" y="0"/>
                  </a:cubicBezTo>
                  <a:cubicBezTo>
                    <a:pt x="820398" y="0"/>
                    <a:pt x="0" y="820398"/>
                    <a:pt x="0" y="1828800"/>
                  </a:cubicBezTo>
                  <a:cubicBezTo>
                    <a:pt x="0" y="2837202"/>
                    <a:pt x="820398" y="3657600"/>
                    <a:pt x="1828800" y="3657600"/>
                  </a:cubicBezTo>
                  <a:cubicBezTo>
                    <a:pt x="1842697" y="3657600"/>
                    <a:pt x="1856708" y="3657400"/>
                    <a:pt x="1870491" y="3657086"/>
                  </a:cubicBezTo>
                  <a:cubicBezTo>
                    <a:pt x="2160584" y="3650609"/>
                    <a:pt x="2439505" y="3576657"/>
                    <a:pt x="2689031" y="3443383"/>
                  </a:cubicBezTo>
                  <a:lnTo>
                    <a:pt x="3966191" y="4720447"/>
                  </a:lnTo>
                  <a:cubicBezTo>
                    <a:pt x="4066870" y="4821260"/>
                    <a:pt x="4200830" y="4876791"/>
                    <a:pt x="4343391" y="4876791"/>
                  </a:cubicBezTo>
                  <a:cubicBezTo>
                    <a:pt x="4485951" y="4876791"/>
                    <a:pt x="4619911" y="4821260"/>
                    <a:pt x="4720476" y="4720552"/>
                  </a:cubicBezTo>
                  <a:cubicBezTo>
                    <a:pt x="4821289" y="4619806"/>
                    <a:pt x="4876810" y="4485866"/>
                    <a:pt x="4876810" y="4343391"/>
                  </a:cubicBezTo>
                  <a:cubicBezTo>
                    <a:pt x="4876810" y="4200916"/>
                    <a:pt x="4821308" y="4066985"/>
                    <a:pt x="4720533" y="3966277"/>
                  </a:cubicBezTo>
                  <a:close/>
                  <a:moveTo>
                    <a:pt x="1863681" y="3352362"/>
                  </a:moveTo>
                  <a:cubicBezTo>
                    <a:pt x="1852146" y="3352619"/>
                    <a:pt x="1840430" y="3352800"/>
                    <a:pt x="1828800" y="3352800"/>
                  </a:cubicBezTo>
                  <a:cubicBezTo>
                    <a:pt x="988466" y="3352800"/>
                    <a:pt x="304800" y="2669134"/>
                    <a:pt x="304800" y="1828800"/>
                  </a:cubicBezTo>
                  <a:cubicBezTo>
                    <a:pt x="304800" y="988466"/>
                    <a:pt x="988466" y="304800"/>
                    <a:pt x="1828800" y="304800"/>
                  </a:cubicBezTo>
                  <a:cubicBezTo>
                    <a:pt x="1840506" y="304800"/>
                    <a:pt x="1852127" y="304981"/>
                    <a:pt x="1863766" y="305238"/>
                  </a:cubicBezTo>
                  <a:cubicBezTo>
                    <a:pt x="2684821" y="323669"/>
                    <a:pt x="3352800" y="1007135"/>
                    <a:pt x="3352800" y="1828800"/>
                  </a:cubicBezTo>
                  <a:cubicBezTo>
                    <a:pt x="3352800" y="2650560"/>
                    <a:pt x="2684783" y="3334026"/>
                    <a:pt x="1863681" y="3352362"/>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A8D1CB8A-79F7-445D-964C-20D2DC382DD3}"/>
                </a:ext>
              </a:extLst>
            </p:cNvPr>
            <p:cNvSpPr/>
            <p:nvPr/>
          </p:nvSpPr>
          <p:spPr>
            <a:xfrm>
              <a:off x="15148669" y="1422428"/>
              <a:ext cx="2438400" cy="2438400"/>
            </a:xfrm>
            <a:custGeom>
              <a:avLst/>
              <a:gdLst>
                <a:gd name="connsiteX0" fmla="*/ 1219200 w 2438400"/>
                <a:gd name="connsiteY0" fmla="*/ 2438400 h 2438400"/>
                <a:gd name="connsiteX1" fmla="*/ 0 w 2438400"/>
                <a:gd name="connsiteY1" fmla="*/ 1219200 h 2438400"/>
                <a:gd name="connsiteX2" fmla="*/ 1219200 w 2438400"/>
                <a:gd name="connsiteY2" fmla="*/ 0 h 2438400"/>
                <a:gd name="connsiteX3" fmla="*/ 2438400 w 2438400"/>
                <a:gd name="connsiteY3" fmla="*/ 1219200 h 2438400"/>
                <a:gd name="connsiteX4" fmla="*/ 1219200 w 2438400"/>
                <a:gd name="connsiteY4" fmla="*/ 2438400 h 243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8400" h="2438400">
                  <a:moveTo>
                    <a:pt x="1219200" y="2438400"/>
                  </a:moveTo>
                  <a:cubicBezTo>
                    <a:pt x="546926" y="2438400"/>
                    <a:pt x="0" y="1891475"/>
                    <a:pt x="0" y="1219200"/>
                  </a:cubicBezTo>
                  <a:cubicBezTo>
                    <a:pt x="0" y="546926"/>
                    <a:pt x="546926" y="0"/>
                    <a:pt x="1219200" y="0"/>
                  </a:cubicBezTo>
                  <a:cubicBezTo>
                    <a:pt x="1891474" y="0"/>
                    <a:pt x="2438400" y="546926"/>
                    <a:pt x="2438400" y="1219200"/>
                  </a:cubicBezTo>
                  <a:cubicBezTo>
                    <a:pt x="2438400" y="1891475"/>
                    <a:pt x="1891474" y="2438400"/>
                    <a:pt x="1219200" y="2438400"/>
                  </a:cubicBezTo>
                  <a:close/>
                </a:path>
              </a:pathLst>
            </a:custGeom>
            <a:grpFill/>
            <a:ln w="9525" cap="flat">
              <a:noFill/>
              <a:prstDash val="solid"/>
              <a:miter/>
            </a:ln>
          </p:spPr>
          <p:txBody>
            <a:bodyPr rtlCol="0" anchor="ctr"/>
            <a:lstStyle/>
            <a:p>
              <a:endParaRPr lang="en-US"/>
            </a:p>
          </p:txBody>
        </p:sp>
      </p:grpSp>
      <p:grpSp>
        <p:nvGrpSpPr>
          <p:cNvPr id="405" name="Graphic 128">
            <a:extLst>
              <a:ext uri="{FF2B5EF4-FFF2-40B4-BE49-F238E27FC236}">
                <a16:creationId xmlns:a16="http://schemas.microsoft.com/office/drawing/2014/main" id="{F1C426A1-B1F1-4BDF-BBF1-05773FC39AC6}"/>
              </a:ext>
            </a:extLst>
          </p:cNvPr>
          <p:cNvGrpSpPr>
            <a:grpSpLocks noChangeAspect="1"/>
          </p:cNvGrpSpPr>
          <p:nvPr/>
        </p:nvGrpSpPr>
        <p:grpSpPr>
          <a:xfrm>
            <a:off x="8792448" y="1929157"/>
            <a:ext cx="365760" cy="365760"/>
            <a:chOff x="9532583" y="1973306"/>
            <a:chExt cx="401224" cy="401224"/>
          </a:xfrm>
          <a:solidFill>
            <a:schemeClr val="tx2"/>
          </a:solidFill>
        </p:grpSpPr>
        <p:sp>
          <p:nvSpPr>
            <p:cNvPr id="406" name="Freeform: Shape 405">
              <a:extLst>
                <a:ext uri="{FF2B5EF4-FFF2-40B4-BE49-F238E27FC236}">
                  <a16:creationId xmlns:a16="http://schemas.microsoft.com/office/drawing/2014/main" id="{5256BDA3-0D15-4B31-81D3-3DCCA1090C29}"/>
                </a:ext>
              </a:extLst>
            </p:cNvPr>
            <p:cNvSpPr/>
            <p:nvPr/>
          </p:nvSpPr>
          <p:spPr>
            <a:xfrm>
              <a:off x="9764540" y="1973306"/>
              <a:ext cx="169266" cy="401224"/>
            </a:xfrm>
            <a:custGeom>
              <a:avLst/>
              <a:gdLst>
                <a:gd name="connsiteX0" fmla="*/ 163758 w 169266"/>
                <a:gd name="connsiteY0" fmla="*/ 187313 h 401224"/>
                <a:gd name="connsiteX1" fmla="*/ 119113 w 169266"/>
                <a:gd name="connsiteY1" fmla="*/ 142669 h 401224"/>
                <a:gd name="connsiteX2" fmla="*/ 119113 w 169266"/>
                <a:gd name="connsiteY2" fmla="*/ 65826 h 401224"/>
                <a:gd name="connsiteX3" fmla="*/ 53288 w 169266"/>
                <a:gd name="connsiteY3" fmla="*/ 0 h 401224"/>
                <a:gd name="connsiteX4" fmla="*/ 18807 w 169266"/>
                <a:gd name="connsiteY4" fmla="*/ 0 h 401224"/>
                <a:gd name="connsiteX5" fmla="*/ 0 w 169266"/>
                <a:gd name="connsiteY5" fmla="*/ 18807 h 401224"/>
                <a:gd name="connsiteX6" fmla="*/ 18807 w 169266"/>
                <a:gd name="connsiteY6" fmla="*/ 37615 h 401224"/>
                <a:gd name="connsiteX7" fmla="*/ 53288 w 169266"/>
                <a:gd name="connsiteY7" fmla="*/ 37615 h 401224"/>
                <a:gd name="connsiteX8" fmla="*/ 81499 w 169266"/>
                <a:gd name="connsiteY8" fmla="*/ 65826 h 401224"/>
                <a:gd name="connsiteX9" fmla="*/ 81499 w 169266"/>
                <a:gd name="connsiteY9" fmla="*/ 150459 h 401224"/>
                <a:gd name="connsiteX10" fmla="*/ 87007 w 169266"/>
                <a:gd name="connsiteY10" fmla="*/ 163758 h 401224"/>
                <a:gd name="connsiteX11" fmla="*/ 123861 w 169266"/>
                <a:gd name="connsiteY11" fmla="*/ 200612 h 401224"/>
                <a:gd name="connsiteX12" fmla="*/ 87008 w 169266"/>
                <a:gd name="connsiteY12" fmla="*/ 237466 h 401224"/>
                <a:gd name="connsiteX13" fmla="*/ 81499 w 169266"/>
                <a:gd name="connsiteY13" fmla="*/ 250765 h 401224"/>
                <a:gd name="connsiteX14" fmla="*/ 81499 w 169266"/>
                <a:gd name="connsiteY14" fmla="*/ 335398 h 401224"/>
                <a:gd name="connsiteX15" fmla="*/ 53288 w 169266"/>
                <a:gd name="connsiteY15" fmla="*/ 363609 h 401224"/>
                <a:gd name="connsiteX16" fmla="*/ 18807 w 169266"/>
                <a:gd name="connsiteY16" fmla="*/ 363609 h 401224"/>
                <a:gd name="connsiteX17" fmla="*/ 0 w 169266"/>
                <a:gd name="connsiteY17" fmla="*/ 382417 h 401224"/>
                <a:gd name="connsiteX18" fmla="*/ 18807 w 169266"/>
                <a:gd name="connsiteY18" fmla="*/ 401224 h 401224"/>
                <a:gd name="connsiteX19" fmla="*/ 53288 w 169266"/>
                <a:gd name="connsiteY19" fmla="*/ 401224 h 401224"/>
                <a:gd name="connsiteX20" fmla="*/ 119113 w 169266"/>
                <a:gd name="connsiteY20" fmla="*/ 335398 h 401224"/>
                <a:gd name="connsiteX21" fmla="*/ 119113 w 169266"/>
                <a:gd name="connsiteY21" fmla="*/ 258555 h 401224"/>
                <a:gd name="connsiteX22" fmla="*/ 163758 w 169266"/>
                <a:gd name="connsiteY22" fmla="*/ 213910 h 401224"/>
                <a:gd name="connsiteX23" fmla="*/ 163758 w 169266"/>
                <a:gd name="connsiteY23" fmla="*/ 187313 h 40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9266" h="401224">
                  <a:moveTo>
                    <a:pt x="163758" y="187313"/>
                  </a:moveTo>
                  <a:lnTo>
                    <a:pt x="119113" y="142669"/>
                  </a:lnTo>
                  <a:lnTo>
                    <a:pt x="119113" y="65826"/>
                  </a:lnTo>
                  <a:cubicBezTo>
                    <a:pt x="119113" y="29530"/>
                    <a:pt x="89584" y="0"/>
                    <a:pt x="53288" y="0"/>
                  </a:cubicBezTo>
                  <a:lnTo>
                    <a:pt x="18807" y="0"/>
                  </a:lnTo>
                  <a:cubicBezTo>
                    <a:pt x="8420" y="0"/>
                    <a:pt x="0" y="8420"/>
                    <a:pt x="0" y="18807"/>
                  </a:cubicBezTo>
                  <a:cubicBezTo>
                    <a:pt x="0" y="29195"/>
                    <a:pt x="8420" y="37615"/>
                    <a:pt x="18807" y="37615"/>
                  </a:cubicBezTo>
                  <a:lnTo>
                    <a:pt x="53288" y="37615"/>
                  </a:lnTo>
                  <a:cubicBezTo>
                    <a:pt x="68844" y="37615"/>
                    <a:pt x="81499" y="50270"/>
                    <a:pt x="81499" y="65826"/>
                  </a:cubicBezTo>
                  <a:lnTo>
                    <a:pt x="81499" y="150459"/>
                  </a:lnTo>
                  <a:cubicBezTo>
                    <a:pt x="81499" y="155447"/>
                    <a:pt x="83480" y="160231"/>
                    <a:pt x="87007" y="163758"/>
                  </a:cubicBezTo>
                  <a:lnTo>
                    <a:pt x="123861" y="200612"/>
                  </a:lnTo>
                  <a:lnTo>
                    <a:pt x="87008" y="237466"/>
                  </a:lnTo>
                  <a:cubicBezTo>
                    <a:pt x="83480" y="240993"/>
                    <a:pt x="81499" y="245777"/>
                    <a:pt x="81499" y="250765"/>
                  </a:cubicBezTo>
                  <a:lnTo>
                    <a:pt x="81499" y="335398"/>
                  </a:lnTo>
                  <a:cubicBezTo>
                    <a:pt x="81499" y="350954"/>
                    <a:pt x="68844" y="363609"/>
                    <a:pt x="53288" y="363609"/>
                  </a:cubicBezTo>
                  <a:lnTo>
                    <a:pt x="18807" y="363609"/>
                  </a:lnTo>
                  <a:cubicBezTo>
                    <a:pt x="8420" y="363609"/>
                    <a:pt x="0" y="372029"/>
                    <a:pt x="0" y="382417"/>
                  </a:cubicBezTo>
                  <a:cubicBezTo>
                    <a:pt x="0" y="392804"/>
                    <a:pt x="8420" y="401224"/>
                    <a:pt x="18807" y="401224"/>
                  </a:cubicBezTo>
                  <a:lnTo>
                    <a:pt x="53288" y="401224"/>
                  </a:lnTo>
                  <a:cubicBezTo>
                    <a:pt x="89584" y="401224"/>
                    <a:pt x="119113" y="371694"/>
                    <a:pt x="119113" y="335398"/>
                  </a:cubicBezTo>
                  <a:lnTo>
                    <a:pt x="119113" y="258555"/>
                  </a:lnTo>
                  <a:lnTo>
                    <a:pt x="163758" y="213910"/>
                  </a:lnTo>
                  <a:cubicBezTo>
                    <a:pt x="171102" y="206566"/>
                    <a:pt x="171102" y="194658"/>
                    <a:pt x="163758" y="187313"/>
                  </a:cubicBezTo>
                  <a:close/>
                </a:path>
              </a:pathLst>
            </a:custGeom>
            <a:grpFill/>
            <a:ln w="781" cap="flat">
              <a:noFill/>
              <a:prstDash val="solid"/>
              <a:miter/>
            </a:ln>
          </p:spPr>
          <p:txBody>
            <a:bodyPr rtlCol="0" anchor="ctr"/>
            <a:lstStyle/>
            <a:p>
              <a:endParaRPr lang="en-US"/>
            </a:p>
          </p:txBody>
        </p:sp>
        <p:sp>
          <p:nvSpPr>
            <p:cNvPr id="407" name="Freeform: Shape 406">
              <a:extLst>
                <a:ext uri="{FF2B5EF4-FFF2-40B4-BE49-F238E27FC236}">
                  <a16:creationId xmlns:a16="http://schemas.microsoft.com/office/drawing/2014/main" id="{6D3226EC-CD76-4E48-9D65-A626838B7BF7}"/>
                </a:ext>
              </a:extLst>
            </p:cNvPr>
            <p:cNvSpPr/>
            <p:nvPr/>
          </p:nvSpPr>
          <p:spPr>
            <a:xfrm>
              <a:off x="9532582" y="1973306"/>
              <a:ext cx="169266" cy="401224"/>
            </a:xfrm>
            <a:custGeom>
              <a:avLst/>
              <a:gdLst>
                <a:gd name="connsiteX0" fmla="*/ 87768 w 169266"/>
                <a:gd name="connsiteY0" fmla="*/ 150459 h 401224"/>
                <a:gd name="connsiteX1" fmla="*/ 87768 w 169266"/>
                <a:gd name="connsiteY1" fmla="*/ 65826 h 401224"/>
                <a:gd name="connsiteX2" fmla="*/ 115979 w 169266"/>
                <a:gd name="connsiteY2" fmla="*/ 37615 h 401224"/>
                <a:gd name="connsiteX3" fmla="*/ 150460 w 169266"/>
                <a:gd name="connsiteY3" fmla="*/ 37615 h 401224"/>
                <a:gd name="connsiteX4" fmla="*/ 169267 w 169266"/>
                <a:gd name="connsiteY4" fmla="*/ 18807 h 401224"/>
                <a:gd name="connsiteX5" fmla="*/ 150460 w 169266"/>
                <a:gd name="connsiteY5" fmla="*/ 0 h 401224"/>
                <a:gd name="connsiteX6" fmla="*/ 115979 w 169266"/>
                <a:gd name="connsiteY6" fmla="*/ 0 h 401224"/>
                <a:gd name="connsiteX7" fmla="*/ 50154 w 169266"/>
                <a:gd name="connsiteY7" fmla="*/ 65826 h 401224"/>
                <a:gd name="connsiteX8" fmla="*/ 50154 w 169266"/>
                <a:gd name="connsiteY8" fmla="*/ 142669 h 401224"/>
                <a:gd name="connsiteX9" fmla="*/ 5509 w 169266"/>
                <a:gd name="connsiteY9" fmla="*/ 187313 h 401224"/>
                <a:gd name="connsiteX10" fmla="*/ 5509 w 169266"/>
                <a:gd name="connsiteY10" fmla="*/ 213910 h 401224"/>
                <a:gd name="connsiteX11" fmla="*/ 50154 w 169266"/>
                <a:gd name="connsiteY11" fmla="*/ 258555 h 401224"/>
                <a:gd name="connsiteX12" fmla="*/ 50154 w 169266"/>
                <a:gd name="connsiteY12" fmla="*/ 335398 h 401224"/>
                <a:gd name="connsiteX13" fmla="*/ 115979 w 169266"/>
                <a:gd name="connsiteY13" fmla="*/ 401224 h 401224"/>
                <a:gd name="connsiteX14" fmla="*/ 150460 w 169266"/>
                <a:gd name="connsiteY14" fmla="*/ 401224 h 401224"/>
                <a:gd name="connsiteX15" fmla="*/ 169267 w 169266"/>
                <a:gd name="connsiteY15" fmla="*/ 382417 h 401224"/>
                <a:gd name="connsiteX16" fmla="*/ 150460 w 169266"/>
                <a:gd name="connsiteY16" fmla="*/ 363609 h 401224"/>
                <a:gd name="connsiteX17" fmla="*/ 115979 w 169266"/>
                <a:gd name="connsiteY17" fmla="*/ 363609 h 401224"/>
                <a:gd name="connsiteX18" fmla="*/ 87768 w 169266"/>
                <a:gd name="connsiteY18" fmla="*/ 335398 h 401224"/>
                <a:gd name="connsiteX19" fmla="*/ 87768 w 169266"/>
                <a:gd name="connsiteY19" fmla="*/ 250765 h 401224"/>
                <a:gd name="connsiteX20" fmla="*/ 82260 w 169266"/>
                <a:gd name="connsiteY20" fmla="*/ 237466 h 401224"/>
                <a:gd name="connsiteX21" fmla="*/ 45406 w 169266"/>
                <a:gd name="connsiteY21" fmla="*/ 200612 h 401224"/>
                <a:gd name="connsiteX22" fmla="*/ 82259 w 169266"/>
                <a:gd name="connsiteY22" fmla="*/ 163758 h 401224"/>
                <a:gd name="connsiteX23" fmla="*/ 87768 w 169266"/>
                <a:gd name="connsiteY23" fmla="*/ 150459 h 40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9266" h="401224">
                  <a:moveTo>
                    <a:pt x="87768" y="150459"/>
                  </a:moveTo>
                  <a:lnTo>
                    <a:pt x="87768" y="65826"/>
                  </a:lnTo>
                  <a:cubicBezTo>
                    <a:pt x="87768" y="50270"/>
                    <a:pt x="100423" y="37615"/>
                    <a:pt x="115979" y="37615"/>
                  </a:cubicBezTo>
                  <a:lnTo>
                    <a:pt x="150460" y="37615"/>
                  </a:lnTo>
                  <a:cubicBezTo>
                    <a:pt x="160847" y="37615"/>
                    <a:pt x="169267" y="29195"/>
                    <a:pt x="169267" y="18807"/>
                  </a:cubicBezTo>
                  <a:cubicBezTo>
                    <a:pt x="169267" y="8420"/>
                    <a:pt x="160847" y="0"/>
                    <a:pt x="150460" y="0"/>
                  </a:cubicBezTo>
                  <a:lnTo>
                    <a:pt x="115979" y="0"/>
                  </a:lnTo>
                  <a:cubicBezTo>
                    <a:pt x="79683" y="0"/>
                    <a:pt x="50154" y="29530"/>
                    <a:pt x="50154" y="65826"/>
                  </a:cubicBezTo>
                  <a:lnTo>
                    <a:pt x="50154" y="142669"/>
                  </a:lnTo>
                  <a:lnTo>
                    <a:pt x="5509" y="187313"/>
                  </a:lnTo>
                  <a:cubicBezTo>
                    <a:pt x="-1836" y="194658"/>
                    <a:pt x="-1836" y="206565"/>
                    <a:pt x="5509" y="213910"/>
                  </a:cubicBezTo>
                  <a:lnTo>
                    <a:pt x="50154" y="258555"/>
                  </a:lnTo>
                  <a:lnTo>
                    <a:pt x="50154" y="335398"/>
                  </a:lnTo>
                  <a:cubicBezTo>
                    <a:pt x="50154" y="371694"/>
                    <a:pt x="79683" y="401224"/>
                    <a:pt x="115979" y="401224"/>
                  </a:cubicBezTo>
                  <a:lnTo>
                    <a:pt x="150460" y="401224"/>
                  </a:lnTo>
                  <a:cubicBezTo>
                    <a:pt x="160847" y="401224"/>
                    <a:pt x="169267" y="392804"/>
                    <a:pt x="169267" y="382417"/>
                  </a:cubicBezTo>
                  <a:cubicBezTo>
                    <a:pt x="169267" y="372029"/>
                    <a:pt x="160847" y="363609"/>
                    <a:pt x="150460" y="363609"/>
                  </a:cubicBezTo>
                  <a:lnTo>
                    <a:pt x="115979" y="363609"/>
                  </a:lnTo>
                  <a:cubicBezTo>
                    <a:pt x="100423" y="363609"/>
                    <a:pt x="87768" y="350954"/>
                    <a:pt x="87768" y="335398"/>
                  </a:cubicBezTo>
                  <a:lnTo>
                    <a:pt x="87768" y="250765"/>
                  </a:lnTo>
                  <a:cubicBezTo>
                    <a:pt x="87768" y="245777"/>
                    <a:pt x="85787" y="240993"/>
                    <a:pt x="82260" y="237466"/>
                  </a:cubicBezTo>
                  <a:lnTo>
                    <a:pt x="45406" y="200612"/>
                  </a:lnTo>
                  <a:lnTo>
                    <a:pt x="82259" y="163758"/>
                  </a:lnTo>
                  <a:cubicBezTo>
                    <a:pt x="85787" y="160231"/>
                    <a:pt x="87768" y="155447"/>
                    <a:pt x="87768" y="150459"/>
                  </a:cubicBezTo>
                  <a:close/>
                </a:path>
              </a:pathLst>
            </a:custGeom>
            <a:grpFill/>
            <a:ln w="781" cap="flat">
              <a:noFill/>
              <a:prstDash val="solid"/>
              <a:miter/>
            </a:ln>
          </p:spPr>
          <p:txBody>
            <a:bodyPr rtlCol="0" anchor="ctr"/>
            <a:lstStyle/>
            <a:p>
              <a:endParaRPr lang="en-US"/>
            </a:p>
          </p:txBody>
        </p:sp>
      </p:grpSp>
      <p:sp>
        <p:nvSpPr>
          <p:cNvPr id="408" name="Graphic 134">
            <a:extLst>
              <a:ext uri="{FF2B5EF4-FFF2-40B4-BE49-F238E27FC236}">
                <a16:creationId xmlns:a16="http://schemas.microsoft.com/office/drawing/2014/main" id="{BC03B25F-26D9-4A14-9C2B-7950DEC182E7}"/>
              </a:ext>
            </a:extLst>
          </p:cNvPr>
          <p:cNvSpPr>
            <a:spLocks noChangeAspect="1"/>
          </p:cNvSpPr>
          <p:nvPr/>
        </p:nvSpPr>
        <p:spPr>
          <a:xfrm>
            <a:off x="7768954" y="1929157"/>
            <a:ext cx="365760" cy="365760"/>
          </a:xfrm>
          <a:custGeom>
            <a:avLst/>
            <a:gdLst>
              <a:gd name="connsiteX0" fmla="*/ 407749 w 418204"/>
              <a:gd name="connsiteY0" fmla="*/ 355473 h 418204"/>
              <a:gd name="connsiteX1" fmla="*/ 104551 w 418204"/>
              <a:gd name="connsiteY1" fmla="*/ 355473 h 418204"/>
              <a:gd name="connsiteX2" fmla="*/ 104551 w 418204"/>
              <a:gd name="connsiteY2" fmla="*/ 125461 h 418204"/>
              <a:gd name="connsiteX3" fmla="*/ 230012 w 418204"/>
              <a:gd name="connsiteY3" fmla="*/ 125461 h 418204"/>
              <a:gd name="connsiteX4" fmla="*/ 230012 w 418204"/>
              <a:gd name="connsiteY4" fmla="*/ 127552 h 418204"/>
              <a:gd name="connsiteX5" fmla="*/ 219557 w 418204"/>
              <a:gd name="connsiteY5" fmla="*/ 161009 h 418204"/>
              <a:gd name="connsiteX6" fmla="*/ 150553 w 418204"/>
              <a:gd name="connsiteY6" fmla="*/ 261378 h 418204"/>
              <a:gd name="connsiteX7" fmla="*/ 167282 w 418204"/>
              <a:gd name="connsiteY7" fmla="*/ 292743 h 418204"/>
              <a:gd name="connsiteX8" fmla="*/ 355473 w 418204"/>
              <a:gd name="connsiteY8" fmla="*/ 292743 h 418204"/>
              <a:gd name="connsiteX9" fmla="*/ 374293 w 418204"/>
              <a:gd name="connsiteY9" fmla="*/ 261378 h 418204"/>
              <a:gd name="connsiteX10" fmla="*/ 303198 w 418204"/>
              <a:gd name="connsiteY10" fmla="*/ 161009 h 418204"/>
              <a:gd name="connsiteX11" fmla="*/ 292743 w 418204"/>
              <a:gd name="connsiteY11" fmla="*/ 127552 h 418204"/>
              <a:gd name="connsiteX12" fmla="*/ 292743 w 418204"/>
              <a:gd name="connsiteY12" fmla="*/ 125461 h 418204"/>
              <a:gd name="connsiteX13" fmla="*/ 365929 w 418204"/>
              <a:gd name="connsiteY13" fmla="*/ 125461 h 418204"/>
              <a:gd name="connsiteX14" fmla="*/ 376384 w 418204"/>
              <a:gd name="connsiteY14" fmla="*/ 115006 h 418204"/>
              <a:gd name="connsiteX15" fmla="*/ 376384 w 418204"/>
              <a:gd name="connsiteY15" fmla="*/ 94096 h 418204"/>
              <a:gd name="connsiteX16" fmla="*/ 365929 w 418204"/>
              <a:gd name="connsiteY16" fmla="*/ 83641 h 418204"/>
              <a:gd name="connsiteX17" fmla="*/ 292743 w 418204"/>
              <a:gd name="connsiteY17" fmla="*/ 83641 h 418204"/>
              <a:gd name="connsiteX18" fmla="*/ 292743 w 418204"/>
              <a:gd name="connsiteY18" fmla="*/ 41820 h 418204"/>
              <a:gd name="connsiteX19" fmla="*/ 303198 w 418204"/>
              <a:gd name="connsiteY19" fmla="*/ 41820 h 418204"/>
              <a:gd name="connsiteX20" fmla="*/ 313653 w 418204"/>
              <a:gd name="connsiteY20" fmla="*/ 31365 h 418204"/>
              <a:gd name="connsiteX21" fmla="*/ 313653 w 418204"/>
              <a:gd name="connsiteY21" fmla="*/ 10455 h 418204"/>
              <a:gd name="connsiteX22" fmla="*/ 303198 w 418204"/>
              <a:gd name="connsiteY22" fmla="*/ 0 h 418204"/>
              <a:gd name="connsiteX23" fmla="*/ 219557 w 418204"/>
              <a:gd name="connsiteY23" fmla="*/ 0 h 418204"/>
              <a:gd name="connsiteX24" fmla="*/ 209102 w 418204"/>
              <a:gd name="connsiteY24" fmla="*/ 10455 h 418204"/>
              <a:gd name="connsiteX25" fmla="*/ 209102 w 418204"/>
              <a:gd name="connsiteY25" fmla="*/ 31365 h 418204"/>
              <a:gd name="connsiteX26" fmla="*/ 219557 w 418204"/>
              <a:gd name="connsiteY26" fmla="*/ 41820 h 418204"/>
              <a:gd name="connsiteX27" fmla="*/ 230012 w 418204"/>
              <a:gd name="connsiteY27" fmla="*/ 41820 h 418204"/>
              <a:gd name="connsiteX28" fmla="*/ 230012 w 418204"/>
              <a:gd name="connsiteY28" fmla="*/ 83641 h 418204"/>
              <a:gd name="connsiteX29" fmla="*/ 104551 w 418204"/>
              <a:gd name="connsiteY29" fmla="*/ 83641 h 418204"/>
              <a:gd name="connsiteX30" fmla="*/ 104551 w 418204"/>
              <a:gd name="connsiteY30" fmla="*/ 10455 h 418204"/>
              <a:gd name="connsiteX31" fmla="*/ 94096 w 418204"/>
              <a:gd name="connsiteY31" fmla="*/ 0 h 418204"/>
              <a:gd name="connsiteX32" fmla="*/ 73186 w 418204"/>
              <a:gd name="connsiteY32" fmla="*/ 0 h 418204"/>
              <a:gd name="connsiteX33" fmla="*/ 62731 w 418204"/>
              <a:gd name="connsiteY33" fmla="*/ 10455 h 418204"/>
              <a:gd name="connsiteX34" fmla="*/ 62731 w 418204"/>
              <a:gd name="connsiteY34" fmla="*/ 83641 h 418204"/>
              <a:gd name="connsiteX35" fmla="*/ 31365 w 418204"/>
              <a:gd name="connsiteY35" fmla="*/ 83641 h 418204"/>
              <a:gd name="connsiteX36" fmla="*/ 20910 w 418204"/>
              <a:gd name="connsiteY36" fmla="*/ 94096 h 418204"/>
              <a:gd name="connsiteX37" fmla="*/ 20910 w 418204"/>
              <a:gd name="connsiteY37" fmla="*/ 115006 h 418204"/>
              <a:gd name="connsiteX38" fmla="*/ 31365 w 418204"/>
              <a:gd name="connsiteY38" fmla="*/ 125461 h 418204"/>
              <a:gd name="connsiteX39" fmla="*/ 62731 w 418204"/>
              <a:gd name="connsiteY39" fmla="*/ 125461 h 418204"/>
              <a:gd name="connsiteX40" fmla="*/ 62731 w 418204"/>
              <a:gd name="connsiteY40" fmla="*/ 355473 h 418204"/>
              <a:gd name="connsiteX41" fmla="*/ 10455 w 418204"/>
              <a:gd name="connsiteY41" fmla="*/ 355473 h 418204"/>
              <a:gd name="connsiteX42" fmla="*/ 0 w 418204"/>
              <a:gd name="connsiteY42" fmla="*/ 365929 h 418204"/>
              <a:gd name="connsiteX43" fmla="*/ 0 w 418204"/>
              <a:gd name="connsiteY43" fmla="*/ 407749 h 418204"/>
              <a:gd name="connsiteX44" fmla="*/ 10455 w 418204"/>
              <a:gd name="connsiteY44" fmla="*/ 418204 h 418204"/>
              <a:gd name="connsiteX45" fmla="*/ 407749 w 418204"/>
              <a:gd name="connsiteY45" fmla="*/ 418204 h 418204"/>
              <a:gd name="connsiteX46" fmla="*/ 418204 w 418204"/>
              <a:gd name="connsiteY46" fmla="*/ 407749 h 418204"/>
              <a:gd name="connsiteX47" fmla="*/ 418204 w 418204"/>
              <a:gd name="connsiteY47" fmla="*/ 365929 h 418204"/>
              <a:gd name="connsiteX48" fmla="*/ 407749 w 418204"/>
              <a:gd name="connsiteY48" fmla="*/ 355473 h 418204"/>
              <a:gd name="connsiteX49" fmla="*/ 250922 w 418204"/>
              <a:gd name="connsiteY49" fmla="*/ 190283 h 418204"/>
              <a:gd name="connsiteX50" fmla="*/ 271833 w 418204"/>
              <a:gd name="connsiteY50" fmla="*/ 190283 h 418204"/>
              <a:gd name="connsiteX51" fmla="*/ 315744 w 418204"/>
              <a:gd name="connsiteY51" fmla="*/ 250922 h 418204"/>
              <a:gd name="connsiteX52" fmla="*/ 207011 w 418204"/>
              <a:gd name="connsiteY52" fmla="*/ 250922 h 418204"/>
              <a:gd name="connsiteX53" fmla="*/ 250922 w 418204"/>
              <a:gd name="connsiteY53" fmla="*/ 190283 h 418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18204" h="418204">
                <a:moveTo>
                  <a:pt x="407749" y="355473"/>
                </a:moveTo>
                <a:lnTo>
                  <a:pt x="104551" y="355473"/>
                </a:lnTo>
                <a:lnTo>
                  <a:pt x="104551" y="125461"/>
                </a:lnTo>
                <a:lnTo>
                  <a:pt x="230012" y="125461"/>
                </a:lnTo>
                <a:lnTo>
                  <a:pt x="230012" y="127552"/>
                </a:lnTo>
                <a:cubicBezTo>
                  <a:pt x="230012" y="140098"/>
                  <a:pt x="225830" y="150553"/>
                  <a:pt x="219557" y="161009"/>
                </a:cubicBezTo>
                <a:lnTo>
                  <a:pt x="150553" y="261378"/>
                </a:lnTo>
                <a:cubicBezTo>
                  <a:pt x="142189" y="276015"/>
                  <a:pt x="152644" y="292743"/>
                  <a:pt x="167282" y="292743"/>
                </a:cubicBezTo>
                <a:lnTo>
                  <a:pt x="355473" y="292743"/>
                </a:lnTo>
                <a:cubicBezTo>
                  <a:pt x="372202" y="292743"/>
                  <a:pt x="382657" y="276015"/>
                  <a:pt x="374293" y="261378"/>
                </a:cubicBezTo>
                <a:lnTo>
                  <a:pt x="303198" y="161009"/>
                </a:lnTo>
                <a:cubicBezTo>
                  <a:pt x="296925" y="150553"/>
                  <a:pt x="292743" y="140098"/>
                  <a:pt x="292743" y="127552"/>
                </a:cubicBezTo>
                <a:lnTo>
                  <a:pt x="292743" y="125461"/>
                </a:lnTo>
                <a:lnTo>
                  <a:pt x="365929" y="125461"/>
                </a:lnTo>
                <a:cubicBezTo>
                  <a:pt x="372202" y="125461"/>
                  <a:pt x="376384" y="121279"/>
                  <a:pt x="376384" y="115006"/>
                </a:cubicBezTo>
                <a:lnTo>
                  <a:pt x="376384" y="94096"/>
                </a:lnTo>
                <a:cubicBezTo>
                  <a:pt x="376384" y="87823"/>
                  <a:pt x="372202" y="83641"/>
                  <a:pt x="365929" y="83641"/>
                </a:cubicBezTo>
                <a:lnTo>
                  <a:pt x="292743" y="83641"/>
                </a:lnTo>
                <a:lnTo>
                  <a:pt x="292743" y="41820"/>
                </a:lnTo>
                <a:lnTo>
                  <a:pt x="303198" y="41820"/>
                </a:lnTo>
                <a:cubicBezTo>
                  <a:pt x="309471" y="41820"/>
                  <a:pt x="313653" y="37638"/>
                  <a:pt x="313653" y="31365"/>
                </a:cubicBezTo>
                <a:lnTo>
                  <a:pt x="313653" y="10455"/>
                </a:lnTo>
                <a:cubicBezTo>
                  <a:pt x="313653" y="4182"/>
                  <a:pt x="309471" y="0"/>
                  <a:pt x="303198" y="0"/>
                </a:cubicBezTo>
                <a:lnTo>
                  <a:pt x="219557" y="0"/>
                </a:lnTo>
                <a:cubicBezTo>
                  <a:pt x="213284" y="0"/>
                  <a:pt x="209102" y="4182"/>
                  <a:pt x="209102" y="10455"/>
                </a:cubicBezTo>
                <a:lnTo>
                  <a:pt x="209102" y="31365"/>
                </a:lnTo>
                <a:cubicBezTo>
                  <a:pt x="209102" y="37638"/>
                  <a:pt x="213284" y="41820"/>
                  <a:pt x="219557" y="41820"/>
                </a:cubicBezTo>
                <a:lnTo>
                  <a:pt x="230012" y="41820"/>
                </a:lnTo>
                <a:lnTo>
                  <a:pt x="230012" y="83641"/>
                </a:lnTo>
                <a:lnTo>
                  <a:pt x="104551" y="83641"/>
                </a:lnTo>
                <a:lnTo>
                  <a:pt x="104551" y="10455"/>
                </a:lnTo>
                <a:cubicBezTo>
                  <a:pt x="104551" y="4182"/>
                  <a:pt x="100369" y="0"/>
                  <a:pt x="94096" y="0"/>
                </a:cubicBezTo>
                <a:lnTo>
                  <a:pt x="73186" y="0"/>
                </a:lnTo>
                <a:cubicBezTo>
                  <a:pt x="66913" y="0"/>
                  <a:pt x="62731" y="4182"/>
                  <a:pt x="62731" y="10455"/>
                </a:cubicBezTo>
                <a:lnTo>
                  <a:pt x="62731" y="83641"/>
                </a:lnTo>
                <a:lnTo>
                  <a:pt x="31365" y="83641"/>
                </a:lnTo>
                <a:cubicBezTo>
                  <a:pt x="25092" y="83641"/>
                  <a:pt x="20910" y="87823"/>
                  <a:pt x="20910" y="94096"/>
                </a:cubicBezTo>
                <a:lnTo>
                  <a:pt x="20910" y="115006"/>
                </a:lnTo>
                <a:cubicBezTo>
                  <a:pt x="20910" y="121279"/>
                  <a:pt x="25092" y="125461"/>
                  <a:pt x="31365" y="125461"/>
                </a:cubicBezTo>
                <a:lnTo>
                  <a:pt x="62731" y="125461"/>
                </a:lnTo>
                <a:lnTo>
                  <a:pt x="62731" y="355473"/>
                </a:lnTo>
                <a:lnTo>
                  <a:pt x="10455" y="355473"/>
                </a:lnTo>
                <a:cubicBezTo>
                  <a:pt x="4182" y="355473"/>
                  <a:pt x="0" y="359655"/>
                  <a:pt x="0" y="365929"/>
                </a:cubicBezTo>
                <a:lnTo>
                  <a:pt x="0" y="407749"/>
                </a:lnTo>
                <a:cubicBezTo>
                  <a:pt x="0" y="414022"/>
                  <a:pt x="4182" y="418204"/>
                  <a:pt x="10455" y="418204"/>
                </a:cubicBezTo>
                <a:lnTo>
                  <a:pt x="407749" y="418204"/>
                </a:lnTo>
                <a:cubicBezTo>
                  <a:pt x="414022" y="418204"/>
                  <a:pt x="418204" y="414022"/>
                  <a:pt x="418204" y="407749"/>
                </a:cubicBezTo>
                <a:lnTo>
                  <a:pt x="418204" y="365929"/>
                </a:lnTo>
                <a:cubicBezTo>
                  <a:pt x="418204" y="359655"/>
                  <a:pt x="414022" y="355473"/>
                  <a:pt x="407749" y="355473"/>
                </a:cubicBezTo>
                <a:close/>
                <a:moveTo>
                  <a:pt x="250922" y="190283"/>
                </a:moveTo>
                <a:lnTo>
                  <a:pt x="271833" y="190283"/>
                </a:lnTo>
                <a:lnTo>
                  <a:pt x="315744" y="250922"/>
                </a:lnTo>
                <a:lnTo>
                  <a:pt x="207011" y="250922"/>
                </a:lnTo>
                <a:lnTo>
                  <a:pt x="250922" y="190283"/>
                </a:lnTo>
                <a:close/>
              </a:path>
            </a:pathLst>
          </a:custGeom>
          <a:solidFill>
            <a:schemeClr val="tx2"/>
          </a:solidFill>
          <a:ln w="800" cap="flat">
            <a:noFill/>
            <a:prstDash val="solid"/>
            <a:miter/>
          </a:ln>
        </p:spPr>
        <p:txBody>
          <a:bodyPr rtlCol="0" anchor="ctr"/>
          <a:lstStyle/>
          <a:p>
            <a:endParaRPr lang="en-US"/>
          </a:p>
        </p:txBody>
      </p:sp>
      <p:grpSp>
        <p:nvGrpSpPr>
          <p:cNvPr id="409" name="Graphic 136">
            <a:extLst>
              <a:ext uri="{FF2B5EF4-FFF2-40B4-BE49-F238E27FC236}">
                <a16:creationId xmlns:a16="http://schemas.microsoft.com/office/drawing/2014/main" id="{7C448214-2962-4411-B342-F361048AB69A}"/>
              </a:ext>
            </a:extLst>
          </p:cNvPr>
          <p:cNvGrpSpPr>
            <a:grpSpLocks noChangeAspect="1"/>
          </p:cNvGrpSpPr>
          <p:nvPr/>
        </p:nvGrpSpPr>
        <p:grpSpPr>
          <a:xfrm>
            <a:off x="6745460" y="1929157"/>
            <a:ext cx="365760" cy="365760"/>
            <a:chOff x="6997251" y="1964817"/>
            <a:chExt cx="418204" cy="418204"/>
          </a:xfrm>
          <a:solidFill>
            <a:schemeClr val="tx2"/>
          </a:solidFill>
        </p:grpSpPr>
        <p:sp>
          <p:nvSpPr>
            <p:cNvPr id="410" name="Freeform: Shape 409">
              <a:extLst>
                <a:ext uri="{FF2B5EF4-FFF2-40B4-BE49-F238E27FC236}">
                  <a16:creationId xmlns:a16="http://schemas.microsoft.com/office/drawing/2014/main" id="{CD7393EC-F05F-439F-A06E-B2BDAF9FD39D}"/>
                </a:ext>
              </a:extLst>
            </p:cNvPr>
            <p:cNvSpPr/>
            <p:nvPr/>
          </p:nvSpPr>
          <p:spPr>
            <a:xfrm>
              <a:off x="7122729" y="2132688"/>
              <a:ext cx="27876" cy="27920"/>
            </a:xfrm>
            <a:custGeom>
              <a:avLst/>
              <a:gdLst>
                <a:gd name="connsiteX0" fmla="*/ 27876 w 27876"/>
                <a:gd name="connsiteY0" fmla="*/ 13961 h 27920"/>
                <a:gd name="connsiteX1" fmla="*/ 13937 w 27876"/>
                <a:gd name="connsiteY1" fmla="*/ 27920 h 27920"/>
                <a:gd name="connsiteX2" fmla="*/ 0 w 27876"/>
                <a:gd name="connsiteY2" fmla="*/ 13961 h 27920"/>
                <a:gd name="connsiteX3" fmla="*/ 13937 w 27876"/>
                <a:gd name="connsiteY3" fmla="*/ 0 h 27920"/>
                <a:gd name="connsiteX4" fmla="*/ 27876 w 27876"/>
                <a:gd name="connsiteY4" fmla="*/ 13961 h 27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76" h="27920">
                  <a:moveTo>
                    <a:pt x="27876" y="13961"/>
                  </a:moveTo>
                  <a:cubicBezTo>
                    <a:pt x="27876" y="21670"/>
                    <a:pt x="21634" y="27920"/>
                    <a:pt x="13937" y="27920"/>
                  </a:cubicBezTo>
                  <a:cubicBezTo>
                    <a:pt x="6240" y="27920"/>
                    <a:pt x="0" y="21670"/>
                    <a:pt x="0" y="13961"/>
                  </a:cubicBezTo>
                  <a:cubicBezTo>
                    <a:pt x="0" y="6250"/>
                    <a:pt x="6240" y="0"/>
                    <a:pt x="13937" y="0"/>
                  </a:cubicBezTo>
                  <a:cubicBezTo>
                    <a:pt x="21634" y="0"/>
                    <a:pt x="27876" y="6250"/>
                    <a:pt x="27876" y="13961"/>
                  </a:cubicBezTo>
                  <a:close/>
                </a:path>
              </a:pathLst>
            </a:custGeom>
            <a:grpFill/>
            <a:ln w="642" cap="flat">
              <a:noFill/>
              <a:prstDash val="solid"/>
              <a:miter/>
            </a:ln>
          </p:spPr>
          <p:txBody>
            <a:bodyPr rtlCol="0" anchor="ctr"/>
            <a:lstStyle/>
            <a:p>
              <a:endParaRPr lang="en-US"/>
            </a:p>
          </p:txBody>
        </p:sp>
        <p:sp>
          <p:nvSpPr>
            <p:cNvPr id="411" name="Freeform: Shape 410">
              <a:extLst>
                <a:ext uri="{FF2B5EF4-FFF2-40B4-BE49-F238E27FC236}">
                  <a16:creationId xmlns:a16="http://schemas.microsoft.com/office/drawing/2014/main" id="{396DB93D-D52E-4991-A710-318519DA8504}"/>
                </a:ext>
              </a:extLst>
            </p:cNvPr>
            <p:cNvSpPr/>
            <p:nvPr/>
          </p:nvSpPr>
          <p:spPr>
            <a:xfrm>
              <a:off x="7185448" y="2195509"/>
              <a:ext cx="27876" cy="27917"/>
            </a:xfrm>
            <a:custGeom>
              <a:avLst/>
              <a:gdLst>
                <a:gd name="connsiteX0" fmla="*/ 27876 w 27876"/>
                <a:gd name="connsiteY0" fmla="*/ 13959 h 27917"/>
                <a:gd name="connsiteX1" fmla="*/ 13939 w 27876"/>
                <a:gd name="connsiteY1" fmla="*/ 27918 h 27917"/>
                <a:gd name="connsiteX2" fmla="*/ 0 w 27876"/>
                <a:gd name="connsiteY2" fmla="*/ 13959 h 27917"/>
                <a:gd name="connsiteX3" fmla="*/ 13939 w 27876"/>
                <a:gd name="connsiteY3" fmla="*/ 0 h 27917"/>
                <a:gd name="connsiteX4" fmla="*/ 27876 w 27876"/>
                <a:gd name="connsiteY4" fmla="*/ 13959 h 279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76" h="27917">
                  <a:moveTo>
                    <a:pt x="27876" y="13959"/>
                  </a:moveTo>
                  <a:cubicBezTo>
                    <a:pt x="27876" y="21668"/>
                    <a:pt x="21636" y="27918"/>
                    <a:pt x="13939" y="27918"/>
                  </a:cubicBezTo>
                  <a:cubicBezTo>
                    <a:pt x="6243" y="27918"/>
                    <a:pt x="0" y="21668"/>
                    <a:pt x="0" y="13959"/>
                  </a:cubicBezTo>
                  <a:cubicBezTo>
                    <a:pt x="0" y="6250"/>
                    <a:pt x="6243" y="0"/>
                    <a:pt x="13939" y="0"/>
                  </a:cubicBezTo>
                  <a:cubicBezTo>
                    <a:pt x="21636" y="0"/>
                    <a:pt x="27876" y="6250"/>
                    <a:pt x="27876" y="13959"/>
                  </a:cubicBezTo>
                  <a:close/>
                </a:path>
              </a:pathLst>
            </a:custGeom>
            <a:grpFill/>
            <a:ln w="642" cap="flat">
              <a:noFill/>
              <a:prstDash val="solid"/>
              <a:miter/>
            </a:ln>
          </p:spPr>
          <p:txBody>
            <a:bodyPr rtlCol="0" anchor="ctr"/>
            <a:lstStyle/>
            <a:p>
              <a:endParaRPr lang="en-US"/>
            </a:p>
          </p:txBody>
        </p:sp>
        <p:sp>
          <p:nvSpPr>
            <p:cNvPr id="412" name="Freeform: Shape 411">
              <a:extLst>
                <a:ext uri="{FF2B5EF4-FFF2-40B4-BE49-F238E27FC236}">
                  <a16:creationId xmlns:a16="http://schemas.microsoft.com/office/drawing/2014/main" id="{0534D903-4CD0-4F86-A4A5-36EFB5F64F71}"/>
                </a:ext>
              </a:extLst>
            </p:cNvPr>
            <p:cNvSpPr/>
            <p:nvPr/>
          </p:nvSpPr>
          <p:spPr>
            <a:xfrm>
              <a:off x="7206355" y="2104768"/>
              <a:ext cx="41815" cy="41881"/>
            </a:xfrm>
            <a:custGeom>
              <a:avLst/>
              <a:gdLst>
                <a:gd name="connsiteX0" fmla="*/ 41816 w 41815"/>
                <a:gd name="connsiteY0" fmla="*/ 20939 h 41881"/>
                <a:gd name="connsiteX1" fmla="*/ 20909 w 41815"/>
                <a:gd name="connsiteY1" fmla="*/ 41881 h 41881"/>
                <a:gd name="connsiteX2" fmla="*/ 0 w 41815"/>
                <a:gd name="connsiteY2" fmla="*/ 20939 h 41881"/>
                <a:gd name="connsiteX3" fmla="*/ 20909 w 41815"/>
                <a:gd name="connsiteY3" fmla="*/ 0 h 41881"/>
                <a:gd name="connsiteX4" fmla="*/ 41816 w 41815"/>
                <a:gd name="connsiteY4" fmla="*/ 20939 h 41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815" h="41881">
                  <a:moveTo>
                    <a:pt x="41816" y="20939"/>
                  </a:moveTo>
                  <a:cubicBezTo>
                    <a:pt x="41816" y="32505"/>
                    <a:pt x="32455" y="41881"/>
                    <a:pt x="20909" y="41881"/>
                  </a:cubicBezTo>
                  <a:cubicBezTo>
                    <a:pt x="9361" y="41881"/>
                    <a:pt x="0" y="32505"/>
                    <a:pt x="0" y="20939"/>
                  </a:cubicBezTo>
                  <a:cubicBezTo>
                    <a:pt x="0" y="9376"/>
                    <a:pt x="9361" y="0"/>
                    <a:pt x="20909" y="0"/>
                  </a:cubicBezTo>
                  <a:cubicBezTo>
                    <a:pt x="32455" y="0"/>
                    <a:pt x="41816" y="9376"/>
                    <a:pt x="41816" y="20939"/>
                  </a:cubicBezTo>
                  <a:close/>
                </a:path>
              </a:pathLst>
            </a:custGeom>
            <a:grpFill/>
            <a:ln w="642" cap="flat">
              <a:noFill/>
              <a:prstDash val="solid"/>
              <a:miter/>
            </a:ln>
          </p:spPr>
          <p:txBody>
            <a:bodyPr rtlCol="0" anchor="ctr"/>
            <a:lstStyle/>
            <a:p>
              <a:endParaRPr lang="en-US"/>
            </a:p>
          </p:txBody>
        </p:sp>
        <p:sp>
          <p:nvSpPr>
            <p:cNvPr id="413" name="Freeform: Shape 412">
              <a:extLst>
                <a:ext uri="{FF2B5EF4-FFF2-40B4-BE49-F238E27FC236}">
                  <a16:creationId xmlns:a16="http://schemas.microsoft.com/office/drawing/2014/main" id="{7F42F498-EBD6-4C49-B33E-CA76B393CCB6}"/>
                </a:ext>
              </a:extLst>
            </p:cNvPr>
            <p:cNvSpPr/>
            <p:nvPr/>
          </p:nvSpPr>
          <p:spPr>
            <a:xfrm>
              <a:off x="6997251" y="1965142"/>
              <a:ext cx="418204" cy="418854"/>
            </a:xfrm>
            <a:custGeom>
              <a:avLst/>
              <a:gdLst>
                <a:gd name="connsiteX0" fmla="*/ 390299 w 418204"/>
                <a:gd name="connsiteY0" fmla="*/ 181508 h 418854"/>
                <a:gd name="connsiteX1" fmla="*/ 363329 w 418204"/>
                <a:gd name="connsiteY1" fmla="*/ 202448 h 418854"/>
                <a:gd name="connsiteX2" fmla="*/ 341163 w 418204"/>
                <a:gd name="connsiteY2" fmla="*/ 202448 h 418854"/>
                <a:gd name="connsiteX3" fmla="*/ 305334 w 418204"/>
                <a:gd name="connsiteY3" fmla="*/ 115895 h 418854"/>
                <a:gd name="connsiteX4" fmla="*/ 320889 w 418204"/>
                <a:gd name="connsiteY4" fmla="*/ 100400 h 418854"/>
                <a:gd name="connsiteX5" fmla="*/ 340123 w 418204"/>
                <a:gd name="connsiteY5" fmla="*/ 106124 h 418854"/>
                <a:gd name="connsiteX6" fmla="*/ 374829 w 418204"/>
                <a:gd name="connsiteY6" fmla="*/ 71169 h 418854"/>
                <a:gd name="connsiteX7" fmla="*/ 339929 w 418204"/>
                <a:gd name="connsiteY7" fmla="*/ 36409 h 418854"/>
                <a:gd name="connsiteX8" fmla="*/ 305224 w 418204"/>
                <a:gd name="connsiteY8" fmla="*/ 71364 h 418854"/>
                <a:gd name="connsiteX9" fmla="*/ 310992 w 418204"/>
                <a:gd name="connsiteY9" fmla="*/ 90488 h 418854"/>
                <a:gd name="connsiteX10" fmla="*/ 295522 w 418204"/>
                <a:gd name="connsiteY10" fmla="*/ 106067 h 418854"/>
                <a:gd name="connsiteX11" fmla="*/ 209107 w 418204"/>
                <a:gd name="connsiteY11" fmla="*/ 70184 h 418854"/>
                <a:gd name="connsiteX12" fmla="*/ 209107 w 418204"/>
                <a:gd name="connsiteY12" fmla="*/ 54961 h 418854"/>
                <a:gd name="connsiteX13" fmla="*/ 229128 w 418204"/>
                <a:gd name="connsiteY13" fmla="*/ 20948 h 418854"/>
                <a:gd name="connsiteX14" fmla="*/ 195168 w 418204"/>
                <a:gd name="connsiteY14" fmla="*/ 893 h 418854"/>
                <a:gd name="connsiteX15" fmla="*/ 175147 w 418204"/>
                <a:gd name="connsiteY15" fmla="*/ 34907 h 418854"/>
                <a:gd name="connsiteX16" fmla="*/ 195168 w 418204"/>
                <a:gd name="connsiteY16" fmla="*/ 54961 h 418854"/>
                <a:gd name="connsiteX17" fmla="*/ 195168 w 418204"/>
                <a:gd name="connsiteY17" fmla="*/ 70184 h 418854"/>
                <a:gd name="connsiteX18" fmla="*/ 108753 w 418204"/>
                <a:gd name="connsiteY18" fmla="*/ 106067 h 418854"/>
                <a:gd name="connsiteX19" fmla="*/ 93279 w 418204"/>
                <a:gd name="connsiteY19" fmla="*/ 90488 h 418854"/>
                <a:gd name="connsiteX20" fmla="*/ 83491 w 418204"/>
                <a:gd name="connsiteY20" fmla="*/ 42015 h 418854"/>
                <a:gd name="connsiteX21" fmla="*/ 35094 w 418204"/>
                <a:gd name="connsiteY21" fmla="*/ 51820 h 418854"/>
                <a:gd name="connsiteX22" fmla="*/ 44883 w 418204"/>
                <a:gd name="connsiteY22" fmla="*/ 100292 h 418854"/>
                <a:gd name="connsiteX23" fmla="*/ 64151 w 418204"/>
                <a:gd name="connsiteY23" fmla="*/ 106124 h 418854"/>
                <a:gd name="connsiteX24" fmla="*/ 83383 w 418204"/>
                <a:gd name="connsiteY24" fmla="*/ 100400 h 418854"/>
                <a:gd name="connsiteX25" fmla="*/ 98938 w 418204"/>
                <a:gd name="connsiteY25" fmla="*/ 115895 h 418854"/>
                <a:gd name="connsiteX26" fmla="*/ 63111 w 418204"/>
                <a:gd name="connsiteY26" fmla="*/ 202448 h 418854"/>
                <a:gd name="connsiteX27" fmla="*/ 47774 w 418204"/>
                <a:gd name="connsiteY27" fmla="*/ 202448 h 418854"/>
                <a:gd name="connsiteX28" fmla="*/ 17429 w 418204"/>
                <a:gd name="connsiteY28" fmla="*/ 186017 h 418854"/>
                <a:gd name="connsiteX29" fmla="*/ 1024 w 418204"/>
                <a:gd name="connsiteY29" fmla="*/ 216406 h 418854"/>
                <a:gd name="connsiteX30" fmla="*/ 31366 w 418204"/>
                <a:gd name="connsiteY30" fmla="*/ 232840 h 418854"/>
                <a:gd name="connsiteX31" fmla="*/ 47774 w 418204"/>
                <a:gd name="connsiteY31" fmla="*/ 216406 h 418854"/>
                <a:gd name="connsiteX32" fmla="*/ 63104 w 418204"/>
                <a:gd name="connsiteY32" fmla="*/ 216406 h 418854"/>
                <a:gd name="connsiteX33" fmla="*/ 98933 w 418204"/>
                <a:gd name="connsiteY33" fmla="*/ 302960 h 418854"/>
                <a:gd name="connsiteX34" fmla="*/ 83386 w 418204"/>
                <a:gd name="connsiteY34" fmla="*/ 318455 h 418854"/>
                <a:gd name="connsiteX35" fmla="*/ 35097 w 418204"/>
                <a:gd name="connsiteY35" fmla="*/ 328300 h 418854"/>
                <a:gd name="connsiteX36" fmla="*/ 39550 w 418204"/>
                <a:gd name="connsiteY36" fmla="*/ 372271 h 418854"/>
                <a:gd name="connsiteX37" fmla="*/ 88681 w 418204"/>
                <a:gd name="connsiteY37" fmla="*/ 372410 h 418854"/>
                <a:gd name="connsiteX38" fmla="*/ 88819 w 418204"/>
                <a:gd name="connsiteY38" fmla="*/ 372271 h 418854"/>
                <a:gd name="connsiteX39" fmla="*/ 93279 w 418204"/>
                <a:gd name="connsiteY39" fmla="*/ 328366 h 418854"/>
                <a:gd name="connsiteX40" fmla="*/ 108753 w 418204"/>
                <a:gd name="connsiteY40" fmla="*/ 312787 h 418854"/>
                <a:gd name="connsiteX41" fmla="*/ 195168 w 418204"/>
                <a:gd name="connsiteY41" fmla="*/ 348670 h 418854"/>
                <a:gd name="connsiteX42" fmla="*/ 195168 w 418204"/>
                <a:gd name="connsiteY42" fmla="*/ 363893 h 418854"/>
                <a:gd name="connsiteX43" fmla="*/ 175147 w 418204"/>
                <a:gd name="connsiteY43" fmla="*/ 397906 h 418854"/>
                <a:gd name="connsiteX44" fmla="*/ 209107 w 418204"/>
                <a:gd name="connsiteY44" fmla="*/ 417961 h 418854"/>
                <a:gd name="connsiteX45" fmla="*/ 229128 w 418204"/>
                <a:gd name="connsiteY45" fmla="*/ 383948 h 418854"/>
                <a:gd name="connsiteX46" fmla="*/ 209107 w 418204"/>
                <a:gd name="connsiteY46" fmla="*/ 363893 h 418854"/>
                <a:gd name="connsiteX47" fmla="*/ 209107 w 418204"/>
                <a:gd name="connsiteY47" fmla="*/ 348670 h 418854"/>
                <a:gd name="connsiteX48" fmla="*/ 295522 w 418204"/>
                <a:gd name="connsiteY48" fmla="*/ 312787 h 418854"/>
                <a:gd name="connsiteX49" fmla="*/ 310992 w 418204"/>
                <a:gd name="connsiteY49" fmla="*/ 328366 h 418854"/>
                <a:gd name="connsiteX50" fmla="*/ 320973 w 418204"/>
                <a:gd name="connsiteY50" fmla="*/ 376780 h 418854"/>
                <a:gd name="connsiteX51" fmla="*/ 340123 w 418204"/>
                <a:gd name="connsiteY51" fmla="*/ 382532 h 418854"/>
                <a:gd name="connsiteX52" fmla="*/ 364725 w 418204"/>
                <a:gd name="connsiteY52" fmla="*/ 372271 h 418854"/>
                <a:gd name="connsiteX53" fmla="*/ 364791 w 418204"/>
                <a:gd name="connsiteY53" fmla="*/ 322914 h 418854"/>
                <a:gd name="connsiteX54" fmla="*/ 320889 w 418204"/>
                <a:gd name="connsiteY54" fmla="*/ 318455 h 418854"/>
                <a:gd name="connsiteX55" fmla="*/ 305334 w 418204"/>
                <a:gd name="connsiteY55" fmla="*/ 302960 h 418854"/>
                <a:gd name="connsiteX56" fmla="*/ 341163 w 418204"/>
                <a:gd name="connsiteY56" fmla="*/ 216409 h 418854"/>
                <a:gd name="connsiteX57" fmla="*/ 363329 w 418204"/>
                <a:gd name="connsiteY57" fmla="*/ 216409 h 418854"/>
                <a:gd name="connsiteX58" fmla="*/ 397290 w 418204"/>
                <a:gd name="connsiteY58" fmla="*/ 236461 h 418854"/>
                <a:gd name="connsiteX59" fmla="*/ 417313 w 418204"/>
                <a:gd name="connsiteY59" fmla="*/ 202448 h 418854"/>
                <a:gd name="connsiteX60" fmla="*/ 390299 w 418204"/>
                <a:gd name="connsiteY60" fmla="*/ 181508 h 418854"/>
                <a:gd name="connsiteX61" fmla="*/ 230014 w 418204"/>
                <a:gd name="connsiteY61" fmla="*/ 125668 h 418854"/>
                <a:gd name="connsiteX62" fmla="*/ 264857 w 418204"/>
                <a:gd name="connsiteY62" fmla="*/ 160566 h 418854"/>
                <a:gd name="connsiteX63" fmla="*/ 230014 w 418204"/>
                <a:gd name="connsiteY63" fmla="*/ 195467 h 418854"/>
                <a:gd name="connsiteX64" fmla="*/ 195168 w 418204"/>
                <a:gd name="connsiteY64" fmla="*/ 160566 h 418854"/>
                <a:gd name="connsiteX65" fmla="*/ 230014 w 418204"/>
                <a:gd name="connsiteY65" fmla="*/ 125668 h 418854"/>
                <a:gd name="connsiteX66" fmla="*/ 131889 w 418204"/>
                <a:gd name="connsiteY66" fmla="*/ 246978 h 418854"/>
                <a:gd name="connsiteX67" fmla="*/ 130425 w 418204"/>
                <a:gd name="connsiteY67" fmla="*/ 249281 h 418854"/>
                <a:gd name="connsiteX68" fmla="*/ 125478 w 418204"/>
                <a:gd name="connsiteY68" fmla="*/ 251307 h 418854"/>
                <a:gd name="connsiteX69" fmla="*/ 122828 w 418204"/>
                <a:gd name="connsiteY69" fmla="*/ 250748 h 418854"/>
                <a:gd name="connsiteX70" fmla="*/ 120528 w 418204"/>
                <a:gd name="connsiteY70" fmla="*/ 249281 h 418854"/>
                <a:gd name="connsiteX71" fmla="*/ 119066 w 418204"/>
                <a:gd name="connsiteY71" fmla="*/ 246978 h 418854"/>
                <a:gd name="connsiteX72" fmla="*/ 118508 w 418204"/>
                <a:gd name="connsiteY72" fmla="*/ 244327 h 418854"/>
                <a:gd name="connsiteX73" fmla="*/ 120528 w 418204"/>
                <a:gd name="connsiteY73" fmla="*/ 239369 h 418854"/>
                <a:gd name="connsiteX74" fmla="*/ 122828 w 418204"/>
                <a:gd name="connsiteY74" fmla="*/ 237905 h 418854"/>
                <a:gd name="connsiteX75" fmla="*/ 130425 w 418204"/>
                <a:gd name="connsiteY75" fmla="*/ 239369 h 418854"/>
                <a:gd name="connsiteX76" fmla="*/ 132445 w 418204"/>
                <a:gd name="connsiteY76" fmla="*/ 244327 h 418854"/>
                <a:gd name="connsiteX77" fmla="*/ 131889 w 418204"/>
                <a:gd name="connsiteY77" fmla="*/ 246978 h 418854"/>
                <a:gd name="connsiteX78" fmla="*/ 166733 w 418204"/>
                <a:gd name="connsiteY78" fmla="*/ 288860 h 418854"/>
                <a:gd name="connsiteX79" fmla="*/ 165271 w 418204"/>
                <a:gd name="connsiteY79" fmla="*/ 291163 h 418854"/>
                <a:gd name="connsiteX80" fmla="*/ 160321 w 418204"/>
                <a:gd name="connsiteY80" fmla="*/ 293186 h 418854"/>
                <a:gd name="connsiteX81" fmla="*/ 157674 w 418204"/>
                <a:gd name="connsiteY81" fmla="*/ 292627 h 418854"/>
                <a:gd name="connsiteX82" fmla="*/ 155375 w 418204"/>
                <a:gd name="connsiteY82" fmla="*/ 291163 h 418854"/>
                <a:gd name="connsiteX83" fmla="*/ 153910 w 418204"/>
                <a:gd name="connsiteY83" fmla="*/ 288860 h 418854"/>
                <a:gd name="connsiteX84" fmla="*/ 153354 w 418204"/>
                <a:gd name="connsiteY84" fmla="*/ 286205 h 418854"/>
                <a:gd name="connsiteX85" fmla="*/ 155375 w 418204"/>
                <a:gd name="connsiteY85" fmla="*/ 281251 h 418854"/>
                <a:gd name="connsiteX86" fmla="*/ 157674 w 418204"/>
                <a:gd name="connsiteY86" fmla="*/ 279784 h 418854"/>
                <a:gd name="connsiteX87" fmla="*/ 165268 w 418204"/>
                <a:gd name="connsiteY87" fmla="*/ 281251 h 418854"/>
                <a:gd name="connsiteX88" fmla="*/ 167291 w 418204"/>
                <a:gd name="connsiteY88" fmla="*/ 286205 h 418854"/>
                <a:gd name="connsiteX89" fmla="*/ 166733 w 418204"/>
                <a:gd name="connsiteY89" fmla="*/ 288860 h 418854"/>
                <a:gd name="connsiteX90" fmla="*/ 139415 w 418204"/>
                <a:gd name="connsiteY90" fmla="*/ 209428 h 418854"/>
                <a:gd name="connsiteX91" fmla="*/ 111538 w 418204"/>
                <a:gd name="connsiteY91" fmla="*/ 181508 h 418854"/>
                <a:gd name="connsiteX92" fmla="*/ 139415 w 418204"/>
                <a:gd name="connsiteY92" fmla="*/ 153588 h 418854"/>
                <a:gd name="connsiteX93" fmla="*/ 167291 w 418204"/>
                <a:gd name="connsiteY93" fmla="*/ 181508 h 418854"/>
                <a:gd name="connsiteX94" fmla="*/ 139415 w 418204"/>
                <a:gd name="connsiteY94" fmla="*/ 209428 h 418854"/>
                <a:gd name="connsiteX95" fmla="*/ 174261 w 418204"/>
                <a:gd name="connsiteY95" fmla="*/ 244327 h 418854"/>
                <a:gd name="connsiteX96" fmla="*/ 202137 w 418204"/>
                <a:gd name="connsiteY96" fmla="*/ 216406 h 418854"/>
                <a:gd name="connsiteX97" fmla="*/ 230011 w 418204"/>
                <a:gd name="connsiteY97" fmla="*/ 244327 h 418854"/>
                <a:gd name="connsiteX98" fmla="*/ 202137 w 418204"/>
                <a:gd name="connsiteY98" fmla="*/ 272247 h 418854"/>
                <a:gd name="connsiteX99" fmla="*/ 174261 w 418204"/>
                <a:gd name="connsiteY99" fmla="*/ 244327 h 418854"/>
                <a:gd name="connsiteX100" fmla="*/ 202137 w 418204"/>
                <a:gd name="connsiteY100" fmla="*/ 321106 h 418854"/>
                <a:gd name="connsiteX101" fmla="*/ 195168 w 418204"/>
                <a:gd name="connsiteY101" fmla="*/ 314126 h 418854"/>
                <a:gd name="connsiteX102" fmla="*/ 202137 w 418204"/>
                <a:gd name="connsiteY102" fmla="*/ 307147 h 418854"/>
                <a:gd name="connsiteX103" fmla="*/ 299703 w 418204"/>
                <a:gd name="connsiteY103" fmla="*/ 209426 h 418854"/>
                <a:gd name="connsiteX104" fmla="*/ 306673 w 418204"/>
                <a:gd name="connsiteY104" fmla="*/ 202448 h 418854"/>
                <a:gd name="connsiteX105" fmla="*/ 313643 w 418204"/>
                <a:gd name="connsiteY105" fmla="*/ 209426 h 418854"/>
                <a:gd name="connsiteX106" fmla="*/ 202137 w 418204"/>
                <a:gd name="connsiteY106" fmla="*/ 321106 h 418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418204" h="418854">
                  <a:moveTo>
                    <a:pt x="390299" y="181508"/>
                  </a:moveTo>
                  <a:cubicBezTo>
                    <a:pt x="377592" y="181498"/>
                    <a:pt x="366489" y="190117"/>
                    <a:pt x="363329" y="202448"/>
                  </a:cubicBezTo>
                  <a:lnTo>
                    <a:pt x="341163" y="202448"/>
                  </a:lnTo>
                  <a:cubicBezTo>
                    <a:pt x="339593" y="170309"/>
                    <a:pt x="326929" y="139717"/>
                    <a:pt x="305334" y="115895"/>
                  </a:cubicBezTo>
                  <a:lnTo>
                    <a:pt x="320889" y="100400"/>
                  </a:lnTo>
                  <a:cubicBezTo>
                    <a:pt x="326617" y="104123"/>
                    <a:pt x="333297" y="106111"/>
                    <a:pt x="340123" y="106124"/>
                  </a:cubicBezTo>
                  <a:cubicBezTo>
                    <a:pt x="359345" y="106070"/>
                    <a:pt x="374882" y="90419"/>
                    <a:pt x="374829" y="71169"/>
                  </a:cubicBezTo>
                  <a:cubicBezTo>
                    <a:pt x="374775" y="51917"/>
                    <a:pt x="359151" y="36356"/>
                    <a:pt x="339929" y="36409"/>
                  </a:cubicBezTo>
                  <a:cubicBezTo>
                    <a:pt x="320707" y="36461"/>
                    <a:pt x="305170" y="52112"/>
                    <a:pt x="305224" y="71364"/>
                  </a:cubicBezTo>
                  <a:cubicBezTo>
                    <a:pt x="305242" y="78165"/>
                    <a:pt x="307249" y="84815"/>
                    <a:pt x="310992" y="90488"/>
                  </a:cubicBezTo>
                  <a:lnTo>
                    <a:pt x="295522" y="106067"/>
                  </a:lnTo>
                  <a:cubicBezTo>
                    <a:pt x="271740" y="84438"/>
                    <a:pt x="241193" y="71754"/>
                    <a:pt x="209107" y="70184"/>
                  </a:cubicBezTo>
                  <a:lnTo>
                    <a:pt x="209107" y="54961"/>
                  </a:lnTo>
                  <a:cubicBezTo>
                    <a:pt x="224012" y="51104"/>
                    <a:pt x="232976" y="35876"/>
                    <a:pt x="229128" y="20948"/>
                  </a:cubicBezTo>
                  <a:cubicBezTo>
                    <a:pt x="225279" y="6017"/>
                    <a:pt x="210075" y="-2961"/>
                    <a:pt x="195168" y="893"/>
                  </a:cubicBezTo>
                  <a:cubicBezTo>
                    <a:pt x="180260" y="4748"/>
                    <a:pt x="171296" y="19978"/>
                    <a:pt x="175147" y="34907"/>
                  </a:cubicBezTo>
                  <a:cubicBezTo>
                    <a:pt x="177682" y="44742"/>
                    <a:pt x="185348" y="52422"/>
                    <a:pt x="195168" y="54961"/>
                  </a:cubicBezTo>
                  <a:lnTo>
                    <a:pt x="195168" y="70184"/>
                  </a:lnTo>
                  <a:cubicBezTo>
                    <a:pt x="163082" y="71754"/>
                    <a:pt x="132535" y="84438"/>
                    <a:pt x="108753" y="106067"/>
                  </a:cubicBezTo>
                  <a:lnTo>
                    <a:pt x="93279" y="90488"/>
                  </a:lnTo>
                  <a:cubicBezTo>
                    <a:pt x="103941" y="74395"/>
                    <a:pt x="99560" y="52694"/>
                    <a:pt x="83491" y="42015"/>
                  </a:cubicBezTo>
                  <a:cubicBezTo>
                    <a:pt x="67423" y="31337"/>
                    <a:pt x="45756" y="35727"/>
                    <a:pt x="35094" y="51820"/>
                  </a:cubicBezTo>
                  <a:cubicBezTo>
                    <a:pt x="24435" y="67912"/>
                    <a:pt x="28816" y="89616"/>
                    <a:pt x="44883" y="100292"/>
                  </a:cubicBezTo>
                  <a:cubicBezTo>
                    <a:pt x="50596" y="104088"/>
                    <a:pt x="57297" y="106116"/>
                    <a:pt x="64151" y="106124"/>
                  </a:cubicBezTo>
                  <a:cubicBezTo>
                    <a:pt x="70977" y="106111"/>
                    <a:pt x="77658" y="104123"/>
                    <a:pt x="83383" y="100400"/>
                  </a:cubicBezTo>
                  <a:lnTo>
                    <a:pt x="98938" y="115895"/>
                  </a:lnTo>
                  <a:cubicBezTo>
                    <a:pt x="77345" y="139717"/>
                    <a:pt x="64681" y="170309"/>
                    <a:pt x="63111" y="202448"/>
                  </a:cubicBezTo>
                  <a:lnTo>
                    <a:pt x="47774" y="202448"/>
                  </a:lnTo>
                  <a:cubicBezTo>
                    <a:pt x="43923" y="189517"/>
                    <a:pt x="30339" y="182160"/>
                    <a:pt x="17429" y="186017"/>
                  </a:cubicBezTo>
                  <a:cubicBezTo>
                    <a:pt x="4519" y="189871"/>
                    <a:pt x="-2827" y="203479"/>
                    <a:pt x="1024" y="216406"/>
                  </a:cubicBezTo>
                  <a:cubicBezTo>
                    <a:pt x="4872" y="229337"/>
                    <a:pt x="18459" y="236695"/>
                    <a:pt x="31366" y="232840"/>
                  </a:cubicBezTo>
                  <a:cubicBezTo>
                    <a:pt x="39253" y="230483"/>
                    <a:pt x="45421" y="224305"/>
                    <a:pt x="47774" y="216406"/>
                  </a:cubicBezTo>
                  <a:lnTo>
                    <a:pt x="63104" y="216406"/>
                  </a:lnTo>
                  <a:cubicBezTo>
                    <a:pt x="64673" y="248545"/>
                    <a:pt x="77338" y="279138"/>
                    <a:pt x="98933" y="302960"/>
                  </a:cubicBezTo>
                  <a:lnTo>
                    <a:pt x="83386" y="318455"/>
                  </a:lnTo>
                  <a:cubicBezTo>
                    <a:pt x="67336" y="307817"/>
                    <a:pt x="45715" y="312225"/>
                    <a:pt x="35097" y="328300"/>
                  </a:cubicBezTo>
                  <a:cubicBezTo>
                    <a:pt x="25946" y="342151"/>
                    <a:pt x="27807" y="360541"/>
                    <a:pt x="39550" y="372271"/>
                  </a:cubicBezTo>
                  <a:cubicBezTo>
                    <a:pt x="53077" y="385897"/>
                    <a:pt x="75074" y="385961"/>
                    <a:pt x="88681" y="372410"/>
                  </a:cubicBezTo>
                  <a:cubicBezTo>
                    <a:pt x="88727" y="372364"/>
                    <a:pt x="88773" y="372317"/>
                    <a:pt x="88819" y="372271"/>
                  </a:cubicBezTo>
                  <a:cubicBezTo>
                    <a:pt x="100515" y="360549"/>
                    <a:pt x="102380" y="342207"/>
                    <a:pt x="93279" y="328366"/>
                  </a:cubicBezTo>
                  <a:lnTo>
                    <a:pt x="108753" y="312787"/>
                  </a:lnTo>
                  <a:cubicBezTo>
                    <a:pt x="132535" y="334416"/>
                    <a:pt x="163082" y="347100"/>
                    <a:pt x="195168" y="348670"/>
                  </a:cubicBezTo>
                  <a:lnTo>
                    <a:pt x="195168" y="363893"/>
                  </a:lnTo>
                  <a:cubicBezTo>
                    <a:pt x="180260" y="367750"/>
                    <a:pt x="171296" y="382978"/>
                    <a:pt x="175147" y="397906"/>
                  </a:cubicBezTo>
                  <a:cubicBezTo>
                    <a:pt x="178995" y="412837"/>
                    <a:pt x="194200" y="421816"/>
                    <a:pt x="209107" y="417961"/>
                  </a:cubicBezTo>
                  <a:cubicBezTo>
                    <a:pt x="224012" y="414107"/>
                    <a:pt x="232976" y="398878"/>
                    <a:pt x="229128" y="383948"/>
                  </a:cubicBezTo>
                  <a:cubicBezTo>
                    <a:pt x="226593" y="374113"/>
                    <a:pt x="218924" y="366432"/>
                    <a:pt x="209107" y="363893"/>
                  </a:cubicBezTo>
                  <a:lnTo>
                    <a:pt x="209107" y="348670"/>
                  </a:lnTo>
                  <a:cubicBezTo>
                    <a:pt x="241193" y="347100"/>
                    <a:pt x="271740" y="334416"/>
                    <a:pt x="295522" y="312787"/>
                  </a:cubicBezTo>
                  <a:lnTo>
                    <a:pt x="310992" y="328366"/>
                  </a:lnTo>
                  <a:cubicBezTo>
                    <a:pt x="300402" y="344495"/>
                    <a:pt x="304870" y="366170"/>
                    <a:pt x="320973" y="376780"/>
                  </a:cubicBezTo>
                  <a:cubicBezTo>
                    <a:pt x="326660" y="380527"/>
                    <a:pt x="333318" y="382524"/>
                    <a:pt x="340123" y="382532"/>
                  </a:cubicBezTo>
                  <a:cubicBezTo>
                    <a:pt x="349364" y="382550"/>
                    <a:pt x="358226" y="378852"/>
                    <a:pt x="364725" y="372271"/>
                  </a:cubicBezTo>
                  <a:cubicBezTo>
                    <a:pt x="378349" y="358659"/>
                    <a:pt x="378380" y="336563"/>
                    <a:pt x="364791" y="322914"/>
                  </a:cubicBezTo>
                  <a:cubicBezTo>
                    <a:pt x="353080" y="311156"/>
                    <a:pt x="334718" y="309289"/>
                    <a:pt x="320889" y="318455"/>
                  </a:cubicBezTo>
                  <a:lnTo>
                    <a:pt x="305334" y="302960"/>
                  </a:lnTo>
                  <a:cubicBezTo>
                    <a:pt x="326929" y="279138"/>
                    <a:pt x="339593" y="248545"/>
                    <a:pt x="341163" y="216409"/>
                  </a:cubicBezTo>
                  <a:lnTo>
                    <a:pt x="363329" y="216409"/>
                  </a:lnTo>
                  <a:cubicBezTo>
                    <a:pt x="367180" y="231337"/>
                    <a:pt x="382385" y="240316"/>
                    <a:pt x="397290" y="236461"/>
                  </a:cubicBezTo>
                  <a:cubicBezTo>
                    <a:pt x="412197" y="232607"/>
                    <a:pt x="421161" y="217378"/>
                    <a:pt x="417313" y="202448"/>
                  </a:cubicBezTo>
                  <a:cubicBezTo>
                    <a:pt x="414133" y="190112"/>
                    <a:pt x="403020" y="181498"/>
                    <a:pt x="390299" y="181508"/>
                  </a:cubicBezTo>
                  <a:close/>
                  <a:moveTo>
                    <a:pt x="230014" y="125668"/>
                  </a:moveTo>
                  <a:cubicBezTo>
                    <a:pt x="249256" y="125668"/>
                    <a:pt x="264857" y="141294"/>
                    <a:pt x="264857" y="160566"/>
                  </a:cubicBezTo>
                  <a:cubicBezTo>
                    <a:pt x="264857" y="179841"/>
                    <a:pt x="249256" y="195467"/>
                    <a:pt x="230014" y="195467"/>
                  </a:cubicBezTo>
                  <a:cubicBezTo>
                    <a:pt x="210769" y="195467"/>
                    <a:pt x="195168" y="179841"/>
                    <a:pt x="195168" y="160566"/>
                  </a:cubicBezTo>
                  <a:cubicBezTo>
                    <a:pt x="195191" y="141301"/>
                    <a:pt x="210776" y="125691"/>
                    <a:pt x="230014" y="125668"/>
                  </a:cubicBezTo>
                  <a:close/>
                  <a:moveTo>
                    <a:pt x="131889" y="246978"/>
                  </a:moveTo>
                  <a:cubicBezTo>
                    <a:pt x="131551" y="247832"/>
                    <a:pt x="131055" y="248614"/>
                    <a:pt x="130425" y="249281"/>
                  </a:cubicBezTo>
                  <a:cubicBezTo>
                    <a:pt x="129088" y="250556"/>
                    <a:pt x="127322" y="251279"/>
                    <a:pt x="125478" y="251307"/>
                  </a:cubicBezTo>
                  <a:cubicBezTo>
                    <a:pt x="124566" y="251294"/>
                    <a:pt x="123668" y="251105"/>
                    <a:pt x="122828" y="250748"/>
                  </a:cubicBezTo>
                  <a:cubicBezTo>
                    <a:pt x="121985" y="250394"/>
                    <a:pt x="121207" y="249899"/>
                    <a:pt x="120528" y="249281"/>
                  </a:cubicBezTo>
                  <a:cubicBezTo>
                    <a:pt x="119899" y="248614"/>
                    <a:pt x="119402" y="247832"/>
                    <a:pt x="119066" y="246978"/>
                  </a:cubicBezTo>
                  <a:cubicBezTo>
                    <a:pt x="118708" y="246140"/>
                    <a:pt x="118518" y="245237"/>
                    <a:pt x="118508" y="244327"/>
                  </a:cubicBezTo>
                  <a:cubicBezTo>
                    <a:pt x="118534" y="242478"/>
                    <a:pt x="119256" y="240708"/>
                    <a:pt x="120528" y="239369"/>
                  </a:cubicBezTo>
                  <a:cubicBezTo>
                    <a:pt x="121207" y="238754"/>
                    <a:pt x="121985" y="238259"/>
                    <a:pt x="122828" y="237905"/>
                  </a:cubicBezTo>
                  <a:cubicBezTo>
                    <a:pt x="125427" y="236851"/>
                    <a:pt x="128402" y="237425"/>
                    <a:pt x="130425" y="239369"/>
                  </a:cubicBezTo>
                  <a:cubicBezTo>
                    <a:pt x="131697" y="240708"/>
                    <a:pt x="132420" y="242478"/>
                    <a:pt x="132445" y="244327"/>
                  </a:cubicBezTo>
                  <a:cubicBezTo>
                    <a:pt x="132435" y="245240"/>
                    <a:pt x="132245" y="246140"/>
                    <a:pt x="131889" y="246978"/>
                  </a:cubicBezTo>
                  <a:close/>
                  <a:moveTo>
                    <a:pt x="166733" y="288860"/>
                  </a:moveTo>
                  <a:cubicBezTo>
                    <a:pt x="166398" y="289714"/>
                    <a:pt x="165901" y="290496"/>
                    <a:pt x="165271" y="291163"/>
                  </a:cubicBezTo>
                  <a:cubicBezTo>
                    <a:pt x="163934" y="292437"/>
                    <a:pt x="162168" y="293160"/>
                    <a:pt x="160321" y="293186"/>
                  </a:cubicBezTo>
                  <a:cubicBezTo>
                    <a:pt x="159412" y="293176"/>
                    <a:pt x="158511" y="292986"/>
                    <a:pt x="157674" y="292627"/>
                  </a:cubicBezTo>
                  <a:cubicBezTo>
                    <a:pt x="156829" y="292273"/>
                    <a:pt x="156053" y="291778"/>
                    <a:pt x="155375" y="291163"/>
                  </a:cubicBezTo>
                  <a:cubicBezTo>
                    <a:pt x="154745" y="290493"/>
                    <a:pt x="154248" y="289714"/>
                    <a:pt x="153910" y="288860"/>
                  </a:cubicBezTo>
                  <a:cubicBezTo>
                    <a:pt x="153554" y="288019"/>
                    <a:pt x="153365" y="287118"/>
                    <a:pt x="153354" y="286205"/>
                  </a:cubicBezTo>
                  <a:cubicBezTo>
                    <a:pt x="153380" y="284359"/>
                    <a:pt x="154102" y="282589"/>
                    <a:pt x="155375" y="281251"/>
                  </a:cubicBezTo>
                  <a:cubicBezTo>
                    <a:pt x="156051" y="280635"/>
                    <a:pt x="156829" y="280140"/>
                    <a:pt x="157674" y="279784"/>
                  </a:cubicBezTo>
                  <a:cubicBezTo>
                    <a:pt x="160273" y="278732"/>
                    <a:pt x="163248" y="279304"/>
                    <a:pt x="165268" y="281251"/>
                  </a:cubicBezTo>
                  <a:cubicBezTo>
                    <a:pt x="166541" y="282589"/>
                    <a:pt x="167263" y="284359"/>
                    <a:pt x="167291" y="286205"/>
                  </a:cubicBezTo>
                  <a:cubicBezTo>
                    <a:pt x="167281" y="287118"/>
                    <a:pt x="167091" y="288021"/>
                    <a:pt x="166733" y="288860"/>
                  </a:cubicBezTo>
                  <a:close/>
                  <a:moveTo>
                    <a:pt x="139415" y="209428"/>
                  </a:moveTo>
                  <a:cubicBezTo>
                    <a:pt x="124018" y="209428"/>
                    <a:pt x="111538" y="196926"/>
                    <a:pt x="111538" y="181508"/>
                  </a:cubicBezTo>
                  <a:cubicBezTo>
                    <a:pt x="111538" y="166088"/>
                    <a:pt x="124021" y="153588"/>
                    <a:pt x="139415" y="153588"/>
                  </a:cubicBezTo>
                  <a:cubicBezTo>
                    <a:pt x="154811" y="153588"/>
                    <a:pt x="167291" y="166088"/>
                    <a:pt x="167291" y="181508"/>
                  </a:cubicBezTo>
                  <a:cubicBezTo>
                    <a:pt x="167291" y="196926"/>
                    <a:pt x="154811" y="209428"/>
                    <a:pt x="139415" y="209428"/>
                  </a:cubicBezTo>
                  <a:close/>
                  <a:moveTo>
                    <a:pt x="174261" y="244327"/>
                  </a:moveTo>
                  <a:cubicBezTo>
                    <a:pt x="174261" y="228906"/>
                    <a:pt x="186741" y="216406"/>
                    <a:pt x="202137" y="216406"/>
                  </a:cubicBezTo>
                  <a:cubicBezTo>
                    <a:pt x="217531" y="216406"/>
                    <a:pt x="230011" y="228909"/>
                    <a:pt x="230011" y="244327"/>
                  </a:cubicBezTo>
                  <a:cubicBezTo>
                    <a:pt x="230011" y="259747"/>
                    <a:pt x="217531" y="272247"/>
                    <a:pt x="202137" y="272247"/>
                  </a:cubicBezTo>
                  <a:cubicBezTo>
                    <a:pt x="186741" y="272247"/>
                    <a:pt x="174261" y="259747"/>
                    <a:pt x="174261" y="244327"/>
                  </a:cubicBezTo>
                  <a:close/>
                  <a:moveTo>
                    <a:pt x="202137" y="321106"/>
                  </a:moveTo>
                  <a:cubicBezTo>
                    <a:pt x="198289" y="321106"/>
                    <a:pt x="195168" y="317983"/>
                    <a:pt x="195168" y="314126"/>
                  </a:cubicBezTo>
                  <a:cubicBezTo>
                    <a:pt x="195168" y="310271"/>
                    <a:pt x="198289" y="307147"/>
                    <a:pt x="202137" y="307147"/>
                  </a:cubicBezTo>
                  <a:cubicBezTo>
                    <a:pt x="255998" y="307088"/>
                    <a:pt x="299644" y="263371"/>
                    <a:pt x="299703" y="209426"/>
                  </a:cubicBezTo>
                  <a:cubicBezTo>
                    <a:pt x="299703" y="205571"/>
                    <a:pt x="302822" y="202448"/>
                    <a:pt x="306673" y="202448"/>
                  </a:cubicBezTo>
                  <a:cubicBezTo>
                    <a:pt x="310521" y="202448"/>
                    <a:pt x="313643" y="205571"/>
                    <a:pt x="313643" y="209426"/>
                  </a:cubicBezTo>
                  <a:cubicBezTo>
                    <a:pt x="313568" y="271075"/>
                    <a:pt x="263689" y="321034"/>
                    <a:pt x="202137" y="321106"/>
                  </a:cubicBezTo>
                  <a:close/>
                </a:path>
              </a:pathLst>
            </a:custGeom>
            <a:grpFill/>
            <a:ln w="642" cap="flat">
              <a:noFill/>
              <a:prstDash val="solid"/>
              <a:miter/>
            </a:ln>
          </p:spPr>
          <p:txBody>
            <a:bodyPr rtlCol="0" anchor="ctr"/>
            <a:lstStyle/>
            <a:p>
              <a:endParaRPr lang="en-US"/>
            </a:p>
          </p:txBody>
        </p:sp>
      </p:grpSp>
      <p:grpSp>
        <p:nvGrpSpPr>
          <p:cNvPr id="414" name="Graphic 138">
            <a:extLst>
              <a:ext uri="{FF2B5EF4-FFF2-40B4-BE49-F238E27FC236}">
                <a16:creationId xmlns:a16="http://schemas.microsoft.com/office/drawing/2014/main" id="{C702AD92-084E-4757-BB6D-39B5E6ECE994}"/>
              </a:ext>
            </a:extLst>
          </p:cNvPr>
          <p:cNvGrpSpPr>
            <a:grpSpLocks noChangeAspect="1"/>
          </p:cNvGrpSpPr>
          <p:nvPr/>
        </p:nvGrpSpPr>
        <p:grpSpPr>
          <a:xfrm>
            <a:off x="5540111" y="1929157"/>
            <a:ext cx="365756" cy="365760"/>
            <a:chOff x="5767755" y="1979497"/>
            <a:chExt cx="388840" cy="388844"/>
          </a:xfrm>
          <a:solidFill>
            <a:schemeClr val="tx2"/>
          </a:solidFill>
        </p:grpSpPr>
        <p:sp>
          <p:nvSpPr>
            <p:cNvPr id="415" name="Freeform: Shape 414">
              <a:extLst>
                <a:ext uri="{FF2B5EF4-FFF2-40B4-BE49-F238E27FC236}">
                  <a16:creationId xmlns:a16="http://schemas.microsoft.com/office/drawing/2014/main" id="{1BF72B3C-168B-4613-BBC0-D4747CEFB44D}"/>
                </a:ext>
              </a:extLst>
            </p:cNvPr>
            <p:cNvSpPr/>
            <p:nvPr/>
          </p:nvSpPr>
          <p:spPr>
            <a:xfrm>
              <a:off x="5767755" y="2076708"/>
              <a:ext cx="210623" cy="194422"/>
            </a:xfrm>
            <a:custGeom>
              <a:avLst/>
              <a:gdLst>
                <a:gd name="connsiteX0" fmla="*/ 209627 w 210623"/>
                <a:gd name="connsiteY0" fmla="*/ 93335 h 194422"/>
                <a:gd name="connsiteX1" fmla="*/ 161021 w 210623"/>
                <a:gd name="connsiteY1" fmla="*/ 4225 h 194422"/>
                <a:gd name="connsiteX2" fmla="*/ 153917 w 210623"/>
                <a:gd name="connsiteY2" fmla="*/ 0 h 194422"/>
                <a:gd name="connsiteX3" fmla="*/ 56706 w 210623"/>
                <a:gd name="connsiteY3" fmla="*/ 0 h 194422"/>
                <a:gd name="connsiteX4" fmla="*/ 49602 w 210623"/>
                <a:gd name="connsiteY4" fmla="*/ 4225 h 194422"/>
                <a:gd name="connsiteX5" fmla="*/ 997 w 210623"/>
                <a:gd name="connsiteY5" fmla="*/ 93335 h 194422"/>
                <a:gd name="connsiteX6" fmla="*/ 997 w 210623"/>
                <a:gd name="connsiteY6" fmla="*/ 101087 h 194422"/>
                <a:gd name="connsiteX7" fmla="*/ 49602 w 210623"/>
                <a:gd name="connsiteY7" fmla="*/ 190197 h 194422"/>
                <a:gd name="connsiteX8" fmla="*/ 56706 w 210623"/>
                <a:gd name="connsiteY8" fmla="*/ 194422 h 194422"/>
                <a:gd name="connsiteX9" fmla="*/ 153917 w 210623"/>
                <a:gd name="connsiteY9" fmla="*/ 194422 h 194422"/>
                <a:gd name="connsiteX10" fmla="*/ 161021 w 210623"/>
                <a:gd name="connsiteY10" fmla="*/ 190197 h 194422"/>
                <a:gd name="connsiteX11" fmla="*/ 209627 w 210623"/>
                <a:gd name="connsiteY11" fmla="*/ 101087 h 194422"/>
                <a:gd name="connsiteX12" fmla="*/ 209627 w 210623"/>
                <a:gd name="connsiteY12" fmla="*/ 93335 h 194422"/>
                <a:gd name="connsiteX13" fmla="*/ 79823 w 210623"/>
                <a:gd name="connsiteY13" fmla="*/ 161029 h 194422"/>
                <a:gd name="connsiteX14" fmla="*/ 75946 w 210623"/>
                <a:gd name="connsiteY14" fmla="*/ 162018 h 194422"/>
                <a:gd name="connsiteX15" fmla="*/ 68842 w 210623"/>
                <a:gd name="connsiteY15" fmla="*/ 157793 h 194422"/>
                <a:gd name="connsiteX16" fmla="*/ 37910 w 210623"/>
                <a:gd name="connsiteY16" fmla="*/ 101087 h 194422"/>
                <a:gd name="connsiteX17" fmla="*/ 41138 w 210623"/>
                <a:gd name="connsiteY17" fmla="*/ 90098 h 194422"/>
                <a:gd name="connsiteX18" fmla="*/ 52118 w 210623"/>
                <a:gd name="connsiteY18" fmla="*/ 93333 h 194422"/>
                <a:gd name="connsiteX19" fmla="*/ 83050 w 210623"/>
                <a:gd name="connsiteY19" fmla="*/ 150040 h 194422"/>
                <a:gd name="connsiteX20" fmla="*/ 79823 w 210623"/>
                <a:gd name="connsiteY20" fmla="*/ 161029 h 194422"/>
                <a:gd name="connsiteX21" fmla="*/ 134678 w 210623"/>
                <a:gd name="connsiteY21" fmla="*/ 48606 h 194422"/>
                <a:gd name="connsiteX22" fmla="*/ 75946 w 210623"/>
                <a:gd name="connsiteY22" fmla="*/ 48606 h 194422"/>
                <a:gd name="connsiteX23" fmla="*/ 67845 w 210623"/>
                <a:gd name="connsiteY23" fmla="*/ 40504 h 194422"/>
                <a:gd name="connsiteX24" fmla="*/ 75946 w 210623"/>
                <a:gd name="connsiteY24" fmla="*/ 32403 h 194422"/>
                <a:gd name="connsiteX25" fmla="*/ 134678 w 210623"/>
                <a:gd name="connsiteY25" fmla="*/ 32403 h 194422"/>
                <a:gd name="connsiteX26" fmla="*/ 142779 w 210623"/>
                <a:gd name="connsiteY26" fmla="*/ 40504 h 194422"/>
                <a:gd name="connsiteX27" fmla="*/ 134678 w 210623"/>
                <a:gd name="connsiteY27" fmla="*/ 48606 h 194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10623" h="194422">
                  <a:moveTo>
                    <a:pt x="209627" y="93335"/>
                  </a:moveTo>
                  <a:lnTo>
                    <a:pt x="161021" y="4225"/>
                  </a:lnTo>
                  <a:cubicBezTo>
                    <a:pt x="159613" y="1622"/>
                    <a:pt x="156876" y="0"/>
                    <a:pt x="153917" y="0"/>
                  </a:cubicBezTo>
                  <a:lnTo>
                    <a:pt x="56706" y="0"/>
                  </a:lnTo>
                  <a:cubicBezTo>
                    <a:pt x="53747" y="0"/>
                    <a:pt x="51010" y="1621"/>
                    <a:pt x="49602" y="4225"/>
                  </a:cubicBezTo>
                  <a:lnTo>
                    <a:pt x="997" y="93335"/>
                  </a:lnTo>
                  <a:cubicBezTo>
                    <a:pt x="-332" y="95748"/>
                    <a:pt x="-332" y="98674"/>
                    <a:pt x="997" y="101087"/>
                  </a:cubicBezTo>
                  <a:lnTo>
                    <a:pt x="49602" y="190197"/>
                  </a:lnTo>
                  <a:cubicBezTo>
                    <a:pt x="51010" y="192800"/>
                    <a:pt x="53747" y="194422"/>
                    <a:pt x="56706" y="194422"/>
                  </a:cubicBezTo>
                  <a:lnTo>
                    <a:pt x="153917" y="194422"/>
                  </a:lnTo>
                  <a:cubicBezTo>
                    <a:pt x="156876" y="194422"/>
                    <a:pt x="159613" y="192801"/>
                    <a:pt x="161021" y="190197"/>
                  </a:cubicBezTo>
                  <a:lnTo>
                    <a:pt x="209627" y="101087"/>
                  </a:lnTo>
                  <a:cubicBezTo>
                    <a:pt x="210956" y="98674"/>
                    <a:pt x="210956" y="95748"/>
                    <a:pt x="209627" y="93335"/>
                  </a:cubicBezTo>
                  <a:close/>
                  <a:moveTo>
                    <a:pt x="79823" y="161029"/>
                  </a:moveTo>
                  <a:cubicBezTo>
                    <a:pt x="78589" y="161701"/>
                    <a:pt x="77260" y="162018"/>
                    <a:pt x="75946" y="162018"/>
                  </a:cubicBezTo>
                  <a:cubicBezTo>
                    <a:pt x="73083" y="162018"/>
                    <a:pt x="70298" y="160492"/>
                    <a:pt x="68842" y="157793"/>
                  </a:cubicBezTo>
                  <a:lnTo>
                    <a:pt x="37910" y="101087"/>
                  </a:lnTo>
                  <a:cubicBezTo>
                    <a:pt x="35759" y="97162"/>
                    <a:pt x="37214" y="92242"/>
                    <a:pt x="41138" y="90098"/>
                  </a:cubicBezTo>
                  <a:cubicBezTo>
                    <a:pt x="45078" y="87970"/>
                    <a:pt x="49999" y="89401"/>
                    <a:pt x="52118" y="93333"/>
                  </a:cubicBezTo>
                  <a:lnTo>
                    <a:pt x="83050" y="150040"/>
                  </a:lnTo>
                  <a:cubicBezTo>
                    <a:pt x="85202" y="153965"/>
                    <a:pt x="83746" y="158885"/>
                    <a:pt x="79823" y="161029"/>
                  </a:cubicBezTo>
                  <a:close/>
                  <a:moveTo>
                    <a:pt x="134678" y="48606"/>
                  </a:moveTo>
                  <a:lnTo>
                    <a:pt x="75946" y="48606"/>
                  </a:lnTo>
                  <a:cubicBezTo>
                    <a:pt x="71469" y="48606"/>
                    <a:pt x="67845" y="44982"/>
                    <a:pt x="67845" y="40504"/>
                  </a:cubicBezTo>
                  <a:cubicBezTo>
                    <a:pt x="67845" y="36027"/>
                    <a:pt x="71469" y="32403"/>
                    <a:pt x="75946" y="32403"/>
                  </a:cubicBezTo>
                  <a:lnTo>
                    <a:pt x="134678" y="32403"/>
                  </a:lnTo>
                  <a:cubicBezTo>
                    <a:pt x="139156" y="32403"/>
                    <a:pt x="142779" y="36027"/>
                    <a:pt x="142779" y="40504"/>
                  </a:cubicBezTo>
                  <a:cubicBezTo>
                    <a:pt x="142778" y="44982"/>
                    <a:pt x="139156" y="48606"/>
                    <a:pt x="134678" y="48606"/>
                  </a:cubicBezTo>
                  <a:close/>
                </a:path>
              </a:pathLst>
            </a:custGeom>
            <a:grpFill/>
            <a:ln w="744" cap="flat">
              <a:noFill/>
              <a:prstDash val="solid"/>
              <a:miter/>
            </a:ln>
          </p:spPr>
          <p:txBody>
            <a:bodyPr rtlCol="0" anchor="ctr"/>
            <a:lstStyle/>
            <a:p>
              <a:endParaRPr lang="en-US"/>
            </a:p>
          </p:txBody>
        </p:sp>
        <p:sp>
          <p:nvSpPr>
            <p:cNvPr id="416" name="Freeform: Shape 415">
              <a:extLst>
                <a:ext uri="{FF2B5EF4-FFF2-40B4-BE49-F238E27FC236}">
                  <a16:creationId xmlns:a16="http://schemas.microsoft.com/office/drawing/2014/main" id="{AC588D98-A178-4AB2-8FB5-F155D24E2968}"/>
                </a:ext>
              </a:extLst>
            </p:cNvPr>
            <p:cNvSpPr/>
            <p:nvPr/>
          </p:nvSpPr>
          <p:spPr>
            <a:xfrm>
              <a:off x="5945980" y="1979497"/>
              <a:ext cx="210615" cy="186320"/>
            </a:xfrm>
            <a:custGeom>
              <a:avLst/>
              <a:gdLst>
                <a:gd name="connsiteX0" fmla="*/ 49662 w 210615"/>
                <a:gd name="connsiteY0" fmla="*/ 182239 h 186320"/>
                <a:gd name="connsiteX1" fmla="*/ 56702 w 210615"/>
                <a:gd name="connsiteY1" fmla="*/ 186321 h 186320"/>
                <a:gd name="connsiteX2" fmla="*/ 153913 w 210615"/>
                <a:gd name="connsiteY2" fmla="*/ 186321 h 186320"/>
                <a:gd name="connsiteX3" fmla="*/ 160954 w 210615"/>
                <a:gd name="connsiteY3" fmla="*/ 182239 h 186320"/>
                <a:gd name="connsiteX4" fmla="*/ 209560 w 210615"/>
                <a:gd name="connsiteY4" fmla="*/ 97179 h 186320"/>
                <a:gd name="connsiteX5" fmla="*/ 209560 w 210615"/>
                <a:gd name="connsiteY5" fmla="*/ 89142 h 186320"/>
                <a:gd name="connsiteX6" fmla="*/ 160954 w 210615"/>
                <a:gd name="connsiteY6" fmla="*/ 4082 h 186320"/>
                <a:gd name="connsiteX7" fmla="*/ 153913 w 210615"/>
                <a:gd name="connsiteY7" fmla="*/ 0 h 186320"/>
                <a:gd name="connsiteX8" fmla="*/ 56702 w 210615"/>
                <a:gd name="connsiteY8" fmla="*/ 0 h 186320"/>
                <a:gd name="connsiteX9" fmla="*/ 49662 w 210615"/>
                <a:gd name="connsiteY9" fmla="*/ 4082 h 186320"/>
                <a:gd name="connsiteX10" fmla="*/ 1056 w 210615"/>
                <a:gd name="connsiteY10" fmla="*/ 89142 h 186320"/>
                <a:gd name="connsiteX11" fmla="*/ 1056 w 210615"/>
                <a:gd name="connsiteY11" fmla="*/ 97179 h 186320"/>
                <a:gd name="connsiteX12" fmla="*/ 49662 w 210615"/>
                <a:gd name="connsiteY12" fmla="*/ 182239 h 1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615" h="186320">
                  <a:moveTo>
                    <a:pt x="49662" y="182239"/>
                  </a:moveTo>
                  <a:cubicBezTo>
                    <a:pt x="51117" y="184762"/>
                    <a:pt x="53791" y="186321"/>
                    <a:pt x="56702" y="186321"/>
                  </a:cubicBezTo>
                  <a:lnTo>
                    <a:pt x="153913" y="186321"/>
                  </a:lnTo>
                  <a:cubicBezTo>
                    <a:pt x="156825" y="186321"/>
                    <a:pt x="159499" y="184762"/>
                    <a:pt x="160954" y="182239"/>
                  </a:cubicBezTo>
                  <a:lnTo>
                    <a:pt x="209560" y="97179"/>
                  </a:lnTo>
                  <a:cubicBezTo>
                    <a:pt x="210968" y="94687"/>
                    <a:pt x="210968" y="91634"/>
                    <a:pt x="209560" y="89142"/>
                  </a:cubicBezTo>
                  <a:lnTo>
                    <a:pt x="160954" y="4082"/>
                  </a:lnTo>
                  <a:cubicBezTo>
                    <a:pt x="159499" y="1558"/>
                    <a:pt x="156825" y="0"/>
                    <a:pt x="153913" y="0"/>
                  </a:cubicBezTo>
                  <a:lnTo>
                    <a:pt x="56702" y="0"/>
                  </a:lnTo>
                  <a:cubicBezTo>
                    <a:pt x="53791" y="0"/>
                    <a:pt x="51117" y="1558"/>
                    <a:pt x="49662" y="4082"/>
                  </a:cubicBezTo>
                  <a:lnTo>
                    <a:pt x="1056" y="89142"/>
                  </a:lnTo>
                  <a:cubicBezTo>
                    <a:pt x="-352" y="91634"/>
                    <a:pt x="-352" y="94687"/>
                    <a:pt x="1056" y="97179"/>
                  </a:cubicBezTo>
                  <a:lnTo>
                    <a:pt x="49662" y="182239"/>
                  </a:lnTo>
                  <a:close/>
                </a:path>
              </a:pathLst>
            </a:custGeom>
            <a:grpFill/>
            <a:ln w="744" cap="flat">
              <a:noFill/>
              <a:prstDash val="solid"/>
              <a:miter/>
            </a:ln>
          </p:spPr>
          <p:txBody>
            <a:bodyPr rtlCol="0" anchor="ctr"/>
            <a:lstStyle/>
            <a:p>
              <a:endParaRPr lang="en-US"/>
            </a:p>
          </p:txBody>
        </p:sp>
        <p:sp>
          <p:nvSpPr>
            <p:cNvPr id="417" name="Freeform: Shape 416">
              <a:extLst>
                <a:ext uri="{FF2B5EF4-FFF2-40B4-BE49-F238E27FC236}">
                  <a16:creationId xmlns:a16="http://schemas.microsoft.com/office/drawing/2014/main" id="{31EA262A-612F-49C6-BAF7-B6AEB406C84D}"/>
                </a:ext>
              </a:extLst>
            </p:cNvPr>
            <p:cNvSpPr/>
            <p:nvPr/>
          </p:nvSpPr>
          <p:spPr>
            <a:xfrm>
              <a:off x="5945980" y="2182020"/>
              <a:ext cx="210615" cy="186320"/>
            </a:xfrm>
            <a:custGeom>
              <a:avLst/>
              <a:gdLst>
                <a:gd name="connsiteX0" fmla="*/ 160954 w 210615"/>
                <a:gd name="connsiteY0" fmla="*/ 4082 h 186320"/>
                <a:gd name="connsiteX1" fmla="*/ 153913 w 210615"/>
                <a:gd name="connsiteY1" fmla="*/ 0 h 186320"/>
                <a:gd name="connsiteX2" fmla="*/ 56702 w 210615"/>
                <a:gd name="connsiteY2" fmla="*/ 0 h 186320"/>
                <a:gd name="connsiteX3" fmla="*/ 49662 w 210615"/>
                <a:gd name="connsiteY3" fmla="*/ 4082 h 186320"/>
                <a:gd name="connsiteX4" fmla="*/ 1056 w 210615"/>
                <a:gd name="connsiteY4" fmla="*/ 89142 h 186320"/>
                <a:gd name="connsiteX5" fmla="*/ 1056 w 210615"/>
                <a:gd name="connsiteY5" fmla="*/ 97179 h 186320"/>
                <a:gd name="connsiteX6" fmla="*/ 49662 w 210615"/>
                <a:gd name="connsiteY6" fmla="*/ 182239 h 186320"/>
                <a:gd name="connsiteX7" fmla="*/ 56702 w 210615"/>
                <a:gd name="connsiteY7" fmla="*/ 186321 h 186320"/>
                <a:gd name="connsiteX8" fmla="*/ 153913 w 210615"/>
                <a:gd name="connsiteY8" fmla="*/ 186321 h 186320"/>
                <a:gd name="connsiteX9" fmla="*/ 160954 w 210615"/>
                <a:gd name="connsiteY9" fmla="*/ 182239 h 186320"/>
                <a:gd name="connsiteX10" fmla="*/ 209560 w 210615"/>
                <a:gd name="connsiteY10" fmla="*/ 97179 h 186320"/>
                <a:gd name="connsiteX11" fmla="*/ 209560 w 210615"/>
                <a:gd name="connsiteY11" fmla="*/ 89142 h 186320"/>
                <a:gd name="connsiteX12" fmla="*/ 160954 w 210615"/>
                <a:gd name="connsiteY12" fmla="*/ 4082 h 186320"/>
                <a:gd name="connsiteX13" fmla="*/ 135101 w 210615"/>
                <a:gd name="connsiteY13" fmla="*/ 153917 h 186320"/>
                <a:gd name="connsiteX14" fmla="*/ 75515 w 210615"/>
                <a:gd name="connsiteY14" fmla="*/ 153917 h 186320"/>
                <a:gd name="connsiteX15" fmla="*/ 67414 w 210615"/>
                <a:gd name="connsiteY15" fmla="*/ 145816 h 186320"/>
                <a:gd name="connsiteX16" fmla="*/ 75515 w 210615"/>
                <a:gd name="connsiteY16" fmla="*/ 137715 h 186320"/>
                <a:gd name="connsiteX17" fmla="*/ 135101 w 210615"/>
                <a:gd name="connsiteY17" fmla="*/ 137715 h 186320"/>
                <a:gd name="connsiteX18" fmla="*/ 143202 w 210615"/>
                <a:gd name="connsiteY18" fmla="*/ 145817 h 186320"/>
                <a:gd name="connsiteX19" fmla="*/ 135101 w 210615"/>
                <a:gd name="connsiteY19" fmla="*/ 153917 h 186320"/>
                <a:gd name="connsiteX20" fmla="*/ 169214 w 210615"/>
                <a:gd name="connsiteY20" fmla="*/ 100193 h 186320"/>
                <a:gd name="connsiteX21" fmla="*/ 165195 w 210615"/>
                <a:gd name="connsiteY21" fmla="*/ 101261 h 186320"/>
                <a:gd name="connsiteX22" fmla="*/ 158154 w 210615"/>
                <a:gd name="connsiteY22" fmla="*/ 97179 h 186320"/>
                <a:gd name="connsiteX23" fmla="*/ 128060 w 210615"/>
                <a:gd name="connsiteY23" fmla="*/ 44523 h 186320"/>
                <a:gd name="connsiteX24" fmla="*/ 131082 w 210615"/>
                <a:gd name="connsiteY24" fmla="*/ 33472 h 186320"/>
                <a:gd name="connsiteX25" fmla="*/ 142142 w 210615"/>
                <a:gd name="connsiteY25" fmla="*/ 36486 h 186320"/>
                <a:gd name="connsiteX26" fmla="*/ 172235 w 210615"/>
                <a:gd name="connsiteY26" fmla="*/ 89142 h 186320"/>
                <a:gd name="connsiteX27" fmla="*/ 169214 w 210615"/>
                <a:gd name="connsiteY27" fmla="*/ 100193 h 186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10615" h="186320">
                  <a:moveTo>
                    <a:pt x="160954" y="4082"/>
                  </a:moveTo>
                  <a:cubicBezTo>
                    <a:pt x="159499" y="1558"/>
                    <a:pt x="156825" y="0"/>
                    <a:pt x="153913" y="0"/>
                  </a:cubicBezTo>
                  <a:lnTo>
                    <a:pt x="56702" y="0"/>
                  </a:lnTo>
                  <a:cubicBezTo>
                    <a:pt x="53791" y="0"/>
                    <a:pt x="51117" y="1558"/>
                    <a:pt x="49662" y="4082"/>
                  </a:cubicBezTo>
                  <a:lnTo>
                    <a:pt x="1056" y="89142"/>
                  </a:lnTo>
                  <a:cubicBezTo>
                    <a:pt x="-352" y="91634"/>
                    <a:pt x="-352" y="94687"/>
                    <a:pt x="1056" y="97179"/>
                  </a:cubicBezTo>
                  <a:lnTo>
                    <a:pt x="49662" y="182239"/>
                  </a:lnTo>
                  <a:cubicBezTo>
                    <a:pt x="51117" y="184762"/>
                    <a:pt x="53791" y="186321"/>
                    <a:pt x="56702" y="186321"/>
                  </a:cubicBezTo>
                  <a:lnTo>
                    <a:pt x="153913" y="186321"/>
                  </a:lnTo>
                  <a:cubicBezTo>
                    <a:pt x="156825" y="186321"/>
                    <a:pt x="159499" y="184762"/>
                    <a:pt x="160954" y="182239"/>
                  </a:cubicBezTo>
                  <a:lnTo>
                    <a:pt x="209560" y="97179"/>
                  </a:lnTo>
                  <a:cubicBezTo>
                    <a:pt x="210968" y="94687"/>
                    <a:pt x="210968" y="91634"/>
                    <a:pt x="209560" y="89142"/>
                  </a:cubicBezTo>
                  <a:lnTo>
                    <a:pt x="160954" y="4082"/>
                  </a:lnTo>
                  <a:close/>
                  <a:moveTo>
                    <a:pt x="135101" y="153917"/>
                  </a:moveTo>
                  <a:lnTo>
                    <a:pt x="75515" y="153917"/>
                  </a:lnTo>
                  <a:cubicBezTo>
                    <a:pt x="71037" y="153917"/>
                    <a:pt x="67414" y="150294"/>
                    <a:pt x="67414" y="145816"/>
                  </a:cubicBezTo>
                  <a:cubicBezTo>
                    <a:pt x="67414" y="141338"/>
                    <a:pt x="71037" y="137715"/>
                    <a:pt x="75515" y="137715"/>
                  </a:cubicBezTo>
                  <a:lnTo>
                    <a:pt x="135101" y="137715"/>
                  </a:lnTo>
                  <a:cubicBezTo>
                    <a:pt x="139579" y="137715"/>
                    <a:pt x="143202" y="141339"/>
                    <a:pt x="143202" y="145817"/>
                  </a:cubicBezTo>
                  <a:cubicBezTo>
                    <a:pt x="143202" y="150294"/>
                    <a:pt x="139579" y="153917"/>
                    <a:pt x="135101" y="153917"/>
                  </a:cubicBezTo>
                  <a:close/>
                  <a:moveTo>
                    <a:pt x="169214" y="100193"/>
                  </a:moveTo>
                  <a:cubicBezTo>
                    <a:pt x="167948" y="100921"/>
                    <a:pt x="166571" y="101261"/>
                    <a:pt x="165195" y="101261"/>
                  </a:cubicBezTo>
                  <a:cubicBezTo>
                    <a:pt x="162394" y="101261"/>
                    <a:pt x="159657" y="99798"/>
                    <a:pt x="158154" y="97179"/>
                  </a:cubicBezTo>
                  <a:lnTo>
                    <a:pt x="128060" y="44523"/>
                  </a:lnTo>
                  <a:cubicBezTo>
                    <a:pt x="125845" y="40639"/>
                    <a:pt x="127190" y="35695"/>
                    <a:pt x="131082" y="33472"/>
                  </a:cubicBezTo>
                  <a:cubicBezTo>
                    <a:pt x="134927" y="31240"/>
                    <a:pt x="139895" y="32578"/>
                    <a:pt x="142142" y="36486"/>
                  </a:cubicBezTo>
                  <a:lnTo>
                    <a:pt x="172235" y="89142"/>
                  </a:lnTo>
                  <a:cubicBezTo>
                    <a:pt x="174451" y="93026"/>
                    <a:pt x="173106" y="97970"/>
                    <a:pt x="169214" y="100193"/>
                  </a:cubicBezTo>
                  <a:close/>
                </a:path>
              </a:pathLst>
            </a:custGeom>
            <a:grpFill/>
            <a:ln w="744" cap="flat">
              <a:noFill/>
              <a:prstDash val="solid"/>
              <a:miter/>
            </a:ln>
          </p:spPr>
          <p:txBody>
            <a:bodyPr rtlCol="0" anchor="ctr"/>
            <a:lstStyle/>
            <a:p>
              <a:endParaRPr lang="en-US"/>
            </a:p>
          </p:txBody>
        </p:sp>
      </p:grpSp>
      <p:grpSp>
        <p:nvGrpSpPr>
          <p:cNvPr id="418" name="Graphic 140">
            <a:extLst>
              <a:ext uri="{FF2B5EF4-FFF2-40B4-BE49-F238E27FC236}">
                <a16:creationId xmlns:a16="http://schemas.microsoft.com/office/drawing/2014/main" id="{BEF9CAE3-42C3-4D4E-B806-5C8D6E523EA8}"/>
              </a:ext>
            </a:extLst>
          </p:cNvPr>
          <p:cNvGrpSpPr>
            <a:grpSpLocks noChangeAspect="1"/>
          </p:cNvGrpSpPr>
          <p:nvPr/>
        </p:nvGrpSpPr>
        <p:grpSpPr>
          <a:xfrm>
            <a:off x="4269712" y="1929157"/>
            <a:ext cx="365760" cy="365760"/>
            <a:chOff x="4508897" y="1964817"/>
            <a:chExt cx="418204" cy="418204"/>
          </a:xfrm>
          <a:solidFill>
            <a:schemeClr val="tx2"/>
          </a:solidFill>
        </p:grpSpPr>
        <p:sp>
          <p:nvSpPr>
            <p:cNvPr id="419" name="Freeform: Shape 418">
              <a:extLst>
                <a:ext uri="{FF2B5EF4-FFF2-40B4-BE49-F238E27FC236}">
                  <a16:creationId xmlns:a16="http://schemas.microsoft.com/office/drawing/2014/main" id="{FF12CEC4-A9F5-4500-AF64-500147AA8595}"/>
                </a:ext>
              </a:extLst>
            </p:cNvPr>
            <p:cNvSpPr/>
            <p:nvPr/>
          </p:nvSpPr>
          <p:spPr>
            <a:xfrm>
              <a:off x="4508897" y="1980859"/>
              <a:ext cx="196849" cy="386119"/>
            </a:xfrm>
            <a:custGeom>
              <a:avLst/>
              <a:gdLst>
                <a:gd name="connsiteX0" fmla="*/ 116133 w 196849"/>
                <a:gd name="connsiteY0" fmla="*/ 133874 h 386119"/>
                <a:gd name="connsiteX1" fmla="*/ 116133 w 196849"/>
                <a:gd name="connsiteY1" fmla="*/ 100091 h 386119"/>
                <a:gd name="connsiteX2" fmla="*/ 196850 w 196849"/>
                <a:gd name="connsiteY2" fmla="*/ 100091 h 386119"/>
                <a:gd name="connsiteX3" fmla="*/ 196850 w 196849"/>
                <a:gd name="connsiteY3" fmla="*/ 15152 h 386119"/>
                <a:gd name="connsiteX4" fmla="*/ 154531 w 196849"/>
                <a:gd name="connsiteY4" fmla="*/ 0 h 386119"/>
                <a:gd name="connsiteX5" fmla="*/ 88689 w 196849"/>
                <a:gd name="connsiteY5" fmla="*/ 55330 h 386119"/>
                <a:gd name="connsiteX6" fmla="*/ 79402 w 196849"/>
                <a:gd name="connsiteY6" fmla="*/ 54579 h 386119"/>
                <a:gd name="connsiteX7" fmla="*/ 21539 w 196849"/>
                <a:gd name="connsiteY7" fmla="*/ 112433 h 386119"/>
                <a:gd name="connsiteX8" fmla="*/ 27559 w 196849"/>
                <a:gd name="connsiteY8" fmla="*/ 138114 h 386119"/>
                <a:gd name="connsiteX9" fmla="*/ 0 w 196849"/>
                <a:gd name="connsiteY9" fmla="*/ 193869 h 386119"/>
                <a:gd name="connsiteX10" fmla="*/ 30671 w 196849"/>
                <a:gd name="connsiteY10" fmla="*/ 251821 h 386119"/>
                <a:gd name="connsiteX11" fmla="*/ 28531 w 196849"/>
                <a:gd name="connsiteY11" fmla="*/ 269039 h 386119"/>
                <a:gd name="connsiteX12" fmla="*/ 90584 w 196849"/>
                <a:gd name="connsiteY12" fmla="*/ 338688 h 386119"/>
                <a:gd name="connsiteX13" fmla="*/ 154531 w 196849"/>
                <a:gd name="connsiteY13" fmla="*/ 386120 h 386119"/>
                <a:gd name="connsiteX14" fmla="*/ 196850 w 196849"/>
                <a:gd name="connsiteY14" fmla="*/ 370968 h 386119"/>
                <a:gd name="connsiteX15" fmla="*/ 196850 w 196849"/>
                <a:gd name="connsiteY15" fmla="*/ 286029 h 386119"/>
                <a:gd name="connsiteX16" fmla="*/ 116133 w 196849"/>
                <a:gd name="connsiteY16" fmla="*/ 286029 h 386119"/>
                <a:gd name="connsiteX17" fmla="*/ 116133 w 196849"/>
                <a:gd name="connsiteY17" fmla="*/ 252246 h 386119"/>
                <a:gd name="connsiteX18" fmla="*/ 95983 w 196849"/>
                <a:gd name="connsiteY18" fmla="*/ 252246 h 386119"/>
                <a:gd name="connsiteX19" fmla="*/ 95983 w 196849"/>
                <a:gd name="connsiteY19" fmla="*/ 227741 h 386119"/>
                <a:gd name="connsiteX20" fmla="*/ 116133 w 196849"/>
                <a:gd name="connsiteY20" fmla="*/ 227741 h 386119"/>
                <a:gd name="connsiteX21" fmla="*/ 116133 w 196849"/>
                <a:gd name="connsiteY21" fmla="*/ 205312 h 386119"/>
                <a:gd name="connsiteX22" fmla="*/ 95983 w 196849"/>
                <a:gd name="connsiteY22" fmla="*/ 205312 h 386119"/>
                <a:gd name="connsiteX23" fmla="*/ 95983 w 196849"/>
                <a:gd name="connsiteY23" fmla="*/ 180808 h 386119"/>
                <a:gd name="connsiteX24" fmla="*/ 116133 w 196849"/>
                <a:gd name="connsiteY24" fmla="*/ 180808 h 386119"/>
                <a:gd name="connsiteX25" fmla="*/ 116133 w 196849"/>
                <a:gd name="connsiteY25" fmla="*/ 158378 h 386119"/>
                <a:gd name="connsiteX26" fmla="*/ 95983 w 196849"/>
                <a:gd name="connsiteY26" fmla="*/ 158378 h 386119"/>
                <a:gd name="connsiteX27" fmla="*/ 95983 w 196849"/>
                <a:gd name="connsiteY27" fmla="*/ 133874 h 386119"/>
                <a:gd name="connsiteX28" fmla="*/ 116133 w 196849"/>
                <a:gd name="connsiteY28" fmla="*/ 133874 h 386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96849" h="386119">
                  <a:moveTo>
                    <a:pt x="116133" y="133874"/>
                  </a:moveTo>
                  <a:lnTo>
                    <a:pt x="116133" y="100091"/>
                  </a:lnTo>
                  <a:lnTo>
                    <a:pt x="196850" y="100091"/>
                  </a:lnTo>
                  <a:lnTo>
                    <a:pt x="196850" y="15152"/>
                  </a:lnTo>
                  <a:cubicBezTo>
                    <a:pt x="185317" y="5685"/>
                    <a:pt x="170573" y="0"/>
                    <a:pt x="154531" y="0"/>
                  </a:cubicBezTo>
                  <a:cubicBezTo>
                    <a:pt x="121598" y="0"/>
                    <a:pt x="94153" y="23941"/>
                    <a:pt x="88689" y="55330"/>
                  </a:cubicBezTo>
                  <a:cubicBezTo>
                    <a:pt x="85626" y="54832"/>
                    <a:pt x="82514" y="54579"/>
                    <a:pt x="79402" y="54579"/>
                  </a:cubicBezTo>
                  <a:cubicBezTo>
                    <a:pt x="47497" y="54579"/>
                    <a:pt x="21539" y="80529"/>
                    <a:pt x="21539" y="112433"/>
                  </a:cubicBezTo>
                  <a:cubicBezTo>
                    <a:pt x="21539" y="121394"/>
                    <a:pt x="23630" y="130182"/>
                    <a:pt x="27559" y="138114"/>
                  </a:cubicBezTo>
                  <a:cubicBezTo>
                    <a:pt x="10292" y="151215"/>
                    <a:pt x="0" y="171578"/>
                    <a:pt x="0" y="193869"/>
                  </a:cubicBezTo>
                  <a:cubicBezTo>
                    <a:pt x="0" y="217164"/>
                    <a:pt x="11754" y="238891"/>
                    <a:pt x="30671" y="251821"/>
                  </a:cubicBezTo>
                  <a:cubicBezTo>
                    <a:pt x="29250" y="257416"/>
                    <a:pt x="28531" y="263174"/>
                    <a:pt x="28531" y="269039"/>
                  </a:cubicBezTo>
                  <a:cubicBezTo>
                    <a:pt x="28531" y="304979"/>
                    <a:pt x="55706" y="334678"/>
                    <a:pt x="90584" y="338688"/>
                  </a:cubicBezTo>
                  <a:cubicBezTo>
                    <a:pt x="98989" y="366337"/>
                    <a:pt x="124873" y="386120"/>
                    <a:pt x="154531" y="386120"/>
                  </a:cubicBezTo>
                  <a:cubicBezTo>
                    <a:pt x="170573" y="386120"/>
                    <a:pt x="185317" y="380435"/>
                    <a:pt x="196850" y="370968"/>
                  </a:cubicBezTo>
                  <a:lnTo>
                    <a:pt x="196850" y="286029"/>
                  </a:lnTo>
                  <a:lnTo>
                    <a:pt x="116133" y="286029"/>
                  </a:lnTo>
                  <a:lnTo>
                    <a:pt x="116133" y="252246"/>
                  </a:lnTo>
                  <a:lnTo>
                    <a:pt x="95983" y="252246"/>
                  </a:lnTo>
                  <a:lnTo>
                    <a:pt x="95983" y="227741"/>
                  </a:lnTo>
                  <a:lnTo>
                    <a:pt x="116133" y="227741"/>
                  </a:lnTo>
                  <a:lnTo>
                    <a:pt x="116133" y="205312"/>
                  </a:lnTo>
                  <a:lnTo>
                    <a:pt x="95983" y="205312"/>
                  </a:lnTo>
                  <a:lnTo>
                    <a:pt x="95983" y="180808"/>
                  </a:lnTo>
                  <a:lnTo>
                    <a:pt x="116133" y="180808"/>
                  </a:lnTo>
                  <a:lnTo>
                    <a:pt x="116133" y="158378"/>
                  </a:lnTo>
                  <a:lnTo>
                    <a:pt x="95983" y="158378"/>
                  </a:lnTo>
                  <a:lnTo>
                    <a:pt x="95983" y="133874"/>
                  </a:lnTo>
                  <a:lnTo>
                    <a:pt x="116133" y="133874"/>
                  </a:lnTo>
                  <a:close/>
                </a:path>
              </a:pathLst>
            </a:custGeom>
            <a:grpFill/>
            <a:ln w="800" cap="flat">
              <a:noFill/>
              <a:prstDash val="solid"/>
              <a:miter/>
            </a:ln>
          </p:spPr>
          <p:txBody>
            <a:bodyPr rtlCol="0" anchor="ctr"/>
            <a:lstStyle/>
            <a:p>
              <a:endParaRPr lang="en-US"/>
            </a:p>
          </p:txBody>
        </p:sp>
        <p:sp>
          <p:nvSpPr>
            <p:cNvPr id="420" name="Freeform: Shape 419">
              <a:extLst>
                <a:ext uri="{FF2B5EF4-FFF2-40B4-BE49-F238E27FC236}">
                  <a16:creationId xmlns:a16="http://schemas.microsoft.com/office/drawing/2014/main" id="{B47AE25F-9FC7-44DF-8D8E-A2CDD85F4D62}"/>
                </a:ext>
              </a:extLst>
            </p:cNvPr>
            <p:cNvSpPr/>
            <p:nvPr/>
          </p:nvSpPr>
          <p:spPr>
            <a:xfrm>
              <a:off x="4696214" y="2152134"/>
              <a:ext cx="43568" cy="43568"/>
            </a:xfrm>
            <a:custGeom>
              <a:avLst/>
              <a:gdLst>
                <a:gd name="connsiteX0" fmla="*/ 34036 w 43568"/>
                <a:gd name="connsiteY0" fmla="*/ 0 h 43568"/>
                <a:gd name="connsiteX1" fmla="*/ 21784 w 43568"/>
                <a:gd name="connsiteY1" fmla="*/ 0 h 43568"/>
                <a:gd name="connsiteX2" fmla="*/ 9532 w 43568"/>
                <a:gd name="connsiteY2" fmla="*/ 0 h 43568"/>
                <a:gd name="connsiteX3" fmla="*/ 0 w 43568"/>
                <a:gd name="connsiteY3" fmla="*/ 0 h 43568"/>
                <a:gd name="connsiteX4" fmla="*/ 0 w 43568"/>
                <a:gd name="connsiteY4" fmla="*/ 43568 h 43568"/>
                <a:gd name="connsiteX5" fmla="*/ 9532 w 43568"/>
                <a:gd name="connsiteY5" fmla="*/ 43568 h 43568"/>
                <a:gd name="connsiteX6" fmla="*/ 21784 w 43568"/>
                <a:gd name="connsiteY6" fmla="*/ 43568 h 43568"/>
                <a:gd name="connsiteX7" fmla="*/ 34036 w 43568"/>
                <a:gd name="connsiteY7" fmla="*/ 43568 h 43568"/>
                <a:gd name="connsiteX8" fmla="*/ 43568 w 43568"/>
                <a:gd name="connsiteY8" fmla="*/ 43568 h 43568"/>
                <a:gd name="connsiteX9" fmla="*/ 43568 w 43568"/>
                <a:gd name="connsiteY9" fmla="*/ 0 h 43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68" h="43568">
                  <a:moveTo>
                    <a:pt x="34036" y="0"/>
                  </a:moveTo>
                  <a:lnTo>
                    <a:pt x="21784" y="0"/>
                  </a:lnTo>
                  <a:lnTo>
                    <a:pt x="9532" y="0"/>
                  </a:lnTo>
                  <a:lnTo>
                    <a:pt x="0" y="0"/>
                  </a:lnTo>
                  <a:lnTo>
                    <a:pt x="0" y="43568"/>
                  </a:lnTo>
                  <a:lnTo>
                    <a:pt x="9532" y="43568"/>
                  </a:lnTo>
                  <a:lnTo>
                    <a:pt x="21784" y="43568"/>
                  </a:lnTo>
                  <a:lnTo>
                    <a:pt x="34036" y="43568"/>
                  </a:lnTo>
                  <a:lnTo>
                    <a:pt x="43568" y="43568"/>
                  </a:lnTo>
                  <a:lnTo>
                    <a:pt x="43568" y="0"/>
                  </a:lnTo>
                  <a:close/>
                </a:path>
              </a:pathLst>
            </a:custGeom>
            <a:grpFill/>
            <a:ln w="800" cap="flat">
              <a:noFill/>
              <a:prstDash val="solid"/>
              <a:miter/>
            </a:ln>
          </p:spPr>
          <p:txBody>
            <a:bodyPr rtlCol="0" anchor="ctr"/>
            <a:lstStyle/>
            <a:p>
              <a:endParaRPr lang="en-US"/>
            </a:p>
          </p:txBody>
        </p:sp>
        <p:sp>
          <p:nvSpPr>
            <p:cNvPr id="421" name="Freeform: Shape 420">
              <a:extLst>
                <a:ext uri="{FF2B5EF4-FFF2-40B4-BE49-F238E27FC236}">
                  <a16:creationId xmlns:a16="http://schemas.microsoft.com/office/drawing/2014/main" id="{D47A1926-0E37-4FE6-BC88-9B1DE9E0799A}"/>
                </a:ext>
              </a:extLst>
            </p:cNvPr>
            <p:cNvSpPr/>
            <p:nvPr/>
          </p:nvSpPr>
          <p:spPr>
            <a:xfrm>
              <a:off x="4649534" y="2105454"/>
              <a:ext cx="136929" cy="136929"/>
            </a:xfrm>
            <a:custGeom>
              <a:avLst/>
              <a:gdLst>
                <a:gd name="connsiteX0" fmla="*/ 80717 w 136929"/>
                <a:gd name="connsiteY0" fmla="*/ 0 h 136929"/>
                <a:gd name="connsiteX1" fmla="*/ 68465 w 136929"/>
                <a:gd name="connsiteY1" fmla="*/ 0 h 136929"/>
                <a:gd name="connsiteX2" fmla="*/ 56213 w 136929"/>
                <a:gd name="connsiteY2" fmla="*/ 0 h 136929"/>
                <a:gd name="connsiteX3" fmla="*/ 0 w 136929"/>
                <a:gd name="connsiteY3" fmla="*/ 0 h 136929"/>
                <a:gd name="connsiteX4" fmla="*/ 0 w 136929"/>
                <a:gd name="connsiteY4" fmla="*/ 136929 h 136929"/>
                <a:gd name="connsiteX5" fmla="*/ 56213 w 136929"/>
                <a:gd name="connsiteY5" fmla="*/ 136929 h 136929"/>
                <a:gd name="connsiteX6" fmla="*/ 68465 w 136929"/>
                <a:gd name="connsiteY6" fmla="*/ 136929 h 136929"/>
                <a:gd name="connsiteX7" fmla="*/ 80717 w 136929"/>
                <a:gd name="connsiteY7" fmla="*/ 136929 h 136929"/>
                <a:gd name="connsiteX8" fmla="*/ 136929 w 136929"/>
                <a:gd name="connsiteY8" fmla="*/ 136929 h 136929"/>
                <a:gd name="connsiteX9" fmla="*/ 136929 w 136929"/>
                <a:gd name="connsiteY9" fmla="*/ 0 h 136929"/>
                <a:gd name="connsiteX10" fmla="*/ 80717 w 136929"/>
                <a:gd name="connsiteY10" fmla="*/ 0 h 136929"/>
                <a:gd name="connsiteX11" fmla="*/ 114753 w 136929"/>
                <a:gd name="connsiteY11" fmla="*/ 114753 h 136929"/>
                <a:gd name="connsiteX12" fmla="*/ 80717 w 136929"/>
                <a:gd name="connsiteY12" fmla="*/ 114753 h 136929"/>
                <a:gd name="connsiteX13" fmla="*/ 68465 w 136929"/>
                <a:gd name="connsiteY13" fmla="*/ 114753 h 136929"/>
                <a:gd name="connsiteX14" fmla="*/ 56213 w 136929"/>
                <a:gd name="connsiteY14" fmla="*/ 114753 h 136929"/>
                <a:gd name="connsiteX15" fmla="*/ 22176 w 136929"/>
                <a:gd name="connsiteY15" fmla="*/ 114753 h 136929"/>
                <a:gd name="connsiteX16" fmla="*/ 22176 w 136929"/>
                <a:gd name="connsiteY16" fmla="*/ 22176 h 136929"/>
                <a:gd name="connsiteX17" fmla="*/ 56213 w 136929"/>
                <a:gd name="connsiteY17" fmla="*/ 22176 h 136929"/>
                <a:gd name="connsiteX18" fmla="*/ 68465 w 136929"/>
                <a:gd name="connsiteY18" fmla="*/ 22176 h 136929"/>
                <a:gd name="connsiteX19" fmla="*/ 80717 w 136929"/>
                <a:gd name="connsiteY19" fmla="*/ 22176 h 136929"/>
                <a:gd name="connsiteX20" fmla="*/ 114753 w 136929"/>
                <a:gd name="connsiteY20" fmla="*/ 22176 h 136929"/>
                <a:gd name="connsiteX21" fmla="*/ 114753 w 136929"/>
                <a:gd name="connsiteY21" fmla="*/ 114753 h 136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6929" h="136929">
                  <a:moveTo>
                    <a:pt x="80717" y="0"/>
                  </a:moveTo>
                  <a:lnTo>
                    <a:pt x="68465" y="0"/>
                  </a:lnTo>
                  <a:lnTo>
                    <a:pt x="56213" y="0"/>
                  </a:lnTo>
                  <a:lnTo>
                    <a:pt x="0" y="0"/>
                  </a:lnTo>
                  <a:lnTo>
                    <a:pt x="0" y="136929"/>
                  </a:lnTo>
                  <a:lnTo>
                    <a:pt x="56213" y="136929"/>
                  </a:lnTo>
                  <a:lnTo>
                    <a:pt x="68465" y="136929"/>
                  </a:lnTo>
                  <a:lnTo>
                    <a:pt x="80717" y="136929"/>
                  </a:lnTo>
                  <a:lnTo>
                    <a:pt x="136929" y="136929"/>
                  </a:lnTo>
                  <a:lnTo>
                    <a:pt x="136929" y="0"/>
                  </a:lnTo>
                  <a:lnTo>
                    <a:pt x="80717" y="0"/>
                  </a:lnTo>
                  <a:close/>
                  <a:moveTo>
                    <a:pt x="114753" y="114753"/>
                  </a:moveTo>
                  <a:lnTo>
                    <a:pt x="80717" y="114753"/>
                  </a:lnTo>
                  <a:lnTo>
                    <a:pt x="68465" y="114753"/>
                  </a:lnTo>
                  <a:lnTo>
                    <a:pt x="56213" y="114753"/>
                  </a:lnTo>
                  <a:lnTo>
                    <a:pt x="22176" y="114753"/>
                  </a:lnTo>
                  <a:lnTo>
                    <a:pt x="22176" y="22176"/>
                  </a:lnTo>
                  <a:lnTo>
                    <a:pt x="56213" y="22176"/>
                  </a:lnTo>
                  <a:lnTo>
                    <a:pt x="68465" y="22176"/>
                  </a:lnTo>
                  <a:lnTo>
                    <a:pt x="80717" y="22176"/>
                  </a:lnTo>
                  <a:lnTo>
                    <a:pt x="114753" y="22176"/>
                  </a:lnTo>
                  <a:lnTo>
                    <a:pt x="114753" y="114753"/>
                  </a:lnTo>
                  <a:close/>
                </a:path>
              </a:pathLst>
            </a:custGeom>
            <a:grpFill/>
            <a:ln w="800" cap="flat">
              <a:noFill/>
              <a:prstDash val="solid"/>
              <a:miter/>
            </a:ln>
          </p:spPr>
          <p:txBody>
            <a:bodyPr rtlCol="0" anchor="ctr"/>
            <a:lstStyle/>
            <a:p>
              <a:endParaRPr lang="en-US"/>
            </a:p>
          </p:txBody>
        </p:sp>
        <p:sp>
          <p:nvSpPr>
            <p:cNvPr id="422" name="Freeform: Shape 421">
              <a:extLst>
                <a:ext uri="{FF2B5EF4-FFF2-40B4-BE49-F238E27FC236}">
                  <a16:creationId xmlns:a16="http://schemas.microsoft.com/office/drawing/2014/main" id="{143F31C4-76CD-4F80-9749-92840D19320F}"/>
                </a:ext>
              </a:extLst>
            </p:cNvPr>
            <p:cNvSpPr/>
            <p:nvPr/>
          </p:nvSpPr>
          <p:spPr>
            <a:xfrm>
              <a:off x="4730251" y="1980859"/>
              <a:ext cx="196849" cy="386119"/>
            </a:xfrm>
            <a:custGeom>
              <a:avLst/>
              <a:gdLst>
                <a:gd name="connsiteX0" fmla="*/ 196850 w 196849"/>
                <a:gd name="connsiteY0" fmla="*/ 193869 h 386119"/>
                <a:gd name="connsiteX1" fmla="*/ 169291 w 196849"/>
                <a:gd name="connsiteY1" fmla="*/ 138114 h 386119"/>
                <a:gd name="connsiteX2" fmla="*/ 175311 w 196849"/>
                <a:gd name="connsiteY2" fmla="*/ 112433 h 386119"/>
                <a:gd name="connsiteX3" fmla="*/ 117448 w 196849"/>
                <a:gd name="connsiteY3" fmla="*/ 54579 h 386119"/>
                <a:gd name="connsiteX4" fmla="*/ 108161 w 196849"/>
                <a:gd name="connsiteY4" fmla="*/ 55330 h 386119"/>
                <a:gd name="connsiteX5" fmla="*/ 42319 w 196849"/>
                <a:gd name="connsiteY5" fmla="*/ 0 h 386119"/>
                <a:gd name="connsiteX6" fmla="*/ 0 w 196849"/>
                <a:gd name="connsiteY6" fmla="*/ 15152 h 386119"/>
                <a:gd name="connsiteX7" fmla="*/ 0 w 196849"/>
                <a:gd name="connsiteY7" fmla="*/ 100091 h 386119"/>
                <a:gd name="connsiteX8" fmla="*/ 80717 w 196849"/>
                <a:gd name="connsiteY8" fmla="*/ 100091 h 386119"/>
                <a:gd name="connsiteX9" fmla="*/ 80717 w 196849"/>
                <a:gd name="connsiteY9" fmla="*/ 133874 h 386119"/>
                <a:gd name="connsiteX10" fmla="*/ 100867 w 196849"/>
                <a:gd name="connsiteY10" fmla="*/ 133874 h 386119"/>
                <a:gd name="connsiteX11" fmla="*/ 100867 w 196849"/>
                <a:gd name="connsiteY11" fmla="*/ 158378 h 386119"/>
                <a:gd name="connsiteX12" fmla="*/ 80717 w 196849"/>
                <a:gd name="connsiteY12" fmla="*/ 158378 h 386119"/>
                <a:gd name="connsiteX13" fmla="*/ 80717 w 196849"/>
                <a:gd name="connsiteY13" fmla="*/ 180808 h 386119"/>
                <a:gd name="connsiteX14" fmla="*/ 100867 w 196849"/>
                <a:gd name="connsiteY14" fmla="*/ 180808 h 386119"/>
                <a:gd name="connsiteX15" fmla="*/ 100867 w 196849"/>
                <a:gd name="connsiteY15" fmla="*/ 205312 h 386119"/>
                <a:gd name="connsiteX16" fmla="*/ 80717 w 196849"/>
                <a:gd name="connsiteY16" fmla="*/ 205312 h 386119"/>
                <a:gd name="connsiteX17" fmla="*/ 80717 w 196849"/>
                <a:gd name="connsiteY17" fmla="*/ 227741 h 386119"/>
                <a:gd name="connsiteX18" fmla="*/ 100867 w 196849"/>
                <a:gd name="connsiteY18" fmla="*/ 227741 h 386119"/>
                <a:gd name="connsiteX19" fmla="*/ 100867 w 196849"/>
                <a:gd name="connsiteY19" fmla="*/ 252246 h 386119"/>
                <a:gd name="connsiteX20" fmla="*/ 80717 w 196849"/>
                <a:gd name="connsiteY20" fmla="*/ 252246 h 386119"/>
                <a:gd name="connsiteX21" fmla="*/ 80717 w 196849"/>
                <a:gd name="connsiteY21" fmla="*/ 286029 h 386119"/>
                <a:gd name="connsiteX22" fmla="*/ 0 w 196849"/>
                <a:gd name="connsiteY22" fmla="*/ 286029 h 386119"/>
                <a:gd name="connsiteX23" fmla="*/ 0 w 196849"/>
                <a:gd name="connsiteY23" fmla="*/ 370968 h 386119"/>
                <a:gd name="connsiteX24" fmla="*/ 42319 w 196849"/>
                <a:gd name="connsiteY24" fmla="*/ 386120 h 386119"/>
                <a:gd name="connsiteX25" fmla="*/ 106266 w 196849"/>
                <a:gd name="connsiteY25" fmla="*/ 338688 h 386119"/>
                <a:gd name="connsiteX26" fmla="*/ 168319 w 196849"/>
                <a:gd name="connsiteY26" fmla="*/ 269039 h 386119"/>
                <a:gd name="connsiteX27" fmla="*/ 166179 w 196849"/>
                <a:gd name="connsiteY27" fmla="*/ 251821 h 386119"/>
                <a:gd name="connsiteX28" fmla="*/ 196850 w 196849"/>
                <a:gd name="connsiteY28" fmla="*/ 193869 h 386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96849" h="386119">
                  <a:moveTo>
                    <a:pt x="196850" y="193869"/>
                  </a:moveTo>
                  <a:cubicBezTo>
                    <a:pt x="196850" y="171578"/>
                    <a:pt x="186558" y="151215"/>
                    <a:pt x="169291" y="138114"/>
                  </a:cubicBezTo>
                  <a:cubicBezTo>
                    <a:pt x="173220" y="130182"/>
                    <a:pt x="175311" y="121394"/>
                    <a:pt x="175311" y="112433"/>
                  </a:cubicBezTo>
                  <a:cubicBezTo>
                    <a:pt x="175311" y="80529"/>
                    <a:pt x="149353" y="54579"/>
                    <a:pt x="117448" y="54579"/>
                  </a:cubicBezTo>
                  <a:cubicBezTo>
                    <a:pt x="114336" y="54579"/>
                    <a:pt x="111224" y="54832"/>
                    <a:pt x="108161" y="55330"/>
                  </a:cubicBezTo>
                  <a:cubicBezTo>
                    <a:pt x="102697" y="23941"/>
                    <a:pt x="75252" y="0"/>
                    <a:pt x="42319" y="0"/>
                  </a:cubicBezTo>
                  <a:cubicBezTo>
                    <a:pt x="26277" y="0"/>
                    <a:pt x="11533" y="5685"/>
                    <a:pt x="0" y="15152"/>
                  </a:cubicBezTo>
                  <a:lnTo>
                    <a:pt x="0" y="100091"/>
                  </a:lnTo>
                  <a:lnTo>
                    <a:pt x="80717" y="100091"/>
                  </a:lnTo>
                  <a:lnTo>
                    <a:pt x="80717" y="133874"/>
                  </a:lnTo>
                  <a:lnTo>
                    <a:pt x="100867" y="133874"/>
                  </a:lnTo>
                  <a:lnTo>
                    <a:pt x="100867" y="158378"/>
                  </a:lnTo>
                  <a:lnTo>
                    <a:pt x="80717" y="158378"/>
                  </a:lnTo>
                  <a:lnTo>
                    <a:pt x="80717" y="180808"/>
                  </a:lnTo>
                  <a:lnTo>
                    <a:pt x="100867" y="180808"/>
                  </a:lnTo>
                  <a:lnTo>
                    <a:pt x="100867" y="205312"/>
                  </a:lnTo>
                  <a:lnTo>
                    <a:pt x="80717" y="205312"/>
                  </a:lnTo>
                  <a:lnTo>
                    <a:pt x="80717" y="227741"/>
                  </a:lnTo>
                  <a:lnTo>
                    <a:pt x="100867" y="227741"/>
                  </a:lnTo>
                  <a:lnTo>
                    <a:pt x="100867" y="252246"/>
                  </a:lnTo>
                  <a:lnTo>
                    <a:pt x="80717" y="252246"/>
                  </a:lnTo>
                  <a:lnTo>
                    <a:pt x="80717" y="286029"/>
                  </a:lnTo>
                  <a:lnTo>
                    <a:pt x="0" y="286029"/>
                  </a:lnTo>
                  <a:lnTo>
                    <a:pt x="0" y="370968"/>
                  </a:lnTo>
                  <a:cubicBezTo>
                    <a:pt x="11533" y="380435"/>
                    <a:pt x="26277" y="386120"/>
                    <a:pt x="42319" y="386120"/>
                  </a:cubicBezTo>
                  <a:cubicBezTo>
                    <a:pt x="71977" y="386120"/>
                    <a:pt x="97861" y="366337"/>
                    <a:pt x="106266" y="338688"/>
                  </a:cubicBezTo>
                  <a:cubicBezTo>
                    <a:pt x="141144" y="334678"/>
                    <a:pt x="168319" y="304979"/>
                    <a:pt x="168319" y="269039"/>
                  </a:cubicBezTo>
                  <a:cubicBezTo>
                    <a:pt x="168319" y="263174"/>
                    <a:pt x="167600" y="257416"/>
                    <a:pt x="166179" y="251821"/>
                  </a:cubicBezTo>
                  <a:cubicBezTo>
                    <a:pt x="185096" y="238891"/>
                    <a:pt x="196850" y="217164"/>
                    <a:pt x="196850" y="193869"/>
                  </a:cubicBezTo>
                  <a:close/>
                </a:path>
              </a:pathLst>
            </a:custGeom>
            <a:grpFill/>
            <a:ln w="800" cap="flat">
              <a:noFill/>
              <a:prstDash val="solid"/>
              <a:miter/>
            </a:ln>
          </p:spPr>
          <p:txBody>
            <a:bodyPr rtlCol="0" anchor="ctr"/>
            <a:lstStyle/>
            <a:p>
              <a:endParaRPr lang="en-US"/>
            </a:p>
          </p:txBody>
        </p:sp>
      </p:grpSp>
      <p:grpSp>
        <p:nvGrpSpPr>
          <p:cNvPr id="423" name="Graphic 142">
            <a:extLst>
              <a:ext uri="{FF2B5EF4-FFF2-40B4-BE49-F238E27FC236}">
                <a16:creationId xmlns:a16="http://schemas.microsoft.com/office/drawing/2014/main" id="{FEE6C263-6A9E-4D43-815B-3D758395A650}"/>
              </a:ext>
            </a:extLst>
          </p:cNvPr>
          <p:cNvGrpSpPr>
            <a:grpSpLocks noChangeAspect="1"/>
          </p:cNvGrpSpPr>
          <p:nvPr/>
        </p:nvGrpSpPr>
        <p:grpSpPr>
          <a:xfrm>
            <a:off x="3220617" y="1929157"/>
            <a:ext cx="159873" cy="365760"/>
            <a:chOff x="3369678" y="1971097"/>
            <a:chExt cx="177305" cy="405642"/>
          </a:xfrm>
          <a:solidFill>
            <a:schemeClr val="tx2"/>
          </a:solidFill>
        </p:grpSpPr>
        <p:sp>
          <p:nvSpPr>
            <p:cNvPr id="424" name="Freeform: Shape 423">
              <a:extLst>
                <a:ext uri="{FF2B5EF4-FFF2-40B4-BE49-F238E27FC236}">
                  <a16:creationId xmlns:a16="http://schemas.microsoft.com/office/drawing/2014/main" id="{9B442018-56DB-49FC-9083-F31797B49E35}"/>
                </a:ext>
              </a:extLst>
            </p:cNvPr>
            <p:cNvSpPr/>
            <p:nvPr/>
          </p:nvSpPr>
          <p:spPr>
            <a:xfrm>
              <a:off x="3369678" y="1971097"/>
              <a:ext cx="177305" cy="405642"/>
            </a:xfrm>
            <a:custGeom>
              <a:avLst/>
              <a:gdLst>
                <a:gd name="connsiteX0" fmla="*/ 141073 w 177305"/>
                <a:gd name="connsiteY0" fmla="*/ 34746 h 405642"/>
                <a:gd name="connsiteX1" fmla="*/ 128886 w 177305"/>
                <a:gd name="connsiteY1" fmla="*/ 16666 h 405642"/>
                <a:gd name="connsiteX2" fmla="*/ 110806 w 177305"/>
                <a:gd name="connsiteY2" fmla="*/ 4479 h 405642"/>
                <a:gd name="connsiteX3" fmla="*/ 88652 w 177305"/>
                <a:gd name="connsiteY3" fmla="*/ 0 h 405642"/>
                <a:gd name="connsiteX4" fmla="*/ 66499 w 177305"/>
                <a:gd name="connsiteY4" fmla="*/ 4479 h 405642"/>
                <a:gd name="connsiteX5" fmla="*/ 48419 w 177305"/>
                <a:gd name="connsiteY5" fmla="*/ 16666 h 405642"/>
                <a:gd name="connsiteX6" fmla="*/ 36232 w 177305"/>
                <a:gd name="connsiteY6" fmla="*/ 34746 h 405642"/>
                <a:gd name="connsiteX7" fmla="*/ 31753 w 177305"/>
                <a:gd name="connsiteY7" fmla="*/ 56899 h 405642"/>
                <a:gd name="connsiteX8" fmla="*/ 31753 w 177305"/>
                <a:gd name="connsiteY8" fmla="*/ 249016 h 405642"/>
                <a:gd name="connsiteX9" fmla="*/ 11049 w 177305"/>
                <a:gd name="connsiteY9" fmla="*/ 274108 h 405642"/>
                <a:gd name="connsiteX10" fmla="*/ 0 w 177305"/>
                <a:gd name="connsiteY10" fmla="*/ 316990 h 405642"/>
                <a:gd name="connsiteX11" fmla="*/ 6975 w 177305"/>
                <a:gd name="connsiteY11" fmla="*/ 351503 h 405642"/>
                <a:gd name="connsiteX12" fmla="*/ 25966 w 177305"/>
                <a:gd name="connsiteY12" fmla="*/ 379677 h 405642"/>
                <a:gd name="connsiteX13" fmla="*/ 54139 w 177305"/>
                <a:gd name="connsiteY13" fmla="*/ 398668 h 405642"/>
                <a:gd name="connsiteX14" fmla="*/ 88653 w 177305"/>
                <a:gd name="connsiteY14" fmla="*/ 405643 h 405642"/>
                <a:gd name="connsiteX15" fmla="*/ 123166 w 177305"/>
                <a:gd name="connsiteY15" fmla="*/ 398668 h 405642"/>
                <a:gd name="connsiteX16" fmla="*/ 151340 w 177305"/>
                <a:gd name="connsiteY16" fmla="*/ 379677 h 405642"/>
                <a:gd name="connsiteX17" fmla="*/ 170331 w 177305"/>
                <a:gd name="connsiteY17" fmla="*/ 351503 h 405642"/>
                <a:gd name="connsiteX18" fmla="*/ 177305 w 177305"/>
                <a:gd name="connsiteY18" fmla="*/ 316990 h 405642"/>
                <a:gd name="connsiteX19" fmla="*/ 166256 w 177305"/>
                <a:gd name="connsiteY19" fmla="*/ 274108 h 405642"/>
                <a:gd name="connsiteX20" fmla="*/ 145553 w 177305"/>
                <a:gd name="connsiteY20" fmla="*/ 249016 h 405642"/>
                <a:gd name="connsiteX21" fmla="*/ 145553 w 177305"/>
                <a:gd name="connsiteY21" fmla="*/ 56899 h 405642"/>
                <a:gd name="connsiteX22" fmla="*/ 141073 w 177305"/>
                <a:gd name="connsiteY22" fmla="*/ 34746 h 405642"/>
                <a:gd name="connsiteX23" fmla="*/ 158593 w 177305"/>
                <a:gd name="connsiteY23" fmla="*/ 316989 h 405642"/>
                <a:gd name="connsiteX24" fmla="*/ 88652 w 177305"/>
                <a:gd name="connsiteY24" fmla="*/ 386930 h 405642"/>
                <a:gd name="connsiteX25" fmla="*/ 18711 w 177305"/>
                <a:gd name="connsiteY25" fmla="*/ 316989 h 405642"/>
                <a:gd name="connsiteX26" fmla="*/ 50464 w 177305"/>
                <a:gd name="connsiteY26" fmla="*/ 258390 h 405642"/>
                <a:gd name="connsiteX27" fmla="*/ 50464 w 177305"/>
                <a:gd name="connsiteY27" fmla="*/ 56899 h 405642"/>
                <a:gd name="connsiteX28" fmla="*/ 88651 w 177305"/>
                <a:gd name="connsiteY28" fmla="*/ 18712 h 405642"/>
                <a:gd name="connsiteX29" fmla="*/ 88651 w 177305"/>
                <a:gd name="connsiteY29" fmla="*/ 18712 h 405642"/>
                <a:gd name="connsiteX30" fmla="*/ 126839 w 177305"/>
                <a:gd name="connsiteY30" fmla="*/ 56899 h 405642"/>
                <a:gd name="connsiteX31" fmla="*/ 126839 w 177305"/>
                <a:gd name="connsiteY31" fmla="*/ 59715 h 405642"/>
                <a:gd name="connsiteX32" fmla="*/ 93226 w 177305"/>
                <a:gd name="connsiteY32" fmla="*/ 59715 h 405642"/>
                <a:gd name="connsiteX33" fmla="*/ 83870 w 177305"/>
                <a:gd name="connsiteY33" fmla="*/ 69070 h 405642"/>
                <a:gd name="connsiteX34" fmla="*/ 93226 w 177305"/>
                <a:gd name="connsiteY34" fmla="*/ 78426 h 405642"/>
                <a:gd name="connsiteX35" fmla="*/ 126840 w 177305"/>
                <a:gd name="connsiteY35" fmla="*/ 78426 h 405642"/>
                <a:gd name="connsiteX36" fmla="*/ 126840 w 177305"/>
                <a:gd name="connsiteY36" fmla="*/ 97138 h 405642"/>
                <a:gd name="connsiteX37" fmla="*/ 93226 w 177305"/>
                <a:gd name="connsiteY37" fmla="*/ 97138 h 405642"/>
                <a:gd name="connsiteX38" fmla="*/ 83870 w 177305"/>
                <a:gd name="connsiteY38" fmla="*/ 106494 h 405642"/>
                <a:gd name="connsiteX39" fmla="*/ 93226 w 177305"/>
                <a:gd name="connsiteY39" fmla="*/ 115849 h 405642"/>
                <a:gd name="connsiteX40" fmla="*/ 126840 w 177305"/>
                <a:gd name="connsiteY40" fmla="*/ 115849 h 405642"/>
                <a:gd name="connsiteX41" fmla="*/ 126840 w 177305"/>
                <a:gd name="connsiteY41" fmla="*/ 134561 h 405642"/>
                <a:gd name="connsiteX42" fmla="*/ 93226 w 177305"/>
                <a:gd name="connsiteY42" fmla="*/ 134561 h 405642"/>
                <a:gd name="connsiteX43" fmla="*/ 83870 w 177305"/>
                <a:gd name="connsiteY43" fmla="*/ 143917 h 405642"/>
                <a:gd name="connsiteX44" fmla="*/ 93226 w 177305"/>
                <a:gd name="connsiteY44" fmla="*/ 153272 h 405642"/>
                <a:gd name="connsiteX45" fmla="*/ 126840 w 177305"/>
                <a:gd name="connsiteY45" fmla="*/ 153272 h 405642"/>
                <a:gd name="connsiteX46" fmla="*/ 126840 w 177305"/>
                <a:gd name="connsiteY46" fmla="*/ 258389 h 405642"/>
                <a:gd name="connsiteX47" fmla="*/ 158593 w 177305"/>
                <a:gd name="connsiteY47" fmla="*/ 316989 h 405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77305" h="405642">
                  <a:moveTo>
                    <a:pt x="141073" y="34746"/>
                  </a:moveTo>
                  <a:cubicBezTo>
                    <a:pt x="138206" y="27968"/>
                    <a:pt x="134106" y="21885"/>
                    <a:pt x="128886" y="16666"/>
                  </a:cubicBezTo>
                  <a:cubicBezTo>
                    <a:pt x="123666" y="11447"/>
                    <a:pt x="117583" y="7346"/>
                    <a:pt x="110806" y="4479"/>
                  </a:cubicBezTo>
                  <a:cubicBezTo>
                    <a:pt x="103779" y="1507"/>
                    <a:pt x="96325" y="0"/>
                    <a:pt x="88652" y="0"/>
                  </a:cubicBezTo>
                  <a:cubicBezTo>
                    <a:pt x="80979" y="0"/>
                    <a:pt x="73525" y="1507"/>
                    <a:pt x="66499" y="4479"/>
                  </a:cubicBezTo>
                  <a:cubicBezTo>
                    <a:pt x="59721" y="7347"/>
                    <a:pt x="53638" y="11446"/>
                    <a:pt x="48419" y="16666"/>
                  </a:cubicBezTo>
                  <a:cubicBezTo>
                    <a:pt x="43200" y="21885"/>
                    <a:pt x="39099" y="27969"/>
                    <a:pt x="36232" y="34746"/>
                  </a:cubicBezTo>
                  <a:cubicBezTo>
                    <a:pt x="33260" y="41773"/>
                    <a:pt x="31753" y="49227"/>
                    <a:pt x="31753" y="56899"/>
                  </a:cubicBezTo>
                  <a:lnTo>
                    <a:pt x="31753" y="249016"/>
                  </a:lnTo>
                  <a:cubicBezTo>
                    <a:pt x="23394" y="256026"/>
                    <a:pt x="16335" y="264559"/>
                    <a:pt x="11049" y="274108"/>
                  </a:cubicBezTo>
                  <a:cubicBezTo>
                    <a:pt x="3821" y="287165"/>
                    <a:pt x="0" y="301993"/>
                    <a:pt x="0" y="316990"/>
                  </a:cubicBezTo>
                  <a:cubicBezTo>
                    <a:pt x="0" y="328950"/>
                    <a:pt x="2346" y="340562"/>
                    <a:pt x="6975" y="351503"/>
                  </a:cubicBezTo>
                  <a:cubicBezTo>
                    <a:pt x="11441" y="362062"/>
                    <a:pt x="17830" y="371541"/>
                    <a:pt x="25966" y="379677"/>
                  </a:cubicBezTo>
                  <a:cubicBezTo>
                    <a:pt x="34101" y="387812"/>
                    <a:pt x="43581" y="394203"/>
                    <a:pt x="54139" y="398668"/>
                  </a:cubicBezTo>
                  <a:cubicBezTo>
                    <a:pt x="65080" y="403296"/>
                    <a:pt x="76693" y="405643"/>
                    <a:pt x="88653" y="405643"/>
                  </a:cubicBezTo>
                  <a:cubicBezTo>
                    <a:pt x="100612" y="405643"/>
                    <a:pt x="112224" y="403296"/>
                    <a:pt x="123166" y="398668"/>
                  </a:cubicBezTo>
                  <a:cubicBezTo>
                    <a:pt x="133725" y="394202"/>
                    <a:pt x="143204" y="387812"/>
                    <a:pt x="151340" y="379677"/>
                  </a:cubicBezTo>
                  <a:cubicBezTo>
                    <a:pt x="159475" y="371541"/>
                    <a:pt x="165865" y="362062"/>
                    <a:pt x="170331" y="351503"/>
                  </a:cubicBezTo>
                  <a:cubicBezTo>
                    <a:pt x="174958" y="340562"/>
                    <a:pt x="177305" y="328950"/>
                    <a:pt x="177305" y="316990"/>
                  </a:cubicBezTo>
                  <a:cubicBezTo>
                    <a:pt x="177305" y="301993"/>
                    <a:pt x="173485" y="287165"/>
                    <a:pt x="166256" y="274108"/>
                  </a:cubicBezTo>
                  <a:cubicBezTo>
                    <a:pt x="160970" y="264559"/>
                    <a:pt x="153911" y="256026"/>
                    <a:pt x="145553" y="249016"/>
                  </a:cubicBezTo>
                  <a:lnTo>
                    <a:pt x="145553" y="56899"/>
                  </a:lnTo>
                  <a:cubicBezTo>
                    <a:pt x="145551" y="49227"/>
                    <a:pt x="144045" y="41773"/>
                    <a:pt x="141073" y="34746"/>
                  </a:cubicBezTo>
                  <a:close/>
                  <a:moveTo>
                    <a:pt x="158593" y="316989"/>
                  </a:moveTo>
                  <a:cubicBezTo>
                    <a:pt x="158593" y="355617"/>
                    <a:pt x="127279" y="386930"/>
                    <a:pt x="88652" y="386930"/>
                  </a:cubicBezTo>
                  <a:cubicBezTo>
                    <a:pt x="50025" y="386930"/>
                    <a:pt x="18711" y="355617"/>
                    <a:pt x="18711" y="316989"/>
                  </a:cubicBezTo>
                  <a:cubicBezTo>
                    <a:pt x="18711" y="292454"/>
                    <a:pt x="31348" y="270874"/>
                    <a:pt x="50464" y="258390"/>
                  </a:cubicBezTo>
                  <a:lnTo>
                    <a:pt x="50464" y="56899"/>
                  </a:lnTo>
                  <a:cubicBezTo>
                    <a:pt x="50464" y="35809"/>
                    <a:pt x="67561" y="18712"/>
                    <a:pt x="88651" y="18712"/>
                  </a:cubicBezTo>
                  <a:lnTo>
                    <a:pt x="88651" y="18712"/>
                  </a:lnTo>
                  <a:cubicBezTo>
                    <a:pt x="109742" y="18712"/>
                    <a:pt x="126839" y="35809"/>
                    <a:pt x="126839" y="56899"/>
                  </a:cubicBezTo>
                  <a:lnTo>
                    <a:pt x="126839" y="59715"/>
                  </a:lnTo>
                  <a:lnTo>
                    <a:pt x="93226" y="59715"/>
                  </a:lnTo>
                  <a:cubicBezTo>
                    <a:pt x="88059" y="59715"/>
                    <a:pt x="83870" y="63904"/>
                    <a:pt x="83870" y="69070"/>
                  </a:cubicBezTo>
                  <a:cubicBezTo>
                    <a:pt x="83870" y="74237"/>
                    <a:pt x="88059" y="78426"/>
                    <a:pt x="93226" y="78426"/>
                  </a:cubicBezTo>
                  <a:lnTo>
                    <a:pt x="126840" y="78426"/>
                  </a:lnTo>
                  <a:lnTo>
                    <a:pt x="126840" y="97138"/>
                  </a:lnTo>
                  <a:lnTo>
                    <a:pt x="93226" y="97138"/>
                  </a:lnTo>
                  <a:cubicBezTo>
                    <a:pt x="88059" y="97138"/>
                    <a:pt x="83870" y="101327"/>
                    <a:pt x="83870" y="106494"/>
                  </a:cubicBezTo>
                  <a:cubicBezTo>
                    <a:pt x="83870" y="111660"/>
                    <a:pt x="88059" y="115849"/>
                    <a:pt x="93226" y="115849"/>
                  </a:cubicBezTo>
                  <a:lnTo>
                    <a:pt x="126840" y="115849"/>
                  </a:lnTo>
                  <a:lnTo>
                    <a:pt x="126840" y="134561"/>
                  </a:lnTo>
                  <a:lnTo>
                    <a:pt x="93226" y="134561"/>
                  </a:lnTo>
                  <a:cubicBezTo>
                    <a:pt x="88059" y="134561"/>
                    <a:pt x="83870" y="138750"/>
                    <a:pt x="83870" y="143917"/>
                  </a:cubicBezTo>
                  <a:cubicBezTo>
                    <a:pt x="83870" y="149083"/>
                    <a:pt x="88059" y="153272"/>
                    <a:pt x="93226" y="153272"/>
                  </a:cubicBezTo>
                  <a:lnTo>
                    <a:pt x="126840" y="153272"/>
                  </a:lnTo>
                  <a:lnTo>
                    <a:pt x="126840" y="258389"/>
                  </a:lnTo>
                  <a:cubicBezTo>
                    <a:pt x="145957" y="270874"/>
                    <a:pt x="158593" y="292455"/>
                    <a:pt x="158593" y="316989"/>
                  </a:cubicBezTo>
                  <a:close/>
                </a:path>
              </a:pathLst>
            </a:custGeom>
            <a:grpFill/>
            <a:ln w="654" cap="flat">
              <a:noFill/>
              <a:prstDash val="solid"/>
              <a:miter/>
            </a:ln>
          </p:spPr>
          <p:txBody>
            <a:bodyPr rtlCol="0" anchor="ctr"/>
            <a:lstStyle/>
            <a:p>
              <a:endParaRPr lang="en-US"/>
            </a:p>
          </p:txBody>
        </p:sp>
        <p:sp>
          <p:nvSpPr>
            <p:cNvPr id="425" name="Freeform: Shape 424">
              <a:extLst>
                <a:ext uri="{FF2B5EF4-FFF2-40B4-BE49-F238E27FC236}">
                  <a16:creationId xmlns:a16="http://schemas.microsoft.com/office/drawing/2014/main" id="{4CD552FC-568E-44C6-AF02-BFCC6A8436A2}"/>
                </a:ext>
              </a:extLst>
            </p:cNvPr>
            <p:cNvSpPr/>
            <p:nvPr/>
          </p:nvSpPr>
          <p:spPr>
            <a:xfrm>
              <a:off x="3402943" y="2138325"/>
              <a:ext cx="110773" cy="205147"/>
            </a:xfrm>
            <a:custGeom>
              <a:avLst/>
              <a:gdLst>
                <a:gd name="connsiteX0" fmla="*/ 85617 w 110773"/>
                <a:gd name="connsiteY0" fmla="*/ 103347 h 205147"/>
                <a:gd name="connsiteX1" fmla="*/ 79021 w 110773"/>
                <a:gd name="connsiteY1" fmla="*/ 99040 h 205147"/>
                <a:gd name="connsiteX2" fmla="*/ 79021 w 110773"/>
                <a:gd name="connsiteY2" fmla="*/ 91161 h 205147"/>
                <a:gd name="connsiteX3" fmla="*/ 79021 w 110773"/>
                <a:gd name="connsiteY3" fmla="*/ 23634 h 205147"/>
                <a:gd name="connsiteX4" fmla="*/ 55387 w 110773"/>
                <a:gd name="connsiteY4" fmla="*/ 0 h 205147"/>
                <a:gd name="connsiteX5" fmla="*/ 31753 w 110773"/>
                <a:gd name="connsiteY5" fmla="*/ 23634 h 205147"/>
                <a:gd name="connsiteX6" fmla="*/ 31753 w 110773"/>
                <a:gd name="connsiteY6" fmla="*/ 91161 h 205147"/>
                <a:gd name="connsiteX7" fmla="*/ 31753 w 110773"/>
                <a:gd name="connsiteY7" fmla="*/ 99040 h 205147"/>
                <a:gd name="connsiteX8" fmla="*/ 25156 w 110773"/>
                <a:gd name="connsiteY8" fmla="*/ 103347 h 205147"/>
                <a:gd name="connsiteX9" fmla="*/ 0 w 110773"/>
                <a:gd name="connsiteY9" fmla="*/ 149761 h 205147"/>
                <a:gd name="connsiteX10" fmla="*/ 16222 w 110773"/>
                <a:gd name="connsiteY10" fmla="*/ 188925 h 205147"/>
                <a:gd name="connsiteX11" fmla="*/ 55387 w 110773"/>
                <a:gd name="connsiteY11" fmla="*/ 205147 h 205147"/>
                <a:gd name="connsiteX12" fmla="*/ 94551 w 110773"/>
                <a:gd name="connsiteY12" fmla="*/ 188925 h 205147"/>
                <a:gd name="connsiteX13" fmla="*/ 110773 w 110773"/>
                <a:gd name="connsiteY13" fmla="*/ 149761 h 205147"/>
                <a:gd name="connsiteX14" fmla="*/ 85617 w 110773"/>
                <a:gd name="connsiteY14" fmla="*/ 103347 h 205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773" h="205147">
                  <a:moveTo>
                    <a:pt x="85617" y="103347"/>
                  </a:moveTo>
                  <a:lnTo>
                    <a:pt x="79021" y="99040"/>
                  </a:lnTo>
                  <a:lnTo>
                    <a:pt x="79021" y="91161"/>
                  </a:lnTo>
                  <a:lnTo>
                    <a:pt x="79021" y="23634"/>
                  </a:lnTo>
                  <a:cubicBezTo>
                    <a:pt x="79021" y="10602"/>
                    <a:pt x="68418" y="0"/>
                    <a:pt x="55387" y="0"/>
                  </a:cubicBezTo>
                  <a:cubicBezTo>
                    <a:pt x="42355" y="0"/>
                    <a:pt x="31753" y="10602"/>
                    <a:pt x="31753" y="23634"/>
                  </a:cubicBezTo>
                  <a:lnTo>
                    <a:pt x="31753" y="91161"/>
                  </a:lnTo>
                  <a:lnTo>
                    <a:pt x="31753" y="99040"/>
                  </a:lnTo>
                  <a:lnTo>
                    <a:pt x="25156" y="103347"/>
                  </a:lnTo>
                  <a:cubicBezTo>
                    <a:pt x="9404" y="113633"/>
                    <a:pt x="0" y="130985"/>
                    <a:pt x="0" y="149761"/>
                  </a:cubicBezTo>
                  <a:cubicBezTo>
                    <a:pt x="0" y="164555"/>
                    <a:pt x="5761" y="178464"/>
                    <a:pt x="16222" y="188925"/>
                  </a:cubicBezTo>
                  <a:cubicBezTo>
                    <a:pt x="26684" y="199386"/>
                    <a:pt x="40593" y="205147"/>
                    <a:pt x="55387" y="205147"/>
                  </a:cubicBezTo>
                  <a:cubicBezTo>
                    <a:pt x="70181" y="205147"/>
                    <a:pt x="84090" y="199386"/>
                    <a:pt x="94551" y="188925"/>
                  </a:cubicBezTo>
                  <a:cubicBezTo>
                    <a:pt x="105012" y="178464"/>
                    <a:pt x="110773" y="164555"/>
                    <a:pt x="110773" y="149761"/>
                  </a:cubicBezTo>
                  <a:cubicBezTo>
                    <a:pt x="110774" y="130985"/>
                    <a:pt x="101369" y="113634"/>
                    <a:pt x="85617" y="103347"/>
                  </a:cubicBezTo>
                  <a:close/>
                </a:path>
              </a:pathLst>
            </a:custGeom>
            <a:grpFill/>
            <a:ln w="654" cap="flat">
              <a:noFill/>
              <a:prstDash val="solid"/>
              <a:miter/>
            </a:ln>
          </p:spPr>
          <p:txBody>
            <a:bodyPr rtlCol="0" anchor="ctr"/>
            <a:lstStyle/>
            <a:p>
              <a:endParaRPr lang="en-US"/>
            </a:p>
          </p:txBody>
        </p:sp>
      </p:grpSp>
      <p:sp>
        <p:nvSpPr>
          <p:cNvPr id="426" name="Graphic 144">
            <a:extLst>
              <a:ext uri="{FF2B5EF4-FFF2-40B4-BE49-F238E27FC236}">
                <a16:creationId xmlns:a16="http://schemas.microsoft.com/office/drawing/2014/main" id="{A57A5ABB-1D79-4300-81D8-12EA7E8ECB6D}"/>
              </a:ext>
            </a:extLst>
          </p:cNvPr>
          <p:cNvSpPr>
            <a:spLocks noChangeAspect="1"/>
          </p:cNvSpPr>
          <p:nvPr/>
        </p:nvSpPr>
        <p:spPr>
          <a:xfrm>
            <a:off x="1963734" y="1929157"/>
            <a:ext cx="432705" cy="365760"/>
          </a:xfrm>
          <a:custGeom>
            <a:avLst/>
            <a:gdLst>
              <a:gd name="connsiteX0" fmla="*/ 321547 w 452479"/>
              <a:gd name="connsiteY0" fmla="*/ 47812 h 382475"/>
              <a:gd name="connsiteX1" fmla="*/ 259191 w 452479"/>
              <a:gd name="connsiteY1" fmla="*/ 119527 h 382475"/>
              <a:gd name="connsiteX2" fmla="*/ 261841 w 452479"/>
              <a:gd name="connsiteY2" fmla="*/ 117918 h 382475"/>
              <a:gd name="connsiteX3" fmla="*/ 275512 w 452479"/>
              <a:gd name="connsiteY3" fmla="*/ 110303 h 382475"/>
              <a:gd name="connsiteX4" fmla="*/ 290589 w 452479"/>
              <a:gd name="connsiteY4" fmla="*/ 102961 h 382475"/>
              <a:gd name="connsiteX5" fmla="*/ 298616 w 452479"/>
              <a:gd name="connsiteY5" fmla="*/ 99584 h 382475"/>
              <a:gd name="connsiteX6" fmla="*/ 302682 w 452479"/>
              <a:gd name="connsiteY6" fmla="*/ 97926 h 382475"/>
              <a:gd name="connsiteX7" fmla="*/ 306960 w 452479"/>
              <a:gd name="connsiteY7" fmla="*/ 96448 h 382475"/>
              <a:gd name="connsiteX8" fmla="*/ 315111 w 452479"/>
              <a:gd name="connsiteY8" fmla="*/ 93736 h 382475"/>
              <a:gd name="connsiteX9" fmla="*/ 323542 w 452479"/>
              <a:gd name="connsiteY9" fmla="*/ 91346 h 382475"/>
              <a:gd name="connsiteX10" fmla="*/ 339920 w 452479"/>
              <a:gd name="connsiteY10" fmla="*/ 87324 h 382475"/>
              <a:gd name="connsiteX11" fmla="*/ 369026 w 452479"/>
              <a:gd name="connsiteY11" fmla="*/ 81837 h 382475"/>
              <a:gd name="connsiteX12" fmla="*/ 397863 w 452479"/>
              <a:gd name="connsiteY12" fmla="*/ 78730 h 382475"/>
              <a:gd name="connsiteX13" fmla="*/ 390511 w 452479"/>
              <a:gd name="connsiteY13" fmla="*/ 81875 h 382475"/>
              <a:gd name="connsiteX14" fmla="*/ 371030 w 452479"/>
              <a:gd name="connsiteY14" fmla="*/ 89525 h 382475"/>
              <a:gd name="connsiteX15" fmla="*/ 357976 w 452479"/>
              <a:gd name="connsiteY15" fmla="*/ 94308 h 382475"/>
              <a:gd name="connsiteX16" fmla="*/ 343399 w 452479"/>
              <a:gd name="connsiteY16" fmla="*/ 99468 h 382475"/>
              <a:gd name="connsiteX17" fmla="*/ 328013 w 452479"/>
              <a:gd name="connsiteY17" fmla="*/ 104945 h 382475"/>
              <a:gd name="connsiteX18" fmla="*/ 312145 w 452479"/>
              <a:gd name="connsiteY18" fmla="*/ 110793 h 382475"/>
              <a:gd name="connsiteX19" fmla="*/ 296826 w 452479"/>
              <a:gd name="connsiteY19" fmla="*/ 117186 h 382475"/>
              <a:gd name="connsiteX20" fmla="*/ 278154 w 452479"/>
              <a:gd name="connsiteY20" fmla="*/ 124614 h 382475"/>
              <a:gd name="connsiteX21" fmla="*/ 264714 w 452479"/>
              <a:gd name="connsiteY21" fmla="*/ 130438 h 382475"/>
              <a:gd name="connsiteX22" fmla="*/ 192454 w 452479"/>
              <a:gd name="connsiteY22" fmla="*/ 244719 h 382475"/>
              <a:gd name="connsiteX23" fmla="*/ 150081 w 452479"/>
              <a:gd name="connsiteY23" fmla="*/ 128405 h 382475"/>
              <a:gd name="connsiteX24" fmla="*/ 150182 w 452479"/>
              <a:gd name="connsiteY24" fmla="*/ 128352 h 382475"/>
              <a:gd name="connsiteX25" fmla="*/ 137021 w 452479"/>
              <a:gd name="connsiteY25" fmla="*/ 115558 h 382475"/>
              <a:gd name="connsiteX26" fmla="*/ 125547 w 452479"/>
              <a:gd name="connsiteY26" fmla="*/ 103847 h 382475"/>
              <a:gd name="connsiteX27" fmla="*/ 113827 w 452479"/>
              <a:gd name="connsiteY27" fmla="*/ 92088 h 382475"/>
              <a:gd name="connsiteX28" fmla="*/ 101393 w 452479"/>
              <a:gd name="connsiteY28" fmla="*/ 80614 h 382475"/>
              <a:gd name="connsiteX29" fmla="*/ 89278 w 452479"/>
              <a:gd name="connsiteY29" fmla="*/ 69693 h 382475"/>
              <a:gd name="connsiteX30" fmla="*/ 77774 w 452479"/>
              <a:gd name="connsiteY30" fmla="*/ 59364 h 382475"/>
              <a:gd name="connsiteX31" fmla="*/ 67547 w 452479"/>
              <a:gd name="connsiteY31" fmla="*/ 49951 h 382475"/>
              <a:gd name="connsiteX32" fmla="*/ 52450 w 452479"/>
              <a:gd name="connsiteY32" fmla="*/ 35446 h 382475"/>
              <a:gd name="connsiteX33" fmla="*/ 46876 w 452479"/>
              <a:gd name="connsiteY33" fmla="*/ 29728 h 382475"/>
              <a:gd name="connsiteX34" fmla="*/ 72331 w 452479"/>
              <a:gd name="connsiteY34" fmla="*/ 43607 h 382475"/>
              <a:gd name="connsiteX35" fmla="*/ 97145 w 452479"/>
              <a:gd name="connsiteY35" fmla="*/ 59788 h 382475"/>
              <a:gd name="connsiteX36" fmla="*/ 110739 w 452479"/>
              <a:gd name="connsiteY36" fmla="*/ 69760 h 382475"/>
              <a:gd name="connsiteX37" fmla="*/ 117604 w 452479"/>
              <a:gd name="connsiteY37" fmla="*/ 75180 h 382475"/>
              <a:gd name="connsiteX38" fmla="*/ 124107 w 452479"/>
              <a:gd name="connsiteY38" fmla="*/ 80801 h 382475"/>
              <a:gd name="connsiteX39" fmla="*/ 127489 w 452479"/>
              <a:gd name="connsiteY39" fmla="*/ 83802 h 382475"/>
              <a:gd name="connsiteX40" fmla="*/ 130630 w 452479"/>
              <a:gd name="connsiteY40" fmla="*/ 86890 h 382475"/>
              <a:gd name="connsiteX41" fmla="*/ 136753 w 452479"/>
              <a:gd name="connsiteY41" fmla="*/ 93076 h 382475"/>
              <a:gd name="connsiteX42" fmla="*/ 147905 w 452479"/>
              <a:gd name="connsiteY42" fmla="*/ 105615 h 382475"/>
              <a:gd name="connsiteX43" fmla="*/ 157621 w 452479"/>
              <a:gd name="connsiteY43" fmla="*/ 117871 h 382475"/>
              <a:gd name="connsiteX44" fmla="*/ 159447 w 452479"/>
              <a:gd name="connsiteY44" fmla="*/ 120366 h 382475"/>
              <a:gd name="connsiteX45" fmla="*/ 129200 w 452479"/>
              <a:gd name="connsiteY45" fmla="*/ 30268 h 382475"/>
              <a:gd name="connsiteX46" fmla="*/ 0 w 452479"/>
              <a:gd name="connsiteY46" fmla="*/ 0 h 382475"/>
              <a:gd name="connsiteX47" fmla="*/ 63618 w 452479"/>
              <a:gd name="connsiteY47" fmla="*/ 108158 h 382475"/>
              <a:gd name="connsiteX48" fmla="*/ 137192 w 452479"/>
              <a:gd name="connsiteY48" fmla="*/ 133661 h 382475"/>
              <a:gd name="connsiteX49" fmla="*/ 179676 w 452479"/>
              <a:gd name="connsiteY49" fmla="*/ 274510 h 382475"/>
              <a:gd name="connsiteX50" fmla="*/ 166082 w 452479"/>
              <a:gd name="connsiteY50" fmla="*/ 269076 h 382475"/>
              <a:gd name="connsiteX51" fmla="*/ 135202 w 452479"/>
              <a:gd name="connsiteY51" fmla="*/ 289366 h 382475"/>
              <a:gd name="connsiteX52" fmla="*/ 78859 w 452479"/>
              <a:gd name="connsiteY52" fmla="*/ 325920 h 382475"/>
              <a:gd name="connsiteX53" fmla="*/ 43538 w 452479"/>
              <a:gd name="connsiteY53" fmla="*/ 353601 h 382475"/>
              <a:gd name="connsiteX54" fmla="*/ 70896 w 452479"/>
              <a:gd name="connsiteY54" fmla="*/ 382052 h 382475"/>
              <a:gd name="connsiteX55" fmla="*/ 311776 w 452479"/>
              <a:gd name="connsiteY55" fmla="*/ 382476 h 382475"/>
              <a:gd name="connsiteX56" fmla="*/ 337442 w 452479"/>
              <a:gd name="connsiteY56" fmla="*/ 353591 h 382475"/>
              <a:gd name="connsiteX57" fmla="*/ 308886 w 452479"/>
              <a:gd name="connsiteY57" fmla="*/ 325014 h 382475"/>
              <a:gd name="connsiteX58" fmla="*/ 302584 w 452479"/>
              <a:gd name="connsiteY58" fmla="*/ 325765 h 382475"/>
              <a:gd name="connsiteX59" fmla="*/ 257686 w 452479"/>
              <a:gd name="connsiteY59" fmla="*/ 295638 h 382475"/>
              <a:gd name="connsiteX60" fmla="*/ 224794 w 452479"/>
              <a:gd name="connsiteY60" fmla="*/ 269076 h 382475"/>
              <a:gd name="connsiteX61" fmla="*/ 198472 w 452479"/>
              <a:gd name="connsiteY61" fmla="*/ 278209 h 382475"/>
              <a:gd name="connsiteX62" fmla="*/ 272814 w 452479"/>
              <a:gd name="connsiteY62" fmla="*/ 140795 h 382475"/>
              <a:gd name="connsiteX63" fmla="*/ 273970 w 452479"/>
              <a:gd name="connsiteY63" fmla="*/ 139750 h 382475"/>
              <a:gd name="connsiteX64" fmla="*/ 352415 w 452479"/>
              <a:gd name="connsiteY64" fmla="*/ 144808 h 382475"/>
              <a:gd name="connsiteX65" fmla="*/ 452480 w 452479"/>
              <a:gd name="connsiteY65" fmla="*/ 69127 h 382475"/>
              <a:gd name="connsiteX66" fmla="*/ 321547 w 452479"/>
              <a:gd name="connsiteY66" fmla="*/ 47812 h 382475"/>
              <a:gd name="connsiteX67" fmla="*/ 190274 w 452479"/>
              <a:gd name="connsiteY67" fmla="*/ 287238 h 382475"/>
              <a:gd name="connsiteX68" fmla="*/ 191849 w 452479"/>
              <a:gd name="connsiteY68" fmla="*/ 285658 h 382475"/>
              <a:gd name="connsiteX69" fmla="*/ 190568 w 452479"/>
              <a:gd name="connsiteY69" fmla="*/ 287787 h 382475"/>
              <a:gd name="connsiteX70" fmla="*/ 190274 w 452479"/>
              <a:gd name="connsiteY70" fmla="*/ 287238 h 38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452479" h="382475">
                <a:moveTo>
                  <a:pt x="321547" y="47812"/>
                </a:moveTo>
                <a:cubicBezTo>
                  <a:pt x="273200" y="60506"/>
                  <a:pt x="256397" y="102132"/>
                  <a:pt x="259191" y="119527"/>
                </a:cubicBezTo>
                <a:cubicBezTo>
                  <a:pt x="260078" y="118992"/>
                  <a:pt x="260945" y="118477"/>
                  <a:pt x="261841" y="117918"/>
                </a:cubicBezTo>
                <a:cubicBezTo>
                  <a:pt x="266089" y="115312"/>
                  <a:pt x="270714" y="112846"/>
                  <a:pt x="275512" y="110303"/>
                </a:cubicBezTo>
                <a:cubicBezTo>
                  <a:pt x="280281" y="107744"/>
                  <a:pt x="285417" y="105369"/>
                  <a:pt x="290589" y="102961"/>
                </a:cubicBezTo>
                <a:cubicBezTo>
                  <a:pt x="293191" y="101747"/>
                  <a:pt x="295918" y="100682"/>
                  <a:pt x="298616" y="99584"/>
                </a:cubicBezTo>
                <a:lnTo>
                  <a:pt x="302682" y="97926"/>
                </a:lnTo>
                <a:cubicBezTo>
                  <a:pt x="304435" y="97237"/>
                  <a:pt x="305514" y="96954"/>
                  <a:pt x="306960" y="96448"/>
                </a:cubicBezTo>
                <a:lnTo>
                  <a:pt x="315111" y="93736"/>
                </a:lnTo>
                <a:cubicBezTo>
                  <a:pt x="317944" y="92927"/>
                  <a:pt x="320757" y="92137"/>
                  <a:pt x="323542" y="91346"/>
                </a:cubicBezTo>
                <a:cubicBezTo>
                  <a:pt x="329178" y="89790"/>
                  <a:pt x="334622" y="88417"/>
                  <a:pt x="339920" y="87324"/>
                </a:cubicBezTo>
                <a:cubicBezTo>
                  <a:pt x="350509" y="84916"/>
                  <a:pt x="360462" y="83162"/>
                  <a:pt x="369026" y="81837"/>
                </a:cubicBezTo>
                <a:cubicBezTo>
                  <a:pt x="386176" y="79226"/>
                  <a:pt x="397863" y="78730"/>
                  <a:pt x="397863" y="78730"/>
                </a:cubicBezTo>
                <a:cubicBezTo>
                  <a:pt x="397863" y="78730"/>
                  <a:pt x="395195" y="79877"/>
                  <a:pt x="390511" y="81875"/>
                </a:cubicBezTo>
                <a:cubicBezTo>
                  <a:pt x="385810" y="83831"/>
                  <a:pt x="379105" y="86423"/>
                  <a:pt x="371030" y="89525"/>
                </a:cubicBezTo>
                <a:cubicBezTo>
                  <a:pt x="366964" y="91004"/>
                  <a:pt x="362600" y="92613"/>
                  <a:pt x="357976" y="94308"/>
                </a:cubicBezTo>
                <a:cubicBezTo>
                  <a:pt x="353342" y="95956"/>
                  <a:pt x="348447" y="97680"/>
                  <a:pt x="343399" y="99468"/>
                </a:cubicBezTo>
                <a:cubicBezTo>
                  <a:pt x="338398" y="101231"/>
                  <a:pt x="333264" y="103071"/>
                  <a:pt x="328013" y="104945"/>
                </a:cubicBezTo>
                <a:cubicBezTo>
                  <a:pt x="322877" y="106679"/>
                  <a:pt x="317520" y="108731"/>
                  <a:pt x="312145" y="110793"/>
                </a:cubicBezTo>
                <a:cubicBezTo>
                  <a:pt x="307135" y="112667"/>
                  <a:pt x="301932" y="115162"/>
                  <a:pt x="296826" y="117186"/>
                </a:cubicBezTo>
                <a:cubicBezTo>
                  <a:pt x="291758" y="119492"/>
                  <a:pt x="283068" y="122514"/>
                  <a:pt x="278154" y="124614"/>
                </a:cubicBezTo>
                <a:cubicBezTo>
                  <a:pt x="272229" y="127100"/>
                  <a:pt x="268480" y="128444"/>
                  <a:pt x="264714" y="130438"/>
                </a:cubicBezTo>
                <a:cubicBezTo>
                  <a:pt x="222539" y="155050"/>
                  <a:pt x="203852" y="198618"/>
                  <a:pt x="192454" y="244719"/>
                </a:cubicBezTo>
                <a:cubicBezTo>
                  <a:pt x="190431" y="201411"/>
                  <a:pt x="181345" y="159395"/>
                  <a:pt x="150081" y="128405"/>
                </a:cubicBezTo>
                <a:cubicBezTo>
                  <a:pt x="150110" y="128386"/>
                  <a:pt x="150153" y="128376"/>
                  <a:pt x="150182" y="128352"/>
                </a:cubicBezTo>
                <a:cubicBezTo>
                  <a:pt x="145948" y="124388"/>
                  <a:pt x="141550" y="120125"/>
                  <a:pt x="137021" y="115558"/>
                </a:cubicBezTo>
                <a:cubicBezTo>
                  <a:pt x="133303" y="111723"/>
                  <a:pt x="129372" y="107912"/>
                  <a:pt x="125547" y="103847"/>
                </a:cubicBezTo>
                <a:cubicBezTo>
                  <a:pt x="121621" y="100022"/>
                  <a:pt x="117762" y="95740"/>
                  <a:pt x="113827" y="92088"/>
                </a:cubicBezTo>
                <a:cubicBezTo>
                  <a:pt x="109631" y="88123"/>
                  <a:pt x="105488" y="84198"/>
                  <a:pt x="101393" y="80614"/>
                </a:cubicBezTo>
                <a:cubicBezTo>
                  <a:pt x="97260" y="76904"/>
                  <a:pt x="93218" y="73243"/>
                  <a:pt x="89278" y="69693"/>
                </a:cubicBezTo>
                <a:cubicBezTo>
                  <a:pt x="85284" y="66113"/>
                  <a:pt x="81425" y="62660"/>
                  <a:pt x="77774" y="59364"/>
                </a:cubicBezTo>
                <a:cubicBezTo>
                  <a:pt x="74156" y="56030"/>
                  <a:pt x="70703" y="52870"/>
                  <a:pt x="67547" y="49951"/>
                </a:cubicBezTo>
                <a:cubicBezTo>
                  <a:pt x="61261" y="44021"/>
                  <a:pt x="56034" y="39050"/>
                  <a:pt x="52450" y="35446"/>
                </a:cubicBezTo>
                <a:cubicBezTo>
                  <a:pt x="48899" y="31809"/>
                  <a:pt x="46876" y="29728"/>
                  <a:pt x="46876" y="29728"/>
                </a:cubicBezTo>
                <a:cubicBezTo>
                  <a:pt x="46876" y="29728"/>
                  <a:pt x="57474" y="34651"/>
                  <a:pt x="72331" y="43607"/>
                </a:cubicBezTo>
                <a:cubicBezTo>
                  <a:pt x="79740" y="48106"/>
                  <a:pt x="88262" y="53521"/>
                  <a:pt x="97145" y="59788"/>
                </a:cubicBezTo>
                <a:cubicBezTo>
                  <a:pt x="101620" y="62838"/>
                  <a:pt x="106129" y="66181"/>
                  <a:pt x="110739" y="69760"/>
                </a:cubicBezTo>
                <a:cubicBezTo>
                  <a:pt x="113008" y="71566"/>
                  <a:pt x="115315" y="73363"/>
                  <a:pt x="117604" y="75180"/>
                </a:cubicBezTo>
                <a:lnTo>
                  <a:pt x="124107" y="80801"/>
                </a:lnTo>
                <a:cubicBezTo>
                  <a:pt x="125249" y="81827"/>
                  <a:pt x="126140" y="82486"/>
                  <a:pt x="127489" y="83802"/>
                </a:cubicBezTo>
                <a:lnTo>
                  <a:pt x="130630" y="86890"/>
                </a:lnTo>
                <a:cubicBezTo>
                  <a:pt x="132721" y="88942"/>
                  <a:pt x="134822" y="90975"/>
                  <a:pt x="136753" y="93076"/>
                </a:cubicBezTo>
                <a:cubicBezTo>
                  <a:pt x="140650" y="97267"/>
                  <a:pt x="144460" y="101434"/>
                  <a:pt x="147905" y="105615"/>
                </a:cubicBezTo>
                <a:cubicBezTo>
                  <a:pt x="151364" y="109797"/>
                  <a:pt x="154693" y="113843"/>
                  <a:pt x="157621" y="117871"/>
                </a:cubicBezTo>
                <a:cubicBezTo>
                  <a:pt x="158243" y="118738"/>
                  <a:pt x="158826" y="119528"/>
                  <a:pt x="159447" y="120366"/>
                </a:cubicBezTo>
                <a:cubicBezTo>
                  <a:pt x="168692" y="105360"/>
                  <a:pt x="169053" y="60467"/>
                  <a:pt x="129200" y="30268"/>
                </a:cubicBezTo>
                <a:cubicBezTo>
                  <a:pt x="85801" y="-2587"/>
                  <a:pt x="25324" y="12154"/>
                  <a:pt x="0" y="0"/>
                </a:cubicBezTo>
                <a:cubicBezTo>
                  <a:pt x="25570" y="39117"/>
                  <a:pt x="20661" y="65231"/>
                  <a:pt x="63618" y="108158"/>
                </a:cubicBezTo>
                <a:cubicBezTo>
                  <a:pt x="92324" y="136879"/>
                  <a:pt x="119133" y="138657"/>
                  <a:pt x="137192" y="133661"/>
                </a:cubicBezTo>
                <a:cubicBezTo>
                  <a:pt x="173924" y="169020"/>
                  <a:pt x="179657" y="222925"/>
                  <a:pt x="179676" y="274510"/>
                </a:cubicBezTo>
                <a:cubicBezTo>
                  <a:pt x="175919" y="271465"/>
                  <a:pt x="171352" y="269076"/>
                  <a:pt x="166082" y="269076"/>
                </a:cubicBezTo>
                <a:cubicBezTo>
                  <a:pt x="151215" y="269076"/>
                  <a:pt x="140390" y="277438"/>
                  <a:pt x="135202" y="289366"/>
                </a:cubicBezTo>
                <a:cubicBezTo>
                  <a:pt x="102478" y="278229"/>
                  <a:pt x="80743" y="304117"/>
                  <a:pt x="78859" y="325920"/>
                </a:cubicBezTo>
                <a:cubicBezTo>
                  <a:pt x="63290" y="320130"/>
                  <a:pt x="43538" y="338040"/>
                  <a:pt x="43538" y="353601"/>
                </a:cubicBezTo>
                <a:cubicBezTo>
                  <a:pt x="43538" y="368968"/>
                  <a:pt x="55683" y="381406"/>
                  <a:pt x="70896" y="382052"/>
                </a:cubicBezTo>
                <a:lnTo>
                  <a:pt x="311776" y="382476"/>
                </a:lnTo>
                <a:cubicBezTo>
                  <a:pt x="311776" y="382476"/>
                  <a:pt x="337442" y="368640"/>
                  <a:pt x="337442" y="353591"/>
                </a:cubicBezTo>
                <a:cubicBezTo>
                  <a:pt x="337442" y="337820"/>
                  <a:pt x="324657" y="325014"/>
                  <a:pt x="308886" y="325014"/>
                </a:cubicBezTo>
                <a:cubicBezTo>
                  <a:pt x="306698" y="325014"/>
                  <a:pt x="304607" y="325303"/>
                  <a:pt x="302584" y="325765"/>
                </a:cubicBezTo>
                <a:cubicBezTo>
                  <a:pt x="302719" y="324658"/>
                  <a:pt x="299829" y="276157"/>
                  <a:pt x="257686" y="295638"/>
                </a:cubicBezTo>
                <a:cubicBezTo>
                  <a:pt x="254411" y="280463"/>
                  <a:pt x="250114" y="269076"/>
                  <a:pt x="224794" y="269076"/>
                </a:cubicBezTo>
                <a:cubicBezTo>
                  <a:pt x="212322" y="269076"/>
                  <a:pt x="203877" y="273604"/>
                  <a:pt x="198472" y="278209"/>
                </a:cubicBezTo>
                <a:cubicBezTo>
                  <a:pt x="209018" y="224562"/>
                  <a:pt x="225315" y="168518"/>
                  <a:pt x="272814" y="140795"/>
                </a:cubicBezTo>
                <a:cubicBezTo>
                  <a:pt x="273334" y="140502"/>
                  <a:pt x="273604" y="140106"/>
                  <a:pt x="273970" y="139750"/>
                </a:cubicBezTo>
                <a:cubicBezTo>
                  <a:pt x="288653" y="151528"/>
                  <a:pt x="314320" y="160628"/>
                  <a:pt x="352415" y="144808"/>
                </a:cubicBezTo>
                <a:cubicBezTo>
                  <a:pt x="408488" y="121516"/>
                  <a:pt x="413913" y="95512"/>
                  <a:pt x="452480" y="69127"/>
                </a:cubicBezTo>
                <a:cubicBezTo>
                  <a:pt x="424463" y="70699"/>
                  <a:pt x="374190" y="33996"/>
                  <a:pt x="321547" y="47812"/>
                </a:cubicBezTo>
                <a:close/>
                <a:moveTo>
                  <a:pt x="190274" y="287238"/>
                </a:moveTo>
                <a:lnTo>
                  <a:pt x="191849" y="285658"/>
                </a:lnTo>
                <a:cubicBezTo>
                  <a:pt x="191055" y="286891"/>
                  <a:pt x="190568" y="287787"/>
                  <a:pt x="190568" y="287787"/>
                </a:cubicBezTo>
                <a:cubicBezTo>
                  <a:pt x="190568" y="287787"/>
                  <a:pt x="190409" y="287479"/>
                  <a:pt x="190274" y="287238"/>
                </a:cubicBezTo>
                <a:close/>
              </a:path>
            </a:pathLst>
          </a:custGeom>
          <a:solidFill>
            <a:schemeClr val="tx2"/>
          </a:solidFill>
          <a:ln w="817" cap="flat">
            <a:noFill/>
            <a:prstDash val="solid"/>
            <a:miter/>
          </a:ln>
        </p:spPr>
        <p:txBody>
          <a:bodyPr rtlCol="0" anchor="ctr"/>
          <a:lstStyle/>
          <a:p>
            <a:endParaRPr lang="en-US"/>
          </a:p>
        </p:txBody>
      </p:sp>
      <p:grpSp>
        <p:nvGrpSpPr>
          <p:cNvPr id="427" name="Graphic 146">
            <a:extLst>
              <a:ext uri="{FF2B5EF4-FFF2-40B4-BE49-F238E27FC236}">
                <a16:creationId xmlns:a16="http://schemas.microsoft.com/office/drawing/2014/main" id="{6882B29D-BA2D-4549-A11B-C546C15D9AE1}"/>
              </a:ext>
            </a:extLst>
          </p:cNvPr>
          <p:cNvGrpSpPr>
            <a:grpSpLocks noChangeAspect="1"/>
          </p:cNvGrpSpPr>
          <p:nvPr/>
        </p:nvGrpSpPr>
        <p:grpSpPr>
          <a:xfrm>
            <a:off x="940239" y="1929157"/>
            <a:ext cx="365760" cy="365760"/>
            <a:chOff x="730476" y="1991103"/>
            <a:chExt cx="365630" cy="365630"/>
          </a:xfrm>
          <a:solidFill>
            <a:schemeClr val="tx2"/>
          </a:solidFill>
        </p:grpSpPr>
        <p:sp>
          <p:nvSpPr>
            <p:cNvPr id="428" name="Freeform: Shape 427">
              <a:extLst>
                <a:ext uri="{FF2B5EF4-FFF2-40B4-BE49-F238E27FC236}">
                  <a16:creationId xmlns:a16="http://schemas.microsoft.com/office/drawing/2014/main" id="{70E2FE6F-455C-4BA4-998C-31B30C3E37DA}"/>
                </a:ext>
              </a:extLst>
            </p:cNvPr>
            <p:cNvSpPr/>
            <p:nvPr/>
          </p:nvSpPr>
          <p:spPr>
            <a:xfrm rot="-1800044">
              <a:off x="932689" y="2014107"/>
              <a:ext cx="129255" cy="139025"/>
            </a:xfrm>
            <a:custGeom>
              <a:avLst/>
              <a:gdLst>
                <a:gd name="connsiteX0" fmla="*/ 0 w 129255"/>
                <a:gd name="connsiteY0" fmla="*/ 0 h 139025"/>
                <a:gd name="connsiteX1" fmla="*/ 129255 w 129255"/>
                <a:gd name="connsiteY1" fmla="*/ 0 h 139025"/>
                <a:gd name="connsiteX2" fmla="*/ 129255 w 129255"/>
                <a:gd name="connsiteY2" fmla="*/ 139026 h 139025"/>
                <a:gd name="connsiteX3" fmla="*/ 0 w 129255"/>
                <a:gd name="connsiteY3" fmla="*/ 139026 h 139025"/>
              </a:gdLst>
              <a:ahLst/>
              <a:cxnLst>
                <a:cxn ang="0">
                  <a:pos x="connsiteX0" y="connsiteY0"/>
                </a:cxn>
                <a:cxn ang="0">
                  <a:pos x="connsiteX1" y="connsiteY1"/>
                </a:cxn>
                <a:cxn ang="0">
                  <a:pos x="connsiteX2" y="connsiteY2"/>
                </a:cxn>
                <a:cxn ang="0">
                  <a:pos x="connsiteX3" y="connsiteY3"/>
                </a:cxn>
              </a:cxnLst>
              <a:rect l="l" t="t" r="r" b="b"/>
              <a:pathLst>
                <a:path w="129255" h="139025">
                  <a:moveTo>
                    <a:pt x="0" y="0"/>
                  </a:moveTo>
                  <a:lnTo>
                    <a:pt x="129255" y="0"/>
                  </a:lnTo>
                  <a:lnTo>
                    <a:pt x="129255" y="139026"/>
                  </a:lnTo>
                  <a:lnTo>
                    <a:pt x="0" y="139026"/>
                  </a:lnTo>
                  <a:close/>
                </a:path>
              </a:pathLst>
            </a:custGeom>
            <a:grpFill/>
            <a:ln w="707" cap="flat">
              <a:noFill/>
              <a:prstDash val="solid"/>
              <a:miter/>
            </a:ln>
          </p:spPr>
          <p:txBody>
            <a:bodyPr rtlCol="0" anchor="ctr"/>
            <a:lstStyle/>
            <a:p>
              <a:endParaRPr lang="en-US"/>
            </a:p>
          </p:txBody>
        </p:sp>
        <p:sp>
          <p:nvSpPr>
            <p:cNvPr id="429" name="Freeform: Shape 428">
              <a:extLst>
                <a:ext uri="{FF2B5EF4-FFF2-40B4-BE49-F238E27FC236}">
                  <a16:creationId xmlns:a16="http://schemas.microsoft.com/office/drawing/2014/main" id="{1BF8B346-51B6-455D-830B-9AF0E7C1FB4E}"/>
                </a:ext>
              </a:extLst>
            </p:cNvPr>
            <p:cNvSpPr/>
            <p:nvPr/>
          </p:nvSpPr>
          <p:spPr>
            <a:xfrm>
              <a:off x="803131" y="2079643"/>
              <a:ext cx="210709" cy="277095"/>
            </a:xfrm>
            <a:custGeom>
              <a:avLst/>
              <a:gdLst>
                <a:gd name="connsiteX0" fmla="*/ 120601 w 210709"/>
                <a:gd name="connsiteY0" fmla="*/ 107989 h 277095"/>
                <a:gd name="connsiteX1" fmla="*/ 147820 w 210709"/>
                <a:gd name="connsiteY1" fmla="*/ 92274 h 277095"/>
                <a:gd name="connsiteX2" fmla="*/ 94546 w 210709"/>
                <a:gd name="connsiteY2" fmla="*/ 0 h 277095"/>
                <a:gd name="connsiteX3" fmla="*/ 0 w 210709"/>
                <a:gd name="connsiteY3" fmla="*/ 54587 h 277095"/>
                <a:gd name="connsiteX4" fmla="*/ 53274 w 210709"/>
                <a:gd name="connsiteY4" fmla="*/ 146860 h 277095"/>
                <a:gd name="connsiteX5" fmla="*/ 89332 w 210709"/>
                <a:gd name="connsiteY5" fmla="*/ 126042 h 277095"/>
                <a:gd name="connsiteX6" fmla="*/ 9621 w 210709"/>
                <a:gd name="connsiteY6" fmla="*/ 264452 h 277095"/>
                <a:gd name="connsiteX7" fmla="*/ 31574 w 210709"/>
                <a:gd name="connsiteY7" fmla="*/ 277095 h 277095"/>
                <a:gd name="connsiteX8" fmla="*/ 96538 w 210709"/>
                <a:gd name="connsiteY8" fmla="*/ 164293 h 277095"/>
                <a:gd name="connsiteX9" fmla="*/ 96538 w 210709"/>
                <a:gd name="connsiteY9" fmla="*/ 274996 h 277095"/>
                <a:gd name="connsiteX10" fmla="*/ 121872 w 210709"/>
                <a:gd name="connsiteY10" fmla="*/ 274996 h 277095"/>
                <a:gd name="connsiteX11" fmla="*/ 121872 w 210709"/>
                <a:gd name="connsiteY11" fmla="*/ 160958 h 277095"/>
                <a:gd name="connsiteX12" fmla="*/ 188757 w 210709"/>
                <a:gd name="connsiteY12" fmla="*/ 277095 h 277095"/>
                <a:gd name="connsiteX13" fmla="*/ 210709 w 210709"/>
                <a:gd name="connsiteY13" fmla="*/ 264452 h 277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0709" h="277095">
                  <a:moveTo>
                    <a:pt x="120601" y="107989"/>
                  </a:moveTo>
                  <a:lnTo>
                    <a:pt x="147820" y="92274"/>
                  </a:lnTo>
                  <a:lnTo>
                    <a:pt x="94546" y="0"/>
                  </a:lnTo>
                  <a:lnTo>
                    <a:pt x="0" y="54587"/>
                  </a:lnTo>
                  <a:lnTo>
                    <a:pt x="53274" y="146860"/>
                  </a:lnTo>
                  <a:lnTo>
                    <a:pt x="89332" y="126042"/>
                  </a:lnTo>
                  <a:lnTo>
                    <a:pt x="9621" y="264452"/>
                  </a:lnTo>
                  <a:lnTo>
                    <a:pt x="31574" y="277095"/>
                  </a:lnTo>
                  <a:lnTo>
                    <a:pt x="96538" y="164293"/>
                  </a:lnTo>
                  <a:lnTo>
                    <a:pt x="96538" y="274996"/>
                  </a:lnTo>
                  <a:lnTo>
                    <a:pt x="121872" y="274996"/>
                  </a:lnTo>
                  <a:lnTo>
                    <a:pt x="121872" y="160958"/>
                  </a:lnTo>
                  <a:lnTo>
                    <a:pt x="188757" y="277095"/>
                  </a:lnTo>
                  <a:lnTo>
                    <a:pt x="210709" y="264452"/>
                  </a:lnTo>
                  <a:close/>
                </a:path>
              </a:pathLst>
            </a:custGeom>
            <a:grpFill/>
            <a:ln w="707" cap="flat">
              <a:noFill/>
              <a:prstDash val="solid"/>
              <a:miter/>
            </a:ln>
          </p:spPr>
          <p:txBody>
            <a:bodyPr rtlCol="0" anchor="ctr"/>
            <a:lstStyle/>
            <a:p>
              <a:endParaRPr lang="en-US"/>
            </a:p>
          </p:txBody>
        </p:sp>
        <p:sp>
          <p:nvSpPr>
            <p:cNvPr id="430" name="Freeform: Shape 429">
              <a:extLst>
                <a:ext uri="{FF2B5EF4-FFF2-40B4-BE49-F238E27FC236}">
                  <a16:creationId xmlns:a16="http://schemas.microsoft.com/office/drawing/2014/main" id="{82BE5938-CBB6-4EEE-AA08-DC2EE116435C}"/>
                </a:ext>
              </a:extLst>
            </p:cNvPr>
            <p:cNvSpPr/>
            <p:nvPr/>
          </p:nvSpPr>
          <p:spPr>
            <a:xfrm rot="-1800044">
              <a:off x="752741" y="2169237"/>
              <a:ext cx="64285" cy="74055"/>
            </a:xfrm>
            <a:custGeom>
              <a:avLst/>
              <a:gdLst>
                <a:gd name="connsiteX0" fmla="*/ 0 w 64285"/>
                <a:gd name="connsiteY0" fmla="*/ 0 h 74055"/>
                <a:gd name="connsiteX1" fmla="*/ 64286 w 64285"/>
                <a:gd name="connsiteY1" fmla="*/ 0 h 74055"/>
                <a:gd name="connsiteX2" fmla="*/ 64286 w 64285"/>
                <a:gd name="connsiteY2" fmla="*/ 74056 h 74055"/>
                <a:gd name="connsiteX3" fmla="*/ 0 w 64285"/>
                <a:gd name="connsiteY3" fmla="*/ 74056 h 74055"/>
              </a:gdLst>
              <a:ahLst/>
              <a:cxnLst>
                <a:cxn ang="0">
                  <a:pos x="connsiteX0" y="connsiteY0"/>
                </a:cxn>
                <a:cxn ang="0">
                  <a:pos x="connsiteX1" y="connsiteY1"/>
                </a:cxn>
                <a:cxn ang="0">
                  <a:pos x="connsiteX2" y="connsiteY2"/>
                </a:cxn>
                <a:cxn ang="0">
                  <a:pos x="connsiteX3" y="connsiteY3"/>
                </a:cxn>
              </a:cxnLst>
              <a:rect l="l" t="t" r="r" b="b"/>
              <a:pathLst>
                <a:path w="64285" h="74055">
                  <a:moveTo>
                    <a:pt x="0" y="0"/>
                  </a:moveTo>
                  <a:lnTo>
                    <a:pt x="64286" y="0"/>
                  </a:lnTo>
                  <a:lnTo>
                    <a:pt x="64286" y="74056"/>
                  </a:lnTo>
                  <a:lnTo>
                    <a:pt x="0" y="74056"/>
                  </a:lnTo>
                  <a:close/>
                </a:path>
              </a:pathLst>
            </a:custGeom>
            <a:grpFill/>
            <a:ln w="707" cap="flat">
              <a:noFill/>
              <a:prstDash val="solid"/>
              <a:miter/>
            </a:ln>
          </p:spPr>
          <p:txBody>
            <a:bodyPr rtlCol="0" anchor="ctr"/>
            <a:lstStyle/>
            <a:p>
              <a:endParaRPr lang="en-US"/>
            </a:p>
          </p:txBody>
        </p:sp>
      </p:grpSp>
    </p:spTree>
    <p:extLst>
      <p:ext uri="{BB962C8B-B14F-4D97-AF65-F5344CB8AC3E}">
        <p14:creationId xmlns:p14="http://schemas.microsoft.com/office/powerpoint/2010/main" val="2180542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 name="Picture Placeholder 157">
            <a:extLst>
              <a:ext uri="{FF2B5EF4-FFF2-40B4-BE49-F238E27FC236}">
                <a16:creationId xmlns:a16="http://schemas.microsoft.com/office/drawing/2014/main" id="{42FF4D10-11E1-401E-B3EE-77A5F485D545}"/>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l="-60" t="799" r="60" b="14797"/>
          <a:stretch/>
        </p:blipFill>
        <p:spPr>
          <a:xfrm>
            <a:off x="0" y="0"/>
            <a:ext cx="12192000" cy="6858000"/>
          </a:xfrm>
        </p:spPr>
      </p:pic>
      <p:sp>
        <p:nvSpPr>
          <p:cNvPr id="12" name="Rectangle 11">
            <a:extLst>
              <a:ext uri="{FF2B5EF4-FFF2-40B4-BE49-F238E27FC236}">
                <a16:creationId xmlns:a16="http://schemas.microsoft.com/office/drawing/2014/main" id="{E4BD5CBA-A752-4B0A-967E-FEF8C196F577}"/>
              </a:ext>
            </a:extLst>
          </p:cNvPr>
          <p:cNvSpPr/>
          <p:nvPr/>
        </p:nvSpPr>
        <p:spPr>
          <a:xfrm>
            <a:off x="0" y="0"/>
            <a:ext cx="12192000" cy="6858000"/>
          </a:xfrm>
          <a:prstGeom prst="rect">
            <a:avLst/>
          </a:prstGeom>
          <a:gradFill>
            <a:gsLst>
              <a:gs pos="0">
                <a:schemeClr val="accent1">
                  <a:alpha val="50000"/>
                </a:schemeClr>
              </a:gs>
              <a:gs pos="100000">
                <a:schemeClr val="accent2">
                  <a:alpha val="5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reeform: Shape 6">
            <a:extLst>
              <a:ext uri="{FF2B5EF4-FFF2-40B4-BE49-F238E27FC236}">
                <a16:creationId xmlns:a16="http://schemas.microsoft.com/office/drawing/2014/main" id="{615AF539-403B-4868-825E-5D21A882D124}"/>
              </a:ext>
            </a:extLst>
          </p:cNvPr>
          <p:cNvSpPr/>
          <p:nvPr/>
        </p:nvSpPr>
        <p:spPr>
          <a:xfrm>
            <a:off x="256572" y="280686"/>
            <a:ext cx="11678856" cy="6296628"/>
          </a:xfrm>
          <a:custGeom>
            <a:avLst/>
            <a:gdLst>
              <a:gd name="connsiteX0" fmla="*/ 123477 w 11678856"/>
              <a:gd name="connsiteY0" fmla="*/ 0 h 6296628"/>
              <a:gd name="connsiteX1" fmla="*/ 11555379 w 11678856"/>
              <a:gd name="connsiteY1" fmla="*/ 0 h 6296628"/>
              <a:gd name="connsiteX2" fmla="*/ 11678856 w 11678856"/>
              <a:gd name="connsiteY2" fmla="*/ 123477 h 6296628"/>
              <a:gd name="connsiteX3" fmla="*/ 11678856 w 11678856"/>
              <a:gd name="connsiteY3" fmla="*/ 6173151 h 6296628"/>
              <a:gd name="connsiteX4" fmla="*/ 11555379 w 11678856"/>
              <a:gd name="connsiteY4" fmla="*/ 6296628 h 6296628"/>
              <a:gd name="connsiteX5" fmla="*/ 123477 w 11678856"/>
              <a:gd name="connsiteY5" fmla="*/ 6296628 h 6296628"/>
              <a:gd name="connsiteX6" fmla="*/ 0 w 11678856"/>
              <a:gd name="connsiteY6" fmla="*/ 6173151 h 6296628"/>
              <a:gd name="connsiteX7" fmla="*/ 0 w 11678856"/>
              <a:gd name="connsiteY7" fmla="*/ 123477 h 6296628"/>
              <a:gd name="connsiteX8" fmla="*/ 123477 w 11678856"/>
              <a:gd name="connsiteY8" fmla="*/ 0 h 6296628"/>
              <a:gd name="connsiteX9" fmla="*/ 270976 w 11678856"/>
              <a:gd name="connsiteY9" fmla="*/ 174733 h 6296628"/>
              <a:gd name="connsiteX10" fmla="*/ 173621 w 11678856"/>
              <a:gd name="connsiteY10" fmla="*/ 272088 h 6296628"/>
              <a:gd name="connsiteX11" fmla="*/ 173621 w 11678856"/>
              <a:gd name="connsiteY11" fmla="*/ 6024540 h 6296628"/>
              <a:gd name="connsiteX12" fmla="*/ 270976 w 11678856"/>
              <a:gd name="connsiteY12" fmla="*/ 6121895 h 6296628"/>
              <a:gd name="connsiteX13" fmla="*/ 11407880 w 11678856"/>
              <a:gd name="connsiteY13" fmla="*/ 6121895 h 6296628"/>
              <a:gd name="connsiteX14" fmla="*/ 11505235 w 11678856"/>
              <a:gd name="connsiteY14" fmla="*/ 6024540 h 6296628"/>
              <a:gd name="connsiteX15" fmla="*/ 11505235 w 11678856"/>
              <a:gd name="connsiteY15" fmla="*/ 272088 h 6296628"/>
              <a:gd name="connsiteX16" fmla="*/ 11407880 w 11678856"/>
              <a:gd name="connsiteY16" fmla="*/ 174733 h 6296628"/>
              <a:gd name="connsiteX17" fmla="*/ 270976 w 11678856"/>
              <a:gd name="connsiteY17" fmla="*/ 174733 h 6296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678856" h="6296628">
                <a:moveTo>
                  <a:pt x="123477" y="0"/>
                </a:moveTo>
                <a:lnTo>
                  <a:pt x="11555379" y="0"/>
                </a:lnTo>
                <a:cubicBezTo>
                  <a:pt x="11623573" y="0"/>
                  <a:pt x="11678856" y="55283"/>
                  <a:pt x="11678856" y="123477"/>
                </a:cubicBezTo>
                <a:lnTo>
                  <a:pt x="11678856" y="6173151"/>
                </a:lnTo>
                <a:cubicBezTo>
                  <a:pt x="11678856" y="6241345"/>
                  <a:pt x="11623573" y="6296628"/>
                  <a:pt x="11555379" y="6296628"/>
                </a:cubicBezTo>
                <a:lnTo>
                  <a:pt x="123477" y="6296628"/>
                </a:lnTo>
                <a:cubicBezTo>
                  <a:pt x="55283" y="6296628"/>
                  <a:pt x="0" y="6241345"/>
                  <a:pt x="0" y="6173151"/>
                </a:cubicBezTo>
                <a:lnTo>
                  <a:pt x="0" y="123477"/>
                </a:lnTo>
                <a:cubicBezTo>
                  <a:pt x="0" y="55283"/>
                  <a:pt x="55283" y="0"/>
                  <a:pt x="123477" y="0"/>
                </a:cubicBezTo>
                <a:close/>
                <a:moveTo>
                  <a:pt x="270976" y="174733"/>
                </a:moveTo>
                <a:cubicBezTo>
                  <a:pt x="217208" y="174733"/>
                  <a:pt x="173621" y="218320"/>
                  <a:pt x="173621" y="272088"/>
                </a:cubicBezTo>
                <a:lnTo>
                  <a:pt x="173621" y="6024540"/>
                </a:lnTo>
                <a:cubicBezTo>
                  <a:pt x="173621" y="6078308"/>
                  <a:pt x="217208" y="6121895"/>
                  <a:pt x="270976" y="6121895"/>
                </a:cubicBezTo>
                <a:lnTo>
                  <a:pt x="11407880" y="6121895"/>
                </a:lnTo>
                <a:cubicBezTo>
                  <a:pt x="11461648" y="6121895"/>
                  <a:pt x="11505235" y="6078308"/>
                  <a:pt x="11505235" y="6024540"/>
                </a:cubicBezTo>
                <a:lnTo>
                  <a:pt x="11505235" y="272088"/>
                </a:lnTo>
                <a:cubicBezTo>
                  <a:pt x="11505235" y="218320"/>
                  <a:pt x="11461648" y="174733"/>
                  <a:pt x="11407880" y="174733"/>
                </a:cubicBezTo>
                <a:lnTo>
                  <a:pt x="270976" y="17473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4" name="Group 13">
            <a:extLst>
              <a:ext uri="{FF2B5EF4-FFF2-40B4-BE49-F238E27FC236}">
                <a16:creationId xmlns:a16="http://schemas.microsoft.com/office/drawing/2014/main" id="{CB826368-42CA-4CE7-A7AA-D13EB825E3E5}"/>
              </a:ext>
            </a:extLst>
          </p:cNvPr>
          <p:cNvGrpSpPr/>
          <p:nvPr/>
        </p:nvGrpSpPr>
        <p:grpSpPr>
          <a:xfrm>
            <a:off x="4003719" y="2622805"/>
            <a:ext cx="4184563" cy="1903467"/>
            <a:chOff x="4596886" y="1816609"/>
            <a:chExt cx="4184563" cy="1903467"/>
          </a:xfrm>
        </p:grpSpPr>
        <p:grpSp>
          <p:nvGrpSpPr>
            <p:cNvPr id="13" name="Group 12">
              <a:extLst>
                <a:ext uri="{FF2B5EF4-FFF2-40B4-BE49-F238E27FC236}">
                  <a16:creationId xmlns:a16="http://schemas.microsoft.com/office/drawing/2014/main" id="{DF9A227F-6241-4C9D-B72B-62C962457EC9}"/>
                </a:ext>
              </a:extLst>
            </p:cNvPr>
            <p:cNvGrpSpPr/>
            <p:nvPr/>
          </p:nvGrpSpPr>
          <p:grpSpPr>
            <a:xfrm>
              <a:off x="4596886" y="1816609"/>
              <a:ext cx="2381919" cy="1903467"/>
              <a:chOff x="4596886" y="1816609"/>
              <a:chExt cx="2381919" cy="1903467"/>
            </a:xfrm>
          </p:grpSpPr>
          <p:sp>
            <p:nvSpPr>
              <p:cNvPr id="43" name="Rectangle 42">
                <a:extLst>
                  <a:ext uri="{FF2B5EF4-FFF2-40B4-BE49-F238E27FC236}">
                    <a16:creationId xmlns:a16="http://schemas.microsoft.com/office/drawing/2014/main" id="{CC69D358-99C7-40C8-9EC1-6C6591C639A2}"/>
                  </a:ext>
                </a:extLst>
              </p:cNvPr>
              <p:cNvSpPr/>
              <p:nvPr/>
            </p:nvSpPr>
            <p:spPr>
              <a:xfrm>
                <a:off x="4596886" y="1816609"/>
                <a:ext cx="754625" cy="1903467"/>
              </a:xfrm>
              <a:prstGeom prst="rect">
                <a:avLst/>
              </a:prstGeom>
              <a:gradFill flip="none" rotWithShape="1">
                <a:gsLst>
                  <a:gs pos="0">
                    <a:schemeClr val="accent1"/>
                  </a:gs>
                  <a:gs pos="100000">
                    <a:schemeClr val="accent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8" name="Straight Connector 107">
                <a:extLst>
                  <a:ext uri="{FF2B5EF4-FFF2-40B4-BE49-F238E27FC236}">
                    <a16:creationId xmlns:a16="http://schemas.microsoft.com/office/drawing/2014/main" id="{A74E8774-F074-44FF-A4FC-3D72B699A434}"/>
                  </a:ext>
                </a:extLst>
              </p:cNvPr>
              <p:cNvCxnSpPr>
                <a:cxnSpLocks/>
              </p:cNvCxnSpPr>
              <p:nvPr/>
            </p:nvCxnSpPr>
            <p:spPr>
              <a:xfrm>
                <a:off x="4853458" y="2032727"/>
                <a:ext cx="2125347" cy="0"/>
              </a:xfrm>
              <a:prstGeom prst="line">
                <a:avLst/>
              </a:prstGeom>
              <a:ln w="85725">
                <a:solidFill>
                  <a:schemeClr val="bg2"/>
                </a:solidFill>
              </a:ln>
            </p:spPr>
            <p:style>
              <a:lnRef idx="1">
                <a:schemeClr val="accent1"/>
              </a:lnRef>
              <a:fillRef idx="0">
                <a:schemeClr val="accent1"/>
              </a:fillRef>
              <a:effectRef idx="0">
                <a:schemeClr val="accent1"/>
              </a:effectRef>
              <a:fontRef idx="minor">
                <a:schemeClr val="tx1"/>
              </a:fontRef>
            </p:style>
          </p:cxnSp>
        </p:grpSp>
        <p:grpSp>
          <p:nvGrpSpPr>
            <p:cNvPr id="3" name="Graphic 1">
              <a:extLst>
                <a:ext uri="{FF2B5EF4-FFF2-40B4-BE49-F238E27FC236}">
                  <a16:creationId xmlns:a16="http://schemas.microsoft.com/office/drawing/2014/main" id="{89487CC6-4C67-4450-84AD-1E0318EBE713}"/>
                </a:ext>
              </a:extLst>
            </p:cNvPr>
            <p:cNvGrpSpPr/>
            <p:nvPr/>
          </p:nvGrpSpPr>
          <p:grpSpPr>
            <a:xfrm>
              <a:off x="4853458" y="2331179"/>
              <a:ext cx="3927991" cy="683469"/>
              <a:chOff x="5857874" y="3386137"/>
              <a:chExt cx="2376505" cy="413511"/>
            </a:xfrm>
            <a:solidFill>
              <a:schemeClr val="bg2"/>
            </a:solidFill>
          </p:grpSpPr>
          <p:sp>
            <p:nvSpPr>
              <p:cNvPr id="4" name="Freeform: Shape 3">
                <a:extLst>
                  <a:ext uri="{FF2B5EF4-FFF2-40B4-BE49-F238E27FC236}">
                    <a16:creationId xmlns:a16="http://schemas.microsoft.com/office/drawing/2014/main" id="{354E2087-C038-46ED-9E99-75CAC136D0AF}"/>
                  </a:ext>
                </a:extLst>
              </p:cNvPr>
              <p:cNvSpPr/>
              <p:nvPr/>
            </p:nvSpPr>
            <p:spPr>
              <a:xfrm>
                <a:off x="5857874" y="3390890"/>
                <a:ext cx="327957" cy="404005"/>
              </a:xfrm>
              <a:custGeom>
                <a:avLst/>
                <a:gdLst>
                  <a:gd name="connsiteX0" fmla="*/ 327958 w 327957"/>
                  <a:gd name="connsiteY0" fmla="*/ 66542 h 404005"/>
                  <a:gd name="connsiteX1" fmla="*/ 204379 w 327957"/>
                  <a:gd name="connsiteY1" fmla="*/ 66542 h 404005"/>
                  <a:gd name="connsiteX2" fmla="*/ 204379 w 327957"/>
                  <a:gd name="connsiteY2" fmla="*/ 404006 h 404005"/>
                  <a:gd name="connsiteX3" fmla="*/ 123578 w 327957"/>
                  <a:gd name="connsiteY3" fmla="*/ 404006 h 404005"/>
                  <a:gd name="connsiteX4" fmla="*/ 123578 w 327957"/>
                  <a:gd name="connsiteY4" fmla="*/ 66542 h 404005"/>
                  <a:gd name="connsiteX5" fmla="*/ 0 w 327957"/>
                  <a:gd name="connsiteY5" fmla="*/ 66542 h 404005"/>
                  <a:gd name="connsiteX6" fmla="*/ 0 w 327957"/>
                  <a:gd name="connsiteY6" fmla="*/ 0 h 404005"/>
                  <a:gd name="connsiteX7" fmla="*/ 327958 w 327957"/>
                  <a:gd name="connsiteY7" fmla="*/ 0 h 404005"/>
                  <a:gd name="connsiteX8" fmla="*/ 327958 w 327957"/>
                  <a:gd name="connsiteY8" fmla="*/ 66542 h 404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7957" h="404005">
                    <a:moveTo>
                      <a:pt x="327958" y="66542"/>
                    </a:moveTo>
                    <a:lnTo>
                      <a:pt x="204379" y="66542"/>
                    </a:lnTo>
                    <a:lnTo>
                      <a:pt x="204379" y="404006"/>
                    </a:lnTo>
                    <a:lnTo>
                      <a:pt x="123578" y="404006"/>
                    </a:lnTo>
                    <a:lnTo>
                      <a:pt x="123578" y="66542"/>
                    </a:lnTo>
                    <a:lnTo>
                      <a:pt x="0" y="66542"/>
                    </a:lnTo>
                    <a:lnTo>
                      <a:pt x="0" y="0"/>
                    </a:lnTo>
                    <a:lnTo>
                      <a:pt x="327958" y="0"/>
                    </a:lnTo>
                    <a:lnTo>
                      <a:pt x="327958" y="66542"/>
                    </a:lnTo>
                    <a:close/>
                  </a:path>
                </a:pathLst>
              </a:custGeom>
              <a:grpFill/>
              <a:ln w="47435" cap="flat">
                <a:noFill/>
                <a:prstDash val="solid"/>
                <a:miter/>
              </a:ln>
            </p:spPr>
            <p:txBody>
              <a:bodyPr rtlCol="0" anchor="ctr"/>
              <a:lstStyle/>
              <a:p>
                <a:endParaRPr lang="en-US">
                  <a:solidFill>
                    <a:schemeClr val="bg2"/>
                  </a:solidFill>
                </a:endParaRPr>
              </a:p>
            </p:txBody>
          </p:sp>
          <p:sp>
            <p:nvSpPr>
              <p:cNvPr id="5" name="Freeform: Shape 4">
                <a:extLst>
                  <a:ext uri="{FF2B5EF4-FFF2-40B4-BE49-F238E27FC236}">
                    <a16:creationId xmlns:a16="http://schemas.microsoft.com/office/drawing/2014/main" id="{F25288C3-FDA6-4922-BE3B-D699AF2B9395}"/>
                  </a:ext>
                </a:extLst>
              </p:cNvPr>
              <p:cNvSpPr/>
              <p:nvPr/>
            </p:nvSpPr>
            <p:spPr>
              <a:xfrm>
                <a:off x="6238114" y="3390890"/>
                <a:ext cx="332710" cy="408758"/>
              </a:xfrm>
              <a:custGeom>
                <a:avLst/>
                <a:gdLst>
                  <a:gd name="connsiteX0" fmla="*/ 327958 w 332710"/>
                  <a:gd name="connsiteY0" fmla="*/ 404006 h 408758"/>
                  <a:gd name="connsiteX1" fmla="*/ 242404 w 332710"/>
                  <a:gd name="connsiteY1" fmla="*/ 404006 h 408758"/>
                  <a:gd name="connsiteX2" fmla="*/ 242404 w 332710"/>
                  <a:gd name="connsiteY2" fmla="*/ 232898 h 408758"/>
                  <a:gd name="connsiteX3" fmla="*/ 80801 w 332710"/>
                  <a:gd name="connsiteY3" fmla="*/ 232898 h 408758"/>
                  <a:gd name="connsiteX4" fmla="*/ 80801 w 332710"/>
                  <a:gd name="connsiteY4" fmla="*/ 408759 h 408758"/>
                  <a:gd name="connsiteX5" fmla="*/ 0 w 332710"/>
                  <a:gd name="connsiteY5" fmla="*/ 408759 h 408758"/>
                  <a:gd name="connsiteX6" fmla="*/ 0 w 332710"/>
                  <a:gd name="connsiteY6" fmla="*/ 0 h 408758"/>
                  <a:gd name="connsiteX7" fmla="*/ 85554 w 332710"/>
                  <a:gd name="connsiteY7" fmla="*/ 0 h 408758"/>
                  <a:gd name="connsiteX8" fmla="*/ 85554 w 332710"/>
                  <a:gd name="connsiteY8" fmla="*/ 166355 h 408758"/>
                  <a:gd name="connsiteX9" fmla="*/ 247157 w 332710"/>
                  <a:gd name="connsiteY9" fmla="*/ 166355 h 408758"/>
                  <a:gd name="connsiteX10" fmla="*/ 247157 w 332710"/>
                  <a:gd name="connsiteY10" fmla="*/ 0 h 408758"/>
                  <a:gd name="connsiteX11" fmla="*/ 332711 w 332710"/>
                  <a:gd name="connsiteY11" fmla="*/ 0 h 408758"/>
                  <a:gd name="connsiteX12" fmla="*/ 332711 w 332710"/>
                  <a:gd name="connsiteY12" fmla="*/ 404006 h 408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2710" h="408758">
                    <a:moveTo>
                      <a:pt x="327958" y="404006"/>
                    </a:moveTo>
                    <a:lnTo>
                      <a:pt x="242404" y="404006"/>
                    </a:lnTo>
                    <a:lnTo>
                      <a:pt x="242404" y="232898"/>
                    </a:lnTo>
                    <a:lnTo>
                      <a:pt x="80801" y="232898"/>
                    </a:lnTo>
                    <a:lnTo>
                      <a:pt x="80801" y="408759"/>
                    </a:lnTo>
                    <a:lnTo>
                      <a:pt x="0" y="408759"/>
                    </a:lnTo>
                    <a:lnTo>
                      <a:pt x="0" y="0"/>
                    </a:lnTo>
                    <a:lnTo>
                      <a:pt x="85554" y="0"/>
                    </a:lnTo>
                    <a:lnTo>
                      <a:pt x="85554" y="166355"/>
                    </a:lnTo>
                    <a:lnTo>
                      <a:pt x="247157" y="166355"/>
                    </a:lnTo>
                    <a:lnTo>
                      <a:pt x="247157" y="0"/>
                    </a:lnTo>
                    <a:lnTo>
                      <a:pt x="332711" y="0"/>
                    </a:lnTo>
                    <a:lnTo>
                      <a:pt x="332711" y="404006"/>
                    </a:lnTo>
                    <a:close/>
                  </a:path>
                </a:pathLst>
              </a:custGeom>
              <a:grpFill/>
              <a:ln w="47435" cap="flat">
                <a:noFill/>
                <a:prstDash val="solid"/>
                <a:miter/>
              </a:ln>
            </p:spPr>
            <p:txBody>
              <a:bodyPr rtlCol="0" anchor="ctr"/>
              <a:lstStyle/>
              <a:p>
                <a:endParaRPr lang="en-US">
                  <a:solidFill>
                    <a:schemeClr val="bg2"/>
                  </a:solidFill>
                </a:endParaRPr>
              </a:p>
            </p:txBody>
          </p:sp>
          <p:sp>
            <p:nvSpPr>
              <p:cNvPr id="6" name="Freeform: Shape 5">
                <a:extLst>
                  <a:ext uri="{FF2B5EF4-FFF2-40B4-BE49-F238E27FC236}">
                    <a16:creationId xmlns:a16="http://schemas.microsoft.com/office/drawing/2014/main" id="{B02A2E2A-ACB5-44DB-AF00-FB4E5AD53090}"/>
                  </a:ext>
                </a:extLst>
              </p:cNvPr>
              <p:cNvSpPr/>
              <p:nvPr/>
            </p:nvSpPr>
            <p:spPr>
              <a:xfrm>
                <a:off x="6608849" y="3390890"/>
                <a:ext cx="380240" cy="408758"/>
              </a:xfrm>
              <a:custGeom>
                <a:avLst/>
                <a:gdLst>
                  <a:gd name="connsiteX0" fmla="*/ 266169 w 380240"/>
                  <a:gd name="connsiteY0" fmla="*/ 323205 h 408758"/>
                  <a:gd name="connsiteX1" fmla="*/ 118825 w 380240"/>
                  <a:gd name="connsiteY1" fmla="*/ 323205 h 408758"/>
                  <a:gd name="connsiteX2" fmla="*/ 90307 w 380240"/>
                  <a:gd name="connsiteY2" fmla="*/ 408759 h 408758"/>
                  <a:gd name="connsiteX3" fmla="*/ 0 w 380240"/>
                  <a:gd name="connsiteY3" fmla="*/ 408759 h 408758"/>
                  <a:gd name="connsiteX4" fmla="*/ 152096 w 380240"/>
                  <a:gd name="connsiteY4" fmla="*/ 0 h 408758"/>
                  <a:gd name="connsiteX5" fmla="*/ 228144 w 380240"/>
                  <a:gd name="connsiteY5" fmla="*/ 0 h 408758"/>
                  <a:gd name="connsiteX6" fmla="*/ 380241 w 380240"/>
                  <a:gd name="connsiteY6" fmla="*/ 404006 h 408758"/>
                  <a:gd name="connsiteX7" fmla="*/ 289934 w 380240"/>
                  <a:gd name="connsiteY7" fmla="*/ 404006 h 408758"/>
                  <a:gd name="connsiteX8" fmla="*/ 266169 w 380240"/>
                  <a:gd name="connsiteY8" fmla="*/ 323205 h 408758"/>
                  <a:gd name="connsiteX9" fmla="*/ 137837 w 380240"/>
                  <a:gd name="connsiteY9" fmla="*/ 256663 h 408758"/>
                  <a:gd name="connsiteX10" fmla="*/ 237650 w 380240"/>
                  <a:gd name="connsiteY10" fmla="*/ 256663 h 408758"/>
                  <a:gd name="connsiteX11" fmla="*/ 185367 w 380240"/>
                  <a:gd name="connsiteY11" fmla="*/ 104566 h 408758"/>
                  <a:gd name="connsiteX12" fmla="*/ 137837 w 380240"/>
                  <a:gd name="connsiteY12" fmla="*/ 256663 h 408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0240" h="408758">
                    <a:moveTo>
                      <a:pt x="266169" y="323205"/>
                    </a:moveTo>
                    <a:lnTo>
                      <a:pt x="118825" y="323205"/>
                    </a:lnTo>
                    <a:lnTo>
                      <a:pt x="90307" y="408759"/>
                    </a:lnTo>
                    <a:lnTo>
                      <a:pt x="0" y="408759"/>
                    </a:lnTo>
                    <a:lnTo>
                      <a:pt x="152096" y="0"/>
                    </a:lnTo>
                    <a:lnTo>
                      <a:pt x="228144" y="0"/>
                    </a:lnTo>
                    <a:lnTo>
                      <a:pt x="380241" y="404006"/>
                    </a:lnTo>
                    <a:lnTo>
                      <a:pt x="289934" y="404006"/>
                    </a:lnTo>
                    <a:lnTo>
                      <a:pt x="266169" y="323205"/>
                    </a:lnTo>
                    <a:close/>
                    <a:moveTo>
                      <a:pt x="137837" y="256663"/>
                    </a:moveTo>
                    <a:lnTo>
                      <a:pt x="237650" y="256663"/>
                    </a:lnTo>
                    <a:lnTo>
                      <a:pt x="185367" y="104566"/>
                    </a:lnTo>
                    <a:lnTo>
                      <a:pt x="137837" y="256663"/>
                    </a:lnTo>
                    <a:close/>
                  </a:path>
                </a:pathLst>
              </a:custGeom>
              <a:grpFill/>
              <a:ln w="47435" cap="flat">
                <a:noFill/>
                <a:prstDash val="solid"/>
                <a:miter/>
              </a:ln>
            </p:spPr>
            <p:txBody>
              <a:bodyPr rtlCol="0" anchor="ctr"/>
              <a:lstStyle/>
              <a:p>
                <a:endParaRPr lang="en-US">
                  <a:solidFill>
                    <a:schemeClr val="bg2"/>
                  </a:solidFill>
                </a:endParaRPr>
              </a:p>
            </p:txBody>
          </p:sp>
          <p:sp>
            <p:nvSpPr>
              <p:cNvPr id="8" name="Freeform: Shape 7">
                <a:extLst>
                  <a:ext uri="{FF2B5EF4-FFF2-40B4-BE49-F238E27FC236}">
                    <a16:creationId xmlns:a16="http://schemas.microsoft.com/office/drawing/2014/main" id="{B1CCAFD1-839A-4DA6-8AFB-C0297CE324F2}"/>
                  </a:ext>
                </a:extLst>
              </p:cNvPr>
              <p:cNvSpPr/>
              <p:nvPr/>
            </p:nvSpPr>
            <p:spPr>
              <a:xfrm>
                <a:off x="7027114" y="3390890"/>
                <a:ext cx="332710" cy="404005"/>
              </a:xfrm>
              <a:custGeom>
                <a:avLst/>
                <a:gdLst>
                  <a:gd name="connsiteX0" fmla="*/ 327958 w 332710"/>
                  <a:gd name="connsiteY0" fmla="*/ 404006 h 404005"/>
                  <a:gd name="connsiteX1" fmla="*/ 242404 w 332710"/>
                  <a:gd name="connsiteY1" fmla="*/ 404006 h 404005"/>
                  <a:gd name="connsiteX2" fmla="*/ 85554 w 332710"/>
                  <a:gd name="connsiteY2" fmla="*/ 137837 h 404005"/>
                  <a:gd name="connsiteX3" fmla="*/ 85554 w 332710"/>
                  <a:gd name="connsiteY3" fmla="*/ 404006 h 404005"/>
                  <a:gd name="connsiteX4" fmla="*/ 0 w 332710"/>
                  <a:gd name="connsiteY4" fmla="*/ 404006 h 404005"/>
                  <a:gd name="connsiteX5" fmla="*/ 0 w 332710"/>
                  <a:gd name="connsiteY5" fmla="*/ 0 h 404005"/>
                  <a:gd name="connsiteX6" fmla="*/ 85554 w 332710"/>
                  <a:gd name="connsiteY6" fmla="*/ 0 h 404005"/>
                  <a:gd name="connsiteX7" fmla="*/ 247156 w 332710"/>
                  <a:gd name="connsiteY7" fmla="*/ 266169 h 404005"/>
                  <a:gd name="connsiteX8" fmla="*/ 247156 w 332710"/>
                  <a:gd name="connsiteY8" fmla="*/ 0 h 404005"/>
                  <a:gd name="connsiteX9" fmla="*/ 332711 w 332710"/>
                  <a:gd name="connsiteY9" fmla="*/ 0 h 404005"/>
                  <a:gd name="connsiteX10" fmla="*/ 332711 w 332710"/>
                  <a:gd name="connsiteY10" fmla="*/ 404006 h 404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2710" h="404005">
                    <a:moveTo>
                      <a:pt x="327958" y="404006"/>
                    </a:moveTo>
                    <a:lnTo>
                      <a:pt x="242404" y="404006"/>
                    </a:lnTo>
                    <a:lnTo>
                      <a:pt x="85554" y="137837"/>
                    </a:lnTo>
                    <a:lnTo>
                      <a:pt x="85554" y="404006"/>
                    </a:lnTo>
                    <a:lnTo>
                      <a:pt x="0" y="404006"/>
                    </a:lnTo>
                    <a:lnTo>
                      <a:pt x="0" y="0"/>
                    </a:lnTo>
                    <a:lnTo>
                      <a:pt x="85554" y="0"/>
                    </a:lnTo>
                    <a:lnTo>
                      <a:pt x="247156" y="266169"/>
                    </a:lnTo>
                    <a:lnTo>
                      <a:pt x="247156" y="0"/>
                    </a:lnTo>
                    <a:lnTo>
                      <a:pt x="332711" y="0"/>
                    </a:lnTo>
                    <a:lnTo>
                      <a:pt x="332711" y="404006"/>
                    </a:lnTo>
                    <a:close/>
                  </a:path>
                </a:pathLst>
              </a:custGeom>
              <a:grpFill/>
              <a:ln w="47435" cap="flat">
                <a:noFill/>
                <a:prstDash val="solid"/>
                <a:miter/>
              </a:ln>
            </p:spPr>
            <p:txBody>
              <a:bodyPr rtlCol="0" anchor="ctr"/>
              <a:lstStyle/>
              <a:p>
                <a:endParaRPr lang="en-US">
                  <a:solidFill>
                    <a:schemeClr val="bg2"/>
                  </a:solidFill>
                </a:endParaRPr>
              </a:p>
            </p:txBody>
          </p:sp>
          <p:sp>
            <p:nvSpPr>
              <p:cNvPr id="9" name="Freeform: Shape 8">
                <a:extLst>
                  <a:ext uri="{FF2B5EF4-FFF2-40B4-BE49-F238E27FC236}">
                    <a16:creationId xmlns:a16="http://schemas.microsoft.com/office/drawing/2014/main" id="{EDADB230-7C8C-4F63-B0AD-DA7C3DF4E781}"/>
                  </a:ext>
                </a:extLst>
              </p:cNvPr>
              <p:cNvSpPr/>
              <p:nvPr/>
            </p:nvSpPr>
            <p:spPr>
              <a:xfrm>
                <a:off x="7431120" y="3390890"/>
                <a:ext cx="332710" cy="404005"/>
              </a:xfrm>
              <a:custGeom>
                <a:avLst/>
                <a:gdLst>
                  <a:gd name="connsiteX0" fmla="*/ 128331 w 332710"/>
                  <a:gd name="connsiteY0" fmla="*/ 242404 h 404005"/>
                  <a:gd name="connsiteX1" fmla="*/ 85554 w 332710"/>
                  <a:gd name="connsiteY1" fmla="*/ 289934 h 404005"/>
                  <a:gd name="connsiteX2" fmla="*/ 85554 w 332710"/>
                  <a:gd name="connsiteY2" fmla="*/ 404006 h 404005"/>
                  <a:gd name="connsiteX3" fmla="*/ 0 w 332710"/>
                  <a:gd name="connsiteY3" fmla="*/ 404006 h 404005"/>
                  <a:gd name="connsiteX4" fmla="*/ 0 w 332710"/>
                  <a:gd name="connsiteY4" fmla="*/ 0 h 404005"/>
                  <a:gd name="connsiteX5" fmla="*/ 85554 w 332710"/>
                  <a:gd name="connsiteY5" fmla="*/ 0 h 404005"/>
                  <a:gd name="connsiteX6" fmla="*/ 85554 w 332710"/>
                  <a:gd name="connsiteY6" fmla="*/ 185367 h 404005"/>
                  <a:gd name="connsiteX7" fmla="*/ 123578 w 332710"/>
                  <a:gd name="connsiteY7" fmla="*/ 133084 h 404005"/>
                  <a:gd name="connsiteX8" fmla="*/ 228145 w 332710"/>
                  <a:gd name="connsiteY8" fmla="*/ 0 h 404005"/>
                  <a:gd name="connsiteX9" fmla="*/ 332711 w 332710"/>
                  <a:gd name="connsiteY9" fmla="*/ 0 h 404005"/>
                  <a:gd name="connsiteX10" fmla="*/ 190120 w 332710"/>
                  <a:gd name="connsiteY10" fmla="*/ 180614 h 404005"/>
                  <a:gd name="connsiteX11" fmla="*/ 327958 w 332710"/>
                  <a:gd name="connsiteY11" fmla="*/ 404006 h 404005"/>
                  <a:gd name="connsiteX12" fmla="*/ 228145 w 332710"/>
                  <a:gd name="connsiteY12" fmla="*/ 404006 h 404005"/>
                  <a:gd name="connsiteX13" fmla="*/ 128331 w 332710"/>
                  <a:gd name="connsiteY13" fmla="*/ 242404 h 404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2710" h="404005">
                    <a:moveTo>
                      <a:pt x="128331" y="242404"/>
                    </a:moveTo>
                    <a:lnTo>
                      <a:pt x="85554" y="289934"/>
                    </a:lnTo>
                    <a:lnTo>
                      <a:pt x="85554" y="404006"/>
                    </a:lnTo>
                    <a:lnTo>
                      <a:pt x="0" y="404006"/>
                    </a:lnTo>
                    <a:lnTo>
                      <a:pt x="0" y="0"/>
                    </a:lnTo>
                    <a:lnTo>
                      <a:pt x="85554" y="0"/>
                    </a:lnTo>
                    <a:lnTo>
                      <a:pt x="85554" y="185367"/>
                    </a:lnTo>
                    <a:lnTo>
                      <a:pt x="123578" y="133084"/>
                    </a:lnTo>
                    <a:lnTo>
                      <a:pt x="228145" y="0"/>
                    </a:lnTo>
                    <a:lnTo>
                      <a:pt x="332711" y="0"/>
                    </a:lnTo>
                    <a:lnTo>
                      <a:pt x="190120" y="180614"/>
                    </a:lnTo>
                    <a:lnTo>
                      <a:pt x="327958" y="404006"/>
                    </a:lnTo>
                    <a:lnTo>
                      <a:pt x="228145" y="404006"/>
                    </a:lnTo>
                    <a:lnTo>
                      <a:pt x="128331" y="242404"/>
                    </a:lnTo>
                    <a:close/>
                  </a:path>
                </a:pathLst>
              </a:custGeom>
              <a:grpFill/>
              <a:ln w="47435" cap="flat">
                <a:noFill/>
                <a:prstDash val="solid"/>
                <a:miter/>
              </a:ln>
            </p:spPr>
            <p:txBody>
              <a:bodyPr rtlCol="0" anchor="ctr"/>
              <a:lstStyle/>
              <a:p>
                <a:endParaRPr lang="en-US">
                  <a:solidFill>
                    <a:schemeClr val="bg2"/>
                  </a:solidFill>
                </a:endParaRPr>
              </a:p>
            </p:txBody>
          </p:sp>
          <p:sp>
            <p:nvSpPr>
              <p:cNvPr id="10" name="Freeform: Shape 9">
                <a:extLst>
                  <a:ext uri="{FF2B5EF4-FFF2-40B4-BE49-F238E27FC236}">
                    <a16:creationId xmlns:a16="http://schemas.microsoft.com/office/drawing/2014/main" id="{CB885BED-63AB-4299-A624-90F8115D6F47}"/>
                  </a:ext>
                </a:extLst>
              </p:cNvPr>
              <p:cNvSpPr/>
              <p:nvPr/>
            </p:nvSpPr>
            <p:spPr>
              <a:xfrm>
                <a:off x="7773336" y="3386137"/>
                <a:ext cx="304192" cy="413511"/>
              </a:xfrm>
              <a:custGeom>
                <a:avLst/>
                <a:gdLst>
                  <a:gd name="connsiteX0" fmla="*/ 228144 w 304192"/>
                  <a:gd name="connsiteY0" fmla="*/ 304193 h 413511"/>
                  <a:gd name="connsiteX1" fmla="*/ 209133 w 304192"/>
                  <a:gd name="connsiteY1" fmla="*/ 266169 h 413511"/>
                  <a:gd name="connsiteX2" fmla="*/ 147343 w 304192"/>
                  <a:gd name="connsiteY2" fmla="*/ 237651 h 413511"/>
                  <a:gd name="connsiteX3" fmla="*/ 80801 w 304192"/>
                  <a:gd name="connsiteY3" fmla="*/ 209133 h 413511"/>
                  <a:gd name="connsiteX4" fmla="*/ 9506 w 304192"/>
                  <a:gd name="connsiteY4" fmla="*/ 109319 h 413511"/>
                  <a:gd name="connsiteX5" fmla="*/ 28518 w 304192"/>
                  <a:gd name="connsiteY5" fmla="*/ 52283 h 413511"/>
                  <a:gd name="connsiteX6" fmla="*/ 80801 w 304192"/>
                  <a:gd name="connsiteY6" fmla="*/ 14259 h 413511"/>
                  <a:gd name="connsiteX7" fmla="*/ 156849 w 304192"/>
                  <a:gd name="connsiteY7" fmla="*/ 0 h 413511"/>
                  <a:gd name="connsiteX8" fmla="*/ 232898 w 304192"/>
                  <a:gd name="connsiteY8" fmla="*/ 14259 h 413511"/>
                  <a:gd name="connsiteX9" fmla="*/ 285181 w 304192"/>
                  <a:gd name="connsiteY9" fmla="*/ 57036 h 413511"/>
                  <a:gd name="connsiteX10" fmla="*/ 304193 w 304192"/>
                  <a:gd name="connsiteY10" fmla="*/ 123578 h 413511"/>
                  <a:gd name="connsiteX11" fmla="*/ 218639 w 304192"/>
                  <a:gd name="connsiteY11" fmla="*/ 123578 h 413511"/>
                  <a:gd name="connsiteX12" fmla="*/ 199626 w 304192"/>
                  <a:gd name="connsiteY12" fmla="*/ 80801 h 413511"/>
                  <a:gd name="connsiteX13" fmla="*/ 152096 w 304192"/>
                  <a:gd name="connsiteY13" fmla="*/ 66542 h 413511"/>
                  <a:gd name="connsiteX14" fmla="*/ 104566 w 304192"/>
                  <a:gd name="connsiteY14" fmla="*/ 80801 h 413511"/>
                  <a:gd name="connsiteX15" fmla="*/ 85554 w 304192"/>
                  <a:gd name="connsiteY15" fmla="*/ 114072 h 413511"/>
                  <a:gd name="connsiteX16" fmla="*/ 104566 w 304192"/>
                  <a:gd name="connsiteY16" fmla="*/ 147343 h 413511"/>
                  <a:gd name="connsiteX17" fmla="*/ 161602 w 304192"/>
                  <a:gd name="connsiteY17" fmla="*/ 171108 h 413511"/>
                  <a:gd name="connsiteX18" fmla="*/ 266169 w 304192"/>
                  <a:gd name="connsiteY18" fmla="*/ 223392 h 413511"/>
                  <a:gd name="connsiteX19" fmla="*/ 299440 w 304192"/>
                  <a:gd name="connsiteY19" fmla="*/ 304193 h 413511"/>
                  <a:gd name="connsiteX20" fmla="*/ 261416 w 304192"/>
                  <a:gd name="connsiteY20" fmla="*/ 384994 h 413511"/>
                  <a:gd name="connsiteX21" fmla="*/ 152096 w 304192"/>
                  <a:gd name="connsiteY21" fmla="*/ 413512 h 413511"/>
                  <a:gd name="connsiteX22" fmla="*/ 66542 w 304192"/>
                  <a:gd name="connsiteY22" fmla="*/ 394500 h 413511"/>
                  <a:gd name="connsiteX23" fmla="*/ 9506 w 304192"/>
                  <a:gd name="connsiteY23" fmla="*/ 346970 h 413511"/>
                  <a:gd name="connsiteX24" fmla="*/ 0 w 304192"/>
                  <a:gd name="connsiteY24" fmla="*/ 285181 h 413511"/>
                  <a:gd name="connsiteX25" fmla="*/ 85554 w 304192"/>
                  <a:gd name="connsiteY25" fmla="*/ 285181 h 413511"/>
                  <a:gd name="connsiteX26" fmla="*/ 166355 w 304192"/>
                  <a:gd name="connsiteY26" fmla="*/ 351723 h 413511"/>
                  <a:gd name="connsiteX27" fmla="*/ 213885 w 304192"/>
                  <a:gd name="connsiteY27" fmla="*/ 337464 h 413511"/>
                  <a:gd name="connsiteX28" fmla="*/ 228144 w 304192"/>
                  <a:gd name="connsiteY28" fmla="*/ 304193 h 413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04192" h="413511">
                    <a:moveTo>
                      <a:pt x="228144" y="304193"/>
                    </a:moveTo>
                    <a:cubicBezTo>
                      <a:pt x="228144" y="289934"/>
                      <a:pt x="223392" y="275675"/>
                      <a:pt x="209133" y="266169"/>
                    </a:cubicBezTo>
                    <a:cubicBezTo>
                      <a:pt x="194874" y="256663"/>
                      <a:pt x="175861" y="247157"/>
                      <a:pt x="147343" y="237651"/>
                    </a:cubicBezTo>
                    <a:cubicBezTo>
                      <a:pt x="118825" y="228145"/>
                      <a:pt x="95060" y="218639"/>
                      <a:pt x="80801" y="209133"/>
                    </a:cubicBezTo>
                    <a:cubicBezTo>
                      <a:pt x="33271" y="185367"/>
                      <a:pt x="9506" y="152096"/>
                      <a:pt x="9506" y="109319"/>
                    </a:cubicBezTo>
                    <a:cubicBezTo>
                      <a:pt x="9506" y="85554"/>
                      <a:pt x="14259" y="66542"/>
                      <a:pt x="28518" y="52283"/>
                    </a:cubicBezTo>
                    <a:cubicBezTo>
                      <a:pt x="42777" y="38024"/>
                      <a:pt x="57036" y="23765"/>
                      <a:pt x="80801" y="14259"/>
                    </a:cubicBezTo>
                    <a:cubicBezTo>
                      <a:pt x="104566" y="4753"/>
                      <a:pt x="128331" y="0"/>
                      <a:pt x="156849" y="0"/>
                    </a:cubicBezTo>
                    <a:cubicBezTo>
                      <a:pt x="185367" y="0"/>
                      <a:pt x="213885" y="4753"/>
                      <a:pt x="232898" y="14259"/>
                    </a:cubicBezTo>
                    <a:cubicBezTo>
                      <a:pt x="251910" y="23765"/>
                      <a:pt x="270922" y="38024"/>
                      <a:pt x="285181" y="57036"/>
                    </a:cubicBezTo>
                    <a:cubicBezTo>
                      <a:pt x="299440" y="76048"/>
                      <a:pt x="304193" y="99813"/>
                      <a:pt x="304193" y="123578"/>
                    </a:cubicBezTo>
                    <a:lnTo>
                      <a:pt x="218639" y="123578"/>
                    </a:lnTo>
                    <a:cubicBezTo>
                      <a:pt x="218639" y="104566"/>
                      <a:pt x="213885" y="90307"/>
                      <a:pt x="199626" y="80801"/>
                    </a:cubicBezTo>
                    <a:cubicBezTo>
                      <a:pt x="185367" y="71295"/>
                      <a:pt x="171108" y="66542"/>
                      <a:pt x="152096" y="66542"/>
                    </a:cubicBezTo>
                    <a:cubicBezTo>
                      <a:pt x="133084" y="66542"/>
                      <a:pt x="114072" y="71295"/>
                      <a:pt x="104566" y="80801"/>
                    </a:cubicBezTo>
                    <a:cubicBezTo>
                      <a:pt x="95060" y="90307"/>
                      <a:pt x="85554" y="99813"/>
                      <a:pt x="85554" y="114072"/>
                    </a:cubicBezTo>
                    <a:cubicBezTo>
                      <a:pt x="85554" y="128331"/>
                      <a:pt x="90307" y="137837"/>
                      <a:pt x="104566" y="147343"/>
                    </a:cubicBezTo>
                    <a:cubicBezTo>
                      <a:pt x="118825" y="156849"/>
                      <a:pt x="137837" y="166355"/>
                      <a:pt x="161602" y="171108"/>
                    </a:cubicBezTo>
                    <a:cubicBezTo>
                      <a:pt x="209133" y="185367"/>
                      <a:pt x="242404" y="204379"/>
                      <a:pt x="266169" y="223392"/>
                    </a:cubicBezTo>
                    <a:cubicBezTo>
                      <a:pt x="289934" y="242404"/>
                      <a:pt x="299440" y="270922"/>
                      <a:pt x="299440" y="304193"/>
                    </a:cubicBezTo>
                    <a:cubicBezTo>
                      <a:pt x="299440" y="337464"/>
                      <a:pt x="285181" y="365982"/>
                      <a:pt x="261416" y="384994"/>
                    </a:cubicBezTo>
                    <a:cubicBezTo>
                      <a:pt x="237651" y="404006"/>
                      <a:pt x="199626" y="413512"/>
                      <a:pt x="152096" y="413512"/>
                    </a:cubicBezTo>
                    <a:cubicBezTo>
                      <a:pt x="118825" y="413512"/>
                      <a:pt x="90307" y="408759"/>
                      <a:pt x="66542" y="394500"/>
                    </a:cubicBezTo>
                    <a:cubicBezTo>
                      <a:pt x="42777" y="380241"/>
                      <a:pt x="19012" y="365982"/>
                      <a:pt x="9506" y="346970"/>
                    </a:cubicBezTo>
                    <a:cubicBezTo>
                      <a:pt x="0" y="327958"/>
                      <a:pt x="0" y="308946"/>
                      <a:pt x="0" y="285181"/>
                    </a:cubicBezTo>
                    <a:lnTo>
                      <a:pt x="85554" y="285181"/>
                    </a:lnTo>
                    <a:cubicBezTo>
                      <a:pt x="85554" y="327958"/>
                      <a:pt x="114072" y="351723"/>
                      <a:pt x="166355" y="351723"/>
                    </a:cubicBezTo>
                    <a:cubicBezTo>
                      <a:pt x="185367" y="351723"/>
                      <a:pt x="199626" y="346970"/>
                      <a:pt x="213885" y="337464"/>
                    </a:cubicBezTo>
                    <a:cubicBezTo>
                      <a:pt x="228144" y="327958"/>
                      <a:pt x="228144" y="318452"/>
                      <a:pt x="228144" y="304193"/>
                    </a:cubicBezTo>
                    <a:close/>
                  </a:path>
                </a:pathLst>
              </a:custGeom>
              <a:grpFill/>
              <a:ln w="47435" cap="flat">
                <a:noFill/>
                <a:prstDash val="solid"/>
                <a:miter/>
              </a:ln>
            </p:spPr>
            <p:txBody>
              <a:bodyPr rtlCol="0" anchor="ctr"/>
              <a:lstStyle/>
              <a:p>
                <a:endParaRPr lang="en-US">
                  <a:solidFill>
                    <a:schemeClr val="bg2"/>
                  </a:solidFill>
                </a:endParaRPr>
              </a:p>
            </p:txBody>
          </p:sp>
          <p:sp>
            <p:nvSpPr>
              <p:cNvPr id="11" name="Freeform: Shape 10">
                <a:extLst>
                  <a:ext uri="{FF2B5EF4-FFF2-40B4-BE49-F238E27FC236}">
                    <a16:creationId xmlns:a16="http://schemas.microsoft.com/office/drawing/2014/main" id="{7A997967-2BB8-4D7D-84B7-2F6609419DAE}"/>
                  </a:ext>
                </a:extLst>
              </p:cNvPr>
              <p:cNvSpPr/>
              <p:nvPr/>
            </p:nvSpPr>
            <p:spPr>
              <a:xfrm>
                <a:off x="8139318" y="3390890"/>
                <a:ext cx="95060" cy="408758"/>
              </a:xfrm>
              <a:custGeom>
                <a:avLst/>
                <a:gdLst>
                  <a:gd name="connsiteX0" fmla="*/ 47530 w 95060"/>
                  <a:gd name="connsiteY0" fmla="*/ 327958 h 408758"/>
                  <a:gd name="connsiteX1" fmla="*/ 80801 w 95060"/>
                  <a:gd name="connsiteY1" fmla="*/ 342217 h 408758"/>
                  <a:gd name="connsiteX2" fmla="*/ 95060 w 95060"/>
                  <a:gd name="connsiteY2" fmla="*/ 370735 h 408758"/>
                  <a:gd name="connsiteX3" fmla="*/ 80801 w 95060"/>
                  <a:gd name="connsiteY3" fmla="*/ 399253 h 408758"/>
                  <a:gd name="connsiteX4" fmla="*/ 47530 w 95060"/>
                  <a:gd name="connsiteY4" fmla="*/ 408759 h 408758"/>
                  <a:gd name="connsiteX5" fmla="*/ 14259 w 95060"/>
                  <a:gd name="connsiteY5" fmla="*/ 394500 h 408758"/>
                  <a:gd name="connsiteX6" fmla="*/ 0 w 95060"/>
                  <a:gd name="connsiteY6" fmla="*/ 370735 h 408758"/>
                  <a:gd name="connsiteX7" fmla="*/ 14259 w 95060"/>
                  <a:gd name="connsiteY7" fmla="*/ 342217 h 408758"/>
                  <a:gd name="connsiteX8" fmla="*/ 47530 w 95060"/>
                  <a:gd name="connsiteY8" fmla="*/ 327958 h 408758"/>
                  <a:gd name="connsiteX9" fmla="*/ 80801 w 95060"/>
                  <a:gd name="connsiteY9" fmla="*/ 280428 h 408758"/>
                  <a:gd name="connsiteX10" fmla="*/ 14259 w 95060"/>
                  <a:gd name="connsiteY10" fmla="*/ 280428 h 408758"/>
                  <a:gd name="connsiteX11" fmla="*/ 4753 w 95060"/>
                  <a:gd name="connsiteY11" fmla="*/ 0 h 408758"/>
                  <a:gd name="connsiteX12" fmla="*/ 90307 w 95060"/>
                  <a:gd name="connsiteY12" fmla="*/ 0 h 408758"/>
                  <a:gd name="connsiteX13" fmla="*/ 80801 w 95060"/>
                  <a:gd name="connsiteY13" fmla="*/ 280428 h 408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060" h="408758">
                    <a:moveTo>
                      <a:pt x="47530" y="327958"/>
                    </a:moveTo>
                    <a:cubicBezTo>
                      <a:pt x="61789" y="327958"/>
                      <a:pt x="71295" y="332711"/>
                      <a:pt x="80801" y="342217"/>
                    </a:cubicBezTo>
                    <a:cubicBezTo>
                      <a:pt x="90307" y="351723"/>
                      <a:pt x="95060" y="361229"/>
                      <a:pt x="95060" y="370735"/>
                    </a:cubicBezTo>
                    <a:cubicBezTo>
                      <a:pt x="95060" y="384994"/>
                      <a:pt x="90307" y="394500"/>
                      <a:pt x="80801" y="399253"/>
                    </a:cubicBezTo>
                    <a:cubicBezTo>
                      <a:pt x="71295" y="404006"/>
                      <a:pt x="61789" y="408759"/>
                      <a:pt x="47530" y="408759"/>
                    </a:cubicBezTo>
                    <a:cubicBezTo>
                      <a:pt x="33271" y="408759"/>
                      <a:pt x="23765" y="404006"/>
                      <a:pt x="14259" y="394500"/>
                    </a:cubicBezTo>
                    <a:cubicBezTo>
                      <a:pt x="4753" y="384994"/>
                      <a:pt x="0" y="380241"/>
                      <a:pt x="0" y="370735"/>
                    </a:cubicBezTo>
                    <a:cubicBezTo>
                      <a:pt x="0" y="361229"/>
                      <a:pt x="4753" y="346970"/>
                      <a:pt x="14259" y="342217"/>
                    </a:cubicBezTo>
                    <a:cubicBezTo>
                      <a:pt x="23765" y="337464"/>
                      <a:pt x="33271" y="327958"/>
                      <a:pt x="47530" y="327958"/>
                    </a:cubicBezTo>
                    <a:close/>
                    <a:moveTo>
                      <a:pt x="80801" y="280428"/>
                    </a:moveTo>
                    <a:lnTo>
                      <a:pt x="14259" y="280428"/>
                    </a:lnTo>
                    <a:lnTo>
                      <a:pt x="4753" y="0"/>
                    </a:lnTo>
                    <a:lnTo>
                      <a:pt x="90307" y="0"/>
                    </a:lnTo>
                    <a:lnTo>
                      <a:pt x="80801" y="280428"/>
                    </a:lnTo>
                    <a:close/>
                  </a:path>
                </a:pathLst>
              </a:custGeom>
              <a:grpFill/>
              <a:ln w="47435" cap="flat">
                <a:noFill/>
                <a:prstDash val="solid"/>
                <a:miter/>
              </a:ln>
            </p:spPr>
            <p:txBody>
              <a:bodyPr rtlCol="0" anchor="ctr"/>
              <a:lstStyle/>
              <a:p>
                <a:endParaRPr lang="en-US">
                  <a:solidFill>
                    <a:schemeClr val="bg2"/>
                  </a:solidFill>
                </a:endParaRPr>
              </a:p>
            </p:txBody>
          </p:sp>
        </p:grpSp>
      </p:grpSp>
    </p:spTree>
    <p:extLst>
      <p:ext uri="{BB962C8B-B14F-4D97-AF65-F5344CB8AC3E}">
        <p14:creationId xmlns:p14="http://schemas.microsoft.com/office/powerpoint/2010/main" val="3445362132"/>
      </p:ext>
    </p:extLst>
  </p:cSld>
  <p:clrMapOvr>
    <a:masterClrMapping/>
  </p:clrMapOvr>
</p:sld>
</file>

<file path=ppt/theme/theme1.xml><?xml version="1.0" encoding="utf-8"?>
<a:theme xmlns:a="http://schemas.openxmlformats.org/drawingml/2006/main" name="Office Theme">
  <a:themeElements>
    <a:clrScheme name="Dashi 17">
      <a:dk1>
        <a:srgbClr val="181717"/>
      </a:dk1>
      <a:lt1>
        <a:srgbClr val="FFFFFF"/>
      </a:lt1>
      <a:dk2>
        <a:srgbClr val="181717"/>
      </a:dk2>
      <a:lt2>
        <a:srgbClr val="FFFFFF"/>
      </a:lt2>
      <a:accent1>
        <a:srgbClr val="FF5200"/>
      </a:accent1>
      <a:accent2>
        <a:srgbClr val="FF6F00"/>
      </a:accent2>
      <a:accent3>
        <a:srgbClr val="FF8800"/>
      </a:accent3>
      <a:accent4>
        <a:srgbClr val="FF9F00"/>
      </a:accent4>
      <a:accent5>
        <a:srgbClr val="FFC000"/>
      </a:accent5>
      <a:accent6>
        <a:srgbClr val="FFCE00"/>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3880</TotalTime>
  <Words>2061</Words>
  <Application>Microsoft Office PowerPoint</Application>
  <PresentationFormat>Widescreen</PresentationFormat>
  <Paragraphs>281</Paragraphs>
  <Slides>27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Calibri</vt:lpstr>
      <vt:lpstr>Calibri Light</vt:lpstr>
      <vt:lpstr>Lato Black</vt:lpstr>
      <vt:lpstr>Roboto</vt:lpstr>
      <vt:lpstr>Roboto Black</vt:lpstr>
      <vt:lpstr>Roboto Thin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ali maher</dc:creator>
  <cp:lastModifiedBy>ali maher</cp:lastModifiedBy>
  <cp:revision>96</cp:revision>
  <dcterms:created xsi:type="dcterms:W3CDTF">2020-05-18T21:48:57Z</dcterms:created>
  <dcterms:modified xsi:type="dcterms:W3CDTF">2020-05-31T16:55:27Z</dcterms:modified>
</cp:coreProperties>
</file>